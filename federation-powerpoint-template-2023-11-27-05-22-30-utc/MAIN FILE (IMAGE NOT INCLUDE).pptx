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60" r:id="rId4"/>
    <p:sldId id="261" r:id="rId5"/>
    <p:sldId id="323" r:id="rId6"/>
    <p:sldId id="322" r:id="rId7"/>
    <p:sldId id="264" r:id="rId8"/>
    <p:sldId id="274" r:id="rId9"/>
    <p:sldId id="275" r:id="rId10"/>
    <p:sldId id="267" r:id="rId11"/>
    <p:sldId id="270" r:id="rId12"/>
    <p:sldId id="324" r:id="rId13"/>
    <p:sldId id="268" r:id="rId14"/>
    <p:sldId id="325" r:id="rId15"/>
    <p:sldId id="269" r:id="rId16"/>
    <p:sldId id="271" r:id="rId17"/>
    <p:sldId id="272" r:id="rId18"/>
    <p:sldId id="273" r:id="rId19"/>
    <p:sldId id="326" r:id="rId20"/>
    <p:sldId id="327" r:id="rId21"/>
    <p:sldId id="280" r:id="rId22"/>
    <p:sldId id="281" r:id="rId23"/>
    <p:sldId id="282" r:id="rId24"/>
    <p:sldId id="284" r:id="rId25"/>
    <p:sldId id="328" r:id="rId26"/>
    <p:sldId id="329" r:id="rId27"/>
    <p:sldId id="300" r:id="rId28"/>
    <p:sldId id="301" r:id="rId29"/>
    <p:sldId id="304" r:id="rId30"/>
    <p:sldId id="305" r:id="rId31"/>
    <p:sldId id="306" r:id="rId32"/>
    <p:sldId id="287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21" r:id="rId43"/>
    <p:sldId id="320" r:id="rId44"/>
    <p:sldId id="307" r:id="rId45"/>
    <p:sldId id="308" r:id="rId46"/>
    <p:sldId id="30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99D0"/>
    <a:srgbClr val="3184BE"/>
    <a:srgbClr val="64A9FD"/>
    <a:srgbClr val="1D49AF"/>
    <a:srgbClr val="0E2E80"/>
    <a:srgbClr val="99CE51"/>
    <a:srgbClr val="91D341"/>
    <a:srgbClr val="C7DC03"/>
    <a:srgbClr val="95D5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17335-BE3E-4A94-92BC-CC504F7B56F4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B4313-C88B-4AFB-9F85-0A3C39076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7" name="Shape 10717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718" name="Shape 10718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9005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2" name="Shape 1099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993" name="Shape 1099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8278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4" name="Shape 1102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025" name="Shape 11025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6996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" name="Shape 1107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080" name="Shape 1108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9326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F663A-C7B1-4C7A-93DC-42EA9E5415A4}" type="slidenum">
              <a:rPr lang="id-ID" smtClean="0"/>
              <a:t>37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10146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4" name="Shape 1170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705" name="Shape 11705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3533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0" name="Shape 11740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741" name="Shape 1174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1645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4" name="Shape 47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45" name="Shape 47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6282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2" name="Shape 50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53" name="Shape 50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4" name="Shape 5054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0849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84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539931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8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775744" y="780678"/>
            <a:ext cx="9416256" cy="52966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8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026400" cy="6872514"/>
          </a:xfrm>
          <a:custGeom>
            <a:avLst/>
            <a:gdLst>
              <a:gd name="connsiteX0" fmla="*/ 0 w 8026400"/>
              <a:gd name="connsiteY0" fmla="*/ 0 h 6858000"/>
              <a:gd name="connsiteX1" fmla="*/ 8026400 w 8026400"/>
              <a:gd name="connsiteY1" fmla="*/ 0 h 6858000"/>
              <a:gd name="connsiteX2" fmla="*/ 8026400 w 8026400"/>
              <a:gd name="connsiteY2" fmla="*/ 6858000 h 6858000"/>
              <a:gd name="connsiteX3" fmla="*/ 0 w 8026400"/>
              <a:gd name="connsiteY3" fmla="*/ 6858000 h 6858000"/>
              <a:gd name="connsiteX4" fmla="*/ 0 w 8026400"/>
              <a:gd name="connsiteY4" fmla="*/ 0 h 6858000"/>
              <a:gd name="connsiteX0" fmla="*/ 0 w 8026400"/>
              <a:gd name="connsiteY0" fmla="*/ 0 h 6872514"/>
              <a:gd name="connsiteX1" fmla="*/ 8026400 w 8026400"/>
              <a:gd name="connsiteY1" fmla="*/ 0 h 6872514"/>
              <a:gd name="connsiteX2" fmla="*/ 5312229 w 8026400"/>
              <a:gd name="connsiteY2" fmla="*/ 6872514 h 6872514"/>
              <a:gd name="connsiteX3" fmla="*/ 0 w 8026400"/>
              <a:gd name="connsiteY3" fmla="*/ 6858000 h 6872514"/>
              <a:gd name="connsiteX4" fmla="*/ 0 w 8026400"/>
              <a:gd name="connsiteY4" fmla="*/ 0 h 6872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6400" h="6872514">
                <a:moveTo>
                  <a:pt x="0" y="0"/>
                </a:moveTo>
                <a:lnTo>
                  <a:pt x="8026400" y="0"/>
                </a:lnTo>
                <a:lnTo>
                  <a:pt x="5312229" y="6872514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835932"/>
            <a:ext cx="9944100" cy="52006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70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711200" y="751341"/>
            <a:ext cx="4310743" cy="53553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9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4514850" y="0"/>
            <a:ext cx="5619750" cy="5619750"/>
          </a:xfrm>
          <a:custGeom>
            <a:avLst/>
            <a:gdLst>
              <a:gd name="connsiteX0" fmla="*/ 0 w 5619750"/>
              <a:gd name="connsiteY0" fmla="*/ 0 h 5619750"/>
              <a:gd name="connsiteX1" fmla="*/ 5619750 w 5619750"/>
              <a:gd name="connsiteY1" fmla="*/ 0 h 5619750"/>
              <a:gd name="connsiteX2" fmla="*/ 2809875 w 5619750"/>
              <a:gd name="connsiteY2" fmla="*/ 5619750 h 561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0" h="5619750">
                <a:moveTo>
                  <a:pt x="0" y="0"/>
                </a:moveTo>
                <a:lnTo>
                  <a:pt x="5619750" y="0"/>
                </a:lnTo>
                <a:lnTo>
                  <a:pt x="2809875" y="56197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7143750" y="1809750"/>
            <a:ext cx="5048250" cy="5048250"/>
          </a:xfrm>
          <a:prstGeom prst="flowChartExtra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5905500" y="0"/>
            <a:ext cx="6286500" cy="6858000"/>
          </a:xfrm>
          <a:custGeom>
            <a:avLst/>
            <a:gdLst>
              <a:gd name="connsiteX0" fmla="*/ 0 w 6286500"/>
              <a:gd name="connsiteY0" fmla="*/ 0 h 6858000"/>
              <a:gd name="connsiteX1" fmla="*/ 6286500 w 6286500"/>
              <a:gd name="connsiteY1" fmla="*/ 0 h 6858000"/>
              <a:gd name="connsiteX2" fmla="*/ 6286500 w 6286500"/>
              <a:gd name="connsiteY2" fmla="*/ 6858000 h 6858000"/>
              <a:gd name="connsiteX3" fmla="*/ 0 w 6286500"/>
              <a:gd name="connsiteY3" fmla="*/ 6858000 h 6858000"/>
              <a:gd name="connsiteX4" fmla="*/ 0 w 6286500"/>
              <a:gd name="connsiteY4" fmla="*/ 0 h 6858000"/>
              <a:gd name="connsiteX0" fmla="*/ 0 w 6286500"/>
              <a:gd name="connsiteY0" fmla="*/ 0 h 6858000"/>
              <a:gd name="connsiteX1" fmla="*/ 6286500 w 6286500"/>
              <a:gd name="connsiteY1" fmla="*/ 0 h 6858000"/>
              <a:gd name="connsiteX2" fmla="*/ 6286500 w 6286500"/>
              <a:gd name="connsiteY2" fmla="*/ 6858000 h 6858000"/>
              <a:gd name="connsiteX3" fmla="*/ 2857500 w 6286500"/>
              <a:gd name="connsiteY3" fmla="*/ 6858000 h 6858000"/>
              <a:gd name="connsiteX4" fmla="*/ 0 w 62865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6500" h="6858000">
                <a:moveTo>
                  <a:pt x="0" y="0"/>
                </a:moveTo>
                <a:lnTo>
                  <a:pt x="6286500" y="0"/>
                </a:lnTo>
                <a:lnTo>
                  <a:pt x="6286500" y="6858000"/>
                </a:lnTo>
                <a:lnTo>
                  <a:pt x="285750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99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5753100" y="0"/>
            <a:ext cx="64389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82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8020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352550" y="895350"/>
            <a:ext cx="4533900" cy="59626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09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381125" y="1238250"/>
            <a:ext cx="2686050" cy="2686050"/>
          </a:xfrm>
          <a:prstGeom prst="flowChartConnector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4838700" y="1238250"/>
            <a:ext cx="2686050" cy="2686050"/>
          </a:xfrm>
          <a:prstGeom prst="flowChartConnector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296275" y="1238250"/>
            <a:ext cx="2686050" cy="2686050"/>
          </a:xfrm>
          <a:prstGeom prst="flowChartConnector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8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757362" y="1086981"/>
            <a:ext cx="8677275" cy="46840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6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847850" y="2400300"/>
            <a:ext cx="3905250" cy="44577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64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562850" cy="6858000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0 w 6115050"/>
              <a:gd name="connsiteY2" fmla="*/ 6858000 h 6858000"/>
              <a:gd name="connsiteX3" fmla="*/ 0 w 611505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5050" h="6858000">
                <a:moveTo>
                  <a:pt x="0" y="0"/>
                </a:moveTo>
                <a:lnTo>
                  <a:pt x="6115050" y="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00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4629150" y="0"/>
            <a:ext cx="7562850" cy="6858000"/>
          </a:xfrm>
          <a:custGeom>
            <a:avLst/>
            <a:gdLst>
              <a:gd name="connsiteX0" fmla="*/ 7562850 w 7562850"/>
              <a:gd name="connsiteY0" fmla="*/ 0 h 6858000"/>
              <a:gd name="connsiteX1" fmla="*/ 7562850 w 7562850"/>
              <a:gd name="connsiteY1" fmla="*/ 6858000 h 6858000"/>
              <a:gd name="connsiteX2" fmla="*/ 0 w 7562850"/>
              <a:gd name="connsiteY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62850" h="6858000">
                <a:moveTo>
                  <a:pt x="7562850" y="0"/>
                </a:moveTo>
                <a:lnTo>
                  <a:pt x="756285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39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305550" y="0"/>
            <a:ext cx="588645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5029200" y="762000"/>
            <a:ext cx="2514600" cy="2514600"/>
          </a:xfrm>
          <a:prstGeom prst="flowChartConnector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029200" y="3733800"/>
            <a:ext cx="2514600" cy="2514600"/>
          </a:xfrm>
          <a:prstGeom prst="flowChartConnector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72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386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4038600" y="0"/>
            <a:ext cx="40386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077200" y="0"/>
            <a:ext cx="41148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12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10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044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01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749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37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28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981200"/>
            <a:ext cx="12192000" cy="4876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73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714500" y="0"/>
            <a:ext cx="584835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829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56285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16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066800" y="0"/>
            <a:ext cx="47625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15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7543800" y="0"/>
            <a:ext cx="46482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075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52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70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341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068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257300"/>
            <a:ext cx="12192000" cy="5600700"/>
          </a:xfrm>
          <a:custGeom>
            <a:avLst/>
            <a:gdLst>
              <a:gd name="connsiteX0" fmla="*/ 0 w 12192000"/>
              <a:gd name="connsiteY0" fmla="*/ 0 h 4152900"/>
              <a:gd name="connsiteX1" fmla="*/ 12192000 w 12192000"/>
              <a:gd name="connsiteY1" fmla="*/ 0 h 4152900"/>
              <a:gd name="connsiteX2" fmla="*/ 12192000 w 12192000"/>
              <a:gd name="connsiteY2" fmla="*/ 4152900 h 4152900"/>
              <a:gd name="connsiteX3" fmla="*/ 0 w 12192000"/>
              <a:gd name="connsiteY3" fmla="*/ 4152900 h 4152900"/>
              <a:gd name="connsiteX4" fmla="*/ 0 w 12192000"/>
              <a:gd name="connsiteY4" fmla="*/ 0 h 4152900"/>
              <a:gd name="connsiteX0" fmla="*/ 0 w 12192000"/>
              <a:gd name="connsiteY0" fmla="*/ 0 h 4152900"/>
              <a:gd name="connsiteX1" fmla="*/ 12192000 w 12192000"/>
              <a:gd name="connsiteY1" fmla="*/ 4152900 h 4152900"/>
              <a:gd name="connsiteX2" fmla="*/ 0 w 12192000"/>
              <a:gd name="connsiteY2" fmla="*/ 4152900 h 4152900"/>
              <a:gd name="connsiteX3" fmla="*/ 0 w 12192000"/>
              <a:gd name="connsiteY3" fmla="*/ 0 h 415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52900">
                <a:moveTo>
                  <a:pt x="0" y="0"/>
                </a:moveTo>
                <a:lnTo>
                  <a:pt x="12192000" y="4152900"/>
                </a:lnTo>
                <a:lnTo>
                  <a:pt x="0" y="41529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611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5600700"/>
          </a:xfrm>
          <a:custGeom>
            <a:avLst/>
            <a:gdLst>
              <a:gd name="connsiteX0" fmla="*/ 0 w 12192000"/>
              <a:gd name="connsiteY0" fmla="*/ 0 h 5600700"/>
              <a:gd name="connsiteX1" fmla="*/ 12192000 w 12192000"/>
              <a:gd name="connsiteY1" fmla="*/ 0 h 5600700"/>
              <a:gd name="connsiteX2" fmla="*/ 12192000 w 12192000"/>
              <a:gd name="connsiteY2" fmla="*/ 5600700 h 560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2000" h="5600700">
                <a:moveTo>
                  <a:pt x="0" y="0"/>
                </a:moveTo>
                <a:lnTo>
                  <a:pt x="12192000" y="0"/>
                </a:lnTo>
                <a:lnTo>
                  <a:pt x="12192000" y="5600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805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720114" y="0"/>
            <a:ext cx="5471887" cy="6858000"/>
          </a:xfrm>
          <a:custGeom>
            <a:avLst/>
            <a:gdLst>
              <a:gd name="connsiteX0" fmla="*/ 1197194 w 5471887"/>
              <a:gd name="connsiteY0" fmla="*/ 0 h 6858000"/>
              <a:gd name="connsiteX1" fmla="*/ 5471887 w 5471887"/>
              <a:gd name="connsiteY1" fmla="*/ 0 h 6858000"/>
              <a:gd name="connsiteX2" fmla="*/ 5471887 w 5471887"/>
              <a:gd name="connsiteY2" fmla="*/ 6858000 h 6858000"/>
              <a:gd name="connsiteX3" fmla="*/ 1197194 w 5471887"/>
              <a:gd name="connsiteY3" fmla="*/ 6858000 h 6858000"/>
              <a:gd name="connsiteX4" fmla="*/ 0 w 5471887"/>
              <a:gd name="connsiteY4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887" h="6858000">
                <a:moveTo>
                  <a:pt x="1197194" y="0"/>
                </a:moveTo>
                <a:lnTo>
                  <a:pt x="5471887" y="0"/>
                </a:lnTo>
                <a:lnTo>
                  <a:pt x="5471887" y="6858000"/>
                </a:lnTo>
                <a:lnTo>
                  <a:pt x="1197194" y="6858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31843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000FD74-88DA-40CD-B966-F4A06D2E81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528861">
            <a:off x="1735796" y="1955545"/>
            <a:ext cx="4342626" cy="29424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782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/>
          <p:cNvSpPr>
            <a:spLocks noGrp="1"/>
          </p:cNvSpPr>
          <p:nvPr>
            <p:ph type="pic" sz="quarter" idx="16"/>
          </p:nvPr>
        </p:nvSpPr>
        <p:spPr>
          <a:xfrm>
            <a:off x="7898296" y="740196"/>
            <a:ext cx="2319130" cy="4944987"/>
          </a:xfrm>
          <a:custGeom>
            <a:avLst/>
            <a:gdLst>
              <a:gd name="connsiteX0" fmla="*/ 255020 w 2223559"/>
              <a:gd name="connsiteY0" fmla="*/ 0 h 4748744"/>
              <a:gd name="connsiteX1" fmla="*/ 502318 w 2223559"/>
              <a:gd name="connsiteY1" fmla="*/ 0 h 4748744"/>
              <a:gd name="connsiteX2" fmla="*/ 502318 w 2223559"/>
              <a:gd name="connsiteY2" fmla="*/ 34159 h 4748744"/>
              <a:gd name="connsiteX3" fmla="*/ 644819 w 2223559"/>
              <a:gd name="connsiteY3" fmla="*/ 176736 h 4748744"/>
              <a:gd name="connsiteX4" fmla="*/ 1584881 w 2223559"/>
              <a:gd name="connsiteY4" fmla="*/ 176736 h 4748744"/>
              <a:gd name="connsiteX5" fmla="*/ 1727382 w 2223559"/>
              <a:gd name="connsiteY5" fmla="*/ 34159 h 4748744"/>
              <a:gd name="connsiteX6" fmla="*/ 1727382 w 2223559"/>
              <a:gd name="connsiteY6" fmla="*/ 0 h 4748744"/>
              <a:gd name="connsiteX7" fmla="*/ 1968539 w 2223559"/>
              <a:gd name="connsiteY7" fmla="*/ 0 h 4748744"/>
              <a:gd name="connsiteX8" fmla="*/ 2223559 w 2223559"/>
              <a:gd name="connsiteY8" fmla="*/ 255157 h 4748744"/>
              <a:gd name="connsiteX9" fmla="*/ 2223559 w 2223559"/>
              <a:gd name="connsiteY9" fmla="*/ 4493588 h 4748744"/>
              <a:gd name="connsiteX10" fmla="*/ 1968539 w 2223559"/>
              <a:gd name="connsiteY10" fmla="*/ 4748744 h 4748744"/>
              <a:gd name="connsiteX11" fmla="*/ 255020 w 2223559"/>
              <a:gd name="connsiteY11" fmla="*/ 4748744 h 4748744"/>
              <a:gd name="connsiteX12" fmla="*/ 0 w 2223559"/>
              <a:gd name="connsiteY12" fmla="*/ 4493588 h 4748744"/>
              <a:gd name="connsiteX13" fmla="*/ 0 w 2223559"/>
              <a:gd name="connsiteY13" fmla="*/ 255157 h 4748744"/>
              <a:gd name="connsiteX14" fmla="*/ 255020 w 2223559"/>
              <a:gd name="connsiteY14" fmla="*/ 0 h 4748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23559" h="4748744">
                <a:moveTo>
                  <a:pt x="255020" y="0"/>
                </a:moveTo>
                <a:lnTo>
                  <a:pt x="502318" y="0"/>
                </a:lnTo>
                <a:lnTo>
                  <a:pt x="502318" y="34159"/>
                </a:lnTo>
                <a:cubicBezTo>
                  <a:pt x="502318" y="112903"/>
                  <a:pt x="566119" y="176736"/>
                  <a:pt x="644819" y="176736"/>
                </a:cubicBezTo>
                <a:lnTo>
                  <a:pt x="1584881" y="176736"/>
                </a:lnTo>
                <a:cubicBezTo>
                  <a:pt x="1663582" y="176736"/>
                  <a:pt x="1727382" y="112903"/>
                  <a:pt x="1727382" y="34159"/>
                </a:cubicBezTo>
                <a:lnTo>
                  <a:pt x="1727382" y="0"/>
                </a:lnTo>
                <a:lnTo>
                  <a:pt x="1968539" y="0"/>
                </a:lnTo>
                <a:cubicBezTo>
                  <a:pt x="2109384" y="0"/>
                  <a:pt x="2223559" y="114237"/>
                  <a:pt x="2223559" y="255157"/>
                </a:cubicBezTo>
                <a:lnTo>
                  <a:pt x="2223559" y="4493588"/>
                </a:lnTo>
                <a:cubicBezTo>
                  <a:pt x="2223559" y="4634507"/>
                  <a:pt x="2109384" y="4748744"/>
                  <a:pt x="1968539" y="4748744"/>
                </a:cubicBezTo>
                <a:lnTo>
                  <a:pt x="255020" y="4748744"/>
                </a:lnTo>
                <a:cubicBezTo>
                  <a:pt x="114176" y="4748744"/>
                  <a:pt x="0" y="4634507"/>
                  <a:pt x="0" y="4493588"/>
                </a:cubicBezTo>
                <a:lnTo>
                  <a:pt x="0" y="255157"/>
                </a:lnTo>
                <a:cubicBezTo>
                  <a:pt x="0" y="114237"/>
                  <a:pt x="114176" y="0"/>
                  <a:pt x="25502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27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124200" y="0"/>
            <a:ext cx="3619500" cy="6858000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134318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124200" y="0"/>
            <a:ext cx="3619500" cy="6858000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2211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74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65CA0-AF9A-444C-BCF4-D4857C5E16CE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17103-3A80-4CA7-BB61-E188D3604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19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91" r:id="rId3"/>
    <p:sldLayoutId id="2147483674" r:id="rId4"/>
    <p:sldLayoutId id="2147483675" r:id="rId5"/>
    <p:sldLayoutId id="2147483677" r:id="rId6"/>
    <p:sldLayoutId id="2147483680" r:id="rId7"/>
    <p:sldLayoutId id="2147483678" r:id="rId8"/>
    <p:sldLayoutId id="2147483679" r:id="rId9"/>
    <p:sldLayoutId id="2147483668" r:id="rId10"/>
    <p:sldLayoutId id="2147483689" r:id="rId11"/>
    <p:sldLayoutId id="2147483667" r:id="rId12"/>
    <p:sldLayoutId id="2147483669" r:id="rId13"/>
    <p:sldLayoutId id="2147483670" r:id="rId14"/>
    <p:sldLayoutId id="2147483663" r:id="rId15"/>
    <p:sldLayoutId id="2147483671" r:id="rId16"/>
    <p:sldLayoutId id="2147483664" r:id="rId17"/>
    <p:sldLayoutId id="2147483650" r:id="rId18"/>
    <p:sldLayoutId id="2147483651" r:id="rId19"/>
    <p:sldLayoutId id="2147483652" r:id="rId20"/>
    <p:sldLayoutId id="2147483653" r:id="rId21"/>
    <p:sldLayoutId id="2147483654" r:id="rId22"/>
    <p:sldLayoutId id="2147483655" r:id="rId23"/>
    <p:sldLayoutId id="2147483692" r:id="rId24"/>
    <p:sldLayoutId id="2147483690" r:id="rId25"/>
    <p:sldLayoutId id="2147483688" r:id="rId26"/>
    <p:sldLayoutId id="2147483661" r:id="rId27"/>
    <p:sldLayoutId id="2147483662" r:id="rId28"/>
    <p:sldLayoutId id="2147483656" r:id="rId29"/>
    <p:sldLayoutId id="2147483657" r:id="rId30"/>
    <p:sldLayoutId id="2147483658" r:id="rId31"/>
    <p:sldLayoutId id="2147483659" r:id="rId32"/>
    <p:sldLayoutId id="2147483672" r:id="rId33"/>
    <p:sldLayoutId id="2147483673" r:id="rId34"/>
    <p:sldLayoutId id="2147483681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45459" y="562265"/>
            <a:ext cx="10901082" cy="483992"/>
            <a:chOff x="1198283" y="345243"/>
            <a:chExt cx="9447291" cy="483992"/>
          </a:xfrm>
        </p:grpSpPr>
        <p:sp>
          <p:nvSpPr>
            <p:cNvPr id="5" name="Rectangle 4"/>
            <p:cNvSpPr/>
            <p:nvPr/>
          </p:nvSpPr>
          <p:spPr>
            <a:xfrm>
              <a:off x="1198283" y="345243"/>
              <a:ext cx="9447291" cy="4839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792437" y="416122"/>
              <a:ext cx="88998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id-ID" sz="1400" b="1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  <a:ea typeface="Roboto Light" panose="02000000000000000000" pitchFamily="2" charset="0"/>
                </a:rPr>
                <a:t>Contact</a:t>
              </a:r>
              <a:endParaRPr lang="en-US" sz="1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 Light" panose="02000000000000000000" pitchFamily="2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9916527" y="416122"/>
              <a:ext cx="64793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id-ID" sz="1400" b="1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  <a:ea typeface="Roboto Light" panose="02000000000000000000" pitchFamily="2" charset="0"/>
                </a:rPr>
                <a:t>Login</a:t>
              </a:r>
              <a:endParaRPr lang="en-US" sz="1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 Light" panose="02000000000000000000" pitchFamily="2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362940" y="428645"/>
              <a:ext cx="719896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id-ID" sz="1400" b="1" i="1" dirty="0" smtClean="0">
                  <a:solidFill>
                    <a:sysClr val="windowText" lastClr="000000"/>
                  </a:solidFill>
                  <a:latin typeface="Century Gothic" panose="020B0502020202020204" pitchFamily="34" charset="0"/>
                  <a:ea typeface="Roboto Light" panose="02000000000000000000" pitchFamily="2" charset="0"/>
                </a:rPr>
                <a:t>Sign Up</a:t>
              </a:r>
              <a:endParaRPr lang="en-US" sz="1400" b="1" i="1" dirty="0">
                <a:solidFill>
                  <a:sysClr val="windowText" lastClr="000000"/>
                </a:solidFill>
                <a:latin typeface="Century Gothic" panose="020B0502020202020204" pitchFamily="34" charset="0"/>
                <a:ea typeface="Roboto Light" panose="02000000000000000000" pitchFamily="2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833704" y="418407"/>
              <a:ext cx="74090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id-ID" sz="1400" b="1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  <a:ea typeface="Roboto Light" panose="02000000000000000000" pitchFamily="2" charset="0"/>
                </a:rPr>
                <a:t>Trands</a:t>
              </a:r>
              <a:endParaRPr lang="en-US" sz="1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 Light" panose="02000000000000000000" pitchFamily="2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884134" y="428645"/>
              <a:ext cx="71365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id-ID" sz="1400" b="1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  <a:ea typeface="Roboto Light" panose="02000000000000000000" pitchFamily="2" charset="0"/>
                </a:rPr>
                <a:t>About</a:t>
              </a:r>
              <a:endParaRPr lang="en-US" sz="1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 Light" panose="02000000000000000000" pitchFamily="2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631839" y="2520308"/>
            <a:ext cx="8928323" cy="1723561"/>
          </a:xfrm>
          <a:prstGeom prst="rect">
            <a:avLst/>
          </a:prstGeom>
          <a:noFill/>
          <a:ln w="28575">
            <a:noFill/>
          </a:ln>
        </p:spPr>
        <p:txBody>
          <a:bodyPr wrap="square" lIns="243852" tIns="121926" rIns="243852" bIns="121926" rtlCol="0">
            <a:spAutoFit/>
          </a:bodyPr>
          <a:lstStyle/>
          <a:p>
            <a:pPr algn="ctr"/>
            <a:r>
              <a:rPr lang="en-US" sz="9600" i="1" spc="300" dirty="0" smtClean="0">
                <a:solidFill>
                  <a:schemeClr val="bg1"/>
                </a:solidFill>
                <a:latin typeface="Oswald SemiBold" pitchFamily="2" charset="0"/>
                <a:ea typeface="Lato Medium" panose="020F0502020204030203" pitchFamily="34" charset="0"/>
                <a:cs typeface="Aharoni" panose="02010803020104030203" pitchFamily="2" charset="-79"/>
              </a:rPr>
              <a:t>FEDERATION</a:t>
            </a:r>
            <a:endParaRPr lang="en-US" sz="9600" i="1" spc="300" dirty="0">
              <a:solidFill>
                <a:schemeClr val="bg1"/>
              </a:solidFill>
              <a:latin typeface="Oswald SemiBold" pitchFamily="2" charset="0"/>
              <a:ea typeface="Lato Medium" panose="020F0502020204030203" pitchFamily="34" charset="0"/>
              <a:cs typeface="Aharoni" panose="02010803020104030203" pitchFamily="2" charset="-79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0CA463-6E1A-4322-A168-F6AA5719FC32}"/>
              </a:ext>
            </a:extLst>
          </p:cNvPr>
          <p:cNvSpPr/>
          <p:nvPr/>
        </p:nvSpPr>
        <p:spPr>
          <a:xfrm>
            <a:off x="2982953" y="4037066"/>
            <a:ext cx="6314255" cy="884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900" b="1" i="1" dirty="0" smtClean="0">
                <a:solidFill>
                  <a:schemeClr val="bg1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Company members share a common purpose and unite in order to focus their various talents and organize their collectively available skills</a:t>
            </a:r>
            <a:endParaRPr lang="en-US" sz="900" dirty="0" smtClean="0">
              <a:solidFill>
                <a:schemeClr val="bg1"/>
              </a:solidFill>
              <a:ea typeface="Adobe Fan Heiti Std B" panose="020B0700000000000000" pitchFamily="34" charset="-128"/>
            </a:endParaRPr>
          </a:p>
          <a:p>
            <a:pPr algn="ctr">
              <a:lnSpc>
                <a:spcPct val="200000"/>
              </a:lnSpc>
            </a:pPr>
            <a:endParaRPr lang="en-US" sz="900" dirty="0">
              <a:solidFill>
                <a:schemeClr val="bg1"/>
              </a:solidFill>
              <a:ea typeface="Adobe Fan Heiti Std B" panose="020B0700000000000000" pitchFamily="34" charset="-128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D1CA7C3-6889-674D-A263-C443846B5ACE}"/>
              </a:ext>
            </a:extLst>
          </p:cNvPr>
          <p:cNvGrpSpPr/>
          <p:nvPr/>
        </p:nvGrpSpPr>
        <p:grpSpPr>
          <a:xfrm>
            <a:off x="5606577" y="4792247"/>
            <a:ext cx="1067006" cy="360679"/>
            <a:chOff x="3001616" y="-735496"/>
            <a:chExt cx="1411357" cy="477079"/>
          </a:xfrm>
          <a:effectLst>
            <a:outerShdw blurRad="139700" dist="76200" dir="2700000" algn="tl" rotWithShape="0">
              <a:prstClr val="black">
                <a:alpha val="36000"/>
              </a:prstClr>
            </a:outerShdw>
          </a:effectLst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B1CB3A2-75C6-B249-A07D-E6BE97508D08}"/>
                </a:ext>
              </a:extLst>
            </p:cNvPr>
            <p:cNvSpPr/>
            <p:nvPr/>
          </p:nvSpPr>
          <p:spPr>
            <a:xfrm>
              <a:off x="3001616" y="-735496"/>
              <a:ext cx="1411357" cy="477079"/>
            </a:xfrm>
            <a:prstGeom prst="roundRect">
              <a:avLst>
                <a:gd name="adj" fmla="val 23512"/>
              </a:avLst>
            </a:prstGeom>
            <a:solidFill>
              <a:srgbClr val="FF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b="1" i="1">
                <a:latin typeface="Century Gothic" panose="020B0502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F02E63-5563-BD46-A755-8343A8D6089B}"/>
                </a:ext>
              </a:extLst>
            </p:cNvPr>
            <p:cNvSpPr txBox="1"/>
            <p:nvPr/>
          </p:nvSpPr>
          <p:spPr>
            <a:xfrm>
              <a:off x="3173943" y="-627748"/>
              <a:ext cx="1079251" cy="2442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b="1" i="1" dirty="0">
                  <a:solidFill>
                    <a:schemeClr val="bg1"/>
                  </a:solidFill>
                  <a:latin typeface="Century Gothic" panose="020B0502020202020204" pitchFamily="34" charset="0"/>
                  <a:ea typeface="Open Sans SemiBold" charset="0"/>
                  <a:cs typeface="Open Sans SemiBold" charset="0"/>
                </a:rPr>
                <a:t>Read More</a:t>
              </a: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2409641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0CA463-6E1A-4322-A168-F6AA5719FC32}"/>
              </a:ext>
            </a:extLst>
          </p:cNvPr>
          <p:cNvSpPr/>
          <p:nvPr/>
        </p:nvSpPr>
        <p:spPr>
          <a:xfrm>
            <a:off x="7058035" y="4949690"/>
            <a:ext cx="3116053" cy="883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</a:t>
            </a:r>
            <a:endParaRPr lang="en-US" sz="900" dirty="0"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3" name="Title 11"/>
          <p:cNvSpPr txBox="1">
            <a:spLocks/>
          </p:cNvSpPr>
          <p:nvPr/>
        </p:nvSpPr>
        <p:spPr>
          <a:xfrm>
            <a:off x="7031318" y="3826234"/>
            <a:ext cx="4103287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W</a:t>
            </a:r>
            <a:r>
              <a:rPr lang="id-ID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ELCOME MESSAGE COMPANY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ea typeface="Roboto" panose="02000000000000000000" pitchFamily="2" charset="0"/>
              <a:cs typeface="Prompt" panose="00000500000000000000" pitchFamily="2" charset="-34"/>
            </a:endParaRPr>
          </a:p>
        </p:txBody>
      </p:sp>
      <p:sp>
        <p:nvSpPr>
          <p:cNvPr id="4" name="Title 11"/>
          <p:cNvSpPr txBox="1">
            <a:spLocks/>
          </p:cNvSpPr>
          <p:nvPr/>
        </p:nvSpPr>
        <p:spPr>
          <a:xfrm>
            <a:off x="1082404" y="1431378"/>
            <a:ext cx="4897481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 smtClean="0">
                <a:solidFill>
                  <a:schemeClr val="bg1">
                    <a:lumMod val="8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I</a:t>
            </a:r>
            <a:r>
              <a:rPr lang="id-ID" sz="6600" b="1" dirty="0" smtClean="0">
                <a:solidFill>
                  <a:schemeClr val="bg1">
                    <a:lumMod val="8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NTRODUC-TION</a:t>
            </a:r>
            <a:endParaRPr lang="en-US" sz="6600" b="1" dirty="0">
              <a:solidFill>
                <a:schemeClr val="bg1">
                  <a:lumMod val="85000"/>
                </a:schemeClr>
              </a:solidFill>
              <a:latin typeface="Prompt" panose="00000500000000000000" pitchFamily="2" charset="-34"/>
              <a:ea typeface="Roboto" panose="02000000000000000000" pitchFamily="2" charset="0"/>
              <a:cs typeface="Prompt" panose="00000500000000000000" pitchFamily="2" charset="-34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1452243" y="313273"/>
            <a:ext cx="399468" cy="323165"/>
            <a:chOff x="11573266" y="326720"/>
            <a:chExt cx="399468" cy="323165"/>
          </a:xfrm>
        </p:grpSpPr>
        <p:sp>
          <p:nvSpPr>
            <p:cNvPr id="6" name="Rectangle 5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573266" y="326720"/>
              <a:ext cx="39946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id-ID" sz="1500" b="1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0</a:t>
              </a:r>
              <a:r>
                <a:rPr lang="en-US" sz="1500" b="1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2</a:t>
              </a:r>
              <a:endParaRPr lang="id-ID" sz="15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71972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452243" y="313273"/>
            <a:ext cx="428322" cy="323165"/>
            <a:chOff x="11573266" y="326720"/>
            <a:chExt cx="428322" cy="323165"/>
          </a:xfrm>
        </p:grpSpPr>
        <p:sp>
          <p:nvSpPr>
            <p:cNvPr id="5" name="Rectangle 4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573266" y="326720"/>
              <a:ext cx="428322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id-ID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0</a:t>
              </a:r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3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362450" y="2914650"/>
            <a:ext cx="6457950" cy="325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0CA463-6E1A-4322-A168-F6AA5719FC32}"/>
              </a:ext>
            </a:extLst>
          </p:cNvPr>
          <p:cNvSpPr/>
          <p:nvPr/>
        </p:nvSpPr>
        <p:spPr>
          <a:xfrm>
            <a:off x="5280035" y="4505190"/>
            <a:ext cx="49688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3200"/>
            </a:pPr>
            <a:r>
              <a:rPr lang="en-US" sz="900" i="1" dirty="0">
                <a:solidFill>
                  <a:schemeClr val="bg1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share a common purpose and unite in order to focus their various</a:t>
            </a:r>
            <a:r>
              <a:rPr lang="id-ID" sz="900" i="1" dirty="0">
                <a:solidFill>
                  <a:schemeClr val="bg1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.</a:t>
            </a:r>
            <a:r>
              <a:rPr lang="en-US" sz="900" i="1" dirty="0">
                <a:solidFill>
                  <a:schemeClr val="bg1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 A company is an association or collection of individuals, whether natural persons, legal persons, or a mixture of both. </a:t>
            </a:r>
            <a:endParaRPr lang="id-ID" sz="900" i="1" dirty="0">
              <a:solidFill>
                <a:schemeClr val="bg1"/>
              </a:solidFill>
              <a:latin typeface="Prompt" panose="00000500000000000000" pitchFamily="2" charset="-34"/>
              <a:ea typeface="Open Sans" panose="020B0606030504020204" pitchFamily="34" charset="0"/>
              <a:cs typeface="Prompt" panose="00000500000000000000" pitchFamily="2" charset="-34"/>
            </a:endParaRPr>
          </a:p>
        </p:txBody>
      </p:sp>
      <p:sp>
        <p:nvSpPr>
          <p:cNvPr id="9" name="Title 11"/>
          <p:cNvSpPr txBox="1">
            <a:spLocks/>
          </p:cNvSpPr>
          <p:nvPr/>
        </p:nvSpPr>
        <p:spPr>
          <a:xfrm>
            <a:off x="5253318" y="3324090"/>
            <a:ext cx="4103287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 smtClean="0">
                <a:solidFill>
                  <a:schemeClr val="bg1"/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LET'S START FLYING TO COUNTRIES</a:t>
            </a:r>
            <a:endParaRPr lang="en-US" sz="2800" b="1" dirty="0">
              <a:solidFill>
                <a:schemeClr val="bg1"/>
              </a:solidFill>
              <a:latin typeface="Prompt" panose="00000500000000000000" pitchFamily="2" charset="-34"/>
              <a:ea typeface="Roboto" panose="02000000000000000000" pitchFamily="2" charset="0"/>
              <a:cs typeface="Prompt" panose="00000500000000000000" pitchFamily="2" charset="-34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171461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9A0A59A-FCA2-4139-BC4B-70C8D593D3FC}"/>
              </a:ext>
            </a:extLst>
          </p:cNvPr>
          <p:cNvSpPr txBox="1"/>
          <p:nvPr/>
        </p:nvSpPr>
        <p:spPr>
          <a:xfrm flipH="1">
            <a:off x="1453456" y="3051263"/>
            <a:ext cx="4502843" cy="791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share a common purpose and unite in order to focus</a:t>
            </a:r>
            <a:endParaRPr lang="en-US" sz="900" dirty="0"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341067" y="1675138"/>
            <a:ext cx="4615232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THE BEST INTERNATIONAL AIRPORT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ea typeface="Roboto" panose="02000000000000000000" pitchFamily="2" charset="0"/>
              <a:cs typeface="Prompt" panose="00000500000000000000" pitchFamily="2" charset="-34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453457" y="4232363"/>
            <a:ext cx="4502842" cy="1324475"/>
            <a:chOff x="919844" y="4083240"/>
            <a:chExt cx="3584572" cy="1324475"/>
          </a:xfrm>
        </p:grpSpPr>
        <p:grpSp>
          <p:nvGrpSpPr>
            <p:cNvPr id="12" name="Group 11"/>
            <p:cNvGrpSpPr/>
            <p:nvPr/>
          </p:nvGrpSpPr>
          <p:grpSpPr>
            <a:xfrm>
              <a:off x="1026705" y="4622337"/>
              <a:ext cx="3237107" cy="90547"/>
              <a:chOff x="2801256" y="3685202"/>
              <a:chExt cx="3237107" cy="90547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2801256" y="3685202"/>
                <a:ext cx="3237107" cy="9054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801257" y="3685202"/>
                <a:ext cx="1128906" cy="9054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 flipH="1">
              <a:off x="919844" y="4801331"/>
              <a:ext cx="3584572" cy="606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Lorem ipsum dolor sit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amet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consectetur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adipiscing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elit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sed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do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eiusmod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tempor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incididunt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ut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labore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et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dolore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magna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aliqua</a:t>
              </a:r>
              <a:r>
                <a:rPr lang="vi-VN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.</a:t>
              </a:r>
              <a:endParaRPr lang="en-US" sz="900" dirty="0">
                <a:latin typeface="Prompt" panose="00000500000000000000" pitchFamily="2" charset="-34"/>
                <a:ea typeface="Lato Medium" panose="020F0502020204030203" pitchFamily="34" charset="0"/>
                <a:cs typeface="Prompt" panose="00000500000000000000" pitchFamily="2" charset="-3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9844" y="4083240"/>
              <a:ext cx="7327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rPr>
                <a:t>25%</a:t>
              </a:r>
              <a:endParaRPr lang="id-ID" sz="28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99028" y="326719"/>
            <a:ext cx="436338" cy="323165"/>
            <a:chOff x="11573266" y="326720"/>
            <a:chExt cx="436338" cy="323165"/>
          </a:xfrm>
        </p:grpSpPr>
        <p:sp>
          <p:nvSpPr>
            <p:cNvPr id="18" name="Rectangle 17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573266" y="326720"/>
              <a:ext cx="43633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id-ID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0</a:t>
              </a:r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4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9648318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6573067" cy="6858000"/>
          </a:xfrm>
          <a:custGeom>
            <a:avLst/>
            <a:gdLst>
              <a:gd name="connsiteX0" fmla="*/ 0 w 6573067"/>
              <a:gd name="connsiteY0" fmla="*/ 0 h 6858000"/>
              <a:gd name="connsiteX1" fmla="*/ 4565380 w 6573067"/>
              <a:gd name="connsiteY1" fmla="*/ 0 h 6858000"/>
              <a:gd name="connsiteX2" fmla="*/ 4717437 w 6573067"/>
              <a:gd name="connsiteY2" fmla="*/ 108130 h 6858000"/>
              <a:gd name="connsiteX3" fmla="*/ 6573067 w 6573067"/>
              <a:gd name="connsiteY3" fmla="*/ 3810000 h 6858000"/>
              <a:gd name="connsiteX4" fmla="*/ 5518169 w 6573067"/>
              <a:gd name="connsiteY4" fmla="*/ 6748511 h 6858000"/>
              <a:gd name="connsiteX5" fmla="*/ 5423328 w 6573067"/>
              <a:gd name="connsiteY5" fmla="*/ 6858000 h 6858000"/>
              <a:gd name="connsiteX6" fmla="*/ 0 w 65730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73067" h="6858000">
                <a:moveTo>
                  <a:pt x="0" y="0"/>
                </a:moveTo>
                <a:lnTo>
                  <a:pt x="4565380" y="0"/>
                </a:lnTo>
                <a:lnTo>
                  <a:pt x="4717437" y="108130"/>
                </a:lnTo>
                <a:cubicBezTo>
                  <a:pt x="5843919" y="950575"/>
                  <a:pt x="6573067" y="2295137"/>
                  <a:pt x="6573067" y="3810000"/>
                </a:cubicBezTo>
                <a:cubicBezTo>
                  <a:pt x="6573067" y="4926215"/>
                  <a:pt x="6177186" y="5949968"/>
                  <a:pt x="5518169" y="6748511"/>
                </a:cubicBezTo>
                <a:lnTo>
                  <a:pt x="542332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90000">
                <a:srgbClr val="0070C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7244657" y="1143000"/>
            <a:ext cx="4502842" cy="1329797"/>
            <a:chOff x="919844" y="4083240"/>
            <a:chExt cx="3584572" cy="1329797"/>
          </a:xfrm>
        </p:grpSpPr>
        <p:grpSp>
          <p:nvGrpSpPr>
            <p:cNvPr id="6" name="Group 5"/>
            <p:cNvGrpSpPr/>
            <p:nvPr/>
          </p:nvGrpSpPr>
          <p:grpSpPr>
            <a:xfrm>
              <a:off x="1026705" y="4622337"/>
              <a:ext cx="3237107" cy="90547"/>
              <a:chOff x="2801256" y="3685202"/>
              <a:chExt cx="3237107" cy="90547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2801256" y="3685202"/>
                <a:ext cx="3237107" cy="9054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801257" y="3685202"/>
                <a:ext cx="1128906" cy="9054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/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 flipH="1">
              <a:off x="919844" y="4801331"/>
              <a:ext cx="3584572" cy="611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Lorem ipsum dolor sit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amet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consectetur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adipiscing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elit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sed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do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eiusmod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tempor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incididunt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ut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labore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et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dolore</a:t>
              </a:r>
              <a:r>
                <a:rPr lang="en-US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magna </a:t>
              </a:r>
              <a:r>
                <a:rPr lang="en-US" sz="900" dirty="0" err="1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aliqua</a:t>
              </a:r>
              <a:r>
                <a:rPr lang="vi-VN" sz="900" dirty="0"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.</a:t>
              </a:r>
              <a:endParaRPr lang="en-US" sz="900" dirty="0">
                <a:latin typeface="Prompt" panose="00000500000000000000" pitchFamily="2" charset="-34"/>
                <a:ea typeface="Lato Medium" panose="020F0502020204030203" pitchFamily="34" charset="0"/>
                <a:cs typeface="Prompt" panose="00000500000000000000" pitchFamily="2" charset="-34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9844" y="4083240"/>
              <a:ext cx="7327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rPr>
                <a:t>25%</a:t>
              </a:r>
              <a:endParaRPr lang="id-ID" sz="28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99028" y="326719"/>
            <a:ext cx="428322" cy="323165"/>
            <a:chOff x="11573266" y="326720"/>
            <a:chExt cx="428322" cy="323165"/>
          </a:xfrm>
        </p:grpSpPr>
        <p:sp>
          <p:nvSpPr>
            <p:cNvPr id="12" name="Rectangle 11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573266" y="326720"/>
              <a:ext cx="428322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id-ID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0</a:t>
              </a:r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5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F2FE117-162B-3F4B-A561-2FA94B8A838F}"/>
              </a:ext>
            </a:extLst>
          </p:cNvPr>
          <p:cNvSpPr txBox="1"/>
          <p:nvPr/>
        </p:nvSpPr>
        <p:spPr>
          <a:xfrm>
            <a:off x="8105201" y="4665703"/>
            <a:ext cx="1104470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7200" b="1" dirty="0" smtClean="0">
                <a:latin typeface="Prompt" panose="00000500000000000000" pitchFamily="2" charset="-34"/>
                <a:ea typeface="Open Sans SemiBold" charset="0"/>
                <a:cs typeface="Prompt" panose="00000500000000000000" pitchFamily="2" charset="-34"/>
              </a:rPr>
              <a:t>24</a:t>
            </a:r>
            <a:endParaRPr lang="en-US" sz="7200" b="1" dirty="0">
              <a:latin typeface="Prompt" panose="00000500000000000000" pitchFamily="2" charset="-34"/>
              <a:ea typeface="Open Sans SemiBold" charset="0"/>
              <a:cs typeface="Prompt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9E4010-9030-3541-AB6A-8808916C25E3}"/>
              </a:ext>
            </a:extLst>
          </p:cNvPr>
          <p:cNvSpPr txBox="1"/>
          <p:nvPr/>
        </p:nvSpPr>
        <p:spPr>
          <a:xfrm>
            <a:off x="8213405" y="5773699"/>
            <a:ext cx="8880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d-ID" sz="1400" b="1" dirty="0" smtClean="0">
                <a:latin typeface="Prompt" panose="00000500000000000000" pitchFamily="2" charset="-34"/>
                <a:ea typeface="Open Sans SemiBold" charset="0"/>
                <a:cs typeface="Prompt" panose="00000500000000000000" pitchFamily="2" charset="-34"/>
              </a:rPr>
              <a:t>Desember</a:t>
            </a:r>
            <a:endParaRPr lang="en-US" sz="1400" b="1" dirty="0">
              <a:latin typeface="Prompt" panose="00000500000000000000" pitchFamily="2" charset="-34"/>
              <a:ea typeface="Open Sans SemiBold" charset="0"/>
              <a:cs typeface="Prompt" panose="00000500000000000000" pitchFamily="2" charset="-3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9086E7-ED8F-214C-B03D-3D83A4E2E481}"/>
              </a:ext>
            </a:extLst>
          </p:cNvPr>
          <p:cNvGrpSpPr/>
          <p:nvPr/>
        </p:nvGrpSpPr>
        <p:grpSpPr>
          <a:xfrm>
            <a:off x="9916293" y="5219701"/>
            <a:ext cx="1445457" cy="354665"/>
            <a:chOff x="7608896" y="645459"/>
            <a:chExt cx="1445457" cy="354665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21FB21A8-2037-3847-A003-C91757CCDB5C}"/>
                </a:ext>
              </a:extLst>
            </p:cNvPr>
            <p:cNvSpPr/>
            <p:nvPr/>
          </p:nvSpPr>
          <p:spPr>
            <a:xfrm>
              <a:off x="7608896" y="645459"/>
              <a:ext cx="1445457" cy="354665"/>
            </a:xfrm>
            <a:prstGeom prst="roundRect">
              <a:avLst>
                <a:gd name="adj" fmla="val 3044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6CBC68-7B9D-7949-9549-32E5718BCDF2}"/>
                </a:ext>
              </a:extLst>
            </p:cNvPr>
            <p:cNvSpPr txBox="1"/>
            <p:nvPr/>
          </p:nvSpPr>
          <p:spPr>
            <a:xfrm>
              <a:off x="7813854" y="715069"/>
              <a:ext cx="10467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b="1">
                  <a:solidFill>
                    <a:schemeClr val="bg1"/>
                  </a:solidFill>
                  <a:latin typeface="Prompt" panose="00000500000000000000" pitchFamily="2" charset="-34"/>
                  <a:ea typeface="Open Sans SemiBold" charset="0"/>
                  <a:cs typeface="Prompt" panose="00000500000000000000" pitchFamily="2" charset="-34"/>
                </a:rPr>
                <a:t>READ MORE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0F31F9-879B-C547-AD6B-5088DDAB37A0}"/>
              </a:ext>
            </a:extLst>
          </p:cNvPr>
          <p:cNvCxnSpPr/>
          <p:nvPr/>
        </p:nvCxnSpPr>
        <p:spPr>
          <a:xfrm>
            <a:off x="9510613" y="4883134"/>
            <a:ext cx="0" cy="998287"/>
          </a:xfrm>
          <a:prstGeom prst="line">
            <a:avLst/>
          </a:prstGeom>
          <a:ln>
            <a:solidFill>
              <a:srgbClr val="F72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1493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>
            <a:off x="5410200" y="0"/>
            <a:ext cx="6781800" cy="6858000"/>
          </a:xfrm>
          <a:custGeom>
            <a:avLst/>
            <a:gdLst>
              <a:gd name="connsiteX0" fmla="*/ 0 w 5562600"/>
              <a:gd name="connsiteY0" fmla="*/ 0 h 6858000"/>
              <a:gd name="connsiteX1" fmla="*/ 5562600 w 5562600"/>
              <a:gd name="connsiteY1" fmla="*/ 0 h 6858000"/>
              <a:gd name="connsiteX2" fmla="*/ 5562600 w 5562600"/>
              <a:gd name="connsiteY2" fmla="*/ 6858000 h 6858000"/>
              <a:gd name="connsiteX3" fmla="*/ 0 w 5562600"/>
              <a:gd name="connsiteY3" fmla="*/ 6858000 h 6858000"/>
              <a:gd name="connsiteX4" fmla="*/ 0 w 5562600"/>
              <a:gd name="connsiteY4" fmla="*/ 0 h 6858000"/>
              <a:gd name="connsiteX0" fmla="*/ 4248150 w 5562600"/>
              <a:gd name="connsiteY0" fmla="*/ 0 h 6858000"/>
              <a:gd name="connsiteX1" fmla="*/ 5562600 w 5562600"/>
              <a:gd name="connsiteY1" fmla="*/ 0 h 6858000"/>
              <a:gd name="connsiteX2" fmla="*/ 5562600 w 5562600"/>
              <a:gd name="connsiteY2" fmla="*/ 6858000 h 6858000"/>
              <a:gd name="connsiteX3" fmla="*/ 0 w 5562600"/>
              <a:gd name="connsiteY3" fmla="*/ 6858000 h 6858000"/>
              <a:gd name="connsiteX4" fmla="*/ 4248150 w 55626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2600" h="6858000">
                <a:moveTo>
                  <a:pt x="4248150" y="0"/>
                </a:moveTo>
                <a:lnTo>
                  <a:pt x="5562600" y="0"/>
                </a:lnTo>
                <a:lnTo>
                  <a:pt x="5562600" y="6858000"/>
                </a:lnTo>
                <a:lnTo>
                  <a:pt x="0" y="6858000"/>
                </a:lnTo>
                <a:lnTo>
                  <a:pt x="4248150" y="0"/>
                </a:lnTo>
                <a:close/>
              </a:path>
            </a:pathLst>
          </a:cu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90000">
                <a:srgbClr val="0070C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6223000" y="3629278"/>
            <a:ext cx="5969000" cy="2152481"/>
          </a:xfrm>
          <a:custGeom>
            <a:avLst/>
            <a:gdLst>
              <a:gd name="connsiteX0" fmla="*/ 1587400 w 5969000"/>
              <a:gd name="connsiteY0" fmla="*/ 0 h 2152481"/>
              <a:gd name="connsiteX1" fmla="*/ 5969000 w 5969000"/>
              <a:gd name="connsiteY1" fmla="*/ 0 h 2152481"/>
              <a:gd name="connsiteX2" fmla="*/ 5969000 w 5969000"/>
              <a:gd name="connsiteY2" fmla="*/ 2152481 h 2152481"/>
              <a:gd name="connsiteX3" fmla="*/ 0 w 5969000"/>
              <a:gd name="connsiteY3" fmla="*/ 2152481 h 2152481"/>
              <a:gd name="connsiteX4" fmla="*/ 0 w 5969000"/>
              <a:gd name="connsiteY4" fmla="*/ 2101924 h 2152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9000" h="2152481">
                <a:moveTo>
                  <a:pt x="1587400" y="0"/>
                </a:moveTo>
                <a:lnTo>
                  <a:pt x="5969000" y="0"/>
                </a:lnTo>
                <a:lnTo>
                  <a:pt x="5969000" y="2152481"/>
                </a:lnTo>
                <a:lnTo>
                  <a:pt x="0" y="2152481"/>
                </a:lnTo>
                <a:lnTo>
                  <a:pt x="0" y="210192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swald SemiBold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99028" y="326719"/>
            <a:ext cx="399468" cy="323165"/>
            <a:chOff x="11573266" y="326720"/>
            <a:chExt cx="399468" cy="323165"/>
          </a:xfrm>
        </p:grpSpPr>
        <p:sp>
          <p:nvSpPr>
            <p:cNvPr id="10" name="Rectangle 9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73266" y="326720"/>
              <a:ext cx="39946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id-ID" sz="1500" b="1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0</a:t>
              </a:r>
              <a:r>
                <a:rPr lang="en-US" sz="1500" b="1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6</a:t>
              </a:r>
              <a:endParaRPr lang="id-ID" sz="15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089643" y="4074570"/>
            <a:ext cx="5523271" cy="1261896"/>
          </a:xfrm>
          <a:prstGeom prst="rect">
            <a:avLst/>
          </a:prstGeom>
          <a:noFill/>
          <a:ln w="28575">
            <a:noFill/>
          </a:ln>
        </p:spPr>
        <p:txBody>
          <a:bodyPr wrap="square" lIns="243852" tIns="121926" rIns="243852" bIns="121926" rtlCol="0">
            <a:spAutoFit/>
          </a:bodyPr>
          <a:lstStyle/>
          <a:p>
            <a:r>
              <a:rPr lang="en-US" sz="6600" i="1" dirty="0" smtClean="0">
                <a:solidFill>
                  <a:schemeClr val="bg1"/>
                </a:solidFill>
                <a:latin typeface="Oswald SemiBold" pitchFamily="2" charset="0"/>
                <a:ea typeface="Lato Medium" panose="020F0502020204030203" pitchFamily="34" charset="0"/>
                <a:cs typeface="Aharoni" panose="02010803020104030203" pitchFamily="2" charset="-79"/>
              </a:rPr>
              <a:t>BATAVIA AIR</a:t>
            </a:r>
            <a:endParaRPr lang="en-US" sz="6600" i="1" dirty="0">
              <a:solidFill>
                <a:schemeClr val="bg1"/>
              </a:solidFill>
              <a:latin typeface="Oswald SemiBold" pitchFamily="2" charset="0"/>
              <a:ea typeface="Lato Medium" panose="020F0502020204030203" pitchFamily="34" charset="0"/>
              <a:cs typeface="Aharoni" panose="02010803020104030203" pitchFamily="2" charset="-79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698183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/>
          <p:cNvSpPr/>
          <p:nvPr/>
        </p:nvSpPr>
        <p:spPr>
          <a:xfrm>
            <a:off x="3855494" y="4642883"/>
            <a:ext cx="924687" cy="696431"/>
          </a:xfrm>
          <a:custGeom>
            <a:avLst/>
            <a:gdLst/>
            <a:ahLst/>
            <a:cxnLst/>
            <a:rect l="l" t="t" r="r" b="b"/>
            <a:pathLst>
              <a:path w="419470" h="315925">
                <a:moveTo>
                  <a:pt x="281134" y="252832"/>
                </a:moveTo>
                <a:lnTo>
                  <a:pt x="387662" y="252832"/>
                </a:lnTo>
                <a:lnTo>
                  <a:pt x="376689" y="315925"/>
                </a:lnTo>
                <a:lnTo>
                  <a:pt x="270162" y="315925"/>
                </a:lnTo>
                <a:close/>
                <a:moveTo>
                  <a:pt x="110904" y="63551"/>
                </a:moveTo>
                <a:cubicBezTo>
                  <a:pt x="100236" y="63551"/>
                  <a:pt x="93987" y="68885"/>
                  <a:pt x="92159" y="79553"/>
                </a:cubicBezTo>
                <a:lnTo>
                  <a:pt x="64269" y="237287"/>
                </a:lnTo>
                <a:cubicBezTo>
                  <a:pt x="62441" y="247650"/>
                  <a:pt x="66860" y="252832"/>
                  <a:pt x="77528" y="252832"/>
                </a:cubicBezTo>
                <a:lnTo>
                  <a:pt x="109075" y="252832"/>
                </a:lnTo>
                <a:cubicBezTo>
                  <a:pt x="119743" y="252832"/>
                  <a:pt x="125991" y="247650"/>
                  <a:pt x="127820" y="237287"/>
                </a:cubicBezTo>
                <a:lnTo>
                  <a:pt x="155709" y="79553"/>
                </a:lnTo>
                <a:cubicBezTo>
                  <a:pt x="157538" y="68885"/>
                  <a:pt x="153118" y="63551"/>
                  <a:pt x="142451" y="63551"/>
                </a:cubicBezTo>
                <a:close/>
                <a:moveTo>
                  <a:pt x="121877" y="457"/>
                </a:moveTo>
                <a:lnTo>
                  <a:pt x="153423" y="457"/>
                </a:lnTo>
                <a:cubicBezTo>
                  <a:pt x="164396" y="457"/>
                  <a:pt x="174226" y="2515"/>
                  <a:pt x="182913" y="6629"/>
                </a:cubicBezTo>
                <a:cubicBezTo>
                  <a:pt x="191600" y="10744"/>
                  <a:pt x="198915" y="16383"/>
                  <a:pt x="204858" y="23546"/>
                </a:cubicBezTo>
                <a:cubicBezTo>
                  <a:pt x="210802" y="30709"/>
                  <a:pt x="214993" y="39091"/>
                  <a:pt x="217431" y="48692"/>
                </a:cubicBezTo>
                <a:cubicBezTo>
                  <a:pt x="219870" y="58293"/>
                  <a:pt x="220175" y="68580"/>
                  <a:pt x="218346" y="79553"/>
                </a:cubicBezTo>
                <a:lnTo>
                  <a:pt x="190456" y="237287"/>
                </a:lnTo>
                <a:cubicBezTo>
                  <a:pt x="188628" y="248260"/>
                  <a:pt x="184818" y="258470"/>
                  <a:pt x="179027" y="267919"/>
                </a:cubicBezTo>
                <a:cubicBezTo>
                  <a:pt x="173235" y="277368"/>
                  <a:pt x="166149" y="285674"/>
                  <a:pt x="157767" y="292837"/>
                </a:cubicBezTo>
                <a:cubicBezTo>
                  <a:pt x="149385" y="299999"/>
                  <a:pt x="140088" y="305638"/>
                  <a:pt x="129877" y="309753"/>
                </a:cubicBezTo>
                <a:cubicBezTo>
                  <a:pt x="119667" y="313868"/>
                  <a:pt x="109075" y="315925"/>
                  <a:pt x="98102" y="315925"/>
                </a:cubicBezTo>
                <a:lnTo>
                  <a:pt x="66555" y="315925"/>
                </a:lnTo>
                <a:cubicBezTo>
                  <a:pt x="55583" y="315925"/>
                  <a:pt x="45677" y="313868"/>
                  <a:pt x="36837" y="309753"/>
                </a:cubicBezTo>
                <a:cubicBezTo>
                  <a:pt x="27998" y="305638"/>
                  <a:pt x="20607" y="299999"/>
                  <a:pt x="14663" y="292837"/>
                </a:cubicBezTo>
                <a:cubicBezTo>
                  <a:pt x="8719" y="285674"/>
                  <a:pt x="4529" y="277368"/>
                  <a:pt x="2090" y="267919"/>
                </a:cubicBezTo>
                <a:cubicBezTo>
                  <a:pt x="-348" y="258470"/>
                  <a:pt x="-653" y="248260"/>
                  <a:pt x="1176" y="237287"/>
                </a:cubicBezTo>
                <a:lnTo>
                  <a:pt x="29065" y="79553"/>
                </a:lnTo>
                <a:cubicBezTo>
                  <a:pt x="30894" y="68580"/>
                  <a:pt x="34704" y="58293"/>
                  <a:pt x="40495" y="48692"/>
                </a:cubicBezTo>
                <a:cubicBezTo>
                  <a:pt x="46286" y="39091"/>
                  <a:pt x="53373" y="30709"/>
                  <a:pt x="61755" y="23546"/>
                </a:cubicBezTo>
                <a:cubicBezTo>
                  <a:pt x="70137" y="16383"/>
                  <a:pt x="79509" y="10744"/>
                  <a:pt x="89872" y="6629"/>
                </a:cubicBezTo>
                <a:cubicBezTo>
                  <a:pt x="100236" y="2515"/>
                  <a:pt x="110904" y="457"/>
                  <a:pt x="121877" y="457"/>
                </a:cubicBezTo>
                <a:close/>
                <a:moveTo>
                  <a:pt x="333255" y="0"/>
                </a:moveTo>
                <a:lnTo>
                  <a:pt x="353372" y="0"/>
                </a:lnTo>
                <a:cubicBezTo>
                  <a:pt x="364345" y="0"/>
                  <a:pt x="374251" y="2057"/>
                  <a:pt x="383090" y="6172"/>
                </a:cubicBezTo>
                <a:cubicBezTo>
                  <a:pt x="391929" y="10287"/>
                  <a:pt x="399245" y="15926"/>
                  <a:pt x="405036" y="23089"/>
                </a:cubicBezTo>
                <a:cubicBezTo>
                  <a:pt x="410827" y="30251"/>
                  <a:pt x="414942" y="38633"/>
                  <a:pt x="417380" y="48235"/>
                </a:cubicBezTo>
                <a:cubicBezTo>
                  <a:pt x="419819" y="57836"/>
                  <a:pt x="420123" y="68123"/>
                  <a:pt x="418295" y="79096"/>
                </a:cubicBezTo>
                <a:lnTo>
                  <a:pt x="409608" y="126644"/>
                </a:lnTo>
                <a:cubicBezTo>
                  <a:pt x="407779" y="137617"/>
                  <a:pt x="403969" y="147828"/>
                  <a:pt x="398178" y="157277"/>
                </a:cubicBezTo>
                <a:cubicBezTo>
                  <a:pt x="392387" y="166726"/>
                  <a:pt x="385300" y="175031"/>
                  <a:pt x="376918" y="182194"/>
                </a:cubicBezTo>
                <a:cubicBezTo>
                  <a:pt x="368536" y="189357"/>
                  <a:pt x="359239" y="194996"/>
                  <a:pt x="349029" y="199111"/>
                </a:cubicBezTo>
                <a:cubicBezTo>
                  <a:pt x="338818" y="203225"/>
                  <a:pt x="328226" y="205283"/>
                  <a:pt x="317253" y="205283"/>
                </a:cubicBezTo>
                <a:lnTo>
                  <a:pt x="297137" y="205283"/>
                </a:lnTo>
                <a:cubicBezTo>
                  <a:pt x="286469" y="205283"/>
                  <a:pt x="280220" y="210617"/>
                  <a:pt x="278391" y="221285"/>
                </a:cubicBezTo>
                <a:lnTo>
                  <a:pt x="261932" y="315925"/>
                </a:lnTo>
                <a:lnTo>
                  <a:pt x="198839" y="315925"/>
                </a:lnTo>
                <a:lnTo>
                  <a:pt x="215298" y="221285"/>
                </a:lnTo>
                <a:cubicBezTo>
                  <a:pt x="217127" y="210312"/>
                  <a:pt x="221013" y="200025"/>
                  <a:pt x="226956" y="190424"/>
                </a:cubicBezTo>
                <a:cubicBezTo>
                  <a:pt x="232900" y="180823"/>
                  <a:pt x="240063" y="172441"/>
                  <a:pt x="248445" y="165278"/>
                </a:cubicBezTo>
                <a:cubicBezTo>
                  <a:pt x="256827" y="158115"/>
                  <a:pt x="266199" y="152476"/>
                  <a:pt x="276563" y="148361"/>
                </a:cubicBezTo>
                <a:cubicBezTo>
                  <a:pt x="286926" y="144247"/>
                  <a:pt x="297594" y="142189"/>
                  <a:pt x="308566" y="142189"/>
                </a:cubicBezTo>
                <a:lnTo>
                  <a:pt x="328683" y="142189"/>
                </a:lnTo>
                <a:cubicBezTo>
                  <a:pt x="339047" y="142189"/>
                  <a:pt x="345143" y="136977"/>
                  <a:pt x="346971" y="126551"/>
                </a:cubicBezTo>
                <a:lnTo>
                  <a:pt x="355658" y="78731"/>
                </a:lnTo>
                <a:cubicBezTo>
                  <a:pt x="357487" y="68306"/>
                  <a:pt x="353067" y="63094"/>
                  <a:pt x="342399" y="63094"/>
                </a:cubicBezTo>
                <a:lnTo>
                  <a:pt x="322282" y="63094"/>
                </a:lnTo>
                <a:cubicBezTo>
                  <a:pt x="317406" y="63094"/>
                  <a:pt x="313672" y="64098"/>
                  <a:pt x="311081" y="66108"/>
                </a:cubicBezTo>
                <a:cubicBezTo>
                  <a:pt x="308490" y="68118"/>
                  <a:pt x="306509" y="70669"/>
                  <a:pt x="305138" y="73763"/>
                </a:cubicBezTo>
                <a:cubicBezTo>
                  <a:pt x="303766" y="76856"/>
                  <a:pt x="302852" y="80335"/>
                  <a:pt x="302394" y="84200"/>
                </a:cubicBezTo>
                <a:cubicBezTo>
                  <a:pt x="301937" y="88065"/>
                  <a:pt x="301404" y="91697"/>
                  <a:pt x="300794" y="95098"/>
                </a:cubicBezTo>
                <a:lnTo>
                  <a:pt x="237701" y="95098"/>
                </a:lnTo>
                <a:lnTo>
                  <a:pt x="240444" y="79096"/>
                </a:lnTo>
                <a:cubicBezTo>
                  <a:pt x="242272" y="68123"/>
                  <a:pt x="246159" y="57836"/>
                  <a:pt x="252102" y="48235"/>
                </a:cubicBezTo>
                <a:cubicBezTo>
                  <a:pt x="258046" y="38633"/>
                  <a:pt x="265209" y="30251"/>
                  <a:pt x="273591" y="23089"/>
                </a:cubicBezTo>
                <a:cubicBezTo>
                  <a:pt x="281973" y="15926"/>
                  <a:pt x="291269" y="10287"/>
                  <a:pt x="301480" y="6172"/>
                </a:cubicBezTo>
                <a:cubicBezTo>
                  <a:pt x="311691" y="2057"/>
                  <a:pt x="322282" y="0"/>
                  <a:pt x="333255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swald SemiBold" pitchFamily="2" charset="0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3855494" y="1671588"/>
            <a:ext cx="785026" cy="695424"/>
          </a:xfrm>
          <a:custGeom>
            <a:avLst/>
            <a:gdLst/>
            <a:ahLst/>
            <a:cxnLst/>
            <a:rect l="l" t="t" r="r" b="b"/>
            <a:pathLst>
              <a:path w="356115" h="315468">
                <a:moveTo>
                  <a:pt x="280677" y="70866"/>
                </a:moveTo>
                <a:lnTo>
                  <a:pt x="343771" y="70866"/>
                </a:lnTo>
                <a:lnTo>
                  <a:pt x="300794" y="315468"/>
                </a:lnTo>
                <a:lnTo>
                  <a:pt x="237700" y="315468"/>
                </a:lnTo>
                <a:close/>
                <a:moveTo>
                  <a:pt x="110904" y="63094"/>
                </a:moveTo>
                <a:cubicBezTo>
                  <a:pt x="100236" y="63094"/>
                  <a:pt x="93987" y="68428"/>
                  <a:pt x="92159" y="79096"/>
                </a:cubicBezTo>
                <a:lnTo>
                  <a:pt x="64269" y="236830"/>
                </a:lnTo>
                <a:cubicBezTo>
                  <a:pt x="62441" y="247193"/>
                  <a:pt x="66860" y="252374"/>
                  <a:pt x="77528" y="252374"/>
                </a:cubicBezTo>
                <a:lnTo>
                  <a:pt x="109075" y="252374"/>
                </a:lnTo>
                <a:cubicBezTo>
                  <a:pt x="119743" y="252374"/>
                  <a:pt x="125991" y="247193"/>
                  <a:pt x="127820" y="236830"/>
                </a:cubicBezTo>
                <a:lnTo>
                  <a:pt x="155709" y="79096"/>
                </a:lnTo>
                <a:cubicBezTo>
                  <a:pt x="157538" y="68428"/>
                  <a:pt x="153118" y="63094"/>
                  <a:pt x="142451" y="63094"/>
                </a:cubicBezTo>
                <a:close/>
                <a:moveTo>
                  <a:pt x="252331" y="0"/>
                </a:moveTo>
                <a:lnTo>
                  <a:pt x="356115" y="0"/>
                </a:lnTo>
                <a:lnTo>
                  <a:pt x="345143" y="63094"/>
                </a:lnTo>
                <a:lnTo>
                  <a:pt x="241358" y="63094"/>
                </a:lnTo>
                <a:close/>
                <a:moveTo>
                  <a:pt x="121877" y="0"/>
                </a:moveTo>
                <a:lnTo>
                  <a:pt x="153423" y="0"/>
                </a:lnTo>
                <a:cubicBezTo>
                  <a:pt x="164396" y="0"/>
                  <a:pt x="174226" y="2057"/>
                  <a:pt x="182913" y="6172"/>
                </a:cubicBezTo>
                <a:cubicBezTo>
                  <a:pt x="191599" y="10287"/>
                  <a:pt x="198915" y="15926"/>
                  <a:pt x="204858" y="23089"/>
                </a:cubicBezTo>
                <a:cubicBezTo>
                  <a:pt x="210802" y="30251"/>
                  <a:pt x="214993" y="38633"/>
                  <a:pt x="217431" y="48235"/>
                </a:cubicBezTo>
                <a:cubicBezTo>
                  <a:pt x="219870" y="57836"/>
                  <a:pt x="220174" y="68123"/>
                  <a:pt x="218346" y="79096"/>
                </a:cubicBezTo>
                <a:lnTo>
                  <a:pt x="190456" y="236830"/>
                </a:lnTo>
                <a:cubicBezTo>
                  <a:pt x="188628" y="247802"/>
                  <a:pt x="184818" y="258013"/>
                  <a:pt x="179027" y="267462"/>
                </a:cubicBezTo>
                <a:cubicBezTo>
                  <a:pt x="173235" y="276911"/>
                  <a:pt x="166149" y="285217"/>
                  <a:pt x="157767" y="292379"/>
                </a:cubicBezTo>
                <a:cubicBezTo>
                  <a:pt x="149385" y="299542"/>
                  <a:pt x="140088" y="305181"/>
                  <a:pt x="129877" y="309296"/>
                </a:cubicBezTo>
                <a:cubicBezTo>
                  <a:pt x="119667" y="313411"/>
                  <a:pt x="109075" y="315468"/>
                  <a:pt x="98102" y="315468"/>
                </a:cubicBezTo>
                <a:lnTo>
                  <a:pt x="66555" y="315468"/>
                </a:lnTo>
                <a:cubicBezTo>
                  <a:pt x="55583" y="315468"/>
                  <a:pt x="45677" y="313411"/>
                  <a:pt x="36837" y="309296"/>
                </a:cubicBezTo>
                <a:cubicBezTo>
                  <a:pt x="27998" y="305181"/>
                  <a:pt x="20607" y="299542"/>
                  <a:pt x="14663" y="292379"/>
                </a:cubicBezTo>
                <a:cubicBezTo>
                  <a:pt x="8720" y="285217"/>
                  <a:pt x="4529" y="276911"/>
                  <a:pt x="2090" y="267462"/>
                </a:cubicBezTo>
                <a:cubicBezTo>
                  <a:pt x="-348" y="258013"/>
                  <a:pt x="-653" y="247802"/>
                  <a:pt x="1176" y="236830"/>
                </a:cubicBezTo>
                <a:lnTo>
                  <a:pt x="29065" y="79096"/>
                </a:lnTo>
                <a:cubicBezTo>
                  <a:pt x="30894" y="68123"/>
                  <a:pt x="34704" y="57836"/>
                  <a:pt x="40495" y="48235"/>
                </a:cubicBezTo>
                <a:cubicBezTo>
                  <a:pt x="46286" y="38633"/>
                  <a:pt x="53373" y="30251"/>
                  <a:pt x="61755" y="23089"/>
                </a:cubicBezTo>
                <a:cubicBezTo>
                  <a:pt x="70137" y="15926"/>
                  <a:pt x="79509" y="10287"/>
                  <a:pt x="89872" y="6172"/>
                </a:cubicBezTo>
                <a:cubicBezTo>
                  <a:pt x="100236" y="2057"/>
                  <a:pt x="110904" y="0"/>
                  <a:pt x="121877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swald SemiBold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99028" y="326719"/>
            <a:ext cx="420308" cy="323165"/>
            <a:chOff x="11573266" y="326720"/>
            <a:chExt cx="420308" cy="323165"/>
          </a:xfrm>
        </p:grpSpPr>
        <p:sp>
          <p:nvSpPr>
            <p:cNvPr id="9" name="Rectangle 8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573266" y="326720"/>
              <a:ext cx="42030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id-ID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0</a:t>
              </a:r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7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 flipH="1">
            <a:off x="723896" y="1465302"/>
            <a:ext cx="2575307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adipiscing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elit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sed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do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eiusmod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tempor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incididunt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ut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labore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et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dolore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magna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aliqua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.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Ut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enim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ad minim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veniam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</a:p>
        </p:txBody>
      </p:sp>
      <p:sp>
        <p:nvSpPr>
          <p:cNvPr id="14" name="TextBox 13"/>
          <p:cNvSpPr txBox="1"/>
          <p:nvPr/>
        </p:nvSpPr>
        <p:spPr>
          <a:xfrm flipH="1">
            <a:off x="723896" y="4437101"/>
            <a:ext cx="2575307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adipiscing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elit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sed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do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eiusmod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tempor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incididunt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ut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labore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et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dolore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magna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aliqua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.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Ut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enim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ad minim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veniam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995959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39121" y="737056"/>
            <a:ext cx="159017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i="1" dirty="0" smtClean="0">
                <a:latin typeface="Prompt" panose="00000500000000000000" pitchFamily="2" charset="-34"/>
                <a:cs typeface="Prompt" panose="00000500000000000000" pitchFamily="2" charset="-34"/>
              </a:rPr>
              <a:t>Business </a:t>
            </a:r>
            <a:r>
              <a:rPr lang="id-ID" sz="1400" i="1" dirty="0" smtClean="0">
                <a:latin typeface="Prompt" panose="00000500000000000000" pitchFamily="2" charset="-34"/>
                <a:cs typeface="Prompt" panose="00000500000000000000" pitchFamily="2" charset="-34"/>
              </a:rPr>
              <a:t>Strategy</a:t>
            </a:r>
            <a:endParaRPr lang="en-GB" sz="1400" i="1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TextBox 142"/>
          <p:cNvSpPr txBox="1"/>
          <p:nvPr/>
        </p:nvSpPr>
        <p:spPr>
          <a:xfrm flipH="1">
            <a:off x="2939121" y="998633"/>
            <a:ext cx="237087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900" i="1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Lorem ipsum dolor sit </a:t>
            </a:r>
            <a:r>
              <a:rPr lang="en-US" sz="900" i="1" dirty="0" err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amet</a:t>
            </a:r>
            <a:r>
              <a:rPr lang="en-US" sz="900" i="1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i="1" dirty="0" err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consectetur</a:t>
            </a:r>
            <a:r>
              <a:rPr lang="en-US" sz="900" i="1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i="1" dirty="0" err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adipiscingo</a:t>
            </a:r>
            <a:r>
              <a:rPr lang="en-US" sz="900" i="1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 Lorem ipsum dolor sit </a:t>
            </a:r>
            <a:r>
              <a:rPr lang="en-US" sz="900" i="1" dirty="0" err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amet</a:t>
            </a:r>
            <a:r>
              <a:rPr lang="en-US" sz="900" i="1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, </a:t>
            </a:r>
          </a:p>
        </p:txBody>
      </p:sp>
      <p:sp>
        <p:nvSpPr>
          <p:cNvPr id="9" name="Shape 5275"/>
          <p:cNvSpPr/>
          <p:nvPr/>
        </p:nvSpPr>
        <p:spPr>
          <a:xfrm>
            <a:off x="2297809" y="836191"/>
            <a:ext cx="371294" cy="3479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029"/>
                </a:moveTo>
                <a:cubicBezTo>
                  <a:pt x="21600" y="20815"/>
                  <a:pt x="21234" y="21600"/>
                  <a:pt x="20502" y="21600"/>
                </a:cubicBezTo>
                <a:cubicBezTo>
                  <a:pt x="1098" y="21600"/>
                  <a:pt x="1098" y="21600"/>
                  <a:pt x="1098" y="21600"/>
                </a:cubicBezTo>
                <a:cubicBezTo>
                  <a:pt x="366" y="21600"/>
                  <a:pt x="0" y="20815"/>
                  <a:pt x="0" y="20029"/>
                </a:cubicBezTo>
                <a:cubicBezTo>
                  <a:pt x="0" y="15709"/>
                  <a:pt x="0" y="15709"/>
                  <a:pt x="0" y="15709"/>
                </a:cubicBezTo>
                <a:cubicBezTo>
                  <a:pt x="0" y="14924"/>
                  <a:pt x="366" y="14531"/>
                  <a:pt x="1098" y="14531"/>
                </a:cubicBezTo>
                <a:cubicBezTo>
                  <a:pt x="7322" y="14531"/>
                  <a:pt x="7322" y="14531"/>
                  <a:pt x="7322" y="14531"/>
                </a:cubicBezTo>
                <a:cubicBezTo>
                  <a:pt x="9153" y="16102"/>
                  <a:pt x="9153" y="16102"/>
                  <a:pt x="9153" y="16102"/>
                </a:cubicBezTo>
                <a:cubicBezTo>
                  <a:pt x="9519" y="16887"/>
                  <a:pt x="10251" y="16887"/>
                  <a:pt x="10617" y="16887"/>
                </a:cubicBezTo>
                <a:cubicBezTo>
                  <a:pt x="11349" y="16887"/>
                  <a:pt x="12081" y="16887"/>
                  <a:pt x="12447" y="16102"/>
                </a:cubicBezTo>
                <a:cubicBezTo>
                  <a:pt x="14278" y="14531"/>
                  <a:pt x="14278" y="14531"/>
                  <a:pt x="14278" y="14531"/>
                </a:cubicBezTo>
                <a:cubicBezTo>
                  <a:pt x="20502" y="14531"/>
                  <a:pt x="20502" y="14531"/>
                  <a:pt x="20502" y="14531"/>
                </a:cubicBezTo>
                <a:cubicBezTo>
                  <a:pt x="21234" y="14531"/>
                  <a:pt x="21600" y="14924"/>
                  <a:pt x="21600" y="15709"/>
                </a:cubicBezTo>
                <a:lnTo>
                  <a:pt x="21600" y="20029"/>
                </a:lnTo>
                <a:close/>
                <a:moveTo>
                  <a:pt x="17207" y="8640"/>
                </a:moveTo>
                <a:cubicBezTo>
                  <a:pt x="11349" y="14924"/>
                  <a:pt x="11349" y="14924"/>
                  <a:pt x="11349" y="14924"/>
                </a:cubicBezTo>
                <a:cubicBezTo>
                  <a:pt x="11349" y="15316"/>
                  <a:pt x="10983" y="15316"/>
                  <a:pt x="10617" y="15316"/>
                </a:cubicBezTo>
                <a:cubicBezTo>
                  <a:pt x="10617" y="15316"/>
                  <a:pt x="10251" y="15316"/>
                  <a:pt x="10251" y="14924"/>
                </a:cubicBezTo>
                <a:cubicBezTo>
                  <a:pt x="4393" y="8640"/>
                  <a:pt x="4393" y="8640"/>
                  <a:pt x="4393" y="8640"/>
                </a:cubicBezTo>
                <a:cubicBezTo>
                  <a:pt x="4027" y="8247"/>
                  <a:pt x="4027" y="7855"/>
                  <a:pt x="4027" y="7855"/>
                </a:cubicBezTo>
                <a:cubicBezTo>
                  <a:pt x="4393" y="7462"/>
                  <a:pt x="4759" y="7069"/>
                  <a:pt x="4759" y="7069"/>
                </a:cubicBezTo>
                <a:cubicBezTo>
                  <a:pt x="8420" y="7069"/>
                  <a:pt x="8420" y="7069"/>
                  <a:pt x="8420" y="7069"/>
                </a:cubicBezTo>
                <a:cubicBezTo>
                  <a:pt x="8420" y="785"/>
                  <a:pt x="8420" y="785"/>
                  <a:pt x="8420" y="785"/>
                </a:cubicBezTo>
                <a:cubicBezTo>
                  <a:pt x="8420" y="393"/>
                  <a:pt x="8786" y="0"/>
                  <a:pt x="9153" y="0"/>
                </a:cubicBezTo>
                <a:cubicBezTo>
                  <a:pt x="12447" y="0"/>
                  <a:pt x="12447" y="0"/>
                  <a:pt x="12447" y="0"/>
                </a:cubicBezTo>
                <a:cubicBezTo>
                  <a:pt x="12814" y="0"/>
                  <a:pt x="13180" y="393"/>
                  <a:pt x="13180" y="785"/>
                </a:cubicBezTo>
                <a:cubicBezTo>
                  <a:pt x="13180" y="7069"/>
                  <a:pt x="13180" y="7069"/>
                  <a:pt x="13180" y="7069"/>
                </a:cubicBezTo>
                <a:cubicBezTo>
                  <a:pt x="16475" y="7069"/>
                  <a:pt x="16475" y="7069"/>
                  <a:pt x="16475" y="7069"/>
                </a:cubicBezTo>
                <a:cubicBezTo>
                  <a:pt x="16841" y="7069"/>
                  <a:pt x="17207" y="7462"/>
                  <a:pt x="17573" y="7855"/>
                </a:cubicBezTo>
                <a:cubicBezTo>
                  <a:pt x="17573" y="7855"/>
                  <a:pt x="17573" y="8247"/>
                  <a:pt x="17207" y="8640"/>
                </a:cubicBezTo>
                <a:close/>
                <a:moveTo>
                  <a:pt x="15742" y="18065"/>
                </a:moveTo>
                <a:cubicBezTo>
                  <a:pt x="15376" y="18065"/>
                  <a:pt x="15010" y="18458"/>
                  <a:pt x="15010" y="18851"/>
                </a:cubicBezTo>
                <a:cubicBezTo>
                  <a:pt x="15010" y="19244"/>
                  <a:pt x="15376" y="19636"/>
                  <a:pt x="15742" y="19636"/>
                </a:cubicBezTo>
                <a:cubicBezTo>
                  <a:pt x="16108" y="19636"/>
                  <a:pt x="16475" y="19244"/>
                  <a:pt x="16475" y="18851"/>
                </a:cubicBezTo>
                <a:cubicBezTo>
                  <a:pt x="16475" y="18458"/>
                  <a:pt x="16108" y="18065"/>
                  <a:pt x="15742" y="18065"/>
                </a:cubicBezTo>
                <a:close/>
                <a:moveTo>
                  <a:pt x="19037" y="18065"/>
                </a:moveTo>
                <a:cubicBezTo>
                  <a:pt x="18671" y="18065"/>
                  <a:pt x="18305" y="18458"/>
                  <a:pt x="18305" y="18851"/>
                </a:cubicBezTo>
                <a:cubicBezTo>
                  <a:pt x="18305" y="19244"/>
                  <a:pt x="18671" y="19636"/>
                  <a:pt x="19037" y="19636"/>
                </a:cubicBezTo>
                <a:cubicBezTo>
                  <a:pt x="19769" y="19636"/>
                  <a:pt x="20136" y="19244"/>
                  <a:pt x="20136" y="18851"/>
                </a:cubicBezTo>
                <a:cubicBezTo>
                  <a:pt x="20136" y="18458"/>
                  <a:pt x="19769" y="18065"/>
                  <a:pt x="19037" y="18065"/>
                </a:cubicBezTo>
                <a:close/>
              </a:path>
            </a:pathLst>
          </a:custGeom>
          <a:solidFill>
            <a:srgbClr val="FF0000"/>
          </a:solidFill>
          <a:ln w="12700" cap="flat">
            <a:noFill/>
            <a:miter lim="400000"/>
          </a:ln>
          <a:effectLst/>
        </p:spPr>
        <p:txBody>
          <a:bodyPr wrap="square" lIns="45713" tIns="45713" rIns="45713" bIns="45713" numCol="1" anchor="t"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2999" i="1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62291" y="2114766"/>
            <a:ext cx="18001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i="1" dirty="0" err="1" smtClean="0">
                <a:latin typeface="Prompt" panose="00000500000000000000" pitchFamily="2" charset="-34"/>
                <a:cs typeface="Prompt" panose="00000500000000000000" pitchFamily="2" charset="-34"/>
              </a:rPr>
              <a:t>Maketting</a:t>
            </a:r>
            <a:r>
              <a:rPr lang="id-ID" sz="1400" i="1" dirty="0" smtClean="0">
                <a:latin typeface="Prompt" panose="00000500000000000000" pitchFamily="2" charset="-34"/>
                <a:cs typeface="Prompt" panose="00000500000000000000" pitchFamily="2" charset="-34"/>
              </a:rPr>
              <a:t> Company</a:t>
            </a:r>
            <a:endParaRPr lang="en-GB" sz="1400" i="1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1" name="TextBox 142"/>
          <p:cNvSpPr txBox="1"/>
          <p:nvPr/>
        </p:nvSpPr>
        <p:spPr>
          <a:xfrm flipH="1">
            <a:off x="6162291" y="2376343"/>
            <a:ext cx="23910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900" i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Lorem ipsum dolor sit amet, consectetur adipiscingo Lorem ipsum dolor sit amet, </a:t>
            </a:r>
          </a:p>
        </p:txBody>
      </p:sp>
      <p:sp>
        <p:nvSpPr>
          <p:cNvPr id="12" name="Shape 5347"/>
          <p:cNvSpPr/>
          <p:nvPr/>
        </p:nvSpPr>
        <p:spPr>
          <a:xfrm>
            <a:off x="5449444" y="2167070"/>
            <a:ext cx="444788" cy="418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8" h="21600" extrusionOk="0">
                <a:moveTo>
                  <a:pt x="18305" y="17673"/>
                </a:moveTo>
                <a:cubicBezTo>
                  <a:pt x="18305" y="20029"/>
                  <a:pt x="16475" y="21600"/>
                  <a:pt x="14644" y="21600"/>
                </a:cubicBezTo>
                <a:cubicBezTo>
                  <a:pt x="3661" y="21600"/>
                  <a:pt x="3661" y="21600"/>
                  <a:pt x="3661" y="21600"/>
                </a:cubicBezTo>
                <a:cubicBezTo>
                  <a:pt x="1464" y="21600"/>
                  <a:pt x="0" y="20029"/>
                  <a:pt x="0" y="17673"/>
                </a:cubicBezTo>
                <a:cubicBezTo>
                  <a:pt x="0" y="5891"/>
                  <a:pt x="0" y="5891"/>
                  <a:pt x="0" y="5891"/>
                </a:cubicBezTo>
                <a:cubicBezTo>
                  <a:pt x="0" y="3927"/>
                  <a:pt x="1464" y="1964"/>
                  <a:pt x="3661" y="1964"/>
                </a:cubicBezTo>
                <a:cubicBezTo>
                  <a:pt x="6956" y="1964"/>
                  <a:pt x="6956" y="1964"/>
                  <a:pt x="6956" y="1964"/>
                </a:cubicBezTo>
                <a:cubicBezTo>
                  <a:pt x="7322" y="1964"/>
                  <a:pt x="7322" y="1964"/>
                  <a:pt x="7322" y="2356"/>
                </a:cubicBezTo>
                <a:cubicBezTo>
                  <a:pt x="7322" y="2749"/>
                  <a:pt x="7322" y="2749"/>
                  <a:pt x="6956" y="2749"/>
                </a:cubicBezTo>
                <a:cubicBezTo>
                  <a:pt x="6590" y="3142"/>
                  <a:pt x="5858" y="3535"/>
                  <a:pt x="5492" y="3535"/>
                </a:cubicBezTo>
                <a:cubicBezTo>
                  <a:pt x="5125" y="3535"/>
                  <a:pt x="5125" y="3535"/>
                  <a:pt x="5125" y="3535"/>
                </a:cubicBezTo>
                <a:cubicBezTo>
                  <a:pt x="3661" y="3535"/>
                  <a:pt x="3661" y="3535"/>
                  <a:pt x="3661" y="3535"/>
                </a:cubicBezTo>
                <a:cubicBezTo>
                  <a:pt x="2563" y="3535"/>
                  <a:pt x="1464" y="4713"/>
                  <a:pt x="1464" y="5891"/>
                </a:cubicBezTo>
                <a:cubicBezTo>
                  <a:pt x="1464" y="17673"/>
                  <a:pt x="1464" y="17673"/>
                  <a:pt x="1464" y="17673"/>
                </a:cubicBezTo>
                <a:cubicBezTo>
                  <a:pt x="1464" y="18851"/>
                  <a:pt x="2563" y="20029"/>
                  <a:pt x="3661" y="20029"/>
                </a:cubicBezTo>
                <a:cubicBezTo>
                  <a:pt x="14644" y="20029"/>
                  <a:pt x="14644" y="20029"/>
                  <a:pt x="14644" y="20029"/>
                </a:cubicBezTo>
                <a:cubicBezTo>
                  <a:pt x="15742" y="20029"/>
                  <a:pt x="16475" y="18851"/>
                  <a:pt x="16475" y="17673"/>
                </a:cubicBezTo>
                <a:cubicBezTo>
                  <a:pt x="16475" y="14531"/>
                  <a:pt x="16475" y="14531"/>
                  <a:pt x="16475" y="14531"/>
                </a:cubicBezTo>
                <a:cubicBezTo>
                  <a:pt x="16475" y="14531"/>
                  <a:pt x="16841" y="14138"/>
                  <a:pt x="16841" y="14138"/>
                </a:cubicBezTo>
                <a:cubicBezTo>
                  <a:pt x="17207" y="14138"/>
                  <a:pt x="17207" y="13745"/>
                  <a:pt x="17573" y="13745"/>
                </a:cubicBezTo>
                <a:cubicBezTo>
                  <a:pt x="17573" y="13745"/>
                  <a:pt x="17939" y="13353"/>
                  <a:pt x="17939" y="13745"/>
                </a:cubicBezTo>
                <a:cubicBezTo>
                  <a:pt x="18305" y="13745"/>
                  <a:pt x="18305" y="13745"/>
                  <a:pt x="18305" y="14138"/>
                </a:cubicBezTo>
                <a:lnTo>
                  <a:pt x="18305" y="17673"/>
                </a:lnTo>
                <a:close/>
                <a:moveTo>
                  <a:pt x="16475" y="12567"/>
                </a:moveTo>
                <a:cubicBezTo>
                  <a:pt x="16108" y="12567"/>
                  <a:pt x="16108" y="12567"/>
                  <a:pt x="15742" y="12567"/>
                </a:cubicBezTo>
                <a:cubicBezTo>
                  <a:pt x="15742" y="12567"/>
                  <a:pt x="15742" y="12567"/>
                  <a:pt x="15376" y="12567"/>
                </a:cubicBezTo>
                <a:cubicBezTo>
                  <a:pt x="15010" y="12567"/>
                  <a:pt x="15010" y="12175"/>
                  <a:pt x="15010" y="11782"/>
                </a:cubicBezTo>
                <a:cubicBezTo>
                  <a:pt x="15010" y="9033"/>
                  <a:pt x="15010" y="9033"/>
                  <a:pt x="15010" y="9033"/>
                </a:cubicBezTo>
                <a:cubicBezTo>
                  <a:pt x="12814" y="9033"/>
                  <a:pt x="12814" y="9033"/>
                  <a:pt x="12814" y="9033"/>
                </a:cubicBezTo>
                <a:cubicBezTo>
                  <a:pt x="9885" y="9033"/>
                  <a:pt x="8054" y="9818"/>
                  <a:pt x="7322" y="10996"/>
                </a:cubicBezTo>
                <a:cubicBezTo>
                  <a:pt x="6224" y="12175"/>
                  <a:pt x="5858" y="14531"/>
                  <a:pt x="6224" y="17673"/>
                </a:cubicBezTo>
                <a:cubicBezTo>
                  <a:pt x="6224" y="17673"/>
                  <a:pt x="6224" y="18065"/>
                  <a:pt x="5858" y="18065"/>
                </a:cubicBezTo>
                <a:cubicBezTo>
                  <a:pt x="5858" y="18065"/>
                  <a:pt x="5858" y="18065"/>
                  <a:pt x="5858" y="18065"/>
                </a:cubicBezTo>
                <a:cubicBezTo>
                  <a:pt x="5492" y="18065"/>
                  <a:pt x="5492" y="18065"/>
                  <a:pt x="5492" y="18065"/>
                </a:cubicBezTo>
                <a:cubicBezTo>
                  <a:pt x="5492" y="17673"/>
                  <a:pt x="3295" y="14531"/>
                  <a:pt x="3295" y="11782"/>
                </a:cubicBezTo>
                <a:cubicBezTo>
                  <a:pt x="3295" y="7855"/>
                  <a:pt x="4393" y="3535"/>
                  <a:pt x="12814" y="3535"/>
                </a:cubicBezTo>
                <a:cubicBezTo>
                  <a:pt x="15010" y="3535"/>
                  <a:pt x="15010" y="3535"/>
                  <a:pt x="15010" y="3535"/>
                </a:cubicBezTo>
                <a:cubicBezTo>
                  <a:pt x="15010" y="1178"/>
                  <a:pt x="15010" y="1178"/>
                  <a:pt x="15010" y="1178"/>
                </a:cubicBezTo>
                <a:cubicBezTo>
                  <a:pt x="15010" y="785"/>
                  <a:pt x="15010" y="393"/>
                  <a:pt x="15376" y="393"/>
                </a:cubicBezTo>
                <a:cubicBezTo>
                  <a:pt x="15742" y="0"/>
                  <a:pt x="15742" y="0"/>
                  <a:pt x="15742" y="0"/>
                </a:cubicBezTo>
                <a:cubicBezTo>
                  <a:pt x="16108" y="0"/>
                  <a:pt x="16108" y="393"/>
                  <a:pt x="16475" y="393"/>
                </a:cubicBezTo>
                <a:cubicBezTo>
                  <a:pt x="21234" y="5891"/>
                  <a:pt x="21234" y="5891"/>
                  <a:pt x="21234" y="5891"/>
                </a:cubicBezTo>
                <a:cubicBezTo>
                  <a:pt x="21600" y="6284"/>
                  <a:pt x="21600" y="6676"/>
                  <a:pt x="21234" y="7069"/>
                </a:cubicBezTo>
                <a:lnTo>
                  <a:pt x="16475" y="12567"/>
                </a:lnTo>
                <a:close/>
              </a:path>
            </a:pathLst>
          </a:custGeom>
          <a:solidFill>
            <a:srgbClr val="FF0000"/>
          </a:solidFill>
          <a:ln w="12700" cap="flat">
            <a:noFill/>
            <a:miter lim="400000"/>
          </a:ln>
          <a:effectLst/>
        </p:spPr>
        <p:txBody>
          <a:bodyPr wrap="square" lIns="45713" tIns="45713" rIns="45713" bIns="45713" numCol="1" anchor="t"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2999" i="1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94660" y="3345770"/>
            <a:ext cx="15821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i="1" dirty="0" smtClean="0">
                <a:latin typeface="Prompt" panose="00000500000000000000" pitchFamily="2" charset="-34"/>
                <a:cs typeface="Prompt" panose="00000500000000000000" pitchFamily="2" charset="-34"/>
              </a:rPr>
              <a:t>Business Analysis</a:t>
            </a:r>
            <a:endParaRPr lang="en-GB" sz="1400" i="1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4" name="TextBox 142"/>
          <p:cNvSpPr txBox="1"/>
          <p:nvPr/>
        </p:nvSpPr>
        <p:spPr>
          <a:xfrm flipH="1">
            <a:off x="9194660" y="3607347"/>
            <a:ext cx="237087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900" i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Lorem ipsum dolor sit amet, consectetur adipiscingo Lorem ipsum dolor sit amet, </a:t>
            </a:r>
          </a:p>
        </p:txBody>
      </p:sp>
      <p:sp>
        <p:nvSpPr>
          <p:cNvPr id="15" name="Shape 5275"/>
          <p:cNvSpPr/>
          <p:nvPr/>
        </p:nvSpPr>
        <p:spPr>
          <a:xfrm>
            <a:off x="8553348" y="3444906"/>
            <a:ext cx="371294" cy="3479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029"/>
                </a:moveTo>
                <a:cubicBezTo>
                  <a:pt x="21600" y="20815"/>
                  <a:pt x="21234" y="21600"/>
                  <a:pt x="20502" y="21600"/>
                </a:cubicBezTo>
                <a:cubicBezTo>
                  <a:pt x="1098" y="21600"/>
                  <a:pt x="1098" y="21600"/>
                  <a:pt x="1098" y="21600"/>
                </a:cubicBezTo>
                <a:cubicBezTo>
                  <a:pt x="366" y="21600"/>
                  <a:pt x="0" y="20815"/>
                  <a:pt x="0" y="20029"/>
                </a:cubicBezTo>
                <a:cubicBezTo>
                  <a:pt x="0" y="15709"/>
                  <a:pt x="0" y="15709"/>
                  <a:pt x="0" y="15709"/>
                </a:cubicBezTo>
                <a:cubicBezTo>
                  <a:pt x="0" y="14924"/>
                  <a:pt x="366" y="14531"/>
                  <a:pt x="1098" y="14531"/>
                </a:cubicBezTo>
                <a:cubicBezTo>
                  <a:pt x="7322" y="14531"/>
                  <a:pt x="7322" y="14531"/>
                  <a:pt x="7322" y="14531"/>
                </a:cubicBezTo>
                <a:cubicBezTo>
                  <a:pt x="9153" y="16102"/>
                  <a:pt x="9153" y="16102"/>
                  <a:pt x="9153" y="16102"/>
                </a:cubicBezTo>
                <a:cubicBezTo>
                  <a:pt x="9519" y="16887"/>
                  <a:pt x="10251" y="16887"/>
                  <a:pt x="10617" y="16887"/>
                </a:cubicBezTo>
                <a:cubicBezTo>
                  <a:pt x="11349" y="16887"/>
                  <a:pt x="12081" y="16887"/>
                  <a:pt x="12447" y="16102"/>
                </a:cubicBezTo>
                <a:cubicBezTo>
                  <a:pt x="14278" y="14531"/>
                  <a:pt x="14278" y="14531"/>
                  <a:pt x="14278" y="14531"/>
                </a:cubicBezTo>
                <a:cubicBezTo>
                  <a:pt x="20502" y="14531"/>
                  <a:pt x="20502" y="14531"/>
                  <a:pt x="20502" y="14531"/>
                </a:cubicBezTo>
                <a:cubicBezTo>
                  <a:pt x="21234" y="14531"/>
                  <a:pt x="21600" y="14924"/>
                  <a:pt x="21600" y="15709"/>
                </a:cubicBezTo>
                <a:lnTo>
                  <a:pt x="21600" y="20029"/>
                </a:lnTo>
                <a:close/>
                <a:moveTo>
                  <a:pt x="17207" y="8640"/>
                </a:moveTo>
                <a:cubicBezTo>
                  <a:pt x="11349" y="14924"/>
                  <a:pt x="11349" y="14924"/>
                  <a:pt x="11349" y="14924"/>
                </a:cubicBezTo>
                <a:cubicBezTo>
                  <a:pt x="11349" y="15316"/>
                  <a:pt x="10983" y="15316"/>
                  <a:pt x="10617" y="15316"/>
                </a:cubicBezTo>
                <a:cubicBezTo>
                  <a:pt x="10617" y="15316"/>
                  <a:pt x="10251" y="15316"/>
                  <a:pt x="10251" y="14924"/>
                </a:cubicBezTo>
                <a:cubicBezTo>
                  <a:pt x="4393" y="8640"/>
                  <a:pt x="4393" y="8640"/>
                  <a:pt x="4393" y="8640"/>
                </a:cubicBezTo>
                <a:cubicBezTo>
                  <a:pt x="4027" y="8247"/>
                  <a:pt x="4027" y="7855"/>
                  <a:pt x="4027" y="7855"/>
                </a:cubicBezTo>
                <a:cubicBezTo>
                  <a:pt x="4393" y="7462"/>
                  <a:pt x="4759" y="7069"/>
                  <a:pt x="4759" y="7069"/>
                </a:cubicBezTo>
                <a:cubicBezTo>
                  <a:pt x="8420" y="7069"/>
                  <a:pt x="8420" y="7069"/>
                  <a:pt x="8420" y="7069"/>
                </a:cubicBezTo>
                <a:cubicBezTo>
                  <a:pt x="8420" y="785"/>
                  <a:pt x="8420" y="785"/>
                  <a:pt x="8420" y="785"/>
                </a:cubicBezTo>
                <a:cubicBezTo>
                  <a:pt x="8420" y="393"/>
                  <a:pt x="8786" y="0"/>
                  <a:pt x="9153" y="0"/>
                </a:cubicBezTo>
                <a:cubicBezTo>
                  <a:pt x="12447" y="0"/>
                  <a:pt x="12447" y="0"/>
                  <a:pt x="12447" y="0"/>
                </a:cubicBezTo>
                <a:cubicBezTo>
                  <a:pt x="12814" y="0"/>
                  <a:pt x="13180" y="393"/>
                  <a:pt x="13180" y="785"/>
                </a:cubicBezTo>
                <a:cubicBezTo>
                  <a:pt x="13180" y="7069"/>
                  <a:pt x="13180" y="7069"/>
                  <a:pt x="13180" y="7069"/>
                </a:cubicBezTo>
                <a:cubicBezTo>
                  <a:pt x="16475" y="7069"/>
                  <a:pt x="16475" y="7069"/>
                  <a:pt x="16475" y="7069"/>
                </a:cubicBezTo>
                <a:cubicBezTo>
                  <a:pt x="16841" y="7069"/>
                  <a:pt x="17207" y="7462"/>
                  <a:pt x="17573" y="7855"/>
                </a:cubicBezTo>
                <a:cubicBezTo>
                  <a:pt x="17573" y="7855"/>
                  <a:pt x="17573" y="8247"/>
                  <a:pt x="17207" y="8640"/>
                </a:cubicBezTo>
                <a:close/>
                <a:moveTo>
                  <a:pt x="15742" y="18065"/>
                </a:moveTo>
                <a:cubicBezTo>
                  <a:pt x="15376" y="18065"/>
                  <a:pt x="15010" y="18458"/>
                  <a:pt x="15010" y="18851"/>
                </a:cubicBezTo>
                <a:cubicBezTo>
                  <a:pt x="15010" y="19244"/>
                  <a:pt x="15376" y="19636"/>
                  <a:pt x="15742" y="19636"/>
                </a:cubicBezTo>
                <a:cubicBezTo>
                  <a:pt x="16108" y="19636"/>
                  <a:pt x="16475" y="19244"/>
                  <a:pt x="16475" y="18851"/>
                </a:cubicBezTo>
                <a:cubicBezTo>
                  <a:pt x="16475" y="18458"/>
                  <a:pt x="16108" y="18065"/>
                  <a:pt x="15742" y="18065"/>
                </a:cubicBezTo>
                <a:close/>
                <a:moveTo>
                  <a:pt x="19037" y="18065"/>
                </a:moveTo>
                <a:cubicBezTo>
                  <a:pt x="18671" y="18065"/>
                  <a:pt x="18305" y="18458"/>
                  <a:pt x="18305" y="18851"/>
                </a:cubicBezTo>
                <a:cubicBezTo>
                  <a:pt x="18305" y="19244"/>
                  <a:pt x="18671" y="19636"/>
                  <a:pt x="19037" y="19636"/>
                </a:cubicBezTo>
                <a:cubicBezTo>
                  <a:pt x="19769" y="19636"/>
                  <a:pt x="20136" y="19244"/>
                  <a:pt x="20136" y="18851"/>
                </a:cubicBezTo>
                <a:cubicBezTo>
                  <a:pt x="20136" y="18458"/>
                  <a:pt x="19769" y="18065"/>
                  <a:pt x="19037" y="18065"/>
                </a:cubicBezTo>
                <a:close/>
              </a:path>
            </a:pathLst>
          </a:custGeom>
          <a:solidFill>
            <a:srgbClr val="FF0000"/>
          </a:solidFill>
          <a:ln w="12700" cap="flat">
            <a:noFill/>
            <a:miter lim="400000"/>
          </a:ln>
          <a:effectLst/>
        </p:spPr>
        <p:txBody>
          <a:bodyPr wrap="square" lIns="45713" tIns="45713" rIns="45713" bIns="45713" numCol="1" anchor="t"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09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2999" i="1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1452243" y="313273"/>
            <a:ext cx="437940" cy="323165"/>
            <a:chOff x="11573266" y="326720"/>
            <a:chExt cx="437940" cy="323165"/>
          </a:xfrm>
        </p:grpSpPr>
        <p:sp>
          <p:nvSpPr>
            <p:cNvPr id="17" name="Rectangle 16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573266" y="326720"/>
              <a:ext cx="437940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id-ID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0</a:t>
              </a:r>
              <a:r>
                <a:rPr lang="en-US" sz="1500" dirty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8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509446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95861" y="2497952"/>
            <a:ext cx="355790" cy="466314"/>
            <a:chOff x="3092012" y="5545411"/>
            <a:chExt cx="355790" cy="466314"/>
          </a:xfrm>
        </p:grpSpPr>
        <p:sp>
          <p:nvSpPr>
            <p:cNvPr id="18" name="Shape 5094"/>
            <p:cNvSpPr/>
            <p:nvPr/>
          </p:nvSpPr>
          <p:spPr>
            <a:xfrm>
              <a:off x="3092012" y="5663663"/>
              <a:ext cx="355790" cy="3480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625" y="0"/>
                  </a:moveTo>
                  <a:lnTo>
                    <a:pt x="116625" y="0"/>
                  </a:lnTo>
                  <a:cubicBezTo>
                    <a:pt x="109875" y="0"/>
                    <a:pt x="109875" y="0"/>
                    <a:pt x="109875" y="0"/>
                  </a:cubicBezTo>
                  <a:cubicBezTo>
                    <a:pt x="106500" y="0"/>
                    <a:pt x="106500" y="0"/>
                    <a:pt x="106500" y="3461"/>
                  </a:cubicBezTo>
                  <a:cubicBezTo>
                    <a:pt x="106500" y="27692"/>
                    <a:pt x="106500" y="27692"/>
                    <a:pt x="106500" y="27692"/>
                  </a:cubicBezTo>
                  <a:cubicBezTo>
                    <a:pt x="106500" y="41153"/>
                    <a:pt x="96375" y="61538"/>
                    <a:pt x="60000" y="61538"/>
                  </a:cubicBezTo>
                  <a:cubicBezTo>
                    <a:pt x="23625" y="61538"/>
                    <a:pt x="13500" y="41153"/>
                    <a:pt x="13500" y="27692"/>
                  </a:cubicBezTo>
                  <a:cubicBezTo>
                    <a:pt x="13500" y="3461"/>
                    <a:pt x="13500" y="3461"/>
                    <a:pt x="13500" y="3461"/>
                  </a:cubicBezTo>
                  <a:cubicBezTo>
                    <a:pt x="13500" y="0"/>
                    <a:pt x="10500" y="0"/>
                    <a:pt x="10500" y="0"/>
                  </a:cubicBezTo>
                  <a:cubicBezTo>
                    <a:pt x="3375" y="0"/>
                    <a:pt x="3375" y="0"/>
                    <a:pt x="3375" y="0"/>
                  </a:cubicBezTo>
                  <a:cubicBezTo>
                    <a:pt x="3375" y="0"/>
                    <a:pt x="0" y="0"/>
                    <a:pt x="0" y="3461"/>
                  </a:cubicBezTo>
                  <a:cubicBezTo>
                    <a:pt x="0" y="27692"/>
                    <a:pt x="0" y="27692"/>
                    <a:pt x="0" y="27692"/>
                  </a:cubicBezTo>
                  <a:cubicBezTo>
                    <a:pt x="0" y="51538"/>
                    <a:pt x="16500" y="71923"/>
                    <a:pt x="50250" y="75384"/>
                  </a:cubicBezTo>
                  <a:cubicBezTo>
                    <a:pt x="50250" y="102307"/>
                    <a:pt x="50250" y="102307"/>
                    <a:pt x="50250" y="102307"/>
                  </a:cubicBezTo>
                  <a:cubicBezTo>
                    <a:pt x="27000" y="102307"/>
                    <a:pt x="27000" y="102307"/>
                    <a:pt x="27000" y="102307"/>
                  </a:cubicBezTo>
                  <a:cubicBezTo>
                    <a:pt x="23625" y="102307"/>
                    <a:pt x="23625" y="102307"/>
                    <a:pt x="23625" y="105769"/>
                  </a:cubicBezTo>
                  <a:cubicBezTo>
                    <a:pt x="23625" y="116153"/>
                    <a:pt x="23625" y="116153"/>
                    <a:pt x="23625" y="116153"/>
                  </a:cubicBezTo>
                  <a:cubicBezTo>
                    <a:pt x="23625" y="119615"/>
                    <a:pt x="23625" y="119615"/>
                    <a:pt x="27000" y="119615"/>
                  </a:cubicBezTo>
                  <a:cubicBezTo>
                    <a:pt x="93375" y="119615"/>
                    <a:pt x="93375" y="119615"/>
                    <a:pt x="93375" y="119615"/>
                  </a:cubicBezTo>
                  <a:cubicBezTo>
                    <a:pt x="96375" y="119615"/>
                    <a:pt x="96375" y="119615"/>
                    <a:pt x="96375" y="116153"/>
                  </a:cubicBezTo>
                  <a:cubicBezTo>
                    <a:pt x="96375" y="105769"/>
                    <a:pt x="96375" y="105769"/>
                    <a:pt x="96375" y="105769"/>
                  </a:cubicBezTo>
                  <a:cubicBezTo>
                    <a:pt x="96375" y="102307"/>
                    <a:pt x="96375" y="102307"/>
                    <a:pt x="93375" y="102307"/>
                  </a:cubicBezTo>
                  <a:cubicBezTo>
                    <a:pt x="70125" y="102307"/>
                    <a:pt x="70125" y="102307"/>
                    <a:pt x="70125" y="102307"/>
                  </a:cubicBezTo>
                  <a:cubicBezTo>
                    <a:pt x="70125" y="75384"/>
                    <a:pt x="70125" y="75384"/>
                    <a:pt x="70125" y="75384"/>
                  </a:cubicBezTo>
                  <a:cubicBezTo>
                    <a:pt x="103125" y="71923"/>
                    <a:pt x="119625" y="51538"/>
                    <a:pt x="119625" y="27692"/>
                  </a:cubicBezTo>
                  <a:cubicBezTo>
                    <a:pt x="119625" y="3461"/>
                    <a:pt x="119625" y="3461"/>
                    <a:pt x="119625" y="3461"/>
                  </a:cubicBezTo>
                  <a:cubicBezTo>
                    <a:pt x="119625" y="0"/>
                    <a:pt x="116625" y="0"/>
                    <a:pt x="116625" y="0"/>
                  </a:cubicBezTo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latin typeface="Prompt" panose="00000500000000000000" pitchFamily="2" charset="-34"/>
                <a:ea typeface="Roboto"/>
                <a:cs typeface="Prompt" panose="00000500000000000000" pitchFamily="2" charset="-34"/>
                <a:sym typeface="Roboto"/>
              </a:endParaRPr>
            </a:p>
          </p:txBody>
        </p:sp>
        <p:sp>
          <p:nvSpPr>
            <p:cNvPr id="19" name="Shape 5096"/>
            <p:cNvSpPr/>
            <p:nvPr/>
          </p:nvSpPr>
          <p:spPr>
            <a:xfrm>
              <a:off x="3191712" y="5545411"/>
              <a:ext cx="156390" cy="16425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160" y="34966"/>
                  </a:moveTo>
                  <a:lnTo>
                    <a:pt x="119160" y="34966"/>
                  </a:lnTo>
                  <a:cubicBezTo>
                    <a:pt x="119160" y="20662"/>
                    <a:pt x="111608" y="0"/>
                    <a:pt x="59580" y="0"/>
                  </a:cubicBezTo>
                  <a:cubicBezTo>
                    <a:pt x="7552" y="0"/>
                    <a:pt x="0" y="20662"/>
                    <a:pt x="0" y="34966"/>
                  </a:cubicBezTo>
                  <a:cubicBezTo>
                    <a:pt x="0" y="119205"/>
                    <a:pt x="0" y="119205"/>
                    <a:pt x="0" y="119205"/>
                  </a:cubicBezTo>
                  <a:cubicBezTo>
                    <a:pt x="119160" y="119205"/>
                    <a:pt x="119160" y="119205"/>
                    <a:pt x="119160" y="119205"/>
                  </a:cubicBezTo>
                  <a:lnTo>
                    <a:pt x="119160" y="34966"/>
                  </a:lnTo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latin typeface="Prompt" panose="00000500000000000000" pitchFamily="2" charset="-34"/>
                <a:ea typeface="Roboto"/>
                <a:cs typeface="Prompt" panose="00000500000000000000" pitchFamily="2" charset="-34"/>
                <a:sym typeface="Roboto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529421" y="2546806"/>
            <a:ext cx="159017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 smtClean="0">
                <a:latin typeface="Prompt" panose="00000500000000000000" pitchFamily="2" charset="-34"/>
                <a:cs typeface="Prompt" panose="00000500000000000000" pitchFamily="2" charset="-34"/>
              </a:rPr>
              <a:t>Business </a:t>
            </a:r>
            <a:r>
              <a:rPr lang="id-ID" sz="1400" dirty="0" smtClean="0">
                <a:latin typeface="Prompt" panose="00000500000000000000" pitchFamily="2" charset="-34"/>
                <a:cs typeface="Prompt" panose="00000500000000000000" pitchFamily="2" charset="-34"/>
              </a:rPr>
              <a:t>Strategy</a:t>
            </a:r>
            <a:endParaRPr lang="en-GB" sz="14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9" name="TextBox 142"/>
          <p:cNvSpPr txBox="1"/>
          <p:nvPr/>
        </p:nvSpPr>
        <p:spPr>
          <a:xfrm flipH="1">
            <a:off x="1529421" y="2808383"/>
            <a:ext cx="237087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adipiscingo</a:t>
            </a:r>
            <a:r>
              <a:rPr lang="en-US" sz="9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 Lorem ipsum dolor sit </a:t>
            </a:r>
            <a:r>
              <a:rPr lang="en-US" sz="900" dirty="0" err="1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,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2591" y="3924516"/>
            <a:ext cx="18001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 err="1" smtClean="0">
                <a:latin typeface="Prompt" panose="00000500000000000000" pitchFamily="2" charset="-34"/>
                <a:cs typeface="Prompt" panose="00000500000000000000" pitchFamily="2" charset="-34"/>
              </a:rPr>
              <a:t>Maketting</a:t>
            </a:r>
            <a:r>
              <a:rPr lang="id-ID" sz="1400" dirty="0" smtClean="0">
                <a:latin typeface="Prompt" panose="00000500000000000000" pitchFamily="2" charset="-34"/>
                <a:cs typeface="Prompt" panose="00000500000000000000" pitchFamily="2" charset="-34"/>
              </a:rPr>
              <a:t> Company</a:t>
            </a:r>
            <a:endParaRPr lang="en-GB" sz="14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2" name="TextBox 142"/>
          <p:cNvSpPr txBox="1"/>
          <p:nvPr/>
        </p:nvSpPr>
        <p:spPr>
          <a:xfrm flipH="1">
            <a:off x="4752591" y="4186093"/>
            <a:ext cx="23910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90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Lorem ipsum dolor sit amet, consectetur adipiscingo Lorem ipsum dolor sit amet,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2110" y="5155520"/>
            <a:ext cx="15821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 smtClean="0">
                <a:latin typeface="Prompt" panose="00000500000000000000" pitchFamily="2" charset="-34"/>
                <a:cs typeface="Prompt" panose="00000500000000000000" pitchFamily="2" charset="-34"/>
              </a:rPr>
              <a:t>Business Analysis</a:t>
            </a:r>
            <a:endParaRPr lang="en-GB" sz="14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5" name="TextBox 142"/>
          <p:cNvSpPr txBox="1"/>
          <p:nvPr/>
        </p:nvSpPr>
        <p:spPr>
          <a:xfrm flipH="1">
            <a:off x="7842110" y="5417097"/>
            <a:ext cx="237087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90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Lorem ipsum dolor sit amet, consectetur adipiscingo Lorem ipsum dolor sit amet, </a:t>
            </a:r>
          </a:p>
        </p:txBody>
      </p:sp>
      <p:sp>
        <p:nvSpPr>
          <p:cNvPr id="17" name="Shape 5082"/>
          <p:cNvSpPr/>
          <p:nvPr/>
        </p:nvSpPr>
        <p:spPr>
          <a:xfrm>
            <a:off x="3988453" y="3917956"/>
            <a:ext cx="547370" cy="52013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2048" y="119744"/>
                </a:moveTo>
                <a:lnTo>
                  <a:pt x="32048" y="119744"/>
                </a:lnTo>
                <a:cubicBezTo>
                  <a:pt x="44819" y="119744"/>
                  <a:pt x="44819" y="119744"/>
                  <a:pt x="44819" y="119744"/>
                </a:cubicBezTo>
                <a:cubicBezTo>
                  <a:pt x="70602" y="67659"/>
                  <a:pt x="70602" y="67659"/>
                  <a:pt x="70602" y="67659"/>
                </a:cubicBezTo>
                <a:cubicBezTo>
                  <a:pt x="102650" y="67659"/>
                  <a:pt x="102650" y="67659"/>
                  <a:pt x="102650" y="67659"/>
                </a:cubicBezTo>
                <a:cubicBezTo>
                  <a:pt x="102650" y="67659"/>
                  <a:pt x="119759" y="67659"/>
                  <a:pt x="119759" y="58723"/>
                </a:cubicBezTo>
                <a:cubicBezTo>
                  <a:pt x="119759" y="49787"/>
                  <a:pt x="102650" y="49787"/>
                  <a:pt x="102650" y="49787"/>
                </a:cubicBezTo>
                <a:cubicBezTo>
                  <a:pt x="70602" y="49787"/>
                  <a:pt x="70602" y="49787"/>
                  <a:pt x="70602" y="49787"/>
                </a:cubicBezTo>
                <a:cubicBezTo>
                  <a:pt x="44819" y="0"/>
                  <a:pt x="44819" y="0"/>
                  <a:pt x="44819" y="0"/>
                </a:cubicBezTo>
                <a:cubicBezTo>
                  <a:pt x="32048" y="0"/>
                  <a:pt x="32048" y="0"/>
                  <a:pt x="32048" y="0"/>
                </a:cubicBezTo>
                <a:cubicBezTo>
                  <a:pt x="46987" y="49787"/>
                  <a:pt x="46987" y="49787"/>
                  <a:pt x="46987" y="49787"/>
                </a:cubicBezTo>
                <a:cubicBezTo>
                  <a:pt x="25783" y="49787"/>
                  <a:pt x="25783" y="49787"/>
                  <a:pt x="25783" y="49787"/>
                </a:cubicBezTo>
                <a:cubicBezTo>
                  <a:pt x="12771" y="38297"/>
                  <a:pt x="12771" y="38297"/>
                  <a:pt x="12771" y="38297"/>
                </a:cubicBezTo>
                <a:cubicBezTo>
                  <a:pt x="0" y="38297"/>
                  <a:pt x="0" y="38297"/>
                  <a:pt x="0" y="38297"/>
                </a:cubicBezTo>
                <a:cubicBezTo>
                  <a:pt x="8674" y="58723"/>
                  <a:pt x="8674" y="58723"/>
                  <a:pt x="8674" y="58723"/>
                </a:cubicBezTo>
                <a:cubicBezTo>
                  <a:pt x="0" y="81446"/>
                  <a:pt x="0" y="81446"/>
                  <a:pt x="0" y="81446"/>
                </a:cubicBezTo>
                <a:cubicBezTo>
                  <a:pt x="12771" y="81446"/>
                  <a:pt x="12771" y="81446"/>
                  <a:pt x="12771" y="81446"/>
                </a:cubicBezTo>
                <a:cubicBezTo>
                  <a:pt x="25783" y="67659"/>
                  <a:pt x="25783" y="67659"/>
                  <a:pt x="25783" y="67659"/>
                </a:cubicBezTo>
                <a:cubicBezTo>
                  <a:pt x="46987" y="67659"/>
                  <a:pt x="46987" y="67659"/>
                  <a:pt x="46987" y="67659"/>
                </a:cubicBezTo>
                <a:lnTo>
                  <a:pt x="32048" y="119744"/>
                </a:lnTo>
              </a:path>
            </a:pathLst>
          </a:custGeom>
          <a:solidFill>
            <a:srgbClr val="FF0000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endParaRPr>
              <a:latin typeface="Prompt" panose="00000500000000000000" pitchFamily="2" charset="-34"/>
              <a:ea typeface="Roboto"/>
              <a:cs typeface="Prompt" panose="00000500000000000000" pitchFamily="2" charset="-34"/>
              <a:sym typeface="Roboto"/>
            </a:endParaRPr>
          </a:p>
        </p:txBody>
      </p:sp>
      <p:sp>
        <p:nvSpPr>
          <p:cNvPr id="20" name="Shape 5146"/>
          <p:cNvSpPr/>
          <p:nvPr/>
        </p:nvSpPr>
        <p:spPr>
          <a:xfrm>
            <a:off x="7110805" y="5254656"/>
            <a:ext cx="551279" cy="35588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1807" y="33375"/>
                </a:moveTo>
                <a:lnTo>
                  <a:pt x="91807" y="33375"/>
                </a:lnTo>
                <a:cubicBezTo>
                  <a:pt x="89638" y="33375"/>
                  <a:pt x="87710" y="33375"/>
                  <a:pt x="85542" y="33375"/>
                </a:cubicBezTo>
                <a:cubicBezTo>
                  <a:pt x="81204" y="13500"/>
                  <a:pt x="70602" y="0"/>
                  <a:pt x="55662" y="0"/>
                </a:cubicBezTo>
                <a:cubicBezTo>
                  <a:pt x="38554" y="0"/>
                  <a:pt x="23614" y="23250"/>
                  <a:pt x="23614" y="50250"/>
                </a:cubicBezTo>
                <a:cubicBezTo>
                  <a:pt x="23614" y="50250"/>
                  <a:pt x="23614" y="53250"/>
                  <a:pt x="23614" y="56250"/>
                </a:cubicBezTo>
                <a:cubicBezTo>
                  <a:pt x="23614" y="56250"/>
                  <a:pt x="23614" y="56250"/>
                  <a:pt x="21445" y="56250"/>
                </a:cubicBezTo>
                <a:cubicBezTo>
                  <a:pt x="10843" y="56250"/>
                  <a:pt x="0" y="70125"/>
                  <a:pt x="0" y="90000"/>
                </a:cubicBezTo>
                <a:cubicBezTo>
                  <a:pt x="0" y="106500"/>
                  <a:pt x="10843" y="119625"/>
                  <a:pt x="21445" y="119625"/>
                </a:cubicBezTo>
                <a:cubicBezTo>
                  <a:pt x="91807" y="119625"/>
                  <a:pt x="91807" y="119625"/>
                  <a:pt x="91807" y="119625"/>
                </a:cubicBezTo>
                <a:cubicBezTo>
                  <a:pt x="106746" y="119625"/>
                  <a:pt x="119759" y="103125"/>
                  <a:pt x="119759" y="76500"/>
                </a:cubicBezTo>
                <a:cubicBezTo>
                  <a:pt x="119759" y="53250"/>
                  <a:pt x="106746" y="33375"/>
                  <a:pt x="91807" y="33375"/>
                </a:cubicBezTo>
                <a:close/>
                <a:moveTo>
                  <a:pt x="68433" y="73125"/>
                </a:moveTo>
                <a:lnTo>
                  <a:pt x="68433" y="73125"/>
                </a:lnTo>
                <a:cubicBezTo>
                  <a:pt x="64096" y="79875"/>
                  <a:pt x="53493" y="99750"/>
                  <a:pt x="51325" y="103125"/>
                </a:cubicBezTo>
                <a:cubicBezTo>
                  <a:pt x="51325" y="103125"/>
                  <a:pt x="49156" y="106500"/>
                  <a:pt x="46987" y="103125"/>
                </a:cubicBezTo>
                <a:cubicBezTo>
                  <a:pt x="46987" y="103125"/>
                  <a:pt x="46987" y="103125"/>
                  <a:pt x="46987" y="99750"/>
                </a:cubicBezTo>
                <a:lnTo>
                  <a:pt x="46987" y="96375"/>
                </a:lnTo>
                <a:cubicBezTo>
                  <a:pt x="53493" y="76500"/>
                  <a:pt x="53493" y="76500"/>
                  <a:pt x="53493" y="76500"/>
                </a:cubicBezTo>
                <a:cubicBezTo>
                  <a:pt x="53493" y="73125"/>
                  <a:pt x="51325" y="73125"/>
                  <a:pt x="49156" y="73125"/>
                </a:cubicBezTo>
                <a:lnTo>
                  <a:pt x="49156" y="73125"/>
                </a:lnTo>
                <a:cubicBezTo>
                  <a:pt x="46987" y="70125"/>
                  <a:pt x="44819" y="70125"/>
                  <a:pt x="44819" y="66750"/>
                </a:cubicBezTo>
                <a:cubicBezTo>
                  <a:pt x="44819" y="63375"/>
                  <a:pt x="44819" y="63375"/>
                  <a:pt x="46987" y="60000"/>
                </a:cubicBezTo>
                <a:cubicBezTo>
                  <a:pt x="49156" y="53250"/>
                  <a:pt x="62168" y="33375"/>
                  <a:pt x="62168" y="33375"/>
                </a:cubicBezTo>
                <a:cubicBezTo>
                  <a:pt x="64096" y="30000"/>
                  <a:pt x="64096" y="30000"/>
                  <a:pt x="66265" y="30000"/>
                </a:cubicBezTo>
                <a:cubicBezTo>
                  <a:pt x="66265" y="33375"/>
                  <a:pt x="68433" y="33375"/>
                  <a:pt x="68433" y="33375"/>
                </a:cubicBezTo>
                <a:cubicBezTo>
                  <a:pt x="68433" y="36375"/>
                  <a:pt x="66265" y="36375"/>
                  <a:pt x="66265" y="39750"/>
                </a:cubicBezTo>
                <a:cubicBezTo>
                  <a:pt x="60000" y="60000"/>
                  <a:pt x="60000" y="60000"/>
                  <a:pt x="60000" y="60000"/>
                </a:cubicBezTo>
                <a:cubicBezTo>
                  <a:pt x="62168" y="60000"/>
                  <a:pt x="64096" y="63375"/>
                  <a:pt x="66265" y="63375"/>
                </a:cubicBezTo>
                <a:lnTo>
                  <a:pt x="66265" y="63375"/>
                </a:lnTo>
                <a:cubicBezTo>
                  <a:pt x="68433" y="63375"/>
                  <a:pt x="70602" y="66750"/>
                  <a:pt x="70602" y="70125"/>
                </a:cubicBezTo>
                <a:lnTo>
                  <a:pt x="68433" y="73125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endParaRPr>
              <a:latin typeface="Prompt" panose="00000500000000000000" pitchFamily="2" charset="-34"/>
              <a:ea typeface="Roboto"/>
              <a:cs typeface="Prompt" panose="00000500000000000000" pitchFamily="2" charset="-34"/>
              <a:sym typeface="Roboto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1452243" y="313273"/>
            <a:ext cx="437940" cy="323165"/>
            <a:chOff x="11573266" y="326720"/>
            <a:chExt cx="437940" cy="323165"/>
          </a:xfrm>
        </p:grpSpPr>
        <p:sp>
          <p:nvSpPr>
            <p:cNvPr id="21" name="Rectangle 20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573266" y="326720"/>
              <a:ext cx="437940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id-ID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0</a:t>
              </a:r>
              <a:r>
                <a:rPr lang="en-US" sz="1500" dirty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9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8386508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8271EF-8EFA-4DC1-BCEE-527B1DBF5519}"/>
              </a:ext>
            </a:extLst>
          </p:cNvPr>
          <p:cNvSpPr txBox="1"/>
          <p:nvPr/>
        </p:nvSpPr>
        <p:spPr>
          <a:xfrm>
            <a:off x="1787483" y="2077574"/>
            <a:ext cx="86439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When everything looks against you, remember that airplanes always fly against the wind, not follow the flow of the wind.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21D95C-3A5C-4C0F-A166-86C396DFAE07}"/>
              </a:ext>
            </a:extLst>
          </p:cNvPr>
          <p:cNvSpPr/>
          <p:nvPr/>
        </p:nvSpPr>
        <p:spPr>
          <a:xfrm>
            <a:off x="3781490" y="4426424"/>
            <a:ext cx="4655916" cy="600164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  <a:effectLst/>
                <a:latin typeface="Prompt" panose="00000500000000000000" pitchFamily="2" charset="-34"/>
                <a:cs typeface="Prompt" panose="00000500000000000000" pitchFamily="2" charset="-34"/>
              </a:rPr>
              <a:t>Hendry Ford – </a:t>
            </a:r>
            <a:r>
              <a:rPr lang="id-ID" sz="2400" dirty="0" smtClean="0">
                <a:solidFill>
                  <a:schemeClr val="bg1"/>
                </a:solidFill>
                <a:effectLst/>
                <a:latin typeface="Prompt" panose="00000500000000000000" pitchFamily="2" charset="-34"/>
                <a:cs typeface="Prompt" panose="00000500000000000000" pitchFamily="2" charset="-34"/>
              </a:rPr>
              <a:t>Motivation</a:t>
            </a:r>
            <a:endParaRPr lang="en-US" sz="240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641EEF-5A93-4098-8B8D-8E4DEAF5A2CE}"/>
              </a:ext>
            </a:extLst>
          </p:cNvPr>
          <p:cNvGrpSpPr/>
          <p:nvPr/>
        </p:nvGrpSpPr>
        <p:grpSpPr>
          <a:xfrm flipV="1">
            <a:off x="6007386" y="4088140"/>
            <a:ext cx="320238" cy="89411"/>
            <a:chOff x="5597236" y="4243415"/>
            <a:chExt cx="996535" cy="278235"/>
          </a:xfrm>
          <a:solidFill>
            <a:srgbClr val="FF0000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8933F9-0F59-4480-847D-DF4A6BD7F4F6}"/>
                </a:ext>
              </a:extLst>
            </p:cNvPr>
            <p:cNvSpPr/>
            <p:nvPr/>
          </p:nvSpPr>
          <p:spPr>
            <a:xfrm>
              <a:off x="5597236" y="4243415"/>
              <a:ext cx="273167" cy="2731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44B4CC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3EF0776-10D7-4D90-B515-A94E652E1EDA}"/>
                </a:ext>
              </a:extLst>
            </p:cNvPr>
            <p:cNvSpPr/>
            <p:nvPr/>
          </p:nvSpPr>
          <p:spPr>
            <a:xfrm>
              <a:off x="5959416" y="4243415"/>
              <a:ext cx="273167" cy="2731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44B4CC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C6C1916-A67A-440A-A4ED-7456FD1BACC2}"/>
                </a:ext>
              </a:extLst>
            </p:cNvPr>
            <p:cNvSpPr/>
            <p:nvPr/>
          </p:nvSpPr>
          <p:spPr>
            <a:xfrm>
              <a:off x="6320604" y="4248483"/>
              <a:ext cx="273167" cy="2731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44B4CC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1452243" y="313273"/>
            <a:ext cx="399468" cy="323165"/>
            <a:chOff x="11573266" y="326720"/>
            <a:chExt cx="399468" cy="323165"/>
          </a:xfrm>
        </p:grpSpPr>
        <p:sp>
          <p:nvSpPr>
            <p:cNvPr id="12" name="Rectangle 11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573266" y="326720"/>
              <a:ext cx="39946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10</a:t>
              </a: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9453083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6"/>
          <p:cNvSpPr>
            <a:spLocks noEditPoints="1"/>
          </p:cNvSpPr>
          <p:nvPr/>
        </p:nvSpPr>
        <p:spPr bwMode="auto">
          <a:xfrm>
            <a:off x="9379844" y="4240814"/>
            <a:ext cx="467468" cy="353794"/>
          </a:xfrm>
          <a:custGeom>
            <a:avLst/>
            <a:gdLst>
              <a:gd name="T0" fmla="*/ 94 w 167"/>
              <a:gd name="T1" fmla="*/ 65 h 125"/>
              <a:gd name="T2" fmla="*/ 129 w 167"/>
              <a:gd name="T3" fmla="*/ 0 h 125"/>
              <a:gd name="T4" fmla="*/ 155 w 167"/>
              <a:gd name="T5" fmla="*/ 0 h 125"/>
              <a:gd name="T6" fmla="*/ 140 w 167"/>
              <a:gd name="T7" fmla="*/ 48 h 125"/>
              <a:gd name="T8" fmla="*/ 140 w 167"/>
              <a:gd name="T9" fmla="*/ 48 h 125"/>
              <a:gd name="T10" fmla="*/ 167 w 167"/>
              <a:gd name="T11" fmla="*/ 85 h 125"/>
              <a:gd name="T12" fmla="*/ 128 w 167"/>
              <a:gd name="T13" fmla="*/ 125 h 125"/>
              <a:gd name="T14" fmla="*/ 89 w 167"/>
              <a:gd name="T15" fmla="*/ 85 h 125"/>
              <a:gd name="T16" fmla="*/ 94 w 167"/>
              <a:gd name="T17" fmla="*/ 65 h 125"/>
              <a:gd name="T18" fmla="*/ 0 w 167"/>
              <a:gd name="T19" fmla="*/ 85 h 125"/>
              <a:gd name="T20" fmla="*/ 40 w 167"/>
              <a:gd name="T21" fmla="*/ 125 h 125"/>
              <a:gd name="T22" fmla="*/ 79 w 167"/>
              <a:gd name="T23" fmla="*/ 85 h 125"/>
              <a:gd name="T24" fmla="*/ 51 w 167"/>
              <a:gd name="T25" fmla="*/ 48 h 125"/>
              <a:gd name="T26" fmla="*/ 51 w 167"/>
              <a:gd name="T27" fmla="*/ 48 h 125"/>
              <a:gd name="T28" fmla="*/ 67 w 167"/>
              <a:gd name="T29" fmla="*/ 0 h 125"/>
              <a:gd name="T30" fmla="*/ 41 w 167"/>
              <a:gd name="T31" fmla="*/ 0 h 125"/>
              <a:gd name="T32" fmla="*/ 6 w 167"/>
              <a:gd name="T33" fmla="*/ 65 h 125"/>
              <a:gd name="T34" fmla="*/ 0 w 167"/>
              <a:gd name="T35" fmla="*/ 85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7" h="125">
                <a:moveTo>
                  <a:pt x="94" y="65"/>
                </a:moveTo>
                <a:cubicBezTo>
                  <a:pt x="129" y="0"/>
                  <a:pt x="129" y="0"/>
                  <a:pt x="129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40" y="48"/>
                  <a:pt x="140" y="48"/>
                  <a:pt x="140" y="48"/>
                </a:cubicBezTo>
                <a:cubicBezTo>
                  <a:pt x="140" y="48"/>
                  <a:pt x="140" y="48"/>
                  <a:pt x="140" y="48"/>
                </a:cubicBezTo>
                <a:cubicBezTo>
                  <a:pt x="156" y="53"/>
                  <a:pt x="167" y="68"/>
                  <a:pt x="167" y="85"/>
                </a:cubicBezTo>
                <a:cubicBezTo>
                  <a:pt x="167" y="107"/>
                  <a:pt x="150" y="125"/>
                  <a:pt x="128" y="125"/>
                </a:cubicBezTo>
                <a:cubicBezTo>
                  <a:pt x="106" y="125"/>
                  <a:pt x="89" y="107"/>
                  <a:pt x="89" y="85"/>
                </a:cubicBezTo>
                <a:cubicBezTo>
                  <a:pt x="89" y="78"/>
                  <a:pt x="91" y="71"/>
                  <a:pt x="94" y="65"/>
                </a:cubicBezTo>
                <a:close/>
                <a:moveTo>
                  <a:pt x="0" y="85"/>
                </a:moveTo>
                <a:cubicBezTo>
                  <a:pt x="0" y="107"/>
                  <a:pt x="18" y="125"/>
                  <a:pt x="40" y="125"/>
                </a:cubicBezTo>
                <a:cubicBezTo>
                  <a:pt x="61" y="125"/>
                  <a:pt x="79" y="107"/>
                  <a:pt x="79" y="85"/>
                </a:cubicBezTo>
                <a:cubicBezTo>
                  <a:pt x="79" y="68"/>
                  <a:pt x="67" y="53"/>
                  <a:pt x="51" y="48"/>
                </a:cubicBezTo>
                <a:cubicBezTo>
                  <a:pt x="51" y="48"/>
                  <a:pt x="51" y="48"/>
                  <a:pt x="51" y="48"/>
                </a:cubicBezTo>
                <a:cubicBezTo>
                  <a:pt x="67" y="0"/>
                  <a:pt x="67" y="0"/>
                  <a:pt x="67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6" y="65"/>
                  <a:pt x="6" y="65"/>
                  <a:pt x="6" y="65"/>
                </a:cubicBezTo>
                <a:cubicBezTo>
                  <a:pt x="2" y="71"/>
                  <a:pt x="0" y="78"/>
                  <a:pt x="0" y="85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86776" y="4839124"/>
            <a:ext cx="2795549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</a:t>
            </a:r>
            <a:endParaRPr lang="en-US" sz="9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1" name="Freeform 16"/>
          <p:cNvSpPr>
            <a:spLocks noEditPoints="1"/>
          </p:cNvSpPr>
          <p:nvPr/>
        </p:nvSpPr>
        <p:spPr bwMode="auto">
          <a:xfrm>
            <a:off x="5922269" y="4240814"/>
            <a:ext cx="467468" cy="353794"/>
          </a:xfrm>
          <a:custGeom>
            <a:avLst/>
            <a:gdLst>
              <a:gd name="T0" fmla="*/ 94 w 167"/>
              <a:gd name="T1" fmla="*/ 65 h 125"/>
              <a:gd name="T2" fmla="*/ 129 w 167"/>
              <a:gd name="T3" fmla="*/ 0 h 125"/>
              <a:gd name="T4" fmla="*/ 155 w 167"/>
              <a:gd name="T5" fmla="*/ 0 h 125"/>
              <a:gd name="T6" fmla="*/ 140 w 167"/>
              <a:gd name="T7" fmla="*/ 48 h 125"/>
              <a:gd name="T8" fmla="*/ 140 w 167"/>
              <a:gd name="T9" fmla="*/ 48 h 125"/>
              <a:gd name="T10" fmla="*/ 167 w 167"/>
              <a:gd name="T11" fmla="*/ 85 h 125"/>
              <a:gd name="T12" fmla="*/ 128 w 167"/>
              <a:gd name="T13" fmla="*/ 125 h 125"/>
              <a:gd name="T14" fmla="*/ 89 w 167"/>
              <a:gd name="T15" fmla="*/ 85 h 125"/>
              <a:gd name="T16" fmla="*/ 94 w 167"/>
              <a:gd name="T17" fmla="*/ 65 h 125"/>
              <a:gd name="T18" fmla="*/ 0 w 167"/>
              <a:gd name="T19" fmla="*/ 85 h 125"/>
              <a:gd name="T20" fmla="*/ 40 w 167"/>
              <a:gd name="T21" fmla="*/ 125 h 125"/>
              <a:gd name="T22" fmla="*/ 79 w 167"/>
              <a:gd name="T23" fmla="*/ 85 h 125"/>
              <a:gd name="T24" fmla="*/ 51 w 167"/>
              <a:gd name="T25" fmla="*/ 48 h 125"/>
              <a:gd name="T26" fmla="*/ 51 w 167"/>
              <a:gd name="T27" fmla="*/ 48 h 125"/>
              <a:gd name="T28" fmla="*/ 67 w 167"/>
              <a:gd name="T29" fmla="*/ 0 h 125"/>
              <a:gd name="T30" fmla="*/ 41 w 167"/>
              <a:gd name="T31" fmla="*/ 0 h 125"/>
              <a:gd name="T32" fmla="*/ 6 w 167"/>
              <a:gd name="T33" fmla="*/ 65 h 125"/>
              <a:gd name="T34" fmla="*/ 0 w 167"/>
              <a:gd name="T35" fmla="*/ 85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7" h="125">
                <a:moveTo>
                  <a:pt x="94" y="65"/>
                </a:moveTo>
                <a:cubicBezTo>
                  <a:pt x="129" y="0"/>
                  <a:pt x="129" y="0"/>
                  <a:pt x="129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40" y="48"/>
                  <a:pt x="140" y="48"/>
                  <a:pt x="140" y="48"/>
                </a:cubicBezTo>
                <a:cubicBezTo>
                  <a:pt x="140" y="48"/>
                  <a:pt x="140" y="48"/>
                  <a:pt x="140" y="48"/>
                </a:cubicBezTo>
                <a:cubicBezTo>
                  <a:pt x="156" y="53"/>
                  <a:pt x="167" y="68"/>
                  <a:pt x="167" y="85"/>
                </a:cubicBezTo>
                <a:cubicBezTo>
                  <a:pt x="167" y="107"/>
                  <a:pt x="150" y="125"/>
                  <a:pt x="128" y="125"/>
                </a:cubicBezTo>
                <a:cubicBezTo>
                  <a:pt x="106" y="125"/>
                  <a:pt x="89" y="107"/>
                  <a:pt x="89" y="85"/>
                </a:cubicBezTo>
                <a:cubicBezTo>
                  <a:pt x="89" y="78"/>
                  <a:pt x="91" y="71"/>
                  <a:pt x="94" y="65"/>
                </a:cubicBezTo>
                <a:close/>
                <a:moveTo>
                  <a:pt x="0" y="85"/>
                </a:moveTo>
                <a:cubicBezTo>
                  <a:pt x="0" y="107"/>
                  <a:pt x="18" y="125"/>
                  <a:pt x="40" y="125"/>
                </a:cubicBezTo>
                <a:cubicBezTo>
                  <a:pt x="61" y="125"/>
                  <a:pt x="79" y="107"/>
                  <a:pt x="79" y="85"/>
                </a:cubicBezTo>
                <a:cubicBezTo>
                  <a:pt x="79" y="68"/>
                  <a:pt x="67" y="53"/>
                  <a:pt x="51" y="48"/>
                </a:cubicBezTo>
                <a:cubicBezTo>
                  <a:pt x="51" y="48"/>
                  <a:pt x="51" y="48"/>
                  <a:pt x="51" y="48"/>
                </a:cubicBezTo>
                <a:cubicBezTo>
                  <a:pt x="67" y="0"/>
                  <a:pt x="67" y="0"/>
                  <a:pt x="67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6" y="65"/>
                  <a:pt x="6" y="65"/>
                  <a:pt x="6" y="65"/>
                </a:cubicBezTo>
                <a:cubicBezTo>
                  <a:pt x="2" y="71"/>
                  <a:pt x="0" y="78"/>
                  <a:pt x="0" y="85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729201" y="4839124"/>
            <a:ext cx="2795549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</a:t>
            </a:r>
            <a:endParaRPr lang="en-US" sz="9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3" name="Freeform 22"/>
          <p:cNvSpPr>
            <a:spLocks noEditPoints="1"/>
          </p:cNvSpPr>
          <p:nvPr/>
        </p:nvSpPr>
        <p:spPr bwMode="auto">
          <a:xfrm>
            <a:off x="2464694" y="4240814"/>
            <a:ext cx="467468" cy="353794"/>
          </a:xfrm>
          <a:custGeom>
            <a:avLst/>
            <a:gdLst>
              <a:gd name="T0" fmla="*/ 94 w 167"/>
              <a:gd name="T1" fmla="*/ 65 h 125"/>
              <a:gd name="T2" fmla="*/ 129 w 167"/>
              <a:gd name="T3" fmla="*/ 0 h 125"/>
              <a:gd name="T4" fmla="*/ 155 w 167"/>
              <a:gd name="T5" fmla="*/ 0 h 125"/>
              <a:gd name="T6" fmla="*/ 140 w 167"/>
              <a:gd name="T7" fmla="*/ 48 h 125"/>
              <a:gd name="T8" fmla="*/ 140 w 167"/>
              <a:gd name="T9" fmla="*/ 48 h 125"/>
              <a:gd name="T10" fmla="*/ 167 w 167"/>
              <a:gd name="T11" fmla="*/ 85 h 125"/>
              <a:gd name="T12" fmla="*/ 128 w 167"/>
              <a:gd name="T13" fmla="*/ 125 h 125"/>
              <a:gd name="T14" fmla="*/ 89 w 167"/>
              <a:gd name="T15" fmla="*/ 85 h 125"/>
              <a:gd name="T16" fmla="*/ 94 w 167"/>
              <a:gd name="T17" fmla="*/ 65 h 125"/>
              <a:gd name="T18" fmla="*/ 0 w 167"/>
              <a:gd name="T19" fmla="*/ 85 h 125"/>
              <a:gd name="T20" fmla="*/ 40 w 167"/>
              <a:gd name="T21" fmla="*/ 125 h 125"/>
              <a:gd name="T22" fmla="*/ 79 w 167"/>
              <a:gd name="T23" fmla="*/ 85 h 125"/>
              <a:gd name="T24" fmla="*/ 51 w 167"/>
              <a:gd name="T25" fmla="*/ 48 h 125"/>
              <a:gd name="T26" fmla="*/ 51 w 167"/>
              <a:gd name="T27" fmla="*/ 48 h 125"/>
              <a:gd name="T28" fmla="*/ 67 w 167"/>
              <a:gd name="T29" fmla="*/ 0 h 125"/>
              <a:gd name="T30" fmla="*/ 41 w 167"/>
              <a:gd name="T31" fmla="*/ 0 h 125"/>
              <a:gd name="T32" fmla="*/ 6 w 167"/>
              <a:gd name="T33" fmla="*/ 65 h 125"/>
              <a:gd name="T34" fmla="*/ 0 w 167"/>
              <a:gd name="T35" fmla="*/ 85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7" h="125">
                <a:moveTo>
                  <a:pt x="94" y="65"/>
                </a:moveTo>
                <a:cubicBezTo>
                  <a:pt x="129" y="0"/>
                  <a:pt x="129" y="0"/>
                  <a:pt x="129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40" y="48"/>
                  <a:pt x="140" y="48"/>
                  <a:pt x="140" y="48"/>
                </a:cubicBezTo>
                <a:cubicBezTo>
                  <a:pt x="140" y="48"/>
                  <a:pt x="140" y="48"/>
                  <a:pt x="140" y="48"/>
                </a:cubicBezTo>
                <a:cubicBezTo>
                  <a:pt x="156" y="53"/>
                  <a:pt x="167" y="68"/>
                  <a:pt x="167" y="85"/>
                </a:cubicBezTo>
                <a:cubicBezTo>
                  <a:pt x="167" y="107"/>
                  <a:pt x="150" y="125"/>
                  <a:pt x="128" y="125"/>
                </a:cubicBezTo>
                <a:cubicBezTo>
                  <a:pt x="106" y="125"/>
                  <a:pt x="89" y="107"/>
                  <a:pt x="89" y="85"/>
                </a:cubicBezTo>
                <a:cubicBezTo>
                  <a:pt x="89" y="78"/>
                  <a:pt x="91" y="71"/>
                  <a:pt x="94" y="65"/>
                </a:cubicBezTo>
                <a:close/>
                <a:moveTo>
                  <a:pt x="0" y="85"/>
                </a:moveTo>
                <a:cubicBezTo>
                  <a:pt x="0" y="107"/>
                  <a:pt x="18" y="125"/>
                  <a:pt x="40" y="125"/>
                </a:cubicBezTo>
                <a:cubicBezTo>
                  <a:pt x="61" y="125"/>
                  <a:pt x="79" y="107"/>
                  <a:pt x="79" y="85"/>
                </a:cubicBezTo>
                <a:cubicBezTo>
                  <a:pt x="79" y="68"/>
                  <a:pt x="67" y="53"/>
                  <a:pt x="51" y="48"/>
                </a:cubicBezTo>
                <a:cubicBezTo>
                  <a:pt x="51" y="48"/>
                  <a:pt x="51" y="48"/>
                  <a:pt x="51" y="48"/>
                </a:cubicBezTo>
                <a:cubicBezTo>
                  <a:pt x="67" y="0"/>
                  <a:pt x="67" y="0"/>
                  <a:pt x="67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6" y="65"/>
                  <a:pt x="6" y="65"/>
                  <a:pt x="6" y="65"/>
                </a:cubicBezTo>
                <a:cubicBezTo>
                  <a:pt x="2" y="71"/>
                  <a:pt x="0" y="78"/>
                  <a:pt x="0" y="85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271626" y="4839124"/>
            <a:ext cx="2795549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</a:t>
            </a:r>
            <a:endParaRPr lang="en-US" sz="9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4172" y="413805"/>
            <a:ext cx="335348" cy="3231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500" dirty="0" smtClean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11</a:t>
            </a:r>
            <a:endParaRPr lang="id-ID" sz="1500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7418443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/>
          <p:nvPr/>
        </p:nvSpPr>
        <p:spPr>
          <a:xfrm>
            <a:off x="4731657" y="0"/>
            <a:ext cx="7460343" cy="6858000"/>
          </a:xfrm>
          <a:custGeom>
            <a:avLst/>
            <a:gdLst>
              <a:gd name="connsiteX0" fmla="*/ 0 w 6267450"/>
              <a:gd name="connsiteY0" fmla="*/ 0 h 6858000"/>
              <a:gd name="connsiteX1" fmla="*/ 6267450 w 6267450"/>
              <a:gd name="connsiteY1" fmla="*/ 0 h 6858000"/>
              <a:gd name="connsiteX2" fmla="*/ 6267450 w 6267450"/>
              <a:gd name="connsiteY2" fmla="*/ 6858000 h 6858000"/>
              <a:gd name="connsiteX3" fmla="*/ 0 w 6267450"/>
              <a:gd name="connsiteY3" fmla="*/ 6858000 h 6858000"/>
              <a:gd name="connsiteX4" fmla="*/ 0 w 6267450"/>
              <a:gd name="connsiteY4" fmla="*/ 0 h 6858000"/>
              <a:gd name="connsiteX0" fmla="*/ 0 w 6267450"/>
              <a:gd name="connsiteY0" fmla="*/ 0 h 6858000"/>
              <a:gd name="connsiteX1" fmla="*/ 6267450 w 6267450"/>
              <a:gd name="connsiteY1" fmla="*/ 0 h 6858000"/>
              <a:gd name="connsiteX2" fmla="*/ 6267450 w 6267450"/>
              <a:gd name="connsiteY2" fmla="*/ 6858000 h 6858000"/>
              <a:gd name="connsiteX3" fmla="*/ 0 w 6267450"/>
              <a:gd name="connsiteY3" fmla="*/ 0 h 6858000"/>
              <a:gd name="connsiteX0" fmla="*/ 0 w 6267450"/>
              <a:gd name="connsiteY0" fmla="*/ 0 h 6858000"/>
              <a:gd name="connsiteX1" fmla="*/ 6267450 w 6267450"/>
              <a:gd name="connsiteY1" fmla="*/ 0 h 6858000"/>
              <a:gd name="connsiteX2" fmla="*/ 6267450 w 6267450"/>
              <a:gd name="connsiteY2" fmla="*/ 6858000 h 6858000"/>
              <a:gd name="connsiteX3" fmla="*/ 4715095 w 6267450"/>
              <a:gd name="connsiteY3" fmla="*/ 5162550 h 6858000"/>
              <a:gd name="connsiteX4" fmla="*/ 0 w 626745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67450" h="6858000">
                <a:moveTo>
                  <a:pt x="0" y="0"/>
                </a:moveTo>
                <a:lnTo>
                  <a:pt x="6267450" y="0"/>
                </a:lnTo>
                <a:lnTo>
                  <a:pt x="6267450" y="6858000"/>
                </a:lnTo>
                <a:lnTo>
                  <a:pt x="4715095" y="51625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0000">
                <a:schemeClr val="accent1">
                  <a:lumMod val="20000"/>
                  <a:lumOff val="80000"/>
                </a:schemeClr>
              </a:gs>
              <a:gs pos="90000">
                <a:srgbClr val="0070C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99028" y="326719"/>
            <a:ext cx="372751" cy="323165"/>
            <a:chOff x="11573266" y="326720"/>
            <a:chExt cx="372751" cy="323165"/>
          </a:xfrm>
        </p:grpSpPr>
        <p:sp>
          <p:nvSpPr>
            <p:cNvPr id="8" name="Rectangle 7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573266" y="326720"/>
              <a:ext cx="37221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12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2B1CB3A2-75C6-B249-A07D-E6BE97508D08}"/>
              </a:ext>
            </a:extLst>
          </p:cNvPr>
          <p:cNvSpPr/>
          <p:nvPr/>
        </p:nvSpPr>
        <p:spPr>
          <a:xfrm>
            <a:off x="7526529" y="4420255"/>
            <a:ext cx="3972706" cy="728370"/>
          </a:xfrm>
          <a:prstGeom prst="parallelogram">
            <a:avLst>
              <a:gd name="adj" fmla="val 37729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800" b="1" i="1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02E63-5563-BD46-A755-8343A8D6089B}"/>
              </a:ext>
            </a:extLst>
          </p:cNvPr>
          <p:cNvSpPr txBox="1"/>
          <p:nvPr/>
        </p:nvSpPr>
        <p:spPr>
          <a:xfrm>
            <a:off x="8176611" y="4527324"/>
            <a:ext cx="2827505" cy="514231"/>
          </a:xfrm>
          <a:prstGeom prst="parallelogram">
            <a:avLst>
              <a:gd name="adj" fmla="val 0"/>
            </a:avLst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i="1" dirty="0" smtClean="0">
                <a:solidFill>
                  <a:schemeClr val="bg1"/>
                </a:solidFill>
                <a:latin typeface="Prompt" panose="00000500000000000000" pitchFamily="2" charset="-34"/>
                <a:ea typeface="Open Sans SemiBold" charset="0"/>
                <a:cs typeface="Prompt" panose="00000500000000000000" pitchFamily="2" charset="-34"/>
              </a:rPr>
              <a:t>Let's Fly High</a:t>
            </a:r>
            <a:endParaRPr lang="en-US" sz="2800" b="1" i="1" dirty="0">
              <a:solidFill>
                <a:schemeClr val="bg1"/>
              </a:solidFill>
              <a:latin typeface="Prompt" panose="00000500000000000000" pitchFamily="2" charset="-34"/>
              <a:ea typeface="Open Sans SemiBold" charset="0"/>
              <a:cs typeface="Prompt" panose="00000500000000000000" pitchFamily="2" charset="-3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0CA463-6E1A-4322-A168-F6AA5719FC32}"/>
              </a:ext>
            </a:extLst>
          </p:cNvPr>
          <p:cNvSpPr/>
          <p:nvPr/>
        </p:nvSpPr>
        <p:spPr>
          <a:xfrm>
            <a:off x="7563182" y="5277960"/>
            <a:ext cx="32209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364192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16299" y="3955536"/>
            <a:ext cx="79241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DISCOVER </a:t>
            </a:r>
            <a:r>
              <a:rPr lang="en-US" sz="4000" b="1" dirty="0">
                <a:solidFill>
                  <a:srgbClr val="64A9FD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THE </a:t>
            </a:r>
            <a:endParaRPr lang="en-US" sz="4000" b="1" dirty="0" smtClean="0">
              <a:solidFill>
                <a:srgbClr val="64A9FD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r>
              <a:rPr lang="en-US" sz="4000" b="1" dirty="0" smtClean="0">
                <a:solidFill>
                  <a:srgbClr val="64A9FD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WORLD</a:t>
            </a:r>
            <a:r>
              <a:rPr lang="en-US" sz="4000" b="1" dirty="0" smtClean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lang="en-US" sz="4000" b="1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WITH </a:t>
            </a:r>
            <a:r>
              <a:rPr lang="en-US" sz="4000" b="1" dirty="0" smtClean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OUR FLIGHT.</a:t>
            </a:r>
            <a:endParaRPr lang="en-US" sz="4000" b="1" dirty="0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0A59A-FCA2-4139-BC4B-70C8D593D3FC}"/>
              </a:ext>
            </a:extLst>
          </p:cNvPr>
          <p:cNvSpPr txBox="1"/>
          <p:nvPr/>
        </p:nvSpPr>
        <p:spPr>
          <a:xfrm flipH="1">
            <a:off x="1191290" y="5440412"/>
            <a:ext cx="6617394" cy="5193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i="1" dirty="0">
                <a:solidFill>
                  <a:schemeClr val="bg1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share a common purpose and unite in order to focus</a:t>
            </a:r>
            <a:endParaRPr lang="en-US" sz="900" dirty="0">
              <a:solidFill>
                <a:schemeClr val="bg1"/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99028" y="326719"/>
            <a:ext cx="372751" cy="323165"/>
            <a:chOff x="11573266" y="326720"/>
            <a:chExt cx="372751" cy="323165"/>
          </a:xfrm>
        </p:grpSpPr>
        <p:sp>
          <p:nvSpPr>
            <p:cNvPr id="9" name="Rectangle 8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573266" y="326720"/>
              <a:ext cx="370614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13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2216156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>
          <a:xfrm>
            <a:off x="0" y="0"/>
            <a:ext cx="5943600" cy="6858000"/>
          </a:xfrm>
          <a:custGeom>
            <a:avLst/>
            <a:gdLst>
              <a:gd name="connsiteX0" fmla="*/ 0 w 5562600"/>
              <a:gd name="connsiteY0" fmla="*/ 0 h 6858000"/>
              <a:gd name="connsiteX1" fmla="*/ 5562600 w 5562600"/>
              <a:gd name="connsiteY1" fmla="*/ 0 h 6858000"/>
              <a:gd name="connsiteX2" fmla="*/ 5562600 w 5562600"/>
              <a:gd name="connsiteY2" fmla="*/ 6858000 h 6858000"/>
              <a:gd name="connsiteX3" fmla="*/ 0 w 5562600"/>
              <a:gd name="connsiteY3" fmla="*/ 6858000 h 6858000"/>
              <a:gd name="connsiteX4" fmla="*/ 0 w 5562600"/>
              <a:gd name="connsiteY4" fmla="*/ 0 h 6858000"/>
              <a:gd name="connsiteX0" fmla="*/ 0 w 5562600"/>
              <a:gd name="connsiteY0" fmla="*/ 0 h 6858000"/>
              <a:gd name="connsiteX1" fmla="*/ 3657600 w 5562600"/>
              <a:gd name="connsiteY1" fmla="*/ 0 h 6858000"/>
              <a:gd name="connsiteX2" fmla="*/ 5562600 w 5562600"/>
              <a:gd name="connsiteY2" fmla="*/ 6858000 h 6858000"/>
              <a:gd name="connsiteX3" fmla="*/ 0 w 5562600"/>
              <a:gd name="connsiteY3" fmla="*/ 6858000 h 6858000"/>
              <a:gd name="connsiteX4" fmla="*/ 0 w 55626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2600" h="6858000">
                <a:moveTo>
                  <a:pt x="0" y="0"/>
                </a:moveTo>
                <a:lnTo>
                  <a:pt x="3657600" y="0"/>
                </a:lnTo>
                <a:lnTo>
                  <a:pt x="55626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0000">
                <a:schemeClr val="accent1">
                  <a:lumMod val="20000"/>
                  <a:lumOff val="80000"/>
                </a:schemeClr>
              </a:gs>
              <a:gs pos="90000">
                <a:schemeClr val="accent1">
                  <a:lumMod val="75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941129" y="4556527"/>
            <a:ext cx="20583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N" sz="16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Basic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30529" y="4556527"/>
            <a:ext cx="20583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N" sz="16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Premium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878581" y="4872450"/>
            <a:ext cx="208280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baseline="30000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$</a:t>
            </a:r>
            <a:r>
              <a:rPr lang="en-US" sz="4800" b="1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86</a:t>
            </a:r>
            <a:r>
              <a:rPr lang="en-US" sz="14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/ pack</a:t>
            </a:r>
            <a:endParaRPr lang="en-US" sz="4800" dirty="0">
              <a:latin typeface="Prompt" panose="00000500000000000000" pitchFamily="2" charset="-34"/>
              <a:ea typeface="Lato" panose="020F0502020204030203" pitchFamily="34" charset="0"/>
              <a:cs typeface="Prompt" panose="00000500000000000000" pitchFamily="2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78581" y="4772439"/>
            <a:ext cx="2082800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i="1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Start from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7730" y="4772439"/>
            <a:ext cx="2082800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i="1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Start from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7730" y="4867556"/>
            <a:ext cx="208280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b="1" baseline="30000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$</a:t>
            </a:r>
            <a:r>
              <a:rPr lang="en-US" sz="4800" b="1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98</a:t>
            </a:r>
            <a:r>
              <a:rPr lang="en-US" sz="1400" dirty="0"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/ pack</a:t>
            </a:r>
            <a:endParaRPr lang="en-US" sz="4800" dirty="0">
              <a:latin typeface="Prompt" panose="00000500000000000000" pitchFamily="2" charset="-34"/>
              <a:ea typeface="Lato" panose="020F0502020204030203" pitchFamily="34" charset="0"/>
              <a:cs typeface="Prompt" panose="00000500000000000000" pitchFamily="2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0A59A-FCA2-4139-BC4B-70C8D593D3FC}"/>
              </a:ext>
            </a:extLst>
          </p:cNvPr>
          <p:cNvSpPr txBox="1"/>
          <p:nvPr/>
        </p:nvSpPr>
        <p:spPr>
          <a:xfrm flipH="1">
            <a:off x="6692206" y="2406925"/>
            <a:ext cx="450284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share a common purpose and unite in order to focus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12" name="Title 11"/>
          <p:cNvSpPr txBox="1">
            <a:spLocks/>
          </p:cNvSpPr>
          <p:nvPr/>
        </p:nvSpPr>
        <p:spPr>
          <a:xfrm>
            <a:off x="6541181" y="1088320"/>
            <a:ext cx="3719572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OUR FUTURE TARGET COMPANY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1452243" y="313273"/>
            <a:ext cx="378630" cy="323165"/>
            <a:chOff x="11573266" y="326720"/>
            <a:chExt cx="378630" cy="323165"/>
          </a:xfrm>
        </p:grpSpPr>
        <p:sp>
          <p:nvSpPr>
            <p:cNvPr id="14" name="Rectangle 13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573266" y="326720"/>
              <a:ext cx="378630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14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059565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895850" y="771525"/>
            <a:ext cx="6457950" cy="325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0CA463-6E1A-4322-A168-F6AA5719FC32}"/>
              </a:ext>
            </a:extLst>
          </p:cNvPr>
          <p:cNvSpPr/>
          <p:nvPr/>
        </p:nvSpPr>
        <p:spPr>
          <a:xfrm>
            <a:off x="5813435" y="2318523"/>
            <a:ext cx="49688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3200"/>
            </a:pPr>
            <a:r>
              <a:rPr lang="en-US" sz="900" i="1" dirty="0">
                <a:solidFill>
                  <a:schemeClr val="bg1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share a common purpose and unite in order to focus their various</a:t>
            </a:r>
            <a:r>
              <a:rPr lang="id-ID" sz="900" i="1" dirty="0">
                <a:solidFill>
                  <a:schemeClr val="bg1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.</a:t>
            </a:r>
            <a:r>
              <a:rPr lang="en-US" sz="900" i="1" dirty="0">
                <a:solidFill>
                  <a:schemeClr val="bg1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 A company is an association or collection of individuals, whether natural persons, legal persons, or a mixture of both. </a:t>
            </a:r>
            <a:endParaRPr lang="id-ID" sz="900" i="1" dirty="0">
              <a:solidFill>
                <a:schemeClr val="bg1"/>
              </a:solidFill>
              <a:latin typeface="Prompt" panose="00000500000000000000" pitchFamily="2" charset="-34"/>
              <a:ea typeface="Open Sans" panose="020B0606030504020204" pitchFamily="34" charset="0"/>
              <a:cs typeface="Prompt" panose="00000500000000000000" pitchFamily="2" charset="-34"/>
            </a:endParaRPr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5786718" y="1137011"/>
            <a:ext cx="4103287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bg1"/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BEST SERVICE IN THE AIRPORT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99028" y="326719"/>
            <a:ext cx="372751" cy="323165"/>
            <a:chOff x="11573266" y="326720"/>
            <a:chExt cx="372751" cy="323165"/>
          </a:xfrm>
        </p:grpSpPr>
        <p:sp>
          <p:nvSpPr>
            <p:cNvPr id="12" name="Rectangle 11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573266" y="326720"/>
              <a:ext cx="370614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15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F2FE117-162B-3F4B-A561-2FA94B8A838F}"/>
              </a:ext>
            </a:extLst>
          </p:cNvPr>
          <p:cNvSpPr txBox="1"/>
          <p:nvPr/>
        </p:nvSpPr>
        <p:spPr>
          <a:xfrm>
            <a:off x="7651587" y="4781817"/>
            <a:ext cx="852798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d-ID" sz="7200" b="1" dirty="0" smtClean="0">
                <a:solidFill>
                  <a:sysClr val="windowText" lastClr="000000"/>
                </a:solidFill>
                <a:latin typeface="Prompt" panose="00000500000000000000" pitchFamily="2" charset="-34"/>
                <a:ea typeface="Open Sans SemiBold" charset="0"/>
                <a:cs typeface="Prompt" panose="00000500000000000000" pitchFamily="2" charset="-34"/>
              </a:rPr>
              <a:t>17</a:t>
            </a:r>
            <a:endParaRPr lang="en-US" sz="7200" b="1" dirty="0">
              <a:solidFill>
                <a:sysClr val="windowText" lastClr="000000"/>
              </a:solidFill>
              <a:latin typeface="Prompt" panose="00000500000000000000" pitchFamily="2" charset="-34"/>
              <a:ea typeface="Open Sans SemiBold" charset="0"/>
              <a:cs typeface="Prompt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9E4010-9030-3541-AB6A-8808916C25E3}"/>
              </a:ext>
            </a:extLst>
          </p:cNvPr>
          <p:cNvSpPr txBox="1"/>
          <p:nvPr/>
        </p:nvSpPr>
        <p:spPr>
          <a:xfrm>
            <a:off x="7633955" y="5889813"/>
            <a:ext cx="8880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d-ID" sz="1400" b="1" dirty="0" smtClean="0">
                <a:solidFill>
                  <a:sysClr val="windowText" lastClr="000000"/>
                </a:solidFill>
                <a:latin typeface="Prompt" panose="00000500000000000000" pitchFamily="2" charset="-34"/>
                <a:ea typeface="Open Sans SemiBold" charset="0"/>
                <a:cs typeface="Prompt" panose="00000500000000000000" pitchFamily="2" charset="-34"/>
              </a:rPr>
              <a:t>Desember</a:t>
            </a:r>
            <a:endParaRPr lang="en-US" sz="1400" b="1" dirty="0">
              <a:solidFill>
                <a:sysClr val="windowText" lastClr="000000"/>
              </a:solidFill>
              <a:latin typeface="Prompt" panose="00000500000000000000" pitchFamily="2" charset="-34"/>
              <a:ea typeface="Open Sans SemiBold" charset="0"/>
              <a:cs typeface="Prompt" panose="00000500000000000000" pitchFamily="2" charset="-3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9086E7-ED8F-214C-B03D-3D83A4E2E481}"/>
              </a:ext>
            </a:extLst>
          </p:cNvPr>
          <p:cNvGrpSpPr/>
          <p:nvPr/>
        </p:nvGrpSpPr>
        <p:grpSpPr>
          <a:xfrm>
            <a:off x="9336843" y="5335815"/>
            <a:ext cx="1445457" cy="354665"/>
            <a:chOff x="7608896" y="645459"/>
            <a:chExt cx="1445457" cy="354665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21FB21A8-2037-3847-A003-C91757CCDB5C}"/>
                </a:ext>
              </a:extLst>
            </p:cNvPr>
            <p:cNvSpPr/>
            <p:nvPr/>
          </p:nvSpPr>
          <p:spPr>
            <a:xfrm>
              <a:off x="7608896" y="645459"/>
              <a:ext cx="1445457" cy="354665"/>
            </a:xfrm>
            <a:prstGeom prst="roundRect">
              <a:avLst>
                <a:gd name="adj" fmla="val 3044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6CBC68-7B9D-7949-9549-32E5718BCDF2}"/>
                </a:ext>
              </a:extLst>
            </p:cNvPr>
            <p:cNvSpPr txBox="1"/>
            <p:nvPr/>
          </p:nvSpPr>
          <p:spPr>
            <a:xfrm>
              <a:off x="7813854" y="715069"/>
              <a:ext cx="10467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b="1">
                  <a:solidFill>
                    <a:schemeClr val="bg1"/>
                  </a:solidFill>
                  <a:latin typeface="Prompt" panose="00000500000000000000" pitchFamily="2" charset="-34"/>
                  <a:ea typeface="Open Sans SemiBold" charset="0"/>
                  <a:cs typeface="Prompt" panose="00000500000000000000" pitchFamily="2" charset="-34"/>
                </a:rPr>
                <a:t>READ MORE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0F31F9-879B-C547-AD6B-5088DDAB37A0}"/>
              </a:ext>
            </a:extLst>
          </p:cNvPr>
          <p:cNvCxnSpPr/>
          <p:nvPr/>
        </p:nvCxnSpPr>
        <p:spPr>
          <a:xfrm>
            <a:off x="8931163" y="4999248"/>
            <a:ext cx="0" cy="998287"/>
          </a:xfrm>
          <a:prstGeom prst="line">
            <a:avLst/>
          </a:prstGeom>
          <a:ln>
            <a:solidFill>
              <a:srgbClr val="F72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0429689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A0A59A-FCA2-4139-BC4B-70C8D593D3FC}"/>
              </a:ext>
            </a:extLst>
          </p:cNvPr>
          <p:cNvSpPr txBox="1"/>
          <p:nvPr/>
        </p:nvSpPr>
        <p:spPr>
          <a:xfrm flipH="1">
            <a:off x="6501706" y="3187975"/>
            <a:ext cx="4502843" cy="796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share a common purpose and unite in order to focus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5" name="Title 11"/>
          <p:cNvSpPr txBox="1">
            <a:spLocks/>
          </p:cNvSpPr>
          <p:nvPr/>
        </p:nvSpPr>
        <p:spPr>
          <a:xfrm>
            <a:off x="6389317" y="1948819"/>
            <a:ext cx="3719572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BEST SERVICE EVERY AIRCRAFT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501707" y="4369075"/>
            <a:ext cx="4502842" cy="1329797"/>
            <a:chOff x="919844" y="4083240"/>
            <a:chExt cx="3584572" cy="1329797"/>
          </a:xfrm>
        </p:grpSpPr>
        <p:grpSp>
          <p:nvGrpSpPr>
            <p:cNvPr id="7" name="Group 6"/>
            <p:cNvGrpSpPr/>
            <p:nvPr/>
          </p:nvGrpSpPr>
          <p:grpSpPr>
            <a:xfrm>
              <a:off x="1026705" y="4622337"/>
              <a:ext cx="3237107" cy="90547"/>
              <a:chOff x="2801256" y="3685202"/>
              <a:chExt cx="3237107" cy="90547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2801256" y="3685202"/>
                <a:ext cx="3237107" cy="9054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801257" y="3685202"/>
                <a:ext cx="1128906" cy="9054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 flipH="1">
              <a:off x="919844" y="4801331"/>
              <a:ext cx="3584572" cy="611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Lorem ipsum dolor sit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amet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consectetur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adipiscing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elit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sed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do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eiusmod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tempor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incididunt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ut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labore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et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dolore</a:t>
              </a:r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magna </a:t>
              </a:r>
              <a:r>
                <a:rPr 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aliqua</a:t>
              </a:r>
              <a:r>
                <a:rPr lang="vi-VN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.</a:t>
              </a:r>
              <a:endPara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Medium" panose="020F0502020204030203" pitchFamily="34" charset="0"/>
                <a:cs typeface="Prompt" panose="00000500000000000000" pitchFamily="2" charset="-34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9844" y="4083240"/>
              <a:ext cx="7327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rPr>
                <a:t>25%</a:t>
              </a:r>
              <a:endParaRPr lang="id-ID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1452243" y="313273"/>
            <a:ext cx="380232" cy="323165"/>
            <a:chOff x="11573266" y="326720"/>
            <a:chExt cx="380232" cy="323165"/>
          </a:xfrm>
        </p:grpSpPr>
        <p:sp>
          <p:nvSpPr>
            <p:cNvPr id="13" name="Rectangle 12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573266" y="326720"/>
              <a:ext cx="380232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16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1795149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A0A59A-FCA2-4139-BC4B-70C8D593D3FC}"/>
              </a:ext>
            </a:extLst>
          </p:cNvPr>
          <p:cNvSpPr txBox="1"/>
          <p:nvPr/>
        </p:nvSpPr>
        <p:spPr>
          <a:xfrm flipH="1">
            <a:off x="1243906" y="2132514"/>
            <a:ext cx="450284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share a common purpose and unite in order to focus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5" name="Title 11"/>
          <p:cNvSpPr txBox="1">
            <a:spLocks/>
          </p:cNvSpPr>
          <p:nvPr/>
        </p:nvSpPr>
        <p:spPr>
          <a:xfrm>
            <a:off x="1131517" y="951414"/>
            <a:ext cx="3719572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THE BEST SERVICE IN EVERY TRIP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243907" y="3313614"/>
            <a:ext cx="4502842" cy="1329797"/>
            <a:chOff x="919844" y="4083240"/>
            <a:chExt cx="3584572" cy="1329797"/>
          </a:xfrm>
        </p:grpSpPr>
        <p:grpSp>
          <p:nvGrpSpPr>
            <p:cNvPr id="7" name="Group 6"/>
            <p:cNvGrpSpPr/>
            <p:nvPr/>
          </p:nvGrpSpPr>
          <p:grpSpPr>
            <a:xfrm>
              <a:off x="1026705" y="4622337"/>
              <a:ext cx="3237107" cy="90547"/>
              <a:chOff x="2801256" y="3685202"/>
              <a:chExt cx="3237107" cy="90547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2801256" y="3685202"/>
                <a:ext cx="3237107" cy="9054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801257" y="3685202"/>
                <a:ext cx="1128906" cy="9054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 flipH="1">
              <a:off x="919844" y="4801331"/>
              <a:ext cx="3584572" cy="611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Lorem ipsum dolor sit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amet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consectetur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adipiscing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elit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sed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do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eiusmod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tempor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incididunt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ut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labore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et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dolore</a:t>
              </a:r>
              <a:r>
                <a:rPr 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magna </a:t>
              </a:r>
              <a:r>
                <a:rPr lang="en-US" sz="9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aliqua</a:t>
              </a:r>
              <a:r>
                <a:rPr lang="vi-VN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.</a:t>
              </a:r>
              <a:endPara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Medium" panose="020F0502020204030203" pitchFamily="34" charset="0"/>
                <a:cs typeface="Prompt" panose="00000500000000000000" pitchFamily="2" charset="-34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9844" y="4083240"/>
              <a:ext cx="7544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rPr>
                <a:t>44%</a:t>
              </a:r>
              <a:endParaRPr lang="id-ID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99028" y="326719"/>
            <a:ext cx="372751" cy="323165"/>
            <a:chOff x="11573266" y="326720"/>
            <a:chExt cx="372751" cy="323165"/>
          </a:xfrm>
        </p:grpSpPr>
        <p:sp>
          <p:nvSpPr>
            <p:cNvPr id="13" name="Rectangle 12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573266" y="326720"/>
              <a:ext cx="362600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b="1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17</a:t>
              </a:r>
              <a:endParaRPr lang="id-ID" sz="1500" b="1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659787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452243" y="313273"/>
            <a:ext cx="380232" cy="323165"/>
            <a:chOff x="11573266" y="326720"/>
            <a:chExt cx="380232" cy="323165"/>
          </a:xfrm>
        </p:grpSpPr>
        <p:sp>
          <p:nvSpPr>
            <p:cNvPr id="9" name="Rectangle 8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573266" y="326720"/>
              <a:ext cx="380232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18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41105462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2" name="Freeform 11"/>
          <p:cNvSpPr/>
          <p:nvPr/>
        </p:nvSpPr>
        <p:spPr>
          <a:xfrm>
            <a:off x="4961690" y="1529199"/>
            <a:ext cx="1348139" cy="4148642"/>
          </a:xfrm>
          <a:custGeom>
            <a:avLst/>
            <a:gdLst>
              <a:gd name="connsiteX0" fmla="*/ 0 w 1943100"/>
              <a:gd name="connsiteY0" fmla="*/ 0 h 5600700"/>
              <a:gd name="connsiteX1" fmla="*/ 1943100 w 1943100"/>
              <a:gd name="connsiteY1" fmla="*/ 0 h 5600700"/>
              <a:gd name="connsiteX2" fmla="*/ 1943100 w 1943100"/>
              <a:gd name="connsiteY2" fmla="*/ 551509 h 5600700"/>
              <a:gd name="connsiteX3" fmla="*/ 663462 w 1943100"/>
              <a:gd name="connsiteY3" fmla="*/ 551509 h 5600700"/>
              <a:gd name="connsiteX4" fmla="*/ 663462 w 1943100"/>
              <a:gd name="connsiteY4" fmla="*/ 5049191 h 5600700"/>
              <a:gd name="connsiteX5" fmla="*/ 1943100 w 1943100"/>
              <a:gd name="connsiteY5" fmla="*/ 5049191 h 5600700"/>
              <a:gd name="connsiteX6" fmla="*/ 1943100 w 1943100"/>
              <a:gd name="connsiteY6" fmla="*/ 5600700 h 5600700"/>
              <a:gd name="connsiteX7" fmla="*/ 0 w 1943100"/>
              <a:gd name="connsiteY7" fmla="*/ 5600700 h 560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43100" h="5600700">
                <a:moveTo>
                  <a:pt x="0" y="0"/>
                </a:moveTo>
                <a:lnTo>
                  <a:pt x="1943100" y="0"/>
                </a:lnTo>
                <a:lnTo>
                  <a:pt x="1943100" y="551509"/>
                </a:lnTo>
                <a:lnTo>
                  <a:pt x="663462" y="551509"/>
                </a:lnTo>
                <a:lnTo>
                  <a:pt x="663462" y="5049191"/>
                </a:lnTo>
                <a:lnTo>
                  <a:pt x="1943100" y="5049191"/>
                </a:lnTo>
                <a:lnTo>
                  <a:pt x="1943100" y="5600700"/>
                </a:lnTo>
                <a:lnTo>
                  <a:pt x="0" y="56007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flipH="1">
            <a:off x="6309829" y="1529199"/>
            <a:ext cx="1295400" cy="4148642"/>
          </a:xfrm>
          <a:custGeom>
            <a:avLst/>
            <a:gdLst>
              <a:gd name="connsiteX0" fmla="*/ 0 w 1943100"/>
              <a:gd name="connsiteY0" fmla="*/ 0 h 5600700"/>
              <a:gd name="connsiteX1" fmla="*/ 1943100 w 1943100"/>
              <a:gd name="connsiteY1" fmla="*/ 0 h 5600700"/>
              <a:gd name="connsiteX2" fmla="*/ 1943100 w 1943100"/>
              <a:gd name="connsiteY2" fmla="*/ 551509 h 5600700"/>
              <a:gd name="connsiteX3" fmla="*/ 663462 w 1943100"/>
              <a:gd name="connsiteY3" fmla="*/ 551509 h 5600700"/>
              <a:gd name="connsiteX4" fmla="*/ 663462 w 1943100"/>
              <a:gd name="connsiteY4" fmla="*/ 5049191 h 5600700"/>
              <a:gd name="connsiteX5" fmla="*/ 1943100 w 1943100"/>
              <a:gd name="connsiteY5" fmla="*/ 5049191 h 5600700"/>
              <a:gd name="connsiteX6" fmla="*/ 1943100 w 1943100"/>
              <a:gd name="connsiteY6" fmla="*/ 5600700 h 5600700"/>
              <a:gd name="connsiteX7" fmla="*/ 0 w 1943100"/>
              <a:gd name="connsiteY7" fmla="*/ 5600700 h 560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43100" h="5600700">
                <a:moveTo>
                  <a:pt x="0" y="0"/>
                </a:moveTo>
                <a:lnTo>
                  <a:pt x="1943100" y="0"/>
                </a:lnTo>
                <a:lnTo>
                  <a:pt x="1943100" y="551509"/>
                </a:lnTo>
                <a:lnTo>
                  <a:pt x="663462" y="551509"/>
                </a:lnTo>
                <a:lnTo>
                  <a:pt x="663462" y="5049191"/>
                </a:lnTo>
                <a:lnTo>
                  <a:pt x="1943100" y="5049191"/>
                </a:lnTo>
                <a:lnTo>
                  <a:pt x="1943100" y="5600700"/>
                </a:lnTo>
                <a:lnTo>
                  <a:pt x="0" y="56007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47465" y="2126186"/>
            <a:ext cx="6077785" cy="3200888"/>
          </a:xfrm>
          <a:prstGeom prst="rect">
            <a:avLst/>
          </a:prstGeom>
          <a:noFill/>
          <a:ln w="28575">
            <a:noFill/>
          </a:ln>
        </p:spPr>
        <p:txBody>
          <a:bodyPr wrap="square" lIns="243852" tIns="121926" rIns="243852" bIns="121926" rtlCol="0">
            <a:spAutoFit/>
          </a:bodyPr>
          <a:lstStyle/>
          <a:p>
            <a:r>
              <a:rPr lang="en-US" sz="9600" i="1" dirty="0" smtClean="0">
                <a:solidFill>
                  <a:schemeClr val="bg1"/>
                </a:solidFill>
                <a:latin typeface="Oswald SemiBold" pitchFamily="2" charset="0"/>
                <a:ea typeface="Lato Medium" panose="020F0502020204030203" pitchFamily="34" charset="0"/>
                <a:cs typeface="Aharoni" panose="02010803020104030203" pitchFamily="2" charset="-79"/>
              </a:rPr>
              <a:t>BATAVIA</a:t>
            </a:r>
          </a:p>
          <a:p>
            <a:r>
              <a:rPr lang="en-US" sz="9600" i="1" dirty="0" smtClean="0">
                <a:solidFill>
                  <a:schemeClr val="bg1"/>
                </a:solidFill>
                <a:latin typeface="Oswald SemiBold" pitchFamily="2" charset="0"/>
                <a:ea typeface="Lato Medium" panose="020F0502020204030203" pitchFamily="34" charset="0"/>
                <a:cs typeface="Aharoni" panose="02010803020104030203" pitchFamily="2" charset="-79"/>
              </a:rPr>
              <a:t>AIRLINES</a:t>
            </a:r>
            <a:endParaRPr lang="en-US" sz="9600" i="1" dirty="0">
              <a:solidFill>
                <a:schemeClr val="bg1"/>
              </a:solidFill>
              <a:latin typeface="Oswald SemiBold" pitchFamily="2" charset="0"/>
              <a:ea typeface="Lato Medium" panose="020F0502020204030203" pitchFamily="34" charset="0"/>
              <a:cs typeface="Aharoni" panose="02010803020104030203" pitchFamily="2" charset="-79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99028" y="326719"/>
            <a:ext cx="380232" cy="323165"/>
            <a:chOff x="11573266" y="326720"/>
            <a:chExt cx="380232" cy="323165"/>
          </a:xfrm>
        </p:grpSpPr>
        <p:sp>
          <p:nvSpPr>
            <p:cNvPr id="16" name="Rectangle 15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573266" y="326720"/>
              <a:ext cx="380232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19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620071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6955615" y="5144251"/>
            <a:ext cx="785026" cy="695424"/>
          </a:xfrm>
          <a:custGeom>
            <a:avLst/>
            <a:gdLst/>
            <a:ahLst/>
            <a:cxnLst/>
            <a:rect l="l" t="t" r="r" b="b"/>
            <a:pathLst>
              <a:path w="356115" h="315468">
                <a:moveTo>
                  <a:pt x="280677" y="70866"/>
                </a:moveTo>
                <a:lnTo>
                  <a:pt x="343771" y="70866"/>
                </a:lnTo>
                <a:lnTo>
                  <a:pt x="300794" y="315468"/>
                </a:lnTo>
                <a:lnTo>
                  <a:pt x="237700" y="315468"/>
                </a:lnTo>
                <a:close/>
                <a:moveTo>
                  <a:pt x="110904" y="63094"/>
                </a:moveTo>
                <a:cubicBezTo>
                  <a:pt x="100236" y="63094"/>
                  <a:pt x="93987" y="68428"/>
                  <a:pt x="92159" y="79096"/>
                </a:cubicBezTo>
                <a:lnTo>
                  <a:pt x="64269" y="236830"/>
                </a:lnTo>
                <a:cubicBezTo>
                  <a:pt x="62441" y="247193"/>
                  <a:pt x="66860" y="252374"/>
                  <a:pt x="77528" y="252374"/>
                </a:cubicBezTo>
                <a:lnTo>
                  <a:pt x="109075" y="252374"/>
                </a:lnTo>
                <a:cubicBezTo>
                  <a:pt x="119743" y="252374"/>
                  <a:pt x="125991" y="247193"/>
                  <a:pt x="127820" y="236830"/>
                </a:cubicBezTo>
                <a:lnTo>
                  <a:pt x="155709" y="79096"/>
                </a:lnTo>
                <a:cubicBezTo>
                  <a:pt x="157538" y="68428"/>
                  <a:pt x="153118" y="63094"/>
                  <a:pt x="142451" y="63094"/>
                </a:cubicBezTo>
                <a:close/>
                <a:moveTo>
                  <a:pt x="252331" y="0"/>
                </a:moveTo>
                <a:lnTo>
                  <a:pt x="356115" y="0"/>
                </a:lnTo>
                <a:lnTo>
                  <a:pt x="345143" y="63094"/>
                </a:lnTo>
                <a:lnTo>
                  <a:pt x="241358" y="63094"/>
                </a:lnTo>
                <a:close/>
                <a:moveTo>
                  <a:pt x="121877" y="0"/>
                </a:moveTo>
                <a:lnTo>
                  <a:pt x="153423" y="0"/>
                </a:lnTo>
                <a:cubicBezTo>
                  <a:pt x="164396" y="0"/>
                  <a:pt x="174226" y="2057"/>
                  <a:pt x="182913" y="6172"/>
                </a:cubicBezTo>
                <a:cubicBezTo>
                  <a:pt x="191599" y="10287"/>
                  <a:pt x="198915" y="15926"/>
                  <a:pt x="204858" y="23089"/>
                </a:cubicBezTo>
                <a:cubicBezTo>
                  <a:pt x="210802" y="30251"/>
                  <a:pt x="214993" y="38633"/>
                  <a:pt x="217431" y="48235"/>
                </a:cubicBezTo>
                <a:cubicBezTo>
                  <a:pt x="219870" y="57836"/>
                  <a:pt x="220174" y="68123"/>
                  <a:pt x="218346" y="79096"/>
                </a:cubicBezTo>
                <a:lnTo>
                  <a:pt x="190456" y="236830"/>
                </a:lnTo>
                <a:cubicBezTo>
                  <a:pt x="188628" y="247802"/>
                  <a:pt x="184818" y="258013"/>
                  <a:pt x="179027" y="267462"/>
                </a:cubicBezTo>
                <a:cubicBezTo>
                  <a:pt x="173235" y="276911"/>
                  <a:pt x="166149" y="285217"/>
                  <a:pt x="157767" y="292379"/>
                </a:cubicBezTo>
                <a:cubicBezTo>
                  <a:pt x="149385" y="299542"/>
                  <a:pt x="140088" y="305181"/>
                  <a:pt x="129877" y="309296"/>
                </a:cubicBezTo>
                <a:cubicBezTo>
                  <a:pt x="119667" y="313411"/>
                  <a:pt x="109075" y="315468"/>
                  <a:pt x="98102" y="315468"/>
                </a:cubicBezTo>
                <a:lnTo>
                  <a:pt x="66555" y="315468"/>
                </a:lnTo>
                <a:cubicBezTo>
                  <a:pt x="55583" y="315468"/>
                  <a:pt x="45677" y="313411"/>
                  <a:pt x="36837" y="309296"/>
                </a:cubicBezTo>
                <a:cubicBezTo>
                  <a:pt x="27998" y="305181"/>
                  <a:pt x="20607" y="299542"/>
                  <a:pt x="14663" y="292379"/>
                </a:cubicBezTo>
                <a:cubicBezTo>
                  <a:pt x="8720" y="285217"/>
                  <a:pt x="4529" y="276911"/>
                  <a:pt x="2090" y="267462"/>
                </a:cubicBezTo>
                <a:cubicBezTo>
                  <a:pt x="-348" y="258013"/>
                  <a:pt x="-653" y="247802"/>
                  <a:pt x="1176" y="236830"/>
                </a:cubicBezTo>
                <a:lnTo>
                  <a:pt x="29065" y="79096"/>
                </a:lnTo>
                <a:cubicBezTo>
                  <a:pt x="30894" y="68123"/>
                  <a:pt x="34704" y="57836"/>
                  <a:pt x="40495" y="48235"/>
                </a:cubicBezTo>
                <a:cubicBezTo>
                  <a:pt x="46286" y="38633"/>
                  <a:pt x="53373" y="30251"/>
                  <a:pt x="61755" y="23089"/>
                </a:cubicBezTo>
                <a:cubicBezTo>
                  <a:pt x="70137" y="15926"/>
                  <a:pt x="79509" y="10287"/>
                  <a:pt x="89872" y="6172"/>
                </a:cubicBezTo>
                <a:cubicBezTo>
                  <a:pt x="100236" y="2057"/>
                  <a:pt x="110904" y="0"/>
                  <a:pt x="121877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 flipH="1">
            <a:off x="8167416" y="5076464"/>
            <a:ext cx="3271048" cy="796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adipiscing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elit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sed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do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eiusmod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tempor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incididunt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ut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labore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et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dolore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magna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aliqua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.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Ut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enim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ad minim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veniam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99028" y="326719"/>
            <a:ext cx="429926" cy="323165"/>
            <a:chOff x="11573266" y="326720"/>
            <a:chExt cx="429926" cy="323165"/>
          </a:xfrm>
        </p:grpSpPr>
        <p:sp>
          <p:nvSpPr>
            <p:cNvPr id="11" name="Rectangle 10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573266" y="326720"/>
              <a:ext cx="429926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20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889739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1943" y="751341"/>
            <a:ext cx="6502400" cy="53553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8" name="Rectangle: Rounded Corners 118">
            <a:extLst>
              <a:ext uri="{FF2B5EF4-FFF2-40B4-BE49-F238E27FC236}">
                <a16:creationId xmlns:a16="http://schemas.microsoft.com/office/drawing/2014/main" id="{393863E8-CA6B-4155-B306-58AAD3CA87A1}"/>
              </a:ext>
            </a:extLst>
          </p:cNvPr>
          <p:cNvSpPr/>
          <p:nvPr/>
        </p:nvSpPr>
        <p:spPr>
          <a:xfrm>
            <a:off x="6231022" y="2845052"/>
            <a:ext cx="612350" cy="6123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8E9A69-E62A-4E6C-9CFC-CD1D8432225B}"/>
              </a:ext>
            </a:extLst>
          </p:cNvPr>
          <p:cNvSpPr/>
          <p:nvPr/>
        </p:nvSpPr>
        <p:spPr>
          <a:xfrm>
            <a:off x="6121126" y="2966561"/>
            <a:ext cx="832142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id-ID" b="1" dirty="0" smtClean="0">
                <a:effectLst/>
                <a:latin typeface="Prompt" panose="00000500000000000000" pitchFamily="2" charset="-34"/>
                <a:cs typeface="Prompt" panose="00000500000000000000" pitchFamily="2" charset="-34"/>
              </a:rPr>
              <a:t>2.4</a:t>
            </a:r>
            <a:r>
              <a:rPr lang="en-US" b="1" dirty="0" smtClean="0">
                <a:effectLst/>
                <a:latin typeface="Prompt" panose="00000500000000000000" pitchFamily="2" charset="-34"/>
                <a:cs typeface="Prompt" panose="00000500000000000000" pitchFamily="2" charset="-34"/>
              </a:rPr>
              <a:t>%</a:t>
            </a:r>
            <a:endParaRPr lang="en-US" b="1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0D24DD-BC46-45DF-A083-76EDDBE54282}"/>
              </a:ext>
            </a:extLst>
          </p:cNvPr>
          <p:cNvSpPr/>
          <p:nvPr/>
        </p:nvSpPr>
        <p:spPr>
          <a:xfrm>
            <a:off x="6905291" y="2735728"/>
            <a:ext cx="35121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bg1"/>
                </a:solidFill>
                <a:latin typeface="Prompt" panose="00000500000000000000" pitchFamily="2" charset="-34"/>
                <a:ea typeface="Adobe Fan Heiti Std B" panose="020B0700000000000000" pitchFamily="34" charset="-128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solidFill>
                  <a:schemeClr val="bg1"/>
                </a:solidFill>
                <a:latin typeface="Prompt" panose="00000500000000000000" pitchFamily="2" charset="-34"/>
                <a:ea typeface="Adobe Fan Heiti Std B" panose="020B0700000000000000" pitchFamily="34" charset="-128"/>
                <a:cs typeface="Prompt" panose="00000500000000000000" pitchFamily="2" charset="-34"/>
              </a:rPr>
              <a:t>amet</a:t>
            </a:r>
            <a:r>
              <a:rPr lang="en-US" sz="900" dirty="0" smtClean="0">
                <a:solidFill>
                  <a:schemeClr val="bg1"/>
                </a:solidFill>
                <a:latin typeface="Prompt" panose="00000500000000000000" pitchFamily="2" charset="-34"/>
                <a:ea typeface="Adobe Fan Heiti Std B" panose="020B0700000000000000" pitchFamily="34" charset="-128"/>
                <a:cs typeface="Prompt" panose="00000500000000000000" pitchFamily="2" charset="-34"/>
              </a:rPr>
              <a:t>,</a:t>
            </a:r>
            <a:endParaRPr lang="id-ID" sz="900" dirty="0" smtClean="0">
              <a:solidFill>
                <a:schemeClr val="bg1"/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  <a:p>
            <a:pPr>
              <a:lnSpc>
                <a:spcPct val="200000"/>
              </a:lnSpc>
            </a:pPr>
            <a:r>
              <a:rPr lang="en-US" sz="900" dirty="0" smtClean="0">
                <a:solidFill>
                  <a:schemeClr val="bg1"/>
                </a:solidFill>
                <a:latin typeface="Prompt" panose="00000500000000000000" pitchFamily="2" charset="-34"/>
                <a:ea typeface="Adobe Fan Heiti Std B" panose="020B0700000000000000" pitchFamily="34" charset="-128"/>
                <a:cs typeface="Prompt" panose="00000500000000000000" pitchFamily="2" charset="-34"/>
              </a:rPr>
              <a:t> </a:t>
            </a:r>
            <a:r>
              <a:rPr lang="en-US" sz="900" dirty="0">
                <a:solidFill>
                  <a:schemeClr val="bg1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</a:t>
            </a:r>
            <a:endParaRPr lang="en-US" sz="900" dirty="0">
              <a:solidFill>
                <a:schemeClr val="bg1"/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21" name="Rectangle: Rounded Corners 118">
            <a:extLst>
              <a:ext uri="{FF2B5EF4-FFF2-40B4-BE49-F238E27FC236}">
                <a16:creationId xmlns:a16="http://schemas.microsoft.com/office/drawing/2014/main" id="{393863E8-CA6B-4155-B306-58AAD3CA87A1}"/>
              </a:ext>
            </a:extLst>
          </p:cNvPr>
          <p:cNvSpPr/>
          <p:nvPr/>
        </p:nvSpPr>
        <p:spPr>
          <a:xfrm>
            <a:off x="6231022" y="4307469"/>
            <a:ext cx="612350" cy="6123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8E9A69-E62A-4E6C-9CFC-CD1D8432225B}"/>
              </a:ext>
            </a:extLst>
          </p:cNvPr>
          <p:cNvSpPr/>
          <p:nvPr/>
        </p:nvSpPr>
        <p:spPr>
          <a:xfrm>
            <a:off x="6121126" y="4428978"/>
            <a:ext cx="832142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id-ID" b="1" dirty="0" smtClean="0">
                <a:latin typeface="Prompt" panose="00000500000000000000" pitchFamily="2" charset="-34"/>
                <a:cs typeface="Prompt" panose="00000500000000000000" pitchFamily="2" charset="-34"/>
              </a:rPr>
              <a:t>7.9</a:t>
            </a:r>
            <a:r>
              <a:rPr lang="en-US" b="1" dirty="0" smtClean="0">
                <a:effectLst/>
                <a:latin typeface="Prompt" panose="00000500000000000000" pitchFamily="2" charset="-34"/>
                <a:cs typeface="Prompt" panose="00000500000000000000" pitchFamily="2" charset="-34"/>
              </a:rPr>
              <a:t>%</a:t>
            </a:r>
            <a:endParaRPr lang="en-US" b="1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0D24DD-BC46-45DF-A083-76EDDBE54282}"/>
              </a:ext>
            </a:extLst>
          </p:cNvPr>
          <p:cNvSpPr/>
          <p:nvPr/>
        </p:nvSpPr>
        <p:spPr>
          <a:xfrm>
            <a:off x="6905291" y="4198145"/>
            <a:ext cx="35121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bg1"/>
                </a:solidFill>
                <a:latin typeface="Prompt" panose="00000500000000000000" pitchFamily="2" charset="-34"/>
                <a:ea typeface="Adobe Fan Heiti Std B" panose="020B0700000000000000" pitchFamily="34" charset="-128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solidFill>
                  <a:schemeClr val="bg1"/>
                </a:solidFill>
                <a:latin typeface="Prompt" panose="00000500000000000000" pitchFamily="2" charset="-34"/>
                <a:ea typeface="Adobe Fan Heiti Std B" panose="020B0700000000000000" pitchFamily="34" charset="-128"/>
                <a:cs typeface="Prompt" panose="00000500000000000000" pitchFamily="2" charset="-34"/>
              </a:rPr>
              <a:t>amet</a:t>
            </a:r>
            <a:r>
              <a:rPr lang="en-US" sz="900" dirty="0" smtClean="0">
                <a:solidFill>
                  <a:schemeClr val="bg1"/>
                </a:solidFill>
                <a:latin typeface="Prompt" panose="00000500000000000000" pitchFamily="2" charset="-34"/>
                <a:ea typeface="Adobe Fan Heiti Std B" panose="020B0700000000000000" pitchFamily="34" charset="-128"/>
                <a:cs typeface="Prompt" panose="00000500000000000000" pitchFamily="2" charset="-34"/>
              </a:rPr>
              <a:t>,</a:t>
            </a:r>
            <a:endParaRPr lang="id-ID" sz="900" dirty="0" smtClean="0">
              <a:solidFill>
                <a:schemeClr val="bg1"/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  <a:p>
            <a:pPr>
              <a:lnSpc>
                <a:spcPct val="200000"/>
              </a:lnSpc>
            </a:pPr>
            <a:r>
              <a:rPr lang="en-US" sz="900" dirty="0" smtClean="0">
                <a:solidFill>
                  <a:schemeClr val="bg1"/>
                </a:solidFill>
                <a:latin typeface="Prompt" panose="00000500000000000000" pitchFamily="2" charset="-34"/>
                <a:ea typeface="Adobe Fan Heiti Std B" panose="020B0700000000000000" pitchFamily="34" charset="-128"/>
                <a:cs typeface="Prompt" panose="00000500000000000000" pitchFamily="2" charset="-34"/>
              </a:rPr>
              <a:t> </a:t>
            </a:r>
            <a:r>
              <a:rPr lang="en-US" sz="900" dirty="0">
                <a:solidFill>
                  <a:schemeClr val="bg1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</a:t>
            </a:r>
            <a:endParaRPr lang="en-US" sz="900" dirty="0">
              <a:solidFill>
                <a:schemeClr val="bg1"/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24" name="Title 11"/>
          <p:cNvSpPr txBox="1">
            <a:spLocks/>
          </p:cNvSpPr>
          <p:nvPr/>
        </p:nvSpPr>
        <p:spPr>
          <a:xfrm>
            <a:off x="6121126" y="1439212"/>
            <a:ext cx="3719572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bg1"/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BEST SERVICE IN THE AIRPORT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99028" y="326719"/>
            <a:ext cx="372751" cy="323165"/>
            <a:chOff x="11573266" y="326720"/>
            <a:chExt cx="372751" cy="323165"/>
          </a:xfrm>
        </p:grpSpPr>
        <p:sp>
          <p:nvSpPr>
            <p:cNvPr id="12" name="Rectangle 11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573266" y="326720"/>
              <a:ext cx="37221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21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8264200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79297" y="4570871"/>
            <a:ext cx="3182532" cy="570080"/>
            <a:chOff x="8015277" y="3637318"/>
            <a:chExt cx="2758347" cy="494097"/>
          </a:xfrm>
        </p:grpSpPr>
        <p:grpSp>
          <p:nvGrpSpPr>
            <p:cNvPr id="8" name="Group 7"/>
            <p:cNvGrpSpPr/>
            <p:nvPr/>
          </p:nvGrpSpPr>
          <p:grpSpPr>
            <a:xfrm>
              <a:off x="8015277" y="3637318"/>
              <a:ext cx="2758347" cy="240079"/>
              <a:chOff x="8015277" y="3564894"/>
              <a:chExt cx="2758347" cy="240079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8015277" y="3564894"/>
                <a:ext cx="832496" cy="240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rPr>
                  <a:t>Marketing</a:t>
                </a:r>
                <a:endParaRPr lang="en-US" sz="1200" b="1" dirty="0">
                  <a:latin typeface="Prompt" panose="00000500000000000000" pitchFamily="2" charset="-34"/>
                  <a:ea typeface="Roboto Thin" charset="0"/>
                  <a:cs typeface="Prompt" panose="00000500000000000000" pitchFamily="2" charset="-34"/>
                </a:endParaRP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9059202" y="3655842"/>
                <a:ext cx="1714422" cy="95103"/>
                <a:chOff x="5627077" y="5022937"/>
                <a:chExt cx="3446585" cy="139906"/>
              </a:xfrm>
            </p:grpSpPr>
            <p:sp>
              <p:nvSpPr>
                <p:cNvPr id="23" name="Flowchart: Data 25"/>
                <p:cNvSpPr/>
                <p:nvPr/>
              </p:nvSpPr>
              <p:spPr>
                <a:xfrm>
                  <a:off x="5627077" y="5022937"/>
                  <a:ext cx="689317" cy="139906"/>
                </a:xfrm>
                <a:prstGeom prst="flowChartInputOutp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24" name="Flowchart: Data 26"/>
                <p:cNvSpPr/>
                <p:nvPr/>
              </p:nvSpPr>
              <p:spPr>
                <a:xfrm>
                  <a:off x="6316394" y="5022937"/>
                  <a:ext cx="689317" cy="139906"/>
                </a:xfrm>
                <a:prstGeom prst="flowChartInputOutp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25" name="Flowchart: Data 27"/>
                <p:cNvSpPr/>
                <p:nvPr/>
              </p:nvSpPr>
              <p:spPr>
                <a:xfrm>
                  <a:off x="7005711" y="5022937"/>
                  <a:ext cx="689317" cy="139906"/>
                </a:xfrm>
                <a:prstGeom prst="flowChartInputOutp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26" name="Flowchart: Data 28"/>
                <p:cNvSpPr/>
                <p:nvPr/>
              </p:nvSpPr>
              <p:spPr>
                <a:xfrm>
                  <a:off x="7695028" y="5022937"/>
                  <a:ext cx="689317" cy="139906"/>
                </a:xfrm>
                <a:prstGeom prst="flowChartInputOutp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27" name="Flowchart: Data 29"/>
                <p:cNvSpPr/>
                <p:nvPr/>
              </p:nvSpPr>
              <p:spPr>
                <a:xfrm>
                  <a:off x="8384345" y="5022937"/>
                  <a:ext cx="689317" cy="139906"/>
                </a:xfrm>
                <a:prstGeom prst="flowChartInputOutpu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</p:grpSp>
        </p:grpSp>
        <p:grpSp>
          <p:nvGrpSpPr>
            <p:cNvPr id="9" name="Group 8"/>
            <p:cNvGrpSpPr/>
            <p:nvPr/>
          </p:nvGrpSpPr>
          <p:grpSpPr>
            <a:xfrm>
              <a:off x="8015277" y="3891336"/>
              <a:ext cx="2758347" cy="240079"/>
              <a:chOff x="8015277" y="3891336"/>
              <a:chExt cx="2758347" cy="240079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9059202" y="3983385"/>
                <a:ext cx="1714422" cy="95103"/>
                <a:chOff x="5627077" y="5022937"/>
                <a:chExt cx="3446585" cy="139906"/>
              </a:xfrm>
            </p:grpSpPr>
            <p:sp>
              <p:nvSpPr>
                <p:cNvPr id="16" name="Flowchart: Data 18"/>
                <p:cNvSpPr/>
                <p:nvPr/>
              </p:nvSpPr>
              <p:spPr>
                <a:xfrm>
                  <a:off x="5627077" y="5022937"/>
                  <a:ext cx="689317" cy="139906"/>
                </a:xfrm>
                <a:prstGeom prst="flowChartInputOutp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17" name="Flowchart: Data 19"/>
                <p:cNvSpPr/>
                <p:nvPr/>
              </p:nvSpPr>
              <p:spPr>
                <a:xfrm>
                  <a:off x="6316394" y="5022937"/>
                  <a:ext cx="689317" cy="139906"/>
                </a:xfrm>
                <a:prstGeom prst="flowChartInputOutp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18" name="Flowchart: Data 20"/>
                <p:cNvSpPr/>
                <p:nvPr/>
              </p:nvSpPr>
              <p:spPr>
                <a:xfrm>
                  <a:off x="7005711" y="5022937"/>
                  <a:ext cx="689317" cy="139906"/>
                </a:xfrm>
                <a:prstGeom prst="flowChartInputOutp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19" name="Flowchart: Data 21"/>
                <p:cNvSpPr/>
                <p:nvPr/>
              </p:nvSpPr>
              <p:spPr>
                <a:xfrm>
                  <a:off x="7695028" y="5022937"/>
                  <a:ext cx="689317" cy="139906"/>
                </a:xfrm>
                <a:prstGeom prst="flowChartInputOutpu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20" name="Flowchart: Data 22"/>
                <p:cNvSpPr/>
                <p:nvPr/>
              </p:nvSpPr>
              <p:spPr>
                <a:xfrm>
                  <a:off x="8384345" y="5022937"/>
                  <a:ext cx="689317" cy="139906"/>
                </a:xfrm>
                <a:prstGeom prst="flowChartInputOutpu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endParaRPr>
                </a:p>
              </p:txBody>
            </p:sp>
          </p:grpSp>
          <p:sp>
            <p:nvSpPr>
              <p:cNvPr id="12" name="TextBox 11"/>
              <p:cNvSpPr txBox="1"/>
              <p:nvPr/>
            </p:nvSpPr>
            <p:spPr>
              <a:xfrm>
                <a:off x="8015277" y="3891336"/>
                <a:ext cx="847780" cy="240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latin typeface="Prompt" panose="00000500000000000000" pitchFamily="2" charset="-34"/>
                    <a:ea typeface="Roboto Thin" charset="0"/>
                    <a:cs typeface="Prompt" panose="00000500000000000000" pitchFamily="2" charset="-34"/>
                  </a:rPr>
                  <a:t>Promotion</a:t>
                </a:r>
                <a:endParaRPr lang="en-US" sz="1200" b="1" dirty="0">
                  <a:latin typeface="Prompt" panose="00000500000000000000" pitchFamily="2" charset="-34"/>
                  <a:ea typeface="Roboto Thin" charset="0"/>
                  <a:cs typeface="Prompt" panose="00000500000000000000" pitchFamily="2" charset="-34"/>
                </a:endParaRPr>
              </a:p>
            </p:txBody>
          </p: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9A0A59A-FCA2-4139-BC4B-70C8D593D3FC}"/>
              </a:ext>
            </a:extLst>
          </p:cNvPr>
          <p:cNvSpPr txBox="1"/>
          <p:nvPr/>
        </p:nvSpPr>
        <p:spPr>
          <a:xfrm flipH="1">
            <a:off x="1291686" y="2990850"/>
            <a:ext cx="338826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share a common purpose and unite in order to focus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30" name="Title 11"/>
          <p:cNvSpPr txBox="1">
            <a:spLocks/>
          </p:cNvSpPr>
          <p:nvPr/>
        </p:nvSpPr>
        <p:spPr>
          <a:xfrm>
            <a:off x="1179297" y="1717438"/>
            <a:ext cx="3719572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BEST SERVICE IN THE AIRPORT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299028" y="326719"/>
            <a:ext cx="409086" cy="323165"/>
            <a:chOff x="11573266" y="326720"/>
            <a:chExt cx="409086" cy="323165"/>
          </a:xfrm>
        </p:grpSpPr>
        <p:sp>
          <p:nvSpPr>
            <p:cNvPr id="31" name="Rectangle 30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573266" y="326720"/>
              <a:ext cx="409086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b="1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22</a:t>
              </a:r>
              <a:endParaRPr lang="id-ID" sz="1500" b="1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6785300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40467" y="731670"/>
            <a:ext cx="2947917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85</a:t>
            </a:r>
            <a:r>
              <a:rPr lang="en-US" sz="2400" b="1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%</a:t>
            </a:r>
            <a:endParaRPr lang="en-US" sz="5400" b="1" dirty="0">
              <a:solidFill>
                <a:srgbClr val="FF0000"/>
              </a:solidFill>
              <a:latin typeface="Prompt" panose="00000500000000000000" pitchFamily="2" charset="-34"/>
              <a:ea typeface="Lato" panose="020F0502020204030203" pitchFamily="34" charset="0"/>
              <a:cs typeface="Prompt" panose="00000500000000000000" pitchFamily="2" charset="-3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1720" y="1346838"/>
            <a:ext cx="35076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3200"/>
            </a:pP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</a:t>
            </a:r>
            <a:r>
              <a:rPr lang="en-US" sz="9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Company members share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ea typeface="Open Sans" panose="020B0606030504020204" pitchFamily="34" charset="0"/>
              <a:cs typeface="Prompt" panose="00000500000000000000" pitchFamily="2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2671" y="2510330"/>
            <a:ext cx="2947917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76</a:t>
            </a:r>
            <a:r>
              <a:rPr lang="en-US" sz="3200" b="1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%</a:t>
            </a:r>
            <a:endParaRPr lang="en-US" sz="6600" b="1" dirty="0">
              <a:solidFill>
                <a:srgbClr val="FF0000"/>
              </a:solidFill>
              <a:latin typeface="Prompt" panose="00000500000000000000" pitchFamily="2" charset="-34"/>
              <a:ea typeface="Lato" panose="020F0502020204030203" pitchFamily="34" charset="0"/>
              <a:cs typeface="Prompt" panose="00000500000000000000" pitchFamily="2" charset="-3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201720" y="3157738"/>
            <a:ext cx="33893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3200"/>
            </a:pP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</a:t>
            </a:r>
            <a:r>
              <a:rPr lang="en-US" sz="9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share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ea typeface="Open Sans" panose="020B0606030504020204" pitchFamily="34" charset="0"/>
              <a:cs typeface="Prompt" panose="00000500000000000000" pitchFamily="2" charset="-3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2671" y="4365602"/>
            <a:ext cx="2947917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94</a:t>
            </a:r>
            <a:r>
              <a:rPr lang="en-US" sz="3200" b="1" dirty="0">
                <a:solidFill>
                  <a:srgbClr val="FF0000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rPr>
              <a:t>%</a:t>
            </a:r>
            <a:endParaRPr lang="en-US" sz="6600" b="1" dirty="0">
              <a:solidFill>
                <a:srgbClr val="FF0000"/>
              </a:solidFill>
              <a:latin typeface="Prompt" panose="00000500000000000000" pitchFamily="2" charset="-34"/>
              <a:ea typeface="Lato" panose="020F0502020204030203" pitchFamily="34" charset="0"/>
              <a:cs typeface="Prompt" panose="00000500000000000000" pitchFamily="2" charset="-3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01720" y="5051110"/>
            <a:ext cx="35076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3200"/>
            </a:pP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</a:t>
            </a:r>
            <a:r>
              <a:rPr lang="en-US" sz="9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share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ea typeface="Open Sans" panose="020B0606030504020204" pitchFamily="34" charset="0"/>
              <a:cs typeface="Prompt" panose="00000500000000000000" pitchFamily="2" charset="-34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1452243" y="313273"/>
            <a:ext cx="399468" cy="323165"/>
            <a:chOff x="11573266" y="326720"/>
            <a:chExt cx="399468" cy="323165"/>
          </a:xfrm>
        </p:grpSpPr>
        <p:sp>
          <p:nvSpPr>
            <p:cNvPr id="13" name="Rectangle 12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573266" y="326720"/>
              <a:ext cx="39946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b="1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23</a:t>
              </a:r>
              <a:endParaRPr lang="id-ID" sz="15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1154825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A0A59A-FCA2-4139-BC4B-70C8D593D3FC}"/>
              </a:ext>
            </a:extLst>
          </p:cNvPr>
          <p:cNvSpPr txBox="1"/>
          <p:nvPr/>
        </p:nvSpPr>
        <p:spPr>
          <a:xfrm flipH="1">
            <a:off x="1262956" y="2908575"/>
            <a:ext cx="4502843" cy="791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Open Sans" panose="020B0606030504020204" pitchFamily="34" charset="0"/>
                <a:cs typeface="Prompt" panose="00000500000000000000" pitchFamily="2" charset="-34"/>
              </a:rPr>
              <a:t>A company is an association or collection of individuals, whether natural persons, legal persons, or a mixture of both. Company members share a common purpose and unite in order to focus</a:t>
            </a:r>
            <a:endParaRPr lang="en-US" sz="900" dirty="0">
              <a:solidFill>
                <a:sysClr val="windowText" lastClr="000000"/>
              </a:solidFill>
              <a:latin typeface="Prompt" panose="00000500000000000000" pitchFamily="2" charset="-34"/>
              <a:ea typeface="Adobe Fan Heiti Std B" panose="020B0700000000000000" pitchFamily="34" charset="-128"/>
              <a:cs typeface="Prompt" panose="00000500000000000000" pitchFamily="2" charset="-34"/>
            </a:endParaRPr>
          </a:p>
        </p:txBody>
      </p:sp>
      <p:sp>
        <p:nvSpPr>
          <p:cNvPr id="5" name="Title 11"/>
          <p:cNvSpPr txBox="1">
            <a:spLocks/>
          </p:cNvSpPr>
          <p:nvPr/>
        </p:nvSpPr>
        <p:spPr>
          <a:xfrm>
            <a:off x="1150567" y="1611362"/>
            <a:ext cx="3719572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BEST SERVICE IN AIRCRAFT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62956" y="4318751"/>
            <a:ext cx="785026" cy="695424"/>
          </a:xfrm>
          <a:custGeom>
            <a:avLst/>
            <a:gdLst/>
            <a:ahLst/>
            <a:cxnLst/>
            <a:rect l="l" t="t" r="r" b="b"/>
            <a:pathLst>
              <a:path w="356115" h="315468">
                <a:moveTo>
                  <a:pt x="280677" y="70866"/>
                </a:moveTo>
                <a:lnTo>
                  <a:pt x="343771" y="70866"/>
                </a:lnTo>
                <a:lnTo>
                  <a:pt x="300794" y="315468"/>
                </a:lnTo>
                <a:lnTo>
                  <a:pt x="237700" y="315468"/>
                </a:lnTo>
                <a:close/>
                <a:moveTo>
                  <a:pt x="110904" y="63094"/>
                </a:moveTo>
                <a:cubicBezTo>
                  <a:pt x="100236" y="63094"/>
                  <a:pt x="93987" y="68428"/>
                  <a:pt x="92159" y="79096"/>
                </a:cubicBezTo>
                <a:lnTo>
                  <a:pt x="64269" y="236830"/>
                </a:lnTo>
                <a:cubicBezTo>
                  <a:pt x="62441" y="247193"/>
                  <a:pt x="66860" y="252374"/>
                  <a:pt x="77528" y="252374"/>
                </a:cubicBezTo>
                <a:lnTo>
                  <a:pt x="109075" y="252374"/>
                </a:lnTo>
                <a:cubicBezTo>
                  <a:pt x="119743" y="252374"/>
                  <a:pt x="125991" y="247193"/>
                  <a:pt x="127820" y="236830"/>
                </a:cubicBezTo>
                <a:lnTo>
                  <a:pt x="155709" y="79096"/>
                </a:lnTo>
                <a:cubicBezTo>
                  <a:pt x="157538" y="68428"/>
                  <a:pt x="153118" y="63094"/>
                  <a:pt x="142451" y="63094"/>
                </a:cubicBezTo>
                <a:close/>
                <a:moveTo>
                  <a:pt x="252331" y="0"/>
                </a:moveTo>
                <a:lnTo>
                  <a:pt x="356115" y="0"/>
                </a:lnTo>
                <a:lnTo>
                  <a:pt x="345143" y="63094"/>
                </a:lnTo>
                <a:lnTo>
                  <a:pt x="241358" y="63094"/>
                </a:lnTo>
                <a:close/>
                <a:moveTo>
                  <a:pt x="121877" y="0"/>
                </a:moveTo>
                <a:lnTo>
                  <a:pt x="153423" y="0"/>
                </a:lnTo>
                <a:cubicBezTo>
                  <a:pt x="164396" y="0"/>
                  <a:pt x="174226" y="2057"/>
                  <a:pt x="182913" y="6172"/>
                </a:cubicBezTo>
                <a:cubicBezTo>
                  <a:pt x="191599" y="10287"/>
                  <a:pt x="198915" y="15926"/>
                  <a:pt x="204858" y="23089"/>
                </a:cubicBezTo>
                <a:cubicBezTo>
                  <a:pt x="210802" y="30251"/>
                  <a:pt x="214993" y="38633"/>
                  <a:pt x="217431" y="48235"/>
                </a:cubicBezTo>
                <a:cubicBezTo>
                  <a:pt x="219870" y="57836"/>
                  <a:pt x="220174" y="68123"/>
                  <a:pt x="218346" y="79096"/>
                </a:cubicBezTo>
                <a:lnTo>
                  <a:pt x="190456" y="236830"/>
                </a:lnTo>
                <a:cubicBezTo>
                  <a:pt x="188628" y="247802"/>
                  <a:pt x="184818" y="258013"/>
                  <a:pt x="179027" y="267462"/>
                </a:cubicBezTo>
                <a:cubicBezTo>
                  <a:pt x="173235" y="276911"/>
                  <a:pt x="166149" y="285217"/>
                  <a:pt x="157767" y="292379"/>
                </a:cubicBezTo>
                <a:cubicBezTo>
                  <a:pt x="149385" y="299542"/>
                  <a:pt x="140088" y="305181"/>
                  <a:pt x="129877" y="309296"/>
                </a:cubicBezTo>
                <a:cubicBezTo>
                  <a:pt x="119667" y="313411"/>
                  <a:pt x="109075" y="315468"/>
                  <a:pt x="98102" y="315468"/>
                </a:cubicBezTo>
                <a:lnTo>
                  <a:pt x="66555" y="315468"/>
                </a:lnTo>
                <a:cubicBezTo>
                  <a:pt x="55583" y="315468"/>
                  <a:pt x="45677" y="313411"/>
                  <a:pt x="36837" y="309296"/>
                </a:cubicBezTo>
                <a:cubicBezTo>
                  <a:pt x="27998" y="305181"/>
                  <a:pt x="20607" y="299542"/>
                  <a:pt x="14663" y="292379"/>
                </a:cubicBezTo>
                <a:cubicBezTo>
                  <a:pt x="8720" y="285217"/>
                  <a:pt x="4529" y="276911"/>
                  <a:pt x="2090" y="267462"/>
                </a:cubicBezTo>
                <a:cubicBezTo>
                  <a:pt x="-348" y="258013"/>
                  <a:pt x="-653" y="247802"/>
                  <a:pt x="1176" y="236830"/>
                </a:cubicBezTo>
                <a:lnTo>
                  <a:pt x="29065" y="79096"/>
                </a:lnTo>
                <a:cubicBezTo>
                  <a:pt x="30894" y="68123"/>
                  <a:pt x="34704" y="57836"/>
                  <a:pt x="40495" y="48235"/>
                </a:cubicBezTo>
                <a:cubicBezTo>
                  <a:pt x="46286" y="38633"/>
                  <a:pt x="53373" y="30251"/>
                  <a:pt x="61755" y="23089"/>
                </a:cubicBezTo>
                <a:cubicBezTo>
                  <a:pt x="70137" y="15926"/>
                  <a:pt x="79509" y="10287"/>
                  <a:pt x="89872" y="6172"/>
                </a:cubicBezTo>
                <a:cubicBezTo>
                  <a:pt x="100236" y="2057"/>
                  <a:pt x="110904" y="0"/>
                  <a:pt x="121877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 flipH="1">
            <a:off x="2474757" y="4250964"/>
            <a:ext cx="3271048" cy="796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adipiscing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elit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sed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do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eiusmod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tempor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incididunt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ut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labore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et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dolore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magna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aliqua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.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Ut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enim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 ad minim </a:t>
            </a:r>
            <a:r>
              <a:rPr lang="en-US" sz="900" dirty="0" err="1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veniam</a:t>
            </a:r>
            <a:r>
              <a:rPr lang="en-US" sz="900" dirty="0">
                <a:latin typeface="Prompt" panose="00000500000000000000" pitchFamily="2" charset="-34"/>
                <a:ea typeface="Lato regular" panose="020F0502020204030203" pitchFamily="34" charset="0"/>
                <a:cs typeface="Prompt" panose="00000500000000000000" pitchFamily="2" charset="-34"/>
              </a:rPr>
              <a:t>,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99028" y="326719"/>
            <a:ext cx="415498" cy="323165"/>
            <a:chOff x="11573266" y="326720"/>
            <a:chExt cx="415498" cy="323165"/>
          </a:xfrm>
        </p:grpSpPr>
        <p:sp>
          <p:nvSpPr>
            <p:cNvPr id="8" name="Rectangle 7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573266" y="326720"/>
              <a:ext cx="41549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24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8241044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9059" y="5828631"/>
            <a:ext cx="1311211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>
                <a:solidFill>
                  <a:schemeClr val="bg1"/>
                </a:solidFill>
                <a:latin typeface="Prompt" panose="00000500000000000000" pitchFamily="2" charset="-34"/>
                <a:ea typeface="Roboto Light" panose="02000000000000000000" pitchFamily="2" charset="0"/>
                <a:cs typeface="Prompt" panose="00000500000000000000" pitchFamily="2" charset="-34"/>
              </a:rPr>
              <a:t>Active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977554" y="4555765"/>
            <a:ext cx="441887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i="1" dirty="0"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CHART OPTIONS</a:t>
            </a: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Prompt" panose="00000500000000000000" pitchFamily="2" charset="-34"/>
                <a:ea typeface="Roboto Light" panose="02000000000000000000" pitchFamily="2" charset="0"/>
                <a:cs typeface="Prompt" panose="00000500000000000000" pitchFamily="2" charset="-34"/>
              </a:rPr>
              <a:t>Quickly repurpose top-line innovation before global communities. Efficiently benchmark progressive resources without competitive </a:t>
            </a:r>
            <a:r>
              <a:rPr lang="en-US" sz="1000" i="1" dirty="0" err="1">
                <a:latin typeface="Prompt" panose="00000500000000000000" pitchFamily="2" charset="-34"/>
                <a:ea typeface="Roboto Light" panose="02000000000000000000" pitchFamily="2" charset="0"/>
                <a:cs typeface="Prompt" panose="00000500000000000000" pitchFamily="2" charset="-34"/>
              </a:rPr>
              <a:t>vortals</a:t>
            </a:r>
            <a:r>
              <a:rPr lang="en-US" sz="1000" i="1" dirty="0">
                <a:latin typeface="Prompt" panose="00000500000000000000" pitchFamily="2" charset="-34"/>
                <a:ea typeface="Roboto Light" panose="02000000000000000000" pitchFamily="2" charset="0"/>
                <a:cs typeface="Prompt" panose="00000500000000000000" pitchFamily="2" charset="-34"/>
              </a:rPr>
              <a:t>. </a:t>
            </a:r>
          </a:p>
        </p:txBody>
      </p:sp>
      <p:sp>
        <p:nvSpPr>
          <p:cNvPr id="9" name="Shape 2389"/>
          <p:cNvSpPr/>
          <p:nvPr/>
        </p:nvSpPr>
        <p:spPr>
          <a:xfrm>
            <a:off x="7062601" y="4297523"/>
            <a:ext cx="326676" cy="267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FF0000"/>
          </a:solidFill>
          <a:ln w="12700">
            <a:miter lim="400000"/>
          </a:ln>
        </p:spPr>
        <p:txBody>
          <a:bodyPr lIns="19507" tIns="19507" rIns="19507" bIns="19507" anchor="ctr"/>
          <a:lstStyle/>
          <a:p>
            <a:pPr algn="ctr" defTabSz="234066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600" i="1">
              <a:solidFill>
                <a:schemeClr val="tx1">
                  <a:lumMod val="65000"/>
                  <a:lumOff val="35000"/>
                </a:schemeClr>
              </a:solidFill>
              <a:latin typeface="Prompt" panose="00000500000000000000" pitchFamily="2" charset="-34"/>
              <a:ea typeface="Arial"/>
              <a:cs typeface="Prompt" panose="00000500000000000000" pitchFamily="2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085217" y="5828631"/>
            <a:ext cx="1311211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>
                <a:solidFill>
                  <a:schemeClr val="bg1"/>
                </a:solidFill>
                <a:latin typeface="Prompt" panose="00000500000000000000" pitchFamily="2" charset="-34"/>
                <a:ea typeface="Roboto Light" panose="02000000000000000000" pitchFamily="2" charset="0"/>
                <a:cs typeface="Prompt" panose="00000500000000000000" pitchFamily="2" charset="-34"/>
              </a:rPr>
              <a:t>Active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52138" y="5826555"/>
            <a:ext cx="1311211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chemeClr val="bg1"/>
                </a:solidFill>
                <a:latin typeface="Prompt" panose="00000500000000000000" pitchFamily="2" charset="-34"/>
                <a:ea typeface="Roboto Light" panose="02000000000000000000" pitchFamily="2" charset="0"/>
                <a:cs typeface="Prompt" panose="00000500000000000000" pitchFamily="2" charset="-34"/>
              </a:rPr>
              <a:t>Active Users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452243" y="313273"/>
            <a:ext cx="407484" cy="323165"/>
            <a:chOff x="11573266" y="326720"/>
            <a:chExt cx="407484" cy="323165"/>
          </a:xfrm>
        </p:grpSpPr>
        <p:sp>
          <p:nvSpPr>
            <p:cNvPr id="13" name="Rectangle 12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i="1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573266" y="326720"/>
              <a:ext cx="407484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i="1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25</a:t>
              </a:r>
              <a:endParaRPr lang="id-ID" sz="1500" i="1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325398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09575" y="474855"/>
            <a:ext cx="11372850" cy="3785664"/>
          </a:xfrm>
          <a:prstGeom prst="rect">
            <a:avLst/>
          </a:prstGeom>
          <a:noFill/>
          <a:ln w="28575">
            <a:noFill/>
          </a:ln>
        </p:spPr>
        <p:txBody>
          <a:bodyPr wrap="square" lIns="243852" tIns="121926" rIns="243852" bIns="121926" rtlCol="0">
            <a:spAutoFit/>
          </a:bodyPr>
          <a:lstStyle/>
          <a:p>
            <a:pPr algn="ctr"/>
            <a:r>
              <a:rPr lang="en-US" sz="11500" spc="300" dirty="0" smtClean="0">
                <a:solidFill>
                  <a:schemeClr val="bg1"/>
                </a:solidFill>
                <a:latin typeface="Oswald SemiBold" pitchFamily="2" charset="0"/>
                <a:ea typeface="Lato Medium" panose="020F0502020204030203" pitchFamily="34" charset="0"/>
                <a:cs typeface="Aharoni" panose="02010803020104030203" pitchFamily="2" charset="-79"/>
              </a:rPr>
              <a:t>DANGEROUS ROUTE</a:t>
            </a:r>
            <a:endParaRPr lang="en-US" sz="11500" spc="300" dirty="0">
              <a:solidFill>
                <a:schemeClr val="bg1"/>
              </a:solidFill>
              <a:latin typeface="Oswald SemiBold" pitchFamily="2" charset="0"/>
              <a:ea typeface="Lato Medium" panose="020F0502020204030203" pitchFamily="34" charset="0"/>
              <a:cs typeface="Aharoni" panose="02010803020104030203" pitchFamily="2" charset="-79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901757" y="4654825"/>
            <a:ext cx="4502842" cy="1329797"/>
            <a:chOff x="919844" y="4083240"/>
            <a:chExt cx="3584572" cy="1329797"/>
          </a:xfrm>
        </p:grpSpPr>
        <p:grpSp>
          <p:nvGrpSpPr>
            <p:cNvPr id="8" name="Group 7"/>
            <p:cNvGrpSpPr/>
            <p:nvPr/>
          </p:nvGrpSpPr>
          <p:grpSpPr>
            <a:xfrm>
              <a:off x="1026705" y="4622337"/>
              <a:ext cx="3237107" cy="90547"/>
              <a:chOff x="2801256" y="3685202"/>
              <a:chExt cx="3237107" cy="90547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801256" y="3685202"/>
                <a:ext cx="3237107" cy="9054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bg1"/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801257" y="3685202"/>
                <a:ext cx="1128906" cy="9054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bg1"/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 flipH="1">
              <a:off x="919844" y="4801331"/>
              <a:ext cx="3584572" cy="611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Lorem ipsum dolor sit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amet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consectetur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adipiscing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elit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,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sed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do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eiusmod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tempor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incididunt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ut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labore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et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dolore</a:t>
              </a:r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 magna </a:t>
              </a:r>
              <a:r>
                <a:rPr lang="en-US" sz="900" dirty="0" err="1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aliqua</a:t>
              </a:r>
              <a:r>
                <a:rPr lang="vi-VN" sz="900" dirty="0">
                  <a:solidFill>
                    <a:schemeClr val="bg1"/>
                  </a:solidFill>
                  <a:latin typeface="Prompt" panose="00000500000000000000" pitchFamily="2" charset="-34"/>
                  <a:ea typeface="Lato Medium" panose="020F0502020204030203" pitchFamily="34" charset="0"/>
                  <a:cs typeface="Prompt" panose="00000500000000000000" pitchFamily="2" charset="-34"/>
                </a:rPr>
                <a:t>.</a:t>
              </a:r>
              <a:endParaRPr lang="en-US" sz="900" dirty="0">
                <a:solidFill>
                  <a:schemeClr val="bg1"/>
                </a:solidFill>
                <a:latin typeface="Prompt" panose="00000500000000000000" pitchFamily="2" charset="-34"/>
                <a:ea typeface="Lato Medium" panose="020F0502020204030203" pitchFamily="34" charset="0"/>
                <a:cs typeface="Prompt" panose="00000500000000000000" pitchFamily="2" charset="-34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9844" y="4083240"/>
              <a:ext cx="7327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Prompt" panose="00000500000000000000" pitchFamily="2" charset="-34"/>
                  <a:ea typeface="Lato" panose="020F0502020204030203" pitchFamily="34" charset="0"/>
                  <a:cs typeface="Prompt" panose="00000500000000000000" pitchFamily="2" charset="-34"/>
                </a:rPr>
                <a:t>25%</a:t>
              </a:r>
              <a:endParaRPr lang="id-ID" sz="2800" dirty="0">
                <a:solidFill>
                  <a:schemeClr val="bg1"/>
                </a:solidFill>
                <a:latin typeface="Prompt" panose="00000500000000000000" pitchFamily="2" charset="-34"/>
                <a:ea typeface="Lato" panose="020F0502020204030203" pitchFamily="34" charset="0"/>
                <a:cs typeface="Prompt" panose="00000500000000000000" pitchFamily="2" charset="-34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1452243" y="313273"/>
            <a:ext cx="417102" cy="323165"/>
            <a:chOff x="11573266" y="326720"/>
            <a:chExt cx="417102" cy="323165"/>
          </a:xfrm>
        </p:grpSpPr>
        <p:sp>
          <p:nvSpPr>
            <p:cNvPr id="14" name="Rectangle 13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573266" y="326720"/>
              <a:ext cx="417102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26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511560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9A177A8C-3D05-4CA5-B47F-EC0A240E6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4456" y="1221682"/>
            <a:ext cx="8501055" cy="56653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4567F1-5BCB-4715-AE70-596258D9D356}"/>
              </a:ext>
            </a:extLst>
          </p:cNvPr>
          <p:cNvSpPr txBox="1"/>
          <p:nvPr/>
        </p:nvSpPr>
        <p:spPr>
          <a:xfrm>
            <a:off x="8718298" y="1327039"/>
            <a:ext cx="10419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spc="3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Your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EF896-0679-47F0-9524-DE69BEC36BBE}"/>
              </a:ext>
            </a:extLst>
          </p:cNvPr>
          <p:cNvSpPr txBox="1"/>
          <p:nvPr/>
        </p:nvSpPr>
        <p:spPr>
          <a:xfrm>
            <a:off x="8718299" y="1644411"/>
            <a:ext cx="254025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 company is an association or collection of individuals, whether natural persons, legal persons, or a mixture of both.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234EF4-2A1C-4334-BB81-5B4C70CBE7B3}"/>
              </a:ext>
            </a:extLst>
          </p:cNvPr>
          <p:cNvSpPr/>
          <p:nvPr/>
        </p:nvSpPr>
        <p:spPr>
          <a:xfrm>
            <a:off x="7759355" y="1316352"/>
            <a:ext cx="758238" cy="7582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>
              <a:solidFill>
                <a:sysClr val="windowText" lastClr="00000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8" name="Shape 2368">
            <a:extLst>
              <a:ext uri="{FF2B5EF4-FFF2-40B4-BE49-F238E27FC236}">
                <a16:creationId xmlns:a16="http://schemas.microsoft.com/office/drawing/2014/main" id="{E481152C-040F-4F16-AF95-54E5B282761C}"/>
              </a:ext>
            </a:extLst>
          </p:cNvPr>
          <p:cNvSpPr/>
          <p:nvPr/>
        </p:nvSpPr>
        <p:spPr>
          <a:xfrm>
            <a:off x="7998774" y="1555781"/>
            <a:ext cx="279400" cy="279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9" tIns="19049" rIns="19049" bIns="19049" anchor="ctr"/>
          <a:lstStyle/>
          <a:p>
            <a:pPr marL="0" marR="0" lvl="0" indent="0" algn="ctr" defTabSz="2285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562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Prompt" panose="00000500000000000000" pitchFamily="2" charset="-34"/>
              <a:ea typeface="Arial"/>
              <a:cs typeface="Prompt" panose="00000500000000000000" pitchFamily="2" charset="-34"/>
              <a:sym typeface="Gill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D311CF-B25A-47F1-ACA0-568679D63714}"/>
              </a:ext>
            </a:extLst>
          </p:cNvPr>
          <p:cNvSpPr txBox="1"/>
          <p:nvPr/>
        </p:nvSpPr>
        <p:spPr>
          <a:xfrm>
            <a:off x="8718298" y="4644519"/>
            <a:ext cx="10419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spc="3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Your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7D72B-26E6-43FC-95C4-FD465A66935A}"/>
              </a:ext>
            </a:extLst>
          </p:cNvPr>
          <p:cNvSpPr txBox="1"/>
          <p:nvPr/>
        </p:nvSpPr>
        <p:spPr>
          <a:xfrm>
            <a:off x="8718299" y="4961892"/>
            <a:ext cx="254025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 company is an association or collection of individuals, whether natural persons, legal persons, or a mixture of both.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15DA2E-D31D-4A24-9048-8446CD66B3E2}"/>
              </a:ext>
            </a:extLst>
          </p:cNvPr>
          <p:cNvSpPr/>
          <p:nvPr/>
        </p:nvSpPr>
        <p:spPr>
          <a:xfrm>
            <a:off x="7759355" y="4636572"/>
            <a:ext cx="758238" cy="7582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>
              <a:solidFill>
                <a:sysClr val="windowText" lastClr="00000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5" name="Shape 2390">
            <a:extLst>
              <a:ext uri="{FF2B5EF4-FFF2-40B4-BE49-F238E27FC236}">
                <a16:creationId xmlns:a16="http://schemas.microsoft.com/office/drawing/2014/main" id="{CC15AD60-3737-45E3-8CC0-ECC0D57E24D0}"/>
              </a:ext>
            </a:extLst>
          </p:cNvPr>
          <p:cNvSpPr/>
          <p:nvPr/>
        </p:nvSpPr>
        <p:spPr>
          <a:xfrm>
            <a:off x="7998774" y="4876001"/>
            <a:ext cx="279400" cy="279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9" tIns="19049" rIns="19049" bIns="19049" anchor="ctr"/>
          <a:lstStyle/>
          <a:p>
            <a:pPr marL="0" marR="0" lvl="0" indent="0" algn="ctr" defTabSz="2285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562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Prompt" panose="00000500000000000000" pitchFamily="2" charset="-34"/>
              <a:ea typeface="Arial"/>
              <a:cs typeface="Prompt" panose="00000500000000000000" pitchFamily="2" charset="-34"/>
              <a:sym typeface="Gill San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C68071-E5BD-45FF-BAE8-6BF4A426303F}"/>
              </a:ext>
            </a:extLst>
          </p:cNvPr>
          <p:cNvSpPr txBox="1"/>
          <p:nvPr/>
        </p:nvSpPr>
        <p:spPr>
          <a:xfrm>
            <a:off x="8718298" y="2990438"/>
            <a:ext cx="10419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spc="3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Your Title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0CDD07-B5FB-441E-9B1C-E0D60BBDF2B3}"/>
              </a:ext>
            </a:extLst>
          </p:cNvPr>
          <p:cNvSpPr txBox="1"/>
          <p:nvPr/>
        </p:nvSpPr>
        <p:spPr>
          <a:xfrm>
            <a:off x="8718299" y="3307810"/>
            <a:ext cx="254025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 company is an association or collection of individuals, whether natural persons, legal persons, or a mixture of both.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67B8AC-38A5-41C9-82DF-939D337EBF02}"/>
              </a:ext>
            </a:extLst>
          </p:cNvPr>
          <p:cNvSpPr/>
          <p:nvPr/>
        </p:nvSpPr>
        <p:spPr>
          <a:xfrm>
            <a:off x="7759355" y="2981120"/>
            <a:ext cx="758238" cy="7582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>
              <a:solidFill>
                <a:sysClr val="windowText" lastClr="000000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2" name="Shape 2435">
            <a:extLst>
              <a:ext uri="{FF2B5EF4-FFF2-40B4-BE49-F238E27FC236}">
                <a16:creationId xmlns:a16="http://schemas.microsoft.com/office/drawing/2014/main" id="{61AE2CFF-137D-4A1C-BA0F-628AC0784521}"/>
              </a:ext>
            </a:extLst>
          </p:cNvPr>
          <p:cNvSpPr/>
          <p:nvPr/>
        </p:nvSpPr>
        <p:spPr>
          <a:xfrm>
            <a:off x="7998774" y="3220549"/>
            <a:ext cx="279400" cy="279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9" tIns="19049" rIns="19049" bIns="19049" anchor="ctr"/>
          <a:lstStyle/>
          <a:p>
            <a:pPr marL="0" marR="0" lvl="0" indent="0" algn="ctr" defTabSz="2285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562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Prompt" panose="00000500000000000000" pitchFamily="2" charset="-34"/>
              <a:ea typeface="Arial"/>
              <a:cs typeface="Prompt" panose="00000500000000000000" pitchFamily="2" charset="-34"/>
              <a:sym typeface="Gill Sans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99028" y="326719"/>
            <a:ext cx="399468" cy="323165"/>
            <a:chOff x="11573266" y="326720"/>
            <a:chExt cx="399468" cy="323165"/>
          </a:xfrm>
        </p:grpSpPr>
        <p:sp>
          <p:nvSpPr>
            <p:cNvPr id="20" name="Rectangle 19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573266" y="326720"/>
              <a:ext cx="399468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27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337742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9" t="12812" r="19481" b="35716"/>
          <a:stretch>
            <a:fillRect/>
          </a:stretch>
        </p:blipFill>
        <p:spPr>
          <a:xfrm>
            <a:off x="6683188" y="167138"/>
            <a:ext cx="5522259" cy="6690862"/>
          </a:xfrm>
          <a:custGeom>
            <a:avLst/>
            <a:gdLst>
              <a:gd name="connsiteX0" fmla="*/ 0 w 10317163"/>
              <a:gd name="connsiteY0" fmla="*/ 0 h 12625387"/>
              <a:gd name="connsiteX1" fmla="*/ 10317163 w 10317163"/>
              <a:gd name="connsiteY1" fmla="*/ 0 h 12625387"/>
              <a:gd name="connsiteX2" fmla="*/ 10317163 w 10317163"/>
              <a:gd name="connsiteY2" fmla="*/ 12625387 h 12625387"/>
              <a:gd name="connsiteX3" fmla="*/ 0 w 10317163"/>
              <a:gd name="connsiteY3" fmla="*/ 12625387 h 126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17163" h="12625387">
                <a:moveTo>
                  <a:pt x="0" y="0"/>
                </a:moveTo>
                <a:lnTo>
                  <a:pt x="10317163" y="0"/>
                </a:lnTo>
                <a:lnTo>
                  <a:pt x="10317163" y="12625387"/>
                </a:lnTo>
                <a:lnTo>
                  <a:pt x="0" y="12625387"/>
                </a:ln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 flipH="1">
            <a:off x="1500220" y="2943014"/>
            <a:ext cx="421840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ipsum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sit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consectetur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adipiscing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elit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sed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eiusmod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tempor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incididunt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ut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labore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et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dolore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magna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aliqua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.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Ut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enim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ad minim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veniam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quis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nostrud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exercitation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ullamco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laboris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nisi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ut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aliquip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ex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ea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ipsum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sit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consectetur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adipiscing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elit</a:t>
            </a:r>
            <a:r>
              <a:rPr lang="en-US" sz="9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endParaRPr lang="en-US" sz="900" dirty="0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00221" y="1783114"/>
            <a:ext cx="3533997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ONE SMARTPHONE </a:t>
            </a:r>
          </a:p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MOCKUP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514573" y="4693428"/>
            <a:ext cx="3639343" cy="522446"/>
            <a:chOff x="1881893" y="11495314"/>
            <a:chExt cx="8436077" cy="1045029"/>
          </a:xfrm>
        </p:grpSpPr>
        <p:sp>
          <p:nvSpPr>
            <p:cNvPr id="7" name="Rounded Rectangle 6"/>
            <p:cNvSpPr/>
            <p:nvPr/>
          </p:nvSpPr>
          <p:spPr>
            <a:xfrm>
              <a:off x="1881893" y="11495314"/>
              <a:ext cx="8436077" cy="104502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0" dist="266700" dir="8100000" algn="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8454211" y="11495314"/>
              <a:ext cx="1863759" cy="1045029"/>
            </a:xfrm>
            <a:custGeom>
              <a:avLst/>
              <a:gdLst>
                <a:gd name="connsiteX0" fmla="*/ 0 w 1863759"/>
                <a:gd name="connsiteY0" fmla="*/ 0 h 1045029"/>
                <a:gd name="connsiteX1" fmla="*/ 249527 w 1863759"/>
                <a:gd name="connsiteY1" fmla="*/ 0 h 1045029"/>
                <a:gd name="connsiteX2" fmla="*/ 1451789 w 1863759"/>
                <a:gd name="connsiteY2" fmla="*/ 0 h 1045029"/>
                <a:gd name="connsiteX3" fmla="*/ 1689584 w 1863759"/>
                <a:gd name="connsiteY3" fmla="*/ 0 h 1045029"/>
                <a:gd name="connsiteX4" fmla="*/ 1863759 w 1863759"/>
                <a:gd name="connsiteY4" fmla="*/ 174175 h 1045029"/>
                <a:gd name="connsiteX5" fmla="*/ 1863759 w 1863759"/>
                <a:gd name="connsiteY5" fmla="*/ 870854 h 1045029"/>
                <a:gd name="connsiteX6" fmla="*/ 1689584 w 1863759"/>
                <a:gd name="connsiteY6" fmla="*/ 1045029 h 1045029"/>
                <a:gd name="connsiteX7" fmla="*/ 1451789 w 1863759"/>
                <a:gd name="connsiteY7" fmla="*/ 1045029 h 1045029"/>
                <a:gd name="connsiteX8" fmla="*/ 249527 w 1863759"/>
                <a:gd name="connsiteY8" fmla="*/ 1045029 h 1045029"/>
                <a:gd name="connsiteX9" fmla="*/ 0 w 1863759"/>
                <a:gd name="connsiteY9" fmla="*/ 1045029 h 10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63759" h="1045029">
                  <a:moveTo>
                    <a:pt x="0" y="0"/>
                  </a:moveTo>
                  <a:lnTo>
                    <a:pt x="249527" y="0"/>
                  </a:lnTo>
                  <a:lnTo>
                    <a:pt x="1451789" y="0"/>
                  </a:lnTo>
                  <a:lnTo>
                    <a:pt x="1689584" y="0"/>
                  </a:lnTo>
                  <a:cubicBezTo>
                    <a:pt x="1785778" y="0"/>
                    <a:pt x="1863759" y="77981"/>
                    <a:pt x="1863759" y="174175"/>
                  </a:cubicBezTo>
                  <a:lnTo>
                    <a:pt x="1863759" y="870854"/>
                  </a:lnTo>
                  <a:cubicBezTo>
                    <a:pt x="1863759" y="967048"/>
                    <a:pt x="1785778" y="1045029"/>
                    <a:pt x="1689584" y="1045029"/>
                  </a:cubicBezTo>
                  <a:lnTo>
                    <a:pt x="1451789" y="1045029"/>
                  </a:lnTo>
                  <a:lnTo>
                    <a:pt x="249527" y="1045029"/>
                  </a:lnTo>
                  <a:lnTo>
                    <a:pt x="0" y="104502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1270000" dist="266700" dir="8100000" algn="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962521" y="11899853"/>
              <a:ext cx="694855" cy="27703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Enter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77729" y="11748523"/>
              <a:ext cx="1333973" cy="538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750">
                  <a:latin typeface="Prompt" panose="00000500000000000000" pitchFamily="2" charset="-34"/>
                  <a:cs typeface="Prompt" panose="00000500000000000000" pitchFamily="2" charset="-34"/>
                </a:rPr>
                <a:t>Email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99028" y="326719"/>
            <a:ext cx="417102" cy="323165"/>
            <a:chOff x="11573266" y="326720"/>
            <a:chExt cx="417102" cy="323165"/>
          </a:xfrm>
        </p:grpSpPr>
        <p:sp>
          <p:nvSpPr>
            <p:cNvPr id="13" name="Rectangle 12"/>
            <p:cNvSpPr/>
            <p:nvPr/>
          </p:nvSpPr>
          <p:spPr>
            <a:xfrm>
              <a:off x="11600161" y="335070"/>
              <a:ext cx="345856" cy="3148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573266" y="326720"/>
              <a:ext cx="417102" cy="3231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 smtClean="0">
                  <a:solidFill>
                    <a:schemeClr val="bg1"/>
                  </a:solidFill>
                  <a:latin typeface="Prompt" panose="00000500000000000000" pitchFamily="2" charset="-34"/>
                  <a:cs typeface="Prompt" panose="00000500000000000000" pitchFamily="2" charset="-34"/>
                </a:rPr>
                <a:t>28</a:t>
              </a:r>
              <a:endParaRPr lang="id-ID" sz="1500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6"/>
          </p:nvPr>
        </p:nvSpPr>
        <p:spPr/>
      </p:sp>
    </p:spTree>
    <p:extLst>
      <p:ext uri="{BB962C8B-B14F-4D97-AF65-F5344CB8AC3E}">
        <p14:creationId xmlns:p14="http://schemas.microsoft.com/office/powerpoint/2010/main" val="32563813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51EA4-87D6-4E0E-BF64-6FBACF1B9485}"/>
              </a:ext>
            </a:extLst>
          </p:cNvPr>
          <p:cNvSpPr txBox="1"/>
          <p:nvPr/>
        </p:nvSpPr>
        <p:spPr>
          <a:xfrm>
            <a:off x="1514802" y="2454168"/>
            <a:ext cx="184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Strengths</a:t>
            </a:r>
            <a:endParaRPr lang="en-US" sz="1600" dirty="0">
              <a:solidFill>
                <a:sysClr val="windowText" lastClr="000000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EDB70-0C6D-40B7-931C-E4493CDCDB5F}"/>
              </a:ext>
            </a:extLst>
          </p:cNvPr>
          <p:cNvSpPr txBox="1"/>
          <p:nvPr/>
        </p:nvSpPr>
        <p:spPr>
          <a:xfrm>
            <a:off x="1122534" y="2831630"/>
            <a:ext cx="216700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ipsum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sit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.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Sedatim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siapare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dalaman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sit</a:t>
            </a:r>
          </a:p>
        </p:txBody>
      </p:sp>
      <p:sp>
        <p:nvSpPr>
          <p:cNvPr id="5" name="Donut 4">
            <a:extLst>
              <a:ext uri="{FF2B5EF4-FFF2-40B4-BE49-F238E27FC236}">
                <a16:creationId xmlns:a16="http://schemas.microsoft.com/office/drawing/2014/main" id="{38DF7D4C-CE45-4172-9BE2-8D7A325ADC21}"/>
              </a:ext>
            </a:extLst>
          </p:cNvPr>
          <p:cNvSpPr/>
          <p:nvPr/>
        </p:nvSpPr>
        <p:spPr>
          <a:xfrm>
            <a:off x="3409374" y="2576250"/>
            <a:ext cx="171016" cy="171016"/>
          </a:xfrm>
          <a:prstGeom prst="don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ysClr val="windowText" lastClr="000000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9759F0-7E9E-4D4B-AB1D-DFD2C087C324}"/>
              </a:ext>
            </a:extLst>
          </p:cNvPr>
          <p:cNvGrpSpPr/>
          <p:nvPr/>
        </p:nvGrpSpPr>
        <p:grpSpPr>
          <a:xfrm>
            <a:off x="4360083" y="2251464"/>
            <a:ext cx="3471834" cy="3464426"/>
            <a:chOff x="4165357" y="2042738"/>
            <a:chExt cx="3937485" cy="392908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053380-B7E5-45A8-BF8F-D6DF5A2BC283}"/>
                </a:ext>
              </a:extLst>
            </p:cNvPr>
            <p:cNvGrpSpPr/>
            <p:nvPr/>
          </p:nvGrpSpPr>
          <p:grpSpPr>
            <a:xfrm rot="2700000">
              <a:off x="6190202" y="2042738"/>
              <a:ext cx="1912640" cy="1912640"/>
              <a:chOff x="5249374" y="1501476"/>
              <a:chExt cx="1693252" cy="1693252"/>
            </a:xfrm>
          </p:grpSpPr>
          <p:sp>
            <p:nvSpPr>
              <p:cNvPr id="27" name="Teardrop 26">
                <a:extLst>
                  <a:ext uri="{FF2B5EF4-FFF2-40B4-BE49-F238E27FC236}">
                    <a16:creationId xmlns:a16="http://schemas.microsoft.com/office/drawing/2014/main" id="{D6021F03-F8CA-48A1-9DFF-C5AF5DC40102}"/>
                  </a:ext>
                </a:extLst>
              </p:cNvPr>
              <p:cNvSpPr/>
              <p:nvPr/>
            </p:nvSpPr>
            <p:spPr>
              <a:xfrm rot="8100000">
                <a:off x="5249374" y="1501476"/>
                <a:ext cx="1693252" cy="1693252"/>
              </a:xfrm>
              <a:prstGeom prst="teardrop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FE56AB79-FF4F-4B13-8CA9-9266E6E05B68}"/>
                  </a:ext>
                </a:extLst>
              </p:cNvPr>
              <p:cNvGrpSpPr/>
              <p:nvPr/>
            </p:nvGrpSpPr>
            <p:grpSpPr>
              <a:xfrm>
                <a:off x="5376153" y="1629382"/>
                <a:ext cx="1439694" cy="1439694"/>
                <a:chOff x="5376153" y="1629382"/>
                <a:chExt cx="1439694" cy="1439694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EC345096-841B-43D6-8973-FDE4B881180C}"/>
                    </a:ext>
                  </a:extLst>
                </p:cNvPr>
                <p:cNvSpPr/>
                <p:nvPr/>
              </p:nvSpPr>
              <p:spPr>
                <a:xfrm>
                  <a:off x="5376153" y="1629382"/>
                  <a:ext cx="1439694" cy="143969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25400" sx="102000" sy="102000" algn="ctr" rotWithShape="0">
                    <a:schemeClr val="bg1">
                      <a:lumMod val="8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B17EEC9C-8780-4E97-83B9-983C6119EC35}"/>
                    </a:ext>
                  </a:extLst>
                </p:cNvPr>
                <p:cNvSpPr/>
                <p:nvPr/>
              </p:nvSpPr>
              <p:spPr>
                <a:xfrm>
                  <a:off x="5543712" y="1795814"/>
                  <a:ext cx="1104575" cy="1104575"/>
                </a:xfrm>
                <a:prstGeom prst="ellipse">
                  <a:avLst/>
                </a:prstGeom>
                <a:solidFill>
                  <a:schemeClr val="bg1">
                    <a:lumMod val="95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1CCFF0F-A72A-4353-90D5-8E21CBC9C0E3}"/>
                </a:ext>
              </a:extLst>
            </p:cNvPr>
            <p:cNvGrpSpPr/>
            <p:nvPr/>
          </p:nvGrpSpPr>
          <p:grpSpPr>
            <a:xfrm rot="8100000">
              <a:off x="6190202" y="4059182"/>
              <a:ext cx="1912640" cy="1912640"/>
              <a:chOff x="5249374" y="1501476"/>
              <a:chExt cx="1693252" cy="1693252"/>
            </a:xfrm>
          </p:grpSpPr>
          <p:sp>
            <p:nvSpPr>
              <p:cNvPr id="23" name="Teardrop 22">
                <a:extLst>
                  <a:ext uri="{FF2B5EF4-FFF2-40B4-BE49-F238E27FC236}">
                    <a16:creationId xmlns:a16="http://schemas.microsoft.com/office/drawing/2014/main" id="{7F2CDDF6-2A6C-4420-BC1F-1B5CADA773DE}"/>
                  </a:ext>
                </a:extLst>
              </p:cNvPr>
              <p:cNvSpPr/>
              <p:nvPr/>
            </p:nvSpPr>
            <p:spPr>
              <a:xfrm rot="8100000">
                <a:off x="5249374" y="1501476"/>
                <a:ext cx="1693252" cy="1693252"/>
              </a:xfrm>
              <a:prstGeom prst="teardrop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94315EB-77FF-4079-98F1-32FD363CD0F2}"/>
                  </a:ext>
                </a:extLst>
              </p:cNvPr>
              <p:cNvGrpSpPr/>
              <p:nvPr/>
            </p:nvGrpSpPr>
            <p:grpSpPr>
              <a:xfrm>
                <a:off x="5376153" y="1629382"/>
                <a:ext cx="1439694" cy="1439694"/>
                <a:chOff x="5376153" y="1629382"/>
                <a:chExt cx="1439694" cy="1439694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DFBAC89-3031-44F7-8985-F96AB302BFF5}"/>
                    </a:ext>
                  </a:extLst>
                </p:cNvPr>
                <p:cNvSpPr/>
                <p:nvPr/>
              </p:nvSpPr>
              <p:spPr>
                <a:xfrm>
                  <a:off x="5376153" y="1629382"/>
                  <a:ext cx="1439694" cy="143969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25400" sx="102000" sy="102000" algn="ctr" rotWithShape="0">
                    <a:schemeClr val="bg1">
                      <a:lumMod val="8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8E58FDB0-AC7E-4A11-A2DB-59B1F01B3DAD}"/>
                    </a:ext>
                  </a:extLst>
                </p:cNvPr>
                <p:cNvSpPr/>
                <p:nvPr/>
              </p:nvSpPr>
              <p:spPr>
                <a:xfrm>
                  <a:off x="5543712" y="1795814"/>
                  <a:ext cx="1104575" cy="1104575"/>
                </a:xfrm>
                <a:prstGeom prst="ellipse">
                  <a:avLst/>
                </a:prstGeom>
                <a:solidFill>
                  <a:schemeClr val="bg1">
                    <a:lumMod val="95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7691C94-DA38-450C-8A56-98DE9A54BAB8}"/>
                </a:ext>
              </a:extLst>
            </p:cNvPr>
            <p:cNvGrpSpPr/>
            <p:nvPr/>
          </p:nvGrpSpPr>
          <p:grpSpPr>
            <a:xfrm rot="13500000">
              <a:off x="4165357" y="4059182"/>
              <a:ext cx="1912640" cy="1912640"/>
              <a:chOff x="5249374" y="1501476"/>
              <a:chExt cx="1693252" cy="1693252"/>
            </a:xfrm>
          </p:grpSpPr>
          <p:sp>
            <p:nvSpPr>
              <p:cNvPr id="19" name="Teardrop 18">
                <a:extLst>
                  <a:ext uri="{FF2B5EF4-FFF2-40B4-BE49-F238E27FC236}">
                    <a16:creationId xmlns:a16="http://schemas.microsoft.com/office/drawing/2014/main" id="{219EC70E-7D19-4B2D-B274-75D29B128FC7}"/>
                  </a:ext>
                </a:extLst>
              </p:cNvPr>
              <p:cNvSpPr/>
              <p:nvPr/>
            </p:nvSpPr>
            <p:spPr>
              <a:xfrm rot="8100000">
                <a:off x="5249374" y="1501476"/>
                <a:ext cx="1693252" cy="1693252"/>
              </a:xfrm>
              <a:prstGeom prst="teardrop">
                <a:avLst/>
              </a:prstGeom>
              <a:solidFill>
                <a:schemeClr val="accent3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C7A0B8A9-07EB-4A14-9E2D-4FFBC3F6E71F}"/>
                  </a:ext>
                </a:extLst>
              </p:cNvPr>
              <p:cNvGrpSpPr/>
              <p:nvPr/>
            </p:nvGrpSpPr>
            <p:grpSpPr>
              <a:xfrm>
                <a:off x="5376153" y="1629382"/>
                <a:ext cx="1439694" cy="1439694"/>
                <a:chOff x="5376153" y="1629382"/>
                <a:chExt cx="1439694" cy="1439694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A3979D8-B4CF-48D2-85D7-F0EB0AB6E359}"/>
                    </a:ext>
                  </a:extLst>
                </p:cNvPr>
                <p:cNvSpPr/>
                <p:nvPr/>
              </p:nvSpPr>
              <p:spPr>
                <a:xfrm>
                  <a:off x="5376153" y="1629382"/>
                  <a:ext cx="1439694" cy="143969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25400" sx="102000" sy="102000" algn="ctr" rotWithShape="0">
                    <a:schemeClr val="bg1">
                      <a:lumMod val="8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72316243-2BB9-4E8D-BD30-CB942CE6A788}"/>
                    </a:ext>
                  </a:extLst>
                </p:cNvPr>
                <p:cNvSpPr/>
                <p:nvPr/>
              </p:nvSpPr>
              <p:spPr>
                <a:xfrm>
                  <a:off x="5543712" y="1795814"/>
                  <a:ext cx="1104575" cy="1104575"/>
                </a:xfrm>
                <a:prstGeom prst="ellipse">
                  <a:avLst/>
                </a:prstGeom>
                <a:solidFill>
                  <a:schemeClr val="bg1">
                    <a:lumMod val="95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620299A-C6C0-47D6-8212-0358D3B20A20}"/>
                </a:ext>
              </a:extLst>
            </p:cNvPr>
            <p:cNvGrpSpPr/>
            <p:nvPr/>
          </p:nvGrpSpPr>
          <p:grpSpPr>
            <a:xfrm rot="18900000">
              <a:off x="4165357" y="2042738"/>
              <a:ext cx="1912640" cy="1912640"/>
              <a:chOff x="5249374" y="1501476"/>
              <a:chExt cx="1693252" cy="1693252"/>
            </a:xfrm>
          </p:grpSpPr>
          <p:sp>
            <p:nvSpPr>
              <p:cNvPr id="15" name="Teardrop 14">
                <a:extLst>
                  <a:ext uri="{FF2B5EF4-FFF2-40B4-BE49-F238E27FC236}">
                    <a16:creationId xmlns:a16="http://schemas.microsoft.com/office/drawing/2014/main" id="{410D6D22-70A6-4F11-B964-6E0482A6E168}"/>
                  </a:ext>
                </a:extLst>
              </p:cNvPr>
              <p:cNvSpPr/>
              <p:nvPr/>
            </p:nvSpPr>
            <p:spPr>
              <a:xfrm rot="8100000">
                <a:off x="5249374" y="1501476"/>
                <a:ext cx="1693252" cy="1693252"/>
              </a:xfrm>
              <a:prstGeom prst="teardrop">
                <a:avLst/>
              </a:prstGeom>
              <a:solidFill>
                <a:srgbClr val="FF0000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55774011-849D-4914-9F6E-CE5FC23049D9}"/>
                  </a:ext>
                </a:extLst>
              </p:cNvPr>
              <p:cNvGrpSpPr/>
              <p:nvPr/>
            </p:nvGrpSpPr>
            <p:grpSpPr>
              <a:xfrm>
                <a:off x="5376153" y="1629382"/>
                <a:ext cx="1439694" cy="1439694"/>
                <a:chOff x="5376153" y="1629382"/>
                <a:chExt cx="1439694" cy="1439694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7E897447-063F-4353-B3B1-283272A7DE43}"/>
                    </a:ext>
                  </a:extLst>
                </p:cNvPr>
                <p:cNvSpPr/>
                <p:nvPr/>
              </p:nvSpPr>
              <p:spPr>
                <a:xfrm>
                  <a:off x="5376153" y="1629382"/>
                  <a:ext cx="1439694" cy="143969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25400" sx="102000" sy="102000" algn="ctr" rotWithShape="0">
                    <a:schemeClr val="bg1">
                      <a:lumMod val="85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C12B6456-CFB0-4167-8AFB-281821F5D676}"/>
                    </a:ext>
                  </a:extLst>
                </p:cNvPr>
                <p:cNvSpPr/>
                <p:nvPr/>
              </p:nvSpPr>
              <p:spPr>
                <a:xfrm>
                  <a:off x="5543712" y="1795814"/>
                  <a:ext cx="1104575" cy="1104575"/>
                </a:xfrm>
                <a:prstGeom prst="ellipse">
                  <a:avLst/>
                </a:prstGeom>
                <a:solidFill>
                  <a:schemeClr val="bg1">
                    <a:lumMod val="95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</p:grp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AC50465-95ED-4F18-A41B-E373667C3A2E}"/>
              </a:ext>
            </a:extLst>
          </p:cNvPr>
          <p:cNvSpPr txBox="1"/>
          <p:nvPr/>
        </p:nvSpPr>
        <p:spPr>
          <a:xfrm>
            <a:off x="8905537" y="2454168"/>
            <a:ext cx="181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Weeknesses</a:t>
            </a:r>
            <a:endParaRPr lang="en-US" sz="1600">
              <a:solidFill>
                <a:sysClr val="windowText" lastClr="000000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778CEC-DE75-45B3-AD09-B4C2A554DF8D}"/>
              </a:ext>
            </a:extLst>
          </p:cNvPr>
          <p:cNvSpPr txBox="1"/>
          <p:nvPr/>
        </p:nvSpPr>
        <p:spPr>
          <a:xfrm>
            <a:off x="9028850" y="2831630"/>
            <a:ext cx="208418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ipsum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sit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.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Sedatim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siapare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dalaman</a:t>
            </a:r>
            <a:r>
              <a:rPr lang="en-US" sz="900" dirty="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sit</a:t>
            </a:r>
          </a:p>
        </p:txBody>
      </p:sp>
      <p:sp>
        <p:nvSpPr>
          <p:cNvPr id="34" name="Donut 33">
            <a:extLst>
              <a:ext uri="{FF2B5EF4-FFF2-40B4-BE49-F238E27FC236}">
                <a16:creationId xmlns:a16="http://schemas.microsoft.com/office/drawing/2014/main" id="{4FB45F50-4EEF-4AE3-9AD3-F155A9E52731}"/>
              </a:ext>
            </a:extLst>
          </p:cNvPr>
          <p:cNvSpPr/>
          <p:nvPr/>
        </p:nvSpPr>
        <p:spPr>
          <a:xfrm>
            <a:off x="8686808" y="2563731"/>
            <a:ext cx="171016" cy="171016"/>
          </a:xfrm>
          <a:prstGeom prst="don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FF7EE3-43A4-49AF-BA05-47F0B92590AE}"/>
              </a:ext>
            </a:extLst>
          </p:cNvPr>
          <p:cNvSpPr txBox="1"/>
          <p:nvPr/>
        </p:nvSpPr>
        <p:spPr>
          <a:xfrm>
            <a:off x="1514802" y="4645481"/>
            <a:ext cx="184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Threats</a:t>
            </a:r>
            <a:endParaRPr lang="en-US" sz="1600">
              <a:solidFill>
                <a:sysClr val="windowText" lastClr="000000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1CC54F-EC9D-4EDF-8297-77496E5AEBDB}"/>
              </a:ext>
            </a:extLst>
          </p:cNvPr>
          <p:cNvSpPr txBox="1"/>
          <p:nvPr/>
        </p:nvSpPr>
        <p:spPr>
          <a:xfrm>
            <a:off x="1122534" y="5022943"/>
            <a:ext cx="216700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sz="90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</a:t>
            </a:r>
            <a:r>
              <a:rPr lang="en-US" sz="90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ipsum</a:t>
            </a:r>
            <a:r>
              <a:rPr lang="en-US" sz="90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sit </a:t>
            </a:r>
            <a:r>
              <a:rPr lang="en-US" sz="90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consectetur. Sedatim dolor </a:t>
            </a:r>
            <a:r>
              <a:rPr lang="en-US" sz="90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siapare</a:t>
            </a:r>
            <a:r>
              <a:rPr lang="en-US" sz="90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dalaman dolor sit</a:t>
            </a:r>
          </a:p>
        </p:txBody>
      </p:sp>
      <p:sp>
        <p:nvSpPr>
          <p:cNvPr id="38" name="Donut 37">
            <a:extLst>
              <a:ext uri="{FF2B5EF4-FFF2-40B4-BE49-F238E27FC236}">
                <a16:creationId xmlns:a16="http://schemas.microsoft.com/office/drawing/2014/main" id="{97860B0B-E951-4301-915C-9B1E4A09B452}"/>
              </a:ext>
            </a:extLst>
          </p:cNvPr>
          <p:cNvSpPr/>
          <p:nvPr/>
        </p:nvSpPr>
        <p:spPr>
          <a:xfrm>
            <a:off x="3409374" y="4767563"/>
            <a:ext cx="171016" cy="171016"/>
          </a:xfrm>
          <a:prstGeom prst="don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ysClr val="windowText" lastClr="000000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64E0A3-E23C-47E6-81B7-A82D19DAF32F}"/>
              </a:ext>
            </a:extLst>
          </p:cNvPr>
          <p:cNvSpPr txBox="1"/>
          <p:nvPr/>
        </p:nvSpPr>
        <p:spPr>
          <a:xfrm>
            <a:off x="8905537" y="4645481"/>
            <a:ext cx="181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Opporunities</a:t>
            </a:r>
            <a:endParaRPr lang="en-US" sz="1600">
              <a:solidFill>
                <a:sysClr val="windowText" lastClr="000000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16E6DD-C113-4E28-8B6A-0D8D42296398}"/>
              </a:ext>
            </a:extLst>
          </p:cNvPr>
          <p:cNvSpPr txBox="1"/>
          <p:nvPr/>
        </p:nvSpPr>
        <p:spPr>
          <a:xfrm>
            <a:off x="9028850" y="5022943"/>
            <a:ext cx="208418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</a:t>
            </a:r>
            <a:r>
              <a:rPr lang="en-US" sz="90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ipsum</a:t>
            </a:r>
            <a:r>
              <a:rPr lang="en-US" sz="90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dolor sit </a:t>
            </a:r>
            <a:r>
              <a:rPr lang="en-US" sz="90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consectetur. Sedatim dolor </a:t>
            </a:r>
            <a:r>
              <a:rPr lang="en-US" sz="900" err="1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siapare</a:t>
            </a:r>
            <a:r>
              <a:rPr lang="en-US" sz="900">
                <a:solidFill>
                  <a:sysClr val="windowText" lastClr="000000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dalaman dolor sit</a:t>
            </a:r>
          </a:p>
        </p:txBody>
      </p:sp>
      <p:sp>
        <p:nvSpPr>
          <p:cNvPr id="42" name="Donut 41">
            <a:extLst>
              <a:ext uri="{FF2B5EF4-FFF2-40B4-BE49-F238E27FC236}">
                <a16:creationId xmlns:a16="http://schemas.microsoft.com/office/drawing/2014/main" id="{2CD71B29-86F9-4110-A255-83C7A3791D5C}"/>
              </a:ext>
            </a:extLst>
          </p:cNvPr>
          <p:cNvSpPr/>
          <p:nvPr/>
        </p:nvSpPr>
        <p:spPr>
          <a:xfrm>
            <a:off x="8686808" y="4755044"/>
            <a:ext cx="171016" cy="171016"/>
          </a:xfrm>
          <a:prstGeom prst="don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2996591" y="792921"/>
            <a:ext cx="6198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SWOT</a:t>
            </a:r>
            <a:r>
              <a:rPr lang="id-ID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PROGRESS</a:t>
            </a:r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INFOGRAPHIC</a:t>
            </a:r>
            <a:endParaRPr lang="id-ID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978973" y="1235323"/>
            <a:ext cx="22340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Insert Your Creative Idea </a:t>
            </a:r>
          </a:p>
        </p:txBody>
      </p:sp>
      <p:sp>
        <p:nvSpPr>
          <p:cNvPr id="52" name="TextBox 51"/>
          <p:cNvSpPr txBox="1"/>
          <p:nvPr/>
        </p:nvSpPr>
        <p:spPr>
          <a:xfrm flipH="1">
            <a:off x="4860111" y="2584699"/>
            <a:ext cx="647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atin typeface="Prompt" panose="00000500000000000000" pitchFamily="2" charset="-34"/>
                <a:cs typeface="Prompt" panose="00000500000000000000" pitchFamily="2" charset="-34"/>
              </a:rPr>
              <a:t>S</a:t>
            </a:r>
            <a:endParaRPr lang="id-ID" sz="6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3" name="TextBox 52"/>
          <p:cNvSpPr txBox="1"/>
          <p:nvPr/>
        </p:nvSpPr>
        <p:spPr>
          <a:xfrm flipH="1">
            <a:off x="6679841" y="2618571"/>
            <a:ext cx="647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atin typeface="Prompt" panose="00000500000000000000" pitchFamily="2" charset="-34"/>
                <a:cs typeface="Prompt" panose="00000500000000000000" pitchFamily="2" charset="-34"/>
              </a:rPr>
              <a:t>W</a:t>
            </a:r>
            <a:endParaRPr lang="id-ID" sz="6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4" name="TextBox 53"/>
          <p:cNvSpPr txBox="1"/>
          <p:nvPr/>
        </p:nvSpPr>
        <p:spPr>
          <a:xfrm flipH="1">
            <a:off x="4871461" y="4377335"/>
            <a:ext cx="647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atin typeface="Prompt" panose="00000500000000000000" pitchFamily="2" charset="-34"/>
                <a:cs typeface="Prompt" panose="00000500000000000000" pitchFamily="2" charset="-34"/>
              </a:rPr>
              <a:t>O</a:t>
            </a:r>
            <a:endParaRPr lang="id-ID" sz="6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5" name="TextBox 54"/>
          <p:cNvSpPr txBox="1"/>
          <p:nvPr/>
        </p:nvSpPr>
        <p:spPr>
          <a:xfrm flipH="1">
            <a:off x="6684331" y="4366220"/>
            <a:ext cx="647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atin typeface="Prompt" panose="00000500000000000000" pitchFamily="2" charset="-34"/>
                <a:cs typeface="Prompt" panose="00000500000000000000" pitchFamily="2" charset="-34"/>
              </a:rPr>
              <a:t>T</a:t>
            </a:r>
            <a:endParaRPr lang="id-ID" sz="6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446367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5216733-E155-445F-BD54-18A4CB8DA6FD}"/>
              </a:ext>
            </a:extLst>
          </p:cNvPr>
          <p:cNvGrpSpPr/>
          <p:nvPr/>
        </p:nvGrpSpPr>
        <p:grpSpPr>
          <a:xfrm>
            <a:off x="1661679" y="1942378"/>
            <a:ext cx="8868642" cy="3887628"/>
            <a:chOff x="1661679" y="1942378"/>
            <a:chExt cx="8868642" cy="3887628"/>
          </a:xfrm>
        </p:grpSpPr>
        <p:sp>
          <p:nvSpPr>
            <p:cNvPr id="2" name="Freeform 6">
              <a:extLst>
                <a:ext uri="{FF2B5EF4-FFF2-40B4-BE49-F238E27FC236}">
                  <a16:creationId xmlns:a16="http://schemas.microsoft.com/office/drawing/2014/main" id="{4906EE99-AE40-4203-B803-0C1A16FD1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664" y="3969303"/>
              <a:ext cx="1901539" cy="951387"/>
            </a:xfrm>
            <a:custGeom>
              <a:avLst/>
              <a:gdLst>
                <a:gd name="T0" fmla="*/ 632 w 746"/>
                <a:gd name="T1" fmla="*/ 0 h 372"/>
                <a:gd name="T2" fmla="*/ 373 w 746"/>
                <a:gd name="T3" fmla="*/ 258 h 372"/>
                <a:gd name="T4" fmla="*/ 114 w 746"/>
                <a:gd name="T5" fmla="*/ 0 h 372"/>
                <a:gd name="T6" fmla="*/ 0 w 746"/>
                <a:gd name="T7" fmla="*/ 0 h 372"/>
                <a:gd name="T8" fmla="*/ 373 w 746"/>
                <a:gd name="T9" fmla="*/ 372 h 372"/>
                <a:gd name="T10" fmla="*/ 746 w 746"/>
                <a:gd name="T11" fmla="*/ 0 h 372"/>
                <a:gd name="T12" fmla="*/ 632 w 746"/>
                <a:gd name="T13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632" y="0"/>
                  </a:moveTo>
                  <a:cubicBezTo>
                    <a:pt x="631" y="142"/>
                    <a:pt x="515" y="258"/>
                    <a:pt x="373" y="258"/>
                  </a:cubicBezTo>
                  <a:cubicBezTo>
                    <a:pt x="231" y="258"/>
                    <a:pt x="115" y="142"/>
                    <a:pt x="1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06"/>
                    <a:pt x="167" y="372"/>
                    <a:pt x="373" y="372"/>
                  </a:cubicBezTo>
                  <a:cubicBezTo>
                    <a:pt x="579" y="372"/>
                    <a:pt x="745" y="206"/>
                    <a:pt x="746" y="0"/>
                  </a:cubicBezTo>
                  <a:lnTo>
                    <a:pt x="63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FB008D50-63CF-4C75-AF6C-7CFB4FE5F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845" y="3011738"/>
              <a:ext cx="1902776" cy="951387"/>
            </a:xfrm>
            <a:custGeom>
              <a:avLst/>
              <a:gdLst>
                <a:gd name="T0" fmla="*/ 114 w 746"/>
                <a:gd name="T1" fmla="*/ 372 h 372"/>
                <a:gd name="T2" fmla="*/ 373 w 746"/>
                <a:gd name="T3" fmla="*/ 114 h 372"/>
                <a:gd name="T4" fmla="*/ 631 w 746"/>
                <a:gd name="T5" fmla="*/ 372 h 372"/>
                <a:gd name="T6" fmla="*/ 746 w 746"/>
                <a:gd name="T7" fmla="*/ 372 h 372"/>
                <a:gd name="T8" fmla="*/ 373 w 746"/>
                <a:gd name="T9" fmla="*/ 0 h 372"/>
                <a:gd name="T10" fmla="*/ 0 w 746"/>
                <a:gd name="T11" fmla="*/ 372 h 372"/>
                <a:gd name="T12" fmla="*/ 114 w 746"/>
                <a:gd name="T1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114" y="372"/>
                  </a:moveTo>
                  <a:cubicBezTo>
                    <a:pt x="115" y="230"/>
                    <a:pt x="230" y="114"/>
                    <a:pt x="373" y="114"/>
                  </a:cubicBezTo>
                  <a:cubicBezTo>
                    <a:pt x="515" y="114"/>
                    <a:pt x="631" y="230"/>
                    <a:pt x="631" y="372"/>
                  </a:cubicBezTo>
                  <a:cubicBezTo>
                    <a:pt x="746" y="372"/>
                    <a:pt x="746" y="372"/>
                    <a:pt x="746" y="372"/>
                  </a:cubicBezTo>
                  <a:cubicBezTo>
                    <a:pt x="745" y="166"/>
                    <a:pt x="578" y="0"/>
                    <a:pt x="373" y="0"/>
                  </a:cubicBezTo>
                  <a:cubicBezTo>
                    <a:pt x="167" y="0"/>
                    <a:pt x="0" y="166"/>
                    <a:pt x="0" y="372"/>
                  </a:cubicBezTo>
                  <a:lnTo>
                    <a:pt x="114" y="37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EAC16435-EF5E-488F-89A2-F8A2E74D4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4613" y="3969303"/>
              <a:ext cx="1902776" cy="951387"/>
            </a:xfrm>
            <a:custGeom>
              <a:avLst/>
              <a:gdLst>
                <a:gd name="T0" fmla="*/ 632 w 746"/>
                <a:gd name="T1" fmla="*/ 0 h 372"/>
                <a:gd name="T2" fmla="*/ 373 w 746"/>
                <a:gd name="T3" fmla="*/ 258 h 372"/>
                <a:gd name="T4" fmla="*/ 114 w 746"/>
                <a:gd name="T5" fmla="*/ 0 h 372"/>
                <a:gd name="T6" fmla="*/ 0 w 746"/>
                <a:gd name="T7" fmla="*/ 0 h 372"/>
                <a:gd name="T8" fmla="*/ 373 w 746"/>
                <a:gd name="T9" fmla="*/ 372 h 372"/>
                <a:gd name="T10" fmla="*/ 746 w 746"/>
                <a:gd name="T11" fmla="*/ 0 h 372"/>
                <a:gd name="T12" fmla="*/ 632 w 746"/>
                <a:gd name="T13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632" y="0"/>
                  </a:moveTo>
                  <a:cubicBezTo>
                    <a:pt x="631" y="142"/>
                    <a:pt x="515" y="258"/>
                    <a:pt x="373" y="258"/>
                  </a:cubicBezTo>
                  <a:cubicBezTo>
                    <a:pt x="231" y="258"/>
                    <a:pt x="115" y="142"/>
                    <a:pt x="1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06"/>
                    <a:pt x="167" y="372"/>
                    <a:pt x="373" y="372"/>
                  </a:cubicBezTo>
                  <a:cubicBezTo>
                    <a:pt x="579" y="372"/>
                    <a:pt x="745" y="206"/>
                    <a:pt x="746" y="0"/>
                  </a:cubicBezTo>
                  <a:lnTo>
                    <a:pt x="63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02DFAE13-CC4E-4090-8E93-58CE21F32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5793" y="3011738"/>
              <a:ext cx="1902776" cy="951387"/>
            </a:xfrm>
            <a:custGeom>
              <a:avLst/>
              <a:gdLst>
                <a:gd name="T0" fmla="*/ 114 w 746"/>
                <a:gd name="T1" fmla="*/ 372 h 372"/>
                <a:gd name="T2" fmla="*/ 373 w 746"/>
                <a:gd name="T3" fmla="*/ 114 h 372"/>
                <a:gd name="T4" fmla="*/ 631 w 746"/>
                <a:gd name="T5" fmla="*/ 372 h 372"/>
                <a:gd name="T6" fmla="*/ 746 w 746"/>
                <a:gd name="T7" fmla="*/ 372 h 372"/>
                <a:gd name="T8" fmla="*/ 373 w 746"/>
                <a:gd name="T9" fmla="*/ 0 h 372"/>
                <a:gd name="T10" fmla="*/ 0 w 746"/>
                <a:gd name="T11" fmla="*/ 372 h 372"/>
                <a:gd name="T12" fmla="*/ 114 w 746"/>
                <a:gd name="T1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114" y="372"/>
                  </a:moveTo>
                  <a:cubicBezTo>
                    <a:pt x="115" y="230"/>
                    <a:pt x="230" y="114"/>
                    <a:pt x="373" y="114"/>
                  </a:cubicBezTo>
                  <a:cubicBezTo>
                    <a:pt x="515" y="114"/>
                    <a:pt x="631" y="230"/>
                    <a:pt x="631" y="372"/>
                  </a:cubicBezTo>
                  <a:cubicBezTo>
                    <a:pt x="746" y="372"/>
                    <a:pt x="746" y="372"/>
                    <a:pt x="746" y="372"/>
                  </a:cubicBezTo>
                  <a:cubicBezTo>
                    <a:pt x="745" y="166"/>
                    <a:pt x="578" y="0"/>
                    <a:pt x="373" y="0"/>
                  </a:cubicBezTo>
                  <a:cubicBezTo>
                    <a:pt x="167" y="0"/>
                    <a:pt x="0" y="166"/>
                    <a:pt x="0" y="372"/>
                  </a:cubicBezTo>
                  <a:lnTo>
                    <a:pt x="114" y="37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" name="Freeform 43">
              <a:extLst>
                <a:ext uri="{FF2B5EF4-FFF2-40B4-BE49-F238E27FC236}">
                  <a16:creationId xmlns:a16="http://schemas.microsoft.com/office/drawing/2014/main" id="{6BCDE34A-0859-4B10-9B42-C119E59BA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5740" y="3969303"/>
              <a:ext cx="1901539" cy="951387"/>
            </a:xfrm>
            <a:custGeom>
              <a:avLst/>
              <a:gdLst>
                <a:gd name="T0" fmla="*/ 632 w 746"/>
                <a:gd name="T1" fmla="*/ 0 h 372"/>
                <a:gd name="T2" fmla="*/ 373 w 746"/>
                <a:gd name="T3" fmla="*/ 258 h 372"/>
                <a:gd name="T4" fmla="*/ 115 w 746"/>
                <a:gd name="T5" fmla="*/ 0 h 372"/>
                <a:gd name="T6" fmla="*/ 0 w 746"/>
                <a:gd name="T7" fmla="*/ 0 h 372"/>
                <a:gd name="T8" fmla="*/ 373 w 746"/>
                <a:gd name="T9" fmla="*/ 372 h 372"/>
                <a:gd name="T10" fmla="*/ 746 w 746"/>
                <a:gd name="T11" fmla="*/ 0 h 372"/>
                <a:gd name="T12" fmla="*/ 632 w 746"/>
                <a:gd name="T13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632" y="0"/>
                  </a:moveTo>
                  <a:cubicBezTo>
                    <a:pt x="631" y="142"/>
                    <a:pt x="515" y="258"/>
                    <a:pt x="373" y="258"/>
                  </a:cubicBezTo>
                  <a:cubicBezTo>
                    <a:pt x="231" y="258"/>
                    <a:pt x="115" y="142"/>
                    <a:pt x="1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06"/>
                    <a:pt x="168" y="372"/>
                    <a:pt x="373" y="372"/>
                  </a:cubicBezTo>
                  <a:cubicBezTo>
                    <a:pt x="579" y="372"/>
                    <a:pt x="746" y="206"/>
                    <a:pt x="746" y="0"/>
                  </a:cubicBezTo>
                  <a:lnTo>
                    <a:pt x="63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A6F4C1AF-0990-410E-836C-E7E06E619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5740" y="3011738"/>
              <a:ext cx="1901538" cy="951387"/>
            </a:xfrm>
            <a:custGeom>
              <a:avLst/>
              <a:gdLst>
                <a:gd name="T0" fmla="*/ 115 w 746"/>
                <a:gd name="T1" fmla="*/ 372 h 372"/>
                <a:gd name="T2" fmla="*/ 373 w 746"/>
                <a:gd name="T3" fmla="*/ 114 h 372"/>
                <a:gd name="T4" fmla="*/ 632 w 746"/>
                <a:gd name="T5" fmla="*/ 372 h 372"/>
                <a:gd name="T6" fmla="*/ 746 w 746"/>
                <a:gd name="T7" fmla="*/ 372 h 372"/>
                <a:gd name="T8" fmla="*/ 373 w 746"/>
                <a:gd name="T9" fmla="*/ 0 h 372"/>
                <a:gd name="T10" fmla="*/ 0 w 746"/>
                <a:gd name="T11" fmla="*/ 372 h 372"/>
                <a:gd name="T12" fmla="*/ 115 w 746"/>
                <a:gd name="T1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115" y="372"/>
                  </a:moveTo>
                  <a:cubicBezTo>
                    <a:pt x="115" y="230"/>
                    <a:pt x="231" y="114"/>
                    <a:pt x="373" y="114"/>
                  </a:cubicBezTo>
                  <a:cubicBezTo>
                    <a:pt x="515" y="114"/>
                    <a:pt x="631" y="230"/>
                    <a:pt x="632" y="372"/>
                  </a:cubicBezTo>
                  <a:cubicBezTo>
                    <a:pt x="746" y="372"/>
                    <a:pt x="746" y="372"/>
                    <a:pt x="746" y="372"/>
                  </a:cubicBezTo>
                  <a:cubicBezTo>
                    <a:pt x="746" y="166"/>
                    <a:pt x="579" y="0"/>
                    <a:pt x="373" y="0"/>
                  </a:cubicBezTo>
                  <a:cubicBezTo>
                    <a:pt x="168" y="0"/>
                    <a:pt x="1" y="166"/>
                    <a:pt x="0" y="372"/>
                  </a:cubicBezTo>
                  <a:lnTo>
                    <a:pt x="115" y="37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1497A6-AE00-48C5-B7AB-7909629E86C7}"/>
                </a:ext>
              </a:extLst>
            </p:cNvPr>
            <p:cNvGrpSpPr/>
            <p:nvPr/>
          </p:nvGrpSpPr>
          <p:grpSpPr>
            <a:xfrm>
              <a:off x="6755793" y="3656699"/>
              <a:ext cx="2050495" cy="1263991"/>
              <a:chOff x="6903549" y="2817532"/>
              <a:chExt cx="2485165" cy="1531937"/>
            </a:xfrm>
            <a:solidFill>
              <a:schemeClr val="accent4"/>
            </a:solidFill>
            <a:effectLst/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9D72322B-1EA9-496D-8911-964A43275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3549" y="3196403"/>
                <a:ext cx="2306132" cy="1153066"/>
              </a:xfrm>
              <a:custGeom>
                <a:avLst/>
                <a:gdLst>
                  <a:gd name="T0" fmla="*/ 631 w 746"/>
                  <a:gd name="T1" fmla="*/ 0 h 372"/>
                  <a:gd name="T2" fmla="*/ 373 w 746"/>
                  <a:gd name="T3" fmla="*/ 258 h 372"/>
                  <a:gd name="T4" fmla="*/ 114 w 746"/>
                  <a:gd name="T5" fmla="*/ 0 h 372"/>
                  <a:gd name="T6" fmla="*/ 0 w 746"/>
                  <a:gd name="T7" fmla="*/ 0 h 372"/>
                  <a:gd name="T8" fmla="*/ 373 w 746"/>
                  <a:gd name="T9" fmla="*/ 372 h 372"/>
                  <a:gd name="T10" fmla="*/ 746 w 746"/>
                  <a:gd name="T11" fmla="*/ 0 h 372"/>
                  <a:gd name="T12" fmla="*/ 631 w 746"/>
                  <a:gd name="T13" fmla="*/ 0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6" h="372">
                    <a:moveTo>
                      <a:pt x="631" y="0"/>
                    </a:moveTo>
                    <a:cubicBezTo>
                      <a:pt x="631" y="142"/>
                      <a:pt x="515" y="258"/>
                      <a:pt x="373" y="258"/>
                    </a:cubicBezTo>
                    <a:cubicBezTo>
                      <a:pt x="230" y="258"/>
                      <a:pt x="115" y="142"/>
                      <a:pt x="11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06"/>
                      <a:pt x="167" y="372"/>
                      <a:pt x="373" y="372"/>
                    </a:cubicBezTo>
                    <a:cubicBezTo>
                      <a:pt x="578" y="372"/>
                      <a:pt x="745" y="206"/>
                      <a:pt x="746" y="0"/>
                    </a:cubicBezTo>
                    <a:lnTo>
                      <a:pt x="631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00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E835DE07-9AD7-4216-B6CE-968F3272CCCA}"/>
                  </a:ext>
                </a:extLst>
              </p:cNvPr>
              <p:cNvSpPr/>
              <p:nvPr/>
            </p:nvSpPr>
            <p:spPr>
              <a:xfrm>
                <a:off x="8710131" y="2817532"/>
                <a:ext cx="678583" cy="43953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00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</p:grpSp>
        <p:sp>
          <p:nvSpPr>
            <p:cNvPr id="11" name="Freeform 51">
              <a:extLst>
                <a:ext uri="{FF2B5EF4-FFF2-40B4-BE49-F238E27FC236}">
                  <a16:creationId xmlns:a16="http://schemas.microsoft.com/office/drawing/2014/main" id="{FB7896CB-B76C-40AD-BB5E-33FA8801D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4613" y="3011738"/>
              <a:ext cx="1902775" cy="951386"/>
            </a:xfrm>
            <a:custGeom>
              <a:avLst/>
              <a:gdLst>
                <a:gd name="T0" fmla="*/ 114 w 746"/>
                <a:gd name="T1" fmla="*/ 372 h 372"/>
                <a:gd name="T2" fmla="*/ 373 w 746"/>
                <a:gd name="T3" fmla="*/ 114 h 372"/>
                <a:gd name="T4" fmla="*/ 632 w 746"/>
                <a:gd name="T5" fmla="*/ 372 h 372"/>
                <a:gd name="T6" fmla="*/ 746 w 746"/>
                <a:gd name="T7" fmla="*/ 372 h 372"/>
                <a:gd name="T8" fmla="*/ 373 w 746"/>
                <a:gd name="T9" fmla="*/ 0 h 372"/>
                <a:gd name="T10" fmla="*/ 0 w 746"/>
                <a:gd name="T11" fmla="*/ 372 h 372"/>
                <a:gd name="T12" fmla="*/ 114 w 746"/>
                <a:gd name="T1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114" y="372"/>
                  </a:moveTo>
                  <a:cubicBezTo>
                    <a:pt x="115" y="230"/>
                    <a:pt x="231" y="114"/>
                    <a:pt x="373" y="114"/>
                  </a:cubicBezTo>
                  <a:cubicBezTo>
                    <a:pt x="515" y="114"/>
                    <a:pt x="631" y="230"/>
                    <a:pt x="632" y="372"/>
                  </a:cubicBezTo>
                  <a:cubicBezTo>
                    <a:pt x="746" y="372"/>
                    <a:pt x="746" y="372"/>
                    <a:pt x="746" y="372"/>
                  </a:cubicBezTo>
                  <a:cubicBezTo>
                    <a:pt x="745" y="166"/>
                    <a:pt x="579" y="0"/>
                    <a:pt x="373" y="0"/>
                  </a:cubicBezTo>
                  <a:cubicBezTo>
                    <a:pt x="167" y="0"/>
                    <a:pt x="1" y="166"/>
                    <a:pt x="0" y="372"/>
                  </a:cubicBezTo>
                  <a:lnTo>
                    <a:pt x="114" y="37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E33545E3-342B-4981-A30B-1B24C5BDA118}"/>
                </a:ext>
              </a:extLst>
            </p:cNvPr>
            <p:cNvSpPr/>
            <p:nvPr/>
          </p:nvSpPr>
          <p:spPr>
            <a:xfrm rot="10800000">
              <a:off x="6630008" y="3911945"/>
              <a:ext cx="559894" cy="362658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D6D79CD7-1216-4DD6-9A6C-C617D1CDC7D1}"/>
                </a:ext>
              </a:extLst>
            </p:cNvPr>
            <p:cNvSpPr/>
            <p:nvPr/>
          </p:nvSpPr>
          <p:spPr>
            <a:xfrm rot="10800000">
              <a:off x="9818711" y="3911945"/>
              <a:ext cx="559895" cy="36265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0B0F190-2D2E-455C-88DE-A6BB710A9BA3}"/>
                </a:ext>
              </a:extLst>
            </p:cNvPr>
            <p:cNvGrpSpPr/>
            <p:nvPr/>
          </p:nvGrpSpPr>
          <p:grpSpPr>
            <a:xfrm>
              <a:off x="3540845" y="3656698"/>
              <a:ext cx="2054806" cy="1263992"/>
              <a:chOff x="3007084" y="2817531"/>
              <a:chExt cx="2490391" cy="1531938"/>
            </a:xfrm>
            <a:solidFill>
              <a:schemeClr val="accent2"/>
            </a:solidFill>
            <a:effectLst/>
          </p:grpSpPr>
          <p:sp>
            <p:nvSpPr>
              <p:cNvPr id="15" name="Freeform 54">
                <a:extLst>
                  <a:ext uri="{FF2B5EF4-FFF2-40B4-BE49-F238E27FC236}">
                    <a16:creationId xmlns:a16="http://schemas.microsoft.com/office/drawing/2014/main" id="{4F5DA894-178B-401A-A925-26E854E1E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084" y="3196403"/>
                <a:ext cx="2306132" cy="1153066"/>
              </a:xfrm>
              <a:custGeom>
                <a:avLst/>
                <a:gdLst>
                  <a:gd name="T0" fmla="*/ 631 w 746"/>
                  <a:gd name="T1" fmla="*/ 0 h 372"/>
                  <a:gd name="T2" fmla="*/ 373 w 746"/>
                  <a:gd name="T3" fmla="*/ 258 h 372"/>
                  <a:gd name="T4" fmla="*/ 114 w 746"/>
                  <a:gd name="T5" fmla="*/ 0 h 372"/>
                  <a:gd name="T6" fmla="*/ 0 w 746"/>
                  <a:gd name="T7" fmla="*/ 0 h 372"/>
                  <a:gd name="T8" fmla="*/ 373 w 746"/>
                  <a:gd name="T9" fmla="*/ 372 h 372"/>
                  <a:gd name="T10" fmla="*/ 746 w 746"/>
                  <a:gd name="T11" fmla="*/ 0 h 372"/>
                  <a:gd name="T12" fmla="*/ 631 w 746"/>
                  <a:gd name="T13" fmla="*/ 0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6" h="372">
                    <a:moveTo>
                      <a:pt x="631" y="0"/>
                    </a:moveTo>
                    <a:cubicBezTo>
                      <a:pt x="631" y="142"/>
                      <a:pt x="515" y="258"/>
                      <a:pt x="373" y="258"/>
                    </a:cubicBezTo>
                    <a:cubicBezTo>
                      <a:pt x="230" y="258"/>
                      <a:pt x="115" y="142"/>
                      <a:pt x="11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06"/>
                      <a:pt x="167" y="372"/>
                      <a:pt x="373" y="372"/>
                    </a:cubicBezTo>
                    <a:cubicBezTo>
                      <a:pt x="578" y="372"/>
                      <a:pt x="745" y="206"/>
                      <a:pt x="746" y="0"/>
                    </a:cubicBezTo>
                    <a:lnTo>
                      <a:pt x="631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00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6" name="Isosceles Triangle 15">
                <a:extLst>
                  <a:ext uri="{FF2B5EF4-FFF2-40B4-BE49-F238E27FC236}">
                    <a16:creationId xmlns:a16="http://schemas.microsoft.com/office/drawing/2014/main" id="{D9BF3589-1BFC-4472-B842-0BBD7665D4DD}"/>
                  </a:ext>
                </a:extLst>
              </p:cNvPr>
              <p:cNvSpPr/>
              <p:nvPr/>
            </p:nvSpPr>
            <p:spPr>
              <a:xfrm>
                <a:off x="4818892" y="2817531"/>
                <a:ext cx="678583" cy="439536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00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1B45678-7910-46F1-A6FB-9BED75F5142E}"/>
                </a:ext>
              </a:extLst>
            </p:cNvPr>
            <p:cNvGrpSpPr/>
            <p:nvPr/>
          </p:nvGrpSpPr>
          <p:grpSpPr>
            <a:xfrm>
              <a:off x="1929665" y="3011738"/>
              <a:ext cx="2037801" cy="1262866"/>
              <a:chOff x="1054359" y="2035850"/>
              <a:chExt cx="2469782" cy="1530574"/>
            </a:xfrm>
            <a:solidFill>
              <a:schemeClr val="accent1"/>
            </a:solidFill>
            <a:effectLst/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32551227-C773-47A0-8E30-AED78BB6B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359" y="2035850"/>
                <a:ext cx="2304635" cy="1153066"/>
              </a:xfrm>
              <a:custGeom>
                <a:avLst/>
                <a:gdLst>
                  <a:gd name="T0" fmla="*/ 114 w 746"/>
                  <a:gd name="T1" fmla="*/ 372 h 372"/>
                  <a:gd name="T2" fmla="*/ 373 w 746"/>
                  <a:gd name="T3" fmla="*/ 114 h 372"/>
                  <a:gd name="T4" fmla="*/ 632 w 746"/>
                  <a:gd name="T5" fmla="*/ 372 h 372"/>
                  <a:gd name="T6" fmla="*/ 746 w 746"/>
                  <a:gd name="T7" fmla="*/ 372 h 372"/>
                  <a:gd name="T8" fmla="*/ 373 w 746"/>
                  <a:gd name="T9" fmla="*/ 0 h 372"/>
                  <a:gd name="T10" fmla="*/ 0 w 746"/>
                  <a:gd name="T11" fmla="*/ 372 h 372"/>
                  <a:gd name="T12" fmla="*/ 114 w 746"/>
                  <a:gd name="T13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6" h="372">
                    <a:moveTo>
                      <a:pt x="114" y="372"/>
                    </a:moveTo>
                    <a:cubicBezTo>
                      <a:pt x="115" y="230"/>
                      <a:pt x="231" y="114"/>
                      <a:pt x="373" y="114"/>
                    </a:cubicBezTo>
                    <a:cubicBezTo>
                      <a:pt x="515" y="114"/>
                      <a:pt x="631" y="230"/>
                      <a:pt x="632" y="372"/>
                    </a:cubicBezTo>
                    <a:cubicBezTo>
                      <a:pt x="746" y="372"/>
                      <a:pt x="746" y="372"/>
                      <a:pt x="746" y="372"/>
                    </a:cubicBezTo>
                    <a:cubicBezTo>
                      <a:pt x="745" y="166"/>
                      <a:pt x="579" y="0"/>
                      <a:pt x="373" y="0"/>
                    </a:cubicBezTo>
                    <a:cubicBezTo>
                      <a:pt x="167" y="0"/>
                      <a:pt x="1" y="166"/>
                      <a:pt x="0" y="372"/>
                    </a:cubicBezTo>
                    <a:lnTo>
                      <a:pt x="114" y="37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100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A1A97F7B-38FA-480D-83F2-4292D6E669AB}"/>
                  </a:ext>
                </a:extLst>
              </p:cNvPr>
              <p:cNvSpPr/>
              <p:nvPr/>
            </p:nvSpPr>
            <p:spPr>
              <a:xfrm rot="10800000">
                <a:off x="2845558" y="3126888"/>
                <a:ext cx="678583" cy="439536"/>
              </a:xfrm>
              <a:prstGeom prst="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00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65B99A9-C433-4A40-A9F6-E5CD40A5D9C9}"/>
                </a:ext>
              </a:extLst>
            </p:cNvPr>
            <p:cNvSpPr txBox="1"/>
            <p:nvPr/>
          </p:nvSpPr>
          <p:spPr>
            <a:xfrm>
              <a:off x="2352184" y="3168587"/>
              <a:ext cx="970145" cy="488111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Option 01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4A400C1-8DE8-4182-AAE0-334615D96C6A}"/>
                </a:ext>
              </a:extLst>
            </p:cNvPr>
            <p:cNvSpPr txBox="1"/>
            <p:nvPr/>
          </p:nvSpPr>
          <p:spPr>
            <a:xfrm>
              <a:off x="3964477" y="4297458"/>
              <a:ext cx="970145" cy="488111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Option 02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8DA9DD-F7A0-4437-B280-584F17EFD0D8}"/>
                </a:ext>
              </a:extLst>
            </p:cNvPr>
            <p:cNvSpPr txBox="1"/>
            <p:nvPr/>
          </p:nvSpPr>
          <p:spPr>
            <a:xfrm>
              <a:off x="5672941" y="3168587"/>
              <a:ext cx="864336" cy="488111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Option 03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0C7A256-3DB8-45C1-A232-3C0E1E46951C}"/>
                </a:ext>
              </a:extLst>
            </p:cNvPr>
            <p:cNvSpPr txBox="1"/>
            <p:nvPr/>
          </p:nvSpPr>
          <p:spPr>
            <a:xfrm>
              <a:off x="7221492" y="4291376"/>
              <a:ext cx="970145" cy="488111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Option 04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B81AB43-47B2-402C-B516-5CD41E4651CF}"/>
                </a:ext>
              </a:extLst>
            </p:cNvPr>
            <p:cNvSpPr txBox="1"/>
            <p:nvPr/>
          </p:nvSpPr>
          <p:spPr>
            <a:xfrm>
              <a:off x="8831436" y="3174284"/>
              <a:ext cx="970145" cy="488111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Option 05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B98C011-96CC-4466-A7A9-ECAD28B6F059}"/>
                </a:ext>
              </a:extLst>
            </p:cNvPr>
            <p:cNvSpPr txBox="1"/>
            <p:nvPr/>
          </p:nvSpPr>
          <p:spPr>
            <a:xfrm>
              <a:off x="1661679" y="5113724"/>
              <a:ext cx="24375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Lorem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ipsum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dolor </a:t>
              </a:r>
            </a:p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consectetur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adipiscing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CB5D2D-7BCF-4D6E-8B05-34EFDA80DA12}"/>
                </a:ext>
              </a:extLst>
            </p:cNvPr>
            <p:cNvSpPr txBox="1"/>
            <p:nvPr/>
          </p:nvSpPr>
          <p:spPr>
            <a:xfrm>
              <a:off x="3273478" y="1944573"/>
              <a:ext cx="24375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Lorem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ipsum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dolor </a:t>
              </a:r>
            </a:p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consectetur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adipiscing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D2C836-CEF5-4D03-8B5D-7BF1ED424E91}"/>
                </a:ext>
              </a:extLst>
            </p:cNvPr>
            <p:cNvSpPr txBox="1"/>
            <p:nvPr/>
          </p:nvSpPr>
          <p:spPr>
            <a:xfrm>
              <a:off x="4877246" y="5117922"/>
              <a:ext cx="24375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Lorem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ipsum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dolor </a:t>
              </a:r>
            </a:p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consectetur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adipiscing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C8BDB5C-DD15-4A3A-B199-90C617F220FD}"/>
                </a:ext>
              </a:extLst>
            </p:cNvPr>
            <p:cNvSpPr txBox="1"/>
            <p:nvPr/>
          </p:nvSpPr>
          <p:spPr>
            <a:xfrm>
              <a:off x="8092813" y="5122120"/>
              <a:ext cx="24375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Lorem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ipsum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dolor </a:t>
              </a:r>
            </a:p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consectetur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adipiscing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E714F1-30E8-493B-8CFF-761CE4517E8D}"/>
                </a:ext>
              </a:extLst>
            </p:cNvPr>
            <p:cNvSpPr txBox="1"/>
            <p:nvPr/>
          </p:nvSpPr>
          <p:spPr>
            <a:xfrm>
              <a:off x="6487810" y="1942378"/>
              <a:ext cx="24375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Lorem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ipsum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dolor </a:t>
              </a:r>
            </a:p>
            <a:p>
              <a:pPr algn="ctr">
                <a:lnSpc>
                  <a:spcPct val="200000"/>
                </a:lnSpc>
              </a:pP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consectetur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  <a:r>
                <a:rPr lang="en-US" sz="1000" dirty="0" err="1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adipiscing</a:t>
              </a:r>
              <a:r>
                <a:rPr lang="en-US" sz="1000" dirty="0"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rPr>
                <a:t> </a:t>
              </a:r>
            </a:p>
          </p:txBody>
        </p:sp>
        <p:sp>
          <p:nvSpPr>
            <p:cNvPr id="30" name="Shape 1838">
              <a:extLst>
                <a:ext uri="{FF2B5EF4-FFF2-40B4-BE49-F238E27FC236}">
                  <a16:creationId xmlns:a16="http://schemas.microsoft.com/office/drawing/2014/main" id="{58FE401F-E599-4A45-84BE-9A316F1AE633}"/>
                </a:ext>
              </a:extLst>
            </p:cNvPr>
            <p:cNvSpPr/>
            <p:nvPr/>
          </p:nvSpPr>
          <p:spPr>
            <a:xfrm>
              <a:off x="4337864" y="3765293"/>
              <a:ext cx="304286" cy="345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5" h="21104" extrusionOk="0">
                  <a:moveTo>
                    <a:pt x="3435" y="1785"/>
                  </a:moveTo>
                  <a:cubicBezTo>
                    <a:pt x="5398" y="544"/>
                    <a:pt x="7923" y="-201"/>
                    <a:pt x="10448" y="47"/>
                  </a:cubicBezTo>
                  <a:cubicBezTo>
                    <a:pt x="12692" y="296"/>
                    <a:pt x="14936" y="1537"/>
                    <a:pt x="16339" y="3275"/>
                  </a:cubicBezTo>
                  <a:cubicBezTo>
                    <a:pt x="18022" y="5013"/>
                    <a:pt x="18583" y="7247"/>
                    <a:pt x="18302" y="9233"/>
                  </a:cubicBezTo>
                  <a:cubicBezTo>
                    <a:pt x="18022" y="10971"/>
                    <a:pt x="17461" y="12461"/>
                    <a:pt x="16058" y="13702"/>
                  </a:cubicBezTo>
                  <a:cubicBezTo>
                    <a:pt x="16619" y="13702"/>
                    <a:pt x="17180" y="13951"/>
                    <a:pt x="17741" y="14447"/>
                  </a:cubicBezTo>
                  <a:cubicBezTo>
                    <a:pt x="20546" y="17923"/>
                    <a:pt x="20546" y="17923"/>
                    <a:pt x="20546" y="17923"/>
                  </a:cubicBezTo>
                  <a:cubicBezTo>
                    <a:pt x="21388" y="18668"/>
                    <a:pt x="21107" y="19909"/>
                    <a:pt x="20266" y="20654"/>
                  </a:cubicBezTo>
                  <a:cubicBezTo>
                    <a:pt x="20266" y="20654"/>
                    <a:pt x="20266" y="20654"/>
                    <a:pt x="20266" y="20654"/>
                  </a:cubicBezTo>
                  <a:cubicBezTo>
                    <a:pt x="19144" y="21399"/>
                    <a:pt x="17741" y="21151"/>
                    <a:pt x="17180" y="20406"/>
                  </a:cubicBezTo>
                  <a:cubicBezTo>
                    <a:pt x="14094" y="16930"/>
                    <a:pt x="14094" y="16930"/>
                    <a:pt x="14094" y="16930"/>
                  </a:cubicBezTo>
                  <a:cubicBezTo>
                    <a:pt x="13814" y="16433"/>
                    <a:pt x="13533" y="15937"/>
                    <a:pt x="13533" y="15440"/>
                  </a:cubicBezTo>
                  <a:cubicBezTo>
                    <a:pt x="11850" y="16185"/>
                    <a:pt x="9887" y="16682"/>
                    <a:pt x="8204" y="16433"/>
                  </a:cubicBezTo>
                  <a:cubicBezTo>
                    <a:pt x="5679" y="16185"/>
                    <a:pt x="3435" y="15192"/>
                    <a:pt x="2032" y="13206"/>
                  </a:cubicBezTo>
                  <a:cubicBezTo>
                    <a:pt x="349" y="11468"/>
                    <a:pt x="-212" y="9233"/>
                    <a:pt x="69" y="7247"/>
                  </a:cubicBezTo>
                  <a:cubicBezTo>
                    <a:pt x="349" y="5261"/>
                    <a:pt x="1471" y="3275"/>
                    <a:pt x="3435" y="1785"/>
                  </a:cubicBezTo>
                  <a:close/>
                  <a:moveTo>
                    <a:pt x="5679" y="7992"/>
                  </a:moveTo>
                  <a:cubicBezTo>
                    <a:pt x="5679" y="9730"/>
                    <a:pt x="5679" y="9730"/>
                    <a:pt x="5679" y="9730"/>
                  </a:cubicBezTo>
                  <a:cubicBezTo>
                    <a:pt x="12972" y="9730"/>
                    <a:pt x="12972" y="9730"/>
                    <a:pt x="12972" y="9730"/>
                  </a:cubicBezTo>
                  <a:cubicBezTo>
                    <a:pt x="12972" y="7992"/>
                    <a:pt x="12972" y="7992"/>
                    <a:pt x="12972" y="7992"/>
                  </a:cubicBezTo>
                  <a:cubicBezTo>
                    <a:pt x="5679" y="7992"/>
                    <a:pt x="5679" y="7992"/>
                    <a:pt x="5679" y="7992"/>
                  </a:cubicBezTo>
                  <a:close/>
                  <a:moveTo>
                    <a:pt x="4837" y="8737"/>
                  </a:moveTo>
                  <a:cubicBezTo>
                    <a:pt x="5959" y="6254"/>
                    <a:pt x="8484" y="5013"/>
                    <a:pt x="11850" y="4516"/>
                  </a:cubicBezTo>
                  <a:cubicBezTo>
                    <a:pt x="8484" y="2778"/>
                    <a:pt x="4276" y="5509"/>
                    <a:pt x="4837" y="8737"/>
                  </a:cubicBezTo>
                  <a:close/>
                  <a:moveTo>
                    <a:pt x="9887" y="2778"/>
                  </a:moveTo>
                  <a:cubicBezTo>
                    <a:pt x="8484" y="2778"/>
                    <a:pt x="6801" y="3027"/>
                    <a:pt x="5398" y="4020"/>
                  </a:cubicBezTo>
                  <a:cubicBezTo>
                    <a:pt x="3996" y="5013"/>
                    <a:pt x="3435" y="6254"/>
                    <a:pt x="3154" y="7496"/>
                  </a:cubicBezTo>
                  <a:cubicBezTo>
                    <a:pt x="2874" y="8985"/>
                    <a:pt x="3435" y="10475"/>
                    <a:pt x="4276" y="11716"/>
                  </a:cubicBezTo>
                  <a:cubicBezTo>
                    <a:pt x="5398" y="12709"/>
                    <a:pt x="6801" y="13454"/>
                    <a:pt x="8484" y="13702"/>
                  </a:cubicBezTo>
                  <a:cubicBezTo>
                    <a:pt x="9887" y="13702"/>
                    <a:pt x="11570" y="13454"/>
                    <a:pt x="12972" y="12461"/>
                  </a:cubicBezTo>
                  <a:cubicBezTo>
                    <a:pt x="14375" y="11716"/>
                    <a:pt x="15217" y="10227"/>
                    <a:pt x="15217" y="8985"/>
                  </a:cubicBezTo>
                  <a:cubicBezTo>
                    <a:pt x="15497" y="7496"/>
                    <a:pt x="14936" y="6006"/>
                    <a:pt x="14094" y="5013"/>
                  </a:cubicBezTo>
                  <a:cubicBezTo>
                    <a:pt x="12972" y="3771"/>
                    <a:pt x="11570" y="3027"/>
                    <a:pt x="9887" y="2778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31" name="Shape 1871">
              <a:extLst>
                <a:ext uri="{FF2B5EF4-FFF2-40B4-BE49-F238E27FC236}">
                  <a16:creationId xmlns:a16="http://schemas.microsoft.com/office/drawing/2014/main" id="{89D35F37-0AFF-4A4F-AA01-E79C05C3099F}"/>
                </a:ext>
              </a:extLst>
            </p:cNvPr>
            <p:cNvSpPr/>
            <p:nvPr/>
          </p:nvSpPr>
          <p:spPr>
            <a:xfrm>
              <a:off x="9107094" y="3725212"/>
              <a:ext cx="418828" cy="338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853" y="21600"/>
                  </a:moveTo>
                  <a:cubicBezTo>
                    <a:pt x="17042" y="21600"/>
                    <a:pt x="17042" y="21600"/>
                    <a:pt x="17042" y="21600"/>
                  </a:cubicBezTo>
                  <a:cubicBezTo>
                    <a:pt x="17042" y="10800"/>
                    <a:pt x="17042" y="10800"/>
                    <a:pt x="17042" y="10800"/>
                  </a:cubicBezTo>
                  <a:cubicBezTo>
                    <a:pt x="16646" y="10800"/>
                    <a:pt x="16646" y="10800"/>
                    <a:pt x="16646" y="10800"/>
                  </a:cubicBezTo>
                  <a:cubicBezTo>
                    <a:pt x="16250" y="17182"/>
                    <a:pt x="16250" y="17182"/>
                    <a:pt x="16250" y="17182"/>
                  </a:cubicBezTo>
                  <a:cubicBezTo>
                    <a:pt x="15853" y="17427"/>
                    <a:pt x="15853" y="17427"/>
                    <a:pt x="15853" y="17427"/>
                  </a:cubicBezTo>
                  <a:cubicBezTo>
                    <a:pt x="15853" y="21600"/>
                    <a:pt x="15853" y="21600"/>
                    <a:pt x="15853" y="21600"/>
                  </a:cubicBezTo>
                  <a:close/>
                  <a:moveTo>
                    <a:pt x="21600" y="0"/>
                  </a:moveTo>
                  <a:cubicBezTo>
                    <a:pt x="19817" y="4173"/>
                    <a:pt x="19817" y="4173"/>
                    <a:pt x="19817" y="4173"/>
                  </a:cubicBezTo>
                  <a:cubicBezTo>
                    <a:pt x="18231" y="8100"/>
                    <a:pt x="18231" y="8100"/>
                    <a:pt x="18231" y="8100"/>
                  </a:cubicBezTo>
                  <a:cubicBezTo>
                    <a:pt x="16646" y="5400"/>
                    <a:pt x="16646" y="5400"/>
                    <a:pt x="16646" y="5400"/>
                  </a:cubicBezTo>
                  <a:cubicBezTo>
                    <a:pt x="15853" y="6136"/>
                    <a:pt x="15853" y="6136"/>
                    <a:pt x="15853" y="6136"/>
                  </a:cubicBezTo>
                  <a:cubicBezTo>
                    <a:pt x="15259" y="15709"/>
                    <a:pt x="15259" y="15709"/>
                    <a:pt x="15259" y="15709"/>
                  </a:cubicBezTo>
                  <a:cubicBezTo>
                    <a:pt x="13277" y="16691"/>
                    <a:pt x="13277" y="16691"/>
                    <a:pt x="13277" y="16691"/>
                  </a:cubicBezTo>
                  <a:cubicBezTo>
                    <a:pt x="9512" y="12273"/>
                    <a:pt x="9512" y="12273"/>
                    <a:pt x="9512" y="12273"/>
                  </a:cubicBezTo>
                  <a:cubicBezTo>
                    <a:pt x="7332" y="17918"/>
                    <a:pt x="7332" y="17918"/>
                    <a:pt x="7332" y="17918"/>
                  </a:cubicBezTo>
                  <a:cubicBezTo>
                    <a:pt x="5152" y="17918"/>
                    <a:pt x="5152" y="17918"/>
                    <a:pt x="5152" y="17918"/>
                  </a:cubicBezTo>
                  <a:cubicBezTo>
                    <a:pt x="3765" y="15464"/>
                    <a:pt x="3765" y="15464"/>
                    <a:pt x="3765" y="15464"/>
                  </a:cubicBezTo>
                  <a:cubicBezTo>
                    <a:pt x="793" y="16445"/>
                    <a:pt x="793" y="16445"/>
                    <a:pt x="793" y="16445"/>
                  </a:cubicBezTo>
                  <a:cubicBezTo>
                    <a:pt x="0" y="13745"/>
                    <a:pt x="0" y="13745"/>
                    <a:pt x="0" y="13745"/>
                  </a:cubicBezTo>
                  <a:cubicBezTo>
                    <a:pt x="3963" y="12273"/>
                    <a:pt x="3963" y="12273"/>
                    <a:pt x="3963" y="12273"/>
                  </a:cubicBezTo>
                  <a:cubicBezTo>
                    <a:pt x="4954" y="11782"/>
                    <a:pt x="4954" y="11782"/>
                    <a:pt x="4954" y="11782"/>
                  </a:cubicBezTo>
                  <a:cubicBezTo>
                    <a:pt x="5350" y="12764"/>
                    <a:pt x="5350" y="12764"/>
                    <a:pt x="5350" y="12764"/>
                  </a:cubicBezTo>
                  <a:cubicBezTo>
                    <a:pt x="5945" y="13991"/>
                    <a:pt x="5945" y="13991"/>
                    <a:pt x="5945" y="13991"/>
                  </a:cubicBezTo>
                  <a:cubicBezTo>
                    <a:pt x="7927" y="9082"/>
                    <a:pt x="7927" y="9082"/>
                    <a:pt x="7927" y="9082"/>
                  </a:cubicBezTo>
                  <a:cubicBezTo>
                    <a:pt x="8719" y="7118"/>
                    <a:pt x="8719" y="7118"/>
                    <a:pt x="8719" y="7118"/>
                  </a:cubicBezTo>
                  <a:cubicBezTo>
                    <a:pt x="9908" y="8591"/>
                    <a:pt x="9908" y="8591"/>
                    <a:pt x="9908" y="8591"/>
                  </a:cubicBezTo>
                  <a:cubicBezTo>
                    <a:pt x="13079" y="12273"/>
                    <a:pt x="13079" y="12273"/>
                    <a:pt x="13079" y="12273"/>
                  </a:cubicBezTo>
                  <a:cubicBezTo>
                    <a:pt x="13475" y="5155"/>
                    <a:pt x="13475" y="5155"/>
                    <a:pt x="13475" y="5155"/>
                  </a:cubicBezTo>
                  <a:cubicBezTo>
                    <a:pt x="13475" y="4418"/>
                    <a:pt x="13475" y="4418"/>
                    <a:pt x="13475" y="4418"/>
                  </a:cubicBezTo>
                  <a:cubicBezTo>
                    <a:pt x="14070" y="3927"/>
                    <a:pt x="14070" y="3927"/>
                    <a:pt x="14070" y="3927"/>
                  </a:cubicBezTo>
                  <a:cubicBezTo>
                    <a:pt x="15457" y="2945"/>
                    <a:pt x="15457" y="2945"/>
                    <a:pt x="15457" y="2945"/>
                  </a:cubicBezTo>
                  <a:cubicBezTo>
                    <a:pt x="14268" y="491"/>
                    <a:pt x="14268" y="491"/>
                    <a:pt x="14268" y="491"/>
                  </a:cubicBezTo>
                  <a:cubicBezTo>
                    <a:pt x="17835" y="245"/>
                    <a:pt x="17835" y="245"/>
                    <a:pt x="17835" y="245"/>
                  </a:cubicBezTo>
                  <a:cubicBezTo>
                    <a:pt x="21600" y="0"/>
                    <a:pt x="21600" y="0"/>
                    <a:pt x="21600" y="0"/>
                  </a:cubicBezTo>
                  <a:close/>
                  <a:moveTo>
                    <a:pt x="4360" y="21600"/>
                  </a:moveTo>
                  <a:cubicBezTo>
                    <a:pt x="4756" y="21600"/>
                    <a:pt x="5350" y="21600"/>
                    <a:pt x="5747" y="21600"/>
                  </a:cubicBezTo>
                  <a:cubicBezTo>
                    <a:pt x="5747" y="19636"/>
                    <a:pt x="5747" y="19636"/>
                    <a:pt x="5747" y="19636"/>
                  </a:cubicBezTo>
                  <a:cubicBezTo>
                    <a:pt x="4558" y="19882"/>
                    <a:pt x="4558" y="19882"/>
                    <a:pt x="4558" y="19882"/>
                  </a:cubicBezTo>
                  <a:cubicBezTo>
                    <a:pt x="4360" y="19391"/>
                    <a:pt x="4360" y="19391"/>
                    <a:pt x="4360" y="19391"/>
                  </a:cubicBezTo>
                  <a:cubicBezTo>
                    <a:pt x="4360" y="21600"/>
                    <a:pt x="4360" y="21600"/>
                    <a:pt x="4360" y="21600"/>
                  </a:cubicBezTo>
                  <a:close/>
                  <a:moveTo>
                    <a:pt x="2180" y="21600"/>
                  </a:moveTo>
                  <a:cubicBezTo>
                    <a:pt x="3369" y="21600"/>
                    <a:pt x="3369" y="21600"/>
                    <a:pt x="3369" y="21600"/>
                  </a:cubicBezTo>
                  <a:cubicBezTo>
                    <a:pt x="3369" y="17427"/>
                    <a:pt x="3369" y="17427"/>
                    <a:pt x="3369" y="17427"/>
                  </a:cubicBezTo>
                  <a:cubicBezTo>
                    <a:pt x="3369" y="17427"/>
                    <a:pt x="3369" y="17427"/>
                    <a:pt x="3369" y="17427"/>
                  </a:cubicBezTo>
                  <a:cubicBezTo>
                    <a:pt x="2180" y="17918"/>
                    <a:pt x="2180" y="17918"/>
                    <a:pt x="2180" y="17918"/>
                  </a:cubicBezTo>
                  <a:cubicBezTo>
                    <a:pt x="2180" y="21600"/>
                    <a:pt x="2180" y="21600"/>
                    <a:pt x="2180" y="21600"/>
                  </a:cubicBezTo>
                  <a:close/>
                  <a:moveTo>
                    <a:pt x="6738" y="21600"/>
                  </a:moveTo>
                  <a:cubicBezTo>
                    <a:pt x="7134" y="21600"/>
                    <a:pt x="7530" y="21600"/>
                    <a:pt x="7927" y="21600"/>
                  </a:cubicBezTo>
                  <a:cubicBezTo>
                    <a:pt x="7927" y="19391"/>
                    <a:pt x="7927" y="19391"/>
                    <a:pt x="7927" y="19391"/>
                  </a:cubicBezTo>
                  <a:cubicBezTo>
                    <a:pt x="7927" y="19636"/>
                    <a:pt x="7927" y="19636"/>
                    <a:pt x="7927" y="19636"/>
                  </a:cubicBezTo>
                  <a:cubicBezTo>
                    <a:pt x="6738" y="19636"/>
                    <a:pt x="6738" y="19636"/>
                    <a:pt x="6738" y="19636"/>
                  </a:cubicBezTo>
                  <a:cubicBezTo>
                    <a:pt x="6738" y="21600"/>
                    <a:pt x="6738" y="21600"/>
                    <a:pt x="6738" y="21600"/>
                  </a:cubicBezTo>
                  <a:close/>
                  <a:moveTo>
                    <a:pt x="8917" y="21600"/>
                  </a:moveTo>
                  <a:cubicBezTo>
                    <a:pt x="9314" y="21600"/>
                    <a:pt x="9908" y="21600"/>
                    <a:pt x="10305" y="21600"/>
                  </a:cubicBezTo>
                  <a:cubicBezTo>
                    <a:pt x="10305" y="15464"/>
                    <a:pt x="10305" y="15464"/>
                    <a:pt x="10305" y="15464"/>
                  </a:cubicBezTo>
                  <a:cubicBezTo>
                    <a:pt x="9710" y="14727"/>
                    <a:pt x="9710" y="14727"/>
                    <a:pt x="9710" y="14727"/>
                  </a:cubicBezTo>
                  <a:cubicBezTo>
                    <a:pt x="8917" y="16936"/>
                    <a:pt x="8917" y="16936"/>
                    <a:pt x="8917" y="16936"/>
                  </a:cubicBezTo>
                  <a:cubicBezTo>
                    <a:pt x="8917" y="21600"/>
                    <a:pt x="8917" y="21600"/>
                    <a:pt x="8917" y="21600"/>
                  </a:cubicBezTo>
                  <a:close/>
                  <a:moveTo>
                    <a:pt x="11295" y="21600"/>
                  </a:moveTo>
                  <a:cubicBezTo>
                    <a:pt x="11692" y="21600"/>
                    <a:pt x="12088" y="21600"/>
                    <a:pt x="12484" y="21600"/>
                  </a:cubicBezTo>
                  <a:cubicBezTo>
                    <a:pt x="12484" y="17918"/>
                    <a:pt x="12484" y="17918"/>
                    <a:pt x="12484" y="17918"/>
                  </a:cubicBezTo>
                  <a:cubicBezTo>
                    <a:pt x="11295" y="16445"/>
                    <a:pt x="11295" y="16445"/>
                    <a:pt x="11295" y="16445"/>
                  </a:cubicBezTo>
                  <a:cubicBezTo>
                    <a:pt x="11295" y="21600"/>
                    <a:pt x="11295" y="21600"/>
                    <a:pt x="11295" y="21600"/>
                  </a:cubicBezTo>
                  <a:close/>
                  <a:moveTo>
                    <a:pt x="13475" y="21600"/>
                  </a:moveTo>
                  <a:cubicBezTo>
                    <a:pt x="13872" y="21600"/>
                    <a:pt x="14466" y="21600"/>
                    <a:pt x="14862" y="21600"/>
                  </a:cubicBezTo>
                  <a:cubicBezTo>
                    <a:pt x="14862" y="17673"/>
                    <a:pt x="14862" y="17673"/>
                    <a:pt x="14862" y="17673"/>
                  </a:cubicBezTo>
                  <a:cubicBezTo>
                    <a:pt x="13475" y="18409"/>
                    <a:pt x="13475" y="18409"/>
                    <a:pt x="13475" y="18409"/>
                  </a:cubicBezTo>
                  <a:lnTo>
                    <a:pt x="13475" y="21600"/>
                  </a:lnTo>
                  <a:close/>
                </a:path>
              </a:pathLst>
            </a:custGeom>
            <a:solidFill>
              <a:srgbClr val="FF0000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32" name="Shape 1880">
              <a:extLst>
                <a:ext uri="{FF2B5EF4-FFF2-40B4-BE49-F238E27FC236}">
                  <a16:creationId xmlns:a16="http://schemas.microsoft.com/office/drawing/2014/main" id="{FA147309-827D-4E6C-961F-F907A932480C}"/>
                </a:ext>
              </a:extLst>
            </p:cNvPr>
            <p:cNvSpPr/>
            <p:nvPr/>
          </p:nvSpPr>
          <p:spPr>
            <a:xfrm>
              <a:off x="7556521" y="3719886"/>
              <a:ext cx="306265" cy="370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2" y="20439"/>
                  </a:moveTo>
                  <a:cubicBezTo>
                    <a:pt x="561" y="20206"/>
                    <a:pt x="281" y="19974"/>
                    <a:pt x="0" y="19742"/>
                  </a:cubicBezTo>
                  <a:cubicBezTo>
                    <a:pt x="0" y="16723"/>
                    <a:pt x="0" y="13471"/>
                    <a:pt x="0" y="10452"/>
                  </a:cubicBezTo>
                  <a:cubicBezTo>
                    <a:pt x="3366" y="9290"/>
                    <a:pt x="5891" y="7432"/>
                    <a:pt x="8416" y="4645"/>
                  </a:cubicBezTo>
                  <a:cubicBezTo>
                    <a:pt x="10660" y="6039"/>
                    <a:pt x="10660" y="6039"/>
                    <a:pt x="10660" y="6039"/>
                  </a:cubicBezTo>
                  <a:cubicBezTo>
                    <a:pt x="10660" y="6039"/>
                    <a:pt x="10660" y="6039"/>
                    <a:pt x="10660" y="6039"/>
                  </a:cubicBezTo>
                  <a:cubicBezTo>
                    <a:pt x="10660" y="6271"/>
                    <a:pt x="10660" y="6271"/>
                    <a:pt x="10660" y="6271"/>
                  </a:cubicBezTo>
                  <a:cubicBezTo>
                    <a:pt x="10940" y="6271"/>
                    <a:pt x="10940" y="6271"/>
                    <a:pt x="10940" y="6271"/>
                  </a:cubicBezTo>
                  <a:cubicBezTo>
                    <a:pt x="10940" y="6271"/>
                    <a:pt x="10940" y="6271"/>
                    <a:pt x="10940" y="6271"/>
                  </a:cubicBezTo>
                  <a:cubicBezTo>
                    <a:pt x="10940" y="6271"/>
                    <a:pt x="10940" y="6271"/>
                    <a:pt x="10940" y="6271"/>
                  </a:cubicBezTo>
                  <a:cubicBezTo>
                    <a:pt x="10940" y="6271"/>
                    <a:pt x="10940" y="6271"/>
                    <a:pt x="10940" y="6271"/>
                  </a:cubicBezTo>
                  <a:cubicBezTo>
                    <a:pt x="11221" y="6271"/>
                    <a:pt x="11221" y="6271"/>
                    <a:pt x="11221" y="6271"/>
                  </a:cubicBezTo>
                  <a:cubicBezTo>
                    <a:pt x="11221" y="6271"/>
                    <a:pt x="11221" y="6271"/>
                    <a:pt x="11221" y="6271"/>
                  </a:cubicBezTo>
                  <a:cubicBezTo>
                    <a:pt x="11221" y="6503"/>
                    <a:pt x="11221" y="6503"/>
                    <a:pt x="11221" y="6503"/>
                  </a:cubicBezTo>
                  <a:cubicBezTo>
                    <a:pt x="11221" y="6503"/>
                    <a:pt x="11221" y="6503"/>
                    <a:pt x="11221" y="6503"/>
                  </a:cubicBezTo>
                  <a:cubicBezTo>
                    <a:pt x="11221" y="6503"/>
                    <a:pt x="11221" y="6503"/>
                    <a:pt x="11221" y="6503"/>
                  </a:cubicBezTo>
                  <a:cubicBezTo>
                    <a:pt x="11501" y="6503"/>
                    <a:pt x="11501" y="6503"/>
                    <a:pt x="11501" y="6503"/>
                  </a:cubicBezTo>
                  <a:cubicBezTo>
                    <a:pt x="11501" y="6503"/>
                    <a:pt x="11501" y="6503"/>
                    <a:pt x="11501" y="6503"/>
                  </a:cubicBezTo>
                  <a:cubicBezTo>
                    <a:pt x="11501" y="6503"/>
                    <a:pt x="11501" y="6503"/>
                    <a:pt x="11501" y="6503"/>
                  </a:cubicBezTo>
                  <a:cubicBezTo>
                    <a:pt x="11501" y="6735"/>
                    <a:pt x="11501" y="6735"/>
                    <a:pt x="11501" y="6735"/>
                  </a:cubicBezTo>
                  <a:cubicBezTo>
                    <a:pt x="11782" y="6735"/>
                    <a:pt x="11782" y="6735"/>
                    <a:pt x="11782" y="6735"/>
                  </a:cubicBezTo>
                  <a:cubicBezTo>
                    <a:pt x="11782" y="6735"/>
                    <a:pt x="11782" y="6735"/>
                    <a:pt x="11782" y="6735"/>
                  </a:cubicBezTo>
                  <a:cubicBezTo>
                    <a:pt x="11782" y="6735"/>
                    <a:pt x="11782" y="6735"/>
                    <a:pt x="11782" y="6735"/>
                  </a:cubicBezTo>
                  <a:cubicBezTo>
                    <a:pt x="11782" y="6735"/>
                    <a:pt x="11782" y="6735"/>
                    <a:pt x="11782" y="6735"/>
                  </a:cubicBezTo>
                  <a:cubicBezTo>
                    <a:pt x="11782" y="6735"/>
                    <a:pt x="11782" y="6735"/>
                    <a:pt x="11782" y="6735"/>
                  </a:cubicBezTo>
                  <a:cubicBezTo>
                    <a:pt x="12062" y="6735"/>
                    <a:pt x="12062" y="6735"/>
                    <a:pt x="12062" y="6735"/>
                  </a:cubicBezTo>
                  <a:cubicBezTo>
                    <a:pt x="12062" y="6968"/>
                    <a:pt x="12062" y="6968"/>
                    <a:pt x="12062" y="6968"/>
                  </a:cubicBezTo>
                  <a:cubicBezTo>
                    <a:pt x="12062" y="6968"/>
                    <a:pt x="12062" y="6968"/>
                    <a:pt x="12062" y="6968"/>
                  </a:cubicBezTo>
                  <a:cubicBezTo>
                    <a:pt x="12062" y="6968"/>
                    <a:pt x="12062" y="6968"/>
                    <a:pt x="12062" y="6968"/>
                  </a:cubicBezTo>
                  <a:cubicBezTo>
                    <a:pt x="12062" y="6968"/>
                    <a:pt x="12062" y="6968"/>
                    <a:pt x="12062" y="6968"/>
                  </a:cubicBezTo>
                  <a:cubicBezTo>
                    <a:pt x="12343" y="6968"/>
                    <a:pt x="12343" y="6968"/>
                    <a:pt x="12343" y="6968"/>
                  </a:cubicBezTo>
                  <a:cubicBezTo>
                    <a:pt x="13465" y="7665"/>
                    <a:pt x="13465" y="7665"/>
                    <a:pt x="13465" y="7665"/>
                  </a:cubicBezTo>
                  <a:cubicBezTo>
                    <a:pt x="13465" y="7665"/>
                    <a:pt x="13465" y="7665"/>
                    <a:pt x="13465" y="7665"/>
                  </a:cubicBezTo>
                  <a:cubicBezTo>
                    <a:pt x="13465" y="7665"/>
                    <a:pt x="13465" y="7665"/>
                    <a:pt x="13465" y="7665"/>
                  </a:cubicBezTo>
                  <a:cubicBezTo>
                    <a:pt x="13465" y="7897"/>
                    <a:pt x="13465" y="7897"/>
                    <a:pt x="13465" y="7897"/>
                  </a:cubicBezTo>
                  <a:cubicBezTo>
                    <a:pt x="13745" y="7897"/>
                    <a:pt x="13745" y="7897"/>
                    <a:pt x="13745" y="7897"/>
                  </a:cubicBezTo>
                  <a:cubicBezTo>
                    <a:pt x="13745" y="7897"/>
                    <a:pt x="13745" y="7897"/>
                    <a:pt x="13745" y="7897"/>
                  </a:cubicBezTo>
                  <a:cubicBezTo>
                    <a:pt x="13745" y="7897"/>
                    <a:pt x="13745" y="7897"/>
                    <a:pt x="13745" y="7897"/>
                  </a:cubicBezTo>
                  <a:cubicBezTo>
                    <a:pt x="13745" y="7897"/>
                    <a:pt x="13745" y="7897"/>
                    <a:pt x="13745" y="7897"/>
                  </a:cubicBezTo>
                  <a:cubicBezTo>
                    <a:pt x="14026" y="7897"/>
                    <a:pt x="14026" y="7897"/>
                    <a:pt x="14026" y="7897"/>
                  </a:cubicBezTo>
                  <a:cubicBezTo>
                    <a:pt x="14026" y="8129"/>
                    <a:pt x="14026" y="8129"/>
                    <a:pt x="14026" y="8129"/>
                  </a:cubicBezTo>
                  <a:cubicBezTo>
                    <a:pt x="14026" y="8129"/>
                    <a:pt x="14026" y="8129"/>
                    <a:pt x="14026" y="8129"/>
                  </a:cubicBezTo>
                  <a:cubicBezTo>
                    <a:pt x="14026" y="8129"/>
                    <a:pt x="14026" y="8129"/>
                    <a:pt x="14026" y="8129"/>
                  </a:cubicBezTo>
                  <a:cubicBezTo>
                    <a:pt x="14026" y="8129"/>
                    <a:pt x="14026" y="8129"/>
                    <a:pt x="14026" y="8129"/>
                  </a:cubicBezTo>
                  <a:cubicBezTo>
                    <a:pt x="14306" y="8129"/>
                    <a:pt x="14306" y="8129"/>
                    <a:pt x="14306" y="8129"/>
                  </a:cubicBezTo>
                  <a:cubicBezTo>
                    <a:pt x="14306" y="8129"/>
                    <a:pt x="14306" y="8129"/>
                    <a:pt x="14306" y="8129"/>
                  </a:cubicBezTo>
                  <a:cubicBezTo>
                    <a:pt x="14306" y="8129"/>
                    <a:pt x="14306" y="8129"/>
                    <a:pt x="14306" y="8129"/>
                  </a:cubicBezTo>
                  <a:cubicBezTo>
                    <a:pt x="14306" y="8361"/>
                    <a:pt x="14306" y="8361"/>
                    <a:pt x="14306" y="8361"/>
                  </a:cubicBezTo>
                  <a:cubicBezTo>
                    <a:pt x="14587" y="8361"/>
                    <a:pt x="14587" y="8361"/>
                    <a:pt x="14587" y="8361"/>
                  </a:cubicBezTo>
                  <a:cubicBezTo>
                    <a:pt x="14587" y="8361"/>
                    <a:pt x="14587" y="8361"/>
                    <a:pt x="14587" y="8361"/>
                  </a:cubicBezTo>
                  <a:cubicBezTo>
                    <a:pt x="14587" y="8361"/>
                    <a:pt x="14587" y="8361"/>
                    <a:pt x="14587" y="8361"/>
                  </a:cubicBezTo>
                  <a:cubicBezTo>
                    <a:pt x="14587" y="8361"/>
                    <a:pt x="14587" y="8361"/>
                    <a:pt x="14587" y="8361"/>
                  </a:cubicBezTo>
                  <a:cubicBezTo>
                    <a:pt x="14587" y="8361"/>
                    <a:pt x="14587" y="8361"/>
                    <a:pt x="14587" y="8361"/>
                  </a:cubicBezTo>
                  <a:cubicBezTo>
                    <a:pt x="14868" y="8594"/>
                    <a:pt x="14868" y="8594"/>
                    <a:pt x="14868" y="8594"/>
                  </a:cubicBezTo>
                  <a:cubicBezTo>
                    <a:pt x="14868" y="8594"/>
                    <a:pt x="14868" y="8594"/>
                    <a:pt x="14868" y="8594"/>
                  </a:cubicBezTo>
                  <a:cubicBezTo>
                    <a:pt x="14868" y="8594"/>
                    <a:pt x="14868" y="8594"/>
                    <a:pt x="14868" y="8594"/>
                  </a:cubicBezTo>
                  <a:cubicBezTo>
                    <a:pt x="17392" y="9987"/>
                    <a:pt x="17392" y="9987"/>
                    <a:pt x="17392" y="9987"/>
                  </a:cubicBezTo>
                  <a:cubicBezTo>
                    <a:pt x="14868" y="12774"/>
                    <a:pt x="13745" y="15561"/>
                    <a:pt x="13465" y="18348"/>
                  </a:cubicBezTo>
                  <a:cubicBezTo>
                    <a:pt x="10099" y="19510"/>
                    <a:pt x="6452" y="20439"/>
                    <a:pt x="3086" y="21600"/>
                  </a:cubicBezTo>
                  <a:cubicBezTo>
                    <a:pt x="2525" y="21368"/>
                    <a:pt x="2244" y="21135"/>
                    <a:pt x="1964" y="21135"/>
                  </a:cubicBezTo>
                  <a:cubicBezTo>
                    <a:pt x="6452" y="15794"/>
                    <a:pt x="6452" y="15794"/>
                    <a:pt x="6452" y="15794"/>
                  </a:cubicBezTo>
                  <a:cubicBezTo>
                    <a:pt x="7574" y="16026"/>
                    <a:pt x="8977" y="15794"/>
                    <a:pt x="9818" y="14865"/>
                  </a:cubicBezTo>
                  <a:cubicBezTo>
                    <a:pt x="10660" y="13935"/>
                    <a:pt x="10379" y="12542"/>
                    <a:pt x="8977" y="11845"/>
                  </a:cubicBezTo>
                  <a:cubicBezTo>
                    <a:pt x="7855" y="10916"/>
                    <a:pt x="6171" y="11381"/>
                    <a:pt x="5330" y="12310"/>
                  </a:cubicBezTo>
                  <a:cubicBezTo>
                    <a:pt x="4488" y="13239"/>
                    <a:pt x="4488" y="14400"/>
                    <a:pt x="5330" y="15097"/>
                  </a:cubicBezTo>
                  <a:cubicBezTo>
                    <a:pt x="842" y="20439"/>
                    <a:pt x="842" y="20439"/>
                    <a:pt x="842" y="20439"/>
                  </a:cubicBezTo>
                  <a:close/>
                  <a:moveTo>
                    <a:pt x="7574" y="21600"/>
                  </a:moveTo>
                  <a:cubicBezTo>
                    <a:pt x="20478" y="21600"/>
                    <a:pt x="20478" y="21600"/>
                    <a:pt x="20478" y="21600"/>
                  </a:cubicBezTo>
                  <a:cubicBezTo>
                    <a:pt x="20478" y="19277"/>
                    <a:pt x="20478" y="19277"/>
                    <a:pt x="20478" y="19277"/>
                  </a:cubicBezTo>
                  <a:cubicBezTo>
                    <a:pt x="15148" y="19277"/>
                    <a:pt x="15148" y="19277"/>
                    <a:pt x="15148" y="19277"/>
                  </a:cubicBezTo>
                  <a:cubicBezTo>
                    <a:pt x="7574" y="21600"/>
                    <a:pt x="7574" y="21600"/>
                    <a:pt x="7574" y="21600"/>
                  </a:cubicBezTo>
                  <a:close/>
                  <a:moveTo>
                    <a:pt x="19356" y="9755"/>
                  </a:moveTo>
                  <a:cubicBezTo>
                    <a:pt x="21600" y="7200"/>
                    <a:pt x="21600" y="7200"/>
                    <a:pt x="21600" y="7200"/>
                  </a:cubicBezTo>
                  <a:cubicBezTo>
                    <a:pt x="9538" y="0"/>
                    <a:pt x="9538" y="0"/>
                    <a:pt x="9538" y="0"/>
                  </a:cubicBezTo>
                  <a:cubicBezTo>
                    <a:pt x="7294" y="2787"/>
                    <a:pt x="7294" y="2787"/>
                    <a:pt x="7294" y="2787"/>
                  </a:cubicBezTo>
                  <a:lnTo>
                    <a:pt x="19356" y="975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33" name="Shape 1903">
              <a:extLst>
                <a:ext uri="{FF2B5EF4-FFF2-40B4-BE49-F238E27FC236}">
                  <a16:creationId xmlns:a16="http://schemas.microsoft.com/office/drawing/2014/main" id="{E96A6F93-5724-44F6-AAA9-5A04FBB8EF9E}"/>
                </a:ext>
              </a:extLst>
            </p:cNvPr>
            <p:cNvSpPr/>
            <p:nvPr/>
          </p:nvSpPr>
          <p:spPr>
            <a:xfrm>
              <a:off x="2737578" y="3769697"/>
              <a:ext cx="267519" cy="42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39" y="0"/>
                  </a:moveTo>
                  <a:cubicBezTo>
                    <a:pt x="13863" y="0"/>
                    <a:pt x="16442" y="815"/>
                    <a:pt x="18376" y="2038"/>
                  </a:cubicBezTo>
                  <a:cubicBezTo>
                    <a:pt x="20310" y="3260"/>
                    <a:pt x="21600" y="5094"/>
                    <a:pt x="21600" y="6928"/>
                  </a:cubicBezTo>
                  <a:cubicBezTo>
                    <a:pt x="21600" y="8151"/>
                    <a:pt x="20955" y="9374"/>
                    <a:pt x="19988" y="10392"/>
                  </a:cubicBezTo>
                  <a:cubicBezTo>
                    <a:pt x="19021" y="11411"/>
                    <a:pt x="18054" y="12023"/>
                    <a:pt x="16442" y="12634"/>
                  </a:cubicBezTo>
                  <a:cubicBezTo>
                    <a:pt x="16442" y="13449"/>
                    <a:pt x="16442" y="13449"/>
                    <a:pt x="16442" y="13449"/>
                  </a:cubicBezTo>
                  <a:cubicBezTo>
                    <a:pt x="17087" y="13449"/>
                    <a:pt x="17087" y="13449"/>
                    <a:pt x="17087" y="13449"/>
                  </a:cubicBezTo>
                  <a:cubicBezTo>
                    <a:pt x="17731" y="13245"/>
                    <a:pt x="17731" y="13245"/>
                    <a:pt x="17731" y="13245"/>
                  </a:cubicBezTo>
                  <a:cubicBezTo>
                    <a:pt x="18054" y="13857"/>
                    <a:pt x="18054" y="13857"/>
                    <a:pt x="18054" y="13857"/>
                  </a:cubicBezTo>
                  <a:cubicBezTo>
                    <a:pt x="18376" y="14264"/>
                    <a:pt x="18376" y="14672"/>
                    <a:pt x="18376" y="14875"/>
                  </a:cubicBezTo>
                  <a:cubicBezTo>
                    <a:pt x="18376" y="15283"/>
                    <a:pt x="18376" y="15691"/>
                    <a:pt x="18054" y="16098"/>
                  </a:cubicBezTo>
                  <a:cubicBezTo>
                    <a:pt x="18054" y="16302"/>
                    <a:pt x="18054" y="16302"/>
                    <a:pt x="18054" y="16302"/>
                  </a:cubicBezTo>
                  <a:cubicBezTo>
                    <a:pt x="18054" y="16302"/>
                    <a:pt x="18054" y="16302"/>
                    <a:pt x="18054" y="16302"/>
                  </a:cubicBezTo>
                  <a:cubicBezTo>
                    <a:pt x="18376" y="16709"/>
                    <a:pt x="18376" y="17117"/>
                    <a:pt x="18376" y="17525"/>
                  </a:cubicBezTo>
                  <a:cubicBezTo>
                    <a:pt x="18376" y="17932"/>
                    <a:pt x="18376" y="18340"/>
                    <a:pt x="18054" y="18747"/>
                  </a:cubicBezTo>
                  <a:cubicBezTo>
                    <a:pt x="17731" y="18951"/>
                    <a:pt x="17731" y="18951"/>
                    <a:pt x="17731" y="18951"/>
                  </a:cubicBezTo>
                  <a:cubicBezTo>
                    <a:pt x="17087" y="19155"/>
                    <a:pt x="17087" y="19155"/>
                    <a:pt x="17087" y="19155"/>
                  </a:cubicBezTo>
                  <a:cubicBezTo>
                    <a:pt x="4836" y="19766"/>
                    <a:pt x="4836" y="19766"/>
                    <a:pt x="4836" y="19766"/>
                  </a:cubicBezTo>
                  <a:cubicBezTo>
                    <a:pt x="4191" y="19766"/>
                    <a:pt x="4191" y="19766"/>
                    <a:pt x="4191" y="19766"/>
                  </a:cubicBezTo>
                  <a:cubicBezTo>
                    <a:pt x="3869" y="19358"/>
                    <a:pt x="3869" y="19358"/>
                    <a:pt x="3869" y="19358"/>
                  </a:cubicBezTo>
                  <a:cubicBezTo>
                    <a:pt x="3546" y="18951"/>
                    <a:pt x="3546" y="18543"/>
                    <a:pt x="3224" y="18340"/>
                  </a:cubicBezTo>
                  <a:cubicBezTo>
                    <a:pt x="3224" y="17932"/>
                    <a:pt x="3546" y="17525"/>
                    <a:pt x="3869" y="16913"/>
                  </a:cubicBezTo>
                  <a:cubicBezTo>
                    <a:pt x="3869" y="16913"/>
                    <a:pt x="3869" y="16913"/>
                    <a:pt x="3869" y="16913"/>
                  </a:cubicBezTo>
                  <a:cubicBezTo>
                    <a:pt x="3869" y="16709"/>
                    <a:pt x="3869" y="16709"/>
                    <a:pt x="3869" y="16709"/>
                  </a:cubicBezTo>
                  <a:cubicBezTo>
                    <a:pt x="3546" y="16506"/>
                    <a:pt x="3546" y="16098"/>
                    <a:pt x="3224" y="15691"/>
                  </a:cubicBezTo>
                  <a:cubicBezTo>
                    <a:pt x="3224" y="15283"/>
                    <a:pt x="3546" y="14875"/>
                    <a:pt x="3869" y="14468"/>
                  </a:cubicBezTo>
                  <a:cubicBezTo>
                    <a:pt x="4191" y="14060"/>
                    <a:pt x="4191" y="14060"/>
                    <a:pt x="4191" y="14060"/>
                  </a:cubicBezTo>
                  <a:cubicBezTo>
                    <a:pt x="4836" y="14060"/>
                    <a:pt x="4836" y="14060"/>
                    <a:pt x="4836" y="14060"/>
                  </a:cubicBezTo>
                  <a:cubicBezTo>
                    <a:pt x="5158" y="14060"/>
                    <a:pt x="5158" y="14060"/>
                    <a:pt x="5158" y="14060"/>
                  </a:cubicBezTo>
                  <a:cubicBezTo>
                    <a:pt x="5158" y="12838"/>
                    <a:pt x="5158" y="12838"/>
                    <a:pt x="5158" y="12838"/>
                  </a:cubicBezTo>
                  <a:cubicBezTo>
                    <a:pt x="3546" y="12226"/>
                    <a:pt x="2257" y="11411"/>
                    <a:pt x="1612" y="10392"/>
                  </a:cubicBezTo>
                  <a:cubicBezTo>
                    <a:pt x="645" y="9374"/>
                    <a:pt x="0" y="8151"/>
                    <a:pt x="0" y="6928"/>
                  </a:cubicBezTo>
                  <a:cubicBezTo>
                    <a:pt x="0" y="5094"/>
                    <a:pt x="1290" y="3260"/>
                    <a:pt x="3224" y="2038"/>
                  </a:cubicBezTo>
                  <a:cubicBezTo>
                    <a:pt x="5158" y="815"/>
                    <a:pt x="7737" y="0"/>
                    <a:pt x="10639" y="0"/>
                  </a:cubicBezTo>
                  <a:close/>
                  <a:moveTo>
                    <a:pt x="8382" y="8151"/>
                  </a:moveTo>
                  <a:cubicBezTo>
                    <a:pt x="8704" y="8355"/>
                    <a:pt x="8704" y="8355"/>
                    <a:pt x="9027" y="8355"/>
                  </a:cubicBezTo>
                  <a:cubicBezTo>
                    <a:pt x="9027" y="8355"/>
                    <a:pt x="9349" y="8355"/>
                    <a:pt x="9672" y="8151"/>
                  </a:cubicBezTo>
                  <a:cubicBezTo>
                    <a:pt x="9672" y="7947"/>
                    <a:pt x="9672" y="7947"/>
                    <a:pt x="9672" y="7947"/>
                  </a:cubicBezTo>
                  <a:cubicBezTo>
                    <a:pt x="9994" y="8151"/>
                    <a:pt x="9994" y="8151"/>
                    <a:pt x="9994" y="8151"/>
                  </a:cubicBezTo>
                  <a:cubicBezTo>
                    <a:pt x="10316" y="8355"/>
                    <a:pt x="10316" y="8355"/>
                    <a:pt x="10639" y="8355"/>
                  </a:cubicBezTo>
                  <a:cubicBezTo>
                    <a:pt x="10961" y="8355"/>
                    <a:pt x="11284" y="8355"/>
                    <a:pt x="11284" y="8151"/>
                  </a:cubicBezTo>
                  <a:cubicBezTo>
                    <a:pt x="11606" y="7947"/>
                    <a:pt x="11606" y="7947"/>
                    <a:pt x="11606" y="7947"/>
                  </a:cubicBezTo>
                  <a:cubicBezTo>
                    <a:pt x="11606" y="8151"/>
                    <a:pt x="11606" y="8151"/>
                    <a:pt x="11606" y="8151"/>
                  </a:cubicBezTo>
                  <a:cubicBezTo>
                    <a:pt x="11928" y="8355"/>
                    <a:pt x="12251" y="8355"/>
                    <a:pt x="12573" y="8355"/>
                  </a:cubicBezTo>
                  <a:cubicBezTo>
                    <a:pt x="12896" y="8355"/>
                    <a:pt x="13218" y="8355"/>
                    <a:pt x="13540" y="8151"/>
                  </a:cubicBezTo>
                  <a:cubicBezTo>
                    <a:pt x="13863" y="7743"/>
                    <a:pt x="13863" y="7743"/>
                    <a:pt x="13863" y="7743"/>
                  </a:cubicBezTo>
                  <a:cubicBezTo>
                    <a:pt x="14830" y="8151"/>
                    <a:pt x="14830" y="8151"/>
                    <a:pt x="14830" y="8151"/>
                  </a:cubicBezTo>
                  <a:cubicBezTo>
                    <a:pt x="12573" y="10596"/>
                    <a:pt x="12573" y="10596"/>
                    <a:pt x="12573" y="10596"/>
                  </a:cubicBezTo>
                  <a:cubicBezTo>
                    <a:pt x="12573" y="13653"/>
                    <a:pt x="12573" y="13653"/>
                    <a:pt x="12573" y="13653"/>
                  </a:cubicBezTo>
                  <a:cubicBezTo>
                    <a:pt x="14185" y="13449"/>
                    <a:pt x="14185" y="13449"/>
                    <a:pt x="14185" y="13449"/>
                  </a:cubicBezTo>
                  <a:cubicBezTo>
                    <a:pt x="14185" y="12226"/>
                    <a:pt x="14185" y="12226"/>
                    <a:pt x="14185" y="12226"/>
                  </a:cubicBezTo>
                  <a:cubicBezTo>
                    <a:pt x="14185" y="11819"/>
                    <a:pt x="14185" y="11819"/>
                    <a:pt x="14185" y="11819"/>
                  </a:cubicBezTo>
                  <a:cubicBezTo>
                    <a:pt x="14830" y="11615"/>
                    <a:pt x="14830" y="11615"/>
                    <a:pt x="14830" y="11615"/>
                  </a:cubicBezTo>
                  <a:cubicBezTo>
                    <a:pt x="16119" y="11208"/>
                    <a:pt x="17409" y="10596"/>
                    <a:pt x="18054" y="9577"/>
                  </a:cubicBezTo>
                  <a:cubicBezTo>
                    <a:pt x="19021" y="8966"/>
                    <a:pt x="19343" y="7947"/>
                    <a:pt x="19343" y="6928"/>
                  </a:cubicBezTo>
                  <a:cubicBezTo>
                    <a:pt x="19343" y="5502"/>
                    <a:pt x="18376" y="4075"/>
                    <a:pt x="16764" y="3057"/>
                  </a:cubicBezTo>
                  <a:cubicBezTo>
                    <a:pt x="15152" y="2038"/>
                    <a:pt x="13218" y="1426"/>
                    <a:pt x="10639" y="1426"/>
                  </a:cubicBezTo>
                  <a:cubicBezTo>
                    <a:pt x="8382" y="1426"/>
                    <a:pt x="6125" y="2038"/>
                    <a:pt x="4836" y="3057"/>
                  </a:cubicBezTo>
                  <a:cubicBezTo>
                    <a:pt x="3224" y="4075"/>
                    <a:pt x="2257" y="5502"/>
                    <a:pt x="2257" y="6928"/>
                  </a:cubicBezTo>
                  <a:cubicBezTo>
                    <a:pt x="2257" y="7947"/>
                    <a:pt x="2579" y="8966"/>
                    <a:pt x="3546" y="9781"/>
                  </a:cubicBezTo>
                  <a:cubicBezTo>
                    <a:pt x="4191" y="10596"/>
                    <a:pt x="5481" y="11208"/>
                    <a:pt x="6770" y="11819"/>
                  </a:cubicBezTo>
                  <a:cubicBezTo>
                    <a:pt x="7415" y="12023"/>
                    <a:pt x="7415" y="12023"/>
                    <a:pt x="7415" y="12023"/>
                  </a:cubicBezTo>
                  <a:cubicBezTo>
                    <a:pt x="7415" y="12430"/>
                    <a:pt x="7415" y="12430"/>
                    <a:pt x="7415" y="12430"/>
                  </a:cubicBezTo>
                  <a:cubicBezTo>
                    <a:pt x="7415" y="13653"/>
                    <a:pt x="7415" y="13653"/>
                    <a:pt x="7415" y="13653"/>
                  </a:cubicBezTo>
                  <a:cubicBezTo>
                    <a:pt x="9349" y="13653"/>
                    <a:pt x="9349" y="13653"/>
                    <a:pt x="9349" y="13653"/>
                  </a:cubicBezTo>
                  <a:cubicBezTo>
                    <a:pt x="9349" y="10596"/>
                    <a:pt x="9349" y="10596"/>
                    <a:pt x="9349" y="10596"/>
                  </a:cubicBezTo>
                  <a:cubicBezTo>
                    <a:pt x="7093" y="8151"/>
                    <a:pt x="7093" y="8151"/>
                    <a:pt x="7093" y="8151"/>
                  </a:cubicBezTo>
                  <a:cubicBezTo>
                    <a:pt x="8060" y="7743"/>
                    <a:pt x="8060" y="7743"/>
                    <a:pt x="8060" y="7743"/>
                  </a:cubicBezTo>
                  <a:cubicBezTo>
                    <a:pt x="8382" y="8151"/>
                    <a:pt x="8382" y="8151"/>
                    <a:pt x="8382" y="8151"/>
                  </a:cubicBezTo>
                  <a:close/>
                  <a:moveTo>
                    <a:pt x="12896" y="8762"/>
                  </a:moveTo>
                  <a:cubicBezTo>
                    <a:pt x="12896" y="8762"/>
                    <a:pt x="12896" y="8762"/>
                    <a:pt x="12573" y="8762"/>
                  </a:cubicBezTo>
                  <a:cubicBezTo>
                    <a:pt x="12251" y="8762"/>
                    <a:pt x="11928" y="8762"/>
                    <a:pt x="11606" y="8558"/>
                  </a:cubicBezTo>
                  <a:cubicBezTo>
                    <a:pt x="11284" y="8558"/>
                    <a:pt x="10961" y="8762"/>
                    <a:pt x="10639" y="8762"/>
                  </a:cubicBezTo>
                  <a:cubicBezTo>
                    <a:pt x="10316" y="8762"/>
                    <a:pt x="9994" y="8558"/>
                    <a:pt x="9672" y="8558"/>
                  </a:cubicBezTo>
                  <a:cubicBezTo>
                    <a:pt x="9349" y="8558"/>
                    <a:pt x="9027" y="8762"/>
                    <a:pt x="9027" y="8762"/>
                  </a:cubicBezTo>
                  <a:cubicBezTo>
                    <a:pt x="8704" y="8762"/>
                    <a:pt x="8704" y="8762"/>
                    <a:pt x="8704" y="8558"/>
                  </a:cubicBezTo>
                  <a:cubicBezTo>
                    <a:pt x="10316" y="10189"/>
                    <a:pt x="10316" y="10189"/>
                    <a:pt x="10316" y="10189"/>
                  </a:cubicBezTo>
                  <a:cubicBezTo>
                    <a:pt x="10316" y="10392"/>
                    <a:pt x="10316" y="10392"/>
                    <a:pt x="10316" y="10392"/>
                  </a:cubicBezTo>
                  <a:cubicBezTo>
                    <a:pt x="10316" y="10392"/>
                    <a:pt x="10316" y="10392"/>
                    <a:pt x="10316" y="10392"/>
                  </a:cubicBezTo>
                  <a:cubicBezTo>
                    <a:pt x="10316" y="13653"/>
                    <a:pt x="10316" y="13653"/>
                    <a:pt x="10316" y="13653"/>
                  </a:cubicBezTo>
                  <a:cubicBezTo>
                    <a:pt x="11284" y="13653"/>
                    <a:pt x="11284" y="13653"/>
                    <a:pt x="11284" y="13653"/>
                  </a:cubicBezTo>
                  <a:cubicBezTo>
                    <a:pt x="11284" y="10392"/>
                    <a:pt x="11284" y="10392"/>
                    <a:pt x="11284" y="10392"/>
                  </a:cubicBezTo>
                  <a:cubicBezTo>
                    <a:pt x="11284" y="10392"/>
                    <a:pt x="11284" y="10392"/>
                    <a:pt x="11284" y="10392"/>
                  </a:cubicBezTo>
                  <a:cubicBezTo>
                    <a:pt x="11284" y="10189"/>
                    <a:pt x="11284" y="10189"/>
                    <a:pt x="11284" y="10189"/>
                  </a:cubicBezTo>
                  <a:cubicBezTo>
                    <a:pt x="12896" y="8762"/>
                    <a:pt x="12896" y="8762"/>
                    <a:pt x="12896" y="8762"/>
                  </a:cubicBezTo>
                  <a:close/>
                  <a:moveTo>
                    <a:pt x="13863" y="19562"/>
                  </a:moveTo>
                  <a:cubicBezTo>
                    <a:pt x="7737" y="19970"/>
                    <a:pt x="7737" y="19970"/>
                    <a:pt x="7737" y="19970"/>
                  </a:cubicBezTo>
                  <a:cubicBezTo>
                    <a:pt x="8060" y="20989"/>
                    <a:pt x="9349" y="21600"/>
                    <a:pt x="10961" y="21600"/>
                  </a:cubicBezTo>
                  <a:cubicBezTo>
                    <a:pt x="12573" y="21600"/>
                    <a:pt x="13863" y="20785"/>
                    <a:pt x="13863" y="19766"/>
                  </a:cubicBezTo>
                  <a:cubicBezTo>
                    <a:pt x="13863" y="19766"/>
                    <a:pt x="13863" y="19766"/>
                    <a:pt x="13863" y="19562"/>
                  </a:cubicBezTo>
                  <a:close/>
                  <a:moveTo>
                    <a:pt x="16119" y="17321"/>
                  </a:moveTo>
                  <a:cubicBezTo>
                    <a:pt x="5481" y="17932"/>
                    <a:pt x="5481" y="17932"/>
                    <a:pt x="5481" y="17932"/>
                  </a:cubicBezTo>
                  <a:cubicBezTo>
                    <a:pt x="5481" y="18136"/>
                    <a:pt x="5481" y="18136"/>
                    <a:pt x="5481" y="18136"/>
                  </a:cubicBezTo>
                  <a:cubicBezTo>
                    <a:pt x="5481" y="18136"/>
                    <a:pt x="5481" y="18340"/>
                    <a:pt x="5481" y="18340"/>
                  </a:cubicBezTo>
                  <a:cubicBezTo>
                    <a:pt x="16119" y="17728"/>
                    <a:pt x="16119" y="17728"/>
                    <a:pt x="16119" y="17728"/>
                  </a:cubicBezTo>
                  <a:cubicBezTo>
                    <a:pt x="16119" y="17728"/>
                    <a:pt x="16119" y="17525"/>
                    <a:pt x="16119" y="17525"/>
                  </a:cubicBezTo>
                  <a:cubicBezTo>
                    <a:pt x="16119" y="17525"/>
                    <a:pt x="16119" y="17525"/>
                    <a:pt x="16119" y="17321"/>
                  </a:cubicBezTo>
                  <a:close/>
                  <a:moveTo>
                    <a:pt x="16119" y="14875"/>
                  </a:moveTo>
                  <a:cubicBezTo>
                    <a:pt x="5481" y="15487"/>
                    <a:pt x="5481" y="15487"/>
                    <a:pt x="5481" y="15487"/>
                  </a:cubicBezTo>
                  <a:cubicBezTo>
                    <a:pt x="5481" y="15487"/>
                    <a:pt x="5481" y="15487"/>
                    <a:pt x="5481" y="15691"/>
                  </a:cubicBezTo>
                  <a:cubicBezTo>
                    <a:pt x="5481" y="15691"/>
                    <a:pt x="5481" y="15691"/>
                    <a:pt x="5481" y="15691"/>
                  </a:cubicBezTo>
                  <a:cubicBezTo>
                    <a:pt x="16119" y="15079"/>
                    <a:pt x="16119" y="15079"/>
                    <a:pt x="16119" y="15079"/>
                  </a:cubicBezTo>
                  <a:cubicBezTo>
                    <a:pt x="16119" y="15079"/>
                    <a:pt x="16119" y="15079"/>
                    <a:pt x="16119" y="14875"/>
                  </a:cubicBezTo>
                  <a:cubicBezTo>
                    <a:pt x="16119" y="14875"/>
                    <a:pt x="16119" y="14875"/>
                    <a:pt x="16119" y="14875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34" name="Shape 1913">
              <a:extLst>
                <a:ext uri="{FF2B5EF4-FFF2-40B4-BE49-F238E27FC236}">
                  <a16:creationId xmlns:a16="http://schemas.microsoft.com/office/drawing/2014/main" id="{8BF7572D-9303-4CF2-9D00-26B21A1A1243}"/>
                </a:ext>
              </a:extLst>
            </p:cNvPr>
            <p:cNvSpPr/>
            <p:nvPr/>
          </p:nvSpPr>
          <p:spPr>
            <a:xfrm>
              <a:off x="5935360" y="3763501"/>
              <a:ext cx="351694" cy="388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73" y="11494"/>
                  </a:moveTo>
                  <a:cubicBezTo>
                    <a:pt x="5455" y="11494"/>
                    <a:pt x="5455" y="11494"/>
                    <a:pt x="5455" y="11494"/>
                  </a:cubicBezTo>
                  <a:cubicBezTo>
                    <a:pt x="5455" y="12088"/>
                    <a:pt x="5455" y="12088"/>
                    <a:pt x="5455" y="12088"/>
                  </a:cubicBezTo>
                  <a:cubicBezTo>
                    <a:pt x="3273" y="12088"/>
                    <a:pt x="3273" y="12088"/>
                    <a:pt x="3273" y="12088"/>
                  </a:cubicBezTo>
                  <a:cubicBezTo>
                    <a:pt x="3273" y="11494"/>
                    <a:pt x="3273" y="11494"/>
                    <a:pt x="3273" y="11494"/>
                  </a:cubicBezTo>
                  <a:close/>
                  <a:moveTo>
                    <a:pt x="11127" y="10899"/>
                  </a:moveTo>
                  <a:cubicBezTo>
                    <a:pt x="11345" y="10899"/>
                    <a:pt x="11345" y="10899"/>
                    <a:pt x="11564" y="10899"/>
                  </a:cubicBezTo>
                  <a:cubicBezTo>
                    <a:pt x="12218" y="10305"/>
                    <a:pt x="13091" y="9512"/>
                    <a:pt x="13745" y="9116"/>
                  </a:cubicBezTo>
                  <a:cubicBezTo>
                    <a:pt x="13964" y="9116"/>
                    <a:pt x="14182" y="9314"/>
                    <a:pt x="14400" y="9512"/>
                  </a:cubicBezTo>
                  <a:cubicBezTo>
                    <a:pt x="13745" y="10503"/>
                    <a:pt x="13091" y="11097"/>
                    <a:pt x="12218" y="11692"/>
                  </a:cubicBezTo>
                  <a:cubicBezTo>
                    <a:pt x="12436" y="11890"/>
                    <a:pt x="12436" y="11890"/>
                    <a:pt x="12436" y="12088"/>
                  </a:cubicBezTo>
                  <a:cubicBezTo>
                    <a:pt x="12436" y="12683"/>
                    <a:pt x="11782" y="13277"/>
                    <a:pt x="11127" y="13277"/>
                  </a:cubicBezTo>
                  <a:cubicBezTo>
                    <a:pt x="10255" y="13277"/>
                    <a:pt x="9818" y="12683"/>
                    <a:pt x="9818" y="12088"/>
                  </a:cubicBezTo>
                  <a:cubicBezTo>
                    <a:pt x="9818" y="11692"/>
                    <a:pt x="9818" y="11494"/>
                    <a:pt x="10036" y="11295"/>
                  </a:cubicBezTo>
                  <a:cubicBezTo>
                    <a:pt x="8945" y="10106"/>
                    <a:pt x="8291" y="8917"/>
                    <a:pt x="7636" y="7530"/>
                  </a:cubicBezTo>
                  <a:cubicBezTo>
                    <a:pt x="7855" y="7530"/>
                    <a:pt x="8073" y="7332"/>
                    <a:pt x="8291" y="7332"/>
                  </a:cubicBezTo>
                  <a:cubicBezTo>
                    <a:pt x="9164" y="8323"/>
                    <a:pt x="10036" y="9710"/>
                    <a:pt x="10691" y="10899"/>
                  </a:cubicBezTo>
                  <a:cubicBezTo>
                    <a:pt x="10691" y="10899"/>
                    <a:pt x="10909" y="10899"/>
                    <a:pt x="11127" y="10899"/>
                  </a:cubicBezTo>
                  <a:close/>
                  <a:moveTo>
                    <a:pt x="9164" y="4360"/>
                  </a:moveTo>
                  <a:cubicBezTo>
                    <a:pt x="9164" y="6539"/>
                    <a:pt x="9164" y="6539"/>
                    <a:pt x="9164" y="6539"/>
                  </a:cubicBezTo>
                  <a:cubicBezTo>
                    <a:pt x="15273" y="3369"/>
                    <a:pt x="15273" y="3369"/>
                    <a:pt x="15273" y="3369"/>
                  </a:cubicBezTo>
                  <a:cubicBezTo>
                    <a:pt x="9164" y="0"/>
                    <a:pt x="9164" y="0"/>
                    <a:pt x="9164" y="0"/>
                  </a:cubicBezTo>
                  <a:cubicBezTo>
                    <a:pt x="9164" y="2180"/>
                    <a:pt x="9164" y="2180"/>
                    <a:pt x="9164" y="2180"/>
                  </a:cubicBezTo>
                  <a:cubicBezTo>
                    <a:pt x="6982" y="2378"/>
                    <a:pt x="4800" y="3369"/>
                    <a:pt x="3273" y="4954"/>
                  </a:cubicBezTo>
                  <a:cubicBezTo>
                    <a:pt x="1091" y="6738"/>
                    <a:pt x="0" y="9116"/>
                    <a:pt x="0" y="11890"/>
                  </a:cubicBezTo>
                  <a:cubicBezTo>
                    <a:pt x="0" y="14466"/>
                    <a:pt x="1091" y="16844"/>
                    <a:pt x="3273" y="18628"/>
                  </a:cubicBezTo>
                  <a:cubicBezTo>
                    <a:pt x="5236" y="20609"/>
                    <a:pt x="7855" y="21600"/>
                    <a:pt x="10691" y="21600"/>
                  </a:cubicBezTo>
                  <a:cubicBezTo>
                    <a:pt x="13745" y="21600"/>
                    <a:pt x="16364" y="20609"/>
                    <a:pt x="18327" y="18628"/>
                  </a:cubicBezTo>
                  <a:cubicBezTo>
                    <a:pt x="19636" y="17637"/>
                    <a:pt x="20509" y="16250"/>
                    <a:pt x="20945" y="14862"/>
                  </a:cubicBezTo>
                  <a:cubicBezTo>
                    <a:pt x="21164" y="14466"/>
                    <a:pt x="21164" y="14466"/>
                    <a:pt x="21164" y="14466"/>
                  </a:cubicBezTo>
                  <a:cubicBezTo>
                    <a:pt x="18764" y="13872"/>
                    <a:pt x="18764" y="13872"/>
                    <a:pt x="18764" y="13872"/>
                  </a:cubicBezTo>
                  <a:cubicBezTo>
                    <a:pt x="18545" y="14070"/>
                    <a:pt x="18545" y="14070"/>
                    <a:pt x="18545" y="14070"/>
                  </a:cubicBezTo>
                  <a:cubicBezTo>
                    <a:pt x="18327" y="15259"/>
                    <a:pt x="17455" y="16250"/>
                    <a:pt x="16582" y="17042"/>
                  </a:cubicBezTo>
                  <a:cubicBezTo>
                    <a:pt x="15055" y="18429"/>
                    <a:pt x="13091" y="19222"/>
                    <a:pt x="10691" y="19222"/>
                  </a:cubicBezTo>
                  <a:cubicBezTo>
                    <a:pt x="8509" y="19222"/>
                    <a:pt x="6545" y="18429"/>
                    <a:pt x="5018" y="17042"/>
                  </a:cubicBezTo>
                  <a:cubicBezTo>
                    <a:pt x="3491" y="15655"/>
                    <a:pt x="2618" y="13872"/>
                    <a:pt x="2618" y="11890"/>
                  </a:cubicBezTo>
                  <a:cubicBezTo>
                    <a:pt x="2618" y="9908"/>
                    <a:pt x="3491" y="7927"/>
                    <a:pt x="5018" y="6539"/>
                  </a:cubicBezTo>
                  <a:cubicBezTo>
                    <a:pt x="6109" y="5549"/>
                    <a:pt x="7636" y="4756"/>
                    <a:pt x="9164" y="4360"/>
                  </a:cubicBezTo>
                  <a:close/>
                  <a:moveTo>
                    <a:pt x="18982" y="10701"/>
                  </a:moveTo>
                  <a:cubicBezTo>
                    <a:pt x="18982" y="10305"/>
                    <a:pt x="18764" y="9710"/>
                    <a:pt x="18545" y="9314"/>
                  </a:cubicBezTo>
                  <a:cubicBezTo>
                    <a:pt x="18327" y="8917"/>
                    <a:pt x="18327" y="8917"/>
                    <a:pt x="18327" y="8917"/>
                  </a:cubicBezTo>
                  <a:cubicBezTo>
                    <a:pt x="20727" y="8125"/>
                    <a:pt x="20727" y="8125"/>
                    <a:pt x="20727" y="8125"/>
                  </a:cubicBezTo>
                  <a:cubicBezTo>
                    <a:pt x="20945" y="8521"/>
                    <a:pt x="20945" y="8521"/>
                    <a:pt x="20945" y="8521"/>
                  </a:cubicBezTo>
                  <a:cubicBezTo>
                    <a:pt x="21164" y="9116"/>
                    <a:pt x="21382" y="9908"/>
                    <a:pt x="21382" y="10503"/>
                  </a:cubicBezTo>
                  <a:cubicBezTo>
                    <a:pt x="21600" y="10899"/>
                    <a:pt x="21600" y="10899"/>
                    <a:pt x="21600" y="10899"/>
                  </a:cubicBezTo>
                  <a:cubicBezTo>
                    <a:pt x="18982" y="11097"/>
                    <a:pt x="18982" y="11097"/>
                    <a:pt x="18982" y="11097"/>
                  </a:cubicBezTo>
                  <a:cubicBezTo>
                    <a:pt x="18982" y="10701"/>
                    <a:pt x="18982" y="10701"/>
                    <a:pt x="18982" y="10701"/>
                  </a:cubicBezTo>
                  <a:close/>
                  <a:moveTo>
                    <a:pt x="18982" y="13277"/>
                  </a:moveTo>
                  <a:cubicBezTo>
                    <a:pt x="18982" y="12683"/>
                    <a:pt x="18982" y="12286"/>
                    <a:pt x="18982" y="11890"/>
                  </a:cubicBezTo>
                  <a:cubicBezTo>
                    <a:pt x="18982" y="11692"/>
                    <a:pt x="18982" y="11692"/>
                    <a:pt x="18982" y="11692"/>
                  </a:cubicBezTo>
                  <a:cubicBezTo>
                    <a:pt x="18982" y="11295"/>
                    <a:pt x="18982" y="11295"/>
                    <a:pt x="18982" y="11295"/>
                  </a:cubicBezTo>
                  <a:cubicBezTo>
                    <a:pt x="21600" y="11295"/>
                    <a:pt x="21600" y="11295"/>
                    <a:pt x="21600" y="11295"/>
                  </a:cubicBezTo>
                  <a:cubicBezTo>
                    <a:pt x="21600" y="11692"/>
                    <a:pt x="21600" y="11692"/>
                    <a:pt x="21600" y="11692"/>
                  </a:cubicBezTo>
                  <a:cubicBezTo>
                    <a:pt x="21600" y="11692"/>
                    <a:pt x="21600" y="11692"/>
                    <a:pt x="21600" y="11890"/>
                  </a:cubicBezTo>
                  <a:cubicBezTo>
                    <a:pt x="21600" y="12484"/>
                    <a:pt x="21600" y="13079"/>
                    <a:pt x="21382" y="13673"/>
                  </a:cubicBezTo>
                  <a:cubicBezTo>
                    <a:pt x="21164" y="14070"/>
                    <a:pt x="21164" y="14070"/>
                    <a:pt x="21164" y="14070"/>
                  </a:cubicBezTo>
                  <a:cubicBezTo>
                    <a:pt x="18764" y="13475"/>
                    <a:pt x="18764" y="13475"/>
                    <a:pt x="18764" y="13475"/>
                  </a:cubicBezTo>
                  <a:cubicBezTo>
                    <a:pt x="18982" y="13277"/>
                    <a:pt x="18982" y="13277"/>
                    <a:pt x="18982" y="13277"/>
                  </a:cubicBezTo>
                  <a:close/>
                  <a:moveTo>
                    <a:pt x="18109" y="8323"/>
                  </a:moveTo>
                  <a:cubicBezTo>
                    <a:pt x="17891" y="7927"/>
                    <a:pt x="17673" y="7530"/>
                    <a:pt x="17455" y="7332"/>
                  </a:cubicBezTo>
                  <a:cubicBezTo>
                    <a:pt x="17018" y="6936"/>
                    <a:pt x="17018" y="6936"/>
                    <a:pt x="17018" y="6936"/>
                  </a:cubicBezTo>
                  <a:cubicBezTo>
                    <a:pt x="19200" y="5549"/>
                    <a:pt x="19200" y="5549"/>
                    <a:pt x="19200" y="5549"/>
                  </a:cubicBezTo>
                  <a:cubicBezTo>
                    <a:pt x="19418" y="5945"/>
                    <a:pt x="19418" y="5945"/>
                    <a:pt x="19418" y="5945"/>
                  </a:cubicBezTo>
                  <a:cubicBezTo>
                    <a:pt x="19855" y="6341"/>
                    <a:pt x="20073" y="6936"/>
                    <a:pt x="20509" y="7530"/>
                  </a:cubicBezTo>
                  <a:cubicBezTo>
                    <a:pt x="20727" y="7927"/>
                    <a:pt x="20727" y="7927"/>
                    <a:pt x="20727" y="7927"/>
                  </a:cubicBezTo>
                  <a:cubicBezTo>
                    <a:pt x="18327" y="8719"/>
                    <a:pt x="18327" y="8719"/>
                    <a:pt x="18327" y="8719"/>
                  </a:cubicBezTo>
                  <a:cubicBezTo>
                    <a:pt x="18109" y="8323"/>
                    <a:pt x="18109" y="8323"/>
                    <a:pt x="18109" y="8323"/>
                  </a:cubicBezTo>
                  <a:close/>
                  <a:moveTo>
                    <a:pt x="16800" y="6738"/>
                  </a:moveTo>
                  <a:cubicBezTo>
                    <a:pt x="16582" y="6539"/>
                    <a:pt x="16582" y="6539"/>
                    <a:pt x="16582" y="6539"/>
                  </a:cubicBezTo>
                  <a:cubicBezTo>
                    <a:pt x="16364" y="6143"/>
                    <a:pt x="15927" y="5945"/>
                    <a:pt x="15491" y="5549"/>
                  </a:cubicBezTo>
                  <a:cubicBezTo>
                    <a:pt x="15055" y="5350"/>
                    <a:pt x="15055" y="5350"/>
                    <a:pt x="15055" y="5350"/>
                  </a:cubicBezTo>
                  <a:cubicBezTo>
                    <a:pt x="16582" y="3567"/>
                    <a:pt x="16582" y="3567"/>
                    <a:pt x="16582" y="3567"/>
                  </a:cubicBezTo>
                  <a:cubicBezTo>
                    <a:pt x="17018" y="3765"/>
                    <a:pt x="17018" y="3765"/>
                    <a:pt x="17018" y="3765"/>
                  </a:cubicBezTo>
                  <a:cubicBezTo>
                    <a:pt x="17455" y="4161"/>
                    <a:pt x="17891" y="4558"/>
                    <a:pt x="18327" y="4954"/>
                  </a:cubicBezTo>
                  <a:cubicBezTo>
                    <a:pt x="18545" y="4954"/>
                    <a:pt x="18545" y="4954"/>
                    <a:pt x="18545" y="4954"/>
                  </a:cubicBezTo>
                  <a:cubicBezTo>
                    <a:pt x="18764" y="5350"/>
                    <a:pt x="18764" y="5350"/>
                    <a:pt x="18764" y="5350"/>
                  </a:cubicBezTo>
                  <a:cubicBezTo>
                    <a:pt x="16800" y="6738"/>
                    <a:pt x="16800" y="6738"/>
                    <a:pt x="16800" y="6738"/>
                  </a:cubicBezTo>
                  <a:close/>
                  <a:moveTo>
                    <a:pt x="10909" y="18429"/>
                  </a:moveTo>
                  <a:cubicBezTo>
                    <a:pt x="10909" y="16448"/>
                    <a:pt x="10909" y="16448"/>
                    <a:pt x="10909" y="16448"/>
                  </a:cubicBezTo>
                  <a:cubicBezTo>
                    <a:pt x="11564" y="16448"/>
                    <a:pt x="11564" y="16448"/>
                    <a:pt x="11564" y="16448"/>
                  </a:cubicBezTo>
                  <a:cubicBezTo>
                    <a:pt x="11564" y="18429"/>
                    <a:pt x="11564" y="18429"/>
                    <a:pt x="11564" y="18429"/>
                  </a:cubicBezTo>
                  <a:cubicBezTo>
                    <a:pt x="10909" y="18429"/>
                    <a:pt x="10909" y="18429"/>
                    <a:pt x="10909" y="18429"/>
                  </a:cubicBezTo>
                  <a:close/>
                  <a:moveTo>
                    <a:pt x="16145" y="16448"/>
                  </a:moveTo>
                  <a:cubicBezTo>
                    <a:pt x="14618" y="15061"/>
                    <a:pt x="14618" y="15061"/>
                    <a:pt x="14618" y="15061"/>
                  </a:cubicBezTo>
                  <a:cubicBezTo>
                    <a:pt x="15273" y="14664"/>
                    <a:pt x="15273" y="14664"/>
                    <a:pt x="15273" y="14664"/>
                  </a:cubicBezTo>
                  <a:cubicBezTo>
                    <a:pt x="16800" y="16051"/>
                    <a:pt x="16800" y="16051"/>
                    <a:pt x="16800" y="16051"/>
                  </a:cubicBezTo>
                  <a:cubicBezTo>
                    <a:pt x="16145" y="16448"/>
                    <a:pt x="16145" y="16448"/>
                    <a:pt x="16145" y="16448"/>
                  </a:cubicBezTo>
                  <a:close/>
                  <a:moveTo>
                    <a:pt x="5455" y="16448"/>
                  </a:moveTo>
                  <a:cubicBezTo>
                    <a:pt x="6982" y="15061"/>
                    <a:pt x="6982" y="15061"/>
                    <a:pt x="6982" y="15061"/>
                  </a:cubicBezTo>
                  <a:cubicBezTo>
                    <a:pt x="7418" y="15457"/>
                    <a:pt x="7418" y="15457"/>
                    <a:pt x="7418" y="15457"/>
                  </a:cubicBezTo>
                  <a:cubicBezTo>
                    <a:pt x="5891" y="16844"/>
                    <a:pt x="5891" y="16844"/>
                    <a:pt x="5891" y="16844"/>
                  </a:cubicBezTo>
                  <a:cubicBezTo>
                    <a:pt x="5455" y="16448"/>
                    <a:pt x="5455" y="16448"/>
                    <a:pt x="5455" y="16448"/>
                  </a:cubicBezTo>
                  <a:close/>
                  <a:moveTo>
                    <a:pt x="5673" y="6539"/>
                  </a:moveTo>
                  <a:cubicBezTo>
                    <a:pt x="7200" y="7927"/>
                    <a:pt x="7200" y="7927"/>
                    <a:pt x="7200" y="7927"/>
                  </a:cubicBezTo>
                  <a:cubicBezTo>
                    <a:pt x="6545" y="8521"/>
                    <a:pt x="6545" y="8521"/>
                    <a:pt x="6545" y="8521"/>
                  </a:cubicBezTo>
                  <a:cubicBezTo>
                    <a:pt x="5018" y="7134"/>
                    <a:pt x="5018" y="7134"/>
                    <a:pt x="5018" y="7134"/>
                  </a:cubicBezTo>
                  <a:cubicBezTo>
                    <a:pt x="5673" y="6539"/>
                    <a:pt x="5673" y="6539"/>
                    <a:pt x="5673" y="6539"/>
                  </a:cubicBezTo>
                  <a:close/>
                  <a:moveTo>
                    <a:pt x="16364" y="6738"/>
                  </a:moveTo>
                  <a:cubicBezTo>
                    <a:pt x="15927" y="6341"/>
                    <a:pt x="15927" y="6341"/>
                    <a:pt x="15927" y="6341"/>
                  </a:cubicBezTo>
                  <a:cubicBezTo>
                    <a:pt x="14400" y="7728"/>
                    <a:pt x="14400" y="7728"/>
                    <a:pt x="14400" y="7728"/>
                  </a:cubicBezTo>
                  <a:cubicBezTo>
                    <a:pt x="14836" y="8125"/>
                    <a:pt x="14836" y="8125"/>
                    <a:pt x="14836" y="8125"/>
                  </a:cubicBezTo>
                  <a:cubicBezTo>
                    <a:pt x="16364" y="6738"/>
                    <a:pt x="16364" y="6738"/>
                    <a:pt x="16364" y="6738"/>
                  </a:cubicBezTo>
                  <a:close/>
                  <a:moveTo>
                    <a:pt x="18545" y="11692"/>
                  </a:moveTo>
                  <a:cubicBezTo>
                    <a:pt x="16364" y="11692"/>
                    <a:pt x="16364" y="11692"/>
                    <a:pt x="16364" y="11692"/>
                  </a:cubicBezTo>
                  <a:cubicBezTo>
                    <a:pt x="16364" y="11097"/>
                    <a:pt x="16364" y="11097"/>
                    <a:pt x="16364" y="11097"/>
                  </a:cubicBezTo>
                  <a:cubicBezTo>
                    <a:pt x="18545" y="11097"/>
                    <a:pt x="18545" y="11097"/>
                    <a:pt x="18545" y="11097"/>
                  </a:cubicBezTo>
                  <a:lnTo>
                    <a:pt x="18545" y="1169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 sz="100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 flipH="1">
            <a:off x="2996591" y="792921"/>
            <a:ext cx="6198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TIMELINE INFOGRAPHIC</a:t>
            </a:r>
            <a:endParaRPr lang="id-ID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39080" y="1206295"/>
            <a:ext cx="31138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Insert Your Creative Idea </a:t>
            </a:r>
          </a:p>
        </p:txBody>
      </p:sp>
    </p:spTree>
    <p:extLst>
      <p:ext uri="{BB962C8B-B14F-4D97-AF65-F5344CB8AC3E}">
        <p14:creationId xmlns:p14="http://schemas.microsoft.com/office/powerpoint/2010/main" val="6912406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4B8F4C3-AFEE-4C79-BABA-75BDD53959FA}"/>
              </a:ext>
            </a:extLst>
          </p:cNvPr>
          <p:cNvGrpSpPr/>
          <p:nvPr/>
        </p:nvGrpSpPr>
        <p:grpSpPr>
          <a:xfrm>
            <a:off x="838200" y="1786020"/>
            <a:ext cx="10269361" cy="3892435"/>
            <a:chOff x="893566" y="1761249"/>
            <a:chExt cx="10269361" cy="3892435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C308C373-DD50-47CA-8883-BEB57477BD96}"/>
                </a:ext>
              </a:extLst>
            </p:cNvPr>
            <p:cNvSpPr/>
            <p:nvPr/>
          </p:nvSpPr>
          <p:spPr>
            <a:xfrm rot="3495904">
              <a:off x="9052619" y="1855115"/>
              <a:ext cx="1361064" cy="117333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8CA777E-E54B-4800-A937-397ADF0ED795}"/>
                </a:ext>
              </a:extLst>
            </p:cNvPr>
            <p:cNvGrpSpPr/>
            <p:nvPr/>
          </p:nvGrpSpPr>
          <p:grpSpPr>
            <a:xfrm>
              <a:off x="893566" y="2366169"/>
              <a:ext cx="10269361" cy="3287515"/>
              <a:chOff x="893566" y="2366169"/>
              <a:chExt cx="10269361" cy="3287515"/>
            </a:xfrm>
          </p:grpSpPr>
          <p:sp>
            <p:nvSpPr>
              <p:cNvPr id="5" name="Trapezoid 11">
                <a:extLst>
                  <a:ext uri="{FF2B5EF4-FFF2-40B4-BE49-F238E27FC236}">
                    <a16:creationId xmlns:a16="http://schemas.microsoft.com/office/drawing/2014/main" id="{3490E941-5B44-4FF4-B492-A918441A8043}"/>
                  </a:ext>
                </a:extLst>
              </p:cNvPr>
              <p:cNvSpPr/>
              <p:nvPr/>
            </p:nvSpPr>
            <p:spPr>
              <a:xfrm rot="6363886">
                <a:off x="5647302" y="3079677"/>
                <a:ext cx="627732" cy="1819181"/>
              </a:xfrm>
              <a:custGeom>
                <a:avLst/>
                <a:gdLst>
                  <a:gd name="connsiteX0" fmla="*/ 0 w 1010328"/>
                  <a:gd name="connsiteY0" fmla="*/ 3478741 h 3478741"/>
                  <a:gd name="connsiteX1" fmla="*/ 252582 w 1010328"/>
                  <a:gd name="connsiteY1" fmla="*/ 0 h 3478741"/>
                  <a:gd name="connsiteX2" fmla="*/ 757746 w 1010328"/>
                  <a:gd name="connsiteY2" fmla="*/ 0 h 3478741"/>
                  <a:gd name="connsiteX3" fmla="*/ 1010328 w 1010328"/>
                  <a:gd name="connsiteY3" fmla="*/ 3478741 h 3478741"/>
                  <a:gd name="connsiteX4" fmla="*/ 0 w 1010328"/>
                  <a:gd name="connsiteY4" fmla="*/ 3478741 h 3478741"/>
                  <a:gd name="connsiteX0" fmla="*/ 0 w 1010328"/>
                  <a:gd name="connsiteY0" fmla="*/ 3478741 h 3478741"/>
                  <a:gd name="connsiteX1" fmla="*/ 252582 w 1010328"/>
                  <a:gd name="connsiteY1" fmla="*/ 0 h 3478741"/>
                  <a:gd name="connsiteX2" fmla="*/ 949529 w 1010328"/>
                  <a:gd name="connsiteY2" fmla="*/ 163715 h 3478741"/>
                  <a:gd name="connsiteX3" fmla="*/ 1010328 w 1010328"/>
                  <a:gd name="connsiteY3" fmla="*/ 3478741 h 3478741"/>
                  <a:gd name="connsiteX4" fmla="*/ 0 w 1010328"/>
                  <a:gd name="connsiteY4" fmla="*/ 3478741 h 3478741"/>
                  <a:gd name="connsiteX0" fmla="*/ 0 w 949529"/>
                  <a:gd name="connsiteY0" fmla="*/ 3478741 h 3478741"/>
                  <a:gd name="connsiteX1" fmla="*/ 252582 w 949529"/>
                  <a:gd name="connsiteY1" fmla="*/ 0 h 3478741"/>
                  <a:gd name="connsiteX2" fmla="*/ 949529 w 949529"/>
                  <a:gd name="connsiteY2" fmla="*/ 163715 h 3478741"/>
                  <a:gd name="connsiteX3" fmla="*/ 627765 w 949529"/>
                  <a:gd name="connsiteY3" fmla="*/ 3211818 h 3478741"/>
                  <a:gd name="connsiteX4" fmla="*/ 0 w 949529"/>
                  <a:gd name="connsiteY4" fmla="*/ 3478741 h 3478741"/>
                  <a:gd name="connsiteX0" fmla="*/ 0 w 949529"/>
                  <a:gd name="connsiteY0" fmla="*/ 3478741 h 3478741"/>
                  <a:gd name="connsiteX1" fmla="*/ 252582 w 949529"/>
                  <a:gd name="connsiteY1" fmla="*/ 0 h 3478741"/>
                  <a:gd name="connsiteX2" fmla="*/ 949529 w 949529"/>
                  <a:gd name="connsiteY2" fmla="*/ 163715 h 3478741"/>
                  <a:gd name="connsiteX3" fmla="*/ 597908 w 949529"/>
                  <a:gd name="connsiteY3" fmla="*/ 2767200 h 3478741"/>
                  <a:gd name="connsiteX4" fmla="*/ 0 w 949529"/>
                  <a:gd name="connsiteY4" fmla="*/ 3478741 h 3478741"/>
                  <a:gd name="connsiteX0" fmla="*/ 0 w 909003"/>
                  <a:gd name="connsiteY0" fmla="*/ 3388453 h 3388454"/>
                  <a:gd name="connsiteX1" fmla="*/ 212056 w 909003"/>
                  <a:gd name="connsiteY1" fmla="*/ 0 h 3388454"/>
                  <a:gd name="connsiteX2" fmla="*/ 909003 w 909003"/>
                  <a:gd name="connsiteY2" fmla="*/ 163715 h 3388454"/>
                  <a:gd name="connsiteX3" fmla="*/ 557382 w 909003"/>
                  <a:gd name="connsiteY3" fmla="*/ 2767200 h 3388454"/>
                  <a:gd name="connsiteX4" fmla="*/ 0 w 909003"/>
                  <a:gd name="connsiteY4" fmla="*/ 3388453 h 3388454"/>
                  <a:gd name="connsiteX0" fmla="*/ 0 w 581046"/>
                  <a:gd name="connsiteY0" fmla="*/ 3447146 h 3447145"/>
                  <a:gd name="connsiteX1" fmla="*/ 212056 w 581046"/>
                  <a:gd name="connsiteY1" fmla="*/ 58693 h 3447145"/>
                  <a:gd name="connsiteX2" fmla="*/ 581046 w 581046"/>
                  <a:gd name="connsiteY2" fmla="*/ 0 h 3447145"/>
                  <a:gd name="connsiteX3" fmla="*/ 557382 w 581046"/>
                  <a:gd name="connsiteY3" fmla="*/ 2825893 h 3447145"/>
                  <a:gd name="connsiteX4" fmla="*/ 0 w 581046"/>
                  <a:gd name="connsiteY4" fmla="*/ 3447146 h 3447145"/>
                  <a:gd name="connsiteX0" fmla="*/ 0 w 581046"/>
                  <a:gd name="connsiteY0" fmla="*/ 3447146 h 3447147"/>
                  <a:gd name="connsiteX1" fmla="*/ 129826 w 581046"/>
                  <a:gd name="connsiteY1" fmla="*/ 460195 h 3447147"/>
                  <a:gd name="connsiteX2" fmla="*/ 581046 w 581046"/>
                  <a:gd name="connsiteY2" fmla="*/ 0 h 3447147"/>
                  <a:gd name="connsiteX3" fmla="*/ 557382 w 581046"/>
                  <a:gd name="connsiteY3" fmla="*/ 2825893 h 3447147"/>
                  <a:gd name="connsiteX4" fmla="*/ 0 w 581046"/>
                  <a:gd name="connsiteY4" fmla="*/ 3447146 h 3447147"/>
                  <a:gd name="connsiteX0" fmla="*/ 0 w 634908"/>
                  <a:gd name="connsiteY0" fmla="*/ 3494436 h 3494435"/>
                  <a:gd name="connsiteX1" fmla="*/ 129826 w 634908"/>
                  <a:gd name="connsiteY1" fmla="*/ 507485 h 3494435"/>
                  <a:gd name="connsiteX2" fmla="*/ 634908 w 634908"/>
                  <a:gd name="connsiteY2" fmla="*/ 0 h 3494435"/>
                  <a:gd name="connsiteX3" fmla="*/ 557382 w 634908"/>
                  <a:gd name="connsiteY3" fmla="*/ 2873183 h 3494435"/>
                  <a:gd name="connsiteX4" fmla="*/ 0 w 634908"/>
                  <a:gd name="connsiteY4" fmla="*/ 3494436 h 3494435"/>
                  <a:gd name="connsiteX0" fmla="*/ 0 w 634908"/>
                  <a:gd name="connsiteY0" fmla="*/ 3494436 h 3494437"/>
                  <a:gd name="connsiteX1" fmla="*/ 129826 w 634908"/>
                  <a:gd name="connsiteY1" fmla="*/ 507485 h 3494437"/>
                  <a:gd name="connsiteX2" fmla="*/ 634908 w 634908"/>
                  <a:gd name="connsiteY2" fmla="*/ 0 h 3494437"/>
                  <a:gd name="connsiteX3" fmla="*/ 565738 w 634908"/>
                  <a:gd name="connsiteY3" fmla="*/ 2807972 h 3494437"/>
                  <a:gd name="connsiteX4" fmla="*/ 0 w 634908"/>
                  <a:gd name="connsiteY4" fmla="*/ 3494436 h 3494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4908" h="3494437">
                    <a:moveTo>
                      <a:pt x="0" y="3494436"/>
                    </a:moveTo>
                    <a:lnTo>
                      <a:pt x="129826" y="507485"/>
                    </a:lnTo>
                    <a:lnTo>
                      <a:pt x="634908" y="0"/>
                    </a:lnTo>
                    <a:lnTo>
                      <a:pt x="565738" y="2807972"/>
                    </a:lnTo>
                    <a:lnTo>
                      <a:pt x="0" y="3494436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>
                  <a:solidFill>
                    <a:schemeClr val="tx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6" name="Trapezoid 11">
                <a:extLst>
                  <a:ext uri="{FF2B5EF4-FFF2-40B4-BE49-F238E27FC236}">
                    <a16:creationId xmlns:a16="http://schemas.microsoft.com/office/drawing/2014/main" id="{CDB59E3F-DD4B-41BF-B8C3-EC95663D0505}"/>
                  </a:ext>
                </a:extLst>
              </p:cNvPr>
              <p:cNvSpPr/>
              <p:nvPr/>
            </p:nvSpPr>
            <p:spPr>
              <a:xfrm rot="3253948">
                <a:off x="3401517" y="2875649"/>
                <a:ext cx="972016" cy="3484697"/>
              </a:xfrm>
              <a:custGeom>
                <a:avLst/>
                <a:gdLst>
                  <a:gd name="connsiteX0" fmla="*/ 0 w 1010328"/>
                  <a:gd name="connsiteY0" fmla="*/ 3478741 h 3478741"/>
                  <a:gd name="connsiteX1" fmla="*/ 252582 w 1010328"/>
                  <a:gd name="connsiteY1" fmla="*/ 0 h 3478741"/>
                  <a:gd name="connsiteX2" fmla="*/ 757746 w 1010328"/>
                  <a:gd name="connsiteY2" fmla="*/ 0 h 3478741"/>
                  <a:gd name="connsiteX3" fmla="*/ 1010328 w 1010328"/>
                  <a:gd name="connsiteY3" fmla="*/ 3478741 h 3478741"/>
                  <a:gd name="connsiteX4" fmla="*/ 0 w 1010328"/>
                  <a:gd name="connsiteY4" fmla="*/ 3478741 h 3478741"/>
                  <a:gd name="connsiteX0" fmla="*/ 0 w 1010328"/>
                  <a:gd name="connsiteY0" fmla="*/ 3478741 h 3478741"/>
                  <a:gd name="connsiteX1" fmla="*/ 252582 w 1010328"/>
                  <a:gd name="connsiteY1" fmla="*/ 0 h 3478741"/>
                  <a:gd name="connsiteX2" fmla="*/ 949529 w 1010328"/>
                  <a:gd name="connsiteY2" fmla="*/ 163715 h 3478741"/>
                  <a:gd name="connsiteX3" fmla="*/ 1010328 w 1010328"/>
                  <a:gd name="connsiteY3" fmla="*/ 3478741 h 3478741"/>
                  <a:gd name="connsiteX4" fmla="*/ 0 w 1010328"/>
                  <a:gd name="connsiteY4" fmla="*/ 3478741 h 3478741"/>
                  <a:gd name="connsiteX0" fmla="*/ 0 w 1010328"/>
                  <a:gd name="connsiteY0" fmla="*/ 3478741 h 3478741"/>
                  <a:gd name="connsiteX1" fmla="*/ 252582 w 1010328"/>
                  <a:gd name="connsiteY1" fmla="*/ 0 h 3478741"/>
                  <a:gd name="connsiteX2" fmla="*/ 986945 w 1010328"/>
                  <a:gd name="connsiteY2" fmla="*/ 232342 h 3478741"/>
                  <a:gd name="connsiteX3" fmla="*/ 1010328 w 1010328"/>
                  <a:gd name="connsiteY3" fmla="*/ 3478741 h 3478741"/>
                  <a:gd name="connsiteX4" fmla="*/ 0 w 1010328"/>
                  <a:gd name="connsiteY4" fmla="*/ 3478741 h 3478741"/>
                  <a:gd name="connsiteX0" fmla="*/ 0 w 1010328"/>
                  <a:gd name="connsiteY0" fmla="*/ 3477609 h 3477609"/>
                  <a:gd name="connsiteX1" fmla="*/ 285043 w 1010328"/>
                  <a:gd name="connsiteY1" fmla="*/ 0 h 3477609"/>
                  <a:gd name="connsiteX2" fmla="*/ 986945 w 1010328"/>
                  <a:gd name="connsiteY2" fmla="*/ 231210 h 3477609"/>
                  <a:gd name="connsiteX3" fmla="*/ 1010328 w 1010328"/>
                  <a:gd name="connsiteY3" fmla="*/ 3477609 h 3477609"/>
                  <a:gd name="connsiteX4" fmla="*/ 0 w 1010328"/>
                  <a:gd name="connsiteY4" fmla="*/ 3477609 h 3477609"/>
                  <a:gd name="connsiteX0" fmla="*/ 0 w 1010328"/>
                  <a:gd name="connsiteY0" fmla="*/ 3463966 h 3463966"/>
                  <a:gd name="connsiteX1" fmla="*/ 297030 w 1010328"/>
                  <a:gd name="connsiteY1" fmla="*/ 0 h 3463966"/>
                  <a:gd name="connsiteX2" fmla="*/ 986945 w 1010328"/>
                  <a:gd name="connsiteY2" fmla="*/ 217567 h 3463966"/>
                  <a:gd name="connsiteX3" fmla="*/ 1010328 w 1010328"/>
                  <a:gd name="connsiteY3" fmla="*/ 3463966 h 3463966"/>
                  <a:gd name="connsiteX4" fmla="*/ 0 w 1010328"/>
                  <a:gd name="connsiteY4" fmla="*/ 3463966 h 3463966"/>
                  <a:gd name="connsiteX0" fmla="*/ 0 w 1010328"/>
                  <a:gd name="connsiteY0" fmla="*/ 3483089 h 3483089"/>
                  <a:gd name="connsiteX1" fmla="*/ 300252 w 1010328"/>
                  <a:gd name="connsiteY1" fmla="*/ 0 h 3483089"/>
                  <a:gd name="connsiteX2" fmla="*/ 986945 w 1010328"/>
                  <a:gd name="connsiteY2" fmla="*/ 236690 h 3483089"/>
                  <a:gd name="connsiteX3" fmla="*/ 1010328 w 1010328"/>
                  <a:gd name="connsiteY3" fmla="*/ 3483089 h 3483089"/>
                  <a:gd name="connsiteX4" fmla="*/ 0 w 1010328"/>
                  <a:gd name="connsiteY4" fmla="*/ 3483089 h 3483089"/>
                  <a:gd name="connsiteX0" fmla="*/ 0 w 1010328"/>
                  <a:gd name="connsiteY0" fmla="*/ 3483089 h 3483089"/>
                  <a:gd name="connsiteX1" fmla="*/ 300252 w 1010328"/>
                  <a:gd name="connsiteY1" fmla="*/ 0 h 3483089"/>
                  <a:gd name="connsiteX2" fmla="*/ 972914 w 1010328"/>
                  <a:gd name="connsiteY2" fmla="*/ 210955 h 3483089"/>
                  <a:gd name="connsiteX3" fmla="*/ 1010328 w 1010328"/>
                  <a:gd name="connsiteY3" fmla="*/ 3483089 h 3483089"/>
                  <a:gd name="connsiteX4" fmla="*/ 0 w 1010328"/>
                  <a:gd name="connsiteY4" fmla="*/ 3483089 h 3483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0328" h="3483089">
                    <a:moveTo>
                      <a:pt x="0" y="3483089"/>
                    </a:moveTo>
                    <a:lnTo>
                      <a:pt x="300252" y="0"/>
                    </a:lnTo>
                    <a:lnTo>
                      <a:pt x="972914" y="210955"/>
                    </a:lnTo>
                    <a:lnTo>
                      <a:pt x="1010328" y="3483089"/>
                    </a:lnTo>
                    <a:lnTo>
                      <a:pt x="0" y="3483089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>
                  <a:solidFill>
                    <a:schemeClr val="tx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7" name="Rectangle 14">
                <a:extLst>
                  <a:ext uri="{FF2B5EF4-FFF2-40B4-BE49-F238E27FC236}">
                    <a16:creationId xmlns:a16="http://schemas.microsoft.com/office/drawing/2014/main" id="{D396BD9C-ED93-4D0A-805E-AAAECDD6C3DF}"/>
                  </a:ext>
                </a:extLst>
              </p:cNvPr>
              <p:cNvSpPr/>
              <p:nvPr/>
            </p:nvSpPr>
            <p:spPr>
              <a:xfrm rot="19913391">
                <a:off x="6397948" y="3170321"/>
                <a:ext cx="3069392" cy="694508"/>
              </a:xfrm>
              <a:custGeom>
                <a:avLst/>
                <a:gdLst>
                  <a:gd name="connsiteX0" fmla="*/ 0 w 2971764"/>
                  <a:gd name="connsiteY0" fmla="*/ 0 h 660127"/>
                  <a:gd name="connsiteX1" fmla="*/ 2971764 w 2971764"/>
                  <a:gd name="connsiteY1" fmla="*/ 0 h 660127"/>
                  <a:gd name="connsiteX2" fmla="*/ 2971764 w 2971764"/>
                  <a:gd name="connsiteY2" fmla="*/ 660127 h 660127"/>
                  <a:gd name="connsiteX3" fmla="*/ 0 w 2971764"/>
                  <a:gd name="connsiteY3" fmla="*/ 660127 h 660127"/>
                  <a:gd name="connsiteX4" fmla="*/ 0 w 2971764"/>
                  <a:gd name="connsiteY4" fmla="*/ 0 h 660127"/>
                  <a:gd name="connsiteX0" fmla="*/ 179997 w 3151761"/>
                  <a:gd name="connsiteY0" fmla="*/ 0 h 660127"/>
                  <a:gd name="connsiteX1" fmla="*/ 3151761 w 3151761"/>
                  <a:gd name="connsiteY1" fmla="*/ 0 h 660127"/>
                  <a:gd name="connsiteX2" fmla="*/ 3151761 w 3151761"/>
                  <a:gd name="connsiteY2" fmla="*/ 660127 h 660127"/>
                  <a:gd name="connsiteX3" fmla="*/ 0 w 3151761"/>
                  <a:gd name="connsiteY3" fmla="*/ 592773 h 660127"/>
                  <a:gd name="connsiteX4" fmla="*/ 179997 w 3151761"/>
                  <a:gd name="connsiteY4" fmla="*/ 0 h 660127"/>
                  <a:gd name="connsiteX0" fmla="*/ 156137 w 3151761"/>
                  <a:gd name="connsiteY0" fmla="*/ 26158 h 660127"/>
                  <a:gd name="connsiteX1" fmla="*/ 3151761 w 3151761"/>
                  <a:gd name="connsiteY1" fmla="*/ 0 h 660127"/>
                  <a:gd name="connsiteX2" fmla="*/ 3151761 w 3151761"/>
                  <a:gd name="connsiteY2" fmla="*/ 660127 h 660127"/>
                  <a:gd name="connsiteX3" fmla="*/ 0 w 3151761"/>
                  <a:gd name="connsiteY3" fmla="*/ 592773 h 660127"/>
                  <a:gd name="connsiteX4" fmla="*/ 156137 w 3151761"/>
                  <a:gd name="connsiteY4" fmla="*/ 26158 h 660127"/>
                  <a:gd name="connsiteX0" fmla="*/ 156137 w 3151761"/>
                  <a:gd name="connsiteY0" fmla="*/ 170037 h 804006"/>
                  <a:gd name="connsiteX1" fmla="*/ 3047879 w 3151761"/>
                  <a:gd name="connsiteY1" fmla="*/ 0 h 804006"/>
                  <a:gd name="connsiteX2" fmla="*/ 3151761 w 3151761"/>
                  <a:gd name="connsiteY2" fmla="*/ 804006 h 804006"/>
                  <a:gd name="connsiteX3" fmla="*/ 0 w 3151761"/>
                  <a:gd name="connsiteY3" fmla="*/ 736652 h 804006"/>
                  <a:gd name="connsiteX4" fmla="*/ 156137 w 3151761"/>
                  <a:gd name="connsiteY4" fmla="*/ 170037 h 804006"/>
                  <a:gd name="connsiteX0" fmla="*/ 156137 w 3069392"/>
                  <a:gd name="connsiteY0" fmla="*/ 170037 h 736652"/>
                  <a:gd name="connsiteX1" fmla="*/ 3047879 w 3069392"/>
                  <a:gd name="connsiteY1" fmla="*/ 0 h 736652"/>
                  <a:gd name="connsiteX2" fmla="*/ 3069392 w 3069392"/>
                  <a:gd name="connsiteY2" fmla="*/ 394584 h 736652"/>
                  <a:gd name="connsiteX3" fmla="*/ 0 w 3069392"/>
                  <a:gd name="connsiteY3" fmla="*/ 736652 h 736652"/>
                  <a:gd name="connsiteX4" fmla="*/ 156137 w 3069392"/>
                  <a:gd name="connsiteY4" fmla="*/ 170037 h 736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9392" h="736652">
                    <a:moveTo>
                      <a:pt x="156137" y="170037"/>
                    </a:moveTo>
                    <a:lnTo>
                      <a:pt x="3047879" y="0"/>
                    </a:lnTo>
                    <a:lnTo>
                      <a:pt x="3069392" y="394584"/>
                    </a:lnTo>
                    <a:lnTo>
                      <a:pt x="0" y="736652"/>
                    </a:lnTo>
                    <a:lnTo>
                      <a:pt x="156137" y="170037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>
                  <a:solidFill>
                    <a:schemeClr val="tx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A7AB2AD-BA68-4DE8-823C-962C86EA667A}"/>
                  </a:ext>
                </a:extLst>
              </p:cNvPr>
              <p:cNvCxnSpPr>
                <a:stCxn id="11" idx="7"/>
                <a:endCxn id="12" idx="2"/>
              </p:cNvCxnSpPr>
              <p:nvPr/>
            </p:nvCxnSpPr>
            <p:spPr>
              <a:xfrm flipV="1">
                <a:off x="2878007" y="3838732"/>
                <a:ext cx="2242508" cy="1519061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E7EE56F-8B35-4B03-98C1-5C08D4FEB679}"/>
                  </a:ext>
                </a:extLst>
              </p:cNvPr>
              <p:cNvCxnSpPr>
                <a:stCxn id="12" idx="6"/>
                <a:endCxn id="13" idx="2"/>
              </p:cNvCxnSpPr>
              <p:nvPr/>
            </p:nvCxnSpPr>
            <p:spPr>
              <a:xfrm>
                <a:off x="5429945" y="3838732"/>
                <a:ext cx="1109871" cy="396614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9FD195E-A911-43E0-8337-5BA73C5941E4}"/>
                  </a:ext>
                </a:extLst>
              </p:cNvPr>
              <p:cNvCxnSpPr/>
              <p:nvPr/>
            </p:nvCxnSpPr>
            <p:spPr>
              <a:xfrm flipV="1">
                <a:off x="6725798" y="2634119"/>
                <a:ext cx="2469002" cy="1601227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52BF07F-82C4-45C0-A6CC-3AF4D55F1754}"/>
                  </a:ext>
                </a:extLst>
              </p:cNvPr>
              <p:cNvSpPr/>
              <p:nvPr/>
            </p:nvSpPr>
            <p:spPr>
              <a:xfrm>
                <a:off x="2613892" y="5312478"/>
                <a:ext cx="309430" cy="30943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rPr>
                  <a:t>1</a:t>
                </a:r>
                <a:endParaRPr lang="vi-VN" sz="1200">
                  <a:solidFill>
                    <a:schemeClr val="tx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E1B4475-9ACF-49C9-B69C-CBC5174E02A0}"/>
                  </a:ext>
                </a:extLst>
              </p:cNvPr>
              <p:cNvSpPr/>
              <p:nvPr/>
            </p:nvSpPr>
            <p:spPr>
              <a:xfrm>
                <a:off x="5120515" y="3684017"/>
                <a:ext cx="309430" cy="30943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rPr>
                  <a:t>2</a:t>
                </a:r>
                <a:endParaRPr lang="vi-VN" sz="1200">
                  <a:solidFill>
                    <a:schemeClr val="tx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C6FADC2-5EE5-4847-8AC5-9B8CA55A332D}"/>
                  </a:ext>
                </a:extLst>
              </p:cNvPr>
              <p:cNvSpPr/>
              <p:nvPr/>
            </p:nvSpPr>
            <p:spPr>
              <a:xfrm>
                <a:off x="6539816" y="4080631"/>
                <a:ext cx="309430" cy="30943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rPr>
                  <a:t>3</a:t>
                </a:r>
                <a:endParaRPr lang="vi-VN" sz="1200">
                  <a:solidFill>
                    <a:schemeClr val="tx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F87AC67-2552-4B41-9424-C90D6A0BB240}"/>
                  </a:ext>
                </a:extLst>
              </p:cNvPr>
              <p:cNvSpPr/>
              <p:nvPr/>
            </p:nvSpPr>
            <p:spPr>
              <a:xfrm>
                <a:off x="9048161" y="2488182"/>
                <a:ext cx="309430" cy="30943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rPr>
                  <a:t>4</a:t>
                </a:r>
                <a:endParaRPr lang="vi-VN" sz="1200">
                  <a:solidFill>
                    <a:schemeClr val="tx1"/>
                  </a:solidFill>
                  <a:latin typeface="Prompt" panose="00000500000000000000" pitchFamily="2" charset="-34"/>
                  <a:ea typeface="Karla" pitchFamily="2" charset="0"/>
                  <a:cs typeface="Prompt" panose="00000500000000000000" pitchFamily="2" charset="-34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7F3BF8A-9EB9-4296-87DC-63B8F8ADC53D}"/>
                  </a:ext>
                </a:extLst>
              </p:cNvPr>
              <p:cNvGrpSpPr/>
              <p:nvPr/>
            </p:nvGrpSpPr>
            <p:grpSpPr>
              <a:xfrm>
                <a:off x="893566" y="3930426"/>
                <a:ext cx="1805336" cy="952001"/>
                <a:chOff x="893566" y="3972535"/>
                <a:chExt cx="1805336" cy="952001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5C5BBDDB-C93B-4F12-A317-9CA5532092FD}"/>
                    </a:ext>
                  </a:extLst>
                </p:cNvPr>
                <p:cNvGrpSpPr/>
                <p:nvPr/>
              </p:nvGrpSpPr>
              <p:grpSpPr>
                <a:xfrm>
                  <a:off x="1079548" y="3972535"/>
                  <a:ext cx="1619354" cy="952001"/>
                  <a:chOff x="9121630" y="2200388"/>
                  <a:chExt cx="1619354" cy="952001"/>
                </a:xfrm>
              </p:grpSpPr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2FBDABB8-36D6-4B0B-BCF9-590F98071220}"/>
                      </a:ext>
                    </a:extLst>
                  </p:cNvPr>
                  <p:cNvSpPr txBox="1"/>
                  <p:nvPr/>
                </p:nvSpPr>
                <p:spPr>
                  <a:xfrm>
                    <a:off x="9121630" y="2200388"/>
                    <a:ext cx="134875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spc="3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Option 01</a:t>
                    </a:r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200FDC7-1894-4C3B-9FD7-17185B95D989}"/>
                      </a:ext>
                    </a:extLst>
                  </p:cNvPr>
                  <p:cNvSpPr txBox="1"/>
                  <p:nvPr/>
                </p:nvSpPr>
                <p:spPr>
                  <a:xfrm>
                    <a:off x="9121630" y="2506058"/>
                    <a:ext cx="1619354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200000"/>
                      </a:lnSpc>
                    </a:pPr>
                    <a:r>
                      <a:rPr lang="en-US" sz="90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Lorem ipsum dolor amet </a:t>
                    </a:r>
                  </a:p>
                  <a:p>
                    <a:pPr>
                      <a:lnSpc>
                        <a:spcPct val="200000"/>
                      </a:lnSpc>
                    </a:pPr>
                    <a:r>
                      <a:rPr lang="en-US" sz="90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consectetur adipiscing.</a:t>
                    </a:r>
                  </a:p>
                </p:txBody>
              </p:sp>
            </p:grpSp>
            <p:sp>
              <p:nvSpPr>
                <p:cNvPr id="32" name="Circle: Hollow 31">
                  <a:extLst>
                    <a:ext uri="{FF2B5EF4-FFF2-40B4-BE49-F238E27FC236}">
                      <a16:creationId xmlns:a16="http://schemas.microsoft.com/office/drawing/2014/main" id="{5EA63605-ABA8-4FAA-89F2-4D4387A11EC7}"/>
                    </a:ext>
                  </a:extLst>
                </p:cNvPr>
                <p:cNvSpPr/>
                <p:nvPr/>
              </p:nvSpPr>
              <p:spPr>
                <a:xfrm>
                  <a:off x="893566" y="4235346"/>
                  <a:ext cx="136517" cy="136517"/>
                </a:xfrm>
                <a:prstGeom prst="don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DF5631F-B5CB-421D-8AC8-45E538F5D5D7}"/>
                  </a:ext>
                </a:extLst>
              </p:cNvPr>
              <p:cNvGrpSpPr/>
              <p:nvPr/>
            </p:nvGrpSpPr>
            <p:grpSpPr>
              <a:xfrm>
                <a:off x="3714908" y="2366169"/>
                <a:ext cx="1803733" cy="952001"/>
                <a:chOff x="893566" y="3972535"/>
                <a:chExt cx="1803733" cy="952001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1015C415-E1B4-432B-AC30-1505AA4F59D7}"/>
                    </a:ext>
                  </a:extLst>
                </p:cNvPr>
                <p:cNvGrpSpPr/>
                <p:nvPr/>
              </p:nvGrpSpPr>
              <p:grpSpPr>
                <a:xfrm>
                  <a:off x="1079548" y="3972535"/>
                  <a:ext cx="1617751" cy="952001"/>
                  <a:chOff x="9121630" y="2200388"/>
                  <a:chExt cx="1617751" cy="952001"/>
                </a:xfrm>
              </p:grpSpPr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0890FE7-E4B6-4905-A3DE-85DA31F43887}"/>
                      </a:ext>
                    </a:extLst>
                  </p:cNvPr>
                  <p:cNvSpPr txBox="1"/>
                  <p:nvPr/>
                </p:nvSpPr>
                <p:spPr>
                  <a:xfrm>
                    <a:off x="9121630" y="2200388"/>
                    <a:ext cx="134875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spc="3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Option 02</a:t>
                    </a:r>
                  </a:p>
                </p:txBody>
              </p: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670F4E67-75E1-40C9-BA3C-D14BFDB0364F}"/>
                      </a:ext>
                    </a:extLst>
                  </p:cNvPr>
                  <p:cNvSpPr txBox="1"/>
                  <p:nvPr/>
                </p:nvSpPr>
                <p:spPr>
                  <a:xfrm>
                    <a:off x="9121630" y="2506058"/>
                    <a:ext cx="1617751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200000"/>
                      </a:lnSpc>
                    </a:pP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Lorem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 </a:t>
                    </a: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ipsum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 dolor </a:t>
                    </a: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amet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 </a:t>
                    </a:r>
                  </a:p>
                  <a:p>
                    <a:pPr>
                      <a:lnSpc>
                        <a:spcPct val="200000"/>
                      </a:lnSpc>
                    </a:pP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consectetur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 </a:t>
                    </a: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adipiscing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.</a:t>
                    </a:r>
                  </a:p>
                </p:txBody>
              </p:sp>
            </p:grpSp>
            <p:sp>
              <p:nvSpPr>
                <p:cNvPr id="28" name="Circle: Hollow 27">
                  <a:extLst>
                    <a:ext uri="{FF2B5EF4-FFF2-40B4-BE49-F238E27FC236}">
                      <a16:creationId xmlns:a16="http://schemas.microsoft.com/office/drawing/2014/main" id="{A5AF148F-1E17-4556-B1B7-4E0FC76D1FC8}"/>
                    </a:ext>
                  </a:extLst>
                </p:cNvPr>
                <p:cNvSpPr/>
                <p:nvPr/>
              </p:nvSpPr>
              <p:spPr>
                <a:xfrm>
                  <a:off x="893566" y="4235346"/>
                  <a:ext cx="136517" cy="136517"/>
                </a:xfrm>
                <a:prstGeom prst="don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6C7A6AD-59EB-4F39-B421-C0EF7B5C94DF}"/>
                  </a:ext>
                </a:extLst>
              </p:cNvPr>
              <p:cNvGrpSpPr/>
              <p:nvPr/>
            </p:nvGrpSpPr>
            <p:grpSpPr>
              <a:xfrm>
                <a:off x="6536250" y="4701683"/>
                <a:ext cx="1805336" cy="952001"/>
                <a:chOff x="893566" y="3972535"/>
                <a:chExt cx="1805336" cy="952001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B5A707F9-F7BC-4F86-8B31-4B6CCAC7A3CD}"/>
                    </a:ext>
                  </a:extLst>
                </p:cNvPr>
                <p:cNvGrpSpPr/>
                <p:nvPr/>
              </p:nvGrpSpPr>
              <p:grpSpPr>
                <a:xfrm>
                  <a:off x="1079548" y="3972535"/>
                  <a:ext cx="1619354" cy="952001"/>
                  <a:chOff x="9121630" y="2200388"/>
                  <a:chExt cx="1619354" cy="952001"/>
                </a:xfrm>
              </p:grpSpPr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AE5F85C-32AD-40B1-BD66-D6751483BFC0}"/>
                      </a:ext>
                    </a:extLst>
                  </p:cNvPr>
                  <p:cNvSpPr txBox="1"/>
                  <p:nvPr/>
                </p:nvSpPr>
                <p:spPr>
                  <a:xfrm>
                    <a:off x="9121630" y="2200388"/>
                    <a:ext cx="134875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spc="3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Option 03</a:t>
                    </a: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F643C42-9402-4C7F-A050-320CF9A30CC3}"/>
                      </a:ext>
                    </a:extLst>
                  </p:cNvPr>
                  <p:cNvSpPr txBox="1"/>
                  <p:nvPr/>
                </p:nvSpPr>
                <p:spPr>
                  <a:xfrm>
                    <a:off x="9121630" y="2506058"/>
                    <a:ext cx="1619354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200000"/>
                      </a:lnSpc>
                    </a:pPr>
                    <a:r>
                      <a:rPr lang="en-US" sz="90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Lorem ipsum dolor amet </a:t>
                    </a:r>
                  </a:p>
                  <a:p>
                    <a:pPr>
                      <a:lnSpc>
                        <a:spcPct val="200000"/>
                      </a:lnSpc>
                    </a:pPr>
                    <a:r>
                      <a:rPr lang="en-US" sz="90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consectetur adipiscing.</a:t>
                    </a:r>
                  </a:p>
                </p:txBody>
              </p:sp>
            </p:grpSp>
            <p:sp>
              <p:nvSpPr>
                <p:cNvPr id="24" name="Circle: Hollow 23">
                  <a:extLst>
                    <a:ext uri="{FF2B5EF4-FFF2-40B4-BE49-F238E27FC236}">
                      <a16:creationId xmlns:a16="http://schemas.microsoft.com/office/drawing/2014/main" id="{BFD06B12-B046-42C1-975F-3742F5411732}"/>
                    </a:ext>
                  </a:extLst>
                </p:cNvPr>
                <p:cNvSpPr/>
                <p:nvPr/>
              </p:nvSpPr>
              <p:spPr>
                <a:xfrm>
                  <a:off x="893566" y="4235346"/>
                  <a:ext cx="136517" cy="136517"/>
                </a:xfrm>
                <a:prstGeom prst="don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5548AD7-170B-4CB6-A8CB-7BD73273177D}"/>
                  </a:ext>
                </a:extLst>
              </p:cNvPr>
              <p:cNvGrpSpPr/>
              <p:nvPr/>
            </p:nvGrpSpPr>
            <p:grpSpPr>
              <a:xfrm>
                <a:off x="9357591" y="3440134"/>
                <a:ext cx="1805336" cy="952001"/>
                <a:chOff x="893566" y="3972535"/>
                <a:chExt cx="1805336" cy="952001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BB852FE9-E09F-4D3C-904A-229E32211A6A}"/>
                    </a:ext>
                  </a:extLst>
                </p:cNvPr>
                <p:cNvGrpSpPr/>
                <p:nvPr/>
              </p:nvGrpSpPr>
              <p:grpSpPr>
                <a:xfrm>
                  <a:off x="1079548" y="3972535"/>
                  <a:ext cx="1619354" cy="952001"/>
                  <a:chOff x="9121630" y="2200388"/>
                  <a:chExt cx="1619354" cy="952001"/>
                </a:xfrm>
              </p:grpSpPr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029AB80-86ED-447A-B574-F4CF55F0E86B}"/>
                      </a:ext>
                    </a:extLst>
                  </p:cNvPr>
                  <p:cNvSpPr txBox="1"/>
                  <p:nvPr/>
                </p:nvSpPr>
                <p:spPr>
                  <a:xfrm>
                    <a:off x="9121630" y="2200388"/>
                    <a:ext cx="134875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spc="3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Option 04</a:t>
                    </a: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336C295-651E-40C0-BA56-4E791D5E09A5}"/>
                      </a:ext>
                    </a:extLst>
                  </p:cNvPr>
                  <p:cNvSpPr txBox="1"/>
                  <p:nvPr/>
                </p:nvSpPr>
                <p:spPr>
                  <a:xfrm>
                    <a:off x="9121630" y="2506058"/>
                    <a:ext cx="1619354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200000"/>
                      </a:lnSpc>
                    </a:pP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Lorem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 </a:t>
                    </a: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ipsum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 dolor </a:t>
                    </a: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amet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 </a:t>
                    </a:r>
                  </a:p>
                  <a:p>
                    <a:pPr>
                      <a:lnSpc>
                        <a:spcPct val="200000"/>
                      </a:lnSpc>
                    </a:pP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consectetur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 </a:t>
                    </a:r>
                    <a:r>
                      <a:rPr lang="en-US" sz="900" dirty="0" err="1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adipiscing</a:t>
                    </a:r>
                    <a:r>
                      <a:rPr lang="en-US" sz="900" dirty="0">
                        <a:latin typeface="Prompt" panose="00000500000000000000" pitchFamily="2" charset="-34"/>
                        <a:ea typeface="Karla" pitchFamily="2" charset="0"/>
                        <a:cs typeface="Prompt" panose="00000500000000000000" pitchFamily="2" charset="-34"/>
                      </a:rPr>
                      <a:t>.</a:t>
                    </a:r>
                  </a:p>
                </p:txBody>
              </p:sp>
            </p:grpSp>
            <p:sp>
              <p:nvSpPr>
                <p:cNvPr id="20" name="Circle: Hollow 19">
                  <a:extLst>
                    <a:ext uri="{FF2B5EF4-FFF2-40B4-BE49-F238E27FC236}">
                      <a16:creationId xmlns:a16="http://schemas.microsoft.com/office/drawing/2014/main" id="{599A0933-908C-4C77-96E3-DB07E7C6D54C}"/>
                    </a:ext>
                  </a:extLst>
                </p:cNvPr>
                <p:cNvSpPr/>
                <p:nvPr/>
              </p:nvSpPr>
              <p:spPr>
                <a:xfrm>
                  <a:off x="893566" y="4235346"/>
                  <a:ext cx="136517" cy="136517"/>
                </a:xfrm>
                <a:prstGeom prst="donu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  <a:latin typeface="Prompt" panose="00000500000000000000" pitchFamily="2" charset="-34"/>
                    <a:ea typeface="Karla" pitchFamily="2" charset="0"/>
                    <a:cs typeface="Prompt" panose="00000500000000000000" pitchFamily="2" charset="-34"/>
                  </a:endParaRPr>
                </a:p>
              </p:txBody>
            </p:sp>
          </p:grpSp>
        </p:grpSp>
      </p:grpSp>
      <p:sp>
        <p:nvSpPr>
          <p:cNvPr id="39" name="TextBox 38"/>
          <p:cNvSpPr txBox="1"/>
          <p:nvPr/>
        </p:nvSpPr>
        <p:spPr>
          <a:xfrm flipH="1">
            <a:off x="2983144" y="792921"/>
            <a:ext cx="6198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STEP PROGRESS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INFOGRAPHIC</a:t>
            </a:r>
            <a:endParaRPr lang="id-ID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77678" y="1206295"/>
            <a:ext cx="30366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Insert Your Creative Idea </a:t>
            </a:r>
          </a:p>
        </p:txBody>
      </p:sp>
    </p:spTree>
    <p:extLst>
      <p:ext uri="{BB962C8B-B14F-4D97-AF65-F5344CB8AC3E}">
        <p14:creationId xmlns:p14="http://schemas.microsoft.com/office/powerpoint/2010/main" val="17968324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595403" y="930001"/>
            <a:ext cx="10566081" cy="5586911"/>
            <a:chOff x="595403" y="930001"/>
            <a:chExt cx="10566081" cy="5586911"/>
          </a:xfrm>
          <a:solidFill>
            <a:schemeClr val="bg1">
              <a:lumMod val="95000"/>
            </a:schemeClr>
          </a:solidFill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5037161" y="3315890"/>
              <a:ext cx="2007177" cy="2398513"/>
            </a:xfrm>
            <a:custGeom>
              <a:avLst/>
              <a:gdLst>
                <a:gd name="T0" fmla="*/ 1104 w 1123"/>
                <a:gd name="T1" fmla="*/ 495 h 1341"/>
                <a:gd name="T2" fmla="*/ 1012 w 1123"/>
                <a:gd name="T3" fmla="*/ 511 h 1341"/>
                <a:gd name="T4" fmla="*/ 969 w 1123"/>
                <a:gd name="T5" fmla="*/ 498 h 1341"/>
                <a:gd name="T6" fmla="*/ 976 w 1123"/>
                <a:gd name="T7" fmla="*/ 455 h 1341"/>
                <a:gd name="T8" fmla="*/ 925 w 1123"/>
                <a:gd name="T9" fmla="*/ 401 h 1341"/>
                <a:gd name="T10" fmla="*/ 893 w 1123"/>
                <a:gd name="T11" fmla="*/ 342 h 1341"/>
                <a:gd name="T12" fmla="*/ 855 w 1123"/>
                <a:gd name="T13" fmla="*/ 286 h 1341"/>
                <a:gd name="T14" fmla="*/ 817 w 1123"/>
                <a:gd name="T15" fmla="*/ 160 h 1341"/>
                <a:gd name="T16" fmla="*/ 826 w 1123"/>
                <a:gd name="T17" fmla="*/ 152 h 1341"/>
                <a:gd name="T18" fmla="*/ 854 w 1123"/>
                <a:gd name="T19" fmla="*/ 173 h 1341"/>
                <a:gd name="T20" fmla="*/ 823 w 1123"/>
                <a:gd name="T21" fmla="*/ 127 h 1341"/>
                <a:gd name="T22" fmla="*/ 741 w 1123"/>
                <a:gd name="T23" fmla="*/ 124 h 1341"/>
                <a:gd name="T24" fmla="*/ 658 w 1123"/>
                <a:gd name="T25" fmla="*/ 94 h 1341"/>
                <a:gd name="T26" fmla="*/ 619 w 1123"/>
                <a:gd name="T27" fmla="*/ 119 h 1341"/>
                <a:gd name="T28" fmla="*/ 534 w 1123"/>
                <a:gd name="T29" fmla="*/ 101 h 1341"/>
                <a:gd name="T30" fmla="*/ 458 w 1123"/>
                <a:gd name="T31" fmla="*/ 75 h 1341"/>
                <a:gd name="T32" fmla="*/ 448 w 1123"/>
                <a:gd name="T33" fmla="*/ 1 h 1341"/>
                <a:gd name="T34" fmla="*/ 370 w 1123"/>
                <a:gd name="T35" fmla="*/ 11 h 1341"/>
                <a:gd name="T36" fmla="*/ 204 w 1123"/>
                <a:gd name="T37" fmla="*/ 38 h 1341"/>
                <a:gd name="T38" fmla="*/ 163 w 1123"/>
                <a:gd name="T39" fmla="*/ 77 h 1341"/>
                <a:gd name="T40" fmla="*/ 124 w 1123"/>
                <a:gd name="T41" fmla="*/ 155 h 1341"/>
                <a:gd name="T42" fmla="*/ 42 w 1123"/>
                <a:gd name="T43" fmla="*/ 239 h 1341"/>
                <a:gd name="T44" fmla="*/ 8 w 1123"/>
                <a:gd name="T45" fmla="*/ 303 h 1341"/>
                <a:gd name="T46" fmla="*/ 18 w 1123"/>
                <a:gd name="T47" fmla="*/ 348 h 1341"/>
                <a:gd name="T48" fmla="*/ 23 w 1123"/>
                <a:gd name="T49" fmla="*/ 455 h 1341"/>
                <a:gd name="T50" fmla="*/ 70 w 1123"/>
                <a:gd name="T51" fmla="*/ 538 h 1341"/>
                <a:gd name="T52" fmla="*/ 124 w 1123"/>
                <a:gd name="T53" fmla="*/ 594 h 1341"/>
                <a:gd name="T54" fmla="*/ 245 w 1123"/>
                <a:gd name="T55" fmla="*/ 608 h 1341"/>
                <a:gd name="T56" fmla="*/ 331 w 1123"/>
                <a:gd name="T57" fmla="*/ 580 h 1341"/>
                <a:gd name="T58" fmla="*/ 400 w 1123"/>
                <a:gd name="T59" fmla="*/ 614 h 1341"/>
                <a:gd name="T60" fmla="*/ 440 w 1123"/>
                <a:gd name="T61" fmla="*/ 693 h 1341"/>
                <a:gd name="T62" fmla="*/ 469 w 1123"/>
                <a:gd name="T63" fmla="*/ 764 h 1341"/>
                <a:gd name="T64" fmla="*/ 494 w 1123"/>
                <a:gd name="T65" fmla="*/ 817 h 1341"/>
                <a:gd name="T66" fmla="*/ 507 w 1123"/>
                <a:gd name="T67" fmla="*/ 914 h 1341"/>
                <a:gd name="T68" fmla="*/ 490 w 1123"/>
                <a:gd name="T69" fmla="*/ 1036 h 1341"/>
                <a:gd name="T70" fmla="*/ 545 w 1123"/>
                <a:gd name="T71" fmla="*/ 1204 h 1341"/>
                <a:gd name="T72" fmla="*/ 586 w 1123"/>
                <a:gd name="T73" fmla="*/ 1293 h 1341"/>
                <a:gd name="T74" fmla="*/ 622 w 1123"/>
                <a:gd name="T75" fmla="*/ 1334 h 1341"/>
                <a:gd name="T76" fmla="*/ 760 w 1123"/>
                <a:gd name="T77" fmla="*/ 1287 h 1341"/>
                <a:gd name="T78" fmla="*/ 825 w 1123"/>
                <a:gd name="T79" fmla="*/ 1179 h 1341"/>
                <a:gd name="T80" fmla="*/ 869 w 1123"/>
                <a:gd name="T81" fmla="*/ 1098 h 1341"/>
                <a:gd name="T82" fmla="*/ 858 w 1123"/>
                <a:gd name="T83" fmla="*/ 1053 h 1341"/>
                <a:gd name="T84" fmla="*/ 951 w 1123"/>
                <a:gd name="T85" fmla="*/ 971 h 1341"/>
                <a:gd name="T86" fmla="*/ 938 w 1123"/>
                <a:gd name="T87" fmla="*/ 870 h 1341"/>
                <a:gd name="T88" fmla="*/ 930 w 1123"/>
                <a:gd name="T89" fmla="*/ 813 h 1341"/>
                <a:gd name="T90" fmla="*/ 1017 w 1123"/>
                <a:gd name="T91" fmla="*/ 670 h 1341"/>
                <a:gd name="T92" fmla="*/ 1118 w 1123"/>
                <a:gd name="T93" fmla="*/ 492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23" h="1341">
                  <a:moveTo>
                    <a:pt x="1118" y="492"/>
                  </a:moveTo>
                  <a:cubicBezTo>
                    <a:pt x="1114" y="487"/>
                    <a:pt x="1108" y="493"/>
                    <a:pt x="1104" y="495"/>
                  </a:cubicBezTo>
                  <a:cubicBezTo>
                    <a:pt x="1087" y="499"/>
                    <a:pt x="1069" y="500"/>
                    <a:pt x="1052" y="506"/>
                  </a:cubicBezTo>
                  <a:cubicBezTo>
                    <a:pt x="1040" y="509"/>
                    <a:pt x="1026" y="513"/>
                    <a:pt x="1012" y="511"/>
                  </a:cubicBezTo>
                  <a:cubicBezTo>
                    <a:pt x="1002" y="509"/>
                    <a:pt x="996" y="499"/>
                    <a:pt x="985" y="502"/>
                  </a:cubicBezTo>
                  <a:cubicBezTo>
                    <a:pt x="980" y="503"/>
                    <a:pt x="971" y="506"/>
                    <a:pt x="969" y="498"/>
                  </a:cubicBezTo>
                  <a:cubicBezTo>
                    <a:pt x="967" y="490"/>
                    <a:pt x="965" y="479"/>
                    <a:pt x="974" y="473"/>
                  </a:cubicBezTo>
                  <a:cubicBezTo>
                    <a:pt x="984" y="467"/>
                    <a:pt x="982" y="460"/>
                    <a:pt x="976" y="455"/>
                  </a:cubicBezTo>
                  <a:cubicBezTo>
                    <a:pt x="965" y="448"/>
                    <a:pt x="959" y="435"/>
                    <a:pt x="947" y="431"/>
                  </a:cubicBezTo>
                  <a:cubicBezTo>
                    <a:pt x="932" y="427"/>
                    <a:pt x="927" y="416"/>
                    <a:pt x="925" y="401"/>
                  </a:cubicBezTo>
                  <a:cubicBezTo>
                    <a:pt x="922" y="386"/>
                    <a:pt x="917" y="373"/>
                    <a:pt x="903" y="366"/>
                  </a:cubicBezTo>
                  <a:cubicBezTo>
                    <a:pt x="895" y="361"/>
                    <a:pt x="893" y="353"/>
                    <a:pt x="893" y="342"/>
                  </a:cubicBezTo>
                  <a:cubicBezTo>
                    <a:pt x="893" y="305"/>
                    <a:pt x="893" y="305"/>
                    <a:pt x="858" y="299"/>
                  </a:cubicBezTo>
                  <a:cubicBezTo>
                    <a:pt x="847" y="297"/>
                    <a:pt x="847" y="292"/>
                    <a:pt x="855" y="286"/>
                  </a:cubicBezTo>
                  <a:cubicBezTo>
                    <a:pt x="875" y="272"/>
                    <a:pt x="865" y="257"/>
                    <a:pt x="856" y="242"/>
                  </a:cubicBezTo>
                  <a:cubicBezTo>
                    <a:pt x="840" y="216"/>
                    <a:pt x="830" y="187"/>
                    <a:pt x="817" y="160"/>
                  </a:cubicBezTo>
                  <a:cubicBezTo>
                    <a:pt x="816" y="157"/>
                    <a:pt x="812" y="154"/>
                    <a:pt x="816" y="151"/>
                  </a:cubicBezTo>
                  <a:cubicBezTo>
                    <a:pt x="819" y="148"/>
                    <a:pt x="824" y="148"/>
                    <a:pt x="826" y="152"/>
                  </a:cubicBezTo>
                  <a:cubicBezTo>
                    <a:pt x="829" y="157"/>
                    <a:pt x="838" y="156"/>
                    <a:pt x="838" y="166"/>
                  </a:cubicBezTo>
                  <a:cubicBezTo>
                    <a:pt x="839" y="175"/>
                    <a:pt x="847" y="175"/>
                    <a:pt x="854" y="173"/>
                  </a:cubicBezTo>
                  <a:cubicBezTo>
                    <a:pt x="850" y="157"/>
                    <a:pt x="852" y="139"/>
                    <a:pt x="842" y="124"/>
                  </a:cubicBezTo>
                  <a:cubicBezTo>
                    <a:pt x="836" y="124"/>
                    <a:pt x="830" y="130"/>
                    <a:pt x="823" y="127"/>
                  </a:cubicBezTo>
                  <a:cubicBezTo>
                    <a:pt x="805" y="117"/>
                    <a:pt x="788" y="115"/>
                    <a:pt x="769" y="127"/>
                  </a:cubicBezTo>
                  <a:cubicBezTo>
                    <a:pt x="762" y="131"/>
                    <a:pt x="750" y="131"/>
                    <a:pt x="741" y="124"/>
                  </a:cubicBezTo>
                  <a:cubicBezTo>
                    <a:pt x="725" y="113"/>
                    <a:pt x="704" y="122"/>
                    <a:pt x="688" y="108"/>
                  </a:cubicBezTo>
                  <a:cubicBezTo>
                    <a:pt x="681" y="102"/>
                    <a:pt x="667" y="102"/>
                    <a:pt x="658" y="94"/>
                  </a:cubicBezTo>
                  <a:cubicBezTo>
                    <a:pt x="647" y="84"/>
                    <a:pt x="636" y="92"/>
                    <a:pt x="627" y="97"/>
                  </a:cubicBezTo>
                  <a:cubicBezTo>
                    <a:pt x="620" y="101"/>
                    <a:pt x="614" y="106"/>
                    <a:pt x="619" y="119"/>
                  </a:cubicBezTo>
                  <a:cubicBezTo>
                    <a:pt x="623" y="131"/>
                    <a:pt x="602" y="148"/>
                    <a:pt x="595" y="139"/>
                  </a:cubicBezTo>
                  <a:cubicBezTo>
                    <a:pt x="578" y="119"/>
                    <a:pt x="541" y="137"/>
                    <a:pt x="534" y="101"/>
                  </a:cubicBezTo>
                  <a:cubicBezTo>
                    <a:pt x="534" y="99"/>
                    <a:pt x="528" y="99"/>
                    <a:pt x="525" y="98"/>
                  </a:cubicBezTo>
                  <a:cubicBezTo>
                    <a:pt x="503" y="88"/>
                    <a:pt x="477" y="92"/>
                    <a:pt x="458" y="75"/>
                  </a:cubicBezTo>
                  <a:cubicBezTo>
                    <a:pt x="450" y="68"/>
                    <a:pt x="444" y="64"/>
                    <a:pt x="455" y="54"/>
                  </a:cubicBezTo>
                  <a:cubicBezTo>
                    <a:pt x="465" y="46"/>
                    <a:pt x="458" y="7"/>
                    <a:pt x="448" y="1"/>
                  </a:cubicBezTo>
                  <a:cubicBezTo>
                    <a:pt x="444" y="0"/>
                    <a:pt x="441" y="0"/>
                    <a:pt x="438" y="2"/>
                  </a:cubicBezTo>
                  <a:cubicBezTo>
                    <a:pt x="417" y="15"/>
                    <a:pt x="392" y="11"/>
                    <a:pt x="370" y="11"/>
                  </a:cubicBezTo>
                  <a:cubicBezTo>
                    <a:pt x="332" y="11"/>
                    <a:pt x="299" y="20"/>
                    <a:pt x="266" y="37"/>
                  </a:cubicBezTo>
                  <a:cubicBezTo>
                    <a:pt x="245" y="48"/>
                    <a:pt x="224" y="45"/>
                    <a:pt x="204" y="38"/>
                  </a:cubicBezTo>
                  <a:cubicBezTo>
                    <a:pt x="194" y="34"/>
                    <a:pt x="191" y="32"/>
                    <a:pt x="187" y="43"/>
                  </a:cubicBezTo>
                  <a:cubicBezTo>
                    <a:pt x="183" y="57"/>
                    <a:pt x="179" y="71"/>
                    <a:pt x="163" y="77"/>
                  </a:cubicBezTo>
                  <a:cubicBezTo>
                    <a:pt x="137" y="88"/>
                    <a:pt x="128" y="105"/>
                    <a:pt x="132" y="137"/>
                  </a:cubicBezTo>
                  <a:cubicBezTo>
                    <a:pt x="133" y="145"/>
                    <a:pt x="128" y="151"/>
                    <a:pt x="124" y="155"/>
                  </a:cubicBezTo>
                  <a:cubicBezTo>
                    <a:pt x="114" y="164"/>
                    <a:pt x="103" y="174"/>
                    <a:pt x="91" y="179"/>
                  </a:cubicBezTo>
                  <a:cubicBezTo>
                    <a:pt x="65" y="190"/>
                    <a:pt x="52" y="214"/>
                    <a:pt x="42" y="239"/>
                  </a:cubicBezTo>
                  <a:cubicBezTo>
                    <a:pt x="39" y="245"/>
                    <a:pt x="37" y="251"/>
                    <a:pt x="33" y="256"/>
                  </a:cubicBezTo>
                  <a:cubicBezTo>
                    <a:pt x="20" y="269"/>
                    <a:pt x="17" y="288"/>
                    <a:pt x="8" y="303"/>
                  </a:cubicBezTo>
                  <a:cubicBezTo>
                    <a:pt x="5" y="306"/>
                    <a:pt x="3" y="311"/>
                    <a:pt x="7" y="314"/>
                  </a:cubicBezTo>
                  <a:cubicBezTo>
                    <a:pt x="18" y="323"/>
                    <a:pt x="16" y="336"/>
                    <a:pt x="18" y="348"/>
                  </a:cubicBezTo>
                  <a:cubicBezTo>
                    <a:pt x="23" y="372"/>
                    <a:pt x="21" y="394"/>
                    <a:pt x="12" y="412"/>
                  </a:cubicBezTo>
                  <a:cubicBezTo>
                    <a:pt x="0" y="433"/>
                    <a:pt x="8" y="444"/>
                    <a:pt x="23" y="455"/>
                  </a:cubicBezTo>
                  <a:cubicBezTo>
                    <a:pt x="6" y="467"/>
                    <a:pt x="7" y="470"/>
                    <a:pt x="23" y="481"/>
                  </a:cubicBezTo>
                  <a:cubicBezTo>
                    <a:pt x="43" y="495"/>
                    <a:pt x="61" y="514"/>
                    <a:pt x="70" y="538"/>
                  </a:cubicBezTo>
                  <a:cubicBezTo>
                    <a:pt x="75" y="552"/>
                    <a:pt x="81" y="560"/>
                    <a:pt x="92" y="567"/>
                  </a:cubicBezTo>
                  <a:cubicBezTo>
                    <a:pt x="103" y="576"/>
                    <a:pt x="113" y="585"/>
                    <a:pt x="124" y="594"/>
                  </a:cubicBezTo>
                  <a:cubicBezTo>
                    <a:pt x="141" y="608"/>
                    <a:pt x="157" y="621"/>
                    <a:pt x="181" y="609"/>
                  </a:cubicBezTo>
                  <a:cubicBezTo>
                    <a:pt x="202" y="599"/>
                    <a:pt x="224" y="594"/>
                    <a:pt x="245" y="608"/>
                  </a:cubicBezTo>
                  <a:cubicBezTo>
                    <a:pt x="251" y="611"/>
                    <a:pt x="257" y="607"/>
                    <a:pt x="262" y="604"/>
                  </a:cubicBezTo>
                  <a:cubicBezTo>
                    <a:pt x="284" y="594"/>
                    <a:pt x="307" y="585"/>
                    <a:pt x="331" y="580"/>
                  </a:cubicBezTo>
                  <a:cubicBezTo>
                    <a:pt x="350" y="576"/>
                    <a:pt x="369" y="583"/>
                    <a:pt x="375" y="602"/>
                  </a:cubicBezTo>
                  <a:cubicBezTo>
                    <a:pt x="380" y="618"/>
                    <a:pt x="386" y="617"/>
                    <a:pt x="400" y="614"/>
                  </a:cubicBezTo>
                  <a:cubicBezTo>
                    <a:pt x="434" y="604"/>
                    <a:pt x="452" y="628"/>
                    <a:pt x="448" y="648"/>
                  </a:cubicBezTo>
                  <a:cubicBezTo>
                    <a:pt x="445" y="663"/>
                    <a:pt x="446" y="680"/>
                    <a:pt x="440" y="693"/>
                  </a:cubicBezTo>
                  <a:cubicBezTo>
                    <a:pt x="427" y="718"/>
                    <a:pt x="442" y="731"/>
                    <a:pt x="454" y="747"/>
                  </a:cubicBezTo>
                  <a:cubicBezTo>
                    <a:pt x="458" y="753"/>
                    <a:pt x="464" y="758"/>
                    <a:pt x="469" y="764"/>
                  </a:cubicBezTo>
                  <a:cubicBezTo>
                    <a:pt x="478" y="776"/>
                    <a:pt x="500" y="781"/>
                    <a:pt x="489" y="806"/>
                  </a:cubicBezTo>
                  <a:cubicBezTo>
                    <a:pt x="488" y="808"/>
                    <a:pt x="492" y="813"/>
                    <a:pt x="494" y="817"/>
                  </a:cubicBezTo>
                  <a:cubicBezTo>
                    <a:pt x="508" y="840"/>
                    <a:pt x="500" y="870"/>
                    <a:pt x="512" y="895"/>
                  </a:cubicBezTo>
                  <a:cubicBezTo>
                    <a:pt x="515" y="900"/>
                    <a:pt x="513" y="909"/>
                    <a:pt x="507" y="914"/>
                  </a:cubicBezTo>
                  <a:cubicBezTo>
                    <a:pt x="485" y="938"/>
                    <a:pt x="483" y="968"/>
                    <a:pt x="481" y="999"/>
                  </a:cubicBezTo>
                  <a:cubicBezTo>
                    <a:pt x="480" y="1012"/>
                    <a:pt x="484" y="1023"/>
                    <a:pt x="490" y="1036"/>
                  </a:cubicBezTo>
                  <a:cubicBezTo>
                    <a:pt x="504" y="1066"/>
                    <a:pt x="525" y="1093"/>
                    <a:pt x="526" y="1131"/>
                  </a:cubicBezTo>
                  <a:cubicBezTo>
                    <a:pt x="526" y="1155"/>
                    <a:pt x="527" y="1184"/>
                    <a:pt x="545" y="1204"/>
                  </a:cubicBezTo>
                  <a:cubicBezTo>
                    <a:pt x="566" y="1226"/>
                    <a:pt x="571" y="1257"/>
                    <a:pt x="586" y="1282"/>
                  </a:cubicBezTo>
                  <a:cubicBezTo>
                    <a:pt x="588" y="1286"/>
                    <a:pt x="589" y="1290"/>
                    <a:pt x="586" y="1293"/>
                  </a:cubicBezTo>
                  <a:cubicBezTo>
                    <a:pt x="574" y="1306"/>
                    <a:pt x="587" y="1317"/>
                    <a:pt x="592" y="1323"/>
                  </a:cubicBezTo>
                  <a:cubicBezTo>
                    <a:pt x="598" y="1330"/>
                    <a:pt x="607" y="1341"/>
                    <a:pt x="622" y="1334"/>
                  </a:cubicBezTo>
                  <a:cubicBezTo>
                    <a:pt x="640" y="1325"/>
                    <a:pt x="660" y="1323"/>
                    <a:pt x="680" y="1323"/>
                  </a:cubicBezTo>
                  <a:cubicBezTo>
                    <a:pt x="711" y="1324"/>
                    <a:pt x="737" y="1311"/>
                    <a:pt x="760" y="1287"/>
                  </a:cubicBezTo>
                  <a:cubicBezTo>
                    <a:pt x="779" y="1268"/>
                    <a:pt x="790" y="1243"/>
                    <a:pt x="808" y="1224"/>
                  </a:cubicBezTo>
                  <a:cubicBezTo>
                    <a:pt x="821" y="1211"/>
                    <a:pt x="827" y="1194"/>
                    <a:pt x="825" y="1179"/>
                  </a:cubicBezTo>
                  <a:cubicBezTo>
                    <a:pt x="820" y="1157"/>
                    <a:pt x="832" y="1154"/>
                    <a:pt x="845" y="1148"/>
                  </a:cubicBezTo>
                  <a:cubicBezTo>
                    <a:pt x="868" y="1137"/>
                    <a:pt x="875" y="1123"/>
                    <a:pt x="869" y="1098"/>
                  </a:cubicBezTo>
                  <a:cubicBezTo>
                    <a:pt x="867" y="1087"/>
                    <a:pt x="863" y="1077"/>
                    <a:pt x="858" y="1067"/>
                  </a:cubicBezTo>
                  <a:cubicBezTo>
                    <a:pt x="855" y="1062"/>
                    <a:pt x="853" y="1058"/>
                    <a:pt x="858" y="1053"/>
                  </a:cubicBezTo>
                  <a:cubicBezTo>
                    <a:pt x="877" y="1035"/>
                    <a:pt x="893" y="1012"/>
                    <a:pt x="918" y="1001"/>
                  </a:cubicBezTo>
                  <a:cubicBezTo>
                    <a:pt x="932" y="994"/>
                    <a:pt x="943" y="986"/>
                    <a:pt x="951" y="971"/>
                  </a:cubicBezTo>
                  <a:cubicBezTo>
                    <a:pt x="961" y="949"/>
                    <a:pt x="950" y="928"/>
                    <a:pt x="952" y="906"/>
                  </a:cubicBezTo>
                  <a:cubicBezTo>
                    <a:pt x="952" y="893"/>
                    <a:pt x="955" y="876"/>
                    <a:pt x="938" y="870"/>
                  </a:cubicBezTo>
                  <a:cubicBezTo>
                    <a:pt x="937" y="869"/>
                    <a:pt x="938" y="864"/>
                    <a:pt x="937" y="862"/>
                  </a:cubicBezTo>
                  <a:cubicBezTo>
                    <a:pt x="929" y="846"/>
                    <a:pt x="939" y="827"/>
                    <a:pt x="930" y="813"/>
                  </a:cubicBezTo>
                  <a:cubicBezTo>
                    <a:pt x="921" y="800"/>
                    <a:pt x="925" y="790"/>
                    <a:pt x="929" y="780"/>
                  </a:cubicBezTo>
                  <a:cubicBezTo>
                    <a:pt x="951" y="736"/>
                    <a:pt x="979" y="697"/>
                    <a:pt x="1017" y="670"/>
                  </a:cubicBezTo>
                  <a:cubicBezTo>
                    <a:pt x="1070" y="630"/>
                    <a:pt x="1097" y="573"/>
                    <a:pt x="1120" y="511"/>
                  </a:cubicBezTo>
                  <a:cubicBezTo>
                    <a:pt x="1123" y="503"/>
                    <a:pt x="1121" y="496"/>
                    <a:pt x="1118" y="49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6806289" y="4944354"/>
              <a:ext cx="223621" cy="443635"/>
            </a:xfrm>
            <a:custGeom>
              <a:avLst/>
              <a:gdLst>
                <a:gd name="T0" fmla="*/ 103 w 125"/>
                <a:gd name="T1" fmla="*/ 0 h 248"/>
                <a:gd name="T2" fmla="*/ 100 w 125"/>
                <a:gd name="T3" fmla="*/ 4 h 248"/>
                <a:gd name="T4" fmla="*/ 41 w 125"/>
                <a:gd name="T5" fmla="*/ 69 h 248"/>
                <a:gd name="T6" fmla="*/ 21 w 125"/>
                <a:gd name="T7" fmla="*/ 111 h 248"/>
                <a:gd name="T8" fmla="*/ 12 w 125"/>
                <a:gd name="T9" fmla="*/ 171 h 248"/>
                <a:gd name="T10" fmla="*/ 30 w 125"/>
                <a:gd name="T11" fmla="*/ 243 h 248"/>
                <a:gd name="T12" fmla="*/ 50 w 125"/>
                <a:gd name="T13" fmla="*/ 244 h 248"/>
                <a:gd name="T14" fmla="*/ 75 w 125"/>
                <a:gd name="T15" fmla="*/ 219 h 248"/>
                <a:gd name="T16" fmla="*/ 91 w 125"/>
                <a:gd name="T17" fmla="*/ 161 h 248"/>
                <a:gd name="T18" fmla="*/ 107 w 125"/>
                <a:gd name="T19" fmla="*/ 104 h 248"/>
                <a:gd name="T20" fmla="*/ 125 w 125"/>
                <a:gd name="T21" fmla="*/ 59 h 248"/>
                <a:gd name="T22" fmla="*/ 125 w 125"/>
                <a:gd name="T23" fmla="*/ 55 h 248"/>
                <a:gd name="T24" fmla="*/ 103 w 125"/>
                <a:gd name="T2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48">
                  <a:moveTo>
                    <a:pt x="103" y="0"/>
                  </a:moveTo>
                  <a:cubicBezTo>
                    <a:pt x="102" y="1"/>
                    <a:pt x="101" y="2"/>
                    <a:pt x="100" y="4"/>
                  </a:cubicBezTo>
                  <a:cubicBezTo>
                    <a:pt x="90" y="35"/>
                    <a:pt x="74" y="60"/>
                    <a:pt x="41" y="69"/>
                  </a:cubicBezTo>
                  <a:cubicBezTo>
                    <a:pt x="22" y="75"/>
                    <a:pt x="14" y="91"/>
                    <a:pt x="21" y="111"/>
                  </a:cubicBezTo>
                  <a:cubicBezTo>
                    <a:pt x="28" y="134"/>
                    <a:pt x="26" y="152"/>
                    <a:pt x="12" y="171"/>
                  </a:cubicBezTo>
                  <a:cubicBezTo>
                    <a:pt x="0" y="187"/>
                    <a:pt x="13" y="233"/>
                    <a:pt x="30" y="243"/>
                  </a:cubicBezTo>
                  <a:cubicBezTo>
                    <a:pt x="36" y="247"/>
                    <a:pt x="43" y="248"/>
                    <a:pt x="50" y="244"/>
                  </a:cubicBezTo>
                  <a:cubicBezTo>
                    <a:pt x="61" y="238"/>
                    <a:pt x="72" y="235"/>
                    <a:pt x="75" y="219"/>
                  </a:cubicBezTo>
                  <a:cubicBezTo>
                    <a:pt x="79" y="199"/>
                    <a:pt x="86" y="180"/>
                    <a:pt x="91" y="161"/>
                  </a:cubicBezTo>
                  <a:cubicBezTo>
                    <a:pt x="96" y="142"/>
                    <a:pt x="99" y="121"/>
                    <a:pt x="107" y="104"/>
                  </a:cubicBezTo>
                  <a:cubicBezTo>
                    <a:pt x="114" y="89"/>
                    <a:pt x="104" y="66"/>
                    <a:pt x="125" y="59"/>
                  </a:cubicBezTo>
                  <a:cubicBezTo>
                    <a:pt x="125" y="58"/>
                    <a:pt x="125" y="56"/>
                    <a:pt x="125" y="55"/>
                  </a:cubicBezTo>
                  <a:cubicBezTo>
                    <a:pt x="119" y="36"/>
                    <a:pt x="119" y="15"/>
                    <a:pt x="103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3147205" y="4152664"/>
              <a:ext cx="1379596" cy="2364248"/>
            </a:xfrm>
            <a:custGeom>
              <a:avLst/>
              <a:gdLst>
                <a:gd name="T0" fmla="*/ 738 w 771"/>
                <a:gd name="T1" fmla="*/ 319 h 1322"/>
                <a:gd name="T2" fmla="*/ 656 w 771"/>
                <a:gd name="T3" fmla="*/ 278 h 1322"/>
                <a:gd name="T4" fmla="*/ 613 w 771"/>
                <a:gd name="T5" fmla="*/ 267 h 1322"/>
                <a:gd name="T6" fmla="*/ 513 w 771"/>
                <a:gd name="T7" fmla="*/ 230 h 1322"/>
                <a:gd name="T8" fmla="*/ 424 w 771"/>
                <a:gd name="T9" fmla="*/ 122 h 1322"/>
                <a:gd name="T10" fmla="*/ 346 w 771"/>
                <a:gd name="T11" fmla="*/ 73 h 1322"/>
                <a:gd name="T12" fmla="*/ 300 w 771"/>
                <a:gd name="T13" fmla="*/ 42 h 1322"/>
                <a:gd name="T14" fmla="*/ 220 w 771"/>
                <a:gd name="T15" fmla="*/ 30 h 1322"/>
                <a:gd name="T16" fmla="*/ 177 w 771"/>
                <a:gd name="T17" fmla="*/ 22 h 1322"/>
                <a:gd name="T18" fmla="*/ 128 w 771"/>
                <a:gd name="T19" fmla="*/ 28 h 1322"/>
                <a:gd name="T20" fmla="*/ 59 w 771"/>
                <a:gd name="T21" fmla="*/ 68 h 1322"/>
                <a:gd name="T22" fmla="*/ 58 w 771"/>
                <a:gd name="T23" fmla="*/ 100 h 1322"/>
                <a:gd name="T24" fmla="*/ 41 w 771"/>
                <a:gd name="T25" fmla="*/ 204 h 1322"/>
                <a:gd name="T26" fmla="*/ 27 w 771"/>
                <a:gd name="T27" fmla="*/ 284 h 1322"/>
                <a:gd name="T28" fmla="*/ 35 w 771"/>
                <a:gd name="T29" fmla="*/ 365 h 1322"/>
                <a:gd name="T30" fmla="*/ 106 w 771"/>
                <a:gd name="T31" fmla="*/ 507 h 1322"/>
                <a:gd name="T32" fmla="*/ 188 w 771"/>
                <a:gd name="T33" fmla="*/ 592 h 1322"/>
                <a:gd name="T34" fmla="*/ 167 w 771"/>
                <a:gd name="T35" fmla="*/ 806 h 1322"/>
                <a:gd name="T36" fmla="*/ 138 w 771"/>
                <a:gd name="T37" fmla="*/ 966 h 1322"/>
                <a:gd name="T38" fmla="*/ 123 w 771"/>
                <a:gd name="T39" fmla="*/ 1014 h 1322"/>
                <a:gd name="T40" fmla="*/ 128 w 771"/>
                <a:gd name="T41" fmla="*/ 1048 h 1322"/>
                <a:gd name="T42" fmla="*/ 136 w 771"/>
                <a:gd name="T43" fmla="*/ 1030 h 1322"/>
                <a:gd name="T44" fmla="*/ 148 w 771"/>
                <a:gd name="T45" fmla="*/ 1014 h 1322"/>
                <a:gd name="T46" fmla="*/ 144 w 771"/>
                <a:gd name="T47" fmla="*/ 1067 h 1322"/>
                <a:gd name="T48" fmla="*/ 128 w 771"/>
                <a:gd name="T49" fmla="*/ 1104 h 1322"/>
                <a:gd name="T50" fmla="*/ 107 w 771"/>
                <a:gd name="T51" fmla="*/ 1120 h 1322"/>
                <a:gd name="T52" fmla="*/ 129 w 771"/>
                <a:gd name="T53" fmla="*/ 1130 h 1322"/>
                <a:gd name="T54" fmla="*/ 115 w 771"/>
                <a:gd name="T55" fmla="*/ 1165 h 1322"/>
                <a:gd name="T56" fmla="*/ 132 w 771"/>
                <a:gd name="T57" fmla="*/ 1254 h 1322"/>
                <a:gd name="T58" fmla="*/ 182 w 771"/>
                <a:gd name="T59" fmla="*/ 1276 h 1322"/>
                <a:gd name="T60" fmla="*/ 194 w 771"/>
                <a:gd name="T61" fmla="*/ 1297 h 1322"/>
                <a:gd name="T62" fmla="*/ 171 w 771"/>
                <a:gd name="T63" fmla="*/ 1304 h 1322"/>
                <a:gd name="T64" fmla="*/ 238 w 771"/>
                <a:gd name="T65" fmla="*/ 1315 h 1322"/>
                <a:gd name="T66" fmla="*/ 272 w 771"/>
                <a:gd name="T67" fmla="*/ 1308 h 1322"/>
                <a:gd name="T68" fmla="*/ 224 w 771"/>
                <a:gd name="T69" fmla="*/ 1273 h 1322"/>
                <a:gd name="T70" fmla="*/ 220 w 771"/>
                <a:gd name="T71" fmla="*/ 1206 h 1322"/>
                <a:gd name="T72" fmla="*/ 252 w 771"/>
                <a:gd name="T73" fmla="*/ 1160 h 1322"/>
                <a:gd name="T74" fmla="*/ 251 w 771"/>
                <a:gd name="T75" fmla="*/ 1128 h 1322"/>
                <a:gd name="T76" fmla="*/ 251 w 771"/>
                <a:gd name="T77" fmla="*/ 1087 h 1322"/>
                <a:gd name="T78" fmla="*/ 281 w 771"/>
                <a:gd name="T79" fmla="*/ 1028 h 1322"/>
                <a:gd name="T80" fmla="*/ 315 w 771"/>
                <a:gd name="T81" fmla="*/ 998 h 1322"/>
                <a:gd name="T82" fmla="*/ 385 w 771"/>
                <a:gd name="T83" fmla="*/ 948 h 1322"/>
                <a:gd name="T84" fmla="*/ 385 w 771"/>
                <a:gd name="T85" fmla="*/ 868 h 1322"/>
                <a:gd name="T86" fmla="*/ 458 w 771"/>
                <a:gd name="T87" fmla="*/ 862 h 1322"/>
                <a:gd name="T88" fmla="*/ 512 w 771"/>
                <a:gd name="T89" fmla="*/ 790 h 1322"/>
                <a:gd name="T90" fmla="*/ 547 w 771"/>
                <a:gd name="T91" fmla="*/ 692 h 1322"/>
                <a:gd name="T92" fmla="*/ 654 w 771"/>
                <a:gd name="T93" fmla="*/ 637 h 1322"/>
                <a:gd name="T94" fmla="*/ 725 w 771"/>
                <a:gd name="T95" fmla="*/ 438 h 1322"/>
                <a:gd name="T96" fmla="*/ 769 w 771"/>
                <a:gd name="T97" fmla="*/ 357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1" h="1322">
                  <a:moveTo>
                    <a:pt x="769" y="357"/>
                  </a:moveTo>
                  <a:cubicBezTo>
                    <a:pt x="766" y="332"/>
                    <a:pt x="761" y="324"/>
                    <a:pt x="738" y="319"/>
                  </a:cubicBezTo>
                  <a:cubicBezTo>
                    <a:pt x="730" y="317"/>
                    <a:pt x="724" y="312"/>
                    <a:pt x="718" y="306"/>
                  </a:cubicBezTo>
                  <a:cubicBezTo>
                    <a:pt x="700" y="290"/>
                    <a:pt x="683" y="273"/>
                    <a:pt x="656" y="278"/>
                  </a:cubicBezTo>
                  <a:cubicBezTo>
                    <a:pt x="643" y="280"/>
                    <a:pt x="630" y="263"/>
                    <a:pt x="615" y="272"/>
                  </a:cubicBezTo>
                  <a:cubicBezTo>
                    <a:pt x="614" y="271"/>
                    <a:pt x="613" y="269"/>
                    <a:pt x="613" y="267"/>
                  </a:cubicBezTo>
                  <a:cubicBezTo>
                    <a:pt x="613" y="253"/>
                    <a:pt x="601" y="251"/>
                    <a:pt x="594" y="249"/>
                  </a:cubicBezTo>
                  <a:cubicBezTo>
                    <a:pt x="568" y="243"/>
                    <a:pt x="543" y="231"/>
                    <a:pt x="513" y="230"/>
                  </a:cubicBezTo>
                  <a:cubicBezTo>
                    <a:pt x="528" y="212"/>
                    <a:pt x="516" y="199"/>
                    <a:pt x="510" y="182"/>
                  </a:cubicBezTo>
                  <a:cubicBezTo>
                    <a:pt x="494" y="138"/>
                    <a:pt x="469" y="119"/>
                    <a:pt x="424" y="122"/>
                  </a:cubicBezTo>
                  <a:cubicBezTo>
                    <a:pt x="415" y="123"/>
                    <a:pt x="405" y="121"/>
                    <a:pt x="397" y="113"/>
                  </a:cubicBezTo>
                  <a:cubicBezTo>
                    <a:pt x="382" y="97"/>
                    <a:pt x="372" y="74"/>
                    <a:pt x="346" y="73"/>
                  </a:cubicBezTo>
                  <a:cubicBezTo>
                    <a:pt x="345" y="73"/>
                    <a:pt x="344" y="70"/>
                    <a:pt x="343" y="68"/>
                  </a:cubicBezTo>
                  <a:cubicBezTo>
                    <a:pt x="337" y="45"/>
                    <a:pt x="315" y="42"/>
                    <a:pt x="300" y="42"/>
                  </a:cubicBezTo>
                  <a:cubicBezTo>
                    <a:pt x="282" y="41"/>
                    <a:pt x="265" y="43"/>
                    <a:pt x="247" y="40"/>
                  </a:cubicBezTo>
                  <a:cubicBezTo>
                    <a:pt x="237" y="39"/>
                    <a:pt x="228" y="38"/>
                    <a:pt x="220" y="30"/>
                  </a:cubicBezTo>
                  <a:cubicBezTo>
                    <a:pt x="211" y="21"/>
                    <a:pt x="199" y="16"/>
                    <a:pt x="186" y="25"/>
                  </a:cubicBezTo>
                  <a:cubicBezTo>
                    <a:pt x="182" y="27"/>
                    <a:pt x="178" y="28"/>
                    <a:pt x="177" y="22"/>
                  </a:cubicBezTo>
                  <a:cubicBezTo>
                    <a:pt x="172" y="0"/>
                    <a:pt x="163" y="9"/>
                    <a:pt x="153" y="17"/>
                  </a:cubicBezTo>
                  <a:cubicBezTo>
                    <a:pt x="145" y="22"/>
                    <a:pt x="137" y="26"/>
                    <a:pt x="128" y="28"/>
                  </a:cubicBezTo>
                  <a:cubicBezTo>
                    <a:pt x="118" y="30"/>
                    <a:pt x="103" y="31"/>
                    <a:pt x="101" y="42"/>
                  </a:cubicBezTo>
                  <a:cubicBezTo>
                    <a:pt x="95" y="69"/>
                    <a:pt x="82" y="77"/>
                    <a:pt x="59" y="68"/>
                  </a:cubicBezTo>
                  <a:cubicBezTo>
                    <a:pt x="57" y="71"/>
                    <a:pt x="56" y="75"/>
                    <a:pt x="54" y="78"/>
                  </a:cubicBezTo>
                  <a:cubicBezTo>
                    <a:pt x="55" y="86"/>
                    <a:pt x="54" y="95"/>
                    <a:pt x="58" y="100"/>
                  </a:cubicBezTo>
                  <a:cubicBezTo>
                    <a:pt x="69" y="117"/>
                    <a:pt x="72" y="136"/>
                    <a:pt x="72" y="156"/>
                  </a:cubicBezTo>
                  <a:cubicBezTo>
                    <a:pt x="72" y="179"/>
                    <a:pt x="52" y="190"/>
                    <a:pt x="41" y="204"/>
                  </a:cubicBezTo>
                  <a:cubicBezTo>
                    <a:pt x="30" y="217"/>
                    <a:pt x="22" y="231"/>
                    <a:pt x="18" y="246"/>
                  </a:cubicBezTo>
                  <a:cubicBezTo>
                    <a:pt x="14" y="259"/>
                    <a:pt x="10" y="275"/>
                    <a:pt x="27" y="284"/>
                  </a:cubicBezTo>
                  <a:cubicBezTo>
                    <a:pt x="8" y="297"/>
                    <a:pt x="0" y="308"/>
                    <a:pt x="10" y="334"/>
                  </a:cubicBezTo>
                  <a:cubicBezTo>
                    <a:pt x="15" y="349"/>
                    <a:pt x="28" y="353"/>
                    <a:pt x="35" y="365"/>
                  </a:cubicBezTo>
                  <a:cubicBezTo>
                    <a:pt x="49" y="392"/>
                    <a:pt x="57" y="423"/>
                    <a:pt x="75" y="447"/>
                  </a:cubicBezTo>
                  <a:cubicBezTo>
                    <a:pt x="88" y="465"/>
                    <a:pt x="84" y="493"/>
                    <a:pt x="106" y="507"/>
                  </a:cubicBezTo>
                  <a:cubicBezTo>
                    <a:pt x="120" y="516"/>
                    <a:pt x="133" y="526"/>
                    <a:pt x="148" y="534"/>
                  </a:cubicBezTo>
                  <a:cubicBezTo>
                    <a:pt x="171" y="546"/>
                    <a:pt x="186" y="564"/>
                    <a:pt x="188" y="592"/>
                  </a:cubicBezTo>
                  <a:cubicBezTo>
                    <a:pt x="192" y="634"/>
                    <a:pt x="184" y="675"/>
                    <a:pt x="178" y="715"/>
                  </a:cubicBezTo>
                  <a:cubicBezTo>
                    <a:pt x="175" y="746"/>
                    <a:pt x="165" y="776"/>
                    <a:pt x="167" y="806"/>
                  </a:cubicBezTo>
                  <a:cubicBezTo>
                    <a:pt x="168" y="830"/>
                    <a:pt x="164" y="851"/>
                    <a:pt x="157" y="872"/>
                  </a:cubicBezTo>
                  <a:cubicBezTo>
                    <a:pt x="146" y="903"/>
                    <a:pt x="126" y="931"/>
                    <a:pt x="138" y="966"/>
                  </a:cubicBezTo>
                  <a:cubicBezTo>
                    <a:pt x="138" y="969"/>
                    <a:pt x="138" y="973"/>
                    <a:pt x="136" y="974"/>
                  </a:cubicBezTo>
                  <a:cubicBezTo>
                    <a:pt x="126" y="985"/>
                    <a:pt x="134" y="1002"/>
                    <a:pt x="123" y="1014"/>
                  </a:cubicBezTo>
                  <a:cubicBezTo>
                    <a:pt x="120" y="1018"/>
                    <a:pt x="125" y="1032"/>
                    <a:pt x="122" y="1042"/>
                  </a:cubicBezTo>
                  <a:cubicBezTo>
                    <a:pt x="121" y="1046"/>
                    <a:pt x="125" y="1048"/>
                    <a:pt x="128" y="1048"/>
                  </a:cubicBezTo>
                  <a:cubicBezTo>
                    <a:pt x="132" y="1048"/>
                    <a:pt x="137" y="1049"/>
                    <a:pt x="137" y="1043"/>
                  </a:cubicBezTo>
                  <a:cubicBezTo>
                    <a:pt x="138" y="1039"/>
                    <a:pt x="136" y="1035"/>
                    <a:pt x="136" y="1030"/>
                  </a:cubicBezTo>
                  <a:cubicBezTo>
                    <a:pt x="136" y="1024"/>
                    <a:pt x="136" y="1018"/>
                    <a:pt x="142" y="1014"/>
                  </a:cubicBezTo>
                  <a:cubicBezTo>
                    <a:pt x="144" y="1013"/>
                    <a:pt x="147" y="1013"/>
                    <a:pt x="148" y="1014"/>
                  </a:cubicBezTo>
                  <a:cubicBezTo>
                    <a:pt x="151" y="1019"/>
                    <a:pt x="149" y="1024"/>
                    <a:pt x="148" y="1030"/>
                  </a:cubicBezTo>
                  <a:cubicBezTo>
                    <a:pt x="146" y="1042"/>
                    <a:pt x="141" y="1056"/>
                    <a:pt x="144" y="1067"/>
                  </a:cubicBezTo>
                  <a:cubicBezTo>
                    <a:pt x="149" y="1084"/>
                    <a:pt x="134" y="1093"/>
                    <a:pt x="133" y="1107"/>
                  </a:cubicBezTo>
                  <a:cubicBezTo>
                    <a:pt x="132" y="1113"/>
                    <a:pt x="130" y="1105"/>
                    <a:pt x="128" y="1104"/>
                  </a:cubicBezTo>
                  <a:cubicBezTo>
                    <a:pt x="122" y="1102"/>
                    <a:pt x="117" y="1100"/>
                    <a:pt x="113" y="1109"/>
                  </a:cubicBezTo>
                  <a:cubicBezTo>
                    <a:pt x="111" y="1112"/>
                    <a:pt x="104" y="1113"/>
                    <a:pt x="107" y="1120"/>
                  </a:cubicBezTo>
                  <a:cubicBezTo>
                    <a:pt x="109" y="1127"/>
                    <a:pt x="116" y="1123"/>
                    <a:pt x="120" y="1124"/>
                  </a:cubicBezTo>
                  <a:cubicBezTo>
                    <a:pt x="124" y="1124"/>
                    <a:pt x="126" y="1126"/>
                    <a:pt x="129" y="1130"/>
                  </a:cubicBezTo>
                  <a:cubicBezTo>
                    <a:pt x="119" y="1133"/>
                    <a:pt x="115" y="1139"/>
                    <a:pt x="121" y="1150"/>
                  </a:cubicBezTo>
                  <a:cubicBezTo>
                    <a:pt x="126" y="1158"/>
                    <a:pt x="125" y="1161"/>
                    <a:pt x="115" y="1165"/>
                  </a:cubicBezTo>
                  <a:cubicBezTo>
                    <a:pt x="111" y="1166"/>
                    <a:pt x="98" y="1181"/>
                    <a:pt x="106" y="1190"/>
                  </a:cubicBezTo>
                  <a:cubicBezTo>
                    <a:pt x="121" y="1209"/>
                    <a:pt x="128" y="1230"/>
                    <a:pt x="132" y="1254"/>
                  </a:cubicBezTo>
                  <a:cubicBezTo>
                    <a:pt x="133" y="1266"/>
                    <a:pt x="136" y="1286"/>
                    <a:pt x="149" y="1288"/>
                  </a:cubicBezTo>
                  <a:cubicBezTo>
                    <a:pt x="158" y="1290"/>
                    <a:pt x="176" y="1298"/>
                    <a:pt x="182" y="1276"/>
                  </a:cubicBezTo>
                  <a:cubicBezTo>
                    <a:pt x="183" y="1270"/>
                    <a:pt x="187" y="1275"/>
                    <a:pt x="189" y="1276"/>
                  </a:cubicBezTo>
                  <a:cubicBezTo>
                    <a:pt x="197" y="1281"/>
                    <a:pt x="193" y="1291"/>
                    <a:pt x="194" y="1297"/>
                  </a:cubicBezTo>
                  <a:cubicBezTo>
                    <a:pt x="195" y="1305"/>
                    <a:pt x="187" y="1301"/>
                    <a:pt x="183" y="1302"/>
                  </a:cubicBezTo>
                  <a:cubicBezTo>
                    <a:pt x="179" y="1303"/>
                    <a:pt x="175" y="1303"/>
                    <a:pt x="171" y="1304"/>
                  </a:cubicBezTo>
                  <a:cubicBezTo>
                    <a:pt x="182" y="1308"/>
                    <a:pt x="192" y="1309"/>
                    <a:pt x="203" y="1311"/>
                  </a:cubicBezTo>
                  <a:cubicBezTo>
                    <a:pt x="215" y="1313"/>
                    <a:pt x="227" y="1314"/>
                    <a:pt x="238" y="1315"/>
                  </a:cubicBezTo>
                  <a:cubicBezTo>
                    <a:pt x="247" y="1317"/>
                    <a:pt x="256" y="1322"/>
                    <a:pt x="265" y="1317"/>
                  </a:cubicBezTo>
                  <a:cubicBezTo>
                    <a:pt x="268" y="1315"/>
                    <a:pt x="273" y="1314"/>
                    <a:pt x="272" y="1308"/>
                  </a:cubicBezTo>
                  <a:cubicBezTo>
                    <a:pt x="271" y="1304"/>
                    <a:pt x="268" y="1304"/>
                    <a:pt x="265" y="1303"/>
                  </a:cubicBezTo>
                  <a:cubicBezTo>
                    <a:pt x="249" y="1297"/>
                    <a:pt x="235" y="1288"/>
                    <a:pt x="224" y="1273"/>
                  </a:cubicBezTo>
                  <a:cubicBezTo>
                    <a:pt x="214" y="1260"/>
                    <a:pt x="219" y="1244"/>
                    <a:pt x="213" y="1230"/>
                  </a:cubicBezTo>
                  <a:cubicBezTo>
                    <a:pt x="209" y="1220"/>
                    <a:pt x="210" y="1212"/>
                    <a:pt x="220" y="1206"/>
                  </a:cubicBezTo>
                  <a:cubicBezTo>
                    <a:pt x="227" y="1202"/>
                    <a:pt x="236" y="1197"/>
                    <a:pt x="236" y="1186"/>
                  </a:cubicBezTo>
                  <a:cubicBezTo>
                    <a:pt x="235" y="1172"/>
                    <a:pt x="242" y="1165"/>
                    <a:pt x="252" y="1160"/>
                  </a:cubicBezTo>
                  <a:cubicBezTo>
                    <a:pt x="261" y="1157"/>
                    <a:pt x="261" y="1149"/>
                    <a:pt x="261" y="1141"/>
                  </a:cubicBezTo>
                  <a:cubicBezTo>
                    <a:pt x="261" y="1134"/>
                    <a:pt x="258" y="1130"/>
                    <a:pt x="251" y="1128"/>
                  </a:cubicBezTo>
                  <a:cubicBezTo>
                    <a:pt x="242" y="1125"/>
                    <a:pt x="233" y="1119"/>
                    <a:pt x="234" y="1108"/>
                  </a:cubicBezTo>
                  <a:cubicBezTo>
                    <a:pt x="234" y="1098"/>
                    <a:pt x="244" y="1089"/>
                    <a:pt x="251" y="1087"/>
                  </a:cubicBezTo>
                  <a:cubicBezTo>
                    <a:pt x="265" y="1084"/>
                    <a:pt x="273" y="1077"/>
                    <a:pt x="272" y="1063"/>
                  </a:cubicBezTo>
                  <a:cubicBezTo>
                    <a:pt x="272" y="1050"/>
                    <a:pt x="287" y="1043"/>
                    <a:pt x="281" y="1028"/>
                  </a:cubicBezTo>
                  <a:cubicBezTo>
                    <a:pt x="277" y="1019"/>
                    <a:pt x="276" y="1008"/>
                    <a:pt x="274" y="996"/>
                  </a:cubicBezTo>
                  <a:cubicBezTo>
                    <a:pt x="289" y="996"/>
                    <a:pt x="303" y="1012"/>
                    <a:pt x="315" y="998"/>
                  </a:cubicBezTo>
                  <a:cubicBezTo>
                    <a:pt x="324" y="987"/>
                    <a:pt x="325" y="971"/>
                    <a:pt x="322" y="956"/>
                  </a:cubicBezTo>
                  <a:cubicBezTo>
                    <a:pt x="344" y="964"/>
                    <a:pt x="364" y="953"/>
                    <a:pt x="385" y="948"/>
                  </a:cubicBezTo>
                  <a:cubicBezTo>
                    <a:pt x="399" y="945"/>
                    <a:pt x="415" y="913"/>
                    <a:pt x="410" y="903"/>
                  </a:cubicBezTo>
                  <a:cubicBezTo>
                    <a:pt x="402" y="891"/>
                    <a:pt x="405" y="872"/>
                    <a:pt x="385" y="868"/>
                  </a:cubicBezTo>
                  <a:cubicBezTo>
                    <a:pt x="397" y="861"/>
                    <a:pt x="403" y="867"/>
                    <a:pt x="411" y="870"/>
                  </a:cubicBezTo>
                  <a:cubicBezTo>
                    <a:pt x="428" y="875"/>
                    <a:pt x="445" y="878"/>
                    <a:pt x="458" y="862"/>
                  </a:cubicBezTo>
                  <a:cubicBezTo>
                    <a:pt x="467" y="851"/>
                    <a:pt x="479" y="841"/>
                    <a:pt x="483" y="826"/>
                  </a:cubicBezTo>
                  <a:cubicBezTo>
                    <a:pt x="488" y="810"/>
                    <a:pt x="503" y="802"/>
                    <a:pt x="512" y="790"/>
                  </a:cubicBezTo>
                  <a:cubicBezTo>
                    <a:pt x="524" y="772"/>
                    <a:pt x="545" y="757"/>
                    <a:pt x="543" y="729"/>
                  </a:cubicBezTo>
                  <a:cubicBezTo>
                    <a:pt x="542" y="717"/>
                    <a:pt x="539" y="702"/>
                    <a:pt x="547" y="692"/>
                  </a:cubicBezTo>
                  <a:cubicBezTo>
                    <a:pt x="567" y="670"/>
                    <a:pt x="593" y="656"/>
                    <a:pt x="620" y="647"/>
                  </a:cubicBezTo>
                  <a:cubicBezTo>
                    <a:pt x="632" y="643"/>
                    <a:pt x="644" y="648"/>
                    <a:pt x="654" y="637"/>
                  </a:cubicBezTo>
                  <a:cubicBezTo>
                    <a:pt x="680" y="609"/>
                    <a:pt x="688" y="574"/>
                    <a:pt x="697" y="539"/>
                  </a:cubicBezTo>
                  <a:cubicBezTo>
                    <a:pt x="705" y="505"/>
                    <a:pt x="693" y="465"/>
                    <a:pt x="725" y="438"/>
                  </a:cubicBezTo>
                  <a:cubicBezTo>
                    <a:pt x="730" y="433"/>
                    <a:pt x="733" y="425"/>
                    <a:pt x="739" y="419"/>
                  </a:cubicBezTo>
                  <a:cubicBezTo>
                    <a:pt x="755" y="403"/>
                    <a:pt x="771" y="385"/>
                    <a:pt x="769" y="35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3767572" y="6343786"/>
              <a:ext cx="79349" cy="45084"/>
            </a:xfrm>
            <a:custGeom>
              <a:avLst/>
              <a:gdLst>
                <a:gd name="T0" fmla="*/ 0 w 44"/>
                <a:gd name="T1" fmla="*/ 21 h 25"/>
                <a:gd name="T2" fmla="*/ 44 w 44"/>
                <a:gd name="T3" fmla="*/ 8 h 25"/>
                <a:gd name="T4" fmla="*/ 0 w 44"/>
                <a:gd name="T5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0" y="21"/>
                  </a:moveTo>
                  <a:cubicBezTo>
                    <a:pt x="13" y="14"/>
                    <a:pt x="31" y="25"/>
                    <a:pt x="44" y="8"/>
                  </a:cubicBezTo>
                  <a:cubicBezTo>
                    <a:pt x="20" y="0"/>
                    <a:pt x="9" y="3"/>
                    <a:pt x="0" y="2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0" name="Freeform 11"/>
            <p:cNvSpPr>
              <a:spLocks/>
            </p:cNvSpPr>
            <p:nvPr/>
          </p:nvSpPr>
          <p:spPr bwMode="auto">
            <a:xfrm>
              <a:off x="6317570" y="1373636"/>
              <a:ext cx="4843914" cy="3359721"/>
            </a:xfrm>
            <a:custGeom>
              <a:avLst/>
              <a:gdLst>
                <a:gd name="T0" fmla="*/ 2520 w 2710"/>
                <a:gd name="T1" fmla="*/ 291 h 1879"/>
                <a:gd name="T2" fmla="*/ 2335 w 2710"/>
                <a:gd name="T3" fmla="*/ 284 h 1879"/>
                <a:gd name="T4" fmla="*/ 2074 w 2710"/>
                <a:gd name="T5" fmla="*/ 238 h 1879"/>
                <a:gd name="T6" fmla="*/ 1938 w 2710"/>
                <a:gd name="T7" fmla="*/ 184 h 1879"/>
                <a:gd name="T8" fmla="*/ 1838 w 2710"/>
                <a:gd name="T9" fmla="*/ 231 h 1879"/>
                <a:gd name="T10" fmla="*/ 1705 w 2710"/>
                <a:gd name="T11" fmla="*/ 194 h 1879"/>
                <a:gd name="T12" fmla="*/ 1516 w 2710"/>
                <a:gd name="T13" fmla="*/ 156 h 1879"/>
                <a:gd name="T14" fmla="*/ 1339 w 2710"/>
                <a:gd name="T15" fmla="*/ 149 h 1879"/>
                <a:gd name="T16" fmla="*/ 1304 w 2710"/>
                <a:gd name="T17" fmla="*/ 31 h 1879"/>
                <a:gd name="T18" fmla="*/ 1234 w 2710"/>
                <a:gd name="T19" fmla="*/ 51 h 1879"/>
                <a:gd name="T20" fmla="*/ 908 w 2710"/>
                <a:gd name="T21" fmla="*/ 154 h 1879"/>
                <a:gd name="T22" fmla="*/ 853 w 2710"/>
                <a:gd name="T23" fmla="*/ 210 h 1879"/>
                <a:gd name="T24" fmla="*/ 787 w 2710"/>
                <a:gd name="T25" fmla="*/ 236 h 1879"/>
                <a:gd name="T26" fmla="*/ 801 w 2710"/>
                <a:gd name="T27" fmla="*/ 342 h 1879"/>
                <a:gd name="T28" fmla="*/ 762 w 2710"/>
                <a:gd name="T29" fmla="*/ 241 h 1879"/>
                <a:gd name="T30" fmla="*/ 676 w 2710"/>
                <a:gd name="T31" fmla="*/ 271 h 1879"/>
                <a:gd name="T32" fmla="*/ 614 w 2710"/>
                <a:gd name="T33" fmla="*/ 334 h 1879"/>
                <a:gd name="T34" fmla="*/ 497 w 2710"/>
                <a:gd name="T35" fmla="*/ 651 h 1879"/>
                <a:gd name="T36" fmla="*/ 527 w 2710"/>
                <a:gd name="T37" fmla="*/ 813 h 1879"/>
                <a:gd name="T38" fmla="*/ 368 w 2710"/>
                <a:gd name="T39" fmla="*/ 895 h 1879"/>
                <a:gd name="T40" fmla="*/ 458 w 2710"/>
                <a:gd name="T41" fmla="*/ 1009 h 1879"/>
                <a:gd name="T42" fmla="*/ 391 w 2710"/>
                <a:gd name="T43" fmla="*/ 997 h 1879"/>
                <a:gd name="T44" fmla="*/ 136 w 2710"/>
                <a:gd name="T45" fmla="*/ 985 h 1879"/>
                <a:gd name="T46" fmla="*/ 55 w 2710"/>
                <a:gd name="T47" fmla="*/ 1101 h 1879"/>
                <a:gd name="T48" fmla="*/ 158 w 2710"/>
                <a:gd name="T49" fmla="*/ 1115 h 1879"/>
                <a:gd name="T50" fmla="*/ 224 w 2710"/>
                <a:gd name="T51" fmla="*/ 1404 h 1879"/>
                <a:gd name="T52" fmla="*/ 418 w 2710"/>
                <a:gd name="T53" fmla="*/ 1490 h 1879"/>
                <a:gd name="T54" fmla="*/ 489 w 2710"/>
                <a:gd name="T55" fmla="*/ 1321 h 1879"/>
                <a:gd name="T56" fmla="*/ 373 w 2710"/>
                <a:gd name="T57" fmla="*/ 1283 h 1879"/>
                <a:gd name="T58" fmla="*/ 510 w 2710"/>
                <a:gd name="T59" fmla="*/ 1295 h 1879"/>
                <a:gd name="T60" fmla="*/ 724 w 2710"/>
                <a:gd name="T61" fmla="*/ 1369 h 1879"/>
                <a:gd name="T62" fmla="*/ 774 w 2710"/>
                <a:gd name="T63" fmla="*/ 1451 h 1879"/>
                <a:gd name="T64" fmla="*/ 920 w 2710"/>
                <a:gd name="T65" fmla="*/ 1478 h 1879"/>
                <a:gd name="T66" fmla="*/ 1102 w 2710"/>
                <a:gd name="T67" fmla="*/ 1412 h 1879"/>
                <a:gd name="T68" fmla="*/ 1214 w 2710"/>
                <a:gd name="T69" fmla="*/ 1646 h 1879"/>
                <a:gd name="T70" fmla="*/ 1310 w 2710"/>
                <a:gd name="T71" fmla="*/ 1876 h 1879"/>
                <a:gd name="T72" fmla="*/ 1254 w 2710"/>
                <a:gd name="T73" fmla="*/ 1748 h 1879"/>
                <a:gd name="T74" fmla="*/ 1205 w 2710"/>
                <a:gd name="T75" fmla="*/ 1586 h 1879"/>
                <a:gd name="T76" fmla="*/ 1282 w 2710"/>
                <a:gd name="T77" fmla="*/ 1583 h 1879"/>
                <a:gd name="T78" fmla="*/ 1315 w 2710"/>
                <a:gd name="T79" fmla="*/ 1451 h 1879"/>
                <a:gd name="T80" fmla="*/ 1500 w 2710"/>
                <a:gd name="T81" fmla="*/ 1346 h 1879"/>
                <a:gd name="T82" fmla="*/ 1575 w 2710"/>
                <a:gd name="T83" fmla="*/ 1189 h 1879"/>
                <a:gd name="T84" fmla="*/ 1515 w 2710"/>
                <a:gd name="T85" fmla="*/ 1065 h 1879"/>
                <a:gd name="T86" fmla="*/ 1582 w 2710"/>
                <a:gd name="T87" fmla="*/ 1029 h 1879"/>
                <a:gd name="T88" fmla="*/ 1663 w 2710"/>
                <a:gd name="T89" fmla="*/ 1086 h 1879"/>
                <a:gd name="T90" fmla="*/ 1683 w 2710"/>
                <a:gd name="T91" fmla="*/ 1024 h 1879"/>
                <a:gd name="T92" fmla="*/ 1851 w 2710"/>
                <a:gd name="T93" fmla="*/ 881 h 1879"/>
                <a:gd name="T94" fmla="*/ 1826 w 2710"/>
                <a:gd name="T95" fmla="*/ 718 h 1879"/>
                <a:gd name="T96" fmla="*/ 1977 w 2710"/>
                <a:gd name="T97" fmla="*/ 573 h 1879"/>
                <a:gd name="T98" fmla="*/ 2149 w 2710"/>
                <a:gd name="T99" fmla="*/ 527 h 1879"/>
                <a:gd name="T100" fmla="*/ 2294 w 2710"/>
                <a:gd name="T101" fmla="*/ 490 h 1879"/>
                <a:gd name="T102" fmla="*/ 2159 w 2710"/>
                <a:gd name="T103" fmla="*/ 778 h 1879"/>
                <a:gd name="T104" fmla="*/ 2243 w 2710"/>
                <a:gd name="T105" fmla="*/ 613 h 1879"/>
                <a:gd name="T106" fmla="*/ 2382 w 2710"/>
                <a:gd name="T107" fmla="*/ 557 h 1879"/>
                <a:gd name="T108" fmla="*/ 2545 w 2710"/>
                <a:gd name="T109" fmla="*/ 391 h 1879"/>
                <a:gd name="T110" fmla="*/ 2658 w 2710"/>
                <a:gd name="T111" fmla="*/ 433 h 18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710" h="1879">
                  <a:moveTo>
                    <a:pt x="2682" y="368"/>
                  </a:moveTo>
                  <a:cubicBezTo>
                    <a:pt x="2670" y="362"/>
                    <a:pt x="2656" y="360"/>
                    <a:pt x="2644" y="366"/>
                  </a:cubicBezTo>
                  <a:cubicBezTo>
                    <a:pt x="2641" y="368"/>
                    <a:pt x="2647" y="380"/>
                    <a:pt x="2637" y="379"/>
                  </a:cubicBezTo>
                  <a:cubicBezTo>
                    <a:pt x="2627" y="378"/>
                    <a:pt x="2626" y="369"/>
                    <a:pt x="2625" y="362"/>
                  </a:cubicBezTo>
                  <a:cubicBezTo>
                    <a:pt x="2622" y="350"/>
                    <a:pt x="2617" y="342"/>
                    <a:pt x="2607" y="337"/>
                  </a:cubicBezTo>
                  <a:cubicBezTo>
                    <a:pt x="2578" y="322"/>
                    <a:pt x="2549" y="306"/>
                    <a:pt x="2520" y="291"/>
                  </a:cubicBezTo>
                  <a:cubicBezTo>
                    <a:pt x="2505" y="284"/>
                    <a:pt x="2488" y="276"/>
                    <a:pt x="2472" y="275"/>
                  </a:cubicBezTo>
                  <a:cubicBezTo>
                    <a:pt x="2449" y="273"/>
                    <a:pt x="2425" y="276"/>
                    <a:pt x="2401" y="269"/>
                  </a:cubicBezTo>
                  <a:cubicBezTo>
                    <a:pt x="2392" y="267"/>
                    <a:pt x="2383" y="269"/>
                    <a:pt x="2389" y="284"/>
                  </a:cubicBezTo>
                  <a:cubicBezTo>
                    <a:pt x="2392" y="291"/>
                    <a:pt x="2399" y="300"/>
                    <a:pt x="2388" y="306"/>
                  </a:cubicBezTo>
                  <a:cubicBezTo>
                    <a:pt x="2381" y="310"/>
                    <a:pt x="2373" y="312"/>
                    <a:pt x="2364" y="303"/>
                  </a:cubicBezTo>
                  <a:cubicBezTo>
                    <a:pt x="2356" y="295"/>
                    <a:pt x="2346" y="282"/>
                    <a:pt x="2335" y="284"/>
                  </a:cubicBezTo>
                  <a:cubicBezTo>
                    <a:pt x="2299" y="290"/>
                    <a:pt x="2264" y="275"/>
                    <a:pt x="2228" y="285"/>
                  </a:cubicBezTo>
                  <a:cubicBezTo>
                    <a:pt x="2223" y="287"/>
                    <a:pt x="2216" y="283"/>
                    <a:pt x="2210" y="280"/>
                  </a:cubicBezTo>
                  <a:cubicBezTo>
                    <a:pt x="2206" y="279"/>
                    <a:pt x="2202" y="275"/>
                    <a:pt x="2204" y="270"/>
                  </a:cubicBezTo>
                  <a:cubicBezTo>
                    <a:pt x="2215" y="243"/>
                    <a:pt x="2193" y="244"/>
                    <a:pt x="2180" y="239"/>
                  </a:cubicBezTo>
                  <a:cubicBezTo>
                    <a:pt x="2151" y="229"/>
                    <a:pt x="2123" y="241"/>
                    <a:pt x="2095" y="245"/>
                  </a:cubicBezTo>
                  <a:cubicBezTo>
                    <a:pt x="2086" y="246"/>
                    <a:pt x="2079" y="245"/>
                    <a:pt x="2074" y="238"/>
                  </a:cubicBezTo>
                  <a:cubicBezTo>
                    <a:pt x="2069" y="230"/>
                    <a:pt x="2065" y="227"/>
                    <a:pt x="2055" y="228"/>
                  </a:cubicBezTo>
                  <a:cubicBezTo>
                    <a:pt x="2047" y="228"/>
                    <a:pt x="2037" y="221"/>
                    <a:pt x="2036" y="211"/>
                  </a:cubicBezTo>
                  <a:cubicBezTo>
                    <a:pt x="2034" y="202"/>
                    <a:pt x="2036" y="203"/>
                    <a:pt x="2029" y="200"/>
                  </a:cubicBezTo>
                  <a:cubicBezTo>
                    <a:pt x="2014" y="195"/>
                    <a:pt x="1998" y="197"/>
                    <a:pt x="1983" y="199"/>
                  </a:cubicBezTo>
                  <a:cubicBezTo>
                    <a:pt x="1973" y="200"/>
                    <a:pt x="1955" y="199"/>
                    <a:pt x="1956" y="197"/>
                  </a:cubicBezTo>
                  <a:cubicBezTo>
                    <a:pt x="1959" y="176"/>
                    <a:pt x="1945" y="186"/>
                    <a:pt x="1938" y="184"/>
                  </a:cubicBezTo>
                  <a:cubicBezTo>
                    <a:pt x="1930" y="183"/>
                    <a:pt x="1920" y="187"/>
                    <a:pt x="1913" y="183"/>
                  </a:cubicBezTo>
                  <a:cubicBezTo>
                    <a:pt x="1900" y="174"/>
                    <a:pt x="1897" y="190"/>
                    <a:pt x="1889" y="191"/>
                  </a:cubicBezTo>
                  <a:cubicBezTo>
                    <a:pt x="1873" y="192"/>
                    <a:pt x="1879" y="207"/>
                    <a:pt x="1879" y="213"/>
                  </a:cubicBezTo>
                  <a:cubicBezTo>
                    <a:pt x="1881" y="228"/>
                    <a:pt x="1875" y="228"/>
                    <a:pt x="1866" y="225"/>
                  </a:cubicBezTo>
                  <a:cubicBezTo>
                    <a:pt x="1860" y="223"/>
                    <a:pt x="1851" y="218"/>
                    <a:pt x="1850" y="226"/>
                  </a:cubicBezTo>
                  <a:cubicBezTo>
                    <a:pt x="1848" y="240"/>
                    <a:pt x="1843" y="235"/>
                    <a:pt x="1838" y="231"/>
                  </a:cubicBezTo>
                  <a:cubicBezTo>
                    <a:pt x="1824" y="221"/>
                    <a:pt x="1810" y="217"/>
                    <a:pt x="1794" y="226"/>
                  </a:cubicBezTo>
                  <a:cubicBezTo>
                    <a:pt x="1787" y="229"/>
                    <a:pt x="1777" y="229"/>
                    <a:pt x="1769" y="223"/>
                  </a:cubicBezTo>
                  <a:cubicBezTo>
                    <a:pt x="1758" y="212"/>
                    <a:pt x="1753" y="217"/>
                    <a:pt x="1748" y="230"/>
                  </a:cubicBezTo>
                  <a:cubicBezTo>
                    <a:pt x="1744" y="238"/>
                    <a:pt x="1741" y="251"/>
                    <a:pt x="1727" y="245"/>
                  </a:cubicBezTo>
                  <a:cubicBezTo>
                    <a:pt x="1707" y="237"/>
                    <a:pt x="1694" y="219"/>
                    <a:pt x="1684" y="200"/>
                  </a:cubicBezTo>
                  <a:cubicBezTo>
                    <a:pt x="1691" y="193"/>
                    <a:pt x="1698" y="206"/>
                    <a:pt x="1705" y="194"/>
                  </a:cubicBezTo>
                  <a:cubicBezTo>
                    <a:pt x="1690" y="196"/>
                    <a:pt x="1692" y="184"/>
                    <a:pt x="1693" y="178"/>
                  </a:cubicBezTo>
                  <a:cubicBezTo>
                    <a:pt x="1696" y="159"/>
                    <a:pt x="1683" y="157"/>
                    <a:pt x="1674" y="159"/>
                  </a:cubicBezTo>
                  <a:cubicBezTo>
                    <a:pt x="1657" y="162"/>
                    <a:pt x="1644" y="154"/>
                    <a:pt x="1629" y="151"/>
                  </a:cubicBezTo>
                  <a:cubicBezTo>
                    <a:pt x="1620" y="149"/>
                    <a:pt x="1605" y="144"/>
                    <a:pt x="1609" y="166"/>
                  </a:cubicBezTo>
                  <a:cubicBezTo>
                    <a:pt x="1610" y="175"/>
                    <a:pt x="1601" y="176"/>
                    <a:pt x="1594" y="175"/>
                  </a:cubicBezTo>
                  <a:cubicBezTo>
                    <a:pt x="1568" y="172"/>
                    <a:pt x="1542" y="178"/>
                    <a:pt x="1516" y="156"/>
                  </a:cubicBezTo>
                  <a:cubicBezTo>
                    <a:pt x="1497" y="141"/>
                    <a:pt x="1464" y="145"/>
                    <a:pt x="1440" y="160"/>
                  </a:cubicBezTo>
                  <a:cubicBezTo>
                    <a:pt x="1436" y="156"/>
                    <a:pt x="1438" y="145"/>
                    <a:pt x="1436" y="147"/>
                  </a:cubicBezTo>
                  <a:cubicBezTo>
                    <a:pt x="1424" y="155"/>
                    <a:pt x="1411" y="141"/>
                    <a:pt x="1400" y="147"/>
                  </a:cubicBezTo>
                  <a:cubicBezTo>
                    <a:pt x="1382" y="157"/>
                    <a:pt x="1362" y="161"/>
                    <a:pt x="1343" y="167"/>
                  </a:cubicBezTo>
                  <a:cubicBezTo>
                    <a:pt x="1334" y="169"/>
                    <a:pt x="1320" y="178"/>
                    <a:pt x="1317" y="166"/>
                  </a:cubicBezTo>
                  <a:cubicBezTo>
                    <a:pt x="1314" y="157"/>
                    <a:pt x="1330" y="154"/>
                    <a:pt x="1339" y="149"/>
                  </a:cubicBezTo>
                  <a:cubicBezTo>
                    <a:pt x="1371" y="132"/>
                    <a:pt x="1402" y="114"/>
                    <a:pt x="1433" y="96"/>
                  </a:cubicBezTo>
                  <a:cubicBezTo>
                    <a:pt x="1444" y="89"/>
                    <a:pt x="1445" y="73"/>
                    <a:pt x="1438" y="65"/>
                  </a:cubicBezTo>
                  <a:cubicBezTo>
                    <a:pt x="1419" y="41"/>
                    <a:pt x="1376" y="36"/>
                    <a:pt x="1347" y="50"/>
                  </a:cubicBezTo>
                  <a:cubicBezTo>
                    <a:pt x="1339" y="53"/>
                    <a:pt x="1329" y="55"/>
                    <a:pt x="1324" y="50"/>
                  </a:cubicBezTo>
                  <a:cubicBezTo>
                    <a:pt x="1316" y="41"/>
                    <a:pt x="1333" y="40"/>
                    <a:pt x="1333" y="31"/>
                  </a:cubicBezTo>
                  <a:cubicBezTo>
                    <a:pt x="1323" y="31"/>
                    <a:pt x="1314" y="31"/>
                    <a:pt x="1304" y="31"/>
                  </a:cubicBezTo>
                  <a:cubicBezTo>
                    <a:pt x="1301" y="30"/>
                    <a:pt x="1297" y="31"/>
                    <a:pt x="1296" y="26"/>
                  </a:cubicBezTo>
                  <a:cubicBezTo>
                    <a:pt x="1296" y="22"/>
                    <a:pt x="1298" y="19"/>
                    <a:pt x="1301" y="18"/>
                  </a:cubicBezTo>
                  <a:cubicBezTo>
                    <a:pt x="1305" y="17"/>
                    <a:pt x="1310" y="19"/>
                    <a:pt x="1310" y="12"/>
                  </a:cubicBezTo>
                  <a:cubicBezTo>
                    <a:pt x="1305" y="10"/>
                    <a:pt x="1300" y="7"/>
                    <a:pt x="1295" y="6"/>
                  </a:cubicBezTo>
                  <a:cubicBezTo>
                    <a:pt x="1270" y="0"/>
                    <a:pt x="1243" y="20"/>
                    <a:pt x="1240" y="44"/>
                  </a:cubicBezTo>
                  <a:cubicBezTo>
                    <a:pt x="1239" y="48"/>
                    <a:pt x="1238" y="53"/>
                    <a:pt x="1234" y="51"/>
                  </a:cubicBezTo>
                  <a:cubicBezTo>
                    <a:pt x="1218" y="44"/>
                    <a:pt x="1207" y="59"/>
                    <a:pt x="1194" y="63"/>
                  </a:cubicBezTo>
                  <a:cubicBezTo>
                    <a:pt x="1157" y="75"/>
                    <a:pt x="1118" y="64"/>
                    <a:pt x="1081" y="77"/>
                  </a:cubicBezTo>
                  <a:cubicBezTo>
                    <a:pt x="1060" y="85"/>
                    <a:pt x="1037" y="87"/>
                    <a:pt x="1017" y="101"/>
                  </a:cubicBezTo>
                  <a:cubicBezTo>
                    <a:pt x="1007" y="107"/>
                    <a:pt x="996" y="117"/>
                    <a:pt x="1004" y="131"/>
                  </a:cubicBezTo>
                  <a:cubicBezTo>
                    <a:pt x="1013" y="147"/>
                    <a:pt x="1003" y="145"/>
                    <a:pt x="994" y="146"/>
                  </a:cubicBezTo>
                  <a:cubicBezTo>
                    <a:pt x="965" y="148"/>
                    <a:pt x="936" y="151"/>
                    <a:pt x="908" y="154"/>
                  </a:cubicBezTo>
                  <a:cubicBezTo>
                    <a:pt x="898" y="155"/>
                    <a:pt x="894" y="155"/>
                    <a:pt x="898" y="169"/>
                  </a:cubicBezTo>
                  <a:cubicBezTo>
                    <a:pt x="902" y="183"/>
                    <a:pt x="906" y="190"/>
                    <a:pt x="919" y="193"/>
                  </a:cubicBezTo>
                  <a:cubicBezTo>
                    <a:pt x="927" y="195"/>
                    <a:pt x="934" y="206"/>
                    <a:pt x="929" y="214"/>
                  </a:cubicBezTo>
                  <a:cubicBezTo>
                    <a:pt x="925" y="221"/>
                    <a:pt x="915" y="220"/>
                    <a:pt x="908" y="213"/>
                  </a:cubicBezTo>
                  <a:cubicBezTo>
                    <a:pt x="901" y="205"/>
                    <a:pt x="892" y="202"/>
                    <a:pt x="882" y="200"/>
                  </a:cubicBezTo>
                  <a:cubicBezTo>
                    <a:pt x="865" y="196"/>
                    <a:pt x="865" y="195"/>
                    <a:pt x="853" y="210"/>
                  </a:cubicBezTo>
                  <a:cubicBezTo>
                    <a:pt x="851" y="214"/>
                    <a:pt x="847" y="214"/>
                    <a:pt x="843" y="211"/>
                  </a:cubicBezTo>
                  <a:cubicBezTo>
                    <a:pt x="837" y="209"/>
                    <a:pt x="832" y="209"/>
                    <a:pt x="825" y="211"/>
                  </a:cubicBezTo>
                  <a:cubicBezTo>
                    <a:pt x="829" y="223"/>
                    <a:pt x="847" y="218"/>
                    <a:pt x="849" y="233"/>
                  </a:cubicBezTo>
                  <a:cubicBezTo>
                    <a:pt x="815" y="238"/>
                    <a:pt x="809" y="234"/>
                    <a:pt x="804" y="205"/>
                  </a:cubicBezTo>
                  <a:cubicBezTo>
                    <a:pt x="801" y="206"/>
                    <a:pt x="799" y="207"/>
                    <a:pt x="796" y="207"/>
                  </a:cubicBezTo>
                  <a:cubicBezTo>
                    <a:pt x="777" y="215"/>
                    <a:pt x="776" y="217"/>
                    <a:pt x="787" y="236"/>
                  </a:cubicBezTo>
                  <a:cubicBezTo>
                    <a:pt x="792" y="245"/>
                    <a:pt x="797" y="254"/>
                    <a:pt x="788" y="263"/>
                  </a:cubicBezTo>
                  <a:cubicBezTo>
                    <a:pt x="778" y="272"/>
                    <a:pt x="785" y="283"/>
                    <a:pt x="789" y="291"/>
                  </a:cubicBezTo>
                  <a:cubicBezTo>
                    <a:pt x="792" y="298"/>
                    <a:pt x="802" y="296"/>
                    <a:pt x="808" y="293"/>
                  </a:cubicBezTo>
                  <a:cubicBezTo>
                    <a:pt x="818" y="289"/>
                    <a:pt x="824" y="291"/>
                    <a:pt x="829" y="301"/>
                  </a:cubicBezTo>
                  <a:cubicBezTo>
                    <a:pt x="816" y="309"/>
                    <a:pt x="786" y="303"/>
                    <a:pt x="803" y="336"/>
                  </a:cubicBezTo>
                  <a:cubicBezTo>
                    <a:pt x="804" y="337"/>
                    <a:pt x="802" y="340"/>
                    <a:pt x="801" y="342"/>
                  </a:cubicBezTo>
                  <a:cubicBezTo>
                    <a:pt x="782" y="369"/>
                    <a:pt x="763" y="393"/>
                    <a:pt x="726" y="384"/>
                  </a:cubicBezTo>
                  <a:cubicBezTo>
                    <a:pt x="717" y="382"/>
                    <a:pt x="708" y="380"/>
                    <a:pt x="699" y="366"/>
                  </a:cubicBezTo>
                  <a:cubicBezTo>
                    <a:pt x="726" y="367"/>
                    <a:pt x="751" y="371"/>
                    <a:pt x="766" y="343"/>
                  </a:cubicBezTo>
                  <a:cubicBezTo>
                    <a:pt x="772" y="330"/>
                    <a:pt x="780" y="321"/>
                    <a:pt x="767" y="309"/>
                  </a:cubicBezTo>
                  <a:cubicBezTo>
                    <a:pt x="761" y="304"/>
                    <a:pt x="762" y="298"/>
                    <a:pt x="762" y="291"/>
                  </a:cubicBezTo>
                  <a:cubicBezTo>
                    <a:pt x="762" y="274"/>
                    <a:pt x="769" y="249"/>
                    <a:pt x="762" y="241"/>
                  </a:cubicBezTo>
                  <a:cubicBezTo>
                    <a:pt x="746" y="223"/>
                    <a:pt x="758" y="212"/>
                    <a:pt x="763" y="198"/>
                  </a:cubicBezTo>
                  <a:cubicBezTo>
                    <a:pt x="765" y="193"/>
                    <a:pt x="769" y="186"/>
                    <a:pt x="761" y="182"/>
                  </a:cubicBezTo>
                  <a:cubicBezTo>
                    <a:pt x="746" y="174"/>
                    <a:pt x="730" y="174"/>
                    <a:pt x="714" y="176"/>
                  </a:cubicBezTo>
                  <a:cubicBezTo>
                    <a:pt x="703" y="178"/>
                    <a:pt x="706" y="193"/>
                    <a:pt x="701" y="201"/>
                  </a:cubicBezTo>
                  <a:cubicBezTo>
                    <a:pt x="700" y="203"/>
                    <a:pt x="701" y="206"/>
                    <a:pt x="700" y="207"/>
                  </a:cubicBezTo>
                  <a:cubicBezTo>
                    <a:pt x="681" y="224"/>
                    <a:pt x="667" y="243"/>
                    <a:pt x="676" y="271"/>
                  </a:cubicBezTo>
                  <a:cubicBezTo>
                    <a:pt x="676" y="273"/>
                    <a:pt x="668" y="275"/>
                    <a:pt x="675" y="277"/>
                  </a:cubicBezTo>
                  <a:cubicBezTo>
                    <a:pt x="688" y="280"/>
                    <a:pt x="691" y="296"/>
                    <a:pt x="698" y="299"/>
                  </a:cubicBezTo>
                  <a:cubicBezTo>
                    <a:pt x="715" y="306"/>
                    <a:pt x="705" y="311"/>
                    <a:pt x="701" y="319"/>
                  </a:cubicBezTo>
                  <a:cubicBezTo>
                    <a:pt x="694" y="332"/>
                    <a:pt x="689" y="322"/>
                    <a:pt x="683" y="317"/>
                  </a:cubicBezTo>
                  <a:cubicBezTo>
                    <a:pt x="662" y="302"/>
                    <a:pt x="637" y="295"/>
                    <a:pt x="614" y="286"/>
                  </a:cubicBezTo>
                  <a:cubicBezTo>
                    <a:pt x="608" y="302"/>
                    <a:pt x="609" y="318"/>
                    <a:pt x="614" y="334"/>
                  </a:cubicBezTo>
                  <a:cubicBezTo>
                    <a:pt x="621" y="354"/>
                    <a:pt x="618" y="370"/>
                    <a:pt x="602" y="385"/>
                  </a:cubicBezTo>
                  <a:cubicBezTo>
                    <a:pt x="580" y="406"/>
                    <a:pt x="563" y="431"/>
                    <a:pt x="540" y="451"/>
                  </a:cubicBezTo>
                  <a:cubicBezTo>
                    <a:pt x="525" y="464"/>
                    <a:pt x="523" y="491"/>
                    <a:pt x="523" y="513"/>
                  </a:cubicBezTo>
                  <a:cubicBezTo>
                    <a:pt x="523" y="541"/>
                    <a:pt x="517" y="568"/>
                    <a:pt x="508" y="595"/>
                  </a:cubicBezTo>
                  <a:cubicBezTo>
                    <a:pt x="507" y="598"/>
                    <a:pt x="505" y="604"/>
                    <a:pt x="507" y="607"/>
                  </a:cubicBezTo>
                  <a:cubicBezTo>
                    <a:pt x="518" y="626"/>
                    <a:pt x="507" y="637"/>
                    <a:pt x="497" y="651"/>
                  </a:cubicBezTo>
                  <a:cubicBezTo>
                    <a:pt x="489" y="662"/>
                    <a:pt x="486" y="677"/>
                    <a:pt x="494" y="691"/>
                  </a:cubicBezTo>
                  <a:cubicBezTo>
                    <a:pt x="499" y="700"/>
                    <a:pt x="498" y="705"/>
                    <a:pt x="492" y="713"/>
                  </a:cubicBezTo>
                  <a:cubicBezTo>
                    <a:pt x="484" y="722"/>
                    <a:pt x="485" y="730"/>
                    <a:pt x="497" y="732"/>
                  </a:cubicBezTo>
                  <a:cubicBezTo>
                    <a:pt x="504" y="734"/>
                    <a:pt x="507" y="736"/>
                    <a:pt x="504" y="744"/>
                  </a:cubicBezTo>
                  <a:cubicBezTo>
                    <a:pt x="494" y="766"/>
                    <a:pt x="501" y="783"/>
                    <a:pt x="518" y="797"/>
                  </a:cubicBezTo>
                  <a:cubicBezTo>
                    <a:pt x="522" y="800"/>
                    <a:pt x="524" y="806"/>
                    <a:pt x="527" y="813"/>
                  </a:cubicBezTo>
                  <a:cubicBezTo>
                    <a:pt x="498" y="807"/>
                    <a:pt x="469" y="811"/>
                    <a:pt x="442" y="795"/>
                  </a:cubicBezTo>
                  <a:cubicBezTo>
                    <a:pt x="420" y="780"/>
                    <a:pt x="397" y="778"/>
                    <a:pt x="374" y="793"/>
                  </a:cubicBezTo>
                  <a:cubicBezTo>
                    <a:pt x="371" y="795"/>
                    <a:pt x="368" y="797"/>
                    <a:pt x="365" y="798"/>
                  </a:cubicBezTo>
                  <a:cubicBezTo>
                    <a:pt x="340" y="803"/>
                    <a:pt x="337" y="826"/>
                    <a:pt x="332" y="846"/>
                  </a:cubicBezTo>
                  <a:cubicBezTo>
                    <a:pt x="330" y="856"/>
                    <a:pt x="329" y="868"/>
                    <a:pt x="343" y="871"/>
                  </a:cubicBezTo>
                  <a:cubicBezTo>
                    <a:pt x="355" y="874"/>
                    <a:pt x="352" y="896"/>
                    <a:pt x="368" y="895"/>
                  </a:cubicBezTo>
                  <a:cubicBezTo>
                    <a:pt x="369" y="892"/>
                    <a:pt x="370" y="892"/>
                    <a:pt x="371" y="894"/>
                  </a:cubicBezTo>
                  <a:cubicBezTo>
                    <a:pt x="373" y="898"/>
                    <a:pt x="377" y="899"/>
                    <a:pt x="380" y="897"/>
                  </a:cubicBezTo>
                  <a:cubicBezTo>
                    <a:pt x="404" y="885"/>
                    <a:pt x="417" y="889"/>
                    <a:pt x="434" y="914"/>
                  </a:cubicBezTo>
                  <a:cubicBezTo>
                    <a:pt x="425" y="918"/>
                    <a:pt x="407" y="909"/>
                    <a:pt x="409" y="932"/>
                  </a:cubicBezTo>
                  <a:cubicBezTo>
                    <a:pt x="411" y="960"/>
                    <a:pt x="419" y="972"/>
                    <a:pt x="440" y="975"/>
                  </a:cubicBezTo>
                  <a:cubicBezTo>
                    <a:pt x="458" y="978"/>
                    <a:pt x="463" y="990"/>
                    <a:pt x="458" y="1009"/>
                  </a:cubicBezTo>
                  <a:cubicBezTo>
                    <a:pt x="455" y="1020"/>
                    <a:pt x="455" y="1033"/>
                    <a:pt x="464" y="1043"/>
                  </a:cubicBezTo>
                  <a:cubicBezTo>
                    <a:pt x="471" y="1051"/>
                    <a:pt x="479" y="1060"/>
                    <a:pt x="469" y="1071"/>
                  </a:cubicBezTo>
                  <a:cubicBezTo>
                    <a:pt x="459" y="1080"/>
                    <a:pt x="447" y="1091"/>
                    <a:pt x="433" y="1084"/>
                  </a:cubicBezTo>
                  <a:cubicBezTo>
                    <a:pt x="421" y="1079"/>
                    <a:pt x="411" y="1072"/>
                    <a:pt x="401" y="1062"/>
                  </a:cubicBezTo>
                  <a:cubicBezTo>
                    <a:pt x="391" y="1050"/>
                    <a:pt x="391" y="1039"/>
                    <a:pt x="393" y="1024"/>
                  </a:cubicBezTo>
                  <a:cubicBezTo>
                    <a:pt x="394" y="1016"/>
                    <a:pt x="392" y="1006"/>
                    <a:pt x="391" y="997"/>
                  </a:cubicBezTo>
                  <a:cubicBezTo>
                    <a:pt x="389" y="985"/>
                    <a:pt x="384" y="976"/>
                    <a:pt x="371" y="979"/>
                  </a:cubicBezTo>
                  <a:cubicBezTo>
                    <a:pt x="360" y="994"/>
                    <a:pt x="344" y="987"/>
                    <a:pt x="334" y="983"/>
                  </a:cubicBezTo>
                  <a:cubicBezTo>
                    <a:pt x="310" y="973"/>
                    <a:pt x="285" y="977"/>
                    <a:pt x="260" y="976"/>
                  </a:cubicBezTo>
                  <a:cubicBezTo>
                    <a:pt x="252" y="977"/>
                    <a:pt x="248" y="986"/>
                    <a:pt x="243" y="991"/>
                  </a:cubicBezTo>
                  <a:cubicBezTo>
                    <a:pt x="223" y="1014"/>
                    <a:pt x="211" y="1013"/>
                    <a:pt x="181" y="1004"/>
                  </a:cubicBezTo>
                  <a:cubicBezTo>
                    <a:pt x="165" y="999"/>
                    <a:pt x="152" y="988"/>
                    <a:pt x="136" y="985"/>
                  </a:cubicBezTo>
                  <a:cubicBezTo>
                    <a:pt x="116" y="982"/>
                    <a:pt x="98" y="989"/>
                    <a:pt x="78" y="995"/>
                  </a:cubicBezTo>
                  <a:cubicBezTo>
                    <a:pt x="57" y="1002"/>
                    <a:pt x="39" y="1020"/>
                    <a:pt x="16" y="1018"/>
                  </a:cubicBezTo>
                  <a:cubicBezTo>
                    <a:pt x="12" y="1020"/>
                    <a:pt x="9" y="1021"/>
                    <a:pt x="6" y="1022"/>
                  </a:cubicBezTo>
                  <a:cubicBezTo>
                    <a:pt x="4" y="1024"/>
                    <a:pt x="2" y="1026"/>
                    <a:pt x="0" y="1028"/>
                  </a:cubicBezTo>
                  <a:cubicBezTo>
                    <a:pt x="13" y="1031"/>
                    <a:pt x="9" y="1043"/>
                    <a:pt x="9" y="1050"/>
                  </a:cubicBezTo>
                  <a:cubicBezTo>
                    <a:pt x="11" y="1082"/>
                    <a:pt x="35" y="1089"/>
                    <a:pt x="55" y="1101"/>
                  </a:cubicBezTo>
                  <a:cubicBezTo>
                    <a:pt x="58" y="1103"/>
                    <a:pt x="62" y="1102"/>
                    <a:pt x="63" y="1098"/>
                  </a:cubicBezTo>
                  <a:cubicBezTo>
                    <a:pt x="71" y="1083"/>
                    <a:pt x="81" y="1090"/>
                    <a:pt x="89" y="1096"/>
                  </a:cubicBezTo>
                  <a:cubicBezTo>
                    <a:pt x="102" y="1104"/>
                    <a:pt x="115" y="1107"/>
                    <a:pt x="127" y="1095"/>
                  </a:cubicBezTo>
                  <a:cubicBezTo>
                    <a:pt x="136" y="1087"/>
                    <a:pt x="149" y="1092"/>
                    <a:pt x="158" y="1092"/>
                  </a:cubicBezTo>
                  <a:cubicBezTo>
                    <a:pt x="166" y="1093"/>
                    <a:pt x="156" y="1105"/>
                    <a:pt x="158" y="1112"/>
                  </a:cubicBezTo>
                  <a:cubicBezTo>
                    <a:pt x="158" y="1113"/>
                    <a:pt x="158" y="1114"/>
                    <a:pt x="158" y="1115"/>
                  </a:cubicBezTo>
                  <a:cubicBezTo>
                    <a:pt x="161" y="1152"/>
                    <a:pt x="141" y="1180"/>
                    <a:pt x="126" y="1210"/>
                  </a:cubicBezTo>
                  <a:cubicBezTo>
                    <a:pt x="136" y="1225"/>
                    <a:pt x="134" y="1243"/>
                    <a:pt x="138" y="1259"/>
                  </a:cubicBezTo>
                  <a:cubicBezTo>
                    <a:pt x="160" y="1266"/>
                    <a:pt x="164" y="1289"/>
                    <a:pt x="176" y="1305"/>
                  </a:cubicBezTo>
                  <a:cubicBezTo>
                    <a:pt x="183" y="1314"/>
                    <a:pt x="184" y="1328"/>
                    <a:pt x="194" y="1335"/>
                  </a:cubicBezTo>
                  <a:cubicBezTo>
                    <a:pt x="208" y="1344"/>
                    <a:pt x="214" y="1358"/>
                    <a:pt x="213" y="1375"/>
                  </a:cubicBezTo>
                  <a:cubicBezTo>
                    <a:pt x="212" y="1388"/>
                    <a:pt x="216" y="1400"/>
                    <a:pt x="224" y="1404"/>
                  </a:cubicBezTo>
                  <a:cubicBezTo>
                    <a:pt x="237" y="1410"/>
                    <a:pt x="241" y="1423"/>
                    <a:pt x="248" y="1433"/>
                  </a:cubicBezTo>
                  <a:cubicBezTo>
                    <a:pt x="263" y="1457"/>
                    <a:pt x="277" y="1479"/>
                    <a:pt x="278" y="1512"/>
                  </a:cubicBezTo>
                  <a:cubicBezTo>
                    <a:pt x="279" y="1547"/>
                    <a:pt x="285" y="1547"/>
                    <a:pt x="316" y="1531"/>
                  </a:cubicBezTo>
                  <a:cubicBezTo>
                    <a:pt x="318" y="1530"/>
                    <a:pt x="319" y="1529"/>
                    <a:pt x="320" y="1530"/>
                  </a:cubicBezTo>
                  <a:cubicBezTo>
                    <a:pt x="351" y="1532"/>
                    <a:pt x="373" y="1503"/>
                    <a:pt x="402" y="1500"/>
                  </a:cubicBezTo>
                  <a:cubicBezTo>
                    <a:pt x="408" y="1500"/>
                    <a:pt x="417" y="1495"/>
                    <a:pt x="418" y="1490"/>
                  </a:cubicBezTo>
                  <a:cubicBezTo>
                    <a:pt x="424" y="1472"/>
                    <a:pt x="440" y="1472"/>
                    <a:pt x="453" y="1466"/>
                  </a:cubicBezTo>
                  <a:cubicBezTo>
                    <a:pt x="479" y="1454"/>
                    <a:pt x="508" y="1447"/>
                    <a:pt x="517" y="1412"/>
                  </a:cubicBezTo>
                  <a:cubicBezTo>
                    <a:pt x="518" y="1407"/>
                    <a:pt x="522" y="1407"/>
                    <a:pt x="525" y="1404"/>
                  </a:cubicBezTo>
                  <a:cubicBezTo>
                    <a:pt x="551" y="1387"/>
                    <a:pt x="551" y="1368"/>
                    <a:pt x="526" y="1353"/>
                  </a:cubicBezTo>
                  <a:cubicBezTo>
                    <a:pt x="523" y="1352"/>
                    <a:pt x="520" y="1350"/>
                    <a:pt x="517" y="1350"/>
                  </a:cubicBezTo>
                  <a:cubicBezTo>
                    <a:pt x="500" y="1348"/>
                    <a:pt x="492" y="1338"/>
                    <a:pt x="489" y="1321"/>
                  </a:cubicBezTo>
                  <a:cubicBezTo>
                    <a:pt x="483" y="1325"/>
                    <a:pt x="476" y="1329"/>
                    <a:pt x="472" y="1334"/>
                  </a:cubicBezTo>
                  <a:cubicBezTo>
                    <a:pt x="457" y="1353"/>
                    <a:pt x="435" y="1344"/>
                    <a:pt x="417" y="1348"/>
                  </a:cubicBezTo>
                  <a:cubicBezTo>
                    <a:pt x="414" y="1349"/>
                    <a:pt x="407" y="1346"/>
                    <a:pt x="407" y="1338"/>
                  </a:cubicBezTo>
                  <a:cubicBezTo>
                    <a:pt x="407" y="1334"/>
                    <a:pt x="407" y="1329"/>
                    <a:pt x="402" y="1328"/>
                  </a:cubicBezTo>
                  <a:cubicBezTo>
                    <a:pt x="387" y="1326"/>
                    <a:pt x="385" y="1313"/>
                    <a:pt x="384" y="1301"/>
                  </a:cubicBezTo>
                  <a:cubicBezTo>
                    <a:pt x="383" y="1293"/>
                    <a:pt x="379" y="1286"/>
                    <a:pt x="373" y="1283"/>
                  </a:cubicBezTo>
                  <a:cubicBezTo>
                    <a:pt x="358" y="1273"/>
                    <a:pt x="358" y="1254"/>
                    <a:pt x="349" y="1241"/>
                  </a:cubicBezTo>
                  <a:cubicBezTo>
                    <a:pt x="346" y="1237"/>
                    <a:pt x="350" y="1227"/>
                    <a:pt x="355" y="1223"/>
                  </a:cubicBezTo>
                  <a:cubicBezTo>
                    <a:pt x="372" y="1210"/>
                    <a:pt x="402" y="1219"/>
                    <a:pt x="409" y="1241"/>
                  </a:cubicBezTo>
                  <a:cubicBezTo>
                    <a:pt x="417" y="1268"/>
                    <a:pt x="440" y="1272"/>
                    <a:pt x="458" y="1285"/>
                  </a:cubicBezTo>
                  <a:cubicBezTo>
                    <a:pt x="463" y="1288"/>
                    <a:pt x="472" y="1288"/>
                    <a:pt x="479" y="1282"/>
                  </a:cubicBezTo>
                  <a:cubicBezTo>
                    <a:pt x="493" y="1271"/>
                    <a:pt x="507" y="1277"/>
                    <a:pt x="510" y="1295"/>
                  </a:cubicBezTo>
                  <a:cubicBezTo>
                    <a:pt x="511" y="1304"/>
                    <a:pt x="516" y="1306"/>
                    <a:pt x="523" y="1307"/>
                  </a:cubicBezTo>
                  <a:cubicBezTo>
                    <a:pt x="565" y="1315"/>
                    <a:pt x="606" y="1319"/>
                    <a:pt x="649" y="1312"/>
                  </a:cubicBezTo>
                  <a:cubicBezTo>
                    <a:pt x="658" y="1310"/>
                    <a:pt x="668" y="1310"/>
                    <a:pt x="673" y="1322"/>
                  </a:cubicBezTo>
                  <a:cubicBezTo>
                    <a:pt x="680" y="1338"/>
                    <a:pt x="701" y="1340"/>
                    <a:pt x="705" y="1359"/>
                  </a:cubicBezTo>
                  <a:cubicBezTo>
                    <a:pt x="706" y="1361"/>
                    <a:pt x="710" y="1361"/>
                    <a:pt x="712" y="1362"/>
                  </a:cubicBezTo>
                  <a:cubicBezTo>
                    <a:pt x="716" y="1364"/>
                    <a:pt x="723" y="1360"/>
                    <a:pt x="724" y="1369"/>
                  </a:cubicBezTo>
                  <a:cubicBezTo>
                    <a:pt x="725" y="1379"/>
                    <a:pt x="715" y="1373"/>
                    <a:pt x="711" y="1378"/>
                  </a:cubicBezTo>
                  <a:cubicBezTo>
                    <a:pt x="718" y="1384"/>
                    <a:pt x="724" y="1393"/>
                    <a:pt x="732" y="1396"/>
                  </a:cubicBezTo>
                  <a:cubicBezTo>
                    <a:pt x="739" y="1398"/>
                    <a:pt x="751" y="1401"/>
                    <a:pt x="754" y="1389"/>
                  </a:cubicBezTo>
                  <a:cubicBezTo>
                    <a:pt x="755" y="1384"/>
                    <a:pt x="753" y="1380"/>
                    <a:pt x="759" y="1380"/>
                  </a:cubicBezTo>
                  <a:cubicBezTo>
                    <a:pt x="767" y="1379"/>
                    <a:pt x="767" y="1384"/>
                    <a:pt x="768" y="1390"/>
                  </a:cubicBezTo>
                  <a:cubicBezTo>
                    <a:pt x="773" y="1410"/>
                    <a:pt x="769" y="1431"/>
                    <a:pt x="774" y="1451"/>
                  </a:cubicBezTo>
                  <a:cubicBezTo>
                    <a:pt x="780" y="1476"/>
                    <a:pt x="793" y="1498"/>
                    <a:pt x="798" y="1522"/>
                  </a:cubicBezTo>
                  <a:cubicBezTo>
                    <a:pt x="807" y="1557"/>
                    <a:pt x="826" y="1587"/>
                    <a:pt x="835" y="1621"/>
                  </a:cubicBezTo>
                  <a:cubicBezTo>
                    <a:pt x="838" y="1632"/>
                    <a:pt x="845" y="1634"/>
                    <a:pt x="853" y="1626"/>
                  </a:cubicBezTo>
                  <a:cubicBezTo>
                    <a:pt x="877" y="1604"/>
                    <a:pt x="885" y="1573"/>
                    <a:pt x="886" y="1542"/>
                  </a:cubicBezTo>
                  <a:cubicBezTo>
                    <a:pt x="887" y="1513"/>
                    <a:pt x="882" y="1485"/>
                    <a:pt x="918" y="1480"/>
                  </a:cubicBezTo>
                  <a:cubicBezTo>
                    <a:pt x="919" y="1480"/>
                    <a:pt x="919" y="1479"/>
                    <a:pt x="920" y="1478"/>
                  </a:cubicBezTo>
                  <a:cubicBezTo>
                    <a:pt x="943" y="1455"/>
                    <a:pt x="963" y="1429"/>
                    <a:pt x="992" y="1413"/>
                  </a:cubicBezTo>
                  <a:cubicBezTo>
                    <a:pt x="995" y="1412"/>
                    <a:pt x="999" y="1408"/>
                    <a:pt x="999" y="1406"/>
                  </a:cubicBezTo>
                  <a:cubicBezTo>
                    <a:pt x="1000" y="1379"/>
                    <a:pt x="1018" y="1386"/>
                    <a:pt x="1033" y="1383"/>
                  </a:cubicBezTo>
                  <a:cubicBezTo>
                    <a:pt x="1044" y="1381"/>
                    <a:pt x="1066" y="1388"/>
                    <a:pt x="1059" y="1359"/>
                  </a:cubicBezTo>
                  <a:cubicBezTo>
                    <a:pt x="1081" y="1366"/>
                    <a:pt x="1081" y="1366"/>
                    <a:pt x="1085" y="1386"/>
                  </a:cubicBezTo>
                  <a:cubicBezTo>
                    <a:pt x="1088" y="1397"/>
                    <a:pt x="1094" y="1406"/>
                    <a:pt x="1102" y="1412"/>
                  </a:cubicBezTo>
                  <a:cubicBezTo>
                    <a:pt x="1123" y="1428"/>
                    <a:pt x="1132" y="1447"/>
                    <a:pt x="1126" y="1474"/>
                  </a:cubicBezTo>
                  <a:cubicBezTo>
                    <a:pt x="1123" y="1490"/>
                    <a:pt x="1135" y="1493"/>
                    <a:pt x="1142" y="1489"/>
                  </a:cubicBezTo>
                  <a:cubicBezTo>
                    <a:pt x="1151" y="1483"/>
                    <a:pt x="1164" y="1479"/>
                    <a:pt x="1168" y="1465"/>
                  </a:cubicBezTo>
                  <a:cubicBezTo>
                    <a:pt x="1188" y="1507"/>
                    <a:pt x="1204" y="1548"/>
                    <a:pt x="1196" y="1591"/>
                  </a:cubicBezTo>
                  <a:cubicBezTo>
                    <a:pt x="1191" y="1615"/>
                    <a:pt x="1196" y="1632"/>
                    <a:pt x="1214" y="1646"/>
                  </a:cubicBezTo>
                  <a:cubicBezTo>
                    <a:pt x="1214" y="1646"/>
                    <a:pt x="1214" y="1646"/>
                    <a:pt x="1214" y="1646"/>
                  </a:cubicBezTo>
                  <a:cubicBezTo>
                    <a:pt x="1231" y="1670"/>
                    <a:pt x="1229" y="1697"/>
                    <a:pt x="1227" y="1729"/>
                  </a:cubicBezTo>
                  <a:cubicBezTo>
                    <a:pt x="1201" y="1703"/>
                    <a:pt x="1182" y="1667"/>
                    <a:pt x="1143" y="1683"/>
                  </a:cubicBezTo>
                  <a:cubicBezTo>
                    <a:pt x="1146" y="1702"/>
                    <a:pt x="1162" y="1712"/>
                    <a:pt x="1172" y="1727"/>
                  </a:cubicBezTo>
                  <a:cubicBezTo>
                    <a:pt x="1188" y="1749"/>
                    <a:pt x="1205" y="1772"/>
                    <a:pt x="1218" y="1796"/>
                  </a:cubicBezTo>
                  <a:cubicBezTo>
                    <a:pt x="1234" y="1824"/>
                    <a:pt x="1245" y="1853"/>
                    <a:pt x="1274" y="1871"/>
                  </a:cubicBezTo>
                  <a:cubicBezTo>
                    <a:pt x="1287" y="1878"/>
                    <a:pt x="1299" y="1879"/>
                    <a:pt x="1310" y="1876"/>
                  </a:cubicBezTo>
                  <a:cubicBezTo>
                    <a:pt x="1320" y="1874"/>
                    <a:pt x="1314" y="1860"/>
                    <a:pt x="1315" y="1852"/>
                  </a:cubicBezTo>
                  <a:cubicBezTo>
                    <a:pt x="1316" y="1851"/>
                    <a:pt x="1315" y="1849"/>
                    <a:pt x="1315" y="1848"/>
                  </a:cubicBezTo>
                  <a:cubicBezTo>
                    <a:pt x="1314" y="1834"/>
                    <a:pt x="1322" y="1814"/>
                    <a:pt x="1296" y="1818"/>
                  </a:cubicBezTo>
                  <a:cubicBezTo>
                    <a:pt x="1291" y="1818"/>
                    <a:pt x="1291" y="1812"/>
                    <a:pt x="1292" y="1808"/>
                  </a:cubicBezTo>
                  <a:cubicBezTo>
                    <a:pt x="1293" y="1800"/>
                    <a:pt x="1287" y="1796"/>
                    <a:pt x="1284" y="1790"/>
                  </a:cubicBezTo>
                  <a:cubicBezTo>
                    <a:pt x="1277" y="1776"/>
                    <a:pt x="1268" y="1764"/>
                    <a:pt x="1254" y="1748"/>
                  </a:cubicBezTo>
                  <a:cubicBezTo>
                    <a:pt x="1281" y="1755"/>
                    <a:pt x="1287" y="1744"/>
                    <a:pt x="1284" y="1724"/>
                  </a:cubicBezTo>
                  <a:cubicBezTo>
                    <a:pt x="1283" y="1718"/>
                    <a:pt x="1285" y="1711"/>
                    <a:pt x="1283" y="1705"/>
                  </a:cubicBezTo>
                  <a:cubicBezTo>
                    <a:pt x="1278" y="1688"/>
                    <a:pt x="1275" y="1670"/>
                    <a:pt x="1254" y="1664"/>
                  </a:cubicBezTo>
                  <a:cubicBezTo>
                    <a:pt x="1241" y="1660"/>
                    <a:pt x="1227" y="1655"/>
                    <a:pt x="1217" y="1643"/>
                  </a:cubicBezTo>
                  <a:cubicBezTo>
                    <a:pt x="1224" y="1633"/>
                    <a:pt x="1219" y="1620"/>
                    <a:pt x="1212" y="1617"/>
                  </a:cubicBezTo>
                  <a:cubicBezTo>
                    <a:pt x="1194" y="1610"/>
                    <a:pt x="1201" y="1598"/>
                    <a:pt x="1205" y="1586"/>
                  </a:cubicBezTo>
                  <a:cubicBezTo>
                    <a:pt x="1209" y="1572"/>
                    <a:pt x="1218" y="1561"/>
                    <a:pt x="1216" y="1545"/>
                  </a:cubicBezTo>
                  <a:cubicBezTo>
                    <a:pt x="1215" y="1538"/>
                    <a:pt x="1219" y="1534"/>
                    <a:pt x="1227" y="1533"/>
                  </a:cubicBezTo>
                  <a:cubicBezTo>
                    <a:pt x="1233" y="1532"/>
                    <a:pt x="1236" y="1535"/>
                    <a:pt x="1236" y="1542"/>
                  </a:cubicBezTo>
                  <a:cubicBezTo>
                    <a:pt x="1237" y="1546"/>
                    <a:pt x="1240" y="1549"/>
                    <a:pt x="1245" y="1550"/>
                  </a:cubicBezTo>
                  <a:cubicBezTo>
                    <a:pt x="1258" y="1552"/>
                    <a:pt x="1267" y="1559"/>
                    <a:pt x="1272" y="1573"/>
                  </a:cubicBezTo>
                  <a:cubicBezTo>
                    <a:pt x="1274" y="1577"/>
                    <a:pt x="1278" y="1582"/>
                    <a:pt x="1282" y="1583"/>
                  </a:cubicBezTo>
                  <a:cubicBezTo>
                    <a:pt x="1301" y="1587"/>
                    <a:pt x="1306" y="1598"/>
                    <a:pt x="1299" y="1619"/>
                  </a:cubicBezTo>
                  <a:cubicBezTo>
                    <a:pt x="1303" y="1615"/>
                    <a:pt x="1305" y="1615"/>
                    <a:pt x="1305" y="1614"/>
                  </a:cubicBezTo>
                  <a:cubicBezTo>
                    <a:pt x="1306" y="1590"/>
                    <a:pt x="1317" y="1584"/>
                    <a:pt x="1339" y="1586"/>
                  </a:cubicBezTo>
                  <a:cubicBezTo>
                    <a:pt x="1348" y="1588"/>
                    <a:pt x="1364" y="1576"/>
                    <a:pt x="1366" y="1563"/>
                  </a:cubicBezTo>
                  <a:cubicBezTo>
                    <a:pt x="1370" y="1536"/>
                    <a:pt x="1371" y="1508"/>
                    <a:pt x="1348" y="1489"/>
                  </a:cubicBezTo>
                  <a:cubicBezTo>
                    <a:pt x="1335" y="1478"/>
                    <a:pt x="1326" y="1464"/>
                    <a:pt x="1315" y="1451"/>
                  </a:cubicBezTo>
                  <a:cubicBezTo>
                    <a:pt x="1304" y="1437"/>
                    <a:pt x="1310" y="1427"/>
                    <a:pt x="1316" y="1416"/>
                  </a:cubicBezTo>
                  <a:cubicBezTo>
                    <a:pt x="1319" y="1410"/>
                    <a:pt x="1323" y="1403"/>
                    <a:pt x="1327" y="1402"/>
                  </a:cubicBezTo>
                  <a:cubicBezTo>
                    <a:pt x="1343" y="1398"/>
                    <a:pt x="1350" y="1368"/>
                    <a:pt x="1373" y="1386"/>
                  </a:cubicBezTo>
                  <a:cubicBezTo>
                    <a:pt x="1385" y="1395"/>
                    <a:pt x="1399" y="1388"/>
                    <a:pt x="1412" y="1382"/>
                  </a:cubicBezTo>
                  <a:cubicBezTo>
                    <a:pt x="1424" y="1377"/>
                    <a:pt x="1435" y="1366"/>
                    <a:pt x="1443" y="1365"/>
                  </a:cubicBezTo>
                  <a:cubicBezTo>
                    <a:pt x="1463" y="1362"/>
                    <a:pt x="1482" y="1360"/>
                    <a:pt x="1500" y="1346"/>
                  </a:cubicBezTo>
                  <a:cubicBezTo>
                    <a:pt x="1515" y="1335"/>
                    <a:pt x="1531" y="1324"/>
                    <a:pt x="1536" y="1308"/>
                  </a:cubicBezTo>
                  <a:cubicBezTo>
                    <a:pt x="1542" y="1289"/>
                    <a:pt x="1555" y="1278"/>
                    <a:pt x="1565" y="1265"/>
                  </a:cubicBezTo>
                  <a:cubicBezTo>
                    <a:pt x="1571" y="1256"/>
                    <a:pt x="1571" y="1249"/>
                    <a:pt x="1574" y="1242"/>
                  </a:cubicBezTo>
                  <a:cubicBezTo>
                    <a:pt x="1579" y="1229"/>
                    <a:pt x="1574" y="1227"/>
                    <a:pt x="1564" y="1225"/>
                  </a:cubicBezTo>
                  <a:cubicBezTo>
                    <a:pt x="1560" y="1225"/>
                    <a:pt x="1562" y="1218"/>
                    <a:pt x="1564" y="1217"/>
                  </a:cubicBezTo>
                  <a:cubicBezTo>
                    <a:pt x="1583" y="1214"/>
                    <a:pt x="1564" y="1195"/>
                    <a:pt x="1575" y="1189"/>
                  </a:cubicBezTo>
                  <a:cubicBezTo>
                    <a:pt x="1558" y="1177"/>
                    <a:pt x="1562" y="1149"/>
                    <a:pt x="1542" y="1139"/>
                  </a:cubicBezTo>
                  <a:cubicBezTo>
                    <a:pt x="1534" y="1135"/>
                    <a:pt x="1531" y="1129"/>
                    <a:pt x="1540" y="1119"/>
                  </a:cubicBezTo>
                  <a:cubicBezTo>
                    <a:pt x="1553" y="1103"/>
                    <a:pt x="1568" y="1090"/>
                    <a:pt x="1587" y="1083"/>
                  </a:cubicBezTo>
                  <a:cubicBezTo>
                    <a:pt x="1573" y="1084"/>
                    <a:pt x="1558" y="1069"/>
                    <a:pt x="1544" y="1086"/>
                  </a:cubicBezTo>
                  <a:cubicBezTo>
                    <a:pt x="1542" y="1088"/>
                    <a:pt x="1532" y="1087"/>
                    <a:pt x="1532" y="1082"/>
                  </a:cubicBezTo>
                  <a:cubicBezTo>
                    <a:pt x="1532" y="1068"/>
                    <a:pt x="1523" y="1067"/>
                    <a:pt x="1515" y="1065"/>
                  </a:cubicBezTo>
                  <a:cubicBezTo>
                    <a:pt x="1508" y="1063"/>
                    <a:pt x="1504" y="1058"/>
                    <a:pt x="1507" y="1051"/>
                  </a:cubicBezTo>
                  <a:cubicBezTo>
                    <a:pt x="1509" y="1046"/>
                    <a:pt x="1512" y="1039"/>
                    <a:pt x="1520" y="1043"/>
                  </a:cubicBezTo>
                  <a:cubicBezTo>
                    <a:pt x="1524" y="1044"/>
                    <a:pt x="1531" y="1046"/>
                    <a:pt x="1532" y="1041"/>
                  </a:cubicBezTo>
                  <a:cubicBezTo>
                    <a:pt x="1538" y="1025"/>
                    <a:pt x="1554" y="1022"/>
                    <a:pt x="1562" y="1011"/>
                  </a:cubicBezTo>
                  <a:cubicBezTo>
                    <a:pt x="1568" y="1003"/>
                    <a:pt x="1575" y="1003"/>
                    <a:pt x="1583" y="1009"/>
                  </a:cubicBezTo>
                  <a:cubicBezTo>
                    <a:pt x="1591" y="1016"/>
                    <a:pt x="1586" y="1023"/>
                    <a:pt x="1582" y="1029"/>
                  </a:cubicBezTo>
                  <a:cubicBezTo>
                    <a:pt x="1579" y="1032"/>
                    <a:pt x="1575" y="1035"/>
                    <a:pt x="1579" y="1039"/>
                  </a:cubicBezTo>
                  <a:cubicBezTo>
                    <a:pt x="1582" y="1042"/>
                    <a:pt x="1586" y="1039"/>
                    <a:pt x="1589" y="1036"/>
                  </a:cubicBezTo>
                  <a:cubicBezTo>
                    <a:pt x="1601" y="1027"/>
                    <a:pt x="1613" y="1026"/>
                    <a:pt x="1628" y="1030"/>
                  </a:cubicBezTo>
                  <a:cubicBezTo>
                    <a:pt x="1645" y="1034"/>
                    <a:pt x="1640" y="1046"/>
                    <a:pt x="1638" y="1055"/>
                  </a:cubicBezTo>
                  <a:cubicBezTo>
                    <a:pt x="1635" y="1068"/>
                    <a:pt x="1634" y="1069"/>
                    <a:pt x="1646" y="1068"/>
                  </a:cubicBezTo>
                  <a:cubicBezTo>
                    <a:pt x="1660" y="1067"/>
                    <a:pt x="1666" y="1082"/>
                    <a:pt x="1663" y="1086"/>
                  </a:cubicBezTo>
                  <a:cubicBezTo>
                    <a:pt x="1652" y="1100"/>
                    <a:pt x="1667" y="1115"/>
                    <a:pt x="1657" y="1127"/>
                  </a:cubicBezTo>
                  <a:cubicBezTo>
                    <a:pt x="1655" y="1128"/>
                    <a:pt x="1657" y="1132"/>
                    <a:pt x="1660" y="1133"/>
                  </a:cubicBezTo>
                  <a:cubicBezTo>
                    <a:pt x="1674" y="1135"/>
                    <a:pt x="1685" y="1128"/>
                    <a:pt x="1697" y="1123"/>
                  </a:cubicBezTo>
                  <a:cubicBezTo>
                    <a:pt x="1705" y="1120"/>
                    <a:pt x="1705" y="1108"/>
                    <a:pt x="1703" y="1099"/>
                  </a:cubicBezTo>
                  <a:cubicBezTo>
                    <a:pt x="1700" y="1080"/>
                    <a:pt x="1691" y="1065"/>
                    <a:pt x="1680" y="1051"/>
                  </a:cubicBezTo>
                  <a:cubicBezTo>
                    <a:pt x="1669" y="1040"/>
                    <a:pt x="1666" y="1033"/>
                    <a:pt x="1683" y="1024"/>
                  </a:cubicBezTo>
                  <a:cubicBezTo>
                    <a:pt x="1695" y="1019"/>
                    <a:pt x="1707" y="1012"/>
                    <a:pt x="1709" y="992"/>
                  </a:cubicBezTo>
                  <a:cubicBezTo>
                    <a:pt x="1711" y="972"/>
                    <a:pt x="1734" y="969"/>
                    <a:pt x="1745" y="955"/>
                  </a:cubicBezTo>
                  <a:cubicBezTo>
                    <a:pt x="1746" y="953"/>
                    <a:pt x="1753" y="954"/>
                    <a:pt x="1754" y="956"/>
                  </a:cubicBezTo>
                  <a:cubicBezTo>
                    <a:pt x="1765" y="973"/>
                    <a:pt x="1776" y="965"/>
                    <a:pt x="1786" y="957"/>
                  </a:cubicBezTo>
                  <a:cubicBezTo>
                    <a:pt x="1811" y="938"/>
                    <a:pt x="1828" y="910"/>
                    <a:pt x="1850" y="887"/>
                  </a:cubicBezTo>
                  <a:cubicBezTo>
                    <a:pt x="1851" y="886"/>
                    <a:pt x="1850" y="882"/>
                    <a:pt x="1851" y="881"/>
                  </a:cubicBezTo>
                  <a:cubicBezTo>
                    <a:pt x="1877" y="852"/>
                    <a:pt x="1890" y="817"/>
                    <a:pt x="1890" y="777"/>
                  </a:cubicBezTo>
                  <a:cubicBezTo>
                    <a:pt x="1890" y="775"/>
                    <a:pt x="1891" y="773"/>
                    <a:pt x="1892" y="771"/>
                  </a:cubicBezTo>
                  <a:cubicBezTo>
                    <a:pt x="1904" y="761"/>
                    <a:pt x="1899" y="745"/>
                    <a:pt x="1898" y="733"/>
                  </a:cubicBezTo>
                  <a:cubicBezTo>
                    <a:pt x="1898" y="725"/>
                    <a:pt x="1885" y="715"/>
                    <a:pt x="1877" y="709"/>
                  </a:cubicBezTo>
                  <a:cubicBezTo>
                    <a:pt x="1869" y="704"/>
                    <a:pt x="1864" y="709"/>
                    <a:pt x="1858" y="717"/>
                  </a:cubicBezTo>
                  <a:cubicBezTo>
                    <a:pt x="1849" y="728"/>
                    <a:pt x="1836" y="722"/>
                    <a:pt x="1826" y="718"/>
                  </a:cubicBezTo>
                  <a:cubicBezTo>
                    <a:pt x="1817" y="715"/>
                    <a:pt x="1829" y="706"/>
                    <a:pt x="1825" y="700"/>
                  </a:cubicBezTo>
                  <a:cubicBezTo>
                    <a:pt x="1823" y="699"/>
                    <a:pt x="1820" y="699"/>
                    <a:pt x="1818" y="699"/>
                  </a:cubicBezTo>
                  <a:cubicBezTo>
                    <a:pt x="1812" y="697"/>
                    <a:pt x="1803" y="703"/>
                    <a:pt x="1800" y="695"/>
                  </a:cubicBezTo>
                  <a:cubicBezTo>
                    <a:pt x="1796" y="684"/>
                    <a:pt x="1806" y="682"/>
                    <a:pt x="1812" y="679"/>
                  </a:cubicBezTo>
                  <a:cubicBezTo>
                    <a:pt x="1842" y="661"/>
                    <a:pt x="1864" y="633"/>
                    <a:pt x="1888" y="608"/>
                  </a:cubicBezTo>
                  <a:cubicBezTo>
                    <a:pt x="1914" y="579"/>
                    <a:pt x="1941" y="567"/>
                    <a:pt x="1977" y="573"/>
                  </a:cubicBezTo>
                  <a:cubicBezTo>
                    <a:pt x="1992" y="575"/>
                    <a:pt x="2010" y="579"/>
                    <a:pt x="2023" y="570"/>
                  </a:cubicBezTo>
                  <a:cubicBezTo>
                    <a:pt x="2036" y="561"/>
                    <a:pt x="2045" y="566"/>
                    <a:pt x="2058" y="568"/>
                  </a:cubicBezTo>
                  <a:cubicBezTo>
                    <a:pt x="2072" y="569"/>
                    <a:pt x="2079" y="587"/>
                    <a:pt x="2092" y="583"/>
                  </a:cubicBezTo>
                  <a:cubicBezTo>
                    <a:pt x="2103" y="579"/>
                    <a:pt x="2114" y="581"/>
                    <a:pt x="2127" y="578"/>
                  </a:cubicBezTo>
                  <a:cubicBezTo>
                    <a:pt x="2110" y="575"/>
                    <a:pt x="2109" y="567"/>
                    <a:pt x="2120" y="557"/>
                  </a:cubicBezTo>
                  <a:cubicBezTo>
                    <a:pt x="2130" y="547"/>
                    <a:pt x="2143" y="539"/>
                    <a:pt x="2149" y="527"/>
                  </a:cubicBezTo>
                  <a:cubicBezTo>
                    <a:pt x="2159" y="509"/>
                    <a:pt x="2174" y="509"/>
                    <a:pt x="2189" y="508"/>
                  </a:cubicBezTo>
                  <a:cubicBezTo>
                    <a:pt x="2199" y="507"/>
                    <a:pt x="2209" y="511"/>
                    <a:pt x="2218" y="508"/>
                  </a:cubicBezTo>
                  <a:cubicBezTo>
                    <a:pt x="2220" y="516"/>
                    <a:pt x="2213" y="518"/>
                    <a:pt x="2212" y="524"/>
                  </a:cubicBezTo>
                  <a:cubicBezTo>
                    <a:pt x="2211" y="530"/>
                    <a:pt x="2213" y="535"/>
                    <a:pt x="2219" y="537"/>
                  </a:cubicBezTo>
                  <a:cubicBezTo>
                    <a:pt x="2222" y="538"/>
                    <a:pt x="2262" y="507"/>
                    <a:pt x="2263" y="503"/>
                  </a:cubicBezTo>
                  <a:cubicBezTo>
                    <a:pt x="2264" y="475"/>
                    <a:pt x="2281" y="488"/>
                    <a:pt x="2294" y="490"/>
                  </a:cubicBezTo>
                  <a:cubicBezTo>
                    <a:pt x="2283" y="498"/>
                    <a:pt x="2278" y="507"/>
                    <a:pt x="2278" y="521"/>
                  </a:cubicBezTo>
                  <a:cubicBezTo>
                    <a:pt x="2279" y="531"/>
                    <a:pt x="2273" y="539"/>
                    <a:pt x="2262" y="542"/>
                  </a:cubicBezTo>
                  <a:cubicBezTo>
                    <a:pt x="2256" y="543"/>
                    <a:pt x="2250" y="545"/>
                    <a:pt x="2246" y="550"/>
                  </a:cubicBezTo>
                  <a:cubicBezTo>
                    <a:pt x="2220" y="583"/>
                    <a:pt x="2186" y="607"/>
                    <a:pt x="2157" y="637"/>
                  </a:cubicBezTo>
                  <a:cubicBezTo>
                    <a:pt x="2142" y="652"/>
                    <a:pt x="2139" y="670"/>
                    <a:pt x="2141" y="688"/>
                  </a:cubicBezTo>
                  <a:cubicBezTo>
                    <a:pt x="2145" y="718"/>
                    <a:pt x="2152" y="748"/>
                    <a:pt x="2159" y="778"/>
                  </a:cubicBezTo>
                  <a:cubicBezTo>
                    <a:pt x="2184" y="767"/>
                    <a:pt x="2184" y="735"/>
                    <a:pt x="2204" y="718"/>
                  </a:cubicBezTo>
                  <a:cubicBezTo>
                    <a:pt x="2213" y="711"/>
                    <a:pt x="2217" y="696"/>
                    <a:pt x="2232" y="695"/>
                  </a:cubicBezTo>
                  <a:cubicBezTo>
                    <a:pt x="2240" y="694"/>
                    <a:pt x="2243" y="694"/>
                    <a:pt x="2240" y="683"/>
                  </a:cubicBezTo>
                  <a:cubicBezTo>
                    <a:pt x="2234" y="665"/>
                    <a:pt x="2245" y="653"/>
                    <a:pt x="2262" y="652"/>
                  </a:cubicBezTo>
                  <a:cubicBezTo>
                    <a:pt x="2253" y="632"/>
                    <a:pt x="2253" y="632"/>
                    <a:pt x="2260" y="616"/>
                  </a:cubicBezTo>
                  <a:cubicBezTo>
                    <a:pt x="2254" y="615"/>
                    <a:pt x="2246" y="623"/>
                    <a:pt x="2243" y="613"/>
                  </a:cubicBezTo>
                  <a:cubicBezTo>
                    <a:pt x="2240" y="605"/>
                    <a:pt x="2245" y="599"/>
                    <a:pt x="2249" y="593"/>
                  </a:cubicBezTo>
                  <a:cubicBezTo>
                    <a:pt x="2253" y="586"/>
                    <a:pt x="2263" y="582"/>
                    <a:pt x="2263" y="572"/>
                  </a:cubicBezTo>
                  <a:cubicBezTo>
                    <a:pt x="2263" y="560"/>
                    <a:pt x="2270" y="557"/>
                    <a:pt x="2279" y="558"/>
                  </a:cubicBezTo>
                  <a:cubicBezTo>
                    <a:pt x="2289" y="560"/>
                    <a:pt x="2298" y="556"/>
                    <a:pt x="2306" y="550"/>
                  </a:cubicBezTo>
                  <a:cubicBezTo>
                    <a:pt x="2317" y="541"/>
                    <a:pt x="2316" y="551"/>
                    <a:pt x="2317" y="558"/>
                  </a:cubicBezTo>
                  <a:cubicBezTo>
                    <a:pt x="2349" y="535"/>
                    <a:pt x="2361" y="535"/>
                    <a:pt x="2382" y="557"/>
                  </a:cubicBezTo>
                  <a:cubicBezTo>
                    <a:pt x="2388" y="539"/>
                    <a:pt x="2406" y="534"/>
                    <a:pt x="2419" y="526"/>
                  </a:cubicBezTo>
                  <a:cubicBezTo>
                    <a:pt x="2450" y="507"/>
                    <a:pt x="2479" y="476"/>
                    <a:pt x="2520" y="492"/>
                  </a:cubicBezTo>
                  <a:cubicBezTo>
                    <a:pt x="2527" y="494"/>
                    <a:pt x="2534" y="489"/>
                    <a:pt x="2532" y="486"/>
                  </a:cubicBezTo>
                  <a:cubicBezTo>
                    <a:pt x="2523" y="473"/>
                    <a:pt x="2523" y="452"/>
                    <a:pt x="2510" y="445"/>
                  </a:cubicBezTo>
                  <a:cubicBezTo>
                    <a:pt x="2501" y="439"/>
                    <a:pt x="2498" y="432"/>
                    <a:pt x="2492" y="424"/>
                  </a:cubicBezTo>
                  <a:cubicBezTo>
                    <a:pt x="2531" y="429"/>
                    <a:pt x="2532" y="428"/>
                    <a:pt x="2545" y="391"/>
                  </a:cubicBezTo>
                  <a:cubicBezTo>
                    <a:pt x="2548" y="382"/>
                    <a:pt x="2556" y="381"/>
                    <a:pt x="2563" y="381"/>
                  </a:cubicBezTo>
                  <a:cubicBezTo>
                    <a:pt x="2572" y="381"/>
                    <a:pt x="2565" y="387"/>
                    <a:pt x="2565" y="391"/>
                  </a:cubicBezTo>
                  <a:cubicBezTo>
                    <a:pt x="2565" y="401"/>
                    <a:pt x="2573" y="401"/>
                    <a:pt x="2579" y="401"/>
                  </a:cubicBezTo>
                  <a:cubicBezTo>
                    <a:pt x="2594" y="401"/>
                    <a:pt x="2606" y="403"/>
                    <a:pt x="2617" y="419"/>
                  </a:cubicBezTo>
                  <a:cubicBezTo>
                    <a:pt x="2623" y="429"/>
                    <a:pt x="2639" y="432"/>
                    <a:pt x="2651" y="437"/>
                  </a:cubicBezTo>
                  <a:cubicBezTo>
                    <a:pt x="2654" y="439"/>
                    <a:pt x="2656" y="439"/>
                    <a:pt x="2658" y="433"/>
                  </a:cubicBezTo>
                  <a:cubicBezTo>
                    <a:pt x="2663" y="418"/>
                    <a:pt x="2668" y="402"/>
                    <a:pt x="2688" y="402"/>
                  </a:cubicBezTo>
                  <a:cubicBezTo>
                    <a:pt x="2696" y="402"/>
                    <a:pt x="2705" y="399"/>
                    <a:pt x="2710" y="391"/>
                  </a:cubicBezTo>
                  <a:cubicBezTo>
                    <a:pt x="2701" y="383"/>
                    <a:pt x="2692" y="374"/>
                    <a:pt x="2682" y="36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8757560" y="4327593"/>
              <a:ext cx="292150" cy="346251"/>
            </a:xfrm>
            <a:custGeom>
              <a:avLst/>
              <a:gdLst>
                <a:gd name="T0" fmla="*/ 154 w 164"/>
                <a:gd name="T1" fmla="*/ 51 h 193"/>
                <a:gd name="T2" fmla="*/ 148 w 164"/>
                <a:gd name="T3" fmla="*/ 10 h 193"/>
                <a:gd name="T4" fmla="*/ 118 w 164"/>
                <a:gd name="T5" fmla="*/ 10 h 193"/>
                <a:gd name="T6" fmla="*/ 31 w 164"/>
                <a:gd name="T7" fmla="*/ 92 h 193"/>
                <a:gd name="T8" fmla="*/ 20 w 164"/>
                <a:gd name="T9" fmla="*/ 98 h 193"/>
                <a:gd name="T10" fmla="*/ 4 w 164"/>
                <a:gd name="T11" fmla="*/ 119 h 193"/>
                <a:gd name="T12" fmla="*/ 6 w 164"/>
                <a:gd name="T13" fmla="*/ 134 h 193"/>
                <a:gd name="T14" fmla="*/ 29 w 164"/>
                <a:gd name="T15" fmla="*/ 174 h 193"/>
                <a:gd name="T16" fmla="*/ 97 w 164"/>
                <a:gd name="T17" fmla="*/ 190 h 193"/>
                <a:gd name="T18" fmla="*/ 125 w 164"/>
                <a:gd name="T19" fmla="*/ 173 h 193"/>
                <a:gd name="T20" fmla="*/ 128 w 164"/>
                <a:gd name="T21" fmla="*/ 165 h 193"/>
                <a:gd name="T22" fmla="*/ 159 w 164"/>
                <a:gd name="T23" fmla="*/ 108 h 193"/>
                <a:gd name="T24" fmla="*/ 157 w 164"/>
                <a:gd name="T25" fmla="*/ 87 h 193"/>
                <a:gd name="T26" fmla="*/ 154 w 164"/>
                <a:gd name="T27" fmla="*/ 51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4" h="193">
                  <a:moveTo>
                    <a:pt x="154" y="51"/>
                  </a:moveTo>
                  <a:cubicBezTo>
                    <a:pt x="162" y="38"/>
                    <a:pt x="164" y="22"/>
                    <a:pt x="148" y="10"/>
                  </a:cubicBezTo>
                  <a:cubicBezTo>
                    <a:pt x="138" y="2"/>
                    <a:pt x="126" y="0"/>
                    <a:pt x="118" y="10"/>
                  </a:cubicBezTo>
                  <a:cubicBezTo>
                    <a:pt x="93" y="42"/>
                    <a:pt x="55" y="58"/>
                    <a:pt x="31" y="92"/>
                  </a:cubicBezTo>
                  <a:cubicBezTo>
                    <a:pt x="28" y="97"/>
                    <a:pt x="25" y="99"/>
                    <a:pt x="20" y="98"/>
                  </a:cubicBezTo>
                  <a:cubicBezTo>
                    <a:pt x="0" y="93"/>
                    <a:pt x="3" y="107"/>
                    <a:pt x="4" y="119"/>
                  </a:cubicBezTo>
                  <a:cubicBezTo>
                    <a:pt x="5" y="124"/>
                    <a:pt x="5" y="129"/>
                    <a:pt x="6" y="134"/>
                  </a:cubicBezTo>
                  <a:cubicBezTo>
                    <a:pt x="8" y="150"/>
                    <a:pt x="18" y="165"/>
                    <a:pt x="29" y="174"/>
                  </a:cubicBezTo>
                  <a:cubicBezTo>
                    <a:pt x="50" y="191"/>
                    <a:pt x="81" y="177"/>
                    <a:pt x="97" y="190"/>
                  </a:cubicBezTo>
                  <a:cubicBezTo>
                    <a:pt x="118" y="193"/>
                    <a:pt x="126" y="190"/>
                    <a:pt x="125" y="173"/>
                  </a:cubicBezTo>
                  <a:cubicBezTo>
                    <a:pt x="125" y="170"/>
                    <a:pt x="126" y="167"/>
                    <a:pt x="128" y="165"/>
                  </a:cubicBezTo>
                  <a:cubicBezTo>
                    <a:pt x="146" y="151"/>
                    <a:pt x="149" y="128"/>
                    <a:pt x="159" y="108"/>
                  </a:cubicBezTo>
                  <a:cubicBezTo>
                    <a:pt x="163" y="98"/>
                    <a:pt x="164" y="94"/>
                    <a:pt x="157" y="87"/>
                  </a:cubicBezTo>
                  <a:cubicBezTo>
                    <a:pt x="147" y="76"/>
                    <a:pt x="144" y="66"/>
                    <a:pt x="154" y="5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9432029" y="4565641"/>
              <a:ext cx="275920" cy="265098"/>
            </a:xfrm>
            <a:custGeom>
              <a:avLst/>
              <a:gdLst>
                <a:gd name="T0" fmla="*/ 120 w 154"/>
                <a:gd name="T1" fmla="*/ 28 h 148"/>
                <a:gd name="T2" fmla="*/ 75 w 154"/>
                <a:gd name="T3" fmla="*/ 40 h 148"/>
                <a:gd name="T4" fmla="*/ 44 w 154"/>
                <a:gd name="T5" fmla="*/ 41 h 148"/>
                <a:gd name="T6" fmla="*/ 37 w 154"/>
                <a:gd name="T7" fmla="*/ 20 h 148"/>
                <a:gd name="T8" fmla="*/ 28 w 154"/>
                <a:gd name="T9" fmla="*/ 7 h 148"/>
                <a:gd name="T10" fmla="*/ 0 w 154"/>
                <a:gd name="T11" fmla="*/ 9 h 148"/>
                <a:gd name="T12" fmla="*/ 33 w 154"/>
                <a:gd name="T13" fmla="*/ 34 h 148"/>
                <a:gd name="T14" fmla="*/ 25 w 154"/>
                <a:gd name="T15" fmla="*/ 40 h 148"/>
                <a:gd name="T16" fmla="*/ 19 w 154"/>
                <a:gd name="T17" fmla="*/ 49 h 148"/>
                <a:gd name="T18" fmla="*/ 30 w 154"/>
                <a:gd name="T19" fmla="*/ 52 h 148"/>
                <a:gd name="T20" fmla="*/ 39 w 154"/>
                <a:gd name="T21" fmla="*/ 55 h 148"/>
                <a:gd name="T22" fmla="*/ 73 w 154"/>
                <a:gd name="T23" fmla="*/ 72 h 148"/>
                <a:gd name="T24" fmla="*/ 119 w 154"/>
                <a:gd name="T25" fmla="*/ 124 h 148"/>
                <a:gd name="T26" fmla="*/ 125 w 154"/>
                <a:gd name="T27" fmla="*/ 135 h 148"/>
                <a:gd name="T28" fmla="*/ 150 w 154"/>
                <a:gd name="T29" fmla="*/ 148 h 148"/>
                <a:gd name="T30" fmla="*/ 153 w 154"/>
                <a:gd name="T31" fmla="*/ 39 h 148"/>
                <a:gd name="T32" fmla="*/ 120 w 154"/>
                <a:gd name="T33" fmla="*/ 2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48">
                  <a:moveTo>
                    <a:pt x="120" y="28"/>
                  </a:moveTo>
                  <a:cubicBezTo>
                    <a:pt x="100" y="14"/>
                    <a:pt x="87" y="29"/>
                    <a:pt x="75" y="40"/>
                  </a:cubicBezTo>
                  <a:cubicBezTo>
                    <a:pt x="64" y="51"/>
                    <a:pt x="57" y="62"/>
                    <a:pt x="44" y="41"/>
                  </a:cubicBezTo>
                  <a:cubicBezTo>
                    <a:pt x="39" y="34"/>
                    <a:pt x="35" y="29"/>
                    <a:pt x="37" y="20"/>
                  </a:cubicBezTo>
                  <a:cubicBezTo>
                    <a:pt x="38" y="12"/>
                    <a:pt x="35" y="9"/>
                    <a:pt x="28" y="7"/>
                  </a:cubicBezTo>
                  <a:cubicBezTo>
                    <a:pt x="17" y="5"/>
                    <a:pt x="7" y="0"/>
                    <a:pt x="0" y="9"/>
                  </a:cubicBezTo>
                  <a:cubicBezTo>
                    <a:pt x="3" y="29"/>
                    <a:pt x="20" y="27"/>
                    <a:pt x="33" y="34"/>
                  </a:cubicBezTo>
                  <a:cubicBezTo>
                    <a:pt x="29" y="37"/>
                    <a:pt x="26" y="38"/>
                    <a:pt x="25" y="40"/>
                  </a:cubicBezTo>
                  <a:cubicBezTo>
                    <a:pt x="24" y="43"/>
                    <a:pt x="13" y="37"/>
                    <a:pt x="19" y="49"/>
                  </a:cubicBezTo>
                  <a:cubicBezTo>
                    <a:pt x="23" y="57"/>
                    <a:pt x="24" y="57"/>
                    <a:pt x="30" y="52"/>
                  </a:cubicBezTo>
                  <a:cubicBezTo>
                    <a:pt x="34" y="48"/>
                    <a:pt x="36" y="53"/>
                    <a:pt x="39" y="55"/>
                  </a:cubicBezTo>
                  <a:cubicBezTo>
                    <a:pt x="50" y="62"/>
                    <a:pt x="60" y="69"/>
                    <a:pt x="73" y="72"/>
                  </a:cubicBezTo>
                  <a:cubicBezTo>
                    <a:pt x="99" y="78"/>
                    <a:pt x="113" y="97"/>
                    <a:pt x="119" y="124"/>
                  </a:cubicBezTo>
                  <a:cubicBezTo>
                    <a:pt x="120" y="129"/>
                    <a:pt x="119" y="137"/>
                    <a:pt x="125" y="135"/>
                  </a:cubicBezTo>
                  <a:cubicBezTo>
                    <a:pt x="138" y="132"/>
                    <a:pt x="141" y="145"/>
                    <a:pt x="150" y="148"/>
                  </a:cubicBezTo>
                  <a:cubicBezTo>
                    <a:pt x="154" y="112"/>
                    <a:pt x="148" y="75"/>
                    <a:pt x="153" y="39"/>
                  </a:cubicBezTo>
                  <a:cubicBezTo>
                    <a:pt x="142" y="36"/>
                    <a:pt x="129" y="35"/>
                    <a:pt x="120" y="2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9413995" y="3162602"/>
              <a:ext cx="331824" cy="304773"/>
            </a:xfrm>
            <a:custGeom>
              <a:avLst/>
              <a:gdLst>
                <a:gd name="T0" fmla="*/ 170 w 186"/>
                <a:gd name="T1" fmla="*/ 0 h 171"/>
                <a:gd name="T2" fmla="*/ 167 w 186"/>
                <a:gd name="T3" fmla="*/ 1 h 171"/>
                <a:gd name="T4" fmla="*/ 150 w 186"/>
                <a:gd name="T5" fmla="*/ 26 h 171"/>
                <a:gd name="T6" fmla="*/ 104 w 186"/>
                <a:gd name="T7" fmla="*/ 93 h 171"/>
                <a:gd name="T8" fmla="*/ 87 w 186"/>
                <a:gd name="T9" fmla="*/ 108 h 171"/>
                <a:gd name="T10" fmla="*/ 66 w 186"/>
                <a:gd name="T11" fmla="*/ 120 h 171"/>
                <a:gd name="T12" fmla="*/ 0 w 186"/>
                <a:gd name="T13" fmla="*/ 149 h 171"/>
                <a:gd name="T14" fmla="*/ 9 w 186"/>
                <a:gd name="T15" fmla="*/ 146 h 171"/>
                <a:gd name="T16" fmla="*/ 27 w 186"/>
                <a:gd name="T17" fmla="*/ 142 h 171"/>
                <a:gd name="T18" fmla="*/ 24 w 186"/>
                <a:gd name="T19" fmla="*/ 160 h 171"/>
                <a:gd name="T20" fmla="*/ 27 w 186"/>
                <a:gd name="T21" fmla="*/ 168 h 171"/>
                <a:gd name="T22" fmla="*/ 31 w 186"/>
                <a:gd name="T23" fmla="*/ 168 h 171"/>
                <a:gd name="T24" fmla="*/ 53 w 186"/>
                <a:gd name="T25" fmla="*/ 157 h 171"/>
                <a:gd name="T26" fmla="*/ 53 w 186"/>
                <a:gd name="T27" fmla="*/ 146 h 171"/>
                <a:gd name="T28" fmla="*/ 48 w 186"/>
                <a:gd name="T29" fmla="*/ 137 h 171"/>
                <a:gd name="T30" fmla="*/ 62 w 186"/>
                <a:gd name="T31" fmla="*/ 133 h 171"/>
                <a:gd name="T32" fmla="*/ 71 w 186"/>
                <a:gd name="T33" fmla="*/ 140 h 171"/>
                <a:gd name="T34" fmla="*/ 77 w 186"/>
                <a:gd name="T35" fmla="*/ 155 h 171"/>
                <a:gd name="T36" fmla="*/ 89 w 186"/>
                <a:gd name="T37" fmla="*/ 138 h 171"/>
                <a:gd name="T38" fmla="*/ 98 w 186"/>
                <a:gd name="T39" fmla="*/ 129 h 171"/>
                <a:gd name="T40" fmla="*/ 153 w 186"/>
                <a:gd name="T41" fmla="*/ 121 h 171"/>
                <a:gd name="T42" fmla="*/ 156 w 186"/>
                <a:gd name="T43" fmla="*/ 114 h 171"/>
                <a:gd name="T44" fmla="*/ 176 w 186"/>
                <a:gd name="T45" fmla="*/ 42 h 171"/>
                <a:gd name="T46" fmla="*/ 170 w 186"/>
                <a:gd name="T47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6" h="171">
                  <a:moveTo>
                    <a:pt x="170" y="0"/>
                  </a:moveTo>
                  <a:cubicBezTo>
                    <a:pt x="169" y="0"/>
                    <a:pt x="167" y="0"/>
                    <a:pt x="167" y="1"/>
                  </a:cubicBezTo>
                  <a:cubicBezTo>
                    <a:pt x="160" y="9"/>
                    <a:pt x="147" y="9"/>
                    <a:pt x="150" y="26"/>
                  </a:cubicBezTo>
                  <a:cubicBezTo>
                    <a:pt x="155" y="59"/>
                    <a:pt x="130" y="84"/>
                    <a:pt x="104" y="93"/>
                  </a:cubicBezTo>
                  <a:cubicBezTo>
                    <a:pt x="96" y="96"/>
                    <a:pt x="89" y="100"/>
                    <a:pt x="87" y="108"/>
                  </a:cubicBezTo>
                  <a:cubicBezTo>
                    <a:pt x="84" y="120"/>
                    <a:pt x="77" y="121"/>
                    <a:pt x="66" y="120"/>
                  </a:cubicBezTo>
                  <a:cubicBezTo>
                    <a:pt x="39" y="116"/>
                    <a:pt x="17" y="126"/>
                    <a:pt x="0" y="149"/>
                  </a:cubicBezTo>
                  <a:cubicBezTo>
                    <a:pt x="3" y="148"/>
                    <a:pt x="6" y="146"/>
                    <a:pt x="9" y="146"/>
                  </a:cubicBezTo>
                  <a:cubicBezTo>
                    <a:pt x="15" y="146"/>
                    <a:pt x="21" y="138"/>
                    <a:pt x="27" y="142"/>
                  </a:cubicBezTo>
                  <a:cubicBezTo>
                    <a:pt x="38" y="150"/>
                    <a:pt x="26" y="154"/>
                    <a:pt x="24" y="160"/>
                  </a:cubicBezTo>
                  <a:cubicBezTo>
                    <a:pt x="24" y="162"/>
                    <a:pt x="25" y="166"/>
                    <a:pt x="27" y="168"/>
                  </a:cubicBezTo>
                  <a:cubicBezTo>
                    <a:pt x="27" y="169"/>
                    <a:pt x="29" y="171"/>
                    <a:pt x="31" y="168"/>
                  </a:cubicBezTo>
                  <a:cubicBezTo>
                    <a:pt x="36" y="159"/>
                    <a:pt x="45" y="160"/>
                    <a:pt x="53" y="157"/>
                  </a:cubicBezTo>
                  <a:cubicBezTo>
                    <a:pt x="58" y="156"/>
                    <a:pt x="62" y="150"/>
                    <a:pt x="53" y="146"/>
                  </a:cubicBezTo>
                  <a:cubicBezTo>
                    <a:pt x="49" y="144"/>
                    <a:pt x="46" y="142"/>
                    <a:pt x="48" y="137"/>
                  </a:cubicBezTo>
                  <a:cubicBezTo>
                    <a:pt x="51" y="130"/>
                    <a:pt x="57" y="134"/>
                    <a:pt x="62" y="133"/>
                  </a:cubicBezTo>
                  <a:cubicBezTo>
                    <a:pt x="66" y="132"/>
                    <a:pt x="72" y="133"/>
                    <a:pt x="71" y="140"/>
                  </a:cubicBezTo>
                  <a:cubicBezTo>
                    <a:pt x="70" y="147"/>
                    <a:pt x="69" y="155"/>
                    <a:pt x="77" y="155"/>
                  </a:cubicBezTo>
                  <a:cubicBezTo>
                    <a:pt x="83" y="154"/>
                    <a:pt x="90" y="144"/>
                    <a:pt x="89" y="138"/>
                  </a:cubicBezTo>
                  <a:cubicBezTo>
                    <a:pt x="86" y="126"/>
                    <a:pt x="94" y="127"/>
                    <a:pt x="98" y="129"/>
                  </a:cubicBezTo>
                  <a:cubicBezTo>
                    <a:pt x="118" y="142"/>
                    <a:pt x="133" y="113"/>
                    <a:pt x="153" y="121"/>
                  </a:cubicBezTo>
                  <a:cubicBezTo>
                    <a:pt x="153" y="121"/>
                    <a:pt x="155" y="117"/>
                    <a:pt x="156" y="114"/>
                  </a:cubicBezTo>
                  <a:cubicBezTo>
                    <a:pt x="159" y="89"/>
                    <a:pt x="160" y="64"/>
                    <a:pt x="176" y="42"/>
                  </a:cubicBezTo>
                  <a:cubicBezTo>
                    <a:pt x="186" y="28"/>
                    <a:pt x="166" y="15"/>
                    <a:pt x="17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auto">
            <a:xfrm>
              <a:off x="8258021" y="1122964"/>
              <a:ext cx="230834" cy="185749"/>
            </a:xfrm>
            <a:custGeom>
              <a:avLst/>
              <a:gdLst>
                <a:gd name="T0" fmla="*/ 33 w 129"/>
                <a:gd name="T1" fmla="*/ 70 h 104"/>
                <a:gd name="T2" fmla="*/ 34 w 129"/>
                <a:gd name="T3" fmla="*/ 72 h 104"/>
                <a:gd name="T4" fmla="*/ 61 w 129"/>
                <a:gd name="T5" fmla="*/ 90 h 104"/>
                <a:gd name="T6" fmla="*/ 89 w 129"/>
                <a:gd name="T7" fmla="*/ 96 h 104"/>
                <a:gd name="T8" fmla="*/ 119 w 129"/>
                <a:gd name="T9" fmla="*/ 82 h 104"/>
                <a:gd name="T10" fmla="*/ 121 w 129"/>
                <a:gd name="T11" fmla="*/ 78 h 104"/>
                <a:gd name="T12" fmla="*/ 124 w 129"/>
                <a:gd name="T13" fmla="*/ 60 h 104"/>
                <a:gd name="T14" fmla="*/ 106 w 129"/>
                <a:gd name="T15" fmla="*/ 57 h 104"/>
                <a:gd name="T16" fmla="*/ 82 w 129"/>
                <a:gd name="T17" fmla="*/ 31 h 104"/>
                <a:gd name="T18" fmla="*/ 77 w 129"/>
                <a:gd name="T19" fmla="*/ 13 h 104"/>
                <a:gd name="T20" fmla="*/ 57 w 129"/>
                <a:gd name="T21" fmla="*/ 3 h 104"/>
                <a:gd name="T22" fmla="*/ 12 w 129"/>
                <a:gd name="T23" fmla="*/ 33 h 104"/>
                <a:gd name="T24" fmla="*/ 0 w 129"/>
                <a:gd name="T25" fmla="*/ 37 h 104"/>
                <a:gd name="T26" fmla="*/ 10 w 129"/>
                <a:gd name="T27" fmla="*/ 42 h 104"/>
                <a:gd name="T28" fmla="*/ 33 w 129"/>
                <a:gd name="T29" fmla="*/ 7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9" h="104">
                  <a:moveTo>
                    <a:pt x="33" y="70"/>
                  </a:moveTo>
                  <a:cubicBezTo>
                    <a:pt x="33" y="71"/>
                    <a:pt x="34" y="71"/>
                    <a:pt x="34" y="72"/>
                  </a:cubicBezTo>
                  <a:cubicBezTo>
                    <a:pt x="43" y="77"/>
                    <a:pt x="46" y="92"/>
                    <a:pt x="61" y="90"/>
                  </a:cubicBezTo>
                  <a:cubicBezTo>
                    <a:pt x="70" y="88"/>
                    <a:pt x="79" y="92"/>
                    <a:pt x="89" y="96"/>
                  </a:cubicBezTo>
                  <a:cubicBezTo>
                    <a:pt x="105" y="104"/>
                    <a:pt x="116" y="97"/>
                    <a:pt x="119" y="82"/>
                  </a:cubicBezTo>
                  <a:cubicBezTo>
                    <a:pt x="119" y="80"/>
                    <a:pt x="121" y="79"/>
                    <a:pt x="121" y="78"/>
                  </a:cubicBezTo>
                  <a:cubicBezTo>
                    <a:pt x="125" y="73"/>
                    <a:pt x="129" y="66"/>
                    <a:pt x="124" y="60"/>
                  </a:cubicBezTo>
                  <a:cubicBezTo>
                    <a:pt x="119" y="53"/>
                    <a:pt x="112" y="55"/>
                    <a:pt x="106" y="57"/>
                  </a:cubicBezTo>
                  <a:cubicBezTo>
                    <a:pt x="91" y="60"/>
                    <a:pt x="77" y="47"/>
                    <a:pt x="82" y="31"/>
                  </a:cubicBezTo>
                  <a:cubicBezTo>
                    <a:pt x="84" y="23"/>
                    <a:pt x="86" y="18"/>
                    <a:pt x="77" y="13"/>
                  </a:cubicBezTo>
                  <a:cubicBezTo>
                    <a:pt x="70" y="9"/>
                    <a:pt x="60" y="0"/>
                    <a:pt x="57" y="3"/>
                  </a:cubicBezTo>
                  <a:cubicBezTo>
                    <a:pt x="44" y="18"/>
                    <a:pt x="13" y="0"/>
                    <a:pt x="12" y="33"/>
                  </a:cubicBezTo>
                  <a:cubicBezTo>
                    <a:pt x="12" y="34"/>
                    <a:pt x="7" y="35"/>
                    <a:pt x="0" y="37"/>
                  </a:cubicBezTo>
                  <a:cubicBezTo>
                    <a:pt x="6" y="40"/>
                    <a:pt x="8" y="41"/>
                    <a:pt x="10" y="42"/>
                  </a:cubicBezTo>
                  <a:cubicBezTo>
                    <a:pt x="27" y="49"/>
                    <a:pt x="30" y="53"/>
                    <a:pt x="33" y="7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auto">
            <a:xfrm>
              <a:off x="9592532" y="1483643"/>
              <a:ext cx="230834" cy="93776"/>
            </a:xfrm>
            <a:custGeom>
              <a:avLst/>
              <a:gdLst>
                <a:gd name="T0" fmla="*/ 19 w 129"/>
                <a:gd name="T1" fmla="*/ 46 h 53"/>
                <a:gd name="T2" fmla="*/ 50 w 129"/>
                <a:gd name="T3" fmla="*/ 44 h 53"/>
                <a:gd name="T4" fmla="*/ 118 w 129"/>
                <a:gd name="T5" fmla="*/ 37 h 53"/>
                <a:gd name="T6" fmla="*/ 127 w 129"/>
                <a:gd name="T7" fmla="*/ 24 h 53"/>
                <a:gd name="T8" fmla="*/ 119 w 129"/>
                <a:gd name="T9" fmla="*/ 16 h 53"/>
                <a:gd name="T10" fmla="*/ 81 w 129"/>
                <a:gd name="T11" fmla="*/ 5 h 53"/>
                <a:gd name="T12" fmla="*/ 67 w 129"/>
                <a:gd name="T13" fmla="*/ 12 h 53"/>
                <a:gd name="T14" fmla="*/ 53 w 129"/>
                <a:gd name="T15" fmla="*/ 17 h 53"/>
                <a:gd name="T16" fmla="*/ 36 w 129"/>
                <a:gd name="T17" fmla="*/ 6 h 53"/>
                <a:gd name="T18" fmla="*/ 4 w 129"/>
                <a:gd name="T19" fmla="*/ 17 h 53"/>
                <a:gd name="T20" fmla="*/ 19 w 129"/>
                <a:gd name="T21" fmla="*/ 4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9" h="53">
                  <a:moveTo>
                    <a:pt x="19" y="46"/>
                  </a:moveTo>
                  <a:cubicBezTo>
                    <a:pt x="31" y="53"/>
                    <a:pt x="39" y="42"/>
                    <a:pt x="50" y="44"/>
                  </a:cubicBezTo>
                  <a:cubicBezTo>
                    <a:pt x="72" y="40"/>
                    <a:pt x="96" y="44"/>
                    <a:pt x="118" y="37"/>
                  </a:cubicBezTo>
                  <a:cubicBezTo>
                    <a:pt x="124" y="35"/>
                    <a:pt x="126" y="30"/>
                    <a:pt x="127" y="24"/>
                  </a:cubicBezTo>
                  <a:cubicBezTo>
                    <a:pt x="129" y="18"/>
                    <a:pt x="123" y="18"/>
                    <a:pt x="119" y="16"/>
                  </a:cubicBezTo>
                  <a:cubicBezTo>
                    <a:pt x="106" y="13"/>
                    <a:pt x="94" y="9"/>
                    <a:pt x="81" y="5"/>
                  </a:cubicBezTo>
                  <a:cubicBezTo>
                    <a:pt x="75" y="3"/>
                    <a:pt x="68" y="5"/>
                    <a:pt x="67" y="12"/>
                  </a:cubicBezTo>
                  <a:cubicBezTo>
                    <a:pt x="64" y="25"/>
                    <a:pt x="58" y="18"/>
                    <a:pt x="53" y="17"/>
                  </a:cubicBezTo>
                  <a:cubicBezTo>
                    <a:pt x="45" y="16"/>
                    <a:pt x="42" y="9"/>
                    <a:pt x="36" y="6"/>
                  </a:cubicBezTo>
                  <a:cubicBezTo>
                    <a:pt x="24" y="0"/>
                    <a:pt x="8" y="5"/>
                    <a:pt x="4" y="17"/>
                  </a:cubicBezTo>
                  <a:cubicBezTo>
                    <a:pt x="0" y="32"/>
                    <a:pt x="6" y="40"/>
                    <a:pt x="19" y="4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6" name="Freeform 17"/>
            <p:cNvSpPr>
              <a:spLocks/>
            </p:cNvSpPr>
            <p:nvPr/>
          </p:nvSpPr>
          <p:spPr bwMode="auto">
            <a:xfrm>
              <a:off x="8485249" y="1270842"/>
              <a:ext cx="164109" cy="91972"/>
            </a:xfrm>
            <a:custGeom>
              <a:avLst/>
              <a:gdLst>
                <a:gd name="T0" fmla="*/ 84 w 92"/>
                <a:gd name="T1" fmla="*/ 33 h 52"/>
                <a:gd name="T2" fmla="*/ 92 w 92"/>
                <a:gd name="T3" fmla="*/ 27 h 52"/>
                <a:gd name="T4" fmla="*/ 86 w 92"/>
                <a:gd name="T5" fmla="*/ 20 h 52"/>
                <a:gd name="T6" fmla="*/ 50 w 92"/>
                <a:gd name="T7" fmla="*/ 7 h 52"/>
                <a:gd name="T8" fmla="*/ 28 w 92"/>
                <a:gd name="T9" fmla="*/ 7 h 52"/>
                <a:gd name="T10" fmla="*/ 0 w 92"/>
                <a:gd name="T11" fmla="*/ 52 h 52"/>
                <a:gd name="T12" fmla="*/ 45 w 92"/>
                <a:gd name="T13" fmla="*/ 40 h 52"/>
                <a:gd name="T14" fmla="*/ 84 w 92"/>
                <a:gd name="T15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52">
                  <a:moveTo>
                    <a:pt x="84" y="33"/>
                  </a:moveTo>
                  <a:cubicBezTo>
                    <a:pt x="88" y="33"/>
                    <a:pt x="92" y="31"/>
                    <a:pt x="92" y="27"/>
                  </a:cubicBezTo>
                  <a:cubicBezTo>
                    <a:pt x="92" y="23"/>
                    <a:pt x="88" y="22"/>
                    <a:pt x="86" y="20"/>
                  </a:cubicBezTo>
                  <a:cubicBezTo>
                    <a:pt x="74" y="12"/>
                    <a:pt x="63" y="8"/>
                    <a:pt x="50" y="7"/>
                  </a:cubicBezTo>
                  <a:cubicBezTo>
                    <a:pt x="41" y="6"/>
                    <a:pt x="31" y="0"/>
                    <a:pt x="28" y="7"/>
                  </a:cubicBezTo>
                  <a:cubicBezTo>
                    <a:pt x="21" y="22"/>
                    <a:pt x="5" y="30"/>
                    <a:pt x="0" y="52"/>
                  </a:cubicBezTo>
                  <a:cubicBezTo>
                    <a:pt x="15" y="41"/>
                    <a:pt x="30" y="41"/>
                    <a:pt x="45" y="40"/>
                  </a:cubicBezTo>
                  <a:cubicBezTo>
                    <a:pt x="58" y="38"/>
                    <a:pt x="71" y="35"/>
                    <a:pt x="84" y="3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7" name="Freeform 18"/>
            <p:cNvSpPr>
              <a:spLocks/>
            </p:cNvSpPr>
            <p:nvPr/>
          </p:nvSpPr>
          <p:spPr bwMode="auto">
            <a:xfrm>
              <a:off x="9724179" y="2664866"/>
              <a:ext cx="82956" cy="297559"/>
            </a:xfrm>
            <a:custGeom>
              <a:avLst/>
              <a:gdLst>
                <a:gd name="T0" fmla="*/ 7 w 46"/>
                <a:gd name="T1" fmla="*/ 21 h 166"/>
                <a:gd name="T2" fmla="*/ 13 w 46"/>
                <a:gd name="T3" fmla="*/ 81 h 166"/>
                <a:gd name="T4" fmla="*/ 13 w 46"/>
                <a:gd name="T5" fmla="*/ 126 h 166"/>
                <a:gd name="T6" fmla="*/ 9 w 46"/>
                <a:gd name="T7" fmla="*/ 166 h 166"/>
                <a:gd name="T8" fmla="*/ 16 w 46"/>
                <a:gd name="T9" fmla="*/ 140 h 166"/>
                <a:gd name="T10" fmla="*/ 15 w 46"/>
                <a:gd name="T11" fmla="*/ 126 h 166"/>
                <a:gd name="T12" fmla="*/ 15 w 46"/>
                <a:gd name="T13" fmla="*/ 126 h 166"/>
                <a:gd name="T14" fmla="*/ 33 w 46"/>
                <a:gd name="T15" fmla="*/ 98 h 166"/>
                <a:gd name="T16" fmla="*/ 39 w 46"/>
                <a:gd name="T17" fmla="*/ 89 h 166"/>
                <a:gd name="T18" fmla="*/ 25 w 46"/>
                <a:gd name="T19" fmla="*/ 0 h 166"/>
                <a:gd name="T20" fmla="*/ 7 w 46"/>
                <a:gd name="T21" fmla="*/ 21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166">
                  <a:moveTo>
                    <a:pt x="7" y="21"/>
                  </a:moveTo>
                  <a:cubicBezTo>
                    <a:pt x="0" y="43"/>
                    <a:pt x="16" y="60"/>
                    <a:pt x="13" y="81"/>
                  </a:cubicBezTo>
                  <a:cubicBezTo>
                    <a:pt x="11" y="95"/>
                    <a:pt x="1" y="111"/>
                    <a:pt x="13" y="126"/>
                  </a:cubicBezTo>
                  <a:cubicBezTo>
                    <a:pt x="9" y="139"/>
                    <a:pt x="8" y="152"/>
                    <a:pt x="9" y="166"/>
                  </a:cubicBezTo>
                  <a:cubicBezTo>
                    <a:pt x="19" y="159"/>
                    <a:pt x="25" y="153"/>
                    <a:pt x="16" y="140"/>
                  </a:cubicBezTo>
                  <a:cubicBezTo>
                    <a:pt x="14" y="137"/>
                    <a:pt x="15" y="130"/>
                    <a:pt x="15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23" y="117"/>
                    <a:pt x="17" y="95"/>
                    <a:pt x="33" y="98"/>
                  </a:cubicBezTo>
                  <a:cubicBezTo>
                    <a:pt x="46" y="100"/>
                    <a:pt x="41" y="93"/>
                    <a:pt x="39" y="89"/>
                  </a:cubicBezTo>
                  <a:cubicBezTo>
                    <a:pt x="31" y="60"/>
                    <a:pt x="19" y="32"/>
                    <a:pt x="25" y="0"/>
                  </a:cubicBezTo>
                  <a:cubicBezTo>
                    <a:pt x="14" y="4"/>
                    <a:pt x="10" y="10"/>
                    <a:pt x="7" y="2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8" name="Freeform 19"/>
            <p:cNvSpPr>
              <a:spLocks/>
            </p:cNvSpPr>
            <p:nvPr/>
          </p:nvSpPr>
          <p:spPr bwMode="auto">
            <a:xfrm>
              <a:off x="9720572" y="3005706"/>
              <a:ext cx="110008" cy="122631"/>
            </a:xfrm>
            <a:custGeom>
              <a:avLst/>
              <a:gdLst>
                <a:gd name="T0" fmla="*/ 54 w 61"/>
                <a:gd name="T1" fmla="*/ 33 h 68"/>
                <a:gd name="T2" fmla="*/ 7 w 61"/>
                <a:gd name="T3" fmla="*/ 0 h 68"/>
                <a:gd name="T4" fmla="*/ 4 w 61"/>
                <a:gd name="T5" fmla="*/ 32 h 68"/>
                <a:gd name="T6" fmla="*/ 21 w 61"/>
                <a:gd name="T7" fmla="*/ 64 h 68"/>
                <a:gd name="T8" fmla="*/ 29 w 61"/>
                <a:gd name="T9" fmla="*/ 64 h 68"/>
                <a:gd name="T10" fmla="*/ 53 w 61"/>
                <a:gd name="T11" fmla="*/ 49 h 68"/>
                <a:gd name="T12" fmla="*/ 61 w 61"/>
                <a:gd name="T13" fmla="*/ 41 h 68"/>
                <a:gd name="T14" fmla="*/ 54 w 61"/>
                <a:gd name="T15" fmla="*/ 3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8">
                  <a:moveTo>
                    <a:pt x="54" y="33"/>
                  </a:moveTo>
                  <a:cubicBezTo>
                    <a:pt x="33" y="30"/>
                    <a:pt x="20" y="16"/>
                    <a:pt x="7" y="0"/>
                  </a:cubicBezTo>
                  <a:cubicBezTo>
                    <a:pt x="13" y="12"/>
                    <a:pt x="7" y="22"/>
                    <a:pt x="4" y="32"/>
                  </a:cubicBezTo>
                  <a:cubicBezTo>
                    <a:pt x="0" y="47"/>
                    <a:pt x="6" y="57"/>
                    <a:pt x="21" y="64"/>
                  </a:cubicBezTo>
                  <a:cubicBezTo>
                    <a:pt x="24" y="65"/>
                    <a:pt x="28" y="68"/>
                    <a:pt x="29" y="64"/>
                  </a:cubicBezTo>
                  <a:cubicBezTo>
                    <a:pt x="33" y="51"/>
                    <a:pt x="43" y="50"/>
                    <a:pt x="53" y="49"/>
                  </a:cubicBezTo>
                  <a:cubicBezTo>
                    <a:pt x="56" y="48"/>
                    <a:pt x="61" y="46"/>
                    <a:pt x="61" y="41"/>
                  </a:cubicBezTo>
                  <a:cubicBezTo>
                    <a:pt x="61" y="37"/>
                    <a:pt x="58" y="33"/>
                    <a:pt x="54" y="3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59" name="Freeform 20"/>
            <p:cNvSpPr>
              <a:spLocks/>
            </p:cNvSpPr>
            <p:nvPr/>
          </p:nvSpPr>
          <p:spPr bwMode="auto">
            <a:xfrm>
              <a:off x="8656570" y="4729750"/>
              <a:ext cx="241655" cy="86563"/>
            </a:xfrm>
            <a:custGeom>
              <a:avLst/>
              <a:gdLst>
                <a:gd name="T0" fmla="*/ 69 w 135"/>
                <a:gd name="T1" fmla="*/ 25 h 48"/>
                <a:gd name="T2" fmla="*/ 0 w 135"/>
                <a:gd name="T3" fmla="*/ 15 h 48"/>
                <a:gd name="T4" fmla="*/ 135 w 135"/>
                <a:gd name="T5" fmla="*/ 48 h 48"/>
                <a:gd name="T6" fmla="*/ 69 w 135"/>
                <a:gd name="T7" fmla="*/ 2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48">
                  <a:moveTo>
                    <a:pt x="69" y="25"/>
                  </a:moveTo>
                  <a:cubicBezTo>
                    <a:pt x="48" y="28"/>
                    <a:pt x="29" y="0"/>
                    <a:pt x="0" y="15"/>
                  </a:cubicBezTo>
                  <a:cubicBezTo>
                    <a:pt x="44" y="40"/>
                    <a:pt x="88" y="39"/>
                    <a:pt x="135" y="48"/>
                  </a:cubicBezTo>
                  <a:cubicBezTo>
                    <a:pt x="113" y="24"/>
                    <a:pt x="94" y="20"/>
                    <a:pt x="69" y="2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0" name="Freeform 21"/>
            <p:cNvSpPr>
              <a:spLocks/>
            </p:cNvSpPr>
            <p:nvPr/>
          </p:nvSpPr>
          <p:spPr bwMode="auto">
            <a:xfrm>
              <a:off x="9056924" y="4580068"/>
              <a:ext cx="106401" cy="144271"/>
            </a:xfrm>
            <a:custGeom>
              <a:avLst/>
              <a:gdLst>
                <a:gd name="T0" fmla="*/ 39 w 59"/>
                <a:gd name="T1" fmla="*/ 19 h 81"/>
                <a:gd name="T2" fmla="*/ 12 w 59"/>
                <a:gd name="T3" fmla="*/ 1 h 81"/>
                <a:gd name="T4" fmla="*/ 3 w 59"/>
                <a:gd name="T5" fmla="*/ 41 h 81"/>
                <a:gd name="T6" fmla="*/ 12 w 59"/>
                <a:gd name="T7" fmla="*/ 68 h 81"/>
                <a:gd name="T8" fmla="*/ 14 w 59"/>
                <a:gd name="T9" fmla="*/ 80 h 81"/>
                <a:gd name="T10" fmla="*/ 20 w 59"/>
                <a:gd name="T11" fmla="*/ 68 h 81"/>
                <a:gd name="T12" fmla="*/ 20 w 59"/>
                <a:gd name="T13" fmla="*/ 38 h 81"/>
                <a:gd name="T14" fmla="*/ 27 w 59"/>
                <a:gd name="T15" fmla="*/ 30 h 81"/>
                <a:gd name="T16" fmla="*/ 35 w 59"/>
                <a:gd name="T17" fmla="*/ 34 h 81"/>
                <a:gd name="T18" fmla="*/ 43 w 59"/>
                <a:gd name="T19" fmla="*/ 69 h 81"/>
                <a:gd name="T20" fmla="*/ 54 w 59"/>
                <a:gd name="T21" fmla="*/ 47 h 81"/>
                <a:gd name="T22" fmla="*/ 39 w 59"/>
                <a:gd name="T2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81">
                  <a:moveTo>
                    <a:pt x="39" y="19"/>
                  </a:moveTo>
                  <a:cubicBezTo>
                    <a:pt x="34" y="10"/>
                    <a:pt x="21" y="6"/>
                    <a:pt x="12" y="1"/>
                  </a:cubicBezTo>
                  <a:cubicBezTo>
                    <a:pt x="10" y="0"/>
                    <a:pt x="0" y="40"/>
                    <a:pt x="3" y="41"/>
                  </a:cubicBezTo>
                  <a:cubicBezTo>
                    <a:pt x="19" y="45"/>
                    <a:pt x="9" y="59"/>
                    <a:pt x="12" y="68"/>
                  </a:cubicBezTo>
                  <a:cubicBezTo>
                    <a:pt x="14" y="72"/>
                    <a:pt x="6" y="78"/>
                    <a:pt x="14" y="80"/>
                  </a:cubicBezTo>
                  <a:cubicBezTo>
                    <a:pt x="23" y="81"/>
                    <a:pt x="20" y="73"/>
                    <a:pt x="20" y="68"/>
                  </a:cubicBezTo>
                  <a:cubicBezTo>
                    <a:pt x="21" y="58"/>
                    <a:pt x="20" y="48"/>
                    <a:pt x="20" y="38"/>
                  </a:cubicBezTo>
                  <a:cubicBezTo>
                    <a:pt x="20" y="33"/>
                    <a:pt x="21" y="29"/>
                    <a:pt x="27" y="30"/>
                  </a:cubicBezTo>
                  <a:cubicBezTo>
                    <a:pt x="30" y="30"/>
                    <a:pt x="37" y="29"/>
                    <a:pt x="35" y="34"/>
                  </a:cubicBezTo>
                  <a:cubicBezTo>
                    <a:pt x="32" y="48"/>
                    <a:pt x="48" y="53"/>
                    <a:pt x="43" y="69"/>
                  </a:cubicBezTo>
                  <a:cubicBezTo>
                    <a:pt x="51" y="61"/>
                    <a:pt x="59" y="61"/>
                    <a:pt x="54" y="47"/>
                  </a:cubicBezTo>
                  <a:cubicBezTo>
                    <a:pt x="49" y="37"/>
                    <a:pt x="45" y="27"/>
                    <a:pt x="39" y="1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1" name="Freeform 22"/>
            <p:cNvSpPr>
              <a:spLocks/>
            </p:cNvSpPr>
            <p:nvPr/>
          </p:nvSpPr>
          <p:spPr bwMode="auto">
            <a:xfrm>
              <a:off x="9076762" y="3965111"/>
              <a:ext cx="73940" cy="144271"/>
            </a:xfrm>
            <a:custGeom>
              <a:avLst/>
              <a:gdLst>
                <a:gd name="T0" fmla="*/ 16 w 41"/>
                <a:gd name="T1" fmla="*/ 62 h 81"/>
                <a:gd name="T2" fmla="*/ 21 w 41"/>
                <a:gd name="T3" fmla="*/ 69 h 81"/>
                <a:gd name="T4" fmla="*/ 27 w 41"/>
                <a:gd name="T5" fmla="*/ 78 h 81"/>
                <a:gd name="T6" fmla="*/ 29 w 41"/>
                <a:gd name="T7" fmla="*/ 65 h 81"/>
                <a:gd name="T8" fmla="*/ 36 w 41"/>
                <a:gd name="T9" fmla="*/ 35 h 81"/>
                <a:gd name="T10" fmla="*/ 41 w 41"/>
                <a:gd name="T11" fmla="*/ 24 h 81"/>
                <a:gd name="T12" fmla="*/ 26 w 41"/>
                <a:gd name="T13" fmla="*/ 1 h 81"/>
                <a:gd name="T14" fmla="*/ 17 w 41"/>
                <a:gd name="T15" fmla="*/ 17 h 81"/>
                <a:gd name="T16" fmla="*/ 12 w 41"/>
                <a:gd name="T17" fmla="*/ 39 h 81"/>
                <a:gd name="T18" fmla="*/ 16 w 41"/>
                <a:gd name="T19" fmla="*/ 6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81">
                  <a:moveTo>
                    <a:pt x="16" y="62"/>
                  </a:moveTo>
                  <a:cubicBezTo>
                    <a:pt x="18" y="64"/>
                    <a:pt x="21" y="65"/>
                    <a:pt x="21" y="69"/>
                  </a:cubicBezTo>
                  <a:cubicBezTo>
                    <a:pt x="22" y="73"/>
                    <a:pt x="19" y="81"/>
                    <a:pt x="27" y="78"/>
                  </a:cubicBezTo>
                  <a:cubicBezTo>
                    <a:pt x="35" y="76"/>
                    <a:pt x="31" y="69"/>
                    <a:pt x="29" y="65"/>
                  </a:cubicBezTo>
                  <a:cubicBezTo>
                    <a:pt x="23" y="52"/>
                    <a:pt x="25" y="42"/>
                    <a:pt x="36" y="35"/>
                  </a:cubicBezTo>
                  <a:cubicBezTo>
                    <a:pt x="40" y="32"/>
                    <a:pt x="41" y="29"/>
                    <a:pt x="41" y="24"/>
                  </a:cubicBezTo>
                  <a:cubicBezTo>
                    <a:pt x="39" y="14"/>
                    <a:pt x="41" y="2"/>
                    <a:pt x="26" y="1"/>
                  </a:cubicBezTo>
                  <a:cubicBezTo>
                    <a:pt x="10" y="0"/>
                    <a:pt x="20" y="12"/>
                    <a:pt x="17" y="17"/>
                  </a:cubicBezTo>
                  <a:cubicBezTo>
                    <a:pt x="11" y="23"/>
                    <a:pt x="16" y="34"/>
                    <a:pt x="12" y="39"/>
                  </a:cubicBezTo>
                  <a:cubicBezTo>
                    <a:pt x="0" y="50"/>
                    <a:pt x="9" y="56"/>
                    <a:pt x="16" y="6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2" name="Freeform 23"/>
            <p:cNvSpPr>
              <a:spLocks/>
            </p:cNvSpPr>
            <p:nvPr/>
          </p:nvSpPr>
          <p:spPr bwMode="auto">
            <a:xfrm>
              <a:off x="9208409" y="4255457"/>
              <a:ext cx="64922" cy="104597"/>
            </a:xfrm>
            <a:custGeom>
              <a:avLst/>
              <a:gdLst>
                <a:gd name="T0" fmla="*/ 1 w 37"/>
                <a:gd name="T1" fmla="*/ 42 h 59"/>
                <a:gd name="T2" fmla="*/ 16 w 37"/>
                <a:gd name="T3" fmla="*/ 57 h 59"/>
                <a:gd name="T4" fmla="*/ 20 w 37"/>
                <a:gd name="T5" fmla="*/ 46 h 59"/>
                <a:gd name="T6" fmla="*/ 37 w 37"/>
                <a:gd name="T7" fmla="*/ 36 h 59"/>
                <a:gd name="T8" fmla="*/ 31 w 37"/>
                <a:gd name="T9" fmla="*/ 0 h 59"/>
                <a:gd name="T10" fmla="*/ 1 w 37"/>
                <a:gd name="T11" fmla="*/ 4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59">
                  <a:moveTo>
                    <a:pt x="1" y="42"/>
                  </a:moveTo>
                  <a:cubicBezTo>
                    <a:pt x="0" y="54"/>
                    <a:pt x="9" y="56"/>
                    <a:pt x="16" y="57"/>
                  </a:cubicBezTo>
                  <a:cubicBezTo>
                    <a:pt x="28" y="59"/>
                    <a:pt x="20" y="50"/>
                    <a:pt x="20" y="46"/>
                  </a:cubicBezTo>
                  <a:cubicBezTo>
                    <a:pt x="19" y="28"/>
                    <a:pt x="30" y="36"/>
                    <a:pt x="37" y="36"/>
                  </a:cubicBezTo>
                  <a:cubicBezTo>
                    <a:pt x="35" y="24"/>
                    <a:pt x="33" y="12"/>
                    <a:pt x="31" y="0"/>
                  </a:cubicBezTo>
                  <a:cubicBezTo>
                    <a:pt x="2" y="21"/>
                    <a:pt x="3" y="21"/>
                    <a:pt x="1" y="4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3" name="Freeform 24"/>
            <p:cNvSpPr>
              <a:spLocks/>
            </p:cNvSpPr>
            <p:nvPr/>
          </p:nvSpPr>
          <p:spPr bwMode="auto">
            <a:xfrm>
              <a:off x="9412193" y="3427700"/>
              <a:ext cx="1804" cy="1803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1 h 1"/>
                <a:gd name="T10" fmla="*/ 0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4" name="Freeform 25"/>
            <p:cNvSpPr>
              <a:spLocks/>
            </p:cNvSpPr>
            <p:nvPr/>
          </p:nvSpPr>
          <p:spPr bwMode="auto">
            <a:xfrm>
              <a:off x="9372518" y="3429504"/>
              <a:ext cx="77546" cy="95579"/>
            </a:xfrm>
            <a:custGeom>
              <a:avLst/>
              <a:gdLst>
                <a:gd name="T0" fmla="*/ 6 w 44"/>
                <a:gd name="T1" fmla="*/ 19 h 53"/>
                <a:gd name="T2" fmla="*/ 12 w 44"/>
                <a:gd name="T3" fmla="*/ 35 h 53"/>
                <a:gd name="T4" fmla="*/ 15 w 44"/>
                <a:gd name="T5" fmla="*/ 50 h 53"/>
                <a:gd name="T6" fmla="*/ 28 w 44"/>
                <a:gd name="T7" fmla="*/ 44 h 53"/>
                <a:gd name="T8" fmla="*/ 22 w 44"/>
                <a:gd name="T9" fmla="*/ 6 h 53"/>
                <a:gd name="T10" fmla="*/ 22 w 44"/>
                <a:gd name="T11" fmla="*/ 0 h 53"/>
                <a:gd name="T12" fmla="*/ 6 w 44"/>
                <a:gd name="T13" fmla="*/ 10 h 53"/>
                <a:gd name="T14" fmla="*/ 6 w 44"/>
                <a:gd name="T15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53">
                  <a:moveTo>
                    <a:pt x="6" y="19"/>
                  </a:moveTo>
                  <a:cubicBezTo>
                    <a:pt x="16" y="23"/>
                    <a:pt x="16" y="23"/>
                    <a:pt x="12" y="35"/>
                  </a:cubicBezTo>
                  <a:cubicBezTo>
                    <a:pt x="10" y="41"/>
                    <a:pt x="9" y="47"/>
                    <a:pt x="15" y="50"/>
                  </a:cubicBezTo>
                  <a:cubicBezTo>
                    <a:pt x="21" y="53"/>
                    <a:pt x="25" y="50"/>
                    <a:pt x="28" y="44"/>
                  </a:cubicBezTo>
                  <a:cubicBezTo>
                    <a:pt x="32" y="30"/>
                    <a:pt x="44" y="15"/>
                    <a:pt x="22" y="6"/>
                  </a:cubicBezTo>
                  <a:cubicBezTo>
                    <a:pt x="19" y="5"/>
                    <a:pt x="20" y="2"/>
                    <a:pt x="22" y="0"/>
                  </a:cubicBezTo>
                  <a:cubicBezTo>
                    <a:pt x="16" y="4"/>
                    <a:pt x="11" y="6"/>
                    <a:pt x="6" y="10"/>
                  </a:cubicBezTo>
                  <a:cubicBezTo>
                    <a:pt x="3" y="12"/>
                    <a:pt x="0" y="17"/>
                    <a:pt x="6" y="1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5" name="Freeform 26"/>
            <p:cNvSpPr>
              <a:spLocks/>
            </p:cNvSpPr>
            <p:nvPr/>
          </p:nvSpPr>
          <p:spPr bwMode="auto">
            <a:xfrm>
              <a:off x="9859434" y="1532335"/>
              <a:ext cx="128041" cy="39675"/>
            </a:xfrm>
            <a:custGeom>
              <a:avLst/>
              <a:gdLst>
                <a:gd name="T0" fmla="*/ 71 w 71"/>
                <a:gd name="T1" fmla="*/ 13 h 22"/>
                <a:gd name="T2" fmla="*/ 0 w 71"/>
                <a:gd name="T3" fmla="*/ 0 h 22"/>
                <a:gd name="T4" fmla="*/ 71 w 71"/>
                <a:gd name="T5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22">
                  <a:moveTo>
                    <a:pt x="71" y="13"/>
                  </a:moveTo>
                  <a:cubicBezTo>
                    <a:pt x="49" y="5"/>
                    <a:pt x="27" y="1"/>
                    <a:pt x="0" y="0"/>
                  </a:cubicBezTo>
                  <a:cubicBezTo>
                    <a:pt x="24" y="18"/>
                    <a:pt x="46" y="22"/>
                    <a:pt x="71" y="1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6" name="Freeform 27"/>
            <p:cNvSpPr>
              <a:spLocks/>
            </p:cNvSpPr>
            <p:nvPr/>
          </p:nvSpPr>
          <p:spPr bwMode="auto">
            <a:xfrm>
              <a:off x="9704342" y="1627914"/>
              <a:ext cx="72136" cy="37871"/>
            </a:xfrm>
            <a:custGeom>
              <a:avLst/>
              <a:gdLst>
                <a:gd name="T0" fmla="*/ 1 w 40"/>
                <a:gd name="T1" fmla="*/ 9 h 21"/>
                <a:gd name="T2" fmla="*/ 13 w 40"/>
                <a:gd name="T3" fmla="*/ 16 h 21"/>
                <a:gd name="T4" fmla="*/ 40 w 40"/>
                <a:gd name="T5" fmla="*/ 21 h 21"/>
                <a:gd name="T6" fmla="*/ 14 w 40"/>
                <a:gd name="T7" fmla="*/ 0 h 21"/>
                <a:gd name="T8" fmla="*/ 1 w 40"/>
                <a:gd name="T9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21">
                  <a:moveTo>
                    <a:pt x="1" y="9"/>
                  </a:moveTo>
                  <a:cubicBezTo>
                    <a:pt x="1" y="15"/>
                    <a:pt x="8" y="16"/>
                    <a:pt x="13" y="16"/>
                  </a:cubicBezTo>
                  <a:cubicBezTo>
                    <a:pt x="21" y="17"/>
                    <a:pt x="29" y="19"/>
                    <a:pt x="40" y="21"/>
                  </a:cubicBezTo>
                  <a:cubicBezTo>
                    <a:pt x="35" y="4"/>
                    <a:pt x="25" y="1"/>
                    <a:pt x="14" y="0"/>
                  </a:cubicBezTo>
                  <a:cubicBezTo>
                    <a:pt x="9" y="0"/>
                    <a:pt x="0" y="1"/>
                    <a:pt x="1" y="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7" name="Freeform 28"/>
            <p:cNvSpPr>
              <a:spLocks/>
            </p:cNvSpPr>
            <p:nvPr/>
          </p:nvSpPr>
          <p:spPr bwMode="auto">
            <a:xfrm>
              <a:off x="9087582" y="3741491"/>
              <a:ext cx="46888" cy="84759"/>
            </a:xfrm>
            <a:custGeom>
              <a:avLst/>
              <a:gdLst>
                <a:gd name="T0" fmla="*/ 26 w 26"/>
                <a:gd name="T1" fmla="*/ 0 h 47"/>
                <a:gd name="T2" fmla="*/ 14 w 26"/>
                <a:gd name="T3" fmla="*/ 47 h 47"/>
                <a:gd name="T4" fmla="*/ 26 w 26"/>
                <a:gd name="T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47">
                  <a:moveTo>
                    <a:pt x="26" y="0"/>
                  </a:moveTo>
                  <a:cubicBezTo>
                    <a:pt x="3" y="18"/>
                    <a:pt x="0" y="31"/>
                    <a:pt x="14" y="47"/>
                  </a:cubicBezTo>
                  <a:cubicBezTo>
                    <a:pt x="20" y="32"/>
                    <a:pt x="24" y="17"/>
                    <a:pt x="26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8" name="Freeform 29"/>
            <p:cNvSpPr>
              <a:spLocks/>
            </p:cNvSpPr>
            <p:nvPr/>
          </p:nvSpPr>
          <p:spPr bwMode="auto">
            <a:xfrm>
              <a:off x="8752151" y="3905599"/>
              <a:ext cx="64922" cy="54102"/>
            </a:xfrm>
            <a:custGeom>
              <a:avLst/>
              <a:gdLst>
                <a:gd name="T0" fmla="*/ 36 w 36"/>
                <a:gd name="T1" fmla="*/ 0 h 30"/>
                <a:gd name="T2" fmla="*/ 2 w 36"/>
                <a:gd name="T3" fmla="*/ 19 h 30"/>
                <a:gd name="T4" fmla="*/ 9 w 36"/>
                <a:gd name="T5" fmla="*/ 28 h 30"/>
                <a:gd name="T6" fmla="*/ 36 w 36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0">
                  <a:moveTo>
                    <a:pt x="36" y="0"/>
                  </a:moveTo>
                  <a:cubicBezTo>
                    <a:pt x="20" y="7"/>
                    <a:pt x="7" y="6"/>
                    <a:pt x="2" y="19"/>
                  </a:cubicBezTo>
                  <a:cubicBezTo>
                    <a:pt x="0" y="24"/>
                    <a:pt x="4" y="27"/>
                    <a:pt x="9" y="28"/>
                  </a:cubicBezTo>
                  <a:cubicBezTo>
                    <a:pt x="25" y="30"/>
                    <a:pt x="27" y="16"/>
                    <a:pt x="36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69" name="Freeform 30"/>
            <p:cNvSpPr>
              <a:spLocks noEditPoints="1"/>
            </p:cNvSpPr>
            <p:nvPr/>
          </p:nvSpPr>
          <p:spPr bwMode="auto">
            <a:xfrm>
              <a:off x="595403" y="1584632"/>
              <a:ext cx="3421038" cy="2770012"/>
            </a:xfrm>
            <a:custGeom>
              <a:avLst/>
              <a:gdLst>
                <a:gd name="T0" fmla="*/ 1866 w 1914"/>
                <a:gd name="T1" fmla="*/ 600 h 1549"/>
                <a:gd name="T2" fmla="*/ 1736 w 1914"/>
                <a:gd name="T3" fmla="*/ 439 h 1549"/>
                <a:gd name="T4" fmla="*/ 1632 w 1914"/>
                <a:gd name="T5" fmla="*/ 406 h 1549"/>
                <a:gd name="T6" fmla="*/ 1480 w 1914"/>
                <a:gd name="T7" fmla="*/ 459 h 1549"/>
                <a:gd name="T8" fmla="*/ 1468 w 1914"/>
                <a:gd name="T9" fmla="*/ 644 h 1549"/>
                <a:gd name="T10" fmla="*/ 1258 w 1914"/>
                <a:gd name="T11" fmla="*/ 476 h 1549"/>
                <a:gd name="T12" fmla="*/ 1305 w 1914"/>
                <a:gd name="T13" fmla="*/ 330 h 1549"/>
                <a:gd name="T14" fmla="*/ 1364 w 1914"/>
                <a:gd name="T15" fmla="*/ 352 h 1549"/>
                <a:gd name="T16" fmla="*/ 1453 w 1914"/>
                <a:gd name="T17" fmla="*/ 334 h 1549"/>
                <a:gd name="T18" fmla="*/ 1450 w 1914"/>
                <a:gd name="T19" fmla="*/ 233 h 1549"/>
                <a:gd name="T20" fmla="*/ 1537 w 1914"/>
                <a:gd name="T21" fmla="*/ 196 h 1549"/>
                <a:gd name="T22" fmla="*/ 1520 w 1914"/>
                <a:gd name="T23" fmla="*/ 289 h 1549"/>
                <a:gd name="T24" fmla="*/ 1576 w 1914"/>
                <a:gd name="T25" fmla="*/ 337 h 1549"/>
                <a:gd name="T26" fmla="*/ 1691 w 1914"/>
                <a:gd name="T27" fmla="*/ 369 h 1549"/>
                <a:gd name="T28" fmla="*/ 1697 w 1914"/>
                <a:gd name="T29" fmla="*/ 278 h 1549"/>
                <a:gd name="T30" fmla="*/ 1750 w 1914"/>
                <a:gd name="T31" fmla="*/ 244 h 1549"/>
                <a:gd name="T32" fmla="*/ 1639 w 1914"/>
                <a:gd name="T33" fmla="*/ 125 h 1549"/>
                <a:gd name="T34" fmla="*/ 1498 w 1914"/>
                <a:gd name="T35" fmla="*/ 34 h 1549"/>
                <a:gd name="T36" fmla="*/ 1302 w 1914"/>
                <a:gd name="T37" fmla="*/ 122 h 1549"/>
                <a:gd name="T38" fmla="*/ 1298 w 1914"/>
                <a:gd name="T39" fmla="*/ 166 h 1549"/>
                <a:gd name="T40" fmla="*/ 1289 w 1914"/>
                <a:gd name="T41" fmla="*/ 36 h 1549"/>
                <a:gd name="T42" fmla="*/ 1198 w 1914"/>
                <a:gd name="T43" fmla="*/ 110 h 1549"/>
                <a:gd name="T44" fmla="*/ 1171 w 1914"/>
                <a:gd name="T45" fmla="*/ 157 h 1549"/>
                <a:gd name="T46" fmla="*/ 1132 w 1914"/>
                <a:gd name="T47" fmla="*/ 211 h 1549"/>
                <a:gd name="T48" fmla="*/ 1096 w 1914"/>
                <a:gd name="T49" fmla="*/ 170 h 1549"/>
                <a:gd name="T50" fmla="*/ 1005 w 1914"/>
                <a:gd name="T51" fmla="*/ 44 h 1549"/>
                <a:gd name="T52" fmla="*/ 957 w 1914"/>
                <a:gd name="T53" fmla="*/ 62 h 1549"/>
                <a:gd name="T54" fmla="*/ 872 w 1914"/>
                <a:gd name="T55" fmla="*/ 34 h 1549"/>
                <a:gd name="T56" fmla="*/ 733 w 1914"/>
                <a:gd name="T57" fmla="*/ 38 h 1549"/>
                <a:gd name="T58" fmla="*/ 827 w 1914"/>
                <a:gd name="T59" fmla="*/ 62 h 1549"/>
                <a:gd name="T60" fmla="*/ 913 w 1914"/>
                <a:gd name="T61" fmla="*/ 138 h 1549"/>
                <a:gd name="T62" fmla="*/ 841 w 1914"/>
                <a:gd name="T63" fmla="*/ 175 h 1549"/>
                <a:gd name="T64" fmla="*/ 655 w 1914"/>
                <a:gd name="T65" fmla="*/ 143 h 1549"/>
                <a:gd name="T66" fmla="*/ 434 w 1914"/>
                <a:gd name="T67" fmla="*/ 147 h 1549"/>
                <a:gd name="T68" fmla="*/ 105 w 1914"/>
                <a:gd name="T69" fmla="*/ 137 h 1549"/>
                <a:gd name="T70" fmla="*/ 65 w 1914"/>
                <a:gd name="T71" fmla="*/ 247 h 1549"/>
                <a:gd name="T72" fmla="*/ 104 w 1914"/>
                <a:gd name="T73" fmla="*/ 336 h 1549"/>
                <a:gd name="T74" fmla="*/ 98 w 1914"/>
                <a:gd name="T75" fmla="*/ 478 h 1549"/>
                <a:gd name="T76" fmla="*/ 85 w 1914"/>
                <a:gd name="T77" fmla="*/ 575 h 1549"/>
                <a:gd name="T78" fmla="*/ 226 w 1914"/>
                <a:gd name="T79" fmla="*/ 525 h 1549"/>
                <a:gd name="T80" fmla="*/ 323 w 1914"/>
                <a:gd name="T81" fmla="*/ 459 h 1549"/>
                <a:gd name="T82" fmla="*/ 563 w 1914"/>
                <a:gd name="T83" fmla="*/ 509 h 1549"/>
                <a:gd name="T84" fmla="*/ 670 w 1914"/>
                <a:gd name="T85" fmla="*/ 698 h 1549"/>
                <a:gd name="T86" fmla="*/ 763 w 1914"/>
                <a:gd name="T87" fmla="*/ 1000 h 1549"/>
                <a:gd name="T88" fmla="*/ 900 w 1914"/>
                <a:gd name="T89" fmla="*/ 1181 h 1549"/>
                <a:gd name="T90" fmla="*/ 976 w 1914"/>
                <a:gd name="T91" fmla="*/ 1231 h 1549"/>
                <a:gd name="T92" fmla="*/ 1031 w 1914"/>
                <a:gd name="T93" fmla="*/ 1298 h 1549"/>
                <a:gd name="T94" fmla="*/ 1317 w 1914"/>
                <a:gd name="T95" fmla="*/ 1436 h 1549"/>
                <a:gd name="T96" fmla="*/ 1436 w 1914"/>
                <a:gd name="T97" fmla="*/ 1537 h 1549"/>
                <a:gd name="T98" fmla="*/ 1425 w 1914"/>
                <a:gd name="T99" fmla="*/ 1479 h 1549"/>
                <a:gd name="T100" fmla="*/ 1324 w 1914"/>
                <a:gd name="T101" fmla="*/ 1361 h 1549"/>
                <a:gd name="T102" fmla="*/ 1294 w 1914"/>
                <a:gd name="T103" fmla="*/ 1266 h 1549"/>
                <a:gd name="T104" fmla="*/ 1183 w 1914"/>
                <a:gd name="T105" fmla="*/ 1212 h 1549"/>
                <a:gd name="T106" fmla="*/ 1317 w 1914"/>
                <a:gd name="T107" fmla="*/ 1119 h 1549"/>
                <a:gd name="T108" fmla="*/ 1431 w 1914"/>
                <a:gd name="T109" fmla="*/ 1208 h 1549"/>
                <a:gd name="T110" fmla="*/ 1517 w 1914"/>
                <a:gd name="T111" fmla="*/ 1033 h 1549"/>
                <a:gd name="T112" fmla="*/ 1628 w 1914"/>
                <a:gd name="T113" fmla="*/ 858 h 1549"/>
                <a:gd name="T114" fmla="*/ 1773 w 1914"/>
                <a:gd name="T115" fmla="*/ 814 h 1549"/>
                <a:gd name="T116" fmla="*/ 1715 w 1914"/>
                <a:gd name="T117" fmla="*/ 696 h 1549"/>
                <a:gd name="T118" fmla="*/ 1887 w 1914"/>
                <a:gd name="T119" fmla="*/ 756 h 1549"/>
                <a:gd name="T120" fmla="*/ 955 w 1914"/>
                <a:gd name="T121" fmla="*/ 1182 h 1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914" h="1549">
                  <a:moveTo>
                    <a:pt x="1906" y="722"/>
                  </a:moveTo>
                  <a:cubicBezTo>
                    <a:pt x="1904" y="704"/>
                    <a:pt x="1897" y="696"/>
                    <a:pt x="1879" y="700"/>
                  </a:cubicBezTo>
                  <a:cubicBezTo>
                    <a:pt x="1867" y="702"/>
                    <a:pt x="1863" y="694"/>
                    <a:pt x="1866" y="682"/>
                  </a:cubicBezTo>
                  <a:cubicBezTo>
                    <a:pt x="1868" y="674"/>
                    <a:pt x="1866" y="665"/>
                    <a:pt x="1873" y="657"/>
                  </a:cubicBezTo>
                  <a:cubicBezTo>
                    <a:pt x="1881" y="645"/>
                    <a:pt x="1876" y="604"/>
                    <a:pt x="1866" y="600"/>
                  </a:cubicBezTo>
                  <a:cubicBezTo>
                    <a:pt x="1847" y="592"/>
                    <a:pt x="1842" y="566"/>
                    <a:pt x="1820" y="562"/>
                  </a:cubicBezTo>
                  <a:cubicBezTo>
                    <a:pt x="1815" y="561"/>
                    <a:pt x="1811" y="558"/>
                    <a:pt x="1806" y="555"/>
                  </a:cubicBezTo>
                  <a:cubicBezTo>
                    <a:pt x="1796" y="548"/>
                    <a:pt x="1782" y="542"/>
                    <a:pt x="1781" y="530"/>
                  </a:cubicBezTo>
                  <a:cubicBezTo>
                    <a:pt x="1778" y="499"/>
                    <a:pt x="1757" y="479"/>
                    <a:pt x="1746" y="454"/>
                  </a:cubicBezTo>
                  <a:cubicBezTo>
                    <a:pt x="1744" y="448"/>
                    <a:pt x="1739" y="445"/>
                    <a:pt x="1736" y="439"/>
                  </a:cubicBezTo>
                  <a:cubicBezTo>
                    <a:pt x="1730" y="429"/>
                    <a:pt x="1720" y="426"/>
                    <a:pt x="1710" y="428"/>
                  </a:cubicBezTo>
                  <a:cubicBezTo>
                    <a:pt x="1701" y="430"/>
                    <a:pt x="1693" y="434"/>
                    <a:pt x="1692" y="448"/>
                  </a:cubicBezTo>
                  <a:cubicBezTo>
                    <a:pt x="1692" y="461"/>
                    <a:pt x="1682" y="470"/>
                    <a:pt x="1670" y="468"/>
                  </a:cubicBezTo>
                  <a:cubicBezTo>
                    <a:pt x="1649" y="465"/>
                    <a:pt x="1644" y="453"/>
                    <a:pt x="1649" y="429"/>
                  </a:cubicBezTo>
                  <a:cubicBezTo>
                    <a:pt x="1651" y="415"/>
                    <a:pt x="1649" y="404"/>
                    <a:pt x="1632" y="406"/>
                  </a:cubicBezTo>
                  <a:cubicBezTo>
                    <a:pt x="1621" y="408"/>
                    <a:pt x="1615" y="402"/>
                    <a:pt x="1609" y="393"/>
                  </a:cubicBezTo>
                  <a:cubicBezTo>
                    <a:pt x="1598" y="377"/>
                    <a:pt x="1584" y="364"/>
                    <a:pt x="1563" y="368"/>
                  </a:cubicBezTo>
                  <a:cubicBezTo>
                    <a:pt x="1549" y="370"/>
                    <a:pt x="1536" y="368"/>
                    <a:pt x="1522" y="365"/>
                  </a:cubicBezTo>
                  <a:cubicBezTo>
                    <a:pt x="1489" y="355"/>
                    <a:pt x="1480" y="368"/>
                    <a:pt x="1485" y="404"/>
                  </a:cubicBezTo>
                  <a:cubicBezTo>
                    <a:pt x="1487" y="421"/>
                    <a:pt x="1496" y="441"/>
                    <a:pt x="1480" y="459"/>
                  </a:cubicBezTo>
                  <a:cubicBezTo>
                    <a:pt x="1471" y="470"/>
                    <a:pt x="1480" y="495"/>
                    <a:pt x="1492" y="504"/>
                  </a:cubicBezTo>
                  <a:cubicBezTo>
                    <a:pt x="1515" y="520"/>
                    <a:pt x="1509" y="540"/>
                    <a:pt x="1491" y="551"/>
                  </a:cubicBezTo>
                  <a:cubicBezTo>
                    <a:pt x="1487" y="553"/>
                    <a:pt x="1484" y="557"/>
                    <a:pt x="1480" y="559"/>
                  </a:cubicBezTo>
                  <a:cubicBezTo>
                    <a:pt x="1456" y="571"/>
                    <a:pt x="1454" y="578"/>
                    <a:pt x="1463" y="604"/>
                  </a:cubicBezTo>
                  <a:cubicBezTo>
                    <a:pt x="1468" y="617"/>
                    <a:pt x="1475" y="630"/>
                    <a:pt x="1468" y="644"/>
                  </a:cubicBezTo>
                  <a:cubicBezTo>
                    <a:pt x="1443" y="628"/>
                    <a:pt x="1435" y="603"/>
                    <a:pt x="1435" y="576"/>
                  </a:cubicBezTo>
                  <a:cubicBezTo>
                    <a:pt x="1436" y="558"/>
                    <a:pt x="1429" y="553"/>
                    <a:pt x="1414" y="555"/>
                  </a:cubicBezTo>
                  <a:cubicBezTo>
                    <a:pt x="1389" y="559"/>
                    <a:pt x="1367" y="546"/>
                    <a:pt x="1349" y="531"/>
                  </a:cubicBezTo>
                  <a:cubicBezTo>
                    <a:pt x="1331" y="517"/>
                    <a:pt x="1310" y="509"/>
                    <a:pt x="1293" y="507"/>
                  </a:cubicBezTo>
                  <a:cubicBezTo>
                    <a:pt x="1271" y="503"/>
                    <a:pt x="1263" y="494"/>
                    <a:pt x="1258" y="476"/>
                  </a:cubicBezTo>
                  <a:cubicBezTo>
                    <a:pt x="1255" y="468"/>
                    <a:pt x="1253" y="466"/>
                    <a:pt x="1245" y="465"/>
                  </a:cubicBezTo>
                  <a:cubicBezTo>
                    <a:pt x="1227" y="465"/>
                    <a:pt x="1224" y="457"/>
                    <a:pt x="1233" y="440"/>
                  </a:cubicBezTo>
                  <a:cubicBezTo>
                    <a:pt x="1235" y="434"/>
                    <a:pt x="1239" y="429"/>
                    <a:pt x="1241" y="424"/>
                  </a:cubicBezTo>
                  <a:cubicBezTo>
                    <a:pt x="1250" y="407"/>
                    <a:pt x="1258" y="390"/>
                    <a:pt x="1274" y="382"/>
                  </a:cubicBezTo>
                  <a:cubicBezTo>
                    <a:pt x="1296" y="370"/>
                    <a:pt x="1305" y="355"/>
                    <a:pt x="1305" y="330"/>
                  </a:cubicBezTo>
                  <a:cubicBezTo>
                    <a:pt x="1305" y="321"/>
                    <a:pt x="1305" y="311"/>
                    <a:pt x="1305" y="300"/>
                  </a:cubicBezTo>
                  <a:cubicBezTo>
                    <a:pt x="1317" y="314"/>
                    <a:pt x="1337" y="306"/>
                    <a:pt x="1353" y="309"/>
                  </a:cubicBezTo>
                  <a:cubicBezTo>
                    <a:pt x="1348" y="316"/>
                    <a:pt x="1352" y="325"/>
                    <a:pt x="1347" y="333"/>
                  </a:cubicBezTo>
                  <a:cubicBezTo>
                    <a:pt x="1339" y="344"/>
                    <a:pt x="1340" y="353"/>
                    <a:pt x="1357" y="350"/>
                  </a:cubicBezTo>
                  <a:cubicBezTo>
                    <a:pt x="1360" y="350"/>
                    <a:pt x="1361" y="347"/>
                    <a:pt x="1364" y="352"/>
                  </a:cubicBezTo>
                  <a:cubicBezTo>
                    <a:pt x="1372" y="371"/>
                    <a:pt x="1382" y="365"/>
                    <a:pt x="1394" y="355"/>
                  </a:cubicBezTo>
                  <a:cubicBezTo>
                    <a:pt x="1403" y="347"/>
                    <a:pt x="1412" y="333"/>
                    <a:pt x="1426" y="350"/>
                  </a:cubicBezTo>
                  <a:cubicBezTo>
                    <a:pt x="1430" y="354"/>
                    <a:pt x="1441" y="351"/>
                    <a:pt x="1449" y="351"/>
                  </a:cubicBezTo>
                  <a:cubicBezTo>
                    <a:pt x="1454" y="351"/>
                    <a:pt x="1457" y="348"/>
                    <a:pt x="1458" y="344"/>
                  </a:cubicBezTo>
                  <a:cubicBezTo>
                    <a:pt x="1460" y="339"/>
                    <a:pt x="1454" y="337"/>
                    <a:pt x="1453" y="334"/>
                  </a:cubicBezTo>
                  <a:cubicBezTo>
                    <a:pt x="1450" y="327"/>
                    <a:pt x="1441" y="333"/>
                    <a:pt x="1439" y="325"/>
                  </a:cubicBezTo>
                  <a:cubicBezTo>
                    <a:pt x="1435" y="305"/>
                    <a:pt x="1418" y="304"/>
                    <a:pt x="1406" y="296"/>
                  </a:cubicBezTo>
                  <a:cubicBezTo>
                    <a:pt x="1399" y="292"/>
                    <a:pt x="1384" y="293"/>
                    <a:pt x="1385" y="285"/>
                  </a:cubicBezTo>
                  <a:cubicBezTo>
                    <a:pt x="1387" y="271"/>
                    <a:pt x="1401" y="280"/>
                    <a:pt x="1409" y="279"/>
                  </a:cubicBezTo>
                  <a:cubicBezTo>
                    <a:pt x="1434" y="277"/>
                    <a:pt x="1453" y="258"/>
                    <a:pt x="1450" y="233"/>
                  </a:cubicBezTo>
                  <a:cubicBezTo>
                    <a:pt x="1449" y="216"/>
                    <a:pt x="1452" y="199"/>
                    <a:pt x="1451" y="182"/>
                  </a:cubicBezTo>
                  <a:cubicBezTo>
                    <a:pt x="1450" y="169"/>
                    <a:pt x="1446" y="153"/>
                    <a:pt x="1468" y="163"/>
                  </a:cubicBezTo>
                  <a:cubicBezTo>
                    <a:pt x="1473" y="165"/>
                    <a:pt x="1480" y="164"/>
                    <a:pt x="1485" y="162"/>
                  </a:cubicBezTo>
                  <a:cubicBezTo>
                    <a:pt x="1497" y="158"/>
                    <a:pt x="1520" y="170"/>
                    <a:pt x="1517" y="180"/>
                  </a:cubicBezTo>
                  <a:cubicBezTo>
                    <a:pt x="1509" y="210"/>
                    <a:pt x="1529" y="198"/>
                    <a:pt x="1537" y="196"/>
                  </a:cubicBezTo>
                  <a:cubicBezTo>
                    <a:pt x="1550" y="191"/>
                    <a:pt x="1546" y="200"/>
                    <a:pt x="1546" y="206"/>
                  </a:cubicBezTo>
                  <a:cubicBezTo>
                    <a:pt x="1552" y="203"/>
                    <a:pt x="1557" y="206"/>
                    <a:pt x="1561" y="209"/>
                  </a:cubicBezTo>
                  <a:cubicBezTo>
                    <a:pt x="1585" y="225"/>
                    <a:pt x="1585" y="237"/>
                    <a:pt x="1564" y="258"/>
                  </a:cubicBezTo>
                  <a:cubicBezTo>
                    <a:pt x="1560" y="261"/>
                    <a:pt x="1555" y="265"/>
                    <a:pt x="1554" y="271"/>
                  </a:cubicBezTo>
                  <a:cubicBezTo>
                    <a:pt x="1548" y="291"/>
                    <a:pt x="1540" y="298"/>
                    <a:pt x="1520" y="289"/>
                  </a:cubicBezTo>
                  <a:cubicBezTo>
                    <a:pt x="1503" y="283"/>
                    <a:pt x="1499" y="296"/>
                    <a:pt x="1490" y="303"/>
                  </a:cubicBezTo>
                  <a:cubicBezTo>
                    <a:pt x="1484" y="308"/>
                    <a:pt x="1485" y="317"/>
                    <a:pt x="1488" y="323"/>
                  </a:cubicBezTo>
                  <a:cubicBezTo>
                    <a:pt x="1493" y="334"/>
                    <a:pt x="1504" y="334"/>
                    <a:pt x="1515" y="334"/>
                  </a:cubicBezTo>
                  <a:cubicBezTo>
                    <a:pt x="1521" y="334"/>
                    <a:pt x="1526" y="330"/>
                    <a:pt x="1532" y="329"/>
                  </a:cubicBezTo>
                  <a:cubicBezTo>
                    <a:pt x="1547" y="329"/>
                    <a:pt x="1563" y="320"/>
                    <a:pt x="1576" y="337"/>
                  </a:cubicBezTo>
                  <a:cubicBezTo>
                    <a:pt x="1583" y="346"/>
                    <a:pt x="1588" y="360"/>
                    <a:pt x="1596" y="362"/>
                  </a:cubicBezTo>
                  <a:cubicBezTo>
                    <a:pt x="1622" y="370"/>
                    <a:pt x="1643" y="391"/>
                    <a:pt x="1670" y="394"/>
                  </a:cubicBezTo>
                  <a:cubicBezTo>
                    <a:pt x="1678" y="395"/>
                    <a:pt x="1687" y="401"/>
                    <a:pt x="1694" y="394"/>
                  </a:cubicBezTo>
                  <a:cubicBezTo>
                    <a:pt x="1701" y="386"/>
                    <a:pt x="1689" y="380"/>
                    <a:pt x="1689" y="372"/>
                  </a:cubicBezTo>
                  <a:cubicBezTo>
                    <a:pt x="1689" y="371"/>
                    <a:pt x="1690" y="370"/>
                    <a:pt x="1691" y="369"/>
                  </a:cubicBezTo>
                  <a:cubicBezTo>
                    <a:pt x="1712" y="380"/>
                    <a:pt x="1727" y="373"/>
                    <a:pt x="1724" y="351"/>
                  </a:cubicBezTo>
                  <a:cubicBezTo>
                    <a:pt x="1721" y="334"/>
                    <a:pt x="1714" y="316"/>
                    <a:pt x="1697" y="308"/>
                  </a:cubicBezTo>
                  <a:cubicBezTo>
                    <a:pt x="1685" y="303"/>
                    <a:pt x="1677" y="296"/>
                    <a:pt x="1677" y="281"/>
                  </a:cubicBezTo>
                  <a:cubicBezTo>
                    <a:pt x="1677" y="275"/>
                    <a:pt x="1676" y="269"/>
                    <a:pt x="1684" y="270"/>
                  </a:cubicBezTo>
                  <a:cubicBezTo>
                    <a:pt x="1690" y="271"/>
                    <a:pt x="1697" y="267"/>
                    <a:pt x="1697" y="278"/>
                  </a:cubicBezTo>
                  <a:cubicBezTo>
                    <a:pt x="1696" y="298"/>
                    <a:pt x="1710" y="305"/>
                    <a:pt x="1724" y="311"/>
                  </a:cubicBezTo>
                  <a:cubicBezTo>
                    <a:pt x="1734" y="315"/>
                    <a:pt x="1742" y="315"/>
                    <a:pt x="1740" y="300"/>
                  </a:cubicBezTo>
                  <a:cubicBezTo>
                    <a:pt x="1740" y="292"/>
                    <a:pt x="1744" y="293"/>
                    <a:pt x="1750" y="291"/>
                  </a:cubicBezTo>
                  <a:cubicBezTo>
                    <a:pt x="1763" y="287"/>
                    <a:pt x="1763" y="274"/>
                    <a:pt x="1764" y="262"/>
                  </a:cubicBezTo>
                  <a:cubicBezTo>
                    <a:pt x="1765" y="250"/>
                    <a:pt x="1764" y="243"/>
                    <a:pt x="1750" y="244"/>
                  </a:cubicBezTo>
                  <a:cubicBezTo>
                    <a:pt x="1744" y="244"/>
                    <a:pt x="1735" y="237"/>
                    <a:pt x="1734" y="234"/>
                  </a:cubicBezTo>
                  <a:cubicBezTo>
                    <a:pt x="1728" y="216"/>
                    <a:pt x="1715" y="217"/>
                    <a:pt x="1701" y="214"/>
                  </a:cubicBezTo>
                  <a:cubicBezTo>
                    <a:pt x="1667" y="208"/>
                    <a:pt x="1668" y="207"/>
                    <a:pt x="1664" y="174"/>
                  </a:cubicBezTo>
                  <a:cubicBezTo>
                    <a:pt x="1663" y="169"/>
                    <a:pt x="1665" y="166"/>
                    <a:pt x="1665" y="162"/>
                  </a:cubicBezTo>
                  <a:cubicBezTo>
                    <a:pt x="1666" y="150"/>
                    <a:pt x="1650" y="129"/>
                    <a:pt x="1639" y="125"/>
                  </a:cubicBezTo>
                  <a:cubicBezTo>
                    <a:pt x="1628" y="121"/>
                    <a:pt x="1615" y="123"/>
                    <a:pt x="1608" y="106"/>
                  </a:cubicBezTo>
                  <a:cubicBezTo>
                    <a:pt x="1605" y="97"/>
                    <a:pt x="1590" y="91"/>
                    <a:pt x="1582" y="99"/>
                  </a:cubicBezTo>
                  <a:cubicBezTo>
                    <a:pt x="1571" y="110"/>
                    <a:pt x="1566" y="97"/>
                    <a:pt x="1565" y="95"/>
                  </a:cubicBezTo>
                  <a:cubicBezTo>
                    <a:pt x="1553" y="69"/>
                    <a:pt x="1522" y="67"/>
                    <a:pt x="1511" y="42"/>
                  </a:cubicBezTo>
                  <a:cubicBezTo>
                    <a:pt x="1509" y="37"/>
                    <a:pt x="1502" y="34"/>
                    <a:pt x="1498" y="34"/>
                  </a:cubicBezTo>
                  <a:cubicBezTo>
                    <a:pt x="1469" y="31"/>
                    <a:pt x="1439" y="28"/>
                    <a:pt x="1410" y="29"/>
                  </a:cubicBezTo>
                  <a:cubicBezTo>
                    <a:pt x="1399" y="29"/>
                    <a:pt x="1391" y="32"/>
                    <a:pt x="1378" y="26"/>
                  </a:cubicBezTo>
                  <a:cubicBezTo>
                    <a:pt x="1360" y="17"/>
                    <a:pt x="1334" y="20"/>
                    <a:pt x="1316" y="38"/>
                  </a:cubicBezTo>
                  <a:cubicBezTo>
                    <a:pt x="1302" y="52"/>
                    <a:pt x="1296" y="69"/>
                    <a:pt x="1293" y="87"/>
                  </a:cubicBezTo>
                  <a:cubicBezTo>
                    <a:pt x="1290" y="99"/>
                    <a:pt x="1295" y="110"/>
                    <a:pt x="1302" y="122"/>
                  </a:cubicBezTo>
                  <a:cubicBezTo>
                    <a:pt x="1312" y="140"/>
                    <a:pt x="1320" y="151"/>
                    <a:pt x="1339" y="151"/>
                  </a:cubicBezTo>
                  <a:cubicBezTo>
                    <a:pt x="1351" y="151"/>
                    <a:pt x="1358" y="155"/>
                    <a:pt x="1360" y="168"/>
                  </a:cubicBezTo>
                  <a:cubicBezTo>
                    <a:pt x="1361" y="184"/>
                    <a:pt x="1354" y="204"/>
                    <a:pt x="1344" y="207"/>
                  </a:cubicBezTo>
                  <a:cubicBezTo>
                    <a:pt x="1343" y="176"/>
                    <a:pt x="1338" y="170"/>
                    <a:pt x="1307" y="168"/>
                  </a:cubicBezTo>
                  <a:cubicBezTo>
                    <a:pt x="1304" y="168"/>
                    <a:pt x="1299" y="168"/>
                    <a:pt x="1298" y="166"/>
                  </a:cubicBezTo>
                  <a:cubicBezTo>
                    <a:pt x="1287" y="152"/>
                    <a:pt x="1268" y="151"/>
                    <a:pt x="1258" y="134"/>
                  </a:cubicBezTo>
                  <a:cubicBezTo>
                    <a:pt x="1252" y="125"/>
                    <a:pt x="1251" y="109"/>
                    <a:pt x="1247" y="108"/>
                  </a:cubicBezTo>
                  <a:cubicBezTo>
                    <a:pt x="1224" y="99"/>
                    <a:pt x="1235" y="86"/>
                    <a:pt x="1239" y="72"/>
                  </a:cubicBezTo>
                  <a:cubicBezTo>
                    <a:pt x="1240" y="67"/>
                    <a:pt x="1240" y="65"/>
                    <a:pt x="1244" y="66"/>
                  </a:cubicBezTo>
                  <a:cubicBezTo>
                    <a:pt x="1270" y="75"/>
                    <a:pt x="1275" y="48"/>
                    <a:pt x="1289" y="36"/>
                  </a:cubicBezTo>
                  <a:cubicBezTo>
                    <a:pt x="1295" y="31"/>
                    <a:pt x="1294" y="25"/>
                    <a:pt x="1284" y="23"/>
                  </a:cubicBezTo>
                  <a:cubicBezTo>
                    <a:pt x="1261" y="18"/>
                    <a:pt x="1238" y="19"/>
                    <a:pt x="1215" y="19"/>
                  </a:cubicBezTo>
                  <a:cubicBezTo>
                    <a:pt x="1213" y="19"/>
                    <a:pt x="1210" y="20"/>
                    <a:pt x="1210" y="22"/>
                  </a:cubicBezTo>
                  <a:cubicBezTo>
                    <a:pt x="1205" y="39"/>
                    <a:pt x="1192" y="55"/>
                    <a:pt x="1207" y="75"/>
                  </a:cubicBezTo>
                  <a:cubicBezTo>
                    <a:pt x="1213" y="84"/>
                    <a:pt x="1207" y="103"/>
                    <a:pt x="1198" y="110"/>
                  </a:cubicBezTo>
                  <a:cubicBezTo>
                    <a:pt x="1183" y="122"/>
                    <a:pt x="1183" y="157"/>
                    <a:pt x="1200" y="162"/>
                  </a:cubicBezTo>
                  <a:cubicBezTo>
                    <a:pt x="1219" y="169"/>
                    <a:pt x="1212" y="181"/>
                    <a:pt x="1213" y="193"/>
                  </a:cubicBezTo>
                  <a:cubicBezTo>
                    <a:pt x="1213" y="199"/>
                    <a:pt x="1212" y="202"/>
                    <a:pt x="1205" y="202"/>
                  </a:cubicBezTo>
                  <a:cubicBezTo>
                    <a:pt x="1197" y="203"/>
                    <a:pt x="1193" y="194"/>
                    <a:pt x="1195" y="191"/>
                  </a:cubicBezTo>
                  <a:cubicBezTo>
                    <a:pt x="1205" y="165"/>
                    <a:pt x="1183" y="163"/>
                    <a:pt x="1171" y="157"/>
                  </a:cubicBezTo>
                  <a:cubicBezTo>
                    <a:pt x="1157" y="149"/>
                    <a:pt x="1155" y="163"/>
                    <a:pt x="1150" y="173"/>
                  </a:cubicBezTo>
                  <a:cubicBezTo>
                    <a:pt x="1149" y="176"/>
                    <a:pt x="1146" y="179"/>
                    <a:pt x="1143" y="180"/>
                  </a:cubicBezTo>
                  <a:cubicBezTo>
                    <a:pt x="1136" y="182"/>
                    <a:pt x="1137" y="185"/>
                    <a:pt x="1141" y="190"/>
                  </a:cubicBezTo>
                  <a:cubicBezTo>
                    <a:pt x="1143" y="194"/>
                    <a:pt x="1152" y="193"/>
                    <a:pt x="1146" y="202"/>
                  </a:cubicBezTo>
                  <a:cubicBezTo>
                    <a:pt x="1142" y="208"/>
                    <a:pt x="1138" y="211"/>
                    <a:pt x="1132" y="211"/>
                  </a:cubicBezTo>
                  <a:cubicBezTo>
                    <a:pt x="1123" y="211"/>
                    <a:pt x="1114" y="214"/>
                    <a:pt x="1106" y="212"/>
                  </a:cubicBezTo>
                  <a:cubicBezTo>
                    <a:pt x="1091" y="206"/>
                    <a:pt x="1072" y="210"/>
                    <a:pt x="1057" y="193"/>
                  </a:cubicBezTo>
                  <a:cubicBezTo>
                    <a:pt x="1064" y="194"/>
                    <a:pt x="1069" y="193"/>
                    <a:pt x="1073" y="195"/>
                  </a:cubicBezTo>
                  <a:cubicBezTo>
                    <a:pt x="1083" y="202"/>
                    <a:pt x="1093" y="196"/>
                    <a:pt x="1100" y="191"/>
                  </a:cubicBezTo>
                  <a:cubicBezTo>
                    <a:pt x="1104" y="188"/>
                    <a:pt x="1105" y="176"/>
                    <a:pt x="1096" y="170"/>
                  </a:cubicBezTo>
                  <a:cubicBezTo>
                    <a:pt x="1093" y="169"/>
                    <a:pt x="1096" y="166"/>
                    <a:pt x="1097" y="164"/>
                  </a:cubicBezTo>
                  <a:cubicBezTo>
                    <a:pt x="1106" y="146"/>
                    <a:pt x="1103" y="138"/>
                    <a:pt x="1084" y="134"/>
                  </a:cubicBezTo>
                  <a:cubicBezTo>
                    <a:pt x="1073" y="132"/>
                    <a:pt x="1063" y="126"/>
                    <a:pt x="1063" y="116"/>
                  </a:cubicBezTo>
                  <a:cubicBezTo>
                    <a:pt x="1063" y="99"/>
                    <a:pt x="1055" y="87"/>
                    <a:pt x="1050" y="73"/>
                  </a:cubicBezTo>
                  <a:cubicBezTo>
                    <a:pt x="1042" y="50"/>
                    <a:pt x="1028" y="43"/>
                    <a:pt x="1005" y="44"/>
                  </a:cubicBezTo>
                  <a:cubicBezTo>
                    <a:pt x="994" y="45"/>
                    <a:pt x="989" y="49"/>
                    <a:pt x="991" y="61"/>
                  </a:cubicBezTo>
                  <a:cubicBezTo>
                    <a:pt x="995" y="63"/>
                    <a:pt x="995" y="65"/>
                    <a:pt x="994" y="69"/>
                  </a:cubicBezTo>
                  <a:cubicBezTo>
                    <a:pt x="992" y="67"/>
                    <a:pt x="990" y="66"/>
                    <a:pt x="988" y="65"/>
                  </a:cubicBezTo>
                  <a:cubicBezTo>
                    <a:pt x="982" y="60"/>
                    <a:pt x="975" y="56"/>
                    <a:pt x="967" y="57"/>
                  </a:cubicBezTo>
                  <a:cubicBezTo>
                    <a:pt x="963" y="58"/>
                    <a:pt x="959" y="53"/>
                    <a:pt x="957" y="62"/>
                  </a:cubicBezTo>
                  <a:cubicBezTo>
                    <a:pt x="956" y="72"/>
                    <a:pt x="950" y="72"/>
                    <a:pt x="942" y="67"/>
                  </a:cubicBezTo>
                  <a:cubicBezTo>
                    <a:pt x="931" y="61"/>
                    <a:pt x="923" y="45"/>
                    <a:pt x="908" y="59"/>
                  </a:cubicBezTo>
                  <a:cubicBezTo>
                    <a:pt x="905" y="62"/>
                    <a:pt x="904" y="59"/>
                    <a:pt x="904" y="56"/>
                  </a:cubicBezTo>
                  <a:cubicBezTo>
                    <a:pt x="898" y="35"/>
                    <a:pt x="886" y="44"/>
                    <a:pt x="874" y="49"/>
                  </a:cubicBezTo>
                  <a:cubicBezTo>
                    <a:pt x="874" y="43"/>
                    <a:pt x="877" y="38"/>
                    <a:pt x="872" y="34"/>
                  </a:cubicBezTo>
                  <a:cubicBezTo>
                    <a:pt x="858" y="23"/>
                    <a:pt x="845" y="10"/>
                    <a:pt x="826" y="15"/>
                  </a:cubicBezTo>
                  <a:cubicBezTo>
                    <a:pt x="816" y="17"/>
                    <a:pt x="806" y="16"/>
                    <a:pt x="797" y="11"/>
                  </a:cubicBezTo>
                  <a:cubicBezTo>
                    <a:pt x="778" y="0"/>
                    <a:pt x="758" y="6"/>
                    <a:pt x="738" y="7"/>
                  </a:cubicBezTo>
                  <a:cubicBezTo>
                    <a:pt x="728" y="7"/>
                    <a:pt x="719" y="12"/>
                    <a:pt x="731" y="25"/>
                  </a:cubicBezTo>
                  <a:cubicBezTo>
                    <a:pt x="736" y="29"/>
                    <a:pt x="738" y="31"/>
                    <a:pt x="733" y="38"/>
                  </a:cubicBezTo>
                  <a:cubicBezTo>
                    <a:pt x="723" y="54"/>
                    <a:pt x="714" y="72"/>
                    <a:pt x="705" y="88"/>
                  </a:cubicBezTo>
                  <a:cubicBezTo>
                    <a:pt x="712" y="92"/>
                    <a:pt x="720" y="93"/>
                    <a:pt x="725" y="98"/>
                  </a:cubicBezTo>
                  <a:cubicBezTo>
                    <a:pt x="742" y="116"/>
                    <a:pt x="760" y="123"/>
                    <a:pt x="782" y="109"/>
                  </a:cubicBezTo>
                  <a:cubicBezTo>
                    <a:pt x="786" y="106"/>
                    <a:pt x="792" y="109"/>
                    <a:pt x="793" y="101"/>
                  </a:cubicBezTo>
                  <a:cubicBezTo>
                    <a:pt x="797" y="82"/>
                    <a:pt x="814" y="77"/>
                    <a:pt x="827" y="62"/>
                  </a:cubicBezTo>
                  <a:cubicBezTo>
                    <a:pt x="824" y="76"/>
                    <a:pt x="824" y="84"/>
                    <a:pt x="816" y="90"/>
                  </a:cubicBezTo>
                  <a:cubicBezTo>
                    <a:pt x="810" y="95"/>
                    <a:pt x="808" y="103"/>
                    <a:pt x="820" y="104"/>
                  </a:cubicBezTo>
                  <a:cubicBezTo>
                    <a:pt x="828" y="105"/>
                    <a:pt x="834" y="113"/>
                    <a:pt x="833" y="117"/>
                  </a:cubicBezTo>
                  <a:cubicBezTo>
                    <a:pt x="828" y="138"/>
                    <a:pt x="839" y="138"/>
                    <a:pt x="852" y="138"/>
                  </a:cubicBezTo>
                  <a:cubicBezTo>
                    <a:pt x="872" y="138"/>
                    <a:pt x="892" y="138"/>
                    <a:pt x="913" y="138"/>
                  </a:cubicBezTo>
                  <a:cubicBezTo>
                    <a:pt x="896" y="143"/>
                    <a:pt x="879" y="141"/>
                    <a:pt x="862" y="146"/>
                  </a:cubicBezTo>
                  <a:cubicBezTo>
                    <a:pt x="856" y="148"/>
                    <a:pt x="847" y="148"/>
                    <a:pt x="845" y="155"/>
                  </a:cubicBezTo>
                  <a:cubicBezTo>
                    <a:pt x="841" y="164"/>
                    <a:pt x="850" y="167"/>
                    <a:pt x="854" y="173"/>
                  </a:cubicBezTo>
                  <a:cubicBezTo>
                    <a:pt x="855" y="174"/>
                    <a:pt x="855" y="176"/>
                    <a:pt x="856" y="178"/>
                  </a:cubicBezTo>
                  <a:cubicBezTo>
                    <a:pt x="851" y="174"/>
                    <a:pt x="845" y="177"/>
                    <a:pt x="841" y="175"/>
                  </a:cubicBezTo>
                  <a:cubicBezTo>
                    <a:pt x="808" y="164"/>
                    <a:pt x="778" y="143"/>
                    <a:pt x="742" y="152"/>
                  </a:cubicBezTo>
                  <a:cubicBezTo>
                    <a:pt x="740" y="152"/>
                    <a:pt x="739" y="155"/>
                    <a:pt x="738" y="152"/>
                  </a:cubicBezTo>
                  <a:cubicBezTo>
                    <a:pt x="733" y="133"/>
                    <a:pt x="717" y="140"/>
                    <a:pt x="711" y="144"/>
                  </a:cubicBezTo>
                  <a:cubicBezTo>
                    <a:pt x="702" y="151"/>
                    <a:pt x="699" y="146"/>
                    <a:pt x="694" y="141"/>
                  </a:cubicBezTo>
                  <a:cubicBezTo>
                    <a:pt x="677" y="125"/>
                    <a:pt x="671" y="126"/>
                    <a:pt x="655" y="143"/>
                  </a:cubicBezTo>
                  <a:cubicBezTo>
                    <a:pt x="653" y="145"/>
                    <a:pt x="650" y="146"/>
                    <a:pt x="648" y="146"/>
                  </a:cubicBezTo>
                  <a:cubicBezTo>
                    <a:pt x="628" y="145"/>
                    <a:pt x="609" y="154"/>
                    <a:pt x="588" y="155"/>
                  </a:cubicBezTo>
                  <a:cubicBezTo>
                    <a:pt x="577" y="156"/>
                    <a:pt x="567" y="161"/>
                    <a:pt x="560" y="170"/>
                  </a:cubicBezTo>
                  <a:cubicBezTo>
                    <a:pt x="551" y="180"/>
                    <a:pt x="544" y="183"/>
                    <a:pt x="532" y="177"/>
                  </a:cubicBezTo>
                  <a:cubicBezTo>
                    <a:pt x="501" y="162"/>
                    <a:pt x="467" y="153"/>
                    <a:pt x="434" y="147"/>
                  </a:cubicBezTo>
                  <a:cubicBezTo>
                    <a:pt x="400" y="141"/>
                    <a:pt x="366" y="136"/>
                    <a:pt x="332" y="134"/>
                  </a:cubicBezTo>
                  <a:cubicBezTo>
                    <a:pt x="301" y="133"/>
                    <a:pt x="273" y="114"/>
                    <a:pt x="241" y="116"/>
                  </a:cubicBezTo>
                  <a:cubicBezTo>
                    <a:pt x="239" y="116"/>
                    <a:pt x="237" y="112"/>
                    <a:pt x="235" y="112"/>
                  </a:cubicBezTo>
                  <a:cubicBezTo>
                    <a:pt x="218" y="108"/>
                    <a:pt x="201" y="91"/>
                    <a:pt x="187" y="102"/>
                  </a:cubicBezTo>
                  <a:cubicBezTo>
                    <a:pt x="162" y="123"/>
                    <a:pt x="130" y="116"/>
                    <a:pt x="105" y="137"/>
                  </a:cubicBezTo>
                  <a:cubicBezTo>
                    <a:pt x="97" y="144"/>
                    <a:pt x="85" y="148"/>
                    <a:pt x="79" y="159"/>
                  </a:cubicBezTo>
                  <a:cubicBezTo>
                    <a:pt x="70" y="174"/>
                    <a:pt x="58" y="182"/>
                    <a:pt x="42" y="180"/>
                  </a:cubicBezTo>
                  <a:cubicBezTo>
                    <a:pt x="28" y="178"/>
                    <a:pt x="25" y="188"/>
                    <a:pt x="24" y="197"/>
                  </a:cubicBezTo>
                  <a:cubicBezTo>
                    <a:pt x="22" y="208"/>
                    <a:pt x="20" y="219"/>
                    <a:pt x="34" y="225"/>
                  </a:cubicBezTo>
                  <a:cubicBezTo>
                    <a:pt x="45" y="231"/>
                    <a:pt x="59" y="233"/>
                    <a:pt x="65" y="247"/>
                  </a:cubicBezTo>
                  <a:cubicBezTo>
                    <a:pt x="50" y="252"/>
                    <a:pt x="36" y="256"/>
                    <a:pt x="22" y="262"/>
                  </a:cubicBezTo>
                  <a:cubicBezTo>
                    <a:pt x="8" y="268"/>
                    <a:pt x="0" y="279"/>
                    <a:pt x="3" y="297"/>
                  </a:cubicBezTo>
                  <a:cubicBezTo>
                    <a:pt x="5" y="307"/>
                    <a:pt x="16" y="304"/>
                    <a:pt x="18" y="311"/>
                  </a:cubicBezTo>
                  <a:cubicBezTo>
                    <a:pt x="24" y="336"/>
                    <a:pt x="43" y="335"/>
                    <a:pt x="60" y="333"/>
                  </a:cubicBezTo>
                  <a:cubicBezTo>
                    <a:pt x="75" y="332"/>
                    <a:pt x="89" y="334"/>
                    <a:pt x="104" y="336"/>
                  </a:cubicBezTo>
                  <a:cubicBezTo>
                    <a:pt x="93" y="336"/>
                    <a:pt x="86" y="346"/>
                    <a:pt x="76" y="347"/>
                  </a:cubicBezTo>
                  <a:cubicBezTo>
                    <a:pt x="55" y="348"/>
                    <a:pt x="33" y="373"/>
                    <a:pt x="31" y="396"/>
                  </a:cubicBezTo>
                  <a:cubicBezTo>
                    <a:pt x="30" y="410"/>
                    <a:pt x="39" y="418"/>
                    <a:pt x="42" y="429"/>
                  </a:cubicBezTo>
                  <a:cubicBezTo>
                    <a:pt x="50" y="451"/>
                    <a:pt x="61" y="464"/>
                    <a:pt x="83" y="462"/>
                  </a:cubicBezTo>
                  <a:cubicBezTo>
                    <a:pt x="94" y="460"/>
                    <a:pt x="100" y="466"/>
                    <a:pt x="98" y="478"/>
                  </a:cubicBezTo>
                  <a:cubicBezTo>
                    <a:pt x="97" y="489"/>
                    <a:pt x="102" y="493"/>
                    <a:pt x="112" y="491"/>
                  </a:cubicBezTo>
                  <a:cubicBezTo>
                    <a:pt x="130" y="488"/>
                    <a:pt x="147" y="488"/>
                    <a:pt x="164" y="498"/>
                  </a:cubicBezTo>
                  <a:cubicBezTo>
                    <a:pt x="155" y="507"/>
                    <a:pt x="147" y="516"/>
                    <a:pt x="136" y="524"/>
                  </a:cubicBezTo>
                  <a:cubicBezTo>
                    <a:pt x="123" y="533"/>
                    <a:pt x="109" y="540"/>
                    <a:pt x="96" y="548"/>
                  </a:cubicBezTo>
                  <a:cubicBezTo>
                    <a:pt x="87" y="554"/>
                    <a:pt x="81" y="565"/>
                    <a:pt x="85" y="575"/>
                  </a:cubicBezTo>
                  <a:cubicBezTo>
                    <a:pt x="90" y="586"/>
                    <a:pt x="100" y="581"/>
                    <a:pt x="109" y="577"/>
                  </a:cubicBezTo>
                  <a:cubicBezTo>
                    <a:pt x="119" y="573"/>
                    <a:pt x="129" y="571"/>
                    <a:pt x="139" y="568"/>
                  </a:cubicBezTo>
                  <a:cubicBezTo>
                    <a:pt x="149" y="565"/>
                    <a:pt x="162" y="565"/>
                    <a:pt x="167" y="558"/>
                  </a:cubicBezTo>
                  <a:cubicBezTo>
                    <a:pt x="180" y="542"/>
                    <a:pt x="199" y="539"/>
                    <a:pt x="212" y="525"/>
                  </a:cubicBezTo>
                  <a:cubicBezTo>
                    <a:pt x="216" y="520"/>
                    <a:pt x="220" y="515"/>
                    <a:pt x="226" y="525"/>
                  </a:cubicBezTo>
                  <a:cubicBezTo>
                    <a:pt x="232" y="535"/>
                    <a:pt x="270" y="524"/>
                    <a:pt x="273" y="512"/>
                  </a:cubicBezTo>
                  <a:cubicBezTo>
                    <a:pt x="274" y="507"/>
                    <a:pt x="275" y="498"/>
                    <a:pt x="270" y="497"/>
                  </a:cubicBezTo>
                  <a:cubicBezTo>
                    <a:pt x="247" y="491"/>
                    <a:pt x="260" y="474"/>
                    <a:pt x="259" y="461"/>
                  </a:cubicBezTo>
                  <a:cubicBezTo>
                    <a:pt x="268" y="481"/>
                    <a:pt x="283" y="475"/>
                    <a:pt x="295" y="473"/>
                  </a:cubicBezTo>
                  <a:cubicBezTo>
                    <a:pt x="305" y="471"/>
                    <a:pt x="314" y="459"/>
                    <a:pt x="323" y="459"/>
                  </a:cubicBezTo>
                  <a:cubicBezTo>
                    <a:pt x="341" y="459"/>
                    <a:pt x="347" y="449"/>
                    <a:pt x="345" y="430"/>
                  </a:cubicBezTo>
                  <a:cubicBezTo>
                    <a:pt x="372" y="446"/>
                    <a:pt x="398" y="453"/>
                    <a:pt x="427" y="455"/>
                  </a:cubicBezTo>
                  <a:cubicBezTo>
                    <a:pt x="444" y="455"/>
                    <a:pt x="465" y="460"/>
                    <a:pt x="481" y="475"/>
                  </a:cubicBezTo>
                  <a:cubicBezTo>
                    <a:pt x="500" y="494"/>
                    <a:pt x="522" y="505"/>
                    <a:pt x="550" y="500"/>
                  </a:cubicBezTo>
                  <a:cubicBezTo>
                    <a:pt x="556" y="499"/>
                    <a:pt x="560" y="502"/>
                    <a:pt x="563" y="509"/>
                  </a:cubicBezTo>
                  <a:cubicBezTo>
                    <a:pt x="569" y="529"/>
                    <a:pt x="591" y="539"/>
                    <a:pt x="591" y="562"/>
                  </a:cubicBezTo>
                  <a:cubicBezTo>
                    <a:pt x="618" y="560"/>
                    <a:pt x="609" y="592"/>
                    <a:pt x="624" y="602"/>
                  </a:cubicBezTo>
                  <a:cubicBezTo>
                    <a:pt x="628" y="605"/>
                    <a:pt x="625" y="613"/>
                    <a:pt x="632" y="616"/>
                  </a:cubicBezTo>
                  <a:cubicBezTo>
                    <a:pt x="656" y="629"/>
                    <a:pt x="662" y="643"/>
                    <a:pt x="658" y="671"/>
                  </a:cubicBezTo>
                  <a:cubicBezTo>
                    <a:pt x="656" y="684"/>
                    <a:pt x="662" y="693"/>
                    <a:pt x="670" y="698"/>
                  </a:cubicBezTo>
                  <a:cubicBezTo>
                    <a:pt x="694" y="712"/>
                    <a:pt x="713" y="726"/>
                    <a:pt x="720" y="758"/>
                  </a:cubicBezTo>
                  <a:cubicBezTo>
                    <a:pt x="723" y="774"/>
                    <a:pt x="729" y="791"/>
                    <a:pt x="724" y="805"/>
                  </a:cubicBezTo>
                  <a:cubicBezTo>
                    <a:pt x="712" y="842"/>
                    <a:pt x="720" y="877"/>
                    <a:pt x="722" y="913"/>
                  </a:cubicBezTo>
                  <a:cubicBezTo>
                    <a:pt x="723" y="925"/>
                    <a:pt x="726" y="942"/>
                    <a:pt x="734" y="951"/>
                  </a:cubicBezTo>
                  <a:cubicBezTo>
                    <a:pt x="747" y="966"/>
                    <a:pt x="754" y="983"/>
                    <a:pt x="763" y="1000"/>
                  </a:cubicBezTo>
                  <a:cubicBezTo>
                    <a:pt x="771" y="1015"/>
                    <a:pt x="778" y="1036"/>
                    <a:pt x="801" y="1040"/>
                  </a:cubicBezTo>
                  <a:cubicBezTo>
                    <a:pt x="821" y="1043"/>
                    <a:pt x="835" y="1058"/>
                    <a:pt x="843" y="1079"/>
                  </a:cubicBezTo>
                  <a:cubicBezTo>
                    <a:pt x="851" y="1102"/>
                    <a:pt x="857" y="1125"/>
                    <a:pt x="878" y="1139"/>
                  </a:cubicBezTo>
                  <a:cubicBezTo>
                    <a:pt x="881" y="1141"/>
                    <a:pt x="882" y="1143"/>
                    <a:pt x="881" y="1149"/>
                  </a:cubicBezTo>
                  <a:cubicBezTo>
                    <a:pt x="876" y="1166"/>
                    <a:pt x="885" y="1176"/>
                    <a:pt x="900" y="1181"/>
                  </a:cubicBezTo>
                  <a:cubicBezTo>
                    <a:pt x="912" y="1186"/>
                    <a:pt x="925" y="1193"/>
                    <a:pt x="923" y="1211"/>
                  </a:cubicBezTo>
                  <a:cubicBezTo>
                    <a:pt x="923" y="1219"/>
                    <a:pt x="928" y="1222"/>
                    <a:pt x="932" y="1226"/>
                  </a:cubicBezTo>
                  <a:cubicBezTo>
                    <a:pt x="942" y="1234"/>
                    <a:pt x="952" y="1241"/>
                    <a:pt x="964" y="1244"/>
                  </a:cubicBezTo>
                  <a:cubicBezTo>
                    <a:pt x="968" y="1245"/>
                    <a:pt x="971" y="1251"/>
                    <a:pt x="976" y="1246"/>
                  </a:cubicBezTo>
                  <a:cubicBezTo>
                    <a:pt x="980" y="1241"/>
                    <a:pt x="979" y="1236"/>
                    <a:pt x="976" y="1231"/>
                  </a:cubicBezTo>
                  <a:cubicBezTo>
                    <a:pt x="967" y="1217"/>
                    <a:pt x="961" y="1201"/>
                    <a:pt x="955" y="1185"/>
                  </a:cubicBezTo>
                  <a:cubicBezTo>
                    <a:pt x="963" y="1183"/>
                    <a:pt x="968" y="1186"/>
                    <a:pt x="967" y="1195"/>
                  </a:cubicBezTo>
                  <a:cubicBezTo>
                    <a:pt x="967" y="1200"/>
                    <a:pt x="966" y="1206"/>
                    <a:pt x="971" y="1208"/>
                  </a:cubicBezTo>
                  <a:cubicBezTo>
                    <a:pt x="989" y="1215"/>
                    <a:pt x="996" y="1234"/>
                    <a:pt x="1009" y="1245"/>
                  </a:cubicBezTo>
                  <a:cubicBezTo>
                    <a:pt x="1026" y="1259"/>
                    <a:pt x="1034" y="1276"/>
                    <a:pt x="1031" y="1298"/>
                  </a:cubicBezTo>
                  <a:cubicBezTo>
                    <a:pt x="1029" y="1309"/>
                    <a:pt x="1032" y="1319"/>
                    <a:pt x="1042" y="1325"/>
                  </a:cubicBezTo>
                  <a:cubicBezTo>
                    <a:pt x="1080" y="1352"/>
                    <a:pt x="1122" y="1372"/>
                    <a:pt x="1165" y="1387"/>
                  </a:cubicBezTo>
                  <a:cubicBezTo>
                    <a:pt x="1180" y="1393"/>
                    <a:pt x="1195" y="1397"/>
                    <a:pt x="1210" y="1389"/>
                  </a:cubicBezTo>
                  <a:cubicBezTo>
                    <a:pt x="1222" y="1383"/>
                    <a:pt x="1231" y="1388"/>
                    <a:pt x="1239" y="1398"/>
                  </a:cubicBezTo>
                  <a:cubicBezTo>
                    <a:pt x="1259" y="1425"/>
                    <a:pt x="1289" y="1429"/>
                    <a:pt x="1317" y="1436"/>
                  </a:cubicBezTo>
                  <a:cubicBezTo>
                    <a:pt x="1321" y="1437"/>
                    <a:pt x="1325" y="1438"/>
                    <a:pt x="1329" y="1441"/>
                  </a:cubicBezTo>
                  <a:cubicBezTo>
                    <a:pt x="1353" y="1459"/>
                    <a:pt x="1352" y="1503"/>
                    <a:pt x="1388" y="1507"/>
                  </a:cubicBezTo>
                  <a:cubicBezTo>
                    <a:pt x="1389" y="1507"/>
                    <a:pt x="1390" y="1509"/>
                    <a:pt x="1390" y="1510"/>
                  </a:cubicBezTo>
                  <a:cubicBezTo>
                    <a:pt x="1390" y="1524"/>
                    <a:pt x="1402" y="1524"/>
                    <a:pt x="1408" y="1524"/>
                  </a:cubicBezTo>
                  <a:cubicBezTo>
                    <a:pt x="1420" y="1524"/>
                    <a:pt x="1428" y="1530"/>
                    <a:pt x="1436" y="1537"/>
                  </a:cubicBezTo>
                  <a:cubicBezTo>
                    <a:pt x="1451" y="1549"/>
                    <a:pt x="1466" y="1543"/>
                    <a:pt x="1473" y="1525"/>
                  </a:cubicBezTo>
                  <a:cubicBezTo>
                    <a:pt x="1474" y="1521"/>
                    <a:pt x="1472" y="1510"/>
                    <a:pt x="1482" y="1514"/>
                  </a:cubicBezTo>
                  <a:cubicBezTo>
                    <a:pt x="1484" y="1511"/>
                    <a:pt x="1485" y="1507"/>
                    <a:pt x="1487" y="1504"/>
                  </a:cubicBezTo>
                  <a:cubicBezTo>
                    <a:pt x="1482" y="1492"/>
                    <a:pt x="1471" y="1485"/>
                    <a:pt x="1462" y="1489"/>
                  </a:cubicBezTo>
                  <a:cubicBezTo>
                    <a:pt x="1446" y="1495"/>
                    <a:pt x="1435" y="1492"/>
                    <a:pt x="1425" y="1479"/>
                  </a:cubicBezTo>
                  <a:cubicBezTo>
                    <a:pt x="1415" y="1467"/>
                    <a:pt x="1409" y="1455"/>
                    <a:pt x="1415" y="1438"/>
                  </a:cubicBezTo>
                  <a:cubicBezTo>
                    <a:pt x="1417" y="1432"/>
                    <a:pt x="1417" y="1426"/>
                    <a:pt x="1418" y="1420"/>
                  </a:cubicBezTo>
                  <a:cubicBezTo>
                    <a:pt x="1426" y="1386"/>
                    <a:pt x="1409" y="1364"/>
                    <a:pt x="1376" y="1364"/>
                  </a:cubicBezTo>
                  <a:cubicBezTo>
                    <a:pt x="1362" y="1364"/>
                    <a:pt x="1347" y="1367"/>
                    <a:pt x="1333" y="1368"/>
                  </a:cubicBezTo>
                  <a:cubicBezTo>
                    <a:pt x="1328" y="1368"/>
                    <a:pt x="1324" y="1369"/>
                    <a:pt x="1324" y="1361"/>
                  </a:cubicBezTo>
                  <a:cubicBezTo>
                    <a:pt x="1323" y="1355"/>
                    <a:pt x="1322" y="1351"/>
                    <a:pt x="1328" y="1349"/>
                  </a:cubicBezTo>
                  <a:cubicBezTo>
                    <a:pt x="1340" y="1344"/>
                    <a:pt x="1345" y="1333"/>
                    <a:pt x="1347" y="1320"/>
                  </a:cubicBezTo>
                  <a:cubicBezTo>
                    <a:pt x="1348" y="1313"/>
                    <a:pt x="1351" y="1307"/>
                    <a:pt x="1355" y="1302"/>
                  </a:cubicBezTo>
                  <a:cubicBezTo>
                    <a:pt x="1363" y="1293"/>
                    <a:pt x="1362" y="1266"/>
                    <a:pt x="1354" y="1263"/>
                  </a:cubicBezTo>
                  <a:cubicBezTo>
                    <a:pt x="1334" y="1257"/>
                    <a:pt x="1314" y="1264"/>
                    <a:pt x="1294" y="1266"/>
                  </a:cubicBezTo>
                  <a:cubicBezTo>
                    <a:pt x="1284" y="1267"/>
                    <a:pt x="1284" y="1280"/>
                    <a:pt x="1281" y="1287"/>
                  </a:cubicBezTo>
                  <a:cubicBezTo>
                    <a:pt x="1266" y="1318"/>
                    <a:pt x="1256" y="1322"/>
                    <a:pt x="1225" y="1318"/>
                  </a:cubicBezTo>
                  <a:cubicBezTo>
                    <a:pt x="1211" y="1316"/>
                    <a:pt x="1204" y="1310"/>
                    <a:pt x="1201" y="1297"/>
                  </a:cubicBezTo>
                  <a:cubicBezTo>
                    <a:pt x="1200" y="1291"/>
                    <a:pt x="1195" y="1288"/>
                    <a:pt x="1192" y="1284"/>
                  </a:cubicBezTo>
                  <a:cubicBezTo>
                    <a:pt x="1177" y="1266"/>
                    <a:pt x="1171" y="1232"/>
                    <a:pt x="1183" y="1212"/>
                  </a:cubicBezTo>
                  <a:cubicBezTo>
                    <a:pt x="1190" y="1200"/>
                    <a:pt x="1192" y="1188"/>
                    <a:pt x="1187" y="1178"/>
                  </a:cubicBezTo>
                  <a:cubicBezTo>
                    <a:pt x="1182" y="1166"/>
                    <a:pt x="1189" y="1158"/>
                    <a:pt x="1195" y="1156"/>
                  </a:cubicBezTo>
                  <a:cubicBezTo>
                    <a:pt x="1209" y="1152"/>
                    <a:pt x="1220" y="1142"/>
                    <a:pt x="1232" y="1134"/>
                  </a:cubicBezTo>
                  <a:cubicBezTo>
                    <a:pt x="1244" y="1126"/>
                    <a:pt x="1255" y="1133"/>
                    <a:pt x="1266" y="1135"/>
                  </a:cubicBezTo>
                  <a:cubicBezTo>
                    <a:pt x="1297" y="1141"/>
                    <a:pt x="1298" y="1142"/>
                    <a:pt x="1317" y="1119"/>
                  </a:cubicBezTo>
                  <a:cubicBezTo>
                    <a:pt x="1319" y="1118"/>
                    <a:pt x="1321" y="1117"/>
                    <a:pt x="1323" y="1117"/>
                  </a:cubicBezTo>
                  <a:cubicBezTo>
                    <a:pt x="1336" y="1118"/>
                    <a:pt x="1351" y="1113"/>
                    <a:pt x="1362" y="1123"/>
                  </a:cubicBezTo>
                  <a:cubicBezTo>
                    <a:pt x="1370" y="1130"/>
                    <a:pt x="1378" y="1131"/>
                    <a:pt x="1386" y="1129"/>
                  </a:cubicBezTo>
                  <a:cubicBezTo>
                    <a:pt x="1401" y="1126"/>
                    <a:pt x="1407" y="1135"/>
                    <a:pt x="1407" y="1148"/>
                  </a:cubicBezTo>
                  <a:cubicBezTo>
                    <a:pt x="1406" y="1173"/>
                    <a:pt x="1420" y="1190"/>
                    <a:pt x="1431" y="1208"/>
                  </a:cubicBezTo>
                  <a:cubicBezTo>
                    <a:pt x="1439" y="1221"/>
                    <a:pt x="1452" y="1216"/>
                    <a:pt x="1462" y="1214"/>
                  </a:cubicBezTo>
                  <a:cubicBezTo>
                    <a:pt x="1471" y="1213"/>
                    <a:pt x="1470" y="1202"/>
                    <a:pt x="1471" y="1193"/>
                  </a:cubicBezTo>
                  <a:cubicBezTo>
                    <a:pt x="1473" y="1165"/>
                    <a:pt x="1467" y="1140"/>
                    <a:pt x="1454" y="1115"/>
                  </a:cubicBezTo>
                  <a:cubicBezTo>
                    <a:pt x="1448" y="1104"/>
                    <a:pt x="1449" y="1092"/>
                    <a:pt x="1457" y="1085"/>
                  </a:cubicBezTo>
                  <a:cubicBezTo>
                    <a:pt x="1476" y="1066"/>
                    <a:pt x="1495" y="1048"/>
                    <a:pt x="1517" y="1033"/>
                  </a:cubicBezTo>
                  <a:cubicBezTo>
                    <a:pt x="1539" y="1017"/>
                    <a:pt x="1547" y="1006"/>
                    <a:pt x="1540" y="981"/>
                  </a:cubicBezTo>
                  <a:cubicBezTo>
                    <a:pt x="1538" y="973"/>
                    <a:pt x="1540" y="970"/>
                    <a:pt x="1545" y="964"/>
                  </a:cubicBezTo>
                  <a:cubicBezTo>
                    <a:pt x="1554" y="951"/>
                    <a:pt x="1567" y="937"/>
                    <a:pt x="1568" y="923"/>
                  </a:cubicBezTo>
                  <a:cubicBezTo>
                    <a:pt x="1570" y="900"/>
                    <a:pt x="1583" y="898"/>
                    <a:pt x="1598" y="896"/>
                  </a:cubicBezTo>
                  <a:cubicBezTo>
                    <a:pt x="1624" y="893"/>
                    <a:pt x="1629" y="887"/>
                    <a:pt x="1628" y="858"/>
                  </a:cubicBezTo>
                  <a:cubicBezTo>
                    <a:pt x="1627" y="851"/>
                    <a:pt x="1631" y="849"/>
                    <a:pt x="1634" y="847"/>
                  </a:cubicBezTo>
                  <a:cubicBezTo>
                    <a:pt x="1646" y="835"/>
                    <a:pt x="1661" y="828"/>
                    <a:pt x="1676" y="824"/>
                  </a:cubicBezTo>
                  <a:cubicBezTo>
                    <a:pt x="1679" y="823"/>
                    <a:pt x="1684" y="822"/>
                    <a:pt x="1685" y="829"/>
                  </a:cubicBezTo>
                  <a:cubicBezTo>
                    <a:pt x="1686" y="853"/>
                    <a:pt x="1703" y="847"/>
                    <a:pt x="1713" y="841"/>
                  </a:cubicBezTo>
                  <a:cubicBezTo>
                    <a:pt x="1732" y="829"/>
                    <a:pt x="1752" y="820"/>
                    <a:pt x="1773" y="814"/>
                  </a:cubicBezTo>
                  <a:cubicBezTo>
                    <a:pt x="1781" y="812"/>
                    <a:pt x="1786" y="803"/>
                    <a:pt x="1784" y="794"/>
                  </a:cubicBezTo>
                  <a:cubicBezTo>
                    <a:pt x="1782" y="785"/>
                    <a:pt x="1777" y="778"/>
                    <a:pt x="1767" y="781"/>
                  </a:cubicBezTo>
                  <a:cubicBezTo>
                    <a:pt x="1761" y="782"/>
                    <a:pt x="1756" y="778"/>
                    <a:pt x="1750" y="776"/>
                  </a:cubicBezTo>
                  <a:cubicBezTo>
                    <a:pt x="1724" y="769"/>
                    <a:pt x="1721" y="763"/>
                    <a:pt x="1731" y="737"/>
                  </a:cubicBezTo>
                  <a:cubicBezTo>
                    <a:pt x="1737" y="721"/>
                    <a:pt x="1731" y="705"/>
                    <a:pt x="1715" y="696"/>
                  </a:cubicBezTo>
                  <a:cubicBezTo>
                    <a:pt x="1752" y="690"/>
                    <a:pt x="1793" y="720"/>
                    <a:pt x="1825" y="678"/>
                  </a:cubicBezTo>
                  <a:cubicBezTo>
                    <a:pt x="1821" y="699"/>
                    <a:pt x="1815" y="716"/>
                    <a:pt x="1805" y="732"/>
                  </a:cubicBezTo>
                  <a:cubicBezTo>
                    <a:pt x="1801" y="737"/>
                    <a:pt x="1798" y="743"/>
                    <a:pt x="1803" y="751"/>
                  </a:cubicBezTo>
                  <a:cubicBezTo>
                    <a:pt x="1808" y="758"/>
                    <a:pt x="1816" y="757"/>
                    <a:pt x="1819" y="755"/>
                  </a:cubicBezTo>
                  <a:cubicBezTo>
                    <a:pt x="1842" y="739"/>
                    <a:pt x="1864" y="770"/>
                    <a:pt x="1887" y="756"/>
                  </a:cubicBezTo>
                  <a:cubicBezTo>
                    <a:pt x="1888" y="755"/>
                    <a:pt x="1892" y="762"/>
                    <a:pt x="1895" y="763"/>
                  </a:cubicBezTo>
                  <a:cubicBezTo>
                    <a:pt x="1899" y="765"/>
                    <a:pt x="1903" y="771"/>
                    <a:pt x="1907" y="766"/>
                  </a:cubicBezTo>
                  <a:cubicBezTo>
                    <a:pt x="1911" y="762"/>
                    <a:pt x="1914" y="751"/>
                    <a:pt x="1914" y="750"/>
                  </a:cubicBezTo>
                  <a:cubicBezTo>
                    <a:pt x="1902" y="744"/>
                    <a:pt x="1907" y="731"/>
                    <a:pt x="1906" y="722"/>
                  </a:cubicBezTo>
                  <a:close/>
                  <a:moveTo>
                    <a:pt x="955" y="1182"/>
                  </a:moveTo>
                  <a:cubicBezTo>
                    <a:pt x="955" y="1183"/>
                    <a:pt x="955" y="1184"/>
                    <a:pt x="955" y="1185"/>
                  </a:cubicBezTo>
                  <a:cubicBezTo>
                    <a:pt x="954" y="1184"/>
                    <a:pt x="953" y="1184"/>
                    <a:pt x="953" y="1183"/>
                  </a:cubicBezTo>
                  <a:cubicBezTo>
                    <a:pt x="953" y="1183"/>
                    <a:pt x="954" y="1183"/>
                    <a:pt x="955" y="118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70" name="Freeform 31"/>
            <p:cNvSpPr>
              <a:spLocks noEditPoints="1"/>
            </p:cNvSpPr>
            <p:nvPr/>
          </p:nvSpPr>
          <p:spPr bwMode="auto">
            <a:xfrm>
              <a:off x="3414107" y="930001"/>
              <a:ext cx="1812411" cy="1453535"/>
            </a:xfrm>
            <a:custGeom>
              <a:avLst/>
              <a:gdLst>
                <a:gd name="T0" fmla="*/ 832 w 1014"/>
                <a:gd name="T1" fmla="*/ 510 h 813"/>
                <a:gd name="T2" fmla="*/ 845 w 1014"/>
                <a:gd name="T3" fmla="*/ 469 h 813"/>
                <a:gd name="T4" fmla="*/ 789 w 1014"/>
                <a:gd name="T5" fmla="*/ 412 h 813"/>
                <a:gd name="T6" fmla="*/ 865 w 1014"/>
                <a:gd name="T7" fmla="*/ 410 h 813"/>
                <a:gd name="T8" fmla="*/ 865 w 1014"/>
                <a:gd name="T9" fmla="*/ 389 h 813"/>
                <a:gd name="T10" fmla="*/ 877 w 1014"/>
                <a:gd name="T11" fmla="*/ 378 h 813"/>
                <a:gd name="T12" fmla="*/ 892 w 1014"/>
                <a:gd name="T13" fmla="*/ 371 h 813"/>
                <a:gd name="T14" fmla="*/ 869 w 1014"/>
                <a:gd name="T15" fmla="*/ 357 h 813"/>
                <a:gd name="T16" fmla="*/ 889 w 1014"/>
                <a:gd name="T17" fmla="*/ 332 h 813"/>
                <a:gd name="T18" fmla="*/ 851 w 1014"/>
                <a:gd name="T19" fmla="*/ 299 h 813"/>
                <a:gd name="T20" fmla="*/ 912 w 1014"/>
                <a:gd name="T21" fmla="*/ 280 h 813"/>
                <a:gd name="T22" fmla="*/ 874 w 1014"/>
                <a:gd name="T23" fmla="*/ 258 h 813"/>
                <a:gd name="T24" fmla="*/ 860 w 1014"/>
                <a:gd name="T25" fmla="*/ 243 h 813"/>
                <a:gd name="T26" fmla="*/ 857 w 1014"/>
                <a:gd name="T27" fmla="*/ 240 h 813"/>
                <a:gd name="T28" fmla="*/ 889 w 1014"/>
                <a:gd name="T29" fmla="*/ 194 h 813"/>
                <a:gd name="T30" fmla="*/ 915 w 1014"/>
                <a:gd name="T31" fmla="*/ 163 h 813"/>
                <a:gd name="T32" fmla="*/ 915 w 1014"/>
                <a:gd name="T33" fmla="*/ 154 h 813"/>
                <a:gd name="T34" fmla="*/ 951 w 1014"/>
                <a:gd name="T35" fmla="*/ 133 h 813"/>
                <a:gd name="T36" fmla="*/ 943 w 1014"/>
                <a:gd name="T37" fmla="*/ 82 h 813"/>
                <a:gd name="T38" fmla="*/ 841 w 1014"/>
                <a:gd name="T39" fmla="*/ 108 h 813"/>
                <a:gd name="T40" fmla="*/ 845 w 1014"/>
                <a:gd name="T41" fmla="*/ 80 h 813"/>
                <a:gd name="T42" fmla="*/ 800 w 1014"/>
                <a:gd name="T43" fmla="*/ 92 h 813"/>
                <a:gd name="T44" fmla="*/ 786 w 1014"/>
                <a:gd name="T45" fmla="*/ 80 h 813"/>
                <a:gd name="T46" fmla="*/ 835 w 1014"/>
                <a:gd name="T47" fmla="*/ 69 h 813"/>
                <a:gd name="T48" fmla="*/ 833 w 1014"/>
                <a:gd name="T49" fmla="*/ 45 h 813"/>
                <a:gd name="T50" fmla="*/ 720 w 1014"/>
                <a:gd name="T51" fmla="*/ 11 h 813"/>
                <a:gd name="T52" fmla="*/ 567 w 1014"/>
                <a:gd name="T53" fmla="*/ 34 h 813"/>
                <a:gd name="T54" fmla="*/ 532 w 1014"/>
                <a:gd name="T55" fmla="*/ 34 h 813"/>
                <a:gd name="T56" fmla="*/ 463 w 1014"/>
                <a:gd name="T57" fmla="*/ 51 h 813"/>
                <a:gd name="T58" fmla="*/ 471 w 1014"/>
                <a:gd name="T59" fmla="*/ 86 h 813"/>
                <a:gd name="T60" fmla="*/ 379 w 1014"/>
                <a:gd name="T61" fmla="*/ 57 h 813"/>
                <a:gd name="T62" fmla="*/ 372 w 1014"/>
                <a:gd name="T63" fmla="*/ 76 h 813"/>
                <a:gd name="T64" fmla="*/ 312 w 1014"/>
                <a:gd name="T65" fmla="*/ 65 h 813"/>
                <a:gd name="T66" fmla="*/ 207 w 1014"/>
                <a:gd name="T67" fmla="*/ 86 h 813"/>
                <a:gd name="T68" fmla="*/ 180 w 1014"/>
                <a:gd name="T69" fmla="*/ 114 h 813"/>
                <a:gd name="T70" fmla="*/ 112 w 1014"/>
                <a:gd name="T71" fmla="*/ 140 h 813"/>
                <a:gd name="T72" fmla="*/ 115 w 1014"/>
                <a:gd name="T73" fmla="*/ 165 h 813"/>
                <a:gd name="T74" fmla="*/ 131 w 1014"/>
                <a:gd name="T75" fmla="*/ 172 h 813"/>
                <a:gd name="T76" fmla="*/ 44 w 1014"/>
                <a:gd name="T77" fmla="*/ 215 h 813"/>
                <a:gd name="T78" fmla="*/ 1 w 1014"/>
                <a:gd name="T79" fmla="*/ 235 h 813"/>
                <a:gd name="T80" fmla="*/ 70 w 1014"/>
                <a:gd name="T81" fmla="*/ 269 h 813"/>
                <a:gd name="T82" fmla="*/ 29 w 1014"/>
                <a:gd name="T83" fmla="*/ 278 h 813"/>
                <a:gd name="T84" fmla="*/ 54 w 1014"/>
                <a:gd name="T85" fmla="*/ 292 h 813"/>
                <a:gd name="T86" fmla="*/ 83 w 1014"/>
                <a:gd name="T87" fmla="*/ 317 h 813"/>
                <a:gd name="T88" fmla="*/ 247 w 1014"/>
                <a:gd name="T89" fmla="*/ 346 h 813"/>
                <a:gd name="T90" fmla="*/ 291 w 1014"/>
                <a:gd name="T91" fmla="*/ 454 h 813"/>
                <a:gd name="T92" fmla="*/ 319 w 1014"/>
                <a:gd name="T93" fmla="*/ 472 h 813"/>
                <a:gd name="T94" fmla="*/ 354 w 1014"/>
                <a:gd name="T95" fmla="*/ 491 h 813"/>
                <a:gd name="T96" fmla="*/ 348 w 1014"/>
                <a:gd name="T97" fmla="*/ 501 h 813"/>
                <a:gd name="T98" fmla="*/ 358 w 1014"/>
                <a:gd name="T99" fmla="*/ 521 h 813"/>
                <a:gd name="T100" fmla="*/ 340 w 1014"/>
                <a:gd name="T101" fmla="*/ 569 h 813"/>
                <a:gd name="T102" fmla="*/ 324 w 1014"/>
                <a:gd name="T103" fmla="*/ 645 h 813"/>
                <a:gd name="T104" fmla="*/ 343 w 1014"/>
                <a:gd name="T105" fmla="*/ 676 h 813"/>
                <a:gd name="T106" fmla="*/ 406 w 1014"/>
                <a:gd name="T107" fmla="*/ 780 h 813"/>
                <a:gd name="T108" fmla="*/ 461 w 1014"/>
                <a:gd name="T109" fmla="*/ 804 h 813"/>
                <a:gd name="T110" fmla="*/ 505 w 1014"/>
                <a:gd name="T111" fmla="*/ 740 h 813"/>
                <a:gd name="T112" fmla="*/ 560 w 1014"/>
                <a:gd name="T113" fmla="*/ 659 h 813"/>
                <a:gd name="T114" fmla="*/ 598 w 1014"/>
                <a:gd name="T115" fmla="*/ 650 h 813"/>
                <a:gd name="T116" fmla="*/ 681 w 1014"/>
                <a:gd name="T117" fmla="*/ 578 h 813"/>
                <a:gd name="T118" fmla="*/ 794 w 1014"/>
                <a:gd name="T119" fmla="*/ 550 h 813"/>
                <a:gd name="T120" fmla="*/ 843 w 1014"/>
                <a:gd name="T121" fmla="*/ 519 h 813"/>
                <a:gd name="T122" fmla="*/ 841 w 1014"/>
                <a:gd name="T123" fmla="*/ 111 h 813"/>
                <a:gd name="T124" fmla="*/ 841 w 1014"/>
                <a:gd name="T125" fmla="*/ 109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4" h="813">
                  <a:moveTo>
                    <a:pt x="843" y="519"/>
                  </a:moveTo>
                  <a:cubicBezTo>
                    <a:pt x="844" y="512"/>
                    <a:pt x="835" y="514"/>
                    <a:pt x="832" y="510"/>
                  </a:cubicBezTo>
                  <a:cubicBezTo>
                    <a:pt x="838" y="504"/>
                    <a:pt x="851" y="514"/>
                    <a:pt x="852" y="503"/>
                  </a:cubicBezTo>
                  <a:cubicBezTo>
                    <a:pt x="853" y="492"/>
                    <a:pt x="851" y="480"/>
                    <a:pt x="845" y="469"/>
                  </a:cubicBezTo>
                  <a:cubicBezTo>
                    <a:pt x="834" y="450"/>
                    <a:pt x="811" y="452"/>
                    <a:pt x="799" y="433"/>
                  </a:cubicBezTo>
                  <a:cubicBezTo>
                    <a:pt x="795" y="426"/>
                    <a:pt x="783" y="419"/>
                    <a:pt x="789" y="412"/>
                  </a:cubicBezTo>
                  <a:cubicBezTo>
                    <a:pt x="795" y="403"/>
                    <a:pt x="807" y="400"/>
                    <a:pt x="818" y="409"/>
                  </a:cubicBezTo>
                  <a:cubicBezTo>
                    <a:pt x="833" y="421"/>
                    <a:pt x="849" y="411"/>
                    <a:pt x="865" y="410"/>
                  </a:cubicBezTo>
                  <a:cubicBezTo>
                    <a:pt x="871" y="410"/>
                    <a:pt x="871" y="402"/>
                    <a:pt x="873" y="397"/>
                  </a:cubicBezTo>
                  <a:cubicBezTo>
                    <a:pt x="875" y="390"/>
                    <a:pt x="869" y="391"/>
                    <a:pt x="865" y="389"/>
                  </a:cubicBezTo>
                  <a:cubicBezTo>
                    <a:pt x="859" y="386"/>
                    <a:pt x="849" y="388"/>
                    <a:pt x="844" y="377"/>
                  </a:cubicBezTo>
                  <a:cubicBezTo>
                    <a:pt x="856" y="379"/>
                    <a:pt x="866" y="370"/>
                    <a:pt x="877" y="378"/>
                  </a:cubicBezTo>
                  <a:cubicBezTo>
                    <a:pt x="881" y="382"/>
                    <a:pt x="885" y="382"/>
                    <a:pt x="889" y="378"/>
                  </a:cubicBezTo>
                  <a:cubicBezTo>
                    <a:pt x="891" y="376"/>
                    <a:pt x="894" y="374"/>
                    <a:pt x="892" y="371"/>
                  </a:cubicBezTo>
                  <a:cubicBezTo>
                    <a:pt x="889" y="365"/>
                    <a:pt x="884" y="368"/>
                    <a:pt x="880" y="368"/>
                  </a:cubicBezTo>
                  <a:cubicBezTo>
                    <a:pt x="872" y="368"/>
                    <a:pt x="869" y="366"/>
                    <a:pt x="869" y="357"/>
                  </a:cubicBezTo>
                  <a:cubicBezTo>
                    <a:pt x="869" y="349"/>
                    <a:pt x="871" y="345"/>
                    <a:pt x="879" y="347"/>
                  </a:cubicBezTo>
                  <a:cubicBezTo>
                    <a:pt x="891" y="349"/>
                    <a:pt x="891" y="339"/>
                    <a:pt x="889" y="332"/>
                  </a:cubicBezTo>
                  <a:cubicBezTo>
                    <a:pt x="885" y="319"/>
                    <a:pt x="879" y="307"/>
                    <a:pt x="865" y="304"/>
                  </a:cubicBezTo>
                  <a:cubicBezTo>
                    <a:pt x="860" y="303"/>
                    <a:pt x="853" y="306"/>
                    <a:pt x="851" y="299"/>
                  </a:cubicBezTo>
                  <a:cubicBezTo>
                    <a:pt x="865" y="280"/>
                    <a:pt x="881" y="282"/>
                    <a:pt x="898" y="290"/>
                  </a:cubicBezTo>
                  <a:cubicBezTo>
                    <a:pt x="907" y="295"/>
                    <a:pt x="910" y="286"/>
                    <a:pt x="912" y="280"/>
                  </a:cubicBezTo>
                  <a:cubicBezTo>
                    <a:pt x="914" y="273"/>
                    <a:pt x="908" y="269"/>
                    <a:pt x="901" y="270"/>
                  </a:cubicBezTo>
                  <a:cubicBezTo>
                    <a:pt x="890" y="272"/>
                    <a:pt x="882" y="266"/>
                    <a:pt x="874" y="258"/>
                  </a:cubicBezTo>
                  <a:cubicBezTo>
                    <a:pt x="880" y="258"/>
                    <a:pt x="886" y="257"/>
                    <a:pt x="892" y="256"/>
                  </a:cubicBezTo>
                  <a:cubicBezTo>
                    <a:pt x="880" y="254"/>
                    <a:pt x="873" y="238"/>
                    <a:pt x="860" y="243"/>
                  </a:cubicBezTo>
                  <a:cubicBezTo>
                    <a:pt x="858" y="245"/>
                    <a:pt x="856" y="246"/>
                    <a:pt x="854" y="247"/>
                  </a:cubicBezTo>
                  <a:cubicBezTo>
                    <a:pt x="853" y="244"/>
                    <a:pt x="853" y="241"/>
                    <a:pt x="857" y="240"/>
                  </a:cubicBezTo>
                  <a:cubicBezTo>
                    <a:pt x="860" y="226"/>
                    <a:pt x="858" y="209"/>
                    <a:pt x="878" y="209"/>
                  </a:cubicBezTo>
                  <a:cubicBezTo>
                    <a:pt x="880" y="209"/>
                    <a:pt x="892" y="202"/>
                    <a:pt x="889" y="194"/>
                  </a:cubicBezTo>
                  <a:cubicBezTo>
                    <a:pt x="882" y="179"/>
                    <a:pt x="889" y="176"/>
                    <a:pt x="901" y="175"/>
                  </a:cubicBezTo>
                  <a:cubicBezTo>
                    <a:pt x="906" y="174"/>
                    <a:pt x="914" y="171"/>
                    <a:pt x="915" y="163"/>
                  </a:cubicBezTo>
                  <a:cubicBezTo>
                    <a:pt x="901" y="163"/>
                    <a:pt x="887" y="163"/>
                    <a:pt x="870" y="163"/>
                  </a:cubicBezTo>
                  <a:cubicBezTo>
                    <a:pt x="885" y="151"/>
                    <a:pt x="901" y="155"/>
                    <a:pt x="915" y="154"/>
                  </a:cubicBezTo>
                  <a:cubicBezTo>
                    <a:pt x="926" y="153"/>
                    <a:pt x="938" y="155"/>
                    <a:pt x="940" y="139"/>
                  </a:cubicBezTo>
                  <a:cubicBezTo>
                    <a:pt x="941" y="131"/>
                    <a:pt x="948" y="134"/>
                    <a:pt x="951" y="133"/>
                  </a:cubicBezTo>
                  <a:cubicBezTo>
                    <a:pt x="973" y="127"/>
                    <a:pt x="988" y="109"/>
                    <a:pt x="1014" y="100"/>
                  </a:cubicBezTo>
                  <a:cubicBezTo>
                    <a:pt x="986" y="90"/>
                    <a:pt x="966" y="83"/>
                    <a:pt x="943" y="82"/>
                  </a:cubicBezTo>
                  <a:cubicBezTo>
                    <a:pt x="926" y="81"/>
                    <a:pt x="916" y="98"/>
                    <a:pt x="905" y="98"/>
                  </a:cubicBezTo>
                  <a:cubicBezTo>
                    <a:pt x="883" y="97"/>
                    <a:pt x="862" y="99"/>
                    <a:pt x="841" y="108"/>
                  </a:cubicBezTo>
                  <a:cubicBezTo>
                    <a:pt x="841" y="106"/>
                    <a:pt x="841" y="103"/>
                    <a:pt x="842" y="102"/>
                  </a:cubicBezTo>
                  <a:cubicBezTo>
                    <a:pt x="847" y="95"/>
                    <a:pt x="851" y="88"/>
                    <a:pt x="845" y="80"/>
                  </a:cubicBezTo>
                  <a:cubicBezTo>
                    <a:pt x="838" y="72"/>
                    <a:pt x="832" y="75"/>
                    <a:pt x="823" y="77"/>
                  </a:cubicBezTo>
                  <a:cubicBezTo>
                    <a:pt x="813" y="79"/>
                    <a:pt x="808" y="88"/>
                    <a:pt x="800" y="92"/>
                  </a:cubicBezTo>
                  <a:cubicBezTo>
                    <a:pt x="797" y="93"/>
                    <a:pt x="794" y="97"/>
                    <a:pt x="791" y="95"/>
                  </a:cubicBezTo>
                  <a:cubicBezTo>
                    <a:pt x="787" y="91"/>
                    <a:pt x="791" y="83"/>
                    <a:pt x="786" y="80"/>
                  </a:cubicBezTo>
                  <a:cubicBezTo>
                    <a:pt x="789" y="78"/>
                    <a:pt x="791" y="76"/>
                    <a:pt x="794" y="75"/>
                  </a:cubicBezTo>
                  <a:cubicBezTo>
                    <a:pt x="808" y="73"/>
                    <a:pt x="821" y="70"/>
                    <a:pt x="835" y="69"/>
                  </a:cubicBezTo>
                  <a:cubicBezTo>
                    <a:pt x="841" y="69"/>
                    <a:pt x="852" y="65"/>
                    <a:pt x="852" y="56"/>
                  </a:cubicBezTo>
                  <a:cubicBezTo>
                    <a:pt x="851" y="47"/>
                    <a:pt x="841" y="44"/>
                    <a:pt x="833" y="45"/>
                  </a:cubicBezTo>
                  <a:cubicBezTo>
                    <a:pt x="822" y="46"/>
                    <a:pt x="807" y="45"/>
                    <a:pt x="801" y="39"/>
                  </a:cubicBezTo>
                  <a:cubicBezTo>
                    <a:pt x="778" y="15"/>
                    <a:pt x="747" y="19"/>
                    <a:pt x="720" y="11"/>
                  </a:cubicBezTo>
                  <a:cubicBezTo>
                    <a:pt x="684" y="0"/>
                    <a:pt x="646" y="6"/>
                    <a:pt x="609" y="12"/>
                  </a:cubicBezTo>
                  <a:cubicBezTo>
                    <a:pt x="595" y="14"/>
                    <a:pt x="569" y="1"/>
                    <a:pt x="567" y="34"/>
                  </a:cubicBezTo>
                  <a:cubicBezTo>
                    <a:pt x="567" y="35"/>
                    <a:pt x="563" y="36"/>
                    <a:pt x="561" y="36"/>
                  </a:cubicBezTo>
                  <a:cubicBezTo>
                    <a:pt x="552" y="35"/>
                    <a:pt x="541" y="39"/>
                    <a:pt x="532" y="34"/>
                  </a:cubicBezTo>
                  <a:cubicBezTo>
                    <a:pt x="514" y="23"/>
                    <a:pt x="495" y="23"/>
                    <a:pt x="474" y="27"/>
                  </a:cubicBezTo>
                  <a:cubicBezTo>
                    <a:pt x="460" y="30"/>
                    <a:pt x="453" y="39"/>
                    <a:pt x="463" y="51"/>
                  </a:cubicBezTo>
                  <a:cubicBezTo>
                    <a:pt x="469" y="60"/>
                    <a:pt x="474" y="66"/>
                    <a:pt x="469" y="77"/>
                  </a:cubicBezTo>
                  <a:cubicBezTo>
                    <a:pt x="468" y="79"/>
                    <a:pt x="470" y="83"/>
                    <a:pt x="471" y="86"/>
                  </a:cubicBezTo>
                  <a:cubicBezTo>
                    <a:pt x="463" y="89"/>
                    <a:pt x="458" y="83"/>
                    <a:pt x="452" y="80"/>
                  </a:cubicBezTo>
                  <a:cubicBezTo>
                    <a:pt x="428" y="70"/>
                    <a:pt x="405" y="59"/>
                    <a:pt x="379" y="57"/>
                  </a:cubicBezTo>
                  <a:cubicBezTo>
                    <a:pt x="374" y="57"/>
                    <a:pt x="367" y="54"/>
                    <a:pt x="366" y="62"/>
                  </a:cubicBezTo>
                  <a:cubicBezTo>
                    <a:pt x="365" y="68"/>
                    <a:pt x="365" y="73"/>
                    <a:pt x="372" y="76"/>
                  </a:cubicBezTo>
                  <a:cubicBezTo>
                    <a:pt x="374" y="76"/>
                    <a:pt x="378" y="79"/>
                    <a:pt x="374" y="85"/>
                  </a:cubicBezTo>
                  <a:cubicBezTo>
                    <a:pt x="354" y="77"/>
                    <a:pt x="329" y="88"/>
                    <a:pt x="312" y="65"/>
                  </a:cubicBezTo>
                  <a:cubicBezTo>
                    <a:pt x="308" y="61"/>
                    <a:pt x="304" y="62"/>
                    <a:pt x="299" y="63"/>
                  </a:cubicBezTo>
                  <a:cubicBezTo>
                    <a:pt x="268" y="69"/>
                    <a:pt x="237" y="73"/>
                    <a:pt x="207" y="86"/>
                  </a:cubicBezTo>
                  <a:cubicBezTo>
                    <a:pt x="198" y="90"/>
                    <a:pt x="194" y="91"/>
                    <a:pt x="195" y="101"/>
                  </a:cubicBezTo>
                  <a:cubicBezTo>
                    <a:pt x="196" y="113"/>
                    <a:pt x="196" y="122"/>
                    <a:pt x="180" y="114"/>
                  </a:cubicBezTo>
                  <a:cubicBezTo>
                    <a:pt x="175" y="111"/>
                    <a:pt x="165" y="111"/>
                    <a:pt x="162" y="114"/>
                  </a:cubicBezTo>
                  <a:cubicBezTo>
                    <a:pt x="147" y="128"/>
                    <a:pt x="127" y="128"/>
                    <a:pt x="112" y="140"/>
                  </a:cubicBezTo>
                  <a:cubicBezTo>
                    <a:pt x="106" y="145"/>
                    <a:pt x="91" y="140"/>
                    <a:pt x="93" y="154"/>
                  </a:cubicBezTo>
                  <a:cubicBezTo>
                    <a:pt x="94" y="169"/>
                    <a:pt x="108" y="160"/>
                    <a:pt x="115" y="165"/>
                  </a:cubicBezTo>
                  <a:cubicBezTo>
                    <a:pt x="118" y="168"/>
                    <a:pt x="121" y="168"/>
                    <a:pt x="124" y="166"/>
                  </a:cubicBezTo>
                  <a:cubicBezTo>
                    <a:pt x="130" y="161"/>
                    <a:pt x="132" y="166"/>
                    <a:pt x="131" y="172"/>
                  </a:cubicBezTo>
                  <a:cubicBezTo>
                    <a:pt x="130" y="183"/>
                    <a:pt x="125" y="198"/>
                    <a:pt x="115" y="197"/>
                  </a:cubicBezTo>
                  <a:cubicBezTo>
                    <a:pt x="88" y="194"/>
                    <a:pt x="66" y="206"/>
                    <a:pt x="44" y="215"/>
                  </a:cubicBezTo>
                  <a:cubicBezTo>
                    <a:pt x="32" y="220"/>
                    <a:pt x="20" y="215"/>
                    <a:pt x="10" y="224"/>
                  </a:cubicBezTo>
                  <a:cubicBezTo>
                    <a:pt x="6" y="227"/>
                    <a:pt x="2" y="231"/>
                    <a:pt x="1" y="235"/>
                  </a:cubicBezTo>
                  <a:cubicBezTo>
                    <a:pt x="0" y="243"/>
                    <a:pt x="8" y="239"/>
                    <a:pt x="11" y="241"/>
                  </a:cubicBezTo>
                  <a:cubicBezTo>
                    <a:pt x="29" y="254"/>
                    <a:pt x="52" y="256"/>
                    <a:pt x="70" y="269"/>
                  </a:cubicBezTo>
                  <a:cubicBezTo>
                    <a:pt x="59" y="270"/>
                    <a:pt x="49" y="270"/>
                    <a:pt x="40" y="271"/>
                  </a:cubicBezTo>
                  <a:cubicBezTo>
                    <a:pt x="36" y="272"/>
                    <a:pt x="29" y="272"/>
                    <a:pt x="29" y="278"/>
                  </a:cubicBezTo>
                  <a:cubicBezTo>
                    <a:pt x="29" y="284"/>
                    <a:pt x="34" y="288"/>
                    <a:pt x="39" y="290"/>
                  </a:cubicBezTo>
                  <a:cubicBezTo>
                    <a:pt x="44" y="292"/>
                    <a:pt x="49" y="290"/>
                    <a:pt x="54" y="292"/>
                  </a:cubicBezTo>
                  <a:cubicBezTo>
                    <a:pt x="59" y="293"/>
                    <a:pt x="65" y="294"/>
                    <a:pt x="66" y="298"/>
                  </a:cubicBezTo>
                  <a:cubicBezTo>
                    <a:pt x="71" y="315"/>
                    <a:pt x="71" y="314"/>
                    <a:pt x="83" y="317"/>
                  </a:cubicBezTo>
                  <a:cubicBezTo>
                    <a:pt x="103" y="322"/>
                    <a:pt x="122" y="317"/>
                    <a:pt x="140" y="313"/>
                  </a:cubicBezTo>
                  <a:cubicBezTo>
                    <a:pt x="180" y="305"/>
                    <a:pt x="217" y="319"/>
                    <a:pt x="247" y="346"/>
                  </a:cubicBezTo>
                  <a:cubicBezTo>
                    <a:pt x="266" y="364"/>
                    <a:pt x="274" y="387"/>
                    <a:pt x="288" y="407"/>
                  </a:cubicBezTo>
                  <a:cubicBezTo>
                    <a:pt x="297" y="421"/>
                    <a:pt x="307" y="437"/>
                    <a:pt x="291" y="454"/>
                  </a:cubicBezTo>
                  <a:cubicBezTo>
                    <a:pt x="289" y="457"/>
                    <a:pt x="278" y="468"/>
                    <a:pt x="292" y="475"/>
                  </a:cubicBezTo>
                  <a:cubicBezTo>
                    <a:pt x="301" y="479"/>
                    <a:pt x="311" y="485"/>
                    <a:pt x="319" y="472"/>
                  </a:cubicBezTo>
                  <a:cubicBezTo>
                    <a:pt x="325" y="461"/>
                    <a:pt x="335" y="469"/>
                    <a:pt x="336" y="472"/>
                  </a:cubicBezTo>
                  <a:cubicBezTo>
                    <a:pt x="338" y="483"/>
                    <a:pt x="348" y="485"/>
                    <a:pt x="354" y="491"/>
                  </a:cubicBezTo>
                  <a:cubicBezTo>
                    <a:pt x="358" y="494"/>
                    <a:pt x="363" y="494"/>
                    <a:pt x="361" y="500"/>
                  </a:cubicBezTo>
                  <a:cubicBezTo>
                    <a:pt x="358" y="507"/>
                    <a:pt x="353" y="504"/>
                    <a:pt x="348" y="501"/>
                  </a:cubicBezTo>
                  <a:cubicBezTo>
                    <a:pt x="336" y="493"/>
                    <a:pt x="323" y="495"/>
                    <a:pt x="306" y="498"/>
                  </a:cubicBezTo>
                  <a:cubicBezTo>
                    <a:pt x="324" y="511"/>
                    <a:pt x="339" y="521"/>
                    <a:pt x="358" y="521"/>
                  </a:cubicBezTo>
                  <a:cubicBezTo>
                    <a:pt x="364" y="521"/>
                    <a:pt x="373" y="526"/>
                    <a:pt x="370" y="530"/>
                  </a:cubicBezTo>
                  <a:cubicBezTo>
                    <a:pt x="359" y="542"/>
                    <a:pt x="371" y="575"/>
                    <a:pt x="340" y="569"/>
                  </a:cubicBezTo>
                  <a:cubicBezTo>
                    <a:pt x="339" y="569"/>
                    <a:pt x="337" y="571"/>
                    <a:pt x="335" y="573"/>
                  </a:cubicBezTo>
                  <a:cubicBezTo>
                    <a:pt x="323" y="584"/>
                    <a:pt x="316" y="631"/>
                    <a:pt x="324" y="645"/>
                  </a:cubicBezTo>
                  <a:cubicBezTo>
                    <a:pt x="326" y="647"/>
                    <a:pt x="328" y="649"/>
                    <a:pt x="330" y="651"/>
                  </a:cubicBezTo>
                  <a:cubicBezTo>
                    <a:pt x="336" y="658"/>
                    <a:pt x="340" y="666"/>
                    <a:pt x="343" y="676"/>
                  </a:cubicBezTo>
                  <a:cubicBezTo>
                    <a:pt x="347" y="688"/>
                    <a:pt x="351" y="703"/>
                    <a:pt x="357" y="713"/>
                  </a:cubicBezTo>
                  <a:cubicBezTo>
                    <a:pt x="372" y="736"/>
                    <a:pt x="387" y="761"/>
                    <a:pt x="406" y="780"/>
                  </a:cubicBezTo>
                  <a:cubicBezTo>
                    <a:pt x="414" y="788"/>
                    <a:pt x="422" y="792"/>
                    <a:pt x="431" y="789"/>
                  </a:cubicBezTo>
                  <a:cubicBezTo>
                    <a:pt x="446" y="783"/>
                    <a:pt x="453" y="794"/>
                    <a:pt x="461" y="804"/>
                  </a:cubicBezTo>
                  <a:cubicBezTo>
                    <a:pt x="465" y="810"/>
                    <a:pt x="492" y="813"/>
                    <a:pt x="496" y="808"/>
                  </a:cubicBezTo>
                  <a:cubicBezTo>
                    <a:pt x="505" y="798"/>
                    <a:pt x="511" y="753"/>
                    <a:pt x="505" y="740"/>
                  </a:cubicBezTo>
                  <a:cubicBezTo>
                    <a:pt x="525" y="733"/>
                    <a:pt x="537" y="717"/>
                    <a:pt x="536" y="694"/>
                  </a:cubicBezTo>
                  <a:cubicBezTo>
                    <a:pt x="535" y="674"/>
                    <a:pt x="547" y="663"/>
                    <a:pt x="560" y="659"/>
                  </a:cubicBezTo>
                  <a:cubicBezTo>
                    <a:pt x="571" y="655"/>
                    <a:pt x="582" y="641"/>
                    <a:pt x="596" y="650"/>
                  </a:cubicBezTo>
                  <a:cubicBezTo>
                    <a:pt x="596" y="651"/>
                    <a:pt x="597" y="650"/>
                    <a:pt x="598" y="650"/>
                  </a:cubicBezTo>
                  <a:cubicBezTo>
                    <a:pt x="625" y="644"/>
                    <a:pt x="647" y="629"/>
                    <a:pt x="658" y="602"/>
                  </a:cubicBezTo>
                  <a:cubicBezTo>
                    <a:pt x="664" y="591"/>
                    <a:pt x="679" y="591"/>
                    <a:pt x="681" y="578"/>
                  </a:cubicBezTo>
                  <a:cubicBezTo>
                    <a:pt x="696" y="596"/>
                    <a:pt x="710" y="578"/>
                    <a:pt x="724" y="575"/>
                  </a:cubicBezTo>
                  <a:cubicBezTo>
                    <a:pt x="748" y="571"/>
                    <a:pt x="774" y="570"/>
                    <a:pt x="794" y="550"/>
                  </a:cubicBezTo>
                  <a:cubicBezTo>
                    <a:pt x="804" y="539"/>
                    <a:pt x="819" y="533"/>
                    <a:pt x="832" y="526"/>
                  </a:cubicBezTo>
                  <a:cubicBezTo>
                    <a:pt x="836" y="524"/>
                    <a:pt x="843" y="525"/>
                    <a:pt x="843" y="519"/>
                  </a:cubicBezTo>
                  <a:close/>
                  <a:moveTo>
                    <a:pt x="841" y="109"/>
                  </a:moveTo>
                  <a:cubicBezTo>
                    <a:pt x="841" y="110"/>
                    <a:pt x="841" y="110"/>
                    <a:pt x="841" y="111"/>
                  </a:cubicBezTo>
                  <a:cubicBezTo>
                    <a:pt x="840" y="111"/>
                    <a:pt x="840" y="111"/>
                    <a:pt x="839" y="110"/>
                  </a:cubicBezTo>
                  <a:cubicBezTo>
                    <a:pt x="839" y="110"/>
                    <a:pt x="840" y="109"/>
                    <a:pt x="841" y="10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71" name="Freeform 32"/>
            <p:cNvSpPr>
              <a:spLocks/>
            </p:cNvSpPr>
            <p:nvPr/>
          </p:nvSpPr>
          <p:spPr bwMode="auto">
            <a:xfrm>
              <a:off x="2716193" y="973282"/>
              <a:ext cx="1054986" cy="532000"/>
            </a:xfrm>
            <a:custGeom>
              <a:avLst/>
              <a:gdLst>
                <a:gd name="T0" fmla="*/ 36 w 591"/>
                <a:gd name="T1" fmla="*/ 170 h 298"/>
                <a:gd name="T2" fmla="*/ 41 w 591"/>
                <a:gd name="T3" fmla="*/ 178 h 298"/>
                <a:gd name="T4" fmla="*/ 44 w 591"/>
                <a:gd name="T5" fmla="*/ 190 h 298"/>
                <a:gd name="T6" fmla="*/ 132 w 591"/>
                <a:gd name="T7" fmla="*/ 216 h 298"/>
                <a:gd name="T8" fmla="*/ 138 w 591"/>
                <a:gd name="T9" fmla="*/ 210 h 298"/>
                <a:gd name="T10" fmla="*/ 151 w 591"/>
                <a:gd name="T11" fmla="*/ 200 h 298"/>
                <a:gd name="T12" fmla="*/ 157 w 591"/>
                <a:gd name="T13" fmla="*/ 215 h 298"/>
                <a:gd name="T14" fmla="*/ 147 w 591"/>
                <a:gd name="T15" fmla="*/ 223 h 298"/>
                <a:gd name="T16" fmla="*/ 139 w 591"/>
                <a:gd name="T17" fmla="*/ 237 h 298"/>
                <a:gd name="T18" fmla="*/ 144 w 591"/>
                <a:gd name="T19" fmla="*/ 250 h 298"/>
                <a:gd name="T20" fmla="*/ 122 w 591"/>
                <a:gd name="T21" fmla="*/ 259 h 298"/>
                <a:gd name="T22" fmla="*/ 120 w 591"/>
                <a:gd name="T23" fmla="*/ 275 h 298"/>
                <a:gd name="T24" fmla="*/ 194 w 591"/>
                <a:gd name="T25" fmla="*/ 284 h 298"/>
                <a:gd name="T26" fmla="*/ 225 w 591"/>
                <a:gd name="T27" fmla="*/ 277 h 298"/>
                <a:gd name="T28" fmla="*/ 242 w 591"/>
                <a:gd name="T29" fmla="*/ 276 h 298"/>
                <a:gd name="T30" fmla="*/ 283 w 591"/>
                <a:gd name="T31" fmla="*/ 289 h 298"/>
                <a:gd name="T32" fmla="*/ 304 w 591"/>
                <a:gd name="T33" fmla="*/ 279 h 298"/>
                <a:gd name="T34" fmla="*/ 316 w 591"/>
                <a:gd name="T35" fmla="*/ 263 h 298"/>
                <a:gd name="T36" fmla="*/ 298 w 591"/>
                <a:gd name="T37" fmla="*/ 252 h 298"/>
                <a:gd name="T38" fmla="*/ 317 w 591"/>
                <a:gd name="T39" fmla="*/ 226 h 298"/>
                <a:gd name="T40" fmla="*/ 357 w 591"/>
                <a:gd name="T41" fmla="*/ 201 h 298"/>
                <a:gd name="T42" fmla="*/ 362 w 591"/>
                <a:gd name="T43" fmla="*/ 174 h 298"/>
                <a:gd name="T44" fmla="*/ 365 w 591"/>
                <a:gd name="T45" fmla="*/ 166 h 298"/>
                <a:gd name="T46" fmla="*/ 409 w 591"/>
                <a:gd name="T47" fmla="*/ 156 h 298"/>
                <a:gd name="T48" fmla="*/ 419 w 591"/>
                <a:gd name="T49" fmla="*/ 154 h 298"/>
                <a:gd name="T50" fmla="*/ 474 w 591"/>
                <a:gd name="T51" fmla="*/ 114 h 298"/>
                <a:gd name="T52" fmla="*/ 547 w 591"/>
                <a:gd name="T53" fmla="*/ 68 h 298"/>
                <a:gd name="T54" fmla="*/ 582 w 591"/>
                <a:gd name="T55" fmla="*/ 51 h 298"/>
                <a:gd name="T56" fmla="*/ 591 w 591"/>
                <a:gd name="T57" fmla="*/ 40 h 298"/>
                <a:gd name="T58" fmla="*/ 581 w 591"/>
                <a:gd name="T59" fmla="*/ 33 h 298"/>
                <a:gd name="T60" fmla="*/ 564 w 591"/>
                <a:gd name="T61" fmla="*/ 32 h 298"/>
                <a:gd name="T62" fmla="*/ 519 w 591"/>
                <a:gd name="T63" fmla="*/ 20 h 298"/>
                <a:gd name="T64" fmla="*/ 500 w 591"/>
                <a:gd name="T65" fmla="*/ 17 h 298"/>
                <a:gd name="T66" fmla="*/ 383 w 591"/>
                <a:gd name="T67" fmla="*/ 15 h 298"/>
                <a:gd name="T68" fmla="*/ 378 w 591"/>
                <a:gd name="T69" fmla="*/ 15 h 298"/>
                <a:gd name="T70" fmla="*/ 316 w 591"/>
                <a:gd name="T71" fmla="*/ 11 h 298"/>
                <a:gd name="T72" fmla="*/ 269 w 591"/>
                <a:gd name="T73" fmla="*/ 19 h 298"/>
                <a:gd name="T74" fmla="*/ 233 w 591"/>
                <a:gd name="T75" fmla="*/ 35 h 298"/>
                <a:gd name="T76" fmla="*/ 216 w 591"/>
                <a:gd name="T77" fmla="*/ 39 h 298"/>
                <a:gd name="T78" fmla="*/ 189 w 591"/>
                <a:gd name="T79" fmla="*/ 49 h 298"/>
                <a:gd name="T80" fmla="*/ 179 w 591"/>
                <a:gd name="T81" fmla="*/ 52 h 298"/>
                <a:gd name="T82" fmla="*/ 82 w 591"/>
                <a:gd name="T83" fmla="*/ 69 h 298"/>
                <a:gd name="T84" fmla="*/ 91 w 591"/>
                <a:gd name="T85" fmla="*/ 76 h 298"/>
                <a:gd name="T86" fmla="*/ 106 w 591"/>
                <a:gd name="T87" fmla="*/ 91 h 298"/>
                <a:gd name="T88" fmla="*/ 109 w 591"/>
                <a:gd name="T89" fmla="*/ 100 h 298"/>
                <a:gd name="T90" fmla="*/ 167 w 591"/>
                <a:gd name="T91" fmla="*/ 107 h 298"/>
                <a:gd name="T92" fmla="*/ 170 w 591"/>
                <a:gd name="T93" fmla="*/ 121 h 298"/>
                <a:gd name="T94" fmla="*/ 163 w 591"/>
                <a:gd name="T95" fmla="*/ 138 h 298"/>
                <a:gd name="T96" fmla="*/ 153 w 591"/>
                <a:gd name="T97" fmla="*/ 127 h 298"/>
                <a:gd name="T98" fmla="*/ 144 w 591"/>
                <a:gd name="T99" fmla="*/ 122 h 298"/>
                <a:gd name="T100" fmla="*/ 85 w 591"/>
                <a:gd name="T101" fmla="*/ 90 h 298"/>
                <a:gd name="T102" fmla="*/ 40 w 591"/>
                <a:gd name="T103" fmla="*/ 82 h 298"/>
                <a:gd name="T104" fmla="*/ 5 w 591"/>
                <a:gd name="T105" fmla="*/ 121 h 298"/>
                <a:gd name="T106" fmla="*/ 2 w 591"/>
                <a:gd name="T107" fmla="*/ 133 h 298"/>
                <a:gd name="T108" fmla="*/ 36 w 591"/>
                <a:gd name="T109" fmla="*/ 17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91" h="298">
                  <a:moveTo>
                    <a:pt x="36" y="170"/>
                  </a:moveTo>
                  <a:cubicBezTo>
                    <a:pt x="40" y="170"/>
                    <a:pt x="44" y="172"/>
                    <a:pt x="41" y="178"/>
                  </a:cubicBezTo>
                  <a:cubicBezTo>
                    <a:pt x="37" y="184"/>
                    <a:pt x="41" y="186"/>
                    <a:pt x="44" y="190"/>
                  </a:cubicBezTo>
                  <a:cubicBezTo>
                    <a:pt x="68" y="218"/>
                    <a:pt x="100" y="219"/>
                    <a:pt x="132" y="216"/>
                  </a:cubicBezTo>
                  <a:cubicBezTo>
                    <a:pt x="136" y="216"/>
                    <a:pt x="138" y="214"/>
                    <a:pt x="138" y="210"/>
                  </a:cubicBezTo>
                  <a:cubicBezTo>
                    <a:pt x="138" y="200"/>
                    <a:pt x="148" y="205"/>
                    <a:pt x="151" y="200"/>
                  </a:cubicBezTo>
                  <a:cubicBezTo>
                    <a:pt x="153" y="205"/>
                    <a:pt x="156" y="210"/>
                    <a:pt x="157" y="215"/>
                  </a:cubicBezTo>
                  <a:cubicBezTo>
                    <a:pt x="158" y="222"/>
                    <a:pt x="149" y="224"/>
                    <a:pt x="147" y="223"/>
                  </a:cubicBezTo>
                  <a:cubicBezTo>
                    <a:pt x="131" y="220"/>
                    <a:pt x="139" y="231"/>
                    <a:pt x="139" y="237"/>
                  </a:cubicBezTo>
                  <a:cubicBezTo>
                    <a:pt x="140" y="241"/>
                    <a:pt x="147" y="242"/>
                    <a:pt x="144" y="250"/>
                  </a:cubicBezTo>
                  <a:cubicBezTo>
                    <a:pt x="135" y="248"/>
                    <a:pt x="129" y="254"/>
                    <a:pt x="122" y="259"/>
                  </a:cubicBezTo>
                  <a:cubicBezTo>
                    <a:pt x="115" y="264"/>
                    <a:pt x="116" y="273"/>
                    <a:pt x="120" y="275"/>
                  </a:cubicBezTo>
                  <a:cubicBezTo>
                    <a:pt x="144" y="287"/>
                    <a:pt x="170" y="287"/>
                    <a:pt x="194" y="284"/>
                  </a:cubicBezTo>
                  <a:cubicBezTo>
                    <a:pt x="204" y="282"/>
                    <a:pt x="217" y="287"/>
                    <a:pt x="225" y="277"/>
                  </a:cubicBezTo>
                  <a:cubicBezTo>
                    <a:pt x="231" y="269"/>
                    <a:pt x="235" y="272"/>
                    <a:pt x="242" y="276"/>
                  </a:cubicBezTo>
                  <a:cubicBezTo>
                    <a:pt x="255" y="283"/>
                    <a:pt x="265" y="298"/>
                    <a:pt x="283" y="289"/>
                  </a:cubicBezTo>
                  <a:cubicBezTo>
                    <a:pt x="290" y="285"/>
                    <a:pt x="295" y="278"/>
                    <a:pt x="304" y="279"/>
                  </a:cubicBezTo>
                  <a:cubicBezTo>
                    <a:pt x="312" y="280"/>
                    <a:pt x="317" y="272"/>
                    <a:pt x="316" y="263"/>
                  </a:cubicBezTo>
                  <a:cubicBezTo>
                    <a:pt x="315" y="252"/>
                    <a:pt x="308" y="250"/>
                    <a:pt x="298" y="252"/>
                  </a:cubicBezTo>
                  <a:cubicBezTo>
                    <a:pt x="307" y="245"/>
                    <a:pt x="310" y="226"/>
                    <a:pt x="317" y="226"/>
                  </a:cubicBezTo>
                  <a:cubicBezTo>
                    <a:pt x="337" y="226"/>
                    <a:pt x="347" y="220"/>
                    <a:pt x="357" y="201"/>
                  </a:cubicBezTo>
                  <a:cubicBezTo>
                    <a:pt x="362" y="191"/>
                    <a:pt x="355" y="181"/>
                    <a:pt x="362" y="174"/>
                  </a:cubicBezTo>
                  <a:cubicBezTo>
                    <a:pt x="363" y="174"/>
                    <a:pt x="359" y="165"/>
                    <a:pt x="365" y="166"/>
                  </a:cubicBezTo>
                  <a:cubicBezTo>
                    <a:pt x="381" y="169"/>
                    <a:pt x="393" y="153"/>
                    <a:pt x="409" y="156"/>
                  </a:cubicBezTo>
                  <a:cubicBezTo>
                    <a:pt x="412" y="157"/>
                    <a:pt x="417" y="158"/>
                    <a:pt x="419" y="154"/>
                  </a:cubicBezTo>
                  <a:cubicBezTo>
                    <a:pt x="431" y="130"/>
                    <a:pt x="456" y="126"/>
                    <a:pt x="474" y="114"/>
                  </a:cubicBezTo>
                  <a:cubicBezTo>
                    <a:pt x="498" y="98"/>
                    <a:pt x="524" y="85"/>
                    <a:pt x="547" y="68"/>
                  </a:cubicBezTo>
                  <a:cubicBezTo>
                    <a:pt x="558" y="60"/>
                    <a:pt x="570" y="55"/>
                    <a:pt x="582" y="51"/>
                  </a:cubicBezTo>
                  <a:cubicBezTo>
                    <a:pt x="588" y="49"/>
                    <a:pt x="591" y="48"/>
                    <a:pt x="591" y="40"/>
                  </a:cubicBezTo>
                  <a:cubicBezTo>
                    <a:pt x="590" y="33"/>
                    <a:pt x="585" y="33"/>
                    <a:pt x="581" y="33"/>
                  </a:cubicBezTo>
                  <a:cubicBezTo>
                    <a:pt x="575" y="33"/>
                    <a:pt x="565" y="35"/>
                    <a:pt x="564" y="32"/>
                  </a:cubicBezTo>
                  <a:cubicBezTo>
                    <a:pt x="552" y="11"/>
                    <a:pt x="535" y="19"/>
                    <a:pt x="519" y="20"/>
                  </a:cubicBezTo>
                  <a:cubicBezTo>
                    <a:pt x="512" y="21"/>
                    <a:pt x="506" y="18"/>
                    <a:pt x="500" y="17"/>
                  </a:cubicBezTo>
                  <a:cubicBezTo>
                    <a:pt x="461" y="11"/>
                    <a:pt x="422" y="0"/>
                    <a:pt x="383" y="15"/>
                  </a:cubicBezTo>
                  <a:cubicBezTo>
                    <a:pt x="381" y="15"/>
                    <a:pt x="379" y="16"/>
                    <a:pt x="378" y="15"/>
                  </a:cubicBezTo>
                  <a:cubicBezTo>
                    <a:pt x="357" y="2"/>
                    <a:pt x="337" y="9"/>
                    <a:pt x="316" y="11"/>
                  </a:cubicBezTo>
                  <a:cubicBezTo>
                    <a:pt x="299" y="13"/>
                    <a:pt x="283" y="21"/>
                    <a:pt x="269" y="19"/>
                  </a:cubicBezTo>
                  <a:cubicBezTo>
                    <a:pt x="251" y="16"/>
                    <a:pt x="236" y="26"/>
                    <a:pt x="233" y="35"/>
                  </a:cubicBezTo>
                  <a:cubicBezTo>
                    <a:pt x="227" y="52"/>
                    <a:pt x="222" y="40"/>
                    <a:pt x="216" y="39"/>
                  </a:cubicBezTo>
                  <a:cubicBezTo>
                    <a:pt x="205" y="36"/>
                    <a:pt x="191" y="23"/>
                    <a:pt x="189" y="49"/>
                  </a:cubicBezTo>
                  <a:cubicBezTo>
                    <a:pt x="189" y="57"/>
                    <a:pt x="184" y="53"/>
                    <a:pt x="179" y="52"/>
                  </a:cubicBezTo>
                  <a:cubicBezTo>
                    <a:pt x="144" y="41"/>
                    <a:pt x="114" y="59"/>
                    <a:pt x="82" y="69"/>
                  </a:cubicBezTo>
                  <a:cubicBezTo>
                    <a:pt x="84" y="76"/>
                    <a:pt x="88" y="77"/>
                    <a:pt x="91" y="76"/>
                  </a:cubicBezTo>
                  <a:cubicBezTo>
                    <a:pt x="107" y="68"/>
                    <a:pt x="104" y="84"/>
                    <a:pt x="106" y="91"/>
                  </a:cubicBezTo>
                  <a:cubicBezTo>
                    <a:pt x="107" y="94"/>
                    <a:pt x="105" y="99"/>
                    <a:pt x="109" y="100"/>
                  </a:cubicBezTo>
                  <a:cubicBezTo>
                    <a:pt x="128" y="106"/>
                    <a:pt x="146" y="123"/>
                    <a:pt x="167" y="107"/>
                  </a:cubicBezTo>
                  <a:cubicBezTo>
                    <a:pt x="169" y="112"/>
                    <a:pt x="171" y="117"/>
                    <a:pt x="170" y="121"/>
                  </a:cubicBezTo>
                  <a:cubicBezTo>
                    <a:pt x="169" y="127"/>
                    <a:pt x="166" y="132"/>
                    <a:pt x="163" y="138"/>
                  </a:cubicBezTo>
                  <a:cubicBezTo>
                    <a:pt x="159" y="135"/>
                    <a:pt x="153" y="135"/>
                    <a:pt x="153" y="127"/>
                  </a:cubicBezTo>
                  <a:cubicBezTo>
                    <a:pt x="153" y="121"/>
                    <a:pt x="147" y="124"/>
                    <a:pt x="144" y="122"/>
                  </a:cubicBezTo>
                  <a:cubicBezTo>
                    <a:pt x="123" y="114"/>
                    <a:pt x="98" y="116"/>
                    <a:pt x="85" y="90"/>
                  </a:cubicBezTo>
                  <a:cubicBezTo>
                    <a:pt x="80" y="81"/>
                    <a:pt x="45" y="75"/>
                    <a:pt x="40" y="82"/>
                  </a:cubicBezTo>
                  <a:cubicBezTo>
                    <a:pt x="30" y="96"/>
                    <a:pt x="14" y="104"/>
                    <a:pt x="5" y="121"/>
                  </a:cubicBezTo>
                  <a:cubicBezTo>
                    <a:pt x="3" y="125"/>
                    <a:pt x="0" y="127"/>
                    <a:pt x="2" y="133"/>
                  </a:cubicBezTo>
                  <a:cubicBezTo>
                    <a:pt x="6" y="155"/>
                    <a:pt x="16" y="167"/>
                    <a:pt x="36" y="17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72" name="Freeform 33"/>
            <p:cNvSpPr>
              <a:spLocks/>
            </p:cNvSpPr>
            <p:nvPr/>
          </p:nvSpPr>
          <p:spPr bwMode="auto">
            <a:xfrm>
              <a:off x="2712587" y="1424131"/>
              <a:ext cx="512164" cy="187553"/>
            </a:xfrm>
            <a:custGeom>
              <a:avLst/>
              <a:gdLst>
                <a:gd name="T0" fmla="*/ 51 w 287"/>
                <a:gd name="T1" fmla="*/ 32 h 105"/>
                <a:gd name="T2" fmla="*/ 75 w 287"/>
                <a:gd name="T3" fmla="*/ 61 h 105"/>
                <a:gd name="T4" fmla="*/ 92 w 287"/>
                <a:gd name="T5" fmla="*/ 88 h 105"/>
                <a:gd name="T6" fmla="*/ 134 w 287"/>
                <a:gd name="T7" fmla="*/ 88 h 105"/>
                <a:gd name="T8" fmla="*/ 211 w 287"/>
                <a:gd name="T9" fmla="*/ 97 h 105"/>
                <a:gd name="T10" fmla="*/ 227 w 287"/>
                <a:gd name="T11" fmla="*/ 91 h 105"/>
                <a:gd name="T12" fmla="*/ 263 w 287"/>
                <a:gd name="T13" fmla="*/ 96 h 105"/>
                <a:gd name="T14" fmla="*/ 285 w 287"/>
                <a:gd name="T15" fmla="*/ 69 h 105"/>
                <a:gd name="T16" fmla="*/ 269 w 287"/>
                <a:gd name="T17" fmla="*/ 54 h 105"/>
                <a:gd name="T18" fmla="*/ 207 w 287"/>
                <a:gd name="T19" fmla="*/ 52 h 105"/>
                <a:gd name="T20" fmla="*/ 109 w 287"/>
                <a:gd name="T21" fmla="*/ 38 h 105"/>
                <a:gd name="T22" fmla="*/ 123 w 287"/>
                <a:gd name="T23" fmla="*/ 35 h 105"/>
                <a:gd name="T24" fmla="*/ 70 w 287"/>
                <a:gd name="T25" fmla="*/ 19 h 105"/>
                <a:gd name="T26" fmla="*/ 61 w 287"/>
                <a:gd name="T27" fmla="*/ 18 h 105"/>
                <a:gd name="T28" fmla="*/ 12 w 287"/>
                <a:gd name="T29" fmla="*/ 3 h 105"/>
                <a:gd name="T30" fmla="*/ 2 w 287"/>
                <a:gd name="T31" fmla="*/ 6 h 105"/>
                <a:gd name="T32" fmla="*/ 6 w 287"/>
                <a:gd name="T33" fmla="*/ 19 h 105"/>
                <a:gd name="T34" fmla="*/ 51 w 287"/>
                <a:gd name="T35" fmla="*/ 3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7" h="105">
                  <a:moveTo>
                    <a:pt x="51" y="32"/>
                  </a:moveTo>
                  <a:cubicBezTo>
                    <a:pt x="67" y="30"/>
                    <a:pt x="77" y="44"/>
                    <a:pt x="75" y="61"/>
                  </a:cubicBezTo>
                  <a:cubicBezTo>
                    <a:pt x="74" y="74"/>
                    <a:pt x="73" y="87"/>
                    <a:pt x="92" y="88"/>
                  </a:cubicBezTo>
                  <a:cubicBezTo>
                    <a:pt x="106" y="89"/>
                    <a:pt x="120" y="100"/>
                    <a:pt x="134" y="88"/>
                  </a:cubicBezTo>
                  <a:cubicBezTo>
                    <a:pt x="159" y="105"/>
                    <a:pt x="186" y="91"/>
                    <a:pt x="211" y="97"/>
                  </a:cubicBezTo>
                  <a:cubicBezTo>
                    <a:pt x="219" y="98"/>
                    <a:pt x="221" y="85"/>
                    <a:pt x="227" y="91"/>
                  </a:cubicBezTo>
                  <a:cubicBezTo>
                    <a:pt x="239" y="101"/>
                    <a:pt x="252" y="96"/>
                    <a:pt x="263" y="96"/>
                  </a:cubicBezTo>
                  <a:cubicBezTo>
                    <a:pt x="277" y="95"/>
                    <a:pt x="284" y="83"/>
                    <a:pt x="285" y="69"/>
                  </a:cubicBezTo>
                  <a:cubicBezTo>
                    <a:pt x="287" y="56"/>
                    <a:pt x="275" y="57"/>
                    <a:pt x="269" y="54"/>
                  </a:cubicBezTo>
                  <a:cubicBezTo>
                    <a:pt x="249" y="46"/>
                    <a:pt x="228" y="47"/>
                    <a:pt x="207" y="52"/>
                  </a:cubicBezTo>
                  <a:cubicBezTo>
                    <a:pt x="173" y="60"/>
                    <a:pt x="139" y="67"/>
                    <a:pt x="109" y="38"/>
                  </a:cubicBezTo>
                  <a:cubicBezTo>
                    <a:pt x="114" y="37"/>
                    <a:pt x="119" y="36"/>
                    <a:pt x="123" y="35"/>
                  </a:cubicBezTo>
                  <a:cubicBezTo>
                    <a:pt x="105" y="30"/>
                    <a:pt x="92" y="6"/>
                    <a:pt x="70" y="19"/>
                  </a:cubicBezTo>
                  <a:cubicBezTo>
                    <a:pt x="68" y="21"/>
                    <a:pt x="63" y="20"/>
                    <a:pt x="61" y="18"/>
                  </a:cubicBezTo>
                  <a:cubicBezTo>
                    <a:pt x="48" y="0"/>
                    <a:pt x="29" y="3"/>
                    <a:pt x="12" y="3"/>
                  </a:cubicBezTo>
                  <a:cubicBezTo>
                    <a:pt x="8" y="3"/>
                    <a:pt x="4" y="0"/>
                    <a:pt x="2" y="6"/>
                  </a:cubicBezTo>
                  <a:cubicBezTo>
                    <a:pt x="0" y="11"/>
                    <a:pt x="3" y="15"/>
                    <a:pt x="6" y="19"/>
                  </a:cubicBezTo>
                  <a:cubicBezTo>
                    <a:pt x="18" y="35"/>
                    <a:pt x="34" y="34"/>
                    <a:pt x="51" y="3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73" name="Freeform 34"/>
            <p:cNvSpPr>
              <a:spLocks/>
            </p:cNvSpPr>
            <p:nvPr/>
          </p:nvSpPr>
          <p:spPr bwMode="auto">
            <a:xfrm>
              <a:off x="2092219" y="1434951"/>
              <a:ext cx="371499" cy="173126"/>
            </a:xfrm>
            <a:custGeom>
              <a:avLst/>
              <a:gdLst>
                <a:gd name="T0" fmla="*/ 3 w 208"/>
                <a:gd name="T1" fmla="*/ 60 h 97"/>
                <a:gd name="T2" fmla="*/ 11 w 208"/>
                <a:gd name="T3" fmla="*/ 69 h 97"/>
                <a:gd name="T4" fmla="*/ 63 w 208"/>
                <a:gd name="T5" fmla="*/ 69 h 97"/>
                <a:gd name="T6" fmla="*/ 67 w 208"/>
                <a:gd name="T7" fmla="*/ 73 h 97"/>
                <a:gd name="T8" fmla="*/ 55 w 208"/>
                <a:gd name="T9" fmla="*/ 84 h 97"/>
                <a:gd name="T10" fmla="*/ 87 w 208"/>
                <a:gd name="T11" fmla="*/ 93 h 97"/>
                <a:gd name="T12" fmla="*/ 190 w 208"/>
                <a:gd name="T13" fmla="*/ 73 h 97"/>
                <a:gd name="T14" fmla="*/ 204 w 208"/>
                <a:gd name="T15" fmla="*/ 53 h 97"/>
                <a:gd name="T16" fmla="*/ 202 w 208"/>
                <a:gd name="T17" fmla="*/ 36 h 97"/>
                <a:gd name="T18" fmla="*/ 183 w 208"/>
                <a:gd name="T19" fmla="*/ 35 h 97"/>
                <a:gd name="T20" fmla="*/ 163 w 208"/>
                <a:gd name="T21" fmla="*/ 29 h 97"/>
                <a:gd name="T22" fmla="*/ 154 w 208"/>
                <a:gd name="T23" fmla="*/ 11 h 97"/>
                <a:gd name="T24" fmla="*/ 138 w 208"/>
                <a:gd name="T25" fmla="*/ 9 h 97"/>
                <a:gd name="T26" fmla="*/ 126 w 208"/>
                <a:gd name="T27" fmla="*/ 28 h 97"/>
                <a:gd name="T28" fmla="*/ 132 w 208"/>
                <a:gd name="T29" fmla="*/ 51 h 97"/>
                <a:gd name="T30" fmla="*/ 108 w 208"/>
                <a:gd name="T31" fmla="*/ 44 h 97"/>
                <a:gd name="T32" fmla="*/ 51 w 208"/>
                <a:gd name="T33" fmla="*/ 14 h 97"/>
                <a:gd name="T34" fmla="*/ 46 w 208"/>
                <a:gd name="T35" fmla="*/ 16 h 97"/>
                <a:gd name="T36" fmla="*/ 3 w 208"/>
                <a:gd name="T37" fmla="*/ 6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" h="97">
                  <a:moveTo>
                    <a:pt x="3" y="60"/>
                  </a:moveTo>
                  <a:cubicBezTo>
                    <a:pt x="0" y="65"/>
                    <a:pt x="6" y="69"/>
                    <a:pt x="11" y="69"/>
                  </a:cubicBezTo>
                  <a:cubicBezTo>
                    <a:pt x="28" y="69"/>
                    <a:pt x="45" y="77"/>
                    <a:pt x="63" y="69"/>
                  </a:cubicBezTo>
                  <a:cubicBezTo>
                    <a:pt x="63" y="69"/>
                    <a:pt x="65" y="72"/>
                    <a:pt x="67" y="73"/>
                  </a:cubicBezTo>
                  <a:cubicBezTo>
                    <a:pt x="63" y="77"/>
                    <a:pt x="59" y="80"/>
                    <a:pt x="55" y="84"/>
                  </a:cubicBezTo>
                  <a:cubicBezTo>
                    <a:pt x="64" y="94"/>
                    <a:pt x="76" y="97"/>
                    <a:pt x="87" y="93"/>
                  </a:cubicBezTo>
                  <a:cubicBezTo>
                    <a:pt x="121" y="82"/>
                    <a:pt x="154" y="69"/>
                    <a:pt x="190" y="73"/>
                  </a:cubicBezTo>
                  <a:cubicBezTo>
                    <a:pt x="202" y="74"/>
                    <a:pt x="200" y="60"/>
                    <a:pt x="204" y="53"/>
                  </a:cubicBezTo>
                  <a:cubicBezTo>
                    <a:pt x="207" y="49"/>
                    <a:pt x="208" y="39"/>
                    <a:pt x="202" y="36"/>
                  </a:cubicBezTo>
                  <a:cubicBezTo>
                    <a:pt x="197" y="34"/>
                    <a:pt x="191" y="27"/>
                    <a:pt x="183" y="35"/>
                  </a:cubicBezTo>
                  <a:cubicBezTo>
                    <a:pt x="175" y="42"/>
                    <a:pt x="168" y="36"/>
                    <a:pt x="163" y="29"/>
                  </a:cubicBezTo>
                  <a:cubicBezTo>
                    <a:pt x="160" y="24"/>
                    <a:pt x="157" y="17"/>
                    <a:pt x="154" y="11"/>
                  </a:cubicBezTo>
                  <a:cubicBezTo>
                    <a:pt x="150" y="0"/>
                    <a:pt x="140" y="3"/>
                    <a:pt x="138" y="9"/>
                  </a:cubicBezTo>
                  <a:cubicBezTo>
                    <a:pt x="134" y="16"/>
                    <a:pt x="115" y="15"/>
                    <a:pt x="126" y="28"/>
                  </a:cubicBezTo>
                  <a:cubicBezTo>
                    <a:pt x="134" y="36"/>
                    <a:pt x="130" y="43"/>
                    <a:pt x="132" y="51"/>
                  </a:cubicBezTo>
                  <a:cubicBezTo>
                    <a:pt x="124" y="50"/>
                    <a:pt x="116" y="56"/>
                    <a:pt x="108" y="44"/>
                  </a:cubicBezTo>
                  <a:cubicBezTo>
                    <a:pt x="95" y="24"/>
                    <a:pt x="67" y="31"/>
                    <a:pt x="51" y="14"/>
                  </a:cubicBezTo>
                  <a:cubicBezTo>
                    <a:pt x="50" y="13"/>
                    <a:pt x="47" y="16"/>
                    <a:pt x="46" y="16"/>
                  </a:cubicBezTo>
                  <a:cubicBezTo>
                    <a:pt x="22" y="20"/>
                    <a:pt x="16" y="44"/>
                    <a:pt x="3" y="6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74" name="Freeform 35"/>
            <p:cNvSpPr>
              <a:spLocks/>
            </p:cNvSpPr>
            <p:nvPr/>
          </p:nvSpPr>
          <p:spPr bwMode="auto">
            <a:xfrm>
              <a:off x="4838788" y="2049908"/>
              <a:ext cx="310184" cy="164108"/>
            </a:xfrm>
            <a:custGeom>
              <a:avLst/>
              <a:gdLst>
                <a:gd name="T0" fmla="*/ 166 w 173"/>
                <a:gd name="T1" fmla="*/ 28 h 92"/>
                <a:gd name="T2" fmla="*/ 138 w 173"/>
                <a:gd name="T3" fmla="*/ 6 h 92"/>
                <a:gd name="T4" fmla="*/ 130 w 173"/>
                <a:gd name="T5" fmla="*/ 2 h 92"/>
                <a:gd name="T6" fmla="*/ 75 w 173"/>
                <a:gd name="T7" fmla="*/ 22 h 92"/>
                <a:gd name="T8" fmla="*/ 70 w 173"/>
                <a:gd name="T9" fmla="*/ 18 h 92"/>
                <a:gd name="T10" fmla="*/ 63 w 173"/>
                <a:gd name="T11" fmla="*/ 23 h 92"/>
                <a:gd name="T12" fmla="*/ 48 w 173"/>
                <a:gd name="T13" fmla="*/ 34 h 92"/>
                <a:gd name="T14" fmla="*/ 43 w 173"/>
                <a:gd name="T15" fmla="*/ 20 h 92"/>
                <a:gd name="T16" fmla="*/ 22 w 173"/>
                <a:gd name="T17" fmla="*/ 3 h 92"/>
                <a:gd name="T18" fmla="*/ 0 w 173"/>
                <a:gd name="T19" fmla="*/ 30 h 92"/>
                <a:gd name="T20" fmla="*/ 22 w 173"/>
                <a:gd name="T21" fmla="*/ 27 h 92"/>
                <a:gd name="T22" fmla="*/ 33 w 173"/>
                <a:gd name="T23" fmla="*/ 36 h 92"/>
                <a:gd name="T24" fmla="*/ 24 w 173"/>
                <a:gd name="T25" fmla="*/ 44 h 92"/>
                <a:gd name="T26" fmla="*/ 7 w 173"/>
                <a:gd name="T27" fmla="*/ 52 h 92"/>
                <a:gd name="T28" fmla="*/ 35 w 173"/>
                <a:gd name="T29" fmla="*/ 62 h 92"/>
                <a:gd name="T30" fmla="*/ 27 w 173"/>
                <a:gd name="T31" fmla="*/ 78 h 92"/>
                <a:gd name="T32" fmla="*/ 67 w 173"/>
                <a:gd name="T33" fmla="*/ 85 h 92"/>
                <a:gd name="T34" fmla="*/ 99 w 173"/>
                <a:gd name="T35" fmla="*/ 85 h 92"/>
                <a:gd name="T36" fmla="*/ 141 w 173"/>
                <a:gd name="T37" fmla="*/ 67 h 92"/>
                <a:gd name="T38" fmla="*/ 168 w 173"/>
                <a:gd name="T39" fmla="*/ 42 h 92"/>
                <a:gd name="T40" fmla="*/ 166 w 173"/>
                <a:gd name="T41" fmla="*/ 2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92">
                  <a:moveTo>
                    <a:pt x="166" y="28"/>
                  </a:moveTo>
                  <a:cubicBezTo>
                    <a:pt x="155" y="24"/>
                    <a:pt x="150" y="10"/>
                    <a:pt x="138" y="6"/>
                  </a:cubicBezTo>
                  <a:cubicBezTo>
                    <a:pt x="135" y="5"/>
                    <a:pt x="132" y="0"/>
                    <a:pt x="130" y="2"/>
                  </a:cubicBezTo>
                  <a:cubicBezTo>
                    <a:pt x="117" y="27"/>
                    <a:pt x="89" y="2"/>
                    <a:pt x="75" y="22"/>
                  </a:cubicBezTo>
                  <a:cubicBezTo>
                    <a:pt x="75" y="22"/>
                    <a:pt x="72" y="20"/>
                    <a:pt x="70" y="18"/>
                  </a:cubicBezTo>
                  <a:cubicBezTo>
                    <a:pt x="62" y="10"/>
                    <a:pt x="65" y="17"/>
                    <a:pt x="63" y="23"/>
                  </a:cubicBezTo>
                  <a:cubicBezTo>
                    <a:pt x="62" y="28"/>
                    <a:pt x="53" y="34"/>
                    <a:pt x="48" y="34"/>
                  </a:cubicBezTo>
                  <a:cubicBezTo>
                    <a:pt x="44" y="35"/>
                    <a:pt x="45" y="25"/>
                    <a:pt x="43" y="20"/>
                  </a:cubicBezTo>
                  <a:cubicBezTo>
                    <a:pt x="40" y="11"/>
                    <a:pt x="32" y="4"/>
                    <a:pt x="22" y="3"/>
                  </a:cubicBezTo>
                  <a:cubicBezTo>
                    <a:pt x="22" y="20"/>
                    <a:pt x="2" y="16"/>
                    <a:pt x="0" y="30"/>
                  </a:cubicBezTo>
                  <a:cubicBezTo>
                    <a:pt x="8" y="35"/>
                    <a:pt x="14" y="26"/>
                    <a:pt x="22" y="27"/>
                  </a:cubicBezTo>
                  <a:cubicBezTo>
                    <a:pt x="28" y="28"/>
                    <a:pt x="33" y="27"/>
                    <a:pt x="33" y="36"/>
                  </a:cubicBezTo>
                  <a:cubicBezTo>
                    <a:pt x="32" y="42"/>
                    <a:pt x="30" y="44"/>
                    <a:pt x="24" y="44"/>
                  </a:cubicBezTo>
                  <a:cubicBezTo>
                    <a:pt x="18" y="44"/>
                    <a:pt x="12" y="45"/>
                    <a:pt x="7" y="52"/>
                  </a:cubicBezTo>
                  <a:cubicBezTo>
                    <a:pt x="18" y="54"/>
                    <a:pt x="29" y="49"/>
                    <a:pt x="35" y="62"/>
                  </a:cubicBezTo>
                  <a:cubicBezTo>
                    <a:pt x="40" y="72"/>
                    <a:pt x="28" y="71"/>
                    <a:pt x="27" y="78"/>
                  </a:cubicBezTo>
                  <a:cubicBezTo>
                    <a:pt x="41" y="79"/>
                    <a:pt x="54" y="75"/>
                    <a:pt x="67" y="85"/>
                  </a:cubicBezTo>
                  <a:cubicBezTo>
                    <a:pt x="75" y="90"/>
                    <a:pt x="88" y="92"/>
                    <a:pt x="99" y="85"/>
                  </a:cubicBezTo>
                  <a:cubicBezTo>
                    <a:pt x="112" y="77"/>
                    <a:pt x="126" y="69"/>
                    <a:pt x="141" y="67"/>
                  </a:cubicBezTo>
                  <a:cubicBezTo>
                    <a:pt x="156" y="64"/>
                    <a:pt x="161" y="52"/>
                    <a:pt x="168" y="42"/>
                  </a:cubicBezTo>
                  <a:cubicBezTo>
                    <a:pt x="173" y="36"/>
                    <a:pt x="172" y="31"/>
                    <a:pt x="166" y="2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75" name="Freeform 36"/>
            <p:cNvSpPr>
              <a:spLocks/>
            </p:cNvSpPr>
            <p:nvPr/>
          </p:nvSpPr>
          <p:spPr bwMode="auto">
            <a:xfrm>
              <a:off x="2546674" y="1620700"/>
              <a:ext cx="192964" cy="178535"/>
            </a:xfrm>
            <a:custGeom>
              <a:avLst/>
              <a:gdLst>
                <a:gd name="T0" fmla="*/ 77 w 107"/>
                <a:gd name="T1" fmla="*/ 4 h 100"/>
                <a:gd name="T2" fmla="*/ 33 w 107"/>
                <a:gd name="T3" fmla="*/ 3 h 100"/>
                <a:gd name="T4" fmla="*/ 14 w 107"/>
                <a:gd name="T5" fmla="*/ 17 h 100"/>
                <a:gd name="T6" fmla="*/ 27 w 107"/>
                <a:gd name="T7" fmla="*/ 37 h 100"/>
                <a:gd name="T8" fmla="*/ 21 w 107"/>
                <a:gd name="T9" fmla="*/ 37 h 100"/>
                <a:gd name="T10" fmla="*/ 2 w 107"/>
                <a:gd name="T11" fmla="*/ 40 h 100"/>
                <a:gd name="T12" fmla="*/ 15 w 107"/>
                <a:gd name="T13" fmla="*/ 65 h 100"/>
                <a:gd name="T14" fmla="*/ 45 w 107"/>
                <a:gd name="T15" fmla="*/ 89 h 100"/>
                <a:gd name="T16" fmla="*/ 67 w 107"/>
                <a:gd name="T17" fmla="*/ 95 h 100"/>
                <a:gd name="T18" fmla="*/ 94 w 107"/>
                <a:gd name="T19" fmla="*/ 79 h 100"/>
                <a:gd name="T20" fmla="*/ 93 w 107"/>
                <a:gd name="T21" fmla="*/ 41 h 100"/>
                <a:gd name="T22" fmla="*/ 90 w 107"/>
                <a:gd name="T23" fmla="*/ 23 h 100"/>
                <a:gd name="T24" fmla="*/ 77 w 107"/>
                <a:gd name="T25" fmla="*/ 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7" h="100">
                  <a:moveTo>
                    <a:pt x="77" y="4"/>
                  </a:moveTo>
                  <a:cubicBezTo>
                    <a:pt x="62" y="7"/>
                    <a:pt x="48" y="3"/>
                    <a:pt x="33" y="3"/>
                  </a:cubicBezTo>
                  <a:cubicBezTo>
                    <a:pt x="23" y="3"/>
                    <a:pt x="17" y="7"/>
                    <a:pt x="14" y="17"/>
                  </a:cubicBezTo>
                  <a:cubicBezTo>
                    <a:pt x="11" y="29"/>
                    <a:pt x="18" y="33"/>
                    <a:pt x="27" y="37"/>
                  </a:cubicBezTo>
                  <a:cubicBezTo>
                    <a:pt x="25" y="37"/>
                    <a:pt x="23" y="37"/>
                    <a:pt x="21" y="37"/>
                  </a:cubicBezTo>
                  <a:cubicBezTo>
                    <a:pt x="15" y="40"/>
                    <a:pt x="6" y="24"/>
                    <a:pt x="2" y="40"/>
                  </a:cubicBezTo>
                  <a:cubicBezTo>
                    <a:pt x="0" y="51"/>
                    <a:pt x="1" y="60"/>
                    <a:pt x="15" y="65"/>
                  </a:cubicBezTo>
                  <a:cubicBezTo>
                    <a:pt x="26" y="68"/>
                    <a:pt x="38" y="77"/>
                    <a:pt x="45" y="89"/>
                  </a:cubicBezTo>
                  <a:cubicBezTo>
                    <a:pt x="50" y="99"/>
                    <a:pt x="61" y="100"/>
                    <a:pt x="67" y="95"/>
                  </a:cubicBezTo>
                  <a:cubicBezTo>
                    <a:pt x="76" y="88"/>
                    <a:pt x="85" y="85"/>
                    <a:pt x="94" y="79"/>
                  </a:cubicBezTo>
                  <a:cubicBezTo>
                    <a:pt x="107" y="72"/>
                    <a:pt x="106" y="50"/>
                    <a:pt x="93" y="41"/>
                  </a:cubicBezTo>
                  <a:cubicBezTo>
                    <a:pt x="86" y="36"/>
                    <a:pt x="86" y="30"/>
                    <a:pt x="90" y="23"/>
                  </a:cubicBezTo>
                  <a:cubicBezTo>
                    <a:pt x="99" y="6"/>
                    <a:pt x="91" y="0"/>
                    <a:pt x="77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76" name="Freeform 37"/>
            <p:cNvSpPr>
              <a:spLocks/>
            </p:cNvSpPr>
            <p:nvPr/>
          </p:nvSpPr>
          <p:spPr bwMode="auto">
            <a:xfrm>
              <a:off x="3067856" y="3793788"/>
              <a:ext cx="315594" cy="153288"/>
            </a:xfrm>
            <a:custGeom>
              <a:avLst/>
              <a:gdLst>
                <a:gd name="T0" fmla="*/ 169 w 177"/>
                <a:gd name="T1" fmla="*/ 53 h 86"/>
                <a:gd name="T2" fmla="*/ 57 w 177"/>
                <a:gd name="T3" fmla="*/ 4 h 86"/>
                <a:gd name="T4" fmla="*/ 3 w 177"/>
                <a:gd name="T5" fmla="*/ 26 h 86"/>
                <a:gd name="T6" fmla="*/ 2 w 177"/>
                <a:gd name="T7" fmla="*/ 36 h 86"/>
                <a:gd name="T8" fmla="*/ 11 w 177"/>
                <a:gd name="T9" fmla="*/ 35 h 86"/>
                <a:gd name="T10" fmla="*/ 34 w 177"/>
                <a:gd name="T11" fmla="*/ 27 h 86"/>
                <a:gd name="T12" fmla="*/ 90 w 177"/>
                <a:gd name="T13" fmla="*/ 41 h 86"/>
                <a:gd name="T14" fmla="*/ 117 w 177"/>
                <a:gd name="T15" fmla="*/ 58 h 86"/>
                <a:gd name="T16" fmla="*/ 140 w 177"/>
                <a:gd name="T17" fmla="*/ 74 h 86"/>
                <a:gd name="T18" fmla="*/ 168 w 177"/>
                <a:gd name="T19" fmla="*/ 71 h 86"/>
                <a:gd name="T20" fmla="*/ 177 w 177"/>
                <a:gd name="T21" fmla="*/ 64 h 86"/>
                <a:gd name="T22" fmla="*/ 169 w 177"/>
                <a:gd name="T23" fmla="*/ 5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" h="86">
                  <a:moveTo>
                    <a:pt x="169" y="53"/>
                  </a:moveTo>
                  <a:cubicBezTo>
                    <a:pt x="131" y="38"/>
                    <a:pt x="97" y="12"/>
                    <a:pt x="57" y="4"/>
                  </a:cubicBezTo>
                  <a:cubicBezTo>
                    <a:pt x="38" y="0"/>
                    <a:pt x="12" y="10"/>
                    <a:pt x="3" y="26"/>
                  </a:cubicBezTo>
                  <a:cubicBezTo>
                    <a:pt x="1" y="29"/>
                    <a:pt x="0" y="32"/>
                    <a:pt x="2" y="36"/>
                  </a:cubicBezTo>
                  <a:cubicBezTo>
                    <a:pt x="4" y="40"/>
                    <a:pt x="8" y="36"/>
                    <a:pt x="11" y="35"/>
                  </a:cubicBezTo>
                  <a:cubicBezTo>
                    <a:pt x="19" y="33"/>
                    <a:pt x="24" y="24"/>
                    <a:pt x="34" y="27"/>
                  </a:cubicBezTo>
                  <a:cubicBezTo>
                    <a:pt x="53" y="32"/>
                    <a:pt x="71" y="36"/>
                    <a:pt x="90" y="41"/>
                  </a:cubicBezTo>
                  <a:cubicBezTo>
                    <a:pt x="101" y="43"/>
                    <a:pt x="104" y="59"/>
                    <a:pt x="117" y="58"/>
                  </a:cubicBezTo>
                  <a:cubicBezTo>
                    <a:pt x="112" y="86"/>
                    <a:pt x="133" y="68"/>
                    <a:pt x="140" y="74"/>
                  </a:cubicBezTo>
                  <a:cubicBezTo>
                    <a:pt x="150" y="72"/>
                    <a:pt x="159" y="76"/>
                    <a:pt x="168" y="71"/>
                  </a:cubicBezTo>
                  <a:cubicBezTo>
                    <a:pt x="171" y="68"/>
                    <a:pt x="174" y="66"/>
                    <a:pt x="177" y="64"/>
                  </a:cubicBezTo>
                  <a:cubicBezTo>
                    <a:pt x="174" y="60"/>
                    <a:pt x="172" y="54"/>
                    <a:pt x="169" y="5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89" name="Freeform 38"/>
            <p:cNvSpPr>
              <a:spLocks/>
            </p:cNvSpPr>
            <p:nvPr/>
          </p:nvSpPr>
          <p:spPr bwMode="auto">
            <a:xfrm>
              <a:off x="2451095" y="1252808"/>
              <a:ext cx="205587" cy="129844"/>
            </a:xfrm>
            <a:custGeom>
              <a:avLst/>
              <a:gdLst>
                <a:gd name="T0" fmla="*/ 5 w 115"/>
                <a:gd name="T1" fmla="*/ 24 h 73"/>
                <a:gd name="T2" fmla="*/ 12 w 115"/>
                <a:gd name="T3" fmla="*/ 37 h 73"/>
                <a:gd name="T4" fmla="*/ 32 w 115"/>
                <a:gd name="T5" fmla="*/ 57 h 73"/>
                <a:gd name="T6" fmla="*/ 75 w 115"/>
                <a:gd name="T7" fmla="*/ 64 h 73"/>
                <a:gd name="T8" fmla="*/ 95 w 115"/>
                <a:gd name="T9" fmla="*/ 73 h 73"/>
                <a:gd name="T10" fmla="*/ 107 w 115"/>
                <a:gd name="T11" fmla="*/ 52 h 73"/>
                <a:gd name="T12" fmla="*/ 83 w 115"/>
                <a:gd name="T13" fmla="*/ 29 h 73"/>
                <a:gd name="T14" fmla="*/ 54 w 115"/>
                <a:gd name="T15" fmla="*/ 18 h 73"/>
                <a:gd name="T16" fmla="*/ 10 w 115"/>
                <a:gd name="T17" fmla="*/ 9 h 73"/>
                <a:gd name="T18" fmla="*/ 1 w 115"/>
                <a:gd name="T19" fmla="*/ 13 h 73"/>
                <a:gd name="T20" fmla="*/ 5 w 115"/>
                <a:gd name="T21" fmla="*/ 2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73">
                  <a:moveTo>
                    <a:pt x="5" y="24"/>
                  </a:moveTo>
                  <a:cubicBezTo>
                    <a:pt x="10" y="27"/>
                    <a:pt x="13" y="29"/>
                    <a:pt x="12" y="37"/>
                  </a:cubicBezTo>
                  <a:cubicBezTo>
                    <a:pt x="8" y="57"/>
                    <a:pt x="13" y="61"/>
                    <a:pt x="32" y="57"/>
                  </a:cubicBezTo>
                  <a:cubicBezTo>
                    <a:pt x="47" y="53"/>
                    <a:pt x="64" y="51"/>
                    <a:pt x="75" y="64"/>
                  </a:cubicBezTo>
                  <a:cubicBezTo>
                    <a:pt x="81" y="72"/>
                    <a:pt x="87" y="73"/>
                    <a:pt x="95" y="73"/>
                  </a:cubicBezTo>
                  <a:cubicBezTo>
                    <a:pt x="115" y="73"/>
                    <a:pt x="115" y="72"/>
                    <a:pt x="107" y="52"/>
                  </a:cubicBezTo>
                  <a:cubicBezTo>
                    <a:pt x="101" y="41"/>
                    <a:pt x="100" y="29"/>
                    <a:pt x="83" y="29"/>
                  </a:cubicBezTo>
                  <a:cubicBezTo>
                    <a:pt x="74" y="28"/>
                    <a:pt x="57" y="21"/>
                    <a:pt x="54" y="18"/>
                  </a:cubicBezTo>
                  <a:cubicBezTo>
                    <a:pt x="41" y="0"/>
                    <a:pt x="25" y="9"/>
                    <a:pt x="10" y="9"/>
                  </a:cubicBezTo>
                  <a:cubicBezTo>
                    <a:pt x="7" y="9"/>
                    <a:pt x="2" y="7"/>
                    <a:pt x="1" y="13"/>
                  </a:cubicBezTo>
                  <a:cubicBezTo>
                    <a:pt x="0" y="18"/>
                    <a:pt x="1" y="22"/>
                    <a:pt x="5" y="2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90" name="Freeform 39"/>
            <p:cNvSpPr>
              <a:spLocks/>
            </p:cNvSpPr>
            <p:nvPr/>
          </p:nvSpPr>
          <p:spPr bwMode="auto">
            <a:xfrm>
              <a:off x="2548478" y="1438558"/>
              <a:ext cx="158699" cy="135254"/>
            </a:xfrm>
            <a:custGeom>
              <a:avLst/>
              <a:gdLst>
                <a:gd name="T0" fmla="*/ 38 w 88"/>
                <a:gd name="T1" fmla="*/ 8 h 76"/>
                <a:gd name="T2" fmla="*/ 6 w 88"/>
                <a:gd name="T3" fmla="*/ 37 h 76"/>
                <a:gd name="T4" fmla="*/ 19 w 88"/>
                <a:gd name="T5" fmla="*/ 50 h 76"/>
                <a:gd name="T6" fmla="*/ 28 w 88"/>
                <a:gd name="T7" fmla="*/ 63 h 76"/>
                <a:gd name="T8" fmla="*/ 41 w 88"/>
                <a:gd name="T9" fmla="*/ 76 h 76"/>
                <a:gd name="T10" fmla="*/ 60 w 88"/>
                <a:gd name="T11" fmla="*/ 71 h 76"/>
                <a:gd name="T12" fmla="*/ 83 w 88"/>
                <a:gd name="T13" fmla="*/ 55 h 76"/>
                <a:gd name="T14" fmla="*/ 76 w 88"/>
                <a:gd name="T15" fmla="*/ 10 h 76"/>
                <a:gd name="T16" fmla="*/ 59 w 88"/>
                <a:gd name="T17" fmla="*/ 4 h 76"/>
                <a:gd name="T18" fmla="*/ 38 w 88"/>
                <a:gd name="T19" fmla="*/ 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76">
                  <a:moveTo>
                    <a:pt x="38" y="8"/>
                  </a:moveTo>
                  <a:cubicBezTo>
                    <a:pt x="27" y="15"/>
                    <a:pt x="3" y="6"/>
                    <a:pt x="6" y="37"/>
                  </a:cubicBezTo>
                  <a:cubicBezTo>
                    <a:pt x="0" y="49"/>
                    <a:pt x="8" y="51"/>
                    <a:pt x="19" y="50"/>
                  </a:cubicBezTo>
                  <a:cubicBezTo>
                    <a:pt x="30" y="49"/>
                    <a:pt x="29" y="57"/>
                    <a:pt x="28" y="63"/>
                  </a:cubicBezTo>
                  <a:cubicBezTo>
                    <a:pt x="27" y="74"/>
                    <a:pt x="33" y="75"/>
                    <a:pt x="41" y="76"/>
                  </a:cubicBezTo>
                  <a:cubicBezTo>
                    <a:pt x="48" y="76"/>
                    <a:pt x="54" y="70"/>
                    <a:pt x="60" y="71"/>
                  </a:cubicBezTo>
                  <a:cubicBezTo>
                    <a:pt x="73" y="74"/>
                    <a:pt x="81" y="65"/>
                    <a:pt x="83" y="55"/>
                  </a:cubicBezTo>
                  <a:cubicBezTo>
                    <a:pt x="86" y="40"/>
                    <a:pt x="88" y="23"/>
                    <a:pt x="76" y="10"/>
                  </a:cubicBezTo>
                  <a:cubicBezTo>
                    <a:pt x="72" y="6"/>
                    <a:pt x="65" y="0"/>
                    <a:pt x="59" y="4"/>
                  </a:cubicBezTo>
                  <a:cubicBezTo>
                    <a:pt x="52" y="8"/>
                    <a:pt x="44" y="4"/>
                    <a:pt x="38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91" name="Freeform 40"/>
            <p:cNvSpPr>
              <a:spLocks/>
            </p:cNvSpPr>
            <p:nvPr/>
          </p:nvSpPr>
          <p:spPr bwMode="auto">
            <a:xfrm>
              <a:off x="1946145" y="1395276"/>
              <a:ext cx="210998" cy="117220"/>
            </a:xfrm>
            <a:custGeom>
              <a:avLst/>
              <a:gdLst>
                <a:gd name="T0" fmla="*/ 11 w 118"/>
                <a:gd name="T1" fmla="*/ 61 h 66"/>
                <a:gd name="T2" fmla="*/ 34 w 118"/>
                <a:gd name="T3" fmla="*/ 58 h 66"/>
                <a:gd name="T4" fmla="*/ 69 w 118"/>
                <a:gd name="T5" fmla="*/ 39 h 66"/>
                <a:gd name="T6" fmla="*/ 75 w 118"/>
                <a:gd name="T7" fmla="*/ 32 h 66"/>
                <a:gd name="T8" fmla="*/ 80 w 118"/>
                <a:gd name="T9" fmla="*/ 40 h 66"/>
                <a:gd name="T10" fmla="*/ 95 w 118"/>
                <a:gd name="T11" fmla="*/ 45 h 66"/>
                <a:gd name="T12" fmla="*/ 110 w 118"/>
                <a:gd name="T13" fmla="*/ 14 h 66"/>
                <a:gd name="T14" fmla="*/ 113 w 118"/>
                <a:gd name="T15" fmla="*/ 5 h 66"/>
                <a:gd name="T16" fmla="*/ 102 w 118"/>
                <a:gd name="T17" fmla="*/ 2 h 66"/>
                <a:gd name="T18" fmla="*/ 71 w 118"/>
                <a:gd name="T19" fmla="*/ 5 h 66"/>
                <a:gd name="T20" fmla="*/ 59 w 118"/>
                <a:gd name="T21" fmla="*/ 11 h 66"/>
                <a:gd name="T22" fmla="*/ 6 w 118"/>
                <a:gd name="T23" fmla="*/ 44 h 66"/>
                <a:gd name="T24" fmla="*/ 2 w 118"/>
                <a:gd name="T25" fmla="*/ 52 h 66"/>
                <a:gd name="T26" fmla="*/ 11 w 118"/>
                <a:gd name="T27" fmla="*/ 61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8" h="66">
                  <a:moveTo>
                    <a:pt x="11" y="61"/>
                  </a:moveTo>
                  <a:cubicBezTo>
                    <a:pt x="19" y="61"/>
                    <a:pt x="28" y="56"/>
                    <a:pt x="34" y="58"/>
                  </a:cubicBezTo>
                  <a:cubicBezTo>
                    <a:pt x="53" y="66"/>
                    <a:pt x="61" y="54"/>
                    <a:pt x="69" y="39"/>
                  </a:cubicBezTo>
                  <a:cubicBezTo>
                    <a:pt x="70" y="36"/>
                    <a:pt x="72" y="32"/>
                    <a:pt x="75" y="32"/>
                  </a:cubicBezTo>
                  <a:cubicBezTo>
                    <a:pt x="81" y="30"/>
                    <a:pt x="79" y="37"/>
                    <a:pt x="80" y="40"/>
                  </a:cubicBezTo>
                  <a:cubicBezTo>
                    <a:pt x="83" y="49"/>
                    <a:pt x="88" y="47"/>
                    <a:pt x="95" y="45"/>
                  </a:cubicBezTo>
                  <a:cubicBezTo>
                    <a:pt x="114" y="41"/>
                    <a:pt x="107" y="25"/>
                    <a:pt x="110" y="14"/>
                  </a:cubicBezTo>
                  <a:cubicBezTo>
                    <a:pt x="111" y="11"/>
                    <a:pt x="118" y="10"/>
                    <a:pt x="113" y="5"/>
                  </a:cubicBezTo>
                  <a:cubicBezTo>
                    <a:pt x="109" y="1"/>
                    <a:pt x="103" y="0"/>
                    <a:pt x="102" y="2"/>
                  </a:cubicBezTo>
                  <a:cubicBezTo>
                    <a:pt x="93" y="14"/>
                    <a:pt x="83" y="6"/>
                    <a:pt x="71" y="5"/>
                  </a:cubicBezTo>
                  <a:cubicBezTo>
                    <a:pt x="67" y="4"/>
                    <a:pt x="63" y="8"/>
                    <a:pt x="59" y="11"/>
                  </a:cubicBezTo>
                  <a:cubicBezTo>
                    <a:pt x="41" y="21"/>
                    <a:pt x="27" y="38"/>
                    <a:pt x="6" y="44"/>
                  </a:cubicBezTo>
                  <a:cubicBezTo>
                    <a:pt x="3" y="45"/>
                    <a:pt x="0" y="48"/>
                    <a:pt x="2" y="52"/>
                  </a:cubicBezTo>
                  <a:cubicBezTo>
                    <a:pt x="4" y="55"/>
                    <a:pt x="4" y="61"/>
                    <a:pt x="11" y="6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92" name="Freeform 41"/>
            <p:cNvSpPr>
              <a:spLocks/>
            </p:cNvSpPr>
            <p:nvPr/>
          </p:nvSpPr>
          <p:spPr bwMode="auto">
            <a:xfrm>
              <a:off x="3372629" y="3901992"/>
              <a:ext cx="183946" cy="100990"/>
            </a:xfrm>
            <a:custGeom>
              <a:avLst/>
              <a:gdLst>
                <a:gd name="T0" fmla="*/ 95 w 103"/>
                <a:gd name="T1" fmla="*/ 25 h 56"/>
                <a:gd name="T2" fmla="*/ 35 w 103"/>
                <a:gd name="T3" fmla="*/ 8 h 56"/>
                <a:gd name="T4" fmla="*/ 21 w 103"/>
                <a:gd name="T5" fmla="*/ 7 h 56"/>
                <a:gd name="T6" fmla="*/ 27 w 103"/>
                <a:gd name="T7" fmla="*/ 23 h 56"/>
                <a:gd name="T8" fmla="*/ 29 w 103"/>
                <a:gd name="T9" fmla="*/ 33 h 56"/>
                <a:gd name="T10" fmla="*/ 23 w 103"/>
                <a:gd name="T11" fmla="*/ 26 h 56"/>
                <a:gd name="T12" fmla="*/ 0 w 103"/>
                <a:gd name="T13" fmla="*/ 34 h 56"/>
                <a:gd name="T14" fmla="*/ 51 w 103"/>
                <a:gd name="T15" fmla="*/ 50 h 56"/>
                <a:gd name="T16" fmla="*/ 92 w 103"/>
                <a:gd name="T17" fmla="*/ 38 h 56"/>
                <a:gd name="T18" fmla="*/ 102 w 103"/>
                <a:gd name="T19" fmla="*/ 34 h 56"/>
                <a:gd name="T20" fmla="*/ 95 w 103"/>
                <a:gd name="T21" fmla="*/ 2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56">
                  <a:moveTo>
                    <a:pt x="95" y="25"/>
                  </a:moveTo>
                  <a:cubicBezTo>
                    <a:pt x="77" y="10"/>
                    <a:pt x="57" y="6"/>
                    <a:pt x="35" y="8"/>
                  </a:cubicBezTo>
                  <a:cubicBezTo>
                    <a:pt x="30" y="8"/>
                    <a:pt x="25" y="0"/>
                    <a:pt x="21" y="7"/>
                  </a:cubicBezTo>
                  <a:cubicBezTo>
                    <a:pt x="16" y="15"/>
                    <a:pt x="27" y="17"/>
                    <a:pt x="27" y="23"/>
                  </a:cubicBezTo>
                  <a:cubicBezTo>
                    <a:pt x="27" y="27"/>
                    <a:pt x="33" y="30"/>
                    <a:pt x="29" y="33"/>
                  </a:cubicBezTo>
                  <a:cubicBezTo>
                    <a:pt x="23" y="36"/>
                    <a:pt x="24" y="29"/>
                    <a:pt x="23" y="26"/>
                  </a:cubicBezTo>
                  <a:cubicBezTo>
                    <a:pt x="14" y="25"/>
                    <a:pt x="6" y="25"/>
                    <a:pt x="0" y="34"/>
                  </a:cubicBezTo>
                  <a:cubicBezTo>
                    <a:pt x="13" y="56"/>
                    <a:pt x="38" y="32"/>
                    <a:pt x="51" y="50"/>
                  </a:cubicBezTo>
                  <a:cubicBezTo>
                    <a:pt x="61" y="33"/>
                    <a:pt x="78" y="40"/>
                    <a:pt x="92" y="38"/>
                  </a:cubicBezTo>
                  <a:cubicBezTo>
                    <a:pt x="96" y="38"/>
                    <a:pt x="101" y="40"/>
                    <a:pt x="102" y="34"/>
                  </a:cubicBezTo>
                  <a:cubicBezTo>
                    <a:pt x="103" y="29"/>
                    <a:pt x="99" y="28"/>
                    <a:pt x="95" y="2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93" name="Freeform 42"/>
            <p:cNvSpPr>
              <a:spLocks/>
            </p:cNvSpPr>
            <p:nvPr/>
          </p:nvSpPr>
          <p:spPr bwMode="auto">
            <a:xfrm>
              <a:off x="2222064" y="1301500"/>
              <a:ext cx="137058" cy="122631"/>
            </a:xfrm>
            <a:custGeom>
              <a:avLst/>
              <a:gdLst>
                <a:gd name="T0" fmla="*/ 10 w 77"/>
                <a:gd name="T1" fmla="*/ 56 h 68"/>
                <a:gd name="T2" fmla="*/ 54 w 77"/>
                <a:gd name="T3" fmla="*/ 41 h 68"/>
                <a:gd name="T4" fmla="*/ 66 w 77"/>
                <a:gd name="T5" fmla="*/ 27 h 68"/>
                <a:gd name="T6" fmla="*/ 66 w 77"/>
                <a:gd name="T7" fmla="*/ 9 h 68"/>
                <a:gd name="T8" fmla="*/ 12 w 77"/>
                <a:gd name="T9" fmla="*/ 12 h 68"/>
                <a:gd name="T10" fmla="*/ 7 w 77"/>
                <a:gd name="T11" fmla="*/ 22 h 68"/>
                <a:gd name="T12" fmla="*/ 16 w 77"/>
                <a:gd name="T13" fmla="*/ 28 h 68"/>
                <a:gd name="T14" fmla="*/ 52 w 77"/>
                <a:gd name="T15" fmla="*/ 27 h 68"/>
                <a:gd name="T16" fmla="*/ 53 w 77"/>
                <a:gd name="T17" fmla="*/ 30 h 68"/>
                <a:gd name="T18" fmla="*/ 14 w 77"/>
                <a:gd name="T19" fmla="*/ 36 h 68"/>
                <a:gd name="T20" fmla="*/ 2 w 77"/>
                <a:gd name="T21" fmla="*/ 42 h 68"/>
                <a:gd name="T22" fmla="*/ 10 w 77"/>
                <a:gd name="T23" fmla="*/ 5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68">
                  <a:moveTo>
                    <a:pt x="10" y="56"/>
                  </a:moveTo>
                  <a:cubicBezTo>
                    <a:pt x="24" y="68"/>
                    <a:pt x="46" y="59"/>
                    <a:pt x="54" y="41"/>
                  </a:cubicBezTo>
                  <a:cubicBezTo>
                    <a:pt x="56" y="36"/>
                    <a:pt x="58" y="29"/>
                    <a:pt x="66" y="27"/>
                  </a:cubicBezTo>
                  <a:cubicBezTo>
                    <a:pt x="75" y="24"/>
                    <a:pt x="77" y="16"/>
                    <a:pt x="66" y="9"/>
                  </a:cubicBezTo>
                  <a:cubicBezTo>
                    <a:pt x="50" y="0"/>
                    <a:pt x="26" y="0"/>
                    <a:pt x="12" y="12"/>
                  </a:cubicBezTo>
                  <a:cubicBezTo>
                    <a:pt x="10" y="14"/>
                    <a:pt x="7" y="19"/>
                    <a:pt x="7" y="22"/>
                  </a:cubicBezTo>
                  <a:cubicBezTo>
                    <a:pt x="7" y="26"/>
                    <a:pt x="11" y="28"/>
                    <a:pt x="16" y="28"/>
                  </a:cubicBezTo>
                  <a:cubicBezTo>
                    <a:pt x="28" y="27"/>
                    <a:pt x="40" y="27"/>
                    <a:pt x="52" y="27"/>
                  </a:cubicBezTo>
                  <a:cubicBezTo>
                    <a:pt x="53" y="28"/>
                    <a:pt x="53" y="29"/>
                    <a:pt x="53" y="30"/>
                  </a:cubicBezTo>
                  <a:cubicBezTo>
                    <a:pt x="40" y="32"/>
                    <a:pt x="27" y="35"/>
                    <a:pt x="14" y="36"/>
                  </a:cubicBezTo>
                  <a:cubicBezTo>
                    <a:pt x="9" y="37"/>
                    <a:pt x="4" y="37"/>
                    <a:pt x="2" y="42"/>
                  </a:cubicBezTo>
                  <a:cubicBezTo>
                    <a:pt x="0" y="49"/>
                    <a:pt x="6" y="52"/>
                    <a:pt x="10" y="5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94" name="Freeform 43"/>
            <p:cNvSpPr>
              <a:spLocks/>
            </p:cNvSpPr>
            <p:nvPr/>
          </p:nvSpPr>
          <p:spPr bwMode="auto">
            <a:xfrm>
              <a:off x="2721604" y="1519710"/>
              <a:ext cx="91974" cy="70332"/>
            </a:xfrm>
            <a:custGeom>
              <a:avLst/>
              <a:gdLst>
                <a:gd name="T0" fmla="*/ 2 w 52"/>
                <a:gd name="T1" fmla="*/ 20 h 39"/>
                <a:gd name="T2" fmla="*/ 32 w 52"/>
                <a:gd name="T3" fmla="*/ 37 h 39"/>
                <a:gd name="T4" fmla="*/ 52 w 52"/>
                <a:gd name="T5" fmla="*/ 22 h 39"/>
                <a:gd name="T6" fmla="*/ 30 w 52"/>
                <a:gd name="T7" fmla="*/ 1 h 39"/>
                <a:gd name="T8" fmla="*/ 2 w 52"/>
                <a:gd name="T9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9">
                  <a:moveTo>
                    <a:pt x="2" y="20"/>
                  </a:moveTo>
                  <a:cubicBezTo>
                    <a:pt x="4" y="35"/>
                    <a:pt x="24" y="33"/>
                    <a:pt x="32" y="37"/>
                  </a:cubicBezTo>
                  <a:cubicBezTo>
                    <a:pt x="48" y="39"/>
                    <a:pt x="52" y="33"/>
                    <a:pt x="52" y="22"/>
                  </a:cubicBezTo>
                  <a:cubicBezTo>
                    <a:pt x="51" y="6"/>
                    <a:pt x="38" y="1"/>
                    <a:pt x="30" y="1"/>
                  </a:cubicBezTo>
                  <a:cubicBezTo>
                    <a:pt x="18" y="0"/>
                    <a:pt x="0" y="8"/>
                    <a:pt x="2" y="2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95" name="Freeform 44"/>
            <p:cNvSpPr>
              <a:spLocks/>
            </p:cNvSpPr>
            <p:nvPr/>
          </p:nvSpPr>
          <p:spPr bwMode="auto">
            <a:xfrm>
              <a:off x="3358201" y="195252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96" name="Freeform 45"/>
            <p:cNvSpPr>
              <a:spLocks/>
            </p:cNvSpPr>
            <p:nvPr/>
          </p:nvSpPr>
          <p:spPr bwMode="auto">
            <a:xfrm>
              <a:off x="3286066" y="1952524"/>
              <a:ext cx="82956" cy="72136"/>
            </a:xfrm>
            <a:custGeom>
              <a:avLst/>
              <a:gdLst>
                <a:gd name="T0" fmla="*/ 1 w 47"/>
                <a:gd name="T1" fmla="*/ 23 h 40"/>
                <a:gd name="T2" fmla="*/ 24 w 47"/>
                <a:gd name="T3" fmla="*/ 38 h 40"/>
                <a:gd name="T4" fmla="*/ 41 w 47"/>
                <a:gd name="T5" fmla="*/ 0 h 40"/>
                <a:gd name="T6" fmla="*/ 19 w 47"/>
                <a:gd name="T7" fmla="*/ 0 h 40"/>
                <a:gd name="T8" fmla="*/ 1 w 47"/>
                <a:gd name="T9" fmla="*/ 2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0">
                  <a:moveTo>
                    <a:pt x="1" y="23"/>
                  </a:moveTo>
                  <a:cubicBezTo>
                    <a:pt x="2" y="35"/>
                    <a:pt x="12" y="40"/>
                    <a:pt x="24" y="38"/>
                  </a:cubicBezTo>
                  <a:cubicBezTo>
                    <a:pt x="47" y="34"/>
                    <a:pt x="40" y="15"/>
                    <a:pt x="41" y="0"/>
                  </a:cubicBezTo>
                  <a:cubicBezTo>
                    <a:pt x="34" y="0"/>
                    <a:pt x="27" y="0"/>
                    <a:pt x="19" y="0"/>
                  </a:cubicBezTo>
                  <a:cubicBezTo>
                    <a:pt x="5" y="0"/>
                    <a:pt x="0" y="12"/>
                    <a:pt x="1" y="2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99" name="Freeform 46"/>
            <p:cNvSpPr>
              <a:spLocks/>
            </p:cNvSpPr>
            <p:nvPr/>
          </p:nvSpPr>
          <p:spPr bwMode="auto">
            <a:xfrm>
              <a:off x="1632355" y="2637814"/>
              <a:ext cx="46888" cy="48691"/>
            </a:xfrm>
            <a:custGeom>
              <a:avLst/>
              <a:gdLst>
                <a:gd name="T0" fmla="*/ 6 w 26"/>
                <a:gd name="T1" fmla="*/ 1 h 27"/>
                <a:gd name="T2" fmla="*/ 2 w 26"/>
                <a:gd name="T3" fmla="*/ 9 h 27"/>
                <a:gd name="T4" fmla="*/ 16 w 26"/>
                <a:gd name="T5" fmla="*/ 27 h 27"/>
                <a:gd name="T6" fmla="*/ 25 w 26"/>
                <a:gd name="T7" fmla="*/ 15 h 27"/>
                <a:gd name="T8" fmla="*/ 6 w 26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7">
                  <a:moveTo>
                    <a:pt x="6" y="1"/>
                  </a:moveTo>
                  <a:cubicBezTo>
                    <a:pt x="3" y="0"/>
                    <a:pt x="0" y="6"/>
                    <a:pt x="2" y="9"/>
                  </a:cubicBezTo>
                  <a:cubicBezTo>
                    <a:pt x="6" y="15"/>
                    <a:pt x="7" y="25"/>
                    <a:pt x="16" y="27"/>
                  </a:cubicBezTo>
                  <a:cubicBezTo>
                    <a:pt x="23" y="26"/>
                    <a:pt x="26" y="17"/>
                    <a:pt x="25" y="15"/>
                  </a:cubicBezTo>
                  <a:cubicBezTo>
                    <a:pt x="23" y="5"/>
                    <a:pt x="14" y="4"/>
                    <a:pt x="6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00" name="Freeform 47"/>
            <p:cNvSpPr>
              <a:spLocks/>
            </p:cNvSpPr>
            <p:nvPr/>
          </p:nvSpPr>
          <p:spPr bwMode="auto">
            <a:xfrm>
              <a:off x="3585429" y="3961504"/>
              <a:ext cx="50495" cy="27050"/>
            </a:xfrm>
            <a:custGeom>
              <a:avLst/>
              <a:gdLst>
                <a:gd name="T0" fmla="*/ 1 w 28"/>
                <a:gd name="T1" fmla="*/ 3 h 15"/>
                <a:gd name="T2" fmla="*/ 0 w 28"/>
                <a:gd name="T3" fmla="*/ 8 h 15"/>
                <a:gd name="T4" fmla="*/ 25 w 28"/>
                <a:gd name="T5" fmla="*/ 9 h 15"/>
                <a:gd name="T6" fmla="*/ 25 w 28"/>
                <a:gd name="T7" fmla="*/ 3 h 15"/>
                <a:gd name="T8" fmla="*/ 1 w 28"/>
                <a:gd name="T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5">
                  <a:moveTo>
                    <a:pt x="1" y="3"/>
                  </a:moveTo>
                  <a:cubicBezTo>
                    <a:pt x="1" y="3"/>
                    <a:pt x="1" y="4"/>
                    <a:pt x="0" y="8"/>
                  </a:cubicBezTo>
                  <a:cubicBezTo>
                    <a:pt x="8" y="8"/>
                    <a:pt x="16" y="15"/>
                    <a:pt x="25" y="9"/>
                  </a:cubicBezTo>
                  <a:cubicBezTo>
                    <a:pt x="27" y="8"/>
                    <a:pt x="28" y="3"/>
                    <a:pt x="25" y="3"/>
                  </a:cubicBezTo>
                  <a:cubicBezTo>
                    <a:pt x="17" y="0"/>
                    <a:pt x="9" y="0"/>
                    <a:pt x="1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01" name="Freeform 48"/>
            <p:cNvSpPr>
              <a:spLocks/>
            </p:cNvSpPr>
            <p:nvPr/>
          </p:nvSpPr>
          <p:spPr bwMode="auto">
            <a:xfrm>
              <a:off x="8887405" y="4886644"/>
              <a:ext cx="1192043" cy="950388"/>
            </a:xfrm>
            <a:custGeom>
              <a:avLst/>
              <a:gdLst>
                <a:gd name="T0" fmla="*/ 613 w 667"/>
                <a:gd name="T1" fmla="*/ 212 h 532"/>
                <a:gd name="T2" fmla="*/ 594 w 667"/>
                <a:gd name="T3" fmla="*/ 192 h 532"/>
                <a:gd name="T4" fmla="*/ 559 w 667"/>
                <a:gd name="T5" fmla="*/ 156 h 532"/>
                <a:gd name="T6" fmla="*/ 540 w 667"/>
                <a:gd name="T7" fmla="*/ 127 h 532"/>
                <a:gd name="T8" fmla="*/ 525 w 667"/>
                <a:gd name="T9" fmla="*/ 76 h 532"/>
                <a:gd name="T10" fmla="*/ 512 w 667"/>
                <a:gd name="T11" fmla="*/ 65 h 532"/>
                <a:gd name="T12" fmla="*/ 500 w 667"/>
                <a:gd name="T13" fmla="*/ 52 h 532"/>
                <a:gd name="T14" fmla="*/ 479 w 667"/>
                <a:gd name="T15" fmla="*/ 0 h 532"/>
                <a:gd name="T16" fmla="*/ 467 w 667"/>
                <a:gd name="T17" fmla="*/ 69 h 532"/>
                <a:gd name="T18" fmla="*/ 455 w 667"/>
                <a:gd name="T19" fmla="*/ 117 h 532"/>
                <a:gd name="T20" fmla="*/ 437 w 667"/>
                <a:gd name="T21" fmla="*/ 122 h 532"/>
                <a:gd name="T22" fmla="*/ 383 w 667"/>
                <a:gd name="T23" fmla="*/ 90 h 532"/>
                <a:gd name="T24" fmla="*/ 371 w 667"/>
                <a:gd name="T25" fmla="*/ 58 h 532"/>
                <a:gd name="T26" fmla="*/ 384 w 667"/>
                <a:gd name="T27" fmla="*/ 37 h 532"/>
                <a:gd name="T28" fmla="*/ 384 w 667"/>
                <a:gd name="T29" fmla="*/ 26 h 532"/>
                <a:gd name="T30" fmla="*/ 314 w 667"/>
                <a:gd name="T31" fmla="*/ 11 h 532"/>
                <a:gd name="T32" fmla="*/ 307 w 667"/>
                <a:gd name="T33" fmla="*/ 29 h 532"/>
                <a:gd name="T34" fmla="*/ 266 w 667"/>
                <a:gd name="T35" fmla="*/ 62 h 532"/>
                <a:gd name="T36" fmla="*/ 262 w 667"/>
                <a:gd name="T37" fmla="*/ 75 h 532"/>
                <a:gd name="T38" fmla="*/ 243 w 667"/>
                <a:gd name="T39" fmla="*/ 71 h 532"/>
                <a:gd name="T40" fmla="*/ 195 w 667"/>
                <a:gd name="T41" fmla="*/ 77 h 532"/>
                <a:gd name="T42" fmla="*/ 172 w 667"/>
                <a:gd name="T43" fmla="*/ 102 h 532"/>
                <a:gd name="T44" fmla="*/ 158 w 667"/>
                <a:gd name="T45" fmla="*/ 108 h 532"/>
                <a:gd name="T46" fmla="*/ 147 w 667"/>
                <a:gd name="T47" fmla="*/ 119 h 532"/>
                <a:gd name="T48" fmla="*/ 100 w 667"/>
                <a:gd name="T49" fmla="*/ 169 h 532"/>
                <a:gd name="T50" fmla="*/ 30 w 667"/>
                <a:gd name="T51" fmla="*/ 195 h 532"/>
                <a:gd name="T52" fmla="*/ 5 w 667"/>
                <a:gd name="T53" fmla="*/ 212 h 532"/>
                <a:gd name="T54" fmla="*/ 2 w 667"/>
                <a:gd name="T55" fmla="*/ 241 h 532"/>
                <a:gd name="T56" fmla="*/ 8 w 667"/>
                <a:gd name="T57" fmla="*/ 295 h 532"/>
                <a:gd name="T58" fmla="*/ 38 w 667"/>
                <a:gd name="T59" fmla="*/ 388 h 532"/>
                <a:gd name="T60" fmla="*/ 32 w 667"/>
                <a:gd name="T61" fmla="*/ 421 h 532"/>
                <a:gd name="T62" fmla="*/ 32 w 667"/>
                <a:gd name="T63" fmla="*/ 437 h 532"/>
                <a:gd name="T64" fmla="*/ 83 w 667"/>
                <a:gd name="T65" fmla="*/ 447 h 532"/>
                <a:gd name="T66" fmla="*/ 155 w 667"/>
                <a:gd name="T67" fmla="*/ 429 h 532"/>
                <a:gd name="T68" fmla="*/ 174 w 667"/>
                <a:gd name="T69" fmla="*/ 421 h 532"/>
                <a:gd name="T70" fmla="*/ 197 w 667"/>
                <a:gd name="T71" fmla="*/ 403 h 532"/>
                <a:gd name="T72" fmla="*/ 245 w 667"/>
                <a:gd name="T73" fmla="*/ 391 h 532"/>
                <a:gd name="T74" fmla="*/ 323 w 667"/>
                <a:gd name="T75" fmla="*/ 390 h 532"/>
                <a:gd name="T76" fmla="*/ 353 w 667"/>
                <a:gd name="T77" fmla="*/ 419 h 532"/>
                <a:gd name="T78" fmla="*/ 370 w 667"/>
                <a:gd name="T79" fmla="*/ 449 h 532"/>
                <a:gd name="T80" fmla="*/ 406 w 667"/>
                <a:gd name="T81" fmla="*/ 409 h 532"/>
                <a:gd name="T82" fmla="*/ 391 w 667"/>
                <a:gd name="T83" fmla="*/ 454 h 532"/>
                <a:gd name="T84" fmla="*/ 411 w 667"/>
                <a:gd name="T85" fmla="*/ 436 h 532"/>
                <a:gd name="T86" fmla="*/ 436 w 667"/>
                <a:gd name="T87" fmla="*/ 477 h 532"/>
                <a:gd name="T88" fmla="*/ 437 w 667"/>
                <a:gd name="T89" fmla="*/ 485 h 532"/>
                <a:gd name="T90" fmla="*/ 490 w 667"/>
                <a:gd name="T91" fmla="*/ 523 h 532"/>
                <a:gd name="T92" fmla="*/ 513 w 667"/>
                <a:gd name="T93" fmla="*/ 516 h 532"/>
                <a:gd name="T94" fmla="*/ 524 w 667"/>
                <a:gd name="T95" fmla="*/ 514 h 532"/>
                <a:gd name="T96" fmla="*/ 563 w 667"/>
                <a:gd name="T97" fmla="*/ 515 h 532"/>
                <a:gd name="T98" fmla="*/ 588 w 667"/>
                <a:gd name="T99" fmla="*/ 505 h 532"/>
                <a:gd name="T100" fmla="*/ 604 w 667"/>
                <a:gd name="T101" fmla="*/ 490 h 532"/>
                <a:gd name="T102" fmla="*/ 637 w 667"/>
                <a:gd name="T103" fmla="*/ 409 h 532"/>
                <a:gd name="T104" fmla="*/ 663 w 667"/>
                <a:gd name="T105" fmla="*/ 321 h 532"/>
                <a:gd name="T106" fmla="*/ 617 w 667"/>
                <a:gd name="T107" fmla="*/ 214 h 532"/>
                <a:gd name="T108" fmla="*/ 613 w 667"/>
                <a:gd name="T109" fmla="*/ 212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7" h="532">
                  <a:moveTo>
                    <a:pt x="613" y="212"/>
                  </a:moveTo>
                  <a:cubicBezTo>
                    <a:pt x="599" y="214"/>
                    <a:pt x="599" y="201"/>
                    <a:pt x="594" y="192"/>
                  </a:cubicBezTo>
                  <a:cubicBezTo>
                    <a:pt x="586" y="176"/>
                    <a:pt x="576" y="162"/>
                    <a:pt x="559" y="156"/>
                  </a:cubicBezTo>
                  <a:cubicBezTo>
                    <a:pt x="545" y="151"/>
                    <a:pt x="541" y="141"/>
                    <a:pt x="540" y="127"/>
                  </a:cubicBezTo>
                  <a:cubicBezTo>
                    <a:pt x="539" y="109"/>
                    <a:pt x="525" y="95"/>
                    <a:pt x="525" y="76"/>
                  </a:cubicBezTo>
                  <a:cubicBezTo>
                    <a:pt x="525" y="72"/>
                    <a:pt x="516" y="64"/>
                    <a:pt x="512" y="65"/>
                  </a:cubicBezTo>
                  <a:cubicBezTo>
                    <a:pt x="501" y="68"/>
                    <a:pt x="501" y="60"/>
                    <a:pt x="500" y="52"/>
                  </a:cubicBezTo>
                  <a:cubicBezTo>
                    <a:pt x="498" y="33"/>
                    <a:pt x="488" y="18"/>
                    <a:pt x="479" y="0"/>
                  </a:cubicBezTo>
                  <a:cubicBezTo>
                    <a:pt x="470" y="24"/>
                    <a:pt x="465" y="46"/>
                    <a:pt x="467" y="69"/>
                  </a:cubicBezTo>
                  <a:cubicBezTo>
                    <a:pt x="469" y="86"/>
                    <a:pt x="463" y="102"/>
                    <a:pt x="455" y="117"/>
                  </a:cubicBezTo>
                  <a:cubicBezTo>
                    <a:pt x="452" y="123"/>
                    <a:pt x="445" y="129"/>
                    <a:pt x="437" y="122"/>
                  </a:cubicBezTo>
                  <a:cubicBezTo>
                    <a:pt x="421" y="108"/>
                    <a:pt x="400" y="102"/>
                    <a:pt x="383" y="90"/>
                  </a:cubicBezTo>
                  <a:cubicBezTo>
                    <a:pt x="373" y="84"/>
                    <a:pt x="359" y="78"/>
                    <a:pt x="371" y="58"/>
                  </a:cubicBezTo>
                  <a:cubicBezTo>
                    <a:pt x="375" y="52"/>
                    <a:pt x="381" y="45"/>
                    <a:pt x="384" y="37"/>
                  </a:cubicBezTo>
                  <a:cubicBezTo>
                    <a:pt x="386" y="33"/>
                    <a:pt x="390" y="25"/>
                    <a:pt x="384" y="26"/>
                  </a:cubicBezTo>
                  <a:cubicBezTo>
                    <a:pt x="359" y="31"/>
                    <a:pt x="338" y="19"/>
                    <a:pt x="314" y="11"/>
                  </a:cubicBezTo>
                  <a:cubicBezTo>
                    <a:pt x="319" y="23"/>
                    <a:pt x="320" y="29"/>
                    <a:pt x="307" y="29"/>
                  </a:cubicBezTo>
                  <a:cubicBezTo>
                    <a:pt x="288" y="29"/>
                    <a:pt x="271" y="44"/>
                    <a:pt x="266" y="62"/>
                  </a:cubicBezTo>
                  <a:cubicBezTo>
                    <a:pt x="265" y="66"/>
                    <a:pt x="277" y="77"/>
                    <a:pt x="262" y="75"/>
                  </a:cubicBezTo>
                  <a:cubicBezTo>
                    <a:pt x="256" y="74"/>
                    <a:pt x="249" y="77"/>
                    <a:pt x="243" y="71"/>
                  </a:cubicBezTo>
                  <a:cubicBezTo>
                    <a:pt x="225" y="54"/>
                    <a:pt x="214" y="59"/>
                    <a:pt x="195" y="77"/>
                  </a:cubicBezTo>
                  <a:cubicBezTo>
                    <a:pt x="186" y="85"/>
                    <a:pt x="188" y="103"/>
                    <a:pt x="172" y="102"/>
                  </a:cubicBezTo>
                  <a:cubicBezTo>
                    <a:pt x="172" y="115"/>
                    <a:pt x="170" y="120"/>
                    <a:pt x="158" y="108"/>
                  </a:cubicBezTo>
                  <a:cubicBezTo>
                    <a:pt x="155" y="105"/>
                    <a:pt x="148" y="113"/>
                    <a:pt x="147" y="119"/>
                  </a:cubicBezTo>
                  <a:cubicBezTo>
                    <a:pt x="144" y="150"/>
                    <a:pt x="126" y="162"/>
                    <a:pt x="100" y="169"/>
                  </a:cubicBezTo>
                  <a:cubicBezTo>
                    <a:pt x="76" y="176"/>
                    <a:pt x="50" y="177"/>
                    <a:pt x="30" y="195"/>
                  </a:cubicBezTo>
                  <a:cubicBezTo>
                    <a:pt x="22" y="202"/>
                    <a:pt x="17" y="212"/>
                    <a:pt x="5" y="212"/>
                  </a:cubicBezTo>
                  <a:cubicBezTo>
                    <a:pt x="11" y="223"/>
                    <a:pt x="0" y="233"/>
                    <a:pt x="2" y="241"/>
                  </a:cubicBezTo>
                  <a:cubicBezTo>
                    <a:pt x="5" y="259"/>
                    <a:pt x="4" y="280"/>
                    <a:pt x="8" y="295"/>
                  </a:cubicBezTo>
                  <a:cubicBezTo>
                    <a:pt x="18" y="326"/>
                    <a:pt x="26" y="358"/>
                    <a:pt x="38" y="388"/>
                  </a:cubicBezTo>
                  <a:cubicBezTo>
                    <a:pt x="42" y="398"/>
                    <a:pt x="44" y="412"/>
                    <a:pt x="32" y="421"/>
                  </a:cubicBezTo>
                  <a:cubicBezTo>
                    <a:pt x="25" y="426"/>
                    <a:pt x="26" y="432"/>
                    <a:pt x="32" y="437"/>
                  </a:cubicBezTo>
                  <a:cubicBezTo>
                    <a:pt x="43" y="449"/>
                    <a:pt x="71" y="457"/>
                    <a:pt x="83" y="447"/>
                  </a:cubicBezTo>
                  <a:cubicBezTo>
                    <a:pt x="105" y="429"/>
                    <a:pt x="129" y="426"/>
                    <a:pt x="155" y="429"/>
                  </a:cubicBezTo>
                  <a:cubicBezTo>
                    <a:pt x="163" y="429"/>
                    <a:pt x="170" y="430"/>
                    <a:pt x="174" y="421"/>
                  </a:cubicBezTo>
                  <a:cubicBezTo>
                    <a:pt x="179" y="410"/>
                    <a:pt x="188" y="408"/>
                    <a:pt x="197" y="403"/>
                  </a:cubicBezTo>
                  <a:cubicBezTo>
                    <a:pt x="212" y="393"/>
                    <a:pt x="229" y="399"/>
                    <a:pt x="245" y="391"/>
                  </a:cubicBezTo>
                  <a:cubicBezTo>
                    <a:pt x="270" y="377"/>
                    <a:pt x="296" y="384"/>
                    <a:pt x="323" y="390"/>
                  </a:cubicBezTo>
                  <a:cubicBezTo>
                    <a:pt x="339" y="395"/>
                    <a:pt x="344" y="409"/>
                    <a:pt x="353" y="419"/>
                  </a:cubicBezTo>
                  <a:cubicBezTo>
                    <a:pt x="361" y="427"/>
                    <a:pt x="362" y="439"/>
                    <a:pt x="370" y="449"/>
                  </a:cubicBezTo>
                  <a:cubicBezTo>
                    <a:pt x="377" y="431"/>
                    <a:pt x="393" y="424"/>
                    <a:pt x="406" y="409"/>
                  </a:cubicBezTo>
                  <a:cubicBezTo>
                    <a:pt x="403" y="427"/>
                    <a:pt x="401" y="441"/>
                    <a:pt x="391" y="454"/>
                  </a:cubicBezTo>
                  <a:cubicBezTo>
                    <a:pt x="403" y="450"/>
                    <a:pt x="403" y="450"/>
                    <a:pt x="411" y="436"/>
                  </a:cubicBezTo>
                  <a:cubicBezTo>
                    <a:pt x="408" y="458"/>
                    <a:pt x="427" y="463"/>
                    <a:pt x="436" y="477"/>
                  </a:cubicBezTo>
                  <a:cubicBezTo>
                    <a:pt x="437" y="479"/>
                    <a:pt x="437" y="482"/>
                    <a:pt x="437" y="485"/>
                  </a:cubicBezTo>
                  <a:cubicBezTo>
                    <a:pt x="441" y="520"/>
                    <a:pt x="472" y="512"/>
                    <a:pt x="490" y="523"/>
                  </a:cubicBezTo>
                  <a:cubicBezTo>
                    <a:pt x="501" y="530"/>
                    <a:pt x="506" y="521"/>
                    <a:pt x="513" y="516"/>
                  </a:cubicBezTo>
                  <a:cubicBezTo>
                    <a:pt x="516" y="514"/>
                    <a:pt x="518" y="504"/>
                    <a:pt x="524" y="514"/>
                  </a:cubicBezTo>
                  <a:cubicBezTo>
                    <a:pt x="536" y="532"/>
                    <a:pt x="550" y="527"/>
                    <a:pt x="563" y="515"/>
                  </a:cubicBezTo>
                  <a:cubicBezTo>
                    <a:pt x="570" y="508"/>
                    <a:pt x="579" y="505"/>
                    <a:pt x="588" y="505"/>
                  </a:cubicBezTo>
                  <a:cubicBezTo>
                    <a:pt x="598" y="506"/>
                    <a:pt x="602" y="502"/>
                    <a:pt x="604" y="490"/>
                  </a:cubicBezTo>
                  <a:cubicBezTo>
                    <a:pt x="610" y="461"/>
                    <a:pt x="619" y="431"/>
                    <a:pt x="637" y="409"/>
                  </a:cubicBezTo>
                  <a:cubicBezTo>
                    <a:pt x="659" y="383"/>
                    <a:pt x="660" y="351"/>
                    <a:pt x="663" y="321"/>
                  </a:cubicBezTo>
                  <a:cubicBezTo>
                    <a:pt x="667" y="277"/>
                    <a:pt x="635" y="249"/>
                    <a:pt x="617" y="214"/>
                  </a:cubicBezTo>
                  <a:cubicBezTo>
                    <a:pt x="616" y="213"/>
                    <a:pt x="614" y="212"/>
                    <a:pt x="613" y="21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03" name="Freeform 49"/>
            <p:cNvSpPr>
              <a:spLocks/>
            </p:cNvSpPr>
            <p:nvPr/>
          </p:nvSpPr>
          <p:spPr bwMode="auto">
            <a:xfrm>
              <a:off x="9697129" y="4635973"/>
              <a:ext cx="295756" cy="243457"/>
            </a:xfrm>
            <a:custGeom>
              <a:avLst/>
              <a:gdLst>
                <a:gd name="T0" fmla="*/ 28 w 165"/>
                <a:gd name="T1" fmla="*/ 113 h 136"/>
                <a:gd name="T2" fmla="*/ 40 w 165"/>
                <a:gd name="T3" fmla="*/ 102 h 136"/>
                <a:gd name="T4" fmla="*/ 44 w 165"/>
                <a:gd name="T5" fmla="*/ 96 h 136"/>
                <a:gd name="T6" fmla="*/ 93 w 165"/>
                <a:gd name="T7" fmla="*/ 103 h 136"/>
                <a:gd name="T8" fmla="*/ 165 w 165"/>
                <a:gd name="T9" fmla="*/ 135 h 136"/>
                <a:gd name="T10" fmla="*/ 130 w 165"/>
                <a:gd name="T11" fmla="*/ 108 h 136"/>
                <a:gd name="T12" fmla="*/ 102 w 165"/>
                <a:gd name="T13" fmla="*/ 75 h 136"/>
                <a:gd name="T14" fmla="*/ 117 w 165"/>
                <a:gd name="T15" fmla="*/ 66 h 136"/>
                <a:gd name="T16" fmla="*/ 113 w 165"/>
                <a:gd name="T17" fmla="*/ 60 h 136"/>
                <a:gd name="T18" fmla="*/ 71 w 165"/>
                <a:gd name="T19" fmla="*/ 29 h 136"/>
                <a:gd name="T20" fmla="*/ 5 w 165"/>
                <a:gd name="T21" fmla="*/ 0 h 136"/>
                <a:gd name="T22" fmla="*/ 2 w 165"/>
                <a:gd name="T23" fmla="*/ 109 h 136"/>
                <a:gd name="T24" fmla="*/ 28 w 165"/>
                <a:gd name="T25" fmla="*/ 113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5" h="136">
                  <a:moveTo>
                    <a:pt x="28" y="113"/>
                  </a:moveTo>
                  <a:cubicBezTo>
                    <a:pt x="34" y="114"/>
                    <a:pt x="47" y="118"/>
                    <a:pt x="40" y="102"/>
                  </a:cubicBezTo>
                  <a:cubicBezTo>
                    <a:pt x="38" y="99"/>
                    <a:pt x="42" y="98"/>
                    <a:pt x="44" y="96"/>
                  </a:cubicBezTo>
                  <a:cubicBezTo>
                    <a:pt x="59" y="81"/>
                    <a:pt x="79" y="84"/>
                    <a:pt x="93" y="103"/>
                  </a:cubicBezTo>
                  <a:cubicBezTo>
                    <a:pt x="113" y="129"/>
                    <a:pt x="128" y="136"/>
                    <a:pt x="165" y="135"/>
                  </a:cubicBezTo>
                  <a:cubicBezTo>
                    <a:pt x="150" y="128"/>
                    <a:pt x="142" y="116"/>
                    <a:pt x="130" y="108"/>
                  </a:cubicBezTo>
                  <a:cubicBezTo>
                    <a:pt x="118" y="100"/>
                    <a:pt x="111" y="86"/>
                    <a:pt x="102" y="75"/>
                  </a:cubicBezTo>
                  <a:cubicBezTo>
                    <a:pt x="106" y="67"/>
                    <a:pt x="116" y="75"/>
                    <a:pt x="117" y="66"/>
                  </a:cubicBezTo>
                  <a:cubicBezTo>
                    <a:pt x="117" y="64"/>
                    <a:pt x="115" y="60"/>
                    <a:pt x="113" y="60"/>
                  </a:cubicBezTo>
                  <a:cubicBezTo>
                    <a:pt x="95" y="55"/>
                    <a:pt x="84" y="41"/>
                    <a:pt x="71" y="29"/>
                  </a:cubicBezTo>
                  <a:cubicBezTo>
                    <a:pt x="53" y="12"/>
                    <a:pt x="28" y="7"/>
                    <a:pt x="5" y="0"/>
                  </a:cubicBezTo>
                  <a:cubicBezTo>
                    <a:pt x="0" y="36"/>
                    <a:pt x="6" y="73"/>
                    <a:pt x="2" y="109"/>
                  </a:cubicBezTo>
                  <a:cubicBezTo>
                    <a:pt x="10" y="119"/>
                    <a:pt x="20" y="112"/>
                    <a:pt x="28" y="11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04" name="Freeform 50"/>
            <p:cNvSpPr>
              <a:spLocks/>
            </p:cNvSpPr>
            <p:nvPr/>
          </p:nvSpPr>
          <p:spPr bwMode="auto">
            <a:xfrm>
              <a:off x="10456357" y="5889331"/>
              <a:ext cx="232638" cy="243457"/>
            </a:xfrm>
            <a:custGeom>
              <a:avLst/>
              <a:gdLst>
                <a:gd name="T0" fmla="*/ 112 w 130"/>
                <a:gd name="T1" fmla="*/ 16 h 136"/>
                <a:gd name="T2" fmla="*/ 108 w 130"/>
                <a:gd name="T3" fmla="*/ 9 h 136"/>
                <a:gd name="T4" fmla="*/ 94 w 130"/>
                <a:gd name="T5" fmla="*/ 12 h 136"/>
                <a:gd name="T6" fmla="*/ 43 w 130"/>
                <a:gd name="T7" fmla="*/ 71 h 136"/>
                <a:gd name="T8" fmla="*/ 21 w 130"/>
                <a:gd name="T9" fmla="*/ 89 h 136"/>
                <a:gd name="T10" fmla="*/ 26 w 130"/>
                <a:gd name="T11" fmla="*/ 125 h 136"/>
                <a:gd name="T12" fmla="*/ 63 w 130"/>
                <a:gd name="T13" fmla="*/ 116 h 136"/>
                <a:gd name="T14" fmla="*/ 75 w 130"/>
                <a:gd name="T15" fmla="*/ 95 h 136"/>
                <a:gd name="T16" fmla="*/ 102 w 130"/>
                <a:gd name="T17" fmla="*/ 68 h 136"/>
                <a:gd name="T18" fmla="*/ 117 w 130"/>
                <a:gd name="T19" fmla="*/ 41 h 136"/>
                <a:gd name="T20" fmla="*/ 112 w 130"/>
                <a:gd name="T21" fmla="*/ 1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0" h="136">
                  <a:moveTo>
                    <a:pt x="112" y="16"/>
                  </a:moveTo>
                  <a:cubicBezTo>
                    <a:pt x="111" y="15"/>
                    <a:pt x="110" y="11"/>
                    <a:pt x="108" y="9"/>
                  </a:cubicBezTo>
                  <a:cubicBezTo>
                    <a:pt x="102" y="0"/>
                    <a:pt x="97" y="3"/>
                    <a:pt x="94" y="12"/>
                  </a:cubicBezTo>
                  <a:cubicBezTo>
                    <a:pt x="84" y="39"/>
                    <a:pt x="67" y="58"/>
                    <a:pt x="43" y="71"/>
                  </a:cubicBezTo>
                  <a:cubicBezTo>
                    <a:pt x="34" y="76"/>
                    <a:pt x="28" y="82"/>
                    <a:pt x="21" y="89"/>
                  </a:cubicBezTo>
                  <a:cubicBezTo>
                    <a:pt x="0" y="113"/>
                    <a:pt x="0" y="111"/>
                    <a:pt x="26" y="125"/>
                  </a:cubicBezTo>
                  <a:cubicBezTo>
                    <a:pt x="43" y="136"/>
                    <a:pt x="53" y="129"/>
                    <a:pt x="63" y="116"/>
                  </a:cubicBezTo>
                  <a:cubicBezTo>
                    <a:pt x="68" y="110"/>
                    <a:pt x="74" y="102"/>
                    <a:pt x="75" y="95"/>
                  </a:cubicBezTo>
                  <a:cubicBezTo>
                    <a:pt x="78" y="78"/>
                    <a:pt x="90" y="73"/>
                    <a:pt x="102" y="68"/>
                  </a:cubicBezTo>
                  <a:cubicBezTo>
                    <a:pt x="104" y="57"/>
                    <a:pt x="111" y="49"/>
                    <a:pt x="117" y="41"/>
                  </a:cubicBezTo>
                  <a:cubicBezTo>
                    <a:pt x="130" y="23"/>
                    <a:pt x="130" y="23"/>
                    <a:pt x="112" y="1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06" name="Freeform 51"/>
            <p:cNvSpPr>
              <a:spLocks/>
            </p:cNvSpPr>
            <p:nvPr/>
          </p:nvSpPr>
          <p:spPr bwMode="auto">
            <a:xfrm>
              <a:off x="10638500" y="6010158"/>
              <a:ext cx="1804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07" name="Freeform 52"/>
            <p:cNvSpPr>
              <a:spLocks/>
            </p:cNvSpPr>
            <p:nvPr/>
          </p:nvSpPr>
          <p:spPr bwMode="auto">
            <a:xfrm>
              <a:off x="10678175" y="5761290"/>
              <a:ext cx="135255" cy="171322"/>
            </a:xfrm>
            <a:custGeom>
              <a:avLst/>
              <a:gdLst>
                <a:gd name="T0" fmla="*/ 70 w 75"/>
                <a:gd name="T1" fmla="*/ 13 h 96"/>
                <a:gd name="T2" fmla="*/ 37 w 75"/>
                <a:gd name="T3" fmla="*/ 14 h 96"/>
                <a:gd name="T4" fmla="*/ 14 w 75"/>
                <a:gd name="T5" fmla="*/ 0 h 96"/>
                <a:gd name="T6" fmla="*/ 0 w 75"/>
                <a:gd name="T7" fmla="*/ 49 h 96"/>
                <a:gd name="T8" fmla="*/ 20 w 75"/>
                <a:gd name="T9" fmla="*/ 76 h 96"/>
                <a:gd name="T10" fmla="*/ 19 w 75"/>
                <a:gd name="T11" fmla="*/ 91 h 96"/>
                <a:gd name="T12" fmla="*/ 35 w 75"/>
                <a:gd name="T13" fmla="*/ 83 h 96"/>
                <a:gd name="T14" fmla="*/ 69 w 75"/>
                <a:gd name="T15" fmla="*/ 32 h 96"/>
                <a:gd name="T16" fmla="*/ 70 w 75"/>
                <a:gd name="T17" fmla="*/ 1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" h="96">
                  <a:moveTo>
                    <a:pt x="70" y="13"/>
                  </a:moveTo>
                  <a:cubicBezTo>
                    <a:pt x="59" y="24"/>
                    <a:pt x="44" y="24"/>
                    <a:pt x="37" y="14"/>
                  </a:cubicBezTo>
                  <a:cubicBezTo>
                    <a:pt x="30" y="4"/>
                    <a:pt x="24" y="0"/>
                    <a:pt x="14" y="0"/>
                  </a:cubicBezTo>
                  <a:cubicBezTo>
                    <a:pt x="16" y="18"/>
                    <a:pt x="18" y="37"/>
                    <a:pt x="0" y="49"/>
                  </a:cubicBezTo>
                  <a:cubicBezTo>
                    <a:pt x="6" y="60"/>
                    <a:pt x="26" y="56"/>
                    <a:pt x="20" y="76"/>
                  </a:cubicBezTo>
                  <a:cubicBezTo>
                    <a:pt x="19" y="81"/>
                    <a:pt x="9" y="85"/>
                    <a:pt x="19" y="91"/>
                  </a:cubicBezTo>
                  <a:cubicBezTo>
                    <a:pt x="27" y="96"/>
                    <a:pt x="31" y="88"/>
                    <a:pt x="35" y="83"/>
                  </a:cubicBezTo>
                  <a:cubicBezTo>
                    <a:pt x="48" y="67"/>
                    <a:pt x="50" y="43"/>
                    <a:pt x="69" y="32"/>
                  </a:cubicBezTo>
                  <a:cubicBezTo>
                    <a:pt x="74" y="29"/>
                    <a:pt x="75" y="21"/>
                    <a:pt x="70" y="1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08" name="Freeform 53"/>
            <p:cNvSpPr>
              <a:spLocks/>
            </p:cNvSpPr>
            <p:nvPr/>
          </p:nvSpPr>
          <p:spPr bwMode="auto">
            <a:xfrm>
              <a:off x="9805333" y="5882117"/>
              <a:ext cx="117221" cy="124434"/>
            </a:xfrm>
            <a:custGeom>
              <a:avLst/>
              <a:gdLst>
                <a:gd name="T0" fmla="*/ 50 w 66"/>
                <a:gd name="T1" fmla="*/ 14 h 70"/>
                <a:gd name="T2" fmla="*/ 33 w 66"/>
                <a:gd name="T3" fmla="*/ 19 h 70"/>
                <a:gd name="T4" fmla="*/ 5 w 66"/>
                <a:gd name="T5" fmla="*/ 15 h 70"/>
                <a:gd name="T6" fmla="*/ 16 w 66"/>
                <a:gd name="T7" fmla="*/ 47 h 70"/>
                <a:gd name="T8" fmla="*/ 28 w 66"/>
                <a:gd name="T9" fmla="*/ 63 h 70"/>
                <a:gd name="T10" fmla="*/ 41 w 66"/>
                <a:gd name="T11" fmla="*/ 66 h 70"/>
                <a:gd name="T12" fmla="*/ 62 w 66"/>
                <a:gd name="T13" fmla="*/ 26 h 70"/>
                <a:gd name="T14" fmla="*/ 50 w 66"/>
                <a:gd name="T15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70">
                  <a:moveTo>
                    <a:pt x="50" y="14"/>
                  </a:moveTo>
                  <a:cubicBezTo>
                    <a:pt x="45" y="16"/>
                    <a:pt x="39" y="17"/>
                    <a:pt x="33" y="19"/>
                  </a:cubicBezTo>
                  <a:cubicBezTo>
                    <a:pt x="23" y="21"/>
                    <a:pt x="13" y="0"/>
                    <a:pt x="5" y="15"/>
                  </a:cubicBezTo>
                  <a:cubicBezTo>
                    <a:pt x="0" y="24"/>
                    <a:pt x="16" y="34"/>
                    <a:pt x="16" y="47"/>
                  </a:cubicBezTo>
                  <a:cubicBezTo>
                    <a:pt x="16" y="52"/>
                    <a:pt x="23" y="57"/>
                    <a:pt x="28" y="63"/>
                  </a:cubicBezTo>
                  <a:cubicBezTo>
                    <a:pt x="31" y="67"/>
                    <a:pt x="37" y="70"/>
                    <a:pt x="41" y="66"/>
                  </a:cubicBezTo>
                  <a:cubicBezTo>
                    <a:pt x="52" y="55"/>
                    <a:pt x="66" y="45"/>
                    <a:pt x="62" y="26"/>
                  </a:cubicBezTo>
                  <a:cubicBezTo>
                    <a:pt x="65" y="12"/>
                    <a:pt x="61" y="9"/>
                    <a:pt x="50" y="1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09" name="Freeform 54"/>
            <p:cNvSpPr>
              <a:spLocks/>
            </p:cNvSpPr>
            <p:nvPr/>
          </p:nvSpPr>
          <p:spPr bwMode="auto">
            <a:xfrm>
              <a:off x="9924357" y="4681057"/>
              <a:ext cx="119024" cy="82956"/>
            </a:xfrm>
            <a:custGeom>
              <a:avLst/>
              <a:gdLst>
                <a:gd name="T0" fmla="*/ 61 w 67"/>
                <a:gd name="T1" fmla="*/ 15 h 47"/>
                <a:gd name="T2" fmla="*/ 62 w 67"/>
                <a:gd name="T3" fmla="*/ 4 h 47"/>
                <a:gd name="T4" fmla="*/ 50 w 67"/>
                <a:gd name="T5" fmla="*/ 9 h 47"/>
                <a:gd name="T6" fmla="*/ 25 w 67"/>
                <a:gd name="T7" fmla="*/ 24 h 47"/>
                <a:gd name="T8" fmla="*/ 0 w 67"/>
                <a:gd name="T9" fmla="*/ 25 h 47"/>
                <a:gd name="T10" fmla="*/ 61 w 67"/>
                <a:gd name="T11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47">
                  <a:moveTo>
                    <a:pt x="61" y="15"/>
                  </a:moveTo>
                  <a:cubicBezTo>
                    <a:pt x="64" y="11"/>
                    <a:pt x="67" y="7"/>
                    <a:pt x="62" y="4"/>
                  </a:cubicBezTo>
                  <a:cubicBezTo>
                    <a:pt x="56" y="0"/>
                    <a:pt x="53" y="2"/>
                    <a:pt x="50" y="9"/>
                  </a:cubicBezTo>
                  <a:cubicBezTo>
                    <a:pt x="46" y="20"/>
                    <a:pt x="38" y="26"/>
                    <a:pt x="25" y="24"/>
                  </a:cubicBezTo>
                  <a:cubicBezTo>
                    <a:pt x="18" y="22"/>
                    <a:pt x="9" y="25"/>
                    <a:pt x="0" y="25"/>
                  </a:cubicBezTo>
                  <a:cubicBezTo>
                    <a:pt x="21" y="47"/>
                    <a:pt x="48" y="36"/>
                    <a:pt x="61" y="1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10" name="Freeform 55"/>
            <p:cNvSpPr>
              <a:spLocks/>
            </p:cNvSpPr>
            <p:nvPr/>
          </p:nvSpPr>
          <p:spPr bwMode="auto">
            <a:xfrm>
              <a:off x="10660141" y="5692761"/>
              <a:ext cx="41479" cy="66725"/>
            </a:xfrm>
            <a:custGeom>
              <a:avLst/>
              <a:gdLst>
                <a:gd name="T0" fmla="*/ 0 w 23"/>
                <a:gd name="T1" fmla="*/ 0 h 37"/>
                <a:gd name="T2" fmla="*/ 23 w 23"/>
                <a:gd name="T3" fmla="*/ 37 h 37"/>
                <a:gd name="T4" fmla="*/ 0 w 23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37">
                  <a:moveTo>
                    <a:pt x="0" y="0"/>
                  </a:moveTo>
                  <a:cubicBezTo>
                    <a:pt x="7" y="13"/>
                    <a:pt x="11" y="28"/>
                    <a:pt x="23" y="37"/>
                  </a:cubicBezTo>
                  <a:cubicBezTo>
                    <a:pt x="21" y="20"/>
                    <a:pt x="19" y="4"/>
                    <a:pt x="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11" name="Freeform 56"/>
            <p:cNvSpPr>
              <a:spLocks/>
            </p:cNvSpPr>
            <p:nvPr/>
          </p:nvSpPr>
          <p:spPr bwMode="auto">
            <a:xfrm>
              <a:off x="10701618" y="5759486"/>
              <a:ext cx="1804" cy="180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0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12" name="Freeform 57"/>
            <p:cNvSpPr>
              <a:spLocks/>
            </p:cNvSpPr>
            <p:nvPr/>
          </p:nvSpPr>
          <p:spPr bwMode="auto">
            <a:xfrm>
              <a:off x="10640303" y="6008354"/>
              <a:ext cx="5411" cy="3607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1 h 2"/>
                <a:gd name="T4" fmla="*/ 3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cubicBezTo>
                    <a:pt x="2" y="1"/>
                    <a:pt x="1" y="1"/>
                    <a:pt x="0" y="1"/>
                  </a:cubicBezTo>
                  <a:cubicBezTo>
                    <a:pt x="1" y="1"/>
                    <a:pt x="2" y="2"/>
                    <a:pt x="3" y="2"/>
                  </a:cubicBezTo>
                  <a:cubicBezTo>
                    <a:pt x="3" y="2"/>
                    <a:pt x="3" y="1"/>
                    <a:pt x="3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13" name="Freeform 58"/>
            <p:cNvSpPr>
              <a:spLocks/>
            </p:cNvSpPr>
            <p:nvPr/>
          </p:nvSpPr>
          <p:spPr bwMode="auto">
            <a:xfrm>
              <a:off x="10638500" y="6010158"/>
              <a:ext cx="1804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16" name="Freeform 115"/>
            <p:cNvSpPr>
              <a:spLocks/>
            </p:cNvSpPr>
            <p:nvPr/>
          </p:nvSpPr>
          <p:spPr bwMode="auto">
            <a:xfrm>
              <a:off x="6975808" y="297504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42" name="Freeform 141"/>
            <p:cNvSpPr>
              <a:spLocks/>
            </p:cNvSpPr>
            <p:nvPr/>
          </p:nvSpPr>
          <p:spPr bwMode="auto">
            <a:xfrm>
              <a:off x="7754874" y="173972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43" name="Freeform 59"/>
            <p:cNvSpPr>
              <a:spLocks/>
            </p:cNvSpPr>
            <p:nvPr/>
          </p:nvSpPr>
          <p:spPr bwMode="auto">
            <a:xfrm>
              <a:off x="5282422" y="1792023"/>
              <a:ext cx="2144235" cy="1567148"/>
            </a:xfrm>
            <a:custGeom>
              <a:avLst/>
              <a:gdLst>
                <a:gd name="T0" fmla="*/ 1121 w 1200"/>
                <a:gd name="T1" fmla="*/ 86 h 876"/>
                <a:gd name="T2" fmla="*/ 1034 w 1200"/>
                <a:gd name="T3" fmla="*/ 93 h 876"/>
                <a:gd name="T4" fmla="*/ 940 w 1200"/>
                <a:gd name="T5" fmla="*/ 125 h 876"/>
                <a:gd name="T6" fmla="*/ 882 w 1200"/>
                <a:gd name="T7" fmla="*/ 86 h 876"/>
                <a:gd name="T8" fmla="*/ 839 w 1200"/>
                <a:gd name="T9" fmla="*/ 152 h 876"/>
                <a:gd name="T10" fmla="*/ 804 w 1200"/>
                <a:gd name="T11" fmla="*/ 204 h 876"/>
                <a:gd name="T12" fmla="*/ 766 w 1200"/>
                <a:gd name="T13" fmla="*/ 205 h 876"/>
                <a:gd name="T14" fmla="*/ 716 w 1200"/>
                <a:gd name="T15" fmla="*/ 170 h 876"/>
                <a:gd name="T16" fmla="*/ 785 w 1200"/>
                <a:gd name="T17" fmla="*/ 154 h 876"/>
                <a:gd name="T18" fmla="*/ 701 w 1200"/>
                <a:gd name="T19" fmla="*/ 64 h 876"/>
                <a:gd name="T20" fmla="*/ 642 w 1200"/>
                <a:gd name="T21" fmla="*/ 31 h 876"/>
                <a:gd name="T22" fmla="*/ 555 w 1200"/>
                <a:gd name="T23" fmla="*/ 12 h 876"/>
                <a:gd name="T24" fmla="*/ 404 w 1200"/>
                <a:gd name="T25" fmla="*/ 107 h 876"/>
                <a:gd name="T26" fmla="*/ 252 w 1200"/>
                <a:gd name="T27" fmla="*/ 269 h 876"/>
                <a:gd name="T28" fmla="*/ 274 w 1200"/>
                <a:gd name="T29" fmla="*/ 374 h 876"/>
                <a:gd name="T30" fmla="*/ 365 w 1200"/>
                <a:gd name="T31" fmla="*/ 435 h 876"/>
                <a:gd name="T32" fmla="*/ 420 w 1200"/>
                <a:gd name="T33" fmla="*/ 398 h 876"/>
                <a:gd name="T34" fmla="*/ 478 w 1200"/>
                <a:gd name="T35" fmla="*/ 227 h 876"/>
                <a:gd name="T36" fmla="*/ 566 w 1200"/>
                <a:gd name="T37" fmla="*/ 191 h 876"/>
                <a:gd name="T38" fmla="*/ 552 w 1200"/>
                <a:gd name="T39" fmla="*/ 322 h 876"/>
                <a:gd name="T40" fmla="*/ 577 w 1200"/>
                <a:gd name="T41" fmla="*/ 341 h 876"/>
                <a:gd name="T42" fmla="*/ 525 w 1200"/>
                <a:gd name="T43" fmla="*/ 397 h 876"/>
                <a:gd name="T44" fmla="*/ 454 w 1200"/>
                <a:gd name="T45" fmla="*/ 471 h 876"/>
                <a:gd name="T46" fmla="*/ 346 w 1200"/>
                <a:gd name="T47" fmla="*/ 479 h 876"/>
                <a:gd name="T48" fmla="*/ 312 w 1200"/>
                <a:gd name="T49" fmla="*/ 408 h 876"/>
                <a:gd name="T50" fmla="*/ 280 w 1200"/>
                <a:gd name="T51" fmla="*/ 495 h 876"/>
                <a:gd name="T52" fmla="*/ 136 w 1200"/>
                <a:gd name="T53" fmla="*/ 597 h 876"/>
                <a:gd name="T54" fmla="*/ 131 w 1200"/>
                <a:gd name="T55" fmla="*/ 656 h 876"/>
                <a:gd name="T56" fmla="*/ 8 w 1200"/>
                <a:gd name="T57" fmla="*/ 756 h 876"/>
                <a:gd name="T58" fmla="*/ 40 w 1200"/>
                <a:gd name="T59" fmla="*/ 849 h 876"/>
                <a:gd name="T60" fmla="*/ 142 w 1200"/>
                <a:gd name="T61" fmla="*/ 810 h 876"/>
                <a:gd name="T62" fmla="*/ 227 w 1200"/>
                <a:gd name="T63" fmla="*/ 721 h 876"/>
                <a:gd name="T64" fmla="*/ 409 w 1200"/>
                <a:gd name="T65" fmla="*/ 789 h 876"/>
                <a:gd name="T66" fmla="*/ 362 w 1200"/>
                <a:gd name="T67" fmla="*/ 719 h 876"/>
                <a:gd name="T68" fmla="*/ 421 w 1200"/>
                <a:gd name="T69" fmla="*/ 715 h 876"/>
                <a:gd name="T70" fmla="*/ 506 w 1200"/>
                <a:gd name="T71" fmla="*/ 832 h 876"/>
                <a:gd name="T72" fmla="*/ 529 w 1200"/>
                <a:gd name="T73" fmla="*/ 782 h 876"/>
                <a:gd name="T74" fmla="*/ 595 w 1200"/>
                <a:gd name="T75" fmla="*/ 784 h 876"/>
                <a:gd name="T76" fmla="*/ 643 w 1200"/>
                <a:gd name="T77" fmla="*/ 653 h 876"/>
                <a:gd name="T78" fmla="*/ 720 w 1200"/>
                <a:gd name="T79" fmla="*/ 673 h 876"/>
                <a:gd name="T80" fmla="*/ 777 w 1200"/>
                <a:gd name="T81" fmla="*/ 672 h 876"/>
                <a:gd name="T82" fmla="*/ 913 w 1200"/>
                <a:gd name="T83" fmla="*/ 749 h 876"/>
                <a:gd name="T84" fmla="*/ 947 w 1200"/>
                <a:gd name="T85" fmla="*/ 661 h 876"/>
                <a:gd name="T86" fmla="*/ 911 w 1200"/>
                <a:gd name="T87" fmla="*/ 612 h 876"/>
                <a:gd name="T88" fmla="*/ 1106 w 1200"/>
                <a:gd name="T89" fmla="*/ 579 h 876"/>
                <a:gd name="T90" fmla="*/ 1071 w 1200"/>
                <a:gd name="T91" fmla="*/ 479 h 876"/>
                <a:gd name="T92" fmla="*/ 1087 w 1200"/>
                <a:gd name="T93" fmla="*/ 361 h 876"/>
                <a:gd name="T94" fmla="*/ 1193 w 1200"/>
                <a:gd name="T95" fmla="*/ 100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0" h="876">
                  <a:moveTo>
                    <a:pt x="1193" y="52"/>
                  </a:moveTo>
                  <a:cubicBezTo>
                    <a:pt x="1177" y="44"/>
                    <a:pt x="1161" y="48"/>
                    <a:pt x="1145" y="49"/>
                  </a:cubicBezTo>
                  <a:cubicBezTo>
                    <a:pt x="1155" y="68"/>
                    <a:pt x="1151" y="84"/>
                    <a:pt x="1133" y="90"/>
                  </a:cubicBezTo>
                  <a:cubicBezTo>
                    <a:pt x="1129" y="91"/>
                    <a:pt x="1121" y="92"/>
                    <a:pt x="1121" y="86"/>
                  </a:cubicBezTo>
                  <a:cubicBezTo>
                    <a:pt x="1122" y="64"/>
                    <a:pt x="1108" y="77"/>
                    <a:pt x="1104" y="78"/>
                  </a:cubicBezTo>
                  <a:cubicBezTo>
                    <a:pt x="1094" y="82"/>
                    <a:pt x="1085" y="85"/>
                    <a:pt x="1075" y="82"/>
                  </a:cubicBezTo>
                  <a:cubicBezTo>
                    <a:pt x="1069" y="80"/>
                    <a:pt x="1065" y="83"/>
                    <a:pt x="1061" y="88"/>
                  </a:cubicBezTo>
                  <a:cubicBezTo>
                    <a:pt x="1054" y="99"/>
                    <a:pt x="1043" y="96"/>
                    <a:pt x="1034" y="93"/>
                  </a:cubicBezTo>
                  <a:cubicBezTo>
                    <a:pt x="1023" y="91"/>
                    <a:pt x="1040" y="80"/>
                    <a:pt x="1030" y="73"/>
                  </a:cubicBezTo>
                  <a:cubicBezTo>
                    <a:pt x="1027" y="75"/>
                    <a:pt x="1020" y="77"/>
                    <a:pt x="1019" y="80"/>
                  </a:cubicBezTo>
                  <a:cubicBezTo>
                    <a:pt x="1017" y="93"/>
                    <a:pt x="1011" y="86"/>
                    <a:pt x="1004" y="88"/>
                  </a:cubicBezTo>
                  <a:cubicBezTo>
                    <a:pt x="979" y="92"/>
                    <a:pt x="956" y="105"/>
                    <a:pt x="940" y="125"/>
                  </a:cubicBezTo>
                  <a:cubicBezTo>
                    <a:pt x="932" y="134"/>
                    <a:pt x="926" y="137"/>
                    <a:pt x="916" y="137"/>
                  </a:cubicBezTo>
                  <a:cubicBezTo>
                    <a:pt x="902" y="138"/>
                    <a:pt x="890" y="128"/>
                    <a:pt x="888" y="118"/>
                  </a:cubicBezTo>
                  <a:cubicBezTo>
                    <a:pt x="886" y="102"/>
                    <a:pt x="902" y="103"/>
                    <a:pt x="913" y="102"/>
                  </a:cubicBezTo>
                  <a:cubicBezTo>
                    <a:pt x="907" y="87"/>
                    <a:pt x="896" y="84"/>
                    <a:pt x="882" y="86"/>
                  </a:cubicBezTo>
                  <a:cubicBezTo>
                    <a:pt x="884" y="99"/>
                    <a:pt x="868" y="110"/>
                    <a:pt x="881" y="125"/>
                  </a:cubicBezTo>
                  <a:cubicBezTo>
                    <a:pt x="888" y="134"/>
                    <a:pt x="885" y="148"/>
                    <a:pt x="878" y="156"/>
                  </a:cubicBezTo>
                  <a:cubicBezTo>
                    <a:pt x="872" y="164"/>
                    <a:pt x="865" y="160"/>
                    <a:pt x="860" y="151"/>
                  </a:cubicBezTo>
                  <a:cubicBezTo>
                    <a:pt x="859" y="149"/>
                    <a:pt x="847" y="143"/>
                    <a:pt x="839" y="152"/>
                  </a:cubicBezTo>
                  <a:cubicBezTo>
                    <a:pt x="834" y="157"/>
                    <a:pt x="827" y="161"/>
                    <a:pt x="820" y="164"/>
                  </a:cubicBezTo>
                  <a:cubicBezTo>
                    <a:pt x="808" y="170"/>
                    <a:pt x="804" y="177"/>
                    <a:pt x="814" y="188"/>
                  </a:cubicBezTo>
                  <a:cubicBezTo>
                    <a:pt x="818" y="192"/>
                    <a:pt x="821" y="196"/>
                    <a:pt x="818" y="202"/>
                  </a:cubicBezTo>
                  <a:cubicBezTo>
                    <a:pt x="815" y="208"/>
                    <a:pt x="809" y="206"/>
                    <a:pt x="804" y="204"/>
                  </a:cubicBezTo>
                  <a:cubicBezTo>
                    <a:pt x="793" y="199"/>
                    <a:pt x="779" y="205"/>
                    <a:pt x="770" y="192"/>
                  </a:cubicBezTo>
                  <a:cubicBezTo>
                    <a:pt x="768" y="189"/>
                    <a:pt x="764" y="184"/>
                    <a:pt x="759" y="189"/>
                  </a:cubicBezTo>
                  <a:cubicBezTo>
                    <a:pt x="757" y="190"/>
                    <a:pt x="756" y="194"/>
                    <a:pt x="757" y="196"/>
                  </a:cubicBezTo>
                  <a:cubicBezTo>
                    <a:pt x="758" y="202"/>
                    <a:pt x="761" y="206"/>
                    <a:pt x="766" y="205"/>
                  </a:cubicBezTo>
                  <a:cubicBezTo>
                    <a:pt x="775" y="203"/>
                    <a:pt x="780" y="209"/>
                    <a:pt x="778" y="216"/>
                  </a:cubicBezTo>
                  <a:cubicBezTo>
                    <a:pt x="776" y="224"/>
                    <a:pt x="767" y="228"/>
                    <a:pt x="761" y="224"/>
                  </a:cubicBezTo>
                  <a:cubicBezTo>
                    <a:pt x="745" y="214"/>
                    <a:pt x="720" y="216"/>
                    <a:pt x="717" y="188"/>
                  </a:cubicBezTo>
                  <a:cubicBezTo>
                    <a:pt x="716" y="182"/>
                    <a:pt x="713" y="176"/>
                    <a:pt x="716" y="170"/>
                  </a:cubicBezTo>
                  <a:cubicBezTo>
                    <a:pt x="719" y="164"/>
                    <a:pt x="718" y="159"/>
                    <a:pt x="711" y="159"/>
                  </a:cubicBezTo>
                  <a:cubicBezTo>
                    <a:pt x="695" y="158"/>
                    <a:pt x="693" y="147"/>
                    <a:pt x="691" y="132"/>
                  </a:cubicBezTo>
                  <a:cubicBezTo>
                    <a:pt x="701" y="135"/>
                    <a:pt x="710" y="136"/>
                    <a:pt x="718" y="139"/>
                  </a:cubicBezTo>
                  <a:cubicBezTo>
                    <a:pt x="740" y="146"/>
                    <a:pt x="763" y="151"/>
                    <a:pt x="785" y="154"/>
                  </a:cubicBezTo>
                  <a:cubicBezTo>
                    <a:pt x="803" y="156"/>
                    <a:pt x="828" y="140"/>
                    <a:pt x="826" y="128"/>
                  </a:cubicBezTo>
                  <a:cubicBezTo>
                    <a:pt x="823" y="110"/>
                    <a:pt x="810" y="99"/>
                    <a:pt x="794" y="96"/>
                  </a:cubicBezTo>
                  <a:cubicBezTo>
                    <a:pt x="783" y="94"/>
                    <a:pt x="774" y="87"/>
                    <a:pt x="765" y="81"/>
                  </a:cubicBezTo>
                  <a:cubicBezTo>
                    <a:pt x="745" y="69"/>
                    <a:pt x="725" y="56"/>
                    <a:pt x="701" y="64"/>
                  </a:cubicBezTo>
                  <a:cubicBezTo>
                    <a:pt x="696" y="65"/>
                    <a:pt x="688" y="63"/>
                    <a:pt x="686" y="60"/>
                  </a:cubicBezTo>
                  <a:cubicBezTo>
                    <a:pt x="676" y="41"/>
                    <a:pt x="659" y="50"/>
                    <a:pt x="645" y="47"/>
                  </a:cubicBezTo>
                  <a:cubicBezTo>
                    <a:pt x="641" y="47"/>
                    <a:pt x="635" y="50"/>
                    <a:pt x="634" y="43"/>
                  </a:cubicBezTo>
                  <a:cubicBezTo>
                    <a:pt x="632" y="36"/>
                    <a:pt x="636" y="32"/>
                    <a:pt x="642" y="31"/>
                  </a:cubicBezTo>
                  <a:cubicBezTo>
                    <a:pt x="645" y="29"/>
                    <a:pt x="650" y="31"/>
                    <a:pt x="651" y="27"/>
                  </a:cubicBezTo>
                  <a:cubicBezTo>
                    <a:pt x="643" y="7"/>
                    <a:pt x="616" y="30"/>
                    <a:pt x="610" y="6"/>
                  </a:cubicBezTo>
                  <a:cubicBezTo>
                    <a:pt x="600" y="18"/>
                    <a:pt x="600" y="16"/>
                    <a:pt x="581" y="15"/>
                  </a:cubicBezTo>
                  <a:cubicBezTo>
                    <a:pt x="572" y="14"/>
                    <a:pt x="561" y="0"/>
                    <a:pt x="555" y="12"/>
                  </a:cubicBezTo>
                  <a:cubicBezTo>
                    <a:pt x="542" y="37"/>
                    <a:pt x="519" y="37"/>
                    <a:pt x="498" y="44"/>
                  </a:cubicBezTo>
                  <a:cubicBezTo>
                    <a:pt x="478" y="50"/>
                    <a:pt x="455" y="51"/>
                    <a:pt x="441" y="74"/>
                  </a:cubicBezTo>
                  <a:cubicBezTo>
                    <a:pt x="437" y="82"/>
                    <a:pt x="432" y="92"/>
                    <a:pt x="425" y="99"/>
                  </a:cubicBezTo>
                  <a:cubicBezTo>
                    <a:pt x="418" y="105"/>
                    <a:pt x="407" y="96"/>
                    <a:pt x="404" y="107"/>
                  </a:cubicBezTo>
                  <a:cubicBezTo>
                    <a:pt x="400" y="122"/>
                    <a:pt x="387" y="128"/>
                    <a:pt x="379" y="139"/>
                  </a:cubicBezTo>
                  <a:cubicBezTo>
                    <a:pt x="359" y="165"/>
                    <a:pt x="352" y="202"/>
                    <a:pt x="319" y="217"/>
                  </a:cubicBezTo>
                  <a:cubicBezTo>
                    <a:pt x="312" y="220"/>
                    <a:pt x="317" y="231"/>
                    <a:pt x="314" y="233"/>
                  </a:cubicBezTo>
                  <a:cubicBezTo>
                    <a:pt x="291" y="241"/>
                    <a:pt x="274" y="260"/>
                    <a:pt x="252" y="269"/>
                  </a:cubicBezTo>
                  <a:cubicBezTo>
                    <a:pt x="235" y="277"/>
                    <a:pt x="235" y="289"/>
                    <a:pt x="241" y="306"/>
                  </a:cubicBezTo>
                  <a:cubicBezTo>
                    <a:pt x="246" y="323"/>
                    <a:pt x="268" y="340"/>
                    <a:pt x="245" y="361"/>
                  </a:cubicBezTo>
                  <a:cubicBezTo>
                    <a:pt x="247" y="363"/>
                    <a:pt x="248" y="364"/>
                    <a:pt x="249" y="366"/>
                  </a:cubicBezTo>
                  <a:cubicBezTo>
                    <a:pt x="257" y="372"/>
                    <a:pt x="264" y="377"/>
                    <a:pt x="274" y="374"/>
                  </a:cubicBezTo>
                  <a:cubicBezTo>
                    <a:pt x="287" y="372"/>
                    <a:pt x="294" y="361"/>
                    <a:pt x="304" y="355"/>
                  </a:cubicBezTo>
                  <a:cubicBezTo>
                    <a:pt x="312" y="351"/>
                    <a:pt x="319" y="335"/>
                    <a:pt x="330" y="346"/>
                  </a:cubicBezTo>
                  <a:cubicBezTo>
                    <a:pt x="338" y="354"/>
                    <a:pt x="346" y="366"/>
                    <a:pt x="347" y="377"/>
                  </a:cubicBezTo>
                  <a:cubicBezTo>
                    <a:pt x="347" y="399"/>
                    <a:pt x="367" y="413"/>
                    <a:pt x="365" y="435"/>
                  </a:cubicBezTo>
                  <a:cubicBezTo>
                    <a:pt x="365" y="440"/>
                    <a:pt x="369" y="444"/>
                    <a:pt x="375" y="444"/>
                  </a:cubicBezTo>
                  <a:cubicBezTo>
                    <a:pt x="381" y="443"/>
                    <a:pt x="383" y="441"/>
                    <a:pt x="383" y="435"/>
                  </a:cubicBezTo>
                  <a:cubicBezTo>
                    <a:pt x="383" y="424"/>
                    <a:pt x="391" y="427"/>
                    <a:pt x="396" y="426"/>
                  </a:cubicBezTo>
                  <a:cubicBezTo>
                    <a:pt x="410" y="422"/>
                    <a:pt x="418" y="416"/>
                    <a:pt x="420" y="398"/>
                  </a:cubicBezTo>
                  <a:cubicBezTo>
                    <a:pt x="422" y="380"/>
                    <a:pt x="418" y="356"/>
                    <a:pt x="447" y="350"/>
                  </a:cubicBezTo>
                  <a:cubicBezTo>
                    <a:pt x="460" y="348"/>
                    <a:pt x="460" y="322"/>
                    <a:pt x="448" y="318"/>
                  </a:cubicBezTo>
                  <a:cubicBezTo>
                    <a:pt x="427" y="310"/>
                    <a:pt x="430" y="295"/>
                    <a:pt x="432" y="279"/>
                  </a:cubicBezTo>
                  <a:cubicBezTo>
                    <a:pt x="436" y="250"/>
                    <a:pt x="457" y="238"/>
                    <a:pt x="478" y="227"/>
                  </a:cubicBezTo>
                  <a:cubicBezTo>
                    <a:pt x="489" y="221"/>
                    <a:pt x="500" y="215"/>
                    <a:pt x="498" y="198"/>
                  </a:cubicBezTo>
                  <a:cubicBezTo>
                    <a:pt x="497" y="181"/>
                    <a:pt x="507" y="169"/>
                    <a:pt x="520" y="165"/>
                  </a:cubicBezTo>
                  <a:cubicBezTo>
                    <a:pt x="533" y="160"/>
                    <a:pt x="549" y="160"/>
                    <a:pt x="561" y="171"/>
                  </a:cubicBezTo>
                  <a:cubicBezTo>
                    <a:pt x="567" y="176"/>
                    <a:pt x="573" y="189"/>
                    <a:pt x="566" y="191"/>
                  </a:cubicBezTo>
                  <a:cubicBezTo>
                    <a:pt x="546" y="199"/>
                    <a:pt x="540" y="222"/>
                    <a:pt x="522" y="232"/>
                  </a:cubicBezTo>
                  <a:cubicBezTo>
                    <a:pt x="503" y="241"/>
                    <a:pt x="495" y="260"/>
                    <a:pt x="505" y="281"/>
                  </a:cubicBezTo>
                  <a:cubicBezTo>
                    <a:pt x="509" y="292"/>
                    <a:pt x="497" y="305"/>
                    <a:pt x="506" y="308"/>
                  </a:cubicBezTo>
                  <a:cubicBezTo>
                    <a:pt x="521" y="313"/>
                    <a:pt x="532" y="331"/>
                    <a:pt x="552" y="322"/>
                  </a:cubicBezTo>
                  <a:cubicBezTo>
                    <a:pt x="571" y="314"/>
                    <a:pt x="593" y="311"/>
                    <a:pt x="613" y="309"/>
                  </a:cubicBezTo>
                  <a:cubicBezTo>
                    <a:pt x="623" y="308"/>
                    <a:pt x="628" y="318"/>
                    <a:pt x="632" y="323"/>
                  </a:cubicBezTo>
                  <a:cubicBezTo>
                    <a:pt x="636" y="328"/>
                    <a:pt x="624" y="330"/>
                    <a:pt x="621" y="333"/>
                  </a:cubicBezTo>
                  <a:cubicBezTo>
                    <a:pt x="608" y="349"/>
                    <a:pt x="592" y="343"/>
                    <a:pt x="577" y="341"/>
                  </a:cubicBezTo>
                  <a:cubicBezTo>
                    <a:pt x="568" y="340"/>
                    <a:pt x="559" y="342"/>
                    <a:pt x="550" y="346"/>
                  </a:cubicBezTo>
                  <a:cubicBezTo>
                    <a:pt x="534" y="352"/>
                    <a:pt x="532" y="359"/>
                    <a:pt x="546" y="368"/>
                  </a:cubicBezTo>
                  <a:cubicBezTo>
                    <a:pt x="559" y="378"/>
                    <a:pt x="555" y="393"/>
                    <a:pt x="550" y="401"/>
                  </a:cubicBezTo>
                  <a:cubicBezTo>
                    <a:pt x="543" y="413"/>
                    <a:pt x="532" y="407"/>
                    <a:pt x="525" y="397"/>
                  </a:cubicBezTo>
                  <a:cubicBezTo>
                    <a:pt x="519" y="390"/>
                    <a:pt x="511" y="387"/>
                    <a:pt x="508" y="395"/>
                  </a:cubicBezTo>
                  <a:cubicBezTo>
                    <a:pt x="505" y="404"/>
                    <a:pt x="497" y="411"/>
                    <a:pt x="498" y="423"/>
                  </a:cubicBezTo>
                  <a:cubicBezTo>
                    <a:pt x="499" y="446"/>
                    <a:pt x="495" y="451"/>
                    <a:pt x="483" y="467"/>
                  </a:cubicBezTo>
                  <a:cubicBezTo>
                    <a:pt x="473" y="481"/>
                    <a:pt x="459" y="477"/>
                    <a:pt x="454" y="471"/>
                  </a:cubicBezTo>
                  <a:cubicBezTo>
                    <a:pt x="444" y="460"/>
                    <a:pt x="435" y="464"/>
                    <a:pt x="428" y="469"/>
                  </a:cubicBezTo>
                  <a:cubicBezTo>
                    <a:pt x="416" y="480"/>
                    <a:pt x="397" y="473"/>
                    <a:pt x="388" y="490"/>
                  </a:cubicBezTo>
                  <a:cubicBezTo>
                    <a:pt x="386" y="491"/>
                    <a:pt x="376" y="493"/>
                    <a:pt x="374" y="488"/>
                  </a:cubicBezTo>
                  <a:cubicBezTo>
                    <a:pt x="369" y="467"/>
                    <a:pt x="356" y="477"/>
                    <a:pt x="346" y="479"/>
                  </a:cubicBezTo>
                  <a:cubicBezTo>
                    <a:pt x="339" y="479"/>
                    <a:pt x="331" y="497"/>
                    <a:pt x="325" y="475"/>
                  </a:cubicBezTo>
                  <a:cubicBezTo>
                    <a:pt x="324" y="470"/>
                    <a:pt x="307" y="466"/>
                    <a:pt x="304" y="454"/>
                  </a:cubicBezTo>
                  <a:cubicBezTo>
                    <a:pt x="303" y="448"/>
                    <a:pt x="301" y="437"/>
                    <a:pt x="306" y="435"/>
                  </a:cubicBezTo>
                  <a:cubicBezTo>
                    <a:pt x="322" y="428"/>
                    <a:pt x="317" y="417"/>
                    <a:pt x="312" y="408"/>
                  </a:cubicBezTo>
                  <a:cubicBezTo>
                    <a:pt x="309" y="403"/>
                    <a:pt x="301" y="403"/>
                    <a:pt x="296" y="408"/>
                  </a:cubicBezTo>
                  <a:cubicBezTo>
                    <a:pt x="289" y="417"/>
                    <a:pt x="280" y="427"/>
                    <a:pt x="290" y="438"/>
                  </a:cubicBezTo>
                  <a:cubicBezTo>
                    <a:pt x="299" y="447"/>
                    <a:pt x="297" y="458"/>
                    <a:pt x="299" y="467"/>
                  </a:cubicBezTo>
                  <a:cubicBezTo>
                    <a:pt x="303" y="482"/>
                    <a:pt x="299" y="494"/>
                    <a:pt x="280" y="495"/>
                  </a:cubicBezTo>
                  <a:cubicBezTo>
                    <a:pt x="253" y="496"/>
                    <a:pt x="228" y="504"/>
                    <a:pt x="222" y="539"/>
                  </a:cubicBezTo>
                  <a:cubicBezTo>
                    <a:pt x="220" y="547"/>
                    <a:pt x="214" y="549"/>
                    <a:pt x="207" y="550"/>
                  </a:cubicBezTo>
                  <a:cubicBezTo>
                    <a:pt x="198" y="552"/>
                    <a:pt x="185" y="555"/>
                    <a:pt x="183" y="561"/>
                  </a:cubicBezTo>
                  <a:cubicBezTo>
                    <a:pt x="174" y="585"/>
                    <a:pt x="158" y="594"/>
                    <a:pt x="136" y="597"/>
                  </a:cubicBezTo>
                  <a:cubicBezTo>
                    <a:pt x="135" y="597"/>
                    <a:pt x="131" y="597"/>
                    <a:pt x="131" y="598"/>
                  </a:cubicBezTo>
                  <a:cubicBezTo>
                    <a:pt x="124" y="620"/>
                    <a:pt x="109" y="615"/>
                    <a:pt x="95" y="610"/>
                  </a:cubicBezTo>
                  <a:cubicBezTo>
                    <a:pt x="89" y="608"/>
                    <a:pt x="84" y="612"/>
                    <a:pt x="77" y="618"/>
                  </a:cubicBezTo>
                  <a:cubicBezTo>
                    <a:pt x="107" y="615"/>
                    <a:pt x="120" y="639"/>
                    <a:pt x="131" y="656"/>
                  </a:cubicBezTo>
                  <a:cubicBezTo>
                    <a:pt x="139" y="668"/>
                    <a:pt x="134" y="691"/>
                    <a:pt x="132" y="710"/>
                  </a:cubicBezTo>
                  <a:cubicBezTo>
                    <a:pt x="131" y="724"/>
                    <a:pt x="124" y="731"/>
                    <a:pt x="108" y="729"/>
                  </a:cubicBezTo>
                  <a:cubicBezTo>
                    <a:pt x="83" y="726"/>
                    <a:pt x="57" y="725"/>
                    <a:pt x="31" y="725"/>
                  </a:cubicBezTo>
                  <a:cubicBezTo>
                    <a:pt x="7" y="724"/>
                    <a:pt x="1" y="732"/>
                    <a:pt x="8" y="756"/>
                  </a:cubicBezTo>
                  <a:cubicBezTo>
                    <a:pt x="11" y="770"/>
                    <a:pt x="13" y="784"/>
                    <a:pt x="7" y="797"/>
                  </a:cubicBezTo>
                  <a:cubicBezTo>
                    <a:pt x="0" y="811"/>
                    <a:pt x="8" y="823"/>
                    <a:pt x="9" y="836"/>
                  </a:cubicBezTo>
                  <a:cubicBezTo>
                    <a:pt x="9" y="867"/>
                    <a:pt x="27" y="843"/>
                    <a:pt x="35" y="847"/>
                  </a:cubicBezTo>
                  <a:cubicBezTo>
                    <a:pt x="36" y="848"/>
                    <a:pt x="40" y="848"/>
                    <a:pt x="40" y="849"/>
                  </a:cubicBezTo>
                  <a:cubicBezTo>
                    <a:pt x="50" y="876"/>
                    <a:pt x="69" y="864"/>
                    <a:pt x="86" y="860"/>
                  </a:cubicBezTo>
                  <a:cubicBezTo>
                    <a:pt x="87" y="860"/>
                    <a:pt x="88" y="860"/>
                    <a:pt x="90" y="860"/>
                  </a:cubicBezTo>
                  <a:cubicBezTo>
                    <a:pt x="112" y="865"/>
                    <a:pt x="123" y="847"/>
                    <a:pt x="135" y="834"/>
                  </a:cubicBezTo>
                  <a:cubicBezTo>
                    <a:pt x="141" y="828"/>
                    <a:pt x="148" y="821"/>
                    <a:pt x="142" y="810"/>
                  </a:cubicBezTo>
                  <a:cubicBezTo>
                    <a:pt x="139" y="804"/>
                    <a:pt x="144" y="798"/>
                    <a:pt x="147" y="793"/>
                  </a:cubicBezTo>
                  <a:cubicBezTo>
                    <a:pt x="156" y="778"/>
                    <a:pt x="168" y="767"/>
                    <a:pt x="185" y="762"/>
                  </a:cubicBezTo>
                  <a:cubicBezTo>
                    <a:pt x="193" y="760"/>
                    <a:pt x="198" y="756"/>
                    <a:pt x="197" y="745"/>
                  </a:cubicBezTo>
                  <a:cubicBezTo>
                    <a:pt x="196" y="722"/>
                    <a:pt x="208" y="712"/>
                    <a:pt x="227" y="721"/>
                  </a:cubicBezTo>
                  <a:cubicBezTo>
                    <a:pt x="251" y="732"/>
                    <a:pt x="266" y="715"/>
                    <a:pt x="281" y="706"/>
                  </a:cubicBezTo>
                  <a:cubicBezTo>
                    <a:pt x="302" y="695"/>
                    <a:pt x="318" y="697"/>
                    <a:pt x="324" y="721"/>
                  </a:cubicBezTo>
                  <a:cubicBezTo>
                    <a:pt x="325" y="726"/>
                    <a:pt x="328" y="728"/>
                    <a:pt x="330" y="731"/>
                  </a:cubicBezTo>
                  <a:cubicBezTo>
                    <a:pt x="351" y="758"/>
                    <a:pt x="385" y="766"/>
                    <a:pt x="409" y="789"/>
                  </a:cubicBezTo>
                  <a:cubicBezTo>
                    <a:pt x="412" y="792"/>
                    <a:pt x="416" y="796"/>
                    <a:pt x="420" y="788"/>
                  </a:cubicBezTo>
                  <a:cubicBezTo>
                    <a:pt x="423" y="782"/>
                    <a:pt x="421" y="779"/>
                    <a:pt x="416" y="775"/>
                  </a:cubicBezTo>
                  <a:cubicBezTo>
                    <a:pt x="400" y="759"/>
                    <a:pt x="374" y="754"/>
                    <a:pt x="370" y="725"/>
                  </a:cubicBezTo>
                  <a:cubicBezTo>
                    <a:pt x="370" y="722"/>
                    <a:pt x="365" y="720"/>
                    <a:pt x="362" y="719"/>
                  </a:cubicBezTo>
                  <a:cubicBezTo>
                    <a:pt x="342" y="712"/>
                    <a:pt x="347" y="693"/>
                    <a:pt x="349" y="679"/>
                  </a:cubicBezTo>
                  <a:cubicBezTo>
                    <a:pt x="350" y="671"/>
                    <a:pt x="366" y="661"/>
                    <a:pt x="374" y="668"/>
                  </a:cubicBezTo>
                  <a:cubicBezTo>
                    <a:pt x="386" y="678"/>
                    <a:pt x="403" y="683"/>
                    <a:pt x="408" y="703"/>
                  </a:cubicBezTo>
                  <a:cubicBezTo>
                    <a:pt x="409" y="708"/>
                    <a:pt x="416" y="714"/>
                    <a:pt x="421" y="715"/>
                  </a:cubicBezTo>
                  <a:cubicBezTo>
                    <a:pt x="435" y="719"/>
                    <a:pt x="444" y="730"/>
                    <a:pt x="457" y="735"/>
                  </a:cubicBezTo>
                  <a:cubicBezTo>
                    <a:pt x="467" y="739"/>
                    <a:pt x="477" y="752"/>
                    <a:pt x="475" y="769"/>
                  </a:cubicBezTo>
                  <a:cubicBezTo>
                    <a:pt x="473" y="776"/>
                    <a:pt x="476" y="782"/>
                    <a:pt x="480" y="790"/>
                  </a:cubicBezTo>
                  <a:cubicBezTo>
                    <a:pt x="488" y="805"/>
                    <a:pt x="503" y="815"/>
                    <a:pt x="506" y="832"/>
                  </a:cubicBezTo>
                  <a:cubicBezTo>
                    <a:pt x="511" y="856"/>
                    <a:pt x="513" y="857"/>
                    <a:pt x="529" y="841"/>
                  </a:cubicBezTo>
                  <a:cubicBezTo>
                    <a:pt x="533" y="837"/>
                    <a:pt x="540" y="836"/>
                    <a:pt x="541" y="829"/>
                  </a:cubicBezTo>
                  <a:cubicBezTo>
                    <a:pt x="523" y="823"/>
                    <a:pt x="519" y="806"/>
                    <a:pt x="515" y="791"/>
                  </a:cubicBezTo>
                  <a:cubicBezTo>
                    <a:pt x="512" y="778"/>
                    <a:pt x="522" y="777"/>
                    <a:pt x="529" y="782"/>
                  </a:cubicBezTo>
                  <a:cubicBezTo>
                    <a:pt x="535" y="786"/>
                    <a:pt x="536" y="790"/>
                    <a:pt x="538" y="780"/>
                  </a:cubicBezTo>
                  <a:cubicBezTo>
                    <a:pt x="542" y="764"/>
                    <a:pt x="557" y="770"/>
                    <a:pt x="566" y="769"/>
                  </a:cubicBezTo>
                  <a:cubicBezTo>
                    <a:pt x="574" y="768"/>
                    <a:pt x="588" y="772"/>
                    <a:pt x="585" y="788"/>
                  </a:cubicBezTo>
                  <a:cubicBezTo>
                    <a:pt x="588" y="787"/>
                    <a:pt x="591" y="786"/>
                    <a:pt x="595" y="784"/>
                  </a:cubicBezTo>
                  <a:cubicBezTo>
                    <a:pt x="601" y="773"/>
                    <a:pt x="614" y="763"/>
                    <a:pt x="598" y="748"/>
                  </a:cubicBezTo>
                  <a:cubicBezTo>
                    <a:pt x="595" y="746"/>
                    <a:pt x="597" y="738"/>
                    <a:pt x="600" y="732"/>
                  </a:cubicBezTo>
                  <a:cubicBezTo>
                    <a:pt x="606" y="719"/>
                    <a:pt x="611" y="702"/>
                    <a:pt x="619" y="692"/>
                  </a:cubicBezTo>
                  <a:cubicBezTo>
                    <a:pt x="628" y="679"/>
                    <a:pt x="635" y="666"/>
                    <a:pt x="643" y="653"/>
                  </a:cubicBezTo>
                  <a:cubicBezTo>
                    <a:pt x="653" y="640"/>
                    <a:pt x="671" y="641"/>
                    <a:pt x="686" y="654"/>
                  </a:cubicBezTo>
                  <a:cubicBezTo>
                    <a:pt x="687" y="655"/>
                    <a:pt x="688" y="656"/>
                    <a:pt x="689" y="656"/>
                  </a:cubicBezTo>
                  <a:cubicBezTo>
                    <a:pt x="717" y="651"/>
                    <a:pt x="706" y="674"/>
                    <a:pt x="709" y="687"/>
                  </a:cubicBezTo>
                  <a:cubicBezTo>
                    <a:pt x="722" y="683"/>
                    <a:pt x="724" y="681"/>
                    <a:pt x="720" y="673"/>
                  </a:cubicBezTo>
                  <a:cubicBezTo>
                    <a:pt x="712" y="656"/>
                    <a:pt x="727" y="651"/>
                    <a:pt x="733" y="649"/>
                  </a:cubicBezTo>
                  <a:cubicBezTo>
                    <a:pt x="752" y="645"/>
                    <a:pt x="769" y="635"/>
                    <a:pt x="789" y="635"/>
                  </a:cubicBezTo>
                  <a:cubicBezTo>
                    <a:pt x="796" y="635"/>
                    <a:pt x="799" y="641"/>
                    <a:pt x="795" y="644"/>
                  </a:cubicBezTo>
                  <a:cubicBezTo>
                    <a:pt x="785" y="650"/>
                    <a:pt x="795" y="670"/>
                    <a:pt x="777" y="672"/>
                  </a:cubicBezTo>
                  <a:cubicBezTo>
                    <a:pt x="771" y="672"/>
                    <a:pt x="774" y="685"/>
                    <a:pt x="781" y="691"/>
                  </a:cubicBezTo>
                  <a:cubicBezTo>
                    <a:pt x="796" y="702"/>
                    <a:pt x="812" y="713"/>
                    <a:pt x="827" y="724"/>
                  </a:cubicBezTo>
                  <a:cubicBezTo>
                    <a:pt x="833" y="729"/>
                    <a:pt x="840" y="732"/>
                    <a:pt x="839" y="742"/>
                  </a:cubicBezTo>
                  <a:cubicBezTo>
                    <a:pt x="864" y="743"/>
                    <a:pt x="889" y="739"/>
                    <a:pt x="913" y="749"/>
                  </a:cubicBezTo>
                  <a:cubicBezTo>
                    <a:pt x="923" y="753"/>
                    <a:pt x="939" y="760"/>
                    <a:pt x="950" y="745"/>
                  </a:cubicBezTo>
                  <a:cubicBezTo>
                    <a:pt x="939" y="733"/>
                    <a:pt x="937" y="714"/>
                    <a:pt x="922" y="703"/>
                  </a:cubicBezTo>
                  <a:cubicBezTo>
                    <a:pt x="913" y="696"/>
                    <a:pt x="924" y="686"/>
                    <a:pt x="931" y="680"/>
                  </a:cubicBezTo>
                  <a:cubicBezTo>
                    <a:pt x="938" y="675"/>
                    <a:pt x="946" y="672"/>
                    <a:pt x="947" y="661"/>
                  </a:cubicBezTo>
                  <a:cubicBezTo>
                    <a:pt x="948" y="661"/>
                    <a:pt x="949" y="661"/>
                    <a:pt x="950" y="660"/>
                  </a:cubicBezTo>
                  <a:cubicBezTo>
                    <a:pt x="949" y="658"/>
                    <a:pt x="948" y="658"/>
                    <a:pt x="947" y="661"/>
                  </a:cubicBezTo>
                  <a:cubicBezTo>
                    <a:pt x="931" y="662"/>
                    <a:pt x="934" y="640"/>
                    <a:pt x="922" y="637"/>
                  </a:cubicBezTo>
                  <a:cubicBezTo>
                    <a:pt x="908" y="634"/>
                    <a:pt x="909" y="622"/>
                    <a:pt x="911" y="612"/>
                  </a:cubicBezTo>
                  <a:cubicBezTo>
                    <a:pt x="916" y="592"/>
                    <a:pt x="919" y="569"/>
                    <a:pt x="944" y="564"/>
                  </a:cubicBezTo>
                  <a:cubicBezTo>
                    <a:pt x="947" y="563"/>
                    <a:pt x="950" y="561"/>
                    <a:pt x="953" y="559"/>
                  </a:cubicBezTo>
                  <a:cubicBezTo>
                    <a:pt x="976" y="544"/>
                    <a:pt x="999" y="546"/>
                    <a:pt x="1021" y="561"/>
                  </a:cubicBezTo>
                  <a:cubicBezTo>
                    <a:pt x="1048" y="577"/>
                    <a:pt x="1077" y="573"/>
                    <a:pt x="1106" y="579"/>
                  </a:cubicBezTo>
                  <a:cubicBezTo>
                    <a:pt x="1103" y="572"/>
                    <a:pt x="1101" y="566"/>
                    <a:pt x="1097" y="563"/>
                  </a:cubicBezTo>
                  <a:cubicBezTo>
                    <a:pt x="1080" y="549"/>
                    <a:pt x="1073" y="532"/>
                    <a:pt x="1083" y="510"/>
                  </a:cubicBezTo>
                  <a:cubicBezTo>
                    <a:pt x="1086" y="502"/>
                    <a:pt x="1083" y="500"/>
                    <a:pt x="1076" y="498"/>
                  </a:cubicBezTo>
                  <a:cubicBezTo>
                    <a:pt x="1064" y="496"/>
                    <a:pt x="1063" y="488"/>
                    <a:pt x="1071" y="479"/>
                  </a:cubicBezTo>
                  <a:cubicBezTo>
                    <a:pt x="1077" y="471"/>
                    <a:pt x="1078" y="466"/>
                    <a:pt x="1073" y="457"/>
                  </a:cubicBezTo>
                  <a:cubicBezTo>
                    <a:pt x="1065" y="443"/>
                    <a:pt x="1068" y="428"/>
                    <a:pt x="1076" y="417"/>
                  </a:cubicBezTo>
                  <a:cubicBezTo>
                    <a:pt x="1086" y="403"/>
                    <a:pt x="1097" y="392"/>
                    <a:pt x="1086" y="373"/>
                  </a:cubicBezTo>
                  <a:cubicBezTo>
                    <a:pt x="1084" y="370"/>
                    <a:pt x="1086" y="364"/>
                    <a:pt x="1087" y="361"/>
                  </a:cubicBezTo>
                  <a:cubicBezTo>
                    <a:pt x="1096" y="334"/>
                    <a:pt x="1102" y="307"/>
                    <a:pt x="1102" y="279"/>
                  </a:cubicBezTo>
                  <a:cubicBezTo>
                    <a:pt x="1102" y="257"/>
                    <a:pt x="1104" y="230"/>
                    <a:pt x="1119" y="217"/>
                  </a:cubicBezTo>
                  <a:cubicBezTo>
                    <a:pt x="1142" y="197"/>
                    <a:pt x="1159" y="172"/>
                    <a:pt x="1181" y="151"/>
                  </a:cubicBezTo>
                  <a:cubicBezTo>
                    <a:pt x="1197" y="136"/>
                    <a:pt x="1200" y="120"/>
                    <a:pt x="1193" y="100"/>
                  </a:cubicBezTo>
                  <a:cubicBezTo>
                    <a:pt x="1188" y="84"/>
                    <a:pt x="1187" y="68"/>
                    <a:pt x="1193" y="5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44" name="Freeform 60"/>
            <p:cNvSpPr>
              <a:spLocks noEditPoints="1"/>
            </p:cNvSpPr>
            <p:nvPr/>
          </p:nvSpPr>
          <p:spPr bwMode="auto">
            <a:xfrm>
              <a:off x="5864918" y="1209526"/>
              <a:ext cx="310184" cy="250671"/>
            </a:xfrm>
            <a:custGeom>
              <a:avLst/>
              <a:gdLst>
                <a:gd name="T0" fmla="*/ 29 w 173"/>
                <a:gd name="T1" fmla="*/ 69 h 140"/>
                <a:gd name="T2" fmla="*/ 65 w 173"/>
                <a:gd name="T3" fmla="*/ 96 h 140"/>
                <a:gd name="T4" fmla="*/ 53 w 173"/>
                <a:gd name="T5" fmla="*/ 107 h 140"/>
                <a:gd name="T6" fmla="*/ 65 w 173"/>
                <a:gd name="T7" fmla="*/ 115 h 140"/>
                <a:gd name="T8" fmla="*/ 86 w 173"/>
                <a:gd name="T9" fmla="*/ 130 h 140"/>
                <a:gd name="T10" fmla="*/ 100 w 173"/>
                <a:gd name="T11" fmla="*/ 132 h 140"/>
                <a:gd name="T12" fmla="*/ 123 w 173"/>
                <a:gd name="T13" fmla="*/ 96 h 140"/>
                <a:gd name="T14" fmla="*/ 173 w 173"/>
                <a:gd name="T15" fmla="*/ 56 h 140"/>
                <a:gd name="T16" fmla="*/ 114 w 173"/>
                <a:gd name="T17" fmla="*/ 17 h 140"/>
                <a:gd name="T18" fmla="*/ 85 w 173"/>
                <a:gd name="T19" fmla="*/ 33 h 140"/>
                <a:gd name="T20" fmla="*/ 69 w 173"/>
                <a:gd name="T21" fmla="*/ 17 h 140"/>
                <a:gd name="T22" fmla="*/ 15 w 173"/>
                <a:gd name="T23" fmla="*/ 17 h 140"/>
                <a:gd name="T24" fmla="*/ 6 w 173"/>
                <a:gd name="T25" fmla="*/ 37 h 140"/>
                <a:gd name="T26" fmla="*/ 29 w 173"/>
                <a:gd name="T27" fmla="*/ 69 h 140"/>
                <a:gd name="T28" fmla="*/ 87 w 173"/>
                <a:gd name="T29" fmla="*/ 36 h 140"/>
                <a:gd name="T30" fmla="*/ 85 w 173"/>
                <a:gd name="T31" fmla="*/ 33 h 140"/>
                <a:gd name="T32" fmla="*/ 88 w 173"/>
                <a:gd name="T33" fmla="*/ 33 h 140"/>
                <a:gd name="T34" fmla="*/ 87 w 173"/>
                <a:gd name="T35" fmla="*/ 36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3" h="140">
                  <a:moveTo>
                    <a:pt x="29" y="69"/>
                  </a:moveTo>
                  <a:cubicBezTo>
                    <a:pt x="42" y="77"/>
                    <a:pt x="47" y="96"/>
                    <a:pt x="65" y="96"/>
                  </a:cubicBezTo>
                  <a:cubicBezTo>
                    <a:pt x="63" y="104"/>
                    <a:pt x="53" y="98"/>
                    <a:pt x="53" y="107"/>
                  </a:cubicBezTo>
                  <a:cubicBezTo>
                    <a:pt x="54" y="116"/>
                    <a:pt x="61" y="113"/>
                    <a:pt x="65" y="115"/>
                  </a:cubicBezTo>
                  <a:cubicBezTo>
                    <a:pt x="73" y="119"/>
                    <a:pt x="80" y="123"/>
                    <a:pt x="86" y="130"/>
                  </a:cubicBezTo>
                  <a:cubicBezTo>
                    <a:pt x="90" y="135"/>
                    <a:pt x="97" y="140"/>
                    <a:pt x="100" y="132"/>
                  </a:cubicBezTo>
                  <a:cubicBezTo>
                    <a:pt x="107" y="119"/>
                    <a:pt x="118" y="108"/>
                    <a:pt x="123" y="96"/>
                  </a:cubicBezTo>
                  <a:cubicBezTo>
                    <a:pt x="134" y="72"/>
                    <a:pt x="145" y="55"/>
                    <a:pt x="173" y="56"/>
                  </a:cubicBezTo>
                  <a:cubicBezTo>
                    <a:pt x="149" y="48"/>
                    <a:pt x="132" y="32"/>
                    <a:pt x="114" y="17"/>
                  </a:cubicBezTo>
                  <a:cubicBezTo>
                    <a:pt x="92" y="0"/>
                    <a:pt x="85" y="5"/>
                    <a:pt x="85" y="33"/>
                  </a:cubicBezTo>
                  <a:cubicBezTo>
                    <a:pt x="80" y="27"/>
                    <a:pt x="75" y="18"/>
                    <a:pt x="69" y="17"/>
                  </a:cubicBezTo>
                  <a:cubicBezTo>
                    <a:pt x="51" y="15"/>
                    <a:pt x="33" y="15"/>
                    <a:pt x="15" y="17"/>
                  </a:cubicBezTo>
                  <a:cubicBezTo>
                    <a:pt x="7" y="17"/>
                    <a:pt x="0" y="22"/>
                    <a:pt x="6" y="37"/>
                  </a:cubicBezTo>
                  <a:cubicBezTo>
                    <a:pt x="12" y="51"/>
                    <a:pt x="20" y="62"/>
                    <a:pt x="29" y="69"/>
                  </a:cubicBezTo>
                  <a:close/>
                  <a:moveTo>
                    <a:pt x="87" y="36"/>
                  </a:moveTo>
                  <a:cubicBezTo>
                    <a:pt x="87" y="35"/>
                    <a:pt x="86" y="34"/>
                    <a:pt x="85" y="33"/>
                  </a:cubicBezTo>
                  <a:cubicBezTo>
                    <a:pt x="86" y="33"/>
                    <a:pt x="87" y="33"/>
                    <a:pt x="88" y="33"/>
                  </a:cubicBezTo>
                  <a:cubicBezTo>
                    <a:pt x="87" y="34"/>
                    <a:pt x="87" y="35"/>
                    <a:pt x="87" y="3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45" name="Freeform 61"/>
            <p:cNvSpPr>
              <a:spLocks/>
            </p:cNvSpPr>
            <p:nvPr/>
          </p:nvSpPr>
          <p:spPr bwMode="auto">
            <a:xfrm>
              <a:off x="7065978" y="1433147"/>
              <a:ext cx="508557" cy="385926"/>
            </a:xfrm>
            <a:custGeom>
              <a:avLst/>
              <a:gdLst>
                <a:gd name="T0" fmla="*/ 263 w 284"/>
                <a:gd name="T1" fmla="*/ 0 h 216"/>
                <a:gd name="T2" fmla="*/ 231 w 284"/>
                <a:gd name="T3" fmla="*/ 15 h 216"/>
                <a:gd name="T4" fmla="*/ 146 w 284"/>
                <a:gd name="T5" fmla="*/ 35 h 216"/>
                <a:gd name="T6" fmla="*/ 89 w 284"/>
                <a:gd name="T7" fmla="*/ 69 h 216"/>
                <a:gd name="T8" fmla="*/ 48 w 284"/>
                <a:gd name="T9" fmla="*/ 128 h 216"/>
                <a:gd name="T10" fmla="*/ 18 w 284"/>
                <a:gd name="T11" fmla="*/ 167 h 216"/>
                <a:gd name="T12" fmla="*/ 10 w 284"/>
                <a:gd name="T13" fmla="*/ 172 h 216"/>
                <a:gd name="T14" fmla="*/ 0 w 284"/>
                <a:gd name="T15" fmla="*/ 178 h 216"/>
                <a:gd name="T16" fmla="*/ 12 w 284"/>
                <a:gd name="T17" fmla="*/ 185 h 216"/>
                <a:gd name="T18" fmla="*/ 37 w 284"/>
                <a:gd name="T19" fmla="*/ 198 h 216"/>
                <a:gd name="T20" fmla="*/ 59 w 284"/>
                <a:gd name="T21" fmla="*/ 214 h 216"/>
                <a:gd name="T22" fmla="*/ 89 w 284"/>
                <a:gd name="T23" fmla="*/ 214 h 216"/>
                <a:gd name="T24" fmla="*/ 71 w 284"/>
                <a:gd name="T25" fmla="*/ 139 h 216"/>
                <a:gd name="T26" fmla="*/ 88 w 284"/>
                <a:gd name="T27" fmla="*/ 121 h 216"/>
                <a:gd name="T28" fmla="*/ 196 w 284"/>
                <a:gd name="T29" fmla="*/ 46 h 216"/>
                <a:gd name="T30" fmla="*/ 268 w 284"/>
                <a:gd name="T31" fmla="*/ 23 h 216"/>
                <a:gd name="T32" fmla="*/ 281 w 284"/>
                <a:gd name="T33" fmla="*/ 6 h 216"/>
                <a:gd name="T34" fmla="*/ 263 w 284"/>
                <a:gd name="T35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4" h="216">
                  <a:moveTo>
                    <a:pt x="263" y="0"/>
                  </a:moveTo>
                  <a:cubicBezTo>
                    <a:pt x="249" y="0"/>
                    <a:pt x="241" y="10"/>
                    <a:pt x="231" y="15"/>
                  </a:cubicBezTo>
                  <a:cubicBezTo>
                    <a:pt x="204" y="29"/>
                    <a:pt x="174" y="26"/>
                    <a:pt x="146" y="35"/>
                  </a:cubicBezTo>
                  <a:cubicBezTo>
                    <a:pt x="124" y="42"/>
                    <a:pt x="98" y="50"/>
                    <a:pt x="89" y="69"/>
                  </a:cubicBezTo>
                  <a:cubicBezTo>
                    <a:pt x="77" y="91"/>
                    <a:pt x="49" y="99"/>
                    <a:pt x="48" y="128"/>
                  </a:cubicBezTo>
                  <a:cubicBezTo>
                    <a:pt x="27" y="131"/>
                    <a:pt x="24" y="150"/>
                    <a:pt x="18" y="167"/>
                  </a:cubicBezTo>
                  <a:cubicBezTo>
                    <a:pt x="17" y="170"/>
                    <a:pt x="14" y="172"/>
                    <a:pt x="10" y="172"/>
                  </a:cubicBezTo>
                  <a:cubicBezTo>
                    <a:pt x="6" y="172"/>
                    <a:pt x="0" y="170"/>
                    <a:pt x="0" y="178"/>
                  </a:cubicBezTo>
                  <a:cubicBezTo>
                    <a:pt x="1" y="186"/>
                    <a:pt x="7" y="184"/>
                    <a:pt x="12" y="185"/>
                  </a:cubicBezTo>
                  <a:cubicBezTo>
                    <a:pt x="22" y="186"/>
                    <a:pt x="36" y="187"/>
                    <a:pt x="37" y="198"/>
                  </a:cubicBezTo>
                  <a:cubicBezTo>
                    <a:pt x="38" y="215"/>
                    <a:pt x="51" y="212"/>
                    <a:pt x="59" y="214"/>
                  </a:cubicBezTo>
                  <a:cubicBezTo>
                    <a:pt x="68" y="216"/>
                    <a:pt x="78" y="214"/>
                    <a:pt x="89" y="214"/>
                  </a:cubicBezTo>
                  <a:cubicBezTo>
                    <a:pt x="57" y="182"/>
                    <a:pt x="59" y="183"/>
                    <a:pt x="71" y="139"/>
                  </a:cubicBezTo>
                  <a:cubicBezTo>
                    <a:pt x="74" y="126"/>
                    <a:pt x="83" y="128"/>
                    <a:pt x="88" y="121"/>
                  </a:cubicBezTo>
                  <a:cubicBezTo>
                    <a:pt x="116" y="83"/>
                    <a:pt x="151" y="56"/>
                    <a:pt x="196" y="46"/>
                  </a:cubicBezTo>
                  <a:cubicBezTo>
                    <a:pt x="220" y="40"/>
                    <a:pt x="245" y="33"/>
                    <a:pt x="268" y="23"/>
                  </a:cubicBezTo>
                  <a:cubicBezTo>
                    <a:pt x="276" y="20"/>
                    <a:pt x="284" y="15"/>
                    <a:pt x="281" y="6"/>
                  </a:cubicBezTo>
                  <a:cubicBezTo>
                    <a:pt x="279" y="0"/>
                    <a:pt x="270" y="0"/>
                    <a:pt x="263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46" name="Freeform 62"/>
            <p:cNvSpPr>
              <a:spLocks/>
            </p:cNvSpPr>
            <p:nvPr/>
          </p:nvSpPr>
          <p:spPr bwMode="auto">
            <a:xfrm>
              <a:off x="5383412" y="2446654"/>
              <a:ext cx="210998" cy="340841"/>
            </a:xfrm>
            <a:custGeom>
              <a:avLst/>
              <a:gdLst>
                <a:gd name="T0" fmla="*/ 16 w 118"/>
                <a:gd name="T1" fmla="*/ 88 h 191"/>
                <a:gd name="T2" fmla="*/ 19 w 118"/>
                <a:gd name="T3" fmla="*/ 90 h 191"/>
                <a:gd name="T4" fmla="*/ 39 w 118"/>
                <a:gd name="T5" fmla="*/ 106 h 191"/>
                <a:gd name="T6" fmla="*/ 40 w 118"/>
                <a:gd name="T7" fmla="*/ 107 h 191"/>
                <a:gd name="T8" fmla="*/ 45 w 118"/>
                <a:gd name="T9" fmla="*/ 127 h 191"/>
                <a:gd name="T10" fmla="*/ 33 w 118"/>
                <a:gd name="T11" fmla="*/ 133 h 191"/>
                <a:gd name="T12" fmla="*/ 26 w 118"/>
                <a:gd name="T13" fmla="*/ 139 h 191"/>
                <a:gd name="T14" fmla="*/ 7 w 118"/>
                <a:gd name="T15" fmla="*/ 169 h 191"/>
                <a:gd name="T16" fmla="*/ 35 w 118"/>
                <a:gd name="T17" fmla="*/ 171 h 191"/>
                <a:gd name="T18" fmla="*/ 46 w 118"/>
                <a:gd name="T19" fmla="*/ 188 h 191"/>
                <a:gd name="T20" fmla="*/ 79 w 118"/>
                <a:gd name="T21" fmla="*/ 184 h 191"/>
                <a:gd name="T22" fmla="*/ 101 w 118"/>
                <a:gd name="T23" fmla="*/ 166 h 191"/>
                <a:gd name="T24" fmla="*/ 110 w 118"/>
                <a:gd name="T25" fmla="*/ 157 h 191"/>
                <a:gd name="T26" fmla="*/ 109 w 118"/>
                <a:gd name="T27" fmla="*/ 146 h 191"/>
                <a:gd name="T28" fmla="*/ 84 w 118"/>
                <a:gd name="T29" fmla="*/ 120 h 191"/>
                <a:gd name="T30" fmla="*/ 52 w 118"/>
                <a:gd name="T31" fmla="*/ 72 h 191"/>
                <a:gd name="T32" fmla="*/ 47 w 118"/>
                <a:gd name="T33" fmla="*/ 45 h 191"/>
                <a:gd name="T34" fmla="*/ 55 w 118"/>
                <a:gd name="T35" fmla="*/ 29 h 191"/>
                <a:gd name="T36" fmla="*/ 35 w 118"/>
                <a:gd name="T37" fmla="*/ 25 h 191"/>
                <a:gd name="T38" fmla="*/ 22 w 118"/>
                <a:gd name="T39" fmla="*/ 23 h 191"/>
                <a:gd name="T40" fmla="*/ 29 w 118"/>
                <a:gd name="T41" fmla="*/ 9 h 191"/>
                <a:gd name="T42" fmla="*/ 35 w 118"/>
                <a:gd name="T43" fmla="*/ 2 h 191"/>
                <a:gd name="T44" fmla="*/ 1 w 118"/>
                <a:gd name="T45" fmla="*/ 38 h 191"/>
                <a:gd name="T46" fmla="*/ 16 w 118"/>
                <a:gd name="T47" fmla="*/ 88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8" h="191">
                  <a:moveTo>
                    <a:pt x="16" y="88"/>
                  </a:moveTo>
                  <a:cubicBezTo>
                    <a:pt x="16" y="88"/>
                    <a:pt x="18" y="90"/>
                    <a:pt x="19" y="90"/>
                  </a:cubicBezTo>
                  <a:cubicBezTo>
                    <a:pt x="32" y="87"/>
                    <a:pt x="44" y="84"/>
                    <a:pt x="39" y="106"/>
                  </a:cubicBezTo>
                  <a:cubicBezTo>
                    <a:pt x="39" y="106"/>
                    <a:pt x="40" y="107"/>
                    <a:pt x="40" y="107"/>
                  </a:cubicBezTo>
                  <a:cubicBezTo>
                    <a:pt x="55" y="110"/>
                    <a:pt x="44" y="120"/>
                    <a:pt x="45" y="127"/>
                  </a:cubicBezTo>
                  <a:cubicBezTo>
                    <a:pt x="46" y="135"/>
                    <a:pt x="38" y="132"/>
                    <a:pt x="33" y="133"/>
                  </a:cubicBezTo>
                  <a:cubicBezTo>
                    <a:pt x="29" y="133"/>
                    <a:pt x="23" y="133"/>
                    <a:pt x="26" y="139"/>
                  </a:cubicBezTo>
                  <a:cubicBezTo>
                    <a:pt x="35" y="157"/>
                    <a:pt x="19" y="157"/>
                    <a:pt x="7" y="169"/>
                  </a:cubicBezTo>
                  <a:cubicBezTo>
                    <a:pt x="20" y="163"/>
                    <a:pt x="27" y="174"/>
                    <a:pt x="35" y="171"/>
                  </a:cubicBezTo>
                  <a:cubicBezTo>
                    <a:pt x="60" y="162"/>
                    <a:pt x="45" y="180"/>
                    <a:pt x="46" y="188"/>
                  </a:cubicBezTo>
                  <a:cubicBezTo>
                    <a:pt x="57" y="187"/>
                    <a:pt x="68" y="185"/>
                    <a:pt x="79" y="184"/>
                  </a:cubicBezTo>
                  <a:cubicBezTo>
                    <a:pt x="89" y="183"/>
                    <a:pt x="106" y="191"/>
                    <a:pt x="101" y="166"/>
                  </a:cubicBezTo>
                  <a:cubicBezTo>
                    <a:pt x="100" y="162"/>
                    <a:pt x="107" y="160"/>
                    <a:pt x="110" y="157"/>
                  </a:cubicBezTo>
                  <a:cubicBezTo>
                    <a:pt x="118" y="153"/>
                    <a:pt x="115" y="146"/>
                    <a:pt x="109" y="146"/>
                  </a:cubicBezTo>
                  <a:cubicBezTo>
                    <a:pt x="91" y="147"/>
                    <a:pt x="90" y="132"/>
                    <a:pt x="84" y="120"/>
                  </a:cubicBezTo>
                  <a:cubicBezTo>
                    <a:pt x="75" y="103"/>
                    <a:pt x="66" y="82"/>
                    <a:pt x="52" y="72"/>
                  </a:cubicBezTo>
                  <a:cubicBezTo>
                    <a:pt x="36" y="62"/>
                    <a:pt x="43" y="55"/>
                    <a:pt x="47" y="45"/>
                  </a:cubicBezTo>
                  <a:cubicBezTo>
                    <a:pt x="50" y="39"/>
                    <a:pt x="61" y="36"/>
                    <a:pt x="55" y="29"/>
                  </a:cubicBezTo>
                  <a:cubicBezTo>
                    <a:pt x="51" y="24"/>
                    <a:pt x="42" y="22"/>
                    <a:pt x="35" y="25"/>
                  </a:cubicBezTo>
                  <a:cubicBezTo>
                    <a:pt x="30" y="26"/>
                    <a:pt x="24" y="29"/>
                    <a:pt x="22" y="23"/>
                  </a:cubicBezTo>
                  <a:cubicBezTo>
                    <a:pt x="21" y="19"/>
                    <a:pt x="24" y="12"/>
                    <a:pt x="29" y="9"/>
                  </a:cubicBezTo>
                  <a:cubicBezTo>
                    <a:pt x="32" y="8"/>
                    <a:pt x="35" y="7"/>
                    <a:pt x="35" y="2"/>
                  </a:cubicBezTo>
                  <a:cubicBezTo>
                    <a:pt x="10" y="0"/>
                    <a:pt x="0" y="12"/>
                    <a:pt x="1" y="38"/>
                  </a:cubicBezTo>
                  <a:cubicBezTo>
                    <a:pt x="2" y="57"/>
                    <a:pt x="25" y="67"/>
                    <a:pt x="16" y="8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47" name="Freeform 63"/>
            <p:cNvSpPr>
              <a:spLocks/>
            </p:cNvSpPr>
            <p:nvPr/>
          </p:nvSpPr>
          <p:spPr bwMode="auto">
            <a:xfrm>
              <a:off x="6092146" y="1182476"/>
              <a:ext cx="263295" cy="93776"/>
            </a:xfrm>
            <a:custGeom>
              <a:avLst/>
              <a:gdLst>
                <a:gd name="T0" fmla="*/ 16 w 147"/>
                <a:gd name="T1" fmla="*/ 31 h 52"/>
                <a:gd name="T2" fmla="*/ 40 w 147"/>
                <a:gd name="T3" fmla="*/ 34 h 52"/>
                <a:gd name="T4" fmla="*/ 31 w 147"/>
                <a:gd name="T5" fmla="*/ 38 h 52"/>
                <a:gd name="T6" fmla="*/ 34 w 147"/>
                <a:gd name="T7" fmla="*/ 43 h 52"/>
                <a:gd name="T8" fmla="*/ 102 w 147"/>
                <a:gd name="T9" fmla="*/ 48 h 52"/>
                <a:gd name="T10" fmla="*/ 137 w 147"/>
                <a:gd name="T11" fmla="*/ 27 h 52"/>
                <a:gd name="T12" fmla="*/ 133 w 147"/>
                <a:gd name="T13" fmla="*/ 15 h 52"/>
                <a:gd name="T14" fmla="*/ 71 w 147"/>
                <a:gd name="T15" fmla="*/ 4 h 52"/>
                <a:gd name="T16" fmla="*/ 66 w 147"/>
                <a:gd name="T17" fmla="*/ 9 h 52"/>
                <a:gd name="T18" fmla="*/ 51 w 147"/>
                <a:gd name="T19" fmla="*/ 15 h 52"/>
                <a:gd name="T20" fmla="*/ 11 w 147"/>
                <a:gd name="T21" fmla="*/ 11 h 52"/>
                <a:gd name="T22" fmla="*/ 2 w 147"/>
                <a:gd name="T23" fmla="*/ 23 h 52"/>
                <a:gd name="T24" fmla="*/ 16 w 147"/>
                <a:gd name="T25" fmla="*/ 3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7" h="52">
                  <a:moveTo>
                    <a:pt x="16" y="31"/>
                  </a:moveTo>
                  <a:cubicBezTo>
                    <a:pt x="24" y="29"/>
                    <a:pt x="32" y="27"/>
                    <a:pt x="40" y="34"/>
                  </a:cubicBezTo>
                  <a:cubicBezTo>
                    <a:pt x="36" y="35"/>
                    <a:pt x="32" y="36"/>
                    <a:pt x="31" y="38"/>
                  </a:cubicBezTo>
                  <a:cubicBezTo>
                    <a:pt x="29" y="40"/>
                    <a:pt x="31" y="44"/>
                    <a:pt x="34" y="43"/>
                  </a:cubicBezTo>
                  <a:cubicBezTo>
                    <a:pt x="57" y="38"/>
                    <a:pt x="79" y="52"/>
                    <a:pt x="102" y="48"/>
                  </a:cubicBezTo>
                  <a:cubicBezTo>
                    <a:pt x="117" y="45"/>
                    <a:pt x="125" y="33"/>
                    <a:pt x="137" y="27"/>
                  </a:cubicBezTo>
                  <a:cubicBezTo>
                    <a:pt x="147" y="22"/>
                    <a:pt x="137" y="17"/>
                    <a:pt x="133" y="15"/>
                  </a:cubicBezTo>
                  <a:cubicBezTo>
                    <a:pt x="113" y="4"/>
                    <a:pt x="90" y="18"/>
                    <a:pt x="71" y="4"/>
                  </a:cubicBezTo>
                  <a:cubicBezTo>
                    <a:pt x="70" y="4"/>
                    <a:pt x="66" y="7"/>
                    <a:pt x="66" y="9"/>
                  </a:cubicBezTo>
                  <a:cubicBezTo>
                    <a:pt x="65" y="23"/>
                    <a:pt x="58" y="17"/>
                    <a:pt x="51" y="15"/>
                  </a:cubicBezTo>
                  <a:cubicBezTo>
                    <a:pt x="37" y="13"/>
                    <a:pt x="25" y="0"/>
                    <a:pt x="11" y="11"/>
                  </a:cubicBezTo>
                  <a:cubicBezTo>
                    <a:pt x="7" y="14"/>
                    <a:pt x="0" y="14"/>
                    <a:pt x="2" y="23"/>
                  </a:cubicBezTo>
                  <a:cubicBezTo>
                    <a:pt x="4" y="30"/>
                    <a:pt x="10" y="32"/>
                    <a:pt x="16" y="3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48" name="Freeform 64"/>
            <p:cNvSpPr>
              <a:spLocks/>
            </p:cNvSpPr>
            <p:nvPr/>
          </p:nvSpPr>
          <p:spPr bwMode="auto">
            <a:xfrm>
              <a:off x="5255371" y="2583712"/>
              <a:ext cx="129844" cy="174929"/>
            </a:xfrm>
            <a:custGeom>
              <a:avLst/>
              <a:gdLst>
                <a:gd name="T0" fmla="*/ 44 w 73"/>
                <a:gd name="T1" fmla="*/ 79 h 97"/>
                <a:gd name="T2" fmla="*/ 60 w 73"/>
                <a:gd name="T3" fmla="*/ 49 h 97"/>
                <a:gd name="T4" fmla="*/ 64 w 73"/>
                <a:gd name="T5" fmla="*/ 33 h 97"/>
                <a:gd name="T6" fmla="*/ 64 w 73"/>
                <a:gd name="T7" fmla="*/ 18 h 97"/>
                <a:gd name="T8" fmla="*/ 33 w 73"/>
                <a:gd name="T9" fmla="*/ 13 h 97"/>
                <a:gd name="T10" fmla="*/ 30 w 73"/>
                <a:gd name="T11" fmla="*/ 25 h 97"/>
                <a:gd name="T12" fmla="*/ 14 w 73"/>
                <a:gd name="T13" fmla="*/ 34 h 97"/>
                <a:gd name="T14" fmla="*/ 5 w 73"/>
                <a:gd name="T15" fmla="*/ 35 h 97"/>
                <a:gd name="T16" fmla="*/ 7 w 73"/>
                <a:gd name="T17" fmla="*/ 50 h 97"/>
                <a:gd name="T18" fmla="*/ 8 w 73"/>
                <a:gd name="T19" fmla="*/ 73 h 97"/>
                <a:gd name="T20" fmla="*/ 4 w 73"/>
                <a:gd name="T21" fmla="*/ 90 h 97"/>
                <a:gd name="T22" fmla="*/ 21 w 73"/>
                <a:gd name="T23" fmla="*/ 91 h 97"/>
                <a:gd name="T24" fmla="*/ 44 w 73"/>
                <a:gd name="T25" fmla="*/ 7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97">
                  <a:moveTo>
                    <a:pt x="44" y="79"/>
                  </a:moveTo>
                  <a:cubicBezTo>
                    <a:pt x="62" y="76"/>
                    <a:pt x="64" y="64"/>
                    <a:pt x="60" y="49"/>
                  </a:cubicBezTo>
                  <a:cubicBezTo>
                    <a:pt x="57" y="41"/>
                    <a:pt x="55" y="37"/>
                    <a:pt x="64" y="33"/>
                  </a:cubicBezTo>
                  <a:cubicBezTo>
                    <a:pt x="73" y="29"/>
                    <a:pt x="67" y="23"/>
                    <a:pt x="64" y="18"/>
                  </a:cubicBezTo>
                  <a:cubicBezTo>
                    <a:pt x="56" y="0"/>
                    <a:pt x="43" y="16"/>
                    <a:pt x="33" y="13"/>
                  </a:cubicBezTo>
                  <a:cubicBezTo>
                    <a:pt x="23" y="11"/>
                    <a:pt x="31" y="20"/>
                    <a:pt x="30" y="25"/>
                  </a:cubicBezTo>
                  <a:cubicBezTo>
                    <a:pt x="28" y="33"/>
                    <a:pt x="23" y="38"/>
                    <a:pt x="14" y="34"/>
                  </a:cubicBezTo>
                  <a:cubicBezTo>
                    <a:pt x="11" y="35"/>
                    <a:pt x="7" y="27"/>
                    <a:pt x="5" y="35"/>
                  </a:cubicBezTo>
                  <a:cubicBezTo>
                    <a:pt x="4" y="40"/>
                    <a:pt x="1" y="48"/>
                    <a:pt x="7" y="50"/>
                  </a:cubicBezTo>
                  <a:cubicBezTo>
                    <a:pt x="28" y="57"/>
                    <a:pt x="13" y="67"/>
                    <a:pt x="8" y="73"/>
                  </a:cubicBezTo>
                  <a:cubicBezTo>
                    <a:pt x="3" y="79"/>
                    <a:pt x="0" y="83"/>
                    <a:pt x="4" y="90"/>
                  </a:cubicBezTo>
                  <a:cubicBezTo>
                    <a:pt x="9" y="97"/>
                    <a:pt x="16" y="95"/>
                    <a:pt x="21" y="91"/>
                  </a:cubicBezTo>
                  <a:cubicBezTo>
                    <a:pt x="28" y="85"/>
                    <a:pt x="36" y="81"/>
                    <a:pt x="44" y="7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49" name="Freeform 65"/>
            <p:cNvSpPr>
              <a:spLocks/>
            </p:cNvSpPr>
            <p:nvPr/>
          </p:nvSpPr>
          <p:spPr bwMode="auto">
            <a:xfrm>
              <a:off x="6171495" y="1330354"/>
              <a:ext cx="97383" cy="88366"/>
            </a:xfrm>
            <a:custGeom>
              <a:avLst/>
              <a:gdLst>
                <a:gd name="T0" fmla="*/ 55 w 55"/>
                <a:gd name="T1" fmla="*/ 24 h 49"/>
                <a:gd name="T2" fmla="*/ 1 w 55"/>
                <a:gd name="T3" fmla="*/ 14 h 49"/>
                <a:gd name="T4" fmla="*/ 0 w 55"/>
                <a:gd name="T5" fmla="*/ 33 h 49"/>
                <a:gd name="T6" fmla="*/ 55 w 55"/>
                <a:gd name="T7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49">
                  <a:moveTo>
                    <a:pt x="55" y="24"/>
                  </a:moveTo>
                  <a:cubicBezTo>
                    <a:pt x="38" y="21"/>
                    <a:pt x="23" y="0"/>
                    <a:pt x="1" y="14"/>
                  </a:cubicBezTo>
                  <a:cubicBezTo>
                    <a:pt x="13" y="18"/>
                    <a:pt x="8" y="25"/>
                    <a:pt x="0" y="33"/>
                  </a:cubicBezTo>
                  <a:cubicBezTo>
                    <a:pt x="21" y="33"/>
                    <a:pt x="41" y="49"/>
                    <a:pt x="55" y="2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50" name="Freeform 66"/>
            <p:cNvSpPr>
              <a:spLocks/>
            </p:cNvSpPr>
            <p:nvPr/>
          </p:nvSpPr>
          <p:spPr bwMode="auto">
            <a:xfrm>
              <a:off x="5794586" y="3178832"/>
              <a:ext cx="37872" cy="66725"/>
            </a:xfrm>
            <a:custGeom>
              <a:avLst/>
              <a:gdLst>
                <a:gd name="T0" fmla="*/ 13 w 21"/>
                <a:gd name="T1" fmla="*/ 3 h 38"/>
                <a:gd name="T2" fmla="*/ 4 w 21"/>
                <a:gd name="T3" fmla="*/ 12 h 38"/>
                <a:gd name="T4" fmla="*/ 4 w 21"/>
                <a:gd name="T5" fmla="*/ 38 h 38"/>
                <a:gd name="T6" fmla="*/ 20 w 21"/>
                <a:gd name="T7" fmla="*/ 12 h 38"/>
                <a:gd name="T8" fmla="*/ 13 w 21"/>
                <a:gd name="T9" fmla="*/ 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8">
                  <a:moveTo>
                    <a:pt x="13" y="3"/>
                  </a:moveTo>
                  <a:cubicBezTo>
                    <a:pt x="11" y="4"/>
                    <a:pt x="0" y="0"/>
                    <a:pt x="4" y="12"/>
                  </a:cubicBezTo>
                  <a:cubicBezTo>
                    <a:pt x="6" y="20"/>
                    <a:pt x="4" y="29"/>
                    <a:pt x="4" y="38"/>
                  </a:cubicBezTo>
                  <a:cubicBezTo>
                    <a:pt x="18" y="34"/>
                    <a:pt x="17" y="21"/>
                    <a:pt x="20" y="12"/>
                  </a:cubicBezTo>
                  <a:cubicBezTo>
                    <a:pt x="21" y="9"/>
                    <a:pt x="19" y="1"/>
                    <a:pt x="13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51" name="Freeform 67"/>
            <p:cNvSpPr>
              <a:spLocks/>
            </p:cNvSpPr>
            <p:nvPr/>
          </p:nvSpPr>
          <p:spPr bwMode="auto">
            <a:xfrm>
              <a:off x="7754874" y="1734314"/>
              <a:ext cx="5411" cy="5410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3 h 3"/>
                <a:gd name="T4" fmla="*/ 3 w 3"/>
                <a:gd name="T5" fmla="*/ 3 h 3"/>
                <a:gd name="T6" fmla="*/ 2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1"/>
                    <a:pt x="1" y="2"/>
                    <a:pt x="0" y="3"/>
                  </a:cubicBezTo>
                  <a:cubicBezTo>
                    <a:pt x="1" y="3"/>
                    <a:pt x="2" y="3"/>
                    <a:pt x="3" y="3"/>
                  </a:cubicBezTo>
                  <a:cubicBezTo>
                    <a:pt x="2" y="2"/>
                    <a:pt x="2" y="1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 lim="800000"/>
              <a:headEnd/>
              <a:tailEnd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</p:grpSp>
      <p:sp>
        <p:nvSpPr>
          <p:cNvPr id="77" name="Freeform: Shape 76"/>
          <p:cNvSpPr/>
          <p:nvPr/>
        </p:nvSpPr>
        <p:spPr>
          <a:xfrm>
            <a:off x="-7468" y="1763256"/>
            <a:ext cx="9566032" cy="2992830"/>
          </a:xfrm>
          <a:custGeom>
            <a:avLst/>
            <a:gdLst>
              <a:gd name="connsiteX0" fmla="*/ 0 w 8317523"/>
              <a:gd name="connsiteY0" fmla="*/ 1248508 h 3592276"/>
              <a:gd name="connsiteX1" fmla="*/ 2250831 w 8317523"/>
              <a:gd name="connsiteY1" fmla="*/ 3569677 h 3592276"/>
              <a:gd name="connsiteX2" fmla="*/ 8317523 w 8317523"/>
              <a:gd name="connsiteY2" fmla="*/ 0 h 3592276"/>
              <a:gd name="connsiteX3" fmla="*/ 8317523 w 8317523"/>
              <a:gd name="connsiteY3" fmla="*/ 0 h 3592276"/>
              <a:gd name="connsiteX0" fmla="*/ 0 w 9583615"/>
              <a:gd name="connsiteY0" fmla="*/ 316523 h 3570679"/>
              <a:gd name="connsiteX1" fmla="*/ 3516923 w 9583615"/>
              <a:gd name="connsiteY1" fmla="*/ 3569677 h 3570679"/>
              <a:gd name="connsiteX2" fmla="*/ 9583615 w 9583615"/>
              <a:gd name="connsiteY2" fmla="*/ 0 h 3570679"/>
              <a:gd name="connsiteX3" fmla="*/ 9583615 w 9583615"/>
              <a:gd name="connsiteY3" fmla="*/ 0 h 3570679"/>
              <a:gd name="connsiteX0" fmla="*/ 0 w 9583615"/>
              <a:gd name="connsiteY0" fmla="*/ 316523 h 2393799"/>
              <a:gd name="connsiteX1" fmla="*/ 4536831 w 9583615"/>
              <a:gd name="connsiteY1" fmla="*/ 2391508 h 2393799"/>
              <a:gd name="connsiteX2" fmla="*/ 9583615 w 9583615"/>
              <a:gd name="connsiteY2" fmla="*/ 0 h 2393799"/>
              <a:gd name="connsiteX3" fmla="*/ 9583615 w 9583615"/>
              <a:gd name="connsiteY3" fmla="*/ 0 h 2393799"/>
              <a:gd name="connsiteX0" fmla="*/ 0 w 9530862"/>
              <a:gd name="connsiteY0" fmla="*/ 0 h 2815295"/>
              <a:gd name="connsiteX1" fmla="*/ 4484078 w 9530862"/>
              <a:gd name="connsiteY1" fmla="*/ 2813539 h 2815295"/>
              <a:gd name="connsiteX2" fmla="*/ 9530862 w 9530862"/>
              <a:gd name="connsiteY2" fmla="*/ 422031 h 2815295"/>
              <a:gd name="connsiteX3" fmla="*/ 9530862 w 9530862"/>
              <a:gd name="connsiteY3" fmla="*/ 422031 h 2815295"/>
              <a:gd name="connsiteX0" fmla="*/ 0 w 9601201"/>
              <a:gd name="connsiteY0" fmla="*/ 0 h 2850760"/>
              <a:gd name="connsiteX1" fmla="*/ 4554417 w 9601201"/>
              <a:gd name="connsiteY1" fmla="*/ 2848709 h 2850760"/>
              <a:gd name="connsiteX2" fmla="*/ 9601201 w 9601201"/>
              <a:gd name="connsiteY2" fmla="*/ 457201 h 2850760"/>
              <a:gd name="connsiteX3" fmla="*/ 9601201 w 9601201"/>
              <a:gd name="connsiteY3" fmla="*/ 457201 h 2850760"/>
              <a:gd name="connsiteX0" fmla="*/ 0 w 9566032"/>
              <a:gd name="connsiteY0" fmla="*/ 0 h 2992830"/>
              <a:gd name="connsiteX1" fmla="*/ 4519248 w 9566032"/>
              <a:gd name="connsiteY1" fmla="*/ 2989386 h 2992830"/>
              <a:gd name="connsiteX2" fmla="*/ 9566032 w 9566032"/>
              <a:gd name="connsiteY2" fmla="*/ 597878 h 2992830"/>
              <a:gd name="connsiteX3" fmla="*/ 9566032 w 9566032"/>
              <a:gd name="connsiteY3" fmla="*/ 597878 h 299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66032" h="2992830">
                <a:moveTo>
                  <a:pt x="0" y="0"/>
                </a:moveTo>
                <a:cubicBezTo>
                  <a:pt x="432288" y="1264627"/>
                  <a:pt x="2924909" y="2889740"/>
                  <a:pt x="4519248" y="2989386"/>
                </a:cubicBezTo>
                <a:cubicBezTo>
                  <a:pt x="6113587" y="3089032"/>
                  <a:pt x="8724901" y="996463"/>
                  <a:pt x="9566032" y="597878"/>
                </a:cubicBezTo>
                <a:lnTo>
                  <a:pt x="9566032" y="597878"/>
                </a:ln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grpSp>
        <p:nvGrpSpPr>
          <p:cNvPr id="78" name="Group 1271"/>
          <p:cNvGrpSpPr>
            <a:grpSpLocks noChangeAspect="1"/>
          </p:cNvGrpSpPr>
          <p:nvPr/>
        </p:nvGrpSpPr>
        <p:grpSpPr bwMode="auto">
          <a:xfrm>
            <a:off x="9728160" y="1467809"/>
            <a:ext cx="766658" cy="765883"/>
            <a:chOff x="5516" y="3626"/>
            <a:chExt cx="1981" cy="1979"/>
          </a:xfrm>
          <a:solidFill>
            <a:srgbClr val="FF0000"/>
          </a:solidFill>
        </p:grpSpPr>
        <p:sp>
          <p:nvSpPr>
            <p:cNvPr id="79" name="Freeform 1273"/>
            <p:cNvSpPr>
              <a:spLocks/>
            </p:cNvSpPr>
            <p:nvPr/>
          </p:nvSpPr>
          <p:spPr bwMode="auto">
            <a:xfrm>
              <a:off x="5524" y="4270"/>
              <a:ext cx="491" cy="498"/>
            </a:xfrm>
            <a:custGeom>
              <a:avLst/>
              <a:gdLst>
                <a:gd name="T0" fmla="*/ 980 w 980"/>
                <a:gd name="T1" fmla="*/ 0 h 996"/>
                <a:gd name="T2" fmla="*/ 952 w 980"/>
                <a:gd name="T3" fmla="*/ 46 h 996"/>
                <a:gd name="T4" fmla="*/ 921 w 980"/>
                <a:gd name="T5" fmla="*/ 94 h 996"/>
                <a:gd name="T6" fmla="*/ 890 w 980"/>
                <a:gd name="T7" fmla="*/ 145 h 996"/>
                <a:gd name="T8" fmla="*/ 856 w 980"/>
                <a:gd name="T9" fmla="*/ 198 h 996"/>
                <a:gd name="T10" fmla="*/ 819 w 980"/>
                <a:gd name="T11" fmla="*/ 255 h 996"/>
                <a:gd name="T12" fmla="*/ 781 w 980"/>
                <a:gd name="T13" fmla="*/ 314 h 996"/>
                <a:gd name="T14" fmla="*/ 740 w 980"/>
                <a:gd name="T15" fmla="*/ 376 h 996"/>
                <a:gd name="T16" fmla="*/ 696 w 980"/>
                <a:gd name="T17" fmla="*/ 444 h 996"/>
                <a:gd name="T18" fmla="*/ 649 w 980"/>
                <a:gd name="T19" fmla="*/ 514 h 996"/>
                <a:gd name="T20" fmla="*/ 599 w 980"/>
                <a:gd name="T21" fmla="*/ 588 h 996"/>
                <a:gd name="T22" fmla="*/ 546 w 980"/>
                <a:gd name="T23" fmla="*/ 665 h 996"/>
                <a:gd name="T24" fmla="*/ 491 w 980"/>
                <a:gd name="T25" fmla="*/ 748 h 996"/>
                <a:gd name="T26" fmla="*/ 431 w 980"/>
                <a:gd name="T27" fmla="*/ 834 h 996"/>
                <a:gd name="T28" fmla="*/ 369 w 980"/>
                <a:gd name="T29" fmla="*/ 926 h 996"/>
                <a:gd name="T30" fmla="*/ 347 w 980"/>
                <a:gd name="T31" fmla="*/ 960 h 996"/>
                <a:gd name="T32" fmla="*/ 331 w 980"/>
                <a:gd name="T33" fmla="*/ 996 h 996"/>
                <a:gd name="T34" fmla="*/ 0 w 980"/>
                <a:gd name="T35" fmla="*/ 666 h 996"/>
                <a:gd name="T36" fmla="*/ 2 w 980"/>
                <a:gd name="T37" fmla="*/ 664 h 996"/>
                <a:gd name="T38" fmla="*/ 8 w 980"/>
                <a:gd name="T39" fmla="*/ 657 h 996"/>
                <a:gd name="T40" fmla="*/ 18 w 980"/>
                <a:gd name="T41" fmla="*/ 645 h 996"/>
                <a:gd name="T42" fmla="*/ 30 w 980"/>
                <a:gd name="T43" fmla="*/ 629 h 996"/>
                <a:gd name="T44" fmla="*/ 47 w 980"/>
                <a:gd name="T45" fmla="*/ 609 h 996"/>
                <a:gd name="T46" fmla="*/ 66 w 980"/>
                <a:gd name="T47" fmla="*/ 588 h 996"/>
                <a:gd name="T48" fmla="*/ 89 w 980"/>
                <a:gd name="T49" fmla="*/ 561 h 996"/>
                <a:gd name="T50" fmla="*/ 115 w 980"/>
                <a:gd name="T51" fmla="*/ 533 h 996"/>
                <a:gd name="T52" fmla="*/ 144 w 980"/>
                <a:gd name="T53" fmla="*/ 503 h 996"/>
                <a:gd name="T54" fmla="*/ 174 w 980"/>
                <a:gd name="T55" fmla="*/ 471 h 996"/>
                <a:gd name="T56" fmla="*/ 208 w 980"/>
                <a:gd name="T57" fmla="*/ 438 h 996"/>
                <a:gd name="T58" fmla="*/ 244 w 980"/>
                <a:gd name="T59" fmla="*/ 403 h 996"/>
                <a:gd name="T60" fmla="*/ 283 w 980"/>
                <a:gd name="T61" fmla="*/ 368 h 996"/>
                <a:gd name="T62" fmla="*/ 324 w 980"/>
                <a:gd name="T63" fmla="*/ 332 h 996"/>
                <a:gd name="T64" fmla="*/ 366 w 980"/>
                <a:gd name="T65" fmla="*/ 296 h 996"/>
                <a:gd name="T66" fmla="*/ 410 w 980"/>
                <a:gd name="T67" fmla="*/ 261 h 996"/>
                <a:gd name="T68" fmla="*/ 457 w 980"/>
                <a:gd name="T69" fmla="*/ 226 h 996"/>
                <a:gd name="T70" fmla="*/ 504 w 980"/>
                <a:gd name="T71" fmla="*/ 192 h 996"/>
                <a:gd name="T72" fmla="*/ 554 w 980"/>
                <a:gd name="T73" fmla="*/ 160 h 996"/>
                <a:gd name="T74" fmla="*/ 603 w 980"/>
                <a:gd name="T75" fmla="*/ 130 h 996"/>
                <a:gd name="T76" fmla="*/ 655 w 980"/>
                <a:gd name="T77" fmla="*/ 102 h 996"/>
                <a:gd name="T78" fmla="*/ 707 w 980"/>
                <a:gd name="T79" fmla="*/ 76 h 996"/>
                <a:gd name="T80" fmla="*/ 761 w 980"/>
                <a:gd name="T81" fmla="*/ 54 h 996"/>
                <a:gd name="T82" fmla="*/ 815 w 980"/>
                <a:gd name="T83" fmla="*/ 35 h 996"/>
                <a:gd name="T84" fmla="*/ 870 w 980"/>
                <a:gd name="T85" fmla="*/ 19 h 996"/>
                <a:gd name="T86" fmla="*/ 925 w 980"/>
                <a:gd name="T87" fmla="*/ 7 h 996"/>
                <a:gd name="T88" fmla="*/ 980 w 980"/>
                <a:gd name="T89" fmla="*/ 0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0" h="996">
                  <a:moveTo>
                    <a:pt x="980" y="0"/>
                  </a:moveTo>
                  <a:lnTo>
                    <a:pt x="952" y="46"/>
                  </a:lnTo>
                  <a:lnTo>
                    <a:pt x="921" y="94"/>
                  </a:lnTo>
                  <a:lnTo>
                    <a:pt x="890" y="145"/>
                  </a:lnTo>
                  <a:lnTo>
                    <a:pt x="856" y="198"/>
                  </a:lnTo>
                  <a:lnTo>
                    <a:pt x="819" y="255"/>
                  </a:lnTo>
                  <a:lnTo>
                    <a:pt x="781" y="314"/>
                  </a:lnTo>
                  <a:lnTo>
                    <a:pt x="740" y="376"/>
                  </a:lnTo>
                  <a:lnTo>
                    <a:pt x="696" y="444"/>
                  </a:lnTo>
                  <a:lnTo>
                    <a:pt x="649" y="514"/>
                  </a:lnTo>
                  <a:lnTo>
                    <a:pt x="599" y="588"/>
                  </a:lnTo>
                  <a:lnTo>
                    <a:pt x="546" y="665"/>
                  </a:lnTo>
                  <a:lnTo>
                    <a:pt x="491" y="748"/>
                  </a:lnTo>
                  <a:lnTo>
                    <a:pt x="431" y="834"/>
                  </a:lnTo>
                  <a:lnTo>
                    <a:pt x="369" y="926"/>
                  </a:lnTo>
                  <a:lnTo>
                    <a:pt x="347" y="960"/>
                  </a:lnTo>
                  <a:lnTo>
                    <a:pt x="331" y="996"/>
                  </a:lnTo>
                  <a:lnTo>
                    <a:pt x="0" y="666"/>
                  </a:lnTo>
                  <a:lnTo>
                    <a:pt x="2" y="664"/>
                  </a:lnTo>
                  <a:lnTo>
                    <a:pt x="8" y="657"/>
                  </a:lnTo>
                  <a:lnTo>
                    <a:pt x="18" y="645"/>
                  </a:lnTo>
                  <a:lnTo>
                    <a:pt x="30" y="629"/>
                  </a:lnTo>
                  <a:lnTo>
                    <a:pt x="47" y="609"/>
                  </a:lnTo>
                  <a:lnTo>
                    <a:pt x="66" y="588"/>
                  </a:lnTo>
                  <a:lnTo>
                    <a:pt x="89" y="561"/>
                  </a:lnTo>
                  <a:lnTo>
                    <a:pt x="115" y="533"/>
                  </a:lnTo>
                  <a:lnTo>
                    <a:pt x="144" y="503"/>
                  </a:lnTo>
                  <a:lnTo>
                    <a:pt x="174" y="471"/>
                  </a:lnTo>
                  <a:lnTo>
                    <a:pt x="208" y="438"/>
                  </a:lnTo>
                  <a:lnTo>
                    <a:pt x="244" y="403"/>
                  </a:lnTo>
                  <a:lnTo>
                    <a:pt x="283" y="368"/>
                  </a:lnTo>
                  <a:lnTo>
                    <a:pt x="324" y="332"/>
                  </a:lnTo>
                  <a:lnTo>
                    <a:pt x="366" y="296"/>
                  </a:lnTo>
                  <a:lnTo>
                    <a:pt x="410" y="261"/>
                  </a:lnTo>
                  <a:lnTo>
                    <a:pt x="457" y="226"/>
                  </a:lnTo>
                  <a:lnTo>
                    <a:pt x="504" y="192"/>
                  </a:lnTo>
                  <a:lnTo>
                    <a:pt x="554" y="160"/>
                  </a:lnTo>
                  <a:lnTo>
                    <a:pt x="603" y="130"/>
                  </a:lnTo>
                  <a:lnTo>
                    <a:pt x="655" y="102"/>
                  </a:lnTo>
                  <a:lnTo>
                    <a:pt x="707" y="76"/>
                  </a:lnTo>
                  <a:lnTo>
                    <a:pt x="761" y="54"/>
                  </a:lnTo>
                  <a:lnTo>
                    <a:pt x="815" y="35"/>
                  </a:lnTo>
                  <a:lnTo>
                    <a:pt x="870" y="19"/>
                  </a:lnTo>
                  <a:lnTo>
                    <a:pt x="925" y="7"/>
                  </a:lnTo>
                  <a:lnTo>
                    <a:pt x="9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80" name="Freeform 1274"/>
            <p:cNvSpPr>
              <a:spLocks/>
            </p:cNvSpPr>
            <p:nvPr/>
          </p:nvSpPr>
          <p:spPr bwMode="auto">
            <a:xfrm>
              <a:off x="6354" y="5106"/>
              <a:ext cx="498" cy="489"/>
            </a:xfrm>
            <a:custGeom>
              <a:avLst/>
              <a:gdLst>
                <a:gd name="T0" fmla="*/ 998 w 998"/>
                <a:gd name="T1" fmla="*/ 0 h 979"/>
                <a:gd name="T2" fmla="*/ 990 w 998"/>
                <a:gd name="T3" fmla="*/ 55 h 979"/>
                <a:gd name="T4" fmla="*/ 978 w 998"/>
                <a:gd name="T5" fmla="*/ 111 h 979"/>
                <a:gd name="T6" fmla="*/ 963 w 998"/>
                <a:gd name="T7" fmla="*/ 165 h 979"/>
                <a:gd name="T8" fmla="*/ 943 w 998"/>
                <a:gd name="T9" fmla="*/ 220 h 979"/>
                <a:gd name="T10" fmla="*/ 920 w 998"/>
                <a:gd name="T11" fmla="*/ 273 h 979"/>
                <a:gd name="T12" fmla="*/ 895 w 998"/>
                <a:gd name="T13" fmla="*/ 326 h 979"/>
                <a:gd name="T14" fmla="*/ 867 w 998"/>
                <a:gd name="T15" fmla="*/ 377 h 979"/>
                <a:gd name="T16" fmla="*/ 837 w 998"/>
                <a:gd name="T17" fmla="*/ 427 h 979"/>
                <a:gd name="T18" fmla="*/ 804 w 998"/>
                <a:gd name="T19" fmla="*/ 477 h 979"/>
                <a:gd name="T20" fmla="*/ 770 w 998"/>
                <a:gd name="T21" fmla="*/ 524 h 979"/>
                <a:gd name="T22" fmla="*/ 736 w 998"/>
                <a:gd name="T23" fmla="*/ 570 h 979"/>
                <a:gd name="T24" fmla="*/ 700 w 998"/>
                <a:gd name="T25" fmla="*/ 614 h 979"/>
                <a:gd name="T26" fmla="*/ 665 w 998"/>
                <a:gd name="T27" fmla="*/ 657 h 979"/>
                <a:gd name="T28" fmla="*/ 629 w 998"/>
                <a:gd name="T29" fmla="*/ 698 h 979"/>
                <a:gd name="T30" fmla="*/ 594 w 998"/>
                <a:gd name="T31" fmla="*/ 736 h 979"/>
                <a:gd name="T32" fmla="*/ 559 w 998"/>
                <a:gd name="T33" fmla="*/ 771 h 979"/>
                <a:gd name="T34" fmla="*/ 525 w 998"/>
                <a:gd name="T35" fmla="*/ 805 h 979"/>
                <a:gd name="T36" fmla="*/ 494 w 998"/>
                <a:gd name="T37" fmla="*/ 837 h 979"/>
                <a:gd name="T38" fmla="*/ 463 w 998"/>
                <a:gd name="T39" fmla="*/ 866 h 979"/>
                <a:gd name="T40" fmla="*/ 434 w 998"/>
                <a:gd name="T41" fmla="*/ 891 h 979"/>
                <a:gd name="T42" fmla="*/ 409 w 998"/>
                <a:gd name="T43" fmla="*/ 914 h 979"/>
                <a:gd name="T44" fmla="*/ 386 w 998"/>
                <a:gd name="T45" fmla="*/ 933 h 979"/>
                <a:gd name="T46" fmla="*/ 367 w 998"/>
                <a:gd name="T47" fmla="*/ 949 h 979"/>
                <a:gd name="T48" fmla="*/ 351 w 998"/>
                <a:gd name="T49" fmla="*/ 962 h 979"/>
                <a:gd name="T50" fmla="*/ 340 w 998"/>
                <a:gd name="T51" fmla="*/ 972 h 979"/>
                <a:gd name="T52" fmla="*/ 333 w 998"/>
                <a:gd name="T53" fmla="*/ 978 h 979"/>
                <a:gd name="T54" fmla="*/ 330 w 998"/>
                <a:gd name="T55" fmla="*/ 979 h 979"/>
                <a:gd name="T56" fmla="*/ 0 w 998"/>
                <a:gd name="T57" fmla="*/ 649 h 979"/>
                <a:gd name="T58" fmla="*/ 35 w 998"/>
                <a:gd name="T59" fmla="*/ 633 h 979"/>
                <a:gd name="T60" fmla="*/ 70 w 998"/>
                <a:gd name="T61" fmla="*/ 612 h 979"/>
                <a:gd name="T62" fmla="*/ 161 w 998"/>
                <a:gd name="T63" fmla="*/ 549 h 979"/>
                <a:gd name="T64" fmla="*/ 248 w 998"/>
                <a:gd name="T65" fmla="*/ 490 h 979"/>
                <a:gd name="T66" fmla="*/ 330 w 998"/>
                <a:gd name="T67" fmla="*/ 433 h 979"/>
                <a:gd name="T68" fmla="*/ 409 w 998"/>
                <a:gd name="T69" fmla="*/ 381 h 979"/>
                <a:gd name="T70" fmla="*/ 483 w 998"/>
                <a:gd name="T71" fmla="*/ 332 h 979"/>
                <a:gd name="T72" fmla="*/ 553 w 998"/>
                <a:gd name="T73" fmla="*/ 285 h 979"/>
                <a:gd name="T74" fmla="*/ 619 w 998"/>
                <a:gd name="T75" fmla="*/ 241 h 979"/>
                <a:gd name="T76" fmla="*/ 682 w 998"/>
                <a:gd name="T77" fmla="*/ 200 h 979"/>
                <a:gd name="T78" fmla="*/ 743 w 998"/>
                <a:gd name="T79" fmla="*/ 162 h 979"/>
                <a:gd name="T80" fmla="*/ 799 w 998"/>
                <a:gd name="T81" fmla="*/ 125 h 979"/>
                <a:gd name="T82" fmla="*/ 853 w 998"/>
                <a:gd name="T83" fmla="*/ 92 h 979"/>
                <a:gd name="T84" fmla="*/ 903 w 998"/>
                <a:gd name="T85" fmla="*/ 59 h 979"/>
                <a:gd name="T86" fmla="*/ 952 w 998"/>
                <a:gd name="T87" fmla="*/ 29 h 979"/>
                <a:gd name="T88" fmla="*/ 998 w 998"/>
                <a:gd name="T89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98" h="979">
                  <a:moveTo>
                    <a:pt x="998" y="0"/>
                  </a:moveTo>
                  <a:lnTo>
                    <a:pt x="990" y="55"/>
                  </a:lnTo>
                  <a:lnTo>
                    <a:pt x="978" y="111"/>
                  </a:lnTo>
                  <a:lnTo>
                    <a:pt x="963" y="165"/>
                  </a:lnTo>
                  <a:lnTo>
                    <a:pt x="943" y="220"/>
                  </a:lnTo>
                  <a:lnTo>
                    <a:pt x="920" y="273"/>
                  </a:lnTo>
                  <a:lnTo>
                    <a:pt x="895" y="326"/>
                  </a:lnTo>
                  <a:lnTo>
                    <a:pt x="867" y="377"/>
                  </a:lnTo>
                  <a:lnTo>
                    <a:pt x="837" y="427"/>
                  </a:lnTo>
                  <a:lnTo>
                    <a:pt x="804" y="477"/>
                  </a:lnTo>
                  <a:lnTo>
                    <a:pt x="770" y="524"/>
                  </a:lnTo>
                  <a:lnTo>
                    <a:pt x="736" y="570"/>
                  </a:lnTo>
                  <a:lnTo>
                    <a:pt x="700" y="614"/>
                  </a:lnTo>
                  <a:lnTo>
                    <a:pt x="665" y="657"/>
                  </a:lnTo>
                  <a:lnTo>
                    <a:pt x="629" y="698"/>
                  </a:lnTo>
                  <a:lnTo>
                    <a:pt x="594" y="736"/>
                  </a:lnTo>
                  <a:lnTo>
                    <a:pt x="559" y="771"/>
                  </a:lnTo>
                  <a:lnTo>
                    <a:pt x="525" y="805"/>
                  </a:lnTo>
                  <a:lnTo>
                    <a:pt x="494" y="837"/>
                  </a:lnTo>
                  <a:lnTo>
                    <a:pt x="463" y="866"/>
                  </a:lnTo>
                  <a:lnTo>
                    <a:pt x="434" y="891"/>
                  </a:lnTo>
                  <a:lnTo>
                    <a:pt x="409" y="914"/>
                  </a:lnTo>
                  <a:lnTo>
                    <a:pt x="386" y="933"/>
                  </a:lnTo>
                  <a:lnTo>
                    <a:pt x="367" y="949"/>
                  </a:lnTo>
                  <a:lnTo>
                    <a:pt x="351" y="962"/>
                  </a:lnTo>
                  <a:lnTo>
                    <a:pt x="340" y="972"/>
                  </a:lnTo>
                  <a:lnTo>
                    <a:pt x="333" y="978"/>
                  </a:lnTo>
                  <a:lnTo>
                    <a:pt x="330" y="979"/>
                  </a:lnTo>
                  <a:lnTo>
                    <a:pt x="0" y="649"/>
                  </a:lnTo>
                  <a:lnTo>
                    <a:pt x="35" y="633"/>
                  </a:lnTo>
                  <a:lnTo>
                    <a:pt x="70" y="612"/>
                  </a:lnTo>
                  <a:lnTo>
                    <a:pt x="161" y="549"/>
                  </a:lnTo>
                  <a:lnTo>
                    <a:pt x="248" y="490"/>
                  </a:lnTo>
                  <a:lnTo>
                    <a:pt x="330" y="433"/>
                  </a:lnTo>
                  <a:lnTo>
                    <a:pt x="409" y="381"/>
                  </a:lnTo>
                  <a:lnTo>
                    <a:pt x="483" y="332"/>
                  </a:lnTo>
                  <a:lnTo>
                    <a:pt x="553" y="285"/>
                  </a:lnTo>
                  <a:lnTo>
                    <a:pt x="619" y="241"/>
                  </a:lnTo>
                  <a:lnTo>
                    <a:pt x="682" y="200"/>
                  </a:lnTo>
                  <a:lnTo>
                    <a:pt x="743" y="162"/>
                  </a:lnTo>
                  <a:lnTo>
                    <a:pt x="799" y="125"/>
                  </a:lnTo>
                  <a:lnTo>
                    <a:pt x="853" y="92"/>
                  </a:lnTo>
                  <a:lnTo>
                    <a:pt x="903" y="59"/>
                  </a:lnTo>
                  <a:lnTo>
                    <a:pt x="952" y="29"/>
                  </a:lnTo>
                  <a:lnTo>
                    <a:pt x="9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81" name="Freeform 1275"/>
            <p:cNvSpPr>
              <a:spLocks/>
            </p:cNvSpPr>
            <p:nvPr/>
          </p:nvSpPr>
          <p:spPr bwMode="auto">
            <a:xfrm>
              <a:off x="5516" y="4987"/>
              <a:ext cx="618" cy="618"/>
            </a:xfrm>
            <a:custGeom>
              <a:avLst/>
              <a:gdLst>
                <a:gd name="T0" fmla="*/ 496 w 1237"/>
                <a:gd name="T1" fmla="*/ 0 h 1235"/>
                <a:gd name="T2" fmla="*/ 532 w 1237"/>
                <a:gd name="T3" fmla="*/ 36 h 1235"/>
                <a:gd name="T4" fmla="*/ 502 w 1237"/>
                <a:gd name="T5" fmla="*/ 104 h 1235"/>
                <a:gd name="T6" fmla="*/ 474 w 1237"/>
                <a:gd name="T7" fmla="*/ 173 h 1235"/>
                <a:gd name="T8" fmla="*/ 447 w 1237"/>
                <a:gd name="T9" fmla="*/ 248 h 1235"/>
                <a:gd name="T10" fmla="*/ 423 w 1237"/>
                <a:gd name="T11" fmla="*/ 324 h 1235"/>
                <a:gd name="T12" fmla="*/ 403 w 1237"/>
                <a:gd name="T13" fmla="*/ 401 h 1235"/>
                <a:gd name="T14" fmla="*/ 375 w 1237"/>
                <a:gd name="T15" fmla="*/ 522 h 1235"/>
                <a:gd name="T16" fmla="*/ 353 w 1237"/>
                <a:gd name="T17" fmla="*/ 644 h 1235"/>
                <a:gd name="T18" fmla="*/ 335 w 1237"/>
                <a:gd name="T19" fmla="*/ 767 h 1235"/>
                <a:gd name="T20" fmla="*/ 323 w 1237"/>
                <a:gd name="T21" fmla="*/ 890 h 1235"/>
                <a:gd name="T22" fmla="*/ 320 w 1237"/>
                <a:gd name="T23" fmla="*/ 915 h 1235"/>
                <a:gd name="T24" fmla="*/ 423 w 1237"/>
                <a:gd name="T25" fmla="*/ 906 h 1235"/>
                <a:gd name="T26" fmla="*/ 526 w 1237"/>
                <a:gd name="T27" fmla="*/ 893 h 1235"/>
                <a:gd name="T28" fmla="*/ 647 w 1237"/>
                <a:gd name="T29" fmla="*/ 874 h 1235"/>
                <a:gd name="T30" fmla="*/ 766 w 1237"/>
                <a:gd name="T31" fmla="*/ 849 h 1235"/>
                <a:gd name="T32" fmla="*/ 885 w 1237"/>
                <a:gd name="T33" fmla="*/ 820 h 1235"/>
                <a:gd name="T34" fmla="*/ 1002 w 1237"/>
                <a:gd name="T35" fmla="*/ 784 h 1235"/>
                <a:gd name="T36" fmla="*/ 1060 w 1237"/>
                <a:gd name="T37" fmla="*/ 763 h 1235"/>
                <a:gd name="T38" fmla="*/ 1117 w 1237"/>
                <a:gd name="T39" fmla="*/ 740 h 1235"/>
                <a:gd name="T40" fmla="*/ 1173 w 1237"/>
                <a:gd name="T41" fmla="*/ 717 h 1235"/>
                <a:gd name="T42" fmla="*/ 1200 w 1237"/>
                <a:gd name="T43" fmla="*/ 704 h 1235"/>
                <a:gd name="T44" fmla="*/ 1237 w 1237"/>
                <a:gd name="T45" fmla="*/ 740 h 1235"/>
                <a:gd name="T46" fmla="*/ 1194 w 1237"/>
                <a:gd name="T47" fmla="*/ 797 h 1235"/>
                <a:gd name="T48" fmla="*/ 1147 w 1237"/>
                <a:gd name="T49" fmla="*/ 851 h 1235"/>
                <a:gd name="T50" fmla="*/ 1095 w 1237"/>
                <a:gd name="T51" fmla="*/ 901 h 1235"/>
                <a:gd name="T52" fmla="*/ 1041 w 1237"/>
                <a:gd name="T53" fmla="*/ 947 h 1235"/>
                <a:gd name="T54" fmla="*/ 983 w 1237"/>
                <a:gd name="T55" fmla="*/ 989 h 1235"/>
                <a:gd name="T56" fmla="*/ 922 w 1237"/>
                <a:gd name="T57" fmla="*/ 1027 h 1235"/>
                <a:gd name="T58" fmla="*/ 858 w 1237"/>
                <a:gd name="T59" fmla="*/ 1062 h 1235"/>
                <a:gd name="T60" fmla="*/ 794 w 1237"/>
                <a:gd name="T61" fmla="*/ 1094 h 1235"/>
                <a:gd name="T62" fmla="*/ 728 w 1237"/>
                <a:gd name="T63" fmla="*/ 1123 h 1235"/>
                <a:gd name="T64" fmla="*/ 661 w 1237"/>
                <a:gd name="T65" fmla="*/ 1147 h 1235"/>
                <a:gd name="T66" fmla="*/ 594 w 1237"/>
                <a:gd name="T67" fmla="*/ 1169 h 1235"/>
                <a:gd name="T68" fmla="*/ 491 w 1237"/>
                <a:gd name="T69" fmla="*/ 1196 h 1235"/>
                <a:gd name="T70" fmla="*/ 386 w 1237"/>
                <a:gd name="T71" fmla="*/ 1217 h 1235"/>
                <a:gd name="T72" fmla="*/ 280 w 1237"/>
                <a:gd name="T73" fmla="*/ 1229 h 1235"/>
                <a:gd name="T74" fmla="*/ 174 w 1237"/>
                <a:gd name="T75" fmla="*/ 1235 h 1235"/>
                <a:gd name="T76" fmla="*/ 151 w 1237"/>
                <a:gd name="T77" fmla="*/ 1235 h 1235"/>
                <a:gd name="T78" fmla="*/ 128 w 1237"/>
                <a:gd name="T79" fmla="*/ 1233 h 1235"/>
                <a:gd name="T80" fmla="*/ 106 w 1237"/>
                <a:gd name="T81" fmla="*/ 1228 h 1235"/>
                <a:gd name="T82" fmla="*/ 80 w 1237"/>
                <a:gd name="T83" fmla="*/ 1217 h 1235"/>
                <a:gd name="T84" fmla="*/ 57 w 1237"/>
                <a:gd name="T85" fmla="*/ 1201 h 1235"/>
                <a:gd name="T86" fmla="*/ 36 w 1237"/>
                <a:gd name="T87" fmla="*/ 1182 h 1235"/>
                <a:gd name="T88" fmla="*/ 21 w 1237"/>
                <a:gd name="T89" fmla="*/ 1159 h 1235"/>
                <a:gd name="T90" fmla="*/ 8 w 1237"/>
                <a:gd name="T91" fmla="*/ 1134 h 1235"/>
                <a:gd name="T92" fmla="*/ 1 w 1237"/>
                <a:gd name="T93" fmla="*/ 1106 h 1235"/>
                <a:gd name="T94" fmla="*/ 0 w 1237"/>
                <a:gd name="T95" fmla="*/ 1073 h 1235"/>
                <a:gd name="T96" fmla="*/ 0 w 1237"/>
                <a:gd name="T97" fmla="*/ 1041 h 1235"/>
                <a:gd name="T98" fmla="*/ 6 w 1237"/>
                <a:gd name="T99" fmla="*/ 947 h 1235"/>
                <a:gd name="T100" fmla="*/ 18 w 1237"/>
                <a:gd name="T101" fmla="*/ 855 h 1235"/>
                <a:gd name="T102" fmla="*/ 35 w 1237"/>
                <a:gd name="T103" fmla="*/ 762 h 1235"/>
                <a:gd name="T104" fmla="*/ 57 w 1237"/>
                <a:gd name="T105" fmla="*/ 671 h 1235"/>
                <a:gd name="T106" fmla="*/ 85 w 1237"/>
                <a:gd name="T107" fmla="*/ 582 h 1235"/>
                <a:gd name="T108" fmla="*/ 115 w 1237"/>
                <a:gd name="T109" fmla="*/ 501 h 1235"/>
                <a:gd name="T110" fmla="*/ 150 w 1237"/>
                <a:gd name="T111" fmla="*/ 421 h 1235"/>
                <a:gd name="T112" fmla="*/ 190 w 1237"/>
                <a:gd name="T113" fmla="*/ 345 h 1235"/>
                <a:gd name="T114" fmla="*/ 235 w 1237"/>
                <a:gd name="T115" fmla="*/ 270 h 1235"/>
                <a:gd name="T116" fmla="*/ 285 w 1237"/>
                <a:gd name="T117" fmla="*/ 200 h 1235"/>
                <a:gd name="T118" fmla="*/ 331 w 1237"/>
                <a:gd name="T119" fmla="*/ 144 h 1235"/>
                <a:gd name="T120" fmla="*/ 382 w 1237"/>
                <a:gd name="T121" fmla="*/ 92 h 1235"/>
                <a:gd name="T122" fmla="*/ 438 w 1237"/>
                <a:gd name="T123" fmla="*/ 44 h 1235"/>
                <a:gd name="T124" fmla="*/ 496 w 1237"/>
                <a:gd name="T125" fmla="*/ 0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37" h="1235">
                  <a:moveTo>
                    <a:pt x="496" y="0"/>
                  </a:moveTo>
                  <a:lnTo>
                    <a:pt x="532" y="36"/>
                  </a:lnTo>
                  <a:lnTo>
                    <a:pt x="502" y="104"/>
                  </a:lnTo>
                  <a:lnTo>
                    <a:pt x="474" y="173"/>
                  </a:lnTo>
                  <a:lnTo>
                    <a:pt x="447" y="248"/>
                  </a:lnTo>
                  <a:lnTo>
                    <a:pt x="423" y="324"/>
                  </a:lnTo>
                  <a:lnTo>
                    <a:pt x="403" y="401"/>
                  </a:lnTo>
                  <a:lnTo>
                    <a:pt x="375" y="522"/>
                  </a:lnTo>
                  <a:lnTo>
                    <a:pt x="353" y="644"/>
                  </a:lnTo>
                  <a:lnTo>
                    <a:pt x="335" y="767"/>
                  </a:lnTo>
                  <a:lnTo>
                    <a:pt x="323" y="890"/>
                  </a:lnTo>
                  <a:lnTo>
                    <a:pt x="320" y="915"/>
                  </a:lnTo>
                  <a:lnTo>
                    <a:pt x="423" y="906"/>
                  </a:lnTo>
                  <a:lnTo>
                    <a:pt x="526" y="893"/>
                  </a:lnTo>
                  <a:lnTo>
                    <a:pt x="647" y="874"/>
                  </a:lnTo>
                  <a:lnTo>
                    <a:pt x="766" y="849"/>
                  </a:lnTo>
                  <a:lnTo>
                    <a:pt x="885" y="820"/>
                  </a:lnTo>
                  <a:lnTo>
                    <a:pt x="1002" y="784"/>
                  </a:lnTo>
                  <a:lnTo>
                    <a:pt x="1060" y="763"/>
                  </a:lnTo>
                  <a:lnTo>
                    <a:pt x="1117" y="740"/>
                  </a:lnTo>
                  <a:lnTo>
                    <a:pt x="1173" y="717"/>
                  </a:lnTo>
                  <a:lnTo>
                    <a:pt x="1200" y="704"/>
                  </a:lnTo>
                  <a:lnTo>
                    <a:pt x="1237" y="740"/>
                  </a:lnTo>
                  <a:lnTo>
                    <a:pt x="1194" y="797"/>
                  </a:lnTo>
                  <a:lnTo>
                    <a:pt x="1147" y="851"/>
                  </a:lnTo>
                  <a:lnTo>
                    <a:pt x="1095" y="901"/>
                  </a:lnTo>
                  <a:lnTo>
                    <a:pt x="1041" y="947"/>
                  </a:lnTo>
                  <a:lnTo>
                    <a:pt x="983" y="989"/>
                  </a:lnTo>
                  <a:lnTo>
                    <a:pt x="922" y="1027"/>
                  </a:lnTo>
                  <a:lnTo>
                    <a:pt x="858" y="1062"/>
                  </a:lnTo>
                  <a:lnTo>
                    <a:pt x="794" y="1094"/>
                  </a:lnTo>
                  <a:lnTo>
                    <a:pt x="728" y="1123"/>
                  </a:lnTo>
                  <a:lnTo>
                    <a:pt x="661" y="1147"/>
                  </a:lnTo>
                  <a:lnTo>
                    <a:pt x="594" y="1169"/>
                  </a:lnTo>
                  <a:lnTo>
                    <a:pt x="491" y="1196"/>
                  </a:lnTo>
                  <a:lnTo>
                    <a:pt x="386" y="1217"/>
                  </a:lnTo>
                  <a:lnTo>
                    <a:pt x="280" y="1229"/>
                  </a:lnTo>
                  <a:lnTo>
                    <a:pt x="174" y="1235"/>
                  </a:lnTo>
                  <a:lnTo>
                    <a:pt x="151" y="1235"/>
                  </a:lnTo>
                  <a:lnTo>
                    <a:pt x="128" y="1233"/>
                  </a:lnTo>
                  <a:lnTo>
                    <a:pt x="106" y="1228"/>
                  </a:lnTo>
                  <a:lnTo>
                    <a:pt x="80" y="1217"/>
                  </a:lnTo>
                  <a:lnTo>
                    <a:pt x="57" y="1201"/>
                  </a:lnTo>
                  <a:lnTo>
                    <a:pt x="36" y="1182"/>
                  </a:lnTo>
                  <a:lnTo>
                    <a:pt x="21" y="1159"/>
                  </a:lnTo>
                  <a:lnTo>
                    <a:pt x="8" y="1134"/>
                  </a:lnTo>
                  <a:lnTo>
                    <a:pt x="1" y="1106"/>
                  </a:lnTo>
                  <a:lnTo>
                    <a:pt x="0" y="1073"/>
                  </a:lnTo>
                  <a:lnTo>
                    <a:pt x="0" y="1041"/>
                  </a:lnTo>
                  <a:lnTo>
                    <a:pt x="6" y="947"/>
                  </a:lnTo>
                  <a:lnTo>
                    <a:pt x="18" y="855"/>
                  </a:lnTo>
                  <a:lnTo>
                    <a:pt x="35" y="762"/>
                  </a:lnTo>
                  <a:lnTo>
                    <a:pt x="57" y="671"/>
                  </a:lnTo>
                  <a:lnTo>
                    <a:pt x="85" y="582"/>
                  </a:lnTo>
                  <a:lnTo>
                    <a:pt x="115" y="501"/>
                  </a:lnTo>
                  <a:lnTo>
                    <a:pt x="150" y="421"/>
                  </a:lnTo>
                  <a:lnTo>
                    <a:pt x="190" y="345"/>
                  </a:lnTo>
                  <a:lnTo>
                    <a:pt x="235" y="270"/>
                  </a:lnTo>
                  <a:lnTo>
                    <a:pt x="285" y="200"/>
                  </a:lnTo>
                  <a:lnTo>
                    <a:pt x="331" y="144"/>
                  </a:lnTo>
                  <a:lnTo>
                    <a:pt x="382" y="92"/>
                  </a:lnTo>
                  <a:lnTo>
                    <a:pt x="438" y="44"/>
                  </a:lnTo>
                  <a:lnTo>
                    <a:pt x="4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82" name="Freeform 1276"/>
            <p:cNvSpPr>
              <a:spLocks noEditPoints="1"/>
            </p:cNvSpPr>
            <p:nvPr/>
          </p:nvSpPr>
          <p:spPr bwMode="auto">
            <a:xfrm>
              <a:off x="5766" y="3626"/>
              <a:ext cx="1731" cy="1729"/>
            </a:xfrm>
            <a:custGeom>
              <a:avLst/>
              <a:gdLst>
                <a:gd name="T0" fmla="*/ 1977 w 3461"/>
                <a:gd name="T1" fmla="*/ 939 h 3456"/>
                <a:gd name="T2" fmla="*/ 1837 w 3461"/>
                <a:gd name="T3" fmla="*/ 996 h 3456"/>
                <a:gd name="T4" fmla="*/ 1719 w 3461"/>
                <a:gd name="T5" fmla="*/ 1101 h 3456"/>
                <a:gd name="T6" fmla="*/ 1646 w 3461"/>
                <a:gd name="T7" fmla="*/ 1235 h 3456"/>
                <a:gd name="T8" fmla="*/ 1621 w 3461"/>
                <a:gd name="T9" fmla="*/ 1382 h 3456"/>
                <a:gd name="T10" fmla="*/ 1646 w 3461"/>
                <a:gd name="T11" fmla="*/ 1529 h 3456"/>
                <a:gd name="T12" fmla="*/ 1719 w 3461"/>
                <a:gd name="T13" fmla="*/ 1665 h 3456"/>
                <a:gd name="T14" fmla="*/ 1837 w 3461"/>
                <a:gd name="T15" fmla="*/ 1770 h 3456"/>
                <a:gd name="T16" fmla="*/ 1977 w 3461"/>
                <a:gd name="T17" fmla="*/ 1826 h 3456"/>
                <a:gd name="T18" fmla="*/ 2127 w 3461"/>
                <a:gd name="T19" fmla="*/ 1835 h 3456"/>
                <a:gd name="T20" fmla="*/ 2270 w 3461"/>
                <a:gd name="T21" fmla="*/ 1794 h 3456"/>
                <a:gd name="T22" fmla="*/ 2399 w 3461"/>
                <a:gd name="T23" fmla="*/ 1705 h 3456"/>
                <a:gd name="T24" fmla="*/ 2488 w 3461"/>
                <a:gd name="T25" fmla="*/ 1577 h 3456"/>
                <a:gd name="T26" fmla="*/ 2529 w 3461"/>
                <a:gd name="T27" fmla="*/ 1433 h 3456"/>
                <a:gd name="T28" fmla="*/ 2521 w 3461"/>
                <a:gd name="T29" fmla="*/ 1283 h 3456"/>
                <a:gd name="T30" fmla="*/ 2464 w 3461"/>
                <a:gd name="T31" fmla="*/ 1143 h 3456"/>
                <a:gd name="T32" fmla="*/ 2359 w 3461"/>
                <a:gd name="T33" fmla="*/ 1026 h 3456"/>
                <a:gd name="T34" fmla="*/ 2225 w 3461"/>
                <a:gd name="T35" fmla="*/ 952 h 3456"/>
                <a:gd name="T36" fmla="*/ 2076 w 3461"/>
                <a:gd name="T37" fmla="*/ 928 h 3456"/>
                <a:gd name="T38" fmla="*/ 3351 w 3461"/>
                <a:gd name="T39" fmla="*/ 2 h 3456"/>
                <a:gd name="T40" fmla="*/ 3421 w 3461"/>
                <a:gd name="T41" fmla="*/ 40 h 3456"/>
                <a:gd name="T42" fmla="*/ 3459 w 3461"/>
                <a:gd name="T43" fmla="*/ 111 h 3456"/>
                <a:gd name="T44" fmla="*/ 3457 w 3461"/>
                <a:gd name="T45" fmla="*/ 256 h 3456"/>
                <a:gd name="T46" fmla="*/ 3444 w 3461"/>
                <a:gd name="T47" fmla="*/ 471 h 3456"/>
                <a:gd name="T48" fmla="*/ 3416 w 3461"/>
                <a:gd name="T49" fmla="*/ 722 h 3456"/>
                <a:gd name="T50" fmla="*/ 3372 w 3461"/>
                <a:gd name="T51" fmla="*/ 997 h 3456"/>
                <a:gd name="T52" fmla="*/ 3304 w 3461"/>
                <a:gd name="T53" fmla="*/ 1283 h 3456"/>
                <a:gd name="T54" fmla="*/ 3210 w 3461"/>
                <a:gd name="T55" fmla="*/ 1569 h 3456"/>
                <a:gd name="T56" fmla="*/ 3083 w 3461"/>
                <a:gd name="T57" fmla="*/ 1845 h 3456"/>
                <a:gd name="T58" fmla="*/ 2922 w 3461"/>
                <a:gd name="T59" fmla="*/ 2094 h 3456"/>
                <a:gd name="T60" fmla="*/ 2738 w 3461"/>
                <a:gd name="T61" fmla="*/ 2296 h 3456"/>
                <a:gd name="T62" fmla="*/ 2592 w 3461"/>
                <a:gd name="T63" fmla="*/ 2431 h 3456"/>
                <a:gd name="T64" fmla="*/ 2457 w 3461"/>
                <a:gd name="T65" fmla="*/ 2538 h 3456"/>
                <a:gd name="T66" fmla="*/ 2318 w 3461"/>
                <a:gd name="T67" fmla="*/ 2635 h 3456"/>
                <a:gd name="T68" fmla="*/ 2156 w 3461"/>
                <a:gd name="T69" fmla="*/ 2738 h 3456"/>
                <a:gd name="T70" fmla="*/ 2003 w 3461"/>
                <a:gd name="T71" fmla="*/ 2833 h 3456"/>
                <a:gd name="T72" fmla="*/ 1849 w 3461"/>
                <a:gd name="T73" fmla="*/ 2931 h 3456"/>
                <a:gd name="T74" fmla="*/ 1665 w 3461"/>
                <a:gd name="T75" fmla="*/ 3049 h 3456"/>
                <a:gd name="T76" fmla="*/ 1449 w 3461"/>
                <a:gd name="T77" fmla="*/ 3193 h 3456"/>
                <a:gd name="T78" fmla="*/ 1193 w 3461"/>
                <a:gd name="T79" fmla="*/ 3366 h 3456"/>
                <a:gd name="T80" fmla="*/ 1048 w 3461"/>
                <a:gd name="T81" fmla="*/ 3453 h 3456"/>
                <a:gd name="T82" fmla="*/ 969 w 3461"/>
                <a:gd name="T83" fmla="*/ 3445 h 3456"/>
                <a:gd name="T84" fmla="*/ 40 w 3461"/>
                <a:gd name="T85" fmla="*/ 2534 h 3456"/>
                <a:gd name="T86" fmla="*/ 3 w 3461"/>
                <a:gd name="T87" fmla="*/ 2463 h 3456"/>
                <a:gd name="T88" fmla="*/ 11 w 3461"/>
                <a:gd name="T89" fmla="*/ 2383 h 3456"/>
                <a:gd name="T90" fmla="*/ 152 w 3461"/>
                <a:gd name="T91" fmla="*/ 2175 h 3456"/>
                <a:gd name="T92" fmla="*/ 315 w 3461"/>
                <a:gd name="T93" fmla="*/ 1934 h 3456"/>
                <a:gd name="T94" fmla="*/ 449 w 3461"/>
                <a:gd name="T95" fmla="*/ 1729 h 3456"/>
                <a:gd name="T96" fmla="*/ 560 w 3461"/>
                <a:gd name="T97" fmla="*/ 1556 h 3456"/>
                <a:gd name="T98" fmla="*/ 653 w 3461"/>
                <a:gd name="T99" fmla="*/ 1409 h 3456"/>
                <a:gd name="T100" fmla="*/ 755 w 3461"/>
                <a:gd name="T101" fmla="*/ 1246 h 3456"/>
                <a:gd name="T102" fmla="*/ 855 w 3461"/>
                <a:gd name="T103" fmla="*/ 1094 h 3456"/>
                <a:gd name="T104" fmla="*/ 953 w 3461"/>
                <a:gd name="T105" fmla="*/ 957 h 3456"/>
                <a:gd name="T106" fmla="*/ 1068 w 3461"/>
                <a:gd name="T107" fmla="*/ 822 h 3456"/>
                <a:gd name="T108" fmla="*/ 1215 w 3461"/>
                <a:gd name="T109" fmla="*/ 667 h 3456"/>
                <a:gd name="T110" fmla="*/ 1442 w 3461"/>
                <a:gd name="T111" fmla="*/ 480 h 3456"/>
                <a:gd name="T112" fmla="*/ 1704 w 3461"/>
                <a:gd name="T113" fmla="*/ 332 h 3456"/>
                <a:gd name="T114" fmla="*/ 1983 w 3461"/>
                <a:gd name="T115" fmla="*/ 217 h 3456"/>
                <a:gd name="T116" fmla="*/ 2272 w 3461"/>
                <a:gd name="T117" fmla="*/ 131 h 3456"/>
                <a:gd name="T118" fmla="*/ 2556 w 3461"/>
                <a:gd name="T119" fmla="*/ 72 h 3456"/>
                <a:gd name="T120" fmla="*/ 2824 w 3461"/>
                <a:gd name="T121" fmla="*/ 34 h 3456"/>
                <a:gd name="T122" fmla="*/ 3065 w 3461"/>
                <a:gd name="T123" fmla="*/ 11 h 3456"/>
                <a:gd name="T124" fmla="*/ 3265 w 3461"/>
                <a:gd name="T125" fmla="*/ 1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61" h="3456">
                  <a:moveTo>
                    <a:pt x="2076" y="928"/>
                  </a:moveTo>
                  <a:lnTo>
                    <a:pt x="2026" y="931"/>
                  </a:lnTo>
                  <a:lnTo>
                    <a:pt x="1977" y="939"/>
                  </a:lnTo>
                  <a:lnTo>
                    <a:pt x="1928" y="952"/>
                  </a:lnTo>
                  <a:lnTo>
                    <a:pt x="1881" y="972"/>
                  </a:lnTo>
                  <a:lnTo>
                    <a:pt x="1837" y="996"/>
                  </a:lnTo>
                  <a:lnTo>
                    <a:pt x="1794" y="1026"/>
                  </a:lnTo>
                  <a:lnTo>
                    <a:pt x="1754" y="1061"/>
                  </a:lnTo>
                  <a:lnTo>
                    <a:pt x="1719" y="1101"/>
                  </a:lnTo>
                  <a:lnTo>
                    <a:pt x="1689" y="1143"/>
                  </a:lnTo>
                  <a:lnTo>
                    <a:pt x="1665" y="1188"/>
                  </a:lnTo>
                  <a:lnTo>
                    <a:pt x="1646" y="1235"/>
                  </a:lnTo>
                  <a:lnTo>
                    <a:pt x="1632" y="1283"/>
                  </a:lnTo>
                  <a:lnTo>
                    <a:pt x="1624" y="1333"/>
                  </a:lnTo>
                  <a:lnTo>
                    <a:pt x="1621" y="1382"/>
                  </a:lnTo>
                  <a:lnTo>
                    <a:pt x="1624" y="1433"/>
                  </a:lnTo>
                  <a:lnTo>
                    <a:pt x="1632" y="1481"/>
                  </a:lnTo>
                  <a:lnTo>
                    <a:pt x="1646" y="1529"/>
                  </a:lnTo>
                  <a:lnTo>
                    <a:pt x="1665" y="1577"/>
                  </a:lnTo>
                  <a:lnTo>
                    <a:pt x="1689" y="1622"/>
                  </a:lnTo>
                  <a:lnTo>
                    <a:pt x="1719" y="1665"/>
                  </a:lnTo>
                  <a:lnTo>
                    <a:pt x="1754" y="1705"/>
                  </a:lnTo>
                  <a:lnTo>
                    <a:pt x="1794" y="1740"/>
                  </a:lnTo>
                  <a:lnTo>
                    <a:pt x="1837" y="1770"/>
                  </a:lnTo>
                  <a:lnTo>
                    <a:pt x="1881" y="1794"/>
                  </a:lnTo>
                  <a:lnTo>
                    <a:pt x="1928" y="1813"/>
                  </a:lnTo>
                  <a:lnTo>
                    <a:pt x="1977" y="1826"/>
                  </a:lnTo>
                  <a:lnTo>
                    <a:pt x="2026" y="1835"/>
                  </a:lnTo>
                  <a:lnTo>
                    <a:pt x="2076" y="1837"/>
                  </a:lnTo>
                  <a:lnTo>
                    <a:pt x="2127" y="1835"/>
                  </a:lnTo>
                  <a:lnTo>
                    <a:pt x="2175" y="1826"/>
                  </a:lnTo>
                  <a:lnTo>
                    <a:pt x="2225" y="1813"/>
                  </a:lnTo>
                  <a:lnTo>
                    <a:pt x="2270" y="1794"/>
                  </a:lnTo>
                  <a:lnTo>
                    <a:pt x="2316" y="1770"/>
                  </a:lnTo>
                  <a:lnTo>
                    <a:pt x="2359" y="1740"/>
                  </a:lnTo>
                  <a:lnTo>
                    <a:pt x="2399" y="1705"/>
                  </a:lnTo>
                  <a:lnTo>
                    <a:pt x="2434" y="1665"/>
                  </a:lnTo>
                  <a:lnTo>
                    <a:pt x="2464" y="1622"/>
                  </a:lnTo>
                  <a:lnTo>
                    <a:pt x="2488" y="1577"/>
                  </a:lnTo>
                  <a:lnTo>
                    <a:pt x="2507" y="1529"/>
                  </a:lnTo>
                  <a:lnTo>
                    <a:pt x="2521" y="1481"/>
                  </a:lnTo>
                  <a:lnTo>
                    <a:pt x="2529" y="1433"/>
                  </a:lnTo>
                  <a:lnTo>
                    <a:pt x="2532" y="1382"/>
                  </a:lnTo>
                  <a:lnTo>
                    <a:pt x="2529" y="1333"/>
                  </a:lnTo>
                  <a:lnTo>
                    <a:pt x="2521" y="1283"/>
                  </a:lnTo>
                  <a:lnTo>
                    <a:pt x="2507" y="1235"/>
                  </a:lnTo>
                  <a:lnTo>
                    <a:pt x="2488" y="1188"/>
                  </a:lnTo>
                  <a:lnTo>
                    <a:pt x="2464" y="1143"/>
                  </a:lnTo>
                  <a:lnTo>
                    <a:pt x="2434" y="1101"/>
                  </a:lnTo>
                  <a:lnTo>
                    <a:pt x="2399" y="1061"/>
                  </a:lnTo>
                  <a:lnTo>
                    <a:pt x="2359" y="1026"/>
                  </a:lnTo>
                  <a:lnTo>
                    <a:pt x="2316" y="996"/>
                  </a:lnTo>
                  <a:lnTo>
                    <a:pt x="2270" y="972"/>
                  </a:lnTo>
                  <a:lnTo>
                    <a:pt x="2225" y="952"/>
                  </a:lnTo>
                  <a:lnTo>
                    <a:pt x="2175" y="939"/>
                  </a:lnTo>
                  <a:lnTo>
                    <a:pt x="2127" y="931"/>
                  </a:lnTo>
                  <a:lnTo>
                    <a:pt x="2076" y="928"/>
                  </a:lnTo>
                  <a:close/>
                  <a:moveTo>
                    <a:pt x="3322" y="0"/>
                  </a:moveTo>
                  <a:lnTo>
                    <a:pt x="3325" y="0"/>
                  </a:lnTo>
                  <a:lnTo>
                    <a:pt x="3351" y="2"/>
                  </a:lnTo>
                  <a:lnTo>
                    <a:pt x="3377" y="10"/>
                  </a:lnTo>
                  <a:lnTo>
                    <a:pt x="3401" y="23"/>
                  </a:lnTo>
                  <a:lnTo>
                    <a:pt x="3421" y="40"/>
                  </a:lnTo>
                  <a:lnTo>
                    <a:pt x="3438" y="60"/>
                  </a:lnTo>
                  <a:lnTo>
                    <a:pt x="3451" y="86"/>
                  </a:lnTo>
                  <a:lnTo>
                    <a:pt x="3459" y="111"/>
                  </a:lnTo>
                  <a:lnTo>
                    <a:pt x="3461" y="139"/>
                  </a:lnTo>
                  <a:lnTo>
                    <a:pt x="3460" y="194"/>
                  </a:lnTo>
                  <a:lnTo>
                    <a:pt x="3457" y="256"/>
                  </a:lnTo>
                  <a:lnTo>
                    <a:pt x="3454" y="323"/>
                  </a:lnTo>
                  <a:lnTo>
                    <a:pt x="3450" y="395"/>
                  </a:lnTo>
                  <a:lnTo>
                    <a:pt x="3444" y="471"/>
                  </a:lnTo>
                  <a:lnTo>
                    <a:pt x="3437" y="552"/>
                  </a:lnTo>
                  <a:lnTo>
                    <a:pt x="3427" y="635"/>
                  </a:lnTo>
                  <a:lnTo>
                    <a:pt x="3416" y="722"/>
                  </a:lnTo>
                  <a:lnTo>
                    <a:pt x="3404" y="811"/>
                  </a:lnTo>
                  <a:lnTo>
                    <a:pt x="3389" y="903"/>
                  </a:lnTo>
                  <a:lnTo>
                    <a:pt x="3372" y="997"/>
                  </a:lnTo>
                  <a:lnTo>
                    <a:pt x="3351" y="1091"/>
                  </a:lnTo>
                  <a:lnTo>
                    <a:pt x="3329" y="1187"/>
                  </a:lnTo>
                  <a:lnTo>
                    <a:pt x="3304" y="1283"/>
                  </a:lnTo>
                  <a:lnTo>
                    <a:pt x="3275" y="1380"/>
                  </a:lnTo>
                  <a:lnTo>
                    <a:pt x="3244" y="1475"/>
                  </a:lnTo>
                  <a:lnTo>
                    <a:pt x="3210" y="1569"/>
                  </a:lnTo>
                  <a:lnTo>
                    <a:pt x="3171" y="1663"/>
                  </a:lnTo>
                  <a:lnTo>
                    <a:pt x="3129" y="1755"/>
                  </a:lnTo>
                  <a:lnTo>
                    <a:pt x="3083" y="1845"/>
                  </a:lnTo>
                  <a:lnTo>
                    <a:pt x="3033" y="1932"/>
                  </a:lnTo>
                  <a:lnTo>
                    <a:pt x="2980" y="2015"/>
                  </a:lnTo>
                  <a:lnTo>
                    <a:pt x="2922" y="2094"/>
                  </a:lnTo>
                  <a:lnTo>
                    <a:pt x="2859" y="2172"/>
                  </a:lnTo>
                  <a:lnTo>
                    <a:pt x="2793" y="2243"/>
                  </a:lnTo>
                  <a:lnTo>
                    <a:pt x="2738" y="2296"/>
                  </a:lnTo>
                  <a:lnTo>
                    <a:pt x="2686" y="2346"/>
                  </a:lnTo>
                  <a:lnTo>
                    <a:pt x="2638" y="2390"/>
                  </a:lnTo>
                  <a:lnTo>
                    <a:pt x="2592" y="2431"/>
                  </a:lnTo>
                  <a:lnTo>
                    <a:pt x="2546" y="2469"/>
                  </a:lnTo>
                  <a:lnTo>
                    <a:pt x="2501" y="2504"/>
                  </a:lnTo>
                  <a:lnTo>
                    <a:pt x="2457" y="2538"/>
                  </a:lnTo>
                  <a:lnTo>
                    <a:pt x="2412" y="2571"/>
                  </a:lnTo>
                  <a:lnTo>
                    <a:pt x="2366" y="2603"/>
                  </a:lnTo>
                  <a:lnTo>
                    <a:pt x="2318" y="2635"/>
                  </a:lnTo>
                  <a:lnTo>
                    <a:pt x="2267" y="2668"/>
                  </a:lnTo>
                  <a:lnTo>
                    <a:pt x="2214" y="2702"/>
                  </a:lnTo>
                  <a:lnTo>
                    <a:pt x="2156" y="2738"/>
                  </a:lnTo>
                  <a:lnTo>
                    <a:pt x="2094" y="2777"/>
                  </a:lnTo>
                  <a:lnTo>
                    <a:pt x="2050" y="2804"/>
                  </a:lnTo>
                  <a:lnTo>
                    <a:pt x="2003" y="2833"/>
                  </a:lnTo>
                  <a:lnTo>
                    <a:pt x="1955" y="2865"/>
                  </a:lnTo>
                  <a:lnTo>
                    <a:pt x="1903" y="2897"/>
                  </a:lnTo>
                  <a:lnTo>
                    <a:pt x="1849" y="2931"/>
                  </a:lnTo>
                  <a:lnTo>
                    <a:pt x="1791" y="2969"/>
                  </a:lnTo>
                  <a:lnTo>
                    <a:pt x="1729" y="3007"/>
                  </a:lnTo>
                  <a:lnTo>
                    <a:pt x="1665" y="3049"/>
                  </a:lnTo>
                  <a:lnTo>
                    <a:pt x="1597" y="3094"/>
                  </a:lnTo>
                  <a:lnTo>
                    <a:pt x="1525" y="3142"/>
                  </a:lnTo>
                  <a:lnTo>
                    <a:pt x="1449" y="3193"/>
                  </a:lnTo>
                  <a:lnTo>
                    <a:pt x="1368" y="3247"/>
                  </a:lnTo>
                  <a:lnTo>
                    <a:pt x="1283" y="3304"/>
                  </a:lnTo>
                  <a:lnTo>
                    <a:pt x="1193" y="3366"/>
                  </a:lnTo>
                  <a:lnTo>
                    <a:pt x="1099" y="3431"/>
                  </a:lnTo>
                  <a:lnTo>
                    <a:pt x="1074" y="3445"/>
                  </a:lnTo>
                  <a:lnTo>
                    <a:pt x="1048" y="3453"/>
                  </a:lnTo>
                  <a:lnTo>
                    <a:pt x="1021" y="3456"/>
                  </a:lnTo>
                  <a:lnTo>
                    <a:pt x="994" y="3454"/>
                  </a:lnTo>
                  <a:lnTo>
                    <a:pt x="969" y="3445"/>
                  </a:lnTo>
                  <a:lnTo>
                    <a:pt x="946" y="3433"/>
                  </a:lnTo>
                  <a:lnTo>
                    <a:pt x="924" y="3415"/>
                  </a:lnTo>
                  <a:lnTo>
                    <a:pt x="40" y="2534"/>
                  </a:lnTo>
                  <a:lnTo>
                    <a:pt x="23" y="2512"/>
                  </a:lnTo>
                  <a:lnTo>
                    <a:pt x="10" y="2488"/>
                  </a:lnTo>
                  <a:lnTo>
                    <a:pt x="3" y="2463"/>
                  </a:lnTo>
                  <a:lnTo>
                    <a:pt x="0" y="2436"/>
                  </a:lnTo>
                  <a:lnTo>
                    <a:pt x="3" y="2408"/>
                  </a:lnTo>
                  <a:lnTo>
                    <a:pt x="11" y="2383"/>
                  </a:lnTo>
                  <a:lnTo>
                    <a:pt x="25" y="2359"/>
                  </a:lnTo>
                  <a:lnTo>
                    <a:pt x="90" y="2265"/>
                  </a:lnTo>
                  <a:lnTo>
                    <a:pt x="152" y="2175"/>
                  </a:lnTo>
                  <a:lnTo>
                    <a:pt x="210" y="2090"/>
                  </a:lnTo>
                  <a:lnTo>
                    <a:pt x="264" y="2010"/>
                  </a:lnTo>
                  <a:lnTo>
                    <a:pt x="315" y="1934"/>
                  </a:lnTo>
                  <a:lnTo>
                    <a:pt x="362" y="1861"/>
                  </a:lnTo>
                  <a:lnTo>
                    <a:pt x="407" y="1794"/>
                  </a:lnTo>
                  <a:lnTo>
                    <a:pt x="449" y="1729"/>
                  </a:lnTo>
                  <a:lnTo>
                    <a:pt x="489" y="1668"/>
                  </a:lnTo>
                  <a:lnTo>
                    <a:pt x="525" y="1610"/>
                  </a:lnTo>
                  <a:lnTo>
                    <a:pt x="560" y="1556"/>
                  </a:lnTo>
                  <a:lnTo>
                    <a:pt x="593" y="1504"/>
                  </a:lnTo>
                  <a:lnTo>
                    <a:pt x="624" y="1456"/>
                  </a:lnTo>
                  <a:lnTo>
                    <a:pt x="653" y="1409"/>
                  </a:lnTo>
                  <a:lnTo>
                    <a:pt x="681" y="1365"/>
                  </a:lnTo>
                  <a:lnTo>
                    <a:pt x="718" y="1303"/>
                  </a:lnTo>
                  <a:lnTo>
                    <a:pt x="755" y="1246"/>
                  </a:lnTo>
                  <a:lnTo>
                    <a:pt x="790" y="1193"/>
                  </a:lnTo>
                  <a:lnTo>
                    <a:pt x="822" y="1142"/>
                  </a:lnTo>
                  <a:lnTo>
                    <a:pt x="855" y="1094"/>
                  </a:lnTo>
                  <a:lnTo>
                    <a:pt x="886" y="1048"/>
                  </a:lnTo>
                  <a:lnTo>
                    <a:pt x="919" y="1002"/>
                  </a:lnTo>
                  <a:lnTo>
                    <a:pt x="953" y="957"/>
                  </a:lnTo>
                  <a:lnTo>
                    <a:pt x="989" y="914"/>
                  </a:lnTo>
                  <a:lnTo>
                    <a:pt x="1027" y="868"/>
                  </a:lnTo>
                  <a:lnTo>
                    <a:pt x="1068" y="822"/>
                  </a:lnTo>
                  <a:lnTo>
                    <a:pt x="1112" y="773"/>
                  </a:lnTo>
                  <a:lnTo>
                    <a:pt x="1161" y="722"/>
                  </a:lnTo>
                  <a:lnTo>
                    <a:pt x="1215" y="667"/>
                  </a:lnTo>
                  <a:lnTo>
                    <a:pt x="1287" y="601"/>
                  </a:lnTo>
                  <a:lnTo>
                    <a:pt x="1363" y="538"/>
                  </a:lnTo>
                  <a:lnTo>
                    <a:pt x="1442" y="480"/>
                  </a:lnTo>
                  <a:lnTo>
                    <a:pt x="1527" y="427"/>
                  </a:lnTo>
                  <a:lnTo>
                    <a:pt x="1613" y="378"/>
                  </a:lnTo>
                  <a:lnTo>
                    <a:pt x="1704" y="332"/>
                  </a:lnTo>
                  <a:lnTo>
                    <a:pt x="1794" y="290"/>
                  </a:lnTo>
                  <a:lnTo>
                    <a:pt x="1889" y="252"/>
                  </a:lnTo>
                  <a:lnTo>
                    <a:pt x="1983" y="217"/>
                  </a:lnTo>
                  <a:lnTo>
                    <a:pt x="2080" y="186"/>
                  </a:lnTo>
                  <a:lnTo>
                    <a:pt x="2175" y="157"/>
                  </a:lnTo>
                  <a:lnTo>
                    <a:pt x="2272" y="131"/>
                  </a:lnTo>
                  <a:lnTo>
                    <a:pt x="2367" y="110"/>
                  </a:lnTo>
                  <a:lnTo>
                    <a:pt x="2463" y="89"/>
                  </a:lnTo>
                  <a:lnTo>
                    <a:pt x="2556" y="72"/>
                  </a:lnTo>
                  <a:lnTo>
                    <a:pt x="2648" y="57"/>
                  </a:lnTo>
                  <a:lnTo>
                    <a:pt x="2737" y="45"/>
                  </a:lnTo>
                  <a:lnTo>
                    <a:pt x="2824" y="34"/>
                  </a:lnTo>
                  <a:lnTo>
                    <a:pt x="2909" y="24"/>
                  </a:lnTo>
                  <a:lnTo>
                    <a:pt x="2988" y="17"/>
                  </a:lnTo>
                  <a:lnTo>
                    <a:pt x="3065" y="11"/>
                  </a:lnTo>
                  <a:lnTo>
                    <a:pt x="3137" y="6"/>
                  </a:lnTo>
                  <a:lnTo>
                    <a:pt x="3204" y="3"/>
                  </a:lnTo>
                  <a:lnTo>
                    <a:pt x="3265" y="1"/>
                  </a:lnTo>
                  <a:lnTo>
                    <a:pt x="33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</p:grpSp>
      <p:sp>
        <p:nvSpPr>
          <p:cNvPr id="83" name="Freeform: Shape 82"/>
          <p:cNvSpPr/>
          <p:nvPr/>
        </p:nvSpPr>
        <p:spPr>
          <a:xfrm>
            <a:off x="-5751" y="2328591"/>
            <a:ext cx="9583616" cy="3358151"/>
          </a:xfrm>
          <a:custGeom>
            <a:avLst/>
            <a:gdLst>
              <a:gd name="connsiteX0" fmla="*/ 9583616 w 9583616"/>
              <a:gd name="connsiteY0" fmla="*/ 0 h 3358151"/>
              <a:gd name="connsiteX1" fmla="*/ 4976447 w 9583616"/>
              <a:gd name="connsiteY1" fmla="*/ 3200400 h 3358151"/>
              <a:gd name="connsiteX2" fmla="*/ 0 w 9583616"/>
              <a:gd name="connsiteY2" fmla="*/ 2901462 h 3358151"/>
              <a:gd name="connsiteX3" fmla="*/ 0 w 9583616"/>
              <a:gd name="connsiteY3" fmla="*/ 2901462 h 335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83616" h="3358151">
                <a:moveTo>
                  <a:pt x="9583616" y="0"/>
                </a:moveTo>
                <a:cubicBezTo>
                  <a:pt x="8078666" y="1358411"/>
                  <a:pt x="6573716" y="2716823"/>
                  <a:pt x="4976447" y="3200400"/>
                </a:cubicBezTo>
                <a:cubicBezTo>
                  <a:pt x="3379178" y="3683977"/>
                  <a:pt x="0" y="2901462"/>
                  <a:pt x="0" y="2901462"/>
                </a:cubicBezTo>
                <a:lnTo>
                  <a:pt x="0" y="2901462"/>
                </a:ln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613027" y="2735004"/>
            <a:ext cx="969818" cy="96981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2920862" y="4077787"/>
            <a:ext cx="969818" cy="96981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4827884" y="4899545"/>
            <a:ext cx="969818" cy="9698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758342" y="2079804"/>
            <a:ext cx="969818" cy="96981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6734907" y="3581165"/>
            <a:ext cx="969818" cy="9698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524058" y="2262260"/>
            <a:ext cx="210161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adipiscing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elit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sed</a:t>
            </a:r>
            <a:endParaRPr lang="en-US" sz="900" dirty="0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6934646" y="1956709"/>
            <a:ext cx="1691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757453" y="4227147"/>
            <a:ext cx="210161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adipiscing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elit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sed</a:t>
            </a:r>
            <a:endParaRPr lang="en-US" sz="900" dirty="0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7757453" y="3921596"/>
            <a:ext cx="1691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888796" y="5545195"/>
            <a:ext cx="210161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adipiscing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elit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sed</a:t>
            </a:r>
            <a:endParaRPr lang="en-US" sz="900" dirty="0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888796" y="5239644"/>
            <a:ext cx="1691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78452" y="2801828"/>
            <a:ext cx="210161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adipiscing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elit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sed</a:t>
            </a:r>
            <a:endParaRPr lang="en-US" sz="900" dirty="0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678452" y="2496277"/>
            <a:ext cx="1691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SUBTITLE HERE</a:t>
            </a:r>
          </a:p>
        </p:txBody>
      </p:sp>
      <p:grpSp>
        <p:nvGrpSpPr>
          <p:cNvPr id="119" name="Group 41"/>
          <p:cNvGrpSpPr>
            <a:grpSpLocks noChangeAspect="1"/>
          </p:cNvGrpSpPr>
          <p:nvPr/>
        </p:nvGrpSpPr>
        <p:grpSpPr bwMode="auto">
          <a:xfrm>
            <a:off x="928867" y="3025444"/>
            <a:ext cx="363537" cy="363537"/>
            <a:chOff x="1643" y="866"/>
            <a:chExt cx="229" cy="229"/>
          </a:xfrm>
          <a:solidFill>
            <a:schemeClr val="bg1"/>
          </a:solidFill>
        </p:grpSpPr>
        <p:sp>
          <p:nvSpPr>
            <p:cNvPr id="120" name="Freeform 43"/>
            <p:cNvSpPr>
              <a:spLocks/>
            </p:cNvSpPr>
            <p:nvPr/>
          </p:nvSpPr>
          <p:spPr bwMode="auto">
            <a:xfrm>
              <a:off x="1643" y="866"/>
              <a:ext cx="163" cy="107"/>
            </a:xfrm>
            <a:custGeom>
              <a:avLst/>
              <a:gdLst>
                <a:gd name="T0" fmla="*/ 1830 w 2445"/>
                <a:gd name="T1" fmla="*/ 5 h 1608"/>
                <a:gd name="T2" fmla="*/ 2034 w 2445"/>
                <a:gd name="T3" fmla="*/ 33 h 1608"/>
                <a:gd name="T4" fmla="*/ 2239 w 2445"/>
                <a:gd name="T5" fmla="*/ 85 h 1608"/>
                <a:gd name="T6" fmla="*/ 2445 w 2445"/>
                <a:gd name="T7" fmla="*/ 161 h 1608"/>
                <a:gd name="T8" fmla="*/ 2348 w 2445"/>
                <a:gd name="T9" fmla="*/ 371 h 1608"/>
                <a:gd name="T10" fmla="*/ 2205 w 2445"/>
                <a:gd name="T11" fmla="*/ 434 h 1608"/>
                <a:gd name="T12" fmla="*/ 2012 w 2445"/>
                <a:gd name="T13" fmla="*/ 378 h 1608"/>
                <a:gd name="T14" fmla="*/ 1822 w 2445"/>
                <a:gd name="T15" fmla="*/ 350 h 1608"/>
                <a:gd name="T16" fmla="*/ 1634 w 2445"/>
                <a:gd name="T17" fmla="*/ 349 h 1608"/>
                <a:gd name="T18" fmla="*/ 1452 w 2445"/>
                <a:gd name="T19" fmla="*/ 373 h 1608"/>
                <a:gd name="T20" fmla="*/ 1279 w 2445"/>
                <a:gd name="T21" fmla="*/ 420 h 1608"/>
                <a:gd name="T22" fmla="*/ 1113 w 2445"/>
                <a:gd name="T23" fmla="*/ 490 h 1608"/>
                <a:gd name="T24" fmla="*/ 958 w 2445"/>
                <a:gd name="T25" fmla="*/ 578 h 1608"/>
                <a:gd name="T26" fmla="*/ 817 w 2445"/>
                <a:gd name="T27" fmla="*/ 685 h 1608"/>
                <a:gd name="T28" fmla="*/ 691 w 2445"/>
                <a:gd name="T29" fmla="*/ 808 h 1608"/>
                <a:gd name="T30" fmla="*/ 581 w 2445"/>
                <a:gd name="T31" fmla="*/ 946 h 1608"/>
                <a:gd name="T32" fmla="*/ 489 w 2445"/>
                <a:gd name="T33" fmla="*/ 1097 h 1608"/>
                <a:gd name="T34" fmla="*/ 417 w 2445"/>
                <a:gd name="T35" fmla="*/ 1258 h 1608"/>
                <a:gd name="T36" fmla="*/ 368 w 2445"/>
                <a:gd name="T37" fmla="*/ 1429 h 1608"/>
                <a:gd name="T38" fmla="*/ 342 w 2445"/>
                <a:gd name="T39" fmla="*/ 1608 h 1608"/>
                <a:gd name="T40" fmla="*/ 117 w 2445"/>
                <a:gd name="T41" fmla="*/ 1589 h 1608"/>
                <a:gd name="T42" fmla="*/ 15 w 2445"/>
                <a:gd name="T43" fmla="*/ 1477 h 1608"/>
                <a:gd name="T44" fmla="*/ 56 w 2445"/>
                <a:gd name="T45" fmla="*/ 1282 h 1608"/>
                <a:gd name="T46" fmla="*/ 115 w 2445"/>
                <a:gd name="T47" fmla="*/ 1100 h 1608"/>
                <a:gd name="T48" fmla="*/ 190 w 2445"/>
                <a:gd name="T49" fmla="*/ 928 h 1608"/>
                <a:gd name="T50" fmla="*/ 284 w 2445"/>
                <a:gd name="T51" fmla="*/ 767 h 1608"/>
                <a:gd name="T52" fmla="*/ 394 w 2445"/>
                <a:gd name="T53" fmla="*/ 619 h 1608"/>
                <a:gd name="T54" fmla="*/ 524 w 2445"/>
                <a:gd name="T55" fmla="*/ 482 h 1608"/>
                <a:gd name="T56" fmla="*/ 672 w 2445"/>
                <a:gd name="T57" fmla="*/ 358 h 1608"/>
                <a:gd name="T58" fmla="*/ 838 w 2445"/>
                <a:gd name="T59" fmla="*/ 247 h 1608"/>
                <a:gd name="T60" fmla="*/ 1033 w 2445"/>
                <a:gd name="T61" fmla="*/ 145 h 1608"/>
                <a:gd name="T62" fmla="*/ 1229 w 2445"/>
                <a:gd name="T63" fmla="*/ 71 h 1608"/>
                <a:gd name="T64" fmla="*/ 1428 w 2445"/>
                <a:gd name="T65" fmla="*/ 24 h 1608"/>
                <a:gd name="T66" fmla="*/ 1628 w 2445"/>
                <a:gd name="T67" fmla="*/ 1 h 1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445" h="1608">
                  <a:moveTo>
                    <a:pt x="1728" y="0"/>
                  </a:moveTo>
                  <a:lnTo>
                    <a:pt x="1830" y="5"/>
                  </a:lnTo>
                  <a:lnTo>
                    <a:pt x="1931" y="16"/>
                  </a:lnTo>
                  <a:lnTo>
                    <a:pt x="2034" y="33"/>
                  </a:lnTo>
                  <a:lnTo>
                    <a:pt x="2136" y="56"/>
                  </a:lnTo>
                  <a:lnTo>
                    <a:pt x="2239" y="85"/>
                  </a:lnTo>
                  <a:lnTo>
                    <a:pt x="2342" y="120"/>
                  </a:lnTo>
                  <a:lnTo>
                    <a:pt x="2445" y="161"/>
                  </a:lnTo>
                  <a:lnTo>
                    <a:pt x="2396" y="268"/>
                  </a:lnTo>
                  <a:lnTo>
                    <a:pt x="2348" y="371"/>
                  </a:lnTo>
                  <a:lnTo>
                    <a:pt x="2300" y="474"/>
                  </a:lnTo>
                  <a:lnTo>
                    <a:pt x="2205" y="434"/>
                  </a:lnTo>
                  <a:lnTo>
                    <a:pt x="2108" y="403"/>
                  </a:lnTo>
                  <a:lnTo>
                    <a:pt x="2012" y="378"/>
                  </a:lnTo>
                  <a:lnTo>
                    <a:pt x="1916" y="361"/>
                  </a:lnTo>
                  <a:lnTo>
                    <a:pt x="1822" y="350"/>
                  </a:lnTo>
                  <a:lnTo>
                    <a:pt x="1727" y="346"/>
                  </a:lnTo>
                  <a:lnTo>
                    <a:pt x="1634" y="349"/>
                  </a:lnTo>
                  <a:lnTo>
                    <a:pt x="1542" y="357"/>
                  </a:lnTo>
                  <a:lnTo>
                    <a:pt x="1452" y="373"/>
                  </a:lnTo>
                  <a:lnTo>
                    <a:pt x="1364" y="394"/>
                  </a:lnTo>
                  <a:lnTo>
                    <a:pt x="1279" y="420"/>
                  </a:lnTo>
                  <a:lnTo>
                    <a:pt x="1194" y="452"/>
                  </a:lnTo>
                  <a:lnTo>
                    <a:pt x="1113" y="490"/>
                  </a:lnTo>
                  <a:lnTo>
                    <a:pt x="1034" y="532"/>
                  </a:lnTo>
                  <a:lnTo>
                    <a:pt x="958" y="578"/>
                  </a:lnTo>
                  <a:lnTo>
                    <a:pt x="886" y="629"/>
                  </a:lnTo>
                  <a:lnTo>
                    <a:pt x="817" y="685"/>
                  </a:lnTo>
                  <a:lnTo>
                    <a:pt x="752" y="745"/>
                  </a:lnTo>
                  <a:lnTo>
                    <a:pt x="691" y="808"/>
                  </a:lnTo>
                  <a:lnTo>
                    <a:pt x="633" y="875"/>
                  </a:lnTo>
                  <a:lnTo>
                    <a:pt x="581" y="946"/>
                  </a:lnTo>
                  <a:lnTo>
                    <a:pt x="531" y="1020"/>
                  </a:lnTo>
                  <a:lnTo>
                    <a:pt x="489" y="1097"/>
                  </a:lnTo>
                  <a:lnTo>
                    <a:pt x="450" y="1176"/>
                  </a:lnTo>
                  <a:lnTo>
                    <a:pt x="417" y="1258"/>
                  </a:lnTo>
                  <a:lnTo>
                    <a:pt x="389" y="1343"/>
                  </a:lnTo>
                  <a:lnTo>
                    <a:pt x="368" y="1429"/>
                  </a:lnTo>
                  <a:lnTo>
                    <a:pt x="353" y="1518"/>
                  </a:lnTo>
                  <a:lnTo>
                    <a:pt x="342" y="1608"/>
                  </a:lnTo>
                  <a:lnTo>
                    <a:pt x="230" y="1599"/>
                  </a:lnTo>
                  <a:lnTo>
                    <a:pt x="117" y="1589"/>
                  </a:lnTo>
                  <a:lnTo>
                    <a:pt x="0" y="1579"/>
                  </a:lnTo>
                  <a:lnTo>
                    <a:pt x="15" y="1477"/>
                  </a:lnTo>
                  <a:lnTo>
                    <a:pt x="33" y="1378"/>
                  </a:lnTo>
                  <a:lnTo>
                    <a:pt x="56" y="1282"/>
                  </a:lnTo>
                  <a:lnTo>
                    <a:pt x="84" y="1190"/>
                  </a:lnTo>
                  <a:lnTo>
                    <a:pt x="115" y="1100"/>
                  </a:lnTo>
                  <a:lnTo>
                    <a:pt x="151" y="1012"/>
                  </a:lnTo>
                  <a:lnTo>
                    <a:pt x="190" y="928"/>
                  </a:lnTo>
                  <a:lnTo>
                    <a:pt x="234" y="846"/>
                  </a:lnTo>
                  <a:lnTo>
                    <a:pt x="284" y="767"/>
                  </a:lnTo>
                  <a:lnTo>
                    <a:pt x="337" y="691"/>
                  </a:lnTo>
                  <a:lnTo>
                    <a:pt x="394" y="619"/>
                  </a:lnTo>
                  <a:lnTo>
                    <a:pt x="457" y="550"/>
                  </a:lnTo>
                  <a:lnTo>
                    <a:pt x="524" y="482"/>
                  </a:lnTo>
                  <a:lnTo>
                    <a:pt x="595" y="419"/>
                  </a:lnTo>
                  <a:lnTo>
                    <a:pt x="672" y="358"/>
                  </a:lnTo>
                  <a:lnTo>
                    <a:pt x="753" y="302"/>
                  </a:lnTo>
                  <a:lnTo>
                    <a:pt x="838" y="247"/>
                  </a:lnTo>
                  <a:lnTo>
                    <a:pt x="935" y="193"/>
                  </a:lnTo>
                  <a:lnTo>
                    <a:pt x="1033" y="145"/>
                  </a:lnTo>
                  <a:lnTo>
                    <a:pt x="1131" y="105"/>
                  </a:lnTo>
                  <a:lnTo>
                    <a:pt x="1229" y="71"/>
                  </a:lnTo>
                  <a:lnTo>
                    <a:pt x="1329" y="43"/>
                  </a:lnTo>
                  <a:lnTo>
                    <a:pt x="1428" y="24"/>
                  </a:lnTo>
                  <a:lnTo>
                    <a:pt x="1528" y="9"/>
                  </a:lnTo>
                  <a:lnTo>
                    <a:pt x="1628" y="1"/>
                  </a:lnTo>
                  <a:lnTo>
                    <a:pt x="17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21" name="Freeform 44"/>
            <p:cNvSpPr>
              <a:spLocks/>
            </p:cNvSpPr>
            <p:nvPr/>
          </p:nvSpPr>
          <p:spPr bwMode="auto">
            <a:xfrm>
              <a:off x="1765" y="961"/>
              <a:ext cx="107" cy="134"/>
            </a:xfrm>
            <a:custGeom>
              <a:avLst/>
              <a:gdLst>
                <a:gd name="T0" fmla="*/ 1575 w 1599"/>
                <a:gd name="T1" fmla="*/ 0 h 2013"/>
                <a:gd name="T2" fmla="*/ 1588 w 1599"/>
                <a:gd name="T3" fmla="*/ 107 h 2013"/>
                <a:gd name="T4" fmla="*/ 1597 w 1599"/>
                <a:gd name="T5" fmla="*/ 212 h 2013"/>
                <a:gd name="T6" fmla="*/ 1599 w 1599"/>
                <a:gd name="T7" fmla="*/ 313 h 2013"/>
                <a:gd name="T8" fmla="*/ 1596 w 1599"/>
                <a:gd name="T9" fmla="*/ 413 h 2013"/>
                <a:gd name="T10" fmla="*/ 1586 w 1599"/>
                <a:gd name="T11" fmla="*/ 512 h 2013"/>
                <a:gd name="T12" fmla="*/ 1573 w 1599"/>
                <a:gd name="T13" fmla="*/ 607 h 2013"/>
                <a:gd name="T14" fmla="*/ 1553 w 1599"/>
                <a:gd name="T15" fmla="*/ 701 h 2013"/>
                <a:gd name="T16" fmla="*/ 1529 w 1599"/>
                <a:gd name="T17" fmla="*/ 792 h 2013"/>
                <a:gd name="T18" fmla="*/ 1501 w 1599"/>
                <a:gd name="T19" fmla="*/ 880 h 2013"/>
                <a:gd name="T20" fmla="*/ 1467 w 1599"/>
                <a:gd name="T21" fmla="*/ 966 h 2013"/>
                <a:gd name="T22" fmla="*/ 1429 w 1599"/>
                <a:gd name="T23" fmla="*/ 1050 h 2013"/>
                <a:gd name="T24" fmla="*/ 1388 w 1599"/>
                <a:gd name="T25" fmla="*/ 1130 h 2013"/>
                <a:gd name="T26" fmla="*/ 1343 w 1599"/>
                <a:gd name="T27" fmla="*/ 1208 h 2013"/>
                <a:gd name="T28" fmla="*/ 1293 w 1599"/>
                <a:gd name="T29" fmla="*/ 1284 h 2013"/>
                <a:gd name="T30" fmla="*/ 1241 w 1599"/>
                <a:gd name="T31" fmla="*/ 1355 h 2013"/>
                <a:gd name="T32" fmla="*/ 1185 w 1599"/>
                <a:gd name="T33" fmla="*/ 1423 h 2013"/>
                <a:gd name="T34" fmla="*/ 1126 w 1599"/>
                <a:gd name="T35" fmla="*/ 1488 h 2013"/>
                <a:gd name="T36" fmla="*/ 1065 w 1599"/>
                <a:gd name="T37" fmla="*/ 1550 h 2013"/>
                <a:gd name="T38" fmla="*/ 1000 w 1599"/>
                <a:gd name="T39" fmla="*/ 1609 h 2013"/>
                <a:gd name="T40" fmla="*/ 935 w 1599"/>
                <a:gd name="T41" fmla="*/ 1664 h 2013"/>
                <a:gd name="T42" fmla="*/ 865 w 1599"/>
                <a:gd name="T43" fmla="*/ 1715 h 2013"/>
                <a:gd name="T44" fmla="*/ 795 w 1599"/>
                <a:gd name="T45" fmla="*/ 1762 h 2013"/>
                <a:gd name="T46" fmla="*/ 723 w 1599"/>
                <a:gd name="T47" fmla="*/ 1806 h 2013"/>
                <a:gd name="T48" fmla="*/ 650 w 1599"/>
                <a:gd name="T49" fmla="*/ 1846 h 2013"/>
                <a:gd name="T50" fmla="*/ 575 w 1599"/>
                <a:gd name="T51" fmla="*/ 1882 h 2013"/>
                <a:gd name="T52" fmla="*/ 498 w 1599"/>
                <a:gd name="T53" fmla="*/ 1914 h 2013"/>
                <a:gd name="T54" fmla="*/ 421 w 1599"/>
                <a:gd name="T55" fmla="*/ 1942 h 2013"/>
                <a:gd name="T56" fmla="*/ 343 w 1599"/>
                <a:gd name="T57" fmla="*/ 1965 h 2013"/>
                <a:gd name="T58" fmla="*/ 265 w 1599"/>
                <a:gd name="T59" fmla="*/ 1984 h 2013"/>
                <a:gd name="T60" fmla="*/ 186 w 1599"/>
                <a:gd name="T61" fmla="*/ 1999 h 2013"/>
                <a:gd name="T62" fmla="*/ 108 w 1599"/>
                <a:gd name="T63" fmla="*/ 2008 h 2013"/>
                <a:gd name="T64" fmla="*/ 30 w 1599"/>
                <a:gd name="T65" fmla="*/ 2013 h 2013"/>
                <a:gd name="T66" fmla="*/ 15 w 1599"/>
                <a:gd name="T67" fmla="*/ 1846 h 2013"/>
                <a:gd name="T68" fmla="*/ 0 w 1599"/>
                <a:gd name="T69" fmla="*/ 1677 h 2013"/>
                <a:gd name="T70" fmla="*/ 91 w 1599"/>
                <a:gd name="T71" fmla="*/ 1665 h 2013"/>
                <a:gd name="T72" fmla="*/ 179 w 1599"/>
                <a:gd name="T73" fmla="*/ 1648 h 2013"/>
                <a:gd name="T74" fmla="*/ 265 w 1599"/>
                <a:gd name="T75" fmla="*/ 1626 h 2013"/>
                <a:gd name="T76" fmla="*/ 348 w 1599"/>
                <a:gd name="T77" fmla="*/ 1600 h 2013"/>
                <a:gd name="T78" fmla="*/ 428 w 1599"/>
                <a:gd name="T79" fmla="*/ 1568 h 2013"/>
                <a:gd name="T80" fmla="*/ 506 w 1599"/>
                <a:gd name="T81" fmla="*/ 1532 h 2013"/>
                <a:gd name="T82" fmla="*/ 580 w 1599"/>
                <a:gd name="T83" fmla="*/ 1491 h 2013"/>
                <a:gd name="T84" fmla="*/ 652 w 1599"/>
                <a:gd name="T85" fmla="*/ 1445 h 2013"/>
                <a:gd name="T86" fmla="*/ 721 w 1599"/>
                <a:gd name="T87" fmla="*/ 1395 h 2013"/>
                <a:gd name="T88" fmla="*/ 787 w 1599"/>
                <a:gd name="T89" fmla="*/ 1339 h 2013"/>
                <a:gd name="T90" fmla="*/ 851 w 1599"/>
                <a:gd name="T91" fmla="*/ 1279 h 2013"/>
                <a:gd name="T92" fmla="*/ 912 w 1599"/>
                <a:gd name="T93" fmla="*/ 1213 h 2013"/>
                <a:gd name="T94" fmla="*/ 969 w 1599"/>
                <a:gd name="T95" fmla="*/ 1143 h 2013"/>
                <a:gd name="T96" fmla="*/ 1023 w 1599"/>
                <a:gd name="T97" fmla="*/ 1069 h 2013"/>
                <a:gd name="T98" fmla="*/ 1071 w 1599"/>
                <a:gd name="T99" fmla="*/ 994 h 2013"/>
                <a:gd name="T100" fmla="*/ 1113 w 1599"/>
                <a:gd name="T101" fmla="*/ 916 h 2013"/>
                <a:gd name="T102" fmla="*/ 1150 w 1599"/>
                <a:gd name="T103" fmla="*/ 837 h 2013"/>
                <a:gd name="T104" fmla="*/ 1181 w 1599"/>
                <a:gd name="T105" fmla="*/ 756 h 2013"/>
                <a:gd name="T106" fmla="*/ 1207 w 1599"/>
                <a:gd name="T107" fmla="*/ 675 h 2013"/>
                <a:gd name="T108" fmla="*/ 1228 w 1599"/>
                <a:gd name="T109" fmla="*/ 592 h 2013"/>
                <a:gd name="T110" fmla="*/ 1242 w 1599"/>
                <a:gd name="T111" fmla="*/ 507 h 2013"/>
                <a:gd name="T112" fmla="*/ 1252 w 1599"/>
                <a:gd name="T113" fmla="*/ 420 h 2013"/>
                <a:gd name="T114" fmla="*/ 1256 w 1599"/>
                <a:gd name="T115" fmla="*/ 332 h 2013"/>
                <a:gd name="T116" fmla="*/ 1255 w 1599"/>
                <a:gd name="T117" fmla="*/ 243 h 2013"/>
                <a:gd name="T118" fmla="*/ 1248 w 1599"/>
                <a:gd name="T119" fmla="*/ 153 h 2013"/>
                <a:gd name="T120" fmla="*/ 1238 w 1599"/>
                <a:gd name="T121" fmla="*/ 60 h 2013"/>
                <a:gd name="T122" fmla="*/ 1407 w 1599"/>
                <a:gd name="T123" fmla="*/ 30 h 2013"/>
                <a:gd name="T124" fmla="*/ 1575 w 1599"/>
                <a:gd name="T125" fmla="*/ 0 h 20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99" h="2013">
                  <a:moveTo>
                    <a:pt x="1575" y="0"/>
                  </a:moveTo>
                  <a:lnTo>
                    <a:pt x="1588" y="107"/>
                  </a:lnTo>
                  <a:lnTo>
                    <a:pt x="1597" y="212"/>
                  </a:lnTo>
                  <a:lnTo>
                    <a:pt x="1599" y="313"/>
                  </a:lnTo>
                  <a:lnTo>
                    <a:pt x="1596" y="413"/>
                  </a:lnTo>
                  <a:lnTo>
                    <a:pt x="1586" y="512"/>
                  </a:lnTo>
                  <a:lnTo>
                    <a:pt x="1573" y="607"/>
                  </a:lnTo>
                  <a:lnTo>
                    <a:pt x="1553" y="701"/>
                  </a:lnTo>
                  <a:lnTo>
                    <a:pt x="1529" y="792"/>
                  </a:lnTo>
                  <a:lnTo>
                    <a:pt x="1501" y="880"/>
                  </a:lnTo>
                  <a:lnTo>
                    <a:pt x="1467" y="966"/>
                  </a:lnTo>
                  <a:lnTo>
                    <a:pt x="1429" y="1050"/>
                  </a:lnTo>
                  <a:lnTo>
                    <a:pt x="1388" y="1130"/>
                  </a:lnTo>
                  <a:lnTo>
                    <a:pt x="1343" y="1208"/>
                  </a:lnTo>
                  <a:lnTo>
                    <a:pt x="1293" y="1284"/>
                  </a:lnTo>
                  <a:lnTo>
                    <a:pt x="1241" y="1355"/>
                  </a:lnTo>
                  <a:lnTo>
                    <a:pt x="1185" y="1423"/>
                  </a:lnTo>
                  <a:lnTo>
                    <a:pt x="1126" y="1488"/>
                  </a:lnTo>
                  <a:lnTo>
                    <a:pt x="1065" y="1550"/>
                  </a:lnTo>
                  <a:lnTo>
                    <a:pt x="1000" y="1609"/>
                  </a:lnTo>
                  <a:lnTo>
                    <a:pt x="935" y="1664"/>
                  </a:lnTo>
                  <a:lnTo>
                    <a:pt x="865" y="1715"/>
                  </a:lnTo>
                  <a:lnTo>
                    <a:pt x="795" y="1762"/>
                  </a:lnTo>
                  <a:lnTo>
                    <a:pt x="723" y="1806"/>
                  </a:lnTo>
                  <a:lnTo>
                    <a:pt x="650" y="1846"/>
                  </a:lnTo>
                  <a:lnTo>
                    <a:pt x="575" y="1882"/>
                  </a:lnTo>
                  <a:lnTo>
                    <a:pt x="498" y="1914"/>
                  </a:lnTo>
                  <a:lnTo>
                    <a:pt x="421" y="1942"/>
                  </a:lnTo>
                  <a:lnTo>
                    <a:pt x="343" y="1965"/>
                  </a:lnTo>
                  <a:lnTo>
                    <a:pt x="265" y="1984"/>
                  </a:lnTo>
                  <a:lnTo>
                    <a:pt x="186" y="1999"/>
                  </a:lnTo>
                  <a:lnTo>
                    <a:pt x="108" y="2008"/>
                  </a:lnTo>
                  <a:lnTo>
                    <a:pt x="30" y="2013"/>
                  </a:lnTo>
                  <a:lnTo>
                    <a:pt x="15" y="1846"/>
                  </a:lnTo>
                  <a:lnTo>
                    <a:pt x="0" y="1677"/>
                  </a:lnTo>
                  <a:lnTo>
                    <a:pt x="91" y="1665"/>
                  </a:lnTo>
                  <a:lnTo>
                    <a:pt x="179" y="1648"/>
                  </a:lnTo>
                  <a:lnTo>
                    <a:pt x="265" y="1626"/>
                  </a:lnTo>
                  <a:lnTo>
                    <a:pt x="348" y="1600"/>
                  </a:lnTo>
                  <a:lnTo>
                    <a:pt x="428" y="1568"/>
                  </a:lnTo>
                  <a:lnTo>
                    <a:pt x="506" y="1532"/>
                  </a:lnTo>
                  <a:lnTo>
                    <a:pt x="580" y="1491"/>
                  </a:lnTo>
                  <a:lnTo>
                    <a:pt x="652" y="1445"/>
                  </a:lnTo>
                  <a:lnTo>
                    <a:pt x="721" y="1395"/>
                  </a:lnTo>
                  <a:lnTo>
                    <a:pt x="787" y="1339"/>
                  </a:lnTo>
                  <a:lnTo>
                    <a:pt x="851" y="1279"/>
                  </a:lnTo>
                  <a:lnTo>
                    <a:pt x="912" y="1213"/>
                  </a:lnTo>
                  <a:lnTo>
                    <a:pt x="969" y="1143"/>
                  </a:lnTo>
                  <a:lnTo>
                    <a:pt x="1023" y="1069"/>
                  </a:lnTo>
                  <a:lnTo>
                    <a:pt x="1071" y="994"/>
                  </a:lnTo>
                  <a:lnTo>
                    <a:pt x="1113" y="916"/>
                  </a:lnTo>
                  <a:lnTo>
                    <a:pt x="1150" y="837"/>
                  </a:lnTo>
                  <a:lnTo>
                    <a:pt x="1181" y="756"/>
                  </a:lnTo>
                  <a:lnTo>
                    <a:pt x="1207" y="675"/>
                  </a:lnTo>
                  <a:lnTo>
                    <a:pt x="1228" y="592"/>
                  </a:lnTo>
                  <a:lnTo>
                    <a:pt x="1242" y="507"/>
                  </a:lnTo>
                  <a:lnTo>
                    <a:pt x="1252" y="420"/>
                  </a:lnTo>
                  <a:lnTo>
                    <a:pt x="1256" y="332"/>
                  </a:lnTo>
                  <a:lnTo>
                    <a:pt x="1255" y="243"/>
                  </a:lnTo>
                  <a:lnTo>
                    <a:pt x="1248" y="153"/>
                  </a:lnTo>
                  <a:lnTo>
                    <a:pt x="1238" y="60"/>
                  </a:lnTo>
                  <a:lnTo>
                    <a:pt x="1407" y="30"/>
                  </a:lnTo>
                  <a:lnTo>
                    <a:pt x="15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22" name="Freeform 45"/>
            <p:cNvSpPr>
              <a:spLocks/>
            </p:cNvSpPr>
            <p:nvPr/>
          </p:nvSpPr>
          <p:spPr bwMode="auto">
            <a:xfrm>
              <a:off x="1644" y="989"/>
              <a:ext cx="105" cy="106"/>
            </a:xfrm>
            <a:custGeom>
              <a:avLst/>
              <a:gdLst>
                <a:gd name="T0" fmla="*/ 328 w 1588"/>
                <a:gd name="T1" fmla="*/ 0 h 1599"/>
                <a:gd name="T2" fmla="*/ 348 w 1588"/>
                <a:gd name="T3" fmla="*/ 102 h 1599"/>
                <a:gd name="T4" fmla="*/ 371 w 1588"/>
                <a:gd name="T5" fmla="*/ 200 h 1599"/>
                <a:gd name="T6" fmla="*/ 398 w 1588"/>
                <a:gd name="T7" fmla="*/ 292 h 1599"/>
                <a:gd name="T8" fmla="*/ 429 w 1588"/>
                <a:gd name="T9" fmla="*/ 382 h 1599"/>
                <a:gd name="T10" fmla="*/ 465 w 1588"/>
                <a:gd name="T11" fmla="*/ 467 h 1599"/>
                <a:gd name="T12" fmla="*/ 505 w 1588"/>
                <a:gd name="T13" fmla="*/ 548 h 1599"/>
                <a:gd name="T14" fmla="*/ 549 w 1588"/>
                <a:gd name="T15" fmla="*/ 624 h 1599"/>
                <a:gd name="T16" fmla="*/ 597 w 1588"/>
                <a:gd name="T17" fmla="*/ 697 h 1599"/>
                <a:gd name="T18" fmla="*/ 648 w 1588"/>
                <a:gd name="T19" fmla="*/ 765 h 1599"/>
                <a:gd name="T20" fmla="*/ 703 w 1588"/>
                <a:gd name="T21" fmla="*/ 829 h 1599"/>
                <a:gd name="T22" fmla="*/ 764 w 1588"/>
                <a:gd name="T23" fmla="*/ 889 h 1599"/>
                <a:gd name="T24" fmla="*/ 828 w 1588"/>
                <a:gd name="T25" fmla="*/ 944 h 1599"/>
                <a:gd name="T26" fmla="*/ 896 w 1588"/>
                <a:gd name="T27" fmla="*/ 997 h 1599"/>
                <a:gd name="T28" fmla="*/ 968 w 1588"/>
                <a:gd name="T29" fmla="*/ 1044 h 1599"/>
                <a:gd name="T30" fmla="*/ 1045 w 1588"/>
                <a:gd name="T31" fmla="*/ 1088 h 1599"/>
                <a:gd name="T32" fmla="*/ 1124 w 1588"/>
                <a:gd name="T33" fmla="*/ 1128 h 1599"/>
                <a:gd name="T34" fmla="*/ 1209 w 1588"/>
                <a:gd name="T35" fmla="*/ 1163 h 1599"/>
                <a:gd name="T36" fmla="*/ 1297 w 1588"/>
                <a:gd name="T37" fmla="*/ 1194 h 1599"/>
                <a:gd name="T38" fmla="*/ 1390 w 1588"/>
                <a:gd name="T39" fmla="*/ 1222 h 1599"/>
                <a:gd name="T40" fmla="*/ 1486 w 1588"/>
                <a:gd name="T41" fmla="*/ 1246 h 1599"/>
                <a:gd name="T42" fmla="*/ 1588 w 1588"/>
                <a:gd name="T43" fmla="*/ 1265 h 1599"/>
                <a:gd name="T44" fmla="*/ 1573 w 1588"/>
                <a:gd name="T45" fmla="*/ 1430 h 1599"/>
                <a:gd name="T46" fmla="*/ 1558 w 1588"/>
                <a:gd name="T47" fmla="*/ 1599 h 1599"/>
                <a:gd name="T48" fmla="*/ 1461 w 1588"/>
                <a:gd name="T49" fmla="*/ 1587 h 1599"/>
                <a:gd name="T50" fmla="*/ 1366 w 1588"/>
                <a:gd name="T51" fmla="*/ 1571 h 1599"/>
                <a:gd name="T52" fmla="*/ 1273 w 1588"/>
                <a:gd name="T53" fmla="*/ 1550 h 1599"/>
                <a:gd name="T54" fmla="*/ 1184 w 1588"/>
                <a:gd name="T55" fmla="*/ 1524 h 1599"/>
                <a:gd name="T56" fmla="*/ 1096 w 1588"/>
                <a:gd name="T57" fmla="*/ 1494 h 1599"/>
                <a:gd name="T58" fmla="*/ 1011 w 1588"/>
                <a:gd name="T59" fmla="*/ 1459 h 1599"/>
                <a:gd name="T60" fmla="*/ 929 w 1588"/>
                <a:gd name="T61" fmla="*/ 1420 h 1599"/>
                <a:gd name="T62" fmla="*/ 851 w 1588"/>
                <a:gd name="T63" fmla="*/ 1377 h 1599"/>
                <a:gd name="T64" fmla="*/ 776 w 1588"/>
                <a:gd name="T65" fmla="*/ 1331 h 1599"/>
                <a:gd name="T66" fmla="*/ 702 w 1588"/>
                <a:gd name="T67" fmla="*/ 1280 h 1599"/>
                <a:gd name="T68" fmla="*/ 633 w 1588"/>
                <a:gd name="T69" fmla="*/ 1227 h 1599"/>
                <a:gd name="T70" fmla="*/ 566 w 1588"/>
                <a:gd name="T71" fmla="*/ 1170 h 1599"/>
                <a:gd name="T72" fmla="*/ 504 w 1588"/>
                <a:gd name="T73" fmla="*/ 1111 h 1599"/>
                <a:gd name="T74" fmla="*/ 444 w 1588"/>
                <a:gd name="T75" fmla="*/ 1049 h 1599"/>
                <a:gd name="T76" fmla="*/ 388 w 1588"/>
                <a:gd name="T77" fmla="*/ 984 h 1599"/>
                <a:gd name="T78" fmla="*/ 334 w 1588"/>
                <a:gd name="T79" fmla="*/ 918 h 1599"/>
                <a:gd name="T80" fmla="*/ 285 w 1588"/>
                <a:gd name="T81" fmla="*/ 850 h 1599"/>
                <a:gd name="T82" fmla="*/ 240 w 1588"/>
                <a:gd name="T83" fmla="*/ 780 h 1599"/>
                <a:gd name="T84" fmla="*/ 198 w 1588"/>
                <a:gd name="T85" fmla="*/ 708 h 1599"/>
                <a:gd name="T86" fmla="*/ 159 w 1588"/>
                <a:gd name="T87" fmla="*/ 635 h 1599"/>
                <a:gd name="T88" fmla="*/ 125 w 1588"/>
                <a:gd name="T89" fmla="*/ 560 h 1599"/>
                <a:gd name="T90" fmla="*/ 95 w 1588"/>
                <a:gd name="T91" fmla="*/ 486 h 1599"/>
                <a:gd name="T92" fmla="*/ 68 w 1588"/>
                <a:gd name="T93" fmla="*/ 410 h 1599"/>
                <a:gd name="T94" fmla="*/ 46 w 1588"/>
                <a:gd name="T95" fmla="*/ 333 h 1599"/>
                <a:gd name="T96" fmla="*/ 29 w 1588"/>
                <a:gd name="T97" fmla="*/ 258 h 1599"/>
                <a:gd name="T98" fmla="*/ 15 w 1588"/>
                <a:gd name="T99" fmla="*/ 181 h 1599"/>
                <a:gd name="T100" fmla="*/ 6 w 1588"/>
                <a:gd name="T101" fmla="*/ 105 h 1599"/>
                <a:gd name="T102" fmla="*/ 0 w 1588"/>
                <a:gd name="T103" fmla="*/ 30 h 1599"/>
                <a:gd name="T104" fmla="*/ 166 w 1588"/>
                <a:gd name="T105" fmla="*/ 15 h 1599"/>
                <a:gd name="T106" fmla="*/ 328 w 1588"/>
                <a:gd name="T107" fmla="*/ 0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88" h="1599">
                  <a:moveTo>
                    <a:pt x="328" y="0"/>
                  </a:moveTo>
                  <a:lnTo>
                    <a:pt x="348" y="102"/>
                  </a:lnTo>
                  <a:lnTo>
                    <a:pt x="371" y="200"/>
                  </a:lnTo>
                  <a:lnTo>
                    <a:pt x="398" y="292"/>
                  </a:lnTo>
                  <a:lnTo>
                    <a:pt x="429" y="382"/>
                  </a:lnTo>
                  <a:lnTo>
                    <a:pt x="465" y="467"/>
                  </a:lnTo>
                  <a:lnTo>
                    <a:pt x="505" y="548"/>
                  </a:lnTo>
                  <a:lnTo>
                    <a:pt x="549" y="624"/>
                  </a:lnTo>
                  <a:lnTo>
                    <a:pt x="597" y="697"/>
                  </a:lnTo>
                  <a:lnTo>
                    <a:pt x="648" y="765"/>
                  </a:lnTo>
                  <a:lnTo>
                    <a:pt x="703" y="829"/>
                  </a:lnTo>
                  <a:lnTo>
                    <a:pt x="764" y="889"/>
                  </a:lnTo>
                  <a:lnTo>
                    <a:pt x="828" y="944"/>
                  </a:lnTo>
                  <a:lnTo>
                    <a:pt x="896" y="997"/>
                  </a:lnTo>
                  <a:lnTo>
                    <a:pt x="968" y="1044"/>
                  </a:lnTo>
                  <a:lnTo>
                    <a:pt x="1045" y="1088"/>
                  </a:lnTo>
                  <a:lnTo>
                    <a:pt x="1124" y="1128"/>
                  </a:lnTo>
                  <a:lnTo>
                    <a:pt x="1209" y="1163"/>
                  </a:lnTo>
                  <a:lnTo>
                    <a:pt x="1297" y="1194"/>
                  </a:lnTo>
                  <a:lnTo>
                    <a:pt x="1390" y="1222"/>
                  </a:lnTo>
                  <a:lnTo>
                    <a:pt x="1486" y="1246"/>
                  </a:lnTo>
                  <a:lnTo>
                    <a:pt x="1588" y="1265"/>
                  </a:lnTo>
                  <a:lnTo>
                    <a:pt x="1573" y="1430"/>
                  </a:lnTo>
                  <a:lnTo>
                    <a:pt x="1558" y="1599"/>
                  </a:lnTo>
                  <a:lnTo>
                    <a:pt x="1461" y="1587"/>
                  </a:lnTo>
                  <a:lnTo>
                    <a:pt x="1366" y="1571"/>
                  </a:lnTo>
                  <a:lnTo>
                    <a:pt x="1273" y="1550"/>
                  </a:lnTo>
                  <a:lnTo>
                    <a:pt x="1184" y="1524"/>
                  </a:lnTo>
                  <a:lnTo>
                    <a:pt x="1096" y="1494"/>
                  </a:lnTo>
                  <a:lnTo>
                    <a:pt x="1011" y="1459"/>
                  </a:lnTo>
                  <a:lnTo>
                    <a:pt x="929" y="1420"/>
                  </a:lnTo>
                  <a:lnTo>
                    <a:pt x="851" y="1377"/>
                  </a:lnTo>
                  <a:lnTo>
                    <a:pt x="776" y="1331"/>
                  </a:lnTo>
                  <a:lnTo>
                    <a:pt x="702" y="1280"/>
                  </a:lnTo>
                  <a:lnTo>
                    <a:pt x="633" y="1227"/>
                  </a:lnTo>
                  <a:lnTo>
                    <a:pt x="566" y="1170"/>
                  </a:lnTo>
                  <a:lnTo>
                    <a:pt x="504" y="1111"/>
                  </a:lnTo>
                  <a:lnTo>
                    <a:pt x="444" y="1049"/>
                  </a:lnTo>
                  <a:lnTo>
                    <a:pt x="388" y="984"/>
                  </a:lnTo>
                  <a:lnTo>
                    <a:pt x="334" y="918"/>
                  </a:lnTo>
                  <a:lnTo>
                    <a:pt x="285" y="850"/>
                  </a:lnTo>
                  <a:lnTo>
                    <a:pt x="240" y="780"/>
                  </a:lnTo>
                  <a:lnTo>
                    <a:pt x="198" y="708"/>
                  </a:lnTo>
                  <a:lnTo>
                    <a:pt x="159" y="635"/>
                  </a:lnTo>
                  <a:lnTo>
                    <a:pt x="125" y="560"/>
                  </a:lnTo>
                  <a:lnTo>
                    <a:pt x="95" y="486"/>
                  </a:lnTo>
                  <a:lnTo>
                    <a:pt x="68" y="410"/>
                  </a:lnTo>
                  <a:lnTo>
                    <a:pt x="46" y="333"/>
                  </a:lnTo>
                  <a:lnTo>
                    <a:pt x="29" y="258"/>
                  </a:lnTo>
                  <a:lnTo>
                    <a:pt x="15" y="181"/>
                  </a:lnTo>
                  <a:lnTo>
                    <a:pt x="6" y="105"/>
                  </a:lnTo>
                  <a:lnTo>
                    <a:pt x="0" y="30"/>
                  </a:lnTo>
                  <a:lnTo>
                    <a:pt x="166" y="15"/>
                  </a:lnTo>
                  <a:lnTo>
                    <a:pt x="3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23" name="Freeform 46"/>
            <p:cNvSpPr>
              <a:spLocks/>
            </p:cNvSpPr>
            <p:nvPr/>
          </p:nvSpPr>
          <p:spPr bwMode="auto">
            <a:xfrm>
              <a:off x="1810" y="886"/>
              <a:ext cx="55" cy="63"/>
            </a:xfrm>
            <a:custGeom>
              <a:avLst/>
              <a:gdLst>
                <a:gd name="T0" fmla="*/ 197 w 828"/>
                <a:gd name="T1" fmla="*/ 0 h 942"/>
                <a:gd name="T2" fmla="*/ 275 w 828"/>
                <a:gd name="T3" fmla="*/ 60 h 942"/>
                <a:gd name="T4" fmla="*/ 349 w 828"/>
                <a:gd name="T5" fmla="*/ 122 h 942"/>
                <a:gd name="T6" fmla="*/ 418 w 828"/>
                <a:gd name="T7" fmla="*/ 188 h 942"/>
                <a:gd name="T8" fmla="*/ 484 w 828"/>
                <a:gd name="T9" fmla="*/ 257 h 942"/>
                <a:gd name="T10" fmla="*/ 546 w 828"/>
                <a:gd name="T11" fmla="*/ 328 h 942"/>
                <a:gd name="T12" fmla="*/ 603 w 828"/>
                <a:gd name="T13" fmla="*/ 403 h 942"/>
                <a:gd name="T14" fmla="*/ 656 w 828"/>
                <a:gd name="T15" fmla="*/ 480 h 942"/>
                <a:gd name="T16" fmla="*/ 705 w 828"/>
                <a:gd name="T17" fmla="*/ 561 h 942"/>
                <a:gd name="T18" fmla="*/ 750 w 828"/>
                <a:gd name="T19" fmla="*/ 646 h 942"/>
                <a:gd name="T20" fmla="*/ 791 w 828"/>
                <a:gd name="T21" fmla="*/ 733 h 942"/>
                <a:gd name="T22" fmla="*/ 828 w 828"/>
                <a:gd name="T23" fmla="*/ 825 h 942"/>
                <a:gd name="T24" fmla="*/ 718 w 828"/>
                <a:gd name="T25" fmla="*/ 865 h 942"/>
                <a:gd name="T26" fmla="*/ 611 w 828"/>
                <a:gd name="T27" fmla="*/ 903 h 942"/>
                <a:gd name="T28" fmla="*/ 504 w 828"/>
                <a:gd name="T29" fmla="*/ 942 h 942"/>
                <a:gd name="T30" fmla="*/ 472 w 828"/>
                <a:gd name="T31" fmla="*/ 862 h 942"/>
                <a:gd name="T32" fmla="*/ 435 w 828"/>
                <a:gd name="T33" fmla="*/ 786 h 942"/>
                <a:gd name="T34" fmla="*/ 394 w 828"/>
                <a:gd name="T35" fmla="*/ 712 h 942"/>
                <a:gd name="T36" fmla="*/ 349 w 828"/>
                <a:gd name="T37" fmla="*/ 641 h 942"/>
                <a:gd name="T38" fmla="*/ 300 w 828"/>
                <a:gd name="T39" fmla="*/ 573 h 942"/>
                <a:gd name="T40" fmla="*/ 247 w 828"/>
                <a:gd name="T41" fmla="*/ 508 h 942"/>
                <a:gd name="T42" fmla="*/ 190 w 828"/>
                <a:gd name="T43" fmla="*/ 447 h 942"/>
                <a:gd name="T44" fmla="*/ 130 w 828"/>
                <a:gd name="T45" fmla="*/ 389 h 942"/>
                <a:gd name="T46" fmla="*/ 67 w 828"/>
                <a:gd name="T47" fmla="*/ 334 h 942"/>
                <a:gd name="T48" fmla="*/ 0 w 828"/>
                <a:gd name="T49" fmla="*/ 283 h 942"/>
                <a:gd name="T50" fmla="*/ 66 w 828"/>
                <a:gd name="T51" fmla="*/ 188 h 942"/>
                <a:gd name="T52" fmla="*/ 132 w 828"/>
                <a:gd name="T53" fmla="*/ 94 h 942"/>
                <a:gd name="T54" fmla="*/ 197 w 828"/>
                <a:gd name="T55" fmla="*/ 0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942">
                  <a:moveTo>
                    <a:pt x="197" y="0"/>
                  </a:moveTo>
                  <a:lnTo>
                    <a:pt x="275" y="60"/>
                  </a:lnTo>
                  <a:lnTo>
                    <a:pt x="349" y="122"/>
                  </a:lnTo>
                  <a:lnTo>
                    <a:pt x="418" y="188"/>
                  </a:lnTo>
                  <a:lnTo>
                    <a:pt x="484" y="257"/>
                  </a:lnTo>
                  <a:lnTo>
                    <a:pt x="546" y="328"/>
                  </a:lnTo>
                  <a:lnTo>
                    <a:pt x="603" y="403"/>
                  </a:lnTo>
                  <a:lnTo>
                    <a:pt x="656" y="480"/>
                  </a:lnTo>
                  <a:lnTo>
                    <a:pt x="705" y="561"/>
                  </a:lnTo>
                  <a:lnTo>
                    <a:pt x="750" y="646"/>
                  </a:lnTo>
                  <a:lnTo>
                    <a:pt x="791" y="733"/>
                  </a:lnTo>
                  <a:lnTo>
                    <a:pt x="828" y="825"/>
                  </a:lnTo>
                  <a:lnTo>
                    <a:pt x="718" y="865"/>
                  </a:lnTo>
                  <a:lnTo>
                    <a:pt x="611" y="903"/>
                  </a:lnTo>
                  <a:lnTo>
                    <a:pt x="504" y="942"/>
                  </a:lnTo>
                  <a:lnTo>
                    <a:pt x="472" y="862"/>
                  </a:lnTo>
                  <a:lnTo>
                    <a:pt x="435" y="786"/>
                  </a:lnTo>
                  <a:lnTo>
                    <a:pt x="394" y="712"/>
                  </a:lnTo>
                  <a:lnTo>
                    <a:pt x="349" y="641"/>
                  </a:lnTo>
                  <a:lnTo>
                    <a:pt x="300" y="573"/>
                  </a:lnTo>
                  <a:lnTo>
                    <a:pt x="247" y="508"/>
                  </a:lnTo>
                  <a:lnTo>
                    <a:pt x="190" y="447"/>
                  </a:lnTo>
                  <a:lnTo>
                    <a:pt x="130" y="389"/>
                  </a:lnTo>
                  <a:lnTo>
                    <a:pt x="67" y="334"/>
                  </a:lnTo>
                  <a:lnTo>
                    <a:pt x="0" y="283"/>
                  </a:lnTo>
                  <a:lnTo>
                    <a:pt x="66" y="188"/>
                  </a:lnTo>
                  <a:lnTo>
                    <a:pt x="132" y="94"/>
                  </a:lnTo>
                  <a:lnTo>
                    <a:pt x="1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24" name="Freeform 47"/>
            <p:cNvSpPr>
              <a:spLocks noEditPoints="1"/>
            </p:cNvSpPr>
            <p:nvPr/>
          </p:nvSpPr>
          <p:spPr bwMode="auto">
            <a:xfrm>
              <a:off x="1782" y="950"/>
              <a:ext cx="33" cy="81"/>
            </a:xfrm>
            <a:custGeom>
              <a:avLst/>
              <a:gdLst>
                <a:gd name="T0" fmla="*/ 112 w 495"/>
                <a:gd name="T1" fmla="*/ 113 h 1223"/>
                <a:gd name="T2" fmla="*/ 112 w 495"/>
                <a:gd name="T3" fmla="*/ 1110 h 1223"/>
                <a:gd name="T4" fmla="*/ 383 w 495"/>
                <a:gd name="T5" fmla="*/ 1110 h 1223"/>
                <a:gd name="T6" fmla="*/ 383 w 495"/>
                <a:gd name="T7" fmla="*/ 113 h 1223"/>
                <a:gd name="T8" fmla="*/ 112 w 495"/>
                <a:gd name="T9" fmla="*/ 113 h 1223"/>
                <a:gd name="T10" fmla="*/ 56 w 495"/>
                <a:gd name="T11" fmla="*/ 0 h 1223"/>
                <a:gd name="T12" fmla="*/ 439 w 495"/>
                <a:gd name="T13" fmla="*/ 0 h 1223"/>
                <a:gd name="T14" fmla="*/ 456 w 495"/>
                <a:gd name="T15" fmla="*/ 3 h 1223"/>
                <a:gd name="T16" fmla="*/ 472 w 495"/>
                <a:gd name="T17" fmla="*/ 10 h 1223"/>
                <a:gd name="T18" fmla="*/ 485 w 495"/>
                <a:gd name="T19" fmla="*/ 23 h 1223"/>
                <a:gd name="T20" fmla="*/ 492 w 495"/>
                <a:gd name="T21" fmla="*/ 37 h 1223"/>
                <a:gd name="T22" fmla="*/ 495 w 495"/>
                <a:gd name="T23" fmla="*/ 55 h 1223"/>
                <a:gd name="T24" fmla="*/ 495 w 495"/>
                <a:gd name="T25" fmla="*/ 1167 h 1223"/>
                <a:gd name="T26" fmla="*/ 492 w 495"/>
                <a:gd name="T27" fmla="*/ 1185 h 1223"/>
                <a:gd name="T28" fmla="*/ 485 w 495"/>
                <a:gd name="T29" fmla="*/ 1200 h 1223"/>
                <a:gd name="T30" fmla="*/ 472 w 495"/>
                <a:gd name="T31" fmla="*/ 1212 h 1223"/>
                <a:gd name="T32" fmla="*/ 456 w 495"/>
                <a:gd name="T33" fmla="*/ 1220 h 1223"/>
                <a:gd name="T34" fmla="*/ 439 w 495"/>
                <a:gd name="T35" fmla="*/ 1223 h 1223"/>
                <a:gd name="T36" fmla="*/ 56 w 495"/>
                <a:gd name="T37" fmla="*/ 1223 h 1223"/>
                <a:gd name="T38" fmla="*/ 38 w 495"/>
                <a:gd name="T39" fmla="*/ 1220 h 1223"/>
                <a:gd name="T40" fmla="*/ 22 w 495"/>
                <a:gd name="T41" fmla="*/ 1212 h 1223"/>
                <a:gd name="T42" fmla="*/ 11 w 495"/>
                <a:gd name="T43" fmla="*/ 1200 h 1223"/>
                <a:gd name="T44" fmla="*/ 2 w 495"/>
                <a:gd name="T45" fmla="*/ 1185 h 1223"/>
                <a:gd name="T46" fmla="*/ 0 w 495"/>
                <a:gd name="T47" fmla="*/ 1167 h 1223"/>
                <a:gd name="T48" fmla="*/ 0 w 495"/>
                <a:gd name="T49" fmla="*/ 55 h 1223"/>
                <a:gd name="T50" fmla="*/ 2 w 495"/>
                <a:gd name="T51" fmla="*/ 37 h 1223"/>
                <a:gd name="T52" fmla="*/ 11 w 495"/>
                <a:gd name="T53" fmla="*/ 23 h 1223"/>
                <a:gd name="T54" fmla="*/ 22 w 495"/>
                <a:gd name="T55" fmla="*/ 10 h 1223"/>
                <a:gd name="T56" fmla="*/ 38 w 495"/>
                <a:gd name="T57" fmla="*/ 3 h 1223"/>
                <a:gd name="T58" fmla="*/ 56 w 495"/>
                <a:gd name="T59" fmla="*/ 0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5" h="1223">
                  <a:moveTo>
                    <a:pt x="112" y="113"/>
                  </a:moveTo>
                  <a:lnTo>
                    <a:pt x="112" y="1110"/>
                  </a:lnTo>
                  <a:lnTo>
                    <a:pt x="383" y="1110"/>
                  </a:lnTo>
                  <a:lnTo>
                    <a:pt x="383" y="113"/>
                  </a:lnTo>
                  <a:lnTo>
                    <a:pt x="112" y="113"/>
                  </a:lnTo>
                  <a:close/>
                  <a:moveTo>
                    <a:pt x="56" y="0"/>
                  </a:moveTo>
                  <a:lnTo>
                    <a:pt x="439" y="0"/>
                  </a:lnTo>
                  <a:lnTo>
                    <a:pt x="456" y="3"/>
                  </a:lnTo>
                  <a:lnTo>
                    <a:pt x="472" y="10"/>
                  </a:lnTo>
                  <a:lnTo>
                    <a:pt x="485" y="23"/>
                  </a:lnTo>
                  <a:lnTo>
                    <a:pt x="492" y="37"/>
                  </a:lnTo>
                  <a:lnTo>
                    <a:pt x="495" y="55"/>
                  </a:lnTo>
                  <a:lnTo>
                    <a:pt x="495" y="1167"/>
                  </a:lnTo>
                  <a:lnTo>
                    <a:pt x="492" y="1185"/>
                  </a:lnTo>
                  <a:lnTo>
                    <a:pt x="485" y="1200"/>
                  </a:lnTo>
                  <a:lnTo>
                    <a:pt x="472" y="1212"/>
                  </a:lnTo>
                  <a:lnTo>
                    <a:pt x="456" y="1220"/>
                  </a:lnTo>
                  <a:lnTo>
                    <a:pt x="439" y="1223"/>
                  </a:lnTo>
                  <a:lnTo>
                    <a:pt x="56" y="1223"/>
                  </a:lnTo>
                  <a:lnTo>
                    <a:pt x="38" y="1220"/>
                  </a:lnTo>
                  <a:lnTo>
                    <a:pt x="22" y="1212"/>
                  </a:lnTo>
                  <a:lnTo>
                    <a:pt x="11" y="1200"/>
                  </a:lnTo>
                  <a:lnTo>
                    <a:pt x="2" y="1185"/>
                  </a:lnTo>
                  <a:lnTo>
                    <a:pt x="0" y="1167"/>
                  </a:lnTo>
                  <a:lnTo>
                    <a:pt x="0" y="55"/>
                  </a:lnTo>
                  <a:lnTo>
                    <a:pt x="2" y="37"/>
                  </a:lnTo>
                  <a:lnTo>
                    <a:pt x="11" y="23"/>
                  </a:lnTo>
                  <a:lnTo>
                    <a:pt x="22" y="10"/>
                  </a:lnTo>
                  <a:lnTo>
                    <a:pt x="38" y="3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25" name="Freeform 48"/>
            <p:cNvSpPr>
              <a:spLocks noEditPoints="1"/>
            </p:cNvSpPr>
            <p:nvPr/>
          </p:nvSpPr>
          <p:spPr bwMode="auto">
            <a:xfrm>
              <a:off x="1700" y="969"/>
              <a:ext cx="33" cy="62"/>
            </a:xfrm>
            <a:custGeom>
              <a:avLst/>
              <a:gdLst>
                <a:gd name="T0" fmla="*/ 112 w 495"/>
                <a:gd name="T1" fmla="*/ 728 h 928"/>
                <a:gd name="T2" fmla="*/ 112 w 495"/>
                <a:gd name="T3" fmla="*/ 815 h 928"/>
                <a:gd name="T4" fmla="*/ 199 w 495"/>
                <a:gd name="T5" fmla="*/ 815 h 928"/>
                <a:gd name="T6" fmla="*/ 112 w 495"/>
                <a:gd name="T7" fmla="*/ 728 h 928"/>
                <a:gd name="T8" fmla="*/ 112 w 495"/>
                <a:gd name="T9" fmla="*/ 551 h 928"/>
                <a:gd name="T10" fmla="*/ 112 w 495"/>
                <a:gd name="T11" fmla="*/ 639 h 928"/>
                <a:gd name="T12" fmla="*/ 288 w 495"/>
                <a:gd name="T13" fmla="*/ 815 h 928"/>
                <a:gd name="T14" fmla="*/ 288 w 495"/>
                <a:gd name="T15" fmla="*/ 817 h 928"/>
                <a:gd name="T16" fmla="*/ 376 w 495"/>
                <a:gd name="T17" fmla="*/ 817 h 928"/>
                <a:gd name="T18" fmla="*/ 112 w 495"/>
                <a:gd name="T19" fmla="*/ 551 h 928"/>
                <a:gd name="T20" fmla="*/ 112 w 495"/>
                <a:gd name="T21" fmla="*/ 372 h 928"/>
                <a:gd name="T22" fmla="*/ 112 w 495"/>
                <a:gd name="T23" fmla="*/ 461 h 928"/>
                <a:gd name="T24" fmla="*/ 383 w 495"/>
                <a:gd name="T25" fmla="*/ 734 h 928"/>
                <a:gd name="T26" fmla="*/ 383 w 495"/>
                <a:gd name="T27" fmla="*/ 644 h 928"/>
                <a:gd name="T28" fmla="*/ 112 w 495"/>
                <a:gd name="T29" fmla="*/ 372 h 928"/>
                <a:gd name="T30" fmla="*/ 112 w 495"/>
                <a:gd name="T31" fmla="*/ 194 h 928"/>
                <a:gd name="T32" fmla="*/ 112 w 495"/>
                <a:gd name="T33" fmla="*/ 283 h 928"/>
                <a:gd name="T34" fmla="*/ 383 w 495"/>
                <a:gd name="T35" fmla="*/ 555 h 928"/>
                <a:gd name="T36" fmla="*/ 383 w 495"/>
                <a:gd name="T37" fmla="*/ 467 h 928"/>
                <a:gd name="T38" fmla="*/ 112 w 495"/>
                <a:gd name="T39" fmla="*/ 194 h 928"/>
                <a:gd name="T40" fmla="*/ 119 w 495"/>
                <a:gd name="T41" fmla="*/ 113 h 928"/>
                <a:gd name="T42" fmla="*/ 383 w 495"/>
                <a:gd name="T43" fmla="*/ 378 h 928"/>
                <a:gd name="T44" fmla="*/ 383 w 495"/>
                <a:gd name="T45" fmla="*/ 288 h 928"/>
                <a:gd name="T46" fmla="*/ 208 w 495"/>
                <a:gd name="T47" fmla="*/ 113 h 928"/>
                <a:gd name="T48" fmla="*/ 119 w 495"/>
                <a:gd name="T49" fmla="*/ 113 h 928"/>
                <a:gd name="T50" fmla="*/ 296 w 495"/>
                <a:gd name="T51" fmla="*/ 112 h 928"/>
                <a:gd name="T52" fmla="*/ 383 w 495"/>
                <a:gd name="T53" fmla="*/ 199 h 928"/>
                <a:gd name="T54" fmla="*/ 383 w 495"/>
                <a:gd name="T55" fmla="*/ 112 h 928"/>
                <a:gd name="T56" fmla="*/ 296 w 495"/>
                <a:gd name="T57" fmla="*/ 112 h 928"/>
                <a:gd name="T58" fmla="*/ 56 w 495"/>
                <a:gd name="T59" fmla="*/ 0 h 928"/>
                <a:gd name="T60" fmla="*/ 439 w 495"/>
                <a:gd name="T61" fmla="*/ 0 h 928"/>
                <a:gd name="T62" fmla="*/ 457 w 495"/>
                <a:gd name="T63" fmla="*/ 3 h 928"/>
                <a:gd name="T64" fmla="*/ 473 w 495"/>
                <a:gd name="T65" fmla="*/ 10 h 928"/>
                <a:gd name="T66" fmla="*/ 484 w 495"/>
                <a:gd name="T67" fmla="*/ 23 h 928"/>
                <a:gd name="T68" fmla="*/ 493 w 495"/>
                <a:gd name="T69" fmla="*/ 37 h 928"/>
                <a:gd name="T70" fmla="*/ 495 w 495"/>
                <a:gd name="T71" fmla="*/ 55 h 928"/>
                <a:gd name="T72" fmla="*/ 495 w 495"/>
                <a:gd name="T73" fmla="*/ 872 h 928"/>
                <a:gd name="T74" fmla="*/ 493 w 495"/>
                <a:gd name="T75" fmla="*/ 890 h 928"/>
                <a:gd name="T76" fmla="*/ 484 w 495"/>
                <a:gd name="T77" fmla="*/ 905 h 928"/>
                <a:gd name="T78" fmla="*/ 473 w 495"/>
                <a:gd name="T79" fmla="*/ 917 h 928"/>
                <a:gd name="T80" fmla="*/ 457 w 495"/>
                <a:gd name="T81" fmla="*/ 925 h 928"/>
                <a:gd name="T82" fmla="*/ 439 w 495"/>
                <a:gd name="T83" fmla="*/ 928 h 928"/>
                <a:gd name="T84" fmla="*/ 56 w 495"/>
                <a:gd name="T85" fmla="*/ 928 h 928"/>
                <a:gd name="T86" fmla="*/ 39 w 495"/>
                <a:gd name="T87" fmla="*/ 925 h 928"/>
                <a:gd name="T88" fmla="*/ 23 w 495"/>
                <a:gd name="T89" fmla="*/ 917 h 928"/>
                <a:gd name="T90" fmla="*/ 10 w 495"/>
                <a:gd name="T91" fmla="*/ 905 h 928"/>
                <a:gd name="T92" fmla="*/ 3 w 495"/>
                <a:gd name="T93" fmla="*/ 890 h 928"/>
                <a:gd name="T94" fmla="*/ 0 w 495"/>
                <a:gd name="T95" fmla="*/ 872 h 928"/>
                <a:gd name="T96" fmla="*/ 0 w 495"/>
                <a:gd name="T97" fmla="*/ 55 h 928"/>
                <a:gd name="T98" fmla="*/ 3 w 495"/>
                <a:gd name="T99" fmla="*/ 37 h 928"/>
                <a:gd name="T100" fmla="*/ 10 w 495"/>
                <a:gd name="T101" fmla="*/ 23 h 928"/>
                <a:gd name="T102" fmla="*/ 23 w 495"/>
                <a:gd name="T103" fmla="*/ 10 h 928"/>
                <a:gd name="T104" fmla="*/ 39 w 495"/>
                <a:gd name="T105" fmla="*/ 3 h 928"/>
                <a:gd name="T106" fmla="*/ 56 w 495"/>
                <a:gd name="T107" fmla="*/ 0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5" h="928">
                  <a:moveTo>
                    <a:pt x="112" y="728"/>
                  </a:moveTo>
                  <a:lnTo>
                    <a:pt x="112" y="815"/>
                  </a:lnTo>
                  <a:lnTo>
                    <a:pt x="199" y="815"/>
                  </a:lnTo>
                  <a:lnTo>
                    <a:pt x="112" y="728"/>
                  </a:lnTo>
                  <a:close/>
                  <a:moveTo>
                    <a:pt x="112" y="551"/>
                  </a:moveTo>
                  <a:lnTo>
                    <a:pt x="112" y="639"/>
                  </a:lnTo>
                  <a:lnTo>
                    <a:pt x="288" y="815"/>
                  </a:lnTo>
                  <a:lnTo>
                    <a:pt x="288" y="817"/>
                  </a:lnTo>
                  <a:lnTo>
                    <a:pt x="376" y="817"/>
                  </a:lnTo>
                  <a:lnTo>
                    <a:pt x="112" y="551"/>
                  </a:lnTo>
                  <a:close/>
                  <a:moveTo>
                    <a:pt x="112" y="372"/>
                  </a:moveTo>
                  <a:lnTo>
                    <a:pt x="112" y="461"/>
                  </a:lnTo>
                  <a:lnTo>
                    <a:pt x="383" y="734"/>
                  </a:lnTo>
                  <a:lnTo>
                    <a:pt x="383" y="644"/>
                  </a:lnTo>
                  <a:lnTo>
                    <a:pt x="112" y="372"/>
                  </a:lnTo>
                  <a:close/>
                  <a:moveTo>
                    <a:pt x="112" y="194"/>
                  </a:moveTo>
                  <a:lnTo>
                    <a:pt x="112" y="283"/>
                  </a:lnTo>
                  <a:lnTo>
                    <a:pt x="383" y="555"/>
                  </a:lnTo>
                  <a:lnTo>
                    <a:pt x="383" y="467"/>
                  </a:lnTo>
                  <a:lnTo>
                    <a:pt x="112" y="194"/>
                  </a:lnTo>
                  <a:close/>
                  <a:moveTo>
                    <a:pt x="119" y="113"/>
                  </a:moveTo>
                  <a:lnTo>
                    <a:pt x="383" y="378"/>
                  </a:lnTo>
                  <a:lnTo>
                    <a:pt x="383" y="288"/>
                  </a:lnTo>
                  <a:lnTo>
                    <a:pt x="208" y="113"/>
                  </a:lnTo>
                  <a:lnTo>
                    <a:pt x="119" y="113"/>
                  </a:lnTo>
                  <a:close/>
                  <a:moveTo>
                    <a:pt x="296" y="112"/>
                  </a:moveTo>
                  <a:lnTo>
                    <a:pt x="383" y="199"/>
                  </a:lnTo>
                  <a:lnTo>
                    <a:pt x="383" y="112"/>
                  </a:lnTo>
                  <a:lnTo>
                    <a:pt x="296" y="112"/>
                  </a:lnTo>
                  <a:close/>
                  <a:moveTo>
                    <a:pt x="56" y="0"/>
                  </a:moveTo>
                  <a:lnTo>
                    <a:pt x="439" y="0"/>
                  </a:lnTo>
                  <a:lnTo>
                    <a:pt x="457" y="3"/>
                  </a:lnTo>
                  <a:lnTo>
                    <a:pt x="473" y="10"/>
                  </a:lnTo>
                  <a:lnTo>
                    <a:pt x="484" y="23"/>
                  </a:lnTo>
                  <a:lnTo>
                    <a:pt x="493" y="37"/>
                  </a:lnTo>
                  <a:lnTo>
                    <a:pt x="495" y="55"/>
                  </a:lnTo>
                  <a:lnTo>
                    <a:pt x="495" y="872"/>
                  </a:lnTo>
                  <a:lnTo>
                    <a:pt x="493" y="890"/>
                  </a:lnTo>
                  <a:lnTo>
                    <a:pt x="484" y="905"/>
                  </a:lnTo>
                  <a:lnTo>
                    <a:pt x="473" y="917"/>
                  </a:lnTo>
                  <a:lnTo>
                    <a:pt x="457" y="925"/>
                  </a:lnTo>
                  <a:lnTo>
                    <a:pt x="439" y="928"/>
                  </a:lnTo>
                  <a:lnTo>
                    <a:pt x="56" y="928"/>
                  </a:lnTo>
                  <a:lnTo>
                    <a:pt x="39" y="925"/>
                  </a:lnTo>
                  <a:lnTo>
                    <a:pt x="23" y="917"/>
                  </a:lnTo>
                  <a:lnTo>
                    <a:pt x="10" y="905"/>
                  </a:lnTo>
                  <a:lnTo>
                    <a:pt x="3" y="890"/>
                  </a:lnTo>
                  <a:lnTo>
                    <a:pt x="0" y="872"/>
                  </a:lnTo>
                  <a:lnTo>
                    <a:pt x="0" y="55"/>
                  </a:lnTo>
                  <a:lnTo>
                    <a:pt x="3" y="37"/>
                  </a:lnTo>
                  <a:lnTo>
                    <a:pt x="10" y="23"/>
                  </a:lnTo>
                  <a:lnTo>
                    <a:pt x="23" y="10"/>
                  </a:lnTo>
                  <a:lnTo>
                    <a:pt x="39" y="3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26" name="Freeform 49"/>
            <p:cNvSpPr>
              <a:spLocks/>
            </p:cNvSpPr>
            <p:nvPr/>
          </p:nvSpPr>
          <p:spPr bwMode="auto">
            <a:xfrm>
              <a:off x="1741" y="920"/>
              <a:ext cx="33" cy="111"/>
            </a:xfrm>
            <a:custGeom>
              <a:avLst/>
              <a:gdLst>
                <a:gd name="T0" fmla="*/ 57 w 495"/>
                <a:gd name="T1" fmla="*/ 0 h 1675"/>
                <a:gd name="T2" fmla="*/ 439 w 495"/>
                <a:gd name="T3" fmla="*/ 0 h 1675"/>
                <a:gd name="T4" fmla="*/ 457 w 495"/>
                <a:gd name="T5" fmla="*/ 3 h 1675"/>
                <a:gd name="T6" fmla="*/ 472 w 495"/>
                <a:gd name="T7" fmla="*/ 11 h 1675"/>
                <a:gd name="T8" fmla="*/ 484 w 495"/>
                <a:gd name="T9" fmla="*/ 23 h 1675"/>
                <a:gd name="T10" fmla="*/ 493 w 495"/>
                <a:gd name="T11" fmla="*/ 39 h 1675"/>
                <a:gd name="T12" fmla="*/ 495 w 495"/>
                <a:gd name="T13" fmla="*/ 57 h 1675"/>
                <a:gd name="T14" fmla="*/ 495 w 495"/>
                <a:gd name="T15" fmla="*/ 1619 h 1675"/>
                <a:gd name="T16" fmla="*/ 493 w 495"/>
                <a:gd name="T17" fmla="*/ 1637 h 1675"/>
                <a:gd name="T18" fmla="*/ 484 w 495"/>
                <a:gd name="T19" fmla="*/ 1652 h 1675"/>
                <a:gd name="T20" fmla="*/ 472 w 495"/>
                <a:gd name="T21" fmla="*/ 1664 h 1675"/>
                <a:gd name="T22" fmla="*/ 457 w 495"/>
                <a:gd name="T23" fmla="*/ 1672 h 1675"/>
                <a:gd name="T24" fmla="*/ 439 w 495"/>
                <a:gd name="T25" fmla="*/ 1675 h 1675"/>
                <a:gd name="T26" fmla="*/ 57 w 495"/>
                <a:gd name="T27" fmla="*/ 1675 h 1675"/>
                <a:gd name="T28" fmla="*/ 39 w 495"/>
                <a:gd name="T29" fmla="*/ 1672 h 1675"/>
                <a:gd name="T30" fmla="*/ 23 w 495"/>
                <a:gd name="T31" fmla="*/ 1664 h 1675"/>
                <a:gd name="T32" fmla="*/ 10 w 495"/>
                <a:gd name="T33" fmla="*/ 1652 h 1675"/>
                <a:gd name="T34" fmla="*/ 3 w 495"/>
                <a:gd name="T35" fmla="*/ 1637 h 1675"/>
                <a:gd name="T36" fmla="*/ 0 w 495"/>
                <a:gd name="T37" fmla="*/ 1619 h 1675"/>
                <a:gd name="T38" fmla="*/ 0 w 495"/>
                <a:gd name="T39" fmla="*/ 57 h 1675"/>
                <a:gd name="T40" fmla="*/ 3 w 495"/>
                <a:gd name="T41" fmla="*/ 39 h 1675"/>
                <a:gd name="T42" fmla="*/ 10 w 495"/>
                <a:gd name="T43" fmla="*/ 23 h 1675"/>
                <a:gd name="T44" fmla="*/ 23 w 495"/>
                <a:gd name="T45" fmla="*/ 11 h 1675"/>
                <a:gd name="T46" fmla="*/ 39 w 495"/>
                <a:gd name="T47" fmla="*/ 3 h 1675"/>
                <a:gd name="T48" fmla="*/ 57 w 495"/>
                <a:gd name="T49" fmla="*/ 0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5" h="1675">
                  <a:moveTo>
                    <a:pt x="57" y="0"/>
                  </a:moveTo>
                  <a:lnTo>
                    <a:pt x="439" y="0"/>
                  </a:lnTo>
                  <a:lnTo>
                    <a:pt x="457" y="3"/>
                  </a:lnTo>
                  <a:lnTo>
                    <a:pt x="472" y="11"/>
                  </a:lnTo>
                  <a:lnTo>
                    <a:pt x="484" y="23"/>
                  </a:lnTo>
                  <a:lnTo>
                    <a:pt x="493" y="39"/>
                  </a:lnTo>
                  <a:lnTo>
                    <a:pt x="495" y="57"/>
                  </a:lnTo>
                  <a:lnTo>
                    <a:pt x="495" y="1619"/>
                  </a:lnTo>
                  <a:lnTo>
                    <a:pt x="493" y="1637"/>
                  </a:lnTo>
                  <a:lnTo>
                    <a:pt x="484" y="1652"/>
                  </a:lnTo>
                  <a:lnTo>
                    <a:pt x="472" y="1664"/>
                  </a:lnTo>
                  <a:lnTo>
                    <a:pt x="457" y="1672"/>
                  </a:lnTo>
                  <a:lnTo>
                    <a:pt x="439" y="1675"/>
                  </a:lnTo>
                  <a:lnTo>
                    <a:pt x="57" y="1675"/>
                  </a:lnTo>
                  <a:lnTo>
                    <a:pt x="39" y="1672"/>
                  </a:lnTo>
                  <a:lnTo>
                    <a:pt x="23" y="1664"/>
                  </a:lnTo>
                  <a:lnTo>
                    <a:pt x="10" y="1652"/>
                  </a:lnTo>
                  <a:lnTo>
                    <a:pt x="3" y="1637"/>
                  </a:lnTo>
                  <a:lnTo>
                    <a:pt x="0" y="1619"/>
                  </a:lnTo>
                  <a:lnTo>
                    <a:pt x="0" y="57"/>
                  </a:lnTo>
                  <a:lnTo>
                    <a:pt x="3" y="39"/>
                  </a:lnTo>
                  <a:lnTo>
                    <a:pt x="10" y="23"/>
                  </a:lnTo>
                  <a:lnTo>
                    <a:pt x="23" y="11"/>
                  </a:lnTo>
                  <a:lnTo>
                    <a:pt x="39" y="3"/>
                  </a:lnTo>
                  <a:lnTo>
                    <a:pt x="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</p:grpSp>
      <p:sp>
        <p:nvSpPr>
          <p:cNvPr id="127" name="Freeform 741"/>
          <p:cNvSpPr>
            <a:spLocks noEditPoints="1"/>
          </p:cNvSpPr>
          <p:nvPr/>
        </p:nvSpPr>
        <p:spPr bwMode="auto">
          <a:xfrm>
            <a:off x="5129101" y="5199664"/>
            <a:ext cx="398097" cy="365342"/>
          </a:xfrm>
          <a:custGeom>
            <a:avLst/>
            <a:gdLst>
              <a:gd name="T0" fmla="*/ 832 w 3321"/>
              <a:gd name="T1" fmla="*/ 1432 h 3043"/>
              <a:gd name="T2" fmla="*/ 261 w 3321"/>
              <a:gd name="T3" fmla="*/ 1721 h 3043"/>
              <a:gd name="T4" fmla="*/ 832 w 3321"/>
              <a:gd name="T5" fmla="*/ 2011 h 3043"/>
              <a:gd name="T6" fmla="*/ 1401 w 3321"/>
              <a:gd name="T7" fmla="*/ 1721 h 3043"/>
              <a:gd name="T8" fmla="*/ 832 w 3321"/>
              <a:gd name="T9" fmla="*/ 1432 h 3043"/>
              <a:gd name="T10" fmla="*/ 2489 w 3321"/>
              <a:gd name="T11" fmla="*/ 1426 h 3043"/>
              <a:gd name="T12" fmla="*/ 1920 w 3321"/>
              <a:gd name="T13" fmla="*/ 1717 h 3043"/>
              <a:gd name="T14" fmla="*/ 2489 w 3321"/>
              <a:gd name="T15" fmla="*/ 2007 h 3043"/>
              <a:gd name="T16" fmla="*/ 3059 w 3321"/>
              <a:gd name="T17" fmla="*/ 1717 h 3043"/>
              <a:gd name="T18" fmla="*/ 2489 w 3321"/>
              <a:gd name="T19" fmla="*/ 1426 h 3043"/>
              <a:gd name="T20" fmla="*/ 1662 w 3321"/>
              <a:gd name="T21" fmla="*/ 133 h 3043"/>
              <a:gd name="T22" fmla="*/ 1093 w 3321"/>
              <a:gd name="T23" fmla="*/ 423 h 3043"/>
              <a:gd name="T24" fmla="*/ 1662 w 3321"/>
              <a:gd name="T25" fmla="*/ 714 h 3043"/>
              <a:gd name="T26" fmla="*/ 2233 w 3321"/>
              <a:gd name="T27" fmla="*/ 423 h 3043"/>
              <a:gd name="T28" fmla="*/ 1662 w 3321"/>
              <a:gd name="T29" fmla="*/ 133 h 3043"/>
              <a:gd name="T30" fmla="*/ 1662 w 3321"/>
              <a:gd name="T31" fmla="*/ 0 h 3043"/>
              <a:gd name="T32" fmla="*/ 1662 w 3321"/>
              <a:gd name="T33" fmla="*/ 0 h 3043"/>
              <a:gd name="T34" fmla="*/ 2494 w 3321"/>
              <a:gd name="T35" fmla="*/ 423 h 3043"/>
              <a:gd name="T36" fmla="*/ 2494 w 3321"/>
              <a:gd name="T37" fmla="*/ 1296 h 3043"/>
              <a:gd name="T38" fmla="*/ 3321 w 3321"/>
              <a:gd name="T39" fmla="*/ 1717 h 3043"/>
              <a:gd name="T40" fmla="*/ 3321 w 3321"/>
              <a:gd name="T41" fmla="*/ 2615 h 3043"/>
              <a:gd name="T42" fmla="*/ 2489 w 3321"/>
              <a:gd name="T43" fmla="*/ 3038 h 3043"/>
              <a:gd name="T44" fmla="*/ 1662 w 3321"/>
              <a:gd name="T45" fmla="*/ 2617 h 3043"/>
              <a:gd name="T46" fmla="*/ 1662 w 3321"/>
              <a:gd name="T47" fmla="*/ 2619 h 3043"/>
              <a:gd name="T48" fmla="*/ 832 w 3321"/>
              <a:gd name="T49" fmla="*/ 3043 h 3043"/>
              <a:gd name="T50" fmla="*/ 0 w 3321"/>
              <a:gd name="T51" fmla="*/ 2619 h 3043"/>
              <a:gd name="T52" fmla="*/ 0 w 3321"/>
              <a:gd name="T53" fmla="*/ 1721 h 3043"/>
              <a:gd name="T54" fmla="*/ 832 w 3321"/>
              <a:gd name="T55" fmla="*/ 1298 h 3043"/>
              <a:gd name="T56" fmla="*/ 832 w 3321"/>
              <a:gd name="T57" fmla="*/ 423 h 3043"/>
              <a:gd name="T58" fmla="*/ 1662 w 3321"/>
              <a:gd name="T59" fmla="*/ 0 h 30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321" h="3043">
                <a:moveTo>
                  <a:pt x="832" y="1432"/>
                </a:moveTo>
                <a:lnTo>
                  <a:pt x="261" y="1721"/>
                </a:lnTo>
                <a:lnTo>
                  <a:pt x="832" y="2011"/>
                </a:lnTo>
                <a:lnTo>
                  <a:pt x="1401" y="1721"/>
                </a:lnTo>
                <a:lnTo>
                  <a:pt x="832" y="1432"/>
                </a:lnTo>
                <a:close/>
                <a:moveTo>
                  <a:pt x="2489" y="1426"/>
                </a:moveTo>
                <a:lnTo>
                  <a:pt x="1920" y="1717"/>
                </a:lnTo>
                <a:lnTo>
                  <a:pt x="2489" y="2007"/>
                </a:lnTo>
                <a:lnTo>
                  <a:pt x="3059" y="1717"/>
                </a:lnTo>
                <a:lnTo>
                  <a:pt x="2489" y="1426"/>
                </a:lnTo>
                <a:close/>
                <a:moveTo>
                  <a:pt x="1662" y="133"/>
                </a:moveTo>
                <a:lnTo>
                  <a:pt x="1093" y="423"/>
                </a:lnTo>
                <a:lnTo>
                  <a:pt x="1662" y="714"/>
                </a:lnTo>
                <a:lnTo>
                  <a:pt x="2233" y="423"/>
                </a:lnTo>
                <a:lnTo>
                  <a:pt x="1662" y="133"/>
                </a:lnTo>
                <a:close/>
                <a:moveTo>
                  <a:pt x="1662" y="0"/>
                </a:moveTo>
                <a:lnTo>
                  <a:pt x="1662" y="0"/>
                </a:lnTo>
                <a:lnTo>
                  <a:pt x="2494" y="423"/>
                </a:lnTo>
                <a:lnTo>
                  <a:pt x="2494" y="1296"/>
                </a:lnTo>
                <a:lnTo>
                  <a:pt x="3321" y="1717"/>
                </a:lnTo>
                <a:lnTo>
                  <a:pt x="3321" y="2615"/>
                </a:lnTo>
                <a:lnTo>
                  <a:pt x="2489" y="3038"/>
                </a:lnTo>
                <a:lnTo>
                  <a:pt x="1662" y="2617"/>
                </a:lnTo>
                <a:lnTo>
                  <a:pt x="1662" y="2619"/>
                </a:lnTo>
                <a:lnTo>
                  <a:pt x="832" y="3043"/>
                </a:lnTo>
                <a:lnTo>
                  <a:pt x="0" y="2619"/>
                </a:lnTo>
                <a:lnTo>
                  <a:pt x="0" y="1721"/>
                </a:lnTo>
                <a:lnTo>
                  <a:pt x="832" y="1298"/>
                </a:lnTo>
                <a:lnTo>
                  <a:pt x="832" y="423"/>
                </a:lnTo>
                <a:lnTo>
                  <a:pt x="166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128" name="Freeform 763"/>
          <p:cNvSpPr>
            <a:spLocks noEditPoints="1"/>
          </p:cNvSpPr>
          <p:nvPr/>
        </p:nvSpPr>
        <p:spPr bwMode="auto">
          <a:xfrm>
            <a:off x="3218834" y="4393857"/>
            <a:ext cx="377482" cy="396397"/>
          </a:xfrm>
          <a:custGeom>
            <a:avLst/>
            <a:gdLst>
              <a:gd name="T0" fmla="*/ 1608 w 3217"/>
              <a:gd name="T1" fmla="*/ 259 h 3376"/>
              <a:gd name="T2" fmla="*/ 506 w 3217"/>
              <a:gd name="T3" fmla="*/ 819 h 3376"/>
              <a:gd name="T4" fmla="*/ 1608 w 3217"/>
              <a:gd name="T5" fmla="*/ 1381 h 3376"/>
              <a:gd name="T6" fmla="*/ 2711 w 3217"/>
              <a:gd name="T7" fmla="*/ 819 h 3376"/>
              <a:gd name="T8" fmla="*/ 1608 w 3217"/>
              <a:gd name="T9" fmla="*/ 259 h 3376"/>
              <a:gd name="T10" fmla="*/ 1608 w 3217"/>
              <a:gd name="T11" fmla="*/ 0 h 3376"/>
              <a:gd name="T12" fmla="*/ 3217 w 3217"/>
              <a:gd name="T13" fmla="*/ 819 h 3376"/>
              <a:gd name="T14" fmla="*/ 3217 w 3217"/>
              <a:gd name="T15" fmla="*/ 2556 h 3376"/>
              <a:gd name="T16" fmla="*/ 1608 w 3217"/>
              <a:gd name="T17" fmla="*/ 3376 h 3376"/>
              <a:gd name="T18" fmla="*/ 0 w 3217"/>
              <a:gd name="T19" fmla="*/ 2556 h 3376"/>
              <a:gd name="T20" fmla="*/ 0 w 3217"/>
              <a:gd name="T21" fmla="*/ 819 h 3376"/>
              <a:gd name="T22" fmla="*/ 1608 w 3217"/>
              <a:gd name="T23" fmla="*/ 0 h 3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217" h="3376">
                <a:moveTo>
                  <a:pt x="1608" y="259"/>
                </a:moveTo>
                <a:lnTo>
                  <a:pt x="506" y="819"/>
                </a:lnTo>
                <a:lnTo>
                  <a:pt x="1608" y="1381"/>
                </a:lnTo>
                <a:lnTo>
                  <a:pt x="2711" y="819"/>
                </a:lnTo>
                <a:lnTo>
                  <a:pt x="1608" y="259"/>
                </a:lnTo>
                <a:close/>
                <a:moveTo>
                  <a:pt x="1608" y="0"/>
                </a:moveTo>
                <a:lnTo>
                  <a:pt x="3217" y="819"/>
                </a:lnTo>
                <a:lnTo>
                  <a:pt x="3217" y="2556"/>
                </a:lnTo>
                <a:lnTo>
                  <a:pt x="1608" y="3376"/>
                </a:lnTo>
                <a:lnTo>
                  <a:pt x="0" y="2556"/>
                </a:lnTo>
                <a:lnTo>
                  <a:pt x="0" y="819"/>
                </a:lnTo>
                <a:lnTo>
                  <a:pt x="160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grpSp>
        <p:nvGrpSpPr>
          <p:cNvPr id="129" name="Group 128"/>
          <p:cNvGrpSpPr/>
          <p:nvPr/>
        </p:nvGrpSpPr>
        <p:grpSpPr>
          <a:xfrm>
            <a:off x="9076200" y="2402527"/>
            <a:ext cx="324399" cy="320369"/>
            <a:chOff x="819150" y="-1422400"/>
            <a:chExt cx="766763" cy="757237"/>
          </a:xfrm>
          <a:solidFill>
            <a:schemeClr val="bg1"/>
          </a:solidFill>
        </p:grpSpPr>
        <p:sp>
          <p:nvSpPr>
            <p:cNvPr id="130" name="Freeform 590"/>
            <p:cNvSpPr>
              <a:spLocks noEditPoints="1"/>
            </p:cNvSpPr>
            <p:nvPr/>
          </p:nvSpPr>
          <p:spPr bwMode="auto">
            <a:xfrm>
              <a:off x="1168400" y="-1077913"/>
              <a:ext cx="417513" cy="412750"/>
            </a:xfrm>
            <a:custGeom>
              <a:avLst/>
              <a:gdLst>
                <a:gd name="T0" fmla="*/ 639 w 1839"/>
                <a:gd name="T1" fmla="*/ 284 h 1819"/>
                <a:gd name="T2" fmla="*/ 497 w 1839"/>
                <a:gd name="T3" fmla="*/ 345 h 1819"/>
                <a:gd name="T4" fmla="*/ 378 w 1839"/>
                <a:gd name="T5" fmla="*/ 451 h 1819"/>
                <a:gd name="T6" fmla="*/ 301 w 1839"/>
                <a:gd name="T7" fmla="*/ 585 h 1819"/>
                <a:gd name="T8" fmla="*/ 270 w 1839"/>
                <a:gd name="T9" fmla="*/ 732 h 1819"/>
                <a:gd name="T10" fmla="*/ 286 w 1839"/>
                <a:gd name="T11" fmla="*/ 881 h 1819"/>
                <a:gd name="T12" fmla="*/ 347 w 1839"/>
                <a:gd name="T13" fmla="*/ 1022 h 1819"/>
                <a:gd name="T14" fmla="*/ 455 w 1839"/>
                <a:gd name="T15" fmla="*/ 1140 h 1819"/>
                <a:gd name="T16" fmla="*/ 591 w 1839"/>
                <a:gd name="T17" fmla="*/ 1216 h 1819"/>
                <a:gd name="T18" fmla="*/ 740 w 1839"/>
                <a:gd name="T19" fmla="*/ 1246 h 1819"/>
                <a:gd name="T20" fmla="*/ 891 w 1839"/>
                <a:gd name="T21" fmla="*/ 1231 h 1819"/>
                <a:gd name="T22" fmla="*/ 1033 w 1839"/>
                <a:gd name="T23" fmla="*/ 1170 h 1819"/>
                <a:gd name="T24" fmla="*/ 1152 w 1839"/>
                <a:gd name="T25" fmla="*/ 1064 h 1819"/>
                <a:gd name="T26" fmla="*/ 1229 w 1839"/>
                <a:gd name="T27" fmla="*/ 930 h 1819"/>
                <a:gd name="T28" fmla="*/ 1260 w 1839"/>
                <a:gd name="T29" fmla="*/ 782 h 1819"/>
                <a:gd name="T30" fmla="*/ 1244 w 1839"/>
                <a:gd name="T31" fmla="*/ 633 h 1819"/>
                <a:gd name="T32" fmla="*/ 1183 w 1839"/>
                <a:gd name="T33" fmla="*/ 493 h 1819"/>
                <a:gd name="T34" fmla="*/ 1076 w 1839"/>
                <a:gd name="T35" fmla="*/ 375 h 1819"/>
                <a:gd name="T36" fmla="*/ 939 w 1839"/>
                <a:gd name="T37" fmla="*/ 299 h 1819"/>
                <a:gd name="T38" fmla="*/ 790 w 1839"/>
                <a:gd name="T39" fmla="*/ 268 h 1819"/>
                <a:gd name="T40" fmla="*/ 858 w 1839"/>
                <a:gd name="T41" fmla="*/ 6 h 1819"/>
                <a:gd name="T42" fmla="*/ 1038 w 1839"/>
                <a:gd name="T43" fmla="*/ 49 h 1819"/>
                <a:gd name="T44" fmla="*/ 1207 w 1839"/>
                <a:gd name="T45" fmla="*/ 138 h 1819"/>
                <a:gd name="T46" fmla="*/ 1350 w 1839"/>
                <a:gd name="T47" fmla="*/ 268 h 1819"/>
                <a:gd name="T48" fmla="*/ 1454 w 1839"/>
                <a:gd name="T49" fmla="*/ 425 h 1819"/>
                <a:gd name="T50" fmla="*/ 1513 w 1839"/>
                <a:gd name="T51" fmla="*/ 598 h 1819"/>
                <a:gd name="T52" fmla="*/ 1530 w 1839"/>
                <a:gd name="T53" fmla="*/ 778 h 1819"/>
                <a:gd name="T54" fmla="*/ 1502 w 1839"/>
                <a:gd name="T55" fmla="*/ 956 h 1819"/>
                <a:gd name="T56" fmla="*/ 1760 w 1839"/>
                <a:gd name="T57" fmla="*/ 1368 h 1819"/>
                <a:gd name="T58" fmla="*/ 1818 w 1839"/>
                <a:gd name="T59" fmla="*/ 1454 h 1819"/>
                <a:gd name="T60" fmla="*/ 1839 w 1839"/>
                <a:gd name="T61" fmla="*/ 1555 h 1819"/>
                <a:gd name="T62" fmla="*/ 1818 w 1839"/>
                <a:gd name="T63" fmla="*/ 1656 h 1819"/>
                <a:gd name="T64" fmla="*/ 1760 w 1839"/>
                <a:gd name="T65" fmla="*/ 1743 h 1819"/>
                <a:gd name="T66" fmla="*/ 1663 w 1839"/>
                <a:gd name="T67" fmla="*/ 1804 h 1819"/>
                <a:gd name="T68" fmla="*/ 1553 w 1839"/>
                <a:gd name="T69" fmla="*/ 1819 h 1819"/>
                <a:gd name="T70" fmla="*/ 1445 w 1839"/>
                <a:gd name="T71" fmla="*/ 1788 h 1819"/>
                <a:gd name="T72" fmla="*/ 1082 w 1839"/>
                <a:gd name="T73" fmla="*/ 1446 h 1819"/>
                <a:gd name="T74" fmla="*/ 907 w 1839"/>
                <a:gd name="T75" fmla="*/ 1501 h 1819"/>
                <a:gd name="T76" fmla="*/ 725 w 1839"/>
                <a:gd name="T77" fmla="*/ 1513 h 1819"/>
                <a:gd name="T78" fmla="*/ 545 w 1839"/>
                <a:gd name="T79" fmla="*/ 1482 h 1819"/>
                <a:gd name="T80" fmla="*/ 375 w 1839"/>
                <a:gd name="T81" fmla="*/ 1409 h 1819"/>
                <a:gd name="T82" fmla="*/ 224 w 1839"/>
                <a:gd name="T83" fmla="*/ 1293 h 1819"/>
                <a:gd name="T84" fmla="*/ 105 w 1839"/>
                <a:gd name="T85" fmla="*/ 1141 h 1819"/>
                <a:gd name="T86" fmla="*/ 30 w 1839"/>
                <a:gd name="T87" fmla="*/ 970 h 1819"/>
                <a:gd name="T88" fmla="*/ 0 w 1839"/>
                <a:gd name="T89" fmla="*/ 787 h 1819"/>
                <a:gd name="T90" fmla="*/ 15 w 1839"/>
                <a:gd name="T91" fmla="*/ 604 h 1819"/>
                <a:gd name="T92" fmla="*/ 74 w 1839"/>
                <a:gd name="T93" fmla="*/ 429 h 1819"/>
                <a:gd name="T94" fmla="*/ 179 w 1839"/>
                <a:gd name="T95" fmla="*/ 270 h 1819"/>
                <a:gd name="T96" fmla="*/ 323 w 1839"/>
                <a:gd name="T97" fmla="*/ 138 h 1819"/>
                <a:gd name="T98" fmla="*/ 491 w 1839"/>
                <a:gd name="T99" fmla="*/ 49 h 1819"/>
                <a:gd name="T100" fmla="*/ 672 w 1839"/>
                <a:gd name="T101" fmla="*/ 6 h 1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39" h="1819">
                  <a:moveTo>
                    <a:pt x="740" y="268"/>
                  </a:moveTo>
                  <a:lnTo>
                    <a:pt x="689" y="273"/>
                  </a:lnTo>
                  <a:lnTo>
                    <a:pt x="639" y="284"/>
                  </a:lnTo>
                  <a:lnTo>
                    <a:pt x="591" y="299"/>
                  </a:lnTo>
                  <a:lnTo>
                    <a:pt x="544" y="319"/>
                  </a:lnTo>
                  <a:lnTo>
                    <a:pt x="497" y="345"/>
                  </a:lnTo>
                  <a:lnTo>
                    <a:pt x="455" y="375"/>
                  </a:lnTo>
                  <a:lnTo>
                    <a:pt x="415" y="410"/>
                  </a:lnTo>
                  <a:lnTo>
                    <a:pt x="378" y="451"/>
                  </a:lnTo>
                  <a:lnTo>
                    <a:pt x="347" y="493"/>
                  </a:lnTo>
                  <a:lnTo>
                    <a:pt x="322" y="538"/>
                  </a:lnTo>
                  <a:lnTo>
                    <a:pt x="301" y="585"/>
                  </a:lnTo>
                  <a:lnTo>
                    <a:pt x="286" y="633"/>
                  </a:lnTo>
                  <a:lnTo>
                    <a:pt x="276" y="682"/>
                  </a:lnTo>
                  <a:lnTo>
                    <a:pt x="270" y="732"/>
                  </a:lnTo>
                  <a:lnTo>
                    <a:pt x="270" y="782"/>
                  </a:lnTo>
                  <a:lnTo>
                    <a:pt x="276" y="832"/>
                  </a:lnTo>
                  <a:lnTo>
                    <a:pt x="286" y="881"/>
                  </a:lnTo>
                  <a:lnTo>
                    <a:pt x="301" y="930"/>
                  </a:lnTo>
                  <a:lnTo>
                    <a:pt x="322" y="977"/>
                  </a:lnTo>
                  <a:lnTo>
                    <a:pt x="347" y="1022"/>
                  </a:lnTo>
                  <a:lnTo>
                    <a:pt x="378" y="1064"/>
                  </a:lnTo>
                  <a:lnTo>
                    <a:pt x="415" y="1104"/>
                  </a:lnTo>
                  <a:lnTo>
                    <a:pt x="455" y="1140"/>
                  </a:lnTo>
                  <a:lnTo>
                    <a:pt x="497" y="1170"/>
                  </a:lnTo>
                  <a:lnTo>
                    <a:pt x="544" y="1195"/>
                  </a:lnTo>
                  <a:lnTo>
                    <a:pt x="591" y="1216"/>
                  </a:lnTo>
                  <a:lnTo>
                    <a:pt x="639" y="1231"/>
                  </a:lnTo>
                  <a:lnTo>
                    <a:pt x="689" y="1241"/>
                  </a:lnTo>
                  <a:lnTo>
                    <a:pt x="740" y="1246"/>
                  </a:lnTo>
                  <a:lnTo>
                    <a:pt x="790" y="1246"/>
                  </a:lnTo>
                  <a:lnTo>
                    <a:pt x="841" y="1241"/>
                  </a:lnTo>
                  <a:lnTo>
                    <a:pt x="891" y="1231"/>
                  </a:lnTo>
                  <a:lnTo>
                    <a:pt x="939" y="1216"/>
                  </a:lnTo>
                  <a:lnTo>
                    <a:pt x="986" y="1195"/>
                  </a:lnTo>
                  <a:lnTo>
                    <a:pt x="1033" y="1170"/>
                  </a:lnTo>
                  <a:lnTo>
                    <a:pt x="1076" y="1140"/>
                  </a:lnTo>
                  <a:lnTo>
                    <a:pt x="1115" y="1104"/>
                  </a:lnTo>
                  <a:lnTo>
                    <a:pt x="1152" y="1064"/>
                  </a:lnTo>
                  <a:lnTo>
                    <a:pt x="1183" y="1022"/>
                  </a:lnTo>
                  <a:lnTo>
                    <a:pt x="1208" y="977"/>
                  </a:lnTo>
                  <a:lnTo>
                    <a:pt x="1229" y="930"/>
                  </a:lnTo>
                  <a:lnTo>
                    <a:pt x="1244" y="881"/>
                  </a:lnTo>
                  <a:lnTo>
                    <a:pt x="1254" y="832"/>
                  </a:lnTo>
                  <a:lnTo>
                    <a:pt x="1260" y="782"/>
                  </a:lnTo>
                  <a:lnTo>
                    <a:pt x="1260" y="732"/>
                  </a:lnTo>
                  <a:lnTo>
                    <a:pt x="1254" y="682"/>
                  </a:lnTo>
                  <a:lnTo>
                    <a:pt x="1244" y="633"/>
                  </a:lnTo>
                  <a:lnTo>
                    <a:pt x="1229" y="585"/>
                  </a:lnTo>
                  <a:lnTo>
                    <a:pt x="1208" y="538"/>
                  </a:lnTo>
                  <a:lnTo>
                    <a:pt x="1183" y="493"/>
                  </a:lnTo>
                  <a:lnTo>
                    <a:pt x="1152" y="451"/>
                  </a:lnTo>
                  <a:lnTo>
                    <a:pt x="1115" y="410"/>
                  </a:lnTo>
                  <a:lnTo>
                    <a:pt x="1076" y="375"/>
                  </a:lnTo>
                  <a:lnTo>
                    <a:pt x="1033" y="345"/>
                  </a:lnTo>
                  <a:lnTo>
                    <a:pt x="986" y="319"/>
                  </a:lnTo>
                  <a:lnTo>
                    <a:pt x="939" y="299"/>
                  </a:lnTo>
                  <a:lnTo>
                    <a:pt x="891" y="284"/>
                  </a:lnTo>
                  <a:lnTo>
                    <a:pt x="841" y="273"/>
                  </a:lnTo>
                  <a:lnTo>
                    <a:pt x="790" y="268"/>
                  </a:lnTo>
                  <a:lnTo>
                    <a:pt x="740" y="268"/>
                  </a:lnTo>
                  <a:close/>
                  <a:moveTo>
                    <a:pt x="796" y="0"/>
                  </a:moveTo>
                  <a:lnTo>
                    <a:pt x="858" y="6"/>
                  </a:lnTo>
                  <a:lnTo>
                    <a:pt x="919" y="16"/>
                  </a:lnTo>
                  <a:lnTo>
                    <a:pt x="980" y="30"/>
                  </a:lnTo>
                  <a:lnTo>
                    <a:pt x="1038" y="49"/>
                  </a:lnTo>
                  <a:lnTo>
                    <a:pt x="1097" y="74"/>
                  </a:lnTo>
                  <a:lnTo>
                    <a:pt x="1153" y="104"/>
                  </a:lnTo>
                  <a:lnTo>
                    <a:pt x="1207" y="138"/>
                  </a:lnTo>
                  <a:lnTo>
                    <a:pt x="1257" y="177"/>
                  </a:lnTo>
                  <a:lnTo>
                    <a:pt x="1306" y="221"/>
                  </a:lnTo>
                  <a:lnTo>
                    <a:pt x="1350" y="268"/>
                  </a:lnTo>
                  <a:lnTo>
                    <a:pt x="1390" y="319"/>
                  </a:lnTo>
                  <a:lnTo>
                    <a:pt x="1424" y="371"/>
                  </a:lnTo>
                  <a:lnTo>
                    <a:pt x="1454" y="425"/>
                  </a:lnTo>
                  <a:lnTo>
                    <a:pt x="1478" y="481"/>
                  </a:lnTo>
                  <a:lnTo>
                    <a:pt x="1498" y="539"/>
                  </a:lnTo>
                  <a:lnTo>
                    <a:pt x="1513" y="598"/>
                  </a:lnTo>
                  <a:lnTo>
                    <a:pt x="1523" y="658"/>
                  </a:lnTo>
                  <a:lnTo>
                    <a:pt x="1528" y="718"/>
                  </a:lnTo>
                  <a:lnTo>
                    <a:pt x="1530" y="778"/>
                  </a:lnTo>
                  <a:lnTo>
                    <a:pt x="1525" y="838"/>
                  </a:lnTo>
                  <a:lnTo>
                    <a:pt x="1516" y="898"/>
                  </a:lnTo>
                  <a:lnTo>
                    <a:pt x="1502" y="956"/>
                  </a:lnTo>
                  <a:lnTo>
                    <a:pt x="1483" y="1014"/>
                  </a:lnTo>
                  <a:lnTo>
                    <a:pt x="1460" y="1071"/>
                  </a:lnTo>
                  <a:lnTo>
                    <a:pt x="1760" y="1368"/>
                  </a:lnTo>
                  <a:lnTo>
                    <a:pt x="1784" y="1394"/>
                  </a:lnTo>
                  <a:lnTo>
                    <a:pt x="1803" y="1423"/>
                  </a:lnTo>
                  <a:lnTo>
                    <a:pt x="1818" y="1454"/>
                  </a:lnTo>
                  <a:lnTo>
                    <a:pt x="1830" y="1486"/>
                  </a:lnTo>
                  <a:lnTo>
                    <a:pt x="1837" y="1520"/>
                  </a:lnTo>
                  <a:lnTo>
                    <a:pt x="1839" y="1555"/>
                  </a:lnTo>
                  <a:lnTo>
                    <a:pt x="1837" y="1590"/>
                  </a:lnTo>
                  <a:lnTo>
                    <a:pt x="1830" y="1624"/>
                  </a:lnTo>
                  <a:lnTo>
                    <a:pt x="1818" y="1656"/>
                  </a:lnTo>
                  <a:lnTo>
                    <a:pt x="1803" y="1687"/>
                  </a:lnTo>
                  <a:lnTo>
                    <a:pt x="1784" y="1716"/>
                  </a:lnTo>
                  <a:lnTo>
                    <a:pt x="1760" y="1743"/>
                  </a:lnTo>
                  <a:lnTo>
                    <a:pt x="1730" y="1768"/>
                  </a:lnTo>
                  <a:lnTo>
                    <a:pt x="1698" y="1788"/>
                  </a:lnTo>
                  <a:lnTo>
                    <a:pt x="1663" y="1804"/>
                  </a:lnTo>
                  <a:lnTo>
                    <a:pt x="1626" y="1815"/>
                  </a:lnTo>
                  <a:lnTo>
                    <a:pt x="1590" y="1819"/>
                  </a:lnTo>
                  <a:lnTo>
                    <a:pt x="1553" y="1819"/>
                  </a:lnTo>
                  <a:lnTo>
                    <a:pt x="1515" y="1815"/>
                  </a:lnTo>
                  <a:lnTo>
                    <a:pt x="1479" y="1804"/>
                  </a:lnTo>
                  <a:lnTo>
                    <a:pt x="1445" y="1788"/>
                  </a:lnTo>
                  <a:lnTo>
                    <a:pt x="1412" y="1768"/>
                  </a:lnTo>
                  <a:lnTo>
                    <a:pt x="1382" y="1743"/>
                  </a:lnTo>
                  <a:lnTo>
                    <a:pt x="1082" y="1446"/>
                  </a:lnTo>
                  <a:lnTo>
                    <a:pt x="1025" y="1469"/>
                  </a:lnTo>
                  <a:lnTo>
                    <a:pt x="967" y="1487"/>
                  </a:lnTo>
                  <a:lnTo>
                    <a:pt x="907" y="1501"/>
                  </a:lnTo>
                  <a:lnTo>
                    <a:pt x="847" y="1509"/>
                  </a:lnTo>
                  <a:lnTo>
                    <a:pt x="786" y="1514"/>
                  </a:lnTo>
                  <a:lnTo>
                    <a:pt x="725" y="1513"/>
                  </a:lnTo>
                  <a:lnTo>
                    <a:pt x="665" y="1508"/>
                  </a:lnTo>
                  <a:lnTo>
                    <a:pt x="604" y="1497"/>
                  </a:lnTo>
                  <a:lnTo>
                    <a:pt x="545" y="1482"/>
                  </a:lnTo>
                  <a:lnTo>
                    <a:pt x="486" y="1462"/>
                  </a:lnTo>
                  <a:lnTo>
                    <a:pt x="430" y="1438"/>
                  </a:lnTo>
                  <a:lnTo>
                    <a:pt x="375" y="1409"/>
                  </a:lnTo>
                  <a:lnTo>
                    <a:pt x="322" y="1375"/>
                  </a:lnTo>
                  <a:lnTo>
                    <a:pt x="271" y="1336"/>
                  </a:lnTo>
                  <a:lnTo>
                    <a:pt x="224" y="1293"/>
                  </a:lnTo>
                  <a:lnTo>
                    <a:pt x="179" y="1244"/>
                  </a:lnTo>
                  <a:lnTo>
                    <a:pt x="139" y="1194"/>
                  </a:lnTo>
                  <a:lnTo>
                    <a:pt x="105" y="1141"/>
                  </a:lnTo>
                  <a:lnTo>
                    <a:pt x="75" y="1085"/>
                  </a:lnTo>
                  <a:lnTo>
                    <a:pt x="50" y="1027"/>
                  </a:lnTo>
                  <a:lnTo>
                    <a:pt x="30" y="970"/>
                  </a:lnTo>
                  <a:lnTo>
                    <a:pt x="15" y="910"/>
                  </a:lnTo>
                  <a:lnTo>
                    <a:pt x="5" y="849"/>
                  </a:lnTo>
                  <a:lnTo>
                    <a:pt x="0" y="787"/>
                  </a:lnTo>
                  <a:lnTo>
                    <a:pt x="0" y="726"/>
                  </a:lnTo>
                  <a:lnTo>
                    <a:pt x="5" y="665"/>
                  </a:lnTo>
                  <a:lnTo>
                    <a:pt x="15" y="604"/>
                  </a:lnTo>
                  <a:lnTo>
                    <a:pt x="30" y="545"/>
                  </a:lnTo>
                  <a:lnTo>
                    <a:pt x="50" y="487"/>
                  </a:lnTo>
                  <a:lnTo>
                    <a:pt x="74" y="429"/>
                  </a:lnTo>
                  <a:lnTo>
                    <a:pt x="104" y="374"/>
                  </a:lnTo>
                  <a:lnTo>
                    <a:pt x="139" y="321"/>
                  </a:lnTo>
                  <a:lnTo>
                    <a:pt x="179" y="270"/>
                  </a:lnTo>
                  <a:lnTo>
                    <a:pt x="223" y="222"/>
                  </a:lnTo>
                  <a:lnTo>
                    <a:pt x="271" y="177"/>
                  </a:lnTo>
                  <a:lnTo>
                    <a:pt x="323" y="138"/>
                  </a:lnTo>
                  <a:lnTo>
                    <a:pt x="377" y="104"/>
                  </a:lnTo>
                  <a:lnTo>
                    <a:pt x="433" y="74"/>
                  </a:lnTo>
                  <a:lnTo>
                    <a:pt x="491" y="49"/>
                  </a:lnTo>
                  <a:lnTo>
                    <a:pt x="550" y="30"/>
                  </a:lnTo>
                  <a:lnTo>
                    <a:pt x="611" y="16"/>
                  </a:lnTo>
                  <a:lnTo>
                    <a:pt x="672" y="6"/>
                  </a:lnTo>
                  <a:lnTo>
                    <a:pt x="734" y="0"/>
                  </a:lnTo>
                  <a:lnTo>
                    <a:pt x="7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31" name="Freeform 591"/>
            <p:cNvSpPr>
              <a:spLocks/>
            </p:cNvSpPr>
            <p:nvPr/>
          </p:nvSpPr>
          <p:spPr bwMode="auto">
            <a:xfrm>
              <a:off x="1204913" y="-1346200"/>
              <a:ext cx="374650" cy="474663"/>
            </a:xfrm>
            <a:custGeom>
              <a:avLst/>
              <a:gdLst>
                <a:gd name="T0" fmla="*/ 503 w 1655"/>
                <a:gd name="T1" fmla="*/ 30 h 2089"/>
                <a:gd name="T2" fmla="*/ 679 w 1655"/>
                <a:gd name="T3" fmla="*/ 255 h 2089"/>
                <a:gd name="T4" fmla="*/ 922 w 1655"/>
                <a:gd name="T5" fmla="*/ 543 h 2089"/>
                <a:gd name="T6" fmla="*/ 1053 w 1655"/>
                <a:gd name="T7" fmla="*/ 442 h 2089"/>
                <a:gd name="T8" fmla="*/ 1370 w 1655"/>
                <a:gd name="T9" fmla="*/ 402 h 2089"/>
                <a:gd name="T10" fmla="*/ 1470 w 1655"/>
                <a:gd name="T11" fmla="*/ 566 h 2089"/>
                <a:gd name="T12" fmla="*/ 1548 w 1655"/>
                <a:gd name="T13" fmla="*/ 743 h 2089"/>
                <a:gd name="T14" fmla="*/ 1606 w 1655"/>
                <a:gd name="T15" fmla="*/ 929 h 2089"/>
                <a:gd name="T16" fmla="*/ 1643 w 1655"/>
                <a:gd name="T17" fmla="*/ 1125 h 2089"/>
                <a:gd name="T18" fmla="*/ 1655 w 1655"/>
                <a:gd name="T19" fmla="*/ 1326 h 2089"/>
                <a:gd name="T20" fmla="*/ 1643 w 1655"/>
                <a:gd name="T21" fmla="*/ 1530 h 2089"/>
                <a:gd name="T22" fmla="*/ 1605 w 1655"/>
                <a:gd name="T23" fmla="*/ 1725 h 2089"/>
                <a:gd name="T24" fmla="*/ 1546 w 1655"/>
                <a:gd name="T25" fmla="*/ 1913 h 2089"/>
                <a:gd name="T26" fmla="*/ 1466 w 1655"/>
                <a:gd name="T27" fmla="*/ 2089 h 2089"/>
                <a:gd name="T28" fmla="*/ 1480 w 1655"/>
                <a:gd name="T29" fmla="*/ 1951 h 2089"/>
                <a:gd name="T30" fmla="*/ 1471 w 1655"/>
                <a:gd name="T31" fmla="*/ 1814 h 2089"/>
                <a:gd name="T32" fmla="*/ 1440 w 1655"/>
                <a:gd name="T33" fmla="*/ 1680 h 2089"/>
                <a:gd name="T34" fmla="*/ 1389 w 1655"/>
                <a:gd name="T35" fmla="*/ 1552 h 2089"/>
                <a:gd name="T36" fmla="*/ 1318 w 1655"/>
                <a:gd name="T37" fmla="*/ 1433 h 2089"/>
                <a:gd name="T38" fmla="*/ 1225 w 1655"/>
                <a:gd name="T39" fmla="*/ 1325 h 2089"/>
                <a:gd name="T40" fmla="*/ 1120 w 1655"/>
                <a:gd name="T41" fmla="*/ 1237 h 2089"/>
                <a:gd name="T42" fmla="*/ 1004 w 1655"/>
                <a:gd name="T43" fmla="*/ 1166 h 2089"/>
                <a:gd name="T44" fmla="*/ 878 w 1655"/>
                <a:gd name="T45" fmla="*/ 1115 h 2089"/>
                <a:gd name="T46" fmla="*/ 746 w 1655"/>
                <a:gd name="T47" fmla="*/ 1083 h 2089"/>
                <a:gd name="T48" fmla="*/ 607 w 1655"/>
                <a:gd name="T49" fmla="*/ 1072 h 2089"/>
                <a:gd name="T50" fmla="*/ 456 w 1655"/>
                <a:gd name="T51" fmla="*/ 1085 h 2089"/>
                <a:gd name="T52" fmla="*/ 311 w 1655"/>
                <a:gd name="T53" fmla="*/ 1123 h 2089"/>
                <a:gd name="T54" fmla="*/ 175 w 1655"/>
                <a:gd name="T55" fmla="*/ 1186 h 2089"/>
                <a:gd name="T56" fmla="*/ 648 w 1655"/>
                <a:gd name="T57" fmla="*/ 815 h 2089"/>
                <a:gd name="T58" fmla="*/ 824 w 1655"/>
                <a:gd name="T59" fmla="*/ 757 h 2089"/>
                <a:gd name="T60" fmla="*/ 549 w 1655"/>
                <a:gd name="T61" fmla="*/ 408 h 2089"/>
                <a:gd name="T62" fmla="*/ 370 w 1655"/>
                <a:gd name="T63" fmla="*/ 368 h 2089"/>
                <a:gd name="T64" fmla="*/ 192 w 1655"/>
                <a:gd name="T65" fmla="*/ 521 h 2089"/>
                <a:gd name="T66" fmla="*/ 0 w 1655"/>
                <a:gd name="T67" fmla="*/ 377 h 2089"/>
                <a:gd name="T68" fmla="*/ 182 w 1655"/>
                <a:gd name="T69" fmla="*/ 152 h 2089"/>
                <a:gd name="T70" fmla="*/ 315 w 1655"/>
                <a:gd name="T71" fmla="*/ 290 h 2089"/>
                <a:gd name="T72" fmla="*/ 488 w 1655"/>
                <a:gd name="T73" fmla="*/ 353 h 2089"/>
                <a:gd name="T74" fmla="*/ 497 w 1655"/>
                <a:gd name="T75" fmla="*/ 221 h 2089"/>
                <a:gd name="T76" fmla="*/ 346 w 1655"/>
                <a:gd name="T77" fmla="*/ 0 h 2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55" h="2089">
                  <a:moveTo>
                    <a:pt x="346" y="0"/>
                  </a:moveTo>
                  <a:lnTo>
                    <a:pt x="503" y="30"/>
                  </a:lnTo>
                  <a:lnTo>
                    <a:pt x="638" y="150"/>
                  </a:lnTo>
                  <a:lnTo>
                    <a:pt x="679" y="255"/>
                  </a:lnTo>
                  <a:lnTo>
                    <a:pt x="709" y="354"/>
                  </a:lnTo>
                  <a:lnTo>
                    <a:pt x="922" y="543"/>
                  </a:lnTo>
                  <a:lnTo>
                    <a:pt x="977" y="561"/>
                  </a:lnTo>
                  <a:lnTo>
                    <a:pt x="1053" y="442"/>
                  </a:lnTo>
                  <a:lnTo>
                    <a:pt x="1321" y="418"/>
                  </a:lnTo>
                  <a:lnTo>
                    <a:pt x="1370" y="402"/>
                  </a:lnTo>
                  <a:lnTo>
                    <a:pt x="1422" y="482"/>
                  </a:lnTo>
                  <a:lnTo>
                    <a:pt x="1470" y="566"/>
                  </a:lnTo>
                  <a:lnTo>
                    <a:pt x="1511" y="654"/>
                  </a:lnTo>
                  <a:lnTo>
                    <a:pt x="1548" y="743"/>
                  </a:lnTo>
                  <a:lnTo>
                    <a:pt x="1580" y="835"/>
                  </a:lnTo>
                  <a:lnTo>
                    <a:pt x="1606" y="929"/>
                  </a:lnTo>
                  <a:lnTo>
                    <a:pt x="1627" y="1025"/>
                  </a:lnTo>
                  <a:lnTo>
                    <a:pt x="1643" y="1125"/>
                  </a:lnTo>
                  <a:lnTo>
                    <a:pt x="1651" y="1225"/>
                  </a:lnTo>
                  <a:lnTo>
                    <a:pt x="1655" y="1326"/>
                  </a:lnTo>
                  <a:lnTo>
                    <a:pt x="1651" y="1429"/>
                  </a:lnTo>
                  <a:lnTo>
                    <a:pt x="1643" y="1530"/>
                  </a:lnTo>
                  <a:lnTo>
                    <a:pt x="1627" y="1628"/>
                  </a:lnTo>
                  <a:lnTo>
                    <a:pt x="1605" y="1725"/>
                  </a:lnTo>
                  <a:lnTo>
                    <a:pt x="1579" y="1820"/>
                  </a:lnTo>
                  <a:lnTo>
                    <a:pt x="1546" y="1913"/>
                  </a:lnTo>
                  <a:lnTo>
                    <a:pt x="1508" y="2002"/>
                  </a:lnTo>
                  <a:lnTo>
                    <a:pt x="1466" y="2089"/>
                  </a:lnTo>
                  <a:lnTo>
                    <a:pt x="1475" y="2021"/>
                  </a:lnTo>
                  <a:lnTo>
                    <a:pt x="1480" y="1951"/>
                  </a:lnTo>
                  <a:lnTo>
                    <a:pt x="1477" y="1882"/>
                  </a:lnTo>
                  <a:lnTo>
                    <a:pt x="1471" y="1814"/>
                  </a:lnTo>
                  <a:lnTo>
                    <a:pt x="1457" y="1746"/>
                  </a:lnTo>
                  <a:lnTo>
                    <a:pt x="1440" y="1680"/>
                  </a:lnTo>
                  <a:lnTo>
                    <a:pt x="1418" y="1615"/>
                  </a:lnTo>
                  <a:lnTo>
                    <a:pt x="1389" y="1552"/>
                  </a:lnTo>
                  <a:lnTo>
                    <a:pt x="1356" y="1491"/>
                  </a:lnTo>
                  <a:lnTo>
                    <a:pt x="1318" y="1433"/>
                  </a:lnTo>
                  <a:lnTo>
                    <a:pt x="1274" y="1378"/>
                  </a:lnTo>
                  <a:lnTo>
                    <a:pt x="1225" y="1325"/>
                  </a:lnTo>
                  <a:lnTo>
                    <a:pt x="1174" y="1279"/>
                  </a:lnTo>
                  <a:lnTo>
                    <a:pt x="1120" y="1237"/>
                  </a:lnTo>
                  <a:lnTo>
                    <a:pt x="1063" y="1199"/>
                  </a:lnTo>
                  <a:lnTo>
                    <a:pt x="1004" y="1166"/>
                  </a:lnTo>
                  <a:lnTo>
                    <a:pt x="942" y="1138"/>
                  </a:lnTo>
                  <a:lnTo>
                    <a:pt x="878" y="1115"/>
                  </a:lnTo>
                  <a:lnTo>
                    <a:pt x="813" y="1096"/>
                  </a:lnTo>
                  <a:lnTo>
                    <a:pt x="746" y="1083"/>
                  </a:lnTo>
                  <a:lnTo>
                    <a:pt x="676" y="1076"/>
                  </a:lnTo>
                  <a:lnTo>
                    <a:pt x="607" y="1072"/>
                  </a:lnTo>
                  <a:lnTo>
                    <a:pt x="531" y="1076"/>
                  </a:lnTo>
                  <a:lnTo>
                    <a:pt x="456" y="1085"/>
                  </a:lnTo>
                  <a:lnTo>
                    <a:pt x="382" y="1102"/>
                  </a:lnTo>
                  <a:lnTo>
                    <a:pt x="311" y="1123"/>
                  </a:lnTo>
                  <a:lnTo>
                    <a:pt x="241" y="1152"/>
                  </a:lnTo>
                  <a:lnTo>
                    <a:pt x="175" y="1186"/>
                  </a:lnTo>
                  <a:lnTo>
                    <a:pt x="370" y="954"/>
                  </a:lnTo>
                  <a:lnTo>
                    <a:pt x="648" y="815"/>
                  </a:lnTo>
                  <a:lnTo>
                    <a:pt x="810" y="836"/>
                  </a:lnTo>
                  <a:lnTo>
                    <a:pt x="824" y="757"/>
                  </a:lnTo>
                  <a:lnTo>
                    <a:pt x="625" y="558"/>
                  </a:lnTo>
                  <a:lnTo>
                    <a:pt x="549" y="408"/>
                  </a:lnTo>
                  <a:lnTo>
                    <a:pt x="438" y="408"/>
                  </a:lnTo>
                  <a:lnTo>
                    <a:pt x="370" y="368"/>
                  </a:lnTo>
                  <a:lnTo>
                    <a:pt x="223" y="346"/>
                  </a:lnTo>
                  <a:lnTo>
                    <a:pt x="192" y="521"/>
                  </a:lnTo>
                  <a:lnTo>
                    <a:pt x="13" y="486"/>
                  </a:lnTo>
                  <a:lnTo>
                    <a:pt x="0" y="377"/>
                  </a:lnTo>
                  <a:lnTo>
                    <a:pt x="137" y="346"/>
                  </a:lnTo>
                  <a:lnTo>
                    <a:pt x="182" y="152"/>
                  </a:lnTo>
                  <a:lnTo>
                    <a:pt x="318" y="208"/>
                  </a:lnTo>
                  <a:lnTo>
                    <a:pt x="315" y="290"/>
                  </a:lnTo>
                  <a:lnTo>
                    <a:pt x="419" y="333"/>
                  </a:lnTo>
                  <a:lnTo>
                    <a:pt x="488" y="353"/>
                  </a:lnTo>
                  <a:lnTo>
                    <a:pt x="573" y="309"/>
                  </a:lnTo>
                  <a:lnTo>
                    <a:pt x="497" y="221"/>
                  </a:lnTo>
                  <a:lnTo>
                    <a:pt x="343" y="71"/>
                  </a:lnTo>
                  <a:lnTo>
                    <a:pt x="3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32" name="Freeform 592"/>
            <p:cNvSpPr>
              <a:spLocks/>
            </p:cNvSpPr>
            <p:nvPr/>
          </p:nvSpPr>
          <p:spPr bwMode="auto">
            <a:xfrm>
              <a:off x="1160463" y="-1065213"/>
              <a:ext cx="52388" cy="44450"/>
            </a:xfrm>
            <a:custGeom>
              <a:avLst/>
              <a:gdLst>
                <a:gd name="T0" fmla="*/ 130 w 229"/>
                <a:gd name="T1" fmla="*/ 0 h 197"/>
                <a:gd name="T2" fmla="*/ 229 w 229"/>
                <a:gd name="T3" fmla="*/ 45 h 197"/>
                <a:gd name="T4" fmla="*/ 205 w 229"/>
                <a:gd name="T5" fmla="*/ 66 h 197"/>
                <a:gd name="T6" fmla="*/ 182 w 229"/>
                <a:gd name="T7" fmla="*/ 89 h 197"/>
                <a:gd name="T8" fmla="*/ 162 w 229"/>
                <a:gd name="T9" fmla="*/ 109 h 197"/>
                <a:gd name="T10" fmla="*/ 143 w 229"/>
                <a:gd name="T11" fmla="*/ 131 h 197"/>
                <a:gd name="T12" fmla="*/ 89 w 229"/>
                <a:gd name="T13" fmla="*/ 132 h 197"/>
                <a:gd name="T14" fmla="*/ 32 w 229"/>
                <a:gd name="T15" fmla="*/ 197 h 197"/>
                <a:gd name="T16" fmla="*/ 0 w 229"/>
                <a:gd name="T17" fmla="*/ 61 h 197"/>
                <a:gd name="T18" fmla="*/ 130 w 229"/>
                <a:gd name="T1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97">
                  <a:moveTo>
                    <a:pt x="130" y="0"/>
                  </a:moveTo>
                  <a:lnTo>
                    <a:pt x="229" y="45"/>
                  </a:lnTo>
                  <a:lnTo>
                    <a:pt x="205" y="66"/>
                  </a:lnTo>
                  <a:lnTo>
                    <a:pt x="182" y="89"/>
                  </a:lnTo>
                  <a:lnTo>
                    <a:pt x="162" y="109"/>
                  </a:lnTo>
                  <a:lnTo>
                    <a:pt x="143" y="131"/>
                  </a:lnTo>
                  <a:lnTo>
                    <a:pt x="89" y="132"/>
                  </a:lnTo>
                  <a:lnTo>
                    <a:pt x="32" y="197"/>
                  </a:lnTo>
                  <a:lnTo>
                    <a:pt x="0" y="61"/>
                  </a:lnTo>
                  <a:lnTo>
                    <a:pt x="1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33" name="Freeform 593"/>
            <p:cNvSpPr>
              <a:spLocks/>
            </p:cNvSpPr>
            <p:nvPr/>
          </p:nvSpPr>
          <p:spPr bwMode="auto">
            <a:xfrm>
              <a:off x="1289050" y="-714375"/>
              <a:ext cx="92075" cy="34925"/>
            </a:xfrm>
            <a:custGeom>
              <a:avLst/>
              <a:gdLst>
                <a:gd name="T0" fmla="*/ 404 w 404"/>
                <a:gd name="T1" fmla="*/ 0 h 154"/>
                <a:gd name="T2" fmla="*/ 327 w 404"/>
                <a:gd name="T3" fmla="*/ 38 h 154"/>
                <a:gd name="T4" fmla="*/ 249 w 404"/>
                <a:gd name="T5" fmla="*/ 73 h 154"/>
                <a:gd name="T6" fmla="*/ 168 w 404"/>
                <a:gd name="T7" fmla="*/ 105 h 154"/>
                <a:gd name="T8" fmla="*/ 85 w 404"/>
                <a:gd name="T9" fmla="*/ 131 h 154"/>
                <a:gd name="T10" fmla="*/ 0 w 404"/>
                <a:gd name="T11" fmla="*/ 154 h 154"/>
                <a:gd name="T12" fmla="*/ 31 w 404"/>
                <a:gd name="T13" fmla="*/ 44 h 154"/>
                <a:gd name="T14" fmla="*/ 92 w 404"/>
                <a:gd name="T15" fmla="*/ 5 h 154"/>
                <a:gd name="T16" fmla="*/ 163 w 404"/>
                <a:gd name="T17" fmla="*/ 13 h 154"/>
                <a:gd name="T18" fmla="*/ 236 w 404"/>
                <a:gd name="T19" fmla="*/ 17 h 154"/>
                <a:gd name="T20" fmla="*/ 292 w 404"/>
                <a:gd name="T21" fmla="*/ 14 h 154"/>
                <a:gd name="T22" fmla="*/ 348 w 404"/>
                <a:gd name="T23" fmla="*/ 9 h 154"/>
                <a:gd name="T24" fmla="*/ 404 w 404"/>
                <a:gd name="T2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4" h="154">
                  <a:moveTo>
                    <a:pt x="404" y="0"/>
                  </a:moveTo>
                  <a:lnTo>
                    <a:pt x="327" y="38"/>
                  </a:lnTo>
                  <a:lnTo>
                    <a:pt x="249" y="73"/>
                  </a:lnTo>
                  <a:lnTo>
                    <a:pt x="168" y="105"/>
                  </a:lnTo>
                  <a:lnTo>
                    <a:pt x="85" y="131"/>
                  </a:lnTo>
                  <a:lnTo>
                    <a:pt x="0" y="154"/>
                  </a:lnTo>
                  <a:lnTo>
                    <a:pt x="31" y="44"/>
                  </a:lnTo>
                  <a:lnTo>
                    <a:pt x="92" y="5"/>
                  </a:lnTo>
                  <a:lnTo>
                    <a:pt x="163" y="13"/>
                  </a:lnTo>
                  <a:lnTo>
                    <a:pt x="236" y="17"/>
                  </a:lnTo>
                  <a:lnTo>
                    <a:pt x="292" y="14"/>
                  </a:lnTo>
                  <a:lnTo>
                    <a:pt x="348" y="9"/>
                  </a:lnTo>
                  <a:lnTo>
                    <a:pt x="4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34" name="Freeform 594"/>
            <p:cNvSpPr>
              <a:spLocks/>
            </p:cNvSpPr>
            <p:nvPr/>
          </p:nvSpPr>
          <p:spPr bwMode="auto">
            <a:xfrm>
              <a:off x="819150" y="-1241425"/>
              <a:ext cx="428625" cy="573088"/>
            </a:xfrm>
            <a:custGeom>
              <a:avLst/>
              <a:gdLst>
                <a:gd name="T0" fmla="*/ 230 w 1890"/>
                <a:gd name="T1" fmla="*/ 95 h 2526"/>
                <a:gd name="T2" fmla="*/ 513 w 1890"/>
                <a:gd name="T3" fmla="*/ 157 h 2526"/>
                <a:gd name="T4" fmla="*/ 969 w 1890"/>
                <a:gd name="T5" fmla="*/ 390 h 2526"/>
                <a:gd name="T6" fmla="*/ 1211 w 1890"/>
                <a:gd name="T7" fmla="*/ 979 h 2526"/>
                <a:gd name="T8" fmla="*/ 1251 w 1890"/>
                <a:gd name="T9" fmla="*/ 864 h 2526"/>
                <a:gd name="T10" fmla="*/ 1524 w 1890"/>
                <a:gd name="T11" fmla="*/ 1097 h 2526"/>
                <a:gd name="T12" fmla="*/ 1475 w 1890"/>
                <a:gd name="T13" fmla="*/ 1216 h 2526"/>
                <a:gd name="T14" fmla="*/ 1444 w 1890"/>
                <a:gd name="T15" fmla="*/ 1344 h 2526"/>
                <a:gd name="T16" fmla="*/ 1434 w 1890"/>
                <a:gd name="T17" fmla="*/ 1476 h 2526"/>
                <a:gd name="T18" fmla="*/ 1445 w 1890"/>
                <a:gd name="T19" fmla="*/ 1613 h 2526"/>
                <a:gd name="T20" fmla="*/ 1477 w 1890"/>
                <a:gd name="T21" fmla="*/ 1745 h 2526"/>
                <a:gd name="T22" fmla="*/ 1529 w 1890"/>
                <a:gd name="T23" fmla="*/ 1870 h 2526"/>
                <a:gd name="T24" fmla="*/ 1601 w 1890"/>
                <a:gd name="T25" fmla="*/ 1984 h 2526"/>
                <a:gd name="T26" fmla="*/ 1691 w 1890"/>
                <a:gd name="T27" fmla="*/ 2089 h 2526"/>
                <a:gd name="T28" fmla="*/ 1786 w 1890"/>
                <a:gd name="T29" fmla="*/ 2170 h 2526"/>
                <a:gd name="T30" fmla="*/ 1890 w 1890"/>
                <a:gd name="T31" fmla="*/ 2236 h 2526"/>
                <a:gd name="T32" fmla="*/ 1880 w 1890"/>
                <a:gd name="T33" fmla="*/ 2274 h 2526"/>
                <a:gd name="T34" fmla="*/ 1874 w 1890"/>
                <a:gd name="T35" fmla="*/ 2300 h 2526"/>
                <a:gd name="T36" fmla="*/ 1872 w 1890"/>
                <a:gd name="T37" fmla="*/ 2310 h 2526"/>
                <a:gd name="T38" fmla="*/ 1820 w 1890"/>
                <a:gd name="T39" fmla="*/ 2519 h 2526"/>
                <a:gd name="T40" fmla="*/ 1679 w 1890"/>
                <a:gd name="T41" fmla="*/ 2526 h 2526"/>
                <a:gd name="T42" fmla="*/ 1468 w 1890"/>
                <a:gd name="T43" fmla="*/ 2513 h 2526"/>
                <a:gd name="T44" fmla="*/ 1266 w 1890"/>
                <a:gd name="T45" fmla="*/ 2475 h 2526"/>
                <a:gd name="T46" fmla="*/ 1072 w 1890"/>
                <a:gd name="T47" fmla="*/ 2414 h 2526"/>
                <a:gd name="T48" fmla="*/ 889 w 1890"/>
                <a:gd name="T49" fmla="*/ 2331 h 2526"/>
                <a:gd name="T50" fmla="*/ 719 w 1890"/>
                <a:gd name="T51" fmla="*/ 2228 h 2526"/>
                <a:gd name="T52" fmla="*/ 564 w 1890"/>
                <a:gd name="T53" fmla="*/ 2106 h 2526"/>
                <a:gd name="T54" fmla="*/ 424 w 1890"/>
                <a:gd name="T55" fmla="*/ 1968 h 2526"/>
                <a:gd name="T56" fmla="*/ 301 w 1890"/>
                <a:gd name="T57" fmla="*/ 1814 h 2526"/>
                <a:gd name="T58" fmla="*/ 197 w 1890"/>
                <a:gd name="T59" fmla="*/ 1645 h 2526"/>
                <a:gd name="T60" fmla="*/ 113 w 1890"/>
                <a:gd name="T61" fmla="*/ 1465 h 2526"/>
                <a:gd name="T62" fmla="*/ 52 w 1890"/>
                <a:gd name="T63" fmla="*/ 1273 h 2526"/>
                <a:gd name="T64" fmla="*/ 13 w 1890"/>
                <a:gd name="T65" fmla="*/ 1073 h 2526"/>
                <a:gd name="T66" fmla="*/ 0 w 1890"/>
                <a:gd name="T67" fmla="*/ 864 h 2526"/>
                <a:gd name="T68" fmla="*/ 12 w 1890"/>
                <a:gd name="T69" fmla="*/ 664 h 2526"/>
                <a:gd name="T70" fmla="*/ 48 w 1890"/>
                <a:gd name="T71" fmla="*/ 471 h 2526"/>
                <a:gd name="T72" fmla="*/ 106 w 1890"/>
                <a:gd name="T73" fmla="*/ 285 h 2526"/>
                <a:gd name="T74" fmla="*/ 184 w 1890"/>
                <a:gd name="T75" fmla="*/ 111 h 2526"/>
                <a:gd name="T76" fmla="*/ 351 w 1890"/>
                <a:gd name="T77" fmla="*/ 0 h 2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90" h="2526">
                  <a:moveTo>
                    <a:pt x="351" y="0"/>
                  </a:moveTo>
                  <a:lnTo>
                    <a:pt x="230" y="95"/>
                  </a:lnTo>
                  <a:lnTo>
                    <a:pt x="325" y="157"/>
                  </a:lnTo>
                  <a:lnTo>
                    <a:pt x="513" y="157"/>
                  </a:lnTo>
                  <a:lnTo>
                    <a:pt x="794" y="107"/>
                  </a:lnTo>
                  <a:lnTo>
                    <a:pt x="969" y="390"/>
                  </a:lnTo>
                  <a:lnTo>
                    <a:pt x="969" y="656"/>
                  </a:lnTo>
                  <a:lnTo>
                    <a:pt x="1211" y="979"/>
                  </a:lnTo>
                  <a:lnTo>
                    <a:pt x="1251" y="979"/>
                  </a:lnTo>
                  <a:lnTo>
                    <a:pt x="1251" y="864"/>
                  </a:lnTo>
                  <a:lnTo>
                    <a:pt x="1344" y="1056"/>
                  </a:lnTo>
                  <a:lnTo>
                    <a:pt x="1524" y="1097"/>
                  </a:lnTo>
                  <a:lnTo>
                    <a:pt x="1497" y="1155"/>
                  </a:lnTo>
                  <a:lnTo>
                    <a:pt x="1475" y="1216"/>
                  </a:lnTo>
                  <a:lnTo>
                    <a:pt x="1457" y="1280"/>
                  </a:lnTo>
                  <a:lnTo>
                    <a:pt x="1444" y="1344"/>
                  </a:lnTo>
                  <a:lnTo>
                    <a:pt x="1436" y="1409"/>
                  </a:lnTo>
                  <a:lnTo>
                    <a:pt x="1434" y="1476"/>
                  </a:lnTo>
                  <a:lnTo>
                    <a:pt x="1436" y="1546"/>
                  </a:lnTo>
                  <a:lnTo>
                    <a:pt x="1445" y="1613"/>
                  </a:lnTo>
                  <a:lnTo>
                    <a:pt x="1459" y="1680"/>
                  </a:lnTo>
                  <a:lnTo>
                    <a:pt x="1477" y="1745"/>
                  </a:lnTo>
                  <a:lnTo>
                    <a:pt x="1500" y="1807"/>
                  </a:lnTo>
                  <a:lnTo>
                    <a:pt x="1529" y="1870"/>
                  </a:lnTo>
                  <a:lnTo>
                    <a:pt x="1562" y="1928"/>
                  </a:lnTo>
                  <a:lnTo>
                    <a:pt x="1601" y="1984"/>
                  </a:lnTo>
                  <a:lnTo>
                    <a:pt x="1644" y="2037"/>
                  </a:lnTo>
                  <a:lnTo>
                    <a:pt x="1691" y="2089"/>
                  </a:lnTo>
                  <a:lnTo>
                    <a:pt x="1737" y="2131"/>
                  </a:lnTo>
                  <a:lnTo>
                    <a:pt x="1786" y="2170"/>
                  </a:lnTo>
                  <a:lnTo>
                    <a:pt x="1837" y="2205"/>
                  </a:lnTo>
                  <a:lnTo>
                    <a:pt x="1890" y="2236"/>
                  </a:lnTo>
                  <a:lnTo>
                    <a:pt x="1885" y="2257"/>
                  </a:lnTo>
                  <a:lnTo>
                    <a:pt x="1880" y="2274"/>
                  </a:lnTo>
                  <a:lnTo>
                    <a:pt x="1877" y="2289"/>
                  </a:lnTo>
                  <a:lnTo>
                    <a:pt x="1874" y="2300"/>
                  </a:lnTo>
                  <a:lnTo>
                    <a:pt x="1872" y="2308"/>
                  </a:lnTo>
                  <a:lnTo>
                    <a:pt x="1872" y="2310"/>
                  </a:lnTo>
                  <a:lnTo>
                    <a:pt x="1889" y="2512"/>
                  </a:lnTo>
                  <a:lnTo>
                    <a:pt x="1820" y="2519"/>
                  </a:lnTo>
                  <a:lnTo>
                    <a:pt x="1749" y="2524"/>
                  </a:lnTo>
                  <a:lnTo>
                    <a:pt x="1679" y="2526"/>
                  </a:lnTo>
                  <a:lnTo>
                    <a:pt x="1572" y="2523"/>
                  </a:lnTo>
                  <a:lnTo>
                    <a:pt x="1468" y="2513"/>
                  </a:lnTo>
                  <a:lnTo>
                    <a:pt x="1366" y="2496"/>
                  </a:lnTo>
                  <a:lnTo>
                    <a:pt x="1266" y="2475"/>
                  </a:lnTo>
                  <a:lnTo>
                    <a:pt x="1168" y="2447"/>
                  </a:lnTo>
                  <a:lnTo>
                    <a:pt x="1072" y="2414"/>
                  </a:lnTo>
                  <a:lnTo>
                    <a:pt x="979" y="2375"/>
                  </a:lnTo>
                  <a:lnTo>
                    <a:pt x="889" y="2331"/>
                  </a:lnTo>
                  <a:lnTo>
                    <a:pt x="803" y="2282"/>
                  </a:lnTo>
                  <a:lnTo>
                    <a:pt x="719" y="2228"/>
                  </a:lnTo>
                  <a:lnTo>
                    <a:pt x="640" y="2169"/>
                  </a:lnTo>
                  <a:lnTo>
                    <a:pt x="564" y="2106"/>
                  </a:lnTo>
                  <a:lnTo>
                    <a:pt x="491" y="2040"/>
                  </a:lnTo>
                  <a:lnTo>
                    <a:pt x="424" y="1968"/>
                  </a:lnTo>
                  <a:lnTo>
                    <a:pt x="360" y="1892"/>
                  </a:lnTo>
                  <a:lnTo>
                    <a:pt x="301" y="1814"/>
                  </a:lnTo>
                  <a:lnTo>
                    <a:pt x="247" y="1731"/>
                  </a:lnTo>
                  <a:lnTo>
                    <a:pt x="197" y="1645"/>
                  </a:lnTo>
                  <a:lnTo>
                    <a:pt x="152" y="1557"/>
                  </a:lnTo>
                  <a:lnTo>
                    <a:pt x="113" y="1465"/>
                  </a:lnTo>
                  <a:lnTo>
                    <a:pt x="79" y="1370"/>
                  </a:lnTo>
                  <a:lnTo>
                    <a:pt x="52" y="1273"/>
                  </a:lnTo>
                  <a:lnTo>
                    <a:pt x="30" y="1174"/>
                  </a:lnTo>
                  <a:lnTo>
                    <a:pt x="13" y="1073"/>
                  </a:lnTo>
                  <a:lnTo>
                    <a:pt x="3" y="970"/>
                  </a:lnTo>
                  <a:lnTo>
                    <a:pt x="0" y="864"/>
                  </a:lnTo>
                  <a:lnTo>
                    <a:pt x="3" y="763"/>
                  </a:lnTo>
                  <a:lnTo>
                    <a:pt x="12" y="664"/>
                  </a:lnTo>
                  <a:lnTo>
                    <a:pt x="27" y="567"/>
                  </a:lnTo>
                  <a:lnTo>
                    <a:pt x="48" y="471"/>
                  </a:lnTo>
                  <a:lnTo>
                    <a:pt x="75" y="377"/>
                  </a:lnTo>
                  <a:lnTo>
                    <a:pt x="106" y="285"/>
                  </a:lnTo>
                  <a:lnTo>
                    <a:pt x="143" y="197"/>
                  </a:lnTo>
                  <a:lnTo>
                    <a:pt x="184" y="111"/>
                  </a:lnTo>
                  <a:lnTo>
                    <a:pt x="230" y="27"/>
                  </a:lnTo>
                  <a:lnTo>
                    <a:pt x="3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35" name="Freeform 595"/>
            <p:cNvSpPr>
              <a:spLocks noEditPoints="1"/>
            </p:cNvSpPr>
            <p:nvPr/>
          </p:nvSpPr>
          <p:spPr bwMode="auto">
            <a:xfrm>
              <a:off x="906463" y="-1422400"/>
              <a:ext cx="455613" cy="138113"/>
            </a:xfrm>
            <a:custGeom>
              <a:avLst/>
              <a:gdLst>
                <a:gd name="T0" fmla="*/ 857 w 2009"/>
                <a:gd name="T1" fmla="*/ 178 h 604"/>
                <a:gd name="T2" fmla="*/ 854 w 2009"/>
                <a:gd name="T3" fmla="*/ 185 h 604"/>
                <a:gd name="T4" fmla="*/ 848 w 2009"/>
                <a:gd name="T5" fmla="*/ 194 h 604"/>
                <a:gd name="T6" fmla="*/ 837 w 2009"/>
                <a:gd name="T7" fmla="*/ 204 h 604"/>
                <a:gd name="T8" fmla="*/ 823 w 2009"/>
                <a:gd name="T9" fmla="*/ 214 h 604"/>
                <a:gd name="T10" fmla="*/ 809 w 2009"/>
                <a:gd name="T11" fmla="*/ 225 h 604"/>
                <a:gd name="T12" fmla="*/ 795 w 2009"/>
                <a:gd name="T13" fmla="*/ 235 h 604"/>
                <a:gd name="T14" fmla="*/ 780 w 2009"/>
                <a:gd name="T15" fmla="*/ 246 h 604"/>
                <a:gd name="T16" fmla="*/ 767 w 2009"/>
                <a:gd name="T17" fmla="*/ 254 h 604"/>
                <a:gd name="T18" fmla="*/ 757 w 2009"/>
                <a:gd name="T19" fmla="*/ 261 h 604"/>
                <a:gd name="T20" fmla="*/ 750 w 2009"/>
                <a:gd name="T21" fmla="*/ 266 h 604"/>
                <a:gd name="T22" fmla="*/ 747 w 2009"/>
                <a:gd name="T23" fmla="*/ 267 h 604"/>
                <a:gd name="T24" fmla="*/ 857 w 2009"/>
                <a:gd name="T25" fmla="*/ 331 h 604"/>
                <a:gd name="T26" fmla="*/ 1087 w 2009"/>
                <a:gd name="T27" fmla="*/ 271 h 604"/>
                <a:gd name="T28" fmla="*/ 1033 w 2009"/>
                <a:gd name="T29" fmla="*/ 178 h 604"/>
                <a:gd name="T30" fmla="*/ 933 w 2009"/>
                <a:gd name="T31" fmla="*/ 210 h 604"/>
                <a:gd name="T32" fmla="*/ 857 w 2009"/>
                <a:gd name="T33" fmla="*/ 178 h 604"/>
                <a:gd name="T34" fmla="*/ 1537 w 2009"/>
                <a:gd name="T35" fmla="*/ 72 h 604"/>
                <a:gd name="T36" fmla="*/ 1365 w 2009"/>
                <a:gd name="T37" fmla="*/ 165 h 604"/>
                <a:gd name="T38" fmla="*/ 1267 w 2009"/>
                <a:gd name="T39" fmla="*/ 226 h 604"/>
                <a:gd name="T40" fmla="*/ 1336 w 2009"/>
                <a:gd name="T41" fmla="*/ 270 h 604"/>
                <a:gd name="T42" fmla="*/ 1488 w 2009"/>
                <a:gd name="T43" fmla="*/ 255 h 604"/>
                <a:gd name="T44" fmla="*/ 1647 w 2009"/>
                <a:gd name="T45" fmla="*/ 135 h 604"/>
                <a:gd name="T46" fmla="*/ 1537 w 2009"/>
                <a:gd name="T47" fmla="*/ 72 h 604"/>
                <a:gd name="T48" fmla="*/ 1295 w 2009"/>
                <a:gd name="T49" fmla="*/ 0 h 604"/>
                <a:gd name="T50" fmla="*/ 1295 w 2009"/>
                <a:gd name="T51" fmla="*/ 0 h 604"/>
                <a:gd name="T52" fmla="*/ 1390 w 2009"/>
                <a:gd name="T53" fmla="*/ 3 h 604"/>
                <a:gd name="T54" fmla="*/ 1483 w 2009"/>
                <a:gd name="T55" fmla="*/ 11 h 604"/>
                <a:gd name="T56" fmla="*/ 1576 w 2009"/>
                <a:gd name="T57" fmla="*/ 24 h 604"/>
                <a:gd name="T58" fmla="*/ 1666 w 2009"/>
                <a:gd name="T59" fmla="*/ 42 h 604"/>
                <a:gd name="T60" fmla="*/ 1755 w 2009"/>
                <a:gd name="T61" fmla="*/ 65 h 604"/>
                <a:gd name="T62" fmla="*/ 1842 w 2009"/>
                <a:gd name="T63" fmla="*/ 92 h 604"/>
                <a:gd name="T64" fmla="*/ 1926 w 2009"/>
                <a:gd name="T65" fmla="*/ 124 h 604"/>
                <a:gd name="T66" fmla="*/ 2009 w 2009"/>
                <a:gd name="T67" fmla="*/ 160 h 604"/>
                <a:gd name="T68" fmla="*/ 1948 w 2009"/>
                <a:gd name="T69" fmla="*/ 169 h 604"/>
                <a:gd name="T70" fmla="*/ 1784 w 2009"/>
                <a:gd name="T71" fmla="*/ 145 h 604"/>
                <a:gd name="T72" fmla="*/ 1668 w 2009"/>
                <a:gd name="T73" fmla="*/ 221 h 604"/>
                <a:gd name="T74" fmla="*/ 1586 w 2009"/>
                <a:gd name="T75" fmla="*/ 311 h 604"/>
                <a:gd name="T76" fmla="*/ 1285 w 2009"/>
                <a:gd name="T77" fmla="*/ 339 h 604"/>
                <a:gd name="T78" fmla="*/ 1162 w 2009"/>
                <a:gd name="T79" fmla="*/ 319 h 604"/>
                <a:gd name="T80" fmla="*/ 1077 w 2009"/>
                <a:gd name="T81" fmla="*/ 450 h 604"/>
                <a:gd name="T82" fmla="*/ 830 w 2009"/>
                <a:gd name="T83" fmla="*/ 464 h 604"/>
                <a:gd name="T84" fmla="*/ 676 w 2009"/>
                <a:gd name="T85" fmla="*/ 421 h 604"/>
                <a:gd name="T86" fmla="*/ 538 w 2009"/>
                <a:gd name="T87" fmla="*/ 495 h 604"/>
                <a:gd name="T88" fmla="*/ 239 w 2009"/>
                <a:gd name="T89" fmla="*/ 536 h 604"/>
                <a:gd name="T90" fmla="*/ 0 w 2009"/>
                <a:gd name="T91" fmla="*/ 604 h 604"/>
                <a:gd name="T92" fmla="*/ 0 w 2009"/>
                <a:gd name="T93" fmla="*/ 604 h 604"/>
                <a:gd name="T94" fmla="*/ 63 w 2009"/>
                <a:gd name="T95" fmla="*/ 532 h 604"/>
                <a:gd name="T96" fmla="*/ 131 w 2009"/>
                <a:gd name="T97" fmla="*/ 464 h 604"/>
                <a:gd name="T98" fmla="*/ 203 w 2009"/>
                <a:gd name="T99" fmla="*/ 400 h 604"/>
                <a:gd name="T100" fmla="*/ 278 w 2009"/>
                <a:gd name="T101" fmla="*/ 339 h 604"/>
                <a:gd name="T102" fmla="*/ 356 w 2009"/>
                <a:gd name="T103" fmla="*/ 283 h 604"/>
                <a:gd name="T104" fmla="*/ 439 w 2009"/>
                <a:gd name="T105" fmla="*/ 232 h 604"/>
                <a:gd name="T106" fmla="*/ 524 w 2009"/>
                <a:gd name="T107" fmla="*/ 185 h 604"/>
                <a:gd name="T108" fmla="*/ 612 w 2009"/>
                <a:gd name="T109" fmla="*/ 144 h 604"/>
                <a:gd name="T110" fmla="*/ 702 w 2009"/>
                <a:gd name="T111" fmla="*/ 107 h 604"/>
                <a:gd name="T112" fmla="*/ 796 w 2009"/>
                <a:gd name="T113" fmla="*/ 75 h 604"/>
                <a:gd name="T114" fmla="*/ 892 w 2009"/>
                <a:gd name="T115" fmla="*/ 49 h 604"/>
                <a:gd name="T116" fmla="*/ 990 w 2009"/>
                <a:gd name="T117" fmla="*/ 27 h 604"/>
                <a:gd name="T118" fmla="*/ 1089 w 2009"/>
                <a:gd name="T119" fmla="*/ 13 h 604"/>
                <a:gd name="T120" fmla="*/ 1191 w 2009"/>
                <a:gd name="T121" fmla="*/ 3 h 604"/>
                <a:gd name="T122" fmla="*/ 1295 w 2009"/>
                <a:gd name="T123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09" h="604">
                  <a:moveTo>
                    <a:pt x="857" y="178"/>
                  </a:moveTo>
                  <a:lnTo>
                    <a:pt x="854" y="185"/>
                  </a:lnTo>
                  <a:lnTo>
                    <a:pt x="848" y="194"/>
                  </a:lnTo>
                  <a:lnTo>
                    <a:pt x="837" y="204"/>
                  </a:lnTo>
                  <a:lnTo>
                    <a:pt x="823" y="214"/>
                  </a:lnTo>
                  <a:lnTo>
                    <a:pt x="809" y="225"/>
                  </a:lnTo>
                  <a:lnTo>
                    <a:pt x="795" y="235"/>
                  </a:lnTo>
                  <a:lnTo>
                    <a:pt x="780" y="246"/>
                  </a:lnTo>
                  <a:lnTo>
                    <a:pt x="767" y="254"/>
                  </a:lnTo>
                  <a:lnTo>
                    <a:pt x="757" y="261"/>
                  </a:lnTo>
                  <a:lnTo>
                    <a:pt x="750" y="266"/>
                  </a:lnTo>
                  <a:lnTo>
                    <a:pt x="747" y="267"/>
                  </a:lnTo>
                  <a:lnTo>
                    <a:pt x="857" y="331"/>
                  </a:lnTo>
                  <a:lnTo>
                    <a:pt x="1087" y="271"/>
                  </a:lnTo>
                  <a:lnTo>
                    <a:pt x="1033" y="178"/>
                  </a:lnTo>
                  <a:lnTo>
                    <a:pt x="933" y="210"/>
                  </a:lnTo>
                  <a:lnTo>
                    <a:pt x="857" y="178"/>
                  </a:lnTo>
                  <a:close/>
                  <a:moveTo>
                    <a:pt x="1537" y="72"/>
                  </a:moveTo>
                  <a:lnTo>
                    <a:pt x="1365" y="165"/>
                  </a:lnTo>
                  <a:lnTo>
                    <a:pt x="1267" y="226"/>
                  </a:lnTo>
                  <a:lnTo>
                    <a:pt x="1336" y="270"/>
                  </a:lnTo>
                  <a:lnTo>
                    <a:pt x="1488" y="255"/>
                  </a:lnTo>
                  <a:lnTo>
                    <a:pt x="1647" y="135"/>
                  </a:lnTo>
                  <a:lnTo>
                    <a:pt x="1537" y="72"/>
                  </a:lnTo>
                  <a:close/>
                  <a:moveTo>
                    <a:pt x="1295" y="0"/>
                  </a:moveTo>
                  <a:lnTo>
                    <a:pt x="1295" y="0"/>
                  </a:lnTo>
                  <a:lnTo>
                    <a:pt x="1390" y="3"/>
                  </a:lnTo>
                  <a:lnTo>
                    <a:pt x="1483" y="11"/>
                  </a:lnTo>
                  <a:lnTo>
                    <a:pt x="1576" y="24"/>
                  </a:lnTo>
                  <a:lnTo>
                    <a:pt x="1666" y="42"/>
                  </a:lnTo>
                  <a:lnTo>
                    <a:pt x="1755" y="65"/>
                  </a:lnTo>
                  <a:lnTo>
                    <a:pt x="1842" y="92"/>
                  </a:lnTo>
                  <a:lnTo>
                    <a:pt x="1926" y="124"/>
                  </a:lnTo>
                  <a:lnTo>
                    <a:pt x="2009" y="160"/>
                  </a:lnTo>
                  <a:lnTo>
                    <a:pt x="1948" y="169"/>
                  </a:lnTo>
                  <a:lnTo>
                    <a:pt x="1784" y="145"/>
                  </a:lnTo>
                  <a:lnTo>
                    <a:pt x="1668" y="221"/>
                  </a:lnTo>
                  <a:lnTo>
                    <a:pt x="1586" y="311"/>
                  </a:lnTo>
                  <a:lnTo>
                    <a:pt x="1285" y="339"/>
                  </a:lnTo>
                  <a:lnTo>
                    <a:pt x="1162" y="319"/>
                  </a:lnTo>
                  <a:lnTo>
                    <a:pt x="1077" y="450"/>
                  </a:lnTo>
                  <a:lnTo>
                    <a:pt x="830" y="464"/>
                  </a:lnTo>
                  <a:lnTo>
                    <a:pt x="676" y="421"/>
                  </a:lnTo>
                  <a:lnTo>
                    <a:pt x="538" y="495"/>
                  </a:lnTo>
                  <a:lnTo>
                    <a:pt x="239" y="536"/>
                  </a:lnTo>
                  <a:lnTo>
                    <a:pt x="0" y="604"/>
                  </a:lnTo>
                  <a:lnTo>
                    <a:pt x="0" y="604"/>
                  </a:lnTo>
                  <a:lnTo>
                    <a:pt x="63" y="532"/>
                  </a:lnTo>
                  <a:lnTo>
                    <a:pt x="131" y="464"/>
                  </a:lnTo>
                  <a:lnTo>
                    <a:pt x="203" y="400"/>
                  </a:lnTo>
                  <a:lnTo>
                    <a:pt x="278" y="339"/>
                  </a:lnTo>
                  <a:lnTo>
                    <a:pt x="356" y="283"/>
                  </a:lnTo>
                  <a:lnTo>
                    <a:pt x="439" y="232"/>
                  </a:lnTo>
                  <a:lnTo>
                    <a:pt x="524" y="185"/>
                  </a:lnTo>
                  <a:lnTo>
                    <a:pt x="612" y="144"/>
                  </a:lnTo>
                  <a:lnTo>
                    <a:pt x="702" y="107"/>
                  </a:lnTo>
                  <a:lnTo>
                    <a:pt x="796" y="75"/>
                  </a:lnTo>
                  <a:lnTo>
                    <a:pt x="892" y="49"/>
                  </a:lnTo>
                  <a:lnTo>
                    <a:pt x="990" y="27"/>
                  </a:lnTo>
                  <a:lnTo>
                    <a:pt x="1089" y="13"/>
                  </a:lnTo>
                  <a:lnTo>
                    <a:pt x="1191" y="3"/>
                  </a:lnTo>
                  <a:lnTo>
                    <a:pt x="12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7064332" y="3886141"/>
            <a:ext cx="310967" cy="321042"/>
            <a:chOff x="-3343275" y="-307975"/>
            <a:chExt cx="735013" cy="758826"/>
          </a:xfrm>
          <a:solidFill>
            <a:schemeClr val="bg1"/>
          </a:solidFill>
        </p:grpSpPr>
        <p:sp>
          <p:nvSpPr>
            <p:cNvPr id="137" name="Freeform 659"/>
            <p:cNvSpPr>
              <a:spLocks noEditPoints="1"/>
            </p:cNvSpPr>
            <p:nvPr/>
          </p:nvSpPr>
          <p:spPr bwMode="auto">
            <a:xfrm>
              <a:off x="-3343275" y="-307975"/>
              <a:ext cx="735013" cy="758826"/>
            </a:xfrm>
            <a:custGeom>
              <a:avLst/>
              <a:gdLst>
                <a:gd name="T0" fmla="*/ 1152 w 3243"/>
                <a:gd name="T1" fmla="*/ 325 h 3345"/>
                <a:gd name="T2" fmla="*/ 831 w 3243"/>
                <a:gd name="T3" fmla="*/ 666 h 3345"/>
                <a:gd name="T4" fmla="*/ 1152 w 3243"/>
                <a:gd name="T5" fmla="*/ 666 h 3345"/>
                <a:gd name="T6" fmla="*/ 1152 w 3243"/>
                <a:gd name="T7" fmla="*/ 325 h 3345"/>
                <a:gd name="T8" fmla="*/ 1327 w 3243"/>
                <a:gd name="T9" fmla="*/ 177 h 3345"/>
                <a:gd name="T10" fmla="*/ 1327 w 3243"/>
                <a:gd name="T11" fmla="*/ 843 h 3345"/>
                <a:gd name="T12" fmla="*/ 666 w 3243"/>
                <a:gd name="T13" fmla="*/ 843 h 3345"/>
                <a:gd name="T14" fmla="*/ 666 w 3243"/>
                <a:gd name="T15" fmla="*/ 2095 h 3345"/>
                <a:gd name="T16" fmla="*/ 1622 w 3243"/>
                <a:gd name="T17" fmla="*/ 3020 h 3345"/>
                <a:gd name="T18" fmla="*/ 2578 w 3243"/>
                <a:gd name="T19" fmla="*/ 2095 h 3345"/>
                <a:gd name="T20" fmla="*/ 2578 w 3243"/>
                <a:gd name="T21" fmla="*/ 177 h 3345"/>
                <a:gd name="T22" fmla="*/ 1327 w 3243"/>
                <a:gd name="T23" fmla="*/ 177 h 3345"/>
                <a:gd name="T24" fmla="*/ 1216 w 3243"/>
                <a:gd name="T25" fmla="*/ 0 h 3345"/>
                <a:gd name="T26" fmla="*/ 2752 w 3243"/>
                <a:gd name="T27" fmla="*/ 0 h 3345"/>
                <a:gd name="T28" fmla="*/ 2752 w 3243"/>
                <a:gd name="T29" fmla="*/ 963 h 3345"/>
                <a:gd name="T30" fmla="*/ 3138 w 3243"/>
                <a:gd name="T31" fmla="*/ 1336 h 3345"/>
                <a:gd name="T32" fmla="*/ 2752 w 3243"/>
                <a:gd name="T33" fmla="*/ 1336 h 3345"/>
                <a:gd name="T34" fmla="*/ 2752 w 3243"/>
                <a:gd name="T35" fmla="*/ 1926 h 3345"/>
                <a:gd name="T36" fmla="*/ 3243 w 3243"/>
                <a:gd name="T37" fmla="*/ 1452 h 3345"/>
                <a:gd name="T38" fmla="*/ 3243 w 3243"/>
                <a:gd name="T39" fmla="*/ 3345 h 3345"/>
                <a:gd name="T40" fmla="*/ 0 w 3243"/>
                <a:gd name="T41" fmla="*/ 3345 h 3345"/>
                <a:gd name="T42" fmla="*/ 0 w 3243"/>
                <a:gd name="T43" fmla="*/ 1452 h 3345"/>
                <a:gd name="T44" fmla="*/ 491 w 3243"/>
                <a:gd name="T45" fmla="*/ 1926 h 3345"/>
                <a:gd name="T46" fmla="*/ 491 w 3243"/>
                <a:gd name="T47" fmla="*/ 1336 h 3345"/>
                <a:gd name="T48" fmla="*/ 106 w 3243"/>
                <a:gd name="T49" fmla="*/ 1336 h 3345"/>
                <a:gd name="T50" fmla="*/ 491 w 3243"/>
                <a:gd name="T51" fmla="*/ 963 h 3345"/>
                <a:gd name="T52" fmla="*/ 491 w 3243"/>
                <a:gd name="T53" fmla="*/ 772 h 3345"/>
                <a:gd name="T54" fmla="*/ 1216 w 3243"/>
                <a:gd name="T55" fmla="*/ 0 h 3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243" h="3345">
                  <a:moveTo>
                    <a:pt x="1152" y="325"/>
                  </a:moveTo>
                  <a:lnTo>
                    <a:pt x="831" y="666"/>
                  </a:lnTo>
                  <a:lnTo>
                    <a:pt x="1152" y="666"/>
                  </a:lnTo>
                  <a:lnTo>
                    <a:pt x="1152" y="325"/>
                  </a:lnTo>
                  <a:close/>
                  <a:moveTo>
                    <a:pt x="1327" y="177"/>
                  </a:moveTo>
                  <a:lnTo>
                    <a:pt x="1327" y="843"/>
                  </a:lnTo>
                  <a:lnTo>
                    <a:pt x="666" y="843"/>
                  </a:lnTo>
                  <a:lnTo>
                    <a:pt x="666" y="2095"/>
                  </a:lnTo>
                  <a:lnTo>
                    <a:pt x="1622" y="3020"/>
                  </a:lnTo>
                  <a:lnTo>
                    <a:pt x="2578" y="2095"/>
                  </a:lnTo>
                  <a:lnTo>
                    <a:pt x="2578" y="177"/>
                  </a:lnTo>
                  <a:lnTo>
                    <a:pt x="1327" y="177"/>
                  </a:lnTo>
                  <a:close/>
                  <a:moveTo>
                    <a:pt x="1216" y="0"/>
                  </a:moveTo>
                  <a:lnTo>
                    <a:pt x="2752" y="0"/>
                  </a:lnTo>
                  <a:lnTo>
                    <a:pt x="2752" y="963"/>
                  </a:lnTo>
                  <a:lnTo>
                    <a:pt x="3138" y="1336"/>
                  </a:lnTo>
                  <a:lnTo>
                    <a:pt x="2752" y="1336"/>
                  </a:lnTo>
                  <a:lnTo>
                    <a:pt x="2752" y="1926"/>
                  </a:lnTo>
                  <a:lnTo>
                    <a:pt x="3243" y="1452"/>
                  </a:lnTo>
                  <a:lnTo>
                    <a:pt x="3243" y="3345"/>
                  </a:lnTo>
                  <a:lnTo>
                    <a:pt x="0" y="3345"/>
                  </a:lnTo>
                  <a:lnTo>
                    <a:pt x="0" y="1452"/>
                  </a:lnTo>
                  <a:lnTo>
                    <a:pt x="491" y="1926"/>
                  </a:lnTo>
                  <a:lnTo>
                    <a:pt x="491" y="1336"/>
                  </a:lnTo>
                  <a:lnTo>
                    <a:pt x="106" y="1336"/>
                  </a:lnTo>
                  <a:lnTo>
                    <a:pt x="491" y="963"/>
                  </a:lnTo>
                  <a:lnTo>
                    <a:pt x="491" y="772"/>
                  </a:lnTo>
                  <a:lnTo>
                    <a:pt x="1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38" name="Rectangle 660"/>
            <p:cNvSpPr>
              <a:spLocks noChangeArrowheads="1"/>
            </p:cNvSpPr>
            <p:nvPr/>
          </p:nvSpPr>
          <p:spPr bwMode="auto">
            <a:xfrm>
              <a:off x="-3105150" y="-53975"/>
              <a:ext cx="261938" cy="492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139" name="Rectangle 661"/>
            <p:cNvSpPr>
              <a:spLocks noChangeArrowheads="1"/>
            </p:cNvSpPr>
            <p:nvPr/>
          </p:nvSpPr>
          <p:spPr bwMode="auto">
            <a:xfrm>
              <a:off x="-3105150" y="57150"/>
              <a:ext cx="261938" cy="492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</p:grpSp>
      <p:sp>
        <p:nvSpPr>
          <p:cNvPr id="140" name="Rectangle 139"/>
          <p:cNvSpPr/>
          <p:nvPr/>
        </p:nvSpPr>
        <p:spPr>
          <a:xfrm>
            <a:off x="3907649" y="3800996"/>
            <a:ext cx="210161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Lorem ipsum dolor sit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amet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consectetur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adipiscing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elit</a:t>
            </a:r>
            <a:r>
              <a:rPr lang="en-US" sz="900" dirty="0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, </a:t>
            </a:r>
            <a:r>
              <a:rPr lang="en-US" sz="900" dirty="0" err="1">
                <a:effectLst/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sed</a:t>
            </a:r>
            <a:endParaRPr lang="en-US" sz="900" dirty="0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3907649" y="3495445"/>
            <a:ext cx="1691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8900743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0" name="Shape 10720"/>
          <p:cNvGrpSpPr/>
          <p:nvPr/>
        </p:nvGrpSpPr>
        <p:grpSpPr>
          <a:xfrm>
            <a:off x="5957370" y="2445531"/>
            <a:ext cx="5553450" cy="3630599"/>
            <a:chOff x="5157993" y="1665630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10721" name="Shape 10721"/>
            <p:cNvSpPr/>
            <p:nvPr/>
          </p:nvSpPr>
          <p:spPr>
            <a:xfrm>
              <a:off x="5379189" y="1665630"/>
              <a:ext cx="365958" cy="27151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29684"/>
                  </a:moveTo>
                  <a:cubicBezTo>
                    <a:pt x="120000" y="29684"/>
                    <a:pt x="108793" y="101684"/>
                    <a:pt x="106459" y="105473"/>
                  </a:cubicBezTo>
                  <a:cubicBezTo>
                    <a:pt x="104591" y="109894"/>
                    <a:pt x="106926" y="108631"/>
                    <a:pt x="106926" y="113052"/>
                  </a:cubicBezTo>
                  <a:cubicBezTo>
                    <a:pt x="106926" y="116842"/>
                    <a:pt x="105992" y="120000"/>
                    <a:pt x="105992" y="120000"/>
                  </a:cubicBezTo>
                  <a:cubicBezTo>
                    <a:pt x="75175" y="109263"/>
                    <a:pt x="75175" y="109263"/>
                    <a:pt x="75175" y="109263"/>
                  </a:cubicBezTo>
                  <a:cubicBezTo>
                    <a:pt x="70038" y="108631"/>
                    <a:pt x="70038" y="108631"/>
                    <a:pt x="70038" y="108631"/>
                  </a:cubicBezTo>
                  <a:cubicBezTo>
                    <a:pt x="68171" y="109263"/>
                    <a:pt x="68171" y="109263"/>
                    <a:pt x="68171" y="109263"/>
                  </a:cubicBezTo>
                  <a:cubicBezTo>
                    <a:pt x="65836" y="108631"/>
                    <a:pt x="65836" y="108631"/>
                    <a:pt x="65836" y="108631"/>
                  </a:cubicBezTo>
                  <a:cubicBezTo>
                    <a:pt x="63968" y="109263"/>
                    <a:pt x="63968" y="109263"/>
                    <a:pt x="63968" y="109263"/>
                  </a:cubicBezTo>
                  <a:cubicBezTo>
                    <a:pt x="50428" y="109894"/>
                    <a:pt x="50428" y="109894"/>
                    <a:pt x="50428" y="109894"/>
                  </a:cubicBezTo>
                  <a:cubicBezTo>
                    <a:pt x="49027" y="108631"/>
                    <a:pt x="49027" y="108631"/>
                    <a:pt x="49027" y="108631"/>
                  </a:cubicBezTo>
                  <a:cubicBezTo>
                    <a:pt x="47626" y="109263"/>
                    <a:pt x="47626" y="109263"/>
                    <a:pt x="47626" y="109263"/>
                  </a:cubicBezTo>
                  <a:cubicBezTo>
                    <a:pt x="46225" y="109894"/>
                    <a:pt x="46225" y="109894"/>
                    <a:pt x="46225" y="109894"/>
                  </a:cubicBezTo>
                  <a:cubicBezTo>
                    <a:pt x="45291" y="109894"/>
                    <a:pt x="45291" y="109894"/>
                    <a:pt x="45291" y="109894"/>
                  </a:cubicBezTo>
                  <a:cubicBezTo>
                    <a:pt x="43891" y="109263"/>
                    <a:pt x="43891" y="109263"/>
                    <a:pt x="43891" y="109263"/>
                  </a:cubicBezTo>
                  <a:cubicBezTo>
                    <a:pt x="43891" y="108631"/>
                    <a:pt x="43891" y="108631"/>
                    <a:pt x="43891" y="108631"/>
                  </a:cubicBezTo>
                  <a:cubicBezTo>
                    <a:pt x="41556" y="108631"/>
                    <a:pt x="41556" y="108631"/>
                    <a:pt x="41556" y="108631"/>
                  </a:cubicBezTo>
                  <a:cubicBezTo>
                    <a:pt x="40155" y="108000"/>
                    <a:pt x="40155" y="108000"/>
                    <a:pt x="40155" y="108000"/>
                  </a:cubicBezTo>
                  <a:cubicBezTo>
                    <a:pt x="39688" y="106736"/>
                    <a:pt x="39688" y="106736"/>
                    <a:pt x="39688" y="106736"/>
                  </a:cubicBezTo>
                  <a:cubicBezTo>
                    <a:pt x="39688" y="106105"/>
                    <a:pt x="39688" y="106105"/>
                    <a:pt x="39688" y="106105"/>
                  </a:cubicBezTo>
                  <a:cubicBezTo>
                    <a:pt x="37821" y="105473"/>
                    <a:pt x="37821" y="105473"/>
                    <a:pt x="37821" y="105473"/>
                  </a:cubicBezTo>
                  <a:cubicBezTo>
                    <a:pt x="34085" y="104210"/>
                    <a:pt x="34085" y="104210"/>
                    <a:pt x="34085" y="104210"/>
                  </a:cubicBezTo>
                  <a:cubicBezTo>
                    <a:pt x="31750" y="102947"/>
                    <a:pt x="31750" y="102947"/>
                    <a:pt x="31750" y="102947"/>
                  </a:cubicBezTo>
                  <a:cubicBezTo>
                    <a:pt x="30817" y="102315"/>
                    <a:pt x="30817" y="102315"/>
                    <a:pt x="30817" y="102315"/>
                  </a:cubicBezTo>
                  <a:cubicBezTo>
                    <a:pt x="28015" y="102947"/>
                    <a:pt x="28015" y="102947"/>
                    <a:pt x="28015" y="102947"/>
                  </a:cubicBezTo>
                  <a:cubicBezTo>
                    <a:pt x="23813" y="104210"/>
                    <a:pt x="23813" y="104210"/>
                    <a:pt x="23813" y="104210"/>
                  </a:cubicBezTo>
                  <a:cubicBezTo>
                    <a:pt x="18677" y="102315"/>
                    <a:pt x="18677" y="102315"/>
                    <a:pt x="18677" y="102315"/>
                  </a:cubicBezTo>
                  <a:cubicBezTo>
                    <a:pt x="15408" y="98526"/>
                    <a:pt x="15408" y="98526"/>
                    <a:pt x="15408" y="98526"/>
                  </a:cubicBezTo>
                  <a:cubicBezTo>
                    <a:pt x="15408" y="98526"/>
                    <a:pt x="16809" y="94105"/>
                    <a:pt x="16342" y="88421"/>
                  </a:cubicBezTo>
                  <a:cubicBezTo>
                    <a:pt x="15875" y="82105"/>
                    <a:pt x="13540" y="80842"/>
                    <a:pt x="13540" y="80842"/>
                  </a:cubicBezTo>
                  <a:cubicBezTo>
                    <a:pt x="11206" y="80842"/>
                    <a:pt x="11206" y="80842"/>
                    <a:pt x="11206" y="80842"/>
                  </a:cubicBezTo>
                  <a:cubicBezTo>
                    <a:pt x="9338" y="79578"/>
                    <a:pt x="9338" y="79578"/>
                    <a:pt x="9338" y="79578"/>
                  </a:cubicBezTo>
                  <a:cubicBezTo>
                    <a:pt x="9338" y="79578"/>
                    <a:pt x="9338" y="75789"/>
                    <a:pt x="7003" y="75789"/>
                  </a:cubicBezTo>
                  <a:cubicBezTo>
                    <a:pt x="4669" y="75789"/>
                    <a:pt x="4669" y="75789"/>
                    <a:pt x="4669" y="75789"/>
                  </a:cubicBezTo>
                  <a:cubicBezTo>
                    <a:pt x="1867" y="75157"/>
                    <a:pt x="1867" y="75157"/>
                    <a:pt x="1867" y="75157"/>
                  </a:cubicBezTo>
                  <a:cubicBezTo>
                    <a:pt x="0" y="73263"/>
                    <a:pt x="0" y="73263"/>
                    <a:pt x="0" y="73263"/>
                  </a:cubicBezTo>
                  <a:cubicBezTo>
                    <a:pt x="466" y="68842"/>
                    <a:pt x="466" y="68842"/>
                    <a:pt x="466" y="68842"/>
                  </a:cubicBezTo>
                  <a:cubicBezTo>
                    <a:pt x="1400" y="65052"/>
                    <a:pt x="1400" y="65052"/>
                    <a:pt x="1400" y="65052"/>
                  </a:cubicBezTo>
                  <a:cubicBezTo>
                    <a:pt x="1867" y="64421"/>
                    <a:pt x="1867" y="64421"/>
                    <a:pt x="1867" y="64421"/>
                  </a:cubicBezTo>
                  <a:cubicBezTo>
                    <a:pt x="2334" y="66315"/>
                    <a:pt x="2334" y="66315"/>
                    <a:pt x="2334" y="66315"/>
                  </a:cubicBezTo>
                  <a:cubicBezTo>
                    <a:pt x="2801" y="66947"/>
                    <a:pt x="2801" y="66947"/>
                    <a:pt x="2801" y="66947"/>
                  </a:cubicBezTo>
                  <a:cubicBezTo>
                    <a:pt x="3268" y="66315"/>
                    <a:pt x="3268" y="66315"/>
                    <a:pt x="3268" y="66315"/>
                  </a:cubicBezTo>
                  <a:cubicBezTo>
                    <a:pt x="3268" y="63789"/>
                    <a:pt x="3268" y="63789"/>
                    <a:pt x="3268" y="63789"/>
                  </a:cubicBezTo>
                  <a:cubicBezTo>
                    <a:pt x="5136" y="62526"/>
                    <a:pt x="5136" y="62526"/>
                    <a:pt x="5136" y="62526"/>
                  </a:cubicBezTo>
                  <a:cubicBezTo>
                    <a:pt x="5136" y="61894"/>
                    <a:pt x="5136" y="61894"/>
                    <a:pt x="5136" y="61894"/>
                  </a:cubicBezTo>
                  <a:cubicBezTo>
                    <a:pt x="4202" y="60631"/>
                    <a:pt x="4202" y="60631"/>
                    <a:pt x="4202" y="60631"/>
                  </a:cubicBezTo>
                  <a:cubicBezTo>
                    <a:pt x="3735" y="60000"/>
                    <a:pt x="3735" y="60000"/>
                    <a:pt x="3735" y="60000"/>
                  </a:cubicBezTo>
                  <a:cubicBezTo>
                    <a:pt x="3268" y="55578"/>
                    <a:pt x="3268" y="55578"/>
                    <a:pt x="3268" y="55578"/>
                  </a:cubicBezTo>
                  <a:cubicBezTo>
                    <a:pt x="6536" y="54947"/>
                    <a:pt x="6536" y="54947"/>
                    <a:pt x="6536" y="54947"/>
                  </a:cubicBezTo>
                  <a:cubicBezTo>
                    <a:pt x="7470" y="53684"/>
                    <a:pt x="7470" y="53684"/>
                    <a:pt x="7470" y="53684"/>
                  </a:cubicBezTo>
                  <a:cubicBezTo>
                    <a:pt x="4669" y="50526"/>
                    <a:pt x="4669" y="50526"/>
                    <a:pt x="4669" y="50526"/>
                  </a:cubicBezTo>
                  <a:cubicBezTo>
                    <a:pt x="3735" y="49263"/>
                    <a:pt x="3735" y="49263"/>
                    <a:pt x="3735" y="49263"/>
                  </a:cubicBezTo>
                  <a:cubicBezTo>
                    <a:pt x="2801" y="40421"/>
                    <a:pt x="2801" y="40421"/>
                    <a:pt x="2801" y="40421"/>
                  </a:cubicBezTo>
                  <a:cubicBezTo>
                    <a:pt x="2801" y="37894"/>
                    <a:pt x="2801" y="37894"/>
                    <a:pt x="2801" y="37894"/>
                  </a:cubicBezTo>
                  <a:cubicBezTo>
                    <a:pt x="3735" y="37263"/>
                    <a:pt x="3735" y="37263"/>
                    <a:pt x="3735" y="37263"/>
                  </a:cubicBezTo>
                  <a:cubicBezTo>
                    <a:pt x="3735" y="25894"/>
                    <a:pt x="3735" y="25894"/>
                    <a:pt x="3735" y="25894"/>
                  </a:cubicBezTo>
                  <a:cubicBezTo>
                    <a:pt x="1400" y="23368"/>
                    <a:pt x="1400" y="23368"/>
                    <a:pt x="1400" y="23368"/>
                  </a:cubicBezTo>
                  <a:cubicBezTo>
                    <a:pt x="1400" y="14526"/>
                    <a:pt x="1400" y="14526"/>
                    <a:pt x="1400" y="14526"/>
                  </a:cubicBezTo>
                  <a:cubicBezTo>
                    <a:pt x="3735" y="10736"/>
                    <a:pt x="3735" y="10736"/>
                    <a:pt x="3735" y="10736"/>
                  </a:cubicBezTo>
                  <a:cubicBezTo>
                    <a:pt x="4669" y="6315"/>
                    <a:pt x="4669" y="6315"/>
                    <a:pt x="4669" y="6315"/>
                  </a:cubicBezTo>
                  <a:cubicBezTo>
                    <a:pt x="9805" y="13263"/>
                    <a:pt x="9805" y="13263"/>
                    <a:pt x="9805" y="13263"/>
                  </a:cubicBezTo>
                  <a:cubicBezTo>
                    <a:pt x="15408" y="18947"/>
                    <a:pt x="15408" y="18947"/>
                    <a:pt x="15408" y="18947"/>
                  </a:cubicBezTo>
                  <a:cubicBezTo>
                    <a:pt x="19610" y="21473"/>
                    <a:pt x="19610" y="21473"/>
                    <a:pt x="19610" y="21473"/>
                  </a:cubicBezTo>
                  <a:cubicBezTo>
                    <a:pt x="22879" y="22736"/>
                    <a:pt x="22879" y="22736"/>
                    <a:pt x="22879" y="22736"/>
                  </a:cubicBezTo>
                  <a:cubicBezTo>
                    <a:pt x="24280" y="22736"/>
                    <a:pt x="24280" y="22736"/>
                    <a:pt x="24280" y="22736"/>
                  </a:cubicBezTo>
                  <a:cubicBezTo>
                    <a:pt x="25680" y="22736"/>
                    <a:pt x="25680" y="22736"/>
                    <a:pt x="25680" y="22736"/>
                  </a:cubicBezTo>
                  <a:cubicBezTo>
                    <a:pt x="26614" y="27157"/>
                    <a:pt x="26614" y="27157"/>
                    <a:pt x="26614" y="27157"/>
                  </a:cubicBezTo>
                  <a:cubicBezTo>
                    <a:pt x="30350" y="26526"/>
                    <a:pt x="30350" y="26526"/>
                    <a:pt x="30350" y="26526"/>
                  </a:cubicBezTo>
                  <a:cubicBezTo>
                    <a:pt x="30817" y="32842"/>
                    <a:pt x="30817" y="32842"/>
                    <a:pt x="30817" y="32842"/>
                  </a:cubicBezTo>
                  <a:cubicBezTo>
                    <a:pt x="29416" y="35368"/>
                    <a:pt x="29416" y="35368"/>
                    <a:pt x="29416" y="35368"/>
                  </a:cubicBezTo>
                  <a:cubicBezTo>
                    <a:pt x="25214" y="38526"/>
                    <a:pt x="25214" y="38526"/>
                    <a:pt x="25214" y="38526"/>
                  </a:cubicBezTo>
                  <a:cubicBezTo>
                    <a:pt x="22412" y="43578"/>
                    <a:pt x="22412" y="43578"/>
                    <a:pt x="22412" y="43578"/>
                  </a:cubicBezTo>
                  <a:cubicBezTo>
                    <a:pt x="21478" y="46105"/>
                    <a:pt x="21478" y="46105"/>
                    <a:pt x="21478" y="46105"/>
                  </a:cubicBezTo>
                  <a:cubicBezTo>
                    <a:pt x="22412" y="46736"/>
                    <a:pt x="22412" y="46736"/>
                    <a:pt x="22412" y="46736"/>
                  </a:cubicBezTo>
                  <a:cubicBezTo>
                    <a:pt x="24280" y="44210"/>
                    <a:pt x="24280" y="44210"/>
                    <a:pt x="24280" y="44210"/>
                  </a:cubicBezTo>
                  <a:cubicBezTo>
                    <a:pt x="25680" y="41684"/>
                    <a:pt x="25680" y="41684"/>
                    <a:pt x="25680" y="41684"/>
                  </a:cubicBezTo>
                  <a:cubicBezTo>
                    <a:pt x="29883" y="37894"/>
                    <a:pt x="29883" y="37894"/>
                    <a:pt x="29883" y="37894"/>
                  </a:cubicBezTo>
                  <a:cubicBezTo>
                    <a:pt x="32684" y="36000"/>
                    <a:pt x="32684" y="36000"/>
                    <a:pt x="32684" y="36000"/>
                  </a:cubicBezTo>
                  <a:cubicBezTo>
                    <a:pt x="32217" y="38526"/>
                    <a:pt x="32217" y="38526"/>
                    <a:pt x="32217" y="38526"/>
                  </a:cubicBezTo>
                  <a:cubicBezTo>
                    <a:pt x="30817" y="40421"/>
                    <a:pt x="30817" y="40421"/>
                    <a:pt x="30817" y="40421"/>
                  </a:cubicBezTo>
                  <a:cubicBezTo>
                    <a:pt x="28949" y="46736"/>
                    <a:pt x="28949" y="46736"/>
                    <a:pt x="28949" y="46736"/>
                  </a:cubicBezTo>
                  <a:cubicBezTo>
                    <a:pt x="24280" y="50526"/>
                    <a:pt x="24280" y="50526"/>
                    <a:pt x="24280" y="50526"/>
                  </a:cubicBezTo>
                  <a:cubicBezTo>
                    <a:pt x="21478" y="54315"/>
                    <a:pt x="21478" y="54315"/>
                    <a:pt x="21478" y="54315"/>
                  </a:cubicBezTo>
                  <a:cubicBezTo>
                    <a:pt x="21478" y="57473"/>
                    <a:pt x="21478" y="57473"/>
                    <a:pt x="21478" y="57473"/>
                  </a:cubicBezTo>
                  <a:cubicBezTo>
                    <a:pt x="23346" y="58105"/>
                    <a:pt x="23346" y="58105"/>
                    <a:pt x="23346" y="58105"/>
                  </a:cubicBezTo>
                  <a:cubicBezTo>
                    <a:pt x="25680" y="54947"/>
                    <a:pt x="25680" y="54947"/>
                    <a:pt x="25680" y="54947"/>
                  </a:cubicBezTo>
                  <a:cubicBezTo>
                    <a:pt x="28015" y="52421"/>
                    <a:pt x="28015" y="52421"/>
                    <a:pt x="28015" y="52421"/>
                  </a:cubicBezTo>
                  <a:cubicBezTo>
                    <a:pt x="30350" y="51789"/>
                    <a:pt x="30350" y="51789"/>
                    <a:pt x="30350" y="51789"/>
                  </a:cubicBezTo>
                  <a:cubicBezTo>
                    <a:pt x="32217" y="49263"/>
                    <a:pt x="32217" y="49263"/>
                    <a:pt x="32217" y="49263"/>
                  </a:cubicBezTo>
                  <a:cubicBezTo>
                    <a:pt x="33151" y="42947"/>
                    <a:pt x="33151" y="42947"/>
                    <a:pt x="33151" y="42947"/>
                  </a:cubicBezTo>
                  <a:cubicBezTo>
                    <a:pt x="35019" y="37894"/>
                    <a:pt x="35019" y="37894"/>
                    <a:pt x="35019" y="37894"/>
                  </a:cubicBezTo>
                  <a:cubicBezTo>
                    <a:pt x="37354" y="34105"/>
                    <a:pt x="37354" y="34105"/>
                    <a:pt x="37354" y="34105"/>
                  </a:cubicBezTo>
                  <a:cubicBezTo>
                    <a:pt x="37821" y="31578"/>
                    <a:pt x="37821" y="31578"/>
                    <a:pt x="37821" y="31578"/>
                  </a:cubicBezTo>
                  <a:cubicBezTo>
                    <a:pt x="36420" y="26526"/>
                    <a:pt x="36420" y="26526"/>
                    <a:pt x="36420" y="26526"/>
                  </a:cubicBezTo>
                  <a:cubicBezTo>
                    <a:pt x="36420" y="21473"/>
                    <a:pt x="36420" y="21473"/>
                    <a:pt x="36420" y="21473"/>
                  </a:cubicBezTo>
                  <a:cubicBezTo>
                    <a:pt x="35019" y="22105"/>
                    <a:pt x="35019" y="22105"/>
                    <a:pt x="35019" y="22105"/>
                  </a:cubicBezTo>
                  <a:cubicBezTo>
                    <a:pt x="34085" y="24000"/>
                    <a:pt x="34085" y="24000"/>
                    <a:pt x="34085" y="24000"/>
                  </a:cubicBezTo>
                  <a:cubicBezTo>
                    <a:pt x="34552" y="29052"/>
                    <a:pt x="34552" y="29052"/>
                    <a:pt x="34552" y="29052"/>
                  </a:cubicBezTo>
                  <a:cubicBezTo>
                    <a:pt x="35486" y="32842"/>
                    <a:pt x="35486" y="32842"/>
                    <a:pt x="35486" y="32842"/>
                  </a:cubicBezTo>
                  <a:cubicBezTo>
                    <a:pt x="35486" y="34105"/>
                    <a:pt x="35486" y="34105"/>
                    <a:pt x="35486" y="34105"/>
                  </a:cubicBezTo>
                  <a:cubicBezTo>
                    <a:pt x="34552" y="33473"/>
                    <a:pt x="34552" y="33473"/>
                    <a:pt x="34552" y="33473"/>
                  </a:cubicBezTo>
                  <a:cubicBezTo>
                    <a:pt x="33618" y="32210"/>
                    <a:pt x="33618" y="32210"/>
                    <a:pt x="33618" y="32210"/>
                  </a:cubicBezTo>
                  <a:cubicBezTo>
                    <a:pt x="32684" y="29052"/>
                    <a:pt x="32684" y="29052"/>
                    <a:pt x="32684" y="29052"/>
                  </a:cubicBezTo>
                  <a:cubicBezTo>
                    <a:pt x="31750" y="25894"/>
                    <a:pt x="31750" y="25894"/>
                    <a:pt x="31750" y="25894"/>
                  </a:cubicBezTo>
                  <a:cubicBezTo>
                    <a:pt x="31750" y="23368"/>
                    <a:pt x="31750" y="23368"/>
                    <a:pt x="31750" y="23368"/>
                  </a:cubicBezTo>
                  <a:cubicBezTo>
                    <a:pt x="34085" y="20210"/>
                    <a:pt x="34085" y="20210"/>
                    <a:pt x="34085" y="20210"/>
                  </a:cubicBezTo>
                  <a:cubicBezTo>
                    <a:pt x="35019" y="17684"/>
                    <a:pt x="35019" y="17684"/>
                    <a:pt x="35019" y="17684"/>
                  </a:cubicBezTo>
                  <a:cubicBezTo>
                    <a:pt x="34552" y="15157"/>
                    <a:pt x="34552" y="15157"/>
                    <a:pt x="34552" y="15157"/>
                  </a:cubicBezTo>
                  <a:cubicBezTo>
                    <a:pt x="36887" y="18315"/>
                    <a:pt x="36887" y="18315"/>
                    <a:pt x="36887" y="18315"/>
                  </a:cubicBezTo>
                  <a:cubicBezTo>
                    <a:pt x="37354" y="18947"/>
                    <a:pt x="37354" y="18947"/>
                    <a:pt x="37354" y="18947"/>
                  </a:cubicBezTo>
                  <a:cubicBezTo>
                    <a:pt x="37821" y="15157"/>
                    <a:pt x="37821" y="15157"/>
                    <a:pt x="37821" y="15157"/>
                  </a:cubicBezTo>
                  <a:cubicBezTo>
                    <a:pt x="36887" y="9473"/>
                    <a:pt x="36887" y="9473"/>
                    <a:pt x="36887" y="9473"/>
                  </a:cubicBezTo>
                  <a:cubicBezTo>
                    <a:pt x="37354" y="7578"/>
                    <a:pt x="37354" y="7578"/>
                    <a:pt x="37354" y="7578"/>
                  </a:cubicBezTo>
                  <a:cubicBezTo>
                    <a:pt x="35953" y="6947"/>
                    <a:pt x="35953" y="6947"/>
                    <a:pt x="35953" y="6947"/>
                  </a:cubicBezTo>
                  <a:cubicBezTo>
                    <a:pt x="35486" y="0"/>
                    <a:pt x="35486" y="0"/>
                    <a:pt x="35486" y="0"/>
                  </a:cubicBezTo>
                  <a:cubicBezTo>
                    <a:pt x="35486" y="0"/>
                    <a:pt x="62101" y="10105"/>
                    <a:pt x="67704" y="12000"/>
                  </a:cubicBezTo>
                  <a:cubicBezTo>
                    <a:pt x="72840" y="13894"/>
                    <a:pt x="107392" y="26526"/>
                    <a:pt x="109727" y="27157"/>
                  </a:cubicBezTo>
                  <a:cubicBezTo>
                    <a:pt x="112062" y="28421"/>
                    <a:pt x="114863" y="28421"/>
                    <a:pt x="114863" y="28421"/>
                  </a:cubicBezTo>
                  <a:lnTo>
                    <a:pt x="120000" y="2968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22" name="Shape 10722"/>
            <p:cNvSpPr/>
            <p:nvPr/>
          </p:nvSpPr>
          <p:spPr>
            <a:xfrm>
              <a:off x="5925596" y="2621843"/>
              <a:ext cx="384509" cy="39462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894" y="0"/>
                  </a:moveTo>
                  <a:lnTo>
                    <a:pt x="119999" y="11794"/>
                  </a:lnTo>
                  <a:lnTo>
                    <a:pt x="119473" y="22564"/>
                  </a:lnTo>
                  <a:lnTo>
                    <a:pt x="117894" y="22564"/>
                  </a:lnTo>
                  <a:lnTo>
                    <a:pt x="110526" y="115897"/>
                  </a:lnTo>
                  <a:lnTo>
                    <a:pt x="47894" y="110256"/>
                  </a:lnTo>
                  <a:lnTo>
                    <a:pt x="47368" y="114871"/>
                  </a:lnTo>
                  <a:lnTo>
                    <a:pt x="16842" y="111794"/>
                  </a:lnTo>
                  <a:lnTo>
                    <a:pt x="15263" y="120000"/>
                  </a:lnTo>
                  <a:lnTo>
                    <a:pt x="0" y="117948"/>
                  </a:lnTo>
                  <a:lnTo>
                    <a:pt x="17894" y="0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23" name="Shape 10723"/>
            <p:cNvSpPr/>
            <p:nvPr/>
          </p:nvSpPr>
          <p:spPr>
            <a:xfrm>
              <a:off x="6068942" y="2696047"/>
              <a:ext cx="762272" cy="7521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407" y="68071"/>
                  </a:moveTo>
                  <a:lnTo>
                    <a:pt x="118938" y="65919"/>
                  </a:lnTo>
                  <a:lnTo>
                    <a:pt x="120000" y="64573"/>
                  </a:lnTo>
                  <a:lnTo>
                    <a:pt x="119469" y="62959"/>
                  </a:lnTo>
                  <a:lnTo>
                    <a:pt x="118938" y="60807"/>
                  </a:lnTo>
                  <a:lnTo>
                    <a:pt x="118672" y="59999"/>
                  </a:lnTo>
                  <a:lnTo>
                    <a:pt x="118672" y="58385"/>
                  </a:lnTo>
                  <a:lnTo>
                    <a:pt x="118407" y="57847"/>
                  </a:lnTo>
                  <a:lnTo>
                    <a:pt x="117345" y="55426"/>
                  </a:lnTo>
                  <a:lnTo>
                    <a:pt x="117345" y="54887"/>
                  </a:lnTo>
                  <a:lnTo>
                    <a:pt x="115486" y="53273"/>
                  </a:lnTo>
                  <a:lnTo>
                    <a:pt x="115486" y="35246"/>
                  </a:lnTo>
                  <a:lnTo>
                    <a:pt x="112831" y="34977"/>
                  </a:lnTo>
                  <a:lnTo>
                    <a:pt x="112300" y="35515"/>
                  </a:lnTo>
                  <a:lnTo>
                    <a:pt x="111504" y="35246"/>
                  </a:lnTo>
                  <a:lnTo>
                    <a:pt x="110707" y="34439"/>
                  </a:lnTo>
                  <a:lnTo>
                    <a:pt x="109646" y="33901"/>
                  </a:lnTo>
                  <a:lnTo>
                    <a:pt x="108318" y="33901"/>
                  </a:lnTo>
                  <a:lnTo>
                    <a:pt x="106725" y="32825"/>
                  </a:lnTo>
                  <a:lnTo>
                    <a:pt x="105663" y="31479"/>
                  </a:lnTo>
                  <a:lnTo>
                    <a:pt x="104336" y="31210"/>
                  </a:lnTo>
                  <a:lnTo>
                    <a:pt x="102212" y="31748"/>
                  </a:lnTo>
                  <a:lnTo>
                    <a:pt x="101681" y="31479"/>
                  </a:lnTo>
                  <a:lnTo>
                    <a:pt x="100353" y="31210"/>
                  </a:lnTo>
                  <a:lnTo>
                    <a:pt x="99292" y="32017"/>
                  </a:lnTo>
                  <a:lnTo>
                    <a:pt x="98761" y="32286"/>
                  </a:lnTo>
                  <a:lnTo>
                    <a:pt x="97964" y="31748"/>
                  </a:lnTo>
                  <a:lnTo>
                    <a:pt x="96902" y="31748"/>
                  </a:lnTo>
                  <a:lnTo>
                    <a:pt x="96371" y="32556"/>
                  </a:lnTo>
                  <a:lnTo>
                    <a:pt x="95044" y="33363"/>
                  </a:lnTo>
                  <a:lnTo>
                    <a:pt x="93982" y="33632"/>
                  </a:lnTo>
                  <a:lnTo>
                    <a:pt x="93451" y="32825"/>
                  </a:lnTo>
                  <a:lnTo>
                    <a:pt x="92654" y="32017"/>
                  </a:lnTo>
                  <a:lnTo>
                    <a:pt x="90530" y="32286"/>
                  </a:lnTo>
                  <a:lnTo>
                    <a:pt x="89203" y="31479"/>
                  </a:lnTo>
                  <a:lnTo>
                    <a:pt x="88141" y="31748"/>
                  </a:lnTo>
                  <a:lnTo>
                    <a:pt x="87610" y="32825"/>
                  </a:lnTo>
                  <a:lnTo>
                    <a:pt x="87079" y="33094"/>
                  </a:lnTo>
                  <a:lnTo>
                    <a:pt x="86814" y="31748"/>
                  </a:lnTo>
                  <a:lnTo>
                    <a:pt x="86283" y="31210"/>
                  </a:lnTo>
                  <a:lnTo>
                    <a:pt x="84690" y="32286"/>
                  </a:lnTo>
                  <a:lnTo>
                    <a:pt x="84424" y="31210"/>
                  </a:lnTo>
                  <a:lnTo>
                    <a:pt x="82831" y="30134"/>
                  </a:lnTo>
                  <a:lnTo>
                    <a:pt x="82300" y="30134"/>
                  </a:lnTo>
                  <a:lnTo>
                    <a:pt x="81769" y="30941"/>
                  </a:lnTo>
                  <a:lnTo>
                    <a:pt x="80973" y="31479"/>
                  </a:lnTo>
                  <a:lnTo>
                    <a:pt x="80176" y="31210"/>
                  </a:lnTo>
                  <a:lnTo>
                    <a:pt x="79911" y="29865"/>
                  </a:lnTo>
                  <a:lnTo>
                    <a:pt x="79115" y="29865"/>
                  </a:lnTo>
                  <a:lnTo>
                    <a:pt x="78318" y="28251"/>
                  </a:lnTo>
                  <a:lnTo>
                    <a:pt x="76194" y="28251"/>
                  </a:lnTo>
                  <a:lnTo>
                    <a:pt x="75398" y="28789"/>
                  </a:lnTo>
                  <a:lnTo>
                    <a:pt x="74601" y="27982"/>
                  </a:lnTo>
                  <a:lnTo>
                    <a:pt x="74336" y="27982"/>
                  </a:lnTo>
                  <a:lnTo>
                    <a:pt x="73008" y="28251"/>
                  </a:lnTo>
                  <a:lnTo>
                    <a:pt x="71415" y="27174"/>
                  </a:lnTo>
                  <a:lnTo>
                    <a:pt x="69292" y="27174"/>
                  </a:lnTo>
                  <a:lnTo>
                    <a:pt x="68761" y="25291"/>
                  </a:lnTo>
                  <a:lnTo>
                    <a:pt x="67699" y="24753"/>
                  </a:lnTo>
                  <a:lnTo>
                    <a:pt x="67168" y="25022"/>
                  </a:lnTo>
                  <a:lnTo>
                    <a:pt x="66371" y="24753"/>
                  </a:lnTo>
                  <a:lnTo>
                    <a:pt x="65575" y="25022"/>
                  </a:lnTo>
                  <a:lnTo>
                    <a:pt x="64778" y="25022"/>
                  </a:lnTo>
                  <a:lnTo>
                    <a:pt x="64247" y="24215"/>
                  </a:lnTo>
                  <a:lnTo>
                    <a:pt x="62389" y="22331"/>
                  </a:lnTo>
                  <a:lnTo>
                    <a:pt x="63451" y="1614"/>
                  </a:lnTo>
                  <a:lnTo>
                    <a:pt x="36902" y="0"/>
                  </a:lnTo>
                  <a:lnTo>
                    <a:pt x="33185" y="48968"/>
                  </a:lnTo>
                  <a:lnTo>
                    <a:pt x="1592" y="46008"/>
                  </a:lnTo>
                  <a:lnTo>
                    <a:pt x="1327" y="48430"/>
                  </a:lnTo>
                  <a:lnTo>
                    <a:pt x="0" y="48430"/>
                  </a:lnTo>
                  <a:lnTo>
                    <a:pt x="530" y="49237"/>
                  </a:lnTo>
                  <a:lnTo>
                    <a:pt x="1858" y="50044"/>
                  </a:lnTo>
                  <a:lnTo>
                    <a:pt x="2654" y="51121"/>
                  </a:lnTo>
                  <a:lnTo>
                    <a:pt x="2920" y="51928"/>
                  </a:lnTo>
                  <a:lnTo>
                    <a:pt x="3451" y="53004"/>
                  </a:lnTo>
                  <a:lnTo>
                    <a:pt x="3982" y="53273"/>
                  </a:lnTo>
                  <a:lnTo>
                    <a:pt x="4778" y="53811"/>
                  </a:lnTo>
                  <a:lnTo>
                    <a:pt x="5575" y="54349"/>
                  </a:lnTo>
                  <a:lnTo>
                    <a:pt x="5840" y="55156"/>
                  </a:lnTo>
                  <a:lnTo>
                    <a:pt x="6902" y="56502"/>
                  </a:lnTo>
                  <a:lnTo>
                    <a:pt x="7964" y="57309"/>
                  </a:lnTo>
                  <a:lnTo>
                    <a:pt x="10088" y="60269"/>
                  </a:lnTo>
                  <a:lnTo>
                    <a:pt x="10884" y="60269"/>
                  </a:lnTo>
                  <a:lnTo>
                    <a:pt x="11681" y="61076"/>
                  </a:lnTo>
                  <a:lnTo>
                    <a:pt x="12743" y="61883"/>
                  </a:lnTo>
                  <a:lnTo>
                    <a:pt x="14070" y="62959"/>
                  </a:lnTo>
                  <a:lnTo>
                    <a:pt x="14601" y="64035"/>
                  </a:lnTo>
                  <a:lnTo>
                    <a:pt x="14601" y="65919"/>
                  </a:lnTo>
                  <a:lnTo>
                    <a:pt x="15663" y="67533"/>
                  </a:lnTo>
                  <a:lnTo>
                    <a:pt x="15929" y="68609"/>
                  </a:lnTo>
                  <a:lnTo>
                    <a:pt x="15663" y="69686"/>
                  </a:lnTo>
                  <a:lnTo>
                    <a:pt x="15663" y="71031"/>
                  </a:lnTo>
                  <a:lnTo>
                    <a:pt x="15929" y="72645"/>
                  </a:lnTo>
                  <a:lnTo>
                    <a:pt x="17256" y="73991"/>
                  </a:lnTo>
                  <a:lnTo>
                    <a:pt x="17522" y="74798"/>
                  </a:lnTo>
                  <a:lnTo>
                    <a:pt x="17787" y="75067"/>
                  </a:lnTo>
                  <a:lnTo>
                    <a:pt x="18318" y="75605"/>
                  </a:lnTo>
                  <a:lnTo>
                    <a:pt x="18849" y="76143"/>
                  </a:lnTo>
                  <a:lnTo>
                    <a:pt x="19646" y="76950"/>
                  </a:lnTo>
                  <a:lnTo>
                    <a:pt x="20707" y="77757"/>
                  </a:lnTo>
                  <a:lnTo>
                    <a:pt x="21504" y="78565"/>
                  </a:lnTo>
                  <a:lnTo>
                    <a:pt x="22300" y="78834"/>
                  </a:lnTo>
                  <a:lnTo>
                    <a:pt x="23362" y="79641"/>
                  </a:lnTo>
                  <a:lnTo>
                    <a:pt x="24955" y="80448"/>
                  </a:lnTo>
                  <a:lnTo>
                    <a:pt x="26814" y="81793"/>
                  </a:lnTo>
                  <a:lnTo>
                    <a:pt x="27610" y="82062"/>
                  </a:lnTo>
                  <a:lnTo>
                    <a:pt x="28938" y="82600"/>
                  </a:lnTo>
                  <a:lnTo>
                    <a:pt x="30000" y="82600"/>
                  </a:lnTo>
                  <a:lnTo>
                    <a:pt x="30530" y="81524"/>
                  </a:lnTo>
                  <a:lnTo>
                    <a:pt x="31327" y="80717"/>
                  </a:lnTo>
                  <a:lnTo>
                    <a:pt x="31858" y="80179"/>
                  </a:lnTo>
                  <a:lnTo>
                    <a:pt x="32654" y="79910"/>
                  </a:lnTo>
                  <a:lnTo>
                    <a:pt x="32654" y="78565"/>
                  </a:lnTo>
                  <a:lnTo>
                    <a:pt x="33185" y="77488"/>
                  </a:lnTo>
                  <a:lnTo>
                    <a:pt x="33716" y="76143"/>
                  </a:lnTo>
                  <a:lnTo>
                    <a:pt x="35044" y="74529"/>
                  </a:lnTo>
                  <a:lnTo>
                    <a:pt x="36902" y="74260"/>
                  </a:lnTo>
                  <a:lnTo>
                    <a:pt x="37964" y="73991"/>
                  </a:lnTo>
                  <a:lnTo>
                    <a:pt x="39292" y="73991"/>
                  </a:lnTo>
                  <a:lnTo>
                    <a:pt x="40619" y="74529"/>
                  </a:lnTo>
                  <a:lnTo>
                    <a:pt x="42212" y="74798"/>
                  </a:lnTo>
                  <a:lnTo>
                    <a:pt x="43008" y="74798"/>
                  </a:lnTo>
                  <a:lnTo>
                    <a:pt x="45132" y="75067"/>
                  </a:lnTo>
                  <a:lnTo>
                    <a:pt x="45929" y="75605"/>
                  </a:lnTo>
                  <a:lnTo>
                    <a:pt x="46725" y="77219"/>
                  </a:lnTo>
                  <a:lnTo>
                    <a:pt x="47256" y="77219"/>
                  </a:lnTo>
                  <a:lnTo>
                    <a:pt x="48584" y="78565"/>
                  </a:lnTo>
                  <a:lnTo>
                    <a:pt x="49646" y="79103"/>
                  </a:lnTo>
                  <a:lnTo>
                    <a:pt x="50442" y="80717"/>
                  </a:lnTo>
                  <a:lnTo>
                    <a:pt x="52035" y="82869"/>
                  </a:lnTo>
                  <a:lnTo>
                    <a:pt x="53097" y="86098"/>
                  </a:lnTo>
                  <a:lnTo>
                    <a:pt x="53893" y="87174"/>
                  </a:lnTo>
                  <a:lnTo>
                    <a:pt x="54955" y="89327"/>
                  </a:lnTo>
                  <a:lnTo>
                    <a:pt x="54955" y="90134"/>
                  </a:lnTo>
                  <a:lnTo>
                    <a:pt x="55752" y="92286"/>
                  </a:lnTo>
                  <a:lnTo>
                    <a:pt x="57876" y="94170"/>
                  </a:lnTo>
                  <a:lnTo>
                    <a:pt x="58407" y="96322"/>
                  </a:lnTo>
                  <a:lnTo>
                    <a:pt x="61061" y="99551"/>
                  </a:lnTo>
                  <a:lnTo>
                    <a:pt x="62389" y="100089"/>
                  </a:lnTo>
                  <a:lnTo>
                    <a:pt x="62123" y="102511"/>
                  </a:lnTo>
                  <a:lnTo>
                    <a:pt x="61592" y="103049"/>
                  </a:lnTo>
                  <a:lnTo>
                    <a:pt x="62123" y="103587"/>
                  </a:lnTo>
                  <a:lnTo>
                    <a:pt x="62920" y="104394"/>
                  </a:lnTo>
                  <a:lnTo>
                    <a:pt x="62920" y="106008"/>
                  </a:lnTo>
                  <a:lnTo>
                    <a:pt x="64513" y="108968"/>
                  </a:lnTo>
                  <a:lnTo>
                    <a:pt x="65309" y="110582"/>
                  </a:lnTo>
                  <a:lnTo>
                    <a:pt x="66106" y="111928"/>
                  </a:lnTo>
                  <a:lnTo>
                    <a:pt x="66637" y="113273"/>
                  </a:lnTo>
                  <a:lnTo>
                    <a:pt x="68761" y="113542"/>
                  </a:lnTo>
                  <a:lnTo>
                    <a:pt x="70088" y="114887"/>
                  </a:lnTo>
                  <a:lnTo>
                    <a:pt x="72477" y="114887"/>
                  </a:lnTo>
                  <a:lnTo>
                    <a:pt x="74336" y="116771"/>
                  </a:lnTo>
                  <a:lnTo>
                    <a:pt x="75398" y="116771"/>
                  </a:lnTo>
                  <a:lnTo>
                    <a:pt x="75929" y="117578"/>
                  </a:lnTo>
                  <a:lnTo>
                    <a:pt x="77256" y="117847"/>
                  </a:lnTo>
                  <a:lnTo>
                    <a:pt x="77522" y="117309"/>
                  </a:lnTo>
                  <a:lnTo>
                    <a:pt x="80176" y="117847"/>
                  </a:lnTo>
                  <a:lnTo>
                    <a:pt x="80176" y="118116"/>
                  </a:lnTo>
                  <a:lnTo>
                    <a:pt x="80973" y="118923"/>
                  </a:lnTo>
                  <a:lnTo>
                    <a:pt x="82300" y="119999"/>
                  </a:lnTo>
                  <a:lnTo>
                    <a:pt x="83097" y="119461"/>
                  </a:lnTo>
                  <a:lnTo>
                    <a:pt x="83362" y="118923"/>
                  </a:lnTo>
                  <a:lnTo>
                    <a:pt x="85221" y="118654"/>
                  </a:lnTo>
                  <a:lnTo>
                    <a:pt x="84690" y="117309"/>
                  </a:lnTo>
                  <a:lnTo>
                    <a:pt x="84690" y="116502"/>
                  </a:lnTo>
                  <a:lnTo>
                    <a:pt x="84424" y="115426"/>
                  </a:lnTo>
                  <a:lnTo>
                    <a:pt x="84159" y="114349"/>
                  </a:lnTo>
                  <a:lnTo>
                    <a:pt x="83362" y="113811"/>
                  </a:lnTo>
                  <a:lnTo>
                    <a:pt x="82831" y="112197"/>
                  </a:lnTo>
                  <a:lnTo>
                    <a:pt x="82566" y="110582"/>
                  </a:lnTo>
                  <a:lnTo>
                    <a:pt x="81769" y="108699"/>
                  </a:lnTo>
                  <a:lnTo>
                    <a:pt x="81769" y="107085"/>
                  </a:lnTo>
                  <a:lnTo>
                    <a:pt x="82566" y="104663"/>
                  </a:lnTo>
                  <a:lnTo>
                    <a:pt x="83362" y="102242"/>
                  </a:lnTo>
                  <a:lnTo>
                    <a:pt x="84424" y="99551"/>
                  </a:lnTo>
                  <a:lnTo>
                    <a:pt x="84159" y="99013"/>
                  </a:lnTo>
                  <a:lnTo>
                    <a:pt x="83362" y="98475"/>
                  </a:lnTo>
                  <a:lnTo>
                    <a:pt x="82566" y="97668"/>
                  </a:lnTo>
                  <a:lnTo>
                    <a:pt x="82566" y="97130"/>
                  </a:lnTo>
                  <a:lnTo>
                    <a:pt x="83097" y="97399"/>
                  </a:lnTo>
                  <a:lnTo>
                    <a:pt x="85486" y="97130"/>
                  </a:lnTo>
                  <a:lnTo>
                    <a:pt x="85752" y="97130"/>
                  </a:lnTo>
                  <a:lnTo>
                    <a:pt x="86548" y="95515"/>
                  </a:lnTo>
                  <a:lnTo>
                    <a:pt x="85752" y="95515"/>
                  </a:lnTo>
                  <a:lnTo>
                    <a:pt x="85486" y="94977"/>
                  </a:lnTo>
                  <a:lnTo>
                    <a:pt x="85486" y="94439"/>
                  </a:lnTo>
                  <a:lnTo>
                    <a:pt x="86017" y="94170"/>
                  </a:lnTo>
                  <a:lnTo>
                    <a:pt x="87079" y="94170"/>
                  </a:lnTo>
                  <a:lnTo>
                    <a:pt x="88407" y="94170"/>
                  </a:lnTo>
                  <a:lnTo>
                    <a:pt x="88938" y="94439"/>
                  </a:lnTo>
                  <a:lnTo>
                    <a:pt x="89734" y="94170"/>
                  </a:lnTo>
                  <a:lnTo>
                    <a:pt x="91061" y="93094"/>
                  </a:lnTo>
                  <a:lnTo>
                    <a:pt x="90530" y="93094"/>
                  </a:lnTo>
                  <a:lnTo>
                    <a:pt x="89469" y="93901"/>
                  </a:lnTo>
                  <a:lnTo>
                    <a:pt x="89203" y="92825"/>
                  </a:lnTo>
                  <a:lnTo>
                    <a:pt x="89734" y="91210"/>
                  </a:lnTo>
                  <a:lnTo>
                    <a:pt x="90265" y="91748"/>
                  </a:lnTo>
                  <a:lnTo>
                    <a:pt x="90796" y="92017"/>
                  </a:lnTo>
                  <a:lnTo>
                    <a:pt x="92123" y="92017"/>
                  </a:lnTo>
                  <a:lnTo>
                    <a:pt x="92654" y="91479"/>
                  </a:lnTo>
                  <a:lnTo>
                    <a:pt x="92389" y="90403"/>
                  </a:lnTo>
                  <a:lnTo>
                    <a:pt x="91592" y="89327"/>
                  </a:lnTo>
                  <a:lnTo>
                    <a:pt x="91858" y="89058"/>
                  </a:lnTo>
                  <a:lnTo>
                    <a:pt x="92654" y="89058"/>
                  </a:lnTo>
                  <a:lnTo>
                    <a:pt x="93451" y="88520"/>
                  </a:lnTo>
                  <a:lnTo>
                    <a:pt x="93982" y="89058"/>
                  </a:lnTo>
                  <a:lnTo>
                    <a:pt x="94778" y="88520"/>
                  </a:lnTo>
                  <a:lnTo>
                    <a:pt x="95044" y="89058"/>
                  </a:lnTo>
                  <a:lnTo>
                    <a:pt x="95840" y="89596"/>
                  </a:lnTo>
                  <a:lnTo>
                    <a:pt x="96637" y="89058"/>
                  </a:lnTo>
                  <a:lnTo>
                    <a:pt x="97433" y="88520"/>
                  </a:lnTo>
                  <a:lnTo>
                    <a:pt x="99292" y="87982"/>
                  </a:lnTo>
                  <a:lnTo>
                    <a:pt x="101150" y="87713"/>
                  </a:lnTo>
                  <a:lnTo>
                    <a:pt x="104070" y="86098"/>
                  </a:lnTo>
                  <a:lnTo>
                    <a:pt x="104867" y="84484"/>
                  </a:lnTo>
                  <a:lnTo>
                    <a:pt x="105132" y="83139"/>
                  </a:lnTo>
                  <a:lnTo>
                    <a:pt x="105929" y="82600"/>
                  </a:lnTo>
                  <a:lnTo>
                    <a:pt x="106725" y="82331"/>
                  </a:lnTo>
                  <a:lnTo>
                    <a:pt x="106991" y="82062"/>
                  </a:lnTo>
                  <a:lnTo>
                    <a:pt x="107787" y="81524"/>
                  </a:lnTo>
                  <a:lnTo>
                    <a:pt x="107522" y="80717"/>
                  </a:lnTo>
                  <a:lnTo>
                    <a:pt x="107256" y="79910"/>
                  </a:lnTo>
                  <a:lnTo>
                    <a:pt x="106991" y="79641"/>
                  </a:lnTo>
                  <a:lnTo>
                    <a:pt x="106725" y="79103"/>
                  </a:lnTo>
                  <a:lnTo>
                    <a:pt x="106991" y="78295"/>
                  </a:lnTo>
                  <a:lnTo>
                    <a:pt x="108053" y="77488"/>
                  </a:lnTo>
                  <a:lnTo>
                    <a:pt x="108849" y="76950"/>
                  </a:lnTo>
                  <a:lnTo>
                    <a:pt x="109380" y="76950"/>
                  </a:lnTo>
                  <a:lnTo>
                    <a:pt x="109380" y="77757"/>
                  </a:lnTo>
                  <a:lnTo>
                    <a:pt x="109380" y="78834"/>
                  </a:lnTo>
                  <a:lnTo>
                    <a:pt x="109380" y="80448"/>
                  </a:lnTo>
                  <a:lnTo>
                    <a:pt x="109646" y="80717"/>
                  </a:lnTo>
                  <a:lnTo>
                    <a:pt x="111238" y="79372"/>
                  </a:lnTo>
                  <a:lnTo>
                    <a:pt x="112566" y="79103"/>
                  </a:lnTo>
                  <a:lnTo>
                    <a:pt x="116548" y="77488"/>
                  </a:lnTo>
                  <a:lnTo>
                    <a:pt x="117079" y="77219"/>
                  </a:lnTo>
                  <a:lnTo>
                    <a:pt x="117876" y="75874"/>
                  </a:lnTo>
                  <a:lnTo>
                    <a:pt x="118672" y="73183"/>
                  </a:lnTo>
                  <a:lnTo>
                    <a:pt x="118672" y="72107"/>
                  </a:lnTo>
                  <a:lnTo>
                    <a:pt x="117876" y="70224"/>
                  </a:lnTo>
                  <a:lnTo>
                    <a:pt x="118407" y="68878"/>
                  </a:lnTo>
                  <a:lnTo>
                    <a:pt x="118407" y="68071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24" name="Shape 10724"/>
            <p:cNvSpPr/>
            <p:nvPr/>
          </p:nvSpPr>
          <p:spPr>
            <a:xfrm>
              <a:off x="5613603" y="2574622"/>
              <a:ext cx="369330" cy="43510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3822" y="0"/>
                  </a:moveTo>
                  <a:cubicBezTo>
                    <a:pt x="33822" y="0"/>
                    <a:pt x="31969" y="7500"/>
                    <a:pt x="31505" y="9868"/>
                  </a:cubicBezTo>
                  <a:cubicBezTo>
                    <a:pt x="30579" y="11447"/>
                    <a:pt x="28725" y="16973"/>
                    <a:pt x="28725" y="16973"/>
                  </a:cubicBezTo>
                  <a:cubicBezTo>
                    <a:pt x="27335" y="17763"/>
                    <a:pt x="27335" y="17763"/>
                    <a:pt x="27335" y="17763"/>
                  </a:cubicBezTo>
                  <a:cubicBezTo>
                    <a:pt x="25945" y="16973"/>
                    <a:pt x="25945" y="16973"/>
                    <a:pt x="25945" y="16973"/>
                  </a:cubicBezTo>
                  <a:cubicBezTo>
                    <a:pt x="23629" y="15394"/>
                    <a:pt x="23629" y="15394"/>
                    <a:pt x="23629" y="15394"/>
                  </a:cubicBezTo>
                  <a:cubicBezTo>
                    <a:pt x="21776" y="16184"/>
                    <a:pt x="21776" y="16184"/>
                    <a:pt x="21776" y="16184"/>
                  </a:cubicBezTo>
                  <a:cubicBezTo>
                    <a:pt x="20849" y="14605"/>
                    <a:pt x="20849" y="14605"/>
                    <a:pt x="20849" y="14605"/>
                  </a:cubicBezTo>
                  <a:cubicBezTo>
                    <a:pt x="17606" y="15394"/>
                    <a:pt x="17606" y="15394"/>
                    <a:pt x="17606" y="15394"/>
                  </a:cubicBezTo>
                  <a:cubicBezTo>
                    <a:pt x="16216" y="16578"/>
                    <a:pt x="16216" y="16578"/>
                    <a:pt x="16216" y="16578"/>
                  </a:cubicBezTo>
                  <a:cubicBezTo>
                    <a:pt x="16216" y="20921"/>
                    <a:pt x="16216" y="20921"/>
                    <a:pt x="16216" y="20921"/>
                  </a:cubicBezTo>
                  <a:cubicBezTo>
                    <a:pt x="16216" y="26447"/>
                    <a:pt x="16216" y="26447"/>
                    <a:pt x="16216" y="26447"/>
                  </a:cubicBezTo>
                  <a:cubicBezTo>
                    <a:pt x="16216" y="31578"/>
                    <a:pt x="16216" y="31578"/>
                    <a:pt x="16216" y="31578"/>
                  </a:cubicBezTo>
                  <a:cubicBezTo>
                    <a:pt x="15752" y="33157"/>
                    <a:pt x="15752" y="33157"/>
                    <a:pt x="15752" y="33157"/>
                  </a:cubicBezTo>
                  <a:cubicBezTo>
                    <a:pt x="14362" y="35131"/>
                    <a:pt x="14362" y="35131"/>
                    <a:pt x="14362" y="35131"/>
                  </a:cubicBezTo>
                  <a:cubicBezTo>
                    <a:pt x="13899" y="37105"/>
                    <a:pt x="13899" y="37105"/>
                    <a:pt x="13899" y="37105"/>
                  </a:cubicBezTo>
                  <a:cubicBezTo>
                    <a:pt x="13899" y="39868"/>
                    <a:pt x="13899" y="39868"/>
                    <a:pt x="13899" y="39868"/>
                  </a:cubicBezTo>
                  <a:cubicBezTo>
                    <a:pt x="15752" y="43421"/>
                    <a:pt x="15752" y="43421"/>
                    <a:pt x="15752" y="43421"/>
                  </a:cubicBezTo>
                  <a:cubicBezTo>
                    <a:pt x="16216" y="46973"/>
                    <a:pt x="16216" y="46973"/>
                    <a:pt x="16216" y="46973"/>
                  </a:cubicBezTo>
                  <a:cubicBezTo>
                    <a:pt x="17142" y="48157"/>
                    <a:pt x="17142" y="48157"/>
                    <a:pt x="17142" y="48157"/>
                  </a:cubicBezTo>
                  <a:cubicBezTo>
                    <a:pt x="19459" y="50526"/>
                    <a:pt x="19459" y="50526"/>
                    <a:pt x="19459" y="50526"/>
                  </a:cubicBezTo>
                  <a:cubicBezTo>
                    <a:pt x="18069" y="51315"/>
                    <a:pt x="18069" y="51315"/>
                    <a:pt x="18069" y="51315"/>
                  </a:cubicBezTo>
                  <a:cubicBezTo>
                    <a:pt x="15752" y="52894"/>
                    <a:pt x="15752" y="52894"/>
                    <a:pt x="15752" y="52894"/>
                  </a:cubicBezTo>
                  <a:cubicBezTo>
                    <a:pt x="11119" y="55657"/>
                    <a:pt x="11119" y="55657"/>
                    <a:pt x="11119" y="55657"/>
                  </a:cubicBezTo>
                  <a:cubicBezTo>
                    <a:pt x="9729" y="60789"/>
                    <a:pt x="9729" y="60789"/>
                    <a:pt x="9729" y="60789"/>
                  </a:cubicBezTo>
                  <a:cubicBezTo>
                    <a:pt x="7876" y="63947"/>
                    <a:pt x="7876" y="63947"/>
                    <a:pt x="7876" y="63947"/>
                  </a:cubicBezTo>
                  <a:cubicBezTo>
                    <a:pt x="6023" y="65526"/>
                    <a:pt x="6023" y="65526"/>
                    <a:pt x="6023" y="65526"/>
                  </a:cubicBezTo>
                  <a:cubicBezTo>
                    <a:pt x="5096" y="65921"/>
                    <a:pt x="5096" y="65921"/>
                    <a:pt x="5096" y="65921"/>
                  </a:cubicBezTo>
                  <a:cubicBezTo>
                    <a:pt x="4169" y="67500"/>
                    <a:pt x="4169" y="67500"/>
                    <a:pt x="4169" y="67500"/>
                  </a:cubicBezTo>
                  <a:cubicBezTo>
                    <a:pt x="4633" y="70263"/>
                    <a:pt x="4633" y="70263"/>
                    <a:pt x="4633" y="70263"/>
                  </a:cubicBezTo>
                  <a:cubicBezTo>
                    <a:pt x="4169" y="72236"/>
                    <a:pt x="4169" y="72236"/>
                    <a:pt x="4169" y="72236"/>
                  </a:cubicBezTo>
                  <a:cubicBezTo>
                    <a:pt x="6949" y="74210"/>
                    <a:pt x="6949" y="74210"/>
                    <a:pt x="6949" y="74210"/>
                  </a:cubicBezTo>
                  <a:cubicBezTo>
                    <a:pt x="6023" y="75789"/>
                    <a:pt x="6023" y="75789"/>
                    <a:pt x="6023" y="75789"/>
                  </a:cubicBezTo>
                  <a:cubicBezTo>
                    <a:pt x="2316" y="77368"/>
                    <a:pt x="2316" y="77368"/>
                    <a:pt x="2316" y="77368"/>
                  </a:cubicBezTo>
                  <a:cubicBezTo>
                    <a:pt x="1389" y="78947"/>
                    <a:pt x="1389" y="78947"/>
                    <a:pt x="1389" y="78947"/>
                  </a:cubicBezTo>
                  <a:cubicBezTo>
                    <a:pt x="0" y="81315"/>
                    <a:pt x="0" y="81315"/>
                    <a:pt x="0" y="81315"/>
                  </a:cubicBezTo>
                  <a:cubicBezTo>
                    <a:pt x="64401" y="114868"/>
                    <a:pt x="64401" y="114868"/>
                    <a:pt x="64401" y="114868"/>
                  </a:cubicBezTo>
                  <a:cubicBezTo>
                    <a:pt x="84324" y="118026"/>
                    <a:pt x="84324" y="118026"/>
                    <a:pt x="84324" y="118026"/>
                  </a:cubicBezTo>
                  <a:cubicBezTo>
                    <a:pt x="101003" y="120000"/>
                    <a:pt x="101003" y="120000"/>
                    <a:pt x="101003" y="120000"/>
                  </a:cubicBezTo>
                  <a:cubicBezTo>
                    <a:pt x="101467" y="120000"/>
                    <a:pt x="101467" y="120000"/>
                    <a:pt x="101467" y="120000"/>
                  </a:cubicBezTo>
                  <a:cubicBezTo>
                    <a:pt x="120000" y="13026"/>
                    <a:pt x="120000" y="13026"/>
                    <a:pt x="120000" y="13026"/>
                  </a:cubicBezTo>
                  <a:lnTo>
                    <a:pt x="33822" y="0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25" name="Shape 10725"/>
            <p:cNvSpPr/>
            <p:nvPr/>
          </p:nvSpPr>
          <p:spPr>
            <a:xfrm>
              <a:off x="5239213" y="2105792"/>
              <a:ext cx="433415" cy="7504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793" y="118921"/>
                  </a:moveTo>
                  <a:lnTo>
                    <a:pt x="109260" y="118112"/>
                  </a:lnTo>
                  <a:lnTo>
                    <a:pt x="106926" y="116764"/>
                  </a:lnTo>
                  <a:lnTo>
                    <a:pt x="107392" y="115685"/>
                  </a:lnTo>
                  <a:lnTo>
                    <a:pt x="106926" y="114067"/>
                  </a:lnTo>
                  <a:lnTo>
                    <a:pt x="107859" y="113258"/>
                  </a:lnTo>
                  <a:lnTo>
                    <a:pt x="108793" y="112988"/>
                  </a:lnTo>
                  <a:lnTo>
                    <a:pt x="110194" y="112179"/>
                  </a:lnTo>
                  <a:lnTo>
                    <a:pt x="111595" y="110292"/>
                  </a:lnTo>
                  <a:lnTo>
                    <a:pt x="112996" y="107325"/>
                  </a:lnTo>
                  <a:lnTo>
                    <a:pt x="116731" y="105707"/>
                  </a:lnTo>
                  <a:lnTo>
                    <a:pt x="119066" y="104629"/>
                  </a:lnTo>
                  <a:lnTo>
                    <a:pt x="120000" y="104359"/>
                  </a:lnTo>
                  <a:lnTo>
                    <a:pt x="118132" y="103011"/>
                  </a:lnTo>
                  <a:lnTo>
                    <a:pt x="117198" y="102202"/>
                  </a:lnTo>
                  <a:lnTo>
                    <a:pt x="116731" y="100314"/>
                  </a:lnTo>
                  <a:lnTo>
                    <a:pt x="115330" y="98157"/>
                  </a:lnTo>
                  <a:lnTo>
                    <a:pt x="115330" y="96539"/>
                  </a:lnTo>
                  <a:lnTo>
                    <a:pt x="115797" y="95460"/>
                  </a:lnTo>
                  <a:lnTo>
                    <a:pt x="115797" y="95191"/>
                  </a:lnTo>
                  <a:lnTo>
                    <a:pt x="55097" y="42606"/>
                  </a:lnTo>
                  <a:lnTo>
                    <a:pt x="53696" y="42067"/>
                  </a:lnTo>
                  <a:lnTo>
                    <a:pt x="53229" y="41797"/>
                  </a:lnTo>
                  <a:lnTo>
                    <a:pt x="52762" y="41258"/>
                  </a:lnTo>
                  <a:lnTo>
                    <a:pt x="52295" y="40449"/>
                  </a:lnTo>
                  <a:lnTo>
                    <a:pt x="52762" y="39640"/>
                  </a:lnTo>
                  <a:lnTo>
                    <a:pt x="54630" y="39370"/>
                  </a:lnTo>
                  <a:lnTo>
                    <a:pt x="55564" y="39101"/>
                  </a:lnTo>
                  <a:lnTo>
                    <a:pt x="69105" y="9438"/>
                  </a:lnTo>
                  <a:lnTo>
                    <a:pt x="12140" y="0"/>
                  </a:lnTo>
                  <a:lnTo>
                    <a:pt x="11673" y="1078"/>
                  </a:lnTo>
                  <a:lnTo>
                    <a:pt x="10739" y="1348"/>
                  </a:lnTo>
                  <a:lnTo>
                    <a:pt x="10739" y="2426"/>
                  </a:lnTo>
                  <a:lnTo>
                    <a:pt x="10739" y="3235"/>
                  </a:lnTo>
                  <a:lnTo>
                    <a:pt x="10739" y="5662"/>
                  </a:lnTo>
                  <a:lnTo>
                    <a:pt x="10272" y="6741"/>
                  </a:lnTo>
                  <a:lnTo>
                    <a:pt x="8871" y="8089"/>
                  </a:lnTo>
                  <a:lnTo>
                    <a:pt x="7937" y="8898"/>
                  </a:lnTo>
                  <a:lnTo>
                    <a:pt x="7937" y="9168"/>
                  </a:lnTo>
                  <a:lnTo>
                    <a:pt x="7937" y="10786"/>
                  </a:lnTo>
                  <a:lnTo>
                    <a:pt x="6070" y="12134"/>
                  </a:lnTo>
                  <a:lnTo>
                    <a:pt x="3268" y="13483"/>
                  </a:lnTo>
                  <a:lnTo>
                    <a:pt x="933" y="14831"/>
                  </a:lnTo>
                  <a:lnTo>
                    <a:pt x="466" y="15370"/>
                  </a:lnTo>
                  <a:lnTo>
                    <a:pt x="0" y="16719"/>
                  </a:lnTo>
                  <a:lnTo>
                    <a:pt x="0" y="17797"/>
                  </a:lnTo>
                  <a:lnTo>
                    <a:pt x="466" y="19146"/>
                  </a:lnTo>
                  <a:lnTo>
                    <a:pt x="1400" y="20224"/>
                  </a:lnTo>
                  <a:lnTo>
                    <a:pt x="3268" y="21842"/>
                  </a:lnTo>
                  <a:lnTo>
                    <a:pt x="3735" y="22921"/>
                  </a:lnTo>
                  <a:lnTo>
                    <a:pt x="4202" y="24269"/>
                  </a:lnTo>
                  <a:lnTo>
                    <a:pt x="4202" y="26426"/>
                  </a:lnTo>
                  <a:lnTo>
                    <a:pt x="2801" y="28044"/>
                  </a:lnTo>
                  <a:lnTo>
                    <a:pt x="2334" y="29662"/>
                  </a:lnTo>
                  <a:lnTo>
                    <a:pt x="2334" y="31550"/>
                  </a:lnTo>
                  <a:lnTo>
                    <a:pt x="1867" y="32359"/>
                  </a:lnTo>
                  <a:lnTo>
                    <a:pt x="933" y="32898"/>
                  </a:lnTo>
                  <a:lnTo>
                    <a:pt x="1400" y="33977"/>
                  </a:lnTo>
                  <a:lnTo>
                    <a:pt x="3268" y="35865"/>
                  </a:lnTo>
                  <a:lnTo>
                    <a:pt x="5136" y="39101"/>
                  </a:lnTo>
                  <a:lnTo>
                    <a:pt x="7003" y="41258"/>
                  </a:lnTo>
                  <a:lnTo>
                    <a:pt x="7937" y="42067"/>
                  </a:lnTo>
                  <a:lnTo>
                    <a:pt x="7937" y="43415"/>
                  </a:lnTo>
                  <a:lnTo>
                    <a:pt x="7470" y="44224"/>
                  </a:lnTo>
                  <a:lnTo>
                    <a:pt x="6536" y="44764"/>
                  </a:lnTo>
                  <a:lnTo>
                    <a:pt x="6536" y="45573"/>
                  </a:lnTo>
                  <a:lnTo>
                    <a:pt x="8404" y="45573"/>
                  </a:lnTo>
                  <a:lnTo>
                    <a:pt x="9338" y="46382"/>
                  </a:lnTo>
                  <a:lnTo>
                    <a:pt x="10739" y="47460"/>
                  </a:lnTo>
                  <a:lnTo>
                    <a:pt x="11206" y="48000"/>
                  </a:lnTo>
                  <a:lnTo>
                    <a:pt x="12607" y="48269"/>
                  </a:lnTo>
                  <a:lnTo>
                    <a:pt x="13540" y="47191"/>
                  </a:lnTo>
                  <a:lnTo>
                    <a:pt x="13540" y="45842"/>
                  </a:lnTo>
                  <a:lnTo>
                    <a:pt x="15875" y="45573"/>
                  </a:lnTo>
                  <a:lnTo>
                    <a:pt x="17276" y="46382"/>
                  </a:lnTo>
                  <a:lnTo>
                    <a:pt x="20544" y="46382"/>
                  </a:lnTo>
                  <a:lnTo>
                    <a:pt x="22412" y="47460"/>
                  </a:lnTo>
                  <a:lnTo>
                    <a:pt x="23813" y="47730"/>
                  </a:lnTo>
                  <a:lnTo>
                    <a:pt x="24747" y="48000"/>
                  </a:lnTo>
                  <a:lnTo>
                    <a:pt x="23813" y="48539"/>
                  </a:lnTo>
                  <a:lnTo>
                    <a:pt x="22879" y="48269"/>
                  </a:lnTo>
                  <a:lnTo>
                    <a:pt x="21011" y="47730"/>
                  </a:lnTo>
                  <a:lnTo>
                    <a:pt x="20544" y="47730"/>
                  </a:lnTo>
                  <a:lnTo>
                    <a:pt x="18677" y="47460"/>
                  </a:lnTo>
                  <a:lnTo>
                    <a:pt x="17743" y="47191"/>
                  </a:lnTo>
                  <a:lnTo>
                    <a:pt x="16342" y="46921"/>
                  </a:lnTo>
                  <a:lnTo>
                    <a:pt x="15408" y="47191"/>
                  </a:lnTo>
                  <a:lnTo>
                    <a:pt x="15408" y="47730"/>
                  </a:lnTo>
                  <a:lnTo>
                    <a:pt x="15408" y="49617"/>
                  </a:lnTo>
                  <a:lnTo>
                    <a:pt x="16342" y="50426"/>
                  </a:lnTo>
                  <a:lnTo>
                    <a:pt x="15875" y="52314"/>
                  </a:lnTo>
                  <a:lnTo>
                    <a:pt x="15408" y="52314"/>
                  </a:lnTo>
                  <a:lnTo>
                    <a:pt x="14007" y="51775"/>
                  </a:lnTo>
                  <a:lnTo>
                    <a:pt x="13540" y="51235"/>
                  </a:lnTo>
                  <a:lnTo>
                    <a:pt x="13540" y="50157"/>
                  </a:lnTo>
                  <a:lnTo>
                    <a:pt x="13540" y="49887"/>
                  </a:lnTo>
                  <a:lnTo>
                    <a:pt x="13073" y="49617"/>
                  </a:lnTo>
                  <a:lnTo>
                    <a:pt x="11673" y="49348"/>
                  </a:lnTo>
                  <a:lnTo>
                    <a:pt x="11206" y="50426"/>
                  </a:lnTo>
                  <a:lnTo>
                    <a:pt x="10739" y="50966"/>
                  </a:lnTo>
                  <a:lnTo>
                    <a:pt x="10739" y="52584"/>
                  </a:lnTo>
                  <a:lnTo>
                    <a:pt x="10739" y="55011"/>
                  </a:lnTo>
                  <a:lnTo>
                    <a:pt x="10739" y="56359"/>
                  </a:lnTo>
                  <a:lnTo>
                    <a:pt x="12140" y="57707"/>
                  </a:lnTo>
                  <a:lnTo>
                    <a:pt x="14007" y="58516"/>
                  </a:lnTo>
                  <a:lnTo>
                    <a:pt x="15875" y="59325"/>
                  </a:lnTo>
                  <a:lnTo>
                    <a:pt x="16342" y="60674"/>
                  </a:lnTo>
                  <a:lnTo>
                    <a:pt x="16342" y="61752"/>
                  </a:lnTo>
                  <a:lnTo>
                    <a:pt x="15875" y="62831"/>
                  </a:lnTo>
                  <a:lnTo>
                    <a:pt x="14474" y="63101"/>
                  </a:lnTo>
                  <a:lnTo>
                    <a:pt x="13073" y="63101"/>
                  </a:lnTo>
                  <a:lnTo>
                    <a:pt x="13073" y="65797"/>
                  </a:lnTo>
                  <a:lnTo>
                    <a:pt x="13540" y="66606"/>
                  </a:lnTo>
                  <a:lnTo>
                    <a:pt x="15875" y="68764"/>
                  </a:lnTo>
                  <a:lnTo>
                    <a:pt x="16342" y="70382"/>
                  </a:lnTo>
                  <a:lnTo>
                    <a:pt x="18677" y="72269"/>
                  </a:lnTo>
                  <a:lnTo>
                    <a:pt x="19610" y="74157"/>
                  </a:lnTo>
                  <a:lnTo>
                    <a:pt x="21011" y="75505"/>
                  </a:lnTo>
                  <a:lnTo>
                    <a:pt x="22412" y="77393"/>
                  </a:lnTo>
                  <a:lnTo>
                    <a:pt x="23346" y="77662"/>
                  </a:lnTo>
                  <a:lnTo>
                    <a:pt x="23346" y="79011"/>
                  </a:lnTo>
                  <a:lnTo>
                    <a:pt x="23346" y="79820"/>
                  </a:lnTo>
                  <a:lnTo>
                    <a:pt x="23346" y="80359"/>
                  </a:lnTo>
                  <a:lnTo>
                    <a:pt x="24280" y="80898"/>
                  </a:lnTo>
                  <a:lnTo>
                    <a:pt x="24747" y="81707"/>
                  </a:lnTo>
                  <a:lnTo>
                    <a:pt x="24747" y="82786"/>
                  </a:lnTo>
                  <a:lnTo>
                    <a:pt x="24280" y="85213"/>
                  </a:lnTo>
                  <a:lnTo>
                    <a:pt x="23813" y="86831"/>
                  </a:lnTo>
                  <a:lnTo>
                    <a:pt x="23346" y="88179"/>
                  </a:lnTo>
                  <a:lnTo>
                    <a:pt x="27548" y="89528"/>
                  </a:lnTo>
                  <a:lnTo>
                    <a:pt x="31284" y="90337"/>
                  </a:lnTo>
                  <a:lnTo>
                    <a:pt x="34085" y="91415"/>
                  </a:lnTo>
                  <a:lnTo>
                    <a:pt x="38287" y="92224"/>
                  </a:lnTo>
                  <a:lnTo>
                    <a:pt x="39688" y="93033"/>
                  </a:lnTo>
                  <a:lnTo>
                    <a:pt x="42490" y="95730"/>
                  </a:lnTo>
                  <a:lnTo>
                    <a:pt x="46225" y="97617"/>
                  </a:lnTo>
                  <a:lnTo>
                    <a:pt x="51828" y="98426"/>
                  </a:lnTo>
                  <a:lnTo>
                    <a:pt x="52295" y="100853"/>
                  </a:lnTo>
                  <a:lnTo>
                    <a:pt x="53229" y="101932"/>
                  </a:lnTo>
                  <a:lnTo>
                    <a:pt x="56498" y="102471"/>
                  </a:lnTo>
                  <a:lnTo>
                    <a:pt x="59766" y="104629"/>
                  </a:lnTo>
                  <a:lnTo>
                    <a:pt x="63501" y="107865"/>
                  </a:lnTo>
                  <a:lnTo>
                    <a:pt x="65369" y="109213"/>
                  </a:lnTo>
                  <a:lnTo>
                    <a:pt x="66770" y="111640"/>
                  </a:lnTo>
                  <a:lnTo>
                    <a:pt x="65369" y="113797"/>
                  </a:lnTo>
                  <a:lnTo>
                    <a:pt x="65369" y="115146"/>
                  </a:lnTo>
                  <a:lnTo>
                    <a:pt x="66770" y="117033"/>
                  </a:lnTo>
                  <a:lnTo>
                    <a:pt x="68638" y="117303"/>
                  </a:lnTo>
                  <a:lnTo>
                    <a:pt x="105058" y="120000"/>
                  </a:lnTo>
                  <a:lnTo>
                    <a:pt x="105525" y="119730"/>
                  </a:lnTo>
                  <a:lnTo>
                    <a:pt x="108793" y="11892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26" name="Shape 10726"/>
            <p:cNvSpPr/>
            <p:nvPr/>
          </p:nvSpPr>
          <p:spPr>
            <a:xfrm>
              <a:off x="6303359" y="2660632"/>
              <a:ext cx="473890" cy="2546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6853"/>
                  </a:moveTo>
                  <a:cubicBezTo>
                    <a:pt x="0" y="18876"/>
                    <a:pt x="0" y="18876"/>
                    <a:pt x="0" y="18876"/>
                  </a:cubicBezTo>
                  <a:cubicBezTo>
                    <a:pt x="0" y="16853"/>
                    <a:pt x="0" y="16853"/>
                    <a:pt x="0" y="16853"/>
                  </a:cubicBezTo>
                  <a:cubicBezTo>
                    <a:pt x="42650" y="21573"/>
                    <a:pt x="42650" y="21573"/>
                    <a:pt x="42650" y="21573"/>
                  </a:cubicBezTo>
                  <a:cubicBezTo>
                    <a:pt x="40843" y="82921"/>
                    <a:pt x="40843" y="82921"/>
                    <a:pt x="40843" y="82921"/>
                  </a:cubicBezTo>
                  <a:cubicBezTo>
                    <a:pt x="43734" y="88314"/>
                    <a:pt x="43734" y="88314"/>
                    <a:pt x="43734" y="88314"/>
                  </a:cubicBezTo>
                  <a:cubicBezTo>
                    <a:pt x="44819" y="90337"/>
                    <a:pt x="44819" y="90337"/>
                    <a:pt x="44819" y="90337"/>
                  </a:cubicBezTo>
                  <a:cubicBezTo>
                    <a:pt x="45903" y="90337"/>
                    <a:pt x="45903" y="90337"/>
                    <a:pt x="45903" y="90337"/>
                  </a:cubicBezTo>
                  <a:cubicBezTo>
                    <a:pt x="47349" y="89662"/>
                    <a:pt x="47349" y="89662"/>
                    <a:pt x="47349" y="89662"/>
                  </a:cubicBezTo>
                  <a:cubicBezTo>
                    <a:pt x="48433" y="90337"/>
                    <a:pt x="48433" y="90337"/>
                    <a:pt x="48433" y="90337"/>
                  </a:cubicBezTo>
                  <a:cubicBezTo>
                    <a:pt x="49518" y="89662"/>
                    <a:pt x="49518" y="89662"/>
                    <a:pt x="49518" y="89662"/>
                  </a:cubicBezTo>
                  <a:cubicBezTo>
                    <a:pt x="50963" y="91011"/>
                    <a:pt x="50963" y="91011"/>
                    <a:pt x="50963" y="91011"/>
                  </a:cubicBezTo>
                  <a:cubicBezTo>
                    <a:pt x="52048" y="97078"/>
                    <a:pt x="52048" y="97078"/>
                    <a:pt x="52048" y="97078"/>
                  </a:cubicBezTo>
                  <a:cubicBezTo>
                    <a:pt x="55301" y="97078"/>
                    <a:pt x="55301" y="97078"/>
                    <a:pt x="55301" y="97078"/>
                  </a:cubicBezTo>
                  <a:cubicBezTo>
                    <a:pt x="57831" y="99775"/>
                    <a:pt x="57831" y="99775"/>
                    <a:pt x="57831" y="99775"/>
                  </a:cubicBezTo>
                  <a:cubicBezTo>
                    <a:pt x="59999" y="99101"/>
                    <a:pt x="59999" y="99101"/>
                    <a:pt x="59999" y="99101"/>
                  </a:cubicBezTo>
                  <a:cubicBezTo>
                    <a:pt x="60361" y="99101"/>
                    <a:pt x="60361" y="99101"/>
                    <a:pt x="60361" y="99101"/>
                  </a:cubicBezTo>
                  <a:cubicBezTo>
                    <a:pt x="61807" y="101797"/>
                    <a:pt x="61807" y="101797"/>
                    <a:pt x="61807" y="101797"/>
                  </a:cubicBezTo>
                  <a:cubicBezTo>
                    <a:pt x="63253" y="99775"/>
                    <a:pt x="63253" y="99775"/>
                    <a:pt x="63253" y="99775"/>
                  </a:cubicBezTo>
                  <a:cubicBezTo>
                    <a:pt x="66506" y="100449"/>
                    <a:pt x="66506" y="100449"/>
                    <a:pt x="66506" y="100449"/>
                  </a:cubicBezTo>
                  <a:cubicBezTo>
                    <a:pt x="67951" y="105168"/>
                    <a:pt x="67951" y="105168"/>
                    <a:pt x="67951" y="105168"/>
                  </a:cubicBezTo>
                  <a:cubicBezTo>
                    <a:pt x="69036" y="105168"/>
                    <a:pt x="69036" y="105168"/>
                    <a:pt x="69036" y="105168"/>
                  </a:cubicBezTo>
                  <a:cubicBezTo>
                    <a:pt x="69397" y="109213"/>
                    <a:pt x="69397" y="109213"/>
                    <a:pt x="69397" y="109213"/>
                  </a:cubicBezTo>
                  <a:cubicBezTo>
                    <a:pt x="70843" y="109887"/>
                    <a:pt x="70843" y="109887"/>
                    <a:pt x="70843" y="109887"/>
                  </a:cubicBezTo>
                  <a:cubicBezTo>
                    <a:pt x="72289" y="107865"/>
                    <a:pt x="72289" y="107865"/>
                    <a:pt x="72289" y="107865"/>
                  </a:cubicBezTo>
                  <a:cubicBezTo>
                    <a:pt x="73012" y="105842"/>
                    <a:pt x="73012" y="105842"/>
                    <a:pt x="73012" y="105842"/>
                  </a:cubicBezTo>
                  <a:cubicBezTo>
                    <a:pt x="73734" y="105842"/>
                    <a:pt x="73734" y="105842"/>
                    <a:pt x="73734" y="105842"/>
                  </a:cubicBezTo>
                  <a:cubicBezTo>
                    <a:pt x="76265" y="109213"/>
                    <a:pt x="76265" y="109213"/>
                    <a:pt x="76265" y="109213"/>
                  </a:cubicBezTo>
                  <a:cubicBezTo>
                    <a:pt x="76987" y="111910"/>
                    <a:pt x="76987" y="111910"/>
                    <a:pt x="76987" y="111910"/>
                  </a:cubicBezTo>
                  <a:cubicBezTo>
                    <a:pt x="79518" y="109213"/>
                    <a:pt x="79518" y="109213"/>
                    <a:pt x="79518" y="109213"/>
                  </a:cubicBezTo>
                  <a:cubicBezTo>
                    <a:pt x="80240" y="110561"/>
                    <a:pt x="80240" y="110561"/>
                    <a:pt x="80240" y="110561"/>
                  </a:cubicBezTo>
                  <a:cubicBezTo>
                    <a:pt x="80602" y="114606"/>
                    <a:pt x="80602" y="114606"/>
                    <a:pt x="80602" y="114606"/>
                  </a:cubicBezTo>
                  <a:cubicBezTo>
                    <a:pt x="81325" y="113932"/>
                    <a:pt x="81325" y="113932"/>
                    <a:pt x="81325" y="113932"/>
                  </a:cubicBezTo>
                  <a:cubicBezTo>
                    <a:pt x="82409" y="110561"/>
                    <a:pt x="82409" y="110561"/>
                    <a:pt x="82409" y="110561"/>
                  </a:cubicBezTo>
                  <a:cubicBezTo>
                    <a:pt x="84216" y="109887"/>
                    <a:pt x="84216" y="109887"/>
                    <a:pt x="84216" y="109887"/>
                  </a:cubicBezTo>
                  <a:cubicBezTo>
                    <a:pt x="86385" y="111910"/>
                    <a:pt x="86385" y="111910"/>
                    <a:pt x="86385" y="111910"/>
                  </a:cubicBezTo>
                  <a:cubicBezTo>
                    <a:pt x="89638" y="111235"/>
                    <a:pt x="89638" y="111235"/>
                    <a:pt x="89638" y="111235"/>
                  </a:cubicBezTo>
                  <a:cubicBezTo>
                    <a:pt x="91084" y="113932"/>
                    <a:pt x="91084" y="113932"/>
                    <a:pt x="91084" y="113932"/>
                  </a:cubicBezTo>
                  <a:cubicBezTo>
                    <a:pt x="91807" y="115955"/>
                    <a:pt x="91807" y="115955"/>
                    <a:pt x="91807" y="115955"/>
                  </a:cubicBezTo>
                  <a:cubicBezTo>
                    <a:pt x="93614" y="115280"/>
                    <a:pt x="93614" y="115280"/>
                    <a:pt x="93614" y="115280"/>
                  </a:cubicBezTo>
                  <a:cubicBezTo>
                    <a:pt x="95421" y="112584"/>
                    <a:pt x="95421" y="112584"/>
                    <a:pt x="95421" y="112584"/>
                  </a:cubicBezTo>
                  <a:cubicBezTo>
                    <a:pt x="96506" y="110561"/>
                    <a:pt x="96506" y="110561"/>
                    <a:pt x="96506" y="110561"/>
                  </a:cubicBezTo>
                  <a:cubicBezTo>
                    <a:pt x="97951" y="110561"/>
                    <a:pt x="97951" y="110561"/>
                    <a:pt x="97951" y="110561"/>
                  </a:cubicBezTo>
                  <a:cubicBezTo>
                    <a:pt x="99397" y="111910"/>
                    <a:pt x="99397" y="111910"/>
                    <a:pt x="99397" y="111910"/>
                  </a:cubicBezTo>
                  <a:cubicBezTo>
                    <a:pt x="100481" y="111235"/>
                    <a:pt x="100481" y="111235"/>
                    <a:pt x="100481" y="111235"/>
                  </a:cubicBezTo>
                  <a:cubicBezTo>
                    <a:pt x="101927" y="109213"/>
                    <a:pt x="101927" y="109213"/>
                    <a:pt x="101927" y="109213"/>
                  </a:cubicBezTo>
                  <a:cubicBezTo>
                    <a:pt x="104096" y="109887"/>
                    <a:pt x="104096" y="109887"/>
                    <a:pt x="104096" y="109887"/>
                  </a:cubicBezTo>
                  <a:cubicBezTo>
                    <a:pt x="105180" y="110561"/>
                    <a:pt x="105180" y="110561"/>
                    <a:pt x="105180" y="110561"/>
                  </a:cubicBezTo>
                  <a:cubicBezTo>
                    <a:pt x="108433" y="108539"/>
                    <a:pt x="108433" y="108539"/>
                    <a:pt x="108433" y="108539"/>
                  </a:cubicBezTo>
                  <a:cubicBezTo>
                    <a:pt x="110602" y="109887"/>
                    <a:pt x="110602" y="109887"/>
                    <a:pt x="110602" y="109887"/>
                  </a:cubicBezTo>
                  <a:cubicBezTo>
                    <a:pt x="112409" y="113258"/>
                    <a:pt x="112409" y="113258"/>
                    <a:pt x="112409" y="113258"/>
                  </a:cubicBezTo>
                  <a:cubicBezTo>
                    <a:pt x="114939" y="116629"/>
                    <a:pt x="114939" y="116629"/>
                    <a:pt x="114939" y="116629"/>
                  </a:cubicBezTo>
                  <a:cubicBezTo>
                    <a:pt x="117108" y="116629"/>
                    <a:pt x="117108" y="116629"/>
                    <a:pt x="117108" y="116629"/>
                  </a:cubicBezTo>
                  <a:cubicBezTo>
                    <a:pt x="118554" y="118651"/>
                    <a:pt x="118554" y="118651"/>
                    <a:pt x="118554" y="118651"/>
                  </a:cubicBezTo>
                  <a:cubicBezTo>
                    <a:pt x="119638" y="120000"/>
                    <a:pt x="119638" y="120000"/>
                    <a:pt x="119638" y="120000"/>
                  </a:cubicBezTo>
                  <a:cubicBezTo>
                    <a:pt x="119999" y="59325"/>
                    <a:pt x="119999" y="59325"/>
                    <a:pt x="119999" y="59325"/>
                  </a:cubicBezTo>
                  <a:cubicBezTo>
                    <a:pt x="117108" y="24943"/>
                    <a:pt x="117108" y="24943"/>
                    <a:pt x="117108" y="24943"/>
                  </a:cubicBezTo>
                  <a:cubicBezTo>
                    <a:pt x="117108" y="8089"/>
                    <a:pt x="117108" y="8089"/>
                    <a:pt x="117108" y="8089"/>
                  </a:cubicBezTo>
                  <a:cubicBezTo>
                    <a:pt x="117108" y="8089"/>
                    <a:pt x="76265" y="6741"/>
                    <a:pt x="63253" y="6067"/>
                  </a:cubicBezTo>
                  <a:cubicBezTo>
                    <a:pt x="47349" y="4719"/>
                    <a:pt x="1445" y="0"/>
                    <a:pt x="1445" y="0"/>
                  </a:cubicBezTo>
                  <a:cubicBezTo>
                    <a:pt x="1084" y="16853"/>
                    <a:pt x="1084" y="16853"/>
                    <a:pt x="1084" y="16853"/>
                  </a:cubicBezTo>
                  <a:lnTo>
                    <a:pt x="0" y="1685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27" name="Shape 10727"/>
            <p:cNvSpPr/>
            <p:nvPr/>
          </p:nvSpPr>
          <p:spPr>
            <a:xfrm>
              <a:off x="6364071" y="2454886"/>
              <a:ext cx="401373" cy="2226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cubicBezTo>
                    <a:pt x="120000" y="40000"/>
                    <a:pt x="120000" y="40000"/>
                    <a:pt x="120000" y="40000"/>
                  </a:cubicBezTo>
                  <a:cubicBezTo>
                    <a:pt x="117446" y="37692"/>
                    <a:pt x="117446" y="37692"/>
                    <a:pt x="117446" y="37692"/>
                  </a:cubicBezTo>
                  <a:cubicBezTo>
                    <a:pt x="116170" y="36153"/>
                    <a:pt x="116170" y="36153"/>
                    <a:pt x="116170" y="36153"/>
                  </a:cubicBezTo>
                  <a:cubicBezTo>
                    <a:pt x="115319" y="31538"/>
                    <a:pt x="115319" y="31538"/>
                    <a:pt x="115319" y="31538"/>
                  </a:cubicBezTo>
                  <a:cubicBezTo>
                    <a:pt x="112765" y="26923"/>
                    <a:pt x="112765" y="26923"/>
                    <a:pt x="112765" y="26923"/>
                  </a:cubicBezTo>
                  <a:cubicBezTo>
                    <a:pt x="114042" y="23076"/>
                    <a:pt x="114042" y="23076"/>
                    <a:pt x="114042" y="23076"/>
                  </a:cubicBezTo>
                  <a:cubicBezTo>
                    <a:pt x="115319" y="18461"/>
                    <a:pt x="115319" y="18461"/>
                    <a:pt x="115319" y="18461"/>
                  </a:cubicBezTo>
                  <a:cubicBezTo>
                    <a:pt x="115319" y="14615"/>
                    <a:pt x="115319" y="14615"/>
                    <a:pt x="115319" y="14615"/>
                  </a:cubicBezTo>
                  <a:cubicBezTo>
                    <a:pt x="114468" y="14615"/>
                    <a:pt x="114468" y="14615"/>
                    <a:pt x="114468" y="14615"/>
                  </a:cubicBezTo>
                  <a:cubicBezTo>
                    <a:pt x="110638" y="14615"/>
                    <a:pt x="110638" y="14615"/>
                    <a:pt x="110638" y="14615"/>
                  </a:cubicBezTo>
                  <a:cubicBezTo>
                    <a:pt x="109787" y="11538"/>
                    <a:pt x="109787" y="11538"/>
                    <a:pt x="109787" y="11538"/>
                  </a:cubicBezTo>
                  <a:cubicBezTo>
                    <a:pt x="108085" y="6923"/>
                    <a:pt x="108085" y="6923"/>
                    <a:pt x="108085" y="6923"/>
                  </a:cubicBezTo>
                  <a:cubicBezTo>
                    <a:pt x="108085" y="6923"/>
                    <a:pt x="79574" y="5384"/>
                    <a:pt x="70212" y="4615"/>
                  </a:cubicBezTo>
                  <a:cubicBezTo>
                    <a:pt x="53617" y="3846"/>
                    <a:pt x="4255" y="0"/>
                    <a:pt x="4255" y="0"/>
                  </a:cubicBezTo>
                  <a:cubicBezTo>
                    <a:pt x="0" y="112307"/>
                    <a:pt x="0" y="112307"/>
                    <a:pt x="0" y="112307"/>
                  </a:cubicBezTo>
                  <a:cubicBezTo>
                    <a:pt x="17446" y="113846"/>
                    <a:pt x="44255" y="116153"/>
                    <a:pt x="56595" y="117692"/>
                  </a:cubicBezTo>
                  <a:cubicBezTo>
                    <a:pt x="71914" y="118461"/>
                    <a:pt x="120000" y="120000"/>
                    <a:pt x="120000" y="12000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28" name="Shape 10728"/>
            <p:cNvSpPr/>
            <p:nvPr/>
          </p:nvSpPr>
          <p:spPr>
            <a:xfrm>
              <a:off x="6279749" y="2242394"/>
              <a:ext cx="446907" cy="225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cubicBezTo>
                    <a:pt x="120000" y="120000"/>
                    <a:pt x="120000" y="120000"/>
                    <a:pt x="120000" y="120000"/>
                  </a:cubicBezTo>
                  <a:cubicBezTo>
                    <a:pt x="120000" y="120000"/>
                    <a:pt x="120000" y="120000"/>
                    <a:pt x="120000" y="120000"/>
                  </a:cubicBezTo>
                  <a:cubicBezTo>
                    <a:pt x="119233" y="116962"/>
                    <a:pt x="119233" y="116962"/>
                    <a:pt x="119233" y="116962"/>
                  </a:cubicBezTo>
                  <a:cubicBezTo>
                    <a:pt x="118849" y="112405"/>
                    <a:pt x="118849" y="112405"/>
                    <a:pt x="118849" y="112405"/>
                  </a:cubicBezTo>
                  <a:cubicBezTo>
                    <a:pt x="118849" y="112405"/>
                    <a:pt x="116932" y="111645"/>
                    <a:pt x="116549" y="110886"/>
                  </a:cubicBezTo>
                  <a:cubicBezTo>
                    <a:pt x="116166" y="110126"/>
                    <a:pt x="116549" y="110126"/>
                    <a:pt x="116549" y="110126"/>
                  </a:cubicBezTo>
                  <a:cubicBezTo>
                    <a:pt x="115782" y="107848"/>
                    <a:pt x="115782" y="107848"/>
                    <a:pt x="115782" y="107848"/>
                  </a:cubicBezTo>
                  <a:cubicBezTo>
                    <a:pt x="116549" y="106329"/>
                    <a:pt x="116549" y="106329"/>
                    <a:pt x="116549" y="106329"/>
                  </a:cubicBezTo>
                  <a:cubicBezTo>
                    <a:pt x="116166" y="102531"/>
                    <a:pt x="116166" y="102531"/>
                    <a:pt x="116166" y="102531"/>
                  </a:cubicBezTo>
                  <a:cubicBezTo>
                    <a:pt x="115015" y="101012"/>
                    <a:pt x="115015" y="101012"/>
                    <a:pt x="115015" y="101012"/>
                  </a:cubicBezTo>
                  <a:cubicBezTo>
                    <a:pt x="114632" y="98734"/>
                    <a:pt x="114632" y="98734"/>
                    <a:pt x="114632" y="98734"/>
                  </a:cubicBezTo>
                  <a:cubicBezTo>
                    <a:pt x="113865" y="93417"/>
                    <a:pt x="113865" y="93417"/>
                    <a:pt x="113865" y="93417"/>
                  </a:cubicBezTo>
                  <a:cubicBezTo>
                    <a:pt x="113865" y="85822"/>
                    <a:pt x="113865" y="85822"/>
                    <a:pt x="113865" y="85822"/>
                  </a:cubicBezTo>
                  <a:cubicBezTo>
                    <a:pt x="113482" y="84303"/>
                    <a:pt x="113482" y="84303"/>
                    <a:pt x="113482" y="84303"/>
                  </a:cubicBezTo>
                  <a:cubicBezTo>
                    <a:pt x="112715" y="82025"/>
                    <a:pt x="112715" y="82025"/>
                    <a:pt x="112715" y="82025"/>
                  </a:cubicBezTo>
                  <a:cubicBezTo>
                    <a:pt x="113099" y="78987"/>
                    <a:pt x="113099" y="78987"/>
                    <a:pt x="113099" y="78987"/>
                  </a:cubicBezTo>
                  <a:cubicBezTo>
                    <a:pt x="113099" y="71392"/>
                    <a:pt x="113099" y="71392"/>
                    <a:pt x="113099" y="71392"/>
                  </a:cubicBezTo>
                  <a:cubicBezTo>
                    <a:pt x="112332" y="66075"/>
                    <a:pt x="112332" y="66075"/>
                    <a:pt x="112332" y="66075"/>
                  </a:cubicBezTo>
                  <a:cubicBezTo>
                    <a:pt x="111565" y="64556"/>
                    <a:pt x="111565" y="64556"/>
                    <a:pt x="111565" y="64556"/>
                  </a:cubicBezTo>
                  <a:cubicBezTo>
                    <a:pt x="110798" y="64556"/>
                    <a:pt x="110798" y="64556"/>
                    <a:pt x="110798" y="64556"/>
                  </a:cubicBezTo>
                  <a:cubicBezTo>
                    <a:pt x="110415" y="63037"/>
                    <a:pt x="110415" y="63037"/>
                    <a:pt x="110415" y="63037"/>
                  </a:cubicBezTo>
                  <a:cubicBezTo>
                    <a:pt x="110031" y="59240"/>
                    <a:pt x="110031" y="59240"/>
                    <a:pt x="110031" y="59240"/>
                  </a:cubicBezTo>
                  <a:cubicBezTo>
                    <a:pt x="109648" y="56202"/>
                    <a:pt x="109648" y="56202"/>
                    <a:pt x="109648" y="56202"/>
                  </a:cubicBezTo>
                  <a:cubicBezTo>
                    <a:pt x="110798" y="55443"/>
                    <a:pt x="110798" y="55443"/>
                    <a:pt x="110798" y="55443"/>
                  </a:cubicBezTo>
                  <a:cubicBezTo>
                    <a:pt x="110798" y="54683"/>
                    <a:pt x="110798" y="54683"/>
                    <a:pt x="110798" y="54683"/>
                  </a:cubicBezTo>
                  <a:cubicBezTo>
                    <a:pt x="110415" y="53924"/>
                    <a:pt x="110415" y="53924"/>
                    <a:pt x="110415" y="53924"/>
                  </a:cubicBezTo>
                  <a:cubicBezTo>
                    <a:pt x="110031" y="51645"/>
                    <a:pt x="110031" y="51645"/>
                    <a:pt x="110031" y="51645"/>
                  </a:cubicBezTo>
                  <a:cubicBezTo>
                    <a:pt x="109265" y="49367"/>
                    <a:pt x="109265" y="49367"/>
                    <a:pt x="109265" y="49367"/>
                  </a:cubicBezTo>
                  <a:cubicBezTo>
                    <a:pt x="108498" y="45569"/>
                    <a:pt x="108498" y="45569"/>
                    <a:pt x="108498" y="45569"/>
                  </a:cubicBezTo>
                  <a:cubicBezTo>
                    <a:pt x="107731" y="41012"/>
                    <a:pt x="107731" y="41012"/>
                    <a:pt x="107731" y="41012"/>
                  </a:cubicBezTo>
                  <a:cubicBezTo>
                    <a:pt x="106581" y="37215"/>
                    <a:pt x="106581" y="37215"/>
                    <a:pt x="106581" y="37215"/>
                  </a:cubicBezTo>
                  <a:cubicBezTo>
                    <a:pt x="105431" y="30379"/>
                    <a:pt x="105431" y="30379"/>
                    <a:pt x="105431" y="30379"/>
                  </a:cubicBezTo>
                  <a:cubicBezTo>
                    <a:pt x="104281" y="27341"/>
                    <a:pt x="104281" y="27341"/>
                    <a:pt x="104281" y="27341"/>
                  </a:cubicBezTo>
                  <a:cubicBezTo>
                    <a:pt x="103897" y="26582"/>
                    <a:pt x="103897" y="26582"/>
                    <a:pt x="103897" y="26582"/>
                  </a:cubicBezTo>
                  <a:cubicBezTo>
                    <a:pt x="102364" y="24303"/>
                    <a:pt x="102364" y="24303"/>
                    <a:pt x="102364" y="24303"/>
                  </a:cubicBezTo>
                  <a:cubicBezTo>
                    <a:pt x="99680" y="20506"/>
                    <a:pt x="99680" y="20506"/>
                    <a:pt x="99680" y="20506"/>
                  </a:cubicBezTo>
                  <a:cubicBezTo>
                    <a:pt x="97763" y="18987"/>
                    <a:pt x="97763" y="18987"/>
                    <a:pt x="97763" y="18987"/>
                  </a:cubicBezTo>
                  <a:cubicBezTo>
                    <a:pt x="95846" y="17468"/>
                    <a:pt x="95846" y="17468"/>
                    <a:pt x="95846" y="17468"/>
                  </a:cubicBezTo>
                  <a:cubicBezTo>
                    <a:pt x="94313" y="14430"/>
                    <a:pt x="94313" y="14430"/>
                    <a:pt x="94313" y="14430"/>
                  </a:cubicBezTo>
                  <a:cubicBezTo>
                    <a:pt x="91629" y="13670"/>
                    <a:pt x="91629" y="13670"/>
                    <a:pt x="91629" y="13670"/>
                  </a:cubicBezTo>
                  <a:cubicBezTo>
                    <a:pt x="88178" y="14430"/>
                    <a:pt x="88178" y="14430"/>
                    <a:pt x="88178" y="14430"/>
                  </a:cubicBezTo>
                  <a:cubicBezTo>
                    <a:pt x="87028" y="14430"/>
                    <a:pt x="87028" y="14430"/>
                    <a:pt x="87028" y="14430"/>
                  </a:cubicBezTo>
                  <a:cubicBezTo>
                    <a:pt x="85878" y="15189"/>
                    <a:pt x="85878" y="15189"/>
                    <a:pt x="85878" y="15189"/>
                  </a:cubicBezTo>
                  <a:cubicBezTo>
                    <a:pt x="85111" y="16708"/>
                    <a:pt x="85111" y="16708"/>
                    <a:pt x="85111" y="16708"/>
                  </a:cubicBezTo>
                  <a:cubicBezTo>
                    <a:pt x="83961" y="15949"/>
                    <a:pt x="83961" y="15949"/>
                    <a:pt x="83961" y="15949"/>
                  </a:cubicBezTo>
                  <a:cubicBezTo>
                    <a:pt x="82811" y="14430"/>
                    <a:pt x="82811" y="14430"/>
                    <a:pt x="82811" y="14430"/>
                  </a:cubicBezTo>
                  <a:cubicBezTo>
                    <a:pt x="80511" y="12151"/>
                    <a:pt x="80511" y="12151"/>
                    <a:pt x="80511" y="12151"/>
                  </a:cubicBezTo>
                  <a:cubicBezTo>
                    <a:pt x="77444" y="9113"/>
                    <a:pt x="77444" y="9113"/>
                    <a:pt x="77444" y="9113"/>
                  </a:cubicBezTo>
                  <a:cubicBezTo>
                    <a:pt x="3833" y="0"/>
                    <a:pt x="3833" y="0"/>
                    <a:pt x="3833" y="0"/>
                  </a:cubicBezTo>
                  <a:cubicBezTo>
                    <a:pt x="0" y="72151"/>
                    <a:pt x="0" y="72151"/>
                    <a:pt x="0" y="72151"/>
                  </a:cubicBezTo>
                  <a:cubicBezTo>
                    <a:pt x="27987" y="77468"/>
                    <a:pt x="27987" y="77468"/>
                    <a:pt x="27987" y="77468"/>
                  </a:cubicBezTo>
                  <a:cubicBezTo>
                    <a:pt x="26453" y="113164"/>
                    <a:pt x="26453" y="113164"/>
                    <a:pt x="26453" y="113164"/>
                  </a:cubicBezTo>
                  <a:cubicBezTo>
                    <a:pt x="26453" y="113164"/>
                    <a:pt x="26453" y="113164"/>
                    <a:pt x="26453" y="113164"/>
                  </a:cubicBezTo>
                  <a:cubicBezTo>
                    <a:pt x="28753" y="113164"/>
                    <a:pt x="71309" y="116962"/>
                    <a:pt x="85878" y="117721"/>
                  </a:cubicBezTo>
                  <a:cubicBezTo>
                    <a:pt x="94313" y="118481"/>
                    <a:pt x="120000" y="120000"/>
                    <a:pt x="120000" y="12000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29" name="Shape 10729"/>
            <p:cNvSpPr/>
            <p:nvPr/>
          </p:nvSpPr>
          <p:spPr>
            <a:xfrm>
              <a:off x="6293240" y="2040021"/>
              <a:ext cx="384509" cy="2563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219" y="105333"/>
                  </a:moveTo>
                  <a:cubicBezTo>
                    <a:pt x="91895" y="107333"/>
                    <a:pt x="91895" y="107333"/>
                    <a:pt x="91895" y="107333"/>
                  </a:cubicBezTo>
                  <a:cubicBezTo>
                    <a:pt x="93234" y="108666"/>
                    <a:pt x="93234" y="108666"/>
                    <a:pt x="93234" y="108666"/>
                  </a:cubicBezTo>
                  <a:cubicBezTo>
                    <a:pt x="94572" y="109333"/>
                    <a:pt x="94572" y="109333"/>
                    <a:pt x="94572" y="109333"/>
                  </a:cubicBezTo>
                  <a:cubicBezTo>
                    <a:pt x="95464" y="108000"/>
                    <a:pt x="95464" y="108000"/>
                    <a:pt x="95464" y="108000"/>
                  </a:cubicBezTo>
                  <a:cubicBezTo>
                    <a:pt x="96802" y="107333"/>
                    <a:pt x="96802" y="107333"/>
                    <a:pt x="96802" y="107333"/>
                  </a:cubicBezTo>
                  <a:cubicBezTo>
                    <a:pt x="98141" y="107333"/>
                    <a:pt x="98141" y="107333"/>
                    <a:pt x="98141" y="107333"/>
                  </a:cubicBezTo>
                  <a:cubicBezTo>
                    <a:pt x="102156" y="106666"/>
                    <a:pt x="102156" y="106666"/>
                    <a:pt x="102156" y="106666"/>
                  </a:cubicBezTo>
                  <a:cubicBezTo>
                    <a:pt x="105278" y="107333"/>
                    <a:pt x="105278" y="107333"/>
                    <a:pt x="105278" y="107333"/>
                  </a:cubicBezTo>
                  <a:cubicBezTo>
                    <a:pt x="107063" y="110000"/>
                    <a:pt x="107063" y="110000"/>
                    <a:pt x="107063" y="110000"/>
                  </a:cubicBezTo>
                  <a:cubicBezTo>
                    <a:pt x="109293" y="111333"/>
                    <a:pt x="109293" y="111333"/>
                    <a:pt x="109293" y="111333"/>
                  </a:cubicBezTo>
                  <a:cubicBezTo>
                    <a:pt x="111524" y="112666"/>
                    <a:pt x="111524" y="112666"/>
                    <a:pt x="111524" y="112666"/>
                  </a:cubicBezTo>
                  <a:cubicBezTo>
                    <a:pt x="114646" y="116000"/>
                    <a:pt x="114646" y="116000"/>
                    <a:pt x="114646" y="116000"/>
                  </a:cubicBezTo>
                  <a:cubicBezTo>
                    <a:pt x="116431" y="118000"/>
                    <a:pt x="116431" y="118000"/>
                    <a:pt x="116431" y="118000"/>
                  </a:cubicBezTo>
                  <a:cubicBezTo>
                    <a:pt x="116877" y="118666"/>
                    <a:pt x="116877" y="118666"/>
                    <a:pt x="116877" y="118666"/>
                  </a:cubicBezTo>
                  <a:cubicBezTo>
                    <a:pt x="117323" y="120000"/>
                    <a:pt x="117323" y="120000"/>
                    <a:pt x="117323" y="120000"/>
                  </a:cubicBezTo>
                  <a:cubicBezTo>
                    <a:pt x="117323" y="120000"/>
                    <a:pt x="117323" y="120000"/>
                    <a:pt x="117323" y="120000"/>
                  </a:cubicBezTo>
                  <a:cubicBezTo>
                    <a:pt x="117323" y="118000"/>
                    <a:pt x="117323" y="118000"/>
                    <a:pt x="117323" y="118000"/>
                  </a:cubicBezTo>
                  <a:cubicBezTo>
                    <a:pt x="117323" y="115333"/>
                    <a:pt x="117323" y="115333"/>
                    <a:pt x="117323" y="115333"/>
                  </a:cubicBezTo>
                  <a:cubicBezTo>
                    <a:pt x="115539" y="113333"/>
                    <a:pt x="115539" y="113333"/>
                    <a:pt x="115539" y="113333"/>
                  </a:cubicBezTo>
                  <a:cubicBezTo>
                    <a:pt x="115539" y="111333"/>
                    <a:pt x="115539" y="111333"/>
                    <a:pt x="115539" y="111333"/>
                  </a:cubicBezTo>
                  <a:cubicBezTo>
                    <a:pt x="115985" y="109333"/>
                    <a:pt x="115985" y="109333"/>
                    <a:pt x="115985" y="109333"/>
                  </a:cubicBezTo>
                  <a:cubicBezTo>
                    <a:pt x="117323" y="108666"/>
                    <a:pt x="117323" y="108666"/>
                    <a:pt x="117323" y="108666"/>
                  </a:cubicBezTo>
                  <a:cubicBezTo>
                    <a:pt x="117323" y="104000"/>
                    <a:pt x="117323" y="104000"/>
                    <a:pt x="117323" y="104000"/>
                  </a:cubicBezTo>
                  <a:cubicBezTo>
                    <a:pt x="117769" y="102000"/>
                    <a:pt x="117769" y="102000"/>
                    <a:pt x="117769" y="102000"/>
                  </a:cubicBezTo>
                  <a:cubicBezTo>
                    <a:pt x="118661" y="101333"/>
                    <a:pt x="118661" y="101333"/>
                    <a:pt x="118661" y="101333"/>
                  </a:cubicBezTo>
                  <a:cubicBezTo>
                    <a:pt x="118661" y="98666"/>
                    <a:pt x="118661" y="98666"/>
                    <a:pt x="118661" y="98666"/>
                  </a:cubicBezTo>
                  <a:cubicBezTo>
                    <a:pt x="117769" y="95333"/>
                    <a:pt x="117769" y="95333"/>
                    <a:pt x="117769" y="95333"/>
                  </a:cubicBezTo>
                  <a:cubicBezTo>
                    <a:pt x="116877" y="94666"/>
                    <a:pt x="116877" y="94666"/>
                    <a:pt x="116877" y="94666"/>
                  </a:cubicBezTo>
                  <a:cubicBezTo>
                    <a:pt x="117323" y="91333"/>
                    <a:pt x="117323" y="91333"/>
                    <a:pt x="117323" y="91333"/>
                  </a:cubicBezTo>
                  <a:cubicBezTo>
                    <a:pt x="117323" y="89333"/>
                    <a:pt x="117323" y="89333"/>
                    <a:pt x="117323" y="89333"/>
                  </a:cubicBezTo>
                  <a:cubicBezTo>
                    <a:pt x="118661" y="89333"/>
                    <a:pt x="118661" y="89333"/>
                    <a:pt x="118661" y="89333"/>
                  </a:cubicBezTo>
                  <a:cubicBezTo>
                    <a:pt x="120000" y="31333"/>
                    <a:pt x="120000" y="31333"/>
                    <a:pt x="120000" y="31333"/>
                  </a:cubicBezTo>
                  <a:cubicBezTo>
                    <a:pt x="118661" y="29333"/>
                    <a:pt x="118661" y="29333"/>
                    <a:pt x="118661" y="29333"/>
                  </a:cubicBezTo>
                  <a:cubicBezTo>
                    <a:pt x="117769" y="27333"/>
                    <a:pt x="117769" y="27333"/>
                    <a:pt x="117769" y="27333"/>
                  </a:cubicBezTo>
                  <a:cubicBezTo>
                    <a:pt x="115539" y="26000"/>
                    <a:pt x="115539" y="26000"/>
                    <a:pt x="115539" y="26000"/>
                  </a:cubicBezTo>
                  <a:cubicBezTo>
                    <a:pt x="115092" y="24000"/>
                    <a:pt x="115092" y="24000"/>
                    <a:pt x="115092" y="24000"/>
                  </a:cubicBezTo>
                  <a:cubicBezTo>
                    <a:pt x="113754" y="22000"/>
                    <a:pt x="113754" y="22000"/>
                    <a:pt x="113754" y="22000"/>
                  </a:cubicBezTo>
                  <a:cubicBezTo>
                    <a:pt x="113308" y="20666"/>
                    <a:pt x="113308" y="20666"/>
                    <a:pt x="113308" y="20666"/>
                  </a:cubicBezTo>
                  <a:cubicBezTo>
                    <a:pt x="113308" y="19333"/>
                    <a:pt x="113308" y="19333"/>
                    <a:pt x="113308" y="19333"/>
                  </a:cubicBezTo>
                  <a:cubicBezTo>
                    <a:pt x="113308" y="18000"/>
                    <a:pt x="113308" y="18000"/>
                    <a:pt x="113308" y="18000"/>
                  </a:cubicBezTo>
                  <a:cubicBezTo>
                    <a:pt x="114646" y="16000"/>
                    <a:pt x="114646" y="16000"/>
                    <a:pt x="114646" y="16000"/>
                  </a:cubicBezTo>
                  <a:cubicBezTo>
                    <a:pt x="115985" y="14000"/>
                    <a:pt x="115985" y="14000"/>
                    <a:pt x="115985" y="14000"/>
                  </a:cubicBezTo>
                  <a:cubicBezTo>
                    <a:pt x="117769" y="11333"/>
                    <a:pt x="117769" y="11333"/>
                    <a:pt x="117769" y="11333"/>
                  </a:cubicBezTo>
                  <a:cubicBezTo>
                    <a:pt x="117323" y="10000"/>
                    <a:pt x="117323" y="10000"/>
                    <a:pt x="117323" y="10000"/>
                  </a:cubicBezTo>
                  <a:cubicBezTo>
                    <a:pt x="117323" y="9333"/>
                    <a:pt x="117323" y="9333"/>
                    <a:pt x="117323" y="9333"/>
                  </a:cubicBezTo>
                  <a:cubicBezTo>
                    <a:pt x="117323" y="9333"/>
                    <a:pt x="74498" y="6666"/>
                    <a:pt x="60669" y="5333"/>
                  </a:cubicBezTo>
                  <a:cubicBezTo>
                    <a:pt x="46840" y="4000"/>
                    <a:pt x="6245" y="0"/>
                    <a:pt x="6245" y="0"/>
                  </a:cubicBezTo>
                  <a:cubicBezTo>
                    <a:pt x="0" y="94666"/>
                    <a:pt x="0" y="94666"/>
                    <a:pt x="0" y="94666"/>
                  </a:cubicBezTo>
                  <a:cubicBezTo>
                    <a:pt x="85650" y="102666"/>
                    <a:pt x="85650" y="102666"/>
                    <a:pt x="85650" y="102666"/>
                  </a:cubicBezTo>
                  <a:lnTo>
                    <a:pt x="89219" y="105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0" name="Shape 10730"/>
            <p:cNvSpPr/>
            <p:nvPr/>
          </p:nvSpPr>
          <p:spPr>
            <a:xfrm>
              <a:off x="5922223" y="2058571"/>
              <a:ext cx="386195" cy="318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99" y="17142"/>
                  </a:moveTo>
                  <a:lnTo>
                    <a:pt x="119475" y="17142"/>
                  </a:lnTo>
                  <a:lnTo>
                    <a:pt x="14672" y="0"/>
                  </a:lnTo>
                  <a:lnTo>
                    <a:pt x="12576" y="14603"/>
                  </a:lnTo>
                  <a:lnTo>
                    <a:pt x="3668" y="77460"/>
                  </a:lnTo>
                  <a:lnTo>
                    <a:pt x="0" y="102857"/>
                  </a:lnTo>
                  <a:lnTo>
                    <a:pt x="31965" y="109206"/>
                  </a:lnTo>
                  <a:lnTo>
                    <a:pt x="111091" y="120000"/>
                  </a:lnTo>
                  <a:lnTo>
                    <a:pt x="115283" y="69206"/>
                  </a:lnTo>
                  <a:lnTo>
                    <a:pt x="119999" y="17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1" name="Shape 10731"/>
            <p:cNvSpPr/>
            <p:nvPr/>
          </p:nvSpPr>
          <p:spPr>
            <a:xfrm>
              <a:off x="6313478" y="1829214"/>
              <a:ext cx="359212" cy="23104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043" y="119259"/>
                  </a:moveTo>
                  <a:cubicBezTo>
                    <a:pt x="119043" y="120000"/>
                    <a:pt x="119043" y="120000"/>
                    <a:pt x="119043" y="120000"/>
                  </a:cubicBezTo>
                  <a:cubicBezTo>
                    <a:pt x="119043" y="120000"/>
                    <a:pt x="119043" y="120000"/>
                    <a:pt x="119043" y="120000"/>
                  </a:cubicBezTo>
                  <a:cubicBezTo>
                    <a:pt x="120000" y="118518"/>
                    <a:pt x="120000" y="118518"/>
                    <a:pt x="120000" y="118518"/>
                  </a:cubicBezTo>
                  <a:cubicBezTo>
                    <a:pt x="120000" y="114814"/>
                    <a:pt x="120000" y="114814"/>
                    <a:pt x="120000" y="114814"/>
                  </a:cubicBezTo>
                  <a:cubicBezTo>
                    <a:pt x="120000" y="111111"/>
                    <a:pt x="120000" y="111111"/>
                    <a:pt x="120000" y="111111"/>
                  </a:cubicBezTo>
                  <a:cubicBezTo>
                    <a:pt x="119521" y="106666"/>
                    <a:pt x="119521" y="106666"/>
                    <a:pt x="119521" y="106666"/>
                  </a:cubicBezTo>
                  <a:cubicBezTo>
                    <a:pt x="118565" y="104444"/>
                    <a:pt x="118565" y="104444"/>
                    <a:pt x="118565" y="104444"/>
                  </a:cubicBezTo>
                  <a:cubicBezTo>
                    <a:pt x="117131" y="102222"/>
                    <a:pt x="117131" y="102222"/>
                    <a:pt x="117131" y="102222"/>
                  </a:cubicBezTo>
                  <a:cubicBezTo>
                    <a:pt x="117131" y="97037"/>
                    <a:pt x="117131" y="97037"/>
                    <a:pt x="117131" y="97037"/>
                  </a:cubicBezTo>
                  <a:cubicBezTo>
                    <a:pt x="116653" y="95555"/>
                    <a:pt x="116653" y="95555"/>
                    <a:pt x="116653" y="95555"/>
                  </a:cubicBezTo>
                  <a:cubicBezTo>
                    <a:pt x="115697" y="93333"/>
                    <a:pt x="115697" y="93333"/>
                    <a:pt x="115697" y="93333"/>
                  </a:cubicBezTo>
                  <a:cubicBezTo>
                    <a:pt x="115697" y="86666"/>
                    <a:pt x="115697" y="86666"/>
                    <a:pt x="115697" y="86666"/>
                  </a:cubicBezTo>
                  <a:cubicBezTo>
                    <a:pt x="115697" y="76296"/>
                    <a:pt x="115697" y="76296"/>
                    <a:pt x="115697" y="76296"/>
                  </a:cubicBezTo>
                  <a:cubicBezTo>
                    <a:pt x="115219" y="63703"/>
                    <a:pt x="115219" y="63703"/>
                    <a:pt x="115219" y="63703"/>
                  </a:cubicBezTo>
                  <a:cubicBezTo>
                    <a:pt x="115219" y="57037"/>
                    <a:pt x="115219" y="57037"/>
                    <a:pt x="115219" y="57037"/>
                  </a:cubicBezTo>
                  <a:cubicBezTo>
                    <a:pt x="113306" y="51851"/>
                    <a:pt x="113306" y="51851"/>
                    <a:pt x="113306" y="51851"/>
                  </a:cubicBezTo>
                  <a:cubicBezTo>
                    <a:pt x="111872" y="44444"/>
                    <a:pt x="111872" y="44444"/>
                    <a:pt x="111872" y="44444"/>
                  </a:cubicBezTo>
                  <a:cubicBezTo>
                    <a:pt x="110916" y="40000"/>
                    <a:pt x="110916" y="40000"/>
                    <a:pt x="110916" y="40000"/>
                  </a:cubicBezTo>
                  <a:cubicBezTo>
                    <a:pt x="111872" y="34814"/>
                    <a:pt x="111872" y="34814"/>
                    <a:pt x="111872" y="34814"/>
                  </a:cubicBezTo>
                  <a:cubicBezTo>
                    <a:pt x="111394" y="30370"/>
                    <a:pt x="111394" y="30370"/>
                    <a:pt x="111394" y="30370"/>
                  </a:cubicBezTo>
                  <a:cubicBezTo>
                    <a:pt x="110916" y="28888"/>
                    <a:pt x="110916" y="28888"/>
                    <a:pt x="110916" y="28888"/>
                  </a:cubicBezTo>
                  <a:cubicBezTo>
                    <a:pt x="110916" y="25185"/>
                    <a:pt x="110916" y="25185"/>
                    <a:pt x="110916" y="25185"/>
                  </a:cubicBezTo>
                  <a:cubicBezTo>
                    <a:pt x="110916" y="24444"/>
                    <a:pt x="110916" y="24444"/>
                    <a:pt x="110916" y="24444"/>
                  </a:cubicBezTo>
                  <a:cubicBezTo>
                    <a:pt x="111872" y="22962"/>
                    <a:pt x="111872" y="22962"/>
                    <a:pt x="111872" y="22962"/>
                  </a:cubicBezTo>
                  <a:cubicBezTo>
                    <a:pt x="112350" y="21481"/>
                    <a:pt x="112350" y="21481"/>
                    <a:pt x="112350" y="21481"/>
                  </a:cubicBezTo>
                  <a:cubicBezTo>
                    <a:pt x="112350" y="18518"/>
                    <a:pt x="112350" y="18518"/>
                    <a:pt x="112350" y="18518"/>
                  </a:cubicBezTo>
                  <a:cubicBezTo>
                    <a:pt x="110916" y="16296"/>
                    <a:pt x="110916" y="16296"/>
                    <a:pt x="110916" y="16296"/>
                  </a:cubicBezTo>
                  <a:cubicBezTo>
                    <a:pt x="110916" y="15555"/>
                    <a:pt x="110916" y="15555"/>
                    <a:pt x="110916" y="15555"/>
                  </a:cubicBezTo>
                  <a:cubicBezTo>
                    <a:pt x="110438" y="13333"/>
                    <a:pt x="110438" y="13333"/>
                    <a:pt x="110438" y="13333"/>
                  </a:cubicBezTo>
                  <a:cubicBezTo>
                    <a:pt x="109960" y="9629"/>
                    <a:pt x="109960" y="9629"/>
                    <a:pt x="109960" y="9629"/>
                  </a:cubicBezTo>
                  <a:cubicBezTo>
                    <a:pt x="109960" y="9629"/>
                    <a:pt x="62151" y="6666"/>
                    <a:pt x="46374" y="5185"/>
                  </a:cubicBezTo>
                  <a:cubicBezTo>
                    <a:pt x="36334" y="4444"/>
                    <a:pt x="6693" y="0"/>
                    <a:pt x="6693" y="0"/>
                  </a:cubicBezTo>
                  <a:cubicBezTo>
                    <a:pt x="0" y="108888"/>
                    <a:pt x="0" y="108888"/>
                    <a:pt x="0" y="108888"/>
                  </a:cubicBezTo>
                  <a:cubicBezTo>
                    <a:pt x="0" y="108888"/>
                    <a:pt x="43505" y="113333"/>
                    <a:pt x="58326" y="114814"/>
                  </a:cubicBezTo>
                  <a:cubicBezTo>
                    <a:pt x="73147" y="116296"/>
                    <a:pt x="119043" y="119259"/>
                    <a:pt x="119043" y="119259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2" name="Shape 10732"/>
            <p:cNvSpPr/>
            <p:nvPr/>
          </p:nvSpPr>
          <p:spPr>
            <a:xfrm>
              <a:off x="5982935" y="2348640"/>
              <a:ext cx="401373" cy="31536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21" y="120000"/>
                  </a:moveTo>
                  <a:cubicBezTo>
                    <a:pt x="118291" y="40723"/>
                    <a:pt x="118291" y="40723"/>
                    <a:pt x="118291" y="40723"/>
                  </a:cubicBezTo>
                  <a:cubicBezTo>
                    <a:pt x="118291" y="40723"/>
                    <a:pt x="118291" y="40723"/>
                    <a:pt x="118291" y="40723"/>
                  </a:cubicBezTo>
                  <a:cubicBezTo>
                    <a:pt x="118291" y="40723"/>
                    <a:pt x="118291" y="40723"/>
                    <a:pt x="118291" y="40723"/>
                  </a:cubicBezTo>
                  <a:cubicBezTo>
                    <a:pt x="120000" y="15203"/>
                    <a:pt x="120000" y="15203"/>
                    <a:pt x="120000" y="15203"/>
                  </a:cubicBezTo>
                  <a:cubicBezTo>
                    <a:pt x="88825" y="11402"/>
                    <a:pt x="88825" y="11402"/>
                    <a:pt x="88825" y="11402"/>
                  </a:cubicBezTo>
                  <a:cubicBezTo>
                    <a:pt x="12811" y="0"/>
                    <a:pt x="12811" y="0"/>
                    <a:pt x="12811" y="0"/>
                  </a:cubicBezTo>
                  <a:cubicBezTo>
                    <a:pt x="0" y="104253"/>
                    <a:pt x="0" y="104253"/>
                    <a:pt x="0" y="104253"/>
                  </a:cubicBezTo>
                  <a:cubicBezTo>
                    <a:pt x="97793" y="118914"/>
                    <a:pt x="97793" y="118914"/>
                    <a:pt x="97793" y="118914"/>
                  </a:cubicBezTo>
                  <a:cubicBezTo>
                    <a:pt x="97793" y="118914"/>
                    <a:pt x="104626" y="119457"/>
                    <a:pt x="114021" y="12000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3" name="Shape 10733"/>
            <p:cNvSpPr/>
            <p:nvPr/>
          </p:nvSpPr>
          <p:spPr>
            <a:xfrm>
              <a:off x="5716477" y="2235648"/>
              <a:ext cx="308619" cy="38619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35109"/>
                  </a:moveTo>
                  <a:lnTo>
                    <a:pt x="80000" y="29868"/>
                  </a:lnTo>
                  <a:lnTo>
                    <a:pt x="84590" y="8908"/>
                  </a:lnTo>
                  <a:lnTo>
                    <a:pt x="25573" y="0"/>
                  </a:lnTo>
                  <a:lnTo>
                    <a:pt x="0" y="105327"/>
                  </a:lnTo>
                  <a:lnTo>
                    <a:pt x="103606" y="119999"/>
                  </a:lnTo>
                  <a:lnTo>
                    <a:pt x="120000" y="3510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4" name="Shape 10734"/>
            <p:cNvSpPr/>
            <p:nvPr/>
          </p:nvSpPr>
          <p:spPr>
            <a:xfrm>
              <a:off x="5428095" y="2164818"/>
              <a:ext cx="354153" cy="536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419" y="41920"/>
                  </a:moveTo>
                  <a:cubicBezTo>
                    <a:pt x="483" y="42240"/>
                    <a:pt x="483" y="42240"/>
                    <a:pt x="483" y="42240"/>
                  </a:cubicBezTo>
                  <a:cubicBezTo>
                    <a:pt x="0" y="43200"/>
                    <a:pt x="0" y="43200"/>
                    <a:pt x="0" y="43200"/>
                  </a:cubicBezTo>
                  <a:cubicBezTo>
                    <a:pt x="483" y="44480"/>
                    <a:pt x="483" y="44480"/>
                    <a:pt x="483" y="44480"/>
                  </a:cubicBezTo>
                  <a:cubicBezTo>
                    <a:pt x="967" y="45440"/>
                    <a:pt x="967" y="45440"/>
                    <a:pt x="967" y="45440"/>
                  </a:cubicBezTo>
                  <a:cubicBezTo>
                    <a:pt x="1451" y="45760"/>
                    <a:pt x="1451" y="45760"/>
                    <a:pt x="1451" y="45760"/>
                  </a:cubicBezTo>
                  <a:cubicBezTo>
                    <a:pt x="3387" y="46400"/>
                    <a:pt x="3387" y="46400"/>
                    <a:pt x="3387" y="46400"/>
                  </a:cubicBezTo>
                  <a:cubicBezTo>
                    <a:pt x="77419" y="120000"/>
                    <a:pt x="77419" y="120000"/>
                    <a:pt x="77419" y="120000"/>
                  </a:cubicBezTo>
                  <a:cubicBezTo>
                    <a:pt x="78870" y="118720"/>
                    <a:pt x="78870" y="118720"/>
                    <a:pt x="78870" y="118720"/>
                  </a:cubicBezTo>
                  <a:cubicBezTo>
                    <a:pt x="79354" y="117440"/>
                    <a:pt x="79354" y="117440"/>
                    <a:pt x="79354" y="117440"/>
                  </a:cubicBezTo>
                  <a:cubicBezTo>
                    <a:pt x="79354" y="113280"/>
                    <a:pt x="79354" y="113280"/>
                    <a:pt x="79354" y="113280"/>
                  </a:cubicBezTo>
                  <a:cubicBezTo>
                    <a:pt x="79354" y="108800"/>
                    <a:pt x="79354" y="108800"/>
                    <a:pt x="79354" y="108800"/>
                  </a:cubicBezTo>
                  <a:cubicBezTo>
                    <a:pt x="79354" y="105280"/>
                    <a:pt x="79354" y="105280"/>
                    <a:pt x="79354" y="105280"/>
                  </a:cubicBezTo>
                  <a:cubicBezTo>
                    <a:pt x="80806" y="104320"/>
                    <a:pt x="80806" y="104320"/>
                    <a:pt x="80806" y="104320"/>
                  </a:cubicBezTo>
                  <a:cubicBezTo>
                    <a:pt x="84193" y="103680"/>
                    <a:pt x="84193" y="103680"/>
                    <a:pt x="84193" y="103680"/>
                  </a:cubicBezTo>
                  <a:cubicBezTo>
                    <a:pt x="85161" y="104960"/>
                    <a:pt x="85161" y="104960"/>
                    <a:pt x="85161" y="104960"/>
                  </a:cubicBezTo>
                  <a:cubicBezTo>
                    <a:pt x="87096" y="104320"/>
                    <a:pt x="87096" y="104320"/>
                    <a:pt x="87096" y="104320"/>
                  </a:cubicBezTo>
                  <a:cubicBezTo>
                    <a:pt x="89516" y="105600"/>
                    <a:pt x="89516" y="105600"/>
                    <a:pt x="89516" y="105600"/>
                  </a:cubicBezTo>
                  <a:cubicBezTo>
                    <a:pt x="90967" y="106240"/>
                    <a:pt x="90967" y="106240"/>
                    <a:pt x="90967" y="106240"/>
                  </a:cubicBezTo>
                  <a:cubicBezTo>
                    <a:pt x="92419" y="105600"/>
                    <a:pt x="92419" y="105600"/>
                    <a:pt x="92419" y="105600"/>
                  </a:cubicBezTo>
                  <a:cubicBezTo>
                    <a:pt x="92419" y="105600"/>
                    <a:pt x="94354" y="101120"/>
                    <a:pt x="95322" y="99840"/>
                  </a:cubicBezTo>
                  <a:cubicBezTo>
                    <a:pt x="95806" y="97920"/>
                    <a:pt x="97741" y="91840"/>
                    <a:pt x="97741" y="91840"/>
                  </a:cubicBezTo>
                  <a:cubicBezTo>
                    <a:pt x="120000" y="15680"/>
                    <a:pt x="120000" y="15680"/>
                    <a:pt x="120000" y="15680"/>
                  </a:cubicBezTo>
                  <a:cubicBezTo>
                    <a:pt x="120000" y="15680"/>
                    <a:pt x="78870" y="9920"/>
                    <a:pt x="64838" y="7680"/>
                  </a:cubicBezTo>
                  <a:cubicBezTo>
                    <a:pt x="53709" y="6080"/>
                    <a:pt x="20322" y="0"/>
                    <a:pt x="20322" y="0"/>
                  </a:cubicBezTo>
                  <a:cubicBezTo>
                    <a:pt x="3870" y="41600"/>
                    <a:pt x="3870" y="41600"/>
                    <a:pt x="3870" y="41600"/>
                  </a:cubicBezTo>
                  <a:lnTo>
                    <a:pt x="2419" y="4192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5" name="Shape 10735"/>
            <p:cNvSpPr/>
            <p:nvPr/>
          </p:nvSpPr>
          <p:spPr>
            <a:xfrm>
              <a:off x="5278002" y="1830902"/>
              <a:ext cx="440161" cy="37270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7792" y="120000"/>
                  </a:moveTo>
                  <a:cubicBezTo>
                    <a:pt x="104805" y="83678"/>
                    <a:pt x="104805" y="83678"/>
                    <a:pt x="104805" y="83678"/>
                  </a:cubicBezTo>
                  <a:cubicBezTo>
                    <a:pt x="104805" y="81379"/>
                    <a:pt x="104805" y="81379"/>
                    <a:pt x="104805" y="81379"/>
                  </a:cubicBezTo>
                  <a:cubicBezTo>
                    <a:pt x="105194" y="80459"/>
                    <a:pt x="105194" y="80459"/>
                    <a:pt x="105194" y="80459"/>
                  </a:cubicBezTo>
                  <a:cubicBezTo>
                    <a:pt x="107142" y="79540"/>
                    <a:pt x="107142" y="79540"/>
                    <a:pt x="107142" y="79540"/>
                  </a:cubicBezTo>
                  <a:cubicBezTo>
                    <a:pt x="107142" y="78620"/>
                    <a:pt x="107142" y="78620"/>
                    <a:pt x="107142" y="78620"/>
                  </a:cubicBezTo>
                  <a:cubicBezTo>
                    <a:pt x="107532" y="76781"/>
                    <a:pt x="107532" y="76781"/>
                    <a:pt x="107532" y="76781"/>
                  </a:cubicBezTo>
                  <a:cubicBezTo>
                    <a:pt x="107532" y="73103"/>
                    <a:pt x="107532" y="73103"/>
                    <a:pt x="107532" y="73103"/>
                  </a:cubicBezTo>
                  <a:cubicBezTo>
                    <a:pt x="107922" y="72183"/>
                    <a:pt x="107922" y="72183"/>
                    <a:pt x="107922" y="72183"/>
                  </a:cubicBezTo>
                  <a:cubicBezTo>
                    <a:pt x="106753" y="70804"/>
                    <a:pt x="106753" y="70804"/>
                    <a:pt x="106753" y="70804"/>
                  </a:cubicBezTo>
                  <a:cubicBezTo>
                    <a:pt x="106363" y="70804"/>
                    <a:pt x="106363" y="70804"/>
                    <a:pt x="106363" y="70804"/>
                  </a:cubicBezTo>
                  <a:cubicBezTo>
                    <a:pt x="105584" y="70344"/>
                    <a:pt x="105584" y="70344"/>
                    <a:pt x="105584" y="70344"/>
                  </a:cubicBezTo>
                  <a:cubicBezTo>
                    <a:pt x="104805" y="68965"/>
                    <a:pt x="104805" y="68965"/>
                    <a:pt x="104805" y="68965"/>
                  </a:cubicBezTo>
                  <a:cubicBezTo>
                    <a:pt x="105194" y="66666"/>
                    <a:pt x="105194" y="66666"/>
                    <a:pt x="105194" y="66666"/>
                  </a:cubicBezTo>
                  <a:cubicBezTo>
                    <a:pt x="105584" y="65287"/>
                    <a:pt x="105584" y="65287"/>
                    <a:pt x="105584" y="65287"/>
                  </a:cubicBezTo>
                  <a:cubicBezTo>
                    <a:pt x="107922" y="62988"/>
                    <a:pt x="107922" y="62988"/>
                    <a:pt x="107922" y="62988"/>
                  </a:cubicBezTo>
                  <a:cubicBezTo>
                    <a:pt x="111038" y="59310"/>
                    <a:pt x="111038" y="59310"/>
                    <a:pt x="111038" y="59310"/>
                  </a:cubicBezTo>
                  <a:cubicBezTo>
                    <a:pt x="112207" y="57471"/>
                    <a:pt x="112207" y="57471"/>
                    <a:pt x="112207" y="57471"/>
                  </a:cubicBezTo>
                  <a:cubicBezTo>
                    <a:pt x="112597" y="55632"/>
                    <a:pt x="112597" y="55632"/>
                    <a:pt x="112597" y="55632"/>
                  </a:cubicBezTo>
                  <a:cubicBezTo>
                    <a:pt x="113376" y="55172"/>
                    <a:pt x="113376" y="55172"/>
                    <a:pt x="113376" y="55172"/>
                  </a:cubicBezTo>
                  <a:cubicBezTo>
                    <a:pt x="114155" y="52873"/>
                    <a:pt x="114155" y="52873"/>
                    <a:pt x="114155" y="52873"/>
                  </a:cubicBezTo>
                  <a:cubicBezTo>
                    <a:pt x="115714" y="51034"/>
                    <a:pt x="115714" y="51034"/>
                    <a:pt x="115714" y="51034"/>
                  </a:cubicBezTo>
                  <a:cubicBezTo>
                    <a:pt x="116883" y="49195"/>
                    <a:pt x="116883" y="49195"/>
                    <a:pt x="116883" y="49195"/>
                  </a:cubicBezTo>
                  <a:cubicBezTo>
                    <a:pt x="118441" y="47816"/>
                    <a:pt x="118441" y="47816"/>
                    <a:pt x="118441" y="47816"/>
                  </a:cubicBezTo>
                  <a:cubicBezTo>
                    <a:pt x="118831" y="45517"/>
                    <a:pt x="118831" y="45517"/>
                    <a:pt x="118831" y="45517"/>
                  </a:cubicBezTo>
                  <a:cubicBezTo>
                    <a:pt x="120000" y="45057"/>
                    <a:pt x="120000" y="45057"/>
                    <a:pt x="120000" y="45057"/>
                  </a:cubicBezTo>
                  <a:cubicBezTo>
                    <a:pt x="120000" y="43218"/>
                    <a:pt x="120000" y="43218"/>
                    <a:pt x="120000" y="43218"/>
                  </a:cubicBezTo>
                  <a:cubicBezTo>
                    <a:pt x="119610" y="41379"/>
                    <a:pt x="119610" y="41379"/>
                    <a:pt x="119610" y="41379"/>
                  </a:cubicBezTo>
                  <a:cubicBezTo>
                    <a:pt x="118831" y="40000"/>
                    <a:pt x="118831" y="40000"/>
                    <a:pt x="118831" y="40000"/>
                  </a:cubicBezTo>
                  <a:cubicBezTo>
                    <a:pt x="116883" y="38160"/>
                    <a:pt x="116883" y="38160"/>
                    <a:pt x="116883" y="38160"/>
                  </a:cubicBezTo>
                  <a:cubicBezTo>
                    <a:pt x="115714" y="35862"/>
                    <a:pt x="115714" y="35862"/>
                    <a:pt x="115714" y="35862"/>
                  </a:cubicBezTo>
                  <a:cubicBezTo>
                    <a:pt x="115714" y="34022"/>
                    <a:pt x="115714" y="34022"/>
                    <a:pt x="115714" y="34022"/>
                  </a:cubicBezTo>
                  <a:cubicBezTo>
                    <a:pt x="90000" y="26206"/>
                    <a:pt x="90000" y="26206"/>
                    <a:pt x="90000" y="26206"/>
                  </a:cubicBezTo>
                  <a:cubicBezTo>
                    <a:pt x="85714" y="25747"/>
                    <a:pt x="85714" y="25747"/>
                    <a:pt x="85714" y="25747"/>
                  </a:cubicBezTo>
                  <a:cubicBezTo>
                    <a:pt x="84155" y="26206"/>
                    <a:pt x="84155" y="26206"/>
                    <a:pt x="84155" y="26206"/>
                  </a:cubicBezTo>
                  <a:cubicBezTo>
                    <a:pt x="82207" y="25747"/>
                    <a:pt x="82207" y="25747"/>
                    <a:pt x="82207" y="25747"/>
                  </a:cubicBezTo>
                  <a:cubicBezTo>
                    <a:pt x="80649" y="26206"/>
                    <a:pt x="80649" y="26206"/>
                    <a:pt x="80649" y="26206"/>
                  </a:cubicBezTo>
                  <a:cubicBezTo>
                    <a:pt x="69350" y="26666"/>
                    <a:pt x="69350" y="26666"/>
                    <a:pt x="69350" y="26666"/>
                  </a:cubicBezTo>
                  <a:cubicBezTo>
                    <a:pt x="68181" y="25747"/>
                    <a:pt x="68181" y="25747"/>
                    <a:pt x="68181" y="25747"/>
                  </a:cubicBezTo>
                  <a:cubicBezTo>
                    <a:pt x="67012" y="26206"/>
                    <a:pt x="67012" y="26206"/>
                    <a:pt x="67012" y="26206"/>
                  </a:cubicBezTo>
                  <a:cubicBezTo>
                    <a:pt x="65844" y="26666"/>
                    <a:pt x="65844" y="26666"/>
                    <a:pt x="65844" y="26666"/>
                  </a:cubicBezTo>
                  <a:cubicBezTo>
                    <a:pt x="65064" y="26666"/>
                    <a:pt x="65064" y="26666"/>
                    <a:pt x="65064" y="26666"/>
                  </a:cubicBezTo>
                  <a:cubicBezTo>
                    <a:pt x="63896" y="26206"/>
                    <a:pt x="63896" y="26206"/>
                    <a:pt x="63896" y="26206"/>
                  </a:cubicBezTo>
                  <a:cubicBezTo>
                    <a:pt x="63896" y="25747"/>
                    <a:pt x="63896" y="25747"/>
                    <a:pt x="63896" y="25747"/>
                  </a:cubicBezTo>
                  <a:cubicBezTo>
                    <a:pt x="61948" y="25747"/>
                    <a:pt x="61948" y="25747"/>
                    <a:pt x="61948" y="25747"/>
                  </a:cubicBezTo>
                  <a:cubicBezTo>
                    <a:pt x="60779" y="25287"/>
                    <a:pt x="60779" y="25287"/>
                    <a:pt x="60779" y="25287"/>
                  </a:cubicBezTo>
                  <a:cubicBezTo>
                    <a:pt x="60389" y="24367"/>
                    <a:pt x="60389" y="24367"/>
                    <a:pt x="60389" y="24367"/>
                  </a:cubicBezTo>
                  <a:cubicBezTo>
                    <a:pt x="60389" y="23908"/>
                    <a:pt x="60389" y="23908"/>
                    <a:pt x="60389" y="23908"/>
                  </a:cubicBezTo>
                  <a:cubicBezTo>
                    <a:pt x="58831" y="23448"/>
                    <a:pt x="58831" y="23448"/>
                    <a:pt x="58831" y="23448"/>
                  </a:cubicBezTo>
                  <a:cubicBezTo>
                    <a:pt x="55714" y="22528"/>
                    <a:pt x="55714" y="22528"/>
                    <a:pt x="55714" y="22528"/>
                  </a:cubicBezTo>
                  <a:cubicBezTo>
                    <a:pt x="53766" y="21609"/>
                    <a:pt x="53766" y="21609"/>
                    <a:pt x="53766" y="21609"/>
                  </a:cubicBezTo>
                  <a:cubicBezTo>
                    <a:pt x="52987" y="21149"/>
                    <a:pt x="52987" y="21149"/>
                    <a:pt x="52987" y="21149"/>
                  </a:cubicBezTo>
                  <a:cubicBezTo>
                    <a:pt x="50649" y="21609"/>
                    <a:pt x="50649" y="21609"/>
                    <a:pt x="50649" y="21609"/>
                  </a:cubicBezTo>
                  <a:cubicBezTo>
                    <a:pt x="47142" y="22528"/>
                    <a:pt x="47142" y="22528"/>
                    <a:pt x="47142" y="22528"/>
                  </a:cubicBezTo>
                  <a:cubicBezTo>
                    <a:pt x="42857" y="21149"/>
                    <a:pt x="42857" y="21149"/>
                    <a:pt x="42857" y="21149"/>
                  </a:cubicBezTo>
                  <a:cubicBezTo>
                    <a:pt x="40129" y="18390"/>
                    <a:pt x="40129" y="18390"/>
                    <a:pt x="40129" y="18390"/>
                  </a:cubicBezTo>
                  <a:cubicBezTo>
                    <a:pt x="40129" y="18390"/>
                    <a:pt x="41298" y="15172"/>
                    <a:pt x="40909" y="11034"/>
                  </a:cubicBezTo>
                  <a:cubicBezTo>
                    <a:pt x="40519" y="6436"/>
                    <a:pt x="38571" y="5517"/>
                    <a:pt x="38571" y="5517"/>
                  </a:cubicBezTo>
                  <a:cubicBezTo>
                    <a:pt x="36623" y="5517"/>
                    <a:pt x="36623" y="5517"/>
                    <a:pt x="36623" y="5517"/>
                  </a:cubicBezTo>
                  <a:cubicBezTo>
                    <a:pt x="35064" y="4597"/>
                    <a:pt x="35064" y="4597"/>
                    <a:pt x="35064" y="4597"/>
                  </a:cubicBezTo>
                  <a:cubicBezTo>
                    <a:pt x="35064" y="4597"/>
                    <a:pt x="35064" y="1839"/>
                    <a:pt x="33116" y="1839"/>
                  </a:cubicBezTo>
                  <a:cubicBezTo>
                    <a:pt x="31168" y="1839"/>
                    <a:pt x="31168" y="1839"/>
                    <a:pt x="31168" y="1839"/>
                  </a:cubicBezTo>
                  <a:cubicBezTo>
                    <a:pt x="28831" y="1379"/>
                    <a:pt x="28831" y="1379"/>
                    <a:pt x="28831" y="1379"/>
                  </a:cubicBezTo>
                  <a:cubicBezTo>
                    <a:pt x="27272" y="0"/>
                    <a:pt x="27272" y="0"/>
                    <a:pt x="27272" y="0"/>
                  </a:cubicBezTo>
                  <a:cubicBezTo>
                    <a:pt x="27272" y="3218"/>
                    <a:pt x="27272" y="3218"/>
                    <a:pt x="27272" y="3218"/>
                  </a:cubicBezTo>
                  <a:cubicBezTo>
                    <a:pt x="26493" y="5977"/>
                    <a:pt x="26493" y="5977"/>
                    <a:pt x="26493" y="5977"/>
                  </a:cubicBezTo>
                  <a:cubicBezTo>
                    <a:pt x="24545" y="10114"/>
                    <a:pt x="24545" y="10114"/>
                    <a:pt x="24545" y="10114"/>
                  </a:cubicBezTo>
                  <a:cubicBezTo>
                    <a:pt x="24935" y="12873"/>
                    <a:pt x="24935" y="12873"/>
                    <a:pt x="24935" y="12873"/>
                  </a:cubicBezTo>
                  <a:cubicBezTo>
                    <a:pt x="24545" y="15172"/>
                    <a:pt x="24545" y="15172"/>
                    <a:pt x="24545" y="15172"/>
                  </a:cubicBezTo>
                  <a:cubicBezTo>
                    <a:pt x="23376" y="17471"/>
                    <a:pt x="23376" y="17471"/>
                    <a:pt x="23376" y="17471"/>
                  </a:cubicBezTo>
                  <a:cubicBezTo>
                    <a:pt x="22597" y="19770"/>
                    <a:pt x="22597" y="19770"/>
                    <a:pt x="22597" y="19770"/>
                  </a:cubicBezTo>
                  <a:cubicBezTo>
                    <a:pt x="21428" y="22988"/>
                    <a:pt x="21428" y="22988"/>
                    <a:pt x="21428" y="22988"/>
                  </a:cubicBezTo>
                  <a:cubicBezTo>
                    <a:pt x="20649" y="25287"/>
                    <a:pt x="20649" y="25287"/>
                    <a:pt x="20649" y="25287"/>
                  </a:cubicBezTo>
                  <a:cubicBezTo>
                    <a:pt x="18311" y="30804"/>
                    <a:pt x="18311" y="30804"/>
                    <a:pt x="18311" y="30804"/>
                  </a:cubicBezTo>
                  <a:cubicBezTo>
                    <a:pt x="15584" y="39080"/>
                    <a:pt x="15584" y="39080"/>
                    <a:pt x="15584" y="39080"/>
                  </a:cubicBezTo>
                  <a:cubicBezTo>
                    <a:pt x="13636" y="45057"/>
                    <a:pt x="13636" y="45057"/>
                    <a:pt x="13636" y="45057"/>
                  </a:cubicBezTo>
                  <a:cubicBezTo>
                    <a:pt x="11688" y="51034"/>
                    <a:pt x="11688" y="51034"/>
                    <a:pt x="11688" y="51034"/>
                  </a:cubicBezTo>
                  <a:cubicBezTo>
                    <a:pt x="9350" y="55172"/>
                    <a:pt x="9350" y="55172"/>
                    <a:pt x="9350" y="55172"/>
                  </a:cubicBezTo>
                  <a:cubicBezTo>
                    <a:pt x="8571" y="57011"/>
                    <a:pt x="8571" y="57011"/>
                    <a:pt x="8571" y="57011"/>
                  </a:cubicBezTo>
                  <a:cubicBezTo>
                    <a:pt x="7012" y="59770"/>
                    <a:pt x="7012" y="59770"/>
                    <a:pt x="7012" y="59770"/>
                  </a:cubicBezTo>
                  <a:cubicBezTo>
                    <a:pt x="5844" y="61149"/>
                    <a:pt x="5844" y="61149"/>
                    <a:pt x="5844" y="61149"/>
                  </a:cubicBezTo>
                  <a:cubicBezTo>
                    <a:pt x="5454" y="62528"/>
                    <a:pt x="5454" y="62528"/>
                    <a:pt x="5454" y="62528"/>
                  </a:cubicBezTo>
                  <a:cubicBezTo>
                    <a:pt x="4285" y="64827"/>
                    <a:pt x="4285" y="64827"/>
                    <a:pt x="4285" y="64827"/>
                  </a:cubicBezTo>
                  <a:cubicBezTo>
                    <a:pt x="1948" y="68045"/>
                    <a:pt x="1948" y="68045"/>
                    <a:pt x="1948" y="68045"/>
                  </a:cubicBezTo>
                  <a:cubicBezTo>
                    <a:pt x="1168" y="69885"/>
                    <a:pt x="1168" y="69885"/>
                    <a:pt x="1168" y="69885"/>
                  </a:cubicBezTo>
                  <a:cubicBezTo>
                    <a:pt x="1948" y="73563"/>
                    <a:pt x="1948" y="73563"/>
                    <a:pt x="1948" y="73563"/>
                  </a:cubicBezTo>
                  <a:cubicBezTo>
                    <a:pt x="1948" y="74482"/>
                    <a:pt x="1948" y="74482"/>
                    <a:pt x="1948" y="74482"/>
                  </a:cubicBezTo>
                  <a:cubicBezTo>
                    <a:pt x="1948" y="75402"/>
                    <a:pt x="1948" y="75402"/>
                    <a:pt x="1948" y="75402"/>
                  </a:cubicBezTo>
                  <a:cubicBezTo>
                    <a:pt x="1558" y="75862"/>
                    <a:pt x="1558" y="75862"/>
                    <a:pt x="1558" y="75862"/>
                  </a:cubicBezTo>
                  <a:cubicBezTo>
                    <a:pt x="1168" y="77701"/>
                    <a:pt x="1168" y="77701"/>
                    <a:pt x="1168" y="77701"/>
                  </a:cubicBezTo>
                  <a:cubicBezTo>
                    <a:pt x="389" y="78160"/>
                    <a:pt x="389" y="78160"/>
                    <a:pt x="389" y="78160"/>
                  </a:cubicBezTo>
                  <a:cubicBezTo>
                    <a:pt x="389" y="80000"/>
                    <a:pt x="389" y="80000"/>
                    <a:pt x="389" y="80000"/>
                  </a:cubicBezTo>
                  <a:cubicBezTo>
                    <a:pt x="0" y="83678"/>
                    <a:pt x="0" y="83678"/>
                    <a:pt x="0" y="83678"/>
                  </a:cubicBezTo>
                  <a:cubicBezTo>
                    <a:pt x="0" y="85977"/>
                    <a:pt x="0" y="85977"/>
                    <a:pt x="0" y="85977"/>
                  </a:cubicBezTo>
                  <a:cubicBezTo>
                    <a:pt x="779" y="87356"/>
                    <a:pt x="779" y="87356"/>
                    <a:pt x="779" y="87356"/>
                  </a:cubicBezTo>
                  <a:cubicBezTo>
                    <a:pt x="1168" y="88735"/>
                    <a:pt x="1168" y="88735"/>
                    <a:pt x="1168" y="88735"/>
                  </a:cubicBezTo>
                  <a:cubicBezTo>
                    <a:pt x="57272" y="107586"/>
                    <a:pt x="57272" y="107586"/>
                    <a:pt x="57272" y="107586"/>
                  </a:cubicBezTo>
                  <a:cubicBezTo>
                    <a:pt x="57272" y="107586"/>
                    <a:pt x="84155" y="116321"/>
                    <a:pt x="93116" y="118620"/>
                  </a:cubicBezTo>
                  <a:cubicBezTo>
                    <a:pt x="94285" y="119080"/>
                    <a:pt x="95844" y="119540"/>
                    <a:pt x="97792" y="12000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6" name="Shape 10736"/>
            <p:cNvSpPr/>
            <p:nvPr/>
          </p:nvSpPr>
          <p:spPr>
            <a:xfrm>
              <a:off x="5637213" y="1731401"/>
              <a:ext cx="325483" cy="5329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5263" y="42466"/>
                  </a:moveTo>
                  <a:cubicBezTo>
                    <a:pt x="25263" y="44396"/>
                    <a:pt x="24210" y="46005"/>
                    <a:pt x="24210" y="46005"/>
                  </a:cubicBezTo>
                  <a:cubicBezTo>
                    <a:pt x="24210" y="47292"/>
                    <a:pt x="24210" y="47292"/>
                    <a:pt x="24210" y="47292"/>
                  </a:cubicBezTo>
                  <a:cubicBezTo>
                    <a:pt x="25789" y="48900"/>
                    <a:pt x="25789" y="48900"/>
                    <a:pt x="25789" y="48900"/>
                  </a:cubicBezTo>
                  <a:cubicBezTo>
                    <a:pt x="28421" y="50187"/>
                    <a:pt x="28421" y="50187"/>
                    <a:pt x="28421" y="50187"/>
                  </a:cubicBezTo>
                  <a:cubicBezTo>
                    <a:pt x="29473" y="51152"/>
                    <a:pt x="29473" y="51152"/>
                    <a:pt x="29473" y="51152"/>
                  </a:cubicBezTo>
                  <a:cubicBezTo>
                    <a:pt x="29999" y="52439"/>
                    <a:pt x="29999" y="52439"/>
                    <a:pt x="29999" y="52439"/>
                  </a:cubicBezTo>
                  <a:cubicBezTo>
                    <a:pt x="29999" y="53726"/>
                    <a:pt x="29999" y="53726"/>
                    <a:pt x="29999" y="53726"/>
                  </a:cubicBezTo>
                  <a:cubicBezTo>
                    <a:pt x="28421" y="54048"/>
                    <a:pt x="28421" y="54048"/>
                    <a:pt x="28421" y="54048"/>
                  </a:cubicBezTo>
                  <a:cubicBezTo>
                    <a:pt x="27894" y="55656"/>
                    <a:pt x="27894" y="55656"/>
                    <a:pt x="27894" y="55656"/>
                  </a:cubicBezTo>
                  <a:cubicBezTo>
                    <a:pt x="25789" y="56621"/>
                    <a:pt x="25789" y="56621"/>
                    <a:pt x="25789" y="56621"/>
                  </a:cubicBezTo>
                  <a:cubicBezTo>
                    <a:pt x="24210" y="57908"/>
                    <a:pt x="24210" y="57908"/>
                    <a:pt x="24210" y="57908"/>
                  </a:cubicBezTo>
                  <a:cubicBezTo>
                    <a:pt x="22105" y="59195"/>
                    <a:pt x="22105" y="59195"/>
                    <a:pt x="22105" y="59195"/>
                  </a:cubicBezTo>
                  <a:cubicBezTo>
                    <a:pt x="21052" y="60804"/>
                    <a:pt x="21052" y="60804"/>
                    <a:pt x="21052" y="60804"/>
                  </a:cubicBezTo>
                  <a:cubicBezTo>
                    <a:pt x="20000" y="61126"/>
                    <a:pt x="20000" y="61126"/>
                    <a:pt x="20000" y="61126"/>
                  </a:cubicBezTo>
                  <a:cubicBezTo>
                    <a:pt x="19473" y="62412"/>
                    <a:pt x="19473" y="62412"/>
                    <a:pt x="19473" y="62412"/>
                  </a:cubicBezTo>
                  <a:cubicBezTo>
                    <a:pt x="17894" y="63699"/>
                    <a:pt x="17894" y="63699"/>
                    <a:pt x="17894" y="63699"/>
                  </a:cubicBezTo>
                  <a:cubicBezTo>
                    <a:pt x="13684" y="66273"/>
                    <a:pt x="13684" y="66273"/>
                    <a:pt x="13684" y="66273"/>
                  </a:cubicBezTo>
                  <a:cubicBezTo>
                    <a:pt x="10526" y="67882"/>
                    <a:pt x="10526" y="67882"/>
                    <a:pt x="10526" y="67882"/>
                  </a:cubicBezTo>
                  <a:cubicBezTo>
                    <a:pt x="10000" y="68847"/>
                    <a:pt x="10000" y="68847"/>
                    <a:pt x="10000" y="68847"/>
                  </a:cubicBezTo>
                  <a:cubicBezTo>
                    <a:pt x="9473" y="70455"/>
                    <a:pt x="9473" y="70455"/>
                    <a:pt x="9473" y="70455"/>
                  </a:cubicBezTo>
                  <a:cubicBezTo>
                    <a:pt x="10526" y="71420"/>
                    <a:pt x="10526" y="71420"/>
                    <a:pt x="10526" y="71420"/>
                  </a:cubicBezTo>
                  <a:cubicBezTo>
                    <a:pt x="11578" y="71742"/>
                    <a:pt x="11578" y="71742"/>
                    <a:pt x="11578" y="71742"/>
                  </a:cubicBezTo>
                  <a:cubicBezTo>
                    <a:pt x="12105" y="71742"/>
                    <a:pt x="12105" y="71742"/>
                    <a:pt x="12105" y="71742"/>
                  </a:cubicBezTo>
                  <a:cubicBezTo>
                    <a:pt x="13684" y="72707"/>
                    <a:pt x="13684" y="72707"/>
                    <a:pt x="13684" y="72707"/>
                  </a:cubicBezTo>
                  <a:cubicBezTo>
                    <a:pt x="13157" y="73351"/>
                    <a:pt x="13157" y="73351"/>
                    <a:pt x="13157" y="73351"/>
                  </a:cubicBezTo>
                  <a:cubicBezTo>
                    <a:pt x="13157" y="75924"/>
                    <a:pt x="13157" y="75924"/>
                    <a:pt x="13157" y="75924"/>
                  </a:cubicBezTo>
                  <a:cubicBezTo>
                    <a:pt x="12631" y="77211"/>
                    <a:pt x="12631" y="77211"/>
                    <a:pt x="12631" y="77211"/>
                  </a:cubicBezTo>
                  <a:cubicBezTo>
                    <a:pt x="12631" y="77855"/>
                    <a:pt x="12631" y="77855"/>
                    <a:pt x="12631" y="77855"/>
                  </a:cubicBezTo>
                  <a:cubicBezTo>
                    <a:pt x="10000" y="78498"/>
                    <a:pt x="10000" y="78498"/>
                    <a:pt x="10000" y="78498"/>
                  </a:cubicBezTo>
                  <a:cubicBezTo>
                    <a:pt x="9473" y="79142"/>
                    <a:pt x="9473" y="79142"/>
                    <a:pt x="9473" y="79142"/>
                  </a:cubicBezTo>
                  <a:cubicBezTo>
                    <a:pt x="9473" y="80750"/>
                    <a:pt x="9473" y="80750"/>
                    <a:pt x="9473" y="80750"/>
                  </a:cubicBezTo>
                  <a:cubicBezTo>
                    <a:pt x="0" y="106166"/>
                    <a:pt x="0" y="106166"/>
                    <a:pt x="0" y="106166"/>
                  </a:cubicBezTo>
                  <a:cubicBezTo>
                    <a:pt x="18421" y="108739"/>
                    <a:pt x="53684" y="113243"/>
                    <a:pt x="53684" y="113243"/>
                  </a:cubicBezTo>
                  <a:cubicBezTo>
                    <a:pt x="109473" y="119999"/>
                    <a:pt x="109473" y="119999"/>
                    <a:pt x="109473" y="119999"/>
                  </a:cubicBezTo>
                  <a:cubicBezTo>
                    <a:pt x="119999" y="82359"/>
                    <a:pt x="119999" y="82359"/>
                    <a:pt x="119999" y="82359"/>
                  </a:cubicBezTo>
                  <a:cubicBezTo>
                    <a:pt x="118947" y="81715"/>
                    <a:pt x="118947" y="81715"/>
                    <a:pt x="118947" y="81715"/>
                  </a:cubicBezTo>
                  <a:cubicBezTo>
                    <a:pt x="117894" y="81072"/>
                    <a:pt x="117894" y="81072"/>
                    <a:pt x="117894" y="81072"/>
                  </a:cubicBezTo>
                  <a:cubicBezTo>
                    <a:pt x="117894" y="80750"/>
                    <a:pt x="117894" y="80750"/>
                    <a:pt x="117894" y="80750"/>
                  </a:cubicBezTo>
                  <a:cubicBezTo>
                    <a:pt x="117368" y="79463"/>
                    <a:pt x="117368" y="79463"/>
                    <a:pt x="117368" y="79463"/>
                  </a:cubicBezTo>
                  <a:cubicBezTo>
                    <a:pt x="116315" y="78498"/>
                    <a:pt x="116315" y="78498"/>
                    <a:pt x="116315" y="78498"/>
                  </a:cubicBezTo>
                  <a:cubicBezTo>
                    <a:pt x="114736" y="77533"/>
                    <a:pt x="114736" y="77533"/>
                    <a:pt x="114736" y="77533"/>
                  </a:cubicBezTo>
                  <a:cubicBezTo>
                    <a:pt x="112631" y="77533"/>
                    <a:pt x="112631" y="77533"/>
                    <a:pt x="112631" y="77533"/>
                  </a:cubicBezTo>
                  <a:cubicBezTo>
                    <a:pt x="112105" y="79142"/>
                    <a:pt x="112105" y="79142"/>
                    <a:pt x="112105" y="79142"/>
                  </a:cubicBezTo>
                  <a:cubicBezTo>
                    <a:pt x="111578" y="80107"/>
                    <a:pt x="111578" y="80107"/>
                    <a:pt x="111578" y="80107"/>
                  </a:cubicBezTo>
                  <a:cubicBezTo>
                    <a:pt x="106315" y="79785"/>
                    <a:pt x="106315" y="79785"/>
                    <a:pt x="106315" y="79785"/>
                  </a:cubicBezTo>
                  <a:cubicBezTo>
                    <a:pt x="103684" y="79142"/>
                    <a:pt x="103684" y="79142"/>
                    <a:pt x="103684" y="79142"/>
                  </a:cubicBezTo>
                  <a:cubicBezTo>
                    <a:pt x="99473" y="78820"/>
                    <a:pt x="99473" y="78820"/>
                    <a:pt x="99473" y="78820"/>
                  </a:cubicBezTo>
                  <a:cubicBezTo>
                    <a:pt x="97368" y="78820"/>
                    <a:pt x="97368" y="78820"/>
                    <a:pt x="97368" y="78820"/>
                  </a:cubicBezTo>
                  <a:cubicBezTo>
                    <a:pt x="96842" y="79463"/>
                    <a:pt x="96842" y="79463"/>
                    <a:pt x="96842" y="79463"/>
                  </a:cubicBezTo>
                  <a:cubicBezTo>
                    <a:pt x="96842" y="80107"/>
                    <a:pt x="96842" y="80107"/>
                    <a:pt x="96842" y="80107"/>
                  </a:cubicBezTo>
                  <a:cubicBezTo>
                    <a:pt x="94210" y="79463"/>
                    <a:pt x="94210" y="79463"/>
                    <a:pt x="94210" y="79463"/>
                  </a:cubicBezTo>
                  <a:cubicBezTo>
                    <a:pt x="91578" y="78498"/>
                    <a:pt x="91578" y="78498"/>
                    <a:pt x="91578" y="78498"/>
                  </a:cubicBezTo>
                  <a:cubicBezTo>
                    <a:pt x="89999" y="78498"/>
                    <a:pt x="89999" y="78498"/>
                    <a:pt x="89999" y="78498"/>
                  </a:cubicBezTo>
                  <a:cubicBezTo>
                    <a:pt x="88947" y="78498"/>
                    <a:pt x="88947" y="78498"/>
                    <a:pt x="88947" y="78498"/>
                  </a:cubicBezTo>
                  <a:cubicBezTo>
                    <a:pt x="88421" y="79463"/>
                    <a:pt x="88421" y="79463"/>
                    <a:pt x="88421" y="79463"/>
                  </a:cubicBezTo>
                  <a:cubicBezTo>
                    <a:pt x="88421" y="80107"/>
                    <a:pt x="88421" y="80107"/>
                    <a:pt x="88421" y="80107"/>
                  </a:cubicBezTo>
                  <a:cubicBezTo>
                    <a:pt x="86315" y="80107"/>
                    <a:pt x="86315" y="80107"/>
                    <a:pt x="86315" y="80107"/>
                  </a:cubicBezTo>
                  <a:cubicBezTo>
                    <a:pt x="85263" y="78820"/>
                    <a:pt x="85263" y="78820"/>
                    <a:pt x="85263" y="78820"/>
                  </a:cubicBezTo>
                  <a:cubicBezTo>
                    <a:pt x="85263" y="77855"/>
                    <a:pt x="85263" y="77855"/>
                    <a:pt x="85263" y="77855"/>
                  </a:cubicBezTo>
                  <a:cubicBezTo>
                    <a:pt x="85263" y="76568"/>
                    <a:pt x="85263" y="76568"/>
                    <a:pt x="85263" y="76568"/>
                  </a:cubicBezTo>
                  <a:cubicBezTo>
                    <a:pt x="84210" y="74638"/>
                    <a:pt x="84210" y="74638"/>
                    <a:pt x="84210" y="74638"/>
                  </a:cubicBezTo>
                  <a:cubicBezTo>
                    <a:pt x="84210" y="72707"/>
                    <a:pt x="84210" y="72707"/>
                    <a:pt x="84210" y="72707"/>
                  </a:cubicBezTo>
                  <a:cubicBezTo>
                    <a:pt x="82105" y="72707"/>
                    <a:pt x="82105" y="72707"/>
                    <a:pt x="82105" y="72707"/>
                  </a:cubicBezTo>
                  <a:cubicBezTo>
                    <a:pt x="79473" y="71742"/>
                    <a:pt x="79473" y="71742"/>
                    <a:pt x="79473" y="71742"/>
                  </a:cubicBezTo>
                  <a:cubicBezTo>
                    <a:pt x="78421" y="70777"/>
                    <a:pt x="78421" y="70777"/>
                    <a:pt x="78421" y="70777"/>
                  </a:cubicBezTo>
                  <a:cubicBezTo>
                    <a:pt x="78421" y="70134"/>
                    <a:pt x="78421" y="70134"/>
                    <a:pt x="78421" y="70134"/>
                  </a:cubicBezTo>
                  <a:cubicBezTo>
                    <a:pt x="78421" y="68525"/>
                    <a:pt x="78421" y="68525"/>
                    <a:pt x="78421" y="68525"/>
                  </a:cubicBezTo>
                  <a:cubicBezTo>
                    <a:pt x="78421" y="66916"/>
                    <a:pt x="78421" y="66916"/>
                    <a:pt x="78421" y="66916"/>
                  </a:cubicBezTo>
                  <a:cubicBezTo>
                    <a:pt x="76315" y="65630"/>
                    <a:pt x="76315" y="65630"/>
                    <a:pt x="76315" y="65630"/>
                  </a:cubicBezTo>
                  <a:cubicBezTo>
                    <a:pt x="76315" y="64664"/>
                    <a:pt x="76315" y="64664"/>
                    <a:pt x="76315" y="64664"/>
                  </a:cubicBezTo>
                  <a:cubicBezTo>
                    <a:pt x="76315" y="62734"/>
                    <a:pt x="76315" y="62734"/>
                    <a:pt x="76315" y="62734"/>
                  </a:cubicBezTo>
                  <a:cubicBezTo>
                    <a:pt x="75789" y="60160"/>
                    <a:pt x="75789" y="60160"/>
                    <a:pt x="75789" y="60160"/>
                  </a:cubicBezTo>
                  <a:cubicBezTo>
                    <a:pt x="74736" y="58873"/>
                    <a:pt x="74736" y="58873"/>
                    <a:pt x="74736" y="58873"/>
                  </a:cubicBezTo>
                  <a:cubicBezTo>
                    <a:pt x="74210" y="57587"/>
                    <a:pt x="74210" y="57587"/>
                    <a:pt x="74210" y="57587"/>
                  </a:cubicBezTo>
                  <a:cubicBezTo>
                    <a:pt x="73157" y="57587"/>
                    <a:pt x="73157" y="57587"/>
                    <a:pt x="73157" y="57587"/>
                  </a:cubicBezTo>
                  <a:cubicBezTo>
                    <a:pt x="71052" y="58552"/>
                    <a:pt x="71052" y="58552"/>
                    <a:pt x="71052" y="58552"/>
                  </a:cubicBezTo>
                  <a:cubicBezTo>
                    <a:pt x="70000" y="58552"/>
                    <a:pt x="70000" y="58552"/>
                    <a:pt x="70000" y="58552"/>
                  </a:cubicBezTo>
                  <a:cubicBezTo>
                    <a:pt x="68421" y="58873"/>
                    <a:pt x="68421" y="58873"/>
                    <a:pt x="68421" y="58873"/>
                  </a:cubicBezTo>
                  <a:cubicBezTo>
                    <a:pt x="66842" y="59839"/>
                    <a:pt x="66842" y="59839"/>
                    <a:pt x="66842" y="59839"/>
                  </a:cubicBezTo>
                  <a:cubicBezTo>
                    <a:pt x="65789" y="59839"/>
                    <a:pt x="65789" y="59839"/>
                    <a:pt x="65789" y="59839"/>
                  </a:cubicBezTo>
                  <a:cubicBezTo>
                    <a:pt x="65789" y="58873"/>
                    <a:pt x="65789" y="58873"/>
                    <a:pt x="65789" y="58873"/>
                  </a:cubicBezTo>
                  <a:cubicBezTo>
                    <a:pt x="63684" y="58230"/>
                    <a:pt x="63684" y="58230"/>
                    <a:pt x="63684" y="58230"/>
                  </a:cubicBezTo>
                  <a:cubicBezTo>
                    <a:pt x="62631" y="57587"/>
                    <a:pt x="62631" y="57587"/>
                    <a:pt x="62631" y="57587"/>
                  </a:cubicBezTo>
                  <a:cubicBezTo>
                    <a:pt x="64210" y="55335"/>
                    <a:pt x="64210" y="55335"/>
                    <a:pt x="64210" y="55335"/>
                  </a:cubicBezTo>
                  <a:cubicBezTo>
                    <a:pt x="65789" y="54048"/>
                    <a:pt x="65789" y="54048"/>
                    <a:pt x="65789" y="54048"/>
                  </a:cubicBezTo>
                  <a:cubicBezTo>
                    <a:pt x="67368" y="54048"/>
                    <a:pt x="67368" y="54048"/>
                    <a:pt x="67368" y="54048"/>
                  </a:cubicBezTo>
                  <a:cubicBezTo>
                    <a:pt x="67894" y="53404"/>
                    <a:pt x="67894" y="53404"/>
                    <a:pt x="67894" y="53404"/>
                  </a:cubicBezTo>
                  <a:cubicBezTo>
                    <a:pt x="66842" y="51474"/>
                    <a:pt x="66842" y="51474"/>
                    <a:pt x="66842" y="51474"/>
                  </a:cubicBezTo>
                  <a:cubicBezTo>
                    <a:pt x="67368" y="49544"/>
                    <a:pt x="67368" y="49544"/>
                    <a:pt x="67368" y="49544"/>
                  </a:cubicBezTo>
                  <a:cubicBezTo>
                    <a:pt x="68947" y="47292"/>
                    <a:pt x="68947" y="47292"/>
                    <a:pt x="68947" y="47292"/>
                  </a:cubicBezTo>
                  <a:cubicBezTo>
                    <a:pt x="70526" y="45361"/>
                    <a:pt x="70526" y="45361"/>
                    <a:pt x="70526" y="45361"/>
                  </a:cubicBezTo>
                  <a:cubicBezTo>
                    <a:pt x="72105" y="43431"/>
                    <a:pt x="72105" y="43431"/>
                    <a:pt x="72105" y="43431"/>
                  </a:cubicBezTo>
                  <a:cubicBezTo>
                    <a:pt x="72105" y="42144"/>
                    <a:pt x="72105" y="42144"/>
                    <a:pt x="72105" y="42144"/>
                  </a:cubicBezTo>
                  <a:cubicBezTo>
                    <a:pt x="67368" y="41501"/>
                    <a:pt x="67368" y="41501"/>
                    <a:pt x="67368" y="41501"/>
                  </a:cubicBezTo>
                  <a:cubicBezTo>
                    <a:pt x="67368" y="41179"/>
                    <a:pt x="67368" y="41179"/>
                    <a:pt x="67368" y="41179"/>
                  </a:cubicBezTo>
                  <a:cubicBezTo>
                    <a:pt x="65789" y="39892"/>
                    <a:pt x="65789" y="39892"/>
                    <a:pt x="65789" y="39892"/>
                  </a:cubicBezTo>
                  <a:cubicBezTo>
                    <a:pt x="64736" y="37962"/>
                    <a:pt x="64736" y="37962"/>
                    <a:pt x="64736" y="37962"/>
                  </a:cubicBezTo>
                  <a:cubicBezTo>
                    <a:pt x="64210" y="35710"/>
                    <a:pt x="64210" y="35710"/>
                    <a:pt x="64210" y="35710"/>
                  </a:cubicBezTo>
                  <a:cubicBezTo>
                    <a:pt x="62631" y="34101"/>
                    <a:pt x="62631" y="34101"/>
                    <a:pt x="62631" y="34101"/>
                  </a:cubicBezTo>
                  <a:cubicBezTo>
                    <a:pt x="59999" y="32493"/>
                    <a:pt x="59999" y="32493"/>
                    <a:pt x="59999" y="32493"/>
                  </a:cubicBezTo>
                  <a:cubicBezTo>
                    <a:pt x="57368" y="29919"/>
                    <a:pt x="57368" y="29919"/>
                    <a:pt x="57368" y="29919"/>
                  </a:cubicBezTo>
                  <a:cubicBezTo>
                    <a:pt x="56842" y="28310"/>
                    <a:pt x="56842" y="28310"/>
                    <a:pt x="56842" y="28310"/>
                  </a:cubicBezTo>
                  <a:cubicBezTo>
                    <a:pt x="54736" y="26380"/>
                    <a:pt x="54736" y="26380"/>
                    <a:pt x="54736" y="26380"/>
                  </a:cubicBezTo>
                  <a:cubicBezTo>
                    <a:pt x="54736" y="25415"/>
                    <a:pt x="54736" y="25415"/>
                    <a:pt x="54736" y="25415"/>
                  </a:cubicBezTo>
                  <a:cubicBezTo>
                    <a:pt x="53157" y="24450"/>
                    <a:pt x="53157" y="24450"/>
                    <a:pt x="53157" y="24450"/>
                  </a:cubicBezTo>
                  <a:cubicBezTo>
                    <a:pt x="53157" y="23163"/>
                    <a:pt x="53157" y="23163"/>
                    <a:pt x="53157" y="23163"/>
                  </a:cubicBezTo>
                  <a:cubicBezTo>
                    <a:pt x="53157" y="22198"/>
                    <a:pt x="53157" y="22198"/>
                    <a:pt x="53157" y="22198"/>
                  </a:cubicBezTo>
                  <a:cubicBezTo>
                    <a:pt x="52105" y="20589"/>
                    <a:pt x="52105" y="20589"/>
                    <a:pt x="52105" y="20589"/>
                  </a:cubicBezTo>
                  <a:cubicBezTo>
                    <a:pt x="51052" y="19946"/>
                    <a:pt x="51052" y="19946"/>
                    <a:pt x="51052" y="19946"/>
                  </a:cubicBezTo>
                  <a:cubicBezTo>
                    <a:pt x="51052" y="18981"/>
                    <a:pt x="51052" y="18981"/>
                    <a:pt x="51052" y="18981"/>
                  </a:cubicBezTo>
                  <a:cubicBezTo>
                    <a:pt x="51578" y="15442"/>
                    <a:pt x="51578" y="15442"/>
                    <a:pt x="51578" y="15442"/>
                  </a:cubicBezTo>
                  <a:cubicBezTo>
                    <a:pt x="53157" y="11581"/>
                    <a:pt x="53157" y="11581"/>
                    <a:pt x="53157" y="11581"/>
                  </a:cubicBezTo>
                  <a:cubicBezTo>
                    <a:pt x="54736" y="8042"/>
                    <a:pt x="54736" y="8042"/>
                    <a:pt x="54736" y="8042"/>
                  </a:cubicBezTo>
                  <a:cubicBezTo>
                    <a:pt x="55789" y="5790"/>
                    <a:pt x="55789" y="5790"/>
                    <a:pt x="55789" y="5790"/>
                  </a:cubicBezTo>
                  <a:cubicBezTo>
                    <a:pt x="56842" y="2573"/>
                    <a:pt x="56842" y="2573"/>
                    <a:pt x="56842" y="2573"/>
                  </a:cubicBezTo>
                  <a:cubicBezTo>
                    <a:pt x="40000" y="0"/>
                    <a:pt x="40000" y="0"/>
                    <a:pt x="40000" y="0"/>
                  </a:cubicBezTo>
                  <a:cubicBezTo>
                    <a:pt x="40000" y="0"/>
                    <a:pt x="27368" y="36675"/>
                    <a:pt x="24736" y="38605"/>
                  </a:cubicBezTo>
                  <a:cubicBezTo>
                    <a:pt x="22631" y="40857"/>
                    <a:pt x="25263" y="40214"/>
                    <a:pt x="25263" y="42466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7" name="Shape 10737"/>
            <p:cNvSpPr/>
            <p:nvPr/>
          </p:nvSpPr>
          <p:spPr>
            <a:xfrm>
              <a:off x="5775502" y="1743206"/>
              <a:ext cx="558212" cy="3608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28571"/>
                  </a:moveTo>
                  <a:cubicBezTo>
                    <a:pt x="120000" y="28571"/>
                    <a:pt x="74578" y="20000"/>
                    <a:pt x="56470" y="15714"/>
                  </a:cubicBezTo>
                  <a:cubicBezTo>
                    <a:pt x="34373" y="10476"/>
                    <a:pt x="3375" y="0"/>
                    <a:pt x="3375" y="0"/>
                  </a:cubicBezTo>
                  <a:cubicBezTo>
                    <a:pt x="2762" y="4761"/>
                    <a:pt x="2762" y="4761"/>
                    <a:pt x="2762" y="4761"/>
                  </a:cubicBezTo>
                  <a:cubicBezTo>
                    <a:pt x="2148" y="8095"/>
                    <a:pt x="2148" y="8095"/>
                    <a:pt x="2148" y="8095"/>
                  </a:cubicBezTo>
                  <a:cubicBezTo>
                    <a:pt x="1227" y="13333"/>
                    <a:pt x="1227" y="13333"/>
                    <a:pt x="1227" y="13333"/>
                  </a:cubicBezTo>
                  <a:cubicBezTo>
                    <a:pt x="306" y="19047"/>
                    <a:pt x="306" y="19047"/>
                    <a:pt x="306" y="19047"/>
                  </a:cubicBezTo>
                  <a:cubicBezTo>
                    <a:pt x="0" y="24285"/>
                    <a:pt x="0" y="24285"/>
                    <a:pt x="0" y="24285"/>
                  </a:cubicBezTo>
                  <a:cubicBezTo>
                    <a:pt x="0" y="25714"/>
                    <a:pt x="0" y="25714"/>
                    <a:pt x="0" y="25714"/>
                  </a:cubicBezTo>
                  <a:cubicBezTo>
                    <a:pt x="613" y="26666"/>
                    <a:pt x="613" y="26666"/>
                    <a:pt x="613" y="26666"/>
                  </a:cubicBezTo>
                  <a:cubicBezTo>
                    <a:pt x="1227" y="29047"/>
                    <a:pt x="1227" y="29047"/>
                    <a:pt x="1227" y="29047"/>
                  </a:cubicBezTo>
                  <a:cubicBezTo>
                    <a:pt x="1227" y="30476"/>
                    <a:pt x="1227" y="30476"/>
                    <a:pt x="1227" y="30476"/>
                  </a:cubicBezTo>
                  <a:cubicBezTo>
                    <a:pt x="1227" y="32380"/>
                    <a:pt x="1227" y="32380"/>
                    <a:pt x="1227" y="32380"/>
                  </a:cubicBezTo>
                  <a:cubicBezTo>
                    <a:pt x="2148" y="33809"/>
                    <a:pt x="2148" y="33809"/>
                    <a:pt x="2148" y="33809"/>
                  </a:cubicBezTo>
                  <a:cubicBezTo>
                    <a:pt x="2148" y="35238"/>
                    <a:pt x="2148" y="35238"/>
                    <a:pt x="2148" y="35238"/>
                  </a:cubicBezTo>
                  <a:cubicBezTo>
                    <a:pt x="3375" y="38095"/>
                    <a:pt x="3375" y="38095"/>
                    <a:pt x="3375" y="38095"/>
                  </a:cubicBezTo>
                  <a:cubicBezTo>
                    <a:pt x="3682" y="40476"/>
                    <a:pt x="3682" y="40476"/>
                    <a:pt x="3682" y="40476"/>
                  </a:cubicBezTo>
                  <a:cubicBezTo>
                    <a:pt x="5217" y="44285"/>
                    <a:pt x="5217" y="44285"/>
                    <a:pt x="5217" y="44285"/>
                  </a:cubicBezTo>
                  <a:cubicBezTo>
                    <a:pt x="6751" y="46666"/>
                    <a:pt x="6751" y="46666"/>
                    <a:pt x="6751" y="46666"/>
                  </a:cubicBezTo>
                  <a:cubicBezTo>
                    <a:pt x="7672" y="49047"/>
                    <a:pt x="7672" y="49047"/>
                    <a:pt x="7672" y="49047"/>
                  </a:cubicBezTo>
                  <a:cubicBezTo>
                    <a:pt x="7979" y="52380"/>
                    <a:pt x="7979" y="52380"/>
                    <a:pt x="7979" y="52380"/>
                  </a:cubicBezTo>
                  <a:cubicBezTo>
                    <a:pt x="8593" y="55238"/>
                    <a:pt x="8593" y="55238"/>
                    <a:pt x="8593" y="55238"/>
                  </a:cubicBezTo>
                  <a:cubicBezTo>
                    <a:pt x="9514" y="57142"/>
                    <a:pt x="9514" y="57142"/>
                    <a:pt x="9514" y="57142"/>
                  </a:cubicBezTo>
                  <a:cubicBezTo>
                    <a:pt x="9514" y="57619"/>
                    <a:pt x="9514" y="57619"/>
                    <a:pt x="9514" y="57619"/>
                  </a:cubicBezTo>
                  <a:cubicBezTo>
                    <a:pt x="12276" y="58571"/>
                    <a:pt x="12276" y="58571"/>
                    <a:pt x="12276" y="58571"/>
                  </a:cubicBezTo>
                  <a:cubicBezTo>
                    <a:pt x="12276" y="60476"/>
                    <a:pt x="12276" y="60476"/>
                    <a:pt x="12276" y="60476"/>
                  </a:cubicBezTo>
                  <a:cubicBezTo>
                    <a:pt x="11355" y="63333"/>
                    <a:pt x="11355" y="63333"/>
                    <a:pt x="11355" y="63333"/>
                  </a:cubicBezTo>
                  <a:cubicBezTo>
                    <a:pt x="10434" y="66190"/>
                    <a:pt x="10434" y="66190"/>
                    <a:pt x="10434" y="66190"/>
                  </a:cubicBezTo>
                  <a:cubicBezTo>
                    <a:pt x="9514" y="69523"/>
                    <a:pt x="9514" y="69523"/>
                    <a:pt x="9514" y="69523"/>
                  </a:cubicBezTo>
                  <a:cubicBezTo>
                    <a:pt x="9207" y="72380"/>
                    <a:pt x="9207" y="72380"/>
                    <a:pt x="9207" y="72380"/>
                  </a:cubicBezTo>
                  <a:cubicBezTo>
                    <a:pt x="9820" y="75238"/>
                    <a:pt x="9820" y="75238"/>
                    <a:pt x="9820" y="75238"/>
                  </a:cubicBezTo>
                  <a:cubicBezTo>
                    <a:pt x="9514" y="76190"/>
                    <a:pt x="9514" y="76190"/>
                    <a:pt x="9514" y="76190"/>
                  </a:cubicBezTo>
                  <a:cubicBezTo>
                    <a:pt x="8593" y="76190"/>
                    <a:pt x="8593" y="76190"/>
                    <a:pt x="8593" y="76190"/>
                  </a:cubicBezTo>
                  <a:cubicBezTo>
                    <a:pt x="7672" y="78095"/>
                    <a:pt x="7672" y="78095"/>
                    <a:pt x="7672" y="78095"/>
                  </a:cubicBezTo>
                  <a:cubicBezTo>
                    <a:pt x="6751" y="81428"/>
                    <a:pt x="6751" y="81428"/>
                    <a:pt x="6751" y="81428"/>
                  </a:cubicBezTo>
                  <a:cubicBezTo>
                    <a:pt x="7365" y="82380"/>
                    <a:pt x="7365" y="82380"/>
                    <a:pt x="7365" y="82380"/>
                  </a:cubicBezTo>
                  <a:cubicBezTo>
                    <a:pt x="8593" y="83333"/>
                    <a:pt x="8593" y="83333"/>
                    <a:pt x="8593" y="83333"/>
                  </a:cubicBezTo>
                  <a:cubicBezTo>
                    <a:pt x="8593" y="84761"/>
                    <a:pt x="8593" y="84761"/>
                    <a:pt x="8593" y="84761"/>
                  </a:cubicBezTo>
                  <a:cubicBezTo>
                    <a:pt x="9207" y="84761"/>
                    <a:pt x="9207" y="84761"/>
                    <a:pt x="9207" y="84761"/>
                  </a:cubicBezTo>
                  <a:cubicBezTo>
                    <a:pt x="10127" y="83333"/>
                    <a:pt x="10127" y="83333"/>
                    <a:pt x="10127" y="83333"/>
                  </a:cubicBezTo>
                  <a:cubicBezTo>
                    <a:pt x="11048" y="82857"/>
                    <a:pt x="11048" y="82857"/>
                    <a:pt x="11048" y="82857"/>
                  </a:cubicBezTo>
                  <a:cubicBezTo>
                    <a:pt x="11662" y="82857"/>
                    <a:pt x="11662" y="82857"/>
                    <a:pt x="11662" y="82857"/>
                  </a:cubicBezTo>
                  <a:cubicBezTo>
                    <a:pt x="12890" y="81428"/>
                    <a:pt x="12890" y="81428"/>
                    <a:pt x="12890" y="81428"/>
                  </a:cubicBezTo>
                  <a:cubicBezTo>
                    <a:pt x="13503" y="81428"/>
                    <a:pt x="13503" y="81428"/>
                    <a:pt x="13503" y="81428"/>
                  </a:cubicBezTo>
                  <a:cubicBezTo>
                    <a:pt x="13810" y="83333"/>
                    <a:pt x="13810" y="83333"/>
                    <a:pt x="13810" y="83333"/>
                  </a:cubicBezTo>
                  <a:cubicBezTo>
                    <a:pt x="14424" y="85238"/>
                    <a:pt x="14424" y="85238"/>
                    <a:pt x="14424" y="85238"/>
                  </a:cubicBezTo>
                  <a:cubicBezTo>
                    <a:pt x="14731" y="89047"/>
                    <a:pt x="14731" y="89047"/>
                    <a:pt x="14731" y="89047"/>
                  </a:cubicBezTo>
                  <a:cubicBezTo>
                    <a:pt x="14731" y="91904"/>
                    <a:pt x="14731" y="91904"/>
                    <a:pt x="14731" y="91904"/>
                  </a:cubicBezTo>
                  <a:cubicBezTo>
                    <a:pt x="14731" y="93333"/>
                    <a:pt x="14731" y="93333"/>
                    <a:pt x="14731" y="93333"/>
                  </a:cubicBezTo>
                  <a:cubicBezTo>
                    <a:pt x="15959" y="95238"/>
                    <a:pt x="15959" y="95238"/>
                    <a:pt x="15959" y="95238"/>
                  </a:cubicBezTo>
                  <a:cubicBezTo>
                    <a:pt x="15959" y="97619"/>
                    <a:pt x="15959" y="97619"/>
                    <a:pt x="15959" y="97619"/>
                  </a:cubicBezTo>
                  <a:cubicBezTo>
                    <a:pt x="15959" y="100000"/>
                    <a:pt x="15959" y="100000"/>
                    <a:pt x="15959" y="100000"/>
                  </a:cubicBezTo>
                  <a:cubicBezTo>
                    <a:pt x="15959" y="100952"/>
                    <a:pt x="15959" y="100952"/>
                    <a:pt x="15959" y="100952"/>
                  </a:cubicBezTo>
                  <a:cubicBezTo>
                    <a:pt x="16572" y="102380"/>
                    <a:pt x="16572" y="102380"/>
                    <a:pt x="16572" y="102380"/>
                  </a:cubicBezTo>
                  <a:cubicBezTo>
                    <a:pt x="18107" y="103809"/>
                    <a:pt x="18107" y="103809"/>
                    <a:pt x="18107" y="103809"/>
                  </a:cubicBezTo>
                  <a:cubicBezTo>
                    <a:pt x="19335" y="103809"/>
                    <a:pt x="19335" y="103809"/>
                    <a:pt x="19335" y="103809"/>
                  </a:cubicBezTo>
                  <a:cubicBezTo>
                    <a:pt x="19335" y="106666"/>
                    <a:pt x="19335" y="106666"/>
                    <a:pt x="19335" y="106666"/>
                  </a:cubicBezTo>
                  <a:cubicBezTo>
                    <a:pt x="19948" y="109523"/>
                    <a:pt x="19948" y="109523"/>
                    <a:pt x="19948" y="109523"/>
                  </a:cubicBezTo>
                  <a:cubicBezTo>
                    <a:pt x="19948" y="111428"/>
                    <a:pt x="19948" y="111428"/>
                    <a:pt x="19948" y="111428"/>
                  </a:cubicBezTo>
                  <a:cubicBezTo>
                    <a:pt x="19948" y="112857"/>
                    <a:pt x="19948" y="112857"/>
                    <a:pt x="19948" y="112857"/>
                  </a:cubicBezTo>
                  <a:cubicBezTo>
                    <a:pt x="20562" y="114761"/>
                    <a:pt x="20562" y="114761"/>
                    <a:pt x="20562" y="114761"/>
                  </a:cubicBezTo>
                  <a:cubicBezTo>
                    <a:pt x="21790" y="114761"/>
                    <a:pt x="21790" y="114761"/>
                    <a:pt x="21790" y="114761"/>
                  </a:cubicBezTo>
                  <a:cubicBezTo>
                    <a:pt x="21790" y="113809"/>
                    <a:pt x="21790" y="113809"/>
                    <a:pt x="21790" y="113809"/>
                  </a:cubicBezTo>
                  <a:cubicBezTo>
                    <a:pt x="22097" y="112380"/>
                    <a:pt x="22097" y="112380"/>
                    <a:pt x="22097" y="112380"/>
                  </a:cubicBezTo>
                  <a:cubicBezTo>
                    <a:pt x="22710" y="112380"/>
                    <a:pt x="22710" y="112380"/>
                    <a:pt x="22710" y="112380"/>
                  </a:cubicBezTo>
                  <a:cubicBezTo>
                    <a:pt x="23631" y="112380"/>
                    <a:pt x="23631" y="112380"/>
                    <a:pt x="23631" y="112380"/>
                  </a:cubicBezTo>
                  <a:cubicBezTo>
                    <a:pt x="25166" y="113809"/>
                    <a:pt x="25166" y="113809"/>
                    <a:pt x="25166" y="113809"/>
                  </a:cubicBezTo>
                  <a:cubicBezTo>
                    <a:pt x="26700" y="114761"/>
                    <a:pt x="26700" y="114761"/>
                    <a:pt x="26700" y="114761"/>
                  </a:cubicBezTo>
                  <a:cubicBezTo>
                    <a:pt x="26700" y="113809"/>
                    <a:pt x="26700" y="113809"/>
                    <a:pt x="26700" y="113809"/>
                  </a:cubicBezTo>
                  <a:cubicBezTo>
                    <a:pt x="27007" y="112857"/>
                    <a:pt x="27007" y="112857"/>
                    <a:pt x="27007" y="112857"/>
                  </a:cubicBezTo>
                  <a:cubicBezTo>
                    <a:pt x="28235" y="112857"/>
                    <a:pt x="28235" y="112857"/>
                    <a:pt x="28235" y="112857"/>
                  </a:cubicBezTo>
                  <a:cubicBezTo>
                    <a:pt x="30690" y="113333"/>
                    <a:pt x="30690" y="113333"/>
                    <a:pt x="30690" y="113333"/>
                  </a:cubicBezTo>
                  <a:cubicBezTo>
                    <a:pt x="32225" y="114285"/>
                    <a:pt x="32225" y="114285"/>
                    <a:pt x="32225" y="114285"/>
                  </a:cubicBezTo>
                  <a:cubicBezTo>
                    <a:pt x="35294" y="114761"/>
                    <a:pt x="35294" y="114761"/>
                    <a:pt x="35294" y="114761"/>
                  </a:cubicBezTo>
                  <a:cubicBezTo>
                    <a:pt x="35601" y="113333"/>
                    <a:pt x="35601" y="113333"/>
                    <a:pt x="35601" y="113333"/>
                  </a:cubicBezTo>
                  <a:cubicBezTo>
                    <a:pt x="35907" y="110952"/>
                    <a:pt x="35907" y="110952"/>
                    <a:pt x="35907" y="110952"/>
                  </a:cubicBezTo>
                  <a:cubicBezTo>
                    <a:pt x="37135" y="110952"/>
                    <a:pt x="37135" y="110952"/>
                    <a:pt x="37135" y="110952"/>
                  </a:cubicBezTo>
                  <a:cubicBezTo>
                    <a:pt x="38056" y="112380"/>
                    <a:pt x="38056" y="112380"/>
                    <a:pt x="38056" y="112380"/>
                  </a:cubicBezTo>
                  <a:cubicBezTo>
                    <a:pt x="38670" y="113809"/>
                    <a:pt x="38670" y="113809"/>
                    <a:pt x="38670" y="113809"/>
                  </a:cubicBezTo>
                  <a:cubicBezTo>
                    <a:pt x="38976" y="115714"/>
                    <a:pt x="38976" y="115714"/>
                    <a:pt x="38976" y="115714"/>
                  </a:cubicBezTo>
                  <a:cubicBezTo>
                    <a:pt x="38976" y="116190"/>
                    <a:pt x="38976" y="116190"/>
                    <a:pt x="38976" y="116190"/>
                  </a:cubicBezTo>
                  <a:cubicBezTo>
                    <a:pt x="39590" y="117142"/>
                    <a:pt x="39590" y="117142"/>
                    <a:pt x="39590" y="117142"/>
                  </a:cubicBezTo>
                  <a:cubicBezTo>
                    <a:pt x="40204" y="118095"/>
                    <a:pt x="40204" y="118095"/>
                    <a:pt x="40204" y="118095"/>
                  </a:cubicBezTo>
                  <a:cubicBezTo>
                    <a:pt x="41739" y="105238"/>
                    <a:pt x="41739" y="105238"/>
                    <a:pt x="41739" y="105238"/>
                  </a:cubicBezTo>
                  <a:cubicBezTo>
                    <a:pt x="114168" y="120000"/>
                    <a:pt x="114168" y="120000"/>
                    <a:pt x="114168" y="120000"/>
                  </a:cubicBezTo>
                  <a:cubicBezTo>
                    <a:pt x="114475" y="120000"/>
                    <a:pt x="114475" y="120000"/>
                    <a:pt x="114475" y="120000"/>
                  </a:cubicBezTo>
                  <a:cubicBezTo>
                    <a:pt x="115703" y="98571"/>
                    <a:pt x="115703" y="98571"/>
                    <a:pt x="115703" y="98571"/>
                  </a:cubicBezTo>
                  <a:lnTo>
                    <a:pt x="120000" y="285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8" name="Shape 10738"/>
            <p:cNvSpPr/>
            <p:nvPr/>
          </p:nvSpPr>
          <p:spPr>
            <a:xfrm>
              <a:off x="7897046" y="1787054"/>
              <a:ext cx="197314" cy="31536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3846" y="120000"/>
                  </a:moveTo>
                  <a:lnTo>
                    <a:pt x="33846" y="118716"/>
                  </a:lnTo>
                  <a:lnTo>
                    <a:pt x="34871" y="116791"/>
                  </a:lnTo>
                  <a:lnTo>
                    <a:pt x="34871" y="116149"/>
                  </a:lnTo>
                  <a:lnTo>
                    <a:pt x="34871" y="114224"/>
                  </a:lnTo>
                  <a:lnTo>
                    <a:pt x="34871" y="112941"/>
                  </a:lnTo>
                  <a:lnTo>
                    <a:pt x="35897" y="111657"/>
                  </a:lnTo>
                  <a:lnTo>
                    <a:pt x="37948" y="111657"/>
                  </a:lnTo>
                  <a:lnTo>
                    <a:pt x="37948" y="109732"/>
                  </a:lnTo>
                  <a:lnTo>
                    <a:pt x="38974" y="108449"/>
                  </a:lnTo>
                  <a:lnTo>
                    <a:pt x="38974" y="106524"/>
                  </a:lnTo>
                  <a:lnTo>
                    <a:pt x="41025" y="106524"/>
                  </a:lnTo>
                  <a:lnTo>
                    <a:pt x="42051" y="106524"/>
                  </a:lnTo>
                  <a:lnTo>
                    <a:pt x="45128" y="106524"/>
                  </a:lnTo>
                  <a:lnTo>
                    <a:pt x="45128" y="103315"/>
                  </a:lnTo>
                  <a:lnTo>
                    <a:pt x="42051" y="103315"/>
                  </a:lnTo>
                  <a:lnTo>
                    <a:pt x="41025" y="103315"/>
                  </a:lnTo>
                  <a:lnTo>
                    <a:pt x="41025" y="102032"/>
                  </a:lnTo>
                  <a:lnTo>
                    <a:pt x="41025" y="101390"/>
                  </a:lnTo>
                  <a:lnTo>
                    <a:pt x="43076" y="100106"/>
                  </a:lnTo>
                  <a:lnTo>
                    <a:pt x="43076" y="99465"/>
                  </a:lnTo>
                  <a:lnTo>
                    <a:pt x="45128" y="98181"/>
                  </a:lnTo>
                  <a:lnTo>
                    <a:pt x="46153" y="98823"/>
                  </a:lnTo>
                  <a:lnTo>
                    <a:pt x="46153" y="99465"/>
                  </a:lnTo>
                  <a:lnTo>
                    <a:pt x="48205" y="98823"/>
                  </a:lnTo>
                  <a:lnTo>
                    <a:pt x="49230" y="98181"/>
                  </a:lnTo>
                  <a:lnTo>
                    <a:pt x="49230" y="96256"/>
                  </a:lnTo>
                  <a:lnTo>
                    <a:pt x="51282" y="97540"/>
                  </a:lnTo>
                  <a:lnTo>
                    <a:pt x="52307" y="98181"/>
                  </a:lnTo>
                  <a:lnTo>
                    <a:pt x="53333" y="98181"/>
                  </a:lnTo>
                  <a:lnTo>
                    <a:pt x="53333" y="96256"/>
                  </a:lnTo>
                  <a:lnTo>
                    <a:pt x="53333" y="95614"/>
                  </a:lnTo>
                  <a:lnTo>
                    <a:pt x="52307" y="95614"/>
                  </a:lnTo>
                  <a:lnTo>
                    <a:pt x="51282" y="94331"/>
                  </a:lnTo>
                  <a:lnTo>
                    <a:pt x="55384" y="94331"/>
                  </a:lnTo>
                  <a:lnTo>
                    <a:pt x="57435" y="94973"/>
                  </a:lnTo>
                  <a:lnTo>
                    <a:pt x="60512" y="94331"/>
                  </a:lnTo>
                  <a:lnTo>
                    <a:pt x="61538" y="92406"/>
                  </a:lnTo>
                  <a:lnTo>
                    <a:pt x="60512" y="89197"/>
                  </a:lnTo>
                  <a:lnTo>
                    <a:pt x="62564" y="89197"/>
                  </a:lnTo>
                  <a:lnTo>
                    <a:pt x="65641" y="91122"/>
                  </a:lnTo>
                  <a:lnTo>
                    <a:pt x="68717" y="90481"/>
                  </a:lnTo>
                  <a:lnTo>
                    <a:pt x="69743" y="89197"/>
                  </a:lnTo>
                  <a:lnTo>
                    <a:pt x="70769" y="86631"/>
                  </a:lnTo>
                  <a:lnTo>
                    <a:pt x="69743" y="84705"/>
                  </a:lnTo>
                  <a:lnTo>
                    <a:pt x="70769" y="82139"/>
                  </a:lnTo>
                  <a:lnTo>
                    <a:pt x="70769" y="80855"/>
                  </a:lnTo>
                  <a:lnTo>
                    <a:pt x="69743" y="78930"/>
                  </a:lnTo>
                  <a:lnTo>
                    <a:pt x="69743" y="77647"/>
                  </a:lnTo>
                  <a:lnTo>
                    <a:pt x="70769" y="75721"/>
                  </a:lnTo>
                  <a:lnTo>
                    <a:pt x="70769" y="74438"/>
                  </a:lnTo>
                  <a:lnTo>
                    <a:pt x="74871" y="77005"/>
                  </a:lnTo>
                  <a:lnTo>
                    <a:pt x="75897" y="78288"/>
                  </a:lnTo>
                  <a:lnTo>
                    <a:pt x="81025" y="78288"/>
                  </a:lnTo>
                  <a:lnTo>
                    <a:pt x="81025" y="77005"/>
                  </a:lnTo>
                  <a:lnTo>
                    <a:pt x="81025" y="74438"/>
                  </a:lnTo>
                  <a:lnTo>
                    <a:pt x="83076" y="73796"/>
                  </a:lnTo>
                  <a:lnTo>
                    <a:pt x="86153" y="74438"/>
                  </a:lnTo>
                  <a:lnTo>
                    <a:pt x="86153" y="75721"/>
                  </a:lnTo>
                  <a:lnTo>
                    <a:pt x="86153" y="78288"/>
                  </a:lnTo>
                  <a:lnTo>
                    <a:pt x="89230" y="77647"/>
                  </a:lnTo>
                  <a:lnTo>
                    <a:pt x="92307" y="75721"/>
                  </a:lnTo>
                  <a:lnTo>
                    <a:pt x="90256" y="74438"/>
                  </a:lnTo>
                  <a:lnTo>
                    <a:pt x="88205" y="73155"/>
                  </a:lnTo>
                  <a:lnTo>
                    <a:pt x="88205" y="71871"/>
                  </a:lnTo>
                  <a:lnTo>
                    <a:pt x="89230" y="71229"/>
                  </a:lnTo>
                  <a:lnTo>
                    <a:pt x="92307" y="73155"/>
                  </a:lnTo>
                  <a:lnTo>
                    <a:pt x="95384" y="74438"/>
                  </a:lnTo>
                  <a:lnTo>
                    <a:pt x="97435" y="73796"/>
                  </a:lnTo>
                  <a:lnTo>
                    <a:pt x="96410" y="71229"/>
                  </a:lnTo>
                  <a:lnTo>
                    <a:pt x="97435" y="71229"/>
                  </a:lnTo>
                  <a:lnTo>
                    <a:pt x="99487" y="71229"/>
                  </a:lnTo>
                  <a:lnTo>
                    <a:pt x="99487" y="67379"/>
                  </a:lnTo>
                  <a:lnTo>
                    <a:pt x="103589" y="67379"/>
                  </a:lnTo>
                  <a:lnTo>
                    <a:pt x="105641" y="67379"/>
                  </a:lnTo>
                  <a:lnTo>
                    <a:pt x="106666" y="66737"/>
                  </a:lnTo>
                  <a:lnTo>
                    <a:pt x="106666" y="64812"/>
                  </a:lnTo>
                  <a:lnTo>
                    <a:pt x="108717" y="64812"/>
                  </a:lnTo>
                  <a:lnTo>
                    <a:pt x="109743" y="64171"/>
                  </a:lnTo>
                  <a:lnTo>
                    <a:pt x="112820" y="62245"/>
                  </a:lnTo>
                  <a:lnTo>
                    <a:pt x="116923" y="62245"/>
                  </a:lnTo>
                  <a:lnTo>
                    <a:pt x="118974" y="60962"/>
                  </a:lnTo>
                  <a:lnTo>
                    <a:pt x="120000" y="57112"/>
                  </a:lnTo>
                  <a:lnTo>
                    <a:pt x="118974" y="56470"/>
                  </a:lnTo>
                  <a:lnTo>
                    <a:pt x="117948" y="56470"/>
                  </a:lnTo>
                  <a:lnTo>
                    <a:pt x="115897" y="56470"/>
                  </a:lnTo>
                  <a:lnTo>
                    <a:pt x="114871" y="55187"/>
                  </a:lnTo>
                  <a:lnTo>
                    <a:pt x="116923" y="53903"/>
                  </a:lnTo>
                  <a:lnTo>
                    <a:pt x="116923" y="53262"/>
                  </a:lnTo>
                  <a:lnTo>
                    <a:pt x="114871" y="52620"/>
                  </a:lnTo>
                  <a:lnTo>
                    <a:pt x="112820" y="49411"/>
                  </a:lnTo>
                  <a:lnTo>
                    <a:pt x="108717" y="49411"/>
                  </a:lnTo>
                  <a:lnTo>
                    <a:pt x="106666" y="49411"/>
                  </a:lnTo>
                  <a:lnTo>
                    <a:pt x="104615" y="46844"/>
                  </a:lnTo>
                  <a:lnTo>
                    <a:pt x="103589" y="43636"/>
                  </a:lnTo>
                  <a:lnTo>
                    <a:pt x="103589" y="41069"/>
                  </a:lnTo>
                  <a:lnTo>
                    <a:pt x="102564" y="39144"/>
                  </a:lnTo>
                  <a:lnTo>
                    <a:pt x="99487" y="39786"/>
                  </a:lnTo>
                  <a:lnTo>
                    <a:pt x="97435" y="40427"/>
                  </a:lnTo>
                  <a:lnTo>
                    <a:pt x="93333" y="40427"/>
                  </a:lnTo>
                  <a:lnTo>
                    <a:pt x="89230" y="39144"/>
                  </a:lnTo>
                  <a:lnTo>
                    <a:pt x="86153" y="35935"/>
                  </a:lnTo>
                  <a:lnTo>
                    <a:pt x="85128" y="31443"/>
                  </a:lnTo>
                  <a:lnTo>
                    <a:pt x="81025" y="25668"/>
                  </a:lnTo>
                  <a:lnTo>
                    <a:pt x="78974" y="19893"/>
                  </a:lnTo>
                  <a:lnTo>
                    <a:pt x="76923" y="16684"/>
                  </a:lnTo>
                  <a:lnTo>
                    <a:pt x="74871" y="11550"/>
                  </a:lnTo>
                  <a:lnTo>
                    <a:pt x="72820" y="7058"/>
                  </a:lnTo>
                  <a:lnTo>
                    <a:pt x="70769" y="5133"/>
                  </a:lnTo>
                  <a:lnTo>
                    <a:pt x="57435" y="0"/>
                  </a:lnTo>
                  <a:lnTo>
                    <a:pt x="54358" y="1925"/>
                  </a:lnTo>
                  <a:lnTo>
                    <a:pt x="51282" y="4491"/>
                  </a:lnTo>
                  <a:lnTo>
                    <a:pt x="46153" y="7058"/>
                  </a:lnTo>
                  <a:lnTo>
                    <a:pt x="43076" y="7058"/>
                  </a:lnTo>
                  <a:lnTo>
                    <a:pt x="40000" y="5775"/>
                  </a:lnTo>
                  <a:lnTo>
                    <a:pt x="34871" y="3850"/>
                  </a:lnTo>
                  <a:lnTo>
                    <a:pt x="30769" y="3208"/>
                  </a:lnTo>
                  <a:lnTo>
                    <a:pt x="29743" y="3208"/>
                  </a:lnTo>
                  <a:lnTo>
                    <a:pt x="27692" y="4491"/>
                  </a:lnTo>
                  <a:lnTo>
                    <a:pt x="22564" y="14117"/>
                  </a:lnTo>
                  <a:lnTo>
                    <a:pt x="20512" y="21176"/>
                  </a:lnTo>
                  <a:lnTo>
                    <a:pt x="15384" y="28877"/>
                  </a:lnTo>
                  <a:lnTo>
                    <a:pt x="13333" y="34652"/>
                  </a:lnTo>
                  <a:lnTo>
                    <a:pt x="12307" y="41069"/>
                  </a:lnTo>
                  <a:lnTo>
                    <a:pt x="13333" y="44278"/>
                  </a:lnTo>
                  <a:lnTo>
                    <a:pt x="15384" y="45561"/>
                  </a:lnTo>
                  <a:lnTo>
                    <a:pt x="14358" y="46844"/>
                  </a:lnTo>
                  <a:lnTo>
                    <a:pt x="12307" y="48770"/>
                  </a:lnTo>
                  <a:lnTo>
                    <a:pt x="12307" y="52620"/>
                  </a:lnTo>
                  <a:lnTo>
                    <a:pt x="10256" y="55828"/>
                  </a:lnTo>
                  <a:lnTo>
                    <a:pt x="10256" y="60320"/>
                  </a:lnTo>
                  <a:lnTo>
                    <a:pt x="7179" y="60962"/>
                  </a:lnTo>
                  <a:lnTo>
                    <a:pt x="7179" y="64171"/>
                  </a:lnTo>
                  <a:lnTo>
                    <a:pt x="1025" y="64171"/>
                  </a:lnTo>
                  <a:lnTo>
                    <a:pt x="0" y="66096"/>
                  </a:lnTo>
                  <a:lnTo>
                    <a:pt x="23589" y="114224"/>
                  </a:lnTo>
                  <a:lnTo>
                    <a:pt x="33846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39" name="Shape 10739"/>
            <p:cNvSpPr/>
            <p:nvPr/>
          </p:nvSpPr>
          <p:spPr>
            <a:xfrm>
              <a:off x="7517598" y="2002920"/>
              <a:ext cx="408119" cy="3001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98426"/>
                  </a:moveTo>
                  <a:lnTo>
                    <a:pt x="4958" y="91685"/>
                  </a:lnTo>
                  <a:lnTo>
                    <a:pt x="5950" y="89662"/>
                  </a:lnTo>
                  <a:lnTo>
                    <a:pt x="7933" y="86966"/>
                  </a:lnTo>
                  <a:lnTo>
                    <a:pt x="8925" y="85617"/>
                  </a:lnTo>
                  <a:lnTo>
                    <a:pt x="10909" y="83595"/>
                  </a:lnTo>
                  <a:lnTo>
                    <a:pt x="10909" y="81573"/>
                  </a:lnTo>
                  <a:lnTo>
                    <a:pt x="10909" y="80224"/>
                  </a:lnTo>
                  <a:lnTo>
                    <a:pt x="8429" y="73483"/>
                  </a:lnTo>
                  <a:lnTo>
                    <a:pt x="6942" y="68764"/>
                  </a:lnTo>
                  <a:lnTo>
                    <a:pt x="8925" y="66741"/>
                  </a:lnTo>
                  <a:lnTo>
                    <a:pt x="15371" y="64719"/>
                  </a:lnTo>
                  <a:lnTo>
                    <a:pt x="18842" y="64719"/>
                  </a:lnTo>
                  <a:lnTo>
                    <a:pt x="23305" y="64719"/>
                  </a:lnTo>
                  <a:lnTo>
                    <a:pt x="26280" y="64719"/>
                  </a:lnTo>
                  <a:lnTo>
                    <a:pt x="27768" y="64719"/>
                  </a:lnTo>
                  <a:lnTo>
                    <a:pt x="31239" y="62696"/>
                  </a:lnTo>
                  <a:lnTo>
                    <a:pt x="33223" y="62696"/>
                  </a:lnTo>
                  <a:lnTo>
                    <a:pt x="38181" y="60674"/>
                  </a:lnTo>
                  <a:lnTo>
                    <a:pt x="41157" y="55955"/>
                  </a:lnTo>
                  <a:lnTo>
                    <a:pt x="44132" y="53932"/>
                  </a:lnTo>
                  <a:lnTo>
                    <a:pt x="46115" y="51910"/>
                  </a:lnTo>
                  <a:lnTo>
                    <a:pt x="46115" y="50561"/>
                  </a:lnTo>
                  <a:lnTo>
                    <a:pt x="46115" y="47865"/>
                  </a:lnTo>
                  <a:lnTo>
                    <a:pt x="44132" y="44494"/>
                  </a:lnTo>
                  <a:lnTo>
                    <a:pt x="46115" y="42471"/>
                  </a:lnTo>
                  <a:lnTo>
                    <a:pt x="46611" y="39775"/>
                  </a:lnTo>
                  <a:lnTo>
                    <a:pt x="44132" y="41123"/>
                  </a:lnTo>
                  <a:lnTo>
                    <a:pt x="43140" y="39775"/>
                  </a:lnTo>
                  <a:lnTo>
                    <a:pt x="42148" y="37078"/>
                  </a:lnTo>
                  <a:lnTo>
                    <a:pt x="44628" y="34382"/>
                  </a:lnTo>
                  <a:lnTo>
                    <a:pt x="48595" y="29662"/>
                  </a:lnTo>
                  <a:lnTo>
                    <a:pt x="50082" y="25617"/>
                  </a:lnTo>
                  <a:lnTo>
                    <a:pt x="50578" y="22247"/>
                  </a:lnTo>
                  <a:lnTo>
                    <a:pt x="54545" y="15505"/>
                  </a:lnTo>
                  <a:lnTo>
                    <a:pt x="57520" y="10112"/>
                  </a:lnTo>
                  <a:lnTo>
                    <a:pt x="60991" y="6741"/>
                  </a:lnTo>
                  <a:lnTo>
                    <a:pt x="64462" y="5393"/>
                  </a:lnTo>
                  <a:lnTo>
                    <a:pt x="69917" y="3370"/>
                  </a:lnTo>
                  <a:lnTo>
                    <a:pt x="72892" y="1348"/>
                  </a:lnTo>
                  <a:lnTo>
                    <a:pt x="80826" y="0"/>
                  </a:lnTo>
                  <a:lnTo>
                    <a:pt x="80826" y="3370"/>
                  </a:lnTo>
                  <a:lnTo>
                    <a:pt x="80826" y="7415"/>
                  </a:lnTo>
                  <a:lnTo>
                    <a:pt x="81818" y="10786"/>
                  </a:lnTo>
                  <a:lnTo>
                    <a:pt x="83305" y="15505"/>
                  </a:lnTo>
                  <a:lnTo>
                    <a:pt x="84793" y="16179"/>
                  </a:lnTo>
                  <a:lnTo>
                    <a:pt x="86280" y="21573"/>
                  </a:lnTo>
                  <a:lnTo>
                    <a:pt x="84793" y="22921"/>
                  </a:lnTo>
                  <a:lnTo>
                    <a:pt x="84297" y="27640"/>
                  </a:lnTo>
                  <a:lnTo>
                    <a:pt x="86280" y="32359"/>
                  </a:lnTo>
                  <a:lnTo>
                    <a:pt x="87768" y="37752"/>
                  </a:lnTo>
                  <a:lnTo>
                    <a:pt x="89752" y="39775"/>
                  </a:lnTo>
                  <a:lnTo>
                    <a:pt x="90247" y="47191"/>
                  </a:lnTo>
                  <a:lnTo>
                    <a:pt x="91239" y="53258"/>
                  </a:lnTo>
                  <a:lnTo>
                    <a:pt x="93223" y="59325"/>
                  </a:lnTo>
                  <a:lnTo>
                    <a:pt x="93223" y="60000"/>
                  </a:lnTo>
                  <a:lnTo>
                    <a:pt x="93223" y="68764"/>
                  </a:lnTo>
                  <a:lnTo>
                    <a:pt x="93223" y="80898"/>
                  </a:lnTo>
                  <a:lnTo>
                    <a:pt x="95206" y="93707"/>
                  </a:lnTo>
                  <a:lnTo>
                    <a:pt x="95206" y="98426"/>
                  </a:lnTo>
                  <a:lnTo>
                    <a:pt x="97190" y="102471"/>
                  </a:lnTo>
                  <a:lnTo>
                    <a:pt x="95206" y="106516"/>
                  </a:lnTo>
                  <a:lnTo>
                    <a:pt x="95702" y="108539"/>
                  </a:lnTo>
                  <a:lnTo>
                    <a:pt x="92231" y="115280"/>
                  </a:lnTo>
                  <a:lnTo>
                    <a:pt x="95702" y="113258"/>
                  </a:lnTo>
                  <a:lnTo>
                    <a:pt x="98181" y="111910"/>
                  </a:lnTo>
                  <a:lnTo>
                    <a:pt x="101157" y="109213"/>
                  </a:lnTo>
                  <a:lnTo>
                    <a:pt x="102148" y="107865"/>
                  </a:lnTo>
                  <a:lnTo>
                    <a:pt x="105123" y="107191"/>
                  </a:lnTo>
                  <a:lnTo>
                    <a:pt x="107603" y="106516"/>
                  </a:lnTo>
                  <a:lnTo>
                    <a:pt x="108595" y="105168"/>
                  </a:lnTo>
                  <a:lnTo>
                    <a:pt x="111570" y="103146"/>
                  </a:lnTo>
                  <a:lnTo>
                    <a:pt x="114049" y="99101"/>
                  </a:lnTo>
                  <a:lnTo>
                    <a:pt x="111570" y="105842"/>
                  </a:lnTo>
                  <a:lnTo>
                    <a:pt x="114049" y="104494"/>
                  </a:lnTo>
                  <a:lnTo>
                    <a:pt x="115537" y="101797"/>
                  </a:lnTo>
                  <a:lnTo>
                    <a:pt x="117024" y="101123"/>
                  </a:lnTo>
                  <a:lnTo>
                    <a:pt x="119008" y="100449"/>
                  </a:lnTo>
                  <a:lnTo>
                    <a:pt x="120000" y="100449"/>
                  </a:lnTo>
                  <a:lnTo>
                    <a:pt x="115537" y="105842"/>
                  </a:lnTo>
                  <a:lnTo>
                    <a:pt x="111570" y="109887"/>
                  </a:lnTo>
                  <a:lnTo>
                    <a:pt x="108595" y="111910"/>
                  </a:lnTo>
                  <a:lnTo>
                    <a:pt x="106115" y="115280"/>
                  </a:lnTo>
                  <a:lnTo>
                    <a:pt x="102148" y="116629"/>
                  </a:lnTo>
                  <a:lnTo>
                    <a:pt x="97685" y="118651"/>
                  </a:lnTo>
                  <a:lnTo>
                    <a:pt x="93719" y="120000"/>
                  </a:lnTo>
                  <a:lnTo>
                    <a:pt x="91239" y="117977"/>
                  </a:lnTo>
                  <a:lnTo>
                    <a:pt x="90247" y="115280"/>
                  </a:lnTo>
                  <a:lnTo>
                    <a:pt x="90247" y="112584"/>
                  </a:lnTo>
                  <a:lnTo>
                    <a:pt x="89256" y="111235"/>
                  </a:lnTo>
                  <a:lnTo>
                    <a:pt x="82809" y="108539"/>
                  </a:lnTo>
                  <a:lnTo>
                    <a:pt x="76859" y="106516"/>
                  </a:lnTo>
                  <a:lnTo>
                    <a:pt x="77851" y="103146"/>
                  </a:lnTo>
                  <a:lnTo>
                    <a:pt x="76363" y="101797"/>
                  </a:lnTo>
                  <a:lnTo>
                    <a:pt x="74876" y="101797"/>
                  </a:lnTo>
                  <a:lnTo>
                    <a:pt x="73388" y="101123"/>
                  </a:lnTo>
                  <a:lnTo>
                    <a:pt x="71404" y="96404"/>
                  </a:lnTo>
                  <a:lnTo>
                    <a:pt x="69421" y="93033"/>
                  </a:lnTo>
                  <a:lnTo>
                    <a:pt x="65454" y="89662"/>
                  </a:lnTo>
                  <a:lnTo>
                    <a:pt x="991" y="105168"/>
                  </a:lnTo>
                  <a:lnTo>
                    <a:pt x="0" y="9842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0" name="Shape 10740"/>
            <p:cNvSpPr/>
            <p:nvPr/>
          </p:nvSpPr>
          <p:spPr>
            <a:xfrm>
              <a:off x="7792488" y="1982681"/>
              <a:ext cx="94441" cy="1703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7326"/>
                  </a:moveTo>
                  <a:lnTo>
                    <a:pt x="4285" y="33267"/>
                  </a:lnTo>
                  <a:lnTo>
                    <a:pt x="10714" y="41584"/>
                  </a:lnTo>
                  <a:lnTo>
                    <a:pt x="17142" y="42772"/>
                  </a:lnTo>
                  <a:lnTo>
                    <a:pt x="23571" y="52277"/>
                  </a:lnTo>
                  <a:lnTo>
                    <a:pt x="17142" y="54653"/>
                  </a:lnTo>
                  <a:lnTo>
                    <a:pt x="14999" y="62970"/>
                  </a:lnTo>
                  <a:lnTo>
                    <a:pt x="23571" y="71287"/>
                  </a:lnTo>
                  <a:lnTo>
                    <a:pt x="29999" y="80792"/>
                  </a:lnTo>
                  <a:lnTo>
                    <a:pt x="38571" y="84356"/>
                  </a:lnTo>
                  <a:lnTo>
                    <a:pt x="40714" y="97425"/>
                  </a:lnTo>
                  <a:lnTo>
                    <a:pt x="44999" y="108118"/>
                  </a:lnTo>
                  <a:lnTo>
                    <a:pt x="53571" y="118811"/>
                  </a:lnTo>
                  <a:lnTo>
                    <a:pt x="53571" y="120000"/>
                  </a:lnTo>
                  <a:lnTo>
                    <a:pt x="100714" y="116435"/>
                  </a:lnTo>
                  <a:lnTo>
                    <a:pt x="96428" y="108118"/>
                  </a:lnTo>
                  <a:lnTo>
                    <a:pt x="98571" y="97425"/>
                  </a:lnTo>
                  <a:lnTo>
                    <a:pt x="96428" y="84356"/>
                  </a:lnTo>
                  <a:lnTo>
                    <a:pt x="94285" y="71287"/>
                  </a:lnTo>
                  <a:lnTo>
                    <a:pt x="100714" y="53465"/>
                  </a:lnTo>
                  <a:lnTo>
                    <a:pt x="100714" y="38019"/>
                  </a:lnTo>
                  <a:lnTo>
                    <a:pt x="119999" y="29702"/>
                  </a:lnTo>
                  <a:lnTo>
                    <a:pt x="119999" y="24950"/>
                  </a:lnTo>
                  <a:lnTo>
                    <a:pt x="113571" y="20198"/>
                  </a:lnTo>
                  <a:lnTo>
                    <a:pt x="113571" y="14257"/>
                  </a:lnTo>
                  <a:lnTo>
                    <a:pt x="113571" y="4752"/>
                  </a:lnTo>
                  <a:lnTo>
                    <a:pt x="107142" y="0"/>
                  </a:lnTo>
                  <a:lnTo>
                    <a:pt x="92142" y="2376"/>
                  </a:lnTo>
                  <a:lnTo>
                    <a:pt x="77142" y="4752"/>
                  </a:lnTo>
                  <a:lnTo>
                    <a:pt x="47142" y="7128"/>
                  </a:lnTo>
                  <a:lnTo>
                    <a:pt x="32142" y="9504"/>
                  </a:lnTo>
                  <a:lnTo>
                    <a:pt x="10714" y="14257"/>
                  </a:lnTo>
                  <a:lnTo>
                    <a:pt x="0" y="14257"/>
                  </a:lnTo>
                  <a:lnTo>
                    <a:pt x="0" y="20198"/>
                  </a:lnTo>
                  <a:lnTo>
                    <a:pt x="0" y="2732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1" name="Shape 10741"/>
            <p:cNvSpPr/>
            <p:nvPr/>
          </p:nvSpPr>
          <p:spPr>
            <a:xfrm>
              <a:off x="7866691" y="1960757"/>
              <a:ext cx="84322" cy="18719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200" y="0"/>
                  </a:moveTo>
                  <a:lnTo>
                    <a:pt x="33600" y="1081"/>
                  </a:lnTo>
                  <a:lnTo>
                    <a:pt x="21600" y="1081"/>
                  </a:lnTo>
                  <a:lnTo>
                    <a:pt x="21600" y="6486"/>
                  </a:lnTo>
                  <a:lnTo>
                    <a:pt x="19200" y="9729"/>
                  </a:lnTo>
                  <a:lnTo>
                    <a:pt x="14400" y="14054"/>
                  </a:lnTo>
                  <a:lnTo>
                    <a:pt x="21600" y="18378"/>
                  </a:lnTo>
                  <a:lnTo>
                    <a:pt x="21600" y="27027"/>
                  </a:lnTo>
                  <a:lnTo>
                    <a:pt x="21600" y="32432"/>
                  </a:lnTo>
                  <a:lnTo>
                    <a:pt x="28800" y="36756"/>
                  </a:lnTo>
                  <a:lnTo>
                    <a:pt x="28800" y="41081"/>
                  </a:lnTo>
                  <a:lnTo>
                    <a:pt x="7200" y="48648"/>
                  </a:lnTo>
                  <a:lnTo>
                    <a:pt x="7200" y="62702"/>
                  </a:lnTo>
                  <a:lnTo>
                    <a:pt x="0" y="78918"/>
                  </a:lnTo>
                  <a:lnTo>
                    <a:pt x="2400" y="90810"/>
                  </a:lnTo>
                  <a:lnTo>
                    <a:pt x="4800" y="102702"/>
                  </a:lnTo>
                  <a:lnTo>
                    <a:pt x="2400" y="112432"/>
                  </a:lnTo>
                  <a:lnTo>
                    <a:pt x="7200" y="120000"/>
                  </a:lnTo>
                  <a:lnTo>
                    <a:pt x="96000" y="110270"/>
                  </a:lnTo>
                  <a:lnTo>
                    <a:pt x="98400" y="104864"/>
                  </a:lnTo>
                  <a:lnTo>
                    <a:pt x="117600" y="101621"/>
                  </a:lnTo>
                  <a:lnTo>
                    <a:pt x="115200" y="98378"/>
                  </a:lnTo>
                  <a:lnTo>
                    <a:pt x="120000" y="89729"/>
                  </a:lnTo>
                  <a:lnTo>
                    <a:pt x="120000" y="89729"/>
                  </a:lnTo>
                  <a:lnTo>
                    <a:pt x="98400" y="81081"/>
                  </a:lnTo>
                  <a:lnTo>
                    <a:pt x="432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2" name="Shape 10742"/>
            <p:cNvSpPr/>
            <p:nvPr/>
          </p:nvSpPr>
          <p:spPr>
            <a:xfrm>
              <a:off x="7834650" y="2188428"/>
              <a:ext cx="94441" cy="8600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71" y="68235"/>
                  </a:moveTo>
                  <a:lnTo>
                    <a:pt x="8571" y="84705"/>
                  </a:lnTo>
                  <a:lnTo>
                    <a:pt x="17142" y="98823"/>
                  </a:lnTo>
                  <a:lnTo>
                    <a:pt x="8571" y="112941"/>
                  </a:lnTo>
                  <a:lnTo>
                    <a:pt x="10714" y="120000"/>
                  </a:lnTo>
                  <a:lnTo>
                    <a:pt x="19285" y="117647"/>
                  </a:lnTo>
                  <a:lnTo>
                    <a:pt x="27857" y="105882"/>
                  </a:lnTo>
                  <a:lnTo>
                    <a:pt x="32142" y="103529"/>
                  </a:lnTo>
                  <a:lnTo>
                    <a:pt x="42857" y="91764"/>
                  </a:lnTo>
                  <a:lnTo>
                    <a:pt x="53571" y="84705"/>
                  </a:lnTo>
                  <a:lnTo>
                    <a:pt x="70714" y="84705"/>
                  </a:lnTo>
                  <a:lnTo>
                    <a:pt x="79285" y="80000"/>
                  </a:lnTo>
                  <a:lnTo>
                    <a:pt x="83571" y="75294"/>
                  </a:lnTo>
                  <a:lnTo>
                    <a:pt x="94285" y="70588"/>
                  </a:lnTo>
                  <a:lnTo>
                    <a:pt x="104999" y="65882"/>
                  </a:lnTo>
                  <a:lnTo>
                    <a:pt x="117857" y="65882"/>
                  </a:lnTo>
                  <a:lnTo>
                    <a:pt x="119999" y="61176"/>
                  </a:lnTo>
                  <a:lnTo>
                    <a:pt x="107142" y="0"/>
                  </a:lnTo>
                  <a:lnTo>
                    <a:pt x="51428" y="11764"/>
                  </a:lnTo>
                  <a:lnTo>
                    <a:pt x="0" y="21176"/>
                  </a:lnTo>
                  <a:lnTo>
                    <a:pt x="0" y="23529"/>
                  </a:lnTo>
                  <a:lnTo>
                    <a:pt x="8571" y="6823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3" name="Shape 10743"/>
            <p:cNvSpPr/>
            <p:nvPr/>
          </p:nvSpPr>
          <p:spPr>
            <a:xfrm>
              <a:off x="7918972" y="2179995"/>
              <a:ext cx="40475" cy="5228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000" y="58064"/>
                  </a:moveTo>
                  <a:lnTo>
                    <a:pt x="105000" y="50322"/>
                  </a:lnTo>
                  <a:lnTo>
                    <a:pt x="105000" y="46451"/>
                  </a:lnTo>
                  <a:lnTo>
                    <a:pt x="90000" y="42580"/>
                  </a:lnTo>
                  <a:lnTo>
                    <a:pt x="80000" y="38709"/>
                  </a:lnTo>
                  <a:lnTo>
                    <a:pt x="80000" y="27096"/>
                  </a:lnTo>
                  <a:lnTo>
                    <a:pt x="65000" y="19354"/>
                  </a:lnTo>
                  <a:lnTo>
                    <a:pt x="50000" y="0"/>
                  </a:lnTo>
                  <a:lnTo>
                    <a:pt x="0" y="19354"/>
                  </a:lnTo>
                  <a:lnTo>
                    <a:pt x="30000" y="120000"/>
                  </a:lnTo>
                  <a:lnTo>
                    <a:pt x="40000" y="112258"/>
                  </a:lnTo>
                  <a:lnTo>
                    <a:pt x="50000" y="108387"/>
                  </a:lnTo>
                  <a:lnTo>
                    <a:pt x="70000" y="100645"/>
                  </a:lnTo>
                  <a:lnTo>
                    <a:pt x="70000" y="89032"/>
                  </a:lnTo>
                  <a:lnTo>
                    <a:pt x="70000" y="85161"/>
                  </a:lnTo>
                  <a:lnTo>
                    <a:pt x="70000" y="77419"/>
                  </a:lnTo>
                  <a:lnTo>
                    <a:pt x="70000" y="65806"/>
                  </a:lnTo>
                  <a:lnTo>
                    <a:pt x="70000" y="58064"/>
                  </a:lnTo>
                  <a:lnTo>
                    <a:pt x="70000" y="54193"/>
                  </a:lnTo>
                  <a:lnTo>
                    <a:pt x="75000" y="50322"/>
                  </a:lnTo>
                  <a:lnTo>
                    <a:pt x="80000" y="50322"/>
                  </a:lnTo>
                  <a:lnTo>
                    <a:pt x="95000" y="54193"/>
                  </a:lnTo>
                  <a:lnTo>
                    <a:pt x="95000" y="61935"/>
                  </a:lnTo>
                  <a:lnTo>
                    <a:pt x="105000" y="77419"/>
                  </a:lnTo>
                  <a:lnTo>
                    <a:pt x="105000" y="81290"/>
                  </a:lnTo>
                  <a:lnTo>
                    <a:pt x="110000" y="85161"/>
                  </a:lnTo>
                  <a:lnTo>
                    <a:pt x="120000" y="81290"/>
                  </a:lnTo>
                  <a:lnTo>
                    <a:pt x="120000" y="77419"/>
                  </a:lnTo>
                  <a:lnTo>
                    <a:pt x="120000" y="73548"/>
                  </a:lnTo>
                  <a:lnTo>
                    <a:pt x="115000" y="5806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4" name="Shape 10744"/>
            <p:cNvSpPr/>
            <p:nvPr/>
          </p:nvSpPr>
          <p:spPr>
            <a:xfrm>
              <a:off x="7834650" y="2119282"/>
              <a:ext cx="183822" cy="9275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798" y="76363"/>
                  </a:moveTo>
                  <a:lnTo>
                    <a:pt x="115596" y="69818"/>
                  </a:lnTo>
                  <a:lnTo>
                    <a:pt x="114495" y="67636"/>
                  </a:lnTo>
                  <a:lnTo>
                    <a:pt x="111192" y="63272"/>
                  </a:lnTo>
                  <a:lnTo>
                    <a:pt x="107889" y="58909"/>
                  </a:lnTo>
                  <a:lnTo>
                    <a:pt x="106788" y="54545"/>
                  </a:lnTo>
                  <a:lnTo>
                    <a:pt x="105688" y="58909"/>
                  </a:lnTo>
                  <a:lnTo>
                    <a:pt x="106788" y="63272"/>
                  </a:lnTo>
                  <a:lnTo>
                    <a:pt x="110091" y="69818"/>
                  </a:lnTo>
                  <a:lnTo>
                    <a:pt x="112293" y="76363"/>
                  </a:lnTo>
                  <a:lnTo>
                    <a:pt x="108990" y="78545"/>
                  </a:lnTo>
                  <a:lnTo>
                    <a:pt x="104587" y="78545"/>
                  </a:lnTo>
                  <a:lnTo>
                    <a:pt x="97981" y="85090"/>
                  </a:lnTo>
                  <a:lnTo>
                    <a:pt x="96880" y="80727"/>
                  </a:lnTo>
                  <a:lnTo>
                    <a:pt x="95779" y="78545"/>
                  </a:lnTo>
                  <a:lnTo>
                    <a:pt x="93577" y="76363"/>
                  </a:lnTo>
                  <a:lnTo>
                    <a:pt x="90275" y="72000"/>
                  </a:lnTo>
                  <a:lnTo>
                    <a:pt x="89174" y="69818"/>
                  </a:lnTo>
                  <a:lnTo>
                    <a:pt x="90275" y="65454"/>
                  </a:lnTo>
                  <a:lnTo>
                    <a:pt x="89174" y="58909"/>
                  </a:lnTo>
                  <a:lnTo>
                    <a:pt x="84770" y="52363"/>
                  </a:lnTo>
                  <a:lnTo>
                    <a:pt x="80366" y="48000"/>
                  </a:lnTo>
                  <a:lnTo>
                    <a:pt x="78165" y="48000"/>
                  </a:lnTo>
                  <a:lnTo>
                    <a:pt x="75963" y="48000"/>
                  </a:lnTo>
                  <a:lnTo>
                    <a:pt x="74862" y="43636"/>
                  </a:lnTo>
                  <a:lnTo>
                    <a:pt x="74862" y="34909"/>
                  </a:lnTo>
                  <a:lnTo>
                    <a:pt x="77064" y="30545"/>
                  </a:lnTo>
                  <a:lnTo>
                    <a:pt x="78165" y="28363"/>
                  </a:lnTo>
                  <a:lnTo>
                    <a:pt x="80366" y="24000"/>
                  </a:lnTo>
                  <a:lnTo>
                    <a:pt x="84770" y="19636"/>
                  </a:lnTo>
                  <a:lnTo>
                    <a:pt x="84770" y="17454"/>
                  </a:lnTo>
                  <a:lnTo>
                    <a:pt x="83669" y="13090"/>
                  </a:lnTo>
                  <a:lnTo>
                    <a:pt x="80366" y="13090"/>
                  </a:lnTo>
                  <a:lnTo>
                    <a:pt x="78165" y="13090"/>
                  </a:lnTo>
                  <a:lnTo>
                    <a:pt x="77064" y="6545"/>
                  </a:lnTo>
                  <a:lnTo>
                    <a:pt x="74862" y="0"/>
                  </a:lnTo>
                  <a:lnTo>
                    <a:pt x="66055" y="6545"/>
                  </a:lnTo>
                  <a:lnTo>
                    <a:pt x="64954" y="17454"/>
                  </a:lnTo>
                  <a:lnTo>
                    <a:pt x="24220" y="37090"/>
                  </a:lnTo>
                  <a:lnTo>
                    <a:pt x="0" y="43636"/>
                  </a:lnTo>
                  <a:lnTo>
                    <a:pt x="0" y="72000"/>
                  </a:lnTo>
                  <a:lnTo>
                    <a:pt x="0" y="109090"/>
                  </a:lnTo>
                  <a:lnTo>
                    <a:pt x="26422" y="100363"/>
                  </a:lnTo>
                  <a:lnTo>
                    <a:pt x="55045" y="89454"/>
                  </a:lnTo>
                  <a:lnTo>
                    <a:pt x="66055" y="78545"/>
                  </a:lnTo>
                  <a:lnTo>
                    <a:pt x="69357" y="89454"/>
                  </a:lnTo>
                  <a:lnTo>
                    <a:pt x="72660" y="93818"/>
                  </a:lnTo>
                  <a:lnTo>
                    <a:pt x="72660" y="100363"/>
                  </a:lnTo>
                  <a:lnTo>
                    <a:pt x="74862" y="102545"/>
                  </a:lnTo>
                  <a:lnTo>
                    <a:pt x="78165" y="104727"/>
                  </a:lnTo>
                  <a:lnTo>
                    <a:pt x="78165" y="106909"/>
                  </a:lnTo>
                  <a:lnTo>
                    <a:pt x="80366" y="111272"/>
                  </a:lnTo>
                  <a:lnTo>
                    <a:pt x="81467" y="120000"/>
                  </a:lnTo>
                  <a:lnTo>
                    <a:pt x="81467" y="120000"/>
                  </a:lnTo>
                  <a:lnTo>
                    <a:pt x="83669" y="120000"/>
                  </a:lnTo>
                  <a:lnTo>
                    <a:pt x="84770" y="120000"/>
                  </a:lnTo>
                  <a:lnTo>
                    <a:pt x="86972" y="115636"/>
                  </a:lnTo>
                  <a:lnTo>
                    <a:pt x="86972" y="106909"/>
                  </a:lnTo>
                  <a:lnTo>
                    <a:pt x="90275" y="102545"/>
                  </a:lnTo>
                  <a:lnTo>
                    <a:pt x="90275" y="98181"/>
                  </a:lnTo>
                  <a:lnTo>
                    <a:pt x="93577" y="93818"/>
                  </a:lnTo>
                  <a:lnTo>
                    <a:pt x="94678" y="100363"/>
                  </a:lnTo>
                  <a:lnTo>
                    <a:pt x="95779" y="106909"/>
                  </a:lnTo>
                  <a:lnTo>
                    <a:pt x="95779" y="111272"/>
                  </a:lnTo>
                  <a:lnTo>
                    <a:pt x="99082" y="106909"/>
                  </a:lnTo>
                  <a:lnTo>
                    <a:pt x="101284" y="102545"/>
                  </a:lnTo>
                  <a:lnTo>
                    <a:pt x="101284" y="98181"/>
                  </a:lnTo>
                  <a:lnTo>
                    <a:pt x="103486" y="98181"/>
                  </a:lnTo>
                  <a:lnTo>
                    <a:pt x="106788" y="93818"/>
                  </a:lnTo>
                  <a:lnTo>
                    <a:pt x="111192" y="93818"/>
                  </a:lnTo>
                  <a:lnTo>
                    <a:pt x="113394" y="89454"/>
                  </a:lnTo>
                  <a:lnTo>
                    <a:pt x="116697" y="87272"/>
                  </a:lnTo>
                  <a:lnTo>
                    <a:pt x="118899" y="82909"/>
                  </a:lnTo>
                  <a:lnTo>
                    <a:pt x="120000" y="78545"/>
                  </a:lnTo>
                  <a:lnTo>
                    <a:pt x="117798" y="7636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5" name="Shape 10745"/>
            <p:cNvSpPr/>
            <p:nvPr/>
          </p:nvSpPr>
          <p:spPr>
            <a:xfrm>
              <a:off x="7976311" y="2205292"/>
              <a:ext cx="16864" cy="1180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000" y="120000"/>
                  </a:moveTo>
                  <a:cubicBezTo>
                    <a:pt x="70000" y="120000"/>
                    <a:pt x="70000" y="120000"/>
                    <a:pt x="70000" y="120000"/>
                  </a:cubicBezTo>
                  <a:cubicBezTo>
                    <a:pt x="100000" y="80000"/>
                    <a:pt x="100000" y="80000"/>
                    <a:pt x="100000" y="80000"/>
                  </a:cubicBezTo>
                  <a:cubicBezTo>
                    <a:pt x="120000" y="53333"/>
                    <a:pt x="120000" y="53333"/>
                    <a:pt x="120000" y="53333"/>
                  </a:cubicBezTo>
                  <a:cubicBezTo>
                    <a:pt x="80000" y="26666"/>
                    <a:pt x="80000" y="26666"/>
                    <a:pt x="80000" y="26666"/>
                  </a:cubicBezTo>
                  <a:cubicBezTo>
                    <a:pt x="80000" y="26666"/>
                    <a:pt x="50000" y="0"/>
                    <a:pt x="40000" y="13333"/>
                  </a:cubicBezTo>
                  <a:cubicBezTo>
                    <a:pt x="40000" y="26666"/>
                    <a:pt x="0" y="93333"/>
                    <a:pt x="0" y="93333"/>
                  </a:cubicBezTo>
                  <a:lnTo>
                    <a:pt x="3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6" name="Shape 10746"/>
            <p:cNvSpPr/>
            <p:nvPr/>
          </p:nvSpPr>
          <p:spPr>
            <a:xfrm>
              <a:off x="7763818" y="2269378"/>
              <a:ext cx="70830" cy="1585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857" y="16595"/>
                  </a:moveTo>
                  <a:lnTo>
                    <a:pt x="102857" y="11489"/>
                  </a:lnTo>
                  <a:lnTo>
                    <a:pt x="97142" y="8936"/>
                  </a:lnTo>
                  <a:lnTo>
                    <a:pt x="60000" y="3829"/>
                  </a:lnTo>
                  <a:lnTo>
                    <a:pt x="25714" y="0"/>
                  </a:lnTo>
                  <a:lnTo>
                    <a:pt x="22857" y="3829"/>
                  </a:lnTo>
                  <a:lnTo>
                    <a:pt x="17142" y="8936"/>
                  </a:lnTo>
                  <a:lnTo>
                    <a:pt x="8571" y="11489"/>
                  </a:lnTo>
                  <a:lnTo>
                    <a:pt x="5714" y="17872"/>
                  </a:lnTo>
                  <a:lnTo>
                    <a:pt x="8571" y="25531"/>
                  </a:lnTo>
                  <a:lnTo>
                    <a:pt x="8571" y="31914"/>
                  </a:lnTo>
                  <a:lnTo>
                    <a:pt x="5714" y="38297"/>
                  </a:lnTo>
                  <a:lnTo>
                    <a:pt x="14285" y="40851"/>
                  </a:lnTo>
                  <a:lnTo>
                    <a:pt x="25714" y="43404"/>
                  </a:lnTo>
                  <a:lnTo>
                    <a:pt x="31428" y="48510"/>
                  </a:lnTo>
                  <a:lnTo>
                    <a:pt x="42857" y="53617"/>
                  </a:lnTo>
                  <a:lnTo>
                    <a:pt x="57142" y="58723"/>
                  </a:lnTo>
                  <a:lnTo>
                    <a:pt x="57142" y="60000"/>
                  </a:lnTo>
                  <a:lnTo>
                    <a:pt x="51428" y="67659"/>
                  </a:lnTo>
                  <a:lnTo>
                    <a:pt x="28571" y="74042"/>
                  </a:lnTo>
                  <a:lnTo>
                    <a:pt x="8571" y="81702"/>
                  </a:lnTo>
                  <a:lnTo>
                    <a:pt x="5714" y="85531"/>
                  </a:lnTo>
                  <a:lnTo>
                    <a:pt x="0" y="91914"/>
                  </a:lnTo>
                  <a:lnTo>
                    <a:pt x="2857" y="95744"/>
                  </a:lnTo>
                  <a:lnTo>
                    <a:pt x="8571" y="100851"/>
                  </a:lnTo>
                  <a:lnTo>
                    <a:pt x="22857" y="105957"/>
                  </a:lnTo>
                  <a:lnTo>
                    <a:pt x="34285" y="108510"/>
                  </a:lnTo>
                  <a:lnTo>
                    <a:pt x="42857" y="109787"/>
                  </a:lnTo>
                  <a:lnTo>
                    <a:pt x="57142" y="109787"/>
                  </a:lnTo>
                  <a:lnTo>
                    <a:pt x="68571" y="109787"/>
                  </a:lnTo>
                  <a:lnTo>
                    <a:pt x="71428" y="109787"/>
                  </a:lnTo>
                  <a:lnTo>
                    <a:pt x="68571" y="114893"/>
                  </a:lnTo>
                  <a:lnTo>
                    <a:pt x="68571" y="118723"/>
                  </a:lnTo>
                  <a:lnTo>
                    <a:pt x="71428" y="120000"/>
                  </a:lnTo>
                  <a:lnTo>
                    <a:pt x="74285" y="120000"/>
                  </a:lnTo>
                  <a:lnTo>
                    <a:pt x="77142" y="111063"/>
                  </a:lnTo>
                  <a:lnTo>
                    <a:pt x="80000" y="109787"/>
                  </a:lnTo>
                  <a:lnTo>
                    <a:pt x="88571" y="104680"/>
                  </a:lnTo>
                  <a:lnTo>
                    <a:pt x="102857" y="99574"/>
                  </a:lnTo>
                  <a:lnTo>
                    <a:pt x="102857" y="88085"/>
                  </a:lnTo>
                  <a:lnTo>
                    <a:pt x="102857" y="82978"/>
                  </a:lnTo>
                  <a:lnTo>
                    <a:pt x="114285" y="77872"/>
                  </a:lnTo>
                  <a:lnTo>
                    <a:pt x="117142" y="67659"/>
                  </a:lnTo>
                  <a:lnTo>
                    <a:pt x="120000" y="61276"/>
                  </a:lnTo>
                  <a:lnTo>
                    <a:pt x="120000" y="51063"/>
                  </a:lnTo>
                  <a:lnTo>
                    <a:pt x="120000" y="45957"/>
                  </a:lnTo>
                  <a:lnTo>
                    <a:pt x="114285" y="38297"/>
                  </a:lnTo>
                  <a:lnTo>
                    <a:pt x="102857" y="38297"/>
                  </a:lnTo>
                  <a:lnTo>
                    <a:pt x="97142" y="38297"/>
                  </a:lnTo>
                  <a:lnTo>
                    <a:pt x="100000" y="31914"/>
                  </a:lnTo>
                  <a:lnTo>
                    <a:pt x="105714" y="25531"/>
                  </a:lnTo>
                  <a:lnTo>
                    <a:pt x="111428" y="22978"/>
                  </a:lnTo>
                  <a:lnTo>
                    <a:pt x="108571" y="21702"/>
                  </a:lnTo>
                  <a:lnTo>
                    <a:pt x="102857" y="1659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7" name="Shape 10747"/>
            <p:cNvSpPr/>
            <p:nvPr/>
          </p:nvSpPr>
          <p:spPr>
            <a:xfrm>
              <a:off x="7750327" y="2378996"/>
              <a:ext cx="55652" cy="910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727" y="22222"/>
                  </a:moveTo>
                  <a:lnTo>
                    <a:pt x="29090" y="15555"/>
                  </a:lnTo>
                  <a:lnTo>
                    <a:pt x="36363" y="4444"/>
                  </a:lnTo>
                  <a:lnTo>
                    <a:pt x="40000" y="2222"/>
                  </a:lnTo>
                  <a:lnTo>
                    <a:pt x="32727" y="0"/>
                  </a:lnTo>
                  <a:lnTo>
                    <a:pt x="21818" y="0"/>
                  </a:lnTo>
                  <a:lnTo>
                    <a:pt x="18181" y="0"/>
                  </a:lnTo>
                  <a:lnTo>
                    <a:pt x="7272" y="4444"/>
                  </a:lnTo>
                  <a:lnTo>
                    <a:pt x="0" y="11111"/>
                  </a:lnTo>
                  <a:lnTo>
                    <a:pt x="43636" y="120000"/>
                  </a:lnTo>
                  <a:lnTo>
                    <a:pt x="120000" y="113333"/>
                  </a:lnTo>
                  <a:lnTo>
                    <a:pt x="116363" y="95555"/>
                  </a:lnTo>
                  <a:lnTo>
                    <a:pt x="105454" y="88888"/>
                  </a:lnTo>
                  <a:lnTo>
                    <a:pt x="101818" y="84444"/>
                  </a:lnTo>
                  <a:lnTo>
                    <a:pt x="94545" y="82222"/>
                  </a:lnTo>
                  <a:lnTo>
                    <a:pt x="83636" y="75555"/>
                  </a:lnTo>
                  <a:lnTo>
                    <a:pt x="72727" y="71111"/>
                  </a:lnTo>
                  <a:lnTo>
                    <a:pt x="65454" y="62222"/>
                  </a:lnTo>
                  <a:lnTo>
                    <a:pt x="58181" y="53333"/>
                  </a:lnTo>
                  <a:lnTo>
                    <a:pt x="50909" y="44444"/>
                  </a:lnTo>
                  <a:lnTo>
                    <a:pt x="58181" y="37777"/>
                  </a:lnTo>
                  <a:lnTo>
                    <a:pt x="40000" y="31111"/>
                  </a:lnTo>
                  <a:lnTo>
                    <a:pt x="32727" y="2222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8" name="Shape 10748"/>
            <p:cNvSpPr/>
            <p:nvPr/>
          </p:nvSpPr>
          <p:spPr>
            <a:xfrm>
              <a:off x="7480496" y="2227215"/>
              <a:ext cx="317051" cy="20574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319" y="88524"/>
                  </a:moveTo>
                  <a:lnTo>
                    <a:pt x="105957" y="88524"/>
                  </a:lnTo>
                  <a:lnTo>
                    <a:pt x="107872" y="88524"/>
                  </a:lnTo>
                  <a:lnTo>
                    <a:pt x="109148" y="89508"/>
                  </a:lnTo>
                  <a:lnTo>
                    <a:pt x="109148" y="87540"/>
                  </a:lnTo>
                  <a:lnTo>
                    <a:pt x="113617" y="81639"/>
                  </a:lnTo>
                  <a:lnTo>
                    <a:pt x="118723" y="76721"/>
                  </a:lnTo>
                  <a:lnTo>
                    <a:pt x="120000" y="70819"/>
                  </a:lnTo>
                  <a:lnTo>
                    <a:pt x="120000" y="69836"/>
                  </a:lnTo>
                  <a:lnTo>
                    <a:pt x="116808" y="65901"/>
                  </a:lnTo>
                  <a:lnTo>
                    <a:pt x="114255" y="61967"/>
                  </a:lnTo>
                  <a:lnTo>
                    <a:pt x="112978" y="58032"/>
                  </a:lnTo>
                  <a:lnTo>
                    <a:pt x="110425" y="56065"/>
                  </a:lnTo>
                  <a:lnTo>
                    <a:pt x="108510" y="54098"/>
                  </a:lnTo>
                  <a:lnTo>
                    <a:pt x="109148" y="49180"/>
                  </a:lnTo>
                  <a:lnTo>
                    <a:pt x="109148" y="44262"/>
                  </a:lnTo>
                  <a:lnTo>
                    <a:pt x="108510" y="38360"/>
                  </a:lnTo>
                  <a:lnTo>
                    <a:pt x="109148" y="33442"/>
                  </a:lnTo>
                  <a:lnTo>
                    <a:pt x="111063" y="31475"/>
                  </a:lnTo>
                  <a:lnTo>
                    <a:pt x="112340" y="27540"/>
                  </a:lnTo>
                  <a:lnTo>
                    <a:pt x="112978" y="24590"/>
                  </a:lnTo>
                  <a:lnTo>
                    <a:pt x="114255" y="19672"/>
                  </a:lnTo>
                  <a:lnTo>
                    <a:pt x="112340" y="17704"/>
                  </a:lnTo>
                  <a:lnTo>
                    <a:pt x="110425" y="17704"/>
                  </a:lnTo>
                  <a:lnTo>
                    <a:pt x="108510" y="16721"/>
                  </a:lnTo>
                  <a:lnTo>
                    <a:pt x="105957" y="9836"/>
                  </a:lnTo>
                  <a:lnTo>
                    <a:pt x="103404" y="4918"/>
                  </a:lnTo>
                  <a:lnTo>
                    <a:pt x="98297" y="0"/>
                  </a:lnTo>
                  <a:lnTo>
                    <a:pt x="15319" y="22622"/>
                  </a:lnTo>
                  <a:lnTo>
                    <a:pt x="14042" y="12786"/>
                  </a:lnTo>
                  <a:lnTo>
                    <a:pt x="10212" y="16721"/>
                  </a:lnTo>
                  <a:lnTo>
                    <a:pt x="7021" y="20655"/>
                  </a:lnTo>
                  <a:lnTo>
                    <a:pt x="3829" y="23606"/>
                  </a:lnTo>
                  <a:lnTo>
                    <a:pt x="0" y="27540"/>
                  </a:lnTo>
                  <a:lnTo>
                    <a:pt x="10212" y="120000"/>
                  </a:lnTo>
                  <a:lnTo>
                    <a:pt x="102127" y="93442"/>
                  </a:lnTo>
                  <a:lnTo>
                    <a:pt x="103404" y="90491"/>
                  </a:lnTo>
                  <a:lnTo>
                    <a:pt x="105319" y="8852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49" name="Shape 10749"/>
            <p:cNvSpPr/>
            <p:nvPr/>
          </p:nvSpPr>
          <p:spPr>
            <a:xfrm>
              <a:off x="7183682" y="3051887"/>
              <a:ext cx="490754" cy="38450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0"/>
                  </a:moveTo>
                  <a:lnTo>
                    <a:pt x="80000" y="0"/>
                  </a:lnTo>
                  <a:lnTo>
                    <a:pt x="82474" y="0"/>
                  </a:lnTo>
                  <a:lnTo>
                    <a:pt x="86185" y="1052"/>
                  </a:lnTo>
                  <a:lnTo>
                    <a:pt x="86597" y="3684"/>
                  </a:lnTo>
                  <a:lnTo>
                    <a:pt x="87010" y="5263"/>
                  </a:lnTo>
                  <a:lnTo>
                    <a:pt x="88659" y="6315"/>
                  </a:lnTo>
                  <a:lnTo>
                    <a:pt x="89896" y="8947"/>
                  </a:lnTo>
                  <a:lnTo>
                    <a:pt x="91958" y="15789"/>
                  </a:lnTo>
                  <a:lnTo>
                    <a:pt x="94432" y="21052"/>
                  </a:lnTo>
                  <a:lnTo>
                    <a:pt x="97731" y="28947"/>
                  </a:lnTo>
                  <a:lnTo>
                    <a:pt x="99381" y="32631"/>
                  </a:lnTo>
                  <a:lnTo>
                    <a:pt x="103505" y="40526"/>
                  </a:lnTo>
                  <a:lnTo>
                    <a:pt x="105567" y="42631"/>
                  </a:lnTo>
                  <a:lnTo>
                    <a:pt x="106804" y="44210"/>
                  </a:lnTo>
                  <a:lnTo>
                    <a:pt x="106804" y="45789"/>
                  </a:lnTo>
                  <a:lnTo>
                    <a:pt x="106804" y="50526"/>
                  </a:lnTo>
                  <a:lnTo>
                    <a:pt x="105567" y="45263"/>
                  </a:lnTo>
                  <a:lnTo>
                    <a:pt x="105154" y="50526"/>
                  </a:lnTo>
                  <a:lnTo>
                    <a:pt x="107628" y="55789"/>
                  </a:lnTo>
                  <a:lnTo>
                    <a:pt x="110515" y="61052"/>
                  </a:lnTo>
                  <a:lnTo>
                    <a:pt x="113402" y="67894"/>
                  </a:lnTo>
                  <a:lnTo>
                    <a:pt x="115463" y="72105"/>
                  </a:lnTo>
                  <a:lnTo>
                    <a:pt x="117938" y="75789"/>
                  </a:lnTo>
                  <a:lnTo>
                    <a:pt x="119175" y="80526"/>
                  </a:lnTo>
                  <a:lnTo>
                    <a:pt x="120000" y="88421"/>
                  </a:lnTo>
                  <a:lnTo>
                    <a:pt x="120000" y="92631"/>
                  </a:lnTo>
                  <a:lnTo>
                    <a:pt x="120000" y="97368"/>
                  </a:lnTo>
                  <a:lnTo>
                    <a:pt x="120000" y="101578"/>
                  </a:lnTo>
                  <a:lnTo>
                    <a:pt x="118762" y="103157"/>
                  </a:lnTo>
                  <a:lnTo>
                    <a:pt x="117938" y="105263"/>
                  </a:lnTo>
                  <a:lnTo>
                    <a:pt x="117938" y="107894"/>
                  </a:lnTo>
                  <a:lnTo>
                    <a:pt x="118350" y="111052"/>
                  </a:lnTo>
                  <a:lnTo>
                    <a:pt x="117938" y="114736"/>
                  </a:lnTo>
                  <a:lnTo>
                    <a:pt x="116701" y="118421"/>
                  </a:lnTo>
                  <a:lnTo>
                    <a:pt x="115463" y="119473"/>
                  </a:lnTo>
                  <a:lnTo>
                    <a:pt x="114226" y="119999"/>
                  </a:lnTo>
                  <a:lnTo>
                    <a:pt x="115051" y="117894"/>
                  </a:lnTo>
                  <a:lnTo>
                    <a:pt x="115876" y="116842"/>
                  </a:lnTo>
                  <a:lnTo>
                    <a:pt x="115876" y="114210"/>
                  </a:lnTo>
                  <a:lnTo>
                    <a:pt x="115463" y="114210"/>
                  </a:lnTo>
                  <a:lnTo>
                    <a:pt x="112989" y="116315"/>
                  </a:lnTo>
                  <a:lnTo>
                    <a:pt x="111340" y="116842"/>
                  </a:lnTo>
                  <a:lnTo>
                    <a:pt x="110103" y="116315"/>
                  </a:lnTo>
                  <a:lnTo>
                    <a:pt x="108865" y="116842"/>
                  </a:lnTo>
                  <a:lnTo>
                    <a:pt x="107628" y="117894"/>
                  </a:lnTo>
                  <a:lnTo>
                    <a:pt x="106804" y="117368"/>
                  </a:lnTo>
                  <a:lnTo>
                    <a:pt x="105154" y="116842"/>
                  </a:lnTo>
                  <a:lnTo>
                    <a:pt x="104329" y="115263"/>
                  </a:lnTo>
                  <a:lnTo>
                    <a:pt x="104742" y="114210"/>
                  </a:lnTo>
                  <a:lnTo>
                    <a:pt x="105154" y="114210"/>
                  </a:lnTo>
                  <a:lnTo>
                    <a:pt x="108041" y="114736"/>
                  </a:lnTo>
                  <a:lnTo>
                    <a:pt x="108865" y="114210"/>
                  </a:lnTo>
                  <a:lnTo>
                    <a:pt x="108453" y="113684"/>
                  </a:lnTo>
                  <a:lnTo>
                    <a:pt x="107216" y="112631"/>
                  </a:lnTo>
                  <a:lnTo>
                    <a:pt x="105567" y="113157"/>
                  </a:lnTo>
                  <a:lnTo>
                    <a:pt x="104329" y="111578"/>
                  </a:lnTo>
                  <a:lnTo>
                    <a:pt x="103092" y="108947"/>
                  </a:lnTo>
                  <a:lnTo>
                    <a:pt x="101443" y="106842"/>
                  </a:lnTo>
                  <a:lnTo>
                    <a:pt x="101030" y="105263"/>
                  </a:lnTo>
                  <a:lnTo>
                    <a:pt x="99793" y="103157"/>
                  </a:lnTo>
                  <a:lnTo>
                    <a:pt x="97731" y="102631"/>
                  </a:lnTo>
                  <a:lnTo>
                    <a:pt x="96082" y="101578"/>
                  </a:lnTo>
                  <a:lnTo>
                    <a:pt x="94432" y="101052"/>
                  </a:lnTo>
                  <a:lnTo>
                    <a:pt x="92783" y="95263"/>
                  </a:lnTo>
                  <a:lnTo>
                    <a:pt x="91958" y="93157"/>
                  </a:lnTo>
                  <a:lnTo>
                    <a:pt x="90721" y="91578"/>
                  </a:lnTo>
                  <a:lnTo>
                    <a:pt x="90309" y="90526"/>
                  </a:lnTo>
                  <a:lnTo>
                    <a:pt x="89072" y="88947"/>
                  </a:lnTo>
                  <a:lnTo>
                    <a:pt x="87835" y="87894"/>
                  </a:lnTo>
                  <a:lnTo>
                    <a:pt x="88247" y="85789"/>
                  </a:lnTo>
                  <a:lnTo>
                    <a:pt x="88659" y="84736"/>
                  </a:lnTo>
                  <a:lnTo>
                    <a:pt x="87422" y="81578"/>
                  </a:lnTo>
                  <a:lnTo>
                    <a:pt x="86185" y="82105"/>
                  </a:lnTo>
                  <a:lnTo>
                    <a:pt x="86185" y="83157"/>
                  </a:lnTo>
                  <a:lnTo>
                    <a:pt x="86185" y="85789"/>
                  </a:lnTo>
                  <a:lnTo>
                    <a:pt x="85360" y="85789"/>
                  </a:lnTo>
                  <a:lnTo>
                    <a:pt x="84536" y="84736"/>
                  </a:lnTo>
                  <a:lnTo>
                    <a:pt x="83298" y="83157"/>
                  </a:lnTo>
                  <a:lnTo>
                    <a:pt x="81237" y="78947"/>
                  </a:lnTo>
                  <a:lnTo>
                    <a:pt x="80000" y="77368"/>
                  </a:lnTo>
                  <a:lnTo>
                    <a:pt x="79587" y="76842"/>
                  </a:lnTo>
                  <a:lnTo>
                    <a:pt x="80000" y="75789"/>
                  </a:lnTo>
                  <a:lnTo>
                    <a:pt x="79175" y="73684"/>
                  </a:lnTo>
                  <a:lnTo>
                    <a:pt x="77938" y="73157"/>
                  </a:lnTo>
                  <a:lnTo>
                    <a:pt x="79175" y="70000"/>
                  </a:lnTo>
                  <a:lnTo>
                    <a:pt x="80000" y="68421"/>
                  </a:lnTo>
                  <a:lnTo>
                    <a:pt x="80412" y="66842"/>
                  </a:lnTo>
                  <a:lnTo>
                    <a:pt x="80824" y="65263"/>
                  </a:lnTo>
                  <a:lnTo>
                    <a:pt x="80000" y="63684"/>
                  </a:lnTo>
                  <a:lnTo>
                    <a:pt x="79587" y="65789"/>
                  </a:lnTo>
                  <a:lnTo>
                    <a:pt x="78762" y="65263"/>
                  </a:lnTo>
                  <a:lnTo>
                    <a:pt x="78762" y="64210"/>
                  </a:lnTo>
                  <a:lnTo>
                    <a:pt x="77525" y="62105"/>
                  </a:lnTo>
                  <a:lnTo>
                    <a:pt x="77113" y="62105"/>
                  </a:lnTo>
                  <a:lnTo>
                    <a:pt x="77113" y="62631"/>
                  </a:lnTo>
                  <a:lnTo>
                    <a:pt x="77525" y="63684"/>
                  </a:lnTo>
                  <a:lnTo>
                    <a:pt x="77938" y="65263"/>
                  </a:lnTo>
                  <a:lnTo>
                    <a:pt x="77938" y="66842"/>
                  </a:lnTo>
                  <a:lnTo>
                    <a:pt x="77938" y="67368"/>
                  </a:lnTo>
                  <a:lnTo>
                    <a:pt x="77113" y="68421"/>
                  </a:lnTo>
                  <a:lnTo>
                    <a:pt x="76701" y="67894"/>
                  </a:lnTo>
                  <a:lnTo>
                    <a:pt x="75876" y="66842"/>
                  </a:lnTo>
                  <a:lnTo>
                    <a:pt x="74639" y="64210"/>
                  </a:lnTo>
                  <a:lnTo>
                    <a:pt x="74226" y="63157"/>
                  </a:lnTo>
                  <a:lnTo>
                    <a:pt x="74226" y="61052"/>
                  </a:lnTo>
                  <a:lnTo>
                    <a:pt x="74226" y="57894"/>
                  </a:lnTo>
                  <a:lnTo>
                    <a:pt x="75051" y="55789"/>
                  </a:lnTo>
                  <a:lnTo>
                    <a:pt x="75463" y="51578"/>
                  </a:lnTo>
                  <a:lnTo>
                    <a:pt x="75463" y="48947"/>
                  </a:lnTo>
                  <a:lnTo>
                    <a:pt x="75051" y="45263"/>
                  </a:lnTo>
                  <a:lnTo>
                    <a:pt x="74226" y="41578"/>
                  </a:lnTo>
                  <a:lnTo>
                    <a:pt x="72989" y="40526"/>
                  </a:lnTo>
                  <a:lnTo>
                    <a:pt x="71752" y="37894"/>
                  </a:lnTo>
                  <a:lnTo>
                    <a:pt x="69278" y="37368"/>
                  </a:lnTo>
                  <a:lnTo>
                    <a:pt x="68041" y="37368"/>
                  </a:lnTo>
                  <a:lnTo>
                    <a:pt x="67216" y="35263"/>
                  </a:lnTo>
                  <a:lnTo>
                    <a:pt x="65979" y="34736"/>
                  </a:lnTo>
                  <a:lnTo>
                    <a:pt x="64329" y="32105"/>
                  </a:lnTo>
                  <a:lnTo>
                    <a:pt x="62680" y="31578"/>
                  </a:lnTo>
                  <a:lnTo>
                    <a:pt x="62268" y="28947"/>
                  </a:lnTo>
                  <a:lnTo>
                    <a:pt x="61443" y="27894"/>
                  </a:lnTo>
                  <a:lnTo>
                    <a:pt x="58969" y="25263"/>
                  </a:lnTo>
                  <a:lnTo>
                    <a:pt x="56907" y="23157"/>
                  </a:lnTo>
                  <a:lnTo>
                    <a:pt x="55257" y="22105"/>
                  </a:lnTo>
                  <a:lnTo>
                    <a:pt x="53608" y="20526"/>
                  </a:lnTo>
                  <a:lnTo>
                    <a:pt x="52371" y="20000"/>
                  </a:lnTo>
                  <a:lnTo>
                    <a:pt x="50309" y="20000"/>
                  </a:lnTo>
                  <a:lnTo>
                    <a:pt x="48247" y="20526"/>
                  </a:lnTo>
                  <a:lnTo>
                    <a:pt x="47835" y="22105"/>
                  </a:lnTo>
                  <a:lnTo>
                    <a:pt x="48247" y="23684"/>
                  </a:lnTo>
                  <a:lnTo>
                    <a:pt x="47835" y="24736"/>
                  </a:lnTo>
                  <a:lnTo>
                    <a:pt x="47010" y="24736"/>
                  </a:lnTo>
                  <a:lnTo>
                    <a:pt x="46185" y="23684"/>
                  </a:lnTo>
                  <a:lnTo>
                    <a:pt x="44123" y="25789"/>
                  </a:lnTo>
                  <a:lnTo>
                    <a:pt x="41649" y="28421"/>
                  </a:lnTo>
                  <a:lnTo>
                    <a:pt x="38762" y="29473"/>
                  </a:lnTo>
                  <a:lnTo>
                    <a:pt x="34226" y="31052"/>
                  </a:lnTo>
                  <a:lnTo>
                    <a:pt x="34226" y="27894"/>
                  </a:lnTo>
                  <a:lnTo>
                    <a:pt x="32989" y="26315"/>
                  </a:lnTo>
                  <a:lnTo>
                    <a:pt x="31752" y="25789"/>
                  </a:lnTo>
                  <a:lnTo>
                    <a:pt x="29690" y="24210"/>
                  </a:lnTo>
                  <a:lnTo>
                    <a:pt x="31340" y="23157"/>
                  </a:lnTo>
                  <a:lnTo>
                    <a:pt x="31752" y="22631"/>
                  </a:lnTo>
                  <a:lnTo>
                    <a:pt x="28865" y="22105"/>
                  </a:lnTo>
                  <a:lnTo>
                    <a:pt x="28865" y="20526"/>
                  </a:lnTo>
                  <a:lnTo>
                    <a:pt x="29690" y="20526"/>
                  </a:lnTo>
                  <a:lnTo>
                    <a:pt x="30103" y="19473"/>
                  </a:lnTo>
                  <a:lnTo>
                    <a:pt x="30103" y="18421"/>
                  </a:lnTo>
                  <a:lnTo>
                    <a:pt x="29690" y="18421"/>
                  </a:lnTo>
                  <a:lnTo>
                    <a:pt x="28865" y="18947"/>
                  </a:lnTo>
                  <a:lnTo>
                    <a:pt x="28865" y="19473"/>
                  </a:lnTo>
                  <a:lnTo>
                    <a:pt x="28453" y="20000"/>
                  </a:lnTo>
                  <a:lnTo>
                    <a:pt x="27628" y="18947"/>
                  </a:lnTo>
                  <a:lnTo>
                    <a:pt x="25567" y="18947"/>
                  </a:lnTo>
                  <a:lnTo>
                    <a:pt x="26391" y="20526"/>
                  </a:lnTo>
                  <a:lnTo>
                    <a:pt x="26804" y="20526"/>
                  </a:lnTo>
                  <a:lnTo>
                    <a:pt x="27216" y="22631"/>
                  </a:lnTo>
                  <a:lnTo>
                    <a:pt x="26804" y="22631"/>
                  </a:lnTo>
                  <a:lnTo>
                    <a:pt x="25154" y="21578"/>
                  </a:lnTo>
                  <a:lnTo>
                    <a:pt x="23505" y="20000"/>
                  </a:lnTo>
                  <a:lnTo>
                    <a:pt x="21855" y="19473"/>
                  </a:lnTo>
                  <a:lnTo>
                    <a:pt x="18144" y="19473"/>
                  </a:lnTo>
                  <a:lnTo>
                    <a:pt x="16907" y="18421"/>
                  </a:lnTo>
                  <a:lnTo>
                    <a:pt x="16082" y="17368"/>
                  </a:lnTo>
                  <a:lnTo>
                    <a:pt x="14845" y="17368"/>
                  </a:lnTo>
                  <a:lnTo>
                    <a:pt x="10721" y="18421"/>
                  </a:lnTo>
                  <a:lnTo>
                    <a:pt x="7835" y="18421"/>
                  </a:lnTo>
                  <a:lnTo>
                    <a:pt x="5773" y="20000"/>
                  </a:lnTo>
                  <a:lnTo>
                    <a:pt x="4536" y="20526"/>
                  </a:lnTo>
                  <a:lnTo>
                    <a:pt x="2886" y="16842"/>
                  </a:lnTo>
                  <a:lnTo>
                    <a:pt x="2474" y="14210"/>
                  </a:lnTo>
                  <a:lnTo>
                    <a:pt x="824" y="11578"/>
                  </a:lnTo>
                  <a:lnTo>
                    <a:pt x="0" y="10526"/>
                  </a:lnTo>
                  <a:lnTo>
                    <a:pt x="0" y="8947"/>
                  </a:lnTo>
                  <a:lnTo>
                    <a:pt x="1237" y="8421"/>
                  </a:lnTo>
                  <a:lnTo>
                    <a:pt x="4123" y="7368"/>
                  </a:lnTo>
                  <a:lnTo>
                    <a:pt x="7422" y="6315"/>
                  </a:lnTo>
                  <a:lnTo>
                    <a:pt x="38350" y="3157"/>
                  </a:lnTo>
                  <a:lnTo>
                    <a:pt x="40412" y="8421"/>
                  </a:lnTo>
                  <a:lnTo>
                    <a:pt x="77938" y="5789"/>
                  </a:lnTo>
                  <a:lnTo>
                    <a:pt x="78350" y="10000"/>
                  </a:lnTo>
                  <a:lnTo>
                    <a:pt x="81237" y="10000"/>
                  </a:lnTo>
                  <a:lnTo>
                    <a:pt x="8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0" name="Shape 10750"/>
            <p:cNvSpPr/>
            <p:nvPr/>
          </p:nvSpPr>
          <p:spPr>
            <a:xfrm>
              <a:off x="6802546" y="2950699"/>
              <a:ext cx="306933" cy="27151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340" y="111055"/>
                  </a:moveTo>
                  <a:lnTo>
                    <a:pt x="118021" y="111055"/>
                  </a:lnTo>
                  <a:lnTo>
                    <a:pt x="116043" y="109565"/>
                  </a:lnTo>
                  <a:lnTo>
                    <a:pt x="115384" y="109565"/>
                  </a:lnTo>
                  <a:lnTo>
                    <a:pt x="114065" y="109565"/>
                  </a:lnTo>
                  <a:lnTo>
                    <a:pt x="112747" y="108819"/>
                  </a:lnTo>
                  <a:lnTo>
                    <a:pt x="109450" y="106583"/>
                  </a:lnTo>
                  <a:lnTo>
                    <a:pt x="108791" y="106583"/>
                  </a:lnTo>
                  <a:lnTo>
                    <a:pt x="105494" y="103602"/>
                  </a:lnTo>
                  <a:lnTo>
                    <a:pt x="104175" y="102111"/>
                  </a:lnTo>
                  <a:lnTo>
                    <a:pt x="102197" y="101366"/>
                  </a:lnTo>
                  <a:lnTo>
                    <a:pt x="100219" y="99875"/>
                  </a:lnTo>
                  <a:lnTo>
                    <a:pt x="98901" y="98385"/>
                  </a:lnTo>
                  <a:lnTo>
                    <a:pt x="100879" y="98385"/>
                  </a:lnTo>
                  <a:lnTo>
                    <a:pt x="102197" y="96894"/>
                  </a:lnTo>
                  <a:lnTo>
                    <a:pt x="105494" y="96894"/>
                  </a:lnTo>
                  <a:lnTo>
                    <a:pt x="106153" y="95403"/>
                  </a:lnTo>
                  <a:lnTo>
                    <a:pt x="109450" y="95403"/>
                  </a:lnTo>
                  <a:lnTo>
                    <a:pt x="110769" y="93913"/>
                  </a:lnTo>
                  <a:lnTo>
                    <a:pt x="108791" y="90186"/>
                  </a:lnTo>
                  <a:lnTo>
                    <a:pt x="106813" y="87950"/>
                  </a:lnTo>
                  <a:lnTo>
                    <a:pt x="106153" y="87950"/>
                  </a:lnTo>
                  <a:lnTo>
                    <a:pt x="99560" y="90186"/>
                  </a:lnTo>
                  <a:lnTo>
                    <a:pt x="97582" y="90931"/>
                  </a:lnTo>
                  <a:lnTo>
                    <a:pt x="95604" y="90931"/>
                  </a:lnTo>
                  <a:lnTo>
                    <a:pt x="95604" y="90186"/>
                  </a:lnTo>
                  <a:lnTo>
                    <a:pt x="97582" y="88695"/>
                  </a:lnTo>
                  <a:lnTo>
                    <a:pt x="99560" y="87950"/>
                  </a:lnTo>
                  <a:lnTo>
                    <a:pt x="101538" y="86459"/>
                  </a:lnTo>
                  <a:lnTo>
                    <a:pt x="101538" y="84968"/>
                  </a:lnTo>
                  <a:lnTo>
                    <a:pt x="101538" y="81987"/>
                  </a:lnTo>
                  <a:lnTo>
                    <a:pt x="100879" y="76770"/>
                  </a:lnTo>
                  <a:lnTo>
                    <a:pt x="98901" y="73788"/>
                  </a:lnTo>
                  <a:lnTo>
                    <a:pt x="97582" y="70807"/>
                  </a:lnTo>
                  <a:lnTo>
                    <a:pt x="98241" y="58881"/>
                  </a:lnTo>
                  <a:lnTo>
                    <a:pt x="55384" y="61118"/>
                  </a:lnTo>
                  <a:lnTo>
                    <a:pt x="54725" y="58136"/>
                  </a:lnTo>
                  <a:lnTo>
                    <a:pt x="54725" y="55900"/>
                  </a:lnTo>
                  <a:lnTo>
                    <a:pt x="55384" y="54409"/>
                  </a:lnTo>
                  <a:lnTo>
                    <a:pt x="57362" y="52919"/>
                  </a:lnTo>
                  <a:lnTo>
                    <a:pt x="57362" y="49192"/>
                  </a:lnTo>
                  <a:lnTo>
                    <a:pt x="57362" y="47701"/>
                  </a:lnTo>
                  <a:lnTo>
                    <a:pt x="58021" y="45465"/>
                  </a:lnTo>
                  <a:lnTo>
                    <a:pt x="58681" y="44720"/>
                  </a:lnTo>
                  <a:lnTo>
                    <a:pt x="59340" y="43229"/>
                  </a:lnTo>
                  <a:lnTo>
                    <a:pt x="60000" y="38012"/>
                  </a:lnTo>
                  <a:lnTo>
                    <a:pt x="61318" y="36521"/>
                  </a:lnTo>
                  <a:lnTo>
                    <a:pt x="63956" y="32049"/>
                  </a:lnTo>
                  <a:lnTo>
                    <a:pt x="64615" y="30559"/>
                  </a:lnTo>
                  <a:lnTo>
                    <a:pt x="64615" y="27577"/>
                  </a:lnTo>
                  <a:lnTo>
                    <a:pt x="65274" y="27577"/>
                  </a:lnTo>
                  <a:lnTo>
                    <a:pt x="67252" y="25341"/>
                  </a:lnTo>
                  <a:lnTo>
                    <a:pt x="67912" y="19378"/>
                  </a:lnTo>
                  <a:lnTo>
                    <a:pt x="67252" y="17142"/>
                  </a:lnTo>
                  <a:lnTo>
                    <a:pt x="65274" y="15652"/>
                  </a:lnTo>
                  <a:lnTo>
                    <a:pt x="65274" y="14161"/>
                  </a:lnTo>
                  <a:lnTo>
                    <a:pt x="64615" y="10434"/>
                  </a:lnTo>
                  <a:lnTo>
                    <a:pt x="64615" y="9689"/>
                  </a:lnTo>
                  <a:lnTo>
                    <a:pt x="63956" y="8198"/>
                  </a:lnTo>
                  <a:lnTo>
                    <a:pt x="61978" y="6708"/>
                  </a:lnTo>
                  <a:lnTo>
                    <a:pt x="64615" y="5217"/>
                  </a:lnTo>
                  <a:lnTo>
                    <a:pt x="64615" y="3726"/>
                  </a:lnTo>
                  <a:lnTo>
                    <a:pt x="63956" y="1490"/>
                  </a:lnTo>
                  <a:lnTo>
                    <a:pt x="61978" y="0"/>
                  </a:lnTo>
                  <a:lnTo>
                    <a:pt x="0" y="2236"/>
                  </a:lnTo>
                  <a:lnTo>
                    <a:pt x="0" y="35031"/>
                  </a:lnTo>
                  <a:lnTo>
                    <a:pt x="4615" y="39503"/>
                  </a:lnTo>
                  <a:lnTo>
                    <a:pt x="4615" y="40993"/>
                  </a:lnTo>
                  <a:lnTo>
                    <a:pt x="7252" y="47701"/>
                  </a:lnTo>
                  <a:lnTo>
                    <a:pt x="7912" y="49192"/>
                  </a:lnTo>
                  <a:lnTo>
                    <a:pt x="7912" y="53664"/>
                  </a:lnTo>
                  <a:lnTo>
                    <a:pt x="8571" y="55900"/>
                  </a:lnTo>
                  <a:lnTo>
                    <a:pt x="9890" y="61863"/>
                  </a:lnTo>
                  <a:lnTo>
                    <a:pt x="11208" y="66335"/>
                  </a:lnTo>
                  <a:lnTo>
                    <a:pt x="8571" y="70062"/>
                  </a:lnTo>
                  <a:lnTo>
                    <a:pt x="7252" y="76024"/>
                  </a:lnTo>
                  <a:lnTo>
                    <a:pt x="7252" y="78260"/>
                  </a:lnTo>
                  <a:lnTo>
                    <a:pt x="5934" y="81987"/>
                  </a:lnTo>
                  <a:lnTo>
                    <a:pt x="7912" y="87204"/>
                  </a:lnTo>
                  <a:lnTo>
                    <a:pt x="7912" y="90186"/>
                  </a:lnTo>
                  <a:lnTo>
                    <a:pt x="5934" y="97639"/>
                  </a:lnTo>
                  <a:lnTo>
                    <a:pt x="3956" y="101366"/>
                  </a:lnTo>
                  <a:lnTo>
                    <a:pt x="6593" y="101366"/>
                  </a:lnTo>
                  <a:lnTo>
                    <a:pt x="9890" y="101366"/>
                  </a:lnTo>
                  <a:lnTo>
                    <a:pt x="11868" y="99875"/>
                  </a:lnTo>
                  <a:lnTo>
                    <a:pt x="14505" y="99875"/>
                  </a:lnTo>
                  <a:lnTo>
                    <a:pt x="16483" y="99875"/>
                  </a:lnTo>
                  <a:lnTo>
                    <a:pt x="22417" y="101366"/>
                  </a:lnTo>
                  <a:lnTo>
                    <a:pt x="25714" y="102111"/>
                  </a:lnTo>
                  <a:lnTo>
                    <a:pt x="29010" y="103602"/>
                  </a:lnTo>
                  <a:lnTo>
                    <a:pt x="33626" y="105838"/>
                  </a:lnTo>
                  <a:lnTo>
                    <a:pt x="42197" y="105838"/>
                  </a:lnTo>
                  <a:lnTo>
                    <a:pt x="47472" y="105838"/>
                  </a:lnTo>
                  <a:lnTo>
                    <a:pt x="52087" y="105838"/>
                  </a:lnTo>
                  <a:lnTo>
                    <a:pt x="52747" y="105093"/>
                  </a:lnTo>
                  <a:lnTo>
                    <a:pt x="51428" y="102857"/>
                  </a:lnTo>
                  <a:lnTo>
                    <a:pt x="48131" y="102857"/>
                  </a:lnTo>
                  <a:lnTo>
                    <a:pt x="47472" y="102857"/>
                  </a:lnTo>
                  <a:lnTo>
                    <a:pt x="46153" y="102111"/>
                  </a:lnTo>
                  <a:lnTo>
                    <a:pt x="46813" y="99875"/>
                  </a:lnTo>
                  <a:lnTo>
                    <a:pt x="47472" y="98385"/>
                  </a:lnTo>
                  <a:lnTo>
                    <a:pt x="50769" y="98385"/>
                  </a:lnTo>
                  <a:lnTo>
                    <a:pt x="55384" y="100621"/>
                  </a:lnTo>
                  <a:lnTo>
                    <a:pt x="60000" y="105093"/>
                  </a:lnTo>
                  <a:lnTo>
                    <a:pt x="63956" y="105838"/>
                  </a:lnTo>
                  <a:lnTo>
                    <a:pt x="66593" y="104347"/>
                  </a:lnTo>
                  <a:lnTo>
                    <a:pt x="65934" y="107329"/>
                  </a:lnTo>
                  <a:lnTo>
                    <a:pt x="64615" y="111801"/>
                  </a:lnTo>
                  <a:lnTo>
                    <a:pt x="65934" y="114037"/>
                  </a:lnTo>
                  <a:lnTo>
                    <a:pt x="69890" y="115527"/>
                  </a:lnTo>
                  <a:lnTo>
                    <a:pt x="73186" y="115527"/>
                  </a:lnTo>
                  <a:lnTo>
                    <a:pt x="75824" y="117763"/>
                  </a:lnTo>
                  <a:lnTo>
                    <a:pt x="78461" y="117763"/>
                  </a:lnTo>
                  <a:lnTo>
                    <a:pt x="79780" y="114782"/>
                  </a:lnTo>
                  <a:lnTo>
                    <a:pt x="82417" y="111801"/>
                  </a:lnTo>
                  <a:lnTo>
                    <a:pt x="84395" y="111055"/>
                  </a:lnTo>
                  <a:lnTo>
                    <a:pt x="87032" y="111801"/>
                  </a:lnTo>
                  <a:lnTo>
                    <a:pt x="89670" y="115527"/>
                  </a:lnTo>
                  <a:lnTo>
                    <a:pt x="92307" y="115527"/>
                  </a:lnTo>
                  <a:lnTo>
                    <a:pt x="93626" y="114037"/>
                  </a:lnTo>
                  <a:lnTo>
                    <a:pt x="92307" y="108074"/>
                  </a:lnTo>
                  <a:lnTo>
                    <a:pt x="92307" y="106583"/>
                  </a:lnTo>
                  <a:lnTo>
                    <a:pt x="93626" y="105093"/>
                  </a:lnTo>
                  <a:lnTo>
                    <a:pt x="96263" y="105093"/>
                  </a:lnTo>
                  <a:lnTo>
                    <a:pt x="98901" y="106583"/>
                  </a:lnTo>
                  <a:lnTo>
                    <a:pt x="98901" y="109565"/>
                  </a:lnTo>
                  <a:lnTo>
                    <a:pt x="104175" y="110310"/>
                  </a:lnTo>
                  <a:lnTo>
                    <a:pt x="108791" y="112546"/>
                  </a:lnTo>
                  <a:lnTo>
                    <a:pt x="110769" y="114782"/>
                  </a:lnTo>
                  <a:lnTo>
                    <a:pt x="109450" y="117018"/>
                  </a:lnTo>
                  <a:lnTo>
                    <a:pt x="108791" y="120000"/>
                  </a:lnTo>
                  <a:lnTo>
                    <a:pt x="111428" y="120000"/>
                  </a:lnTo>
                  <a:lnTo>
                    <a:pt x="112747" y="117763"/>
                  </a:lnTo>
                  <a:lnTo>
                    <a:pt x="114065" y="116273"/>
                  </a:lnTo>
                  <a:lnTo>
                    <a:pt x="116043" y="117763"/>
                  </a:lnTo>
                  <a:lnTo>
                    <a:pt x="116043" y="119254"/>
                  </a:lnTo>
                  <a:lnTo>
                    <a:pt x="117362" y="117018"/>
                  </a:lnTo>
                  <a:lnTo>
                    <a:pt x="119340" y="114782"/>
                  </a:lnTo>
                  <a:lnTo>
                    <a:pt x="120000" y="114037"/>
                  </a:lnTo>
                  <a:lnTo>
                    <a:pt x="119340" y="11105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1" name="Shape 10751"/>
            <p:cNvSpPr/>
            <p:nvPr/>
          </p:nvSpPr>
          <p:spPr>
            <a:xfrm>
              <a:off x="6765444" y="2707852"/>
              <a:ext cx="274890" cy="24790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417" y="100408"/>
                  </a:moveTo>
                  <a:lnTo>
                    <a:pt x="2944" y="98775"/>
                  </a:lnTo>
                  <a:lnTo>
                    <a:pt x="5153" y="101224"/>
                  </a:lnTo>
                  <a:lnTo>
                    <a:pt x="7361" y="102040"/>
                  </a:lnTo>
                  <a:lnTo>
                    <a:pt x="8834" y="100408"/>
                  </a:lnTo>
                  <a:lnTo>
                    <a:pt x="16196" y="101224"/>
                  </a:lnTo>
                  <a:lnTo>
                    <a:pt x="16196" y="120000"/>
                  </a:lnTo>
                  <a:lnTo>
                    <a:pt x="85398" y="117551"/>
                  </a:lnTo>
                  <a:lnTo>
                    <a:pt x="86134" y="117551"/>
                  </a:lnTo>
                  <a:lnTo>
                    <a:pt x="87607" y="113469"/>
                  </a:lnTo>
                  <a:lnTo>
                    <a:pt x="88343" y="111020"/>
                  </a:lnTo>
                  <a:lnTo>
                    <a:pt x="87607" y="108571"/>
                  </a:lnTo>
                  <a:lnTo>
                    <a:pt x="87607" y="103673"/>
                  </a:lnTo>
                  <a:lnTo>
                    <a:pt x="87607" y="102040"/>
                  </a:lnTo>
                  <a:lnTo>
                    <a:pt x="86134" y="99591"/>
                  </a:lnTo>
                  <a:lnTo>
                    <a:pt x="85398" y="98775"/>
                  </a:lnTo>
                  <a:lnTo>
                    <a:pt x="85398" y="97142"/>
                  </a:lnTo>
                  <a:lnTo>
                    <a:pt x="86134" y="95510"/>
                  </a:lnTo>
                  <a:lnTo>
                    <a:pt x="85398" y="94693"/>
                  </a:lnTo>
                  <a:lnTo>
                    <a:pt x="86871" y="92244"/>
                  </a:lnTo>
                  <a:lnTo>
                    <a:pt x="89079" y="88979"/>
                  </a:lnTo>
                  <a:lnTo>
                    <a:pt x="89815" y="88979"/>
                  </a:lnTo>
                  <a:lnTo>
                    <a:pt x="89079" y="87346"/>
                  </a:lnTo>
                  <a:lnTo>
                    <a:pt x="90552" y="84081"/>
                  </a:lnTo>
                  <a:lnTo>
                    <a:pt x="92024" y="81632"/>
                  </a:lnTo>
                  <a:lnTo>
                    <a:pt x="90552" y="80816"/>
                  </a:lnTo>
                  <a:lnTo>
                    <a:pt x="91288" y="77551"/>
                  </a:lnTo>
                  <a:lnTo>
                    <a:pt x="93496" y="75102"/>
                  </a:lnTo>
                  <a:lnTo>
                    <a:pt x="97177" y="70204"/>
                  </a:lnTo>
                  <a:lnTo>
                    <a:pt x="99386" y="66122"/>
                  </a:lnTo>
                  <a:lnTo>
                    <a:pt x="99386" y="62857"/>
                  </a:lnTo>
                  <a:lnTo>
                    <a:pt x="100858" y="58775"/>
                  </a:lnTo>
                  <a:lnTo>
                    <a:pt x="101595" y="58775"/>
                  </a:lnTo>
                  <a:lnTo>
                    <a:pt x="103067" y="57142"/>
                  </a:lnTo>
                  <a:lnTo>
                    <a:pt x="103803" y="54693"/>
                  </a:lnTo>
                  <a:lnTo>
                    <a:pt x="105276" y="53061"/>
                  </a:lnTo>
                  <a:lnTo>
                    <a:pt x="108220" y="51428"/>
                  </a:lnTo>
                  <a:lnTo>
                    <a:pt x="107484" y="48979"/>
                  </a:lnTo>
                  <a:lnTo>
                    <a:pt x="108957" y="47346"/>
                  </a:lnTo>
                  <a:lnTo>
                    <a:pt x="110429" y="44081"/>
                  </a:lnTo>
                  <a:lnTo>
                    <a:pt x="110429" y="39183"/>
                  </a:lnTo>
                  <a:lnTo>
                    <a:pt x="110429" y="35102"/>
                  </a:lnTo>
                  <a:lnTo>
                    <a:pt x="112638" y="31836"/>
                  </a:lnTo>
                  <a:lnTo>
                    <a:pt x="114846" y="30204"/>
                  </a:lnTo>
                  <a:lnTo>
                    <a:pt x="114846" y="28571"/>
                  </a:lnTo>
                  <a:lnTo>
                    <a:pt x="115582" y="26938"/>
                  </a:lnTo>
                  <a:lnTo>
                    <a:pt x="115582" y="23673"/>
                  </a:lnTo>
                  <a:lnTo>
                    <a:pt x="117791" y="22857"/>
                  </a:lnTo>
                  <a:lnTo>
                    <a:pt x="118527" y="21224"/>
                  </a:lnTo>
                  <a:lnTo>
                    <a:pt x="119263" y="19591"/>
                  </a:lnTo>
                  <a:lnTo>
                    <a:pt x="120000" y="17959"/>
                  </a:lnTo>
                  <a:lnTo>
                    <a:pt x="120000" y="15510"/>
                  </a:lnTo>
                  <a:lnTo>
                    <a:pt x="101595" y="16326"/>
                  </a:lnTo>
                  <a:lnTo>
                    <a:pt x="108957" y="4081"/>
                  </a:lnTo>
                  <a:lnTo>
                    <a:pt x="108220" y="0"/>
                  </a:lnTo>
                  <a:lnTo>
                    <a:pt x="0" y="3265"/>
                  </a:lnTo>
                  <a:lnTo>
                    <a:pt x="5153" y="38367"/>
                  </a:lnTo>
                  <a:lnTo>
                    <a:pt x="4417" y="10040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2" name="Shape 10752"/>
            <p:cNvSpPr/>
            <p:nvPr/>
          </p:nvSpPr>
          <p:spPr>
            <a:xfrm>
              <a:off x="7011665" y="2657259"/>
              <a:ext cx="465458" cy="15177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042" y="15700"/>
                  </a:moveTo>
                  <a:cubicBezTo>
                    <a:pt x="30552" y="23551"/>
                    <a:pt x="30552" y="23551"/>
                    <a:pt x="30552" y="23551"/>
                  </a:cubicBezTo>
                  <a:cubicBezTo>
                    <a:pt x="31288" y="34766"/>
                    <a:pt x="31288" y="34766"/>
                    <a:pt x="31288" y="34766"/>
                  </a:cubicBezTo>
                  <a:cubicBezTo>
                    <a:pt x="9570" y="35887"/>
                    <a:pt x="9570" y="35887"/>
                    <a:pt x="9570" y="35887"/>
                  </a:cubicBezTo>
                  <a:cubicBezTo>
                    <a:pt x="8834" y="37009"/>
                    <a:pt x="8834" y="37009"/>
                    <a:pt x="8834" y="37009"/>
                  </a:cubicBezTo>
                  <a:cubicBezTo>
                    <a:pt x="8834" y="40373"/>
                    <a:pt x="8834" y="40373"/>
                    <a:pt x="8834" y="40373"/>
                  </a:cubicBezTo>
                  <a:cubicBezTo>
                    <a:pt x="8834" y="43738"/>
                    <a:pt x="8834" y="43738"/>
                    <a:pt x="8834" y="43738"/>
                  </a:cubicBezTo>
                  <a:cubicBezTo>
                    <a:pt x="8466" y="47102"/>
                    <a:pt x="8466" y="47102"/>
                    <a:pt x="8466" y="47102"/>
                  </a:cubicBezTo>
                  <a:cubicBezTo>
                    <a:pt x="7730" y="48224"/>
                    <a:pt x="7730" y="48224"/>
                    <a:pt x="7730" y="48224"/>
                  </a:cubicBezTo>
                  <a:cubicBezTo>
                    <a:pt x="7361" y="50467"/>
                    <a:pt x="7361" y="50467"/>
                    <a:pt x="7361" y="50467"/>
                  </a:cubicBezTo>
                  <a:cubicBezTo>
                    <a:pt x="7730" y="51588"/>
                    <a:pt x="7730" y="51588"/>
                    <a:pt x="7730" y="51588"/>
                  </a:cubicBezTo>
                  <a:cubicBezTo>
                    <a:pt x="7730" y="51588"/>
                    <a:pt x="8466" y="54953"/>
                    <a:pt x="8466" y="56074"/>
                  </a:cubicBezTo>
                  <a:cubicBezTo>
                    <a:pt x="8834" y="57196"/>
                    <a:pt x="8098" y="58317"/>
                    <a:pt x="8098" y="58317"/>
                  </a:cubicBezTo>
                  <a:cubicBezTo>
                    <a:pt x="7361" y="61682"/>
                    <a:pt x="7361" y="61682"/>
                    <a:pt x="7361" y="61682"/>
                  </a:cubicBezTo>
                  <a:cubicBezTo>
                    <a:pt x="6993" y="65046"/>
                    <a:pt x="6993" y="65046"/>
                    <a:pt x="6993" y="65046"/>
                  </a:cubicBezTo>
                  <a:cubicBezTo>
                    <a:pt x="7361" y="65046"/>
                    <a:pt x="7361" y="65046"/>
                    <a:pt x="7361" y="65046"/>
                  </a:cubicBezTo>
                  <a:cubicBezTo>
                    <a:pt x="7361" y="69532"/>
                    <a:pt x="7361" y="69532"/>
                    <a:pt x="7361" y="69532"/>
                  </a:cubicBezTo>
                  <a:cubicBezTo>
                    <a:pt x="6993" y="71775"/>
                    <a:pt x="6993" y="71775"/>
                    <a:pt x="6993" y="71775"/>
                  </a:cubicBezTo>
                  <a:cubicBezTo>
                    <a:pt x="6625" y="74018"/>
                    <a:pt x="6625" y="74018"/>
                    <a:pt x="6625" y="74018"/>
                  </a:cubicBezTo>
                  <a:cubicBezTo>
                    <a:pt x="5889" y="77383"/>
                    <a:pt x="5889" y="77383"/>
                    <a:pt x="5889" y="77383"/>
                  </a:cubicBezTo>
                  <a:cubicBezTo>
                    <a:pt x="4785" y="78504"/>
                    <a:pt x="4785" y="78504"/>
                    <a:pt x="4785" y="78504"/>
                  </a:cubicBezTo>
                  <a:cubicBezTo>
                    <a:pt x="4785" y="84112"/>
                    <a:pt x="4785" y="84112"/>
                    <a:pt x="4785" y="84112"/>
                  </a:cubicBezTo>
                  <a:cubicBezTo>
                    <a:pt x="4417" y="86355"/>
                    <a:pt x="4417" y="86355"/>
                    <a:pt x="4417" y="86355"/>
                  </a:cubicBezTo>
                  <a:cubicBezTo>
                    <a:pt x="4417" y="88598"/>
                    <a:pt x="4417" y="88598"/>
                    <a:pt x="4417" y="88598"/>
                  </a:cubicBezTo>
                  <a:cubicBezTo>
                    <a:pt x="2944" y="91962"/>
                    <a:pt x="2944" y="91962"/>
                    <a:pt x="2944" y="91962"/>
                  </a:cubicBezTo>
                  <a:cubicBezTo>
                    <a:pt x="1840" y="97570"/>
                    <a:pt x="1840" y="97570"/>
                    <a:pt x="1840" y="97570"/>
                  </a:cubicBezTo>
                  <a:cubicBezTo>
                    <a:pt x="1840" y="103177"/>
                    <a:pt x="1840" y="103177"/>
                    <a:pt x="1840" y="103177"/>
                  </a:cubicBezTo>
                  <a:cubicBezTo>
                    <a:pt x="1840" y="111028"/>
                    <a:pt x="1840" y="111028"/>
                    <a:pt x="1840" y="111028"/>
                  </a:cubicBezTo>
                  <a:cubicBezTo>
                    <a:pt x="736" y="116635"/>
                    <a:pt x="736" y="116635"/>
                    <a:pt x="736" y="116635"/>
                  </a:cubicBezTo>
                  <a:cubicBezTo>
                    <a:pt x="0" y="120000"/>
                    <a:pt x="0" y="120000"/>
                    <a:pt x="0" y="120000"/>
                  </a:cubicBezTo>
                  <a:cubicBezTo>
                    <a:pt x="0" y="120000"/>
                    <a:pt x="0" y="120000"/>
                    <a:pt x="0" y="120000"/>
                  </a:cubicBezTo>
                  <a:cubicBezTo>
                    <a:pt x="85398" y="99813"/>
                    <a:pt x="85398" y="99813"/>
                    <a:pt x="85398" y="99813"/>
                  </a:cubicBezTo>
                  <a:cubicBezTo>
                    <a:pt x="85398" y="99813"/>
                    <a:pt x="85398" y="99813"/>
                    <a:pt x="85398" y="99813"/>
                  </a:cubicBezTo>
                  <a:cubicBezTo>
                    <a:pt x="85398" y="98691"/>
                    <a:pt x="85398" y="98691"/>
                    <a:pt x="85398" y="98691"/>
                  </a:cubicBezTo>
                  <a:cubicBezTo>
                    <a:pt x="85766" y="91962"/>
                    <a:pt x="85766" y="91962"/>
                    <a:pt x="85766" y="91962"/>
                  </a:cubicBezTo>
                  <a:cubicBezTo>
                    <a:pt x="85766" y="88598"/>
                    <a:pt x="85766" y="88598"/>
                    <a:pt x="85766" y="88598"/>
                  </a:cubicBezTo>
                  <a:cubicBezTo>
                    <a:pt x="87239" y="84112"/>
                    <a:pt x="87239" y="84112"/>
                    <a:pt x="87239" y="84112"/>
                  </a:cubicBezTo>
                  <a:cubicBezTo>
                    <a:pt x="88343" y="84112"/>
                    <a:pt x="88343" y="84112"/>
                    <a:pt x="88343" y="84112"/>
                  </a:cubicBezTo>
                  <a:cubicBezTo>
                    <a:pt x="89815" y="80747"/>
                    <a:pt x="89815" y="80747"/>
                    <a:pt x="89815" y="80747"/>
                  </a:cubicBezTo>
                  <a:cubicBezTo>
                    <a:pt x="89447" y="76261"/>
                    <a:pt x="89447" y="76261"/>
                    <a:pt x="89447" y="76261"/>
                  </a:cubicBezTo>
                  <a:cubicBezTo>
                    <a:pt x="90552" y="71775"/>
                    <a:pt x="90552" y="71775"/>
                    <a:pt x="90552" y="71775"/>
                  </a:cubicBezTo>
                  <a:cubicBezTo>
                    <a:pt x="103067" y="49345"/>
                    <a:pt x="103067" y="49345"/>
                    <a:pt x="103067" y="49345"/>
                  </a:cubicBezTo>
                  <a:cubicBezTo>
                    <a:pt x="104907" y="45981"/>
                    <a:pt x="104907" y="45981"/>
                    <a:pt x="104907" y="45981"/>
                  </a:cubicBezTo>
                  <a:cubicBezTo>
                    <a:pt x="105644" y="41495"/>
                    <a:pt x="105644" y="41495"/>
                    <a:pt x="105644" y="41495"/>
                  </a:cubicBezTo>
                  <a:cubicBezTo>
                    <a:pt x="107116" y="34766"/>
                    <a:pt x="107116" y="34766"/>
                    <a:pt x="107116" y="34766"/>
                  </a:cubicBezTo>
                  <a:cubicBezTo>
                    <a:pt x="108220" y="34766"/>
                    <a:pt x="108220" y="34766"/>
                    <a:pt x="108220" y="34766"/>
                  </a:cubicBezTo>
                  <a:cubicBezTo>
                    <a:pt x="109325" y="39252"/>
                    <a:pt x="109325" y="39252"/>
                    <a:pt x="109325" y="39252"/>
                  </a:cubicBezTo>
                  <a:cubicBezTo>
                    <a:pt x="110797" y="34766"/>
                    <a:pt x="110797" y="34766"/>
                    <a:pt x="110797" y="34766"/>
                  </a:cubicBezTo>
                  <a:cubicBezTo>
                    <a:pt x="112638" y="28037"/>
                    <a:pt x="112638" y="28037"/>
                    <a:pt x="112638" y="28037"/>
                  </a:cubicBezTo>
                  <a:cubicBezTo>
                    <a:pt x="116687" y="25794"/>
                    <a:pt x="116687" y="25794"/>
                    <a:pt x="116687" y="25794"/>
                  </a:cubicBezTo>
                  <a:cubicBezTo>
                    <a:pt x="117055" y="21308"/>
                    <a:pt x="117055" y="21308"/>
                    <a:pt x="117055" y="21308"/>
                  </a:cubicBezTo>
                  <a:cubicBezTo>
                    <a:pt x="118159" y="15700"/>
                    <a:pt x="118159" y="15700"/>
                    <a:pt x="118159" y="15700"/>
                  </a:cubicBezTo>
                  <a:cubicBezTo>
                    <a:pt x="119631" y="13457"/>
                    <a:pt x="119631" y="13457"/>
                    <a:pt x="119631" y="13457"/>
                  </a:cubicBezTo>
                  <a:cubicBezTo>
                    <a:pt x="120000" y="13457"/>
                    <a:pt x="120000" y="13457"/>
                    <a:pt x="120000" y="13457"/>
                  </a:cubicBezTo>
                  <a:cubicBezTo>
                    <a:pt x="120000" y="0"/>
                    <a:pt x="120000" y="0"/>
                    <a:pt x="120000" y="0"/>
                  </a:cubicBezTo>
                  <a:lnTo>
                    <a:pt x="71042" y="157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3" name="Shape 10753"/>
            <p:cNvSpPr/>
            <p:nvPr/>
          </p:nvSpPr>
          <p:spPr>
            <a:xfrm>
              <a:off x="7342208" y="2606665"/>
              <a:ext cx="465458" cy="20574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263" y="28333"/>
                  </a:moveTo>
                  <a:cubicBezTo>
                    <a:pt x="118527" y="25833"/>
                    <a:pt x="118527" y="25833"/>
                    <a:pt x="118527" y="25833"/>
                  </a:cubicBezTo>
                  <a:cubicBezTo>
                    <a:pt x="117791" y="23333"/>
                    <a:pt x="117791" y="23333"/>
                    <a:pt x="117791" y="23333"/>
                  </a:cubicBezTo>
                  <a:cubicBezTo>
                    <a:pt x="116687" y="23333"/>
                    <a:pt x="116687" y="23333"/>
                    <a:pt x="116687" y="23333"/>
                  </a:cubicBezTo>
                  <a:cubicBezTo>
                    <a:pt x="116319" y="24166"/>
                    <a:pt x="116319" y="24166"/>
                    <a:pt x="116319" y="24166"/>
                  </a:cubicBezTo>
                  <a:cubicBezTo>
                    <a:pt x="115950" y="31666"/>
                    <a:pt x="115950" y="31666"/>
                    <a:pt x="115950" y="31666"/>
                  </a:cubicBezTo>
                  <a:cubicBezTo>
                    <a:pt x="115950" y="33333"/>
                    <a:pt x="115950" y="33333"/>
                    <a:pt x="115950" y="33333"/>
                  </a:cubicBezTo>
                  <a:cubicBezTo>
                    <a:pt x="114846" y="31666"/>
                    <a:pt x="114846" y="31666"/>
                    <a:pt x="114846" y="31666"/>
                  </a:cubicBezTo>
                  <a:cubicBezTo>
                    <a:pt x="114478" y="26666"/>
                    <a:pt x="114478" y="26666"/>
                    <a:pt x="114478" y="26666"/>
                  </a:cubicBezTo>
                  <a:cubicBezTo>
                    <a:pt x="113742" y="23333"/>
                    <a:pt x="113742" y="23333"/>
                    <a:pt x="113742" y="23333"/>
                  </a:cubicBezTo>
                  <a:cubicBezTo>
                    <a:pt x="112638" y="22500"/>
                    <a:pt x="112638" y="22500"/>
                    <a:pt x="112638" y="22500"/>
                  </a:cubicBezTo>
                  <a:cubicBezTo>
                    <a:pt x="110429" y="25000"/>
                    <a:pt x="110429" y="25000"/>
                    <a:pt x="110429" y="25000"/>
                  </a:cubicBezTo>
                  <a:cubicBezTo>
                    <a:pt x="109693" y="25000"/>
                    <a:pt x="109693" y="25000"/>
                    <a:pt x="109693" y="25000"/>
                  </a:cubicBezTo>
                  <a:cubicBezTo>
                    <a:pt x="107484" y="26666"/>
                    <a:pt x="107484" y="26666"/>
                    <a:pt x="107484" y="26666"/>
                  </a:cubicBezTo>
                  <a:cubicBezTo>
                    <a:pt x="106380" y="29166"/>
                    <a:pt x="106380" y="29166"/>
                    <a:pt x="106380" y="29166"/>
                  </a:cubicBezTo>
                  <a:cubicBezTo>
                    <a:pt x="105276" y="32500"/>
                    <a:pt x="105276" y="32500"/>
                    <a:pt x="105276" y="32500"/>
                  </a:cubicBezTo>
                  <a:cubicBezTo>
                    <a:pt x="104907" y="30833"/>
                    <a:pt x="104907" y="30833"/>
                    <a:pt x="104907" y="30833"/>
                  </a:cubicBezTo>
                  <a:cubicBezTo>
                    <a:pt x="104907" y="26666"/>
                    <a:pt x="104907" y="26666"/>
                    <a:pt x="104907" y="26666"/>
                  </a:cubicBezTo>
                  <a:cubicBezTo>
                    <a:pt x="104907" y="25000"/>
                    <a:pt x="104907" y="25000"/>
                    <a:pt x="104907" y="25000"/>
                  </a:cubicBezTo>
                  <a:cubicBezTo>
                    <a:pt x="104171" y="22500"/>
                    <a:pt x="104171" y="22500"/>
                    <a:pt x="104171" y="22500"/>
                  </a:cubicBezTo>
                  <a:cubicBezTo>
                    <a:pt x="103803" y="20833"/>
                    <a:pt x="103803" y="20833"/>
                    <a:pt x="103803" y="20833"/>
                  </a:cubicBezTo>
                  <a:cubicBezTo>
                    <a:pt x="103435" y="19166"/>
                    <a:pt x="103435" y="19166"/>
                    <a:pt x="103435" y="19166"/>
                  </a:cubicBezTo>
                  <a:cubicBezTo>
                    <a:pt x="103435" y="16666"/>
                    <a:pt x="103435" y="16666"/>
                    <a:pt x="103435" y="16666"/>
                  </a:cubicBezTo>
                  <a:cubicBezTo>
                    <a:pt x="103435" y="15000"/>
                    <a:pt x="103435" y="15000"/>
                    <a:pt x="103435" y="15000"/>
                  </a:cubicBezTo>
                  <a:cubicBezTo>
                    <a:pt x="104171" y="13333"/>
                    <a:pt x="104171" y="13333"/>
                    <a:pt x="104171" y="13333"/>
                  </a:cubicBezTo>
                  <a:cubicBezTo>
                    <a:pt x="104171" y="13333"/>
                    <a:pt x="104171" y="13333"/>
                    <a:pt x="104171" y="13333"/>
                  </a:cubicBezTo>
                  <a:cubicBezTo>
                    <a:pt x="104539" y="16666"/>
                    <a:pt x="104539" y="16666"/>
                    <a:pt x="104539" y="16666"/>
                  </a:cubicBezTo>
                  <a:cubicBezTo>
                    <a:pt x="104907" y="21666"/>
                    <a:pt x="104907" y="21666"/>
                    <a:pt x="104907" y="21666"/>
                  </a:cubicBezTo>
                  <a:cubicBezTo>
                    <a:pt x="105644" y="25833"/>
                    <a:pt x="105644" y="25833"/>
                    <a:pt x="105644" y="25833"/>
                  </a:cubicBezTo>
                  <a:cubicBezTo>
                    <a:pt x="106748" y="24166"/>
                    <a:pt x="106748" y="24166"/>
                    <a:pt x="106748" y="24166"/>
                  </a:cubicBezTo>
                  <a:cubicBezTo>
                    <a:pt x="107116" y="23333"/>
                    <a:pt x="107116" y="23333"/>
                    <a:pt x="107116" y="23333"/>
                  </a:cubicBezTo>
                  <a:cubicBezTo>
                    <a:pt x="108220" y="21666"/>
                    <a:pt x="108220" y="21666"/>
                    <a:pt x="108220" y="21666"/>
                  </a:cubicBezTo>
                  <a:cubicBezTo>
                    <a:pt x="108588" y="21666"/>
                    <a:pt x="108588" y="21666"/>
                    <a:pt x="108588" y="21666"/>
                  </a:cubicBezTo>
                  <a:cubicBezTo>
                    <a:pt x="110061" y="20000"/>
                    <a:pt x="110061" y="20000"/>
                    <a:pt x="110061" y="20000"/>
                  </a:cubicBezTo>
                  <a:cubicBezTo>
                    <a:pt x="110429" y="18333"/>
                    <a:pt x="110429" y="18333"/>
                    <a:pt x="110429" y="18333"/>
                  </a:cubicBezTo>
                  <a:cubicBezTo>
                    <a:pt x="112269" y="18333"/>
                    <a:pt x="112269" y="18333"/>
                    <a:pt x="112269" y="18333"/>
                  </a:cubicBezTo>
                  <a:cubicBezTo>
                    <a:pt x="112638" y="15833"/>
                    <a:pt x="112638" y="15833"/>
                    <a:pt x="112638" y="15833"/>
                  </a:cubicBezTo>
                  <a:cubicBezTo>
                    <a:pt x="113006" y="15000"/>
                    <a:pt x="113006" y="15000"/>
                    <a:pt x="113006" y="15000"/>
                  </a:cubicBezTo>
                  <a:cubicBezTo>
                    <a:pt x="113006" y="15000"/>
                    <a:pt x="112638" y="14166"/>
                    <a:pt x="112638" y="13333"/>
                  </a:cubicBezTo>
                  <a:cubicBezTo>
                    <a:pt x="112269" y="13333"/>
                    <a:pt x="112269" y="13333"/>
                    <a:pt x="112269" y="13333"/>
                  </a:cubicBezTo>
                  <a:cubicBezTo>
                    <a:pt x="111533" y="10833"/>
                    <a:pt x="111533" y="10833"/>
                    <a:pt x="111533" y="10833"/>
                  </a:cubicBezTo>
                  <a:cubicBezTo>
                    <a:pt x="111533" y="10000"/>
                    <a:pt x="111533" y="10000"/>
                    <a:pt x="111533" y="10000"/>
                  </a:cubicBezTo>
                  <a:cubicBezTo>
                    <a:pt x="111901" y="10000"/>
                    <a:pt x="111901" y="10000"/>
                    <a:pt x="111901" y="10000"/>
                  </a:cubicBezTo>
                  <a:cubicBezTo>
                    <a:pt x="113742" y="11666"/>
                    <a:pt x="113742" y="11666"/>
                    <a:pt x="113742" y="11666"/>
                  </a:cubicBezTo>
                  <a:cubicBezTo>
                    <a:pt x="114846" y="11666"/>
                    <a:pt x="114846" y="11666"/>
                    <a:pt x="114846" y="11666"/>
                  </a:cubicBezTo>
                  <a:cubicBezTo>
                    <a:pt x="114846" y="9166"/>
                    <a:pt x="114846" y="9166"/>
                    <a:pt x="114846" y="9166"/>
                  </a:cubicBezTo>
                  <a:cubicBezTo>
                    <a:pt x="113742" y="5833"/>
                    <a:pt x="113742" y="5833"/>
                    <a:pt x="113742" y="5833"/>
                  </a:cubicBezTo>
                  <a:cubicBezTo>
                    <a:pt x="113374" y="3333"/>
                    <a:pt x="113374" y="3333"/>
                    <a:pt x="113374" y="3333"/>
                  </a:cubicBezTo>
                  <a:cubicBezTo>
                    <a:pt x="112269" y="0"/>
                    <a:pt x="112269" y="0"/>
                    <a:pt x="112269" y="0"/>
                  </a:cubicBezTo>
                  <a:cubicBezTo>
                    <a:pt x="80245" y="15000"/>
                    <a:pt x="80245" y="15000"/>
                    <a:pt x="80245" y="15000"/>
                  </a:cubicBezTo>
                  <a:cubicBezTo>
                    <a:pt x="57055" y="23333"/>
                    <a:pt x="57055" y="23333"/>
                    <a:pt x="57055" y="23333"/>
                  </a:cubicBezTo>
                  <a:cubicBezTo>
                    <a:pt x="34601" y="29166"/>
                    <a:pt x="34601" y="29166"/>
                    <a:pt x="34601" y="29166"/>
                  </a:cubicBezTo>
                  <a:cubicBezTo>
                    <a:pt x="34601" y="39166"/>
                    <a:pt x="34601" y="39166"/>
                    <a:pt x="34601" y="39166"/>
                  </a:cubicBezTo>
                  <a:cubicBezTo>
                    <a:pt x="34233" y="39166"/>
                    <a:pt x="34233" y="39166"/>
                    <a:pt x="34233" y="39166"/>
                  </a:cubicBezTo>
                  <a:cubicBezTo>
                    <a:pt x="32760" y="40833"/>
                    <a:pt x="32760" y="40833"/>
                    <a:pt x="32760" y="40833"/>
                  </a:cubicBezTo>
                  <a:cubicBezTo>
                    <a:pt x="31656" y="45000"/>
                    <a:pt x="31656" y="45000"/>
                    <a:pt x="31656" y="45000"/>
                  </a:cubicBezTo>
                  <a:cubicBezTo>
                    <a:pt x="31288" y="48333"/>
                    <a:pt x="31288" y="48333"/>
                    <a:pt x="31288" y="48333"/>
                  </a:cubicBezTo>
                  <a:cubicBezTo>
                    <a:pt x="27239" y="50000"/>
                    <a:pt x="27239" y="50000"/>
                    <a:pt x="27239" y="50000"/>
                  </a:cubicBezTo>
                  <a:cubicBezTo>
                    <a:pt x="25398" y="55000"/>
                    <a:pt x="25398" y="55000"/>
                    <a:pt x="25398" y="55000"/>
                  </a:cubicBezTo>
                  <a:cubicBezTo>
                    <a:pt x="23926" y="58333"/>
                    <a:pt x="23926" y="58333"/>
                    <a:pt x="23926" y="58333"/>
                  </a:cubicBezTo>
                  <a:cubicBezTo>
                    <a:pt x="22822" y="55000"/>
                    <a:pt x="22822" y="55000"/>
                    <a:pt x="22822" y="55000"/>
                  </a:cubicBezTo>
                  <a:cubicBezTo>
                    <a:pt x="21717" y="55000"/>
                    <a:pt x="21717" y="55000"/>
                    <a:pt x="21717" y="55000"/>
                  </a:cubicBezTo>
                  <a:cubicBezTo>
                    <a:pt x="20245" y="60000"/>
                    <a:pt x="20245" y="60000"/>
                    <a:pt x="20245" y="60000"/>
                  </a:cubicBezTo>
                  <a:cubicBezTo>
                    <a:pt x="19509" y="63333"/>
                    <a:pt x="19509" y="63333"/>
                    <a:pt x="19509" y="63333"/>
                  </a:cubicBezTo>
                  <a:cubicBezTo>
                    <a:pt x="17668" y="65833"/>
                    <a:pt x="17668" y="65833"/>
                    <a:pt x="17668" y="65833"/>
                  </a:cubicBezTo>
                  <a:cubicBezTo>
                    <a:pt x="5153" y="82500"/>
                    <a:pt x="5153" y="82500"/>
                    <a:pt x="5153" y="82500"/>
                  </a:cubicBezTo>
                  <a:cubicBezTo>
                    <a:pt x="4049" y="85833"/>
                    <a:pt x="4049" y="85833"/>
                    <a:pt x="4049" y="85833"/>
                  </a:cubicBezTo>
                  <a:cubicBezTo>
                    <a:pt x="4417" y="89166"/>
                    <a:pt x="4417" y="89166"/>
                    <a:pt x="4417" y="89166"/>
                  </a:cubicBezTo>
                  <a:cubicBezTo>
                    <a:pt x="2944" y="91666"/>
                    <a:pt x="2944" y="91666"/>
                    <a:pt x="2944" y="91666"/>
                  </a:cubicBezTo>
                  <a:cubicBezTo>
                    <a:pt x="1840" y="91666"/>
                    <a:pt x="1840" y="91666"/>
                    <a:pt x="1840" y="91666"/>
                  </a:cubicBezTo>
                  <a:cubicBezTo>
                    <a:pt x="368" y="95000"/>
                    <a:pt x="368" y="95000"/>
                    <a:pt x="368" y="95000"/>
                  </a:cubicBezTo>
                  <a:cubicBezTo>
                    <a:pt x="368" y="97500"/>
                    <a:pt x="368" y="97500"/>
                    <a:pt x="368" y="97500"/>
                  </a:cubicBezTo>
                  <a:cubicBezTo>
                    <a:pt x="0" y="102500"/>
                    <a:pt x="0" y="102500"/>
                    <a:pt x="0" y="102500"/>
                  </a:cubicBezTo>
                  <a:cubicBezTo>
                    <a:pt x="0" y="103333"/>
                    <a:pt x="0" y="103333"/>
                    <a:pt x="0" y="103333"/>
                  </a:cubicBezTo>
                  <a:cubicBezTo>
                    <a:pt x="0" y="103333"/>
                    <a:pt x="0" y="103333"/>
                    <a:pt x="0" y="103333"/>
                  </a:cubicBezTo>
                  <a:cubicBezTo>
                    <a:pt x="20613" y="98333"/>
                    <a:pt x="20613" y="98333"/>
                    <a:pt x="20613" y="98333"/>
                  </a:cubicBezTo>
                  <a:cubicBezTo>
                    <a:pt x="26871" y="87500"/>
                    <a:pt x="26871" y="87500"/>
                    <a:pt x="26871" y="87500"/>
                  </a:cubicBezTo>
                  <a:cubicBezTo>
                    <a:pt x="30552" y="86666"/>
                    <a:pt x="30552" y="86666"/>
                    <a:pt x="30552" y="86666"/>
                  </a:cubicBezTo>
                  <a:cubicBezTo>
                    <a:pt x="33128" y="86666"/>
                    <a:pt x="33128" y="86666"/>
                    <a:pt x="33128" y="86666"/>
                  </a:cubicBezTo>
                  <a:cubicBezTo>
                    <a:pt x="37546" y="88333"/>
                    <a:pt x="37546" y="88333"/>
                    <a:pt x="37546" y="88333"/>
                  </a:cubicBezTo>
                  <a:cubicBezTo>
                    <a:pt x="39754" y="87500"/>
                    <a:pt x="39754" y="87500"/>
                    <a:pt x="39754" y="87500"/>
                  </a:cubicBezTo>
                  <a:cubicBezTo>
                    <a:pt x="40858" y="86666"/>
                    <a:pt x="40858" y="86666"/>
                    <a:pt x="40858" y="86666"/>
                  </a:cubicBezTo>
                  <a:cubicBezTo>
                    <a:pt x="42699" y="84166"/>
                    <a:pt x="42699" y="84166"/>
                    <a:pt x="42699" y="84166"/>
                  </a:cubicBezTo>
                  <a:cubicBezTo>
                    <a:pt x="45276" y="83333"/>
                    <a:pt x="45276" y="83333"/>
                    <a:pt x="45276" y="83333"/>
                  </a:cubicBezTo>
                  <a:cubicBezTo>
                    <a:pt x="48588" y="84166"/>
                    <a:pt x="48588" y="84166"/>
                    <a:pt x="48588" y="84166"/>
                  </a:cubicBezTo>
                  <a:cubicBezTo>
                    <a:pt x="50797" y="86666"/>
                    <a:pt x="50797" y="86666"/>
                    <a:pt x="50797" y="86666"/>
                  </a:cubicBezTo>
                  <a:cubicBezTo>
                    <a:pt x="52269" y="95000"/>
                    <a:pt x="52269" y="95000"/>
                    <a:pt x="52269" y="95000"/>
                  </a:cubicBezTo>
                  <a:cubicBezTo>
                    <a:pt x="66993" y="88333"/>
                    <a:pt x="66993" y="88333"/>
                    <a:pt x="66993" y="88333"/>
                  </a:cubicBezTo>
                  <a:cubicBezTo>
                    <a:pt x="86134" y="120000"/>
                    <a:pt x="86134" y="120000"/>
                    <a:pt x="86134" y="120000"/>
                  </a:cubicBezTo>
                  <a:cubicBezTo>
                    <a:pt x="89447" y="116666"/>
                    <a:pt x="89447" y="116666"/>
                    <a:pt x="89447" y="116666"/>
                  </a:cubicBezTo>
                  <a:cubicBezTo>
                    <a:pt x="90184" y="116666"/>
                    <a:pt x="90184" y="116666"/>
                    <a:pt x="90184" y="116666"/>
                  </a:cubicBezTo>
                  <a:cubicBezTo>
                    <a:pt x="93496" y="115833"/>
                    <a:pt x="93496" y="115833"/>
                    <a:pt x="93496" y="115833"/>
                  </a:cubicBezTo>
                  <a:cubicBezTo>
                    <a:pt x="94233" y="113333"/>
                    <a:pt x="94233" y="113333"/>
                    <a:pt x="94233" y="113333"/>
                  </a:cubicBezTo>
                  <a:cubicBezTo>
                    <a:pt x="95337" y="110833"/>
                    <a:pt x="95337" y="110833"/>
                    <a:pt x="95337" y="110833"/>
                  </a:cubicBezTo>
                  <a:cubicBezTo>
                    <a:pt x="95705" y="103333"/>
                    <a:pt x="95705" y="103333"/>
                    <a:pt x="95705" y="103333"/>
                  </a:cubicBezTo>
                  <a:cubicBezTo>
                    <a:pt x="96809" y="97500"/>
                    <a:pt x="96809" y="97500"/>
                    <a:pt x="96809" y="97500"/>
                  </a:cubicBezTo>
                  <a:cubicBezTo>
                    <a:pt x="98282" y="92500"/>
                    <a:pt x="98282" y="92500"/>
                    <a:pt x="98282" y="92500"/>
                  </a:cubicBezTo>
                  <a:cubicBezTo>
                    <a:pt x="99754" y="90000"/>
                    <a:pt x="99754" y="90000"/>
                    <a:pt x="99754" y="90000"/>
                  </a:cubicBezTo>
                  <a:cubicBezTo>
                    <a:pt x="99754" y="88333"/>
                    <a:pt x="99754" y="88333"/>
                    <a:pt x="99754" y="88333"/>
                  </a:cubicBezTo>
                  <a:cubicBezTo>
                    <a:pt x="99386" y="85833"/>
                    <a:pt x="99386" y="85833"/>
                    <a:pt x="99386" y="85833"/>
                  </a:cubicBezTo>
                  <a:cubicBezTo>
                    <a:pt x="99018" y="84166"/>
                    <a:pt x="99018" y="84166"/>
                    <a:pt x="99018" y="84166"/>
                  </a:cubicBezTo>
                  <a:cubicBezTo>
                    <a:pt x="99386" y="83333"/>
                    <a:pt x="99386" y="83333"/>
                    <a:pt x="99386" y="83333"/>
                  </a:cubicBezTo>
                  <a:cubicBezTo>
                    <a:pt x="99386" y="81666"/>
                    <a:pt x="99386" y="81666"/>
                    <a:pt x="99386" y="81666"/>
                  </a:cubicBezTo>
                  <a:cubicBezTo>
                    <a:pt x="99754" y="80833"/>
                    <a:pt x="99754" y="80833"/>
                    <a:pt x="99754" y="80833"/>
                  </a:cubicBezTo>
                  <a:cubicBezTo>
                    <a:pt x="100122" y="80833"/>
                    <a:pt x="100122" y="80833"/>
                    <a:pt x="100122" y="80833"/>
                  </a:cubicBezTo>
                  <a:cubicBezTo>
                    <a:pt x="100490" y="81666"/>
                    <a:pt x="100490" y="81666"/>
                    <a:pt x="100490" y="81666"/>
                  </a:cubicBezTo>
                  <a:cubicBezTo>
                    <a:pt x="100858" y="85000"/>
                    <a:pt x="100858" y="85000"/>
                    <a:pt x="100858" y="85000"/>
                  </a:cubicBezTo>
                  <a:cubicBezTo>
                    <a:pt x="102331" y="83333"/>
                    <a:pt x="102331" y="83333"/>
                    <a:pt x="102331" y="83333"/>
                  </a:cubicBezTo>
                  <a:cubicBezTo>
                    <a:pt x="103435" y="82500"/>
                    <a:pt x="103435" y="82500"/>
                    <a:pt x="103435" y="82500"/>
                  </a:cubicBezTo>
                  <a:cubicBezTo>
                    <a:pt x="103435" y="80833"/>
                    <a:pt x="103435" y="80833"/>
                    <a:pt x="103435" y="80833"/>
                  </a:cubicBezTo>
                  <a:cubicBezTo>
                    <a:pt x="103435" y="79166"/>
                    <a:pt x="103435" y="79166"/>
                    <a:pt x="103435" y="79166"/>
                  </a:cubicBezTo>
                  <a:cubicBezTo>
                    <a:pt x="104171" y="78333"/>
                    <a:pt x="104171" y="78333"/>
                    <a:pt x="104171" y="78333"/>
                  </a:cubicBezTo>
                  <a:cubicBezTo>
                    <a:pt x="104171" y="77500"/>
                    <a:pt x="104171" y="77500"/>
                    <a:pt x="104171" y="77500"/>
                  </a:cubicBezTo>
                  <a:cubicBezTo>
                    <a:pt x="104907" y="79166"/>
                    <a:pt x="104907" y="79166"/>
                    <a:pt x="104907" y="79166"/>
                  </a:cubicBezTo>
                  <a:cubicBezTo>
                    <a:pt x="106748" y="77500"/>
                    <a:pt x="106748" y="77500"/>
                    <a:pt x="106748" y="77500"/>
                  </a:cubicBezTo>
                  <a:cubicBezTo>
                    <a:pt x="108220" y="75833"/>
                    <a:pt x="108220" y="75833"/>
                    <a:pt x="108220" y="75833"/>
                  </a:cubicBezTo>
                  <a:cubicBezTo>
                    <a:pt x="108957" y="75833"/>
                    <a:pt x="108957" y="75833"/>
                    <a:pt x="108957" y="75833"/>
                  </a:cubicBezTo>
                  <a:cubicBezTo>
                    <a:pt x="110061" y="74166"/>
                    <a:pt x="110061" y="74166"/>
                    <a:pt x="110061" y="74166"/>
                  </a:cubicBezTo>
                  <a:cubicBezTo>
                    <a:pt x="110797" y="73333"/>
                    <a:pt x="110797" y="73333"/>
                    <a:pt x="110797" y="73333"/>
                  </a:cubicBezTo>
                  <a:cubicBezTo>
                    <a:pt x="110797" y="72500"/>
                    <a:pt x="110797" y="72500"/>
                    <a:pt x="110797" y="72500"/>
                  </a:cubicBezTo>
                  <a:cubicBezTo>
                    <a:pt x="112269" y="75000"/>
                    <a:pt x="112269" y="75000"/>
                    <a:pt x="112269" y="75000"/>
                  </a:cubicBezTo>
                  <a:cubicBezTo>
                    <a:pt x="113006" y="71666"/>
                    <a:pt x="113006" y="71666"/>
                    <a:pt x="113006" y="71666"/>
                  </a:cubicBezTo>
                  <a:cubicBezTo>
                    <a:pt x="113374" y="67500"/>
                    <a:pt x="113374" y="67500"/>
                    <a:pt x="113374" y="67500"/>
                  </a:cubicBezTo>
                  <a:cubicBezTo>
                    <a:pt x="113742" y="65833"/>
                    <a:pt x="113742" y="65833"/>
                    <a:pt x="113742" y="65833"/>
                  </a:cubicBezTo>
                  <a:cubicBezTo>
                    <a:pt x="114110" y="64166"/>
                    <a:pt x="114110" y="64166"/>
                    <a:pt x="114110" y="64166"/>
                  </a:cubicBezTo>
                  <a:cubicBezTo>
                    <a:pt x="114110" y="64166"/>
                    <a:pt x="113742" y="61666"/>
                    <a:pt x="113374" y="62500"/>
                  </a:cubicBezTo>
                  <a:cubicBezTo>
                    <a:pt x="113006" y="62500"/>
                    <a:pt x="111901" y="63333"/>
                    <a:pt x="111901" y="63333"/>
                  </a:cubicBezTo>
                  <a:cubicBezTo>
                    <a:pt x="111533" y="65000"/>
                    <a:pt x="111533" y="65000"/>
                    <a:pt x="111533" y="65000"/>
                  </a:cubicBezTo>
                  <a:cubicBezTo>
                    <a:pt x="110797" y="65000"/>
                    <a:pt x="110797" y="65000"/>
                    <a:pt x="110797" y="65000"/>
                  </a:cubicBezTo>
                  <a:cubicBezTo>
                    <a:pt x="110061" y="66666"/>
                    <a:pt x="110061" y="66666"/>
                    <a:pt x="110061" y="66666"/>
                  </a:cubicBezTo>
                  <a:cubicBezTo>
                    <a:pt x="108220" y="69166"/>
                    <a:pt x="108220" y="69166"/>
                    <a:pt x="108220" y="69166"/>
                  </a:cubicBezTo>
                  <a:cubicBezTo>
                    <a:pt x="107116" y="69166"/>
                    <a:pt x="107116" y="69166"/>
                    <a:pt x="107116" y="69166"/>
                  </a:cubicBezTo>
                  <a:cubicBezTo>
                    <a:pt x="104171" y="67500"/>
                    <a:pt x="104171" y="67500"/>
                    <a:pt x="104171" y="67500"/>
                  </a:cubicBezTo>
                  <a:cubicBezTo>
                    <a:pt x="104171" y="65833"/>
                    <a:pt x="104171" y="65833"/>
                    <a:pt x="104171" y="65833"/>
                  </a:cubicBezTo>
                  <a:cubicBezTo>
                    <a:pt x="104171" y="64166"/>
                    <a:pt x="104171" y="64166"/>
                    <a:pt x="104171" y="64166"/>
                  </a:cubicBezTo>
                  <a:cubicBezTo>
                    <a:pt x="104539" y="63333"/>
                    <a:pt x="104539" y="63333"/>
                    <a:pt x="104539" y="63333"/>
                  </a:cubicBezTo>
                  <a:cubicBezTo>
                    <a:pt x="105276" y="63333"/>
                    <a:pt x="105276" y="63333"/>
                    <a:pt x="105276" y="63333"/>
                  </a:cubicBezTo>
                  <a:cubicBezTo>
                    <a:pt x="106012" y="64166"/>
                    <a:pt x="106012" y="64166"/>
                    <a:pt x="106012" y="64166"/>
                  </a:cubicBezTo>
                  <a:cubicBezTo>
                    <a:pt x="107852" y="64166"/>
                    <a:pt x="107852" y="64166"/>
                    <a:pt x="107852" y="64166"/>
                  </a:cubicBezTo>
                  <a:cubicBezTo>
                    <a:pt x="108957" y="62500"/>
                    <a:pt x="108957" y="62500"/>
                    <a:pt x="108957" y="62500"/>
                  </a:cubicBezTo>
                  <a:cubicBezTo>
                    <a:pt x="108957" y="60833"/>
                    <a:pt x="108957" y="60833"/>
                    <a:pt x="108957" y="60833"/>
                  </a:cubicBezTo>
                  <a:cubicBezTo>
                    <a:pt x="108588" y="59166"/>
                    <a:pt x="108588" y="59166"/>
                    <a:pt x="108588" y="59166"/>
                  </a:cubicBezTo>
                  <a:cubicBezTo>
                    <a:pt x="108957" y="56666"/>
                    <a:pt x="108957" y="56666"/>
                    <a:pt x="108957" y="56666"/>
                  </a:cubicBezTo>
                  <a:cubicBezTo>
                    <a:pt x="109325" y="56666"/>
                    <a:pt x="109325" y="56666"/>
                    <a:pt x="109325" y="56666"/>
                  </a:cubicBezTo>
                  <a:cubicBezTo>
                    <a:pt x="110061" y="55000"/>
                    <a:pt x="110061" y="55000"/>
                    <a:pt x="110061" y="55000"/>
                  </a:cubicBezTo>
                  <a:cubicBezTo>
                    <a:pt x="110061" y="53333"/>
                    <a:pt x="110061" y="53333"/>
                    <a:pt x="110061" y="53333"/>
                  </a:cubicBezTo>
                  <a:cubicBezTo>
                    <a:pt x="108957" y="53333"/>
                    <a:pt x="108957" y="53333"/>
                    <a:pt x="108957" y="53333"/>
                  </a:cubicBezTo>
                  <a:cubicBezTo>
                    <a:pt x="106748" y="50833"/>
                    <a:pt x="106748" y="50833"/>
                    <a:pt x="106748" y="50833"/>
                  </a:cubicBezTo>
                  <a:cubicBezTo>
                    <a:pt x="104171" y="50000"/>
                    <a:pt x="104171" y="50000"/>
                    <a:pt x="104171" y="50000"/>
                  </a:cubicBezTo>
                  <a:cubicBezTo>
                    <a:pt x="103067" y="48333"/>
                    <a:pt x="103067" y="48333"/>
                    <a:pt x="103067" y="48333"/>
                  </a:cubicBezTo>
                  <a:cubicBezTo>
                    <a:pt x="103067" y="47500"/>
                    <a:pt x="103067" y="47500"/>
                    <a:pt x="103067" y="47500"/>
                  </a:cubicBezTo>
                  <a:cubicBezTo>
                    <a:pt x="104539" y="47500"/>
                    <a:pt x="104539" y="47500"/>
                    <a:pt x="104539" y="47500"/>
                  </a:cubicBezTo>
                  <a:cubicBezTo>
                    <a:pt x="106748" y="47500"/>
                    <a:pt x="106748" y="47500"/>
                    <a:pt x="106748" y="47500"/>
                  </a:cubicBezTo>
                  <a:cubicBezTo>
                    <a:pt x="108220" y="49166"/>
                    <a:pt x="108220" y="49166"/>
                    <a:pt x="108220" y="49166"/>
                  </a:cubicBezTo>
                  <a:cubicBezTo>
                    <a:pt x="108588" y="47500"/>
                    <a:pt x="108588" y="47500"/>
                    <a:pt x="108588" y="47500"/>
                  </a:cubicBezTo>
                  <a:cubicBezTo>
                    <a:pt x="108220" y="45833"/>
                    <a:pt x="108220" y="45833"/>
                    <a:pt x="108220" y="45833"/>
                  </a:cubicBezTo>
                  <a:cubicBezTo>
                    <a:pt x="107852" y="45000"/>
                    <a:pt x="107852" y="45000"/>
                    <a:pt x="107852" y="45000"/>
                  </a:cubicBezTo>
                  <a:cubicBezTo>
                    <a:pt x="107484" y="43333"/>
                    <a:pt x="107484" y="43333"/>
                    <a:pt x="107484" y="43333"/>
                  </a:cubicBezTo>
                  <a:cubicBezTo>
                    <a:pt x="108220" y="42500"/>
                    <a:pt x="108220" y="42500"/>
                    <a:pt x="108220" y="42500"/>
                  </a:cubicBezTo>
                  <a:cubicBezTo>
                    <a:pt x="109325" y="42500"/>
                    <a:pt x="109325" y="42500"/>
                    <a:pt x="109325" y="42500"/>
                  </a:cubicBezTo>
                  <a:cubicBezTo>
                    <a:pt x="109693" y="46666"/>
                    <a:pt x="109693" y="46666"/>
                    <a:pt x="109693" y="46666"/>
                  </a:cubicBezTo>
                  <a:cubicBezTo>
                    <a:pt x="110429" y="48333"/>
                    <a:pt x="110429" y="48333"/>
                    <a:pt x="110429" y="48333"/>
                  </a:cubicBezTo>
                  <a:cubicBezTo>
                    <a:pt x="111533" y="48333"/>
                    <a:pt x="111533" y="48333"/>
                    <a:pt x="111533" y="48333"/>
                  </a:cubicBezTo>
                  <a:cubicBezTo>
                    <a:pt x="111901" y="47500"/>
                    <a:pt x="111901" y="47500"/>
                    <a:pt x="111901" y="47500"/>
                  </a:cubicBezTo>
                  <a:cubicBezTo>
                    <a:pt x="112638" y="48333"/>
                    <a:pt x="112638" y="48333"/>
                    <a:pt x="112638" y="48333"/>
                  </a:cubicBezTo>
                  <a:cubicBezTo>
                    <a:pt x="114110" y="48333"/>
                    <a:pt x="114110" y="48333"/>
                    <a:pt x="114110" y="48333"/>
                  </a:cubicBezTo>
                  <a:cubicBezTo>
                    <a:pt x="116319" y="48333"/>
                    <a:pt x="116319" y="48333"/>
                    <a:pt x="116319" y="48333"/>
                  </a:cubicBezTo>
                  <a:cubicBezTo>
                    <a:pt x="116687" y="47500"/>
                    <a:pt x="116687" y="47500"/>
                    <a:pt x="116687" y="47500"/>
                  </a:cubicBezTo>
                  <a:cubicBezTo>
                    <a:pt x="116687" y="44166"/>
                    <a:pt x="116687" y="44166"/>
                    <a:pt x="116687" y="44166"/>
                  </a:cubicBezTo>
                  <a:cubicBezTo>
                    <a:pt x="117055" y="42500"/>
                    <a:pt x="117055" y="42500"/>
                    <a:pt x="117055" y="42500"/>
                  </a:cubicBezTo>
                  <a:cubicBezTo>
                    <a:pt x="117423" y="40000"/>
                    <a:pt x="117423" y="40000"/>
                    <a:pt x="117423" y="40000"/>
                  </a:cubicBezTo>
                  <a:cubicBezTo>
                    <a:pt x="117423" y="38333"/>
                    <a:pt x="117423" y="38333"/>
                    <a:pt x="117423" y="38333"/>
                  </a:cubicBezTo>
                  <a:cubicBezTo>
                    <a:pt x="117791" y="35000"/>
                    <a:pt x="117791" y="35000"/>
                    <a:pt x="117791" y="35000"/>
                  </a:cubicBezTo>
                  <a:cubicBezTo>
                    <a:pt x="118527" y="35000"/>
                    <a:pt x="118527" y="35000"/>
                    <a:pt x="118527" y="35000"/>
                  </a:cubicBezTo>
                  <a:cubicBezTo>
                    <a:pt x="118895" y="36666"/>
                    <a:pt x="118895" y="36666"/>
                    <a:pt x="118895" y="36666"/>
                  </a:cubicBezTo>
                  <a:cubicBezTo>
                    <a:pt x="119631" y="35000"/>
                    <a:pt x="119631" y="35000"/>
                    <a:pt x="119631" y="35000"/>
                  </a:cubicBezTo>
                  <a:cubicBezTo>
                    <a:pt x="119631" y="32500"/>
                    <a:pt x="119631" y="32500"/>
                    <a:pt x="119631" y="32500"/>
                  </a:cubicBezTo>
                  <a:cubicBezTo>
                    <a:pt x="120000" y="30833"/>
                    <a:pt x="120000" y="30833"/>
                    <a:pt x="120000" y="30833"/>
                  </a:cubicBezTo>
                  <a:lnTo>
                    <a:pt x="119263" y="28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4" name="Shape 10754"/>
            <p:cNvSpPr/>
            <p:nvPr/>
          </p:nvSpPr>
          <p:spPr>
            <a:xfrm>
              <a:off x="7274750" y="2775310"/>
              <a:ext cx="286695" cy="3086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208" y="71111"/>
                  </a:moveTo>
                  <a:cubicBezTo>
                    <a:pt x="117014" y="70555"/>
                    <a:pt x="117014" y="70555"/>
                    <a:pt x="117014" y="70555"/>
                  </a:cubicBezTo>
                  <a:cubicBezTo>
                    <a:pt x="116417" y="68888"/>
                    <a:pt x="116417" y="68888"/>
                    <a:pt x="116417" y="68888"/>
                  </a:cubicBezTo>
                  <a:cubicBezTo>
                    <a:pt x="116417" y="66666"/>
                    <a:pt x="116417" y="66666"/>
                    <a:pt x="116417" y="66666"/>
                  </a:cubicBezTo>
                  <a:cubicBezTo>
                    <a:pt x="116417" y="66111"/>
                    <a:pt x="116417" y="66111"/>
                    <a:pt x="116417" y="66111"/>
                  </a:cubicBezTo>
                  <a:cubicBezTo>
                    <a:pt x="114029" y="63888"/>
                    <a:pt x="114029" y="63888"/>
                    <a:pt x="114029" y="63888"/>
                  </a:cubicBezTo>
                  <a:cubicBezTo>
                    <a:pt x="113432" y="62222"/>
                    <a:pt x="113432" y="62222"/>
                    <a:pt x="113432" y="62222"/>
                  </a:cubicBezTo>
                  <a:cubicBezTo>
                    <a:pt x="113432" y="61111"/>
                    <a:pt x="113432" y="61111"/>
                    <a:pt x="113432" y="61111"/>
                  </a:cubicBezTo>
                  <a:cubicBezTo>
                    <a:pt x="113432" y="60555"/>
                    <a:pt x="113432" y="60555"/>
                    <a:pt x="113432" y="60555"/>
                  </a:cubicBezTo>
                  <a:cubicBezTo>
                    <a:pt x="111641" y="59444"/>
                    <a:pt x="111641" y="59444"/>
                    <a:pt x="111641" y="59444"/>
                  </a:cubicBezTo>
                  <a:cubicBezTo>
                    <a:pt x="109850" y="58888"/>
                    <a:pt x="109850" y="58888"/>
                    <a:pt x="109850" y="58888"/>
                  </a:cubicBezTo>
                  <a:cubicBezTo>
                    <a:pt x="109253" y="58888"/>
                    <a:pt x="109253" y="58888"/>
                    <a:pt x="109253" y="58888"/>
                  </a:cubicBezTo>
                  <a:cubicBezTo>
                    <a:pt x="108656" y="57777"/>
                    <a:pt x="108656" y="57777"/>
                    <a:pt x="108656" y="57777"/>
                  </a:cubicBezTo>
                  <a:cubicBezTo>
                    <a:pt x="108059" y="56111"/>
                    <a:pt x="108059" y="56111"/>
                    <a:pt x="108059" y="56111"/>
                  </a:cubicBezTo>
                  <a:cubicBezTo>
                    <a:pt x="108059" y="55000"/>
                    <a:pt x="108059" y="55000"/>
                    <a:pt x="108059" y="55000"/>
                  </a:cubicBezTo>
                  <a:cubicBezTo>
                    <a:pt x="106865" y="53333"/>
                    <a:pt x="106865" y="53333"/>
                    <a:pt x="106865" y="53333"/>
                  </a:cubicBezTo>
                  <a:cubicBezTo>
                    <a:pt x="105074" y="50555"/>
                    <a:pt x="105074" y="50555"/>
                    <a:pt x="105074" y="50555"/>
                  </a:cubicBezTo>
                  <a:cubicBezTo>
                    <a:pt x="103880" y="49444"/>
                    <a:pt x="103880" y="49444"/>
                    <a:pt x="103880" y="49444"/>
                  </a:cubicBezTo>
                  <a:cubicBezTo>
                    <a:pt x="102089" y="48333"/>
                    <a:pt x="102089" y="48333"/>
                    <a:pt x="102089" y="48333"/>
                  </a:cubicBezTo>
                  <a:cubicBezTo>
                    <a:pt x="100298" y="46666"/>
                    <a:pt x="100298" y="46666"/>
                    <a:pt x="100298" y="46666"/>
                  </a:cubicBezTo>
                  <a:cubicBezTo>
                    <a:pt x="98507" y="45000"/>
                    <a:pt x="98507" y="45000"/>
                    <a:pt x="98507" y="45000"/>
                  </a:cubicBezTo>
                  <a:cubicBezTo>
                    <a:pt x="94328" y="43333"/>
                    <a:pt x="94328" y="43333"/>
                    <a:pt x="94328" y="43333"/>
                  </a:cubicBezTo>
                  <a:cubicBezTo>
                    <a:pt x="91343" y="39444"/>
                    <a:pt x="91343" y="39444"/>
                    <a:pt x="91343" y="39444"/>
                  </a:cubicBezTo>
                  <a:cubicBezTo>
                    <a:pt x="87761" y="35000"/>
                    <a:pt x="87761" y="35000"/>
                    <a:pt x="87761" y="35000"/>
                  </a:cubicBezTo>
                  <a:cubicBezTo>
                    <a:pt x="84776" y="32777"/>
                    <a:pt x="84776" y="32777"/>
                    <a:pt x="84776" y="32777"/>
                  </a:cubicBezTo>
                  <a:cubicBezTo>
                    <a:pt x="75223" y="25555"/>
                    <a:pt x="75223" y="25555"/>
                    <a:pt x="75223" y="25555"/>
                  </a:cubicBezTo>
                  <a:cubicBezTo>
                    <a:pt x="72238" y="22222"/>
                    <a:pt x="72238" y="22222"/>
                    <a:pt x="72238" y="22222"/>
                  </a:cubicBezTo>
                  <a:cubicBezTo>
                    <a:pt x="69253" y="19444"/>
                    <a:pt x="69253" y="19444"/>
                    <a:pt x="69253" y="19444"/>
                  </a:cubicBezTo>
                  <a:cubicBezTo>
                    <a:pt x="68059" y="17222"/>
                    <a:pt x="68059" y="17222"/>
                    <a:pt x="68059" y="17222"/>
                  </a:cubicBezTo>
                  <a:cubicBezTo>
                    <a:pt x="66268" y="15000"/>
                    <a:pt x="66268" y="15000"/>
                    <a:pt x="66268" y="15000"/>
                  </a:cubicBezTo>
                  <a:cubicBezTo>
                    <a:pt x="64477" y="13333"/>
                    <a:pt x="64477" y="13333"/>
                    <a:pt x="64477" y="13333"/>
                  </a:cubicBezTo>
                  <a:cubicBezTo>
                    <a:pt x="57313" y="10555"/>
                    <a:pt x="57313" y="10555"/>
                    <a:pt x="57313" y="10555"/>
                  </a:cubicBezTo>
                  <a:cubicBezTo>
                    <a:pt x="56119" y="8888"/>
                    <a:pt x="56119" y="8888"/>
                    <a:pt x="56119" y="8888"/>
                  </a:cubicBezTo>
                  <a:cubicBezTo>
                    <a:pt x="54925" y="7777"/>
                    <a:pt x="54925" y="7777"/>
                    <a:pt x="54925" y="7777"/>
                  </a:cubicBezTo>
                  <a:cubicBezTo>
                    <a:pt x="54925" y="6111"/>
                    <a:pt x="54925" y="6111"/>
                    <a:pt x="54925" y="6111"/>
                  </a:cubicBezTo>
                  <a:cubicBezTo>
                    <a:pt x="57910" y="4444"/>
                    <a:pt x="57910" y="4444"/>
                    <a:pt x="57910" y="4444"/>
                  </a:cubicBezTo>
                  <a:cubicBezTo>
                    <a:pt x="60298" y="2777"/>
                    <a:pt x="60298" y="2777"/>
                    <a:pt x="60298" y="2777"/>
                  </a:cubicBezTo>
                  <a:cubicBezTo>
                    <a:pt x="61492" y="2222"/>
                    <a:pt x="61492" y="2222"/>
                    <a:pt x="61492" y="2222"/>
                  </a:cubicBezTo>
                  <a:cubicBezTo>
                    <a:pt x="61492" y="1111"/>
                    <a:pt x="61492" y="1111"/>
                    <a:pt x="61492" y="1111"/>
                  </a:cubicBezTo>
                  <a:cubicBezTo>
                    <a:pt x="62089" y="0"/>
                    <a:pt x="62089" y="0"/>
                    <a:pt x="62089" y="0"/>
                  </a:cubicBezTo>
                  <a:cubicBezTo>
                    <a:pt x="62089" y="0"/>
                    <a:pt x="62089" y="0"/>
                    <a:pt x="62089" y="0"/>
                  </a:cubicBezTo>
                  <a:cubicBezTo>
                    <a:pt x="28656" y="3333"/>
                    <a:pt x="28656" y="3333"/>
                    <a:pt x="28656" y="3333"/>
                  </a:cubicBezTo>
                  <a:cubicBezTo>
                    <a:pt x="28656" y="3333"/>
                    <a:pt x="28656" y="3333"/>
                    <a:pt x="28656" y="3333"/>
                  </a:cubicBezTo>
                  <a:cubicBezTo>
                    <a:pt x="0" y="5555"/>
                    <a:pt x="0" y="5555"/>
                    <a:pt x="0" y="5555"/>
                  </a:cubicBezTo>
                  <a:cubicBezTo>
                    <a:pt x="1791" y="13333"/>
                    <a:pt x="1791" y="13333"/>
                    <a:pt x="1791" y="13333"/>
                  </a:cubicBezTo>
                  <a:cubicBezTo>
                    <a:pt x="6567" y="32222"/>
                    <a:pt x="6567" y="32222"/>
                    <a:pt x="6567" y="32222"/>
                  </a:cubicBezTo>
                  <a:cubicBezTo>
                    <a:pt x="13731" y="54444"/>
                    <a:pt x="13731" y="54444"/>
                    <a:pt x="13731" y="54444"/>
                  </a:cubicBezTo>
                  <a:cubicBezTo>
                    <a:pt x="14925" y="59444"/>
                    <a:pt x="14925" y="59444"/>
                    <a:pt x="14925" y="59444"/>
                  </a:cubicBezTo>
                  <a:cubicBezTo>
                    <a:pt x="19701" y="67777"/>
                    <a:pt x="19701" y="67777"/>
                    <a:pt x="19701" y="67777"/>
                  </a:cubicBezTo>
                  <a:cubicBezTo>
                    <a:pt x="22686" y="71111"/>
                    <a:pt x="22686" y="71111"/>
                    <a:pt x="22686" y="71111"/>
                  </a:cubicBezTo>
                  <a:cubicBezTo>
                    <a:pt x="22686" y="73333"/>
                    <a:pt x="22686" y="73333"/>
                    <a:pt x="22686" y="73333"/>
                  </a:cubicBezTo>
                  <a:cubicBezTo>
                    <a:pt x="23283" y="76111"/>
                    <a:pt x="23283" y="76111"/>
                    <a:pt x="23283" y="76111"/>
                  </a:cubicBezTo>
                  <a:cubicBezTo>
                    <a:pt x="25074" y="77222"/>
                    <a:pt x="25074" y="77222"/>
                    <a:pt x="25074" y="77222"/>
                  </a:cubicBezTo>
                  <a:cubicBezTo>
                    <a:pt x="23880" y="80000"/>
                    <a:pt x="23880" y="80000"/>
                    <a:pt x="23880" y="80000"/>
                  </a:cubicBezTo>
                  <a:cubicBezTo>
                    <a:pt x="20895" y="81666"/>
                    <a:pt x="20895" y="81666"/>
                    <a:pt x="20895" y="81666"/>
                  </a:cubicBezTo>
                  <a:cubicBezTo>
                    <a:pt x="23283" y="83333"/>
                    <a:pt x="23283" y="83333"/>
                    <a:pt x="23283" y="83333"/>
                  </a:cubicBezTo>
                  <a:cubicBezTo>
                    <a:pt x="22686" y="86111"/>
                    <a:pt x="22686" y="86111"/>
                    <a:pt x="22686" y="86111"/>
                  </a:cubicBezTo>
                  <a:cubicBezTo>
                    <a:pt x="20895" y="87222"/>
                    <a:pt x="20895" y="87222"/>
                    <a:pt x="20895" y="87222"/>
                  </a:cubicBezTo>
                  <a:cubicBezTo>
                    <a:pt x="20895" y="90555"/>
                    <a:pt x="20895" y="90555"/>
                    <a:pt x="20895" y="90555"/>
                  </a:cubicBezTo>
                  <a:cubicBezTo>
                    <a:pt x="22089" y="95555"/>
                    <a:pt x="22089" y="95555"/>
                    <a:pt x="22089" y="95555"/>
                  </a:cubicBezTo>
                  <a:cubicBezTo>
                    <a:pt x="23283" y="97777"/>
                    <a:pt x="23283" y="97777"/>
                    <a:pt x="23283" y="97777"/>
                  </a:cubicBezTo>
                  <a:cubicBezTo>
                    <a:pt x="23880" y="101111"/>
                    <a:pt x="23880" y="101111"/>
                    <a:pt x="23880" y="101111"/>
                  </a:cubicBezTo>
                  <a:cubicBezTo>
                    <a:pt x="22686" y="102222"/>
                    <a:pt x="22686" y="102222"/>
                    <a:pt x="22686" y="102222"/>
                  </a:cubicBezTo>
                  <a:cubicBezTo>
                    <a:pt x="22089" y="103333"/>
                    <a:pt x="22089" y="103333"/>
                    <a:pt x="22089" y="103333"/>
                  </a:cubicBezTo>
                  <a:cubicBezTo>
                    <a:pt x="23283" y="105555"/>
                    <a:pt x="23283" y="105555"/>
                    <a:pt x="23283" y="105555"/>
                  </a:cubicBezTo>
                  <a:cubicBezTo>
                    <a:pt x="24477" y="107222"/>
                    <a:pt x="24477" y="107222"/>
                    <a:pt x="24477" y="107222"/>
                  </a:cubicBezTo>
                  <a:cubicBezTo>
                    <a:pt x="26865" y="110555"/>
                    <a:pt x="26865" y="110555"/>
                    <a:pt x="26865" y="110555"/>
                  </a:cubicBezTo>
                  <a:cubicBezTo>
                    <a:pt x="27462" y="111666"/>
                    <a:pt x="27462" y="111666"/>
                    <a:pt x="27462" y="111666"/>
                  </a:cubicBezTo>
                  <a:cubicBezTo>
                    <a:pt x="31044" y="118333"/>
                    <a:pt x="31044" y="118333"/>
                    <a:pt x="31044" y="118333"/>
                  </a:cubicBezTo>
                  <a:cubicBezTo>
                    <a:pt x="95522" y="115000"/>
                    <a:pt x="95522" y="115000"/>
                    <a:pt x="95522" y="115000"/>
                  </a:cubicBezTo>
                  <a:cubicBezTo>
                    <a:pt x="96119" y="120000"/>
                    <a:pt x="96119" y="120000"/>
                    <a:pt x="96119" y="120000"/>
                  </a:cubicBezTo>
                  <a:cubicBezTo>
                    <a:pt x="100895" y="120000"/>
                    <a:pt x="100895" y="120000"/>
                    <a:pt x="100895" y="120000"/>
                  </a:cubicBezTo>
                  <a:cubicBezTo>
                    <a:pt x="99104" y="107222"/>
                    <a:pt x="99104" y="107222"/>
                    <a:pt x="99104" y="107222"/>
                  </a:cubicBezTo>
                  <a:cubicBezTo>
                    <a:pt x="99104" y="107222"/>
                    <a:pt x="99104" y="107222"/>
                    <a:pt x="99104" y="107222"/>
                  </a:cubicBezTo>
                  <a:cubicBezTo>
                    <a:pt x="103283" y="107777"/>
                    <a:pt x="103283" y="107777"/>
                    <a:pt x="103283" y="107777"/>
                  </a:cubicBezTo>
                  <a:cubicBezTo>
                    <a:pt x="109253" y="108888"/>
                    <a:pt x="109253" y="108888"/>
                    <a:pt x="109253" y="108888"/>
                  </a:cubicBezTo>
                  <a:cubicBezTo>
                    <a:pt x="109850" y="107222"/>
                    <a:pt x="109850" y="107222"/>
                    <a:pt x="109850" y="107222"/>
                  </a:cubicBezTo>
                  <a:cubicBezTo>
                    <a:pt x="109850" y="107222"/>
                    <a:pt x="110447" y="105000"/>
                    <a:pt x="110447" y="105000"/>
                  </a:cubicBezTo>
                  <a:cubicBezTo>
                    <a:pt x="110447" y="104444"/>
                    <a:pt x="109850" y="104444"/>
                    <a:pt x="109850" y="104444"/>
                  </a:cubicBezTo>
                  <a:cubicBezTo>
                    <a:pt x="109850" y="104444"/>
                    <a:pt x="109253" y="103888"/>
                    <a:pt x="108656" y="103888"/>
                  </a:cubicBezTo>
                  <a:cubicBezTo>
                    <a:pt x="108059" y="103333"/>
                    <a:pt x="108059" y="102777"/>
                    <a:pt x="107462" y="102222"/>
                  </a:cubicBezTo>
                  <a:cubicBezTo>
                    <a:pt x="106865" y="101666"/>
                    <a:pt x="107462" y="101666"/>
                    <a:pt x="107462" y="101666"/>
                  </a:cubicBezTo>
                  <a:cubicBezTo>
                    <a:pt x="108656" y="101666"/>
                    <a:pt x="108656" y="101666"/>
                    <a:pt x="108656" y="101666"/>
                  </a:cubicBezTo>
                  <a:cubicBezTo>
                    <a:pt x="110447" y="101666"/>
                    <a:pt x="110447" y="101666"/>
                    <a:pt x="110447" y="101666"/>
                  </a:cubicBezTo>
                  <a:cubicBezTo>
                    <a:pt x="110447" y="101666"/>
                    <a:pt x="109850" y="100555"/>
                    <a:pt x="109850" y="99444"/>
                  </a:cubicBezTo>
                  <a:cubicBezTo>
                    <a:pt x="109253" y="98333"/>
                    <a:pt x="109253" y="98333"/>
                    <a:pt x="109253" y="98333"/>
                  </a:cubicBezTo>
                  <a:cubicBezTo>
                    <a:pt x="111044" y="97777"/>
                    <a:pt x="111044" y="97777"/>
                    <a:pt x="111044" y="97777"/>
                  </a:cubicBezTo>
                  <a:cubicBezTo>
                    <a:pt x="112238" y="96666"/>
                    <a:pt x="112238" y="96666"/>
                    <a:pt x="112238" y="96666"/>
                  </a:cubicBezTo>
                  <a:cubicBezTo>
                    <a:pt x="113432" y="93888"/>
                    <a:pt x="113432" y="93888"/>
                    <a:pt x="113432" y="93888"/>
                  </a:cubicBezTo>
                  <a:cubicBezTo>
                    <a:pt x="111641" y="93333"/>
                    <a:pt x="111641" y="93333"/>
                    <a:pt x="111641" y="93333"/>
                  </a:cubicBezTo>
                  <a:cubicBezTo>
                    <a:pt x="111641" y="93333"/>
                    <a:pt x="111641" y="92777"/>
                    <a:pt x="111641" y="92777"/>
                  </a:cubicBezTo>
                  <a:cubicBezTo>
                    <a:pt x="111641" y="92222"/>
                    <a:pt x="112238" y="92222"/>
                    <a:pt x="112238" y="91666"/>
                  </a:cubicBezTo>
                  <a:cubicBezTo>
                    <a:pt x="112238" y="91666"/>
                    <a:pt x="112835" y="91111"/>
                    <a:pt x="112835" y="91111"/>
                  </a:cubicBezTo>
                  <a:cubicBezTo>
                    <a:pt x="112835" y="89444"/>
                    <a:pt x="112835" y="89444"/>
                    <a:pt x="112835" y="89444"/>
                  </a:cubicBezTo>
                  <a:cubicBezTo>
                    <a:pt x="112835" y="85555"/>
                    <a:pt x="112835" y="85555"/>
                    <a:pt x="112835" y="85555"/>
                  </a:cubicBezTo>
                  <a:cubicBezTo>
                    <a:pt x="112835" y="83888"/>
                    <a:pt x="112835" y="83888"/>
                    <a:pt x="112835" y="83888"/>
                  </a:cubicBezTo>
                  <a:cubicBezTo>
                    <a:pt x="112835" y="83888"/>
                    <a:pt x="114029" y="83888"/>
                    <a:pt x="114626" y="83888"/>
                  </a:cubicBezTo>
                  <a:cubicBezTo>
                    <a:pt x="114626" y="83888"/>
                    <a:pt x="115820" y="84444"/>
                    <a:pt x="115820" y="84444"/>
                  </a:cubicBezTo>
                  <a:cubicBezTo>
                    <a:pt x="115820" y="84444"/>
                    <a:pt x="116417" y="83888"/>
                    <a:pt x="116417" y="83333"/>
                  </a:cubicBezTo>
                  <a:cubicBezTo>
                    <a:pt x="116417" y="83333"/>
                    <a:pt x="116417" y="83333"/>
                    <a:pt x="115223" y="82777"/>
                  </a:cubicBezTo>
                  <a:cubicBezTo>
                    <a:pt x="114626" y="82222"/>
                    <a:pt x="113432" y="81666"/>
                    <a:pt x="113432" y="81666"/>
                  </a:cubicBezTo>
                  <a:cubicBezTo>
                    <a:pt x="113432" y="81111"/>
                    <a:pt x="112835" y="80000"/>
                    <a:pt x="112835" y="80000"/>
                  </a:cubicBezTo>
                  <a:cubicBezTo>
                    <a:pt x="114029" y="80000"/>
                    <a:pt x="114029" y="80000"/>
                    <a:pt x="114029" y="80000"/>
                  </a:cubicBezTo>
                  <a:cubicBezTo>
                    <a:pt x="117014" y="80000"/>
                    <a:pt x="117014" y="80000"/>
                    <a:pt x="117014" y="80000"/>
                  </a:cubicBezTo>
                  <a:cubicBezTo>
                    <a:pt x="117611" y="78333"/>
                    <a:pt x="117611" y="78333"/>
                    <a:pt x="117611" y="78333"/>
                  </a:cubicBezTo>
                  <a:cubicBezTo>
                    <a:pt x="117611" y="78333"/>
                    <a:pt x="115223" y="78333"/>
                    <a:pt x="115223" y="78333"/>
                  </a:cubicBezTo>
                  <a:cubicBezTo>
                    <a:pt x="115223" y="78333"/>
                    <a:pt x="114029" y="77222"/>
                    <a:pt x="114029" y="77222"/>
                  </a:cubicBezTo>
                  <a:cubicBezTo>
                    <a:pt x="114626" y="76111"/>
                    <a:pt x="114626" y="76111"/>
                    <a:pt x="114626" y="76111"/>
                  </a:cubicBezTo>
                  <a:cubicBezTo>
                    <a:pt x="115223" y="76666"/>
                    <a:pt x="115223" y="76666"/>
                    <a:pt x="115223" y="76666"/>
                  </a:cubicBezTo>
                  <a:cubicBezTo>
                    <a:pt x="117611" y="76666"/>
                    <a:pt x="117611" y="76666"/>
                    <a:pt x="117611" y="76666"/>
                  </a:cubicBezTo>
                  <a:cubicBezTo>
                    <a:pt x="118805" y="76111"/>
                    <a:pt x="118805" y="76111"/>
                    <a:pt x="118805" y="76111"/>
                  </a:cubicBezTo>
                  <a:cubicBezTo>
                    <a:pt x="118805" y="74444"/>
                    <a:pt x="118805" y="74444"/>
                    <a:pt x="118805" y="74444"/>
                  </a:cubicBezTo>
                  <a:cubicBezTo>
                    <a:pt x="118805" y="73333"/>
                    <a:pt x="118805" y="73333"/>
                    <a:pt x="118805" y="73333"/>
                  </a:cubicBezTo>
                  <a:cubicBezTo>
                    <a:pt x="120000" y="72222"/>
                    <a:pt x="120000" y="72222"/>
                    <a:pt x="120000" y="72222"/>
                  </a:cubicBezTo>
                  <a:cubicBezTo>
                    <a:pt x="119402" y="71666"/>
                    <a:pt x="119402" y="71666"/>
                    <a:pt x="119402" y="71666"/>
                  </a:cubicBezTo>
                  <a:lnTo>
                    <a:pt x="118208" y="7111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5" name="Shape 10755"/>
            <p:cNvSpPr/>
            <p:nvPr/>
          </p:nvSpPr>
          <p:spPr>
            <a:xfrm>
              <a:off x="7369191" y="2432962"/>
              <a:ext cx="418238" cy="2344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6129" y="109640"/>
                  </a:moveTo>
                  <a:lnTo>
                    <a:pt x="81774" y="101870"/>
                  </a:lnTo>
                  <a:lnTo>
                    <a:pt x="117580" y="88920"/>
                  </a:lnTo>
                  <a:lnTo>
                    <a:pt x="120000" y="87194"/>
                  </a:lnTo>
                  <a:lnTo>
                    <a:pt x="120000" y="84604"/>
                  </a:lnTo>
                  <a:lnTo>
                    <a:pt x="119032" y="80287"/>
                  </a:lnTo>
                  <a:lnTo>
                    <a:pt x="117580" y="76834"/>
                  </a:lnTo>
                  <a:lnTo>
                    <a:pt x="115645" y="74244"/>
                  </a:lnTo>
                  <a:lnTo>
                    <a:pt x="114677" y="74244"/>
                  </a:lnTo>
                  <a:lnTo>
                    <a:pt x="112258" y="71654"/>
                  </a:lnTo>
                  <a:lnTo>
                    <a:pt x="111774" y="69064"/>
                  </a:lnTo>
                  <a:lnTo>
                    <a:pt x="110322" y="67338"/>
                  </a:lnTo>
                  <a:lnTo>
                    <a:pt x="109354" y="63884"/>
                  </a:lnTo>
                  <a:lnTo>
                    <a:pt x="108387" y="62158"/>
                  </a:lnTo>
                  <a:lnTo>
                    <a:pt x="108387" y="60431"/>
                  </a:lnTo>
                  <a:lnTo>
                    <a:pt x="109354" y="58705"/>
                  </a:lnTo>
                  <a:lnTo>
                    <a:pt x="111290" y="60431"/>
                  </a:lnTo>
                  <a:lnTo>
                    <a:pt x="110322" y="57841"/>
                  </a:lnTo>
                  <a:lnTo>
                    <a:pt x="109354" y="55251"/>
                  </a:lnTo>
                  <a:lnTo>
                    <a:pt x="108387" y="54388"/>
                  </a:lnTo>
                  <a:lnTo>
                    <a:pt x="104032" y="51798"/>
                  </a:lnTo>
                  <a:lnTo>
                    <a:pt x="102096" y="46618"/>
                  </a:lnTo>
                  <a:lnTo>
                    <a:pt x="102096" y="45755"/>
                  </a:lnTo>
                  <a:lnTo>
                    <a:pt x="104032" y="47482"/>
                  </a:lnTo>
                  <a:lnTo>
                    <a:pt x="106451" y="48345"/>
                  </a:lnTo>
                  <a:lnTo>
                    <a:pt x="106935" y="50935"/>
                  </a:lnTo>
                  <a:lnTo>
                    <a:pt x="109838" y="51798"/>
                  </a:lnTo>
                  <a:lnTo>
                    <a:pt x="108870" y="48345"/>
                  </a:lnTo>
                  <a:lnTo>
                    <a:pt x="108870" y="44028"/>
                  </a:lnTo>
                  <a:lnTo>
                    <a:pt x="108870" y="41438"/>
                  </a:lnTo>
                  <a:lnTo>
                    <a:pt x="106935" y="42302"/>
                  </a:lnTo>
                  <a:lnTo>
                    <a:pt x="104032" y="38848"/>
                  </a:lnTo>
                  <a:lnTo>
                    <a:pt x="102580" y="35395"/>
                  </a:lnTo>
                  <a:lnTo>
                    <a:pt x="102096" y="35395"/>
                  </a:lnTo>
                  <a:lnTo>
                    <a:pt x="101612" y="37122"/>
                  </a:lnTo>
                  <a:lnTo>
                    <a:pt x="100161" y="37122"/>
                  </a:lnTo>
                  <a:lnTo>
                    <a:pt x="98225" y="33669"/>
                  </a:lnTo>
                  <a:lnTo>
                    <a:pt x="96290" y="31942"/>
                  </a:lnTo>
                  <a:lnTo>
                    <a:pt x="94354" y="31079"/>
                  </a:lnTo>
                  <a:lnTo>
                    <a:pt x="93387" y="31942"/>
                  </a:lnTo>
                  <a:lnTo>
                    <a:pt x="91935" y="32805"/>
                  </a:lnTo>
                  <a:lnTo>
                    <a:pt x="90967" y="31079"/>
                  </a:lnTo>
                  <a:lnTo>
                    <a:pt x="90967" y="21582"/>
                  </a:lnTo>
                  <a:lnTo>
                    <a:pt x="92419" y="20719"/>
                  </a:lnTo>
                  <a:lnTo>
                    <a:pt x="93387" y="18129"/>
                  </a:lnTo>
                  <a:lnTo>
                    <a:pt x="92903" y="14676"/>
                  </a:lnTo>
                  <a:lnTo>
                    <a:pt x="90967" y="12086"/>
                  </a:lnTo>
                  <a:lnTo>
                    <a:pt x="88548" y="8633"/>
                  </a:lnTo>
                  <a:lnTo>
                    <a:pt x="83709" y="3453"/>
                  </a:lnTo>
                  <a:lnTo>
                    <a:pt x="82741" y="4316"/>
                  </a:lnTo>
                  <a:lnTo>
                    <a:pt x="81290" y="6906"/>
                  </a:lnTo>
                  <a:lnTo>
                    <a:pt x="80322" y="6906"/>
                  </a:lnTo>
                  <a:lnTo>
                    <a:pt x="77419" y="4316"/>
                  </a:lnTo>
                  <a:lnTo>
                    <a:pt x="73064" y="0"/>
                  </a:lnTo>
                  <a:lnTo>
                    <a:pt x="73064" y="6906"/>
                  </a:lnTo>
                  <a:lnTo>
                    <a:pt x="72096" y="12949"/>
                  </a:lnTo>
                  <a:lnTo>
                    <a:pt x="71129" y="15539"/>
                  </a:lnTo>
                  <a:lnTo>
                    <a:pt x="69677" y="18129"/>
                  </a:lnTo>
                  <a:lnTo>
                    <a:pt x="67258" y="25899"/>
                  </a:lnTo>
                  <a:lnTo>
                    <a:pt x="66774" y="24172"/>
                  </a:lnTo>
                  <a:lnTo>
                    <a:pt x="65322" y="24172"/>
                  </a:lnTo>
                  <a:lnTo>
                    <a:pt x="64838" y="24172"/>
                  </a:lnTo>
                  <a:lnTo>
                    <a:pt x="64354" y="27625"/>
                  </a:lnTo>
                  <a:lnTo>
                    <a:pt x="63387" y="31079"/>
                  </a:lnTo>
                  <a:lnTo>
                    <a:pt x="61935" y="37985"/>
                  </a:lnTo>
                  <a:lnTo>
                    <a:pt x="61451" y="39712"/>
                  </a:lnTo>
                  <a:lnTo>
                    <a:pt x="60483" y="38848"/>
                  </a:lnTo>
                  <a:lnTo>
                    <a:pt x="58064" y="37122"/>
                  </a:lnTo>
                  <a:lnTo>
                    <a:pt x="56129" y="35395"/>
                  </a:lnTo>
                  <a:lnTo>
                    <a:pt x="55645" y="41438"/>
                  </a:lnTo>
                  <a:lnTo>
                    <a:pt x="54193" y="51798"/>
                  </a:lnTo>
                  <a:lnTo>
                    <a:pt x="52741" y="58705"/>
                  </a:lnTo>
                  <a:lnTo>
                    <a:pt x="50322" y="63021"/>
                  </a:lnTo>
                  <a:lnTo>
                    <a:pt x="49838" y="67338"/>
                  </a:lnTo>
                  <a:lnTo>
                    <a:pt x="50322" y="74244"/>
                  </a:lnTo>
                  <a:lnTo>
                    <a:pt x="48387" y="76834"/>
                  </a:lnTo>
                  <a:lnTo>
                    <a:pt x="43064" y="82014"/>
                  </a:lnTo>
                  <a:lnTo>
                    <a:pt x="39677" y="87194"/>
                  </a:lnTo>
                  <a:lnTo>
                    <a:pt x="35322" y="88920"/>
                  </a:lnTo>
                  <a:lnTo>
                    <a:pt x="33387" y="86330"/>
                  </a:lnTo>
                  <a:lnTo>
                    <a:pt x="30483" y="92374"/>
                  </a:lnTo>
                  <a:lnTo>
                    <a:pt x="29516" y="92374"/>
                  </a:lnTo>
                  <a:lnTo>
                    <a:pt x="27096" y="90647"/>
                  </a:lnTo>
                  <a:lnTo>
                    <a:pt x="24193" y="86330"/>
                  </a:lnTo>
                  <a:lnTo>
                    <a:pt x="23709" y="83741"/>
                  </a:lnTo>
                  <a:lnTo>
                    <a:pt x="22258" y="83741"/>
                  </a:lnTo>
                  <a:lnTo>
                    <a:pt x="21774" y="85467"/>
                  </a:lnTo>
                  <a:lnTo>
                    <a:pt x="20806" y="88920"/>
                  </a:lnTo>
                  <a:lnTo>
                    <a:pt x="18870" y="94100"/>
                  </a:lnTo>
                  <a:lnTo>
                    <a:pt x="13548" y="97553"/>
                  </a:lnTo>
                  <a:lnTo>
                    <a:pt x="12096" y="101870"/>
                  </a:lnTo>
                  <a:lnTo>
                    <a:pt x="10645" y="109640"/>
                  </a:lnTo>
                  <a:lnTo>
                    <a:pt x="8709" y="110503"/>
                  </a:lnTo>
                  <a:lnTo>
                    <a:pt x="7258" y="112230"/>
                  </a:lnTo>
                  <a:lnTo>
                    <a:pt x="4838" y="114820"/>
                  </a:lnTo>
                  <a:lnTo>
                    <a:pt x="2903" y="117410"/>
                  </a:lnTo>
                  <a:lnTo>
                    <a:pt x="0" y="120000"/>
                  </a:lnTo>
                  <a:lnTo>
                    <a:pt x="30967" y="114820"/>
                  </a:lnTo>
                  <a:lnTo>
                    <a:pt x="56129" y="10964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6" name="Shape 10756"/>
            <p:cNvSpPr/>
            <p:nvPr/>
          </p:nvSpPr>
          <p:spPr>
            <a:xfrm>
              <a:off x="7406292" y="2750013"/>
              <a:ext cx="269831" cy="2091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2222" y="11428"/>
                  </a:moveTo>
                  <a:cubicBezTo>
                    <a:pt x="59682" y="3265"/>
                    <a:pt x="59682" y="3265"/>
                    <a:pt x="59682" y="3265"/>
                  </a:cubicBezTo>
                  <a:cubicBezTo>
                    <a:pt x="55873" y="816"/>
                    <a:pt x="55873" y="816"/>
                    <a:pt x="55873" y="816"/>
                  </a:cubicBezTo>
                  <a:cubicBezTo>
                    <a:pt x="50158" y="0"/>
                    <a:pt x="50158" y="0"/>
                    <a:pt x="50158" y="0"/>
                  </a:cubicBezTo>
                  <a:cubicBezTo>
                    <a:pt x="45714" y="816"/>
                    <a:pt x="45714" y="816"/>
                    <a:pt x="45714" y="816"/>
                  </a:cubicBezTo>
                  <a:cubicBezTo>
                    <a:pt x="42539" y="3265"/>
                    <a:pt x="42539" y="3265"/>
                    <a:pt x="42539" y="3265"/>
                  </a:cubicBezTo>
                  <a:cubicBezTo>
                    <a:pt x="40634" y="4081"/>
                    <a:pt x="40634" y="4081"/>
                    <a:pt x="40634" y="4081"/>
                  </a:cubicBezTo>
                  <a:cubicBezTo>
                    <a:pt x="36825" y="4897"/>
                    <a:pt x="36825" y="4897"/>
                    <a:pt x="36825" y="4897"/>
                  </a:cubicBezTo>
                  <a:cubicBezTo>
                    <a:pt x="29206" y="3265"/>
                    <a:pt x="29206" y="3265"/>
                    <a:pt x="29206" y="3265"/>
                  </a:cubicBezTo>
                  <a:cubicBezTo>
                    <a:pt x="24761" y="3265"/>
                    <a:pt x="24761" y="3265"/>
                    <a:pt x="24761" y="3265"/>
                  </a:cubicBezTo>
                  <a:cubicBezTo>
                    <a:pt x="19682" y="4081"/>
                    <a:pt x="19682" y="4081"/>
                    <a:pt x="19682" y="4081"/>
                  </a:cubicBezTo>
                  <a:cubicBezTo>
                    <a:pt x="16507" y="5714"/>
                    <a:pt x="16507" y="5714"/>
                    <a:pt x="16507" y="5714"/>
                  </a:cubicBezTo>
                  <a:cubicBezTo>
                    <a:pt x="7619" y="14693"/>
                    <a:pt x="7619" y="14693"/>
                    <a:pt x="7619" y="14693"/>
                  </a:cubicBezTo>
                  <a:cubicBezTo>
                    <a:pt x="7619" y="14693"/>
                    <a:pt x="7619" y="14693"/>
                    <a:pt x="7619" y="14693"/>
                  </a:cubicBezTo>
                  <a:cubicBezTo>
                    <a:pt x="6984" y="16326"/>
                    <a:pt x="6984" y="16326"/>
                    <a:pt x="6984" y="16326"/>
                  </a:cubicBezTo>
                  <a:cubicBezTo>
                    <a:pt x="6984" y="17959"/>
                    <a:pt x="6984" y="17959"/>
                    <a:pt x="6984" y="17959"/>
                  </a:cubicBezTo>
                  <a:cubicBezTo>
                    <a:pt x="5714" y="18775"/>
                    <a:pt x="5714" y="18775"/>
                    <a:pt x="5714" y="18775"/>
                  </a:cubicBezTo>
                  <a:cubicBezTo>
                    <a:pt x="3174" y="21224"/>
                    <a:pt x="3174" y="21224"/>
                    <a:pt x="3174" y="21224"/>
                  </a:cubicBezTo>
                  <a:cubicBezTo>
                    <a:pt x="0" y="23673"/>
                    <a:pt x="0" y="23673"/>
                    <a:pt x="0" y="23673"/>
                  </a:cubicBezTo>
                  <a:cubicBezTo>
                    <a:pt x="0" y="26122"/>
                    <a:pt x="0" y="26122"/>
                    <a:pt x="0" y="26122"/>
                  </a:cubicBezTo>
                  <a:cubicBezTo>
                    <a:pt x="1269" y="27755"/>
                    <a:pt x="1269" y="27755"/>
                    <a:pt x="1269" y="27755"/>
                  </a:cubicBezTo>
                  <a:cubicBezTo>
                    <a:pt x="2539" y="30204"/>
                    <a:pt x="2539" y="30204"/>
                    <a:pt x="2539" y="30204"/>
                  </a:cubicBezTo>
                  <a:cubicBezTo>
                    <a:pt x="10158" y="34285"/>
                    <a:pt x="10158" y="34285"/>
                    <a:pt x="10158" y="34285"/>
                  </a:cubicBezTo>
                  <a:cubicBezTo>
                    <a:pt x="12063" y="36734"/>
                    <a:pt x="12063" y="36734"/>
                    <a:pt x="12063" y="36734"/>
                  </a:cubicBezTo>
                  <a:cubicBezTo>
                    <a:pt x="13968" y="40000"/>
                    <a:pt x="13968" y="40000"/>
                    <a:pt x="13968" y="40000"/>
                  </a:cubicBezTo>
                  <a:cubicBezTo>
                    <a:pt x="15238" y="43265"/>
                    <a:pt x="15238" y="43265"/>
                    <a:pt x="15238" y="43265"/>
                  </a:cubicBezTo>
                  <a:cubicBezTo>
                    <a:pt x="18412" y="47346"/>
                    <a:pt x="18412" y="47346"/>
                    <a:pt x="18412" y="47346"/>
                  </a:cubicBezTo>
                  <a:cubicBezTo>
                    <a:pt x="21587" y="52244"/>
                    <a:pt x="21587" y="52244"/>
                    <a:pt x="21587" y="52244"/>
                  </a:cubicBezTo>
                  <a:cubicBezTo>
                    <a:pt x="31746" y="62857"/>
                    <a:pt x="31746" y="62857"/>
                    <a:pt x="31746" y="62857"/>
                  </a:cubicBezTo>
                  <a:cubicBezTo>
                    <a:pt x="34920" y="66122"/>
                    <a:pt x="34920" y="66122"/>
                    <a:pt x="34920" y="66122"/>
                  </a:cubicBezTo>
                  <a:cubicBezTo>
                    <a:pt x="38730" y="72653"/>
                    <a:pt x="38730" y="72653"/>
                    <a:pt x="38730" y="72653"/>
                  </a:cubicBezTo>
                  <a:cubicBezTo>
                    <a:pt x="41904" y="78367"/>
                    <a:pt x="41904" y="78367"/>
                    <a:pt x="41904" y="78367"/>
                  </a:cubicBezTo>
                  <a:cubicBezTo>
                    <a:pt x="46349" y="80816"/>
                    <a:pt x="46349" y="80816"/>
                    <a:pt x="46349" y="80816"/>
                  </a:cubicBezTo>
                  <a:cubicBezTo>
                    <a:pt x="48253" y="83265"/>
                    <a:pt x="48253" y="83265"/>
                    <a:pt x="48253" y="83265"/>
                  </a:cubicBezTo>
                  <a:cubicBezTo>
                    <a:pt x="50158" y="85714"/>
                    <a:pt x="50158" y="85714"/>
                    <a:pt x="50158" y="85714"/>
                  </a:cubicBezTo>
                  <a:cubicBezTo>
                    <a:pt x="52063" y="87346"/>
                    <a:pt x="52063" y="87346"/>
                    <a:pt x="52063" y="87346"/>
                  </a:cubicBezTo>
                  <a:cubicBezTo>
                    <a:pt x="53333" y="88979"/>
                    <a:pt x="53333" y="88979"/>
                    <a:pt x="53333" y="88979"/>
                  </a:cubicBezTo>
                  <a:cubicBezTo>
                    <a:pt x="55238" y="93061"/>
                    <a:pt x="55238" y="93061"/>
                    <a:pt x="55238" y="93061"/>
                  </a:cubicBezTo>
                  <a:cubicBezTo>
                    <a:pt x="56507" y="95510"/>
                    <a:pt x="56507" y="95510"/>
                    <a:pt x="56507" y="95510"/>
                  </a:cubicBezTo>
                  <a:cubicBezTo>
                    <a:pt x="56507" y="97142"/>
                    <a:pt x="56507" y="97142"/>
                    <a:pt x="56507" y="97142"/>
                  </a:cubicBezTo>
                  <a:cubicBezTo>
                    <a:pt x="57142" y="99591"/>
                    <a:pt x="57142" y="99591"/>
                    <a:pt x="57142" y="99591"/>
                  </a:cubicBezTo>
                  <a:cubicBezTo>
                    <a:pt x="57777" y="101224"/>
                    <a:pt x="57777" y="101224"/>
                    <a:pt x="57777" y="101224"/>
                  </a:cubicBezTo>
                  <a:cubicBezTo>
                    <a:pt x="58412" y="101224"/>
                    <a:pt x="58412" y="101224"/>
                    <a:pt x="58412" y="101224"/>
                  </a:cubicBezTo>
                  <a:cubicBezTo>
                    <a:pt x="60317" y="102040"/>
                    <a:pt x="60317" y="102040"/>
                    <a:pt x="60317" y="102040"/>
                  </a:cubicBezTo>
                  <a:cubicBezTo>
                    <a:pt x="62222" y="103673"/>
                    <a:pt x="62222" y="103673"/>
                    <a:pt x="62222" y="103673"/>
                  </a:cubicBezTo>
                  <a:cubicBezTo>
                    <a:pt x="62222" y="104489"/>
                    <a:pt x="62222" y="104489"/>
                    <a:pt x="62222" y="104489"/>
                  </a:cubicBezTo>
                  <a:cubicBezTo>
                    <a:pt x="62222" y="106122"/>
                    <a:pt x="62222" y="106122"/>
                    <a:pt x="62222" y="106122"/>
                  </a:cubicBezTo>
                  <a:cubicBezTo>
                    <a:pt x="62857" y="108571"/>
                    <a:pt x="62857" y="108571"/>
                    <a:pt x="62857" y="108571"/>
                  </a:cubicBezTo>
                  <a:cubicBezTo>
                    <a:pt x="65396" y="111836"/>
                    <a:pt x="65396" y="111836"/>
                    <a:pt x="65396" y="111836"/>
                  </a:cubicBezTo>
                  <a:cubicBezTo>
                    <a:pt x="65396" y="112653"/>
                    <a:pt x="65396" y="112653"/>
                    <a:pt x="65396" y="112653"/>
                  </a:cubicBezTo>
                  <a:cubicBezTo>
                    <a:pt x="65396" y="115918"/>
                    <a:pt x="65396" y="115918"/>
                    <a:pt x="65396" y="115918"/>
                  </a:cubicBezTo>
                  <a:cubicBezTo>
                    <a:pt x="66031" y="118367"/>
                    <a:pt x="66031" y="118367"/>
                    <a:pt x="66031" y="118367"/>
                  </a:cubicBezTo>
                  <a:cubicBezTo>
                    <a:pt x="67301" y="119183"/>
                    <a:pt x="67301" y="119183"/>
                    <a:pt x="67301" y="119183"/>
                  </a:cubicBezTo>
                  <a:cubicBezTo>
                    <a:pt x="68571" y="120000"/>
                    <a:pt x="68571" y="120000"/>
                    <a:pt x="68571" y="120000"/>
                  </a:cubicBezTo>
                  <a:cubicBezTo>
                    <a:pt x="68571" y="115102"/>
                    <a:pt x="68571" y="115102"/>
                    <a:pt x="68571" y="115102"/>
                  </a:cubicBezTo>
                  <a:cubicBezTo>
                    <a:pt x="69841" y="114285"/>
                    <a:pt x="69841" y="114285"/>
                    <a:pt x="69841" y="114285"/>
                  </a:cubicBezTo>
                  <a:cubicBezTo>
                    <a:pt x="73015" y="114285"/>
                    <a:pt x="73015" y="114285"/>
                    <a:pt x="73015" y="114285"/>
                  </a:cubicBezTo>
                  <a:cubicBezTo>
                    <a:pt x="73650" y="114285"/>
                    <a:pt x="73650" y="114285"/>
                    <a:pt x="73650" y="114285"/>
                  </a:cubicBezTo>
                  <a:cubicBezTo>
                    <a:pt x="73650" y="114285"/>
                    <a:pt x="74920" y="113469"/>
                    <a:pt x="74920" y="113469"/>
                  </a:cubicBezTo>
                  <a:cubicBezTo>
                    <a:pt x="74920" y="112653"/>
                    <a:pt x="74285" y="111836"/>
                    <a:pt x="74285" y="111836"/>
                  </a:cubicBezTo>
                  <a:cubicBezTo>
                    <a:pt x="73650" y="111836"/>
                    <a:pt x="73650" y="111836"/>
                    <a:pt x="73650" y="111836"/>
                  </a:cubicBezTo>
                  <a:cubicBezTo>
                    <a:pt x="73650" y="111836"/>
                    <a:pt x="71111" y="111020"/>
                    <a:pt x="71111" y="111020"/>
                  </a:cubicBezTo>
                  <a:cubicBezTo>
                    <a:pt x="70476" y="111020"/>
                    <a:pt x="69841" y="109387"/>
                    <a:pt x="69841" y="109387"/>
                  </a:cubicBezTo>
                  <a:cubicBezTo>
                    <a:pt x="69841" y="108571"/>
                    <a:pt x="69841" y="108571"/>
                    <a:pt x="69841" y="108571"/>
                  </a:cubicBezTo>
                  <a:cubicBezTo>
                    <a:pt x="70476" y="105306"/>
                    <a:pt x="70476" y="105306"/>
                    <a:pt x="70476" y="105306"/>
                  </a:cubicBezTo>
                  <a:cubicBezTo>
                    <a:pt x="73015" y="107755"/>
                    <a:pt x="73015" y="107755"/>
                    <a:pt x="73015" y="107755"/>
                  </a:cubicBezTo>
                  <a:cubicBezTo>
                    <a:pt x="73650" y="108571"/>
                    <a:pt x="73650" y="108571"/>
                    <a:pt x="73650" y="108571"/>
                  </a:cubicBezTo>
                  <a:cubicBezTo>
                    <a:pt x="75555" y="110204"/>
                    <a:pt x="75555" y="110204"/>
                    <a:pt x="75555" y="110204"/>
                  </a:cubicBezTo>
                  <a:cubicBezTo>
                    <a:pt x="78095" y="109387"/>
                    <a:pt x="78095" y="109387"/>
                    <a:pt x="78095" y="109387"/>
                  </a:cubicBezTo>
                  <a:cubicBezTo>
                    <a:pt x="78730" y="104489"/>
                    <a:pt x="78730" y="104489"/>
                    <a:pt x="78730" y="104489"/>
                  </a:cubicBezTo>
                  <a:cubicBezTo>
                    <a:pt x="78730" y="103673"/>
                    <a:pt x="78730" y="103673"/>
                    <a:pt x="78730" y="103673"/>
                  </a:cubicBezTo>
                  <a:cubicBezTo>
                    <a:pt x="78095" y="100408"/>
                    <a:pt x="78095" y="100408"/>
                    <a:pt x="78095" y="100408"/>
                  </a:cubicBezTo>
                  <a:cubicBezTo>
                    <a:pt x="80000" y="100408"/>
                    <a:pt x="80000" y="100408"/>
                    <a:pt x="80000" y="100408"/>
                  </a:cubicBezTo>
                  <a:cubicBezTo>
                    <a:pt x="82539" y="100408"/>
                    <a:pt x="82539" y="100408"/>
                    <a:pt x="82539" y="100408"/>
                  </a:cubicBezTo>
                  <a:cubicBezTo>
                    <a:pt x="85714" y="97959"/>
                    <a:pt x="85714" y="97959"/>
                    <a:pt x="85714" y="97959"/>
                  </a:cubicBezTo>
                  <a:cubicBezTo>
                    <a:pt x="85714" y="97142"/>
                    <a:pt x="85714" y="97142"/>
                    <a:pt x="85714" y="97142"/>
                  </a:cubicBezTo>
                  <a:cubicBezTo>
                    <a:pt x="84444" y="96326"/>
                    <a:pt x="84444" y="96326"/>
                    <a:pt x="84444" y="96326"/>
                  </a:cubicBezTo>
                  <a:cubicBezTo>
                    <a:pt x="83174" y="96326"/>
                    <a:pt x="83174" y="96326"/>
                    <a:pt x="83174" y="96326"/>
                  </a:cubicBezTo>
                  <a:cubicBezTo>
                    <a:pt x="81904" y="95510"/>
                    <a:pt x="81904" y="95510"/>
                    <a:pt x="81904" y="95510"/>
                  </a:cubicBezTo>
                  <a:cubicBezTo>
                    <a:pt x="81904" y="93877"/>
                    <a:pt x="81904" y="93877"/>
                    <a:pt x="81904" y="93877"/>
                  </a:cubicBezTo>
                  <a:cubicBezTo>
                    <a:pt x="83809" y="93061"/>
                    <a:pt x="83809" y="93061"/>
                    <a:pt x="83809" y="93061"/>
                  </a:cubicBezTo>
                  <a:cubicBezTo>
                    <a:pt x="84444" y="93877"/>
                    <a:pt x="84444" y="93877"/>
                    <a:pt x="84444" y="93877"/>
                  </a:cubicBezTo>
                  <a:cubicBezTo>
                    <a:pt x="86349" y="95510"/>
                    <a:pt x="86349" y="95510"/>
                    <a:pt x="86349" y="95510"/>
                  </a:cubicBezTo>
                  <a:cubicBezTo>
                    <a:pt x="87619" y="95510"/>
                    <a:pt x="87619" y="95510"/>
                    <a:pt x="87619" y="95510"/>
                  </a:cubicBezTo>
                  <a:cubicBezTo>
                    <a:pt x="90158" y="93061"/>
                    <a:pt x="90158" y="93061"/>
                    <a:pt x="90158" y="93061"/>
                  </a:cubicBezTo>
                  <a:cubicBezTo>
                    <a:pt x="92063" y="89795"/>
                    <a:pt x="92063" y="89795"/>
                    <a:pt x="92063" y="89795"/>
                  </a:cubicBezTo>
                  <a:cubicBezTo>
                    <a:pt x="91428" y="87346"/>
                    <a:pt x="91428" y="87346"/>
                    <a:pt x="91428" y="87346"/>
                  </a:cubicBezTo>
                  <a:cubicBezTo>
                    <a:pt x="89523" y="85714"/>
                    <a:pt x="89523" y="85714"/>
                    <a:pt x="89523" y="85714"/>
                  </a:cubicBezTo>
                  <a:cubicBezTo>
                    <a:pt x="89523" y="84897"/>
                    <a:pt x="89523" y="84897"/>
                    <a:pt x="89523" y="84897"/>
                  </a:cubicBezTo>
                  <a:cubicBezTo>
                    <a:pt x="90793" y="84081"/>
                    <a:pt x="90793" y="84081"/>
                    <a:pt x="90793" y="84081"/>
                  </a:cubicBezTo>
                  <a:cubicBezTo>
                    <a:pt x="93333" y="85714"/>
                    <a:pt x="93333" y="85714"/>
                    <a:pt x="93333" y="85714"/>
                  </a:cubicBezTo>
                  <a:cubicBezTo>
                    <a:pt x="94603" y="84081"/>
                    <a:pt x="94603" y="84081"/>
                    <a:pt x="94603" y="84081"/>
                  </a:cubicBezTo>
                  <a:cubicBezTo>
                    <a:pt x="95873" y="81632"/>
                    <a:pt x="95873" y="81632"/>
                    <a:pt x="95873" y="81632"/>
                  </a:cubicBezTo>
                  <a:cubicBezTo>
                    <a:pt x="98412" y="75918"/>
                    <a:pt x="98412" y="75918"/>
                    <a:pt x="98412" y="75918"/>
                  </a:cubicBezTo>
                  <a:cubicBezTo>
                    <a:pt x="100952" y="73469"/>
                    <a:pt x="100952" y="73469"/>
                    <a:pt x="100952" y="73469"/>
                  </a:cubicBezTo>
                  <a:cubicBezTo>
                    <a:pt x="104126" y="72653"/>
                    <a:pt x="104126" y="72653"/>
                    <a:pt x="104126" y="72653"/>
                  </a:cubicBezTo>
                  <a:cubicBezTo>
                    <a:pt x="106031" y="68571"/>
                    <a:pt x="106031" y="68571"/>
                    <a:pt x="106031" y="68571"/>
                  </a:cubicBezTo>
                  <a:cubicBezTo>
                    <a:pt x="107301" y="66122"/>
                    <a:pt x="107301" y="66122"/>
                    <a:pt x="107301" y="66122"/>
                  </a:cubicBezTo>
                  <a:cubicBezTo>
                    <a:pt x="106031" y="64489"/>
                    <a:pt x="106031" y="64489"/>
                    <a:pt x="106031" y="64489"/>
                  </a:cubicBezTo>
                  <a:cubicBezTo>
                    <a:pt x="104761" y="61224"/>
                    <a:pt x="104761" y="61224"/>
                    <a:pt x="104761" y="61224"/>
                  </a:cubicBezTo>
                  <a:cubicBezTo>
                    <a:pt x="106031" y="61224"/>
                    <a:pt x="106031" y="61224"/>
                    <a:pt x="106031" y="61224"/>
                  </a:cubicBezTo>
                  <a:cubicBezTo>
                    <a:pt x="107301" y="61224"/>
                    <a:pt x="107301" y="61224"/>
                    <a:pt x="107301" y="61224"/>
                  </a:cubicBezTo>
                  <a:cubicBezTo>
                    <a:pt x="107301" y="58775"/>
                    <a:pt x="107301" y="58775"/>
                    <a:pt x="107301" y="58775"/>
                  </a:cubicBezTo>
                  <a:cubicBezTo>
                    <a:pt x="107936" y="57142"/>
                    <a:pt x="107936" y="57142"/>
                    <a:pt x="107936" y="57142"/>
                  </a:cubicBezTo>
                  <a:cubicBezTo>
                    <a:pt x="109841" y="53877"/>
                    <a:pt x="109841" y="53877"/>
                    <a:pt x="109841" y="53877"/>
                  </a:cubicBezTo>
                  <a:cubicBezTo>
                    <a:pt x="111111" y="48979"/>
                    <a:pt x="111111" y="48979"/>
                    <a:pt x="111111" y="48979"/>
                  </a:cubicBezTo>
                  <a:cubicBezTo>
                    <a:pt x="112380" y="45714"/>
                    <a:pt x="112380" y="45714"/>
                    <a:pt x="112380" y="45714"/>
                  </a:cubicBezTo>
                  <a:cubicBezTo>
                    <a:pt x="113015" y="44081"/>
                    <a:pt x="113015" y="44081"/>
                    <a:pt x="113015" y="44081"/>
                  </a:cubicBezTo>
                  <a:cubicBezTo>
                    <a:pt x="114285" y="42448"/>
                    <a:pt x="114285" y="42448"/>
                    <a:pt x="114285" y="42448"/>
                  </a:cubicBezTo>
                  <a:cubicBezTo>
                    <a:pt x="118730" y="37551"/>
                    <a:pt x="118730" y="37551"/>
                    <a:pt x="118730" y="37551"/>
                  </a:cubicBezTo>
                  <a:cubicBezTo>
                    <a:pt x="120000" y="35918"/>
                    <a:pt x="120000" y="35918"/>
                    <a:pt x="120000" y="35918"/>
                  </a:cubicBezTo>
                  <a:cubicBezTo>
                    <a:pt x="87619" y="4897"/>
                    <a:pt x="87619" y="4897"/>
                    <a:pt x="87619" y="4897"/>
                  </a:cubicBezTo>
                  <a:lnTo>
                    <a:pt x="62222" y="1142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7" name="Shape 10757"/>
            <p:cNvSpPr/>
            <p:nvPr/>
          </p:nvSpPr>
          <p:spPr>
            <a:xfrm>
              <a:off x="7128029" y="2788801"/>
              <a:ext cx="212492" cy="3406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8095" y="111683"/>
                  </a:moveTo>
                  <a:lnTo>
                    <a:pt x="37142" y="108712"/>
                  </a:lnTo>
                  <a:lnTo>
                    <a:pt x="33333" y="105742"/>
                  </a:lnTo>
                  <a:lnTo>
                    <a:pt x="31428" y="104554"/>
                  </a:lnTo>
                  <a:lnTo>
                    <a:pt x="31428" y="102772"/>
                  </a:lnTo>
                  <a:lnTo>
                    <a:pt x="34285" y="102178"/>
                  </a:lnTo>
                  <a:lnTo>
                    <a:pt x="40952" y="100990"/>
                  </a:lnTo>
                  <a:lnTo>
                    <a:pt x="48571" y="99801"/>
                  </a:lnTo>
                  <a:lnTo>
                    <a:pt x="120000" y="96237"/>
                  </a:lnTo>
                  <a:lnTo>
                    <a:pt x="119047" y="95643"/>
                  </a:lnTo>
                  <a:lnTo>
                    <a:pt x="115238" y="92673"/>
                  </a:lnTo>
                  <a:lnTo>
                    <a:pt x="114285" y="90891"/>
                  </a:lnTo>
                  <a:lnTo>
                    <a:pt x="112380" y="89108"/>
                  </a:lnTo>
                  <a:lnTo>
                    <a:pt x="113333" y="87920"/>
                  </a:lnTo>
                  <a:lnTo>
                    <a:pt x="115238" y="86732"/>
                  </a:lnTo>
                  <a:lnTo>
                    <a:pt x="114285" y="83762"/>
                  </a:lnTo>
                  <a:lnTo>
                    <a:pt x="112380" y="81980"/>
                  </a:lnTo>
                  <a:lnTo>
                    <a:pt x="110476" y="77227"/>
                  </a:lnTo>
                  <a:lnTo>
                    <a:pt x="110476" y="74257"/>
                  </a:lnTo>
                  <a:lnTo>
                    <a:pt x="113333" y="73069"/>
                  </a:lnTo>
                  <a:lnTo>
                    <a:pt x="114285" y="70693"/>
                  </a:lnTo>
                  <a:lnTo>
                    <a:pt x="110476" y="69504"/>
                  </a:lnTo>
                  <a:lnTo>
                    <a:pt x="115238" y="67722"/>
                  </a:lnTo>
                  <a:lnTo>
                    <a:pt x="116190" y="65346"/>
                  </a:lnTo>
                  <a:lnTo>
                    <a:pt x="114285" y="64158"/>
                  </a:lnTo>
                  <a:lnTo>
                    <a:pt x="113333" y="61782"/>
                  </a:lnTo>
                  <a:lnTo>
                    <a:pt x="113333" y="59405"/>
                  </a:lnTo>
                  <a:lnTo>
                    <a:pt x="109523" y="56435"/>
                  </a:lnTo>
                  <a:lnTo>
                    <a:pt x="102857" y="49306"/>
                  </a:lnTo>
                  <a:lnTo>
                    <a:pt x="100952" y="44554"/>
                  </a:lnTo>
                  <a:lnTo>
                    <a:pt x="91428" y="24356"/>
                  </a:lnTo>
                  <a:lnTo>
                    <a:pt x="84761" y="7128"/>
                  </a:lnTo>
                  <a:lnTo>
                    <a:pt x="82857" y="0"/>
                  </a:lnTo>
                  <a:lnTo>
                    <a:pt x="89523" y="0"/>
                  </a:lnTo>
                  <a:lnTo>
                    <a:pt x="89523" y="0"/>
                  </a:lnTo>
                  <a:lnTo>
                    <a:pt x="952" y="4158"/>
                  </a:lnTo>
                  <a:lnTo>
                    <a:pt x="952" y="8316"/>
                  </a:lnTo>
                  <a:lnTo>
                    <a:pt x="0" y="62970"/>
                  </a:lnTo>
                  <a:lnTo>
                    <a:pt x="0" y="92079"/>
                  </a:lnTo>
                  <a:lnTo>
                    <a:pt x="5714" y="116435"/>
                  </a:lnTo>
                  <a:lnTo>
                    <a:pt x="7619" y="116435"/>
                  </a:lnTo>
                  <a:lnTo>
                    <a:pt x="10476" y="117029"/>
                  </a:lnTo>
                  <a:lnTo>
                    <a:pt x="14285" y="117623"/>
                  </a:lnTo>
                  <a:lnTo>
                    <a:pt x="15238" y="115841"/>
                  </a:lnTo>
                  <a:lnTo>
                    <a:pt x="14285" y="113465"/>
                  </a:lnTo>
                  <a:lnTo>
                    <a:pt x="15238" y="111089"/>
                  </a:lnTo>
                  <a:lnTo>
                    <a:pt x="17142" y="109900"/>
                  </a:lnTo>
                  <a:lnTo>
                    <a:pt x="20000" y="109306"/>
                  </a:lnTo>
                  <a:lnTo>
                    <a:pt x="20952" y="110495"/>
                  </a:lnTo>
                  <a:lnTo>
                    <a:pt x="20952" y="112277"/>
                  </a:lnTo>
                  <a:lnTo>
                    <a:pt x="20000" y="113465"/>
                  </a:lnTo>
                  <a:lnTo>
                    <a:pt x="20952" y="114653"/>
                  </a:lnTo>
                  <a:lnTo>
                    <a:pt x="21904" y="115247"/>
                  </a:lnTo>
                  <a:lnTo>
                    <a:pt x="23809" y="115841"/>
                  </a:lnTo>
                  <a:lnTo>
                    <a:pt x="25714" y="117029"/>
                  </a:lnTo>
                  <a:lnTo>
                    <a:pt x="25714" y="118217"/>
                  </a:lnTo>
                  <a:lnTo>
                    <a:pt x="25714" y="118811"/>
                  </a:lnTo>
                  <a:lnTo>
                    <a:pt x="23809" y="120000"/>
                  </a:lnTo>
                  <a:lnTo>
                    <a:pt x="25714" y="119405"/>
                  </a:lnTo>
                  <a:lnTo>
                    <a:pt x="29523" y="118811"/>
                  </a:lnTo>
                  <a:lnTo>
                    <a:pt x="34285" y="118217"/>
                  </a:lnTo>
                  <a:lnTo>
                    <a:pt x="36190" y="117029"/>
                  </a:lnTo>
                  <a:lnTo>
                    <a:pt x="37142" y="117029"/>
                  </a:lnTo>
                  <a:lnTo>
                    <a:pt x="40952" y="116435"/>
                  </a:lnTo>
                  <a:lnTo>
                    <a:pt x="41904" y="115841"/>
                  </a:lnTo>
                  <a:lnTo>
                    <a:pt x="41904" y="115841"/>
                  </a:lnTo>
                  <a:lnTo>
                    <a:pt x="38095" y="11168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8" name="Shape 10758"/>
            <p:cNvSpPr/>
            <p:nvPr/>
          </p:nvSpPr>
          <p:spPr>
            <a:xfrm>
              <a:off x="6942520" y="2800606"/>
              <a:ext cx="195628" cy="3423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793" y="87487"/>
                  </a:moveTo>
                  <a:lnTo>
                    <a:pt x="113793" y="58522"/>
                  </a:lnTo>
                  <a:lnTo>
                    <a:pt x="114827" y="4137"/>
                  </a:lnTo>
                  <a:lnTo>
                    <a:pt x="114827" y="0"/>
                  </a:lnTo>
                  <a:lnTo>
                    <a:pt x="42413" y="2955"/>
                  </a:lnTo>
                  <a:lnTo>
                    <a:pt x="42413" y="2955"/>
                  </a:lnTo>
                  <a:lnTo>
                    <a:pt x="43448" y="4729"/>
                  </a:lnTo>
                  <a:lnTo>
                    <a:pt x="39310" y="5911"/>
                  </a:lnTo>
                  <a:lnTo>
                    <a:pt x="37241" y="7093"/>
                  </a:lnTo>
                  <a:lnTo>
                    <a:pt x="36206" y="8866"/>
                  </a:lnTo>
                  <a:lnTo>
                    <a:pt x="34137" y="10049"/>
                  </a:lnTo>
                  <a:lnTo>
                    <a:pt x="33103" y="10049"/>
                  </a:lnTo>
                  <a:lnTo>
                    <a:pt x="31034" y="13004"/>
                  </a:lnTo>
                  <a:lnTo>
                    <a:pt x="31034" y="15369"/>
                  </a:lnTo>
                  <a:lnTo>
                    <a:pt x="27931" y="18325"/>
                  </a:lnTo>
                  <a:lnTo>
                    <a:pt x="22758" y="21871"/>
                  </a:lnTo>
                  <a:lnTo>
                    <a:pt x="19655" y="23645"/>
                  </a:lnTo>
                  <a:lnTo>
                    <a:pt x="18620" y="26009"/>
                  </a:lnTo>
                  <a:lnTo>
                    <a:pt x="20689" y="26600"/>
                  </a:lnTo>
                  <a:lnTo>
                    <a:pt x="18620" y="28374"/>
                  </a:lnTo>
                  <a:lnTo>
                    <a:pt x="16551" y="30738"/>
                  </a:lnTo>
                  <a:lnTo>
                    <a:pt x="17586" y="31921"/>
                  </a:lnTo>
                  <a:lnTo>
                    <a:pt x="16551" y="31921"/>
                  </a:lnTo>
                  <a:lnTo>
                    <a:pt x="13448" y="34285"/>
                  </a:lnTo>
                  <a:lnTo>
                    <a:pt x="11379" y="36059"/>
                  </a:lnTo>
                  <a:lnTo>
                    <a:pt x="12413" y="36650"/>
                  </a:lnTo>
                  <a:lnTo>
                    <a:pt x="11379" y="37832"/>
                  </a:lnTo>
                  <a:lnTo>
                    <a:pt x="11379" y="39014"/>
                  </a:lnTo>
                  <a:lnTo>
                    <a:pt x="12413" y="39605"/>
                  </a:lnTo>
                  <a:lnTo>
                    <a:pt x="14482" y="41379"/>
                  </a:lnTo>
                  <a:lnTo>
                    <a:pt x="14482" y="42561"/>
                  </a:lnTo>
                  <a:lnTo>
                    <a:pt x="14482" y="46108"/>
                  </a:lnTo>
                  <a:lnTo>
                    <a:pt x="15517" y="47881"/>
                  </a:lnTo>
                  <a:lnTo>
                    <a:pt x="14482" y="49655"/>
                  </a:lnTo>
                  <a:lnTo>
                    <a:pt x="12413" y="52610"/>
                  </a:lnTo>
                  <a:lnTo>
                    <a:pt x="11379" y="52610"/>
                  </a:lnTo>
                  <a:lnTo>
                    <a:pt x="14482" y="53793"/>
                  </a:lnTo>
                  <a:lnTo>
                    <a:pt x="15517" y="55566"/>
                  </a:lnTo>
                  <a:lnTo>
                    <a:pt x="15517" y="56748"/>
                  </a:lnTo>
                  <a:lnTo>
                    <a:pt x="11379" y="57931"/>
                  </a:lnTo>
                  <a:lnTo>
                    <a:pt x="14482" y="59113"/>
                  </a:lnTo>
                  <a:lnTo>
                    <a:pt x="15517" y="60295"/>
                  </a:lnTo>
                  <a:lnTo>
                    <a:pt x="15517" y="60886"/>
                  </a:lnTo>
                  <a:lnTo>
                    <a:pt x="16551" y="63842"/>
                  </a:lnTo>
                  <a:lnTo>
                    <a:pt x="16551" y="65024"/>
                  </a:lnTo>
                  <a:lnTo>
                    <a:pt x="19655" y="66206"/>
                  </a:lnTo>
                  <a:lnTo>
                    <a:pt x="20689" y="67980"/>
                  </a:lnTo>
                  <a:lnTo>
                    <a:pt x="19655" y="72709"/>
                  </a:lnTo>
                  <a:lnTo>
                    <a:pt x="16551" y="74482"/>
                  </a:lnTo>
                  <a:lnTo>
                    <a:pt x="15517" y="74482"/>
                  </a:lnTo>
                  <a:lnTo>
                    <a:pt x="15517" y="76847"/>
                  </a:lnTo>
                  <a:lnTo>
                    <a:pt x="14482" y="78029"/>
                  </a:lnTo>
                  <a:lnTo>
                    <a:pt x="10344" y="81576"/>
                  </a:lnTo>
                  <a:lnTo>
                    <a:pt x="8275" y="82758"/>
                  </a:lnTo>
                  <a:lnTo>
                    <a:pt x="7241" y="86896"/>
                  </a:lnTo>
                  <a:lnTo>
                    <a:pt x="6206" y="88078"/>
                  </a:lnTo>
                  <a:lnTo>
                    <a:pt x="5172" y="88669"/>
                  </a:lnTo>
                  <a:lnTo>
                    <a:pt x="4137" y="90443"/>
                  </a:lnTo>
                  <a:lnTo>
                    <a:pt x="4137" y="91625"/>
                  </a:lnTo>
                  <a:lnTo>
                    <a:pt x="4137" y="94581"/>
                  </a:lnTo>
                  <a:lnTo>
                    <a:pt x="1034" y="95763"/>
                  </a:lnTo>
                  <a:lnTo>
                    <a:pt x="0" y="96945"/>
                  </a:lnTo>
                  <a:lnTo>
                    <a:pt x="0" y="98719"/>
                  </a:lnTo>
                  <a:lnTo>
                    <a:pt x="1034" y="101083"/>
                  </a:lnTo>
                  <a:lnTo>
                    <a:pt x="68275" y="99310"/>
                  </a:lnTo>
                  <a:lnTo>
                    <a:pt x="67241" y="108768"/>
                  </a:lnTo>
                  <a:lnTo>
                    <a:pt x="69310" y="111133"/>
                  </a:lnTo>
                  <a:lnTo>
                    <a:pt x="72413" y="113497"/>
                  </a:lnTo>
                  <a:lnTo>
                    <a:pt x="73448" y="117635"/>
                  </a:lnTo>
                  <a:lnTo>
                    <a:pt x="73448" y="120000"/>
                  </a:lnTo>
                  <a:lnTo>
                    <a:pt x="73448" y="120000"/>
                  </a:lnTo>
                  <a:lnTo>
                    <a:pt x="74482" y="120000"/>
                  </a:lnTo>
                  <a:lnTo>
                    <a:pt x="79655" y="118226"/>
                  </a:lnTo>
                  <a:lnTo>
                    <a:pt x="81724" y="117635"/>
                  </a:lnTo>
                  <a:lnTo>
                    <a:pt x="84827" y="116453"/>
                  </a:lnTo>
                  <a:lnTo>
                    <a:pt x="84827" y="114088"/>
                  </a:lnTo>
                  <a:lnTo>
                    <a:pt x="88965" y="114088"/>
                  </a:lnTo>
                  <a:lnTo>
                    <a:pt x="92068" y="114088"/>
                  </a:lnTo>
                  <a:lnTo>
                    <a:pt x="96206" y="113497"/>
                  </a:lnTo>
                  <a:lnTo>
                    <a:pt x="101379" y="112315"/>
                  </a:lnTo>
                  <a:lnTo>
                    <a:pt x="105517" y="112315"/>
                  </a:lnTo>
                  <a:lnTo>
                    <a:pt x="107586" y="112315"/>
                  </a:lnTo>
                  <a:lnTo>
                    <a:pt x="110689" y="112315"/>
                  </a:lnTo>
                  <a:lnTo>
                    <a:pt x="112758" y="112315"/>
                  </a:lnTo>
                  <a:lnTo>
                    <a:pt x="116896" y="113497"/>
                  </a:lnTo>
                  <a:lnTo>
                    <a:pt x="118965" y="112315"/>
                  </a:lnTo>
                  <a:lnTo>
                    <a:pt x="120000" y="111724"/>
                  </a:lnTo>
                  <a:lnTo>
                    <a:pt x="120000" y="111724"/>
                  </a:lnTo>
                  <a:lnTo>
                    <a:pt x="120000" y="111724"/>
                  </a:lnTo>
                  <a:lnTo>
                    <a:pt x="113793" y="8748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59" name="Shape 10759"/>
            <p:cNvSpPr/>
            <p:nvPr/>
          </p:nvSpPr>
          <p:spPr>
            <a:xfrm>
              <a:off x="7559760" y="2387428"/>
              <a:ext cx="242848" cy="17707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4588" y="0"/>
                  </a:moveTo>
                  <a:cubicBezTo>
                    <a:pt x="0" y="23414"/>
                    <a:pt x="0" y="23414"/>
                    <a:pt x="0" y="23414"/>
                  </a:cubicBezTo>
                  <a:cubicBezTo>
                    <a:pt x="0" y="23414"/>
                    <a:pt x="0" y="23414"/>
                    <a:pt x="0" y="23414"/>
                  </a:cubicBezTo>
                  <a:cubicBezTo>
                    <a:pt x="2117" y="42926"/>
                    <a:pt x="2117" y="42926"/>
                    <a:pt x="2117" y="42926"/>
                  </a:cubicBezTo>
                  <a:cubicBezTo>
                    <a:pt x="4941" y="42926"/>
                    <a:pt x="4941" y="42926"/>
                    <a:pt x="4941" y="42926"/>
                  </a:cubicBezTo>
                  <a:cubicBezTo>
                    <a:pt x="11294" y="32195"/>
                    <a:pt x="11294" y="32195"/>
                    <a:pt x="11294" y="32195"/>
                  </a:cubicBezTo>
                  <a:cubicBezTo>
                    <a:pt x="15529" y="32195"/>
                    <a:pt x="15529" y="32195"/>
                    <a:pt x="15529" y="32195"/>
                  </a:cubicBezTo>
                  <a:cubicBezTo>
                    <a:pt x="19764" y="24390"/>
                    <a:pt x="19764" y="24390"/>
                    <a:pt x="19764" y="24390"/>
                  </a:cubicBezTo>
                  <a:cubicBezTo>
                    <a:pt x="21176" y="24390"/>
                    <a:pt x="21176" y="24390"/>
                    <a:pt x="21176" y="24390"/>
                  </a:cubicBezTo>
                  <a:cubicBezTo>
                    <a:pt x="21882" y="26341"/>
                    <a:pt x="21882" y="26341"/>
                    <a:pt x="21882" y="26341"/>
                  </a:cubicBezTo>
                  <a:cubicBezTo>
                    <a:pt x="26823" y="21463"/>
                    <a:pt x="26823" y="21463"/>
                    <a:pt x="26823" y="21463"/>
                  </a:cubicBezTo>
                  <a:cubicBezTo>
                    <a:pt x="28941" y="21463"/>
                    <a:pt x="28941" y="21463"/>
                    <a:pt x="28941" y="21463"/>
                  </a:cubicBezTo>
                  <a:cubicBezTo>
                    <a:pt x="34588" y="17560"/>
                    <a:pt x="34588" y="17560"/>
                    <a:pt x="34588" y="17560"/>
                  </a:cubicBezTo>
                  <a:cubicBezTo>
                    <a:pt x="44470" y="21463"/>
                    <a:pt x="44470" y="21463"/>
                    <a:pt x="44470" y="21463"/>
                  </a:cubicBezTo>
                  <a:cubicBezTo>
                    <a:pt x="47294" y="27317"/>
                    <a:pt x="47294" y="27317"/>
                    <a:pt x="47294" y="27317"/>
                  </a:cubicBezTo>
                  <a:cubicBezTo>
                    <a:pt x="49411" y="35121"/>
                    <a:pt x="49411" y="35121"/>
                    <a:pt x="49411" y="35121"/>
                  </a:cubicBezTo>
                  <a:cubicBezTo>
                    <a:pt x="50117" y="35121"/>
                    <a:pt x="50117" y="35121"/>
                    <a:pt x="50117" y="35121"/>
                  </a:cubicBezTo>
                  <a:cubicBezTo>
                    <a:pt x="58588" y="41951"/>
                    <a:pt x="58588" y="41951"/>
                    <a:pt x="58588" y="41951"/>
                  </a:cubicBezTo>
                  <a:cubicBezTo>
                    <a:pt x="62117" y="46829"/>
                    <a:pt x="62117" y="46829"/>
                    <a:pt x="62117" y="46829"/>
                  </a:cubicBezTo>
                  <a:cubicBezTo>
                    <a:pt x="65647" y="49756"/>
                    <a:pt x="65647" y="49756"/>
                    <a:pt x="65647" y="49756"/>
                  </a:cubicBezTo>
                  <a:cubicBezTo>
                    <a:pt x="66352" y="54634"/>
                    <a:pt x="66352" y="54634"/>
                    <a:pt x="66352" y="54634"/>
                  </a:cubicBezTo>
                  <a:cubicBezTo>
                    <a:pt x="64941" y="58536"/>
                    <a:pt x="64941" y="58536"/>
                    <a:pt x="64941" y="58536"/>
                  </a:cubicBezTo>
                  <a:cubicBezTo>
                    <a:pt x="62117" y="59512"/>
                    <a:pt x="62117" y="59512"/>
                    <a:pt x="62117" y="59512"/>
                  </a:cubicBezTo>
                  <a:cubicBezTo>
                    <a:pt x="62823" y="72195"/>
                    <a:pt x="62823" y="72195"/>
                    <a:pt x="62823" y="72195"/>
                  </a:cubicBezTo>
                  <a:cubicBezTo>
                    <a:pt x="64235" y="74146"/>
                    <a:pt x="64235" y="74146"/>
                    <a:pt x="64235" y="74146"/>
                  </a:cubicBezTo>
                  <a:cubicBezTo>
                    <a:pt x="66352" y="73170"/>
                    <a:pt x="66352" y="73170"/>
                    <a:pt x="66352" y="73170"/>
                  </a:cubicBezTo>
                  <a:cubicBezTo>
                    <a:pt x="68470" y="72195"/>
                    <a:pt x="68470" y="72195"/>
                    <a:pt x="68470" y="72195"/>
                  </a:cubicBezTo>
                  <a:cubicBezTo>
                    <a:pt x="71294" y="73170"/>
                    <a:pt x="71294" y="73170"/>
                    <a:pt x="71294" y="73170"/>
                  </a:cubicBezTo>
                  <a:cubicBezTo>
                    <a:pt x="72000" y="74146"/>
                    <a:pt x="72000" y="74146"/>
                    <a:pt x="72000" y="74146"/>
                  </a:cubicBezTo>
                  <a:cubicBezTo>
                    <a:pt x="74823" y="73170"/>
                    <a:pt x="74823" y="73170"/>
                    <a:pt x="74823" y="73170"/>
                  </a:cubicBezTo>
                  <a:cubicBezTo>
                    <a:pt x="84000" y="74146"/>
                    <a:pt x="84000" y="74146"/>
                    <a:pt x="84000" y="74146"/>
                  </a:cubicBezTo>
                  <a:cubicBezTo>
                    <a:pt x="86117" y="76097"/>
                    <a:pt x="86117" y="76097"/>
                    <a:pt x="86117" y="76097"/>
                  </a:cubicBezTo>
                  <a:cubicBezTo>
                    <a:pt x="88941" y="78048"/>
                    <a:pt x="88941" y="78048"/>
                    <a:pt x="88941" y="78048"/>
                  </a:cubicBezTo>
                  <a:cubicBezTo>
                    <a:pt x="91058" y="77073"/>
                    <a:pt x="91058" y="77073"/>
                    <a:pt x="91058" y="77073"/>
                  </a:cubicBezTo>
                  <a:cubicBezTo>
                    <a:pt x="89647" y="73170"/>
                    <a:pt x="89647" y="73170"/>
                    <a:pt x="89647" y="73170"/>
                  </a:cubicBezTo>
                  <a:cubicBezTo>
                    <a:pt x="87529" y="70243"/>
                    <a:pt x="87529" y="70243"/>
                    <a:pt x="87529" y="70243"/>
                  </a:cubicBezTo>
                  <a:cubicBezTo>
                    <a:pt x="87529" y="67317"/>
                    <a:pt x="87529" y="67317"/>
                    <a:pt x="87529" y="67317"/>
                  </a:cubicBezTo>
                  <a:cubicBezTo>
                    <a:pt x="87529" y="66341"/>
                    <a:pt x="87529" y="66341"/>
                    <a:pt x="87529" y="66341"/>
                  </a:cubicBezTo>
                  <a:cubicBezTo>
                    <a:pt x="83294" y="58536"/>
                    <a:pt x="83294" y="58536"/>
                    <a:pt x="83294" y="58536"/>
                  </a:cubicBezTo>
                  <a:cubicBezTo>
                    <a:pt x="81882" y="55609"/>
                    <a:pt x="81882" y="55609"/>
                    <a:pt x="81882" y="55609"/>
                  </a:cubicBezTo>
                  <a:cubicBezTo>
                    <a:pt x="81882" y="48780"/>
                    <a:pt x="81882" y="48780"/>
                    <a:pt x="81882" y="48780"/>
                  </a:cubicBezTo>
                  <a:cubicBezTo>
                    <a:pt x="81176" y="41951"/>
                    <a:pt x="81176" y="41951"/>
                    <a:pt x="81176" y="41951"/>
                  </a:cubicBezTo>
                  <a:cubicBezTo>
                    <a:pt x="81882" y="35121"/>
                    <a:pt x="81882" y="35121"/>
                    <a:pt x="81882" y="35121"/>
                  </a:cubicBezTo>
                  <a:cubicBezTo>
                    <a:pt x="79764" y="30243"/>
                    <a:pt x="79764" y="30243"/>
                    <a:pt x="79764" y="30243"/>
                  </a:cubicBezTo>
                  <a:cubicBezTo>
                    <a:pt x="78352" y="27317"/>
                    <a:pt x="78352" y="27317"/>
                    <a:pt x="78352" y="27317"/>
                  </a:cubicBezTo>
                  <a:cubicBezTo>
                    <a:pt x="81176" y="27317"/>
                    <a:pt x="81176" y="27317"/>
                    <a:pt x="81176" y="27317"/>
                  </a:cubicBezTo>
                  <a:cubicBezTo>
                    <a:pt x="83294" y="21463"/>
                    <a:pt x="83294" y="21463"/>
                    <a:pt x="83294" y="21463"/>
                  </a:cubicBezTo>
                  <a:cubicBezTo>
                    <a:pt x="87529" y="17560"/>
                    <a:pt x="87529" y="17560"/>
                    <a:pt x="87529" y="17560"/>
                  </a:cubicBezTo>
                  <a:cubicBezTo>
                    <a:pt x="89647" y="11707"/>
                    <a:pt x="89647" y="11707"/>
                    <a:pt x="89647" y="11707"/>
                  </a:cubicBezTo>
                  <a:cubicBezTo>
                    <a:pt x="91058" y="12682"/>
                    <a:pt x="91058" y="12682"/>
                    <a:pt x="91058" y="12682"/>
                  </a:cubicBezTo>
                  <a:cubicBezTo>
                    <a:pt x="90352" y="19512"/>
                    <a:pt x="90352" y="19512"/>
                    <a:pt x="90352" y="19512"/>
                  </a:cubicBezTo>
                  <a:cubicBezTo>
                    <a:pt x="88235" y="20487"/>
                    <a:pt x="88235" y="20487"/>
                    <a:pt x="88235" y="20487"/>
                  </a:cubicBezTo>
                  <a:cubicBezTo>
                    <a:pt x="86823" y="26341"/>
                    <a:pt x="86823" y="26341"/>
                    <a:pt x="86823" y="26341"/>
                  </a:cubicBezTo>
                  <a:cubicBezTo>
                    <a:pt x="86823" y="30243"/>
                    <a:pt x="86823" y="30243"/>
                    <a:pt x="86823" y="30243"/>
                  </a:cubicBezTo>
                  <a:cubicBezTo>
                    <a:pt x="89647" y="30243"/>
                    <a:pt x="89647" y="30243"/>
                    <a:pt x="89647" y="30243"/>
                  </a:cubicBezTo>
                  <a:cubicBezTo>
                    <a:pt x="86117" y="35121"/>
                    <a:pt x="86117" y="35121"/>
                    <a:pt x="86117" y="35121"/>
                  </a:cubicBezTo>
                  <a:cubicBezTo>
                    <a:pt x="84705" y="38048"/>
                    <a:pt x="84705" y="38048"/>
                    <a:pt x="84705" y="38048"/>
                  </a:cubicBezTo>
                  <a:cubicBezTo>
                    <a:pt x="88941" y="40000"/>
                    <a:pt x="88941" y="40000"/>
                    <a:pt x="88941" y="40000"/>
                  </a:cubicBezTo>
                  <a:cubicBezTo>
                    <a:pt x="90352" y="40975"/>
                    <a:pt x="90352" y="40975"/>
                    <a:pt x="90352" y="40975"/>
                  </a:cubicBezTo>
                  <a:cubicBezTo>
                    <a:pt x="92470" y="44878"/>
                    <a:pt x="92470" y="44878"/>
                    <a:pt x="92470" y="44878"/>
                  </a:cubicBezTo>
                  <a:cubicBezTo>
                    <a:pt x="91764" y="45853"/>
                    <a:pt x="91764" y="45853"/>
                    <a:pt x="91764" y="45853"/>
                  </a:cubicBezTo>
                  <a:cubicBezTo>
                    <a:pt x="94588" y="49756"/>
                    <a:pt x="94588" y="49756"/>
                    <a:pt x="94588" y="49756"/>
                  </a:cubicBezTo>
                  <a:cubicBezTo>
                    <a:pt x="94588" y="51707"/>
                    <a:pt x="94588" y="51707"/>
                    <a:pt x="94588" y="51707"/>
                  </a:cubicBezTo>
                  <a:cubicBezTo>
                    <a:pt x="91764" y="55609"/>
                    <a:pt x="91764" y="55609"/>
                    <a:pt x="91764" y="55609"/>
                  </a:cubicBezTo>
                  <a:cubicBezTo>
                    <a:pt x="89647" y="55609"/>
                    <a:pt x="89647" y="55609"/>
                    <a:pt x="89647" y="55609"/>
                  </a:cubicBezTo>
                  <a:cubicBezTo>
                    <a:pt x="90352" y="59512"/>
                    <a:pt x="90352" y="59512"/>
                    <a:pt x="90352" y="59512"/>
                  </a:cubicBezTo>
                  <a:cubicBezTo>
                    <a:pt x="89647" y="61463"/>
                    <a:pt x="89647" y="61463"/>
                    <a:pt x="89647" y="61463"/>
                  </a:cubicBezTo>
                  <a:cubicBezTo>
                    <a:pt x="91058" y="63414"/>
                    <a:pt x="91058" y="63414"/>
                    <a:pt x="91058" y="63414"/>
                  </a:cubicBezTo>
                  <a:cubicBezTo>
                    <a:pt x="93882" y="64390"/>
                    <a:pt x="93882" y="64390"/>
                    <a:pt x="93882" y="64390"/>
                  </a:cubicBezTo>
                  <a:cubicBezTo>
                    <a:pt x="98117" y="64390"/>
                    <a:pt x="98117" y="64390"/>
                    <a:pt x="98117" y="64390"/>
                  </a:cubicBezTo>
                  <a:cubicBezTo>
                    <a:pt x="100941" y="67317"/>
                    <a:pt x="100941" y="67317"/>
                    <a:pt x="100941" y="67317"/>
                  </a:cubicBezTo>
                  <a:cubicBezTo>
                    <a:pt x="103058" y="73170"/>
                    <a:pt x="103058" y="73170"/>
                    <a:pt x="103058" y="73170"/>
                  </a:cubicBezTo>
                  <a:cubicBezTo>
                    <a:pt x="104470" y="78048"/>
                    <a:pt x="104470" y="78048"/>
                    <a:pt x="104470" y="78048"/>
                  </a:cubicBezTo>
                  <a:cubicBezTo>
                    <a:pt x="103764" y="79024"/>
                    <a:pt x="103764" y="79024"/>
                    <a:pt x="103764" y="79024"/>
                  </a:cubicBezTo>
                  <a:cubicBezTo>
                    <a:pt x="105882" y="81951"/>
                    <a:pt x="105882" y="81951"/>
                    <a:pt x="105882" y="81951"/>
                  </a:cubicBezTo>
                  <a:cubicBezTo>
                    <a:pt x="107294" y="86829"/>
                    <a:pt x="107294" y="86829"/>
                    <a:pt x="107294" y="86829"/>
                  </a:cubicBezTo>
                  <a:cubicBezTo>
                    <a:pt x="105176" y="95609"/>
                    <a:pt x="105176" y="95609"/>
                    <a:pt x="105176" y="95609"/>
                  </a:cubicBezTo>
                  <a:cubicBezTo>
                    <a:pt x="104470" y="101463"/>
                    <a:pt x="104470" y="101463"/>
                    <a:pt x="104470" y="101463"/>
                  </a:cubicBezTo>
                  <a:cubicBezTo>
                    <a:pt x="104470" y="111219"/>
                    <a:pt x="104470" y="111219"/>
                    <a:pt x="104470" y="111219"/>
                  </a:cubicBezTo>
                  <a:cubicBezTo>
                    <a:pt x="105176" y="117073"/>
                    <a:pt x="105176" y="117073"/>
                    <a:pt x="105176" y="117073"/>
                  </a:cubicBezTo>
                  <a:cubicBezTo>
                    <a:pt x="106588" y="120000"/>
                    <a:pt x="106588" y="120000"/>
                    <a:pt x="106588" y="120000"/>
                  </a:cubicBezTo>
                  <a:cubicBezTo>
                    <a:pt x="108000" y="113170"/>
                    <a:pt x="108000" y="113170"/>
                    <a:pt x="108000" y="113170"/>
                  </a:cubicBezTo>
                  <a:cubicBezTo>
                    <a:pt x="108705" y="102439"/>
                    <a:pt x="108705" y="102439"/>
                    <a:pt x="108705" y="102439"/>
                  </a:cubicBezTo>
                  <a:cubicBezTo>
                    <a:pt x="110823" y="99512"/>
                    <a:pt x="110823" y="99512"/>
                    <a:pt x="110823" y="99512"/>
                  </a:cubicBezTo>
                  <a:cubicBezTo>
                    <a:pt x="110823" y="96585"/>
                    <a:pt x="110823" y="96585"/>
                    <a:pt x="110823" y="96585"/>
                  </a:cubicBezTo>
                  <a:cubicBezTo>
                    <a:pt x="110823" y="94634"/>
                    <a:pt x="110823" y="94634"/>
                    <a:pt x="110823" y="94634"/>
                  </a:cubicBezTo>
                  <a:cubicBezTo>
                    <a:pt x="112941" y="92682"/>
                    <a:pt x="112941" y="92682"/>
                    <a:pt x="112941" y="92682"/>
                  </a:cubicBezTo>
                  <a:cubicBezTo>
                    <a:pt x="115058" y="88780"/>
                    <a:pt x="115058" y="88780"/>
                    <a:pt x="115058" y="88780"/>
                  </a:cubicBezTo>
                  <a:cubicBezTo>
                    <a:pt x="115058" y="80000"/>
                    <a:pt x="115058" y="80000"/>
                    <a:pt x="115058" y="80000"/>
                  </a:cubicBezTo>
                  <a:cubicBezTo>
                    <a:pt x="115058" y="77073"/>
                    <a:pt x="115058" y="77073"/>
                    <a:pt x="115058" y="77073"/>
                  </a:cubicBezTo>
                  <a:cubicBezTo>
                    <a:pt x="115058" y="73170"/>
                    <a:pt x="115058" y="73170"/>
                    <a:pt x="115058" y="73170"/>
                  </a:cubicBezTo>
                  <a:cubicBezTo>
                    <a:pt x="117882" y="69268"/>
                    <a:pt x="117882" y="69268"/>
                    <a:pt x="117882" y="69268"/>
                  </a:cubicBezTo>
                  <a:cubicBezTo>
                    <a:pt x="118588" y="72195"/>
                    <a:pt x="118588" y="72195"/>
                    <a:pt x="118588" y="72195"/>
                  </a:cubicBezTo>
                  <a:cubicBezTo>
                    <a:pt x="117882" y="75121"/>
                    <a:pt x="117882" y="75121"/>
                    <a:pt x="117882" y="75121"/>
                  </a:cubicBezTo>
                  <a:cubicBezTo>
                    <a:pt x="117882" y="75121"/>
                    <a:pt x="116470" y="78048"/>
                    <a:pt x="116470" y="78048"/>
                  </a:cubicBezTo>
                  <a:cubicBezTo>
                    <a:pt x="117176" y="79024"/>
                    <a:pt x="118588" y="80000"/>
                    <a:pt x="118588" y="80000"/>
                  </a:cubicBezTo>
                  <a:cubicBezTo>
                    <a:pt x="120000" y="75121"/>
                    <a:pt x="120000" y="75121"/>
                    <a:pt x="120000" y="75121"/>
                  </a:cubicBezTo>
                  <a:cubicBezTo>
                    <a:pt x="120000" y="66341"/>
                    <a:pt x="120000" y="66341"/>
                    <a:pt x="120000" y="66341"/>
                  </a:cubicBezTo>
                  <a:cubicBezTo>
                    <a:pt x="119294" y="52682"/>
                    <a:pt x="119294" y="52682"/>
                    <a:pt x="119294" y="52682"/>
                  </a:cubicBezTo>
                  <a:cubicBezTo>
                    <a:pt x="119294" y="52682"/>
                    <a:pt x="119294" y="52682"/>
                    <a:pt x="119294" y="52682"/>
                  </a:cubicBezTo>
                  <a:cubicBezTo>
                    <a:pt x="104470" y="55609"/>
                    <a:pt x="104470" y="55609"/>
                    <a:pt x="104470" y="55609"/>
                  </a:cubicBezTo>
                  <a:lnTo>
                    <a:pt x="94588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60" name="Shape 10760"/>
            <p:cNvSpPr/>
            <p:nvPr/>
          </p:nvSpPr>
          <p:spPr>
            <a:xfrm>
              <a:off x="7411352" y="2367191"/>
              <a:ext cx="249594" cy="24622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027" y="111780"/>
                  </a:moveTo>
                  <a:lnTo>
                    <a:pt x="19459" y="111780"/>
                  </a:lnTo>
                  <a:lnTo>
                    <a:pt x="20270" y="114246"/>
                  </a:lnTo>
                  <a:lnTo>
                    <a:pt x="25135" y="118356"/>
                  </a:lnTo>
                  <a:lnTo>
                    <a:pt x="29189" y="119999"/>
                  </a:lnTo>
                  <a:lnTo>
                    <a:pt x="30810" y="119999"/>
                  </a:lnTo>
                  <a:lnTo>
                    <a:pt x="35675" y="114246"/>
                  </a:lnTo>
                  <a:lnTo>
                    <a:pt x="38918" y="116712"/>
                  </a:lnTo>
                  <a:lnTo>
                    <a:pt x="46216" y="115068"/>
                  </a:lnTo>
                  <a:lnTo>
                    <a:pt x="51891" y="110136"/>
                  </a:lnTo>
                  <a:lnTo>
                    <a:pt x="60810" y="105205"/>
                  </a:lnTo>
                  <a:lnTo>
                    <a:pt x="64054" y="102739"/>
                  </a:lnTo>
                  <a:lnTo>
                    <a:pt x="63243" y="96164"/>
                  </a:lnTo>
                  <a:lnTo>
                    <a:pt x="64054" y="92054"/>
                  </a:lnTo>
                  <a:lnTo>
                    <a:pt x="68108" y="87945"/>
                  </a:lnTo>
                  <a:lnTo>
                    <a:pt x="70540" y="81369"/>
                  </a:lnTo>
                  <a:lnTo>
                    <a:pt x="72972" y="71506"/>
                  </a:lnTo>
                  <a:lnTo>
                    <a:pt x="73783" y="65753"/>
                  </a:lnTo>
                  <a:lnTo>
                    <a:pt x="77027" y="67397"/>
                  </a:lnTo>
                  <a:lnTo>
                    <a:pt x="81081" y="69041"/>
                  </a:lnTo>
                  <a:lnTo>
                    <a:pt x="82702" y="69863"/>
                  </a:lnTo>
                  <a:lnTo>
                    <a:pt x="83513" y="68219"/>
                  </a:lnTo>
                  <a:lnTo>
                    <a:pt x="85945" y="61643"/>
                  </a:lnTo>
                  <a:lnTo>
                    <a:pt x="87567" y="58356"/>
                  </a:lnTo>
                  <a:lnTo>
                    <a:pt x="88378" y="55068"/>
                  </a:lnTo>
                  <a:lnTo>
                    <a:pt x="89189" y="55068"/>
                  </a:lnTo>
                  <a:lnTo>
                    <a:pt x="91621" y="55068"/>
                  </a:lnTo>
                  <a:lnTo>
                    <a:pt x="92432" y="56712"/>
                  </a:lnTo>
                  <a:lnTo>
                    <a:pt x="96486" y="49315"/>
                  </a:lnTo>
                  <a:lnTo>
                    <a:pt x="98918" y="46849"/>
                  </a:lnTo>
                  <a:lnTo>
                    <a:pt x="100540" y="44383"/>
                  </a:lnTo>
                  <a:lnTo>
                    <a:pt x="102162" y="38630"/>
                  </a:lnTo>
                  <a:lnTo>
                    <a:pt x="102162" y="32054"/>
                  </a:lnTo>
                  <a:lnTo>
                    <a:pt x="109459" y="36164"/>
                  </a:lnTo>
                  <a:lnTo>
                    <a:pt x="114324" y="38630"/>
                  </a:lnTo>
                  <a:lnTo>
                    <a:pt x="115945" y="38630"/>
                  </a:lnTo>
                  <a:lnTo>
                    <a:pt x="118378" y="36164"/>
                  </a:lnTo>
                  <a:lnTo>
                    <a:pt x="120000" y="35342"/>
                  </a:lnTo>
                  <a:lnTo>
                    <a:pt x="119189" y="35342"/>
                  </a:lnTo>
                  <a:lnTo>
                    <a:pt x="117567" y="29589"/>
                  </a:lnTo>
                  <a:lnTo>
                    <a:pt x="114324" y="25479"/>
                  </a:lnTo>
                  <a:lnTo>
                    <a:pt x="105405" y="23013"/>
                  </a:lnTo>
                  <a:lnTo>
                    <a:pt x="99729" y="25479"/>
                  </a:lnTo>
                  <a:lnTo>
                    <a:pt x="97297" y="25479"/>
                  </a:lnTo>
                  <a:lnTo>
                    <a:pt x="92432" y="28767"/>
                  </a:lnTo>
                  <a:lnTo>
                    <a:pt x="91621" y="27945"/>
                  </a:lnTo>
                  <a:lnTo>
                    <a:pt x="90810" y="27945"/>
                  </a:lnTo>
                  <a:lnTo>
                    <a:pt x="86756" y="32876"/>
                  </a:lnTo>
                  <a:lnTo>
                    <a:pt x="82702" y="32876"/>
                  </a:lnTo>
                  <a:lnTo>
                    <a:pt x="76216" y="41095"/>
                  </a:lnTo>
                  <a:lnTo>
                    <a:pt x="73783" y="41095"/>
                  </a:lnTo>
                  <a:lnTo>
                    <a:pt x="71351" y="27123"/>
                  </a:lnTo>
                  <a:lnTo>
                    <a:pt x="46216" y="32054"/>
                  </a:lnTo>
                  <a:lnTo>
                    <a:pt x="41351" y="0"/>
                  </a:lnTo>
                  <a:lnTo>
                    <a:pt x="38918" y="0"/>
                  </a:lnTo>
                  <a:lnTo>
                    <a:pt x="38108" y="2465"/>
                  </a:lnTo>
                  <a:lnTo>
                    <a:pt x="38918" y="4931"/>
                  </a:lnTo>
                  <a:lnTo>
                    <a:pt x="38918" y="5753"/>
                  </a:lnTo>
                  <a:lnTo>
                    <a:pt x="38918" y="12328"/>
                  </a:lnTo>
                  <a:lnTo>
                    <a:pt x="38918" y="15616"/>
                  </a:lnTo>
                  <a:lnTo>
                    <a:pt x="38108" y="18082"/>
                  </a:lnTo>
                  <a:lnTo>
                    <a:pt x="38108" y="23013"/>
                  </a:lnTo>
                  <a:lnTo>
                    <a:pt x="37297" y="29589"/>
                  </a:lnTo>
                  <a:lnTo>
                    <a:pt x="37297" y="32054"/>
                  </a:lnTo>
                  <a:lnTo>
                    <a:pt x="35675" y="36164"/>
                  </a:lnTo>
                  <a:lnTo>
                    <a:pt x="29189" y="41917"/>
                  </a:lnTo>
                  <a:lnTo>
                    <a:pt x="26756" y="45205"/>
                  </a:lnTo>
                  <a:lnTo>
                    <a:pt x="22702" y="45205"/>
                  </a:lnTo>
                  <a:lnTo>
                    <a:pt x="19459" y="50136"/>
                  </a:lnTo>
                  <a:lnTo>
                    <a:pt x="17027" y="53424"/>
                  </a:lnTo>
                  <a:lnTo>
                    <a:pt x="16216" y="61643"/>
                  </a:lnTo>
                  <a:lnTo>
                    <a:pt x="15405" y="62465"/>
                  </a:lnTo>
                  <a:lnTo>
                    <a:pt x="12162" y="59999"/>
                  </a:lnTo>
                  <a:lnTo>
                    <a:pt x="9729" y="62465"/>
                  </a:lnTo>
                  <a:lnTo>
                    <a:pt x="7297" y="71506"/>
                  </a:lnTo>
                  <a:lnTo>
                    <a:pt x="7297" y="74794"/>
                  </a:lnTo>
                  <a:lnTo>
                    <a:pt x="5675" y="77260"/>
                  </a:lnTo>
                  <a:lnTo>
                    <a:pt x="2432" y="80547"/>
                  </a:lnTo>
                  <a:lnTo>
                    <a:pt x="0" y="83013"/>
                  </a:lnTo>
                  <a:lnTo>
                    <a:pt x="2432" y="93698"/>
                  </a:lnTo>
                  <a:lnTo>
                    <a:pt x="4054" y="98630"/>
                  </a:lnTo>
                  <a:lnTo>
                    <a:pt x="8108" y="104383"/>
                  </a:lnTo>
                  <a:lnTo>
                    <a:pt x="12162" y="108493"/>
                  </a:lnTo>
                  <a:lnTo>
                    <a:pt x="15405" y="113424"/>
                  </a:lnTo>
                  <a:lnTo>
                    <a:pt x="16216" y="113424"/>
                  </a:lnTo>
                  <a:lnTo>
                    <a:pt x="17027" y="11178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61" name="Shape 10761"/>
            <p:cNvSpPr/>
            <p:nvPr/>
          </p:nvSpPr>
          <p:spPr>
            <a:xfrm>
              <a:off x="7045395" y="2498733"/>
              <a:ext cx="398000" cy="20574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711" y="92459"/>
                  </a:moveTo>
                  <a:lnTo>
                    <a:pt x="105254" y="89508"/>
                  </a:lnTo>
                  <a:lnTo>
                    <a:pt x="106779" y="87540"/>
                  </a:lnTo>
                  <a:lnTo>
                    <a:pt x="108813" y="86557"/>
                  </a:lnTo>
                  <a:lnTo>
                    <a:pt x="110338" y="77704"/>
                  </a:lnTo>
                  <a:lnTo>
                    <a:pt x="111864" y="72786"/>
                  </a:lnTo>
                  <a:lnTo>
                    <a:pt x="117457" y="68852"/>
                  </a:lnTo>
                  <a:lnTo>
                    <a:pt x="119491" y="62950"/>
                  </a:lnTo>
                  <a:lnTo>
                    <a:pt x="120000" y="59016"/>
                  </a:lnTo>
                  <a:lnTo>
                    <a:pt x="117966" y="53114"/>
                  </a:lnTo>
                  <a:lnTo>
                    <a:pt x="115423" y="48196"/>
                  </a:lnTo>
                  <a:lnTo>
                    <a:pt x="112881" y="41311"/>
                  </a:lnTo>
                  <a:lnTo>
                    <a:pt x="111864" y="35409"/>
                  </a:lnTo>
                  <a:lnTo>
                    <a:pt x="110338" y="22622"/>
                  </a:lnTo>
                  <a:lnTo>
                    <a:pt x="110847" y="21639"/>
                  </a:lnTo>
                  <a:lnTo>
                    <a:pt x="109322" y="21639"/>
                  </a:lnTo>
                  <a:lnTo>
                    <a:pt x="107288" y="17704"/>
                  </a:lnTo>
                  <a:lnTo>
                    <a:pt x="105254" y="12786"/>
                  </a:lnTo>
                  <a:lnTo>
                    <a:pt x="103728" y="9836"/>
                  </a:lnTo>
                  <a:lnTo>
                    <a:pt x="103220" y="10819"/>
                  </a:lnTo>
                  <a:lnTo>
                    <a:pt x="102203" y="11803"/>
                  </a:lnTo>
                  <a:lnTo>
                    <a:pt x="101186" y="14754"/>
                  </a:lnTo>
                  <a:lnTo>
                    <a:pt x="100677" y="15737"/>
                  </a:lnTo>
                  <a:lnTo>
                    <a:pt x="97627" y="16721"/>
                  </a:lnTo>
                  <a:lnTo>
                    <a:pt x="95084" y="14754"/>
                  </a:lnTo>
                  <a:lnTo>
                    <a:pt x="93559" y="12786"/>
                  </a:lnTo>
                  <a:lnTo>
                    <a:pt x="93050" y="13770"/>
                  </a:lnTo>
                  <a:lnTo>
                    <a:pt x="92033" y="15737"/>
                  </a:lnTo>
                  <a:lnTo>
                    <a:pt x="92033" y="16721"/>
                  </a:lnTo>
                  <a:lnTo>
                    <a:pt x="90508" y="17704"/>
                  </a:lnTo>
                  <a:lnTo>
                    <a:pt x="89491" y="15737"/>
                  </a:lnTo>
                  <a:lnTo>
                    <a:pt x="88474" y="14754"/>
                  </a:lnTo>
                  <a:lnTo>
                    <a:pt x="86949" y="13770"/>
                  </a:lnTo>
                  <a:lnTo>
                    <a:pt x="84406" y="12786"/>
                  </a:lnTo>
                  <a:lnTo>
                    <a:pt x="83898" y="10819"/>
                  </a:lnTo>
                  <a:lnTo>
                    <a:pt x="82881" y="6885"/>
                  </a:lnTo>
                  <a:lnTo>
                    <a:pt x="80847" y="3934"/>
                  </a:lnTo>
                  <a:lnTo>
                    <a:pt x="78305" y="0"/>
                  </a:lnTo>
                  <a:lnTo>
                    <a:pt x="77796" y="983"/>
                  </a:lnTo>
                  <a:lnTo>
                    <a:pt x="75254" y="2950"/>
                  </a:lnTo>
                  <a:lnTo>
                    <a:pt x="72711" y="983"/>
                  </a:lnTo>
                  <a:lnTo>
                    <a:pt x="71694" y="1967"/>
                  </a:lnTo>
                  <a:lnTo>
                    <a:pt x="72203" y="5901"/>
                  </a:lnTo>
                  <a:lnTo>
                    <a:pt x="73220" y="6885"/>
                  </a:lnTo>
                  <a:lnTo>
                    <a:pt x="72711" y="8852"/>
                  </a:lnTo>
                  <a:lnTo>
                    <a:pt x="73220" y="14754"/>
                  </a:lnTo>
                  <a:lnTo>
                    <a:pt x="72203" y="16721"/>
                  </a:lnTo>
                  <a:lnTo>
                    <a:pt x="70169" y="16721"/>
                  </a:lnTo>
                  <a:lnTo>
                    <a:pt x="68135" y="18688"/>
                  </a:lnTo>
                  <a:lnTo>
                    <a:pt x="64067" y="19672"/>
                  </a:lnTo>
                  <a:lnTo>
                    <a:pt x="63559" y="20655"/>
                  </a:lnTo>
                  <a:lnTo>
                    <a:pt x="63559" y="22622"/>
                  </a:lnTo>
                  <a:lnTo>
                    <a:pt x="63050" y="24590"/>
                  </a:lnTo>
                  <a:lnTo>
                    <a:pt x="63050" y="28524"/>
                  </a:lnTo>
                  <a:lnTo>
                    <a:pt x="62033" y="32459"/>
                  </a:lnTo>
                  <a:lnTo>
                    <a:pt x="61016" y="36393"/>
                  </a:lnTo>
                  <a:lnTo>
                    <a:pt x="60000" y="38360"/>
                  </a:lnTo>
                  <a:lnTo>
                    <a:pt x="58474" y="38360"/>
                  </a:lnTo>
                  <a:lnTo>
                    <a:pt x="56949" y="43278"/>
                  </a:lnTo>
                  <a:lnTo>
                    <a:pt x="56949" y="46229"/>
                  </a:lnTo>
                  <a:lnTo>
                    <a:pt x="55932" y="50163"/>
                  </a:lnTo>
                  <a:lnTo>
                    <a:pt x="52881" y="51147"/>
                  </a:lnTo>
                  <a:lnTo>
                    <a:pt x="52372" y="50163"/>
                  </a:lnTo>
                  <a:lnTo>
                    <a:pt x="50847" y="47213"/>
                  </a:lnTo>
                  <a:lnTo>
                    <a:pt x="50338" y="43278"/>
                  </a:lnTo>
                  <a:lnTo>
                    <a:pt x="49322" y="43278"/>
                  </a:lnTo>
                  <a:lnTo>
                    <a:pt x="48813" y="47213"/>
                  </a:lnTo>
                  <a:lnTo>
                    <a:pt x="47288" y="50163"/>
                  </a:lnTo>
                  <a:lnTo>
                    <a:pt x="47288" y="54098"/>
                  </a:lnTo>
                  <a:lnTo>
                    <a:pt x="46779" y="57049"/>
                  </a:lnTo>
                  <a:lnTo>
                    <a:pt x="44745" y="56065"/>
                  </a:lnTo>
                  <a:lnTo>
                    <a:pt x="43728" y="54098"/>
                  </a:lnTo>
                  <a:lnTo>
                    <a:pt x="41694" y="54098"/>
                  </a:lnTo>
                  <a:lnTo>
                    <a:pt x="40677" y="55081"/>
                  </a:lnTo>
                  <a:lnTo>
                    <a:pt x="38644" y="56065"/>
                  </a:lnTo>
                  <a:lnTo>
                    <a:pt x="38644" y="60000"/>
                  </a:lnTo>
                  <a:lnTo>
                    <a:pt x="38135" y="60983"/>
                  </a:lnTo>
                  <a:lnTo>
                    <a:pt x="36101" y="59016"/>
                  </a:lnTo>
                  <a:lnTo>
                    <a:pt x="34576" y="56065"/>
                  </a:lnTo>
                  <a:lnTo>
                    <a:pt x="32033" y="56065"/>
                  </a:lnTo>
                  <a:lnTo>
                    <a:pt x="30508" y="56065"/>
                  </a:lnTo>
                  <a:lnTo>
                    <a:pt x="28983" y="60000"/>
                  </a:lnTo>
                  <a:lnTo>
                    <a:pt x="24915" y="60000"/>
                  </a:lnTo>
                  <a:lnTo>
                    <a:pt x="24915" y="64918"/>
                  </a:lnTo>
                  <a:lnTo>
                    <a:pt x="23389" y="64918"/>
                  </a:lnTo>
                  <a:lnTo>
                    <a:pt x="21864" y="65901"/>
                  </a:lnTo>
                  <a:lnTo>
                    <a:pt x="21864" y="69836"/>
                  </a:lnTo>
                  <a:lnTo>
                    <a:pt x="21864" y="70819"/>
                  </a:lnTo>
                  <a:lnTo>
                    <a:pt x="21864" y="73770"/>
                  </a:lnTo>
                  <a:lnTo>
                    <a:pt x="22372" y="76721"/>
                  </a:lnTo>
                  <a:lnTo>
                    <a:pt x="21355" y="77704"/>
                  </a:lnTo>
                  <a:lnTo>
                    <a:pt x="18305" y="79672"/>
                  </a:lnTo>
                  <a:lnTo>
                    <a:pt x="16779" y="81639"/>
                  </a:lnTo>
                  <a:lnTo>
                    <a:pt x="16779" y="86557"/>
                  </a:lnTo>
                  <a:lnTo>
                    <a:pt x="17796" y="91475"/>
                  </a:lnTo>
                  <a:lnTo>
                    <a:pt x="16779" y="92459"/>
                  </a:lnTo>
                  <a:lnTo>
                    <a:pt x="15254" y="92459"/>
                  </a:lnTo>
                  <a:lnTo>
                    <a:pt x="13728" y="92459"/>
                  </a:lnTo>
                  <a:lnTo>
                    <a:pt x="11694" y="89508"/>
                  </a:lnTo>
                  <a:lnTo>
                    <a:pt x="9661" y="87540"/>
                  </a:lnTo>
                  <a:lnTo>
                    <a:pt x="8644" y="88524"/>
                  </a:lnTo>
                  <a:lnTo>
                    <a:pt x="7118" y="91475"/>
                  </a:lnTo>
                  <a:lnTo>
                    <a:pt x="5593" y="92459"/>
                  </a:lnTo>
                  <a:lnTo>
                    <a:pt x="5084" y="95409"/>
                  </a:lnTo>
                  <a:lnTo>
                    <a:pt x="5084" y="98360"/>
                  </a:lnTo>
                  <a:lnTo>
                    <a:pt x="7118" y="100327"/>
                  </a:lnTo>
                  <a:lnTo>
                    <a:pt x="7118" y="102295"/>
                  </a:lnTo>
                  <a:lnTo>
                    <a:pt x="7118" y="105245"/>
                  </a:lnTo>
                  <a:lnTo>
                    <a:pt x="7118" y="110163"/>
                  </a:lnTo>
                  <a:lnTo>
                    <a:pt x="6101" y="113114"/>
                  </a:lnTo>
                  <a:lnTo>
                    <a:pt x="5084" y="114098"/>
                  </a:lnTo>
                  <a:lnTo>
                    <a:pt x="3559" y="114098"/>
                  </a:lnTo>
                  <a:lnTo>
                    <a:pt x="2542" y="115081"/>
                  </a:lnTo>
                  <a:lnTo>
                    <a:pt x="2542" y="115081"/>
                  </a:lnTo>
                  <a:lnTo>
                    <a:pt x="2033" y="115081"/>
                  </a:lnTo>
                  <a:lnTo>
                    <a:pt x="0" y="115081"/>
                  </a:lnTo>
                  <a:lnTo>
                    <a:pt x="0" y="116065"/>
                  </a:lnTo>
                  <a:lnTo>
                    <a:pt x="0" y="119016"/>
                  </a:lnTo>
                  <a:lnTo>
                    <a:pt x="0" y="120000"/>
                  </a:lnTo>
                  <a:lnTo>
                    <a:pt x="1016" y="119016"/>
                  </a:lnTo>
                  <a:lnTo>
                    <a:pt x="26440" y="118032"/>
                  </a:lnTo>
                  <a:lnTo>
                    <a:pt x="25423" y="109180"/>
                  </a:lnTo>
                  <a:lnTo>
                    <a:pt x="72711" y="103278"/>
                  </a:lnTo>
                  <a:lnTo>
                    <a:pt x="97627" y="98360"/>
                  </a:lnTo>
                  <a:lnTo>
                    <a:pt x="100677" y="95409"/>
                  </a:lnTo>
                  <a:lnTo>
                    <a:pt x="102711" y="9245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62" name="Shape 10762"/>
            <p:cNvSpPr/>
            <p:nvPr/>
          </p:nvSpPr>
          <p:spPr>
            <a:xfrm>
              <a:off x="6706419" y="2426216"/>
              <a:ext cx="362585" cy="31536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440" y="104796"/>
                  </a:moveTo>
                  <a:cubicBezTo>
                    <a:pt x="112440" y="103167"/>
                    <a:pt x="112440" y="103167"/>
                    <a:pt x="112440" y="103167"/>
                  </a:cubicBezTo>
                  <a:cubicBezTo>
                    <a:pt x="112440" y="102624"/>
                    <a:pt x="112440" y="102624"/>
                    <a:pt x="112440" y="102624"/>
                  </a:cubicBezTo>
                  <a:cubicBezTo>
                    <a:pt x="114330" y="102624"/>
                    <a:pt x="114330" y="102624"/>
                    <a:pt x="114330" y="102624"/>
                  </a:cubicBezTo>
                  <a:cubicBezTo>
                    <a:pt x="114803" y="102624"/>
                    <a:pt x="114803" y="102624"/>
                    <a:pt x="114803" y="102624"/>
                  </a:cubicBezTo>
                  <a:cubicBezTo>
                    <a:pt x="115275" y="102081"/>
                    <a:pt x="115275" y="102081"/>
                    <a:pt x="115275" y="102081"/>
                  </a:cubicBezTo>
                  <a:cubicBezTo>
                    <a:pt x="116220" y="101538"/>
                    <a:pt x="116220" y="101538"/>
                    <a:pt x="116220" y="101538"/>
                  </a:cubicBezTo>
                  <a:cubicBezTo>
                    <a:pt x="117637" y="101538"/>
                    <a:pt x="117637" y="101538"/>
                    <a:pt x="117637" y="101538"/>
                  </a:cubicBezTo>
                  <a:cubicBezTo>
                    <a:pt x="119055" y="100995"/>
                    <a:pt x="119055" y="100995"/>
                    <a:pt x="119055" y="100995"/>
                  </a:cubicBezTo>
                  <a:cubicBezTo>
                    <a:pt x="120000" y="99366"/>
                    <a:pt x="120000" y="99366"/>
                    <a:pt x="120000" y="99366"/>
                  </a:cubicBezTo>
                  <a:cubicBezTo>
                    <a:pt x="120000" y="96108"/>
                    <a:pt x="120000" y="96108"/>
                    <a:pt x="120000" y="96108"/>
                  </a:cubicBezTo>
                  <a:cubicBezTo>
                    <a:pt x="120000" y="93936"/>
                    <a:pt x="120000" y="93936"/>
                    <a:pt x="120000" y="93936"/>
                  </a:cubicBezTo>
                  <a:cubicBezTo>
                    <a:pt x="120000" y="92850"/>
                    <a:pt x="120000" y="92850"/>
                    <a:pt x="120000" y="92850"/>
                  </a:cubicBezTo>
                  <a:cubicBezTo>
                    <a:pt x="118110" y="91221"/>
                    <a:pt x="118110" y="91221"/>
                    <a:pt x="118110" y="91221"/>
                  </a:cubicBezTo>
                  <a:cubicBezTo>
                    <a:pt x="118110" y="89592"/>
                    <a:pt x="118110" y="89592"/>
                    <a:pt x="118110" y="89592"/>
                  </a:cubicBezTo>
                  <a:cubicBezTo>
                    <a:pt x="118582" y="87420"/>
                    <a:pt x="118582" y="87420"/>
                    <a:pt x="118582" y="87420"/>
                  </a:cubicBezTo>
                  <a:cubicBezTo>
                    <a:pt x="116220" y="87420"/>
                    <a:pt x="116220" y="87420"/>
                    <a:pt x="116220" y="87420"/>
                  </a:cubicBezTo>
                  <a:cubicBezTo>
                    <a:pt x="114803" y="90135"/>
                    <a:pt x="114803" y="90135"/>
                    <a:pt x="114803" y="90135"/>
                  </a:cubicBezTo>
                  <a:cubicBezTo>
                    <a:pt x="114803" y="87420"/>
                    <a:pt x="114803" y="87420"/>
                    <a:pt x="114803" y="87420"/>
                  </a:cubicBezTo>
                  <a:cubicBezTo>
                    <a:pt x="112440" y="84705"/>
                    <a:pt x="112440" y="84705"/>
                    <a:pt x="112440" y="84705"/>
                  </a:cubicBezTo>
                  <a:cubicBezTo>
                    <a:pt x="112913" y="82533"/>
                    <a:pt x="112913" y="82533"/>
                    <a:pt x="112913" y="82533"/>
                  </a:cubicBezTo>
                  <a:cubicBezTo>
                    <a:pt x="113385" y="79276"/>
                    <a:pt x="113385" y="79276"/>
                    <a:pt x="113385" y="79276"/>
                  </a:cubicBezTo>
                  <a:cubicBezTo>
                    <a:pt x="111496" y="73303"/>
                    <a:pt x="111496" y="73303"/>
                    <a:pt x="111496" y="73303"/>
                  </a:cubicBezTo>
                  <a:cubicBezTo>
                    <a:pt x="109606" y="71131"/>
                    <a:pt x="109606" y="71131"/>
                    <a:pt x="109606" y="71131"/>
                  </a:cubicBezTo>
                  <a:cubicBezTo>
                    <a:pt x="103464" y="66244"/>
                    <a:pt x="103464" y="66244"/>
                    <a:pt x="103464" y="66244"/>
                  </a:cubicBezTo>
                  <a:cubicBezTo>
                    <a:pt x="102047" y="67330"/>
                    <a:pt x="102047" y="67330"/>
                    <a:pt x="102047" y="67330"/>
                  </a:cubicBezTo>
                  <a:cubicBezTo>
                    <a:pt x="98267" y="64072"/>
                    <a:pt x="98267" y="64072"/>
                    <a:pt x="98267" y="64072"/>
                  </a:cubicBezTo>
                  <a:cubicBezTo>
                    <a:pt x="95433" y="60814"/>
                    <a:pt x="95433" y="60814"/>
                    <a:pt x="95433" y="60814"/>
                  </a:cubicBezTo>
                  <a:cubicBezTo>
                    <a:pt x="95433" y="57556"/>
                    <a:pt x="95433" y="57556"/>
                    <a:pt x="95433" y="57556"/>
                  </a:cubicBezTo>
                  <a:cubicBezTo>
                    <a:pt x="96377" y="54298"/>
                    <a:pt x="96377" y="54298"/>
                    <a:pt x="96377" y="54298"/>
                  </a:cubicBezTo>
                  <a:cubicBezTo>
                    <a:pt x="96850" y="52126"/>
                    <a:pt x="96850" y="52126"/>
                    <a:pt x="96850" y="52126"/>
                  </a:cubicBezTo>
                  <a:cubicBezTo>
                    <a:pt x="97322" y="49411"/>
                    <a:pt x="97322" y="49411"/>
                    <a:pt x="97322" y="49411"/>
                  </a:cubicBezTo>
                  <a:cubicBezTo>
                    <a:pt x="98740" y="45610"/>
                    <a:pt x="98740" y="45610"/>
                    <a:pt x="98740" y="45610"/>
                  </a:cubicBezTo>
                  <a:cubicBezTo>
                    <a:pt x="97322" y="43438"/>
                    <a:pt x="97322" y="43438"/>
                    <a:pt x="97322" y="43438"/>
                  </a:cubicBezTo>
                  <a:cubicBezTo>
                    <a:pt x="95433" y="41266"/>
                    <a:pt x="95433" y="41266"/>
                    <a:pt x="95433" y="41266"/>
                  </a:cubicBezTo>
                  <a:cubicBezTo>
                    <a:pt x="92598" y="41266"/>
                    <a:pt x="92598" y="41266"/>
                    <a:pt x="92598" y="41266"/>
                  </a:cubicBezTo>
                  <a:cubicBezTo>
                    <a:pt x="91181" y="42352"/>
                    <a:pt x="91181" y="42352"/>
                    <a:pt x="91181" y="42352"/>
                  </a:cubicBezTo>
                  <a:cubicBezTo>
                    <a:pt x="90236" y="43981"/>
                    <a:pt x="90236" y="43981"/>
                    <a:pt x="90236" y="43981"/>
                  </a:cubicBezTo>
                  <a:cubicBezTo>
                    <a:pt x="87874" y="41266"/>
                    <a:pt x="87874" y="41266"/>
                    <a:pt x="87874" y="41266"/>
                  </a:cubicBezTo>
                  <a:cubicBezTo>
                    <a:pt x="87874" y="36380"/>
                    <a:pt x="87874" y="36380"/>
                    <a:pt x="87874" y="36380"/>
                  </a:cubicBezTo>
                  <a:cubicBezTo>
                    <a:pt x="85511" y="32579"/>
                    <a:pt x="85511" y="32579"/>
                    <a:pt x="85511" y="32579"/>
                  </a:cubicBezTo>
                  <a:cubicBezTo>
                    <a:pt x="77007" y="24434"/>
                    <a:pt x="77007" y="24434"/>
                    <a:pt x="77007" y="24434"/>
                  </a:cubicBezTo>
                  <a:cubicBezTo>
                    <a:pt x="73700" y="17918"/>
                    <a:pt x="73700" y="17918"/>
                    <a:pt x="73700" y="17918"/>
                  </a:cubicBezTo>
                  <a:cubicBezTo>
                    <a:pt x="73700" y="11945"/>
                    <a:pt x="73700" y="11945"/>
                    <a:pt x="73700" y="11945"/>
                  </a:cubicBezTo>
                  <a:cubicBezTo>
                    <a:pt x="73700" y="5972"/>
                    <a:pt x="73700" y="5972"/>
                    <a:pt x="73700" y="5972"/>
                  </a:cubicBezTo>
                  <a:cubicBezTo>
                    <a:pt x="74645" y="5429"/>
                    <a:pt x="74645" y="5429"/>
                    <a:pt x="74645" y="5429"/>
                  </a:cubicBezTo>
                  <a:cubicBezTo>
                    <a:pt x="68976" y="0"/>
                    <a:pt x="68976" y="0"/>
                    <a:pt x="68976" y="0"/>
                  </a:cubicBezTo>
                  <a:cubicBezTo>
                    <a:pt x="0" y="1085"/>
                    <a:pt x="0" y="1085"/>
                    <a:pt x="0" y="1085"/>
                  </a:cubicBezTo>
                  <a:cubicBezTo>
                    <a:pt x="472" y="2171"/>
                    <a:pt x="472" y="2171"/>
                    <a:pt x="472" y="2171"/>
                  </a:cubicBezTo>
                  <a:cubicBezTo>
                    <a:pt x="1889" y="3257"/>
                    <a:pt x="1889" y="3257"/>
                    <a:pt x="1889" y="3257"/>
                  </a:cubicBezTo>
                  <a:cubicBezTo>
                    <a:pt x="2362" y="5972"/>
                    <a:pt x="2362" y="5972"/>
                    <a:pt x="2362" y="5972"/>
                  </a:cubicBezTo>
                  <a:cubicBezTo>
                    <a:pt x="1417" y="7058"/>
                    <a:pt x="1417" y="7058"/>
                    <a:pt x="1417" y="7058"/>
                  </a:cubicBezTo>
                  <a:cubicBezTo>
                    <a:pt x="2362" y="8687"/>
                    <a:pt x="2362" y="8687"/>
                    <a:pt x="2362" y="8687"/>
                  </a:cubicBezTo>
                  <a:cubicBezTo>
                    <a:pt x="2362" y="8687"/>
                    <a:pt x="1889" y="8687"/>
                    <a:pt x="2362" y="9230"/>
                  </a:cubicBezTo>
                  <a:cubicBezTo>
                    <a:pt x="2834" y="9773"/>
                    <a:pt x="5196" y="10316"/>
                    <a:pt x="5196" y="10316"/>
                  </a:cubicBezTo>
                  <a:cubicBezTo>
                    <a:pt x="5669" y="13574"/>
                    <a:pt x="5669" y="13574"/>
                    <a:pt x="5669" y="13574"/>
                  </a:cubicBezTo>
                  <a:cubicBezTo>
                    <a:pt x="6614" y="15746"/>
                    <a:pt x="6614" y="15746"/>
                    <a:pt x="6614" y="15746"/>
                  </a:cubicBezTo>
                  <a:cubicBezTo>
                    <a:pt x="6614" y="15746"/>
                    <a:pt x="6614" y="15746"/>
                    <a:pt x="6614" y="15746"/>
                  </a:cubicBezTo>
                  <a:cubicBezTo>
                    <a:pt x="8503" y="19004"/>
                    <a:pt x="8503" y="19004"/>
                    <a:pt x="8503" y="19004"/>
                  </a:cubicBezTo>
                  <a:cubicBezTo>
                    <a:pt x="9448" y="21176"/>
                    <a:pt x="9448" y="21176"/>
                    <a:pt x="9448" y="21176"/>
                  </a:cubicBezTo>
                  <a:cubicBezTo>
                    <a:pt x="13700" y="21176"/>
                    <a:pt x="13700" y="21176"/>
                    <a:pt x="13700" y="21176"/>
                  </a:cubicBezTo>
                  <a:cubicBezTo>
                    <a:pt x="14645" y="21176"/>
                    <a:pt x="14645" y="21176"/>
                    <a:pt x="14645" y="21176"/>
                  </a:cubicBezTo>
                  <a:cubicBezTo>
                    <a:pt x="14645" y="23891"/>
                    <a:pt x="14645" y="23891"/>
                    <a:pt x="14645" y="23891"/>
                  </a:cubicBezTo>
                  <a:cubicBezTo>
                    <a:pt x="13228" y="27149"/>
                    <a:pt x="13228" y="27149"/>
                    <a:pt x="13228" y="27149"/>
                  </a:cubicBezTo>
                  <a:cubicBezTo>
                    <a:pt x="11811" y="29864"/>
                    <a:pt x="11811" y="29864"/>
                    <a:pt x="11811" y="29864"/>
                  </a:cubicBezTo>
                  <a:cubicBezTo>
                    <a:pt x="14645" y="33122"/>
                    <a:pt x="14645" y="33122"/>
                    <a:pt x="14645" y="33122"/>
                  </a:cubicBezTo>
                  <a:cubicBezTo>
                    <a:pt x="15590" y="36380"/>
                    <a:pt x="15590" y="36380"/>
                    <a:pt x="15590" y="36380"/>
                  </a:cubicBezTo>
                  <a:cubicBezTo>
                    <a:pt x="17007" y="37466"/>
                    <a:pt x="17007" y="37466"/>
                    <a:pt x="17007" y="37466"/>
                  </a:cubicBezTo>
                  <a:cubicBezTo>
                    <a:pt x="19842" y="39095"/>
                    <a:pt x="19842" y="39095"/>
                    <a:pt x="19842" y="39095"/>
                  </a:cubicBezTo>
                  <a:cubicBezTo>
                    <a:pt x="19842" y="95565"/>
                    <a:pt x="19842" y="95565"/>
                    <a:pt x="19842" y="95565"/>
                  </a:cubicBezTo>
                  <a:cubicBezTo>
                    <a:pt x="19842" y="109140"/>
                    <a:pt x="19842" y="109140"/>
                    <a:pt x="19842" y="109140"/>
                  </a:cubicBezTo>
                  <a:cubicBezTo>
                    <a:pt x="101574" y="106968"/>
                    <a:pt x="101574" y="106968"/>
                    <a:pt x="101574" y="106968"/>
                  </a:cubicBezTo>
                  <a:cubicBezTo>
                    <a:pt x="102047" y="110226"/>
                    <a:pt x="102047" y="110226"/>
                    <a:pt x="102047" y="110226"/>
                  </a:cubicBezTo>
                  <a:cubicBezTo>
                    <a:pt x="96850" y="120000"/>
                    <a:pt x="96850" y="120000"/>
                    <a:pt x="96850" y="120000"/>
                  </a:cubicBezTo>
                  <a:cubicBezTo>
                    <a:pt x="110078" y="118914"/>
                    <a:pt x="110078" y="118914"/>
                    <a:pt x="110078" y="118914"/>
                  </a:cubicBezTo>
                  <a:cubicBezTo>
                    <a:pt x="110551" y="117285"/>
                    <a:pt x="110551" y="117285"/>
                    <a:pt x="110551" y="117285"/>
                  </a:cubicBezTo>
                  <a:cubicBezTo>
                    <a:pt x="111496" y="115656"/>
                    <a:pt x="111496" y="115656"/>
                    <a:pt x="111496" y="115656"/>
                  </a:cubicBezTo>
                  <a:cubicBezTo>
                    <a:pt x="111496" y="115656"/>
                    <a:pt x="112440" y="115113"/>
                    <a:pt x="111968" y="114570"/>
                  </a:cubicBezTo>
                  <a:cubicBezTo>
                    <a:pt x="111968" y="114027"/>
                    <a:pt x="111023" y="112398"/>
                    <a:pt x="111023" y="112398"/>
                  </a:cubicBezTo>
                  <a:cubicBezTo>
                    <a:pt x="110551" y="111855"/>
                    <a:pt x="110551" y="111855"/>
                    <a:pt x="110551" y="111855"/>
                  </a:cubicBezTo>
                  <a:cubicBezTo>
                    <a:pt x="111023" y="110769"/>
                    <a:pt x="111023" y="110769"/>
                    <a:pt x="111023" y="110769"/>
                  </a:cubicBezTo>
                  <a:cubicBezTo>
                    <a:pt x="111968" y="110226"/>
                    <a:pt x="111968" y="110226"/>
                    <a:pt x="111968" y="110226"/>
                  </a:cubicBezTo>
                  <a:cubicBezTo>
                    <a:pt x="112440" y="108597"/>
                    <a:pt x="112440" y="108597"/>
                    <a:pt x="112440" y="108597"/>
                  </a:cubicBezTo>
                  <a:cubicBezTo>
                    <a:pt x="112440" y="106968"/>
                    <a:pt x="112440" y="106968"/>
                    <a:pt x="112440" y="106968"/>
                  </a:cubicBezTo>
                  <a:cubicBezTo>
                    <a:pt x="112440" y="105339"/>
                    <a:pt x="112440" y="105339"/>
                    <a:pt x="112440" y="105339"/>
                  </a:cubicBezTo>
                  <a:lnTo>
                    <a:pt x="112440" y="10479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63" name="Shape 10763"/>
            <p:cNvSpPr/>
            <p:nvPr/>
          </p:nvSpPr>
          <p:spPr>
            <a:xfrm>
              <a:off x="6642333" y="1820782"/>
              <a:ext cx="350780" cy="4081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3846" y="69917"/>
                  </a:moveTo>
                  <a:lnTo>
                    <a:pt x="80192" y="66942"/>
                  </a:lnTo>
                  <a:lnTo>
                    <a:pt x="80192" y="55041"/>
                  </a:lnTo>
                  <a:lnTo>
                    <a:pt x="83076" y="53057"/>
                  </a:lnTo>
                  <a:lnTo>
                    <a:pt x="92884" y="45123"/>
                  </a:lnTo>
                  <a:lnTo>
                    <a:pt x="97500" y="39669"/>
                  </a:lnTo>
                  <a:lnTo>
                    <a:pt x="106730" y="34214"/>
                  </a:lnTo>
                  <a:lnTo>
                    <a:pt x="120000" y="27272"/>
                  </a:lnTo>
                  <a:lnTo>
                    <a:pt x="115384" y="26280"/>
                  </a:lnTo>
                  <a:lnTo>
                    <a:pt x="105576" y="25785"/>
                  </a:lnTo>
                  <a:lnTo>
                    <a:pt x="97500" y="24297"/>
                  </a:lnTo>
                  <a:lnTo>
                    <a:pt x="95769" y="25785"/>
                  </a:lnTo>
                  <a:lnTo>
                    <a:pt x="93461" y="27272"/>
                  </a:lnTo>
                  <a:lnTo>
                    <a:pt x="88846" y="27272"/>
                  </a:lnTo>
                  <a:lnTo>
                    <a:pt x="87115" y="25289"/>
                  </a:lnTo>
                  <a:lnTo>
                    <a:pt x="84807" y="23801"/>
                  </a:lnTo>
                  <a:lnTo>
                    <a:pt x="78461" y="22314"/>
                  </a:lnTo>
                  <a:lnTo>
                    <a:pt x="76730" y="22314"/>
                  </a:lnTo>
                  <a:lnTo>
                    <a:pt x="74423" y="21322"/>
                  </a:lnTo>
                  <a:lnTo>
                    <a:pt x="73846" y="20826"/>
                  </a:lnTo>
                  <a:lnTo>
                    <a:pt x="68653" y="20330"/>
                  </a:lnTo>
                  <a:lnTo>
                    <a:pt x="65769" y="17851"/>
                  </a:lnTo>
                  <a:lnTo>
                    <a:pt x="69230" y="19338"/>
                  </a:lnTo>
                  <a:lnTo>
                    <a:pt x="70961" y="17851"/>
                  </a:lnTo>
                  <a:lnTo>
                    <a:pt x="68653" y="17355"/>
                  </a:lnTo>
                  <a:lnTo>
                    <a:pt x="65769" y="17355"/>
                  </a:lnTo>
                  <a:lnTo>
                    <a:pt x="62884" y="17355"/>
                  </a:lnTo>
                  <a:lnTo>
                    <a:pt x="60576" y="17355"/>
                  </a:lnTo>
                  <a:lnTo>
                    <a:pt x="57692" y="17355"/>
                  </a:lnTo>
                  <a:lnTo>
                    <a:pt x="55961" y="19338"/>
                  </a:lnTo>
                  <a:lnTo>
                    <a:pt x="53653" y="19338"/>
                  </a:lnTo>
                  <a:lnTo>
                    <a:pt x="50192" y="16859"/>
                  </a:lnTo>
                  <a:lnTo>
                    <a:pt x="48461" y="16859"/>
                  </a:lnTo>
                  <a:lnTo>
                    <a:pt x="46153" y="16859"/>
                  </a:lnTo>
                  <a:lnTo>
                    <a:pt x="42115" y="15867"/>
                  </a:lnTo>
                  <a:lnTo>
                    <a:pt x="39230" y="11900"/>
                  </a:lnTo>
                  <a:lnTo>
                    <a:pt x="39230" y="11900"/>
                  </a:lnTo>
                  <a:lnTo>
                    <a:pt x="38076" y="9917"/>
                  </a:lnTo>
                  <a:lnTo>
                    <a:pt x="35769" y="9917"/>
                  </a:lnTo>
                  <a:lnTo>
                    <a:pt x="33461" y="9917"/>
                  </a:lnTo>
                  <a:lnTo>
                    <a:pt x="31730" y="9917"/>
                  </a:lnTo>
                  <a:lnTo>
                    <a:pt x="31153" y="7933"/>
                  </a:lnTo>
                  <a:lnTo>
                    <a:pt x="32884" y="5950"/>
                  </a:lnTo>
                  <a:lnTo>
                    <a:pt x="33461" y="3966"/>
                  </a:lnTo>
                  <a:lnTo>
                    <a:pt x="35769" y="2479"/>
                  </a:lnTo>
                  <a:lnTo>
                    <a:pt x="34615" y="991"/>
                  </a:lnTo>
                  <a:lnTo>
                    <a:pt x="34615" y="991"/>
                  </a:lnTo>
                  <a:lnTo>
                    <a:pt x="32307" y="0"/>
                  </a:lnTo>
                  <a:lnTo>
                    <a:pt x="32307" y="4958"/>
                  </a:lnTo>
                  <a:lnTo>
                    <a:pt x="31153" y="5950"/>
                  </a:lnTo>
                  <a:lnTo>
                    <a:pt x="30000" y="7933"/>
                  </a:lnTo>
                  <a:lnTo>
                    <a:pt x="0" y="7933"/>
                  </a:lnTo>
                  <a:lnTo>
                    <a:pt x="576" y="9917"/>
                  </a:lnTo>
                  <a:lnTo>
                    <a:pt x="576" y="11404"/>
                  </a:lnTo>
                  <a:lnTo>
                    <a:pt x="576" y="11900"/>
                  </a:lnTo>
                  <a:lnTo>
                    <a:pt x="2307" y="12892"/>
                  </a:lnTo>
                  <a:lnTo>
                    <a:pt x="2307" y="14876"/>
                  </a:lnTo>
                  <a:lnTo>
                    <a:pt x="1730" y="15371"/>
                  </a:lnTo>
                  <a:lnTo>
                    <a:pt x="576" y="16363"/>
                  </a:lnTo>
                  <a:lnTo>
                    <a:pt x="576" y="16859"/>
                  </a:lnTo>
                  <a:lnTo>
                    <a:pt x="576" y="18842"/>
                  </a:lnTo>
                  <a:lnTo>
                    <a:pt x="1153" y="19834"/>
                  </a:lnTo>
                  <a:lnTo>
                    <a:pt x="1730" y="22314"/>
                  </a:lnTo>
                  <a:lnTo>
                    <a:pt x="576" y="25289"/>
                  </a:lnTo>
                  <a:lnTo>
                    <a:pt x="1730" y="27768"/>
                  </a:lnTo>
                  <a:lnTo>
                    <a:pt x="3461" y="31735"/>
                  </a:lnTo>
                  <a:lnTo>
                    <a:pt x="5192" y="34710"/>
                  </a:lnTo>
                  <a:lnTo>
                    <a:pt x="5192" y="38677"/>
                  </a:lnTo>
                  <a:lnTo>
                    <a:pt x="5769" y="45619"/>
                  </a:lnTo>
                  <a:lnTo>
                    <a:pt x="5769" y="51570"/>
                  </a:lnTo>
                  <a:lnTo>
                    <a:pt x="5769" y="55537"/>
                  </a:lnTo>
                  <a:lnTo>
                    <a:pt x="6923" y="56528"/>
                  </a:lnTo>
                  <a:lnTo>
                    <a:pt x="6923" y="57520"/>
                  </a:lnTo>
                  <a:lnTo>
                    <a:pt x="6923" y="60495"/>
                  </a:lnTo>
                  <a:lnTo>
                    <a:pt x="8653" y="61487"/>
                  </a:lnTo>
                  <a:lnTo>
                    <a:pt x="9807" y="62975"/>
                  </a:lnTo>
                  <a:lnTo>
                    <a:pt x="10384" y="65454"/>
                  </a:lnTo>
                  <a:lnTo>
                    <a:pt x="10384" y="67438"/>
                  </a:lnTo>
                  <a:lnTo>
                    <a:pt x="10384" y="69917"/>
                  </a:lnTo>
                  <a:lnTo>
                    <a:pt x="9230" y="70413"/>
                  </a:lnTo>
                  <a:lnTo>
                    <a:pt x="9230" y="70413"/>
                  </a:lnTo>
                  <a:lnTo>
                    <a:pt x="9807" y="71404"/>
                  </a:lnTo>
                  <a:lnTo>
                    <a:pt x="7500" y="72892"/>
                  </a:lnTo>
                  <a:lnTo>
                    <a:pt x="6346" y="74380"/>
                  </a:lnTo>
                  <a:lnTo>
                    <a:pt x="4615" y="75371"/>
                  </a:lnTo>
                  <a:lnTo>
                    <a:pt x="4615" y="76363"/>
                  </a:lnTo>
                  <a:lnTo>
                    <a:pt x="4615" y="77355"/>
                  </a:lnTo>
                  <a:lnTo>
                    <a:pt x="5192" y="78347"/>
                  </a:lnTo>
                  <a:lnTo>
                    <a:pt x="6923" y="79338"/>
                  </a:lnTo>
                  <a:lnTo>
                    <a:pt x="6923" y="80826"/>
                  </a:lnTo>
                  <a:lnTo>
                    <a:pt x="9807" y="81322"/>
                  </a:lnTo>
                  <a:lnTo>
                    <a:pt x="10384" y="82809"/>
                  </a:lnTo>
                  <a:lnTo>
                    <a:pt x="12115" y="83801"/>
                  </a:lnTo>
                  <a:lnTo>
                    <a:pt x="10384" y="120000"/>
                  </a:lnTo>
                  <a:lnTo>
                    <a:pt x="99230" y="118512"/>
                  </a:lnTo>
                  <a:lnTo>
                    <a:pt x="99807" y="115537"/>
                  </a:lnTo>
                  <a:lnTo>
                    <a:pt x="99230" y="112561"/>
                  </a:lnTo>
                  <a:lnTo>
                    <a:pt x="95769" y="109090"/>
                  </a:lnTo>
                  <a:lnTo>
                    <a:pt x="92307" y="107107"/>
                  </a:lnTo>
                  <a:lnTo>
                    <a:pt x="90576" y="105619"/>
                  </a:lnTo>
                  <a:lnTo>
                    <a:pt x="86538" y="101157"/>
                  </a:lnTo>
                  <a:lnTo>
                    <a:pt x="79615" y="97685"/>
                  </a:lnTo>
                  <a:lnTo>
                    <a:pt x="75000" y="95702"/>
                  </a:lnTo>
                  <a:lnTo>
                    <a:pt x="72115" y="93719"/>
                  </a:lnTo>
                  <a:lnTo>
                    <a:pt x="72692" y="86280"/>
                  </a:lnTo>
                  <a:lnTo>
                    <a:pt x="73846" y="78842"/>
                  </a:lnTo>
                  <a:lnTo>
                    <a:pt x="72692" y="78842"/>
                  </a:lnTo>
                  <a:lnTo>
                    <a:pt x="70384" y="76363"/>
                  </a:lnTo>
                  <a:lnTo>
                    <a:pt x="72692" y="71900"/>
                  </a:lnTo>
                  <a:lnTo>
                    <a:pt x="73846" y="6991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cxnSp>
          <p:nvCxnSpPr>
            <p:cNvPr id="10764" name="Shape 10764"/>
            <p:cNvCxnSpPr/>
            <p:nvPr/>
          </p:nvCxnSpPr>
          <p:spPr>
            <a:xfrm>
              <a:off x="6881810" y="2014724"/>
              <a:ext cx="0" cy="0"/>
            </a:xfrm>
            <a:prstGeom prst="straightConnector1">
              <a:avLst/>
            </a:pr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65" name="Shape 10765"/>
            <p:cNvCxnSpPr/>
            <p:nvPr/>
          </p:nvCxnSpPr>
          <p:spPr>
            <a:xfrm>
              <a:off x="6881810" y="2014724"/>
              <a:ext cx="0" cy="0"/>
            </a:xfrm>
            <a:prstGeom prst="straightConnector1">
              <a:avLst/>
            </a:pr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0766" name="Shape 10766"/>
            <p:cNvSpPr/>
            <p:nvPr/>
          </p:nvSpPr>
          <p:spPr>
            <a:xfrm>
              <a:off x="6964446" y="1940520"/>
              <a:ext cx="409805" cy="38619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2666"/>
                  </a:moveTo>
                  <a:cubicBezTo>
                    <a:pt x="836" y="21777"/>
                    <a:pt x="836" y="21777"/>
                    <a:pt x="836" y="21777"/>
                  </a:cubicBezTo>
                  <a:cubicBezTo>
                    <a:pt x="2508" y="21777"/>
                    <a:pt x="2508" y="21777"/>
                    <a:pt x="2508" y="21777"/>
                  </a:cubicBezTo>
                  <a:cubicBezTo>
                    <a:pt x="4599" y="20444"/>
                    <a:pt x="4599" y="20444"/>
                    <a:pt x="4599" y="20444"/>
                  </a:cubicBezTo>
                  <a:cubicBezTo>
                    <a:pt x="5017" y="19555"/>
                    <a:pt x="5017" y="19555"/>
                    <a:pt x="5017" y="19555"/>
                  </a:cubicBezTo>
                  <a:cubicBezTo>
                    <a:pt x="5853" y="17777"/>
                    <a:pt x="5853" y="17777"/>
                    <a:pt x="5853" y="17777"/>
                  </a:cubicBezTo>
                  <a:cubicBezTo>
                    <a:pt x="7108" y="16444"/>
                    <a:pt x="7108" y="16444"/>
                    <a:pt x="7108" y="16444"/>
                  </a:cubicBezTo>
                  <a:cubicBezTo>
                    <a:pt x="8362" y="16000"/>
                    <a:pt x="8362" y="16000"/>
                    <a:pt x="8362" y="16000"/>
                  </a:cubicBezTo>
                  <a:cubicBezTo>
                    <a:pt x="9616" y="16000"/>
                    <a:pt x="9616" y="16000"/>
                    <a:pt x="9616" y="16000"/>
                  </a:cubicBezTo>
                  <a:cubicBezTo>
                    <a:pt x="12125" y="16000"/>
                    <a:pt x="12125" y="16000"/>
                    <a:pt x="12125" y="16000"/>
                  </a:cubicBezTo>
                  <a:cubicBezTo>
                    <a:pt x="13379" y="15111"/>
                    <a:pt x="13379" y="15111"/>
                    <a:pt x="13379" y="15111"/>
                  </a:cubicBezTo>
                  <a:cubicBezTo>
                    <a:pt x="17560" y="12000"/>
                    <a:pt x="17560" y="12000"/>
                    <a:pt x="17560" y="12000"/>
                  </a:cubicBezTo>
                  <a:cubicBezTo>
                    <a:pt x="18815" y="11555"/>
                    <a:pt x="18815" y="11555"/>
                    <a:pt x="18815" y="11555"/>
                  </a:cubicBezTo>
                  <a:cubicBezTo>
                    <a:pt x="20487" y="9777"/>
                    <a:pt x="20487" y="9777"/>
                    <a:pt x="20487" y="9777"/>
                  </a:cubicBezTo>
                  <a:cubicBezTo>
                    <a:pt x="21742" y="7555"/>
                    <a:pt x="21742" y="7555"/>
                    <a:pt x="21742" y="7555"/>
                  </a:cubicBezTo>
                  <a:cubicBezTo>
                    <a:pt x="23414" y="6222"/>
                    <a:pt x="23414" y="6222"/>
                    <a:pt x="23414" y="6222"/>
                  </a:cubicBezTo>
                  <a:cubicBezTo>
                    <a:pt x="25505" y="4000"/>
                    <a:pt x="25505" y="4000"/>
                    <a:pt x="25505" y="4000"/>
                  </a:cubicBezTo>
                  <a:cubicBezTo>
                    <a:pt x="27177" y="1777"/>
                    <a:pt x="27177" y="1777"/>
                    <a:pt x="27177" y="1777"/>
                  </a:cubicBezTo>
                  <a:cubicBezTo>
                    <a:pt x="29268" y="444"/>
                    <a:pt x="29268" y="444"/>
                    <a:pt x="29268" y="444"/>
                  </a:cubicBezTo>
                  <a:cubicBezTo>
                    <a:pt x="32195" y="0"/>
                    <a:pt x="32195" y="0"/>
                    <a:pt x="32195" y="0"/>
                  </a:cubicBezTo>
                  <a:cubicBezTo>
                    <a:pt x="33449" y="0"/>
                    <a:pt x="33449" y="0"/>
                    <a:pt x="33449" y="0"/>
                  </a:cubicBezTo>
                  <a:cubicBezTo>
                    <a:pt x="35540" y="888"/>
                    <a:pt x="35540" y="888"/>
                    <a:pt x="35540" y="888"/>
                  </a:cubicBezTo>
                  <a:cubicBezTo>
                    <a:pt x="34703" y="1333"/>
                    <a:pt x="34703" y="1333"/>
                    <a:pt x="34703" y="1333"/>
                  </a:cubicBezTo>
                  <a:cubicBezTo>
                    <a:pt x="33031" y="2222"/>
                    <a:pt x="33031" y="2222"/>
                    <a:pt x="33031" y="2222"/>
                  </a:cubicBezTo>
                  <a:cubicBezTo>
                    <a:pt x="31358" y="2666"/>
                    <a:pt x="31358" y="2666"/>
                    <a:pt x="31358" y="2666"/>
                  </a:cubicBezTo>
                  <a:cubicBezTo>
                    <a:pt x="31777" y="3555"/>
                    <a:pt x="31777" y="3555"/>
                    <a:pt x="31777" y="3555"/>
                  </a:cubicBezTo>
                  <a:cubicBezTo>
                    <a:pt x="29268" y="6222"/>
                    <a:pt x="29268" y="6222"/>
                    <a:pt x="29268" y="6222"/>
                  </a:cubicBezTo>
                  <a:cubicBezTo>
                    <a:pt x="29268" y="6222"/>
                    <a:pt x="28432" y="6222"/>
                    <a:pt x="28432" y="6666"/>
                  </a:cubicBezTo>
                  <a:cubicBezTo>
                    <a:pt x="28432" y="7111"/>
                    <a:pt x="27177" y="10222"/>
                    <a:pt x="27177" y="10222"/>
                  </a:cubicBezTo>
                  <a:cubicBezTo>
                    <a:pt x="27177" y="8444"/>
                    <a:pt x="27177" y="8444"/>
                    <a:pt x="27177" y="8444"/>
                  </a:cubicBezTo>
                  <a:cubicBezTo>
                    <a:pt x="26341" y="7555"/>
                    <a:pt x="26341" y="7555"/>
                    <a:pt x="26341" y="7555"/>
                  </a:cubicBezTo>
                  <a:cubicBezTo>
                    <a:pt x="25923" y="12000"/>
                    <a:pt x="25923" y="12000"/>
                    <a:pt x="25923" y="12000"/>
                  </a:cubicBezTo>
                  <a:cubicBezTo>
                    <a:pt x="25923" y="14666"/>
                    <a:pt x="25923" y="14666"/>
                    <a:pt x="25923" y="14666"/>
                  </a:cubicBezTo>
                  <a:cubicBezTo>
                    <a:pt x="27177" y="13777"/>
                    <a:pt x="27177" y="13777"/>
                    <a:pt x="27177" y="13777"/>
                  </a:cubicBezTo>
                  <a:cubicBezTo>
                    <a:pt x="28013" y="12888"/>
                    <a:pt x="28013" y="12888"/>
                    <a:pt x="28013" y="12888"/>
                  </a:cubicBezTo>
                  <a:cubicBezTo>
                    <a:pt x="28432" y="12888"/>
                    <a:pt x="28432" y="12888"/>
                    <a:pt x="28432" y="12888"/>
                  </a:cubicBezTo>
                  <a:cubicBezTo>
                    <a:pt x="28850" y="13777"/>
                    <a:pt x="28850" y="13777"/>
                    <a:pt x="28850" y="13777"/>
                  </a:cubicBezTo>
                  <a:cubicBezTo>
                    <a:pt x="30104" y="13777"/>
                    <a:pt x="30104" y="13777"/>
                    <a:pt x="30104" y="13777"/>
                  </a:cubicBezTo>
                  <a:cubicBezTo>
                    <a:pt x="30940" y="13333"/>
                    <a:pt x="30940" y="13333"/>
                    <a:pt x="30940" y="13333"/>
                  </a:cubicBezTo>
                  <a:cubicBezTo>
                    <a:pt x="32195" y="12444"/>
                    <a:pt x="32195" y="12444"/>
                    <a:pt x="32195" y="12444"/>
                  </a:cubicBezTo>
                  <a:cubicBezTo>
                    <a:pt x="34285" y="12888"/>
                    <a:pt x="34285" y="12888"/>
                    <a:pt x="34285" y="12888"/>
                  </a:cubicBezTo>
                  <a:cubicBezTo>
                    <a:pt x="38466" y="15111"/>
                    <a:pt x="38466" y="15111"/>
                    <a:pt x="38466" y="15111"/>
                  </a:cubicBezTo>
                  <a:cubicBezTo>
                    <a:pt x="40975" y="18222"/>
                    <a:pt x="40975" y="18222"/>
                    <a:pt x="40975" y="18222"/>
                  </a:cubicBezTo>
                  <a:cubicBezTo>
                    <a:pt x="42648" y="19555"/>
                    <a:pt x="42648" y="19555"/>
                    <a:pt x="42648" y="19555"/>
                  </a:cubicBezTo>
                  <a:cubicBezTo>
                    <a:pt x="46411" y="20000"/>
                    <a:pt x="46411" y="20000"/>
                    <a:pt x="46411" y="20000"/>
                  </a:cubicBezTo>
                  <a:cubicBezTo>
                    <a:pt x="47665" y="19555"/>
                    <a:pt x="47665" y="19555"/>
                    <a:pt x="47665" y="19555"/>
                  </a:cubicBezTo>
                  <a:cubicBezTo>
                    <a:pt x="50592" y="20444"/>
                    <a:pt x="50592" y="20444"/>
                    <a:pt x="50592" y="20444"/>
                  </a:cubicBezTo>
                  <a:cubicBezTo>
                    <a:pt x="53101" y="21333"/>
                    <a:pt x="53101" y="21333"/>
                    <a:pt x="53101" y="21333"/>
                  </a:cubicBezTo>
                  <a:cubicBezTo>
                    <a:pt x="54355" y="19555"/>
                    <a:pt x="54355" y="19555"/>
                    <a:pt x="54355" y="19555"/>
                  </a:cubicBezTo>
                  <a:cubicBezTo>
                    <a:pt x="56445" y="17333"/>
                    <a:pt x="56445" y="17333"/>
                    <a:pt x="56445" y="17333"/>
                  </a:cubicBezTo>
                  <a:cubicBezTo>
                    <a:pt x="58118" y="15555"/>
                    <a:pt x="58118" y="15555"/>
                    <a:pt x="58118" y="15555"/>
                  </a:cubicBezTo>
                  <a:cubicBezTo>
                    <a:pt x="61881" y="14666"/>
                    <a:pt x="61881" y="14666"/>
                    <a:pt x="61881" y="14666"/>
                  </a:cubicBezTo>
                  <a:cubicBezTo>
                    <a:pt x="64390" y="13777"/>
                    <a:pt x="64390" y="13777"/>
                    <a:pt x="64390" y="13777"/>
                  </a:cubicBezTo>
                  <a:cubicBezTo>
                    <a:pt x="66898" y="13777"/>
                    <a:pt x="66898" y="13777"/>
                    <a:pt x="66898" y="13777"/>
                  </a:cubicBezTo>
                  <a:cubicBezTo>
                    <a:pt x="70662" y="12444"/>
                    <a:pt x="70662" y="12444"/>
                    <a:pt x="70662" y="12444"/>
                  </a:cubicBezTo>
                  <a:cubicBezTo>
                    <a:pt x="73170" y="11555"/>
                    <a:pt x="73170" y="11555"/>
                    <a:pt x="73170" y="11555"/>
                  </a:cubicBezTo>
                  <a:cubicBezTo>
                    <a:pt x="74425" y="12444"/>
                    <a:pt x="74425" y="12444"/>
                    <a:pt x="74425" y="12444"/>
                  </a:cubicBezTo>
                  <a:cubicBezTo>
                    <a:pt x="75261" y="16000"/>
                    <a:pt x="75261" y="16000"/>
                    <a:pt x="75261" y="16000"/>
                  </a:cubicBezTo>
                  <a:cubicBezTo>
                    <a:pt x="79860" y="16888"/>
                    <a:pt x="79860" y="16888"/>
                    <a:pt x="79860" y="16888"/>
                  </a:cubicBezTo>
                  <a:cubicBezTo>
                    <a:pt x="82787" y="16888"/>
                    <a:pt x="82787" y="16888"/>
                    <a:pt x="82787" y="16888"/>
                  </a:cubicBezTo>
                  <a:cubicBezTo>
                    <a:pt x="84878" y="17333"/>
                    <a:pt x="84878" y="17333"/>
                    <a:pt x="84878" y="17333"/>
                  </a:cubicBezTo>
                  <a:cubicBezTo>
                    <a:pt x="86550" y="19555"/>
                    <a:pt x="86550" y="19555"/>
                    <a:pt x="86550" y="19555"/>
                  </a:cubicBezTo>
                  <a:cubicBezTo>
                    <a:pt x="89059" y="22666"/>
                    <a:pt x="89059" y="22666"/>
                    <a:pt x="89059" y="22666"/>
                  </a:cubicBezTo>
                  <a:cubicBezTo>
                    <a:pt x="89895" y="23555"/>
                    <a:pt x="89895" y="23555"/>
                    <a:pt x="89895" y="23555"/>
                  </a:cubicBezTo>
                  <a:cubicBezTo>
                    <a:pt x="89895" y="23555"/>
                    <a:pt x="90313" y="24000"/>
                    <a:pt x="90731" y="24444"/>
                  </a:cubicBezTo>
                  <a:cubicBezTo>
                    <a:pt x="91149" y="24888"/>
                    <a:pt x="91567" y="25777"/>
                    <a:pt x="91567" y="25777"/>
                  </a:cubicBezTo>
                  <a:cubicBezTo>
                    <a:pt x="93658" y="26222"/>
                    <a:pt x="93658" y="26222"/>
                    <a:pt x="93658" y="26222"/>
                  </a:cubicBezTo>
                  <a:cubicBezTo>
                    <a:pt x="93658" y="26222"/>
                    <a:pt x="94494" y="25333"/>
                    <a:pt x="94494" y="25333"/>
                  </a:cubicBezTo>
                  <a:cubicBezTo>
                    <a:pt x="94494" y="24888"/>
                    <a:pt x="96167" y="24000"/>
                    <a:pt x="96167" y="24000"/>
                  </a:cubicBezTo>
                  <a:cubicBezTo>
                    <a:pt x="97003" y="24888"/>
                    <a:pt x="97003" y="24888"/>
                    <a:pt x="97003" y="24888"/>
                  </a:cubicBezTo>
                  <a:cubicBezTo>
                    <a:pt x="97003" y="24888"/>
                    <a:pt x="97839" y="25333"/>
                    <a:pt x="97003" y="25777"/>
                  </a:cubicBezTo>
                  <a:cubicBezTo>
                    <a:pt x="96585" y="25777"/>
                    <a:pt x="96167" y="26666"/>
                    <a:pt x="95749" y="26666"/>
                  </a:cubicBezTo>
                  <a:cubicBezTo>
                    <a:pt x="94912" y="26666"/>
                    <a:pt x="94076" y="26666"/>
                    <a:pt x="94076" y="26666"/>
                  </a:cubicBezTo>
                  <a:cubicBezTo>
                    <a:pt x="92404" y="26666"/>
                    <a:pt x="92404" y="26666"/>
                    <a:pt x="92404" y="26666"/>
                  </a:cubicBezTo>
                  <a:cubicBezTo>
                    <a:pt x="91567" y="27555"/>
                    <a:pt x="91567" y="27555"/>
                    <a:pt x="91567" y="27555"/>
                  </a:cubicBezTo>
                  <a:cubicBezTo>
                    <a:pt x="86968" y="27555"/>
                    <a:pt x="86968" y="27555"/>
                    <a:pt x="86968" y="27555"/>
                  </a:cubicBezTo>
                  <a:cubicBezTo>
                    <a:pt x="85714" y="28000"/>
                    <a:pt x="85714" y="28000"/>
                    <a:pt x="85714" y="28000"/>
                  </a:cubicBezTo>
                  <a:cubicBezTo>
                    <a:pt x="84041" y="27111"/>
                    <a:pt x="84041" y="27111"/>
                    <a:pt x="84041" y="27111"/>
                  </a:cubicBezTo>
                  <a:cubicBezTo>
                    <a:pt x="82369" y="26222"/>
                    <a:pt x="82369" y="26222"/>
                    <a:pt x="82369" y="26222"/>
                  </a:cubicBezTo>
                  <a:cubicBezTo>
                    <a:pt x="80696" y="28444"/>
                    <a:pt x="80696" y="28444"/>
                    <a:pt x="80696" y="28444"/>
                  </a:cubicBezTo>
                  <a:cubicBezTo>
                    <a:pt x="81114" y="29777"/>
                    <a:pt x="81114" y="29777"/>
                    <a:pt x="81114" y="29777"/>
                  </a:cubicBezTo>
                  <a:cubicBezTo>
                    <a:pt x="81114" y="30666"/>
                    <a:pt x="81114" y="30666"/>
                    <a:pt x="81114" y="30666"/>
                  </a:cubicBezTo>
                  <a:cubicBezTo>
                    <a:pt x="81114" y="30666"/>
                    <a:pt x="81114" y="31555"/>
                    <a:pt x="81533" y="31555"/>
                  </a:cubicBezTo>
                  <a:cubicBezTo>
                    <a:pt x="81533" y="31555"/>
                    <a:pt x="81951" y="32000"/>
                    <a:pt x="81951" y="32000"/>
                  </a:cubicBezTo>
                  <a:cubicBezTo>
                    <a:pt x="84041" y="32888"/>
                    <a:pt x="84041" y="32888"/>
                    <a:pt x="84041" y="32888"/>
                  </a:cubicBezTo>
                  <a:cubicBezTo>
                    <a:pt x="84878" y="32000"/>
                    <a:pt x="84878" y="32000"/>
                    <a:pt x="84878" y="32000"/>
                  </a:cubicBezTo>
                  <a:cubicBezTo>
                    <a:pt x="84878" y="32000"/>
                    <a:pt x="83623" y="31111"/>
                    <a:pt x="84041" y="31111"/>
                  </a:cubicBezTo>
                  <a:cubicBezTo>
                    <a:pt x="84459" y="31111"/>
                    <a:pt x="86132" y="32000"/>
                    <a:pt x="86132" y="32000"/>
                  </a:cubicBezTo>
                  <a:cubicBezTo>
                    <a:pt x="86132" y="32000"/>
                    <a:pt x="85714" y="32888"/>
                    <a:pt x="85714" y="32888"/>
                  </a:cubicBezTo>
                  <a:cubicBezTo>
                    <a:pt x="85296" y="33333"/>
                    <a:pt x="85296" y="33333"/>
                    <a:pt x="85296" y="33333"/>
                  </a:cubicBezTo>
                  <a:cubicBezTo>
                    <a:pt x="85714" y="33777"/>
                    <a:pt x="87804" y="34222"/>
                    <a:pt x="87804" y="34222"/>
                  </a:cubicBezTo>
                  <a:cubicBezTo>
                    <a:pt x="88222" y="34222"/>
                    <a:pt x="89477" y="35111"/>
                    <a:pt x="89477" y="35111"/>
                  </a:cubicBezTo>
                  <a:cubicBezTo>
                    <a:pt x="91567" y="36444"/>
                    <a:pt x="91567" y="36444"/>
                    <a:pt x="91567" y="36444"/>
                  </a:cubicBezTo>
                  <a:cubicBezTo>
                    <a:pt x="94494" y="37777"/>
                    <a:pt x="94494" y="37777"/>
                    <a:pt x="94494" y="37777"/>
                  </a:cubicBezTo>
                  <a:cubicBezTo>
                    <a:pt x="97839" y="39111"/>
                    <a:pt x="97839" y="39111"/>
                    <a:pt x="97839" y="39111"/>
                  </a:cubicBezTo>
                  <a:cubicBezTo>
                    <a:pt x="101184" y="42666"/>
                    <a:pt x="101184" y="42666"/>
                    <a:pt x="101184" y="42666"/>
                  </a:cubicBezTo>
                  <a:cubicBezTo>
                    <a:pt x="102857" y="44888"/>
                    <a:pt x="102857" y="44888"/>
                    <a:pt x="102857" y="44888"/>
                  </a:cubicBezTo>
                  <a:cubicBezTo>
                    <a:pt x="102020" y="45777"/>
                    <a:pt x="102020" y="45777"/>
                    <a:pt x="102020" y="45777"/>
                  </a:cubicBezTo>
                  <a:cubicBezTo>
                    <a:pt x="102020" y="45777"/>
                    <a:pt x="101602" y="45777"/>
                    <a:pt x="101602" y="46222"/>
                  </a:cubicBezTo>
                  <a:cubicBezTo>
                    <a:pt x="102020" y="46666"/>
                    <a:pt x="102857" y="48444"/>
                    <a:pt x="102857" y="48444"/>
                  </a:cubicBezTo>
                  <a:cubicBezTo>
                    <a:pt x="102439" y="48888"/>
                    <a:pt x="103275" y="50222"/>
                    <a:pt x="103275" y="50222"/>
                  </a:cubicBezTo>
                  <a:cubicBezTo>
                    <a:pt x="104111" y="55111"/>
                    <a:pt x="104111" y="55111"/>
                    <a:pt x="104111" y="55111"/>
                  </a:cubicBezTo>
                  <a:cubicBezTo>
                    <a:pt x="104529" y="57777"/>
                    <a:pt x="104529" y="57777"/>
                    <a:pt x="104529" y="57777"/>
                  </a:cubicBezTo>
                  <a:cubicBezTo>
                    <a:pt x="104111" y="60444"/>
                    <a:pt x="104111" y="60444"/>
                    <a:pt x="104111" y="60444"/>
                  </a:cubicBezTo>
                  <a:cubicBezTo>
                    <a:pt x="102439" y="62666"/>
                    <a:pt x="102439" y="62666"/>
                    <a:pt x="102439" y="62666"/>
                  </a:cubicBezTo>
                  <a:cubicBezTo>
                    <a:pt x="101184" y="65333"/>
                    <a:pt x="101184" y="65333"/>
                    <a:pt x="101184" y="65333"/>
                  </a:cubicBezTo>
                  <a:cubicBezTo>
                    <a:pt x="101184" y="65333"/>
                    <a:pt x="100348" y="67111"/>
                    <a:pt x="99930" y="67555"/>
                  </a:cubicBezTo>
                  <a:cubicBezTo>
                    <a:pt x="99930" y="67555"/>
                    <a:pt x="98257" y="68888"/>
                    <a:pt x="98257" y="69333"/>
                  </a:cubicBezTo>
                  <a:cubicBezTo>
                    <a:pt x="98257" y="69333"/>
                    <a:pt x="97421" y="71111"/>
                    <a:pt x="97421" y="71111"/>
                  </a:cubicBezTo>
                  <a:cubicBezTo>
                    <a:pt x="97421" y="74666"/>
                    <a:pt x="97421" y="74666"/>
                    <a:pt x="97421" y="74666"/>
                  </a:cubicBezTo>
                  <a:cubicBezTo>
                    <a:pt x="98257" y="75555"/>
                    <a:pt x="98257" y="75555"/>
                    <a:pt x="98257" y="75555"/>
                  </a:cubicBezTo>
                  <a:cubicBezTo>
                    <a:pt x="100348" y="76444"/>
                    <a:pt x="100348" y="76444"/>
                    <a:pt x="100348" y="76444"/>
                  </a:cubicBezTo>
                  <a:cubicBezTo>
                    <a:pt x="101184" y="75555"/>
                    <a:pt x="101184" y="75555"/>
                    <a:pt x="101184" y="75555"/>
                  </a:cubicBezTo>
                  <a:cubicBezTo>
                    <a:pt x="101184" y="75555"/>
                    <a:pt x="102020" y="75111"/>
                    <a:pt x="102020" y="74666"/>
                  </a:cubicBezTo>
                  <a:cubicBezTo>
                    <a:pt x="102439" y="74666"/>
                    <a:pt x="102857" y="73777"/>
                    <a:pt x="102857" y="73777"/>
                  </a:cubicBezTo>
                  <a:cubicBezTo>
                    <a:pt x="102857" y="73777"/>
                    <a:pt x="104111" y="72888"/>
                    <a:pt x="104111" y="72888"/>
                  </a:cubicBezTo>
                  <a:cubicBezTo>
                    <a:pt x="104111" y="72888"/>
                    <a:pt x="104111" y="71555"/>
                    <a:pt x="104111" y="71555"/>
                  </a:cubicBezTo>
                  <a:cubicBezTo>
                    <a:pt x="104111" y="71555"/>
                    <a:pt x="104529" y="69777"/>
                    <a:pt x="104529" y="69777"/>
                  </a:cubicBezTo>
                  <a:cubicBezTo>
                    <a:pt x="104529" y="69777"/>
                    <a:pt x="105365" y="69333"/>
                    <a:pt x="105365" y="69333"/>
                  </a:cubicBezTo>
                  <a:cubicBezTo>
                    <a:pt x="105365" y="68888"/>
                    <a:pt x="106620" y="68000"/>
                    <a:pt x="106620" y="68000"/>
                  </a:cubicBezTo>
                  <a:cubicBezTo>
                    <a:pt x="106620" y="68000"/>
                    <a:pt x="108292" y="66666"/>
                    <a:pt x="108292" y="66666"/>
                  </a:cubicBezTo>
                  <a:cubicBezTo>
                    <a:pt x="108710" y="66666"/>
                    <a:pt x="109547" y="65333"/>
                    <a:pt x="109547" y="65333"/>
                  </a:cubicBezTo>
                  <a:cubicBezTo>
                    <a:pt x="110801" y="65333"/>
                    <a:pt x="110801" y="65333"/>
                    <a:pt x="110801" y="65333"/>
                  </a:cubicBezTo>
                  <a:cubicBezTo>
                    <a:pt x="112473" y="65777"/>
                    <a:pt x="112473" y="65777"/>
                    <a:pt x="112473" y="65777"/>
                  </a:cubicBezTo>
                  <a:cubicBezTo>
                    <a:pt x="114982" y="68444"/>
                    <a:pt x="114982" y="68444"/>
                    <a:pt x="114982" y="68444"/>
                  </a:cubicBezTo>
                  <a:cubicBezTo>
                    <a:pt x="116655" y="72000"/>
                    <a:pt x="116655" y="72000"/>
                    <a:pt x="116655" y="72000"/>
                  </a:cubicBezTo>
                  <a:cubicBezTo>
                    <a:pt x="118327" y="81777"/>
                    <a:pt x="118327" y="81777"/>
                    <a:pt x="118327" y="81777"/>
                  </a:cubicBezTo>
                  <a:cubicBezTo>
                    <a:pt x="119581" y="84000"/>
                    <a:pt x="119581" y="84000"/>
                    <a:pt x="119581" y="84000"/>
                  </a:cubicBezTo>
                  <a:cubicBezTo>
                    <a:pt x="119581" y="85777"/>
                    <a:pt x="119581" y="85777"/>
                    <a:pt x="119581" y="85777"/>
                  </a:cubicBezTo>
                  <a:cubicBezTo>
                    <a:pt x="119581" y="85777"/>
                    <a:pt x="120000" y="87111"/>
                    <a:pt x="120000" y="87555"/>
                  </a:cubicBezTo>
                  <a:cubicBezTo>
                    <a:pt x="120000" y="88000"/>
                    <a:pt x="120000" y="94666"/>
                    <a:pt x="120000" y="94666"/>
                  </a:cubicBezTo>
                  <a:cubicBezTo>
                    <a:pt x="117073" y="94666"/>
                    <a:pt x="117073" y="94666"/>
                    <a:pt x="117073" y="94666"/>
                  </a:cubicBezTo>
                  <a:cubicBezTo>
                    <a:pt x="116236" y="94666"/>
                    <a:pt x="116236" y="94666"/>
                    <a:pt x="116236" y="94666"/>
                  </a:cubicBezTo>
                  <a:cubicBezTo>
                    <a:pt x="116236" y="96000"/>
                    <a:pt x="116236" y="96000"/>
                    <a:pt x="116236" y="96000"/>
                  </a:cubicBezTo>
                  <a:cubicBezTo>
                    <a:pt x="114982" y="97777"/>
                    <a:pt x="114982" y="97777"/>
                    <a:pt x="114982" y="97777"/>
                  </a:cubicBezTo>
                  <a:cubicBezTo>
                    <a:pt x="114564" y="100000"/>
                    <a:pt x="114564" y="100000"/>
                    <a:pt x="114564" y="100000"/>
                  </a:cubicBezTo>
                  <a:cubicBezTo>
                    <a:pt x="113728" y="101777"/>
                    <a:pt x="113728" y="101777"/>
                    <a:pt x="113728" y="101777"/>
                  </a:cubicBezTo>
                  <a:cubicBezTo>
                    <a:pt x="112473" y="103555"/>
                    <a:pt x="112473" y="103555"/>
                    <a:pt x="112473" y="103555"/>
                  </a:cubicBezTo>
                  <a:cubicBezTo>
                    <a:pt x="111219" y="108000"/>
                    <a:pt x="111219" y="108000"/>
                    <a:pt x="111219" y="108000"/>
                  </a:cubicBezTo>
                  <a:cubicBezTo>
                    <a:pt x="111219" y="110666"/>
                    <a:pt x="111219" y="110666"/>
                    <a:pt x="111219" y="110666"/>
                  </a:cubicBezTo>
                  <a:cubicBezTo>
                    <a:pt x="109547" y="112888"/>
                    <a:pt x="109547" y="112888"/>
                    <a:pt x="109547" y="112888"/>
                  </a:cubicBezTo>
                  <a:cubicBezTo>
                    <a:pt x="108292" y="115111"/>
                    <a:pt x="108292" y="115111"/>
                    <a:pt x="108292" y="115111"/>
                  </a:cubicBezTo>
                  <a:cubicBezTo>
                    <a:pt x="89059" y="118666"/>
                    <a:pt x="89059" y="118666"/>
                    <a:pt x="89059" y="118666"/>
                  </a:cubicBezTo>
                  <a:cubicBezTo>
                    <a:pt x="88641" y="117777"/>
                    <a:pt x="88641" y="117777"/>
                    <a:pt x="88641" y="117777"/>
                  </a:cubicBezTo>
                  <a:cubicBezTo>
                    <a:pt x="58954" y="120000"/>
                    <a:pt x="58954" y="120000"/>
                    <a:pt x="58954" y="120000"/>
                  </a:cubicBezTo>
                  <a:cubicBezTo>
                    <a:pt x="61045" y="117777"/>
                    <a:pt x="61045" y="117777"/>
                    <a:pt x="61045" y="117777"/>
                  </a:cubicBezTo>
                  <a:cubicBezTo>
                    <a:pt x="61881" y="116000"/>
                    <a:pt x="61881" y="116000"/>
                    <a:pt x="61881" y="116000"/>
                  </a:cubicBezTo>
                  <a:cubicBezTo>
                    <a:pt x="63554" y="112888"/>
                    <a:pt x="63554" y="112888"/>
                    <a:pt x="63554" y="112888"/>
                  </a:cubicBezTo>
                  <a:cubicBezTo>
                    <a:pt x="65226" y="108888"/>
                    <a:pt x="65226" y="108888"/>
                    <a:pt x="65226" y="108888"/>
                  </a:cubicBezTo>
                  <a:cubicBezTo>
                    <a:pt x="66062" y="104444"/>
                    <a:pt x="66062" y="104444"/>
                    <a:pt x="66062" y="104444"/>
                  </a:cubicBezTo>
                  <a:cubicBezTo>
                    <a:pt x="65644" y="96444"/>
                    <a:pt x="65644" y="96444"/>
                    <a:pt x="65644" y="96444"/>
                  </a:cubicBezTo>
                  <a:cubicBezTo>
                    <a:pt x="65644" y="92888"/>
                    <a:pt x="65644" y="92888"/>
                    <a:pt x="65644" y="92888"/>
                  </a:cubicBezTo>
                  <a:cubicBezTo>
                    <a:pt x="63972" y="90222"/>
                    <a:pt x="63972" y="90222"/>
                    <a:pt x="63972" y="90222"/>
                  </a:cubicBezTo>
                  <a:cubicBezTo>
                    <a:pt x="62299" y="86666"/>
                    <a:pt x="62299" y="86666"/>
                    <a:pt x="62299" y="86666"/>
                  </a:cubicBezTo>
                  <a:cubicBezTo>
                    <a:pt x="60627" y="84888"/>
                    <a:pt x="60627" y="84888"/>
                    <a:pt x="60627" y="84888"/>
                  </a:cubicBezTo>
                  <a:cubicBezTo>
                    <a:pt x="59372" y="81777"/>
                    <a:pt x="59372" y="81777"/>
                    <a:pt x="59372" y="81777"/>
                  </a:cubicBezTo>
                  <a:cubicBezTo>
                    <a:pt x="60209" y="79555"/>
                    <a:pt x="60209" y="79555"/>
                    <a:pt x="60209" y="79555"/>
                  </a:cubicBezTo>
                  <a:cubicBezTo>
                    <a:pt x="61045" y="78666"/>
                    <a:pt x="61045" y="78666"/>
                    <a:pt x="61045" y="78666"/>
                  </a:cubicBezTo>
                  <a:cubicBezTo>
                    <a:pt x="61045" y="76888"/>
                    <a:pt x="61045" y="76888"/>
                    <a:pt x="61045" y="76888"/>
                  </a:cubicBezTo>
                  <a:cubicBezTo>
                    <a:pt x="60209" y="73333"/>
                    <a:pt x="60209" y="73333"/>
                    <a:pt x="60209" y="73333"/>
                  </a:cubicBezTo>
                  <a:cubicBezTo>
                    <a:pt x="58954" y="72000"/>
                    <a:pt x="58954" y="72000"/>
                    <a:pt x="58954" y="72000"/>
                  </a:cubicBezTo>
                  <a:cubicBezTo>
                    <a:pt x="60209" y="71111"/>
                    <a:pt x="60209" y="71111"/>
                    <a:pt x="60209" y="71111"/>
                  </a:cubicBezTo>
                  <a:cubicBezTo>
                    <a:pt x="60627" y="68888"/>
                    <a:pt x="60627" y="68888"/>
                    <a:pt x="60627" y="68888"/>
                  </a:cubicBezTo>
                  <a:cubicBezTo>
                    <a:pt x="61045" y="66666"/>
                    <a:pt x="61045" y="66666"/>
                    <a:pt x="61045" y="66666"/>
                  </a:cubicBezTo>
                  <a:cubicBezTo>
                    <a:pt x="61881" y="65333"/>
                    <a:pt x="61881" y="65333"/>
                    <a:pt x="61881" y="65333"/>
                  </a:cubicBezTo>
                  <a:cubicBezTo>
                    <a:pt x="61881" y="61777"/>
                    <a:pt x="61881" y="61777"/>
                    <a:pt x="61881" y="61777"/>
                  </a:cubicBezTo>
                  <a:cubicBezTo>
                    <a:pt x="61463" y="60000"/>
                    <a:pt x="61463" y="60000"/>
                    <a:pt x="61463" y="60000"/>
                  </a:cubicBezTo>
                  <a:cubicBezTo>
                    <a:pt x="61881" y="57777"/>
                    <a:pt x="61881" y="57777"/>
                    <a:pt x="61881" y="57777"/>
                  </a:cubicBezTo>
                  <a:cubicBezTo>
                    <a:pt x="63135" y="56000"/>
                    <a:pt x="63135" y="56000"/>
                    <a:pt x="63135" y="56000"/>
                  </a:cubicBezTo>
                  <a:cubicBezTo>
                    <a:pt x="63972" y="54222"/>
                    <a:pt x="63972" y="54222"/>
                    <a:pt x="63972" y="54222"/>
                  </a:cubicBezTo>
                  <a:cubicBezTo>
                    <a:pt x="63972" y="52000"/>
                    <a:pt x="63972" y="52000"/>
                    <a:pt x="63972" y="52000"/>
                  </a:cubicBezTo>
                  <a:cubicBezTo>
                    <a:pt x="65644" y="51555"/>
                    <a:pt x="65644" y="51555"/>
                    <a:pt x="65644" y="51555"/>
                  </a:cubicBezTo>
                  <a:cubicBezTo>
                    <a:pt x="68153" y="51555"/>
                    <a:pt x="68153" y="51555"/>
                    <a:pt x="68153" y="51555"/>
                  </a:cubicBezTo>
                  <a:cubicBezTo>
                    <a:pt x="68989" y="48000"/>
                    <a:pt x="68989" y="48000"/>
                    <a:pt x="68989" y="48000"/>
                  </a:cubicBezTo>
                  <a:cubicBezTo>
                    <a:pt x="69407" y="47111"/>
                    <a:pt x="69407" y="47111"/>
                    <a:pt x="69407" y="47111"/>
                  </a:cubicBezTo>
                  <a:cubicBezTo>
                    <a:pt x="70243" y="46666"/>
                    <a:pt x="70243" y="46666"/>
                    <a:pt x="70243" y="46666"/>
                  </a:cubicBezTo>
                  <a:cubicBezTo>
                    <a:pt x="71498" y="50666"/>
                    <a:pt x="71498" y="50666"/>
                    <a:pt x="71498" y="50666"/>
                  </a:cubicBezTo>
                  <a:cubicBezTo>
                    <a:pt x="69825" y="52888"/>
                    <a:pt x="69825" y="52888"/>
                    <a:pt x="69825" y="52888"/>
                  </a:cubicBezTo>
                  <a:cubicBezTo>
                    <a:pt x="69825" y="53777"/>
                    <a:pt x="69825" y="53777"/>
                    <a:pt x="69825" y="53777"/>
                  </a:cubicBezTo>
                  <a:cubicBezTo>
                    <a:pt x="69825" y="53777"/>
                    <a:pt x="70243" y="54222"/>
                    <a:pt x="70662" y="54222"/>
                  </a:cubicBezTo>
                  <a:cubicBezTo>
                    <a:pt x="71080" y="54222"/>
                    <a:pt x="71080" y="54222"/>
                    <a:pt x="71080" y="54222"/>
                  </a:cubicBezTo>
                  <a:cubicBezTo>
                    <a:pt x="71080" y="54222"/>
                    <a:pt x="71916" y="53777"/>
                    <a:pt x="71916" y="53777"/>
                  </a:cubicBezTo>
                  <a:cubicBezTo>
                    <a:pt x="71916" y="53333"/>
                    <a:pt x="72334" y="52000"/>
                    <a:pt x="72334" y="52000"/>
                  </a:cubicBezTo>
                  <a:cubicBezTo>
                    <a:pt x="72752" y="51555"/>
                    <a:pt x="72752" y="51555"/>
                    <a:pt x="72752" y="51555"/>
                  </a:cubicBezTo>
                  <a:cubicBezTo>
                    <a:pt x="73170" y="49333"/>
                    <a:pt x="73170" y="49333"/>
                    <a:pt x="73170" y="49333"/>
                  </a:cubicBezTo>
                  <a:cubicBezTo>
                    <a:pt x="73170" y="48000"/>
                    <a:pt x="73170" y="48000"/>
                    <a:pt x="73170" y="48000"/>
                  </a:cubicBezTo>
                  <a:cubicBezTo>
                    <a:pt x="73170" y="46222"/>
                    <a:pt x="73170" y="46222"/>
                    <a:pt x="73170" y="46222"/>
                  </a:cubicBezTo>
                  <a:cubicBezTo>
                    <a:pt x="73170" y="44444"/>
                    <a:pt x="73170" y="44444"/>
                    <a:pt x="73170" y="44444"/>
                  </a:cubicBezTo>
                  <a:cubicBezTo>
                    <a:pt x="74425" y="42666"/>
                    <a:pt x="74425" y="42666"/>
                    <a:pt x="74425" y="42666"/>
                  </a:cubicBezTo>
                  <a:cubicBezTo>
                    <a:pt x="75261" y="41777"/>
                    <a:pt x="75261" y="41777"/>
                    <a:pt x="75261" y="41777"/>
                  </a:cubicBezTo>
                  <a:cubicBezTo>
                    <a:pt x="77351" y="41333"/>
                    <a:pt x="77351" y="41333"/>
                    <a:pt x="77351" y="41333"/>
                  </a:cubicBezTo>
                  <a:cubicBezTo>
                    <a:pt x="78188" y="40444"/>
                    <a:pt x="78188" y="40444"/>
                    <a:pt x="78188" y="40444"/>
                  </a:cubicBezTo>
                  <a:cubicBezTo>
                    <a:pt x="76515" y="38666"/>
                    <a:pt x="76515" y="38666"/>
                    <a:pt x="76515" y="38666"/>
                  </a:cubicBezTo>
                  <a:cubicBezTo>
                    <a:pt x="76097" y="37333"/>
                    <a:pt x="76097" y="37333"/>
                    <a:pt x="76097" y="37333"/>
                  </a:cubicBezTo>
                  <a:cubicBezTo>
                    <a:pt x="76933" y="36000"/>
                    <a:pt x="76933" y="36000"/>
                    <a:pt x="76933" y="36000"/>
                  </a:cubicBezTo>
                  <a:cubicBezTo>
                    <a:pt x="77770" y="34666"/>
                    <a:pt x="77770" y="34666"/>
                    <a:pt x="77770" y="34666"/>
                  </a:cubicBezTo>
                  <a:cubicBezTo>
                    <a:pt x="78188" y="34222"/>
                    <a:pt x="78188" y="34222"/>
                    <a:pt x="78188" y="34222"/>
                  </a:cubicBezTo>
                  <a:cubicBezTo>
                    <a:pt x="78188" y="33333"/>
                    <a:pt x="78188" y="33333"/>
                    <a:pt x="78188" y="33333"/>
                  </a:cubicBezTo>
                  <a:cubicBezTo>
                    <a:pt x="78606" y="32888"/>
                    <a:pt x="78606" y="32888"/>
                    <a:pt x="78606" y="32888"/>
                  </a:cubicBezTo>
                  <a:cubicBezTo>
                    <a:pt x="78606" y="32888"/>
                    <a:pt x="78606" y="32888"/>
                    <a:pt x="79024" y="32888"/>
                  </a:cubicBezTo>
                  <a:cubicBezTo>
                    <a:pt x="79024" y="32888"/>
                    <a:pt x="80696" y="32444"/>
                    <a:pt x="80696" y="32444"/>
                  </a:cubicBezTo>
                  <a:cubicBezTo>
                    <a:pt x="81533" y="32444"/>
                    <a:pt x="81533" y="32444"/>
                    <a:pt x="81533" y="32444"/>
                  </a:cubicBezTo>
                  <a:cubicBezTo>
                    <a:pt x="80696" y="31111"/>
                    <a:pt x="80696" y="31111"/>
                    <a:pt x="80696" y="31111"/>
                  </a:cubicBezTo>
                  <a:cubicBezTo>
                    <a:pt x="79024" y="29777"/>
                    <a:pt x="79024" y="29777"/>
                    <a:pt x="79024" y="29777"/>
                  </a:cubicBezTo>
                  <a:cubicBezTo>
                    <a:pt x="78188" y="28888"/>
                    <a:pt x="78188" y="28888"/>
                    <a:pt x="78188" y="28888"/>
                  </a:cubicBezTo>
                  <a:cubicBezTo>
                    <a:pt x="76933" y="28000"/>
                    <a:pt x="76933" y="28000"/>
                    <a:pt x="76933" y="28000"/>
                  </a:cubicBezTo>
                  <a:cubicBezTo>
                    <a:pt x="74843" y="27111"/>
                    <a:pt x="74843" y="27111"/>
                    <a:pt x="74843" y="27111"/>
                  </a:cubicBezTo>
                  <a:cubicBezTo>
                    <a:pt x="71080" y="26666"/>
                    <a:pt x="71080" y="26666"/>
                    <a:pt x="71080" y="26666"/>
                  </a:cubicBezTo>
                  <a:cubicBezTo>
                    <a:pt x="68153" y="28444"/>
                    <a:pt x="68153" y="28444"/>
                    <a:pt x="68153" y="28444"/>
                  </a:cubicBezTo>
                  <a:cubicBezTo>
                    <a:pt x="66480" y="30222"/>
                    <a:pt x="66480" y="30222"/>
                    <a:pt x="66480" y="30222"/>
                  </a:cubicBezTo>
                  <a:cubicBezTo>
                    <a:pt x="63554" y="30666"/>
                    <a:pt x="63554" y="30666"/>
                    <a:pt x="63554" y="30666"/>
                  </a:cubicBezTo>
                  <a:cubicBezTo>
                    <a:pt x="60209" y="30666"/>
                    <a:pt x="60209" y="30666"/>
                    <a:pt x="60209" y="30666"/>
                  </a:cubicBezTo>
                  <a:cubicBezTo>
                    <a:pt x="58536" y="32000"/>
                    <a:pt x="58536" y="32000"/>
                    <a:pt x="58536" y="32000"/>
                  </a:cubicBezTo>
                  <a:cubicBezTo>
                    <a:pt x="56445" y="36000"/>
                    <a:pt x="56445" y="36000"/>
                    <a:pt x="56445" y="36000"/>
                  </a:cubicBezTo>
                  <a:cubicBezTo>
                    <a:pt x="53937" y="37777"/>
                    <a:pt x="53937" y="37777"/>
                    <a:pt x="53937" y="37777"/>
                  </a:cubicBezTo>
                  <a:cubicBezTo>
                    <a:pt x="53519" y="37333"/>
                    <a:pt x="53519" y="37333"/>
                    <a:pt x="53519" y="37333"/>
                  </a:cubicBezTo>
                  <a:cubicBezTo>
                    <a:pt x="54355" y="35555"/>
                    <a:pt x="54355" y="35555"/>
                    <a:pt x="54355" y="35555"/>
                  </a:cubicBezTo>
                  <a:cubicBezTo>
                    <a:pt x="55609" y="34222"/>
                    <a:pt x="55609" y="34222"/>
                    <a:pt x="55609" y="34222"/>
                  </a:cubicBezTo>
                  <a:cubicBezTo>
                    <a:pt x="54773" y="32888"/>
                    <a:pt x="54773" y="32888"/>
                    <a:pt x="54773" y="32888"/>
                  </a:cubicBezTo>
                  <a:cubicBezTo>
                    <a:pt x="53101" y="33777"/>
                    <a:pt x="53101" y="33777"/>
                    <a:pt x="53101" y="33777"/>
                  </a:cubicBezTo>
                  <a:cubicBezTo>
                    <a:pt x="52264" y="34222"/>
                    <a:pt x="52264" y="34222"/>
                    <a:pt x="52264" y="34222"/>
                  </a:cubicBezTo>
                  <a:cubicBezTo>
                    <a:pt x="51428" y="36000"/>
                    <a:pt x="51428" y="36000"/>
                    <a:pt x="51428" y="36000"/>
                  </a:cubicBezTo>
                  <a:cubicBezTo>
                    <a:pt x="50592" y="36444"/>
                    <a:pt x="50592" y="36444"/>
                    <a:pt x="50592" y="36444"/>
                  </a:cubicBezTo>
                  <a:cubicBezTo>
                    <a:pt x="50174" y="36444"/>
                    <a:pt x="50174" y="36444"/>
                    <a:pt x="50174" y="36444"/>
                  </a:cubicBezTo>
                  <a:cubicBezTo>
                    <a:pt x="49337" y="33333"/>
                    <a:pt x="49337" y="33333"/>
                    <a:pt x="49337" y="33333"/>
                  </a:cubicBezTo>
                  <a:cubicBezTo>
                    <a:pt x="48919" y="33333"/>
                    <a:pt x="48919" y="33333"/>
                    <a:pt x="48919" y="33333"/>
                  </a:cubicBezTo>
                  <a:cubicBezTo>
                    <a:pt x="48083" y="36000"/>
                    <a:pt x="48083" y="36000"/>
                    <a:pt x="48083" y="36000"/>
                  </a:cubicBezTo>
                  <a:cubicBezTo>
                    <a:pt x="47665" y="37777"/>
                    <a:pt x="47665" y="37777"/>
                    <a:pt x="47665" y="37777"/>
                  </a:cubicBezTo>
                  <a:cubicBezTo>
                    <a:pt x="45993" y="40000"/>
                    <a:pt x="45993" y="40000"/>
                    <a:pt x="45993" y="40000"/>
                  </a:cubicBezTo>
                  <a:cubicBezTo>
                    <a:pt x="44738" y="44888"/>
                    <a:pt x="44738" y="44888"/>
                    <a:pt x="44738" y="44888"/>
                  </a:cubicBezTo>
                  <a:cubicBezTo>
                    <a:pt x="43902" y="47555"/>
                    <a:pt x="43902" y="47555"/>
                    <a:pt x="43902" y="47555"/>
                  </a:cubicBezTo>
                  <a:cubicBezTo>
                    <a:pt x="41393" y="49777"/>
                    <a:pt x="41393" y="49777"/>
                    <a:pt x="41393" y="49777"/>
                  </a:cubicBezTo>
                  <a:cubicBezTo>
                    <a:pt x="40557" y="48000"/>
                    <a:pt x="40557" y="48000"/>
                    <a:pt x="40557" y="48000"/>
                  </a:cubicBezTo>
                  <a:cubicBezTo>
                    <a:pt x="40139" y="44888"/>
                    <a:pt x="40139" y="44888"/>
                    <a:pt x="40139" y="44888"/>
                  </a:cubicBezTo>
                  <a:cubicBezTo>
                    <a:pt x="39721" y="44444"/>
                    <a:pt x="39721" y="44444"/>
                    <a:pt x="39721" y="44444"/>
                  </a:cubicBezTo>
                  <a:cubicBezTo>
                    <a:pt x="38885" y="43111"/>
                    <a:pt x="38885" y="43111"/>
                    <a:pt x="38885" y="43111"/>
                  </a:cubicBezTo>
                  <a:cubicBezTo>
                    <a:pt x="39303" y="41777"/>
                    <a:pt x="39303" y="41777"/>
                    <a:pt x="39303" y="41777"/>
                  </a:cubicBezTo>
                  <a:cubicBezTo>
                    <a:pt x="38885" y="39111"/>
                    <a:pt x="38885" y="39111"/>
                    <a:pt x="38885" y="39111"/>
                  </a:cubicBezTo>
                  <a:cubicBezTo>
                    <a:pt x="37630" y="37777"/>
                    <a:pt x="37630" y="37777"/>
                    <a:pt x="37630" y="37777"/>
                  </a:cubicBezTo>
                  <a:cubicBezTo>
                    <a:pt x="35121" y="36000"/>
                    <a:pt x="35121" y="36000"/>
                    <a:pt x="35121" y="36000"/>
                  </a:cubicBezTo>
                  <a:cubicBezTo>
                    <a:pt x="34285" y="34222"/>
                    <a:pt x="34285" y="34222"/>
                    <a:pt x="34285" y="34222"/>
                  </a:cubicBezTo>
                  <a:cubicBezTo>
                    <a:pt x="31358" y="33777"/>
                    <a:pt x="31358" y="33777"/>
                    <a:pt x="31358" y="33777"/>
                  </a:cubicBezTo>
                  <a:cubicBezTo>
                    <a:pt x="27595" y="33777"/>
                    <a:pt x="27595" y="33777"/>
                    <a:pt x="27595" y="33777"/>
                  </a:cubicBezTo>
                  <a:cubicBezTo>
                    <a:pt x="26759" y="32888"/>
                    <a:pt x="26759" y="32888"/>
                    <a:pt x="26759" y="32888"/>
                  </a:cubicBezTo>
                  <a:cubicBezTo>
                    <a:pt x="24250" y="32888"/>
                    <a:pt x="24250" y="32888"/>
                    <a:pt x="24250" y="32888"/>
                  </a:cubicBezTo>
                  <a:cubicBezTo>
                    <a:pt x="20905" y="32444"/>
                    <a:pt x="20905" y="32444"/>
                    <a:pt x="20905" y="32444"/>
                  </a:cubicBezTo>
                  <a:cubicBezTo>
                    <a:pt x="20487" y="31555"/>
                    <a:pt x="20487" y="31555"/>
                    <a:pt x="20487" y="31555"/>
                  </a:cubicBezTo>
                  <a:cubicBezTo>
                    <a:pt x="17979" y="30222"/>
                    <a:pt x="17979" y="30222"/>
                    <a:pt x="17979" y="30222"/>
                  </a:cubicBezTo>
                  <a:cubicBezTo>
                    <a:pt x="15052" y="29777"/>
                    <a:pt x="15052" y="29777"/>
                    <a:pt x="15052" y="29777"/>
                  </a:cubicBezTo>
                  <a:cubicBezTo>
                    <a:pt x="12125" y="28888"/>
                    <a:pt x="12125" y="28888"/>
                    <a:pt x="12125" y="28888"/>
                  </a:cubicBezTo>
                  <a:cubicBezTo>
                    <a:pt x="8780" y="27555"/>
                    <a:pt x="8780" y="27555"/>
                    <a:pt x="8780" y="27555"/>
                  </a:cubicBezTo>
                  <a:cubicBezTo>
                    <a:pt x="6689" y="26222"/>
                    <a:pt x="6689" y="26222"/>
                    <a:pt x="6689" y="26222"/>
                  </a:cubicBezTo>
                  <a:cubicBezTo>
                    <a:pt x="5017" y="26222"/>
                    <a:pt x="5017" y="26222"/>
                    <a:pt x="5017" y="26222"/>
                  </a:cubicBezTo>
                  <a:cubicBezTo>
                    <a:pt x="4599" y="26222"/>
                    <a:pt x="4599" y="26222"/>
                    <a:pt x="4599" y="26222"/>
                  </a:cubicBezTo>
                  <a:cubicBezTo>
                    <a:pt x="3763" y="25333"/>
                    <a:pt x="3763" y="25333"/>
                    <a:pt x="3763" y="25333"/>
                  </a:cubicBezTo>
                  <a:cubicBezTo>
                    <a:pt x="2926" y="24000"/>
                    <a:pt x="2926" y="24000"/>
                    <a:pt x="2926" y="24000"/>
                  </a:cubicBezTo>
                  <a:cubicBezTo>
                    <a:pt x="0" y="23111"/>
                    <a:pt x="0" y="23111"/>
                    <a:pt x="0" y="23111"/>
                  </a:cubicBezTo>
                  <a:lnTo>
                    <a:pt x="0" y="2266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67" name="Shape 10767"/>
            <p:cNvSpPr/>
            <p:nvPr/>
          </p:nvSpPr>
          <p:spPr>
            <a:xfrm>
              <a:off x="6848081" y="1986054"/>
              <a:ext cx="286695" cy="30524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268" y="38873"/>
                  </a:moveTo>
                  <a:cubicBezTo>
                    <a:pt x="105671" y="38309"/>
                    <a:pt x="105671" y="38309"/>
                    <a:pt x="105671" y="38309"/>
                  </a:cubicBezTo>
                  <a:cubicBezTo>
                    <a:pt x="104477" y="36619"/>
                    <a:pt x="104477" y="36619"/>
                    <a:pt x="104477" y="36619"/>
                  </a:cubicBezTo>
                  <a:cubicBezTo>
                    <a:pt x="105074" y="34929"/>
                    <a:pt x="105074" y="34929"/>
                    <a:pt x="105074" y="34929"/>
                  </a:cubicBezTo>
                  <a:cubicBezTo>
                    <a:pt x="104477" y="31549"/>
                    <a:pt x="104477" y="31549"/>
                    <a:pt x="104477" y="31549"/>
                  </a:cubicBezTo>
                  <a:cubicBezTo>
                    <a:pt x="102686" y="29859"/>
                    <a:pt x="102686" y="29859"/>
                    <a:pt x="102686" y="29859"/>
                  </a:cubicBezTo>
                  <a:cubicBezTo>
                    <a:pt x="99104" y="27605"/>
                    <a:pt x="99104" y="27605"/>
                    <a:pt x="99104" y="27605"/>
                  </a:cubicBezTo>
                  <a:cubicBezTo>
                    <a:pt x="97910" y="25352"/>
                    <a:pt x="97910" y="25352"/>
                    <a:pt x="97910" y="25352"/>
                  </a:cubicBezTo>
                  <a:cubicBezTo>
                    <a:pt x="93731" y="24788"/>
                    <a:pt x="93731" y="24788"/>
                    <a:pt x="93731" y="24788"/>
                  </a:cubicBezTo>
                  <a:cubicBezTo>
                    <a:pt x="88358" y="24788"/>
                    <a:pt x="88358" y="24788"/>
                    <a:pt x="88358" y="24788"/>
                  </a:cubicBezTo>
                  <a:cubicBezTo>
                    <a:pt x="87164" y="23661"/>
                    <a:pt x="87164" y="23661"/>
                    <a:pt x="87164" y="23661"/>
                  </a:cubicBezTo>
                  <a:cubicBezTo>
                    <a:pt x="83582" y="23661"/>
                    <a:pt x="83582" y="23661"/>
                    <a:pt x="83582" y="23661"/>
                  </a:cubicBezTo>
                  <a:cubicBezTo>
                    <a:pt x="78805" y="23098"/>
                    <a:pt x="78805" y="23098"/>
                    <a:pt x="78805" y="23098"/>
                  </a:cubicBezTo>
                  <a:cubicBezTo>
                    <a:pt x="78208" y="21971"/>
                    <a:pt x="78208" y="21971"/>
                    <a:pt x="78208" y="21971"/>
                  </a:cubicBezTo>
                  <a:cubicBezTo>
                    <a:pt x="74626" y="20281"/>
                    <a:pt x="74626" y="20281"/>
                    <a:pt x="74626" y="20281"/>
                  </a:cubicBezTo>
                  <a:cubicBezTo>
                    <a:pt x="70447" y="19718"/>
                    <a:pt x="70447" y="19718"/>
                    <a:pt x="70447" y="19718"/>
                  </a:cubicBezTo>
                  <a:cubicBezTo>
                    <a:pt x="66268" y="18591"/>
                    <a:pt x="66268" y="18591"/>
                    <a:pt x="66268" y="18591"/>
                  </a:cubicBezTo>
                  <a:cubicBezTo>
                    <a:pt x="61492" y="16901"/>
                    <a:pt x="61492" y="16901"/>
                    <a:pt x="61492" y="16901"/>
                  </a:cubicBezTo>
                  <a:cubicBezTo>
                    <a:pt x="58507" y="15211"/>
                    <a:pt x="58507" y="15211"/>
                    <a:pt x="58507" y="15211"/>
                  </a:cubicBezTo>
                  <a:cubicBezTo>
                    <a:pt x="56119" y="15211"/>
                    <a:pt x="56119" y="15211"/>
                    <a:pt x="56119" y="15211"/>
                  </a:cubicBezTo>
                  <a:cubicBezTo>
                    <a:pt x="55522" y="15211"/>
                    <a:pt x="55522" y="15211"/>
                    <a:pt x="55522" y="15211"/>
                  </a:cubicBezTo>
                  <a:cubicBezTo>
                    <a:pt x="54328" y="14084"/>
                    <a:pt x="54328" y="14084"/>
                    <a:pt x="54328" y="14084"/>
                  </a:cubicBezTo>
                  <a:cubicBezTo>
                    <a:pt x="53134" y="12394"/>
                    <a:pt x="53134" y="12394"/>
                    <a:pt x="53134" y="12394"/>
                  </a:cubicBezTo>
                  <a:cubicBezTo>
                    <a:pt x="48955" y="11267"/>
                    <a:pt x="48955" y="11267"/>
                    <a:pt x="48955" y="11267"/>
                  </a:cubicBezTo>
                  <a:cubicBezTo>
                    <a:pt x="48955" y="11267"/>
                    <a:pt x="48955" y="11267"/>
                    <a:pt x="48955" y="11267"/>
                  </a:cubicBezTo>
                  <a:cubicBezTo>
                    <a:pt x="48358" y="11267"/>
                    <a:pt x="48358" y="11267"/>
                    <a:pt x="48358" y="11267"/>
                  </a:cubicBezTo>
                  <a:cubicBezTo>
                    <a:pt x="46567" y="10140"/>
                    <a:pt x="46567" y="10140"/>
                    <a:pt x="46567" y="10140"/>
                  </a:cubicBezTo>
                  <a:cubicBezTo>
                    <a:pt x="44776" y="9014"/>
                    <a:pt x="44776" y="9014"/>
                    <a:pt x="44776" y="9014"/>
                  </a:cubicBezTo>
                  <a:cubicBezTo>
                    <a:pt x="42985" y="8450"/>
                    <a:pt x="42985" y="8450"/>
                    <a:pt x="42985" y="8450"/>
                  </a:cubicBezTo>
                  <a:cubicBezTo>
                    <a:pt x="41791" y="9577"/>
                    <a:pt x="41791" y="9577"/>
                    <a:pt x="41791" y="9577"/>
                  </a:cubicBezTo>
                  <a:cubicBezTo>
                    <a:pt x="40000" y="10140"/>
                    <a:pt x="40000" y="10140"/>
                    <a:pt x="40000" y="10140"/>
                  </a:cubicBezTo>
                  <a:cubicBezTo>
                    <a:pt x="39402" y="9577"/>
                    <a:pt x="39402" y="9577"/>
                    <a:pt x="39402" y="9577"/>
                  </a:cubicBezTo>
                  <a:cubicBezTo>
                    <a:pt x="40000" y="8450"/>
                    <a:pt x="40000" y="8450"/>
                    <a:pt x="40000" y="8450"/>
                  </a:cubicBezTo>
                  <a:cubicBezTo>
                    <a:pt x="40597" y="5070"/>
                    <a:pt x="40597" y="5070"/>
                    <a:pt x="40597" y="5070"/>
                  </a:cubicBezTo>
                  <a:cubicBezTo>
                    <a:pt x="41194" y="3943"/>
                    <a:pt x="41194" y="3943"/>
                    <a:pt x="41194" y="3943"/>
                  </a:cubicBezTo>
                  <a:cubicBezTo>
                    <a:pt x="41791" y="1126"/>
                    <a:pt x="41791" y="1126"/>
                    <a:pt x="41791" y="1126"/>
                  </a:cubicBezTo>
                  <a:cubicBezTo>
                    <a:pt x="40000" y="0"/>
                    <a:pt x="40000" y="0"/>
                    <a:pt x="40000" y="0"/>
                  </a:cubicBezTo>
                  <a:cubicBezTo>
                    <a:pt x="38805" y="563"/>
                    <a:pt x="38805" y="563"/>
                    <a:pt x="38805" y="563"/>
                  </a:cubicBezTo>
                  <a:cubicBezTo>
                    <a:pt x="36417" y="1690"/>
                    <a:pt x="36417" y="1690"/>
                    <a:pt x="36417" y="1690"/>
                  </a:cubicBezTo>
                  <a:cubicBezTo>
                    <a:pt x="34029" y="2253"/>
                    <a:pt x="34029" y="2253"/>
                    <a:pt x="34029" y="2253"/>
                  </a:cubicBezTo>
                  <a:cubicBezTo>
                    <a:pt x="31044" y="3380"/>
                    <a:pt x="31044" y="3380"/>
                    <a:pt x="31044" y="3380"/>
                  </a:cubicBezTo>
                  <a:cubicBezTo>
                    <a:pt x="28059" y="5070"/>
                    <a:pt x="28059" y="5070"/>
                    <a:pt x="28059" y="5070"/>
                  </a:cubicBezTo>
                  <a:cubicBezTo>
                    <a:pt x="23283" y="7323"/>
                    <a:pt x="23283" y="7323"/>
                    <a:pt x="23283" y="7323"/>
                  </a:cubicBezTo>
                  <a:cubicBezTo>
                    <a:pt x="22089" y="9014"/>
                    <a:pt x="22089" y="9014"/>
                    <a:pt x="22089" y="9014"/>
                  </a:cubicBezTo>
                  <a:cubicBezTo>
                    <a:pt x="19701" y="9014"/>
                    <a:pt x="19701" y="9014"/>
                    <a:pt x="19701" y="9014"/>
                  </a:cubicBezTo>
                  <a:cubicBezTo>
                    <a:pt x="16716" y="7887"/>
                    <a:pt x="16716" y="7887"/>
                    <a:pt x="16716" y="7887"/>
                  </a:cubicBezTo>
                  <a:cubicBezTo>
                    <a:pt x="14925" y="6197"/>
                    <a:pt x="14925" y="6197"/>
                    <a:pt x="14925" y="6197"/>
                  </a:cubicBezTo>
                  <a:cubicBezTo>
                    <a:pt x="12537" y="8450"/>
                    <a:pt x="12537" y="8450"/>
                    <a:pt x="12537" y="8450"/>
                  </a:cubicBezTo>
                  <a:cubicBezTo>
                    <a:pt x="11940" y="24225"/>
                    <a:pt x="11940" y="24225"/>
                    <a:pt x="11940" y="24225"/>
                  </a:cubicBezTo>
                  <a:cubicBezTo>
                    <a:pt x="4179" y="28732"/>
                    <a:pt x="4179" y="28732"/>
                    <a:pt x="4179" y="28732"/>
                  </a:cubicBezTo>
                  <a:cubicBezTo>
                    <a:pt x="2985" y="30985"/>
                    <a:pt x="2985" y="30985"/>
                    <a:pt x="2985" y="30985"/>
                  </a:cubicBezTo>
                  <a:cubicBezTo>
                    <a:pt x="0" y="37183"/>
                    <a:pt x="0" y="37183"/>
                    <a:pt x="0" y="37183"/>
                  </a:cubicBezTo>
                  <a:cubicBezTo>
                    <a:pt x="2985" y="40563"/>
                    <a:pt x="2985" y="40563"/>
                    <a:pt x="2985" y="40563"/>
                  </a:cubicBezTo>
                  <a:cubicBezTo>
                    <a:pt x="4179" y="40563"/>
                    <a:pt x="4179" y="40563"/>
                    <a:pt x="4179" y="40563"/>
                  </a:cubicBezTo>
                  <a:cubicBezTo>
                    <a:pt x="2985" y="50140"/>
                    <a:pt x="2985" y="50140"/>
                    <a:pt x="2985" y="50140"/>
                  </a:cubicBezTo>
                  <a:cubicBezTo>
                    <a:pt x="2388" y="60281"/>
                    <a:pt x="2388" y="60281"/>
                    <a:pt x="2388" y="60281"/>
                  </a:cubicBezTo>
                  <a:cubicBezTo>
                    <a:pt x="5970" y="63098"/>
                    <a:pt x="5970" y="63098"/>
                    <a:pt x="5970" y="63098"/>
                  </a:cubicBezTo>
                  <a:cubicBezTo>
                    <a:pt x="11343" y="65915"/>
                    <a:pt x="11343" y="65915"/>
                    <a:pt x="11343" y="65915"/>
                  </a:cubicBezTo>
                  <a:cubicBezTo>
                    <a:pt x="19701" y="70422"/>
                    <a:pt x="19701" y="70422"/>
                    <a:pt x="19701" y="70422"/>
                  </a:cubicBezTo>
                  <a:cubicBezTo>
                    <a:pt x="25074" y="76056"/>
                    <a:pt x="25074" y="76056"/>
                    <a:pt x="25074" y="76056"/>
                  </a:cubicBezTo>
                  <a:cubicBezTo>
                    <a:pt x="26865" y="78309"/>
                    <a:pt x="26865" y="78309"/>
                    <a:pt x="26865" y="78309"/>
                  </a:cubicBezTo>
                  <a:cubicBezTo>
                    <a:pt x="31044" y="81126"/>
                    <a:pt x="31044" y="81126"/>
                    <a:pt x="31044" y="81126"/>
                  </a:cubicBezTo>
                  <a:cubicBezTo>
                    <a:pt x="35820" y="85633"/>
                    <a:pt x="35820" y="85633"/>
                    <a:pt x="35820" y="85633"/>
                  </a:cubicBezTo>
                  <a:cubicBezTo>
                    <a:pt x="36417" y="89577"/>
                    <a:pt x="36417" y="89577"/>
                    <a:pt x="36417" y="89577"/>
                  </a:cubicBezTo>
                  <a:cubicBezTo>
                    <a:pt x="35820" y="93521"/>
                    <a:pt x="35820" y="93521"/>
                    <a:pt x="35820" y="93521"/>
                  </a:cubicBezTo>
                  <a:cubicBezTo>
                    <a:pt x="37611" y="97464"/>
                    <a:pt x="37611" y="97464"/>
                    <a:pt x="37611" y="97464"/>
                  </a:cubicBezTo>
                  <a:cubicBezTo>
                    <a:pt x="38805" y="99154"/>
                    <a:pt x="38805" y="99154"/>
                    <a:pt x="38805" y="99154"/>
                  </a:cubicBezTo>
                  <a:cubicBezTo>
                    <a:pt x="38805" y="103098"/>
                    <a:pt x="38805" y="103098"/>
                    <a:pt x="38805" y="103098"/>
                  </a:cubicBezTo>
                  <a:cubicBezTo>
                    <a:pt x="38805" y="105352"/>
                    <a:pt x="38805" y="105352"/>
                    <a:pt x="38805" y="105352"/>
                  </a:cubicBezTo>
                  <a:cubicBezTo>
                    <a:pt x="38805" y="108732"/>
                    <a:pt x="38805" y="108732"/>
                    <a:pt x="38805" y="108732"/>
                  </a:cubicBezTo>
                  <a:cubicBezTo>
                    <a:pt x="40000" y="111549"/>
                    <a:pt x="40000" y="111549"/>
                    <a:pt x="40000" y="111549"/>
                  </a:cubicBezTo>
                  <a:cubicBezTo>
                    <a:pt x="40000" y="114366"/>
                    <a:pt x="40000" y="114366"/>
                    <a:pt x="40000" y="114366"/>
                  </a:cubicBezTo>
                  <a:cubicBezTo>
                    <a:pt x="42985" y="114366"/>
                    <a:pt x="42985" y="114366"/>
                    <a:pt x="42985" y="114366"/>
                  </a:cubicBezTo>
                  <a:cubicBezTo>
                    <a:pt x="42985" y="114366"/>
                    <a:pt x="45373" y="116619"/>
                    <a:pt x="45970" y="116619"/>
                  </a:cubicBezTo>
                  <a:cubicBezTo>
                    <a:pt x="46567" y="116619"/>
                    <a:pt x="48955" y="117746"/>
                    <a:pt x="48955" y="117746"/>
                  </a:cubicBezTo>
                  <a:cubicBezTo>
                    <a:pt x="50746" y="119999"/>
                    <a:pt x="50746" y="119999"/>
                    <a:pt x="50746" y="119999"/>
                  </a:cubicBezTo>
                  <a:cubicBezTo>
                    <a:pt x="109850" y="116619"/>
                    <a:pt x="109850" y="116619"/>
                    <a:pt x="109850" y="116619"/>
                  </a:cubicBezTo>
                  <a:cubicBezTo>
                    <a:pt x="109850" y="109859"/>
                    <a:pt x="109850" y="109859"/>
                    <a:pt x="109850" y="109859"/>
                  </a:cubicBezTo>
                  <a:cubicBezTo>
                    <a:pt x="109850" y="107605"/>
                    <a:pt x="109850" y="107605"/>
                    <a:pt x="109850" y="107605"/>
                  </a:cubicBezTo>
                  <a:cubicBezTo>
                    <a:pt x="106865" y="100845"/>
                    <a:pt x="106865" y="100845"/>
                    <a:pt x="106865" y="100845"/>
                  </a:cubicBezTo>
                  <a:cubicBezTo>
                    <a:pt x="106268" y="96901"/>
                    <a:pt x="106268" y="96901"/>
                    <a:pt x="106268" y="96901"/>
                  </a:cubicBezTo>
                  <a:cubicBezTo>
                    <a:pt x="106865" y="92394"/>
                    <a:pt x="106865" y="92394"/>
                    <a:pt x="106865" y="92394"/>
                  </a:cubicBezTo>
                  <a:cubicBezTo>
                    <a:pt x="108059" y="89014"/>
                    <a:pt x="108059" y="89014"/>
                    <a:pt x="108059" y="89014"/>
                  </a:cubicBezTo>
                  <a:cubicBezTo>
                    <a:pt x="108656" y="87323"/>
                    <a:pt x="108656" y="87323"/>
                    <a:pt x="108656" y="87323"/>
                  </a:cubicBezTo>
                  <a:cubicBezTo>
                    <a:pt x="109850" y="85633"/>
                    <a:pt x="109850" y="85633"/>
                    <a:pt x="109850" y="85633"/>
                  </a:cubicBezTo>
                  <a:cubicBezTo>
                    <a:pt x="108656" y="82816"/>
                    <a:pt x="108656" y="82816"/>
                    <a:pt x="108656" y="82816"/>
                  </a:cubicBezTo>
                  <a:cubicBezTo>
                    <a:pt x="108656" y="78873"/>
                    <a:pt x="108656" y="78873"/>
                    <a:pt x="108656" y="78873"/>
                  </a:cubicBezTo>
                  <a:cubicBezTo>
                    <a:pt x="108656" y="76619"/>
                    <a:pt x="108656" y="76619"/>
                    <a:pt x="108656" y="76619"/>
                  </a:cubicBezTo>
                  <a:cubicBezTo>
                    <a:pt x="109850" y="74929"/>
                    <a:pt x="109850" y="74929"/>
                    <a:pt x="109850" y="74929"/>
                  </a:cubicBezTo>
                  <a:cubicBezTo>
                    <a:pt x="109850" y="73802"/>
                    <a:pt x="109850" y="73802"/>
                    <a:pt x="109850" y="73802"/>
                  </a:cubicBezTo>
                  <a:cubicBezTo>
                    <a:pt x="112238" y="71549"/>
                    <a:pt x="112238" y="71549"/>
                    <a:pt x="112238" y="71549"/>
                  </a:cubicBezTo>
                  <a:cubicBezTo>
                    <a:pt x="112238" y="70422"/>
                    <a:pt x="112238" y="70422"/>
                    <a:pt x="112238" y="70422"/>
                  </a:cubicBezTo>
                  <a:cubicBezTo>
                    <a:pt x="111044" y="68169"/>
                    <a:pt x="111044" y="68169"/>
                    <a:pt x="111044" y="68169"/>
                  </a:cubicBezTo>
                  <a:cubicBezTo>
                    <a:pt x="111044" y="66478"/>
                    <a:pt x="111044" y="66478"/>
                    <a:pt x="111044" y="66478"/>
                  </a:cubicBezTo>
                  <a:cubicBezTo>
                    <a:pt x="111641" y="61971"/>
                    <a:pt x="111641" y="61971"/>
                    <a:pt x="111641" y="61971"/>
                  </a:cubicBezTo>
                  <a:cubicBezTo>
                    <a:pt x="112238" y="59154"/>
                    <a:pt x="112238" y="59154"/>
                    <a:pt x="112238" y="59154"/>
                  </a:cubicBezTo>
                  <a:cubicBezTo>
                    <a:pt x="114029" y="55774"/>
                    <a:pt x="114029" y="55774"/>
                    <a:pt x="114029" y="55774"/>
                  </a:cubicBezTo>
                  <a:cubicBezTo>
                    <a:pt x="117014" y="50140"/>
                    <a:pt x="117014" y="50140"/>
                    <a:pt x="117014" y="50140"/>
                  </a:cubicBezTo>
                  <a:cubicBezTo>
                    <a:pt x="117611" y="47887"/>
                    <a:pt x="117611" y="47887"/>
                    <a:pt x="117611" y="47887"/>
                  </a:cubicBezTo>
                  <a:cubicBezTo>
                    <a:pt x="117611" y="46197"/>
                    <a:pt x="117611" y="46197"/>
                    <a:pt x="117611" y="46197"/>
                  </a:cubicBezTo>
                  <a:cubicBezTo>
                    <a:pt x="120000" y="45633"/>
                    <a:pt x="120000" y="45633"/>
                    <a:pt x="120000" y="45633"/>
                  </a:cubicBezTo>
                  <a:cubicBezTo>
                    <a:pt x="120000" y="44507"/>
                    <a:pt x="120000" y="44507"/>
                    <a:pt x="120000" y="44507"/>
                  </a:cubicBezTo>
                  <a:cubicBezTo>
                    <a:pt x="120000" y="43380"/>
                    <a:pt x="120000" y="43380"/>
                    <a:pt x="120000" y="43380"/>
                  </a:cubicBezTo>
                  <a:cubicBezTo>
                    <a:pt x="120000" y="42253"/>
                    <a:pt x="120000" y="42253"/>
                    <a:pt x="120000" y="42253"/>
                  </a:cubicBezTo>
                  <a:cubicBezTo>
                    <a:pt x="120000" y="41126"/>
                    <a:pt x="120000" y="41126"/>
                    <a:pt x="120000" y="41126"/>
                  </a:cubicBezTo>
                  <a:cubicBezTo>
                    <a:pt x="120000" y="40000"/>
                    <a:pt x="120000" y="40000"/>
                    <a:pt x="120000" y="40000"/>
                  </a:cubicBezTo>
                  <a:cubicBezTo>
                    <a:pt x="117611" y="42253"/>
                    <a:pt x="117611" y="42253"/>
                    <a:pt x="117611" y="42253"/>
                  </a:cubicBezTo>
                  <a:cubicBezTo>
                    <a:pt x="115820" y="44507"/>
                    <a:pt x="115820" y="44507"/>
                    <a:pt x="115820" y="44507"/>
                  </a:cubicBezTo>
                  <a:cubicBezTo>
                    <a:pt x="115223" y="47323"/>
                    <a:pt x="115223" y="47323"/>
                    <a:pt x="115223" y="47323"/>
                  </a:cubicBezTo>
                  <a:cubicBezTo>
                    <a:pt x="113432" y="50704"/>
                    <a:pt x="113432" y="50704"/>
                    <a:pt x="113432" y="50704"/>
                  </a:cubicBezTo>
                  <a:cubicBezTo>
                    <a:pt x="111641" y="51830"/>
                    <a:pt x="111641" y="51830"/>
                    <a:pt x="111641" y="51830"/>
                  </a:cubicBezTo>
                  <a:cubicBezTo>
                    <a:pt x="108059" y="53521"/>
                    <a:pt x="108059" y="53521"/>
                    <a:pt x="108059" y="53521"/>
                  </a:cubicBezTo>
                  <a:cubicBezTo>
                    <a:pt x="106268" y="55774"/>
                    <a:pt x="106268" y="55774"/>
                    <a:pt x="106268" y="55774"/>
                  </a:cubicBezTo>
                  <a:cubicBezTo>
                    <a:pt x="105671" y="56901"/>
                    <a:pt x="105671" y="56901"/>
                    <a:pt x="105671" y="56901"/>
                  </a:cubicBezTo>
                  <a:cubicBezTo>
                    <a:pt x="104477" y="59154"/>
                    <a:pt x="104477" y="59154"/>
                    <a:pt x="104477" y="59154"/>
                  </a:cubicBezTo>
                  <a:cubicBezTo>
                    <a:pt x="102089" y="61971"/>
                    <a:pt x="102089" y="61971"/>
                    <a:pt x="102089" y="61971"/>
                  </a:cubicBezTo>
                  <a:cubicBezTo>
                    <a:pt x="100298" y="60281"/>
                    <a:pt x="100298" y="60281"/>
                    <a:pt x="100298" y="60281"/>
                  </a:cubicBezTo>
                  <a:cubicBezTo>
                    <a:pt x="102089" y="58028"/>
                    <a:pt x="102089" y="58028"/>
                    <a:pt x="102089" y="58028"/>
                  </a:cubicBezTo>
                  <a:cubicBezTo>
                    <a:pt x="103283" y="54084"/>
                    <a:pt x="103283" y="54084"/>
                    <a:pt x="103283" y="54084"/>
                  </a:cubicBezTo>
                  <a:cubicBezTo>
                    <a:pt x="103880" y="52394"/>
                    <a:pt x="103880" y="52394"/>
                    <a:pt x="103880" y="52394"/>
                  </a:cubicBezTo>
                  <a:cubicBezTo>
                    <a:pt x="104477" y="51267"/>
                    <a:pt x="104477" y="51267"/>
                    <a:pt x="104477" y="51267"/>
                  </a:cubicBezTo>
                  <a:cubicBezTo>
                    <a:pt x="105671" y="50140"/>
                    <a:pt x="105671" y="50140"/>
                    <a:pt x="105671" y="50140"/>
                  </a:cubicBezTo>
                  <a:cubicBezTo>
                    <a:pt x="106865" y="49014"/>
                    <a:pt x="106865" y="49014"/>
                    <a:pt x="106865" y="49014"/>
                  </a:cubicBezTo>
                  <a:cubicBezTo>
                    <a:pt x="107462" y="47887"/>
                    <a:pt x="107462" y="47887"/>
                    <a:pt x="107462" y="47887"/>
                  </a:cubicBezTo>
                  <a:cubicBezTo>
                    <a:pt x="106865" y="45070"/>
                    <a:pt x="106865" y="45070"/>
                    <a:pt x="106865" y="45070"/>
                  </a:cubicBezTo>
                  <a:cubicBezTo>
                    <a:pt x="107462" y="43943"/>
                    <a:pt x="107462" y="43943"/>
                    <a:pt x="107462" y="43943"/>
                  </a:cubicBezTo>
                  <a:cubicBezTo>
                    <a:pt x="106865" y="42816"/>
                    <a:pt x="106865" y="42816"/>
                    <a:pt x="106865" y="42816"/>
                  </a:cubicBezTo>
                  <a:lnTo>
                    <a:pt x="106268" y="3887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68" name="Shape 10768"/>
            <p:cNvSpPr/>
            <p:nvPr/>
          </p:nvSpPr>
          <p:spPr>
            <a:xfrm>
              <a:off x="7268005" y="2274435"/>
              <a:ext cx="229357" cy="26308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764" y="3846"/>
                  </a:moveTo>
                  <a:lnTo>
                    <a:pt x="100588" y="6153"/>
                  </a:lnTo>
                  <a:lnTo>
                    <a:pt x="95294" y="10000"/>
                  </a:lnTo>
                  <a:lnTo>
                    <a:pt x="89117" y="13076"/>
                  </a:lnTo>
                  <a:lnTo>
                    <a:pt x="84705" y="16153"/>
                  </a:lnTo>
                  <a:lnTo>
                    <a:pt x="82058" y="16923"/>
                  </a:lnTo>
                  <a:lnTo>
                    <a:pt x="80294" y="18461"/>
                  </a:lnTo>
                  <a:lnTo>
                    <a:pt x="77647" y="20769"/>
                  </a:lnTo>
                  <a:lnTo>
                    <a:pt x="75000" y="20769"/>
                  </a:lnTo>
                  <a:lnTo>
                    <a:pt x="72352" y="20769"/>
                  </a:lnTo>
                  <a:lnTo>
                    <a:pt x="68823" y="22307"/>
                  </a:lnTo>
                  <a:lnTo>
                    <a:pt x="65294" y="25384"/>
                  </a:lnTo>
                  <a:lnTo>
                    <a:pt x="62647" y="25384"/>
                  </a:lnTo>
                  <a:lnTo>
                    <a:pt x="60882" y="25384"/>
                  </a:lnTo>
                  <a:lnTo>
                    <a:pt x="60000" y="25384"/>
                  </a:lnTo>
                  <a:lnTo>
                    <a:pt x="57352" y="23846"/>
                  </a:lnTo>
                  <a:lnTo>
                    <a:pt x="54705" y="21538"/>
                  </a:lnTo>
                  <a:lnTo>
                    <a:pt x="52941" y="22307"/>
                  </a:lnTo>
                  <a:lnTo>
                    <a:pt x="49411" y="21538"/>
                  </a:lnTo>
                  <a:lnTo>
                    <a:pt x="48529" y="20769"/>
                  </a:lnTo>
                  <a:lnTo>
                    <a:pt x="45000" y="18461"/>
                  </a:lnTo>
                  <a:lnTo>
                    <a:pt x="41470" y="17692"/>
                  </a:lnTo>
                  <a:lnTo>
                    <a:pt x="34411" y="16923"/>
                  </a:lnTo>
                  <a:lnTo>
                    <a:pt x="0" y="21538"/>
                  </a:lnTo>
                  <a:lnTo>
                    <a:pt x="9705" y="103076"/>
                  </a:lnTo>
                  <a:lnTo>
                    <a:pt x="14117" y="104615"/>
                  </a:lnTo>
                  <a:lnTo>
                    <a:pt x="18529" y="103076"/>
                  </a:lnTo>
                  <a:lnTo>
                    <a:pt x="19411" y="102307"/>
                  </a:lnTo>
                  <a:lnTo>
                    <a:pt x="23823" y="105384"/>
                  </a:lnTo>
                  <a:lnTo>
                    <a:pt x="27352" y="107692"/>
                  </a:lnTo>
                  <a:lnTo>
                    <a:pt x="29117" y="110769"/>
                  </a:lnTo>
                  <a:lnTo>
                    <a:pt x="30000" y="112307"/>
                  </a:lnTo>
                  <a:lnTo>
                    <a:pt x="34411" y="113076"/>
                  </a:lnTo>
                  <a:lnTo>
                    <a:pt x="37058" y="113846"/>
                  </a:lnTo>
                  <a:lnTo>
                    <a:pt x="38823" y="114615"/>
                  </a:lnTo>
                  <a:lnTo>
                    <a:pt x="40588" y="116153"/>
                  </a:lnTo>
                  <a:lnTo>
                    <a:pt x="43235" y="115384"/>
                  </a:lnTo>
                  <a:lnTo>
                    <a:pt x="43235" y="114615"/>
                  </a:lnTo>
                  <a:lnTo>
                    <a:pt x="45000" y="113076"/>
                  </a:lnTo>
                  <a:lnTo>
                    <a:pt x="45882" y="112307"/>
                  </a:lnTo>
                  <a:lnTo>
                    <a:pt x="48529" y="113846"/>
                  </a:lnTo>
                  <a:lnTo>
                    <a:pt x="52941" y="115384"/>
                  </a:lnTo>
                  <a:lnTo>
                    <a:pt x="58235" y="114615"/>
                  </a:lnTo>
                  <a:lnTo>
                    <a:pt x="59117" y="113846"/>
                  </a:lnTo>
                  <a:lnTo>
                    <a:pt x="60882" y="111538"/>
                  </a:lnTo>
                  <a:lnTo>
                    <a:pt x="62647" y="110769"/>
                  </a:lnTo>
                  <a:lnTo>
                    <a:pt x="63529" y="110000"/>
                  </a:lnTo>
                  <a:lnTo>
                    <a:pt x="66176" y="112307"/>
                  </a:lnTo>
                  <a:lnTo>
                    <a:pt x="69705" y="116153"/>
                  </a:lnTo>
                  <a:lnTo>
                    <a:pt x="73235" y="119230"/>
                  </a:lnTo>
                  <a:lnTo>
                    <a:pt x="75882" y="119230"/>
                  </a:lnTo>
                  <a:lnTo>
                    <a:pt x="75000" y="120000"/>
                  </a:lnTo>
                  <a:lnTo>
                    <a:pt x="77647" y="117692"/>
                  </a:lnTo>
                  <a:lnTo>
                    <a:pt x="81176" y="114615"/>
                  </a:lnTo>
                  <a:lnTo>
                    <a:pt x="82941" y="112307"/>
                  </a:lnTo>
                  <a:lnTo>
                    <a:pt x="82941" y="109230"/>
                  </a:lnTo>
                  <a:lnTo>
                    <a:pt x="85588" y="100769"/>
                  </a:lnTo>
                  <a:lnTo>
                    <a:pt x="88235" y="98461"/>
                  </a:lnTo>
                  <a:lnTo>
                    <a:pt x="91764" y="100769"/>
                  </a:lnTo>
                  <a:lnTo>
                    <a:pt x="92647" y="100000"/>
                  </a:lnTo>
                  <a:lnTo>
                    <a:pt x="93529" y="92307"/>
                  </a:lnTo>
                  <a:lnTo>
                    <a:pt x="96176" y="89230"/>
                  </a:lnTo>
                  <a:lnTo>
                    <a:pt x="99705" y="84615"/>
                  </a:lnTo>
                  <a:lnTo>
                    <a:pt x="104117" y="84615"/>
                  </a:lnTo>
                  <a:lnTo>
                    <a:pt x="106764" y="81538"/>
                  </a:lnTo>
                  <a:lnTo>
                    <a:pt x="113823" y="76153"/>
                  </a:lnTo>
                  <a:lnTo>
                    <a:pt x="115588" y="72307"/>
                  </a:lnTo>
                  <a:lnTo>
                    <a:pt x="115588" y="70000"/>
                  </a:lnTo>
                  <a:lnTo>
                    <a:pt x="116470" y="63846"/>
                  </a:lnTo>
                  <a:lnTo>
                    <a:pt x="116470" y="59230"/>
                  </a:lnTo>
                  <a:lnTo>
                    <a:pt x="117352" y="56923"/>
                  </a:lnTo>
                  <a:lnTo>
                    <a:pt x="117352" y="53846"/>
                  </a:lnTo>
                  <a:lnTo>
                    <a:pt x="117352" y="47692"/>
                  </a:lnTo>
                  <a:lnTo>
                    <a:pt x="117352" y="46923"/>
                  </a:lnTo>
                  <a:lnTo>
                    <a:pt x="116470" y="44615"/>
                  </a:lnTo>
                  <a:lnTo>
                    <a:pt x="117352" y="42307"/>
                  </a:lnTo>
                  <a:lnTo>
                    <a:pt x="120000" y="42307"/>
                  </a:lnTo>
                  <a:lnTo>
                    <a:pt x="111176" y="0"/>
                  </a:lnTo>
                  <a:lnTo>
                    <a:pt x="106764" y="384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69" name="Shape 10769"/>
            <p:cNvSpPr/>
            <p:nvPr/>
          </p:nvSpPr>
          <p:spPr>
            <a:xfrm>
              <a:off x="7119598" y="2319970"/>
              <a:ext cx="168644" cy="2900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" y="120000"/>
                  </a:moveTo>
                  <a:lnTo>
                    <a:pt x="6000" y="116511"/>
                  </a:lnTo>
                  <a:lnTo>
                    <a:pt x="15600" y="116511"/>
                  </a:lnTo>
                  <a:lnTo>
                    <a:pt x="19200" y="113720"/>
                  </a:lnTo>
                  <a:lnTo>
                    <a:pt x="22800" y="113720"/>
                  </a:lnTo>
                  <a:lnTo>
                    <a:pt x="28800" y="113720"/>
                  </a:lnTo>
                  <a:lnTo>
                    <a:pt x="32400" y="115813"/>
                  </a:lnTo>
                  <a:lnTo>
                    <a:pt x="37200" y="117209"/>
                  </a:lnTo>
                  <a:lnTo>
                    <a:pt x="38400" y="116511"/>
                  </a:lnTo>
                  <a:lnTo>
                    <a:pt x="38400" y="113720"/>
                  </a:lnTo>
                  <a:lnTo>
                    <a:pt x="43200" y="113023"/>
                  </a:lnTo>
                  <a:lnTo>
                    <a:pt x="45600" y="112325"/>
                  </a:lnTo>
                  <a:lnTo>
                    <a:pt x="50400" y="112325"/>
                  </a:lnTo>
                  <a:lnTo>
                    <a:pt x="52800" y="113720"/>
                  </a:lnTo>
                  <a:lnTo>
                    <a:pt x="57600" y="114418"/>
                  </a:lnTo>
                  <a:lnTo>
                    <a:pt x="58800" y="112325"/>
                  </a:lnTo>
                  <a:lnTo>
                    <a:pt x="58800" y="109534"/>
                  </a:lnTo>
                  <a:lnTo>
                    <a:pt x="62400" y="107441"/>
                  </a:lnTo>
                  <a:lnTo>
                    <a:pt x="63600" y="104651"/>
                  </a:lnTo>
                  <a:lnTo>
                    <a:pt x="66000" y="104651"/>
                  </a:lnTo>
                  <a:lnTo>
                    <a:pt x="67200" y="107441"/>
                  </a:lnTo>
                  <a:lnTo>
                    <a:pt x="70800" y="109534"/>
                  </a:lnTo>
                  <a:lnTo>
                    <a:pt x="72000" y="110232"/>
                  </a:lnTo>
                  <a:lnTo>
                    <a:pt x="79200" y="109534"/>
                  </a:lnTo>
                  <a:lnTo>
                    <a:pt x="81600" y="106744"/>
                  </a:lnTo>
                  <a:lnTo>
                    <a:pt x="81600" y="104651"/>
                  </a:lnTo>
                  <a:lnTo>
                    <a:pt x="85200" y="101162"/>
                  </a:lnTo>
                  <a:lnTo>
                    <a:pt x="88800" y="101162"/>
                  </a:lnTo>
                  <a:lnTo>
                    <a:pt x="91200" y="99767"/>
                  </a:lnTo>
                  <a:lnTo>
                    <a:pt x="93600" y="96976"/>
                  </a:lnTo>
                  <a:lnTo>
                    <a:pt x="96000" y="94186"/>
                  </a:lnTo>
                  <a:lnTo>
                    <a:pt x="96000" y="91395"/>
                  </a:lnTo>
                  <a:lnTo>
                    <a:pt x="97200" y="90000"/>
                  </a:lnTo>
                  <a:lnTo>
                    <a:pt x="97200" y="88604"/>
                  </a:lnTo>
                  <a:lnTo>
                    <a:pt x="98400" y="87906"/>
                  </a:lnTo>
                  <a:lnTo>
                    <a:pt x="108000" y="87209"/>
                  </a:lnTo>
                  <a:lnTo>
                    <a:pt x="112800" y="85813"/>
                  </a:lnTo>
                  <a:lnTo>
                    <a:pt x="117600" y="85813"/>
                  </a:lnTo>
                  <a:lnTo>
                    <a:pt x="120000" y="84418"/>
                  </a:lnTo>
                  <a:lnTo>
                    <a:pt x="118800" y="80232"/>
                  </a:lnTo>
                  <a:lnTo>
                    <a:pt x="120000" y="78837"/>
                  </a:lnTo>
                  <a:lnTo>
                    <a:pt x="117600" y="78139"/>
                  </a:lnTo>
                  <a:lnTo>
                    <a:pt x="116400" y="75348"/>
                  </a:lnTo>
                  <a:lnTo>
                    <a:pt x="118800" y="74651"/>
                  </a:lnTo>
                  <a:lnTo>
                    <a:pt x="105600" y="697"/>
                  </a:lnTo>
                  <a:lnTo>
                    <a:pt x="105600" y="0"/>
                  </a:lnTo>
                  <a:lnTo>
                    <a:pt x="32400" y="2790"/>
                  </a:lnTo>
                  <a:lnTo>
                    <a:pt x="32400" y="3488"/>
                  </a:lnTo>
                  <a:lnTo>
                    <a:pt x="24000" y="6279"/>
                  </a:lnTo>
                  <a:lnTo>
                    <a:pt x="19200" y="8372"/>
                  </a:lnTo>
                  <a:lnTo>
                    <a:pt x="15600" y="9069"/>
                  </a:lnTo>
                  <a:lnTo>
                    <a:pt x="9600" y="8372"/>
                  </a:lnTo>
                  <a:lnTo>
                    <a:pt x="13200" y="71860"/>
                  </a:lnTo>
                  <a:lnTo>
                    <a:pt x="12000" y="73953"/>
                  </a:lnTo>
                  <a:lnTo>
                    <a:pt x="12000" y="76046"/>
                  </a:lnTo>
                  <a:lnTo>
                    <a:pt x="12000" y="78837"/>
                  </a:lnTo>
                  <a:lnTo>
                    <a:pt x="13200" y="81627"/>
                  </a:lnTo>
                  <a:lnTo>
                    <a:pt x="18000" y="86511"/>
                  </a:lnTo>
                  <a:lnTo>
                    <a:pt x="19200" y="90697"/>
                  </a:lnTo>
                  <a:lnTo>
                    <a:pt x="19200" y="93488"/>
                  </a:lnTo>
                  <a:lnTo>
                    <a:pt x="15600" y="94883"/>
                  </a:lnTo>
                  <a:lnTo>
                    <a:pt x="13200" y="97674"/>
                  </a:lnTo>
                  <a:lnTo>
                    <a:pt x="12000" y="101162"/>
                  </a:lnTo>
                  <a:lnTo>
                    <a:pt x="9600" y="102558"/>
                  </a:lnTo>
                  <a:lnTo>
                    <a:pt x="6000" y="104651"/>
                  </a:lnTo>
                  <a:lnTo>
                    <a:pt x="4800" y="108837"/>
                  </a:lnTo>
                  <a:lnTo>
                    <a:pt x="2400" y="109534"/>
                  </a:lnTo>
                  <a:lnTo>
                    <a:pt x="0" y="112325"/>
                  </a:lnTo>
                  <a:lnTo>
                    <a:pt x="0" y="116511"/>
                  </a:lnTo>
                  <a:lnTo>
                    <a:pt x="1200" y="119302"/>
                  </a:lnTo>
                  <a:lnTo>
                    <a:pt x="2400" y="120000"/>
                  </a:lnTo>
                  <a:lnTo>
                    <a:pt x="2400" y="120000"/>
                  </a:lnTo>
                  <a:lnTo>
                    <a:pt x="6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70" name="Shape 10770"/>
            <p:cNvSpPr/>
            <p:nvPr/>
          </p:nvSpPr>
          <p:spPr>
            <a:xfrm>
              <a:off x="6929030" y="2282869"/>
              <a:ext cx="217551" cy="38113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115752"/>
                  </a:moveTo>
                  <a:lnTo>
                    <a:pt x="81860" y="115221"/>
                  </a:lnTo>
                  <a:lnTo>
                    <a:pt x="85581" y="116283"/>
                  </a:lnTo>
                  <a:lnTo>
                    <a:pt x="89302" y="117876"/>
                  </a:lnTo>
                  <a:lnTo>
                    <a:pt x="92093" y="117876"/>
                  </a:lnTo>
                  <a:lnTo>
                    <a:pt x="94883" y="117876"/>
                  </a:lnTo>
                  <a:lnTo>
                    <a:pt x="96744" y="117345"/>
                  </a:lnTo>
                  <a:lnTo>
                    <a:pt x="94883" y="114690"/>
                  </a:lnTo>
                  <a:lnTo>
                    <a:pt x="94883" y="112035"/>
                  </a:lnTo>
                  <a:lnTo>
                    <a:pt x="97674" y="110973"/>
                  </a:lnTo>
                  <a:lnTo>
                    <a:pt x="103255" y="109911"/>
                  </a:lnTo>
                  <a:lnTo>
                    <a:pt x="105116" y="109380"/>
                  </a:lnTo>
                  <a:lnTo>
                    <a:pt x="104186" y="107787"/>
                  </a:lnTo>
                  <a:lnTo>
                    <a:pt x="104186" y="106194"/>
                  </a:lnTo>
                  <a:lnTo>
                    <a:pt x="104186" y="105663"/>
                  </a:lnTo>
                  <a:lnTo>
                    <a:pt x="104186" y="103539"/>
                  </a:lnTo>
                  <a:lnTo>
                    <a:pt x="106976" y="103008"/>
                  </a:lnTo>
                  <a:lnTo>
                    <a:pt x="106976" y="103008"/>
                  </a:lnTo>
                  <a:lnTo>
                    <a:pt x="106046" y="102477"/>
                  </a:lnTo>
                  <a:lnTo>
                    <a:pt x="105116" y="100353"/>
                  </a:lnTo>
                  <a:lnTo>
                    <a:pt x="105116" y="97168"/>
                  </a:lnTo>
                  <a:lnTo>
                    <a:pt x="106976" y="95044"/>
                  </a:lnTo>
                  <a:lnTo>
                    <a:pt x="108837" y="94513"/>
                  </a:lnTo>
                  <a:lnTo>
                    <a:pt x="109767" y="91327"/>
                  </a:lnTo>
                  <a:lnTo>
                    <a:pt x="112558" y="89734"/>
                  </a:lnTo>
                  <a:lnTo>
                    <a:pt x="114418" y="88672"/>
                  </a:lnTo>
                  <a:lnTo>
                    <a:pt x="115348" y="86017"/>
                  </a:lnTo>
                  <a:lnTo>
                    <a:pt x="117209" y="83893"/>
                  </a:lnTo>
                  <a:lnTo>
                    <a:pt x="120000" y="82831"/>
                  </a:lnTo>
                  <a:lnTo>
                    <a:pt x="120000" y="80707"/>
                  </a:lnTo>
                  <a:lnTo>
                    <a:pt x="119069" y="77522"/>
                  </a:lnTo>
                  <a:lnTo>
                    <a:pt x="115348" y="73805"/>
                  </a:lnTo>
                  <a:lnTo>
                    <a:pt x="114418" y="71681"/>
                  </a:lnTo>
                  <a:lnTo>
                    <a:pt x="114418" y="69557"/>
                  </a:lnTo>
                  <a:lnTo>
                    <a:pt x="114418" y="67964"/>
                  </a:lnTo>
                  <a:lnTo>
                    <a:pt x="115348" y="66371"/>
                  </a:lnTo>
                  <a:lnTo>
                    <a:pt x="112558" y="18053"/>
                  </a:lnTo>
                  <a:lnTo>
                    <a:pt x="113488" y="18053"/>
                  </a:lnTo>
                  <a:lnTo>
                    <a:pt x="109767" y="16460"/>
                  </a:lnTo>
                  <a:lnTo>
                    <a:pt x="107906" y="13805"/>
                  </a:lnTo>
                  <a:lnTo>
                    <a:pt x="106046" y="12212"/>
                  </a:lnTo>
                  <a:lnTo>
                    <a:pt x="105116" y="9026"/>
                  </a:lnTo>
                  <a:lnTo>
                    <a:pt x="101395" y="6902"/>
                  </a:lnTo>
                  <a:lnTo>
                    <a:pt x="99534" y="1592"/>
                  </a:lnTo>
                  <a:lnTo>
                    <a:pt x="99534" y="0"/>
                  </a:lnTo>
                  <a:lnTo>
                    <a:pt x="22325" y="2654"/>
                  </a:lnTo>
                  <a:lnTo>
                    <a:pt x="20465" y="1592"/>
                  </a:lnTo>
                  <a:lnTo>
                    <a:pt x="20465" y="1592"/>
                  </a:lnTo>
                  <a:lnTo>
                    <a:pt x="19534" y="3185"/>
                  </a:lnTo>
                  <a:lnTo>
                    <a:pt x="19534" y="4247"/>
                  </a:lnTo>
                  <a:lnTo>
                    <a:pt x="22325" y="5840"/>
                  </a:lnTo>
                  <a:lnTo>
                    <a:pt x="26046" y="7433"/>
                  </a:lnTo>
                  <a:lnTo>
                    <a:pt x="30697" y="9557"/>
                  </a:lnTo>
                  <a:lnTo>
                    <a:pt x="35348" y="12212"/>
                  </a:lnTo>
                  <a:lnTo>
                    <a:pt x="35348" y="13805"/>
                  </a:lnTo>
                  <a:lnTo>
                    <a:pt x="33488" y="16991"/>
                  </a:lnTo>
                  <a:lnTo>
                    <a:pt x="31627" y="18584"/>
                  </a:lnTo>
                  <a:lnTo>
                    <a:pt x="28837" y="22831"/>
                  </a:lnTo>
                  <a:lnTo>
                    <a:pt x="26976" y="23893"/>
                  </a:lnTo>
                  <a:lnTo>
                    <a:pt x="25116" y="24955"/>
                  </a:lnTo>
                  <a:lnTo>
                    <a:pt x="19534" y="26548"/>
                  </a:lnTo>
                  <a:lnTo>
                    <a:pt x="13953" y="26548"/>
                  </a:lnTo>
                  <a:lnTo>
                    <a:pt x="11162" y="27079"/>
                  </a:lnTo>
                  <a:lnTo>
                    <a:pt x="11162" y="29203"/>
                  </a:lnTo>
                  <a:lnTo>
                    <a:pt x="11162" y="30796"/>
                  </a:lnTo>
                  <a:lnTo>
                    <a:pt x="13953" y="34513"/>
                  </a:lnTo>
                  <a:lnTo>
                    <a:pt x="15813" y="35575"/>
                  </a:lnTo>
                  <a:lnTo>
                    <a:pt x="12093" y="37168"/>
                  </a:lnTo>
                  <a:lnTo>
                    <a:pt x="12093" y="40884"/>
                  </a:lnTo>
                  <a:lnTo>
                    <a:pt x="10232" y="40884"/>
                  </a:lnTo>
                  <a:lnTo>
                    <a:pt x="7441" y="42477"/>
                  </a:lnTo>
                  <a:lnTo>
                    <a:pt x="1860" y="45663"/>
                  </a:lnTo>
                  <a:lnTo>
                    <a:pt x="2790" y="48849"/>
                  </a:lnTo>
                  <a:lnTo>
                    <a:pt x="0" y="50442"/>
                  </a:lnTo>
                  <a:lnTo>
                    <a:pt x="0" y="55221"/>
                  </a:lnTo>
                  <a:lnTo>
                    <a:pt x="0" y="60000"/>
                  </a:lnTo>
                  <a:lnTo>
                    <a:pt x="5581" y="65309"/>
                  </a:lnTo>
                  <a:lnTo>
                    <a:pt x="19534" y="72212"/>
                  </a:lnTo>
                  <a:lnTo>
                    <a:pt x="23255" y="75398"/>
                  </a:lnTo>
                  <a:lnTo>
                    <a:pt x="23255" y="79646"/>
                  </a:lnTo>
                  <a:lnTo>
                    <a:pt x="27906" y="81769"/>
                  </a:lnTo>
                  <a:lnTo>
                    <a:pt x="28837" y="80176"/>
                  </a:lnTo>
                  <a:lnTo>
                    <a:pt x="31627" y="79646"/>
                  </a:lnTo>
                  <a:lnTo>
                    <a:pt x="36279" y="79646"/>
                  </a:lnTo>
                  <a:lnTo>
                    <a:pt x="39069" y="81238"/>
                  </a:lnTo>
                  <a:lnTo>
                    <a:pt x="41860" y="82831"/>
                  </a:lnTo>
                  <a:lnTo>
                    <a:pt x="39069" y="86017"/>
                  </a:lnTo>
                  <a:lnTo>
                    <a:pt x="38139" y="88672"/>
                  </a:lnTo>
                  <a:lnTo>
                    <a:pt x="38139" y="90265"/>
                  </a:lnTo>
                  <a:lnTo>
                    <a:pt x="36279" y="92920"/>
                  </a:lnTo>
                  <a:lnTo>
                    <a:pt x="36279" y="95575"/>
                  </a:lnTo>
                  <a:lnTo>
                    <a:pt x="40930" y="98230"/>
                  </a:lnTo>
                  <a:lnTo>
                    <a:pt x="47441" y="100884"/>
                  </a:lnTo>
                  <a:lnTo>
                    <a:pt x="49302" y="100353"/>
                  </a:lnTo>
                  <a:lnTo>
                    <a:pt x="59534" y="104070"/>
                  </a:lnTo>
                  <a:lnTo>
                    <a:pt x="63255" y="106194"/>
                  </a:lnTo>
                  <a:lnTo>
                    <a:pt x="66046" y="110973"/>
                  </a:lnTo>
                  <a:lnTo>
                    <a:pt x="65116" y="113628"/>
                  </a:lnTo>
                  <a:lnTo>
                    <a:pt x="64186" y="115221"/>
                  </a:lnTo>
                  <a:lnTo>
                    <a:pt x="68837" y="117876"/>
                  </a:lnTo>
                  <a:lnTo>
                    <a:pt x="68837" y="120000"/>
                  </a:lnTo>
                  <a:lnTo>
                    <a:pt x="70697" y="117876"/>
                  </a:lnTo>
                  <a:lnTo>
                    <a:pt x="74418" y="117876"/>
                  </a:lnTo>
                  <a:lnTo>
                    <a:pt x="77209" y="117345"/>
                  </a:lnTo>
                  <a:lnTo>
                    <a:pt x="80000" y="11575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71" name="Shape 10771"/>
            <p:cNvSpPr/>
            <p:nvPr/>
          </p:nvSpPr>
          <p:spPr>
            <a:xfrm>
              <a:off x="6662572" y="2198545"/>
              <a:ext cx="330543" cy="2428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181" y="113647"/>
                  </a:moveTo>
                  <a:cubicBezTo>
                    <a:pt x="101818" y="108705"/>
                    <a:pt x="101818" y="108705"/>
                    <a:pt x="101818" y="108705"/>
                  </a:cubicBezTo>
                  <a:cubicBezTo>
                    <a:pt x="103376" y="105882"/>
                    <a:pt x="103376" y="105882"/>
                    <a:pt x="103376" y="105882"/>
                  </a:cubicBezTo>
                  <a:cubicBezTo>
                    <a:pt x="104415" y="105882"/>
                    <a:pt x="104415" y="105882"/>
                    <a:pt x="104415" y="105882"/>
                  </a:cubicBezTo>
                  <a:cubicBezTo>
                    <a:pt x="104935" y="100235"/>
                    <a:pt x="104935" y="100235"/>
                    <a:pt x="104935" y="100235"/>
                  </a:cubicBezTo>
                  <a:cubicBezTo>
                    <a:pt x="107012" y="98117"/>
                    <a:pt x="107012" y="98117"/>
                    <a:pt x="107012" y="98117"/>
                  </a:cubicBezTo>
                  <a:cubicBezTo>
                    <a:pt x="105974" y="96000"/>
                    <a:pt x="105974" y="96000"/>
                    <a:pt x="105974" y="96000"/>
                  </a:cubicBezTo>
                  <a:cubicBezTo>
                    <a:pt x="103896" y="90352"/>
                    <a:pt x="103896" y="90352"/>
                    <a:pt x="103896" y="90352"/>
                  </a:cubicBezTo>
                  <a:cubicBezTo>
                    <a:pt x="103896" y="87529"/>
                    <a:pt x="103896" y="87529"/>
                    <a:pt x="103896" y="87529"/>
                  </a:cubicBezTo>
                  <a:cubicBezTo>
                    <a:pt x="103896" y="84705"/>
                    <a:pt x="103896" y="84705"/>
                    <a:pt x="103896" y="84705"/>
                  </a:cubicBezTo>
                  <a:cubicBezTo>
                    <a:pt x="105974" y="83294"/>
                    <a:pt x="105974" y="83294"/>
                    <a:pt x="105974" y="83294"/>
                  </a:cubicBezTo>
                  <a:cubicBezTo>
                    <a:pt x="109610" y="83294"/>
                    <a:pt x="109610" y="83294"/>
                    <a:pt x="109610" y="83294"/>
                  </a:cubicBezTo>
                  <a:cubicBezTo>
                    <a:pt x="113246" y="81176"/>
                    <a:pt x="113246" y="81176"/>
                    <a:pt x="113246" y="81176"/>
                  </a:cubicBezTo>
                  <a:cubicBezTo>
                    <a:pt x="114285" y="79764"/>
                    <a:pt x="114285" y="79764"/>
                    <a:pt x="114285" y="79764"/>
                  </a:cubicBezTo>
                  <a:cubicBezTo>
                    <a:pt x="115844" y="77647"/>
                    <a:pt x="115844" y="77647"/>
                    <a:pt x="115844" y="77647"/>
                  </a:cubicBezTo>
                  <a:cubicBezTo>
                    <a:pt x="117402" y="71294"/>
                    <a:pt x="117402" y="71294"/>
                    <a:pt x="117402" y="71294"/>
                  </a:cubicBezTo>
                  <a:cubicBezTo>
                    <a:pt x="118961" y="68470"/>
                    <a:pt x="118961" y="68470"/>
                    <a:pt x="118961" y="68470"/>
                  </a:cubicBezTo>
                  <a:cubicBezTo>
                    <a:pt x="119999" y="63529"/>
                    <a:pt x="119999" y="63529"/>
                    <a:pt x="119999" y="63529"/>
                  </a:cubicBezTo>
                  <a:cubicBezTo>
                    <a:pt x="119999" y="61411"/>
                    <a:pt x="119999" y="61411"/>
                    <a:pt x="119999" y="61411"/>
                  </a:cubicBezTo>
                  <a:cubicBezTo>
                    <a:pt x="116883" y="57176"/>
                    <a:pt x="116883" y="57176"/>
                    <a:pt x="116883" y="57176"/>
                  </a:cubicBezTo>
                  <a:cubicBezTo>
                    <a:pt x="113766" y="53647"/>
                    <a:pt x="113766" y="53647"/>
                    <a:pt x="113766" y="53647"/>
                  </a:cubicBezTo>
                  <a:cubicBezTo>
                    <a:pt x="111688" y="50823"/>
                    <a:pt x="111688" y="50823"/>
                    <a:pt x="111688" y="50823"/>
                  </a:cubicBezTo>
                  <a:cubicBezTo>
                    <a:pt x="109610" y="48705"/>
                    <a:pt x="109610" y="48705"/>
                    <a:pt x="109610" y="48705"/>
                  </a:cubicBezTo>
                  <a:cubicBezTo>
                    <a:pt x="109610" y="46588"/>
                    <a:pt x="109610" y="46588"/>
                    <a:pt x="109610" y="46588"/>
                  </a:cubicBezTo>
                  <a:cubicBezTo>
                    <a:pt x="110129" y="44470"/>
                    <a:pt x="110129" y="44470"/>
                    <a:pt x="110129" y="44470"/>
                  </a:cubicBezTo>
                  <a:cubicBezTo>
                    <a:pt x="111168" y="45882"/>
                    <a:pt x="111168" y="45882"/>
                    <a:pt x="111168" y="45882"/>
                  </a:cubicBezTo>
                  <a:cubicBezTo>
                    <a:pt x="109610" y="43058"/>
                    <a:pt x="109610" y="43058"/>
                    <a:pt x="109610" y="43058"/>
                  </a:cubicBezTo>
                  <a:cubicBezTo>
                    <a:pt x="109610" y="43058"/>
                    <a:pt x="107532" y="41647"/>
                    <a:pt x="107012" y="41647"/>
                  </a:cubicBezTo>
                  <a:cubicBezTo>
                    <a:pt x="106493" y="41647"/>
                    <a:pt x="104415" y="38823"/>
                    <a:pt x="104415" y="38823"/>
                  </a:cubicBezTo>
                  <a:cubicBezTo>
                    <a:pt x="101818" y="38823"/>
                    <a:pt x="101818" y="38823"/>
                    <a:pt x="101818" y="38823"/>
                  </a:cubicBezTo>
                  <a:cubicBezTo>
                    <a:pt x="101818" y="35294"/>
                    <a:pt x="101818" y="35294"/>
                    <a:pt x="101818" y="35294"/>
                  </a:cubicBezTo>
                  <a:cubicBezTo>
                    <a:pt x="100779" y="31764"/>
                    <a:pt x="100779" y="31764"/>
                    <a:pt x="100779" y="31764"/>
                  </a:cubicBezTo>
                  <a:cubicBezTo>
                    <a:pt x="100779" y="27529"/>
                    <a:pt x="100779" y="27529"/>
                    <a:pt x="100779" y="27529"/>
                  </a:cubicBezTo>
                  <a:cubicBezTo>
                    <a:pt x="100779" y="24705"/>
                    <a:pt x="100779" y="24705"/>
                    <a:pt x="100779" y="24705"/>
                  </a:cubicBezTo>
                  <a:cubicBezTo>
                    <a:pt x="100779" y="19764"/>
                    <a:pt x="100779" y="19764"/>
                    <a:pt x="100779" y="19764"/>
                  </a:cubicBezTo>
                  <a:cubicBezTo>
                    <a:pt x="99740" y="17647"/>
                    <a:pt x="99740" y="17647"/>
                    <a:pt x="99740" y="17647"/>
                  </a:cubicBezTo>
                  <a:cubicBezTo>
                    <a:pt x="98181" y="12705"/>
                    <a:pt x="98181" y="12705"/>
                    <a:pt x="98181" y="12705"/>
                  </a:cubicBezTo>
                  <a:cubicBezTo>
                    <a:pt x="3636" y="15529"/>
                    <a:pt x="3636" y="15529"/>
                    <a:pt x="3636" y="15529"/>
                  </a:cubicBezTo>
                  <a:cubicBezTo>
                    <a:pt x="4155" y="0"/>
                    <a:pt x="4155" y="0"/>
                    <a:pt x="4155" y="0"/>
                  </a:cubicBezTo>
                  <a:cubicBezTo>
                    <a:pt x="4155" y="0"/>
                    <a:pt x="4155" y="0"/>
                    <a:pt x="4155" y="0"/>
                  </a:cubicBezTo>
                  <a:cubicBezTo>
                    <a:pt x="3636" y="16235"/>
                    <a:pt x="3636" y="16235"/>
                    <a:pt x="3636" y="16235"/>
                  </a:cubicBezTo>
                  <a:cubicBezTo>
                    <a:pt x="2077" y="16235"/>
                    <a:pt x="2077" y="16235"/>
                    <a:pt x="2077" y="16235"/>
                  </a:cubicBezTo>
                  <a:cubicBezTo>
                    <a:pt x="2077" y="18352"/>
                    <a:pt x="2077" y="18352"/>
                    <a:pt x="2077" y="18352"/>
                  </a:cubicBezTo>
                  <a:cubicBezTo>
                    <a:pt x="1558" y="21882"/>
                    <a:pt x="1558" y="21882"/>
                    <a:pt x="1558" y="21882"/>
                  </a:cubicBezTo>
                  <a:cubicBezTo>
                    <a:pt x="2597" y="22588"/>
                    <a:pt x="2597" y="22588"/>
                    <a:pt x="2597" y="22588"/>
                  </a:cubicBezTo>
                  <a:cubicBezTo>
                    <a:pt x="3636" y="26117"/>
                    <a:pt x="3636" y="26117"/>
                    <a:pt x="3636" y="26117"/>
                  </a:cubicBezTo>
                  <a:cubicBezTo>
                    <a:pt x="3636" y="28941"/>
                    <a:pt x="3636" y="28941"/>
                    <a:pt x="3636" y="28941"/>
                  </a:cubicBezTo>
                  <a:cubicBezTo>
                    <a:pt x="2597" y="29647"/>
                    <a:pt x="2597" y="29647"/>
                    <a:pt x="2597" y="29647"/>
                  </a:cubicBezTo>
                  <a:cubicBezTo>
                    <a:pt x="2077" y="31764"/>
                    <a:pt x="2077" y="31764"/>
                    <a:pt x="2077" y="31764"/>
                  </a:cubicBezTo>
                  <a:cubicBezTo>
                    <a:pt x="2077" y="36705"/>
                    <a:pt x="2077" y="36705"/>
                    <a:pt x="2077" y="36705"/>
                  </a:cubicBezTo>
                  <a:cubicBezTo>
                    <a:pt x="519" y="37411"/>
                    <a:pt x="519" y="37411"/>
                    <a:pt x="519" y="37411"/>
                  </a:cubicBezTo>
                  <a:cubicBezTo>
                    <a:pt x="0" y="39529"/>
                    <a:pt x="0" y="39529"/>
                    <a:pt x="0" y="39529"/>
                  </a:cubicBezTo>
                  <a:cubicBezTo>
                    <a:pt x="0" y="41647"/>
                    <a:pt x="0" y="41647"/>
                    <a:pt x="0" y="41647"/>
                  </a:cubicBezTo>
                  <a:cubicBezTo>
                    <a:pt x="2077" y="43764"/>
                    <a:pt x="2077" y="43764"/>
                    <a:pt x="2077" y="43764"/>
                  </a:cubicBezTo>
                  <a:cubicBezTo>
                    <a:pt x="2077" y="46588"/>
                    <a:pt x="2077" y="46588"/>
                    <a:pt x="2077" y="46588"/>
                  </a:cubicBezTo>
                  <a:cubicBezTo>
                    <a:pt x="2077" y="48705"/>
                    <a:pt x="2077" y="48705"/>
                    <a:pt x="2077" y="48705"/>
                  </a:cubicBezTo>
                  <a:cubicBezTo>
                    <a:pt x="1558" y="47294"/>
                    <a:pt x="1558" y="47294"/>
                    <a:pt x="1558" y="47294"/>
                  </a:cubicBezTo>
                  <a:cubicBezTo>
                    <a:pt x="3116" y="50117"/>
                    <a:pt x="3116" y="50117"/>
                    <a:pt x="3116" y="50117"/>
                  </a:cubicBezTo>
                  <a:cubicBezTo>
                    <a:pt x="4675" y="56470"/>
                    <a:pt x="4675" y="56470"/>
                    <a:pt x="4675" y="56470"/>
                  </a:cubicBezTo>
                  <a:cubicBezTo>
                    <a:pt x="6233" y="60000"/>
                    <a:pt x="6233" y="60000"/>
                    <a:pt x="6233" y="60000"/>
                  </a:cubicBezTo>
                  <a:cubicBezTo>
                    <a:pt x="7272" y="64235"/>
                    <a:pt x="7272" y="64235"/>
                    <a:pt x="7272" y="64235"/>
                  </a:cubicBezTo>
                  <a:cubicBezTo>
                    <a:pt x="8311" y="67764"/>
                    <a:pt x="8311" y="67764"/>
                    <a:pt x="8311" y="67764"/>
                  </a:cubicBezTo>
                  <a:cubicBezTo>
                    <a:pt x="9350" y="69882"/>
                    <a:pt x="9350" y="69882"/>
                    <a:pt x="9350" y="69882"/>
                  </a:cubicBezTo>
                  <a:cubicBezTo>
                    <a:pt x="9870" y="72000"/>
                    <a:pt x="9870" y="72000"/>
                    <a:pt x="9870" y="72000"/>
                  </a:cubicBezTo>
                  <a:cubicBezTo>
                    <a:pt x="10389" y="72705"/>
                    <a:pt x="10389" y="72705"/>
                    <a:pt x="10389" y="72705"/>
                  </a:cubicBezTo>
                  <a:cubicBezTo>
                    <a:pt x="10389" y="73411"/>
                    <a:pt x="10389" y="73411"/>
                    <a:pt x="10389" y="73411"/>
                  </a:cubicBezTo>
                  <a:cubicBezTo>
                    <a:pt x="8831" y="74117"/>
                    <a:pt x="8831" y="74117"/>
                    <a:pt x="8831" y="74117"/>
                  </a:cubicBezTo>
                  <a:cubicBezTo>
                    <a:pt x="9350" y="76941"/>
                    <a:pt x="9350" y="76941"/>
                    <a:pt x="9350" y="76941"/>
                  </a:cubicBezTo>
                  <a:cubicBezTo>
                    <a:pt x="9870" y="80470"/>
                    <a:pt x="9870" y="80470"/>
                    <a:pt x="9870" y="80470"/>
                  </a:cubicBezTo>
                  <a:cubicBezTo>
                    <a:pt x="10389" y="81882"/>
                    <a:pt x="10389" y="81882"/>
                    <a:pt x="10389" y="81882"/>
                  </a:cubicBezTo>
                  <a:cubicBezTo>
                    <a:pt x="11428" y="81882"/>
                    <a:pt x="11428" y="81882"/>
                    <a:pt x="11428" y="81882"/>
                  </a:cubicBezTo>
                  <a:cubicBezTo>
                    <a:pt x="12467" y="83294"/>
                    <a:pt x="12467" y="83294"/>
                    <a:pt x="12467" y="83294"/>
                  </a:cubicBezTo>
                  <a:cubicBezTo>
                    <a:pt x="13506" y="88235"/>
                    <a:pt x="13506" y="88235"/>
                    <a:pt x="13506" y="88235"/>
                  </a:cubicBezTo>
                  <a:cubicBezTo>
                    <a:pt x="13506" y="95294"/>
                    <a:pt x="13506" y="95294"/>
                    <a:pt x="13506" y="95294"/>
                  </a:cubicBezTo>
                  <a:cubicBezTo>
                    <a:pt x="12987" y="98117"/>
                    <a:pt x="12987" y="98117"/>
                    <a:pt x="12987" y="98117"/>
                  </a:cubicBezTo>
                  <a:cubicBezTo>
                    <a:pt x="14025" y="100235"/>
                    <a:pt x="14025" y="100235"/>
                    <a:pt x="14025" y="100235"/>
                  </a:cubicBezTo>
                  <a:cubicBezTo>
                    <a:pt x="14545" y="101647"/>
                    <a:pt x="14545" y="101647"/>
                    <a:pt x="14545" y="101647"/>
                  </a:cubicBezTo>
                  <a:cubicBezTo>
                    <a:pt x="14545" y="108705"/>
                    <a:pt x="14545" y="108705"/>
                    <a:pt x="14545" y="108705"/>
                  </a:cubicBezTo>
                  <a:cubicBezTo>
                    <a:pt x="15584" y="113647"/>
                    <a:pt x="15584" y="113647"/>
                    <a:pt x="15584" y="113647"/>
                  </a:cubicBezTo>
                  <a:cubicBezTo>
                    <a:pt x="15584" y="114352"/>
                    <a:pt x="15584" y="114352"/>
                    <a:pt x="15584" y="114352"/>
                  </a:cubicBezTo>
                  <a:cubicBezTo>
                    <a:pt x="91428" y="112941"/>
                    <a:pt x="91428" y="112941"/>
                    <a:pt x="91428" y="112941"/>
                  </a:cubicBezTo>
                  <a:cubicBezTo>
                    <a:pt x="97662" y="120000"/>
                    <a:pt x="97662" y="120000"/>
                    <a:pt x="97662" y="120000"/>
                  </a:cubicBezTo>
                  <a:cubicBezTo>
                    <a:pt x="98701" y="118588"/>
                    <a:pt x="98701" y="118588"/>
                    <a:pt x="98701" y="118588"/>
                  </a:cubicBezTo>
                  <a:lnTo>
                    <a:pt x="98181" y="11364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72" name="Shape 10772"/>
            <p:cNvSpPr/>
            <p:nvPr/>
          </p:nvSpPr>
          <p:spPr>
            <a:xfrm>
              <a:off x="5157993" y="3013097"/>
              <a:ext cx="735560" cy="57170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091" y="96637"/>
                  </a:moveTo>
                  <a:lnTo>
                    <a:pt x="47916" y="97699"/>
                  </a:lnTo>
                  <a:lnTo>
                    <a:pt x="49567" y="99115"/>
                  </a:lnTo>
                  <a:lnTo>
                    <a:pt x="48466" y="99469"/>
                  </a:lnTo>
                  <a:lnTo>
                    <a:pt x="47916" y="99469"/>
                  </a:lnTo>
                  <a:lnTo>
                    <a:pt x="46816" y="100531"/>
                  </a:lnTo>
                  <a:lnTo>
                    <a:pt x="46816" y="100884"/>
                  </a:lnTo>
                  <a:lnTo>
                    <a:pt x="46816" y="101946"/>
                  </a:lnTo>
                  <a:lnTo>
                    <a:pt x="47366" y="101946"/>
                  </a:lnTo>
                  <a:lnTo>
                    <a:pt x="48466" y="103716"/>
                  </a:lnTo>
                  <a:lnTo>
                    <a:pt x="48466" y="104424"/>
                  </a:lnTo>
                  <a:lnTo>
                    <a:pt x="47641" y="104778"/>
                  </a:lnTo>
                  <a:lnTo>
                    <a:pt x="47091" y="104778"/>
                  </a:lnTo>
                  <a:lnTo>
                    <a:pt x="46540" y="105132"/>
                  </a:lnTo>
                  <a:lnTo>
                    <a:pt x="46265" y="105132"/>
                  </a:lnTo>
                  <a:lnTo>
                    <a:pt x="45440" y="105840"/>
                  </a:lnTo>
                  <a:lnTo>
                    <a:pt x="45440" y="106902"/>
                  </a:lnTo>
                  <a:lnTo>
                    <a:pt x="45440" y="107256"/>
                  </a:lnTo>
                  <a:lnTo>
                    <a:pt x="44890" y="108318"/>
                  </a:lnTo>
                  <a:lnTo>
                    <a:pt x="44064" y="106548"/>
                  </a:lnTo>
                  <a:lnTo>
                    <a:pt x="44064" y="106902"/>
                  </a:lnTo>
                  <a:lnTo>
                    <a:pt x="43789" y="107610"/>
                  </a:lnTo>
                  <a:lnTo>
                    <a:pt x="42964" y="108672"/>
                  </a:lnTo>
                  <a:lnTo>
                    <a:pt x="42413" y="110088"/>
                  </a:lnTo>
                  <a:lnTo>
                    <a:pt x="42413" y="110442"/>
                  </a:lnTo>
                  <a:lnTo>
                    <a:pt x="42413" y="111858"/>
                  </a:lnTo>
                  <a:lnTo>
                    <a:pt x="39937" y="111858"/>
                  </a:lnTo>
                  <a:lnTo>
                    <a:pt x="41863" y="111150"/>
                  </a:lnTo>
                  <a:lnTo>
                    <a:pt x="42138" y="110442"/>
                  </a:lnTo>
                  <a:lnTo>
                    <a:pt x="42413" y="109734"/>
                  </a:lnTo>
                  <a:lnTo>
                    <a:pt x="42138" y="108672"/>
                  </a:lnTo>
                  <a:lnTo>
                    <a:pt x="41588" y="108318"/>
                  </a:lnTo>
                  <a:lnTo>
                    <a:pt x="41313" y="108318"/>
                  </a:lnTo>
                  <a:lnTo>
                    <a:pt x="40763" y="107610"/>
                  </a:lnTo>
                  <a:lnTo>
                    <a:pt x="40763" y="107256"/>
                  </a:lnTo>
                  <a:lnTo>
                    <a:pt x="40488" y="105132"/>
                  </a:lnTo>
                  <a:lnTo>
                    <a:pt x="41038" y="104424"/>
                  </a:lnTo>
                  <a:lnTo>
                    <a:pt x="41313" y="103716"/>
                  </a:lnTo>
                  <a:lnTo>
                    <a:pt x="42138" y="103008"/>
                  </a:lnTo>
                  <a:lnTo>
                    <a:pt x="42413" y="103362"/>
                  </a:lnTo>
                  <a:lnTo>
                    <a:pt x="43239" y="104424"/>
                  </a:lnTo>
                  <a:lnTo>
                    <a:pt x="43789" y="105840"/>
                  </a:lnTo>
                  <a:lnTo>
                    <a:pt x="43789" y="104424"/>
                  </a:lnTo>
                  <a:lnTo>
                    <a:pt x="43514" y="103008"/>
                  </a:lnTo>
                  <a:lnTo>
                    <a:pt x="42964" y="101946"/>
                  </a:lnTo>
                  <a:lnTo>
                    <a:pt x="43789" y="101592"/>
                  </a:lnTo>
                  <a:lnTo>
                    <a:pt x="44890" y="102300"/>
                  </a:lnTo>
                  <a:lnTo>
                    <a:pt x="45440" y="102300"/>
                  </a:lnTo>
                  <a:lnTo>
                    <a:pt x="45440" y="101592"/>
                  </a:lnTo>
                  <a:lnTo>
                    <a:pt x="45440" y="101238"/>
                  </a:lnTo>
                  <a:lnTo>
                    <a:pt x="45440" y="100531"/>
                  </a:lnTo>
                  <a:lnTo>
                    <a:pt x="45440" y="99469"/>
                  </a:lnTo>
                  <a:lnTo>
                    <a:pt x="45165" y="98761"/>
                  </a:lnTo>
                  <a:lnTo>
                    <a:pt x="46265" y="97699"/>
                  </a:lnTo>
                  <a:close/>
                  <a:moveTo>
                    <a:pt x="8573" y="75044"/>
                  </a:moveTo>
                  <a:lnTo>
                    <a:pt x="9123" y="75044"/>
                  </a:lnTo>
                  <a:lnTo>
                    <a:pt x="9948" y="77168"/>
                  </a:lnTo>
                  <a:lnTo>
                    <a:pt x="9948" y="78230"/>
                  </a:lnTo>
                  <a:lnTo>
                    <a:pt x="9398" y="79291"/>
                  </a:lnTo>
                  <a:lnTo>
                    <a:pt x="8848" y="79291"/>
                  </a:lnTo>
                  <a:lnTo>
                    <a:pt x="8022" y="79291"/>
                  </a:lnTo>
                  <a:lnTo>
                    <a:pt x="6922" y="78230"/>
                  </a:lnTo>
                  <a:lnTo>
                    <a:pt x="5546" y="76814"/>
                  </a:lnTo>
                  <a:lnTo>
                    <a:pt x="6922" y="75752"/>
                  </a:lnTo>
                  <a:lnTo>
                    <a:pt x="7747" y="75752"/>
                  </a:lnTo>
                  <a:close/>
                  <a:moveTo>
                    <a:pt x="692" y="44955"/>
                  </a:moveTo>
                  <a:cubicBezTo>
                    <a:pt x="692" y="44955"/>
                    <a:pt x="692" y="44955"/>
                    <a:pt x="922" y="46162"/>
                  </a:cubicBezTo>
                  <a:cubicBezTo>
                    <a:pt x="922" y="46162"/>
                    <a:pt x="922" y="46162"/>
                    <a:pt x="1384" y="46765"/>
                  </a:cubicBezTo>
                  <a:cubicBezTo>
                    <a:pt x="1384" y="46765"/>
                    <a:pt x="1384" y="46765"/>
                    <a:pt x="2538" y="47066"/>
                  </a:cubicBezTo>
                  <a:cubicBezTo>
                    <a:pt x="2538" y="47066"/>
                    <a:pt x="2538" y="47066"/>
                    <a:pt x="3691" y="47066"/>
                  </a:cubicBezTo>
                  <a:cubicBezTo>
                    <a:pt x="3691" y="47066"/>
                    <a:pt x="3691" y="47066"/>
                    <a:pt x="4384" y="47669"/>
                  </a:cubicBezTo>
                  <a:cubicBezTo>
                    <a:pt x="4384" y="47669"/>
                    <a:pt x="4384" y="47669"/>
                    <a:pt x="4384" y="48574"/>
                  </a:cubicBezTo>
                  <a:cubicBezTo>
                    <a:pt x="4384" y="48574"/>
                    <a:pt x="4384" y="48574"/>
                    <a:pt x="4845" y="49177"/>
                  </a:cubicBezTo>
                  <a:cubicBezTo>
                    <a:pt x="4845" y="49177"/>
                    <a:pt x="4845" y="49177"/>
                    <a:pt x="5768" y="50383"/>
                  </a:cubicBezTo>
                  <a:cubicBezTo>
                    <a:pt x="5768" y="50383"/>
                    <a:pt x="5768" y="50383"/>
                    <a:pt x="6922" y="52494"/>
                  </a:cubicBezTo>
                  <a:cubicBezTo>
                    <a:pt x="6922" y="52494"/>
                    <a:pt x="6922" y="52494"/>
                    <a:pt x="6230" y="52494"/>
                  </a:cubicBezTo>
                  <a:cubicBezTo>
                    <a:pt x="6230" y="52494"/>
                    <a:pt x="6230" y="52494"/>
                    <a:pt x="4845" y="52494"/>
                  </a:cubicBezTo>
                  <a:lnTo>
                    <a:pt x="4614" y="53097"/>
                  </a:lnTo>
                  <a:cubicBezTo>
                    <a:pt x="4614" y="53097"/>
                    <a:pt x="4614" y="53097"/>
                    <a:pt x="3691" y="51891"/>
                  </a:cubicBezTo>
                  <a:cubicBezTo>
                    <a:pt x="3691" y="51891"/>
                    <a:pt x="3691" y="51891"/>
                    <a:pt x="3230" y="50082"/>
                  </a:cubicBezTo>
                  <a:cubicBezTo>
                    <a:pt x="3230" y="50082"/>
                    <a:pt x="3230" y="50082"/>
                    <a:pt x="2999" y="49479"/>
                  </a:cubicBezTo>
                  <a:cubicBezTo>
                    <a:pt x="2999" y="49479"/>
                    <a:pt x="2999" y="49479"/>
                    <a:pt x="2538" y="48875"/>
                  </a:cubicBezTo>
                  <a:cubicBezTo>
                    <a:pt x="2538" y="48875"/>
                    <a:pt x="2538" y="48875"/>
                    <a:pt x="2307" y="48875"/>
                  </a:cubicBezTo>
                  <a:cubicBezTo>
                    <a:pt x="2307" y="48875"/>
                    <a:pt x="2307" y="48875"/>
                    <a:pt x="2076" y="48875"/>
                  </a:cubicBezTo>
                  <a:cubicBezTo>
                    <a:pt x="2076" y="48875"/>
                    <a:pt x="1615" y="48875"/>
                    <a:pt x="1615" y="48875"/>
                  </a:cubicBezTo>
                  <a:cubicBezTo>
                    <a:pt x="1384" y="48574"/>
                    <a:pt x="1384" y="48875"/>
                    <a:pt x="1384" y="48875"/>
                  </a:cubicBezTo>
                  <a:cubicBezTo>
                    <a:pt x="1384" y="48875"/>
                    <a:pt x="1384" y="48875"/>
                    <a:pt x="692" y="48875"/>
                  </a:cubicBezTo>
                  <a:cubicBezTo>
                    <a:pt x="-230" y="48574"/>
                    <a:pt x="461" y="48574"/>
                    <a:pt x="461" y="48574"/>
                  </a:cubicBezTo>
                  <a:cubicBezTo>
                    <a:pt x="230" y="48272"/>
                    <a:pt x="230" y="48272"/>
                    <a:pt x="230" y="47971"/>
                  </a:cubicBezTo>
                  <a:cubicBezTo>
                    <a:pt x="230" y="47971"/>
                    <a:pt x="0" y="47368"/>
                    <a:pt x="0" y="47066"/>
                  </a:cubicBezTo>
                  <a:cubicBezTo>
                    <a:pt x="0" y="47066"/>
                    <a:pt x="0" y="46162"/>
                    <a:pt x="0" y="46162"/>
                  </a:cubicBezTo>
                  <a:cubicBezTo>
                    <a:pt x="0" y="46162"/>
                    <a:pt x="0" y="46162"/>
                    <a:pt x="692" y="44955"/>
                  </a:cubicBezTo>
                  <a:close/>
                  <a:moveTo>
                    <a:pt x="43147" y="0"/>
                  </a:moveTo>
                  <a:cubicBezTo>
                    <a:pt x="43147" y="0"/>
                    <a:pt x="43147" y="0"/>
                    <a:pt x="44079" y="1197"/>
                  </a:cubicBezTo>
                  <a:cubicBezTo>
                    <a:pt x="44079" y="1197"/>
                    <a:pt x="44079" y="1197"/>
                    <a:pt x="44545" y="2094"/>
                  </a:cubicBezTo>
                  <a:cubicBezTo>
                    <a:pt x="44545" y="2094"/>
                    <a:pt x="44545" y="2094"/>
                    <a:pt x="44079" y="2094"/>
                  </a:cubicBezTo>
                  <a:cubicBezTo>
                    <a:pt x="44079" y="2094"/>
                    <a:pt x="44079" y="2094"/>
                    <a:pt x="44079" y="2992"/>
                  </a:cubicBezTo>
                  <a:cubicBezTo>
                    <a:pt x="44079" y="2992"/>
                    <a:pt x="44079" y="2992"/>
                    <a:pt x="44777" y="3591"/>
                  </a:cubicBezTo>
                  <a:cubicBezTo>
                    <a:pt x="44777" y="3591"/>
                    <a:pt x="44777" y="3591"/>
                    <a:pt x="45709" y="3591"/>
                  </a:cubicBezTo>
                  <a:cubicBezTo>
                    <a:pt x="45709" y="3591"/>
                    <a:pt x="45709" y="3591"/>
                    <a:pt x="45709" y="2693"/>
                  </a:cubicBezTo>
                  <a:cubicBezTo>
                    <a:pt x="45709" y="2693"/>
                    <a:pt x="45709" y="2693"/>
                    <a:pt x="46175" y="2094"/>
                  </a:cubicBezTo>
                  <a:cubicBezTo>
                    <a:pt x="46175" y="2094"/>
                    <a:pt x="46175" y="2094"/>
                    <a:pt x="46640" y="2693"/>
                  </a:cubicBezTo>
                  <a:cubicBezTo>
                    <a:pt x="46640" y="2693"/>
                    <a:pt x="46640" y="2693"/>
                    <a:pt x="47339" y="3890"/>
                  </a:cubicBezTo>
                  <a:cubicBezTo>
                    <a:pt x="47339" y="3890"/>
                    <a:pt x="47339" y="3890"/>
                    <a:pt x="48736" y="3591"/>
                  </a:cubicBezTo>
                  <a:cubicBezTo>
                    <a:pt x="48736" y="3591"/>
                    <a:pt x="48736" y="3591"/>
                    <a:pt x="50600" y="4189"/>
                  </a:cubicBezTo>
                  <a:cubicBezTo>
                    <a:pt x="50600" y="4189"/>
                    <a:pt x="50600" y="4189"/>
                    <a:pt x="50600" y="5087"/>
                  </a:cubicBezTo>
                  <a:cubicBezTo>
                    <a:pt x="50600" y="5087"/>
                    <a:pt x="50600" y="5087"/>
                    <a:pt x="51065" y="6284"/>
                  </a:cubicBezTo>
                  <a:cubicBezTo>
                    <a:pt x="51065" y="6284"/>
                    <a:pt x="51065" y="6284"/>
                    <a:pt x="52230" y="7481"/>
                  </a:cubicBezTo>
                  <a:cubicBezTo>
                    <a:pt x="52230" y="7481"/>
                    <a:pt x="52230" y="7481"/>
                    <a:pt x="54791" y="7481"/>
                  </a:cubicBezTo>
                  <a:cubicBezTo>
                    <a:pt x="54791" y="7481"/>
                    <a:pt x="54791" y="7481"/>
                    <a:pt x="55490" y="7481"/>
                  </a:cubicBezTo>
                  <a:cubicBezTo>
                    <a:pt x="55490" y="7481"/>
                    <a:pt x="55490" y="7481"/>
                    <a:pt x="56189" y="6882"/>
                  </a:cubicBezTo>
                  <a:cubicBezTo>
                    <a:pt x="56189" y="6882"/>
                    <a:pt x="56189" y="6882"/>
                    <a:pt x="57120" y="6882"/>
                  </a:cubicBezTo>
                  <a:cubicBezTo>
                    <a:pt x="57120" y="6882"/>
                    <a:pt x="57120" y="6882"/>
                    <a:pt x="58285" y="7780"/>
                  </a:cubicBezTo>
                  <a:cubicBezTo>
                    <a:pt x="58285" y="7780"/>
                    <a:pt x="58285" y="7780"/>
                    <a:pt x="58518" y="8678"/>
                  </a:cubicBezTo>
                  <a:cubicBezTo>
                    <a:pt x="58518" y="8678"/>
                    <a:pt x="58518" y="8678"/>
                    <a:pt x="58518" y="9575"/>
                  </a:cubicBezTo>
                  <a:cubicBezTo>
                    <a:pt x="58518" y="9575"/>
                    <a:pt x="58518" y="9575"/>
                    <a:pt x="58518" y="9725"/>
                  </a:cubicBezTo>
                  <a:lnTo>
                    <a:pt x="58518" y="10174"/>
                  </a:lnTo>
                  <a:cubicBezTo>
                    <a:pt x="58518" y="10174"/>
                    <a:pt x="58518" y="10174"/>
                    <a:pt x="59682" y="9276"/>
                  </a:cubicBezTo>
                  <a:cubicBezTo>
                    <a:pt x="59682" y="9276"/>
                    <a:pt x="59682" y="9276"/>
                    <a:pt x="61079" y="8678"/>
                  </a:cubicBezTo>
                  <a:cubicBezTo>
                    <a:pt x="61079" y="8678"/>
                    <a:pt x="61079" y="8678"/>
                    <a:pt x="62011" y="8678"/>
                  </a:cubicBezTo>
                  <a:cubicBezTo>
                    <a:pt x="62011" y="8678"/>
                    <a:pt x="62011" y="8678"/>
                    <a:pt x="63874" y="9575"/>
                  </a:cubicBezTo>
                  <a:cubicBezTo>
                    <a:pt x="63874" y="9575"/>
                    <a:pt x="63874" y="9575"/>
                    <a:pt x="65504" y="10174"/>
                  </a:cubicBezTo>
                  <a:cubicBezTo>
                    <a:pt x="65504" y="10174"/>
                    <a:pt x="65504" y="10174"/>
                    <a:pt x="67367" y="9575"/>
                  </a:cubicBezTo>
                  <a:cubicBezTo>
                    <a:pt x="67367" y="9575"/>
                    <a:pt x="67367" y="9575"/>
                    <a:pt x="68299" y="8678"/>
                  </a:cubicBezTo>
                  <a:cubicBezTo>
                    <a:pt x="68299" y="8678"/>
                    <a:pt x="68299" y="8678"/>
                    <a:pt x="69230" y="8678"/>
                  </a:cubicBezTo>
                  <a:cubicBezTo>
                    <a:pt x="69230" y="8678"/>
                    <a:pt x="69230" y="8678"/>
                    <a:pt x="69696" y="8678"/>
                  </a:cubicBezTo>
                  <a:cubicBezTo>
                    <a:pt x="69696" y="8678"/>
                    <a:pt x="69696" y="8678"/>
                    <a:pt x="70861" y="10174"/>
                  </a:cubicBezTo>
                  <a:cubicBezTo>
                    <a:pt x="70861" y="10174"/>
                    <a:pt x="70861" y="10174"/>
                    <a:pt x="72025" y="11371"/>
                  </a:cubicBezTo>
                  <a:cubicBezTo>
                    <a:pt x="72025" y="11371"/>
                    <a:pt x="72025" y="11371"/>
                    <a:pt x="74121" y="11670"/>
                  </a:cubicBezTo>
                  <a:lnTo>
                    <a:pt x="75053" y="22144"/>
                  </a:lnTo>
                  <a:cubicBezTo>
                    <a:pt x="75053" y="22144"/>
                    <a:pt x="75053" y="22144"/>
                    <a:pt x="77847" y="48478"/>
                  </a:cubicBezTo>
                  <a:cubicBezTo>
                    <a:pt x="77847" y="48478"/>
                    <a:pt x="77847" y="48478"/>
                    <a:pt x="81108" y="80199"/>
                  </a:cubicBezTo>
                  <a:cubicBezTo>
                    <a:pt x="81108" y="80199"/>
                    <a:pt x="81108" y="80199"/>
                    <a:pt x="81806" y="81995"/>
                  </a:cubicBezTo>
                  <a:cubicBezTo>
                    <a:pt x="81806" y="81995"/>
                    <a:pt x="81806" y="81995"/>
                    <a:pt x="84135" y="81995"/>
                  </a:cubicBezTo>
                  <a:cubicBezTo>
                    <a:pt x="84135" y="81995"/>
                    <a:pt x="84135" y="81995"/>
                    <a:pt x="84601" y="80199"/>
                  </a:cubicBezTo>
                  <a:cubicBezTo>
                    <a:pt x="84601" y="80199"/>
                    <a:pt x="84601" y="80199"/>
                    <a:pt x="86464" y="80199"/>
                  </a:cubicBezTo>
                  <a:cubicBezTo>
                    <a:pt x="86464" y="80199"/>
                    <a:pt x="86464" y="80199"/>
                    <a:pt x="86464" y="81097"/>
                  </a:cubicBezTo>
                  <a:cubicBezTo>
                    <a:pt x="86464" y="81097"/>
                    <a:pt x="86464" y="81097"/>
                    <a:pt x="87163" y="82294"/>
                  </a:cubicBezTo>
                  <a:cubicBezTo>
                    <a:pt x="87163" y="82294"/>
                    <a:pt x="87163" y="82294"/>
                    <a:pt x="90190" y="84987"/>
                  </a:cubicBezTo>
                  <a:cubicBezTo>
                    <a:pt x="90190" y="84987"/>
                    <a:pt x="90190" y="84987"/>
                    <a:pt x="92752" y="88578"/>
                  </a:cubicBezTo>
                  <a:cubicBezTo>
                    <a:pt x="92752" y="88578"/>
                    <a:pt x="92752" y="88578"/>
                    <a:pt x="94149" y="87082"/>
                  </a:cubicBezTo>
                  <a:cubicBezTo>
                    <a:pt x="94149" y="87082"/>
                    <a:pt x="94149" y="87082"/>
                    <a:pt x="95081" y="84089"/>
                  </a:cubicBezTo>
                  <a:cubicBezTo>
                    <a:pt x="95081" y="84089"/>
                    <a:pt x="95081" y="84089"/>
                    <a:pt x="96245" y="82593"/>
                  </a:cubicBezTo>
                  <a:cubicBezTo>
                    <a:pt x="96245" y="82593"/>
                    <a:pt x="96245" y="82593"/>
                    <a:pt x="97410" y="81695"/>
                  </a:cubicBezTo>
                  <a:cubicBezTo>
                    <a:pt x="97410" y="81695"/>
                    <a:pt x="97410" y="81695"/>
                    <a:pt x="99506" y="82892"/>
                  </a:cubicBezTo>
                  <a:cubicBezTo>
                    <a:pt x="99506" y="82892"/>
                    <a:pt x="99506" y="82892"/>
                    <a:pt x="102067" y="85286"/>
                  </a:cubicBezTo>
                  <a:cubicBezTo>
                    <a:pt x="102067" y="85286"/>
                    <a:pt x="102067" y="85286"/>
                    <a:pt x="104629" y="88578"/>
                  </a:cubicBezTo>
                  <a:cubicBezTo>
                    <a:pt x="104629" y="88578"/>
                    <a:pt x="104629" y="88578"/>
                    <a:pt x="106492" y="91271"/>
                  </a:cubicBezTo>
                  <a:cubicBezTo>
                    <a:pt x="106492" y="91271"/>
                    <a:pt x="106492" y="91271"/>
                    <a:pt x="110218" y="96059"/>
                  </a:cubicBezTo>
                  <a:cubicBezTo>
                    <a:pt x="110218" y="96059"/>
                    <a:pt x="110218" y="96059"/>
                    <a:pt x="112547" y="100249"/>
                  </a:cubicBezTo>
                  <a:cubicBezTo>
                    <a:pt x="112547" y="100249"/>
                    <a:pt x="112547" y="100249"/>
                    <a:pt x="113944" y="100548"/>
                  </a:cubicBezTo>
                  <a:cubicBezTo>
                    <a:pt x="113944" y="100548"/>
                    <a:pt x="113944" y="100548"/>
                    <a:pt x="115575" y="100847"/>
                  </a:cubicBezTo>
                  <a:cubicBezTo>
                    <a:pt x="115575" y="100847"/>
                    <a:pt x="115575" y="100847"/>
                    <a:pt x="118369" y="102044"/>
                  </a:cubicBezTo>
                  <a:cubicBezTo>
                    <a:pt x="118369" y="102044"/>
                    <a:pt x="118369" y="102044"/>
                    <a:pt x="119534" y="102942"/>
                  </a:cubicBezTo>
                  <a:cubicBezTo>
                    <a:pt x="119534" y="102942"/>
                    <a:pt x="119534" y="102942"/>
                    <a:pt x="119534" y="104139"/>
                  </a:cubicBezTo>
                  <a:cubicBezTo>
                    <a:pt x="119534" y="104139"/>
                    <a:pt x="119534" y="104139"/>
                    <a:pt x="120000" y="106833"/>
                  </a:cubicBezTo>
                  <a:cubicBezTo>
                    <a:pt x="120000" y="106833"/>
                    <a:pt x="120000" y="106833"/>
                    <a:pt x="120000" y="108029"/>
                  </a:cubicBezTo>
                  <a:cubicBezTo>
                    <a:pt x="120000" y="108029"/>
                    <a:pt x="120000" y="108029"/>
                    <a:pt x="120000" y="109226"/>
                  </a:cubicBezTo>
                  <a:cubicBezTo>
                    <a:pt x="120000" y="109226"/>
                    <a:pt x="120000" y="109226"/>
                    <a:pt x="120000" y="111920"/>
                  </a:cubicBezTo>
                  <a:cubicBezTo>
                    <a:pt x="120000" y="111920"/>
                    <a:pt x="120000" y="111920"/>
                    <a:pt x="119068" y="112817"/>
                  </a:cubicBezTo>
                  <a:cubicBezTo>
                    <a:pt x="119068" y="112817"/>
                    <a:pt x="119068" y="112817"/>
                    <a:pt x="118369" y="111620"/>
                  </a:cubicBezTo>
                  <a:cubicBezTo>
                    <a:pt x="118369" y="111620"/>
                    <a:pt x="118369" y="111620"/>
                    <a:pt x="117671" y="110124"/>
                  </a:cubicBezTo>
                  <a:cubicBezTo>
                    <a:pt x="117671" y="110124"/>
                    <a:pt x="117671" y="110124"/>
                    <a:pt x="116972" y="110723"/>
                  </a:cubicBezTo>
                  <a:cubicBezTo>
                    <a:pt x="116972" y="110723"/>
                    <a:pt x="116972" y="110723"/>
                    <a:pt x="117671" y="112219"/>
                  </a:cubicBezTo>
                  <a:cubicBezTo>
                    <a:pt x="117671" y="112219"/>
                    <a:pt x="117671" y="112219"/>
                    <a:pt x="117205" y="112518"/>
                  </a:cubicBezTo>
                  <a:cubicBezTo>
                    <a:pt x="117205" y="112518"/>
                    <a:pt x="117205" y="112518"/>
                    <a:pt x="116506" y="111920"/>
                  </a:cubicBezTo>
                  <a:cubicBezTo>
                    <a:pt x="116506" y="111920"/>
                    <a:pt x="116506" y="111920"/>
                    <a:pt x="115109" y="111321"/>
                  </a:cubicBezTo>
                  <a:cubicBezTo>
                    <a:pt x="115109" y="111321"/>
                    <a:pt x="115109" y="111321"/>
                    <a:pt x="115109" y="110124"/>
                  </a:cubicBezTo>
                  <a:cubicBezTo>
                    <a:pt x="115109" y="110124"/>
                    <a:pt x="115109" y="110124"/>
                    <a:pt x="114643" y="108628"/>
                  </a:cubicBezTo>
                  <a:cubicBezTo>
                    <a:pt x="114643" y="108628"/>
                    <a:pt x="114643" y="108628"/>
                    <a:pt x="113944" y="108029"/>
                  </a:cubicBezTo>
                  <a:cubicBezTo>
                    <a:pt x="113944" y="108029"/>
                    <a:pt x="113944" y="108029"/>
                    <a:pt x="113479" y="106833"/>
                  </a:cubicBezTo>
                  <a:cubicBezTo>
                    <a:pt x="113479" y="106833"/>
                    <a:pt x="113479" y="106833"/>
                    <a:pt x="111616" y="105037"/>
                  </a:cubicBezTo>
                  <a:cubicBezTo>
                    <a:pt x="111616" y="105037"/>
                    <a:pt x="111616" y="105037"/>
                    <a:pt x="109985" y="105336"/>
                  </a:cubicBezTo>
                  <a:cubicBezTo>
                    <a:pt x="109985" y="105336"/>
                    <a:pt x="109985" y="105336"/>
                    <a:pt x="110451" y="106234"/>
                  </a:cubicBezTo>
                  <a:cubicBezTo>
                    <a:pt x="110451" y="106234"/>
                    <a:pt x="110451" y="106234"/>
                    <a:pt x="110917" y="106833"/>
                  </a:cubicBezTo>
                  <a:cubicBezTo>
                    <a:pt x="110917" y="106833"/>
                    <a:pt x="110917" y="106833"/>
                    <a:pt x="112547" y="108029"/>
                  </a:cubicBezTo>
                  <a:cubicBezTo>
                    <a:pt x="112547" y="108029"/>
                    <a:pt x="112547" y="108029"/>
                    <a:pt x="113479" y="109226"/>
                  </a:cubicBezTo>
                  <a:cubicBezTo>
                    <a:pt x="113479" y="109226"/>
                    <a:pt x="113479" y="109226"/>
                    <a:pt x="113479" y="110124"/>
                  </a:cubicBezTo>
                  <a:cubicBezTo>
                    <a:pt x="113479" y="110124"/>
                    <a:pt x="113479" y="110124"/>
                    <a:pt x="114177" y="111022"/>
                  </a:cubicBezTo>
                  <a:cubicBezTo>
                    <a:pt x="114177" y="111022"/>
                    <a:pt x="114177" y="111022"/>
                    <a:pt x="114643" y="111920"/>
                  </a:cubicBezTo>
                  <a:cubicBezTo>
                    <a:pt x="114643" y="111920"/>
                    <a:pt x="114643" y="111920"/>
                    <a:pt x="115109" y="114015"/>
                  </a:cubicBezTo>
                  <a:cubicBezTo>
                    <a:pt x="115109" y="114015"/>
                    <a:pt x="115109" y="114015"/>
                    <a:pt x="115109" y="114613"/>
                  </a:cubicBezTo>
                  <a:cubicBezTo>
                    <a:pt x="115109" y="114613"/>
                    <a:pt x="115109" y="114613"/>
                    <a:pt x="114410" y="114912"/>
                  </a:cubicBezTo>
                  <a:cubicBezTo>
                    <a:pt x="114410" y="114912"/>
                    <a:pt x="114410" y="114912"/>
                    <a:pt x="113944" y="113416"/>
                  </a:cubicBezTo>
                  <a:cubicBezTo>
                    <a:pt x="113944" y="113416"/>
                    <a:pt x="113944" y="113416"/>
                    <a:pt x="113944" y="114912"/>
                  </a:cubicBezTo>
                  <a:cubicBezTo>
                    <a:pt x="113944" y="114912"/>
                    <a:pt x="113944" y="114912"/>
                    <a:pt x="113479" y="116109"/>
                  </a:cubicBezTo>
                  <a:cubicBezTo>
                    <a:pt x="113479" y="116109"/>
                    <a:pt x="113479" y="116109"/>
                    <a:pt x="112780" y="115810"/>
                  </a:cubicBezTo>
                  <a:cubicBezTo>
                    <a:pt x="112780" y="115810"/>
                    <a:pt x="112780" y="115810"/>
                    <a:pt x="111616" y="114314"/>
                  </a:cubicBezTo>
                  <a:cubicBezTo>
                    <a:pt x="111616" y="114314"/>
                    <a:pt x="111616" y="114314"/>
                    <a:pt x="110451" y="112518"/>
                  </a:cubicBezTo>
                  <a:cubicBezTo>
                    <a:pt x="110451" y="112518"/>
                    <a:pt x="110451" y="112518"/>
                    <a:pt x="109520" y="113117"/>
                  </a:cubicBezTo>
                  <a:cubicBezTo>
                    <a:pt x="109520" y="113117"/>
                    <a:pt x="109520" y="113117"/>
                    <a:pt x="108821" y="113117"/>
                  </a:cubicBezTo>
                  <a:cubicBezTo>
                    <a:pt x="108821" y="113117"/>
                    <a:pt x="108821" y="113117"/>
                    <a:pt x="109287" y="111321"/>
                  </a:cubicBezTo>
                  <a:cubicBezTo>
                    <a:pt x="109287" y="111321"/>
                    <a:pt x="109287" y="111321"/>
                    <a:pt x="110451" y="111022"/>
                  </a:cubicBezTo>
                  <a:cubicBezTo>
                    <a:pt x="110451" y="111022"/>
                    <a:pt x="110451" y="111022"/>
                    <a:pt x="109985" y="109226"/>
                  </a:cubicBezTo>
                  <a:cubicBezTo>
                    <a:pt x="109985" y="109226"/>
                    <a:pt x="109985" y="109226"/>
                    <a:pt x="108588" y="110124"/>
                  </a:cubicBezTo>
                  <a:cubicBezTo>
                    <a:pt x="108588" y="110124"/>
                    <a:pt x="108588" y="110124"/>
                    <a:pt x="109054" y="108329"/>
                  </a:cubicBezTo>
                  <a:cubicBezTo>
                    <a:pt x="109054" y="108329"/>
                    <a:pt x="109054" y="108329"/>
                    <a:pt x="108355" y="107132"/>
                  </a:cubicBezTo>
                  <a:cubicBezTo>
                    <a:pt x="108355" y="107132"/>
                    <a:pt x="108355" y="107132"/>
                    <a:pt x="108122" y="106234"/>
                  </a:cubicBezTo>
                  <a:cubicBezTo>
                    <a:pt x="108122" y="106234"/>
                    <a:pt x="108122" y="106234"/>
                    <a:pt x="108122" y="105336"/>
                  </a:cubicBezTo>
                  <a:cubicBezTo>
                    <a:pt x="108122" y="105336"/>
                    <a:pt x="108122" y="105336"/>
                    <a:pt x="109054" y="103541"/>
                  </a:cubicBezTo>
                  <a:cubicBezTo>
                    <a:pt x="109054" y="103541"/>
                    <a:pt x="109054" y="103541"/>
                    <a:pt x="107889" y="103541"/>
                  </a:cubicBezTo>
                  <a:cubicBezTo>
                    <a:pt x="107889" y="103541"/>
                    <a:pt x="107889" y="103541"/>
                    <a:pt x="107424" y="104139"/>
                  </a:cubicBezTo>
                  <a:cubicBezTo>
                    <a:pt x="107424" y="104139"/>
                    <a:pt x="107424" y="104139"/>
                    <a:pt x="107424" y="104738"/>
                  </a:cubicBezTo>
                  <a:cubicBezTo>
                    <a:pt x="107424" y="104738"/>
                    <a:pt x="107424" y="104738"/>
                    <a:pt x="107424" y="106533"/>
                  </a:cubicBezTo>
                  <a:cubicBezTo>
                    <a:pt x="107424" y="106533"/>
                    <a:pt x="107424" y="106533"/>
                    <a:pt x="106725" y="107132"/>
                  </a:cubicBezTo>
                  <a:cubicBezTo>
                    <a:pt x="106725" y="107132"/>
                    <a:pt x="106725" y="107132"/>
                    <a:pt x="106259" y="107730"/>
                  </a:cubicBezTo>
                  <a:cubicBezTo>
                    <a:pt x="106259" y="107730"/>
                    <a:pt x="106259" y="107132"/>
                    <a:pt x="106259" y="106833"/>
                  </a:cubicBezTo>
                  <a:cubicBezTo>
                    <a:pt x="106259" y="106533"/>
                    <a:pt x="106026" y="105635"/>
                    <a:pt x="106026" y="105635"/>
                  </a:cubicBezTo>
                  <a:cubicBezTo>
                    <a:pt x="106026" y="105635"/>
                    <a:pt x="105794" y="104738"/>
                    <a:pt x="105794" y="104139"/>
                  </a:cubicBezTo>
                  <a:cubicBezTo>
                    <a:pt x="105794" y="103840"/>
                    <a:pt x="105561" y="103241"/>
                    <a:pt x="105561" y="103241"/>
                  </a:cubicBezTo>
                  <a:cubicBezTo>
                    <a:pt x="105561" y="103241"/>
                    <a:pt x="105328" y="102643"/>
                    <a:pt x="105328" y="102344"/>
                  </a:cubicBezTo>
                  <a:cubicBezTo>
                    <a:pt x="105328" y="101745"/>
                    <a:pt x="105328" y="101446"/>
                    <a:pt x="105328" y="101446"/>
                  </a:cubicBezTo>
                  <a:cubicBezTo>
                    <a:pt x="105328" y="101446"/>
                    <a:pt x="105561" y="100847"/>
                    <a:pt x="106026" y="100847"/>
                  </a:cubicBezTo>
                  <a:cubicBezTo>
                    <a:pt x="106259" y="100548"/>
                    <a:pt x="106492" y="99950"/>
                    <a:pt x="106492" y="99950"/>
                  </a:cubicBezTo>
                  <a:cubicBezTo>
                    <a:pt x="106492" y="99950"/>
                    <a:pt x="106492" y="99950"/>
                    <a:pt x="107424" y="98753"/>
                  </a:cubicBezTo>
                  <a:cubicBezTo>
                    <a:pt x="107424" y="98753"/>
                    <a:pt x="107424" y="98753"/>
                    <a:pt x="106492" y="96658"/>
                  </a:cubicBezTo>
                  <a:cubicBezTo>
                    <a:pt x="106492" y="96658"/>
                    <a:pt x="106492" y="96658"/>
                    <a:pt x="106026" y="96957"/>
                  </a:cubicBezTo>
                  <a:cubicBezTo>
                    <a:pt x="106026" y="96957"/>
                    <a:pt x="106026" y="96957"/>
                    <a:pt x="105561" y="98453"/>
                  </a:cubicBezTo>
                  <a:cubicBezTo>
                    <a:pt x="105561" y="98453"/>
                    <a:pt x="105561" y="98453"/>
                    <a:pt x="104629" y="99950"/>
                  </a:cubicBezTo>
                  <a:cubicBezTo>
                    <a:pt x="104629" y="99950"/>
                    <a:pt x="104629" y="99950"/>
                    <a:pt x="103930" y="100548"/>
                  </a:cubicBezTo>
                  <a:cubicBezTo>
                    <a:pt x="103930" y="100548"/>
                    <a:pt x="103930" y="100548"/>
                    <a:pt x="103697" y="101147"/>
                  </a:cubicBezTo>
                  <a:cubicBezTo>
                    <a:pt x="103697" y="101147"/>
                    <a:pt x="103697" y="101147"/>
                    <a:pt x="104163" y="103541"/>
                  </a:cubicBezTo>
                  <a:cubicBezTo>
                    <a:pt x="104163" y="103541"/>
                    <a:pt x="104163" y="103541"/>
                    <a:pt x="105095" y="106833"/>
                  </a:cubicBezTo>
                  <a:cubicBezTo>
                    <a:pt x="105095" y="106833"/>
                    <a:pt x="105095" y="106833"/>
                    <a:pt x="104163" y="106533"/>
                  </a:cubicBezTo>
                  <a:cubicBezTo>
                    <a:pt x="104163" y="106533"/>
                    <a:pt x="104163" y="106533"/>
                    <a:pt x="102766" y="102942"/>
                  </a:cubicBezTo>
                  <a:cubicBezTo>
                    <a:pt x="102766" y="102942"/>
                    <a:pt x="102766" y="102942"/>
                    <a:pt x="101136" y="99950"/>
                  </a:cubicBezTo>
                  <a:cubicBezTo>
                    <a:pt x="101136" y="99950"/>
                    <a:pt x="101136" y="99950"/>
                    <a:pt x="100670" y="101745"/>
                  </a:cubicBezTo>
                  <a:cubicBezTo>
                    <a:pt x="100670" y="101745"/>
                    <a:pt x="100670" y="101745"/>
                    <a:pt x="100204" y="101446"/>
                  </a:cubicBezTo>
                  <a:cubicBezTo>
                    <a:pt x="100204" y="101446"/>
                    <a:pt x="100204" y="101446"/>
                    <a:pt x="99506" y="99351"/>
                  </a:cubicBezTo>
                  <a:cubicBezTo>
                    <a:pt x="99506" y="99351"/>
                    <a:pt x="99506" y="99351"/>
                    <a:pt x="98574" y="98453"/>
                  </a:cubicBezTo>
                  <a:cubicBezTo>
                    <a:pt x="98574" y="98453"/>
                    <a:pt x="98574" y="98453"/>
                    <a:pt x="96245" y="95162"/>
                  </a:cubicBezTo>
                  <a:cubicBezTo>
                    <a:pt x="96245" y="95162"/>
                    <a:pt x="96245" y="95162"/>
                    <a:pt x="96245" y="93067"/>
                  </a:cubicBezTo>
                  <a:cubicBezTo>
                    <a:pt x="96245" y="93067"/>
                    <a:pt x="96245" y="93067"/>
                    <a:pt x="95779" y="94264"/>
                  </a:cubicBezTo>
                  <a:cubicBezTo>
                    <a:pt x="95779" y="94264"/>
                    <a:pt x="95779" y="94264"/>
                    <a:pt x="94615" y="93665"/>
                  </a:cubicBezTo>
                  <a:cubicBezTo>
                    <a:pt x="94615" y="93665"/>
                    <a:pt x="94615" y="93665"/>
                    <a:pt x="92053" y="90673"/>
                  </a:cubicBezTo>
                  <a:cubicBezTo>
                    <a:pt x="92053" y="90673"/>
                    <a:pt x="92053" y="90673"/>
                    <a:pt x="90423" y="88279"/>
                  </a:cubicBezTo>
                  <a:cubicBezTo>
                    <a:pt x="90423" y="88279"/>
                    <a:pt x="90423" y="88279"/>
                    <a:pt x="89492" y="88578"/>
                  </a:cubicBezTo>
                  <a:cubicBezTo>
                    <a:pt x="89492" y="88578"/>
                    <a:pt x="89492" y="88578"/>
                    <a:pt x="87395" y="87980"/>
                  </a:cubicBezTo>
                  <a:cubicBezTo>
                    <a:pt x="87395" y="87980"/>
                    <a:pt x="87395" y="87980"/>
                    <a:pt x="85998" y="86184"/>
                  </a:cubicBezTo>
                  <a:cubicBezTo>
                    <a:pt x="85998" y="86184"/>
                    <a:pt x="85998" y="86184"/>
                    <a:pt x="85998" y="84089"/>
                  </a:cubicBezTo>
                  <a:cubicBezTo>
                    <a:pt x="85998" y="84089"/>
                    <a:pt x="85998" y="84089"/>
                    <a:pt x="85299" y="84688"/>
                  </a:cubicBezTo>
                  <a:cubicBezTo>
                    <a:pt x="85299" y="84688"/>
                    <a:pt x="85299" y="84688"/>
                    <a:pt x="82505" y="84688"/>
                  </a:cubicBezTo>
                  <a:cubicBezTo>
                    <a:pt x="82505" y="84688"/>
                    <a:pt x="82505" y="84688"/>
                    <a:pt x="81108" y="84389"/>
                  </a:cubicBezTo>
                  <a:cubicBezTo>
                    <a:pt x="81108" y="84389"/>
                    <a:pt x="81108" y="84389"/>
                    <a:pt x="79477" y="83790"/>
                  </a:cubicBezTo>
                  <a:cubicBezTo>
                    <a:pt x="79477" y="83790"/>
                    <a:pt x="79477" y="83790"/>
                    <a:pt x="76450" y="83491"/>
                  </a:cubicBezTo>
                  <a:cubicBezTo>
                    <a:pt x="76450" y="83491"/>
                    <a:pt x="76450" y="83491"/>
                    <a:pt x="73422" y="84389"/>
                  </a:cubicBezTo>
                  <a:cubicBezTo>
                    <a:pt x="73422" y="84389"/>
                    <a:pt x="73422" y="84389"/>
                    <a:pt x="71326" y="84987"/>
                  </a:cubicBezTo>
                  <a:cubicBezTo>
                    <a:pt x="71326" y="84987"/>
                    <a:pt x="71326" y="84987"/>
                    <a:pt x="71792" y="82593"/>
                  </a:cubicBezTo>
                  <a:cubicBezTo>
                    <a:pt x="71792" y="82593"/>
                    <a:pt x="71792" y="82593"/>
                    <a:pt x="71093" y="83191"/>
                  </a:cubicBezTo>
                  <a:cubicBezTo>
                    <a:pt x="71093" y="83191"/>
                    <a:pt x="71093" y="83191"/>
                    <a:pt x="69929" y="82294"/>
                  </a:cubicBezTo>
                  <a:cubicBezTo>
                    <a:pt x="69929" y="82294"/>
                    <a:pt x="69929" y="82294"/>
                    <a:pt x="68997" y="81695"/>
                  </a:cubicBezTo>
                  <a:cubicBezTo>
                    <a:pt x="68997" y="81695"/>
                    <a:pt x="68997" y="81695"/>
                    <a:pt x="68066" y="81695"/>
                  </a:cubicBezTo>
                  <a:cubicBezTo>
                    <a:pt x="68066" y="81695"/>
                    <a:pt x="68066" y="81695"/>
                    <a:pt x="67367" y="81695"/>
                  </a:cubicBezTo>
                  <a:cubicBezTo>
                    <a:pt x="67367" y="81695"/>
                    <a:pt x="67367" y="81695"/>
                    <a:pt x="66203" y="82593"/>
                  </a:cubicBezTo>
                  <a:cubicBezTo>
                    <a:pt x="66203" y="82593"/>
                    <a:pt x="66203" y="82593"/>
                    <a:pt x="65271" y="83191"/>
                  </a:cubicBezTo>
                  <a:cubicBezTo>
                    <a:pt x="65271" y="83191"/>
                    <a:pt x="65271" y="83191"/>
                    <a:pt x="64340" y="84688"/>
                  </a:cubicBezTo>
                  <a:cubicBezTo>
                    <a:pt x="64340" y="84688"/>
                    <a:pt x="64340" y="84688"/>
                    <a:pt x="63874" y="85286"/>
                  </a:cubicBezTo>
                  <a:cubicBezTo>
                    <a:pt x="63874" y="85286"/>
                    <a:pt x="63874" y="85286"/>
                    <a:pt x="62710" y="84987"/>
                  </a:cubicBezTo>
                  <a:cubicBezTo>
                    <a:pt x="62710" y="84987"/>
                    <a:pt x="62710" y="84987"/>
                    <a:pt x="63874" y="83790"/>
                  </a:cubicBezTo>
                  <a:cubicBezTo>
                    <a:pt x="63874" y="83790"/>
                    <a:pt x="63874" y="83790"/>
                    <a:pt x="65271" y="81995"/>
                  </a:cubicBezTo>
                  <a:cubicBezTo>
                    <a:pt x="65271" y="81995"/>
                    <a:pt x="65271" y="81995"/>
                    <a:pt x="66203" y="80798"/>
                  </a:cubicBezTo>
                  <a:cubicBezTo>
                    <a:pt x="66203" y="80798"/>
                    <a:pt x="66203" y="80798"/>
                    <a:pt x="66902" y="79600"/>
                  </a:cubicBezTo>
                  <a:cubicBezTo>
                    <a:pt x="66902" y="79600"/>
                    <a:pt x="66902" y="79600"/>
                    <a:pt x="66436" y="79600"/>
                  </a:cubicBezTo>
                  <a:cubicBezTo>
                    <a:pt x="66436" y="79600"/>
                    <a:pt x="66436" y="79600"/>
                    <a:pt x="65504" y="79002"/>
                  </a:cubicBezTo>
                  <a:cubicBezTo>
                    <a:pt x="65504" y="79002"/>
                    <a:pt x="65504" y="79002"/>
                    <a:pt x="65504" y="76907"/>
                  </a:cubicBezTo>
                  <a:cubicBezTo>
                    <a:pt x="65504" y="76907"/>
                    <a:pt x="65504" y="76907"/>
                    <a:pt x="64573" y="77805"/>
                  </a:cubicBezTo>
                  <a:cubicBezTo>
                    <a:pt x="64573" y="77805"/>
                    <a:pt x="64573" y="77805"/>
                    <a:pt x="64340" y="78104"/>
                  </a:cubicBezTo>
                  <a:cubicBezTo>
                    <a:pt x="64340" y="78104"/>
                    <a:pt x="64340" y="78104"/>
                    <a:pt x="62710" y="78104"/>
                  </a:cubicBezTo>
                  <a:cubicBezTo>
                    <a:pt x="62710" y="78104"/>
                    <a:pt x="62710" y="78104"/>
                    <a:pt x="61312" y="77805"/>
                  </a:cubicBezTo>
                  <a:cubicBezTo>
                    <a:pt x="61312" y="77805"/>
                    <a:pt x="61312" y="77805"/>
                    <a:pt x="60614" y="78703"/>
                  </a:cubicBezTo>
                  <a:cubicBezTo>
                    <a:pt x="60614" y="78703"/>
                    <a:pt x="60614" y="78703"/>
                    <a:pt x="60148" y="80498"/>
                  </a:cubicBezTo>
                  <a:cubicBezTo>
                    <a:pt x="60148" y="80498"/>
                    <a:pt x="60148" y="80498"/>
                    <a:pt x="61079" y="81995"/>
                  </a:cubicBezTo>
                  <a:cubicBezTo>
                    <a:pt x="61079" y="81995"/>
                    <a:pt x="61079" y="81995"/>
                    <a:pt x="60614" y="84389"/>
                  </a:cubicBezTo>
                  <a:cubicBezTo>
                    <a:pt x="60614" y="84389"/>
                    <a:pt x="60614" y="84389"/>
                    <a:pt x="59449" y="85885"/>
                  </a:cubicBezTo>
                  <a:cubicBezTo>
                    <a:pt x="59449" y="85885"/>
                    <a:pt x="59449" y="85885"/>
                    <a:pt x="58285" y="85885"/>
                  </a:cubicBezTo>
                  <a:cubicBezTo>
                    <a:pt x="58285" y="85885"/>
                    <a:pt x="58285" y="85885"/>
                    <a:pt x="56888" y="85885"/>
                  </a:cubicBezTo>
                  <a:cubicBezTo>
                    <a:pt x="56888" y="85885"/>
                    <a:pt x="56888" y="85885"/>
                    <a:pt x="56422" y="87980"/>
                  </a:cubicBezTo>
                  <a:cubicBezTo>
                    <a:pt x="56422" y="87980"/>
                    <a:pt x="56422" y="87980"/>
                    <a:pt x="54559" y="88877"/>
                  </a:cubicBezTo>
                  <a:cubicBezTo>
                    <a:pt x="54559" y="88877"/>
                    <a:pt x="54559" y="88877"/>
                    <a:pt x="54326" y="89476"/>
                  </a:cubicBezTo>
                  <a:cubicBezTo>
                    <a:pt x="54326" y="89476"/>
                    <a:pt x="54326" y="89476"/>
                    <a:pt x="52695" y="90972"/>
                  </a:cubicBezTo>
                  <a:cubicBezTo>
                    <a:pt x="52695" y="90972"/>
                    <a:pt x="52695" y="90972"/>
                    <a:pt x="51065" y="91571"/>
                  </a:cubicBezTo>
                  <a:cubicBezTo>
                    <a:pt x="51065" y="91571"/>
                    <a:pt x="51065" y="91571"/>
                    <a:pt x="50134" y="91870"/>
                  </a:cubicBezTo>
                  <a:cubicBezTo>
                    <a:pt x="50134" y="91870"/>
                    <a:pt x="50134" y="91870"/>
                    <a:pt x="49668" y="90972"/>
                  </a:cubicBezTo>
                  <a:cubicBezTo>
                    <a:pt x="49668" y="90972"/>
                    <a:pt x="49668" y="90972"/>
                    <a:pt x="49435" y="90374"/>
                  </a:cubicBezTo>
                  <a:cubicBezTo>
                    <a:pt x="49435" y="90374"/>
                    <a:pt x="49435" y="90374"/>
                    <a:pt x="50600" y="89775"/>
                  </a:cubicBezTo>
                  <a:cubicBezTo>
                    <a:pt x="50600" y="89775"/>
                    <a:pt x="50600" y="89775"/>
                    <a:pt x="51531" y="88279"/>
                  </a:cubicBezTo>
                  <a:cubicBezTo>
                    <a:pt x="51531" y="88279"/>
                    <a:pt x="51531" y="88279"/>
                    <a:pt x="50367" y="88279"/>
                  </a:cubicBezTo>
                  <a:cubicBezTo>
                    <a:pt x="50367" y="88279"/>
                    <a:pt x="50367" y="88279"/>
                    <a:pt x="49901" y="87381"/>
                  </a:cubicBezTo>
                  <a:cubicBezTo>
                    <a:pt x="49901" y="87381"/>
                    <a:pt x="49901" y="87381"/>
                    <a:pt x="51065" y="85286"/>
                  </a:cubicBezTo>
                  <a:cubicBezTo>
                    <a:pt x="51065" y="85286"/>
                    <a:pt x="51065" y="85286"/>
                    <a:pt x="51531" y="83191"/>
                  </a:cubicBezTo>
                  <a:cubicBezTo>
                    <a:pt x="51531" y="83191"/>
                    <a:pt x="51531" y="83191"/>
                    <a:pt x="52230" y="80199"/>
                  </a:cubicBezTo>
                  <a:cubicBezTo>
                    <a:pt x="52230" y="80199"/>
                    <a:pt x="52230" y="80199"/>
                    <a:pt x="53394" y="78404"/>
                  </a:cubicBezTo>
                  <a:cubicBezTo>
                    <a:pt x="53394" y="78404"/>
                    <a:pt x="53394" y="78404"/>
                    <a:pt x="57586" y="79002"/>
                  </a:cubicBezTo>
                  <a:cubicBezTo>
                    <a:pt x="57586" y="79002"/>
                    <a:pt x="57586" y="79002"/>
                    <a:pt x="56888" y="77805"/>
                  </a:cubicBezTo>
                  <a:cubicBezTo>
                    <a:pt x="56888" y="77805"/>
                    <a:pt x="56888" y="77805"/>
                    <a:pt x="55723" y="77506"/>
                  </a:cubicBezTo>
                  <a:cubicBezTo>
                    <a:pt x="55723" y="77506"/>
                    <a:pt x="55723" y="77506"/>
                    <a:pt x="53627" y="76309"/>
                  </a:cubicBezTo>
                  <a:cubicBezTo>
                    <a:pt x="53627" y="76309"/>
                    <a:pt x="53627" y="76309"/>
                    <a:pt x="51997" y="77207"/>
                  </a:cubicBezTo>
                  <a:cubicBezTo>
                    <a:pt x="51997" y="77207"/>
                    <a:pt x="51997" y="77207"/>
                    <a:pt x="50600" y="78703"/>
                  </a:cubicBezTo>
                  <a:cubicBezTo>
                    <a:pt x="50600" y="78703"/>
                    <a:pt x="50600" y="78703"/>
                    <a:pt x="49202" y="80199"/>
                  </a:cubicBezTo>
                  <a:cubicBezTo>
                    <a:pt x="49202" y="80199"/>
                    <a:pt x="49202" y="80199"/>
                    <a:pt x="48504" y="81995"/>
                  </a:cubicBezTo>
                  <a:cubicBezTo>
                    <a:pt x="48504" y="81995"/>
                    <a:pt x="48504" y="81995"/>
                    <a:pt x="48271" y="83491"/>
                  </a:cubicBezTo>
                  <a:cubicBezTo>
                    <a:pt x="48271" y="83491"/>
                    <a:pt x="48271" y="83491"/>
                    <a:pt x="47339" y="83491"/>
                  </a:cubicBezTo>
                  <a:cubicBezTo>
                    <a:pt x="47339" y="83491"/>
                    <a:pt x="47339" y="83491"/>
                    <a:pt x="47339" y="84089"/>
                  </a:cubicBezTo>
                  <a:cubicBezTo>
                    <a:pt x="47339" y="84089"/>
                    <a:pt x="47339" y="84089"/>
                    <a:pt x="47805" y="85286"/>
                  </a:cubicBezTo>
                  <a:cubicBezTo>
                    <a:pt x="47805" y="85286"/>
                    <a:pt x="47805" y="85286"/>
                    <a:pt x="47572" y="86184"/>
                  </a:cubicBezTo>
                  <a:cubicBezTo>
                    <a:pt x="47572" y="86184"/>
                    <a:pt x="47572" y="86184"/>
                    <a:pt x="46873" y="87082"/>
                  </a:cubicBezTo>
                  <a:cubicBezTo>
                    <a:pt x="46873" y="87082"/>
                    <a:pt x="46873" y="87082"/>
                    <a:pt x="45243" y="88279"/>
                  </a:cubicBezTo>
                  <a:cubicBezTo>
                    <a:pt x="45243" y="88279"/>
                    <a:pt x="45243" y="88279"/>
                    <a:pt x="44312" y="89177"/>
                  </a:cubicBezTo>
                  <a:cubicBezTo>
                    <a:pt x="44312" y="89177"/>
                    <a:pt x="44312" y="89177"/>
                    <a:pt x="43147" y="90673"/>
                  </a:cubicBezTo>
                  <a:cubicBezTo>
                    <a:pt x="43147" y="90673"/>
                    <a:pt x="43147" y="90673"/>
                    <a:pt x="42914" y="92169"/>
                  </a:cubicBezTo>
                  <a:cubicBezTo>
                    <a:pt x="42914" y="92169"/>
                    <a:pt x="42914" y="92169"/>
                    <a:pt x="44545" y="92768"/>
                  </a:cubicBezTo>
                  <a:cubicBezTo>
                    <a:pt x="44545" y="92768"/>
                    <a:pt x="44545" y="92768"/>
                    <a:pt x="44777" y="94862"/>
                  </a:cubicBezTo>
                  <a:cubicBezTo>
                    <a:pt x="44777" y="94862"/>
                    <a:pt x="44777" y="94862"/>
                    <a:pt x="44079" y="96059"/>
                  </a:cubicBezTo>
                  <a:cubicBezTo>
                    <a:pt x="44079" y="96059"/>
                    <a:pt x="44079" y="96059"/>
                    <a:pt x="42914" y="96957"/>
                  </a:cubicBezTo>
                  <a:cubicBezTo>
                    <a:pt x="42914" y="96957"/>
                    <a:pt x="42914" y="96957"/>
                    <a:pt x="41517" y="99351"/>
                  </a:cubicBezTo>
                  <a:cubicBezTo>
                    <a:pt x="41517" y="99351"/>
                    <a:pt x="41517" y="99351"/>
                    <a:pt x="39421" y="101147"/>
                  </a:cubicBezTo>
                  <a:cubicBezTo>
                    <a:pt x="39421" y="101147"/>
                    <a:pt x="39421" y="101147"/>
                    <a:pt x="35229" y="103840"/>
                  </a:cubicBezTo>
                  <a:cubicBezTo>
                    <a:pt x="35229" y="103840"/>
                    <a:pt x="35229" y="103840"/>
                    <a:pt x="34996" y="106234"/>
                  </a:cubicBezTo>
                  <a:cubicBezTo>
                    <a:pt x="34996" y="106234"/>
                    <a:pt x="34996" y="106234"/>
                    <a:pt x="33366" y="107132"/>
                  </a:cubicBezTo>
                  <a:cubicBezTo>
                    <a:pt x="33366" y="107132"/>
                    <a:pt x="33366" y="107132"/>
                    <a:pt x="31736" y="108329"/>
                  </a:cubicBezTo>
                  <a:cubicBezTo>
                    <a:pt x="31736" y="108329"/>
                    <a:pt x="31736" y="108329"/>
                    <a:pt x="29640" y="109226"/>
                  </a:cubicBezTo>
                  <a:cubicBezTo>
                    <a:pt x="29640" y="109226"/>
                    <a:pt x="29640" y="109226"/>
                    <a:pt x="28941" y="109825"/>
                  </a:cubicBezTo>
                  <a:cubicBezTo>
                    <a:pt x="28941" y="109825"/>
                    <a:pt x="28941" y="109825"/>
                    <a:pt x="28010" y="110723"/>
                  </a:cubicBezTo>
                  <a:cubicBezTo>
                    <a:pt x="28010" y="110723"/>
                    <a:pt x="28010" y="110723"/>
                    <a:pt x="27311" y="111620"/>
                  </a:cubicBezTo>
                  <a:cubicBezTo>
                    <a:pt x="27311" y="111620"/>
                    <a:pt x="27311" y="111620"/>
                    <a:pt x="26845" y="113416"/>
                  </a:cubicBezTo>
                  <a:cubicBezTo>
                    <a:pt x="26845" y="113416"/>
                    <a:pt x="26845" y="113416"/>
                    <a:pt x="25681" y="113715"/>
                  </a:cubicBezTo>
                  <a:cubicBezTo>
                    <a:pt x="25681" y="113715"/>
                    <a:pt x="25681" y="113715"/>
                    <a:pt x="24050" y="114314"/>
                  </a:cubicBezTo>
                  <a:cubicBezTo>
                    <a:pt x="24050" y="114314"/>
                    <a:pt x="24050" y="114314"/>
                    <a:pt x="22886" y="114314"/>
                  </a:cubicBezTo>
                  <a:cubicBezTo>
                    <a:pt x="22886" y="114314"/>
                    <a:pt x="22886" y="114314"/>
                    <a:pt x="21722" y="114912"/>
                  </a:cubicBezTo>
                  <a:cubicBezTo>
                    <a:pt x="21722" y="114912"/>
                    <a:pt x="21722" y="114912"/>
                    <a:pt x="20091" y="116109"/>
                  </a:cubicBezTo>
                  <a:cubicBezTo>
                    <a:pt x="20091" y="116109"/>
                    <a:pt x="20091" y="116109"/>
                    <a:pt x="20557" y="117606"/>
                  </a:cubicBezTo>
                  <a:cubicBezTo>
                    <a:pt x="20557" y="117606"/>
                    <a:pt x="20557" y="117606"/>
                    <a:pt x="20091" y="117905"/>
                  </a:cubicBezTo>
                  <a:cubicBezTo>
                    <a:pt x="20091" y="117905"/>
                    <a:pt x="20091" y="117905"/>
                    <a:pt x="18927" y="117007"/>
                  </a:cubicBezTo>
                  <a:cubicBezTo>
                    <a:pt x="18927" y="117007"/>
                    <a:pt x="18927" y="117007"/>
                    <a:pt x="17763" y="116408"/>
                  </a:cubicBezTo>
                  <a:cubicBezTo>
                    <a:pt x="17763" y="116408"/>
                    <a:pt x="17763" y="116408"/>
                    <a:pt x="16831" y="114613"/>
                  </a:cubicBezTo>
                  <a:cubicBezTo>
                    <a:pt x="16831" y="114613"/>
                    <a:pt x="16831" y="114613"/>
                    <a:pt x="16598" y="115211"/>
                  </a:cubicBezTo>
                  <a:cubicBezTo>
                    <a:pt x="16598" y="115211"/>
                    <a:pt x="16598" y="115211"/>
                    <a:pt x="16598" y="117606"/>
                  </a:cubicBezTo>
                  <a:cubicBezTo>
                    <a:pt x="16598" y="117606"/>
                    <a:pt x="16598" y="117606"/>
                    <a:pt x="15201" y="117606"/>
                  </a:cubicBezTo>
                  <a:cubicBezTo>
                    <a:pt x="15201" y="117606"/>
                    <a:pt x="15201" y="117606"/>
                    <a:pt x="15201" y="118503"/>
                  </a:cubicBezTo>
                  <a:cubicBezTo>
                    <a:pt x="15201" y="118503"/>
                    <a:pt x="15201" y="118503"/>
                    <a:pt x="13804" y="118503"/>
                  </a:cubicBezTo>
                  <a:cubicBezTo>
                    <a:pt x="13804" y="118503"/>
                    <a:pt x="13804" y="118503"/>
                    <a:pt x="13804" y="118204"/>
                  </a:cubicBezTo>
                  <a:cubicBezTo>
                    <a:pt x="13804" y="117905"/>
                    <a:pt x="13105" y="117905"/>
                    <a:pt x="13105" y="117905"/>
                  </a:cubicBezTo>
                  <a:cubicBezTo>
                    <a:pt x="13105" y="117905"/>
                    <a:pt x="13105" y="117905"/>
                    <a:pt x="12173" y="117905"/>
                  </a:cubicBezTo>
                  <a:cubicBezTo>
                    <a:pt x="12173" y="117905"/>
                    <a:pt x="12173" y="117905"/>
                    <a:pt x="11009" y="118204"/>
                  </a:cubicBezTo>
                  <a:cubicBezTo>
                    <a:pt x="11009" y="118204"/>
                    <a:pt x="11009" y="118204"/>
                    <a:pt x="9612" y="120000"/>
                  </a:cubicBezTo>
                  <a:cubicBezTo>
                    <a:pt x="9612" y="120000"/>
                    <a:pt x="9612" y="120000"/>
                    <a:pt x="7050" y="120000"/>
                  </a:cubicBezTo>
                  <a:cubicBezTo>
                    <a:pt x="7050" y="120000"/>
                    <a:pt x="7050" y="120000"/>
                    <a:pt x="4721" y="120000"/>
                  </a:cubicBezTo>
                  <a:cubicBezTo>
                    <a:pt x="4721" y="120000"/>
                    <a:pt x="4721" y="120000"/>
                    <a:pt x="4721" y="118802"/>
                  </a:cubicBezTo>
                  <a:cubicBezTo>
                    <a:pt x="4721" y="118802"/>
                    <a:pt x="4721" y="118802"/>
                    <a:pt x="6351" y="116408"/>
                  </a:cubicBezTo>
                  <a:cubicBezTo>
                    <a:pt x="6351" y="116408"/>
                    <a:pt x="6351" y="116408"/>
                    <a:pt x="9146" y="116408"/>
                  </a:cubicBezTo>
                  <a:cubicBezTo>
                    <a:pt x="9146" y="116408"/>
                    <a:pt x="9146" y="116408"/>
                    <a:pt x="10310" y="116408"/>
                  </a:cubicBezTo>
                  <a:cubicBezTo>
                    <a:pt x="10310" y="116408"/>
                    <a:pt x="10310" y="116408"/>
                    <a:pt x="11475" y="115511"/>
                  </a:cubicBezTo>
                  <a:cubicBezTo>
                    <a:pt x="11475" y="115511"/>
                    <a:pt x="11475" y="115511"/>
                    <a:pt x="13105" y="114912"/>
                  </a:cubicBezTo>
                  <a:cubicBezTo>
                    <a:pt x="13105" y="114912"/>
                    <a:pt x="13105" y="114912"/>
                    <a:pt x="13804" y="114314"/>
                  </a:cubicBezTo>
                  <a:cubicBezTo>
                    <a:pt x="13804" y="114314"/>
                    <a:pt x="13804" y="114314"/>
                    <a:pt x="14502" y="112817"/>
                  </a:cubicBezTo>
                  <a:cubicBezTo>
                    <a:pt x="14502" y="112817"/>
                    <a:pt x="14502" y="112817"/>
                    <a:pt x="15900" y="111920"/>
                  </a:cubicBezTo>
                  <a:cubicBezTo>
                    <a:pt x="15900" y="111920"/>
                    <a:pt x="15900" y="111920"/>
                    <a:pt x="17995" y="111620"/>
                  </a:cubicBezTo>
                  <a:cubicBezTo>
                    <a:pt x="17995" y="111620"/>
                    <a:pt x="17995" y="111620"/>
                    <a:pt x="19160" y="111620"/>
                  </a:cubicBezTo>
                  <a:cubicBezTo>
                    <a:pt x="19160" y="111620"/>
                    <a:pt x="19160" y="111620"/>
                    <a:pt x="20091" y="112817"/>
                  </a:cubicBezTo>
                  <a:cubicBezTo>
                    <a:pt x="20091" y="112817"/>
                    <a:pt x="20091" y="112817"/>
                    <a:pt x="21023" y="111920"/>
                  </a:cubicBezTo>
                  <a:cubicBezTo>
                    <a:pt x="21023" y="111920"/>
                    <a:pt x="21023" y="111920"/>
                    <a:pt x="21955" y="110124"/>
                  </a:cubicBezTo>
                  <a:cubicBezTo>
                    <a:pt x="21955" y="110124"/>
                    <a:pt x="21955" y="110124"/>
                    <a:pt x="23119" y="108628"/>
                  </a:cubicBezTo>
                  <a:cubicBezTo>
                    <a:pt x="23119" y="108628"/>
                    <a:pt x="23119" y="108628"/>
                    <a:pt x="24283" y="107730"/>
                  </a:cubicBezTo>
                  <a:cubicBezTo>
                    <a:pt x="24283" y="107730"/>
                    <a:pt x="24283" y="107730"/>
                    <a:pt x="26612" y="107132"/>
                  </a:cubicBezTo>
                  <a:cubicBezTo>
                    <a:pt x="26612" y="107132"/>
                    <a:pt x="26612" y="107132"/>
                    <a:pt x="27544" y="105935"/>
                  </a:cubicBezTo>
                  <a:cubicBezTo>
                    <a:pt x="27544" y="105935"/>
                    <a:pt x="27544" y="105935"/>
                    <a:pt x="28708" y="104438"/>
                  </a:cubicBezTo>
                  <a:cubicBezTo>
                    <a:pt x="28708" y="104438"/>
                    <a:pt x="28708" y="104438"/>
                    <a:pt x="30106" y="102942"/>
                  </a:cubicBezTo>
                  <a:cubicBezTo>
                    <a:pt x="30106" y="102942"/>
                    <a:pt x="30106" y="102942"/>
                    <a:pt x="31270" y="102044"/>
                  </a:cubicBezTo>
                  <a:cubicBezTo>
                    <a:pt x="31270" y="102044"/>
                    <a:pt x="31270" y="102044"/>
                    <a:pt x="31736" y="100249"/>
                  </a:cubicBezTo>
                  <a:cubicBezTo>
                    <a:pt x="31736" y="100249"/>
                    <a:pt x="31736" y="100249"/>
                    <a:pt x="31969" y="97556"/>
                  </a:cubicBezTo>
                  <a:cubicBezTo>
                    <a:pt x="31969" y="97556"/>
                    <a:pt x="31969" y="97556"/>
                    <a:pt x="32434" y="95760"/>
                  </a:cubicBezTo>
                  <a:cubicBezTo>
                    <a:pt x="32434" y="95760"/>
                    <a:pt x="32434" y="95760"/>
                    <a:pt x="32667" y="95162"/>
                  </a:cubicBezTo>
                  <a:cubicBezTo>
                    <a:pt x="32667" y="95162"/>
                    <a:pt x="32667" y="95162"/>
                    <a:pt x="33832" y="93067"/>
                  </a:cubicBezTo>
                  <a:cubicBezTo>
                    <a:pt x="33832" y="93067"/>
                    <a:pt x="33832" y="93067"/>
                    <a:pt x="33133" y="93067"/>
                  </a:cubicBezTo>
                  <a:cubicBezTo>
                    <a:pt x="33133" y="93067"/>
                    <a:pt x="33133" y="93067"/>
                    <a:pt x="31969" y="93366"/>
                  </a:cubicBezTo>
                  <a:cubicBezTo>
                    <a:pt x="31969" y="93366"/>
                    <a:pt x="31969" y="93366"/>
                    <a:pt x="31270" y="93366"/>
                  </a:cubicBezTo>
                  <a:cubicBezTo>
                    <a:pt x="31270" y="93366"/>
                    <a:pt x="31270" y="93366"/>
                    <a:pt x="30106" y="93067"/>
                  </a:cubicBezTo>
                  <a:cubicBezTo>
                    <a:pt x="30106" y="93067"/>
                    <a:pt x="30106" y="93067"/>
                    <a:pt x="29640" y="92468"/>
                  </a:cubicBezTo>
                  <a:cubicBezTo>
                    <a:pt x="29640" y="92468"/>
                    <a:pt x="29640" y="92468"/>
                    <a:pt x="30804" y="90972"/>
                  </a:cubicBezTo>
                  <a:cubicBezTo>
                    <a:pt x="30804" y="90972"/>
                    <a:pt x="30804" y="90972"/>
                    <a:pt x="29640" y="91271"/>
                  </a:cubicBezTo>
                  <a:cubicBezTo>
                    <a:pt x="29640" y="91271"/>
                    <a:pt x="29640" y="91271"/>
                    <a:pt x="28941" y="92169"/>
                  </a:cubicBezTo>
                  <a:cubicBezTo>
                    <a:pt x="28941" y="92169"/>
                    <a:pt x="28941" y="92169"/>
                    <a:pt x="28475" y="94264"/>
                  </a:cubicBezTo>
                  <a:cubicBezTo>
                    <a:pt x="28475" y="94264"/>
                    <a:pt x="28475" y="94264"/>
                    <a:pt x="27777" y="95162"/>
                  </a:cubicBezTo>
                  <a:cubicBezTo>
                    <a:pt x="27777" y="95162"/>
                    <a:pt x="27777" y="95162"/>
                    <a:pt x="27544" y="94264"/>
                  </a:cubicBezTo>
                  <a:cubicBezTo>
                    <a:pt x="27544" y="94264"/>
                    <a:pt x="27544" y="94264"/>
                    <a:pt x="26845" y="93067"/>
                  </a:cubicBezTo>
                  <a:cubicBezTo>
                    <a:pt x="26845" y="93067"/>
                    <a:pt x="26845" y="93067"/>
                    <a:pt x="25681" y="91571"/>
                  </a:cubicBezTo>
                  <a:cubicBezTo>
                    <a:pt x="25681" y="91571"/>
                    <a:pt x="25681" y="91571"/>
                    <a:pt x="23818" y="90074"/>
                  </a:cubicBezTo>
                  <a:cubicBezTo>
                    <a:pt x="23818" y="90074"/>
                    <a:pt x="23818" y="90074"/>
                    <a:pt x="23352" y="90074"/>
                  </a:cubicBezTo>
                  <a:cubicBezTo>
                    <a:pt x="23352" y="90074"/>
                    <a:pt x="23352" y="90074"/>
                    <a:pt x="21722" y="91571"/>
                  </a:cubicBezTo>
                  <a:cubicBezTo>
                    <a:pt x="21722" y="91571"/>
                    <a:pt x="21722" y="91571"/>
                    <a:pt x="20790" y="91571"/>
                  </a:cubicBezTo>
                  <a:cubicBezTo>
                    <a:pt x="20790" y="91571"/>
                    <a:pt x="20790" y="91571"/>
                    <a:pt x="19393" y="91571"/>
                  </a:cubicBezTo>
                  <a:cubicBezTo>
                    <a:pt x="19393" y="91571"/>
                    <a:pt x="19393" y="91571"/>
                    <a:pt x="19626" y="87680"/>
                  </a:cubicBezTo>
                  <a:cubicBezTo>
                    <a:pt x="19626" y="87680"/>
                    <a:pt x="19626" y="87680"/>
                    <a:pt x="19859" y="86483"/>
                  </a:cubicBezTo>
                  <a:cubicBezTo>
                    <a:pt x="19859" y="86483"/>
                    <a:pt x="19859" y="86483"/>
                    <a:pt x="20557" y="85286"/>
                  </a:cubicBezTo>
                  <a:cubicBezTo>
                    <a:pt x="20557" y="85286"/>
                    <a:pt x="20557" y="85286"/>
                    <a:pt x="20557" y="83790"/>
                  </a:cubicBezTo>
                  <a:cubicBezTo>
                    <a:pt x="20557" y="83790"/>
                    <a:pt x="20557" y="83790"/>
                    <a:pt x="20324" y="81396"/>
                  </a:cubicBezTo>
                  <a:cubicBezTo>
                    <a:pt x="20324" y="81396"/>
                    <a:pt x="20324" y="81396"/>
                    <a:pt x="19859" y="79002"/>
                  </a:cubicBezTo>
                  <a:cubicBezTo>
                    <a:pt x="19859" y="79002"/>
                    <a:pt x="19859" y="79002"/>
                    <a:pt x="19393" y="79600"/>
                  </a:cubicBezTo>
                  <a:cubicBezTo>
                    <a:pt x="19393" y="79600"/>
                    <a:pt x="19393" y="79600"/>
                    <a:pt x="18461" y="80798"/>
                  </a:cubicBezTo>
                  <a:cubicBezTo>
                    <a:pt x="18461" y="80798"/>
                    <a:pt x="18461" y="80798"/>
                    <a:pt x="17763" y="81396"/>
                  </a:cubicBezTo>
                  <a:cubicBezTo>
                    <a:pt x="17763" y="81396"/>
                    <a:pt x="17763" y="81396"/>
                    <a:pt x="17064" y="81396"/>
                  </a:cubicBezTo>
                  <a:cubicBezTo>
                    <a:pt x="17064" y="81396"/>
                    <a:pt x="17064" y="81396"/>
                    <a:pt x="16365" y="80498"/>
                  </a:cubicBezTo>
                  <a:cubicBezTo>
                    <a:pt x="16365" y="80498"/>
                    <a:pt x="16365" y="80498"/>
                    <a:pt x="15900" y="80498"/>
                  </a:cubicBezTo>
                  <a:cubicBezTo>
                    <a:pt x="15900" y="80498"/>
                    <a:pt x="15900" y="80498"/>
                    <a:pt x="14968" y="79900"/>
                  </a:cubicBezTo>
                  <a:cubicBezTo>
                    <a:pt x="14968" y="79900"/>
                    <a:pt x="14968" y="79900"/>
                    <a:pt x="14269" y="79002"/>
                  </a:cubicBezTo>
                  <a:cubicBezTo>
                    <a:pt x="14269" y="79002"/>
                    <a:pt x="14269" y="79002"/>
                    <a:pt x="13571" y="78404"/>
                  </a:cubicBezTo>
                  <a:cubicBezTo>
                    <a:pt x="13571" y="78404"/>
                    <a:pt x="13571" y="78404"/>
                    <a:pt x="12872" y="77506"/>
                  </a:cubicBezTo>
                  <a:cubicBezTo>
                    <a:pt x="12872" y="77506"/>
                    <a:pt x="12872" y="77506"/>
                    <a:pt x="12639" y="76608"/>
                  </a:cubicBezTo>
                  <a:cubicBezTo>
                    <a:pt x="12639" y="76608"/>
                    <a:pt x="12639" y="76608"/>
                    <a:pt x="12406" y="74513"/>
                  </a:cubicBezTo>
                  <a:cubicBezTo>
                    <a:pt x="12406" y="74513"/>
                    <a:pt x="12406" y="74513"/>
                    <a:pt x="13338" y="73616"/>
                  </a:cubicBezTo>
                  <a:cubicBezTo>
                    <a:pt x="13338" y="73616"/>
                    <a:pt x="13338" y="73616"/>
                    <a:pt x="14269" y="73616"/>
                  </a:cubicBezTo>
                  <a:cubicBezTo>
                    <a:pt x="14269" y="73616"/>
                    <a:pt x="14269" y="73616"/>
                    <a:pt x="15434" y="73616"/>
                  </a:cubicBezTo>
                  <a:cubicBezTo>
                    <a:pt x="15434" y="73616"/>
                    <a:pt x="15434" y="73616"/>
                    <a:pt x="16598" y="74513"/>
                  </a:cubicBezTo>
                  <a:cubicBezTo>
                    <a:pt x="16598" y="74513"/>
                    <a:pt x="16598" y="74513"/>
                    <a:pt x="17064" y="73017"/>
                  </a:cubicBezTo>
                  <a:cubicBezTo>
                    <a:pt x="17064" y="73017"/>
                    <a:pt x="17064" y="73017"/>
                    <a:pt x="16365" y="72119"/>
                  </a:cubicBezTo>
                  <a:cubicBezTo>
                    <a:pt x="16365" y="72119"/>
                    <a:pt x="16365" y="72119"/>
                    <a:pt x="16132" y="72119"/>
                  </a:cubicBezTo>
                  <a:cubicBezTo>
                    <a:pt x="16132" y="72119"/>
                    <a:pt x="16132" y="72119"/>
                    <a:pt x="14968" y="72119"/>
                  </a:cubicBezTo>
                  <a:cubicBezTo>
                    <a:pt x="14968" y="72119"/>
                    <a:pt x="14968" y="72119"/>
                    <a:pt x="14269" y="72119"/>
                  </a:cubicBezTo>
                  <a:cubicBezTo>
                    <a:pt x="14269" y="72119"/>
                    <a:pt x="14269" y="72119"/>
                    <a:pt x="12872" y="70922"/>
                  </a:cubicBezTo>
                  <a:cubicBezTo>
                    <a:pt x="12872" y="70922"/>
                    <a:pt x="12872" y="70922"/>
                    <a:pt x="12406" y="69725"/>
                  </a:cubicBezTo>
                  <a:cubicBezTo>
                    <a:pt x="12406" y="69725"/>
                    <a:pt x="12406" y="69725"/>
                    <a:pt x="11941" y="68229"/>
                  </a:cubicBezTo>
                  <a:cubicBezTo>
                    <a:pt x="11941" y="68229"/>
                    <a:pt x="11941" y="68229"/>
                    <a:pt x="11475" y="66733"/>
                  </a:cubicBezTo>
                  <a:cubicBezTo>
                    <a:pt x="11475" y="66733"/>
                    <a:pt x="11475" y="66733"/>
                    <a:pt x="11475" y="66134"/>
                  </a:cubicBezTo>
                  <a:cubicBezTo>
                    <a:pt x="11475" y="66134"/>
                    <a:pt x="11475" y="66134"/>
                    <a:pt x="11941" y="65536"/>
                  </a:cubicBezTo>
                  <a:cubicBezTo>
                    <a:pt x="11941" y="65536"/>
                    <a:pt x="11941" y="65536"/>
                    <a:pt x="12639" y="64039"/>
                  </a:cubicBezTo>
                  <a:cubicBezTo>
                    <a:pt x="12639" y="64039"/>
                    <a:pt x="12639" y="64039"/>
                    <a:pt x="13804" y="62244"/>
                  </a:cubicBezTo>
                  <a:cubicBezTo>
                    <a:pt x="13804" y="62244"/>
                    <a:pt x="13804" y="62244"/>
                    <a:pt x="15201" y="61047"/>
                  </a:cubicBezTo>
                  <a:cubicBezTo>
                    <a:pt x="15201" y="61047"/>
                    <a:pt x="15201" y="61047"/>
                    <a:pt x="16132" y="59551"/>
                  </a:cubicBezTo>
                  <a:cubicBezTo>
                    <a:pt x="16132" y="59551"/>
                    <a:pt x="16132" y="59551"/>
                    <a:pt x="16365" y="58054"/>
                  </a:cubicBezTo>
                  <a:cubicBezTo>
                    <a:pt x="16365" y="58054"/>
                    <a:pt x="16365" y="58054"/>
                    <a:pt x="17530" y="56558"/>
                  </a:cubicBezTo>
                  <a:cubicBezTo>
                    <a:pt x="17530" y="56558"/>
                    <a:pt x="17530" y="56558"/>
                    <a:pt x="18461" y="56259"/>
                  </a:cubicBezTo>
                  <a:cubicBezTo>
                    <a:pt x="18461" y="56259"/>
                    <a:pt x="18461" y="56259"/>
                    <a:pt x="19160" y="56857"/>
                  </a:cubicBezTo>
                  <a:cubicBezTo>
                    <a:pt x="19160" y="56857"/>
                    <a:pt x="19160" y="56857"/>
                    <a:pt x="19859" y="58054"/>
                  </a:cubicBezTo>
                  <a:cubicBezTo>
                    <a:pt x="19859" y="58054"/>
                    <a:pt x="19859" y="58054"/>
                    <a:pt x="20324" y="58054"/>
                  </a:cubicBezTo>
                  <a:cubicBezTo>
                    <a:pt x="20324" y="58054"/>
                    <a:pt x="20324" y="58054"/>
                    <a:pt x="21256" y="58054"/>
                  </a:cubicBezTo>
                  <a:cubicBezTo>
                    <a:pt x="21256" y="58054"/>
                    <a:pt x="21256" y="58054"/>
                    <a:pt x="21722" y="58054"/>
                  </a:cubicBezTo>
                  <a:cubicBezTo>
                    <a:pt x="21722" y="58054"/>
                    <a:pt x="21722" y="58054"/>
                    <a:pt x="22420" y="56857"/>
                  </a:cubicBezTo>
                  <a:cubicBezTo>
                    <a:pt x="22420" y="56857"/>
                    <a:pt x="22420" y="56857"/>
                    <a:pt x="23119" y="56857"/>
                  </a:cubicBezTo>
                  <a:cubicBezTo>
                    <a:pt x="23119" y="56857"/>
                    <a:pt x="23119" y="56857"/>
                    <a:pt x="23352" y="56259"/>
                  </a:cubicBezTo>
                  <a:cubicBezTo>
                    <a:pt x="23352" y="56259"/>
                    <a:pt x="23352" y="56259"/>
                    <a:pt x="23818" y="55361"/>
                  </a:cubicBezTo>
                  <a:cubicBezTo>
                    <a:pt x="23818" y="55361"/>
                    <a:pt x="23818" y="55361"/>
                    <a:pt x="24050" y="56259"/>
                  </a:cubicBezTo>
                  <a:cubicBezTo>
                    <a:pt x="24050" y="56259"/>
                    <a:pt x="24050" y="56259"/>
                    <a:pt x="24749" y="56259"/>
                  </a:cubicBezTo>
                  <a:cubicBezTo>
                    <a:pt x="24749" y="56259"/>
                    <a:pt x="24749" y="56259"/>
                    <a:pt x="25215" y="56259"/>
                  </a:cubicBezTo>
                  <a:cubicBezTo>
                    <a:pt x="25215" y="56259"/>
                    <a:pt x="25215" y="56259"/>
                    <a:pt x="26147" y="56259"/>
                  </a:cubicBezTo>
                  <a:cubicBezTo>
                    <a:pt x="26147" y="56259"/>
                    <a:pt x="26147" y="56259"/>
                    <a:pt x="26845" y="55361"/>
                  </a:cubicBezTo>
                  <a:cubicBezTo>
                    <a:pt x="26845" y="55361"/>
                    <a:pt x="26845" y="55361"/>
                    <a:pt x="27544" y="55361"/>
                  </a:cubicBezTo>
                  <a:cubicBezTo>
                    <a:pt x="27544" y="55361"/>
                    <a:pt x="27544" y="55361"/>
                    <a:pt x="27777" y="53266"/>
                  </a:cubicBezTo>
                  <a:cubicBezTo>
                    <a:pt x="27777" y="53266"/>
                    <a:pt x="27777" y="53266"/>
                    <a:pt x="27311" y="51770"/>
                  </a:cubicBezTo>
                  <a:cubicBezTo>
                    <a:pt x="27311" y="51770"/>
                    <a:pt x="27311" y="51770"/>
                    <a:pt x="26845" y="49376"/>
                  </a:cubicBezTo>
                  <a:cubicBezTo>
                    <a:pt x="26845" y="49376"/>
                    <a:pt x="26845" y="49376"/>
                    <a:pt x="27777" y="49376"/>
                  </a:cubicBezTo>
                  <a:cubicBezTo>
                    <a:pt x="27777" y="49376"/>
                    <a:pt x="27777" y="49376"/>
                    <a:pt x="28708" y="48179"/>
                  </a:cubicBezTo>
                  <a:cubicBezTo>
                    <a:pt x="28708" y="48179"/>
                    <a:pt x="28708" y="48179"/>
                    <a:pt x="28475" y="46383"/>
                  </a:cubicBezTo>
                  <a:cubicBezTo>
                    <a:pt x="28475" y="46383"/>
                    <a:pt x="28475" y="46383"/>
                    <a:pt x="27078" y="46084"/>
                  </a:cubicBezTo>
                  <a:cubicBezTo>
                    <a:pt x="27078" y="46084"/>
                    <a:pt x="27078" y="46084"/>
                    <a:pt x="26379" y="46084"/>
                  </a:cubicBezTo>
                  <a:cubicBezTo>
                    <a:pt x="26379" y="46084"/>
                    <a:pt x="26379" y="46084"/>
                    <a:pt x="25681" y="46383"/>
                  </a:cubicBezTo>
                  <a:cubicBezTo>
                    <a:pt x="25681" y="46383"/>
                    <a:pt x="25681" y="46383"/>
                    <a:pt x="24982" y="46982"/>
                  </a:cubicBezTo>
                  <a:cubicBezTo>
                    <a:pt x="24982" y="46982"/>
                    <a:pt x="24982" y="46982"/>
                    <a:pt x="24516" y="48179"/>
                  </a:cubicBezTo>
                  <a:cubicBezTo>
                    <a:pt x="24516" y="48179"/>
                    <a:pt x="24516" y="48179"/>
                    <a:pt x="23818" y="48179"/>
                  </a:cubicBezTo>
                  <a:cubicBezTo>
                    <a:pt x="23818" y="48179"/>
                    <a:pt x="23818" y="48179"/>
                    <a:pt x="23119" y="46383"/>
                  </a:cubicBezTo>
                  <a:cubicBezTo>
                    <a:pt x="23119" y="46383"/>
                    <a:pt x="23119" y="46383"/>
                    <a:pt x="21256" y="46383"/>
                  </a:cubicBezTo>
                  <a:cubicBezTo>
                    <a:pt x="21256" y="46383"/>
                    <a:pt x="21256" y="46383"/>
                    <a:pt x="19160" y="46383"/>
                  </a:cubicBezTo>
                  <a:cubicBezTo>
                    <a:pt x="19160" y="46383"/>
                    <a:pt x="19160" y="46383"/>
                    <a:pt x="17530" y="45785"/>
                  </a:cubicBezTo>
                  <a:cubicBezTo>
                    <a:pt x="17530" y="45785"/>
                    <a:pt x="17530" y="45785"/>
                    <a:pt x="15900" y="44887"/>
                  </a:cubicBezTo>
                  <a:cubicBezTo>
                    <a:pt x="15900" y="44887"/>
                    <a:pt x="15900" y="44887"/>
                    <a:pt x="14968" y="43391"/>
                  </a:cubicBezTo>
                  <a:cubicBezTo>
                    <a:pt x="14968" y="43391"/>
                    <a:pt x="14968" y="43391"/>
                    <a:pt x="14735" y="40399"/>
                  </a:cubicBezTo>
                  <a:cubicBezTo>
                    <a:pt x="14735" y="40399"/>
                    <a:pt x="14735" y="40399"/>
                    <a:pt x="15900" y="39800"/>
                  </a:cubicBezTo>
                  <a:cubicBezTo>
                    <a:pt x="15900" y="39800"/>
                    <a:pt x="15900" y="39800"/>
                    <a:pt x="16598" y="39201"/>
                  </a:cubicBezTo>
                  <a:cubicBezTo>
                    <a:pt x="16598" y="39201"/>
                    <a:pt x="16598" y="39201"/>
                    <a:pt x="14968" y="38304"/>
                  </a:cubicBezTo>
                  <a:cubicBezTo>
                    <a:pt x="14968" y="38304"/>
                    <a:pt x="14968" y="38304"/>
                    <a:pt x="14036" y="37406"/>
                  </a:cubicBezTo>
                  <a:cubicBezTo>
                    <a:pt x="14036" y="37406"/>
                    <a:pt x="14036" y="37406"/>
                    <a:pt x="12872" y="36209"/>
                  </a:cubicBezTo>
                  <a:cubicBezTo>
                    <a:pt x="12872" y="36209"/>
                    <a:pt x="12872" y="36209"/>
                    <a:pt x="12639" y="35610"/>
                  </a:cubicBezTo>
                  <a:cubicBezTo>
                    <a:pt x="12639" y="35610"/>
                    <a:pt x="12639" y="35610"/>
                    <a:pt x="13571" y="34713"/>
                  </a:cubicBezTo>
                  <a:cubicBezTo>
                    <a:pt x="13571" y="34713"/>
                    <a:pt x="13571" y="34713"/>
                    <a:pt x="14269" y="34713"/>
                  </a:cubicBezTo>
                  <a:cubicBezTo>
                    <a:pt x="14269" y="34713"/>
                    <a:pt x="14269" y="34713"/>
                    <a:pt x="15667" y="34413"/>
                  </a:cubicBezTo>
                  <a:cubicBezTo>
                    <a:pt x="15667" y="34413"/>
                    <a:pt x="15667" y="34413"/>
                    <a:pt x="17530" y="32917"/>
                  </a:cubicBezTo>
                  <a:cubicBezTo>
                    <a:pt x="17530" y="32917"/>
                    <a:pt x="17530" y="32917"/>
                    <a:pt x="17763" y="33516"/>
                  </a:cubicBezTo>
                  <a:cubicBezTo>
                    <a:pt x="17763" y="33516"/>
                    <a:pt x="17763" y="33516"/>
                    <a:pt x="18927" y="32917"/>
                  </a:cubicBezTo>
                  <a:cubicBezTo>
                    <a:pt x="18927" y="32917"/>
                    <a:pt x="18927" y="32917"/>
                    <a:pt x="18927" y="32618"/>
                  </a:cubicBezTo>
                  <a:cubicBezTo>
                    <a:pt x="18927" y="32618"/>
                    <a:pt x="18927" y="32618"/>
                    <a:pt x="19626" y="32319"/>
                  </a:cubicBezTo>
                  <a:cubicBezTo>
                    <a:pt x="19626" y="32319"/>
                    <a:pt x="19626" y="32319"/>
                    <a:pt x="21023" y="32019"/>
                  </a:cubicBezTo>
                  <a:cubicBezTo>
                    <a:pt x="21023" y="32019"/>
                    <a:pt x="21023" y="32019"/>
                    <a:pt x="22653" y="32019"/>
                  </a:cubicBezTo>
                  <a:cubicBezTo>
                    <a:pt x="22653" y="32019"/>
                    <a:pt x="22653" y="32019"/>
                    <a:pt x="23352" y="32618"/>
                  </a:cubicBezTo>
                  <a:cubicBezTo>
                    <a:pt x="23352" y="32618"/>
                    <a:pt x="23352" y="32618"/>
                    <a:pt x="22886" y="34114"/>
                  </a:cubicBezTo>
                  <a:cubicBezTo>
                    <a:pt x="22886" y="34114"/>
                    <a:pt x="22886" y="34114"/>
                    <a:pt x="22886" y="34713"/>
                  </a:cubicBezTo>
                  <a:cubicBezTo>
                    <a:pt x="22886" y="34713"/>
                    <a:pt x="22886" y="34713"/>
                    <a:pt x="23585" y="35311"/>
                  </a:cubicBezTo>
                  <a:cubicBezTo>
                    <a:pt x="23585" y="35311"/>
                    <a:pt x="23585" y="35311"/>
                    <a:pt x="24283" y="36209"/>
                  </a:cubicBezTo>
                  <a:cubicBezTo>
                    <a:pt x="24283" y="36209"/>
                    <a:pt x="24283" y="36209"/>
                    <a:pt x="25681" y="36209"/>
                  </a:cubicBezTo>
                  <a:cubicBezTo>
                    <a:pt x="25681" y="36209"/>
                    <a:pt x="25681" y="36209"/>
                    <a:pt x="27544" y="36808"/>
                  </a:cubicBezTo>
                  <a:cubicBezTo>
                    <a:pt x="27544" y="36808"/>
                    <a:pt x="27544" y="36808"/>
                    <a:pt x="28941" y="35910"/>
                  </a:cubicBezTo>
                  <a:cubicBezTo>
                    <a:pt x="28941" y="35910"/>
                    <a:pt x="28941" y="35910"/>
                    <a:pt x="29873" y="34713"/>
                  </a:cubicBezTo>
                  <a:cubicBezTo>
                    <a:pt x="29873" y="34713"/>
                    <a:pt x="29873" y="34713"/>
                    <a:pt x="31037" y="33815"/>
                  </a:cubicBezTo>
                  <a:cubicBezTo>
                    <a:pt x="31037" y="33815"/>
                    <a:pt x="30106" y="33216"/>
                    <a:pt x="29873" y="33216"/>
                  </a:cubicBezTo>
                  <a:cubicBezTo>
                    <a:pt x="29407" y="33216"/>
                    <a:pt x="28941" y="32618"/>
                    <a:pt x="28941" y="32618"/>
                  </a:cubicBezTo>
                  <a:cubicBezTo>
                    <a:pt x="28941" y="32618"/>
                    <a:pt x="28941" y="32618"/>
                    <a:pt x="28243" y="32019"/>
                  </a:cubicBezTo>
                  <a:cubicBezTo>
                    <a:pt x="28243" y="32019"/>
                    <a:pt x="28243" y="32019"/>
                    <a:pt x="28243" y="30822"/>
                  </a:cubicBezTo>
                  <a:cubicBezTo>
                    <a:pt x="28243" y="30822"/>
                    <a:pt x="28243" y="30822"/>
                    <a:pt x="28010" y="29326"/>
                  </a:cubicBezTo>
                  <a:cubicBezTo>
                    <a:pt x="28010" y="29326"/>
                    <a:pt x="28010" y="29326"/>
                    <a:pt x="24516" y="28129"/>
                  </a:cubicBezTo>
                  <a:cubicBezTo>
                    <a:pt x="24516" y="28129"/>
                    <a:pt x="24516" y="28129"/>
                    <a:pt x="24516" y="23640"/>
                  </a:cubicBezTo>
                  <a:cubicBezTo>
                    <a:pt x="24516" y="23640"/>
                    <a:pt x="24516" y="23640"/>
                    <a:pt x="22886" y="21546"/>
                  </a:cubicBezTo>
                  <a:cubicBezTo>
                    <a:pt x="22886" y="21546"/>
                    <a:pt x="22886" y="21546"/>
                    <a:pt x="19626" y="17057"/>
                  </a:cubicBezTo>
                  <a:cubicBezTo>
                    <a:pt x="19626" y="17057"/>
                    <a:pt x="19626" y="17057"/>
                    <a:pt x="20091" y="17057"/>
                  </a:cubicBezTo>
                  <a:cubicBezTo>
                    <a:pt x="20091" y="17057"/>
                    <a:pt x="20091" y="17057"/>
                    <a:pt x="20091" y="16159"/>
                  </a:cubicBezTo>
                  <a:cubicBezTo>
                    <a:pt x="20091" y="16159"/>
                    <a:pt x="20091" y="16159"/>
                    <a:pt x="21256" y="16159"/>
                  </a:cubicBezTo>
                  <a:cubicBezTo>
                    <a:pt x="21256" y="16159"/>
                    <a:pt x="21256" y="16159"/>
                    <a:pt x="21256" y="14962"/>
                  </a:cubicBezTo>
                  <a:cubicBezTo>
                    <a:pt x="21256" y="14962"/>
                    <a:pt x="21256" y="14962"/>
                    <a:pt x="21489" y="13466"/>
                  </a:cubicBezTo>
                  <a:cubicBezTo>
                    <a:pt x="21489" y="13466"/>
                    <a:pt x="21489" y="13466"/>
                    <a:pt x="22187" y="13466"/>
                  </a:cubicBezTo>
                  <a:cubicBezTo>
                    <a:pt x="22187" y="13466"/>
                    <a:pt x="22187" y="13466"/>
                    <a:pt x="22886" y="14064"/>
                  </a:cubicBezTo>
                  <a:cubicBezTo>
                    <a:pt x="22886" y="14064"/>
                    <a:pt x="22886" y="14064"/>
                    <a:pt x="24050" y="14064"/>
                  </a:cubicBezTo>
                  <a:cubicBezTo>
                    <a:pt x="24050" y="14064"/>
                    <a:pt x="24050" y="14064"/>
                    <a:pt x="24516" y="14064"/>
                  </a:cubicBezTo>
                  <a:cubicBezTo>
                    <a:pt x="24516" y="14064"/>
                    <a:pt x="24516" y="14064"/>
                    <a:pt x="25681" y="14064"/>
                  </a:cubicBezTo>
                  <a:cubicBezTo>
                    <a:pt x="25681" y="14064"/>
                    <a:pt x="25681" y="14064"/>
                    <a:pt x="27777" y="13166"/>
                  </a:cubicBezTo>
                  <a:cubicBezTo>
                    <a:pt x="27777" y="13166"/>
                    <a:pt x="27777" y="13166"/>
                    <a:pt x="28475" y="12269"/>
                  </a:cubicBezTo>
                  <a:cubicBezTo>
                    <a:pt x="28475" y="12269"/>
                    <a:pt x="28475" y="12269"/>
                    <a:pt x="29174" y="10773"/>
                  </a:cubicBezTo>
                  <a:cubicBezTo>
                    <a:pt x="29174" y="10773"/>
                    <a:pt x="29174" y="10773"/>
                    <a:pt x="29174" y="8379"/>
                  </a:cubicBezTo>
                  <a:cubicBezTo>
                    <a:pt x="29174" y="8379"/>
                    <a:pt x="29174" y="8379"/>
                    <a:pt x="29873" y="8379"/>
                  </a:cubicBezTo>
                  <a:cubicBezTo>
                    <a:pt x="29873" y="8379"/>
                    <a:pt x="29873" y="8379"/>
                    <a:pt x="30571" y="7481"/>
                  </a:cubicBezTo>
                  <a:cubicBezTo>
                    <a:pt x="30571" y="7481"/>
                    <a:pt x="30571" y="7481"/>
                    <a:pt x="31969" y="5984"/>
                  </a:cubicBezTo>
                  <a:cubicBezTo>
                    <a:pt x="31969" y="5984"/>
                    <a:pt x="31969" y="5984"/>
                    <a:pt x="34530" y="5386"/>
                  </a:cubicBezTo>
                  <a:cubicBezTo>
                    <a:pt x="34530" y="5386"/>
                    <a:pt x="34530" y="5386"/>
                    <a:pt x="35462" y="3890"/>
                  </a:cubicBezTo>
                  <a:cubicBezTo>
                    <a:pt x="35462" y="3890"/>
                    <a:pt x="35462" y="3890"/>
                    <a:pt x="36393" y="3291"/>
                  </a:cubicBezTo>
                  <a:cubicBezTo>
                    <a:pt x="36393" y="3291"/>
                    <a:pt x="36393" y="3291"/>
                    <a:pt x="37092" y="2393"/>
                  </a:cubicBezTo>
                  <a:cubicBezTo>
                    <a:pt x="37092" y="2393"/>
                    <a:pt x="37092" y="2393"/>
                    <a:pt x="40818" y="2693"/>
                  </a:cubicBezTo>
                  <a:cubicBezTo>
                    <a:pt x="40818" y="2693"/>
                    <a:pt x="40818" y="2693"/>
                    <a:pt x="41284" y="1197"/>
                  </a:cubicBezTo>
                  <a:cubicBezTo>
                    <a:pt x="41284" y="1197"/>
                    <a:pt x="41284" y="1197"/>
                    <a:pt x="43147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  <p:sp>
          <p:nvSpPr>
            <p:cNvPr id="10773" name="Shape 10773"/>
            <p:cNvSpPr/>
            <p:nvPr/>
          </p:nvSpPr>
          <p:spPr>
            <a:xfrm>
              <a:off x="5957637" y="3282926"/>
              <a:ext cx="448593" cy="28501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419" y="71716"/>
                  </a:moveTo>
                  <a:cubicBezTo>
                    <a:pt x="96188" y="71716"/>
                    <a:pt x="96188" y="71716"/>
                    <a:pt x="96188" y="71716"/>
                  </a:cubicBezTo>
                  <a:cubicBezTo>
                    <a:pt x="97724" y="71716"/>
                    <a:pt x="97724" y="71716"/>
                    <a:pt x="97724" y="71716"/>
                  </a:cubicBezTo>
                  <a:cubicBezTo>
                    <a:pt x="100028" y="74100"/>
                    <a:pt x="100028" y="74100"/>
                    <a:pt x="100028" y="74100"/>
                  </a:cubicBezTo>
                  <a:cubicBezTo>
                    <a:pt x="101948" y="77080"/>
                    <a:pt x="101948" y="77080"/>
                    <a:pt x="101948" y="77080"/>
                  </a:cubicBezTo>
                  <a:cubicBezTo>
                    <a:pt x="101948" y="77080"/>
                    <a:pt x="103101" y="77677"/>
                    <a:pt x="103485" y="77677"/>
                  </a:cubicBezTo>
                  <a:cubicBezTo>
                    <a:pt x="103869" y="77677"/>
                    <a:pt x="104253" y="77677"/>
                    <a:pt x="104637" y="77677"/>
                  </a:cubicBezTo>
                  <a:cubicBezTo>
                    <a:pt x="105021" y="77677"/>
                    <a:pt x="106557" y="77677"/>
                    <a:pt x="106557" y="77677"/>
                  </a:cubicBezTo>
                  <a:cubicBezTo>
                    <a:pt x="110398" y="80061"/>
                    <a:pt x="110398" y="80061"/>
                    <a:pt x="110398" y="80061"/>
                  </a:cubicBezTo>
                  <a:cubicBezTo>
                    <a:pt x="112702" y="83042"/>
                    <a:pt x="112702" y="83042"/>
                    <a:pt x="112702" y="83042"/>
                  </a:cubicBezTo>
                  <a:cubicBezTo>
                    <a:pt x="112702" y="85426"/>
                    <a:pt x="112702" y="85426"/>
                    <a:pt x="112702" y="85426"/>
                  </a:cubicBezTo>
                  <a:cubicBezTo>
                    <a:pt x="113470" y="90791"/>
                    <a:pt x="113470" y="90791"/>
                    <a:pt x="113470" y="90791"/>
                  </a:cubicBezTo>
                  <a:cubicBezTo>
                    <a:pt x="114623" y="90791"/>
                    <a:pt x="114623" y="90791"/>
                    <a:pt x="114623" y="90791"/>
                  </a:cubicBezTo>
                  <a:cubicBezTo>
                    <a:pt x="115391" y="90791"/>
                    <a:pt x="115391" y="90791"/>
                    <a:pt x="115391" y="90791"/>
                  </a:cubicBezTo>
                  <a:cubicBezTo>
                    <a:pt x="115391" y="94367"/>
                    <a:pt x="115391" y="94367"/>
                    <a:pt x="115391" y="94367"/>
                  </a:cubicBezTo>
                  <a:cubicBezTo>
                    <a:pt x="116543" y="94367"/>
                    <a:pt x="116543" y="94367"/>
                    <a:pt x="116543" y="94367"/>
                  </a:cubicBezTo>
                  <a:cubicBezTo>
                    <a:pt x="118079" y="96752"/>
                    <a:pt x="118079" y="96752"/>
                    <a:pt x="118079" y="96752"/>
                  </a:cubicBezTo>
                  <a:cubicBezTo>
                    <a:pt x="120000" y="96752"/>
                    <a:pt x="120000" y="96752"/>
                    <a:pt x="120000" y="96752"/>
                  </a:cubicBezTo>
                  <a:cubicBezTo>
                    <a:pt x="118079" y="100924"/>
                    <a:pt x="118079" y="100924"/>
                    <a:pt x="118079" y="100924"/>
                  </a:cubicBezTo>
                  <a:cubicBezTo>
                    <a:pt x="116543" y="102117"/>
                    <a:pt x="116543" y="102117"/>
                    <a:pt x="116543" y="102117"/>
                  </a:cubicBezTo>
                  <a:cubicBezTo>
                    <a:pt x="114623" y="107482"/>
                    <a:pt x="114623" y="107482"/>
                    <a:pt x="114623" y="107482"/>
                  </a:cubicBezTo>
                  <a:cubicBezTo>
                    <a:pt x="112318" y="108674"/>
                    <a:pt x="112318" y="108674"/>
                    <a:pt x="112318" y="108674"/>
                  </a:cubicBezTo>
                  <a:cubicBezTo>
                    <a:pt x="107709" y="108674"/>
                    <a:pt x="107709" y="108674"/>
                    <a:pt x="107709" y="108674"/>
                  </a:cubicBezTo>
                  <a:cubicBezTo>
                    <a:pt x="106941" y="110462"/>
                    <a:pt x="106941" y="110462"/>
                    <a:pt x="106941" y="110462"/>
                  </a:cubicBezTo>
                  <a:cubicBezTo>
                    <a:pt x="103869" y="110462"/>
                    <a:pt x="103869" y="110462"/>
                    <a:pt x="103869" y="110462"/>
                  </a:cubicBezTo>
                  <a:cubicBezTo>
                    <a:pt x="103101" y="114635"/>
                    <a:pt x="103101" y="114635"/>
                    <a:pt x="103101" y="114635"/>
                  </a:cubicBezTo>
                  <a:cubicBezTo>
                    <a:pt x="102717" y="117615"/>
                    <a:pt x="102717" y="117615"/>
                    <a:pt x="102717" y="117615"/>
                  </a:cubicBezTo>
                  <a:cubicBezTo>
                    <a:pt x="101948" y="118808"/>
                    <a:pt x="101948" y="118808"/>
                    <a:pt x="101948" y="118808"/>
                  </a:cubicBezTo>
                  <a:cubicBezTo>
                    <a:pt x="101180" y="120000"/>
                    <a:pt x="101180" y="120000"/>
                    <a:pt x="101180" y="120000"/>
                  </a:cubicBezTo>
                  <a:cubicBezTo>
                    <a:pt x="100028" y="120000"/>
                    <a:pt x="100028" y="120000"/>
                    <a:pt x="100028" y="120000"/>
                  </a:cubicBezTo>
                  <a:cubicBezTo>
                    <a:pt x="98876" y="117019"/>
                    <a:pt x="98876" y="117019"/>
                    <a:pt x="98876" y="117019"/>
                  </a:cubicBezTo>
                  <a:cubicBezTo>
                    <a:pt x="96188" y="115231"/>
                    <a:pt x="96188" y="115231"/>
                    <a:pt x="96188" y="115231"/>
                  </a:cubicBezTo>
                  <a:cubicBezTo>
                    <a:pt x="94651" y="112846"/>
                    <a:pt x="94651" y="112846"/>
                    <a:pt x="94651" y="112846"/>
                  </a:cubicBezTo>
                  <a:cubicBezTo>
                    <a:pt x="94651" y="111654"/>
                    <a:pt x="94651" y="111654"/>
                    <a:pt x="94651" y="111654"/>
                  </a:cubicBezTo>
                  <a:cubicBezTo>
                    <a:pt x="94651" y="109866"/>
                    <a:pt x="94651" y="109866"/>
                    <a:pt x="94651" y="109866"/>
                  </a:cubicBezTo>
                  <a:cubicBezTo>
                    <a:pt x="94651" y="107482"/>
                    <a:pt x="94651" y="107482"/>
                    <a:pt x="94651" y="107482"/>
                  </a:cubicBezTo>
                  <a:cubicBezTo>
                    <a:pt x="94651" y="106289"/>
                    <a:pt x="94651" y="106289"/>
                    <a:pt x="94651" y="106289"/>
                  </a:cubicBezTo>
                  <a:cubicBezTo>
                    <a:pt x="94651" y="101521"/>
                    <a:pt x="94651" y="101521"/>
                    <a:pt x="94651" y="101521"/>
                  </a:cubicBezTo>
                  <a:cubicBezTo>
                    <a:pt x="94651" y="100328"/>
                    <a:pt x="94651" y="100328"/>
                    <a:pt x="94651" y="100328"/>
                  </a:cubicBezTo>
                  <a:cubicBezTo>
                    <a:pt x="94651" y="97348"/>
                    <a:pt x="94651" y="97348"/>
                    <a:pt x="94651" y="97348"/>
                  </a:cubicBezTo>
                  <a:cubicBezTo>
                    <a:pt x="92731" y="93175"/>
                    <a:pt x="92731" y="93175"/>
                    <a:pt x="92731" y="93175"/>
                  </a:cubicBezTo>
                  <a:cubicBezTo>
                    <a:pt x="91579" y="91387"/>
                    <a:pt x="91579" y="91387"/>
                    <a:pt x="91579" y="91387"/>
                  </a:cubicBezTo>
                  <a:cubicBezTo>
                    <a:pt x="91579" y="89598"/>
                    <a:pt x="91579" y="89598"/>
                    <a:pt x="91579" y="89598"/>
                  </a:cubicBezTo>
                  <a:cubicBezTo>
                    <a:pt x="91579" y="88406"/>
                    <a:pt x="91579" y="88406"/>
                    <a:pt x="91579" y="88406"/>
                  </a:cubicBezTo>
                  <a:cubicBezTo>
                    <a:pt x="92731" y="86022"/>
                    <a:pt x="92731" y="86022"/>
                    <a:pt x="92731" y="86022"/>
                  </a:cubicBezTo>
                  <a:cubicBezTo>
                    <a:pt x="94651" y="85426"/>
                    <a:pt x="94651" y="85426"/>
                    <a:pt x="94651" y="85426"/>
                  </a:cubicBezTo>
                  <a:cubicBezTo>
                    <a:pt x="96188" y="83042"/>
                    <a:pt x="96188" y="83042"/>
                    <a:pt x="96188" y="83042"/>
                  </a:cubicBezTo>
                  <a:lnTo>
                    <a:pt x="96188" y="80061"/>
                  </a:lnTo>
                  <a:cubicBezTo>
                    <a:pt x="95419" y="74696"/>
                    <a:pt x="95419" y="74696"/>
                    <a:pt x="95419" y="74696"/>
                  </a:cubicBezTo>
                  <a:cubicBezTo>
                    <a:pt x="95419" y="73504"/>
                    <a:pt x="95419" y="73504"/>
                    <a:pt x="95419" y="73504"/>
                  </a:cubicBezTo>
                  <a:cubicBezTo>
                    <a:pt x="95419" y="71716"/>
                    <a:pt x="95419" y="71716"/>
                    <a:pt x="95419" y="71716"/>
                  </a:cubicBezTo>
                  <a:close/>
                  <a:moveTo>
                    <a:pt x="70375" y="46863"/>
                  </a:moveTo>
                  <a:lnTo>
                    <a:pt x="71729" y="46863"/>
                  </a:lnTo>
                  <a:lnTo>
                    <a:pt x="72631" y="46863"/>
                  </a:lnTo>
                  <a:lnTo>
                    <a:pt x="73533" y="48283"/>
                  </a:lnTo>
                  <a:lnTo>
                    <a:pt x="74435" y="50413"/>
                  </a:lnTo>
                  <a:lnTo>
                    <a:pt x="74435" y="52544"/>
                  </a:lnTo>
                  <a:lnTo>
                    <a:pt x="72631" y="53964"/>
                  </a:lnTo>
                  <a:lnTo>
                    <a:pt x="71729" y="52544"/>
                  </a:lnTo>
                  <a:lnTo>
                    <a:pt x="71729" y="50413"/>
                  </a:lnTo>
                  <a:lnTo>
                    <a:pt x="70375" y="48993"/>
                  </a:lnTo>
                  <a:lnTo>
                    <a:pt x="70375" y="48283"/>
                  </a:lnTo>
                  <a:close/>
                  <a:moveTo>
                    <a:pt x="78947" y="43313"/>
                  </a:moveTo>
                  <a:lnTo>
                    <a:pt x="80300" y="43313"/>
                  </a:lnTo>
                  <a:lnTo>
                    <a:pt x="81654" y="45443"/>
                  </a:lnTo>
                  <a:lnTo>
                    <a:pt x="82556" y="46863"/>
                  </a:lnTo>
                  <a:lnTo>
                    <a:pt x="84361" y="48283"/>
                  </a:lnTo>
                  <a:lnTo>
                    <a:pt x="84361" y="46863"/>
                  </a:lnTo>
                  <a:lnTo>
                    <a:pt x="86616" y="46863"/>
                  </a:lnTo>
                  <a:lnTo>
                    <a:pt x="87969" y="46863"/>
                  </a:lnTo>
                  <a:lnTo>
                    <a:pt x="89774" y="48994"/>
                  </a:lnTo>
                  <a:lnTo>
                    <a:pt x="92932" y="52544"/>
                  </a:lnTo>
                  <a:lnTo>
                    <a:pt x="92932" y="56094"/>
                  </a:lnTo>
                  <a:lnTo>
                    <a:pt x="91578" y="58224"/>
                  </a:lnTo>
                  <a:lnTo>
                    <a:pt x="90225" y="58224"/>
                  </a:lnTo>
                  <a:lnTo>
                    <a:pt x="88872" y="58224"/>
                  </a:lnTo>
                  <a:lnTo>
                    <a:pt x="88872" y="58934"/>
                  </a:lnTo>
                  <a:lnTo>
                    <a:pt x="85714" y="58934"/>
                  </a:lnTo>
                  <a:lnTo>
                    <a:pt x="84361" y="58934"/>
                  </a:lnTo>
                  <a:lnTo>
                    <a:pt x="83909" y="58934"/>
                  </a:lnTo>
                  <a:lnTo>
                    <a:pt x="83007" y="56804"/>
                  </a:lnTo>
                  <a:lnTo>
                    <a:pt x="82556" y="53964"/>
                  </a:lnTo>
                  <a:lnTo>
                    <a:pt x="83007" y="51124"/>
                  </a:lnTo>
                  <a:lnTo>
                    <a:pt x="80751" y="51124"/>
                  </a:lnTo>
                  <a:lnTo>
                    <a:pt x="78947" y="50413"/>
                  </a:lnTo>
                  <a:lnTo>
                    <a:pt x="78947" y="48283"/>
                  </a:lnTo>
                  <a:lnTo>
                    <a:pt x="78947" y="46863"/>
                  </a:lnTo>
                  <a:lnTo>
                    <a:pt x="78947" y="44733"/>
                  </a:lnTo>
                  <a:close/>
                  <a:moveTo>
                    <a:pt x="65864" y="37633"/>
                  </a:moveTo>
                  <a:lnTo>
                    <a:pt x="66766" y="37633"/>
                  </a:lnTo>
                  <a:lnTo>
                    <a:pt x="69473" y="37633"/>
                  </a:lnTo>
                  <a:lnTo>
                    <a:pt x="71728" y="37633"/>
                  </a:lnTo>
                  <a:lnTo>
                    <a:pt x="72179" y="40473"/>
                  </a:lnTo>
                  <a:lnTo>
                    <a:pt x="77142" y="40473"/>
                  </a:lnTo>
                  <a:lnTo>
                    <a:pt x="74886" y="42603"/>
                  </a:lnTo>
                  <a:lnTo>
                    <a:pt x="74435" y="43313"/>
                  </a:lnTo>
                  <a:lnTo>
                    <a:pt x="74435" y="41893"/>
                  </a:lnTo>
                  <a:lnTo>
                    <a:pt x="73082" y="41893"/>
                  </a:lnTo>
                  <a:lnTo>
                    <a:pt x="72179" y="41893"/>
                  </a:lnTo>
                  <a:lnTo>
                    <a:pt x="70826" y="41893"/>
                  </a:lnTo>
                  <a:lnTo>
                    <a:pt x="69924" y="41893"/>
                  </a:lnTo>
                  <a:lnTo>
                    <a:pt x="69022" y="41893"/>
                  </a:lnTo>
                  <a:lnTo>
                    <a:pt x="67668" y="41893"/>
                  </a:lnTo>
                  <a:lnTo>
                    <a:pt x="65864" y="41183"/>
                  </a:lnTo>
                  <a:lnTo>
                    <a:pt x="65864" y="40473"/>
                  </a:lnTo>
                  <a:lnTo>
                    <a:pt x="65864" y="39053"/>
                  </a:lnTo>
                  <a:close/>
                  <a:moveTo>
                    <a:pt x="47819" y="20591"/>
                  </a:moveTo>
                  <a:lnTo>
                    <a:pt x="49623" y="20591"/>
                  </a:lnTo>
                  <a:lnTo>
                    <a:pt x="50526" y="20591"/>
                  </a:lnTo>
                  <a:lnTo>
                    <a:pt x="51428" y="21301"/>
                  </a:lnTo>
                  <a:lnTo>
                    <a:pt x="51879" y="22721"/>
                  </a:lnTo>
                  <a:lnTo>
                    <a:pt x="53232" y="26272"/>
                  </a:lnTo>
                  <a:lnTo>
                    <a:pt x="54586" y="26272"/>
                  </a:lnTo>
                  <a:lnTo>
                    <a:pt x="55488" y="29822"/>
                  </a:lnTo>
                  <a:lnTo>
                    <a:pt x="55488" y="32662"/>
                  </a:lnTo>
                  <a:lnTo>
                    <a:pt x="55488" y="34793"/>
                  </a:lnTo>
                  <a:lnTo>
                    <a:pt x="54135" y="34793"/>
                  </a:lnTo>
                  <a:lnTo>
                    <a:pt x="52781" y="32662"/>
                  </a:lnTo>
                  <a:lnTo>
                    <a:pt x="51879" y="31242"/>
                  </a:lnTo>
                  <a:lnTo>
                    <a:pt x="49623" y="32662"/>
                  </a:lnTo>
                  <a:lnTo>
                    <a:pt x="47819" y="33372"/>
                  </a:lnTo>
                  <a:lnTo>
                    <a:pt x="46466" y="31952"/>
                  </a:lnTo>
                  <a:lnTo>
                    <a:pt x="45563" y="29822"/>
                  </a:lnTo>
                  <a:lnTo>
                    <a:pt x="43308" y="27692"/>
                  </a:lnTo>
                  <a:lnTo>
                    <a:pt x="43308" y="25562"/>
                  </a:lnTo>
                  <a:lnTo>
                    <a:pt x="43308" y="22721"/>
                  </a:lnTo>
                  <a:lnTo>
                    <a:pt x="44661" y="22721"/>
                  </a:lnTo>
                  <a:lnTo>
                    <a:pt x="46014" y="22721"/>
                  </a:lnTo>
                  <a:lnTo>
                    <a:pt x="46014" y="21301"/>
                  </a:lnTo>
                  <a:close/>
                  <a:moveTo>
                    <a:pt x="3157" y="6390"/>
                  </a:moveTo>
                  <a:lnTo>
                    <a:pt x="3157" y="8520"/>
                  </a:lnTo>
                  <a:lnTo>
                    <a:pt x="3157" y="9941"/>
                  </a:lnTo>
                  <a:lnTo>
                    <a:pt x="2255" y="11361"/>
                  </a:lnTo>
                  <a:lnTo>
                    <a:pt x="1804" y="12781"/>
                  </a:lnTo>
                  <a:lnTo>
                    <a:pt x="1804" y="15621"/>
                  </a:lnTo>
                  <a:lnTo>
                    <a:pt x="0" y="14201"/>
                  </a:lnTo>
                  <a:lnTo>
                    <a:pt x="0" y="12781"/>
                  </a:lnTo>
                  <a:lnTo>
                    <a:pt x="0" y="11361"/>
                  </a:lnTo>
                  <a:lnTo>
                    <a:pt x="1804" y="8520"/>
                  </a:lnTo>
                  <a:close/>
                  <a:moveTo>
                    <a:pt x="14887" y="0"/>
                  </a:moveTo>
                  <a:lnTo>
                    <a:pt x="16240" y="0"/>
                  </a:lnTo>
                  <a:lnTo>
                    <a:pt x="19849" y="0"/>
                  </a:lnTo>
                  <a:lnTo>
                    <a:pt x="21202" y="0"/>
                  </a:lnTo>
                  <a:lnTo>
                    <a:pt x="22556" y="3550"/>
                  </a:lnTo>
                  <a:lnTo>
                    <a:pt x="22556" y="4260"/>
                  </a:lnTo>
                  <a:lnTo>
                    <a:pt x="22556" y="6390"/>
                  </a:lnTo>
                  <a:lnTo>
                    <a:pt x="22105" y="8520"/>
                  </a:lnTo>
                  <a:lnTo>
                    <a:pt x="22105" y="9230"/>
                  </a:lnTo>
                  <a:lnTo>
                    <a:pt x="20751" y="11360"/>
                  </a:lnTo>
                  <a:lnTo>
                    <a:pt x="19849" y="11360"/>
                  </a:lnTo>
                  <a:lnTo>
                    <a:pt x="18496" y="11360"/>
                  </a:lnTo>
                  <a:lnTo>
                    <a:pt x="17593" y="11360"/>
                  </a:lnTo>
                  <a:lnTo>
                    <a:pt x="15338" y="9230"/>
                  </a:lnTo>
                  <a:lnTo>
                    <a:pt x="14887" y="9230"/>
                  </a:lnTo>
                  <a:lnTo>
                    <a:pt x="12631" y="6390"/>
                  </a:lnTo>
                  <a:lnTo>
                    <a:pt x="12631" y="2840"/>
                  </a:lnTo>
                  <a:lnTo>
                    <a:pt x="12631" y="142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>
                  <a:lumMod val="9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Lato Light"/>
                <a:cs typeface="Prompt" panose="00000500000000000000" pitchFamily="2" charset="-34"/>
                <a:sym typeface="Lato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472256" y="1589407"/>
            <a:ext cx="1355313" cy="65668"/>
            <a:chOff x="5472256" y="1589407"/>
            <a:chExt cx="1355313" cy="65668"/>
          </a:xfrm>
          <a:solidFill>
            <a:srgbClr val="FF0000"/>
          </a:solidFill>
        </p:grpSpPr>
        <p:sp>
          <p:nvSpPr>
            <p:cNvPr id="10776" name="Shape 10776"/>
            <p:cNvSpPr/>
            <p:nvPr/>
          </p:nvSpPr>
          <p:spPr>
            <a:xfrm>
              <a:off x="5472256" y="158940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0777" name="Shape 10777"/>
            <p:cNvSpPr/>
            <p:nvPr/>
          </p:nvSpPr>
          <p:spPr>
            <a:xfrm>
              <a:off x="5835272" y="1589408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0778" name="Shape 10778"/>
            <p:cNvSpPr/>
            <p:nvPr/>
          </p:nvSpPr>
          <p:spPr>
            <a:xfrm rot="10800000" flipH="1">
              <a:off x="6192790" y="1589408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0779" name="Shape 10779"/>
            <p:cNvSpPr/>
            <p:nvPr/>
          </p:nvSpPr>
          <p:spPr>
            <a:xfrm rot="10800000" flipH="1">
              <a:off x="6550309" y="1589408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8B739BB0-E326-48AF-AE16-1ACC2B3B9290}"/>
              </a:ext>
            </a:extLst>
          </p:cNvPr>
          <p:cNvSpPr/>
          <p:nvPr/>
        </p:nvSpPr>
        <p:spPr>
          <a:xfrm>
            <a:off x="1112611" y="3178556"/>
            <a:ext cx="36734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</a:t>
            </a:r>
            <a:r>
              <a: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both Company members share a common purpose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Century Gothic" charset="0"/>
              <a:cs typeface="Prompt" panose="00000500000000000000" pitchFamily="2" charset="-34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5E3B16-A86B-4BF5-A1CE-0AB9D84EA016}"/>
              </a:ext>
            </a:extLst>
          </p:cNvPr>
          <p:cNvSpPr txBox="1"/>
          <p:nvPr/>
        </p:nvSpPr>
        <p:spPr>
          <a:xfrm>
            <a:off x="1132312" y="2693804"/>
            <a:ext cx="2372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$1300000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42A1754-2077-4F03-AA4A-780241FD50B3}"/>
              </a:ext>
            </a:extLst>
          </p:cNvPr>
          <p:cNvSpPr/>
          <p:nvPr/>
        </p:nvSpPr>
        <p:spPr>
          <a:xfrm>
            <a:off x="1128588" y="2241758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685CBA5-DD8C-49A3-A309-42CA52AD9495}"/>
              </a:ext>
            </a:extLst>
          </p:cNvPr>
          <p:cNvSpPr/>
          <p:nvPr/>
        </p:nvSpPr>
        <p:spPr>
          <a:xfrm>
            <a:off x="1167571" y="5240264"/>
            <a:ext cx="36734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</a:t>
            </a:r>
            <a:r>
              <a:rPr 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both Company members share a common purpose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Century Gothic" charset="0"/>
              <a:cs typeface="Prompt" panose="00000500000000000000" pitchFamily="2" charset="-34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ABE42B-81AC-4830-94F3-9DB1708A6103}"/>
              </a:ext>
            </a:extLst>
          </p:cNvPr>
          <p:cNvSpPr txBox="1"/>
          <p:nvPr/>
        </p:nvSpPr>
        <p:spPr>
          <a:xfrm>
            <a:off x="1187272" y="4755512"/>
            <a:ext cx="2308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$1700000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DA7F1D2-3417-4EE6-B448-665CAEE76CB1}"/>
              </a:ext>
            </a:extLst>
          </p:cNvPr>
          <p:cNvSpPr/>
          <p:nvPr/>
        </p:nvSpPr>
        <p:spPr>
          <a:xfrm>
            <a:off x="1187273" y="4266235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F22A6F1-C26F-48F0-BE1F-40649F7EC38C}"/>
              </a:ext>
            </a:extLst>
          </p:cNvPr>
          <p:cNvSpPr txBox="1"/>
          <p:nvPr/>
        </p:nvSpPr>
        <p:spPr>
          <a:xfrm>
            <a:off x="3457157" y="560799"/>
            <a:ext cx="5277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HOW TO RUN A SUCCESSFUL UNITED STATE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412296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5" name="Shape 10995"/>
          <p:cNvGrpSpPr/>
          <p:nvPr/>
        </p:nvGrpSpPr>
        <p:grpSpPr>
          <a:xfrm>
            <a:off x="4451422" y="2095330"/>
            <a:ext cx="7733660" cy="4202354"/>
            <a:chOff x="5181779" y="2128084"/>
            <a:chExt cx="6137168" cy="3334845"/>
          </a:xfrm>
          <a:solidFill>
            <a:schemeClr val="bg1">
              <a:lumMod val="85000"/>
            </a:schemeClr>
          </a:solidFill>
        </p:grpSpPr>
        <p:sp>
          <p:nvSpPr>
            <p:cNvPr id="10996" name="Shape 10996"/>
            <p:cNvSpPr/>
            <p:nvPr/>
          </p:nvSpPr>
          <p:spPr>
            <a:xfrm>
              <a:off x="9092664" y="2128084"/>
              <a:ext cx="2104892" cy="175445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202" y="40809"/>
                  </a:moveTo>
                  <a:lnTo>
                    <a:pt x="6202" y="40809"/>
                  </a:lnTo>
                  <a:lnTo>
                    <a:pt x="5092" y="39869"/>
                  </a:lnTo>
                  <a:lnTo>
                    <a:pt x="4961" y="39634"/>
                  </a:lnTo>
                  <a:lnTo>
                    <a:pt x="5092" y="39321"/>
                  </a:lnTo>
                  <a:lnTo>
                    <a:pt x="5092" y="37049"/>
                  </a:lnTo>
                  <a:lnTo>
                    <a:pt x="4635" y="34621"/>
                  </a:lnTo>
                  <a:lnTo>
                    <a:pt x="4374" y="32271"/>
                  </a:lnTo>
                  <a:lnTo>
                    <a:pt x="4961" y="30391"/>
                  </a:lnTo>
                  <a:lnTo>
                    <a:pt x="6985" y="27258"/>
                  </a:lnTo>
                  <a:lnTo>
                    <a:pt x="6985" y="25535"/>
                  </a:lnTo>
                  <a:lnTo>
                    <a:pt x="7312" y="24438"/>
                  </a:lnTo>
                  <a:lnTo>
                    <a:pt x="7312" y="23498"/>
                  </a:lnTo>
                  <a:lnTo>
                    <a:pt x="7442" y="22637"/>
                  </a:lnTo>
                  <a:lnTo>
                    <a:pt x="8030" y="22010"/>
                  </a:lnTo>
                  <a:lnTo>
                    <a:pt x="10511" y="22010"/>
                  </a:lnTo>
                  <a:lnTo>
                    <a:pt x="12992" y="22637"/>
                  </a:lnTo>
                  <a:lnTo>
                    <a:pt x="13906" y="22402"/>
                  </a:lnTo>
                  <a:lnTo>
                    <a:pt x="14232" y="20757"/>
                  </a:lnTo>
                  <a:lnTo>
                    <a:pt x="14102" y="20522"/>
                  </a:lnTo>
                  <a:lnTo>
                    <a:pt x="13775" y="20208"/>
                  </a:lnTo>
                  <a:lnTo>
                    <a:pt x="13449" y="19425"/>
                  </a:lnTo>
                  <a:lnTo>
                    <a:pt x="13318" y="18877"/>
                  </a:lnTo>
                  <a:lnTo>
                    <a:pt x="13318" y="18328"/>
                  </a:lnTo>
                  <a:lnTo>
                    <a:pt x="13449" y="17232"/>
                  </a:lnTo>
                  <a:lnTo>
                    <a:pt x="13449" y="11827"/>
                  </a:lnTo>
                  <a:lnTo>
                    <a:pt x="13122" y="9399"/>
                  </a:lnTo>
                  <a:lnTo>
                    <a:pt x="12535" y="6814"/>
                  </a:lnTo>
                  <a:lnTo>
                    <a:pt x="12078" y="4621"/>
                  </a:lnTo>
                  <a:lnTo>
                    <a:pt x="12535" y="2584"/>
                  </a:lnTo>
                  <a:lnTo>
                    <a:pt x="12404" y="2193"/>
                  </a:lnTo>
                  <a:lnTo>
                    <a:pt x="12208" y="1801"/>
                  </a:lnTo>
                  <a:lnTo>
                    <a:pt x="12208" y="1488"/>
                  </a:lnTo>
                  <a:lnTo>
                    <a:pt x="12404" y="1253"/>
                  </a:lnTo>
                  <a:lnTo>
                    <a:pt x="13449" y="861"/>
                  </a:lnTo>
                  <a:lnTo>
                    <a:pt x="16060" y="1488"/>
                  </a:lnTo>
                  <a:lnTo>
                    <a:pt x="19651" y="861"/>
                  </a:lnTo>
                  <a:lnTo>
                    <a:pt x="20239" y="2036"/>
                  </a:lnTo>
                  <a:lnTo>
                    <a:pt x="20565" y="3133"/>
                  </a:lnTo>
                  <a:lnTo>
                    <a:pt x="20696" y="4229"/>
                  </a:lnTo>
                  <a:lnTo>
                    <a:pt x="20565" y="5561"/>
                  </a:lnTo>
                  <a:lnTo>
                    <a:pt x="21479" y="5326"/>
                  </a:lnTo>
                  <a:lnTo>
                    <a:pt x="24744" y="3524"/>
                  </a:lnTo>
                  <a:lnTo>
                    <a:pt x="25070" y="3289"/>
                  </a:lnTo>
                  <a:lnTo>
                    <a:pt x="25527" y="2193"/>
                  </a:lnTo>
                  <a:lnTo>
                    <a:pt x="25527" y="1644"/>
                  </a:lnTo>
                  <a:lnTo>
                    <a:pt x="25527" y="548"/>
                  </a:lnTo>
                  <a:lnTo>
                    <a:pt x="25658" y="156"/>
                  </a:lnTo>
                  <a:lnTo>
                    <a:pt x="25984" y="0"/>
                  </a:lnTo>
                  <a:lnTo>
                    <a:pt x="26245" y="313"/>
                  </a:lnTo>
                  <a:lnTo>
                    <a:pt x="26441" y="704"/>
                  </a:lnTo>
                  <a:lnTo>
                    <a:pt x="26768" y="861"/>
                  </a:lnTo>
                  <a:lnTo>
                    <a:pt x="28922" y="313"/>
                  </a:lnTo>
                  <a:lnTo>
                    <a:pt x="29967" y="548"/>
                  </a:lnTo>
                  <a:lnTo>
                    <a:pt x="32317" y="1488"/>
                  </a:lnTo>
                  <a:lnTo>
                    <a:pt x="34472" y="1644"/>
                  </a:lnTo>
                  <a:lnTo>
                    <a:pt x="35516" y="2193"/>
                  </a:lnTo>
                  <a:lnTo>
                    <a:pt x="38193" y="4073"/>
                  </a:lnTo>
                  <a:lnTo>
                    <a:pt x="42176" y="5013"/>
                  </a:lnTo>
                  <a:lnTo>
                    <a:pt x="46224" y="6422"/>
                  </a:lnTo>
                  <a:lnTo>
                    <a:pt x="47268" y="6422"/>
                  </a:lnTo>
                  <a:lnTo>
                    <a:pt x="48182" y="6266"/>
                  </a:lnTo>
                  <a:lnTo>
                    <a:pt x="48966" y="5874"/>
                  </a:lnTo>
                  <a:lnTo>
                    <a:pt x="50337" y="4386"/>
                  </a:lnTo>
                  <a:lnTo>
                    <a:pt x="50794" y="4229"/>
                  </a:lnTo>
                  <a:lnTo>
                    <a:pt x="52230" y="3838"/>
                  </a:lnTo>
                  <a:lnTo>
                    <a:pt x="52361" y="4073"/>
                  </a:lnTo>
                  <a:lnTo>
                    <a:pt x="52818" y="5013"/>
                  </a:lnTo>
                  <a:lnTo>
                    <a:pt x="53144" y="5326"/>
                  </a:lnTo>
                  <a:lnTo>
                    <a:pt x="53471" y="5561"/>
                  </a:lnTo>
                  <a:lnTo>
                    <a:pt x="54385" y="5326"/>
                  </a:lnTo>
                  <a:lnTo>
                    <a:pt x="54842" y="5718"/>
                  </a:lnTo>
                  <a:lnTo>
                    <a:pt x="55299" y="5718"/>
                  </a:lnTo>
                  <a:lnTo>
                    <a:pt x="55625" y="5718"/>
                  </a:lnTo>
                  <a:lnTo>
                    <a:pt x="55299" y="6422"/>
                  </a:lnTo>
                  <a:lnTo>
                    <a:pt x="55756" y="6266"/>
                  </a:lnTo>
                  <a:lnTo>
                    <a:pt x="56409" y="6109"/>
                  </a:lnTo>
                  <a:lnTo>
                    <a:pt x="56670" y="6422"/>
                  </a:lnTo>
                  <a:lnTo>
                    <a:pt x="56996" y="7206"/>
                  </a:lnTo>
                  <a:lnTo>
                    <a:pt x="57649" y="6814"/>
                  </a:lnTo>
                  <a:lnTo>
                    <a:pt x="57910" y="7206"/>
                  </a:lnTo>
                  <a:lnTo>
                    <a:pt x="58106" y="7754"/>
                  </a:lnTo>
                  <a:lnTo>
                    <a:pt x="58237" y="8146"/>
                  </a:lnTo>
                  <a:lnTo>
                    <a:pt x="63460" y="11122"/>
                  </a:lnTo>
                  <a:lnTo>
                    <a:pt x="66137" y="11827"/>
                  </a:lnTo>
                  <a:lnTo>
                    <a:pt x="70250" y="10339"/>
                  </a:lnTo>
                  <a:lnTo>
                    <a:pt x="76779" y="9947"/>
                  </a:lnTo>
                  <a:lnTo>
                    <a:pt x="76779" y="9947"/>
                  </a:lnTo>
                  <a:lnTo>
                    <a:pt x="77693" y="9634"/>
                  </a:lnTo>
                  <a:lnTo>
                    <a:pt x="78476" y="9947"/>
                  </a:lnTo>
                  <a:lnTo>
                    <a:pt x="78607" y="9947"/>
                  </a:lnTo>
                  <a:lnTo>
                    <a:pt x="79390" y="9634"/>
                  </a:lnTo>
                  <a:lnTo>
                    <a:pt x="79717" y="8851"/>
                  </a:lnTo>
                  <a:lnTo>
                    <a:pt x="81088" y="3524"/>
                  </a:lnTo>
                  <a:lnTo>
                    <a:pt x="81871" y="2741"/>
                  </a:lnTo>
                  <a:lnTo>
                    <a:pt x="83112" y="2584"/>
                  </a:lnTo>
                  <a:lnTo>
                    <a:pt x="83569" y="2349"/>
                  </a:lnTo>
                  <a:lnTo>
                    <a:pt x="84352" y="1801"/>
                  </a:lnTo>
                  <a:lnTo>
                    <a:pt x="84809" y="1644"/>
                  </a:lnTo>
                  <a:lnTo>
                    <a:pt x="85266" y="1644"/>
                  </a:lnTo>
                  <a:lnTo>
                    <a:pt x="86050" y="2193"/>
                  </a:lnTo>
                  <a:lnTo>
                    <a:pt x="88988" y="2349"/>
                  </a:lnTo>
                  <a:lnTo>
                    <a:pt x="89706" y="2349"/>
                  </a:lnTo>
                  <a:lnTo>
                    <a:pt x="90685" y="2584"/>
                  </a:lnTo>
                  <a:lnTo>
                    <a:pt x="91273" y="3524"/>
                  </a:lnTo>
                  <a:lnTo>
                    <a:pt x="91599" y="4621"/>
                  </a:lnTo>
                  <a:lnTo>
                    <a:pt x="92187" y="5561"/>
                  </a:lnTo>
                  <a:lnTo>
                    <a:pt x="92840" y="5874"/>
                  </a:lnTo>
                  <a:lnTo>
                    <a:pt x="93623" y="5874"/>
                  </a:lnTo>
                  <a:lnTo>
                    <a:pt x="95321" y="5326"/>
                  </a:lnTo>
                  <a:lnTo>
                    <a:pt x="96039" y="5326"/>
                  </a:lnTo>
                  <a:lnTo>
                    <a:pt x="97932" y="6266"/>
                  </a:lnTo>
                  <a:lnTo>
                    <a:pt x="98846" y="6422"/>
                  </a:lnTo>
                  <a:lnTo>
                    <a:pt x="99630" y="6109"/>
                  </a:lnTo>
                  <a:lnTo>
                    <a:pt x="101327" y="5013"/>
                  </a:lnTo>
                  <a:lnTo>
                    <a:pt x="101915" y="4778"/>
                  </a:lnTo>
                  <a:lnTo>
                    <a:pt x="103351" y="6422"/>
                  </a:lnTo>
                  <a:lnTo>
                    <a:pt x="105048" y="11827"/>
                  </a:lnTo>
                  <a:lnTo>
                    <a:pt x="107007" y="13472"/>
                  </a:lnTo>
                  <a:lnTo>
                    <a:pt x="108117" y="17389"/>
                  </a:lnTo>
                  <a:lnTo>
                    <a:pt x="108117" y="18877"/>
                  </a:lnTo>
                  <a:lnTo>
                    <a:pt x="107464" y="20208"/>
                  </a:lnTo>
                  <a:lnTo>
                    <a:pt x="106877" y="21148"/>
                  </a:lnTo>
                  <a:lnTo>
                    <a:pt x="106746" y="21853"/>
                  </a:lnTo>
                  <a:lnTo>
                    <a:pt x="106746" y="23185"/>
                  </a:lnTo>
                  <a:lnTo>
                    <a:pt x="105963" y="25535"/>
                  </a:lnTo>
                  <a:lnTo>
                    <a:pt x="105636" y="26710"/>
                  </a:lnTo>
                  <a:lnTo>
                    <a:pt x="105636" y="27963"/>
                  </a:lnTo>
                  <a:lnTo>
                    <a:pt x="106093" y="32584"/>
                  </a:lnTo>
                  <a:lnTo>
                    <a:pt x="106093" y="33133"/>
                  </a:lnTo>
                  <a:lnTo>
                    <a:pt x="106093" y="33368"/>
                  </a:lnTo>
                  <a:lnTo>
                    <a:pt x="106093" y="33759"/>
                  </a:lnTo>
                  <a:lnTo>
                    <a:pt x="106224" y="34621"/>
                  </a:lnTo>
                  <a:lnTo>
                    <a:pt x="106420" y="35248"/>
                  </a:lnTo>
                  <a:lnTo>
                    <a:pt x="106877" y="35404"/>
                  </a:lnTo>
                  <a:lnTo>
                    <a:pt x="107791" y="35248"/>
                  </a:lnTo>
                  <a:lnTo>
                    <a:pt x="108117" y="35404"/>
                  </a:lnTo>
                  <a:lnTo>
                    <a:pt x="108574" y="35796"/>
                  </a:lnTo>
                  <a:lnTo>
                    <a:pt x="109162" y="36109"/>
                  </a:lnTo>
                  <a:lnTo>
                    <a:pt x="109488" y="36892"/>
                  </a:lnTo>
                  <a:lnTo>
                    <a:pt x="109488" y="37284"/>
                  </a:lnTo>
                  <a:lnTo>
                    <a:pt x="109357" y="37832"/>
                  </a:lnTo>
                  <a:lnTo>
                    <a:pt x="109357" y="38146"/>
                  </a:lnTo>
                  <a:lnTo>
                    <a:pt x="109684" y="38381"/>
                  </a:lnTo>
                  <a:lnTo>
                    <a:pt x="109815" y="38381"/>
                  </a:lnTo>
                  <a:lnTo>
                    <a:pt x="109945" y="38929"/>
                  </a:lnTo>
                  <a:lnTo>
                    <a:pt x="110272" y="39321"/>
                  </a:lnTo>
                  <a:lnTo>
                    <a:pt x="110402" y="39634"/>
                  </a:lnTo>
                  <a:lnTo>
                    <a:pt x="110598" y="40026"/>
                  </a:lnTo>
                  <a:lnTo>
                    <a:pt x="111055" y="40182"/>
                  </a:lnTo>
                  <a:lnTo>
                    <a:pt x="111512" y="40417"/>
                  </a:lnTo>
                  <a:lnTo>
                    <a:pt x="112100" y="40809"/>
                  </a:lnTo>
                  <a:lnTo>
                    <a:pt x="112426" y="40966"/>
                  </a:lnTo>
                  <a:lnTo>
                    <a:pt x="112557" y="41122"/>
                  </a:lnTo>
                  <a:lnTo>
                    <a:pt x="112752" y="41514"/>
                  </a:lnTo>
                  <a:lnTo>
                    <a:pt x="112883" y="42454"/>
                  </a:lnTo>
                  <a:lnTo>
                    <a:pt x="112883" y="42845"/>
                  </a:lnTo>
                  <a:lnTo>
                    <a:pt x="114124" y="45587"/>
                  </a:lnTo>
                  <a:lnTo>
                    <a:pt x="114776" y="47075"/>
                  </a:lnTo>
                  <a:lnTo>
                    <a:pt x="115038" y="48955"/>
                  </a:lnTo>
                  <a:lnTo>
                    <a:pt x="115495" y="50208"/>
                  </a:lnTo>
                  <a:lnTo>
                    <a:pt x="117062" y="51383"/>
                  </a:lnTo>
                  <a:lnTo>
                    <a:pt x="117714" y="51697"/>
                  </a:lnTo>
                  <a:lnTo>
                    <a:pt x="118433" y="51697"/>
                  </a:lnTo>
                  <a:lnTo>
                    <a:pt x="119085" y="51932"/>
                  </a:lnTo>
                  <a:lnTo>
                    <a:pt x="120000" y="53185"/>
                  </a:lnTo>
                  <a:lnTo>
                    <a:pt x="119542" y="54125"/>
                  </a:lnTo>
                  <a:lnTo>
                    <a:pt x="119412" y="54516"/>
                  </a:lnTo>
                  <a:lnTo>
                    <a:pt x="118890" y="54673"/>
                  </a:lnTo>
                  <a:lnTo>
                    <a:pt x="118433" y="54673"/>
                  </a:lnTo>
                  <a:lnTo>
                    <a:pt x="117976" y="54516"/>
                  </a:lnTo>
                  <a:lnTo>
                    <a:pt x="117388" y="54281"/>
                  </a:lnTo>
                  <a:lnTo>
                    <a:pt x="117062" y="54516"/>
                  </a:lnTo>
                  <a:lnTo>
                    <a:pt x="116605" y="55456"/>
                  </a:lnTo>
                  <a:lnTo>
                    <a:pt x="116735" y="56710"/>
                  </a:lnTo>
                  <a:lnTo>
                    <a:pt x="116931" y="57258"/>
                  </a:lnTo>
                  <a:lnTo>
                    <a:pt x="117062" y="58041"/>
                  </a:lnTo>
                  <a:lnTo>
                    <a:pt x="117192" y="58590"/>
                  </a:lnTo>
                  <a:lnTo>
                    <a:pt x="116931" y="59530"/>
                  </a:lnTo>
                  <a:lnTo>
                    <a:pt x="116474" y="60078"/>
                  </a:lnTo>
                  <a:lnTo>
                    <a:pt x="115690" y="59921"/>
                  </a:lnTo>
                  <a:lnTo>
                    <a:pt x="114124" y="58746"/>
                  </a:lnTo>
                  <a:lnTo>
                    <a:pt x="113210" y="58590"/>
                  </a:lnTo>
                  <a:lnTo>
                    <a:pt x="112426" y="58981"/>
                  </a:lnTo>
                  <a:lnTo>
                    <a:pt x="111381" y="59921"/>
                  </a:lnTo>
                  <a:lnTo>
                    <a:pt x="109815" y="61958"/>
                  </a:lnTo>
                  <a:lnTo>
                    <a:pt x="108117" y="63603"/>
                  </a:lnTo>
                  <a:lnTo>
                    <a:pt x="107660" y="63603"/>
                  </a:lnTo>
                  <a:lnTo>
                    <a:pt x="107007" y="63994"/>
                  </a:lnTo>
                  <a:lnTo>
                    <a:pt x="106224" y="64699"/>
                  </a:lnTo>
                  <a:lnTo>
                    <a:pt x="105310" y="66187"/>
                  </a:lnTo>
                  <a:lnTo>
                    <a:pt x="105048" y="68381"/>
                  </a:lnTo>
                  <a:lnTo>
                    <a:pt x="104722" y="69556"/>
                  </a:lnTo>
                  <a:lnTo>
                    <a:pt x="104265" y="70417"/>
                  </a:lnTo>
                  <a:lnTo>
                    <a:pt x="102829" y="72297"/>
                  </a:lnTo>
                  <a:lnTo>
                    <a:pt x="102241" y="73629"/>
                  </a:lnTo>
                  <a:lnTo>
                    <a:pt x="100674" y="75117"/>
                  </a:lnTo>
                  <a:lnTo>
                    <a:pt x="97149" y="74725"/>
                  </a:lnTo>
                  <a:lnTo>
                    <a:pt x="95582" y="75274"/>
                  </a:lnTo>
                  <a:lnTo>
                    <a:pt x="94341" y="76057"/>
                  </a:lnTo>
                  <a:lnTo>
                    <a:pt x="92513" y="78642"/>
                  </a:lnTo>
                  <a:lnTo>
                    <a:pt x="92056" y="79738"/>
                  </a:lnTo>
                  <a:lnTo>
                    <a:pt x="91599" y="81618"/>
                  </a:lnTo>
                  <a:lnTo>
                    <a:pt x="92056" y="84908"/>
                  </a:lnTo>
                  <a:lnTo>
                    <a:pt x="92056" y="85848"/>
                  </a:lnTo>
                  <a:lnTo>
                    <a:pt x="91926" y="86788"/>
                  </a:lnTo>
                  <a:lnTo>
                    <a:pt x="91403" y="87728"/>
                  </a:lnTo>
                  <a:lnTo>
                    <a:pt x="91142" y="88433"/>
                  </a:lnTo>
                  <a:lnTo>
                    <a:pt x="89575" y="88981"/>
                  </a:lnTo>
                  <a:lnTo>
                    <a:pt x="90359" y="94229"/>
                  </a:lnTo>
                  <a:lnTo>
                    <a:pt x="90946" y="95091"/>
                  </a:lnTo>
                  <a:lnTo>
                    <a:pt x="91926" y="96422"/>
                  </a:lnTo>
                  <a:lnTo>
                    <a:pt x="93884" y="98302"/>
                  </a:lnTo>
                  <a:lnTo>
                    <a:pt x="95778" y="100496"/>
                  </a:lnTo>
                  <a:lnTo>
                    <a:pt x="94798" y="104412"/>
                  </a:lnTo>
                  <a:lnTo>
                    <a:pt x="94668" y="105117"/>
                  </a:lnTo>
                  <a:lnTo>
                    <a:pt x="94341" y="106292"/>
                  </a:lnTo>
                  <a:lnTo>
                    <a:pt x="94211" y="107154"/>
                  </a:lnTo>
                  <a:lnTo>
                    <a:pt x="94341" y="109033"/>
                  </a:lnTo>
                  <a:lnTo>
                    <a:pt x="94798" y="110365"/>
                  </a:lnTo>
                  <a:lnTo>
                    <a:pt x="95321" y="111227"/>
                  </a:lnTo>
                  <a:lnTo>
                    <a:pt x="95451" y="112167"/>
                  </a:lnTo>
                  <a:lnTo>
                    <a:pt x="95451" y="113107"/>
                  </a:lnTo>
                  <a:lnTo>
                    <a:pt x="93623" y="116866"/>
                  </a:lnTo>
                  <a:lnTo>
                    <a:pt x="92970" y="117728"/>
                  </a:lnTo>
                  <a:lnTo>
                    <a:pt x="91926" y="118903"/>
                  </a:lnTo>
                  <a:lnTo>
                    <a:pt x="90816" y="119451"/>
                  </a:lnTo>
                  <a:lnTo>
                    <a:pt x="88204" y="120000"/>
                  </a:lnTo>
                  <a:lnTo>
                    <a:pt x="86180" y="118668"/>
                  </a:lnTo>
                  <a:lnTo>
                    <a:pt x="85593" y="117571"/>
                  </a:lnTo>
                  <a:lnTo>
                    <a:pt x="85136" y="116631"/>
                  </a:lnTo>
                  <a:lnTo>
                    <a:pt x="84940" y="116475"/>
                  </a:lnTo>
                  <a:lnTo>
                    <a:pt x="84809" y="115691"/>
                  </a:lnTo>
                  <a:lnTo>
                    <a:pt x="84613" y="115143"/>
                  </a:lnTo>
                  <a:lnTo>
                    <a:pt x="84352" y="114751"/>
                  </a:lnTo>
                  <a:lnTo>
                    <a:pt x="84156" y="114595"/>
                  </a:lnTo>
                  <a:lnTo>
                    <a:pt x="83895" y="114595"/>
                  </a:lnTo>
                  <a:lnTo>
                    <a:pt x="82916" y="115535"/>
                  </a:lnTo>
                  <a:lnTo>
                    <a:pt x="82459" y="115926"/>
                  </a:lnTo>
                  <a:lnTo>
                    <a:pt x="82198" y="115926"/>
                  </a:lnTo>
                  <a:lnTo>
                    <a:pt x="81871" y="115691"/>
                  </a:lnTo>
                  <a:lnTo>
                    <a:pt x="81218" y="115378"/>
                  </a:lnTo>
                  <a:lnTo>
                    <a:pt x="79978" y="114986"/>
                  </a:lnTo>
                  <a:lnTo>
                    <a:pt x="76126" y="114986"/>
                  </a:lnTo>
                  <a:lnTo>
                    <a:pt x="75212" y="113342"/>
                  </a:lnTo>
                  <a:lnTo>
                    <a:pt x="74428" y="112010"/>
                  </a:lnTo>
                  <a:lnTo>
                    <a:pt x="73057" y="111227"/>
                  </a:lnTo>
                  <a:lnTo>
                    <a:pt x="71947" y="111462"/>
                  </a:lnTo>
                  <a:lnTo>
                    <a:pt x="71490" y="111462"/>
                  </a:lnTo>
                  <a:lnTo>
                    <a:pt x="71229" y="111462"/>
                  </a:lnTo>
                  <a:lnTo>
                    <a:pt x="71033" y="110913"/>
                  </a:lnTo>
                  <a:lnTo>
                    <a:pt x="71033" y="110522"/>
                  </a:lnTo>
                  <a:lnTo>
                    <a:pt x="71033" y="109582"/>
                  </a:lnTo>
                  <a:lnTo>
                    <a:pt x="71033" y="109033"/>
                  </a:lnTo>
                  <a:lnTo>
                    <a:pt x="70903" y="108485"/>
                  </a:lnTo>
                  <a:lnTo>
                    <a:pt x="70772" y="107937"/>
                  </a:lnTo>
                  <a:lnTo>
                    <a:pt x="70576" y="107702"/>
                  </a:lnTo>
                  <a:lnTo>
                    <a:pt x="70250" y="107154"/>
                  </a:lnTo>
                  <a:lnTo>
                    <a:pt x="69989" y="106840"/>
                  </a:lnTo>
                  <a:lnTo>
                    <a:pt x="69532" y="106605"/>
                  </a:lnTo>
                  <a:lnTo>
                    <a:pt x="68879" y="106997"/>
                  </a:lnTo>
                  <a:lnTo>
                    <a:pt x="67638" y="108485"/>
                  </a:lnTo>
                  <a:lnTo>
                    <a:pt x="67051" y="108485"/>
                  </a:lnTo>
                  <a:lnTo>
                    <a:pt x="66594" y="108328"/>
                  </a:lnTo>
                  <a:lnTo>
                    <a:pt x="66137" y="107154"/>
                  </a:lnTo>
                  <a:lnTo>
                    <a:pt x="65810" y="106449"/>
                  </a:lnTo>
                  <a:lnTo>
                    <a:pt x="65027" y="104020"/>
                  </a:lnTo>
                  <a:lnTo>
                    <a:pt x="64700" y="103472"/>
                  </a:lnTo>
                  <a:lnTo>
                    <a:pt x="64243" y="103080"/>
                  </a:lnTo>
                  <a:lnTo>
                    <a:pt x="63656" y="103080"/>
                  </a:lnTo>
                  <a:lnTo>
                    <a:pt x="63329" y="103315"/>
                  </a:lnTo>
                  <a:lnTo>
                    <a:pt x="62872" y="103472"/>
                  </a:lnTo>
                  <a:lnTo>
                    <a:pt x="62415" y="103472"/>
                  </a:lnTo>
                  <a:lnTo>
                    <a:pt x="61305" y="103080"/>
                  </a:lnTo>
                  <a:lnTo>
                    <a:pt x="60522" y="102767"/>
                  </a:lnTo>
                  <a:lnTo>
                    <a:pt x="59934" y="101827"/>
                  </a:lnTo>
                  <a:lnTo>
                    <a:pt x="58694" y="100887"/>
                  </a:lnTo>
                  <a:lnTo>
                    <a:pt x="55625" y="101279"/>
                  </a:lnTo>
                  <a:lnTo>
                    <a:pt x="53471" y="100104"/>
                  </a:lnTo>
                  <a:lnTo>
                    <a:pt x="49292" y="98616"/>
                  </a:lnTo>
                  <a:lnTo>
                    <a:pt x="46942" y="96971"/>
                  </a:lnTo>
                  <a:lnTo>
                    <a:pt x="46224" y="96814"/>
                  </a:lnTo>
                  <a:lnTo>
                    <a:pt x="45244" y="96814"/>
                  </a:lnTo>
                  <a:lnTo>
                    <a:pt x="42633" y="98459"/>
                  </a:lnTo>
                  <a:lnTo>
                    <a:pt x="42306" y="98459"/>
                  </a:lnTo>
                  <a:lnTo>
                    <a:pt x="40348" y="98459"/>
                  </a:lnTo>
                  <a:lnTo>
                    <a:pt x="39368" y="100887"/>
                  </a:lnTo>
                  <a:lnTo>
                    <a:pt x="39238" y="101436"/>
                  </a:lnTo>
                  <a:lnTo>
                    <a:pt x="38781" y="102375"/>
                  </a:lnTo>
                  <a:lnTo>
                    <a:pt x="38454" y="102767"/>
                  </a:lnTo>
                  <a:lnTo>
                    <a:pt x="36757" y="103629"/>
                  </a:lnTo>
                  <a:lnTo>
                    <a:pt x="34602" y="105352"/>
                  </a:lnTo>
                  <a:lnTo>
                    <a:pt x="33231" y="106057"/>
                  </a:lnTo>
                  <a:lnTo>
                    <a:pt x="32774" y="106292"/>
                  </a:lnTo>
                  <a:lnTo>
                    <a:pt x="31991" y="106292"/>
                  </a:lnTo>
                  <a:lnTo>
                    <a:pt x="31207" y="106449"/>
                  </a:lnTo>
                  <a:lnTo>
                    <a:pt x="30424" y="106997"/>
                  </a:lnTo>
                  <a:lnTo>
                    <a:pt x="28726" y="108328"/>
                  </a:lnTo>
                  <a:lnTo>
                    <a:pt x="27682" y="109425"/>
                  </a:lnTo>
                  <a:lnTo>
                    <a:pt x="26572" y="110130"/>
                  </a:lnTo>
                  <a:lnTo>
                    <a:pt x="25527" y="110130"/>
                  </a:lnTo>
                  <a:lnTo>
                    <a:pt x="23960" y="109033"/>
                  </a:lnTo>
                  <a:lnTo>
                    <a:pt x="23373" y="108642"/>
                  </a:lnTo>
                  <a:lnTo>
                    <a:pt x="23177" y="108485"/>
                  </a:lnTo>
                  <a:lnTo>
                    <a:pt x="18215" y="109582"/>
                  </a:lnTo>
                  <a:lnTo>
                    <a:pt x="16387" y="108328"/>
                  </a:lnTo>
                  <a:lnTo>
                    <a:pt x="16844" y="106057"/>
                  </a:lnTo>
                  <a:lnTo>
                    <a:pt x="16844" y="105117"/>
                  </a:lnTo>
                  <a:lnTo>
                    <a:pt x="16517" y="103080"/>
                  </a:lnTo>
                  <a:lnTo>
                    <a:pt x="16713" y="99947"/>
                  </a:lnTo>
                  <a:lnTo>
                    <a:pt x="17301" y="98302"/>
                  </a:lnTo>
                  <a:lnTo>
                    <a:pt x="17040" y="96579"/>
                  </a:lnTo>
                  <a:lnTo>
                    <a:pt x="16517" y="96031"/>
                  </a:lnTo>
                  <a:lnTo>
                    <a:pt x="15930" y="95483"/>
                  </a:lnTo>
                  <a:lnTo>
                    <a:pt x="14820" y="94778"/>
                  </a:lnTo>
                  <a:lnTo>
                    <a:pt x="13775" y="94386"/>
                  </a:lnTo>
                  <a:lnTo>
                    <a:pt x="12208" y="93994"/>
                  </a:lnTo>
                  <a:lnTo>
                    <a:pt x="9597" y="93054"/>
                  </a:lnTo>
                  <a:lnTo>
                    <a:pt x="979" y="87885"/>
                  </a:lnTo>
                  <a:lnTo>
                    <a:pt x="0" y="86945"/>
                  </a:lnTo>
                  <a:lnTo>
                    <a:pt x="0" y="86396"/>
                  </a:lnTo>
                  <a:lnTo>
                    <a:pt x="326" y="86240"/>
                  </a:lnTo>
                  <a:lnTo>
                    <a:pt x="522" y="86005"/>
                  </a:lnTo>
                  <a:lnTo>
                    <a:pt x="652" y="85691"/>
                  </a:lnTo>
                  <a:lnTo>
                    <a:pt x="1109" y="84203"/>
                  </a:lnTo>
                  <a:lnTo>
                    <a:pt x="1109" y="83812"/>
                  </a:lnTo>
                  <a:lnTo>
                    <a:pt x="1109" y="83420"/>
                  </a:lnTo>
                  <a:lnTo>
                    <a:pt x="1109" y="83263"/>
                  </a:lnTo>
                  <a:lnTo>
                    <a:pt x="1109" y="83107"/>
                  </a:lnTo>
                  <a:lnTo>
                    <a:pt x="1566" y="82167"/>
                  </a:lnTo>
                  <a:lnTo>
                    <a:pt x="1697" y="81618"/>
                  </a:lnTo>
                  <a:lnTo>
                    <a:pt x="1566" y="81227"/>
                  </a:lnTo>
                  <a:lnTo>
                    <a:pt x="1566" y="80992"/>
                  </a:lnTo>
                  <a:lnTo>
                    <a:pt x="1436" y="80835"/>
                  </a:lnTo>
                  <a:lnTo>
                    <a:pt x="1240" y="80443"/>
                  </a:lnTo>
                  <a:lnTo>
                    <a:pt x="652" y="78250"/>
                  </a:lnTo>
                  <a:lnTo>
                    <a:pt x="652" y="77702"/>
                  </a:lnTo>
                  <a:lnTo>
                    <a:pt x="783" y="76919"/>
                  </a:lnTo>
                  <a:lnTo>
                    <a:pt x="783" y="76214"/>
                  </a:lnTo>
                  <a:lnTo>
                    <a:pt x="522" y="72689"/>
                  </a:lnTo>
                  <a:lnTo>
                    <a:pt x="522" y="72140"/>
                  </a:lnTo>
                  <a:lnTo>
                    <a:pt x="522" y="71906"/>
                  </a:lnTo>
                  <a:lnTo>
                    <a:pt x="652" y="71749"/>
                  </a:lnTo>
                  <a:lnTo>
                    <a:pt x="783" y="71592"/>
                  </a:lnTo>
                  <a:lnTo>
                    <a:pt x="979" y="71201"/>
                  </a:lnTo>
                  <a:lnTo>
                    <a:pt x="1240" y="71044"/>
                  </a:lnTo>
                  <a:lnTo>
                    <a:pt x="1697" y="70104"/>
                  </a:lnTo>
                  <a:lnTo>
                    <a:pt x="3917" y="69712"/>
                  </a:lnTo>
                  <a:lnTo>
                    <a:pt x="4635" y="69869"/>
                  </a:lnTo>
                  <a:lnTo>
                    <a:pt x="5418" y="70261"/>
                  </a:lnTo>
                  <a:lnTo>
                    <a:pt x="6202" y="71044"/>
                  </a:lnTo>
                  <a:lnTo>
                    <a:pt x="7899" y="73080"/>
                  </a:lnTo>
                  <a:lnTo>
                    <a:pt x="8683" y="73629"/>
                  </a:lnTo>
                  <a:lnTo>
                    <a:pt x="9727" y="73785"/>
                  </a:lnTo>
                  <a:lnTo>
                    <a:pt x="16060" y="70417"/>
                  </a:lnTo>
                  <a:lnTo>
                    <a:pt x="16517" y="69712"/>
                  </a:lnTo>
                  <a:lnTo>
                    <a:pt x="17040" y="68224"/>
                  </a:lnTo>
                  <a:lnTo>
                    <a:pt x="17627" y="67284"/>
                  </a:lnTo>
                  <a:lnTo>
                    <a:pt x="18411" y="66736"/>
                  </a:lnTo>
                  <a:lnTo>
                    <a:pt x="20565" y="66031"/>
                  </a:lnTo>
                  <a:lnTo>
                    <a:pt x="21153" y="66031"/>
                  </a:lnTo>
                  <a:lnTo>
                    <a:pt x="21806" y="66344"/>
                  </a:lnTo>
                  <a:lnTo>
                    <a:pt x="22589" y="67284"/>
                  </a:lnTo>
                  <a:lnTo>
                    <a:pt x="22393" y="65248"/>
                  </a:lnTo>
                  <a:lnTo>
                    <a:pt x="21479" y="58041"/>
                  </a:lnTo>
                  <a:lnTo>
                    <a:pt x="20239" y="53968"/>
                  </a:lnTo>
                  <a:lnTo>
                    <a:pt x="19912" y="53185"/>
                  </a:lnTo>
                  <a:lnTo>
                    <a:pt x="18868" y="52637"/>
                  </a:lnTo>
                  <a:lnTo>
                    <a:pt x="18215" y="50052"/>
                  </a:lnTo>
                  <a:lnTo>
                    <a:pt x="17040" y="49660"/>
                  </a:lnTo>
                  <a:lnTo>
                    <a:pt x="15603" y="48172"/>
                  </a:lnTo>
                  <a:lnTo>
                    <a:pt x="15342" y="47467"/>
                  </a:lnTo>
                  <a:lnTo>
                    <a:pt x="15146" y="46684"/>
                  </a:lnTo>
                  <a:lnTo>
                    <a:pt x="15146" y="46135"/>
                  </a:lnTo>
                  <a:lnTo>
                    <a:pt x="15146" y="45430"/>
                  </a:lnTo>
                  <a:lnTo>
                    <a:pt x="15146" y="45039"/>
                  </a:lnTo>
                  <a:lnTo>
                    <a:pt x="15146" y="44882"/>
                  </a:lnTo>
                  <a:lnTo>
                    <a:pt x="15342" y="44882"/>
                  </a:lnTo>
                  <a:lnTo>
                    <a:pt x="16387" y="44647"/>
                  </a:lnTo>
                  <a:lnTo>
                    <a:pt x="16517" y="44490"/>
                  </a:lnTo>
                  <a:lnTo>
                    <a:pt x="16387" y="44099"/>
                  </a:lnTo>
                  <a:lnTo>
                    <a:pt x="16256" y="43394"/>
                  </a:lnTo>
                  <a:lnTo>
                    <a:pt x="15603" y="42454"/>
                  </a:lnTo>
                  <a:lnTo>
                    <a:pt x="14820" y="42062"/>
                  </a:lnTo>
                  <a:lnTo>
                    <a:pt x="14102" y="41906"/>
                  </a:lnTo>
                  <a:lnTo>
                    <a:pt x="12404" y="41906"/>
                  </a:lnTo>
                  <a:lnTo>
                    <a:pt x="10837" y="41357"/>
                  </a:lnTo>
                  <a:lnTo>
                    <a:pt x="9140" y="40966"/>
                  </a:lnTo>
                  <a:lnTo>
                    <a:pt x="6202" y="40809"/>
                  </a:lnTo>
                  <a:moveTo>
                    <a:pt x="78280" y="52872"/>
                  </a:moveTo>
                  <a:lnTo>
                    <a:pt x="78280" y="52872"/>
                  </a:lnTo>
                  <a:lnTo>
                    <a:pt x="78476" y="53577"/>
                  </a:lnTo>
                  <a:lnTo>
                    <a:pt x="78933" y="54281"/>
                  </a:lnTo>
                  <a:lnTo>
                    <a:pt x="79390" y="54673"/>
                  </a:lnTo>
                  <a:lnTo>
                    <a:pt x="79717" y="55065"/>
                  </a:lnTo>
                  <a:lnTo>
                    <a:pt x="79847" y="55613"/>
                  </a:lnTo>
                  <a:lnTo>
                    <a:pt x="79847" y="58041"/>
                  </a:lnTo>
                  <a:lnTo>
                    <a:pt x="80500" y="58746"/>
                  </a:lnTo>
                  <a:lnTo>
                    <a:pt x="80761" y="59138"/>
                  </a:lnTo>
                  <a:lnTo>
                    <a:pt x="81088" y="59686"/>
                  </a:lnTo>
                  <a:lnTo>
                    <a:pt x="81675" y="59921"/>
                  </a:lnTo>
                  <a:lnTo>
                    <a:pt x="84483" y="59530"/>
                  </a:lnTo>
                  <a:lnTo>
                    <a:pt x="85723" y="58981"/>
                  </a:lnTo>
                  <a:lnTo>
                    <a:pt x="86833" y="58590"/>
                  </a:lnTo>
                  <a:lnTo>
                    <a:pt x="87551" y="58981"/>
                  </a:lnTo>
                  <a:lnTo>
                    <a:pt x="88531" y="59138"/>
                  </a:lnTo>
                  <a:lnTo>
                    <a:pt x="88988" y="59138"/>
                  </a:lnTo>
                  <a:lnTo>
                    <a:pt x="89902" y="58981"/>
                  </a:lnTo>
                  <a:lnTo>
                    <a:pt x="90359" y="58433"/>
                  </a:lnTo>
                  <a:lnTo>
                    <a:pt x="90489" y="58041"/>
                  </a:lnTo>
                  <a:lnTo>
                    <a:pt x="90685" y="57650"/>
                  </a:lnTo>
                  <a:lnTo>
                    <a:pt x="90685" y="57258"/>
                  </a:lnTo>
                  <a:lnTo>
                    <a:pt x="90946" y="56710"/>
                  </a:lnTo>
                  <a:lnTo>
                    <a:pt x="91599" y="56396"/>
                  </a:lnTo>
                  <a:lnTo>
                    <a:pt x="93754" y="55770"/>
                  </a:lnTo>
                  <a:lnTo>
                    <a:pt x="97018" y="55613"/>
                  </a:lnTo>
                  <a:lnTo>
                    <a:pt x="95582" y="53420"/>
                  </a:lnTo>
                  <a:lnTo>
                    <a:pt x="95125" y="52245"/>
                  </a:lnTo>
                  <a:lnTo>
                    <a:pt x="94798" y="49895"/>
                  </a:lnTo>
                  <a:lnTo>
                    <a:pt x="94798" y="48015"/>
                  </a:lnTo>
                  <a:lnTo>
                    <a:pt x="94798" y="47859"/>
                  </a:lnTo>
                  <a:lnTo>
                    <a:pt x="94798" y="47624"/>
                  </a:lnTo>
                  <a:lnTo>
                    <a:pt x="94668" y="47232"/>
                  </a:lnTo>
                  <a:lnTo>
                    <a:pt x="94211" y="47075"/>
                  </a:lnTo>
                  <a:lnTo>
                    <a:pt x="93884" y="45979"/>
                  </a:lnTo>
                  <a:lnTo>
                    <a:pt x="93623" y="45430"/>
                  </a:lnTo>
                  <a:lnTo>
                    <a:pt x="92970" y="44882"/>
                  </a:lnTo>
                  <a:lnTo>
                    <a:pt x="92644" y="44334"/>
                  </a:lnTo>
                  <a:lnTo>
                    <a:pt x="92056" y="43707"/>
                  </a:lnTo>
                  <a:lnTo>
                    <a:pt x="91273" y="44334"/>
                  </a:lnTo>
                  <a:lnTo>
                    <a:pt x="90946" y="44882"/>
                  </a:lnTo>
                  <a:lnTo>
                    <a:pt x="90946" y="45195"/>
                  </a:lnTo>
                  <a:lnTo>
                    <a:pt x="90946" y="45430"/>
                  </a:lnTo>
                  <a:lnTo>
                    <a:pt x="90816" y="45195"/>
                  </a:lnTo>
                  <a:lnTo>
                    <a:pt x="88988" y="42845"/>
                  </a:lnTo>
                  <a:lnTo>
                    <a:pt x="88661" y="42454"/>
                  </a:lnTo>
                  <a:lnTo>
                    <a:pt x="87290" y="42610"/>
                  </a:lnTo>
                  <a:lnTo>
                    <a:pt x="87290" y="43394"/>
                  </a:lnTo>
                  <a:lnTo>
                    <a:pt x="86964" y="43707"/>
                  </a:lnTo>
                  <a:lnTo>
                    <a:pt x="86180" y="44334"/>
                  </a:lnTo>
                  <a:lnTo>
                    <a:pt x="84809" y="45587"/>
                  </a:lnTo>
                  <a:lnTo>
                    <a:pt x="82198" y="48720"/>
                  </a:lnTo>
                  <a:lnTo>
                    <a:pt x="82002" y="49347"/>
                  </a:lnTo>
                  <a:lnTo>
                    <a:pt x="81545" y="50052"/>
                  </a:lnTo>
                  <a:lnTo>
                    <a:pt x="81218" y="50443"/>
                  </a:lnTo>
                  <a:lnTo>
                    <a:pt x="80631" y="50757"/>
                  </a:lnTo>
                  <a:lnTo>
                    <a:pt x="79978" y="50992"/>
                  </a:lnTo>
                  <a:lnTo>
                    <a:pt x="78803" y="50600"/>
                  </a:lnTo>
                  <a:lnTo>
                    <a:pt x="78607" y="51148"/>
                  </a:lnTo>
                  <a:lnTo>
                    <a:pt x="78476" y="51932"/>
                  </a:lnTo>
                  <a:lnTo>
                    <a:pt x="78280" y="52088"/>
                  </a:lnTo>
                  <a:lnTo>
                    <a:pt x="78280" y="52872"/>
                  </a:lnTo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997" name="Shape 10997"/>
            <p:cNvSpPr/>
            <p:nvPr/>
          </p:nvSpPr>
          <p:spPr>
            <a:xfrm>
              <a:off x="5181779" y="4557069"/>
              <a:ext cx="606960" cy="884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981" y="114559"/>
                  </a:moveTo>
                  <a:lnTo>
                    <a:pt x="112981" y="114559"/>
                  </a:lnTo>
                  <a:lnTo>
                    <a:pt x="116830" y="119689"/>
                  </a:lnTo>
                  <a:lnTo>
                    <a:pt x="117283" y="120000"/>
                  </a:lnTo>
                  <a:lnTo>
                    <a:pt x="114792" y="120000"/>
                  </a:lnTo>
                  <a:lnTo>
                    <a:pt x="107094" y="119378"/>
                  </a:lnTo>
                  <a:lnTo>
                    <a:pt x="103471" y="118290"/>
                  </a:lnTo>
                  <a:lnTo>
                    <a:pt x="96000" y="114559"/>
                  </a:lnTo>
                  <a:lnTo>
                    <a:pt x="77660" y="111917"/>
                  </a:lnTo>
                  <a:lnTo>
                    <a:pt x="72905" y="110051"/>
                  </a:lnTo>
                  <a:lnTo>
                    <a:pt x="70188" y="108341"/>
                  </a:lnTo>
                  <a:lnTo>
                    <a:pt x="69735" y="106476"/>
                  </a:lnTo>
                  <a:lnTo>
                    <a:pt x="70188" y="104611"/>
                  </a:lnTo>
                  <a:lnTo>
                    <a:pt x="69735" y="100880"/>
                  </a:lnTo>
                  <a:lnTo>
                    <a:pt x="70188" y="99015"/>
                  </a:lnTo>
                  <a:lnTo>
                    <a:pt x="70188" y="97927"/>
                  </a:lnTo>
                  <a:lnTo>
                    <a:pt x="69283" y="97616"/>
                  </a:lnTo>
                  <a:lnTo>
                    <a:pt x="68150" y="97616"/>
                  </a:lnTo>
                  <a:lnTo>
                    <a:pt x="67471" y="97305"/>
                  </a:lnTo>
                  <a:lnTo>
                    <a:pt x="67471" y="95440"/>
                  </a:lnTo>
                  <a:lnTo>
                    <a:pt x="34867" y="91398"/>
                  </a:lnTo>
                  <a:lnTo>
                    <a:pt x="31698" y="90932"/>
                  </a:lnTo>
                  <a:lnTo>
                    <a:pt x="23094" y="92487"/>
                  </a:lnTo>
                  <a:lnTo>
                    <a:pt x="19924" y="92487"/>
                  </a:lnTo>
                  <a:lnTo>
                    <a:pt x="24226" y="87979"/>
                  </a:lnTo>
                  <a:lnTo>
                    <a:pt x="24226" y="83316"/>
                  </a:lnTo>
                  <a:lnTo>
                    <a:pt x="21962" y="79274"/>
                  </a:lnTo>
                  <a:lnTo>
                    <a:pt x="17207" y="75854"/>
                  </a:lnTo>
                  <a:lnTo>
                    <a:pt x="11773" y="73989"/>
                  </a:lnTo>
                  <a:lnTo>
                    <a:pt x="11773" y="72590"/>
                  </a:lnTo>
                  <a:lnTo>
                    <a:pt x="12905" y="69948"/>
                  </a:lnTo>
                  <a:lnTo>
                    <a:pt x="12905" y="68860"/>
                  </a:lnTo>
                  <a:lnTo>
                    <a:pt x="10867" y="66683"/>
                  </a:lnTo>
                  <a:lnTo>
                    <a:pt x="9283" y="65284"/>
                  </a:lnTo>
                  <a:lnTo>
                    <a:pt x="8150" y="63730"/>
                  </a:lnTo>
                  <a:lnTo>
                    <a:pt x="8603" y="61554"/>
                  </a:lnTo>
                  <a:lnTo>
                    <a:pt x="5886" y="59689"/>
                  </a:lnTo>
                  <a:lnTo>
                    <a:pt x="3849" y="58290"/>
                  </a:lnTo>
                  <a:lnTo>
                    <a:pt x="8150" y="51606"/>
                  </a:lnTo>
                  <a:lnTo>
                    <a:pt x="12905" y="46476"/>
                  </a:lnTo>
                  <a:lnTo>
                    <a:pt x="13584" y="45388"/>
                  </a:lnTo>
                  <a:lnTo>
                    <a:pt x="13584" y="42435"/>
                  </a:lnTo>
                  <a:lnTo>
                    <a:pt x="14037" y="40569"/>
                  </a:lnTo>
                  <a:lnTo>
                    <a:pt x="19471" y="34663"/>
                  </a:lnTo>
                  <a:lnTo>
                    <a:pt x="21056" y="31709"/>
                  </a:lnTo>
                  <a:lnTo>
                    <a:pt x="19471" y="24715"/>
                  </a:lnTo>
                  <a:lnTo>
                    <a:pt x="14490" y="22072"/>
                  </a:lnTo>
                  <a:lnTo>
                    <a:pt x="8150" y="20673"/>
                  </a:lnTo>
                  <a:lnTo>
                    <a:pt x="2264" y="16321"/>
                  </a:lnTo>
                  <a:lnTo>
                    <a:pt x="0" y="12279"/>
                  </a:lnTo>
                  <a:lnTo>
                    <a:pt x="0" y="12279"/>
                  </a:lnTo>
                  <a:lnTo>
                    <a:pt x="679" y="12279"/>
                  </a:lnTo>
                  <a:lnTo>
                    <a:pt x="11320" y="13367"/>
                  </a:lnTo>
                  <a:lnTo>
                    <a:pt x="21509" y="12590"/>
                  </a:lnTo>
                  <a:lnTo>
                    <a:pt x="25811" y="10725"/>
                  </a:lnTo>
                  <a:lnTo>
                    <a:pt x="27849" y="7772"/>
                  </a:lnTo>
                  <a:lnTo>
                    <a:pt x="29660" y="4507"/>
                  </a:lnTo>
                  <a:lnTo>
                    <a:pt x="32150" y="1554"/>
                  </a:lnTo>
                  <a:lnTo>
                    <a:pt x="34867" y="466"/>
                  </a:lnTo>
                  <a:lnTo>
                    <a:pt x="37132" y="0"/>
                  </a:lnTo>
                  <a:lnTo>
                    <a:pt x="39622" y="466"/>
                  </a:lnTo>
                  <a:lnTo>
                    <a:pt x="41886" y="1554"/>
                  </a:lnTo>
                  <a:lnTo>
                    <a:pt x="42339" y="3419"/>
                  </a:lnTo>
                  <a:lnTo>
                    <a:pt x="43018" y="5595"/>
                  </a:lnTo>
                  <a:lnTo>
                    <a:pt x="43471" y="7461"/>
                  </a:lnTo>
                  <a:lnTo>
                    <a:pt x="47320" y="8238"/>
                  </a:lnTo>
                  <a:lnTo>
                    <a:pt x="48226" y="8238"/>
                  </a:lnTo>
                  <a:lnTo>
                    <a:pt x="50490" y="6994"/>
                  </a:lnTo>
                  <a:lnTo>
                    <a:pt x="50943" y="6683"/>
                  </a:lnTo>
                  <a:lnTo>
                    <a:pt x="56377" y="7772"/>
                  </a:lnTo>
                  <a:lnTo>
                    <a:pt x="61132" y="7461"/>
                  </a:lnTo>
                  <a:lnTo>
                    <a:pt x="63849" y="6994"/>
                  </a:lnTo>
                  <a:lnTo>
                    <a:pt x="65433" y="5595"/>
                  </a:lnTo>
                  <a:lnTo>
                    <a:pt x="66566" y="8549"/>
                  </a:lnTo>
                  <a:lnTo>
                    <a:pt x="68603" y="9948"/>
                  </a:lnTo>
                  <a:lnTo>
                    <a:pt x="70867" y="11036"/>
                  </a:lnTo>
                  <a:lnTo>
                    <a:pt x="72905" y="13367"/>
                  </a:lnTo>
                  <a:lnTo>
                    <a:pt x="72905" y="13678"/>
                  </a:lnTo>
                  <a:lnTo>
                    <a:pt x="72905" y="14455"/>
                  </a:lnTo>
                  <a:lnTo>
                    <a:pt x="73358" y="15233"/>
                  </a:lnTo>
                  <a:lnTo>
                    <a:pt x="75622" y="15854"/>
                  </a:lnTo>
                  <a:lnTo>
                    <a:pt x="76754" y="15233"/>
                  </a:lnTo>
                  <a:lnTo>
                    <a:pt x="78339" y="14455"/>
                  </a:lnTo>
                  <a:lnTo>
                    <a:pt x="79924" y="13367"/>
                  </a:lnTo>
                  <a:lnTo>
                    <a:pt x="89433" y="20984"/>
                  </a:lnTo>
                  <a:lnTo>
                    <a:pt x="91018" y="22849"/>
                  </a:lnTo>
                  <a:lnTo>
                    <a:pt x="90566" y="24715"/>
                  </a:lnTo>
                  <a:lnTo>
                    <a:pt x="87396" y="26891"/>
                  </a:lnTo>
                  <a:lnTo>
                    <a:pt x="89433" y="28445"/>
                  </a:lnTo>
                  <a:lnTo>
                    <a:pt x="90566" y="30310"/>
                  </a:lnTo>
                  <a:lnTo>
                    <a:pt x="90566" y="31709"/>
                  </a:lnTo>
                  <a:lnTo>
                    <a:pt x="92150" y="33575"/>
                  </a:lnTo>
                  <a:lnTo>
                    <a:pt x="93735" y="34352"/>
                  </a:lnTo>
                  <a:lnTo>
                    <a:pt x="94867" y="34352"/>
                  </a:lnTo>
                  <a:lnTo>
                    <a:pt x="96000" y="33575"/>
                  </a:lnTo>
                  <a:lnTo>
                    <a:pt x="98037" y="32487"/>
                  </a:lnTo>
                  <a:lnTo>
                    <a:pt x="99169" y="32487"/>
                  </a:lnTo>
                  <a:lnTo>
                    <a:pt x="100754" y="33264"/>
                  </a:lnTo>
                  <a:lnTo>
                    <a:pt x="101886" y="33264"/>
                  </a:lnTo>
                  <a:lnTo>
                    <a:pt x="102339" y="32487"/>
                  </a:lnTo>
                  <a:lnTo>
                    <a:pt x="103924" y="30932"/>
                  </a:lnTo>
                  <a:lnTo>
                    <a:pt x="110943" y="29533"/>
                  </a:lnTo>
                  <a:lnTo>
                    <a:pt x="114113" y="30310"/>
                  </a:lnTo>
                  <a:lnTo>
                    <a:pt x="114792" y="33264"/>
                  </a:lnTo>
                  <a:lnTo>
                    <a:pt x="112981" y="39792"/>
                  </a:lnTo>
                  <a:lnTo>
                    <a:pt x="113660" y="40880"/>
                  </a:lnTo>
                  <a:lnTo>
                    <a:pt x="113660" y="41968"/>
                  </a:lnTo>
                  <a:lnTo>
                    <a:pt x="113660" y="43056"/>
                  </a:lnTo>
                  <a:lnTo>
                    <a:pt x="112981" y="43523"/>
                  </a:lnTo>
                  <a:lnTo>
                    <a:pt x="110943" y="44300"/>
                  </a:lnTo>
                  <a:lnTo>
                    <a:pt x="110490" y="44611"/>
                  </a:lnTo>
                  <a:lnTo>
                    <a:pt x="108905" y="46787"/>
                  </a:lnTo>
                  <a:lnTo>
                    <a:pt x="108905" y="47875"/>
                  </a:lnTo>
                  <a:lnTo>
                    <a:pt x="109358" y="47875"/>
                  </a:lnTo>
                  <a:lnTo>
                    <a:pt x="112075" y="47564"/>
                  </a:lnTo>
                  <a:lnTo>
                    <a:pt x="115698" y="52383"/>
                  </a:lnTo>
                  <a:lnTo>
                    <a:pt x="118867" y="59689"/>
                  </a:lnTo>
                  <a:lnTo>
                    <a:pt x="119547" y="61554"/>
                  </a:lnTo>
                  <a:lnTo>
                    <a:pt x="120000" y="65906"/>
                  </a:lnTo>
                  <a:lnTo>
                    <a:pt x="118415" y="70414"/>
                  </a:lnTo>
                  <a:lnTo>
                    <a:pt x="112981" y="77720"/>
                  </a:lnTo>
                  <a:lnTo>
                    <a:pt x="112075" y="80984"/>
                  </a:lnTo>
                  <a:lnTo>
                    <a:pt x="111396" y="87979"/>
                  </a:lnTo>
                  <a:lnTo>
                    <a:pt x="111396" y="90621"/>
                  </a:lnTo>
                  <a:lnTo>
                    <a:pt x="112075" y="92797"/>
                  </a:lnTo>
                  <a:lnTo>
                    <a:pt x="112981" y="94974"/>
                  </a:lnTo>
                  <a:lnTo>
                    <a:pt x="113660" y="96839"/>
                  </a:lnTo>
                  <a:lnTo>
                    <a:pt x="113660" y="99792"/>
                  </a:lnTo>
                  <a:lnTo>
                    <a:pt x="112981" y="101968"/>
                  </a:lnTo>
                  <a:lnTo>
                    <a:pt x="111396" y="103834"/>
                  </a:lnTo>
                  <a:lnTo>
                    <a:pt x="109811" y="105388"/>
                  </a:lnTo>
                  <a:lnTo>
                    <a:pt x="107773" y="107253"/>
                  </a:lnTo>
                  <a:lnTo>
                    <a:pt x="107773" y="108652"/>
                  </a:lnTo>
                  <a:lnTo>
                    <a:pt x="108226" y="110518"/>
                  </a:lnTo>
                  <a:lnTo>
                    <a:pt x="112981" y="114559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998" name="Shape 10998"/>
            <p:cNvSpPr/>
            <p:nvPr/>
          </p:nvSpPr>
          <p:spPr>
            <a:xfrm>
              <a:off x="10550512" y="2905680"/>
              <a:ext cx="768435" cy="173842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244" y="8063"/>
                  </a:moveTo>
                  <a:lnTo>
                    <a:pt x="116244" y="8063"/>
                  </a:lnTo>
                  <a:lnTo>
                    <a:pt x="109985" y="11778"/>
                  </a:lnTo>
                  <a:lnTo>
                    <a:pt x="111594" y="12411"/>
                  </a:lnTo>
                  <a:lnTo>
                    <a:pt x="111952" y="12964"/>
                  </a:lnTo>
                  <a:lnTo>
                    <a:pt x="111594" y="13517"/>
                  </a:lnTo>
                  <a:lnTo>
                    <a:pt x="111594" y="14229"/>
                  </a:lnTo>
                  <a:lnTo>
                    <a:pt x="111594" y="14466"/>
                  </a:lnTo>
                  <a:lnTo>
                    <a:pt x="110342" y="14782"/>
                  </a:lnTo>
                  <a:lnTo>
                    <a:pt x="110342" y="15177"/>
                  </a:lnTo>
                  <a:lnTo>
                    <a:pt x="110342" y="15573"/>
                  </a:lnTo>
                  <a:lnTo>
                    <a:pt x="111236" y="15573"/>
                  </a:lnTo>
                  <a:lnTo>
                    <a:pt x="111952" y="15731"/>
                  </a:lnTo>
                  <a:lnTo>
                    <a:pt x="112488" y="15731"/>
                  </a:lnTo>
                  <a:lnTo>
                    <a:pt x="112488" y="17391"/>
                  </a:lnTo>
                  <a:lnTo>
                    <a:pt x="112488" y="18577"/>
                  </a:lnTo>
                  <a:lnTo>
                    <a:pt x="111594" y="19525"/>
                  </a:lnTo>
                  <a:lnTo>
                    <a:pt x="109985" y="20395"/>
                  </a:lnTo>
                  <a:lnTo>
                    <a:pt x="105692" y="21343"/>
                  </a:lnTo>
                  <a:lnTo>
                    <a:pt x="104441" y="21739"/>
                  </a:lnTo>
                  <a:lnTo>
                    <a:pt x="104798" y="22687"/>
                  </a:lnTo>
                  <a:lnTo>
                    <a:pt x="105692" y="23083"/>
                  </a:lnTo>
                  <a:lnTo>
                    <a:pt x="108733" y="23399"/>
                  </a:lnTo>
                  <a:lnTo>
                    <a:pt x="109985" y="23636"/>
                  </a:lnTo>
                  <a:lnTo>
                    <a:pt x="111952" y="25138"/>
                  </a:lnTo>
                  <a:lnTo>
                    <a:pt x="112846" y="25454"/>
                  </a:lnTo>
                  <a:lnTo>
                    <a:pt x="111594" y="26640"/>
                  </a:lnTo>
                  <a:lnTo>
                    <a:pt x="112488" y="28063"/>
                  </a:lnTo>
                  <a:lnTo>
                    <a:pt x="114098" y="29565"/>
                  </a:lnTo>
                  <a:lnTo>
                    <a:pt x="115886" y="32411"/>
                  </a:lnTo>
                  <a:lnTo>
                    <a:pt x="116602" y="33122"/>
                  </a:lnTo>
                  <a:lnTo>
                    <a:pt x="118390" y="33754"/>
                  </a:lnTo>
                  <a:lnTo>
                    <a:pt x="120000" y="34071"/>
                  </a:lnTo>
                  <a:lnTo>
                    <a:pt x="117496" y="34861"/>
                  </a:lnTo>
                  <a:lnTo>
                    <a:pt x="108733" y="36363"/>
                  </a:lnTo>
                  <a:lnTo>
                    <a:pt x="99433" y="38418"/>
                  </a:lnTo>
                  <a:lnTo>
                    <a:pt x="94247" y="38418"/>
                  </a:lnTo>
                  <a:lnTo>
                    <a:pt x="91385" y="36363"/>
                  </a:lnTo>
                  <a:lnTo>
                    <a:pt x="89955" y="37075"/>
                  </a:lnTo>
                  <a:lnTo>
                    <a:pt x="88345" y="39130"/>
                  </a:lnTo>
                  <a:lnTo>
                    <a:pt x="87451" y="39920"/>
                  </a:lnTo>
                  <a:lnTo>
                    <a:pt x="86199" y="40079"/>
                  </a:lnTo>
                  <a:lnTo>
                    <a:pt x="79046" y="40237"/>
                  </a:lnTo>
                  <a:lnTo>
                    <a:pt x="77436" y="40079"/>
                  </a:lnTo>
                  <a:lnTo>
                    <a:pt x="75648" y="39525"/>
                  </a:lnTo>
                  <a:lnTo>
                    <a:pt x="74396" y="38735"/>
                  </a:lnTo>
                  <a:lnTo>
                    <a:pt x="73502" y="37865"/>
                  </a:lnTo>
                  <a:lnTo>
                    <a:pt x="72250" y="37233"/>
                  </a:lnTo>
                  <a:lnTo>
                    <a:pt x="70640" y="36916"/>
                  </a:lnTo>
                  <a:lnTo>
                    <a:pt x="59552" y="35968"/>
                  </a:lnTo>
                  <a:lnTo>
                    <a:pt x="54008" y="36126"/>
                  </a:lnTo>
                  <a:lnTo>
                    <a:pt x="49895" y="37628"/>
                  </a:lnTo>
                  <a:lnTo>
                    <a:pt x="49359" y="38418"/>
                  </a:lnTo>
                  <a:lnTo>
                    <a:pt x="50253" y="39525"/>
                  </a:lnTo>
                  <a:lnTo>
                    <a:pt x="49895" y="40237"/>
                  </a:lnTo>
                  <a:lnTo>
                    <a:pt x="49001" y="40790"/>
                  </a:lnTo>
                  <a:lnTo>
                    <a:pt x="44709" y="42529"/>
                  </a:lnTo>
                  <a:lnTo>
                    <a:pt x="43457" y="43241"/>
                  </a:lnTo>
                  <a:lnTo>
                    <a:pt x="42742" y="43636"/>
                  </a:lnTo>
                  <a:lnTo>
                    <a:pt x="42205" y="43636"/>
                  </a:lnTo>
                  <a:lnTo>
                    <a:pt x="41490" y="43478"/>
                  </a:lnTo>
                  <a:lnTo>
                    <a:pt x="40596" y="43083"/>
                  </a:lnTo>
                  <a:lnTo>
                    <a:pt x="39701" y="43636"/>
                  </a:lnTo>
                  <a:lnTo>
                    <a:pt x="38450" y="45138"/>
                  </a:lnTo>
                  <a:lnTo>
                    <a:pt x="37555" y="45849"/>
                  </a:lnTo>
                  <a:lnTo>
                    <a:pt x="40059" y="46245"/>
                  </a:lnTo>
                  <a:lnTo>
                    <a:pt x="48107" y="47035"/>
                  </a:lnTo>
                  <a:lnTo>
                    <a:pt x="51505" y="46245"/>
                  </a:lnTo>
                  <a:lnTo>
                    <a:pt x="60447" y="47035"/>
                  </a:lnTo>
                  <a:lnTo>
                    <a:pt x="64202" y="46245"/>
                  </a:lnTo>
                  <a:lnTo>
                    <a:pt x="67600" y="46640"/>
                  </a:lnTo>
                  <a:lnTo>
                    <a:pt x="70104" y="47747"/>
                  </a:lnTo>
                  <a:lnTo>
                    <a:pt x="72250" y="49407"/>
                  </a:lnTo>
                  <a:lnTo>
                    <a:pt x="72250" y="51146"/>
                  </a:lnTo>
                  <a:lnTo>
                    <a:pt x="74754" y="51462"/>
                  </a:lnTo>
                  <a:lnTo>
                    <a:pt x="76900" y="52094"/>
                  </a:lnTo>
                  <a:lnTo>
                    <a:pt x="78152" y="52964"/>
                  </a:lnTo>
                  <a:lnTo>
                    <a:pt x="79046" y="54308"/>
                  </a:lnTo>
                  <a:lnTo>
                    <a:pt x="78152" y="55652"/>
                  </a:lnTo>
                  <a:lnTo>
                    <a:pt x="74754" y="56521"/>
                  </a:lnTo>
                  <a:lnTo>
                    <a:pt x="73502" y="57470"/>
                  </a:lnTo>
                  <a:lnTo>
                    <a:pt x="75648" y="60869"/>
                  </a:lnTo>
                  <a:lnTo>
                    <a:pt x="70640" y="63636"/>
                  </a:lnTo>
                  <a:lnTo>
                    <a:pt x="58301" y="67747"/>
                  </a:lnTo>
                  <a:lnTo>
                    <a:pt x="56154" y="66877"/>
                  </a:lnTo>
                  <a:lnTo>
                    <a:pt x="54008" y="66482"/>
                  </a:lnTo>
                  <a:lnTo>
                    <a:pt x="52757" y="66877"/>
                  </a:lnTo>
                  <a:lnTo>
                    <a:pt x="52041" y="67984"/>
                  </a:lnTo>
                  <a:lnTo>
                    <a:pt x="53651" y="71146"/>
                  </a:lnTo>
                  <a:lnTo>
                    <a:pt x="53651" y="71541"/>
                  </a:lnTo>
                  <a:lnTo>
                    <a:pt x="52757" y="71699"/>
                  </a:lnTo>
                  <a:lnTo>
                    <a:pt x="52399" y="71936"/>
                  </a:lnTo>
                  <a:lnTo>
                    <a:pt x="52757" y="72490"/>
                  </a:lnTo>
                  <a:lnTo>
                    <a:pt x="53293" y="72648"/>
                  </a:lnTo>
                  <a:lnTo>
                    <a:pt x="54008" y="72806"/>
                  </a:lnTo>
                  <a:lnTo>
                    <a:pt x="54545" y="72806"/>
                  </a:lnTo>
                  <a:lnTo>
                    <a:pt x="54903" y="73043"/>
                  </a:lnTo>
                  <a:lnTo>
                    <a:pt x="60447" y="76363"/>
                  </a:lnTo>
                  <a:lnTo>
                    <a:pt x="61698" y="77707"/>
                  </a:lnTo>
                  <a:lnTo>
                    <a:pt x="61341" y="78814"/>
                  </a:lnTo>
                  <a:lnTo>
                    <a:pt x="60089" y="79762"/>
                  </a:lnTo>
                  <a:lnTo>
                    <a:pt x="56691" y="81106"/>
                  </a:lnTo>
                  <a:lnTo>
                    <a:pt x="56691" y="81106"/>
                  </a:lnTo>
                  <a:lnTo>
                    <a:pt x="56691" y="81106"/>
                  </a:lnTo>
                  <a:lnTo>
                    <a:pt x="57406" y="82608"/>
                  </a:lnTo>
                  <a:lnTo>
                    <a:pt x="56691" y="84664"/>
                  </a:lnTo>
                  <a:lnTo>
                    <a:pt x="57406" y="85928"/>
                  </a:lnTo>
                  <a:lnTo>
                    <a:pt x="58658" y="86166"/>
                  </a:lnTo>
                  <a:lnTo>
                    <a:pt x="59552" y="86166"/>
                  </a:lnTo>
                  <a:lnTo>
                    <a:pt x="60804" y="85928"/>
                  </a:lnTo>
                  <a:lnTo>
                    <a:pt x="61698" y="86482"/>
                  </a:lnTo>
                  <a:lnTo>
                    <a:pt x="62056" y="87272"/>
                  </a:lnTo>
                  <a:lnTo>
                    <a:pt x="61698" y="88774"/>
                  </a:lnTo>
                  <a:lnTo>
                    <a:pt x="62056" y="89090"/>
                  </a:lnTo>
                  <a:lnTo>
                    <a:pt x="63845" y="89486"/>
                  </a:lnTo>
                  <a:lnTo>
                    <a:pt x="67600" y="88221"/>
                  </a:lnTo>
                  <a:lnTo>
                    <a:pt x="70104" y="88221"/>
                  </a:lnTo>
                  <a:lnTo>
                    <a:pt x="71892" y="88932"/>
                  </a:lnTo>
                  <a:lnTo>
                    <a:pt x="71892" y="90039"/>
                  </a:lnTo>
                  <a:lnTo>
                    <a:pt x="69746" y="92094"/>
                  </a:lnTo>
                  <a:lnTo>
                    <a:pt x="67600" y="93043"/>
                  </a:lnTo>
                  <a:lnTo>
                    <a:pt x="67242" y="94387"/>
                  </a:lnTo>
                  <a:lnTo>
                    <a:pt x="68852" y="95494"/>
                  </a:lnTo>
                  <a:lnTo>
                    <a:pt x="71356" y="95494"/>
                  </a:lnTo>
                  <a:lnTo>
                    <a:pt x="73144" y="95652"/>
                  </a:lnTo>
                  <a:lnTo>
                    <a:pt x="74038" y="96205"/>
                  </a:lnTo>
                  <a:lnTo>
                    <a:pt x="73502" y="96600"/>
                  </a:lnTo>
                  <a:lnTo>
                    <a:pt x="72250" y="97154"/>
                  </a:lnTo>
                  <a:lnTo>
                    <a:pt x="67242" y="98893"/>
                  </a:lnTo>
                  <a:lnTo>
                    <a:pt x="65991" y="99604"/>
                  </a:lnTo>
                  <a:lnTo>
                    <a:pt x="69746" y="99446"/>
                  </a:lnTo>
                  <a:lnTo>
                    <a:pt x="71356" y="99604"/>
                  </a:lnTo>
                  <a:lnTo>
                    <a:pt x="73502" y="100158"/>
                  </a:lnTo>
                  <a:lnTo>
                    <a:pt x="74754" y="101106"/>
                  </a:lnTo>
                  <a:lnTo>
                    <a:pt x="72250" y="101501"/>
                  </a:lnTo>
                  <a:lnTo>
                    <a:pt x="68852" y="101818"/>
                  </a:lnTo>
                  <a:lnTo>
                    <a:pt x="67242" y="102213"/>
                  </a:lnTo>
                  <a:lnTo>
                    <a:pt x="67242" y="102213"/>
                  </a:lnTo>
                  <a:lnTo>
                    <a:pt x="66706" y="102608"/>
                  </a:lnTo>
                  <a:lnTo>
                    <a:pt x="65991" y="102608"/>
                  </a:lnTo>
                  <a:lnTo>
                    <a:pt x="65454" y="102608"/>
                  </a:lnTo>
                  <a:lnTo>
                    <a:pt x="64739" y="102450"/>
                  </a:lnTo>
                  <a:lnTo>
                    <a:pt x="62056" y="101818"/>
                  </a:lnTo>
                  <a:lnTo>
                    <a:pt x="59195" y="102055"/>
                  </a:lnTo>
                  <a:lnTo>
                    <a:pt x="54008" y="102766"/>
                  </a:lnTo>
                  <a:lnTo>
                    <a:pt x="49001" y="102766"/>
                  </a:lnTo>
                  <a:lnTo>
                    <a:pt x="47391" y="103003"/>
                  </a:lnTo>
                  <a:lnTo>
                    <a:pt x="46497" y="104110"/>
                  </a:lnTo>
                  <a:lnTo>
                    <a:pt x="46855" y="105375"/>
                  </a:lnTo>
                  <a:lnTo>
                    <a:pt x="46140" y="106007"/>
                  </a:lnTo>
                  <a:lnTo>
                    <a:pt x="44709" y="106166"/>
                  </a:lnTo>
                  <a:lnTo>
                    <a:pt x="43457" y="106719"/>
                  </a:lnTo>
                  <a:lnTo>
                    <a:pt x="43457" y="107272"/>
                  </a:lnTo>
                  <a:lnTo>
                    <a:pt x="43994" y="107826"/>
                  </a:lnTo>
                  <a:lnTo>
                    <a:pt x="43994" y="108221"/>
                  </a:lnTo>
                  <a:lnTo>
                    <a:pt x="43457" y="108932"/>
                  </a:lnTo>
                  <a:lnTo>
                    <a:pt x="42742" y="109328"/>
                  </a:lnTo>
                  <a:lnTo>
                    <a:pt x="40059" y="110118"/>
                  </a:lnTo>
                  <a:lnTo>
                    <a:pt x="37555" y="111620"/>
                  </a:lnTo>
                  <a:lnTo>
                    <a:pt x="36304" y="112332"/>
                  </a:lnTo>
                  <a:lnTo>
                    <a:pt x="32906" y="115731"/>
                  </a:lnTo>
                  <a:lnTo>
                    <a:pt x="31654" y="116442"/>
                  </a:lnTo>
                  <a:lnTo>
                    <a:pt x="30044" y="117233"/>
                  </a:lnTo>
                  <a:lnTo>
                    <a:pt x="22712" y="120000"/>
                  </a:lnTo>
                  <a:lnTo>
                    <a:pt x="22354" y="120000"/>
                  </a:lnTo>
                  <a:lnTo>
                    <a:pt x="22354" y="119604"/>
                  </a:lnTo>
                  <a:lnTo>
                    <a:pt x="21460" y="118893"/>
                  </a:lnTo>
                  <a:lnTo>
                    <a:pt x="21460" y="118735"/>
                  </a:lnTo>
                  <a:lnTo>
                    <a:pt x="20745" y="118339"/>
                  </a:lnTo>
                  <a:lnTo>
                    <a:pt x="18956" y="117944"/>
                  </a:lnTo>
                  <a:lnTo>
                    <a:pt x="18062" y="117549"/>
                  </a:lnTo>
                  <a:lnTo>
                    <a:pt x="17704" y="116996"/>
                  </a:lnTo>
                  <a:lnTo>
                    <a:pt x="17704" y="115494"/>
                  </a:lnTo>
                  <a:lnTo>
                    <a:pt x="17347" y="114624"/>
                  </a:lnTo>
                  <a:lnTo>
                    <a:pt x="17347" y="113833"/>
                  </a:lnTo>
                  <a:lnTo>
                    <a:pt x="17704" y="112885"/>
                  </a:lnTo>
                  <a:lnTo>
                    <a:pt x="21460" y="110671"/>
                  </a:lnTo>
                  <a:lnTo>
                    <a:pt x="26110" y="106324"/>
                  </a:lnTo>
                  <a:lnTo>
                    <a:pt x="28256" y="103952"/>
                  </a:lnTo>
                  <a:lnTo>
                    <a:pt x="29150" y="103003"/>
                  </a:lnTo>
                  <a:lnTo>
                    <a:pt x="28792" y="102450"/>
                  </a:lnTo>
                  <a:lnTo>
                    <a:pt x="28256" y="101660"/>
                  </a:lnTo>
                  <a:lnTo>
                    <a:pt x="22354" y="99446"/>
                  </a:lnTo>
                  <a:lnTo>
                    <a:pt x="20745" y="98498"/>
                  </a:lnTo>
                  <a:lnTo>
                    <a:pt x="19493" y="97391"/>
                  </a:lnTo>
                  <a:lnTo>
                    <a:pt x="18956" y="96600"/>
                  </a:lnTo>
                  <a:lnTo>
                    <a:pt x="18956" y="93833"/>
                  </a:lnTo>
                  <a:lnTo>
                    <a:pt x="18062" y="91541"/>
                  </a:lnTo>
                  <a:lnTo>
                    <a:pt x="11803" y="85770"/>
                  </a:lnTo>
                  <a:lnTo>
                    <a:pt x="10909" y="84426"/>
                  </a:lnTo>
                  <a:lnTo>
                    <a:pt x="8405" y="81264"/>
                  </a:lnTo>
                  <a:lnTo>
                    <a:pt x="6259" y="79051"/>
                  </a:lnTo>
                  <a:lnTo>
                    <a:pt x="3755" y="77154"/>
                  </a:lnTo>
                  <a:lnTo>
                    <a:pt x="357" y="74861"/>
                  </a:lnTo>
                  <a:lnTo>
                    <a:pt x="0" y="74150"/>
                  </a:lnTo>
                  <a:lnTo>
                    <a:pt x="0" y="73438"/>
                  </a:lnTo>
                  <a:lnTo>
                    <a:pt x="1251" y="72094"/>
                  </a:lnTo>
                  <a:lnTo>
                    <a:pt x="2503" y="71304"/>
                  </a:lnTo>
                  <a:lnTo>
                    <a:pt x="3755" y="71146"/>
                  </a:lnTo>
                  <a:lnTo>
                    <a:pt x="4649" y="71541"/>
                  </a:lnTo>
                  <a:lnTo>
                    <a:pt x="5543" y="72094"/>
                  </a:lnTo>
                  <a:lnTo>
                    <a:pt x="5901" y="72252"/>
                  </a:lnTo>
                  <a:lnTo>
                    <a:pt x="8047" y="71541"/>
                  </a:lnTo>
                  <a:lnTo>
                    <a:pt x="13949" y="67430"/>
                  </a:lnTo>
                  <a:lnTo>
                    <a:pt x="21102" y="66877"/>
                  </a:lnTo>
                  <a:lnTo>
                    <a:pt x="24143" y="66324"/>
                  </a:lnTo>
                  <a:lnTo>
                    <a:pt x="27004" y="65138"/>
                  </a:lnTo>
                  <a:lnTo>
                    <a:pt x="28792" y="64268"/>
                  </a:lnTo>
                  <a:lnTo>
                    <a:pt x="33800" y="60474"/>
                  </a:lnTo>
                  <a:lnTo>
                    <a:pt x="33800" y="59525"/>
                  </a:lnTo>
                  <a:lnTo>
                    <a:pt x="33442" y="58577"/>
                  </a:lnTo>
                  <a:lnTo>
                    <a:pt x="32011" y="57707"/>
                  </a:lnTo>
                  <a:lnTo>
                    <a:pt x="30760" y="56363"/>
                  </a:lnTo>
                  <a:lnTo>
                    <a:pt x="30402" y="54466"/>
                  </a:lnTo>
                  <a:lnTo>
                    <a:pt x="30760" y="53596"/>
                  </a:lnTo>
                  <a:lnTo>
                    <a:pt x="31654" y="52411"/>
                  </a:lnTo>
                  <a:lnTo>
                    <a:pt x="32011" y="51699"/>
                  </a:lnTo>
                  <a:lnTo>
                    <a:pt x="34694" y="47747"/>
                  </a:lnTo>
                  <a:lnTo>
                    <a:pt x="29508" y="45533"/>
                  </a:lnTo>
                  <a:lnTo>
                    <a:pt x="24143" y="43636"/>
                  </a:lnTo>
                  <a:lnTo>
                    <a:pt x="21460" y="42292"/>
                  </a:lnTo>
                  <a:lnTo>
                    <a:pt x="19850" y="41422"/>
                  </a:lnTo>
                  <a:lnTo>
                    <a:pt x="17704" y="36126"/>
                  </a:lnTo>
                  <a:lnTo>
                    <a:pt x="21997" y="35573"/>
                  </a:lnTo>
                  <a:lnTo>
                    <a:pt x="22712" y="34861"/>
                  </a:lnTo>
                  <a:lnTo>
                    <a:pt x="24143" y="33913"/>
                  </a:lnTo>
                  <a:lnTo>
                    <a:pt x="24500" y="32964"/>
                  </a:lnTo>
                  <a:lnTo>
                    <a:pt x="24500" y="32015"/>
                  </a:lnTo>
                  <a:lnTo>
                    <a:pt x="23248" y="28695"/>
                  </a:lnTo>
                  <a:lnTo>
                    <a:pt x="24500" y="26798"/>
                  </a:lnTo>
                  <a:lnTo>
                    <a:pt x="25752" y="25691"/>
                  </a:lnTo>
                  <a:lnTo>
                    <a:pt x="30760" y="23083"/>
                  </a:lnTo>
                  <a:lnTo>
                    <a:pt x="34157" y="22292"/>
                  </a:lnTo>
                  <a:lnTo>
                    <a:pt x="38450" y="21739"/>
                  </a:lnTo>
                  <a:lnTo>
                    <a:pt x="48107" y="22134"/>
                  </a:lnTo>
                  <a:lnTo>
                    <a:pt x="52399" y="20632"/>
                  </a:lnTo>
                  <a:lnTo>
                    <a:pt x="54008" y="19288"/>
                  </a:lnTo>
                  <a:lnTo>
                    <a:pt x="57943" y="17391"/>
                  </a:lnTo>
                  <a:lnTo>
                    <a:pt x="59195" y="16521"/>
                  </a:lnTo>
                  <a:lnTo>
                    <a:pt x="60089" y="15335"/>
                  </a:lnTo>
                  <a:lnTo>
                    <a:pt x="60804" y="13122"/>
                  </a:lnTo>
                  <a:lnTo>
                    <a:pt x="63308" y="11620"/>
                  </a:lnTo>
                  <a:lnTo>
                    <a:pt x="65454" y="10909"/>
                  </a:lnTo>
                  <a:lnTo>
                    <a:pt x="67242" y="10513"/>
                  </a:lnTo>
                  <a:lnTo>
                    <a:pt x="68494" y="10513"/>
                  </a:lnTo>
                  <a:lnTo>
                    <a:pt x="73144" y="8853"/>
                  </a:lnTo>
                  <a:lnTo>
                    <a:pt x="77436" y="6798"/>
                  </a:lnTo>
                  <a:lnTo>
                    <a:pt x="80298" y="5849"/>
                  </a:lnTo>
                  <a:lnTo>
                    <a:pt x="82444" y="5454"/>
                  </a:lnTo>
                  <a:lnTo>
                    <a:pt x="84947" y="5612"/>
                  </a:lnTo>
                  <a:lnTo>
                    <a:pt x="89239" y="6798"/>
                  </a:lnTo>
                  <a:lnTo>
                    <a:pt x="91385" y="6956"/>
                  </a:lnTo>
                  <a:lnTo>
                    <a:pt x="92637" y="6403"/>
                  </a:lnTo>
                  <a:lnTo>
                    <a:pt x="93353" y="5454"/>
                  </a:lnTo>
                  <a:lnTo>
                    <a:pt x="92995" y="4901"/>
                  </a:lnTo>
                  <a:lnTo>
                    <a:pt x="92637" y="4110"/>
                  </a:lnTo>
                  <a:lnTo>
                    <a:pt x="92101" y="3557"/>
                  </a:lnTo>
                  <a:lnTo>
                    <a:pt x="91743" y="2292"/>
                  </a:lnTo>
                  <a:lnTo>
                    <a:pt x="92995" y="1343"/>
                  </a:lnTo>
                  <a:lnTo>
                    <a:pt x="93889" y="1106"/>
                  </a:lnTo>
                  <a:lnTo>
                    <a:pt x="95499" y="1343"/>
                  </a:lnTo>
                  <a:lnTo>
                    <a:pt x="96751" y="1501"/>
                  </a:lnTo>
                  <a:lnTo>
                    <a:pt x="98002" y="1501"/>
                  </a:lnTo>
                  <a:lnTo>
                    <a:pt x="99433" y="1343"/>
                  </a:lnTo>
                  <a:lnTo>
                    <a:pt x="99791" y="948"/>
                  </a:lnTo>
                  <a:lnTo>
                    <a:pt x="101043" y="0"/>
                  </a:lnTo>
                  <a:lnTo>
                    <a:pt x="101937" y="553"/>
                  </a:lnTo>
                  <a:lnTo>
                    <a:pt x="104083" y="1106"/>
                  </a:lnTo>
                  <a:lnTo>
                    <a:pt x="103189" y="1897"/>
                  </a:lnTo>
                  <a:lnTo>
                    <a:pt x="102652" y="2845"/>
                  </a:lnTo>
                  <a:lnTo>
                    <a:pt x="102652" y="4505"/>
                  </a:lnTo>
                  <a:lnTo>
                    <a:pt x="103546" y="4664"/>
                  </a:lnTo>
                  <a:lnTo>
                    <a:pt x="105335" y="5059"/>
                  </a:lnTo>
                  <a:lnTo>
                    <a:pt x="105335" y="6561"/>
                  </a:lnTo>
                  <a:lnTo>
                    <a:pt x="108733" y="6956"/>
                  </a:lnTo>
                  <a:lnTo>
                    <a:pt x="112846" y="7114"/>
                  </a:lnTo>
                  <a:lnTo>
                    <a:pt x="116244" y="8063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999" name="Shape 10999"/>
            <p:cNvSpPr/>
            <p:nvPr/>
          </p:nvSpPr>
          <p:spPr>
            <a:xfrm>
              <a:off x="8524639" y="3543559"/>
              <a:ext cx="2212541" cy="14853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329" y="87617"/>
                  </a:moveTo>
                  <a:lnTo>
                    <a:pt x="117329" y="87617"/>
                  </a:lnTo>
                  <a:lnTo>
                    <a:pt x="117639" y="88450"/>
                  </a:lnTo>
                  <a:lnTo>
                    <a:pt x="117639" y="88912"/>
                  </a:lnTo>
                  <a:lnTo>
                    <a:pt x="116024" y="90208"/>
                  </a:lnTo>
                  <a:lnTo>
                    <a:pt x="115714" y="90485"/>
                  </a:lnTo>
                  <a:lnTo>
                    <a:pt x="115465" y="91318"/>
                  </a:lnTo>
                  <a:lnTo>
                    <a:pt x="115465" y="91595"/>
                  </a:lnTo>
                  <a:lnTo>
                    <a:pt x="115714" y="91781"/>
                  </a:lnTo>
                  <a:lnTo>
                    <a:pt x="115900" y="92428"/>
                  </a:lnTo>
                  <a:lnTo>
                    <a:pt x="115900" y="95481"/>
                  </a:lnTo>
                  <a:lnTo>
                    <a:pt x="116149" y="97517"/>
                  </a:lnTo>
                  <a:lnTo>
                    <a:pt x="116335" y="98997"/>
                  </a:lnTo>
                  <a:lnTo>
                    <a:pt x="117204" y="101403"/>
                  </a:lnTo>
                  <a:lnTo>
                    <a:pt x="118385" y="102050"/>
                  </a:lnTo>
                  <a:lnTo>
                    <a:pt x="118944" y="103346"/>
                  </a:lnTo>
                  <a:lnTo>
                    <a:pt x="119378" y="105566"/>
                  </a:lnTo>
                  <a:lnTo>
                    <a:pt x="118385" y="104271"/>
                  </a:lnTo>
                  <a:lnTo>
                    <a:pt x="117763" y="103808"/>
                  </a:lnTo>
                  <a:lnTo>
                    <a:pt x="115900" y="104086"/>
                  </a:lnTo>
                  <a:lnTo>
                    <a:pt x="112484" y="102513"/>
                  </a:lnTo>
                  <a:lnTo>
                    <a:pt x="111304" y="102513"/>
                  </a:lnTo>
                  <a:lnTo>
                    <a:pt x="110000" y="103161"/>
                  </a:lnTo>
                  <a:lnTo>
                    <a:pt x="107204" y="105844"/>
                  </a:lnTo>
                  <a:lnTo>
                    <a:pt x="106024" y="106214"/>
                  </a:lnTo>
                  <a:lnTo>
                    <a:pt x="102546" y="106491"/>
                  </a:lnTo>
                  <a:lnTo>
                    <a:pt x="101801" y="106029"/>
                  </a:lnTo>
                  <a:lnTo>
                    <a:pt x="101801" y="107509"/>
                  </a:lnTo>
                  <a:lnTo>
                    <a:pt x="101925" y="108897"/>
                  </a:lnTo>
                  <a:lnTo>
                    <a:pt x="101801" y="109730"/>
                  </a:lnTo>
                  <a:lnTo>
                    <a:pt x="101490" y="110377"/>
                  </a:lnTo>
                  <a:lnTo>
                    <a:pt x="100869" y="110840"/>
                  </a:lnTo>
                  <a:lnTo>
                    <a:pt x="100186" y="110840"/>
                  </a:lnTo>
                  <a:lnTo>
                    <a:pt x="99254" y="111025"/>
                  </a:lnTo>
                  <a:lnTo>
                    <a:pt x="98260" y="111673"/>
                  </a:lnTo>
                  <a:lnTo>
                    <a:pt x="97826" y="112783"/>
                  </a:lnTo>
                  <a:lnTo>
                    <a:pt x="97515" y="114356"/>
                  </a:lnTo>
                  <a:lnTo>
                    <a:pt x="97515" y="115466"/>
                  </a:lnTo>
                  <a:lnTo>
                    <a:pt x="97391" y="116576"/>
                  </a:lnTo>
                  <a:lnTo>
                    <a:pt x="96645" y="117872"/>
                  </a:lnTo>
                  <a:lnTo>
                    <a:pt x="95341" y="118519"/>
                  </a:lnTo>
                  <a:lnTo>
                    <a:pt x="94161" y="117872"/>
                  </a:lnTo>
                  <a:lnTo>
                    <a:pt x="92981" y="116761"/>
                  </a:lnTo>
                  <a:lnTo>
                    <a:pt x="91677" y="116576"/>
                  </a:lnTo>
                  <a:lnTo>
                    <a:pt x="83416" y="119629"/>
                  </a:lnTo>
                  <a:lnTo>
                    <a:pt x="78881" y="120000"/>
                  </a:lnTo>
                  <a:lnTo>
                    <a:pt x="78447" y="119352"/>
                  </a:lnTo>
                  <a:lnTo>
                    <a:pt x="75031" y="115466"/>
                  </a:lnTo>
                  <a:lnTo>
                    <a:pt x="74161" y="113060"/>
                  </a:lnTo>
                  <a:lnTo>
                    <a:pt x="73602" y="109730"/>
                  </a:lnTo>
                  <a:lnTo>
                    <a:pt x="72670" y="106491"/>
                  </a:lnTo>
                  <a:lnTo>
                    <a:pt x="71677" y="104271"/>
                  </a:lnTo>
                  <a:lnTo>
                    <a:pt x="71242" y="102976"/>
                  </a:lnTo>
                  <a:lnTo>
                    <a:pt x="71055" y="102050"/>
                  </a:lnTo>
                  <a:lnTo>
                    <a:pt x="71055" y="101680"/>
                  </a:lnTo>
                  <a:lnTo>
                    <a:pt x="71055" y="100292"/>
                  </a:lnTo>
                  <a:lnTo>
                    <a:pt x="71366" y="99182"/>
                  </a:lnTo>
                  <a:lnTo>
                    <a:pt x="71366" y="97887"/>
                  </a:lnTo>
                  <a:lnTo>
                    <a:pt x="71055" y="95019"/>
                  </a:lnTo>
                  <a:lnTo>
                    <a:pt x="66521" y="87802"/>
                  </a:lnTo>
                  <a:lnTo>
                    <a:pt x="64347" y="85026"/>
                  </a:lnTo>
                  <a:lnTo>
                    <a:pt x="63602" y="84286"/>
                  </a:lnTo>
                  <a:lnTo>
                    <a:pt x="63167" y="84101"/>
                  </a:lnTo>
                  <a:lnTo>
                    <a:pt x="62422" y="84101"/>
                  </a:lnTo>
                  <a:lnTo>
                    <a:pt x="57701" y="87154"/>
                  </a:lnTo>
                  <a:lnTo>
                    <a:pt x="52298" y="89375"/>
                  </a:lnTo>
                  <a:lnTo>
                    <a:pt x="50931" y="88912"/>
                  </a:lnTo>
                  <a:lnTo>
                    <a:pt x="48012" y="90023"/>
                  </a:lnTo>
                  <a:lnTo>
                    <a:pt x="46832" y="90208"/>
                  </a:lnTo>
                  <a:lnTo>
                    <a:pt x="42608" y="94001"/>
                  </a:lnTo>
                  <a:lnTo>
                    <a:pt x="41677" y="94186"/>
                  </a:lnTo>
                  <a:lnTo>
                    <a:pt x="41242" y="94186"/>
                  </a:lnTo>
                  <a:lnTo>
                    <a:pt x="41118" y="94001"/>
                  </a:lnTo>
                  <a:lnTo>
                    <a:pt x="40683" y="93538"/>
                  </a:lnTo>
                  <a:lnTo>
                    <a:pt x="39813" y="93076"/>
                  </a:lnTo>
                  <a:lnTo>
                    <a:pt x="36397" y="92428"/>
                  </a:lnTo>
                  <a:lnTo>
                    <a:pt x="34347" y="90948"/>
                  </a:lnTo>
                  <a:lnTo>
                    <a:pt x="33167" y="90485"/>
                  </a:lnTo>
                  <a:lnTo>
                    <a:pt x="31552" y="90948"/>
                  </a:lnTo>
                  <a:lnTo>
                    <a:pt x="30248" y="91595"/>
                  </a:lnTo>
                  <a:lnTo>
                    <a:pt x="25838" y="96407"/>
                  </a:lnTo>
                  <a:lnTo>
                    <a:pt x="25279" y="97517"/>
                  </a:lnTo>
                  <a:lnTo>
                    <a:pt x="24968" y="98164"/>
                  </a:lnTo>
                  <a:lnTo>
                    <a:pt x="24782" y="98812"/>
                  </a:lnTo>
                  <a:lnTo>
                    <a:pt x="24658" y="99460"/>
                  </a:lnTo>
                  <a:lnTo>
                    <a:pt x="24223" y="101403"/>
                  </a:lnTo>
                  <a:lnTo>
                    <a:pt x="22608" y="103161"/>
                  </a:lnTo>
                  <a:lnTo>
                    <a:pt x="20248" y="107139"/>
                  </a:lnTo>
                  <a:lnTo>
                    <a:pt x="19503" y="107787"/>
                  </a:lnTo>
                  <a:lnTo>
                    <a:pt x="18757" y="107972"/>
                  </a:lnTo>
                  <a:lnTo>
                    <a:pt x="18322" y="107787"/>
                  </a:lnTo>
                  <a:lnTo>
                    <a:pt x="17639" y="107324"/>
                  </a:lnTo>
                  <a:lnTo>
                    <a:pt x="15527" y="105566"/>
                  </a:lnTo>
                  <a:lnTo>
                    <a:pt x="16894" y="101865"/>
                  </a:lnTo>
                  <a:lnTo>
                    <a:pt x="18198" y="95944"/>
                  </a:lnTo>
                  <a:lnTo>
                    <a:pt x="18509" y="94001"/>
                  </a:lnTo>
                  <a:lnTo>
                    <a:pt x="18633" y="92613"/>
                  </a:lnTo>
                  <a:lnTo>
                    <a:pt x="18198" y="90670"/>
                  </a:lnTo>
                  <a:lnTo>
                    <a:pt x="18198" y="89375"/>
                  </a:lnTo>
                  <a:lnTo>
                    <a:pt x="18509" y="88450"/>
                  </a:lnTo>
                  <a:lnTo>
                    <a:pt x="19503" y="86044"/>
                  </a:lnTo>
                  <a:lnTo>
                    <a:pt x="20248" y="84286"/>
                  </a:lnTo>
                  <a:lnTo>
                    <a:pt x="20124" y="83269"/>
                  </a:lnTo>
                  <a:lnTo>
                    <a:pt x="19689" y="82343"/>
                  </a:lnTo>
                  <a:lnTo>
                    <a:pt x="18198" y="81233"/>
                  </a:lnTo>
                  <a:lnTo>
                    <a:pt x="16459" y="78828"/>
                  </a:lnTo>
                  <a:lnTo>
                    <a:pt x="16024" y="77995"/>
                  </a:lnTo>
                  <a:lnTo>
                    <a:pt x="15527" y="77070"/>
                  </a:lnTo>
                  <a:lnTo>
                    <a:pt x="15403" y="76237"/>
                  </a:lnTo>
                  <a:lnTo>
                    <a:pt x="14968" y="75312"/>
                  </a:lnTo>
                  <a:lnTo>
                    <a:pt x="13788" y="73369"/>
                  </a:lnTo>
                  <a:lnTo>
                    <a:pt x="12795" y="71148"/>
                  </a:lnTo>
                  <a:lnTo>
                    <a:pt x="12173" y="70778"/>
                  </a:lnTo>
                  <a:lnTo>
                    <a:pt x="11428" y="71426"/>
                  </a:lnTo>
                  <a:lnTo>
                    <a:pt x="10869" y="72074"/>
                  </a:lnTo>
                  <a:lnTo>
                    <a:pt x="9689" y="72721"/>
                  </a:lnTo>
                  <a:lnTo>
                    <a:pt x="8944" y="73369"/>
                  </a:lnTo>
                  <a:lnTo>
                    <a:pt x="8385" y="74294"/>
                  </a:lnTo>
                  <a:lnTo>
                    <a:pt x="7888" y="74664"/>
                  </a:lnTo>
                  <a:lnTo>
                    <a:pt x="7204" y="74664"/>
                  </a:lnTo>
                  <a:lnTo>
                    <a:pt x="6273" y="74016"/>
                  </a:lnTo>
                  <a:lnTo>
                    <a:pt x="4658" y="72259"/>
                  </a:lnTo>
                  <a:lnTo>
                    <a:pt x="3043" y="69020"/>
                  </a:lnTo>
                  <a:lnTo>
                    <a:pt x="869" y="62636"/>
                  </a:lnTo>
                  <a:lnTo>
                    <a:pt x="124" y="59121"/>
                  </a:lnTo>
                  <a:lnTo>
                    <a:pt x="0" y="58473"/>
                  </a:lnTo>
                  <a:lnTo>
                    <a:pt x="124" y="56530"/>
                  </a:lnTo>
                  <a:lnTo>
                    <a:pt x="310" y="54957"/>
                  </a:lnTo>
                  <a:lnTo>
                    <a:pt x="4534" y="54957"/>
                  </a:lnTo>
                  <a:lnTo>
                    <a:pt x="4968" y="54494"/>
                  </a:lnTo>
                  <a:lnTo>
                    <a:pt x="5590" y="54309"/>
                  </a:lnTo>
                  <a:lnTo>
                    <a:pt x="5590" y="53847"/>
                  </a:lnTo>
                  <a:lnTo>
                    <a:pt x="6583" y="52089"/>
                  </a:lnTo>
                  <a:lnTo>
                    <a:pt x="6770" y="51719"/>
                  </a:lnTo>
                  <a:lnTo>
                    <a:pt x="6770" y="51256"/>
                  </a:lnTo>
                  <a:lnTo>
                    <a:pt x="6894" y="50146"/>
                  </a:lnTo>
                  <a:lnTo>
                    <a:pt x="6583" y="48851"/>
                  </a:lnTo>
                  <a:lnTo>
                    <a:pt x="6273" y="47278"/>
                  </a:lnTo>
                  <a:lnTo>
                    <a:pt x="5714" y="45983"/>
                  </a:lnTo>
                  <a:lnTo>
                    <a:pt x="5279" y="45335"/>
                  </a:lnTo>
                  <a:lnTo>
                    <a:pt x="4534" y="44410"/>
                  </a:lnTo>
                  <a:lnTo>
                    <a:pt x="3975" y="43577"/>
                  </a:lnTo>
                  <a:lnTo>
                    <a:pt x="3540" y="42744"/>
                  </a:lnTo>
                  <a:lnTo>
                    <a:pt x="3229" y="41634"/>
                  </a:lnTo>
                  <a:lnTo>
                    <a:pt x="3043" y="40709"/>
                  </a:lnTo>
                  <a:lnTo>
                    <a:pt x="2919" y="38766"/>
                  </a:lnTo>
                  <a:lnTo>
                    <a:pt x="2795" y="37471"/>
                  </a:lnTo>
                  <a:lnTo>
                    <a:pt x="2919" y="36083"/>
                  </a:lnTo>
                  <a:lnTo>
                    <a:pt x="3354" y="34787"/>
                  </a:lnTo>
                  <a:lnTo>
                    <a:pt x="3975" y="33677"/>
                  </a:lnTo>
                  <a:lnTo>
                    <a:pt x="8385" y="28866"/>
                  </a:lnTo>
                  <a:lnTo>
                    <a:pt x="8819" y="28496"/>
                  </a:lnTo>
                  <a:lnTo>
                    <a:pt x="9254" y="28496"/>
                  </a:lnTo>
                  <a:lnTo>
                    <a:pt x="10434" y="29329"/>
                  </a:lnTo>
                  <a:lnTo>
                    <a:pt x="10993" y="29514"/>
                  </a:lnTo>
                  <a:lnTo>
                    <a:pt x="12298" y="29514"/>
                  </a:lnTo>
                  <a:lnTo>
                    <a:pt x="13664" y="29791"/>
                  </a:lnTo>
                  <a:lnTo>
                    <a:pt x="14409" y="29976"/>
                  </a:lnTo>
                  <a:lnTo>
                    <a:pt x="16273" y="28866"/>
                  </a:lnTo>
                  <a:lnTo>
                    <a:pt x="18633" y="32197"/>
                  </a:lnTo>
                  <a:lnTo>
                    <a:pt x="19378" y="33955"/>
                  </a:lnTo>
                  <a:lnTo>
                    <a:pt x="19503" y="34602"/>
                  </a:lnTo>
                  <a:lnTo>
                    <a:pt x="19937" y="35435"/>
                  </a:lnTo>
                  <a:lnTo>
                    <a:pt x="20248" y="35435"/>
                  </a:lnTo>
                  <a:lnTo>
                    <a:pt x="20993" y="34140"/>
                  </a:lnTo>
                  <a:lnTo>
                    <a:pt x="23043" y="32659"/>
                  </a:lnTo>
                  <a:lnTo>
                    <a:pt x="24534" y="31087"/>
                  </a:lnTo>
                  <a:lnTo>
                    <a:pt x="25093" y="30624"/>
                  </a:lnTo>
                  <a:lnTo>
                    <a:pt x="25527" y="30624"/>
                  </a:lnTo>
                  <a:lnTo>
                    <a:pt x="28322" y="32659"/>
                  </a:lnTo>
                  <a:lnTo>
                    <a:pt x="29378" y="33030"/>
                  </a:lnTo>
                  <a:lnTo>
                    <a:pt x="30372" y="33307"/>
                  </a:lnTo>
                  <a:lnTo>
                    <a:pt x="31739" y="32845"/>
                  </a:lnTo>
                  <a:lnTo>
                    <a:pt x="32732" y="32197"/>
                  </a:lnTo>
                  <a:lnTo>
                    <a:pt x="34347" y="29329"/>
                  </a:lnTo>
                  <a:lnTo>
                    <a:pt x="35403" y="28033"/>
                  </a:lnTo>
                  <a:lnTo>
                    <a:pt x="36708" y="26923"/>
                  </a:lnTo>
                  <a:lnTo>
                    <a:pt x="37267" y="26276"/>
                  </a:lnTo>
                  <a:lnTo>
                    <a:pt x="37763" y="25350"/>
                  </a:lnTo>
                  <a:lnTo>
                    <a:pt x="37888" y="24518"/>
                  </a:lnTo>
                  <a:lnTo>
                    <a:pt x="38198" y="23407"/>
                  </a:lnTo>
                  <a:lnTo>
                    <a:pt x="44037" y="17949"/>
                  </a:lnTo>
                  <a:lnTo>
                    <a:pt x="46397" y="13600"/>
                  </a:lnTo>
                  <a:lnTo>
                    <a:pt x="48136" y="15080"/>
                  </a:lnTo>
                  <a:lnTo>
                    <a:pt x="52857" y="13785"/>
                  </a:lnTo>
                  <a:lnTo>
                    <a:pt x="53043" y="13970"/>
                  </a:lnTo>
                  <a:lnTo>
                    <a:pt x="53602" y="14433"/>
                  </a:lnTo>
                  <a:lnTo>
                    <a:pt x="55093" y="15728"/>
                  </a:lnTo>
                  <a:lnTo>
                    <a:pt x="56086" y="15728"/>
                  </a:lnTo>
                  <a:lnTo>
                    <a:pt x="57142" y="14895"/>
                  </a:lnTo>
                  <a:lnTo>
                    <a:pt x="58136" y="13600"/>
                  </a:lnTo>
                  <a:lnTo>
                    <a:pt x="59751" y="12027"/>
                  </a:lnTo>
                  <a:lnTo>
                    <a:pt x="60496" y="11380"/>
                  </a:lnTo>
                  <a:lnTo>
                    <a:pt x="61242" y="11195"/>
                  </a:lnTo>
                  <a:lnTo>
                    <a:pt x="61987" y="11195"/>
                  </a:lnTo>
                  <a:lnTo>
                    <a:pt x="62422" y="10917"/>
                  </a:lnTo>
                  <a:lnTo>
                    <a:pt x="63726" y="10084"/>
                  </a:lnTo>
                  <a:lnTo>
                    <a:pt x="65776" y="8049"/>
                  </a:lnTo>
                  <a:lnTo>
                    <a:pt x="67391" y="7031"/>
                  </a:lnTo>
                  <a:lnTo>
                    <a:pt x="67701" y="6569"/>
                  </a:lnTo>
                  <a:lnTo>
                    <a:pt x="68136" y="5458"/>
                  </a:lnTo>
                  <a:lnTo>
                    <a:pt x="68260" y="4811"/>
                  </a:lnTo>
                  <a:lnTo>
                    <a:pt x="69192" y="1942"/>
                  </a:lnTo>
                  <a:lnTo>
                    <a:pt x="71055" y="1942"/>
                  </a:lnTo>
                  <a:lnTo>
                    <a:pt x="71366" y="1942"/>
                  </a:lnTo>
                  <a:lnTo>
                    <a:pt x="73850" y="0"/>
                  </a:lnTo>
                  <a:lnTo>
                    <a:pt x="74782" y="0"/>
                  </a:lnTo>
                  <a:lnTo>
                    <a:pt x="75465" y="185"/>
                  </a:lnTo>
                  <a:lnTo>
                    <a:pt x="77701" y="2127"/>
                  </a:lnTo>
                  <a:lnTo>
                    <a:pt x="81677" y="3885"/>
                  </a:lnTo>
                  <a:lnTo>
                    <a:pt x="83726" y="5273"/>
                  </a:lnTo>
                  <a:lnTo>
                    <a:pt x="86645" y="4811"/>
                  </a:lnTo>
                  <a:lnTo>
                    <a:pt x="87826" y="5921"/>
                  </a:lnTo>
                  <a:lnTo>
                    <a:pt x="88385" y="7031"/>
                  </a:lnTo>
                  <a:lnTo>
                    <a:pt x="89130" y="7401"/>
                  </a:lnTo>
                  <a:lnTo>
                    <a:pt x="90186" y="7864"/>
                  </a:lnTo>
                  <a:lnTo>
                    <a:pt x="90621" y="7864"/>
                  </a:lnTo>
                  <a:lnTo>
                    <a:pt x="91055" y="7679"/>
                  </a:lnTo>
                  <a:lnTo>
                    <a:pt x="91366" y="7401"/>
                  </a:lnTo>
                  <a:lnTo>
                    <a:pt x="91925" y="7401"/>
                  </a:lnTo>
                  <a:lnTo>
                    <a:pt x="92360" y="7864"/>
                  </a:lnTo>
                  <a:lnTo>
                    <a:pt x="92670" y="8511"/>
                  </a:lnTo>
                  <a:lnTo>
                    <a:pt x="93416" y="11380"/>
                  </a:lnTo>
                  <a:lnTo>
                    <a:pt x="93726" y="12212"/>
                  </a:lnTo>
                  <a:lnTo>
                    <a:pt x="94161" y="13600"/>
                  </a:lnTo>
                  <a:lnTo>
                    <a:pt x="94596" y="13785"/>
                  </a:lnTo>
                  <a:lnTo>
                    <a:pt x="95155" y="13785"/>
                  </a:lnTo>
                  <a:lnTo>
                    <a:pt x="96335" y="12027"/>
                  </a:lnTo>
                  <a:lnTo>
                    <a:pt x="96956" y="11565"/>
                  </a:lnTo>
                  <a:lnTo>
                    <a:pt x="97391" y="11842"/>
                  </a:lnTo>
                  <a:lnTo>
                    <a:pt x="97639" y="12212"/>
                  </a:lnTo>
                  <a:lnTo>
                    <a:pt x="97950" y="12860"/>
                  </a:lnTo>
                  <a:lnTo>
                    <a:pt x="98136" y="13138"/>
                  </a:lnTo>
                  <a:lnTo>
                    <a:pt x="98260" y="13785"/>
                  </a:lnTo>
                  <a:lnTo>
                    <a:pt x="98385" y="14433"/>
                  </a:lnTo>
                  <a:lnTo>
                    <a:pt x="98385" y="15080"/>
                  </a:lnTo>
                  <a:lnTo>
                    <a:pt x="98385" y="16191"/>
                  </a:lnTo>
                  <a:lnTo>
                    <a:pt x="98385" y="16653"/>
                  </a:lnTo>
                  <a:lnTo>
                    <a:pt x="98571" y="17301"/>
                  </a:lnTo>
                  <a:lnTo>
                    <a:pt x="98819" y="17301"/>
                  </a:lnTo>
                  <a:lnTo>
                    <a:pt x="99254" y="17301"/>
                  </a:lnTo>
                  <a:lnTo>
                    <a:pt x="100310" y="17023"/>
                  </a:lnTo>
                  <a:lnTo>
                    <a:pt x="101614" y="17949"/>
                  </a:lnTo>
                  <a:lnTo>
                    <a:pt x="102360" y="19521"/>
                  </a:lnTo>
                  <a:lnTo>
                    <a:pt x="103229" y="21464"/>
                  </a:lnTo>
                  <a:lnTo>
                    <a:pt x="106894" y="21464"/>
                  </a:lnTo>
                  <a:lnTo>
                    <a:pt x="108074" y="21927"/>
                  </a:lnTo>
                  <a:lnTo>
                    <a:pt x="108695" y="22297"/>
                  </a:lnTo>
                  <a:lnTo>
                    <a:pt x="109006" y="22575"/>
                  </a:lnTo>
                  <a:lnTo>
                    <a:pt x="109254" y="22575"/>
                  </a:lnTo>
                  <a:lnTo>
                    <a:pt x="109689" y="22112"/>
                  </a:lnTo>
                  <a:lnTo>
                    <a:pt x="110621" y="21002"/>
                  </a:lnTo>
                  <a:lnTo>
                    <a:pt x="110869" y="21002"/>
                  </a:lnTo>
                  <a:lnTo>
                    <a:pt x="111055" y="21187"/>
                  </a:lnTo>
                  <a:lnTo>
                    <a:pt x="111304" y="21649"/>
                  </a:lnTo>
                  <a:lnTo>
                    <a:pt x="111490" y="22297"/>
                  </a:lnTo>
                  <a:lnTo>
                    <a:pt x="111614" y="23222"/>
                  </a:lnTo>
                  <a:lnTo>
                    <a:pt x="111801" y="23407"/>
                  </a:lnTo>
                  <a:lnTo>
                    <a:pt x="112236" y="24518"/>
                  </a:lnTo>
                  <a:lnTo>
                    <a:pt x="112795" y="25813"/>
                  </a:lnTo>
                  <a:lnTo>
                    <a:pt x="114720" y="27386"/>
                  </a:lnTo>
                  <a:lnTo>
                    <a:pt x="112670" y="32197"/>
                  </a:lnTo>
                  <a:lnTo>
                    <a:pt x="111925" y="33030"/>
                  </a:lnTo>
                  <a:lnTo>
                    <a:pt x="111801" y="32845"/>
                  </a:lnTo>
                  <a:lnTo>
                    <a:pt x="111490" y="32197"/>
                  </a:lnTo>
                  <a:lnTo>
                    <a:pt x="111180" y="31734"/>
                  </a:lnTo>
                  <a:lnTo>
                    <a:pt x="110745" y="31919"/>
                  </a:lnTo>
                  <a:lnTo>
                    <a:pt x="110310" y="32845"/>
                  </a:lnTo>
                  <a:lnTo>
                    <a:pt x="109875" y="34417"/>
                  </a:lnTo>
                  <a:lnTo>
                    <a:pt x="109875" y="35250"/>
                  </a:lnTo>
                  <a:lnTo>
                    <a:pt x="110000" y="36083"/>
                  </a:lnTo>
                  <a:lnTo>
                    <a:pt x="111180" y="38766"/>
                  </a:lnTo>
                  <a:lnTo>
                    <a:pt x="112049" y="40986"/>
                  </a:lnTo>
                  <a:lnTo>
                    <a:pt x="112795" y="43577"/>
                  </a:lnTo>
                  <a:lnTo>
                    <a:pt x="113664" y="47278"/>
                  </a:lnTo>
                  <a:lnTo>
                    <a:pt x="113975" y="48851"/>
                  </a:lnTo>
                  <a:lnTo>
                    <a:pt x="116149" y="55605"/>
                  </a:lnTo>
                  <a:lnTo>
                    <a:pt x="116459" y="58288"/>
                  </a:lnTo>
                  <a:lnTo>
                    <a:pt x="116459" y="61526"/>
                  </a:lnTo>
                  <a:lnTo>
                    <a:pt x="116645" y="62451"/>
                  </a:lnTo>
                  <a:lnTo>
                    <a:pt x="117080" y="63747"/>
                  </a:lnTo>
                  <a:lnTo>
                    <a:pt x="117639" y="64857"/>
                  </a:lnTo>
                  <a:lnTo>
                    <a:pt x="119689" y="67447"/>
                  </a:lnTo>
                  <a:lnTo>
                    <a:pt x="119875" y="68373"/>
                  </a:lnTo>
                  <a:lnTo>
                    <a:pt x="120000" y="69020"/>
                  </a:lnTo>
                  <a:lnTo>
                    <a:pt x="119689" y="70131"/>
                  </a:lnTo>
                  <a:lnTo>
                    <a:pt x="118944" y="72906"/>
                  </a:lnTo>
                  <a:lnTo>
                    <a:pt x="117329" y="77995"/>
                  </a:lnTo>
                  <a:lnTo>
                    <a:pt x="116024" y="80585"/>
                  </a:lnTo>
                  <a:lnTo>
                    <a:pt x="115900" y="81696"/>
                  </a:lnTo>
                  <a:lnTo>
                    <a:pt x="115900" y="82621"/>
                  </a:lnTo>
                  <a:lnTo>
                    <a:pt x="116024" y="83639"/>
                  </a:lnTo>
                  <a:lnTo>
                    <a:pt x="116024" y="85397"/>
                  </a:lnTo>
                  <a:lnTo>
                    <a:pt x="116149" y="86044"/>
                  </a:lnTo>
                  <a:lnTo>
                    <a:pt x="116459" y="86507"/>
                  </a:lnTo>
                  <a:lnTo>
                    <a:pt x="117080" y="86969"/>
                  </a:lnTo>
                  <a:lnTo>
                    <a:pt x="117329" y="87432"/>
                  </a:lnTo>
                  <a:lnTo>
                    <a:pt x="117329" y="87617"/>
                  </a:lnTo>
                  <a:close/>
                </a:path>
              </a:pathLst>
            </a:custGeom>
            <a:solidFill>
              <a:srgbClr val="FF0000"/>
            </a:solidFill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00" name="Shape 11000"/>
            <p:cNvSpPr/>
            <p:nvPr/>
          </p:nvSpPr>
          <p:spPr>
            <a:xfrm>
              <a:off x="7826063" y="4584554"/>
              <a:ext cx="2152991" cy="8623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042" y="54023"/>
                  </a:moveTo>
                  <a:lnTo>
                    <a:pt x="116042" y="54023"/>
                  </a:lnTo>
                  <a:lnTo>
                    <a:pt x="119553" y="60717"/>
                  </a:lnTo>
                  <a:lnTo>
                    <a:pt x="120000" y="61832"/>
                  </a:lnTo>
                  <a:lnTo>
                    <a:pt x="117893" y="62310"/>
                  </a:lnTo>
                  <a:lnTo>
                    <a:pt x="115468" y="65657"/>
                  </a:lnTo>
                  <a:lnTo>
                    <a:pt x="114255" y="72828"/>
                  </a:lnTo>
                  <a:lnTo>
                    <a:pt x="113042" y="70278"/>
                  </a:lnTo>
                  <a:lnTo>
                    <a:pt x="112468" y="70278"/>
                  </a:lnTo>
                  <a:lnTo>
                    <a:pt x="110936" y="73625"/>
                  </a:lnTo>
                  <a:lnTo>
                    <a:pt x="110042" y="74422"/>
                  </a:lnTo>
                  <a:lnTo>
                    <a:pt x="109276" y="74422"/>
                  </a:lnTo>
                  <a:lnTo>
                    <a:pt x="108829" y="75059"/>
                  </a:lnTo>
                  <a:lnTo>
                    <a:pt x="108191" y="78565"/>
                  </a:lnTo>
                  <a:lnTo>
                    <a:pt x="107936" y="81593"/>
                  </a:lnTo>
                  <a:lnTo>
                    <a:pt x="107617" y="87171"/>
                  </a:lnTo>
                  <a:lnTo>
                    <a:pt x="107170" y="92908"/>
                  </a:lnTo>
                  <a:lnTo>
                    <a:pt x="106978" y="93545"/>
                  </a:lnTo>
                  <a:lnTo>
                    <a:pt x="105957" y="95139"/>
                  </a:lnTo>
                  <a:lnTo>
                    <a:pt x="104872" y="96254"/>
                  </a:lnTo>
                  <a:lnTo>
                    <a:pt x="104425" y="95458"/>
                  </a:lnTo>
                  <a:lnTo>
                    <a:pt x="103659" y="97051"/>
                  </a:lnTo>
                  <a:lnTo>
                    <a:pt x="103404" y="97689"/>
                  </a:lnTo>
                  <a:lnTo>
                    <a:pt x="103404" y="99282"/>
                  </a:lnTo>
                  <a:lnTo>
                    <a:pt x="102957" y="101195"/>
                  </a:lnTo>
                  <a:lnTo>
                    <a:pt x="102765" y="103426"/>
                  </a:lnTo>
                  <a:lnTo>
                    <a:pt x="102000" y="103426"/>
                  </a:lnTo>
                  <a:lnTo>
                    <a:pt x="101872" y="103426"/>
                  </a:lnTo>
                  <a:lnTo>
                    <a:pt x="101106" y="106454"/>
                  </a:lnTo>
                  <a:lnTo>
                    <a:pt x="100659" y="107569"/>
                  </a:lnTo>
                  <a:lnTo>
                    <a:pt x="100212" y="107888"/>
                  </a:lnTo>
                  <a:lnTo>
                    <a:pt x="99319" y="108685"/>
                  </a:lnTo>
                  <a:lnTo>
                    <a:pt x="98872" y="109482"/>
                  </a:lnTo>
                  <a:lnTo>
                    <a:pt x="98425" y="112031"/>
                  </a:lnTo>
                  <a:lnTo>
                    <a:pt x="98234" y="115856"/>
                  </a:lnTo>
                  <a:lnTo>
                    <a:pt x="97914" y="118884"/>
                  </a:lnTo>
                  <a:lnTo>
                    <a:pt x="97212" y="120000"/>
                  </a:lnTo>
                  <a:lnTo>
                    <a:pt x="96446" y="118565"/>
                  </a:lnTo>
                  <a:lnTo>
                    <a:pt x="95808" y="115856"/>
                  </a:lnTo>
                  <a:lnTo>
                    <a:pt x="94914" y="113944"/>
                  </a:lnTo>
                  <a:lnTo>
                    <a:pt x="93446" y="115856"/>
                  </a:lnTo>
                  <a:lnTo>
                    <a:pt x="92680" y="115856"/>
                  </a:lnTo>
                  <a:lnTo>
                    <a:pt x="91021" y="114741"/>
                  </a:lnTo>
                  <a:lnTo>
                    <a:pt x="90702" y="113944"/>
                  </a:lnTo>
                  <a:lnTo>
                    <a:pt x="90574" y="113306"/>
                  </a:lnTo>
                  <a:lnTo>
                    <a:pt x="90255" y="112509"/>
                  </a:lnTo>
                  <a:lnTo>
                    <a:pt x="89808" y="112509"/>
                  </a:lnTo>
                  <a:lnTo>
                    <a:pt x="88276" y="113944"/>
                  </a:lnTo>
                  <a:lnTo>
                    <a:pt x="78319" y="117768"/>
                  </a:lnTo>
                  <a:lnTo>
                    <a:pt x="77744" y="117768"/>
                  </a:lnTo>
                  <a:lnTo>
                    <a:pt x="74680" y="112828"/>
                  </a:lnTo>
                  <a:lnTo>
                    <a:pt x="73914" y="112509"/>
                  </a:lnTo>
                  <a:lnTo>
                    <a:pt x="73021" y="112031"/>
                  </a:lnTo>
                  <a:lnTo>
                    <a:pt x="72255" y="112509"/>
                  </a:lnTo>
                  <a:lnTo>
                    <a:pt x="70787" y="113944"/>
                  </a:lnTo>
                  <a:lnTo>
                    <a:pt x="70021" y="113944"/>
                  </a:lnTo>
                  <a:lnTo>
                    <a:pt x="65361" y="110597"/>
                  </a:lnTo>
                  <a:lnTo>
                    <a:pt x="63829" y="110916"/>
                  </a:lnTo>
                  <a:lnTo>
                    <a:pt x="60957" y="113306"/>
                  </a:lnTo>
                  <a:lnTo>
                    <a:pt x="60382" y="113625"/>
                  </a:lnTo>
                  <a:lnTo>
                    <a:pt x="57191" y="113306"/>
                  </a:lnTo>
                  <a:lnTo>
                    <a:pt x="56425" y="113306"/>
                  </a:lnTo>
                  <a:lnTo>
                    <a:pt x="55659" y="113944"/>
                  </a:lnTo>
                  <a:lnTo>
                    <a:pt x="54893" y="113944"/>
                  </a:lnTo>
                  <a:lnTo>
                    <a:pt x="49021" y="111713"/>
                  </a:lnTo>
                  <a:lnTo>
                    <a:pt x="47042" y="112509"/>
                  </a:lnTo>
                  <a:lnTo>
                    <a:pt x="46595" y="112031"/>
                  </a:lnTo>
                  <a:lnTo>
                    <a:pt x="45893" y="110278"/>
                  </a:lnTo>
                  <a:lnTo>
                    <a:pt x="45382" y="110278"/>
                  </a:lnTo>
                  <a:lnTo>
                    <a:pt x="42702" y="111713"/>
                  </a:lnTo>
                  <a:lnTo>
                    <a:pt x="40595" y="111713"/>
                  </a:lnTo>
                  <a:lnTo>
                    <a:pt x="36063" y="116175"/>
                  </a:lnTo>
                  <a:lnTo>
                    <a:pt x="34085" y="116972"/>
                  </a:lnTo>
                  <a:lnTo>
                    <a:pt x="33063" y="116175"/>
                  </a:lnTo>
                  <a:lnTo>
                    <a:pt x="29744" y="112828"/>
                  </a:lnTo>
                  <a:lnTo>
                    <a:pt x="25787" y="112031"/>
                  </a:lnTo>
                  <a:lnTo>
                    <a:pt x="14744" y="114741"/>
                  </a:lnTo>
                  <a:lnTo>
                    <a:pt x="11744" y="111394"/>
                  </a:lnTo>
                  <a:lnTo>
                    <a:pt x="10085" y="110597"/>
                  </a:lnTo>
                  <a:lnTo>
                    <a:pt x="9765" y="110916"/>
                  </a:lnTo>
                  <a:lnTo>
                    <a:pt x="9063" y="112031"/>
                  </a:lnTo>
                  <a:lnTo>
                    <a:pt x="8553" y="112031"/>
                  </a:lnTo>
                  <a:lnTo>
                    <a:pt x="8106" y="111713"/>
                  </a:lnTo>
                  <a:lnTo>
                    <a:pt x="7212" y="110597"/>
                  </a:lnTo>
                  <a:lnTo>
                    <a:pt x="6893" y="110278"/>
                  </a:lnTo>
                  <a:lnTo>
                    <a:pt x="6893" y="109003"/>
                  </a:lnTo>
                  <a:lnTo>
                    <a:pt x="7978" y="100717"/>
                  </a:lnTo>
                  <a:lnTo>
                    <a:pt x="8297" y="98167"/>
                  </a:lnTo>
                  <a:lnTo>
                    <a:pt x="8297" y="95936"/>
                  </a:lnTo>
                  <a:lnTo>
                    <a:pt x="8297" y="92908"/>
                  </a:lnTo>
                  <a:lnTo>
                    <a:pt x="9191" y="91314"/>
                  </a:lnTo>
                  <a:lnTo>
                    <a:pt x="13276" y="87968"/>
                  </a:lnTo>
                  <a:lnTo>
                    <a:pt x="14936" y="84940"/>
                  </a:lnTo>
                  <a:lnTo>
                    <a:pt x="15510" y="84621"/>
                  </a:lnTo>
                  <a:lnTo>
                    <a:pt x="15957" y="84940"/>
                  </a:lnTo>
                  <a:lnTo>
                    <a:pt x="17936" y="87490"/>
                  </a:lnTo>
                  <a:lnTo>
                    <a:pt x="18255" y="87490"/>
                  </a:lnTo>
                  <a:lnTo>
                    <a:pt x="18382" y="87171"/>
                  </a:lnTo>
                  <a:lnTo>
                    <a:pt x="18574" y="86852"/>
                  </a:lnTo>
                  <a:lnTo>
                    <a:pt x="18574" y="86374"/>
                  </a:lnTo>
                  <a:lnTo>
                    <a:pt x="18574" y="86055"/>
                  </a:lnTo>
                  <a:lnTo>
                    <a:pt x="18574" y="85258"/>
                  </a:lnTo>
                  <a:lnTo>
                    <a:pt x="18255" y="84143"/>
                  </a:lnTo>
                  <a:lnTo>
                    <a:pt x="14744" y="75537"/>
                  </a:lnTo>
                  <a:lnTo>
                    <a:pt x="12191" y="70597"/>
                  </a:lnTo>
                  <a:lnTo>
                    <a:pt x="11617" y="69003"/>
                  </a:lnTo>
                  <a:lnTo>
                    <a:pt x="11170" y="66454"/>
                  </a:lnTo>
                  <a:lnTo>
                    <a:pt x="10851" y="64223"/>
                  </a:lnTo>
                  <a:lnTo>
                    <a:pt x="10531" y="61832"/>
                  </a:lnTo>
                  <a:lnTo>
                    <a:pt x="10085" y="60398"/>
                  </a:lnTo>
                  <a:lnTo>
                    <a:pt x="9319" y="58964"/>
                  </a:lnTo>
                  <a:lnTo>
                    <a:pt x="8872" y="58167"/>
                  </a:lnTo>
                  <a:lnTo>
                    <a:pt x="7851" y="56254"/>
                  </a:lnTo>
                  <a:lnTo>
                    <a:pt x="7212" y="54342"/>
                  </a:lnTo>
                  <a:lnTo>
                    <a:pt x="6638" y="53227"/>
                  </a:lnTo>
                  <a:lnTo>
                    <a:pt x="6319" y="51792"/>
                  </a:lnTo>
                  <a:lnTo>
                    <a:pt x="6000" y="50199"/>
                  </a:lnTo>
                  <a:lnTo>
                    <a:pt x="5872" y="49402"/>
                  </a:lnTo>
                  <a:lnTo>
                    <a:pt x="5872" y="48764"/>
                  </a:lnTo>
                  <a:lnTo>
                    <a:pt x="5872" y="47490"/>
                  </a:lnTo>
                  <a:lnTo>
                    <a:pt x="5872" y="46055"/>
                  </a:lnTo>
                  <a:lnTo>
                    <a:pt x="6191" y="42231"/>
                  </a:lnTo>
                  <a:lnTo>
                    <a:pt x="6191" y="40318"/>
                  </a:lnTo>
                  <a:lnTo>
                    <a:pt x="5680" y="39203"/>
                  </a:lnTo>
                  <a:lnTo>
                    <a:pt x="1468" y="37450"/>
                  </a:lnTo>
                  <a:lnTo>
                    <a:pt x="702" y="36653"/>
                  </a:lnTo>
                  <a:lnTo>
                    <a:pt x="255" y="35059"/>
                  </a:lnTo>
                  <a:lnTo>
                    <a:pt x="0" y="32031"/>
                  </a:lnTo>
                  <a:lnTo>
                    <a:pt x="574" y="30916"/>
                  </a:lnTo>
                  <a:lnTo>
                    <a:pt x="702" y="30278"/>
                  </a:lnTo>
                  <a:lnTo>
                    <a:pt x="702" y="29800"/>
                  </a:lnTo>
                  <a:lnTo>
                    <a:pt x="702" y="29003"/>
                  </a:lnTo>
                  <a:lnTo>
                    <a:pt x="702" y="28685"/>
                  </a:lnTo>
                  <a:lnTo>
                    <a:pt x="893" y="27888"/>
                  </a:lnTo>
                  <a:lnTo>
                    <a:pt x="893" y="27569"/>
                  </a:lnTo>
                  <a:lnTo>
                    <a:pt x="1212" y="27250"/>
                  </a:lnTo>
                  <a:lnTo>
                    <a:pt x="1659" y="27250"/>
                  </a:lnTo>
                  <a:lnTo>
                    <a:pt x="2234" y="27569"/>
                  </a:lnTo>
                  <a:lnTo>
                    <a:pt x="4212" y="29800"/>
                  </a:lnTo>
                  <a:lnTo>
                    <a:pt x="6446" y="31713"/>
                  </a:lnTo>
                  <a:lnTo>
                    <a:pt x="9510" y="32509"/>
                  </a:lnTo>
                  <a:lnTo>
                    <a:pt x="10978" y="32031"/>
                  </a:lnTo>
                  <a:lnTo>
                    <a:pt x="13404" y="32828"/>
                  </a:lnTo>
                  <a:lnTo>
                    <a:pt x="17489" y="37450"/>
                  </a:lnTo>
                  <a:lnTo>
                    <a:pt x="18255" y="38087"/>
                  </a:lnTo>
                  <a:lnTo>
                    <a:pt x="19148" y="38565"/>
                  </a:lnTo>
                  <a:lnTo>
                    <a:pt x="20680" y="38565"/>
                  </a:lnTo>
                  <a:lnTo>
                    <a:pt x="24127" y="36653"/>
                  </a:lnTo>
                  <a:lnTo>
                    <a:pt x="25787" y="34741"/>
                  </a:lnTo>
                  <a:lnTo>
                    <a:pt x="28085" y="30597"/>
                  </a:lnTo>
                  <a:lnTo>
                    <a:pt x="28978" y="28366"/>
                  </a:lnTo>
                  <a:lnTo>
                    <a:pt x="29872" y="24860"/>
                  </a:lnTo>
                  <a:lnTo>
                    <a:pt x="30638" y="24223"/>
                  </a:lnTo>
                  <a:lnTo>
                    <a:pt x="31531" y="23426"/>
                  </a:lnTo>
                  <a:lnTo>
                    <a:pt x="33319" y="24223"/>
                  </a:lnTo>
                  <a:lnTo>
                    <a:pt x="37851" y="25338"/>
                  </a:lnTo>
                  <a:lnTo>
                    <a:pt x="38744" y="24860"/>
                  </a:lnTo>
                  <a:lnTo>
                    <a:pt x="43595" y="25657"/>
                  </a:lnTo>
                  <a:lnTo>
                    <a:pt x="45702" y="25338"/>
                  </a:lnTo>
                  <a:lnTo>
                    <a:pt x="46914" y="25657"/>
                  </a:lnTo>
                  <a:lnTo>
                    <a:pt x="48702" y="27250"/>
                  </a:lnTo>
                  <a:lnTo>
                    <a:pt x="53234" y="33147"/>
                  </a:lnTo>
                  <a:lnTo>
                    <a:pt x="54893" y="36972"/>
                  </a:lnTo>
                  <a:lnTo>
                    <a:pt x="57063" y="40000"/>
                  </a:lnTo>
                  <a:lnTo>
                    <a:pt x="57765" y="40796"/>
                  </a:lnTo>
                  <a:lnTo>
                    <a:pt x="58212" y="41115"/>
                  </a:lnTo>
                  <a:lnTo>
                    <a:pt x="58978" y="40796"/>
                  </a:lnTo>
                  <a:lnTo>
                    <a:pt x="59744" y="39681"/>
                  </a:lnTo>
                  <a:lnTo>
                    <a:pt x="62170" y="32828"/>
                  </a:lnTo>
                  <a:lnTo>
                    <a:pt x="63829" y="29800"/>
                  </a:lnTo>
                  <a:lnTo>
                    <a:pt x="64276" y="26454"/>
                  </a:lnTo>
                  <a:lnTo>
                    <a:pt x="64404" y="25338"/>
                  </a:lnTo>
                  <a:lnTo>
                    <a:pt x="64595" y="24223"/>
                  </a:lnTo>
                  <a:lnTo>
                    <a:pt x="64914" y="23107"/>
                  </a:lnTo>
                  <a:lnTo>
                    <a:pt x="65489" y="21195"/>
                  </a:lnTo>
                  <a:lnTo>
                    <a:pt x="70021" y="12908"/>
                  </a:lnTo>
                  <a:lnTo>
                    <a:pt x="71361" y="11792"/>
                  </a:lnTo>
                  <a:lnTo>
                    <a:pt x="73021" y="10996"/>
                  </a:lnTo>
                  <a:lnTo>
                    <a:pt x="74234" y="11792"/>
                  </a:lnTo>
                  <a:lnTo>
                    <a:pt x="76340" y="14342"/>
                  </a:lnTo>
                  <a:lnTo>
                    <a:pt x="79851" y="15458"/>
                  </a:lnTo>
                  <a:lnTo>
                    <a:pt x="80744" y="16254"/>
                  </a:lnTo>
                  <a:lnTo>
                    <a:pt x="81191" y="17051"/>
                  </a:lnTo>
                  <a:lnTo>
                    <a:pt x="81319" y="17370"/>
                  </a:lnTo>
                  <a:lnTo>
                    <a:pt x="81765" y="17370"/>
                  </a:lnTo>
                  <a:lnTo>
                    <a:pt x="82723" y="17051"/>
                  </a:lnTo>
                  <a:lnTo>
                    <a:pt x="87063" y="10517"/>
                  </a:lnTo>
                  <a:lnTo>
                    <a:pt x="88276" y="10199"/>
                  </a:lnTo>
                  <a:lnTo>
                    <a:pt x="91276" y="8286"/>
                  </a:lnTo>
                  <a:lnTo>
                    <a:pt x="92680" y="9083"/>
                  </a:lnTo>
                  <a:lnTo>
                    <a:pt x="98234" y="5258"/>
                  </a:lnTo>
                  <a:lnTo>
                    <a:pt x="103085" y="0"/>
                  </a:lnTo>
                  <a:lnTo>
                    <a:pt x="103851" y="0"/>
                  </a:lnTo>
                  <a:lnTo>
                    <a:pt x="104297" y="318"/>
                  </a:lnTo>
                  <a:lnTo>
                    <a:pt x="105063" y="1593"/>
                  </a:lnTo>
                  <a:lnTo>
                    <a:pt x="107297" y="6374"/>
                  </a:lnTo>
                  <a:lnTo>
                    <a:pt x="111957" y="18804"/>
                  </a:lnTo>
                  <a:lnTo>
                    <a:pt x="112276" y="23745"/>
                  </a:lnTo>
                  <a:lnTo>
                    <a:pt x="112276" y="25976"/>
                  </a:lnTo>
                  <a:lnTo>
                    <a:pt x="111957" y="27888"/>
                  </a:lnTo>
                  <a:lnTo>
                    <a:pt x="111957" y="30278"/>
                  </a:lnTo>
                  <a:lnTo>
                    <a:pt x="111957" y="30916"/>
                  </a:lnTo>
                  <a:lnTo>
                    <a:pt x="112148" y="32509"/>
                  </a:lnTo>
                  <a:lnTo>
                    <a:pt x="112595" y="34741"/>
                  </a:lnTo>
                  <a:lnTo>
                    <a:pt x="113617" y="38565"/>
                  </a:lnTo>
                  <a:lnTo>
                    <a:pt x="114574" y="44143"/>
                  </a:lnTo>
                  <a:lnTo>
                    <a:pt x="115148" y="49880"/>
                  </a:lnTo>
                  <a:lnTo>
                    <a:pt x="116042" y="54023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01" name="Shape 11001"/>
            <p:cNvSpPr/>
            <p:nvPr/>
          </p:nvSpPr>
          <p:spPr>
            <a:xfrm>
              <a:off x="7709253" y="2612507"/>
              <a:ext cx="1779653" cy="161130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51" y="79829"/>
                  </a:moveTo>
                  <a:lnTo>
                    <a:pt x="11351" y="79829"/>
                  </a:lnTo>
                  <a:lnTo>
                    <a:pt x="8725" y="81023"/>
                  </a:lnTo>
                  <a:lnTo>
                    <a:pt x="7876" y="81876"/>
                  </a:lnTo>
                  <a:lnTo>
                    <a:pt x="7490" y="80852"/>
                  </a:lnTo>
                  <a:lnTo>
                    <a:pt x="6409" y="78976"/>
                  </a:lnTo>
                  <a:lnTo>
                    <a:pt x="1853" y="74968"/>
                  </a:lnTo>
                  <a:lnTo>
                    <a:pt x="1081" y="74200"/>
                  </a:lnTo>
                  <a:lnTo>
                    <a:pt x="540" y="73176"/>
                  </a:lnTo>
                  <a:lnTo>
                    <a:pt x="0" y="72153"/>
                  </a:lnTo>
                  <a:lnTo>
                    <a:pt x="0" y="70703"/>
                  </a:lnTo>
                  <a:lnTo>
                    <a:pt x="154" y="70106"/>
                  </a:lnTo>
                  <a:lnTo>
                    <a:pt x="540" y="69936"/>
                  </a:lnTo>
                  <a:lnTo>
                    <a:pt x="926" y="69936"/>
                  </a:lnTo>
                  <a:lnTo>
                    <a:pt x="1235" y="69509"/>
                  </a:lnTo>
                  <a:lnTo>
                    <a:pt x="1853" y="68144"/>
                  </a:lnTo>
                  <a:lnTo>
                    <a:pt x="2007" y="67718"/>
                  </a:lnTo>
                  <a:lnTo>
                    <a:pt x="3861" y="65671"/>
                  </a:lnTo>
                  <a:lnTo>
                    <a:pt x="4401" y="64648"/>
                  </a:lnTo>
                  <a:lnTo>
                    <a:pt x="5096" y="62686"/>
                  </a:lnTo>
                  <a:lnTo>
                    <a:pt x="5637" y="62004"/>
                  </a:lnTo>
                  <a:lnTo>
                    <a:pt x="6409" y="61236"/>
                  </a:lnTo>
                  <a:lnTo>
                    <a:pt x="9343" y="60042"/>
                  </a:lnTo>
                  <a:lnTo>
                    <a:pt x="9111" y="59786"/>
                  </a:lnTo>
                  <a:lnTo>
                    <a:pt x="9884" y="59019"/>
                  </a:lnTo>
                  <a:lnTo>
                    <a:pt x="11505" y="57569"/>
                  </a:lnTo>
                  <a:lnTo>
                    <a:pt x="13127" y="55010"/>
                  </a:lnTo>
                  <a:lnTo>
                    <a:pt x="13899" y="54157"/>
                  </a:lnTo>
                  <a:lnTo>
                    <a:pt x="19150" y="50575"/>
                  </a:lnTo>
                  <a:lnTo>
                    <a:pt x="26486" y="47675"/>
                  </a:lnTo>
                  <a:lnTo>
                    <a:pt x="28108" y="46311"/>
                  </a:lnTo>
                  <a:lnTo>
                    <a:pt x="32664" y="40000"/>
                  </a:lnTo>
                  <a:lnTo>
                    <a:pt x="33204" y="38379"/>
                  </a:lnTo>
                  <a:lnTo>
                    <a:pt x="33204" y="36417"/>
                  </a:lnTo>
                  <a:lnTo>
                    <a:pt x="33204" y="35991"/>
                  </a:lnTo>
                  <a:lnTo>
                    <a:pt x="33436" y="35394"/>
                  </a:lnTo>
                  <a:lnTo>
                    <a:pt x="33590" y="34797"/>
                  </a:lnTo>
                  <a:lnTo>
                    <a:pt x="33590" y="33773"/>
                  </a:lnTo>
                  <a:lnTo>
                    <a:pt x="33050" y="31130"/>
                  </a:lnTo>
                  <a:lnTo>
                    <a:pt x="33050" y="30362"/>
                  </a:lnTo>
                  <a:lnTo>
                    <a:pt x="33050" y="29339"/>
                  </a:lnTo>
                  <a:lnTo>
                    <a:pt x="33590" y="27547"/>
                  </a:lnTo>
                  <a:lnTo>
                    <a:pt x="33590" y="26695"/>
                  </a:lnTo>
                  <a:lnTo>
                    <a:pt x="33204" y="25927"/>
                  </a:lnTo>
                  <a:lnTo>
                    <a:pt x="32664" y="25074"/>
                  </a:lnTo>
                  <a:lnTo>
                    <a:pt x="32123" y="23454"/>
                  </a:lnTo>
                  <a:lnTo>
                    <a:pt x="31969" y="23027"/>
                  </a:lnTo>
                  <a:lnTo>
                    <a:pt x="31737" y="22686"/>
                  </a:lnTo>
                  <a:lnTo>
                    <a:pt x="32123" y="22089"/>
                  </a:lnTo>
                  <a:lnTo>
                    <a:pt x="32509" y="21492"/>
                  </a:lnTo>
                  <a:lnTo>
                    <a:pt x="34131" y="20469"/>
                  </a:lnTo>
                  <a:lnTo>
                    <a:pt x="35984" y="19872"/>
                  </a:lnTo>
                  <a:lnTo>
                    <a:pt x="41853" y="20469"/>
                  </a:lnTo>
                  <a:lnTo>
                    <a:pt x="42934" y="20810"/>
                  </a:lnTo>
                  <a:lnTo>
                    <a:pt x="43861" y="21492"/>
                  </a:lnTo>
                  <a:lnTo>
                    <a:pt x="44942" y="22686"/>
                  </a:lnTo>
                  <a:lnTo>
                    <a:pt x="47258" y="23454"/>
                  </a:lnTo>
                  <a:lnTo>
                    <a:pt x="47490" y="23454"/>
                  </a:lnTo>
                  <a:lnTo>
                    <a:pt x="47490" y="21066"/>
                  </a:lnTo>
                  <a:lnTo>
                    <a:pt x="47876" y="19872"/>
                  </a:lnTo>
                  <a:lnTo>
                    <a:pt x="48030" y="19872"/>
                  </a:lnTo>
                  <a:lnTo>
                    <a:pt x="49111" y="19445"/>
                  </a:lnTo>
                  <a:lnTo>
                    <a:pt x="49498" y="19189"/>
                  </a:lnTo>
                  <a:lnTo>
                    <a:pt x="49884" y="18592"/>
                  </a:lnTo>
                  <a:lnTo>
                    <a:pt x="50038" y="17995"/>
                  </a:lnTo>
                  <a:lnTo>
                    <a:pt x="50579" y="15607"/>
                  </a:lnTo>
                  <a:lnTo>
                    <a:pt x="50733" y="14413"/>
                  </a:lnTo>
                  <a:lnTo>
                    <a:pt x="50733" y="12963"/>
                  </a:lnTo>
                  <a:lnTo>
                    <a:pt x="50424" y="11513"/>
                  </a:lnTo>
                  <a:lnTo>
                    <a:pt x="49652" y="8528"/>
                  </a:lnTo>
                  <a:lnTo>
                    <a:pt x="49652" y="7505"/>
                  </a:lnTo>
                  <a:lnTo>
                    <a:pt x="50193" y="6481"/>
                  </a:lnTo>
                  <a:lnTo>
                    <a:pt x="49498" y="6311"/>
                  </a:lnTo>
                  <a:lnTo>
                    <a:pt x="49266" y="6140"/>
                  </a:lnTo>
                  <a:lnTo>
                    <a:pt x="48416" y="4861"/>
                  </a:lnTo>
                  <a:lnTo>
                    <a:pt x="48185" y="5117"/>
                  </a:lnTo>
                  <a:lnTo>
                    <a:pt x="48185" y="4093"/>
                  </a:lnTo>
                  <a:lnTo>
                    <a:pt x="49111" y="0"/>
                  </a:lnTo>
                  <a:lnTo>
                    <a:pt x="51505" y="255"/>
                  </a:lnTo>
                  <a:lnTo>
                    <a:pt x="52586" y="682"/>
                  </a:lnTo>
                  <a:lnTo>
                    <a:pt x="53667" y="1449"/>
                  </a:lnTo>
                  <a:lnTo>
                    <a:pt x="54980" y="2302"/>
                  </a:lnTo>
                  <a:lnTo>
                    <a:pt x="58996" y="3837"/>
                  </a:lnTo>
                  <a:lnTo>
                    <a:pt x="59536" y="4264"/>
                  </a:lnTo>
                  <a:lnTo>
                    <a:pt x="60772" y="5714"/>
                  </a:lnTo>
                  <a:lnTo>
                    <a:pt x="61158" y="6311"/>
                  </a:lnTo>
                  <a:lnTo>
                    <a:pt x="61544" y="6481"/>
                  </a:lnTo>
                  <a:lnTo>
                    <a:pt x="61930" y="6737"/>
                  </a:lnTo>
                  <a:lnTo>
                    <a:pt x="62239" y="6908"/>
                  </a:lnTo>
                  <a:lnTo>
                    <a:pt x="62625" y="7334"/>
                  </a:lnTo>
                  <a:lnTo>
                    <a:pt x="62625" y="7931"/>
                  </a:lnTo>
                  <a:lnTo>
                    <a:pt x="62239" y="8102"/>
                  </a:lnTo>
                  <a:lnTo>
                    <a:pt x="62084" y="8102"/>
                  </a:lnTo>
                  <a:lnTo>
                    <a:pt x="61930" y="8358"/>
                  </a:lnTo>
                  <a:lnTo>
                    <a:pt x="61698" y="9125"/>
                  </a:lnTo>
                  <a:lnTo>
                    <a:pt x="61389" y="9296"/>
                  </a:lnTo>
                  <a:lnTo>
                    <a:pt x="61389" y="9722"/>
                  </a:lnTo>
                  <a:lnTo>
                    <a:pt x="61930" y="10916"/>
                  </a:lnTo>
                  <a:lnTo>
                    <a:pt x="62084" y="11343"/>
                  </a:lnTo>
                  <a:lnTo>
                    <a:pt x="63397" y="12366"/>
                  </a:lnTo>
                  <a:lnTo>
                    <a:pt x="63938" y="12793"/>
                  </a:lnTo>
                  <a:lnTo>
                    <a:pt x="65714" y="13390"/>
                  </a:lnTo>
                  <a:lnTo>
                    <a:pt x="73590" y="12793"/>
                  </a:lnTo>
                  <a:lnTo>
                    <a:pt x="79459" y="13816"/>
                  </a:lnTo>
                  <a:lnTo>
                    <a:pt x="79768" y="13560"/>
                  </a:lnTo>
                  <a:lnTo>
                    <a:pt x="80386" y="13390"/>
                  </a:lnTo>
                  <a:lnTo>
                    <a:pt x="81235" y="12196"/>
                  </a:lnTo>
                  <a:lnTo>
                    <a:pt x="83783" y="10319"/>
                  </a:lnTo>
                  <a:lnTo>
                    <a:pt x="84401" y="9125"/>
                  </a:lnTo>
                  <a:lnTo>
                    <a:pt x="85096" y="5287"/>
                  </a:lnTo>
                  <a:lnTo>
                    <a:pt x="85637" y="4520"/>
                  </a:lnTo>
                  <a:lnTo>
                    <a:pt x="87258" y="5884"/>
                  </a:lnTo>
                  <a:lnTo>
                    <a:pt x="89652" y="6737"/>
                  </a:lnTo>
                  <a:lnTo>
                    <a:pt x="90424" y="6908"/>
                  </a:lnTo>
                  <a:lnTo>
                    <a:pt x="91119" y="6481"/>
                  </a:lnTo>
                  <a:lnTo>
                    <a:pt x="92586" y="5287"/>
                  </a:lnTo>
                  <a:lnTo>
                    <a:pt x="93281" y="5117"/>
                  </a:lnTo>
                  <a:lnTo>
                    <a:pt x="93899" y="5287"/>
                  </a:lnTo>
                  <a:lnTo>
                    <a:pt x="94054" y="5884"/>
                  </a:lnTo>
                  <a:lnTo>
                    <a:pt x="94054" y="6481"/>
                  </a:lnTo>
                  <a:lnTo>
                    <a:pt x="94440" y="6908"/>
                  </a:lnTo>
                  <a:lnTo>
                    <a:pt x="94749" y="6737"/>
                  </a:lnTo>
                  <a:lnTo>
                    <a:pt x="95521" y="6311"/>
                  </a:lnTo>
                  <a:lnTo>
                    <a:pt x="95907" y="6311"/>
                  </a:lnTo>
                  <a:lnTo>
                    <a:pt x="96602" y="7078"/>
                  </a:lnTo>
                  <a:lnTo>
                    <a:pt x="97142" y="7931"/>
                  </a:lnTo>
                  <a:lnTo>
                    <a:pt x="97683" y="8358"/>
                  </a:lnTo>
                  <a:lnTo>
                    <a:pt x="98610" y="8358"/>
                  </a:lnTo>
                  <a:lnTo>
                    <a:pt x="99150" y="7078"/>
                  </a:lnTo>
                  <a:lnTo>
                    <a:pt x="99305" y="7334"/>
                  </a:lnTo>
                  <a:lnTo>
                    <a:pt x="100617" y="8358"/>
                  </a:lnTo>
                  <a:lnTo>
                    <a:pt x="104092" y="8528"/>
                  </a:lnTo>
                  <a:lnTo>
                    <a:pt x="106100" y="8955"/>
                  </a:lnTo>
                  <a:lnTo>
                    <a:pt x="107953" y="9552"/>
                  </a:lnTo>
                  <a:lnTo>
                    <a:pt x="109961" y="9552"/>
                  </a:lnTo>
                  <a:lnTo>
                    <a:pt x="110810" y="9722"/>
                  </a:lnTo>
                  <a:lnTo>
                    <a:pt x="111737" y="10149"/>
                  </a:lnTo>
                  <a:lnTo>
                    <a:pt x="112509" y="11172"/>
                  </a:lnTo>
                  <a:lnTo>
                    <a:pt x="112664" y="11940"/>
                  </a:lnTo>
                  <a:lnTo>
                    <a:pt x="112818" y="12366"/>
                  </a:lnTo>
                  <a:lnTo>
                    <a:pt x="112664" y="12537"/>
                  </a:lnTo>
                  <a:lnTo>
                    <a:pt x="111428" y="12793"/>
                  </a:lnTo>
                  <a:lnTo>
                    <a:pt x="111196" y="12793"/>
                  </a:lnTo>
                  <a:lnTo>
                    <a:pt x="111196" y="12963"/>
                  </a:lnTo>
                  <a:lnTo>
                    <a:pt x="111196" y="13390"/>
                  </a:lnTo>
                  <a:lnTo>
                    <a:pt x="111196" y="14157"/>
                  </a:lnTo>
                  <a:lnTo>
                    <a:pt x="111196" y="14754"/>
                  </a:lnTo>
                  <a:lnTo>
                    <a:pt x="111428" y="15607"/>
                  </a:lnTo>
                  <a:lnTo>
                    <a:pt x="111737" y="16375"/>
                  </a:lnTo>
                  <a:lnTo>
                    <a:pt x="113436" y="17995"/>
                  </a:lnTo>
                  <a:lnTo>
                    <a:pt x="114826" y="18422"/>
                  </a:lnTo>
                  <a:lnTo>
                    <a:pt x="115598" y="21236"/>
                  </a:lnTo>
                  <a:lnTo>
                    <a:pt x="116833" y="21833"/>
                  </a:lnTo>
                  <a:lnTo>
                    <a:pt x="117220" y="22686"/>
                  </a:lnTo>
                  <a:lnTo>
                    <a:pt x="118687" y="27121"/>
                  </a:lnTo>
                  <a:lnTo>
                    <a:pt x="119768" y="34968"/>
                  </a:lnTo>
                  <a:lnTo>
                    <a:pt x="119999" y="37185"/>
                  </a:lnTo>
                  <a:lnTo>
                    <a:pt x="119073" y="36162"/>
                  </a:lnTo>
                  <a:lnTo>
                    <a:pt x="118301" y="35820"/>
                  </a:lnTo>
                  <a:lnTo>
                    <a:pt x="117606" y="35820"/>
                  </a:lnTo>
                  <a:lnTo>
                    <a:pt x="115057" y="36588"/>
                  </a:lnTo>
                  <a:lnTo>
                    <a:pt x="114131" y="37185"/>
                  </a:lnTo>
                  <a:lnTo>
                    <a:pt x="113436" y="38208"/>
                  </a:lnTo>
                  <a:lnTo>
                    <a:pt x="112818" y="39829"/>
                  </a:lnTo>
                  <a:lnTo>
                    <a:pt x="112277" y="40597"/>
                  </a:lnTo>
                  <a:lnTo>
                    <a:pt x="104787" y="44264"/>
                  </a:lnTo>
                  <a:lnTo>
                    <a:pt x="103552" y="44093"/>
                  </a:lnTo>
                  <a:lnTo>
                    <a:pt x="102625" y="43496"/>
                  </a:lnTo>
                  <a:lnTo>
                    <a:pt x="100617" y="41279"/>
                  </a:lnTo>
                  <a:lnTo>
                    <a:pt x="99691" y="40426"/>
                  </a:lnTo>
                  <a:lnTo>
                    <a:pt x="98764" y="40000"/>
                  </a:lnTo>
                  <a:lnTo>
                    <a:pt x="97915" y="39829"/>
                  </a:lnTo>
                  <a:lnTo>
                    <a:pt x="95289" y="40255"/>
                  </a:lnTo>
                  <a:lnTo>
                    <a:pt x="94749" y="41279"/>
                  </a:lnTo>
                  <a:lnTo>
                    <a:pt x="94440" y="41449"/>
                  </a:lnTo>
                  <a:lnTo>
                    <a:pt x="94208" y="41876"/>
                  </a:lnTo>
                  <a:lnTo>
                    <a:pt x="94054" y="42046"/>
                  </a:lnTo>
                  <a:lnTo>
                    <a:pt x="93899" y="42217"/>
                  </a:lnTo>
                  <a:lnTo>
                    <a:pt x="93899" y="42473"/>
                  </a:lnTo>
                  <a:lnTo>
                    <a:pt x="93899" y="43070"/>
                  </a:lnTo>
                  <a:lnTo>
                    <a:pt x="94208" y="46908"/>
                  </a:lnTo>
                  <a:lnTo>
                    <a:pt x="94208" y="47675"/>
                  </a:lnTo>
                  <a:lnTo>
                    <a:pt x="94054" y="48528"/>
                  </a:lnTo>
                  <a:lnTo>
                    <a:pt x="94054" y="49125"/>
                  </a:lnTo>
                  <a:lnTo>
                    <a:pt x="94749" y="51513"/>
                  </a:lnTo>
                  <a:lnTo>
                    <a:pt x="94980" y="51940"/>
                  </a:lnTo>
                  <a:lnTo>
                    <a:pt x="95135" y="52110"/>
                  </a:lnTo>
                  <a:lnTo>
                    <a:pt x="95135" y="52366"/>
                  </a:lnTo>
                  <a:lnTo>
                    <a:pt x="95289" y="52793"/>
                  </a:lnTo>
                  <a:lnTo>
                    <a:pt x="95135" y="53390"/>
                  </a:lnTo>
                  <a:lnTo>
                    <a:pt x="94594" y="54413"/>
                  </a:lnTo>
                  <a:lnTo>
                    <a:pt x="94594" y="54584"/>
                  </a:lnTo>
                  <a:lnTo>
                    <a:pt x="94594" y="54754"/>
                  </a:lnTo>
                  <a:lnTo>
                    <a:pt x="94594" y="55181"/>
                  </a:lnTo>
                  <a:lnTo>
                    <a:pt x="94594" y="55607"/>
                  </a:lnTo>
                  <a:lnTo>
                    <a:pt x="94054" y="57228"/>
                  </a:lnTo>
                  <a:lnTo>
                    <a:pt x="93899" y="57569"/>
                  </a:lnTo>
                  <a:lnTo>
                    <a:pt x="93667" y="57825"/>
                  </a:lnTo>
                  <a:lnTo>
                    <a:pt x="93281" y="57995"/>
                  </a:lnTo>
                  <a:lnTo>
                    <a:pt x="93281" y="58592"/>
                  </a:lnTo>
                  <a:lnTo>
                    <a:pt x="94440" y="59616"/>
                  </a:lnTo>
                  <a:lnTo>
                    <a:pt x="104633" y="65245"/>
                  </a:lnTo>
                  <a:lnTo>
                    <a:pt x="107722" y="66268"/>
                  </a:lnTo>
                  <a:lnTo>
                    <a:pt x="109575" y="66695"/>
                  </a:lnTo>
                  <a:lnTo>
                    <a:pt x="110810" y="67121"/>
                  </a:lnTo>
                  <a:lnTo>
                    <a:pt x="112123" y="67889"/>
                  </a:lnTo>
                  <a:lnTo>
                    <a:pt x="112818" y="68486"/>
                  </a:lnTo>
                  <a:lnTo>
                    <a:pt x="113436" y="69083"/>
                  </a:lnTo>
                  <a:lnTo>
                    <a:pt x="113745" y="70959"/>
                  </a:lnTo>
                  <a:lnTo>
                    <a:pt x="113050" y="72750"/>
                  </a:lnTo>
                  <a:lnTo>
                    <a:pt x="112818" y="76162"/>
                  </a:lnTo>
                  <a:lnTo>
                    <a:pt x="113204" y="78379"/>
                  </a:lnTo>
                  <a:lnTo>
                    <a:pt x="113204" y="79402"/>
                  </a:lnTo>
                  <a:lnTo>
                    <a:pt x="112664" y="81876"/>
                  </a:lnTo>
                  <a:lnTo>
                    <a:pt x="109729" y="85884"/>
                  </a:lnTo>
                  <a:lnTo>
                    <a:pt x="102471" y="90916"/>
                  </a:lnTo>
                  <a:lnTo>
                    <a:pt x="102084" y="91940"/>
                  </a:lnTo>
                  <a:lnTo>
                    <a:pt x="101930" y="92707"/>
                  </a:lnTo>
                  <a:lnTo>
                    <a:pt x="101312" y="93560"/>
                  </a:lnTo>
                  <a:lnTo>
                    <a:pt x="100617" y="94157"/>
                  </a:lnTo>
                  <a:lnTo>
                    <a:pt x="98996" y="95181"/>
                  </a:lnTo>
                  <a:lnTo>
                    <a:pt x="97683" y="96375"/>
                  </a:lnTo>
                  <a:lnTo>
                    <a:pt x="95675" y="99019"/>
                  </a:lnTo>
                  <a:lnTo>
                    <a:pt x="94440" y="99616"/>
                  </a:lnTo>
                  <a:lnTo>
                    <a:pt x="92741" y="100042"/>
                  </a:lnTo>
                  <a:lnTo>
                    <a:pt x="91505" y="99786"/>
                  </a:lnTo>
                  <a:lnTo>
                    <a:pt x="90193" y="99445"/>
                  </a:lnTo>
                  <a:lnTo>
                    <a:pt x="86718" y="97569"/>
                  </a:lnTo>
                  <a:lnTo>
                    <a:pt x="86177" y="97569"/>
                  </a:lnTo>
                  <a:lnTo>
                    <a:pt x="85482" y="97995"/>
                  </a:lnTo>
                  <a:lnTo>
                    <a:pt x="83629" y="99445"/>
                  </a:lnTo>
                  <a:lnTo>
                    <a:pt x="81081" y="100810"/>
                  </a:lnTo>
                  <a:lnTo>
                    <a:pt x="80154" y="102004"/>
                  </a:lnTo>
                  <a:lnTo>
                    <a:pt x="79768" y="102004"/>
                  </a:lnTo>
                  <a:lnTo>
                    <a:pt x="79227" y="101236"/>
                  </a:lnTo>
                  <a:lnTo>
                    <a:pt x="79073" y="100639"/>
                  </a:lnTo>
                  <a:lnTo>
                    <a:pt x="78146" y="99019"/>
                  </a:lnTo>
                  <a:lnTo>
                    <a:pt x="75212" y="95948"/>
                  </a:lnTo>
                  <a:lnTo>
                    <a:pt x="72895" y="96972"/>
                  </a:lnTo>
                  <a:lnTo>
                    <a:pt x="71969" y="96801"/>
                  </a:lnTo>
                  <a:lnTo>
                    <a:pt x="70270" y="96545"/>
                  </a:lnTo>
                  <a:lnTo>
                    <a:pt x="68648" y="96545"/>
                  </a:lnTo>
                  <a:lnTo>
                    <a:pt x="67953" y="96375"/>
                  </a:lnTo>
                  <a:lnTo>
                    <a:pt x="66486" y="95607"/>
                  </a:lnTo>
                  <a:lnTo>
                    <a:pt x="65945" y="95607"/>
                  </a:lnTo>
                  <a:lnTo>
                    <a:pt x="65405" y="95948"/>
                  </a:lnTo>
                  <a:lnTo>
                    <a:pt x="59922" y="100383"/>
                  </a:lnTo>
                  <a:lnTo>
                    <a:pt x="59150" y="101407"/>
                  </a:lnTo>
                  <a:lnTo>
                    <a:pt x="58610" y="102601"/>
                  </a:lnTo>
                  <a:lnTo>
                    <a:pt x="58455" y="103880"/>
                  </a:lnTo>
                  <a:lnTo>
                    <a:pt x="58610" y="105074"/>
                  </a:lnTo>
                  <a:lnTo>
                    <a:pt x="58764" y="106865"/>
                  </a:lnTo>
                  <a:lnTo>
                    <a:pt x="58996" y="107718"/>
                  </a:lnTo>
                  <a:lnTo>
                    <a:pt x="59382" y="108742"/>
                  </a:lnTo>
                  <a:lnTo>
                    <a:pt x="59922" y="109509"/>
                  </a:lnTo>
                  <a:lnTo>
                    <a:pt x="60617" y="110277"/>
                  </a:lnTo>
                  <a:lnTo>
                    <a:pt x="61544" y="111130"/>
                  </a:lnTo>
                  <a:lnTo>
                    <a:pt x="62084" y="111727"/>
                  </a:lnTo>
                  <a:lnTo>
                    <a:pt x="62779" y="112921"/>
                  </a:lnTo>
                  <a:lnTo>
                    <a:pt x="63166" y="114371"/>
                  </a:lnTo>
                  <a:lnTo>
                    <a:pt x="63552" y="115565"/>
                  </a:lnTo>
                  <a:lnTo>
                    <a:pt x="63397" y="116588"/>
                  </a:lnTo>
                  <a:lnTo>
                    <a:pt x="63397" y="117014"/>
                  </a:lnTo>
                  <a:lnTo>
                    <a:pt x="63166" y="117356"/>
                  </a:lnTo>
                  <a:lnTo>
                    <a:pt x="61930" y="118976"/>
                  </a:lnTo>
                  <a:lnTo>
                    <a:pt x="61930" y="119402"/>
                  </a:lnTo>
                  <a:lnTo>
                    <a:pt x="61158" y="119573"/>
                  </a:lnTo>
                  <a:lnTo>
                    <a:pt x="60617" y="120000"/>
                  </a:lnTo>
                  <a:lnTo>
                    <a:pt x="55366" y="120000"/>
                  </a:lnTo>
                  <a:lnTo>
                    <a:pt x="51891" y="118208"/>
                  </a:lnTo>
                  <a:lnTo>
                    <a:pt x="49498" y="116417"/>
                  </a:lnTo>
                  <a:lnTo>
                    <a:pt x="48957" y="115138"/>
                  </a:lnTo>
                  <a:lnTo>
                    <a:pt x="48571" y="113944"/>
                  </a:lnTo>
                  <a:lnTo>
                    <a:pt x="48725" y="112579"/>
                  </a:lnTo>
                  <a:lnTo>
                    <a:pt x="49266" y="110959"/>
                  </a:lnTo>
                  <a:lnTo>
                    <a:pt x="49498" y="110106"/>
                  </a:lnTo>
                  <a:lnTo>
                    <a:pt x="49498" y="109083"/>
                  </a:lnTo>
                  <a:lnTo>
                    <a:pt x="49111" y="108315"/>
                  </a:lnTo>
                  <a:lnTo>
                    <a:pt x="48030" y="106695"/>
                  </a:lnTo>
                  <a:lnTo>
                    <a:pt x="48957" y="99445"/>
                  </a:lnTo>
                  <a:lnTo>
                    <a:pt x="48571" y="98592"/>
                  </a:lnTo>
                  <a:lnTo>
                    <a:pt x="48030" y="97825"/>
                  </a:lnTo>
                  <a:lnTo>
                    <a:pt x="46563" y="97825"/>
                  </a:lnTo>
                  <a:lnTo>
                    <a:pt x="45250" y="97569"/>
                  </a:lnTo>
                  <a:lnTo>
                    <a:pt x="44710" y="97228"/>
                  </a:lnTo>
                  <a:lnTo>
                    <a:pt x="44401" y="96972"/>
                  </a:lnTo>
                  <a:lnTo>
                    <a:pt x="44169" y="96801"/>
                  </a:lnTo>
                  <a:lnTo>
                    <a:pt x="43861" y="96204"/>
                  </a:lnTo>
                  <a:lnTo>
                    <a:pt x="43861" y="95607"/>
                  </a:lnTo>
                  <a:lnTo>
                    <a:pt x="44169" y="95181"/>
                  </a:lnTo>
                  <a:lnTo>
                    <a:pt x="46409" y="94754"/>
                  </a:lnTo>
                  <a:lnTo>
                    <a:pt x="47104" y="94328"/>
                  </a:lnTo>
                  <a:lnTo>
                    <a:pt x="47644" y="93390"/>
                  </a:lnTo>
                  <a:lnTo>
                    <a:pt x="46177" y="92110"/>
                  </a:lnTo>
                  <a:lnTo>
                    <a:pt x="35752" y="91513"/>
                  </a:lnTo>
                  <a:lnTo>
                    <a:pt x="34903" y="91172"/>
                  </a:lnTo>
                  <a:lnTo>
                    <a:pt x="34362" y="90319"/>
                  </a:lnTo>
                  <a:lnTo>
                    <a:pt x="33976" y="89722"/>
                  </a:lnTo>
                  <a:lnTo>
                    <a:pt x="32664" y="86481"/>
                  </a:lnTo>
                  <a:lnTo>
                    <a:pt x="32355" y="85287"/>
                  </a:lnTo>
                  <a:lnTo>
                    <a:pt x="32123" y="84093"/>
                  </a:lnTo>
                  <a:lnTo>
                    <a:pt x="31737" y="81449"/>
                  </a:lnTo>
                  <a:lnTo>
                    <a:pt x="31737" y="80255"/>
                  </a:lnTo>
                  <a:lnTo>
                    <a:pt x="31737" y="79402"/>
                  </a:lnTo>
                  <a:lnTo>
                    <a:pt x="31969" y="78976"/>
                  </a:lnTo>
                  <a:lnTo>
                    <a:pt x="32123" y="78635"/>
                  </a:lnTo>
                  <a:lnTo>
                    <a:pt x="32509" y="78635"/>
                  </a:lnTo>
                  <a:lnTo>
                    <a:pt x="34131" y="78805"/>
                  </a:lnTo>
                  <a:lnTo>
                    <a:pt x="34903" y="78635"/>
                  </a:lnTo>
                  <a:lnTo>
                    <a:pt x="35598" y="78379"/>
                  </a:lnTo>
                  <a:lnTo>
                    <a:pt x="36138" y="77611"/>
                  </a:lnTo>
                  <a:lnTo>
                    <a:pt x="35984" y="76759"/>
                  </a:lnTo>
                  <a:lnTo>
                    <a:pt x="35444" y="76417"/>
                  </a:lnTo>
                  <a:lnTo>
                    <a:pt x="34903" y="75991"/>
                  </a:lnTo>
                  <a:lnTo>
                    <a:pt x="34362" y="75820"/>
                  </a:lnTo>
                  <a:lnTo>
                    <a:pt x="32509" y="74797"/>
                  </a:lnTo>
                  <a:lnTo>
                    <a:pt x="29034" y="77356"/>
                  </a:lnTo>
                  <a:lnTo>
                    <a:pt x="25945" y="78379"/>
                  </a:lnTo>
                  <a:lnTo>
                    <a:pt x="23706" y="78379"/>
                  </a:lnTo>
                  <a:lnTo>
                    <a:pt x="21389" y="78038"/>
                  </a:lnTo>
                  <a:lnTo>
                    <a:pt x="21158" y="78038"/>
                  </a:lnTo>
                  <a:lnTo>
                    <a:pt x="20849" y="77782"/>
                  </a:lnTo>
                  <a:lnTo>
                    <a:pt x="18996" y="76162"/>
                  </a:lnTo>
                  <a:lnTo>
                    <a:pt x="17528" y="75565"/>
                  </a:lnTo>
                  <a:lnTo>
                    <a:pt x="16061" y="75565"/>
                  </a:lnTo>
                  <a:lnTo>
                    <a:pt x="13667" y="76162"/>
                  </a:lnTo>
                  <a:lnTo>
                    <a:pt x="12741" y="76588"/>
                  </a:lnTo>
                  <a:lnTo>
                    <a:pt x="12200" y="77356"/>
                  </a:lnTo>
                  <a:lnTo>
                    <a:pt x="12046" y="78805"/>
                  </a:lnTo>
                  <a:lnTo>
                    <a:pt x="11891" y="79232"/>
                  </a:lnTo>
                  <a:lnTo>
                    <a:pt x="11351" y="79829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02" name="Shape 11002"/>
            <p:cNvSpPr/>
            <p:nvPr/>
          </p:nvSpPr>
          <p:spPr>
            <a:xfrm>
              <a:off x="7346222" y="3616854"/>
              <a:ext cx="1551756" cy="130897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003" y="114330"/>
                  </a:moveTo>
                  <a:lnTo>
                    <a:pt x="17003" y="114330"/>
                  </a:lnTo>
                  <a:lnTo>
                    <a:pt x="11690" y="118530"/>
                  </a:lnTo>
                  <a:lnTo>
                    <a:pt x="10095" y="120000"/>
                  </a:lnTo>
                  <a:lnTo>
                    <a:pt x="9830" y="118530"/>
                  </a:lnTo>
                  <a:lnTo>
                    <a:pt x="8413" y="118320"/>
                  </a:lnTo>
                  <a:lnTo>
                    <a:pt x="5490" y="119580"/>
                  </a:lnTo>
                  <a:lnTo>
                    <a:pt x="5490" y="119055"/>
                  </a:lnTo>
                  <a:lnTo>
                    <a:pt x="4605" y="114855"/>
                  </a:lnTo>
                  <a:lnTo>
                    <a:pt x="4162" y="113595"/>
                  </a:lnTo>
                  <a:lnTo>
                    <a:pt x="3542" y="112125"/>
                  </a:lnTo>
                  <a:lnTo>
                    <a:pt x="2922" y="111601"/>
                  </a:lnTo>
                  <a:lnTo>
                    <a:pt x="1682" y="110866"/>
                  </a:lnTo>
                  <a:lnTo>
                    <a:pt x="1239" y="110131"/>
                  </a:lnTo>
                  <a:lnTo>
                    <a:pt x="797" y="109081"/>
                  </a:lnTo>
                  <a:lnTo>
                    <a:pt x="442" y="107821"/>
                  </a:lnTo>
                  <a:lnTo>
                    <a:pt x="177" y="105616"/>
                  </a:lnTo>
                  <a:lnTo>
                    <a:pt x="177" y="104146"/>
                  </a:lnTo>
                  <a:lnTo>
                    <a:pt x="442" y="99422"/>
                  </a:lnTo>
                  <a:lnTo>
                    <a:pt x="0" y="97217"/>
                  </a:lnTo>
                  <a:lnTo>
                    <a:pt x="1682" y="95643"/>
                  </a:lnTo>
                  <a:lnTo>
                    <a:pt x="2479" y="95223"/>
                  </a:lnTo>
                  <a:lnTo>
                    <a:pt x="4428" y="94908"/>
                  </a:lnTo>
                  <a:lnTo>
                    <a:pt x="11335" y="90708"/>
                  </a:lnTo>
                  <a:lnTo>
                    <a:pt x="13195" y="88503"/>
                  </a:lnTo>
                  <a:lnTo>
                    <a:pt x="14258" y="88188"/>
                  </a:lnTo>
                  <a:lnTo>
                    <a:pt x="14878" y="88188"/>
                  </a:lnTo>
                  <a:lnTo>
                    <a:pt x="16560" y="88923"/>
                  </a:lnTo>
                  <a:lnTo>
                    <a:pt x="17357" y="89238"/>
                  </a:lnTo>
                  <a:lnTo>
                    <a:pt x="18420" y="88923"/>
                  </a:lnTo>
                  <a:lnTo>
                    <a:pt x="20546" y="88188"/>
                  </a:lnTo>
                  <a:lnTo>
                    <a:pt x="21608" y="87454"/>
                  </a:lnTo>
                  <a:lnTo>
                    <a:pt x="22405" y="86719"/>
                  </a:lnTo>
                  <a:lnTo>
                    <a:pt x="23025" y="85774"/>
                  </a:lnTo>
                  <a:lnTo>
                    <a:pt x="23468" y="84514"/>
                  </a:lnTo>
                  <a:lnTo>
                    <a:pt x="23645" y="82309"/>
                  </a:lnTo>
                  <a:lnTo>
                    <a:pt x="24088" y="81049"/>
                  </a:lnTo>
                  <a:lnTo>
                    <a:pt x="24265" y="80524"/>
                  </a:lnTo>
                  <a:lnTo>
                    <a:pt x="24885" y="80000"/>
                  </a:lnTo>
                  <a:lnTo>
                    <a:pt x="25328" y="79790"/>
                  </a:lnTo>
                  <a:lnTo>
                    <a:pt x="28516" y="78740"/>
                  </a:lnTo>
                  <a:lnTo>
                    <a:pt x="29136" y="78320"/>
                  </a:lnTo>
                  <a:lnTo>
                    <a:pt x="29756" y="77585"/>
                  </a:lnTo>
                  <a:lnTo>
                    <a:pt x="30199" y="77060"/>
                  </a:lnTo>
                  <a:lnTo>
                    <a:pt x="30553" y="76010"/>
                  </a:lnTo>
                  <a:lnTo>
                    <a:pt x="30996" y="75275"/>
                  </a:lnTo>
                  <a:lnTo>
                    <a:pt x="31793" y="71286"/>
                  </a:lnTo>
                  <a:lnTo>
                    <a:pt x="32501" y="69816"/>
                  </a:lnTo>
                  <a:lnTo>
                    <a:pt x="33298" y="67821"/>
                  </a:lnTo>
                  <a:lnTo>
                    <a:pt x="33741" y="66876"/>
                  </a:lnTo>
                  <a:lnTo>
                    <a:pt x="33918" y="65826"/>
                  </a:lnTo>
                  <a:lnTo>
                    <a:pt x="33918" y="65301"/>
                  </a:lnTo>
                  <a:lnTo>
                    <a:pt x="33741" y="64881"/>
                  </a:lnTo>
                  <a:lnTo>
                    <a:pt x="31793" y="61102"/>
                  </a:lnTo>
                  <a:lnTo>
                    <a:pt x="31439" y="59842"/>
                  </a:lnTo>
                  <a:lnTo>
                    <a:pt x="31173" y="58897"/>
                  </a:lnTo>
                  <a:lnTo>
                    <a:pt x="31439" y="58162"/>
                  </a:lnTo>
                  <a:lnTo>
                    <a:pt x="31439" y="57637"/>
                  </a:lnTo>
                  <a:lnTo>
                    <a:pt x="31173" y="57112"/>
                  </a:lnTo>
                  <a:lnTo>
                    <a:pt x="30376" y="56377"/>
                  </a:lnTo>
                  <a:lnTo>
                    <a:pt x="28073" y="54908"/>
                  </a:lnTo>
                  <a:lnTo>
                    <a:pt x="26391" y="53648"/>
                  </a:lnTo>
                  <a:lnTo>
                    <a:pt x="24265" y="50708"/>
                  </a:lnTo>
                  <a:lnTo>
                    <a:pt x="26214" y="47664"/>
                  </a:lnTo>
                  <a:lnTo>
                    <a:pt x="27188" y="46719"/>
                  </a:lnTo>
                  <a:lnTo>
                    <a:pt x="29490" y="45669"/>
                  </a:lnTo>
                  <a:lnTo>
                    <a:pt x="31793" y="45249"/>
                  </a:lnTo>
                  <a:lnTo>
                    <a:pt x="35424" y="45669"/>
                  </a:lnTo>
                  <a:lnTo>
                    <a:pt x="36487" y="45459"/>
                  </a:lnTo>
                  <a:lnTo>
                    <a:pt x="36221" y="47454"/>
                  </a:lnTo>
                  <a:lnTo>
                    <a:pt x="37284" y="48713"/>
                  </a:lnTo>
                  <a:lnTo>
                    <a:pt x="39143" y="49658"/>
                  </a:lnTo>
                  <a:lnTo>
                    <a:pt x="40649" y="50918"/>
                  </a:lnTo>
                  <a:lnTo>
                    <a:pt x="39143" y="52388"/>
                  </a:lnTo>
                  <a:lnTo>
                    <a:pt x="38789" y="55118"/>
                  </a:lnTo>
                  <a:lnTo>
                    <a:pt x="39409" y="57847"/>
                  </a:lnTo>
                  <a:lnTo>
                    <a:pt x="41269" y="59107"/>
                  </a:lnTo>
                  <a:lnTo>
                    <a:pt x="42066" y="59107"/>
                  </a:lnTo>
                  <a:lnTo>
                    <a:pt x="42686" y="59107"/>
                  </a:lnTo>
                  <a:lnTo>
                    <a:pt x="43394" y="59632"/>
                  </a:lnTo>
                  <a:lnTo>
                    <a:pt x="46937" y="62887"/>
                  </a:lnTo>
                  <a:lnTo>
                    <a:pt x="50479" y="65091"/>
                  </a:lnTo>
                  <a:lnTo>
                    <a:pt x="51099" y="65301"/>
                  </a:lnTo>
                  <a:lnTo>
                    <a:pt x="51719" y="65091"/>
                  </a:lnTo>
                  <a:lnTo>
                    <a:pt x="52162" y="64566"/>
                  </a:lnTo>
                  <a:lnTo>
                    <a:pt x="52782" y="64356"/>
                  </a:lnTo>
                  <a:lnTo>
                    <a:pt x="53402" y="64881"/>
                  </a:lnTo>
                  <a:lnTo>
                    <a:pt x="53845" y="65091"/>
                  </a:lnTo>
                  <a:lnTo>
                    <a:pt x="54287" y="65301"/>
                  </a:lnTo>
                  <a:lnTo>
                    <a:pt x="55084" y="65091"/>
                  </a:lnTo>
                  <a:lnTo>
                    <a:pt x="55261" y="64566"/>
                  </a:lnTo>
                  <a:lnTo>
                    <a:pt x="56767" y="61627"/>
                  </a:lnTo>
                  <a:lnTo>
                    <a:pt x="56767" y="60682"/>
                  </a:lnTo>
                  <a:lnTo>
                    <a:pt x="56324" y="60157"/>
                  </a:lnTo>
                  <a:lnTo>
                    <a:pt x="56147" y="59632"/>
                  </a:lnTo>
                  <a:lnTo>
                    <a:pt x="55881" y="58897"/>
                  </a:lnTo>
                  <a:lnTo>
                    <a:pt x="55704" y="58162"/>
                  </a:lnTo>
                  <a:lnTo>
                    <a:pt x="55527" y="56377"/>
                  </a:lnTo>
                  <a:lnTo>
                    <a:pt x="55527" y="55958"/>
                  </a:lnTo>
                  <a:lnTo>
                    <a:pt x="55881" y="53963"/>
                  </a:lnTo>
                  <a:lnTo>
                    <a:pt x="55881" y="53963"/>
                  </a:lnTo>
                  <a:lnTo>
                    <a:pt x="55881" y="53963"/>
                  </a:lnTo>
                  <a:lnTo>
                    <a:pt x="55527" y="51443"/>
                  </a:lnTo>
                  <a:lnTo>
                    <a:pt x="55704" y="51443"/>
                  </a:lnTo>
                  <a:lnTo>
                    <a:pt x="56324" y="49658"/>
                  </a:lnTo>
                  <a:lnTo>
                    <a:pt x="56324" y="49238"/>
                  </a:lnTo>
                  <a:lnTo>
                    <a:pt x="56767" y="46929"/>
                  </a:lnTo>
                  <a:lnTo>
                    <a:pt x="56944" y="46719"/>
                  </a:lnTo>
                  <a:lnTo>
                    <a:pt x="56944" y="45249"/>
                  </a:lnTo>
                  <a:lnTo>
                    <a:pt x="56767" y="43674"/>
                  </a:lnTo>
                  <a:lnTo>
                    <a:pt x="56324" y="42519"/>
                  </a:lnTo>
                  <a:lnTo>
                    <a:pt x="55704" y="40944"/>
                  </a:lnTo>
                  <a:lnTo>
                    <a:pt x="54022" y="38530"/>
                  </a:lnTo>
                  <a:lnTo>
                    <a:pt x="52959" y="37480"/>
                  </a:lnTo>
                  <a:lnTo>
                    <a:pt x="52162" y="37060"/>
                  </a:lnTo>
                  <a:lnTo>
                    <a:pt x="51099" y="37060"/>
                  </a:lnTo>
                  <a:lnTo>
                    <a:pt x="49682" y="38215"/>
                  </a:lnTo>
                  <a:lnTo>
                    <a:pt x="48797" y="38530"/>
                  </a:lnTo>
                  <a:lnTo>
                    <a:pt x="44988" y="38530"/>
                  </a:lnTo>
                  <a:lnTo>
                    <a:pt x="44014" y="37270"/>
                  </a:lnTo>
                  <a:lnTo>
                    <a:pt x="44811" y="35065"/>
                  </a:lnTo>
                  <a:lnTo>
                    <a:pt x="44811" y="35065"/>
                  </a:lnTo>
                  <a:lnTo>
                    <a:pt x="44811" y="35065"/>
                  </a:lnTo>
                  <a:lnTo>
                    <a:pt x="44811" y="35065"/>
                  </a:lnTo>
                  <a:lnTo>
                    <a:pt x="44988" y="34015"/>
                  </a:lnTo>
                  <a:lnTo>
                    <a:pt x="44988" y="33280"/>
                  </a:lnTo>
                  <a:lnTo>
                    <a:pt x="44988" y="32545"/>
                  </a:lnTo>
                  <a:lnTo>
                    <a:pt x="44988" y="31811"/>
                  </a:lnTo>
                  <a:lnTo>
                    <a:pt x="45254" y="30761"/>
                  </a:lnTo>
                  <a:lnTo>
                    <a:pt x="48177" y="22047"/>
                  </a:lnTo>
                  <a:lnTo>
                    <a:pt x="48000" y="21837"/>
                  </a:lnTo>
                  <a:lnTo>
                    <a:pt x="46051" y="19632"/>
                  </a:lnTo>
                  <a:lnTo>
                    <a:pt x="43129" y="14173"/>
                  </a:lnTo>
                  <a:lnTo>
                    <a:pt x="41889" y="13123"/>
                  </a:lnTo>
                  <a:lnTo>
                    <a:pt x="41269" y="12913"/>
                  </a:lnTo>
                  <a:lnTo>
                    <a:pt x="39763" y="11443"/>
                  </a:lnTo>
                  <a:lnTo>
                    <a:pt x="38081" y="10708"/>
                  </a:lnTo>
                  <a:lnTo>
                    <a:pt x="37461" y="9868"/>
                  </a:lnTo>
                  <a:lnTo>
                    <a:pt x="37107" y="8713"/>
                  </a:lnTo>
                  <a:lnTo>
                    <a:pt x="37107" y="8713"/>
                  </a:lnTo>
                  <a:lnTo>
                    <a:pt x="38081" y="7664"/>
                  </a:lnTo>
                  <a:lnTo>
                    <a:pt x="41092" y="6194"/>
                  </a:lnTo>
                  <a:lnTo>
                    <a:pt x="41712" y="5459"/>
                  </a:lnTo>
                  <a:lnTo>
                    <a:pt x="41889" y="4934"/>
                  </a:lnTo>
                  <a:lnTo>
                    <a:pt x="42066" y="3149"/>
                  </a:lnTo>
                  <a:lnTo>
                    <a:pt x="42686" y="2204"/>
                  </a:lnTo>
                  <a:lnTo>
                    <a:pt x="43749" y="1679"/>
                  </a:lnTo>
                  <a:lnTo>
                    <a:pt x="46494" y="944"/>
                  </a:lnTo>
                  <a:lnTo>
                    <a:pt x="48177" y="944"/>
                  </a:lnTo>
                  <a:lnTo>
                    <a:pt x="49859" y="1679"/>
                  </a:lnTo>
                  <a:lnTo>
                    <a:pt x="51985" y="3674"/>
                  </a:lnTo>
                  <a:lnTo>
                    <a:pt x="52339" y="3989"/>
                  </a:lnTo>
                  <a:lnTo>
                    <a:pt x="52605" y="3989"/>
                  </a:lnTo>
                  <a:lnTo>
                    <a:pt x="55261" y="4409"/>
                  </a:lnTo>
                  <a:lnTo>
                    <a:pt x="57830" y="4409"/>
                  </a:lnTo>
                  <a:lnTo>
                    <a:pt x="61372" y="3149"/>
                  </a:lnTo>
                  <a:lnTo>
                    <a:pt x="65357" y="0"/>
                  </a:lnTo>
                  <a:lnTo>
                    <a:pt x="67483" y="1259"/>
                  </a:lnTo>
                  <a:lnTo>
                    <a:pt x="68103" y="1469"/>
                  </a:lnTo>
                  <a:lnTo>
                    <a:pt x="68723" y="1994"/>
                  </a:lnTo>
                  <a:lnTo>
                    <a:pt x="69343" y="2414"/>
                  </a:lnTo>
                  <a:lnTo>
                    <a:pt x="69520" y="3464"/>
                  </a:lnTo>
                  <a:lnTo>
                    <a:pt x="68900" y="4409"/>
                  </a:lnTo>
                  <a:lnTo>
                    <a:pt x="68103" y="4724"/>
                  </a:lnTo>
                  <a:lnTo>
                    <a:pt x="67217" y="4934"/>
                  </a:lnTo>
                  <a:lnTo>
                    <a:pt x="65357" y="4724"/>
                  </a:lnTo>
                  <a:lnTo>
                    <a:pt x="64915" y="4724"/>
                  </a:lnTo>
                  <a:lnTo>
                    <a:pt x="64738" y="5144"/>
                  </a:lnTo>
                  <a:lnTo>
                    <a:pt x="64472" y="5669"/>
                  </a:lnTo>
                  <a:lnTo>
                    <a:pt x="64472" y="6719"/>
                  </a:lnTo>
                  <a:lnTo>
                    <a:pt x="64472" y="8188"/>
                  </a:lnTo>
                  <a:lnTo>
                    <a:pt x="64915" y="11443"/>
                  </a:lnTo>
                  <a:lnTo>
                    <a:pt x="65180" y="12913"/>
                  </a:lnTo>
                  <a:lnTo>
                    <a:pt x="65535" y="14383"/>
                  </a:lnTo>
                  <a:lnTo>
                    <a:pt x="67040" y="18372"/>
                  </a:lnTo>
                  <a:lnTo>
                    <a:pt x="67483" y="19107"/>
                  </a:lnTo>
                  <a:lnTo>
                    <a:pt x="68103" y="20157"/>
                  </a:lnTo>
                  <a:lnTo>
                    <a:pt x="69077" y="20577"/>
                  </a:lnTo>
                  <a:lnTo>
                    <a:pt x="81033" y="21312"/>
                  </a:lnTo>
                  <a:lnTo>
                    <a:pt x="82715" y="22887"/>
                  </a:lnTo>
                  <a:lnTo>
                    <a:pt x="82095" y="24041"/>
                  </a:lnTo>
                  <a:lnTo>
                    <a:pt x="81298" y="24566"/>
                  </a:lnTo>
                  <a:lnTo>
                    <a:pt x="78730" y="25091"/>
                  </a:lnTo>
                  <a:lnTo>
                    <a:pt x="78376" y="25616"/>
                  </a:lnTo>
                  <a:lnTo>
                    <a:pt x="78376" y="26351"/>
                  </a:lnTo>
                  <a:lnTo>
                    <a:pt x="78730" y="27086"/>
                  </a:lnTo>
                  <a:lnTo>
                    <a:pt x="78996" y="27296"/>
                  </a:lnTo>
                  <a:lnTo>
                    <a:pt x="79350" y="27611"/>
                  </a:lnTo>
                  <a:lnTo>
                    <a:pt x="79970" y="28031"/>
                  </a:lnTo>
                  <a:lnTo>
                    <a:pt x="81476" y="28346"/>
                  </a:lnTo>
                  <a:lnTo>
                    <a:pt x="83158" y="28346"/>
                  </a:lnTo>
                  <a:lnTo>
                    <a:pt x="83778" y="29291"/>
                  </a:lnTo>
                  <a:lnTo>
                    <a:pt x="84221" y="30341"/>
                  </a:lnTo>
                  <a:lnTo>
                    <a:pt x="83158" y="39265"/>
                  </a:lnTo>
                  <a:lnTo>
                    <a:pt x="84398" y="41259"/>
                  </a:lnTo>
                  <a:lnTo>
                    <a:pt x="84841" y="42204"/>
                  </a:lnTo>
                  <a:lnTo>
                    <a:pt x="84841" y="43464"/>
                  </a:lnTo>
                  <a:lnTo>
                    <a:pt x="84575" y="44514"/>
                  </a:lnTo>
                  <a:lnTo>
                    <a:pt x="83955" y="46509"/>
                  </a:lnTo>
                  <a:lnTo>
                    <a:pt x="83778" y="48188"/>
                  </a:lnTo>
                  <a:lnTo>
                    <a:pt x="84221" y="49658"/>
                  </a:lnTo>
                  <a:lnTo>
                    <a:pt x="84841" y="51233"/>
                  </a:lnTo>
                  <a:lnTo>
                    <a:pt x="87586" y="53438"/>
                  </a:lnTo>
                  <a:lnTo>
                    <a:pt x="91571" y="55643"/>
                  </a:lnTo>
                  <a:lnTo>
                    <a:pt x="91306" y="57427"/>
                  </a:lnTo>
                  <a:lnTo>
                    <a:pt x="91129" y="59632"/>
                  </a:lnTo>
                  <a:lnTo>
                    <a:pt x="91306" y="60367"/>
                  </a:lnTo>
                  <a:lnTo>
                    <a:pt x="92369" y="64356"/>
                  </a:lnTo>
                  <a:lnTo>
                    <a:pt x="95468" y="71601"/>
                  </a:lnTo>
                  <a:lnTo>
                    <a:pt x="97771" y="75275"/>
                  </a:lnTo>
                  <a:lnTo>
                    <a:pt x="100073" y="77270"/>
                  </a:lnTo>
                  <a:lnTo>
                    <a:pt x="101402" y="78005"/>
                  </a:lnTo>
                  <a:lnTo>
                    <a:pt x="102376" y="78005"/>
                  </a:lnTo>
                  <a:lnTo>
                    <a:pt x="103084" y="77585"/>
                  </a:lnTo>
                  <a:lnTo>
                    <a:pt x="103881" y="76535"/>
                  </a:lnTo>
                  <a:lnTo>
                    <a:pt x="104944" y="75800"/>
                  </a:lnTo>
                  <a:lnTo>
                    <a:pt x="106627" y="75065"/>
                  </a:lnTo>
                  <a:lnTo>
                    <a:pt x="107424" y="74330"/>
                  </a:lnTo>
                  <a:lnTo>
                    <a:pt x="108487" y="73595"/>
                  </a:lnTo>
                  <a:lnTo>
                    <a:pt x="109372" y="74015"/>
                  </a:lnTo>
                  <a:lnTo>
                    <a:pt x="110789" y="76535"/>
                  </a:lnTo>
                  <a:lnTo>
                    <a:pt x="112472" y="78740"/>
                  </a:lnTo>
                  <a:lnTo>
                    <a:pt x="113092" y="79790"/>
                  </a:lnTo>
                  <a:lnTo>
                    <a:pt x="113269" y="80734"/>
                  </a:lnTo>
                  <a:lnTo>
                    <a:pt x="113977" y="81784"/>
                  </a:lnTo>
                  <a:lnTo>
                    <a:pt x="114597" y="82729"/>
                  </a:lnTo>
                  <a:lnTo>
                    <a:pt x="117077" y="85459"/>
                  </a:lnTo>
                  <a:lnTo>
                    <a:pt x="119202" y="86719"/>
                  </a:lnTo>
                  <a:lnTo>
                    <a:pt x="119822" y="87769"/>
                  </a:lnTo>
                  <a:lnTo>
                    <a:pt x="119999" y="88923"/>
                  </a:lnTo>
                  <a:lnTo>
                    <a:pt x="118937" y="90918"/>
                  </a:lnTo>
                  <a:lnTo>
                    <a:pt x="117520" y="93648"/>
                  </a:lnTo>
                  <a:lnTo>
                    <a:pt x="117077" y="94698"/>
                  </a:lnTo>
                  <a:lnTo>
                    <a:pt x="117077" y="96167"/>
                  </a:lnTo>
                  <a:lnTo>
                    <a:pt x="117697" y="98372"/>
                  </a:lnTo>
                  <a:lnTo>
                    <a:pt x="117520" y="99947"/>
                  </a:lnTo>
                  <a:lnTo>
                    <a:pt x="117077" y="102152"/>
                  </a:lnTo>
                  <a:lnTo>
                    <a:pt x="115217" y="108871"/>
                  </a:lnTo>
                  <a:lnTo>
                    <a:pt x="113269" y="113070"/>
                  </a:lnTo>
                  <a:lnTo>
                    <a:pt x="110966" y="110551"/>
                  </a:lnTo>
                  <a:lnTo>
                    <a:pt x="104678" y="106666"/>
                  </a:lnTo>
                  <a:lnTo>
                    <a:pt x="102199" y="105616"/>
                  </a:lnTo>
                  <a:lnTo>
                    <a:pt x="100516" y="105406"/>
                  </a:lnTo>
                  <a:lnTo>
                    <a:pt x="97594" y="105616"/>
                  </a:lnTo>
                  <a:lnTo>
                    <a:pt x="90863" y="105091"/>
                  </a:lnTo>
                  <a:lnTo>
                    <a:pt x="89623" y="105406"/>
                  </a:lnTo>
                  <a:lnTo>
                    <a:pt x="83335" y="104671"/>
                  </a:lnTo>
                  <a:lnTo>
                    <a:pt x="80856" y="104146"/>
                  </a:lnTo>
                  <a:lnTo>
                    <a:pt x="79616" y="104671"/>
                  </a:lnTo>
                  <a:lnTo>
                    <a:pt x="78553" y="105091"/>
                  </a:lnTo>
                  <a:lnTo>
                    <a:pt x="77313" y="107401"/>
                  </a:lnTo>
                  <a:lnTo>
                    <a:pt x="76073" y="108871"/>
                  </a:lnTo>
                  <a:lnTo>
                    <a:pt x="72885" y="111601"/>
                  </a:lnTo>
                  <a:lnTo>
                    <a:pt x="70583" y="112860"/>
                  </a:lnTo>
                  <a:lnTo>
                    <a:pt x="65800" y="114120"/>
                  </a:lnTo>
                  <a:lnTo>
                    <a:pt x="63675" y="114120"/>
                  </a:lnTo>
                  <a:lnTo>
                    <a:pt x="62435" y="113805"/>
                  </a:lnTo>
                  <a:lnTo>
                    <a:pt x="61372" y="113385"/>
                  </a:lnTo>
                  <a:lnTo>
                    <a:pt x="55704" y="110341"/>
                  </a:lnTo>
                  <a:lnTo>
                    <a:pt x="52339" y="109816"/>
                  </a:lnTo>
                  <a:lnTo>
                    <a:pt x="50302" y="110131"/>
                  </a:lnTo>
                  <a:lnTo>
                    <a:pt x="46051" y="109606"/>
                  </a:lnTo>
                  <a:lnTo>
                    <a:pt x="42952" y="108346"/>
                  </a:lnTo>
                  <a:lnTo>
                    <a:pt x="40206" y="106876"/>
                  </a:lnTo>
                  <a:lnTo>
                    <a:pt x="39409" y="106666"/>
                  </a:lnTo>
                  <a:lnTo>
                    <a:pt x="38789" y="106666"/>
                  </a:lnTo>
                  <a:lnTo>
                    <a:pt x="38346" y="106876"/>
                  </a:lnTo>
                  <a:lnTo>
                    <a:pt x="38346" y="107086"/>
                  </a:lnTo>
                  <a:lnTo>
                    <a:pt x="38081" y="107611"/>
                  </a:lnTo>
                  <a:lnTo>
                    <a:pt x="38081" y="107821"/>
                  </a:lnTo>
                  <a:lnTo>
                    <a:pt x="38081" y="108346"/>
                  </a:lnTo>
                  <a:lnTo>
                    <a:pt x="38081" y="108661"/>
                  </a:lnTo>
                  <a:lnTo>
                    <a:pt x="37904" y="109081"/>
                  </a:lnTo>
                  <a:lnTo>
                    <a:pt x="37107" y="109816"/>
                  </a:lnTo>
                  <a:lnTo>
                    <a:pt x="34184" y="107401"/>
                  </a:lnTo>
                  <a:lnTo>
                    <a:pt x="32856" y="106876"/>
                  </a:lnTo>
                  <a:lnTo>
                    <a:pt x="31616" y="106666"/>
                  </a:lnTo>
                  <a:lnTo>
                    <a:pt x="29933" y="106876"/>
                  </a:lnTo>
                  <a:lnTo>
                    <a:pt x="28073" y="106351"/>
                  </a:lnTo>
                  <a:lnTo>
                    <a:pt x="26214" y="106666"/>
                  </a:lnTo>
                  <a:lnTo>
                    <a:pt x="24088" y="107611"/>
                  </a:lnTo>
                  <a:lnTo>
                    <a:pt x="22583" y="107821"/>
                  </a:lnTo>
                  <a:lnTo>
                    <a:pt x="21343" y="108346"/>
                  </a:lnTo>
                  <a:lnTo>
                    <a:pt x="20280" y="109081"/>
                  </a:lnTo>
                  <a:lnTo>
                    <a:pt x="17003" y="114330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03" name="Shape 11003"/>
            <p:cNvSpPr/>
            <p:nvPr/>
          </p:nvSpPr>
          <p:spPr>
            <a:xfrm>
              <a:off x="7413789" y="4776949"/>
              <a:ext cx="745531" cy="6184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400" y="103111"/>
                  </a:moveTo>
                  <a:lnTo>
                    <a:pt x="89400" y="103111"/>
                  </a:lnTo>
                  <a:lnTo>
                    <a:pt x="86267" y="114666"/>
                  </a:lnTo>
                  <a:lnTo>
                    <a:pt x="86267" y="116444"/>
                  </a:lnTo>
                  <a:lnTo>
                    <a:pt x="85898" y="116444"/>
                  </a:lnTo>
                  <a:lnTo>
                    <a:pt x="78894" y="116888"/>
                  </a:lnTo>
                  <a:lnTo>
                    <a:pt x="71520" y="119555"/>
                  </a:lnTo>
                  <a:lnTo>
                    <a:pt x="69308" y="120000"/>
                  </a:lnTo>
                  <a:lnTo>
                    <a:pt x="66728" y="118888"/>
                  </a:lnTo>
                  <a:lnTo>
                    <a:pt x="62304" y="116444"/>
                  </a:lnTo>
                  <a:lnTo>
                    <a:pt x="54930" y="115777"/>
                  </a:lnTo>
                  <a:lnTo>
                    <a:pt x="48847" y="114222"/>
                  </a:lnTo>
                  <a:lnTo>
                    <a:pt x="43686" y="110000"/>
                  </a:lnTo>
                  <a:lnTo>
                    <a:pt x="40184" y="102666"/>
                  </a:lnTo>
                  <a:lnTo>
                    <a:pt x="38341" y="98000"/>
                  </a:lnTo>
                  <a:lnTo>
                    <a:pt x="35760" y="96444"/>
                  </a:lnTo>
                  <a:lnTo>
                    <a:pt x="32811" y="96444"/>
                  </a:lnTo>
                  <a:lnTo>
                    <a:pt x="29677" y="95777"/>
                  </a:lnTo>
                  <a:lnTo>
                    <a:pt x="28387" y="94666"/>
                  </a:lnTo>
                  <a:lnTo>
                    <a:pt x="27465" y="94222"/>
                  </a:lnTo>
                  <a:lnTo>
                    <a:pt x="27096" y="92666"/>
                  </a:lnTo>
                  <a:lnTo>
                    <a:pt x="26543" y="89555"/>
                  </a:lnTo>
                  <a:lnTo>
                    <a:pt x="26543" y="86444"/>
                  </a:lnTo>
                  <a:lnTo>
                    <a:pt x="27096" y="84666"/>
                  </a:lnTo>
                  <a:lnTo>
                    <a:pt x="27096" y="83111"/>
                  </a:lnTo>
                  <a:lnTo>
                    <a:pt x="26543" y="80000"/>
                  </a:lnTo>
                  <a:lnTo>
                    <a:pt x="24884" y="74666"/>
                  </a:lnTo>
                  <a:lnTo>
                    <a:pt x="22304" y="73777"/>
                  </a:lnTo>
                  <a:lnTo>
                    <a:pt x="16589" y="74222"/>
                  </a:lnTo>
                  <a:lnTo>
                    <a:pt x="14930" y="73777"/>
                  </a:lnTo>
                  <a:lnTo>
                    <a:pt x="13456" y="72666"/>
                  </a:lnTo>
                  <a:lnTo>
                    <a:pt x="12718" y="71555"/>
                  </a:lnTo>
                  <a:lnTo>
                    <a:pt x="10875" y="70000"/>
                  </a:lnTo>
                  <a:lnTo>
                    <a:pt x="9585" y="69555"/>
                  </a:lnTo>
                  <a:lnTo>
                    <a:pt x="6082" y="68888"/>
                  </a:lnTo>
                  <a:lnTo>
                    <a:pt x="4792" y="68444"/>
                  </a:lnTo>
                  <a:lnTo>
                    <a:pt x="6082" y="65777"/>
                  </a:lnTo>
                  <a:lnTo>
                    <a:pt x="6082" y="63777"/>
                  </a:lnTo>
                  <a:lnTo>
                    <a:pt x="4792" y="61555"/>
                  </a:lnTo>
                  <a:lnTo>
                    <a:pt x="3502" y="58888"/>
                  </a:lnTo>
                  <a:lnTo>
                    <a:pt x="2211" y="53777"/>
                  </a:lnTo>
                  <a:lnTo>
                    <a:pt x="1290" y="51111"/>
                  </a:lnTo>
                  <a:lnTo>
                    <a:pt x="0" y="48888"/>
                  </a:lnTo>
                  <a:lnTo>
                    <a:pt x="921" y="44222"/>
                  </a:lnTo>
                  <a:lnTo>
                    <a:pt x="8294" y="37333"/>
                  </a:lnTo>
                  <a:lnTo>
                    <a:pt x="10506" y="32222"/>
                  </a:lnTo>
                  <a:lnTo>
                    <a:pt x="10138" y="28888"/>
                  </a:lnTo>
                  <a:lnTo>
                    <a:pt x="13456" y="25777"/>
                  </a:lnTo>
                  <a:lnTo>
                    <a:pt x="24516" y="16888"/>
                  </a:lnTo>
                  <a:lnTo>
                    <a:pt x="31336" y="5777"/>
                  </a:lnTo>
                  <a:lnTo>
                    <a:pt x="33548" y="4222"/>
                  </a:lnTo>
                  <a:lnTo>
                    <a:pt x="36129" y="3111"/>
                  </a:lnTo>
                  <a:lnTo>
                    <a:pt x="39262" y="2666"/>
                  </a:lnTo>
                  <a:lnTo>
                    <a:pt x="43686" y="666"/>
                  </a:lnTo>
                  <a:lnTo>
                    <a:pt x="47557" y="0"/>
                  </a:lnTo>
                  <a:lnTo>
                    <a:pt x="51428" y="1111"/>
                  </a:lnTo>
                  <a:lnTo>
                    <a:pt x="54930" y="666"/>
                  </a:lnTo>
                  <a:lnTo>
                    <a:pt x="57511" y="1111"/>
                  </a:lnTo>
                  <a:lnTo>
                    <a:pt x="60276" y="2222"/>
                  </a:lnTo>
                  <a:lnTo>
                    <a:pt x="66359" y="7333"/>
                  </a:lnTo>
                  <a:lnTo>
                    <a:pt x="67096" y="11555"/>
                  </a:lnTo>
                  <a:lnTo>
                    <a:pt x="68387" y="13777"/>
                  </a:lnTo>
                  <a:lnTo>
                    <a:pt x="70599" y="14888"/>
                  </a:lnTo>
                  <a:lnTo>
                    <a:pt x="82764" y="17333"/>
                  </a:lnTo>
                  <a:lnTo>
                    <a:pt x="84239" y="18888"/>
                  </a:lnTo>
                  <a:lnTo>
                    <a:pt x="84239" y="21555"/>
                  </a:lnTo>
                  <a:lnTo>
                    <a:pt x="83317" y="26888"/>
                  </a:lnTo>
                  <a:lnTo>
                    <a:pt x="83317" y="28888"/>
                  </a:lnTo>
                  <a:lnTo>
                    <a:pt x="83317" y="30666"/>
                  </a:lnTo>
                  <a:lnTo>
                    <a:pt x="83317" y="31555"/>
                  </a:lnTo>
                  <a:lnTo>
                    <a:pt x="83686" y="32666"/>
                  </a:lnTo>
                  <a:lnTo>
                    <a:pt x="84608" y="34888"/>
                  </a:lnTo>
                  <a:lnTo>
                    <a:pt x="85529" y="36888"/>
                  </a:lnTo>
                  <a:lnTo>
                    <a:pt x="87188" y="38444"/>
                  </a:lnTo>
                  <a:lnTo>
                    <a:pt x="89032" y="41111"/>
                  </a:lnTo>
                  <a:lnTo>
                    <a:pt x="91981" y="43777"/>
                  </a:lnTo>
                  <a:lnTo>
                    <a:pt x="93271" y="44888"/>
                  </a:lnTo>
                  <a:lnTo>
                    <a:pt x="95483" y="46888"/>
                  </a:lnTo>
                  <a:lnTo>
                    <a:pt x="96774" y="48888"/>
                  </a:lnTo>
                  <a:lnTo>
                    <a:pt x="97695" y="52222"/>
                  </a:lnTo>
                  <a:lnTo>
                    <a:pt x="98617" y="55333"/>
                  </a:lnTo>
                  <a:lnTo>
                    <a:pt x="99907" y="58888"/>
                  </a:lnTo>
                  <a:lnTo>
                    <a:pt x="101566" y="61111"/>
                  </a:lnTo>
                  <a:lnTo>
                    <a:pt x="108940" y="68000"/>
                  </a:lnTo>
                  <a:lnTo>
                    <a:pt x="119078" y="80000"/>
                  </a:lnTo>
                  <a:lnTo>
                    <a:pt x="120000" y="81555"/>
                  </a:lnTo>
                  <a:lnTo>
                    <a:pt x="120000" y="82666"/>
                  </a:lnTo>
                  <a:lnTo>
                    <a:pt x="120000" y="83111"/>
                  </a:lnTo>
                  <a:lnTo>
                    <a:pt x="120000" y="83777"/>
                  </a:lnTo>
                  <a:lnTo>
                    <a:pt x="119447" y="84222"/>
                  </a:lnTo>
                  <a:lnTo>
                    <a:pt x="119078" y="84666"/>
                  </a:lnTo>
                  <a:lnTo>
                    <a:pt x="118156" y="84666"/>
                  </a:lnTo>
                  <a:lnTo>
                    <a:pt x="112442" y="81111"/>
                  </a:lnTo>
                  <a:lnTo>
                    <a:pt x="111152" y="80666"/>
                  </a:lnTo>
                  <a:lnTo>
                    <a:pt x="109493" y="81111"/>
                  </a:lnTo>
                  <a:lnTo>
                    <a:pt x="104700" y="85333"/>
                  </a:lnTo>
                  <a:lnTo>
                    <a:pt x="92903" y="90000"/>
                  </a:lnTo>
                  <a:lnTo>
                    <a:pt x="90322" y="92222"/>
                  </a:lnTo>
                  <a:lnTo>
                    <a:pt x="90322" y="96444"/>
                  </a:lnTo>
                  <a:lnTo>
                    <a:pt x="90322" y="99555"/>
                  </a:lnTo>
                  <a:lnTo>
                    <a:pt x="89400" y="103111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04" name="Shape 11004"/>
            <p:cNvSpPr/>
            <p:nvPr/>
          </p:nvSpPr>
          <p:spPr>
            <a:xfrm>
              <a:off x="5726897" y="4098987"/>
              <a:ext cx="2057939" cy="13639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7896" y="67808"/>
                  </a:moveTo>
                  <a:lnTo>
                    <a:pt x="97896" y="67808"/>
                  </a:lnTo>
                  <a:lnTo>
                    <a:pt x="98564" y="71838"/>
                  </a:lnTo>
                  <a:lnTo>
                    <a:pt x="98564" y="72342"/>
                  </a:lnTo>
                  <a:lnTo>
                    <a:pt x="97562" y="72544"/>
                  </a:lnTo>
                  <a:lnTo>
                    <a:pt x="93155" y="77783"/>
                  </a:lnTo>
                  <a:lnTo>
                    <a:pt x="89682" y="78790"/>
                  </a:lnTo>
                  <a:lnTo>
                    <a:pt x="87612" y="80403"/>
                  </a:lnTo>
                  <a:lnTo>
                    <a:pt x="85742" y="82619"/>
                  </a:lnTo>
                  <a:lnTo>
                    <a:pt x="84340" y="84937"/>
                  </a:lnTo>
                  <a:lnTo>
                    <a:pt x="82136" y="85944"/>
                  </a:lnTo>
                  <a:lnTo>
                    <a:pt x="81602" y="86649"/>
                  </a:lnTo>
                  <a:lnTo>
                    <a:pt x="80868" y="88060"/>
                  </a:lnTo>
                  <a:lnTo>
                    <a:pt x="80200" y="88261"/>
                  </a:lnTo>
                  <a:lnTo>
                    <a:pt x="79265" y="88060"/>
                  </a:lnTo>
                  <a:lnTo>
                    <a:pt x="77529" y="86649"/>
                  </a:lnTo>
                  <a:lnTo>
                    <a:pt x="76594" y="86649"/>
                  </a:lnTo>
                  <a:lnTo>
                    <a:pt x="76260" y="86851"/>
                  </a:lnTo>
                  <a:lnTo>
                    <a:pt x="75926" y="86851"/>
                  </a:lnTo>
                  <a:lnTo>
                    <a:pt x="75792" y="86851"/>
                  </a:lnTo>
                  <a:lnTo>
                    <a:pt x="75792" y="86851"/>
                  </a:lnTo>
                  <a:lnTo>
                    <a:pt x="73255" y="86649"/>
                  </a:lnTo>
                  <a:lnTo>
                    <a:pt x="71986" y="87153"/>
                  </a:lnTo>
                  <a:lnTo>
                    <a:pt x="70717" y="88060"/>
                  </a:lnTo>
                  <a:lnTo>
                    <a:pt x="70717" y="88060"/>
                  </a:lnTo>
                  <a:lnTo>
                    <a:pt x="70717" y="88060"/>
                  </a:lnTo>
                  <a:lnTo>
                    <a:pt x="70717" y="88060"/>
                  </a:lnTo>
                  <a:lnTo>
                    <a:pt x="70250" y="88564"/>
                  </a:lnTo>
                  <a:lnTo>
                    <a:pt x="69782" y="88765"/>
                  </a:lnTo>
                  <a:lnTo>
                    <a:pt x="69315" y="88765"/>
                  </a:lnTo>
                  <a:lnTo>
                    <a:pt x="68848" y="88261"/>
                  </a:lnTo>
                  <a:lnTo>
                    <a:pt x="68714" y="87858"/>
                  </a:lnTo>
                  <a:lnTo>
                    <a:pt x="68180" y="87556"/>
                  </a:lnTo>
                  <a:lnTo>
                    <a:pt x="67913" y="87355"/>
                  </a:lnTo>
                  <a:lnTo>
                    <a:pt x="67111" y="87153"/>
                  </a:lnTo>
                  <a:lnTo>
                    <a:pt x="66644" y="87556"/>
                  </a:lnTo>
                  <a:lnTo>
                    <a:pt x="66176" y="88060"/>
                  </a:lnTo>
                  <a:lnTo>
                    <a:pt x="65843" y="89068"/>
                  </a:lnTo>
                  <a:lnTo>
                    <a:pt x="65843" y="89068"/>
                  </a:lnTo>
                  <a:lnTo>
                    <a:pt x="64440" y="91889"/>
                  </a:lnTo>
                  <a:lnTo>
                    <a:pt x="62971" y="92090"/>
                  </a:lnTo>
                  <a:lnTo>
                    <a:pt x="61435" y="91183"/>
                  </a:lnTo>
                  <a:lnTo>
                    <a:pt x="59499" y="91183"/>
                  </a:lnTo>
                  <a:lnTo>
                    <a:pt x="56227" y="92594"/>
                  </a:lnTo>
                  <a:lnTo>
                    <a:pt x="53021" y="95012"/>
                  </a:lnTo>
                  <a:lnTo>
                    <a:pt x="52287" y="95919"/>
                  </a:lnTo>
                  <a:lnTo>
                    <a:pt x="49415" y="101460"/>
                  </a:lnTo>
                  <a:lnTo>
                    <a:pt x="49282" y="102871"/>
                  </a:lnTo>
                  <a:lnTo>
                    <a:pt x="49081" y="106901"/>
                  </a:lnTo>
                  <a:lnTo>
                    <a:pt x="48480" y="110528"/>
                  </a:lnTo>
                  <a:lnTo>
                    <a:pt x="48480" y="110931"/>
                  </a:lnTo>
                  <a:lnTo>
                    <a:pt x="48614" y="111939"/>
                  </a:lnTo>
                  <a:lnTo>
                    <a:pt x="48614" y="112644"/>
                  </a:lnTo>
                  <a:lnTo>
                    <a:pt x="48480" y="112846"/>
                  </a:lnTo>
                  <a:lnTo>
                    <a:pt x="47813" y="113350"/>
                  </a:lnTo>
                  <a:lnTo>
                    <a:pt x="47679" y="113853"/>
                  </a:lnTo>
                  <a:lnTo>
                    <a:pt x="46878" y="116977"/>
                  </a:lnTo>
                  <a:lnTo>
                    <a:pt x="46277" y="118085"/>
                  </a:lnTo>
                  <a:lnTo>
                    <a:pt x="45609" y="118387"/>
                  </a:lnTo>
                  <a:lnTo>
                    <a:pt x="44674" y="118085"/>
                  </a:lnTo>
                  <a:lnTo>
                    <a:pt x="42938" y="118387"/>
                  </a:lnTo>
                  <a:lnTo>
                    <a:pt x="42136" y="118589"/>
                  </a:lnTo>
                  <a:lnTo>
                    <a:pt x="40601" y="119798"/>
                  </a:lnTo>
                  <a:lnTo>
                    <a:pt x="40066" y="120000"/>
                  </a:lnTo>
                  <a:lnTo>
                    <a:pt x="39599" y="119798"/>
                  </a:lnTo>
                  <a:lnTo>
                    <a:pt x="38664" y="118891"/>
                  </a:lnTo>
                  <a:lnTo>
                    <a:pt x="38196" y="118589"/>
                  </a:lnTo>
                  <a:lnTo>
                    <a:pt x="37729" y="118589"/>
                  </a:lnTo>
                  <a:lnTo>
                    <a:pt x="36794" y="119294"/>
                  </a:lnTo>
                  <a:lnTo>
                    <a:pt x="36327" y="119294"/>
                  </a:lnTo>
                  <a:lnTo>
                    <a:pt x="34724" y="118387"/>
                  </a:lnTo>
                  <a:lnTo>
                    <a:pt x="34257" y="118085"/>
                  </a:lnTo>
                  <a:lnTo>
                    <a:pt x="33121" y="118891"/>
                  </a:lnTo>
                  <a:lnTo>
                    <a:pt x="32654" y="119093"/>
                  </a:lnTo>
                  <a:lnTo>
                    <a:pt x="32387" y="118085"/>
                  </a:lnTo>
                  <a:lnTo>
                    <a:pt x="32520" y="117380"/>
                  </a:lnTo>
                  <a:lnTo>
                    <a:pt x="33455" y="115969"/>
                  </a:lnTo>
                  <a:lnTo>
                    <a:pt x="33656" y="115062"/>
                  </a:lnTo>
                  <a:lnTo>
                    <a:pt x="32988" y="114055"/>
                  </a:lnTo>
                  <a:lnTo>
                    <a:pt x="29048" y="111435"/>
                  </a:lnTo>
                  <a:lnTo>
                    <a:pt x="28247" y="111234"/>
                  </a:lnTo>
                  <a:lnTo>
                    <a:pt x="27312" y="111637"/>
                  </a:lnTo>
                  <a:lnTo>
                    <a:pt x="22570" y="114760"/>
                  </a:lnTo>
                  <a:lnTo>
                    <a:pt x="20500" y="114760"/>
                  </a:lnTo>
                  <a:lnTo>
                    <a:pt x="18764" y="113148"/>
                  </a:lnTo>
                  <a:lnTo>
                    <a:pt x="18430" y="110730"/>
                  </a:lnTo>
                  <a:lnTo>
                    <a:pt x="18631" y="106901"/>
                  </a:lnTo>
                  <a:lnTo>
                    <a:pt x="18297" y="105289"/>
                  </a:lnTo>
                  <a:lnTo>
                    <a:pt x="17696" y="104483"/>
                  </a:lnTo>
                  <a:lnTo>
                    <a:pt x="15959" y="102871"/>
                  </a:lnTo>
                  <a:lnTo>
                    <a:pt x="14691" y="100453"/>
                  </a:lnTo>
                  <a:lnTo>
                    <a:pt x="14023" y="99748"/>
                  </a:lnTo>
                  <a:lnTo>
                    <a:pt x="14023" y="99748"/>
                  </a:lnTo>
                  <a:lnTo>
                    <a:pt x="14023" y="99748"/>
                  </a:lnTo>
                  <a:lnTo>
                    <a:pt x="13756" y="99546"/>
                  </a:lnTo>
                  <a:lnTo>
                    <a:pt x="13555" y="99546"/>
                  </a:lnTo>
                  <a:lnTo>
                    <a:pt x="13222" y="99546"/>
                  </a:lnTo>
                  <a:lnTo>
                    <a:pt x="12020" y="101158"/>
                  </a:lnTo>
                  <a:lnTo>
                    <a:pt x="10884" y="103576"/>
                  </a:lnTo>
                  <a:lnTo>
                    <a:pt x="10283" y="106196"/>
                  </a:lnTo>
                  <a:lnTo>
                    <a:pt x="10417" y="108312"/>
                  </a:lnTo>
                  <a:lnTo>
                    <a:pt x="9148" y="108614"/>
                  </a:lnTo>
                  <a:lnTo>
                    <a:pt x="8213" y="108312"/>
                  </a:lnTo>
                  <a:lnTo>
                    <a:pt x="7412" y="108816"/>
                  </a:lnTo>
                  <a:lnTo>
                    <a:pt x="6744" y="110730"/>
                  </a:lnTo>
                  <a:lnTo>
                    <a:pt x="6744" y="112141"/>
                  </a:lnTo>
                  <a:lnTo>
                    <a:pt x="6744" y="113148"/>
                  </a:lnTo>
                  <a:lnTo>
                    <a:pt x="6744" y="114055"/>
                  </a:lnTo>
                  <a:lnTo>
                    <a:pt x="6277" y="115264"/>
                  </a:lnTo>
                  <a:lnTo>
                    <a:pt x="4273" y="117380"/>
                  </a:lnTo>
                  <a:lnTo>
                    <a:pt x="3138" y="118085"/>
                  </a:lnTo>
                  <a:lnTo>
                    <a:pt x="2804" y="118085"/>
                  </a:lnTo>
                  <a:lnTo>
                    <a:pt x="2671" y="117884"/>
                  </a:lnTo>
                  <a:lnTo>
                    <a:pt x="1535" y="114559"/>
                  </a:lnTo>
                  <a:lnTo>
                    <a:pt x="133" y="111939"/>
                  </a:lnTo>
                  <a:lnTo>
                    <a:pt x="0" y="110730"/>
                  </a:lnTo>
                  <a:lnTo>
                    <a:pt x="0" y="109823"/>
                  </a:lnTo>
                  <a:lnTo>
                    <a:pt x="601" y="108614"/>
                  </a:lnTo>
                  <a:lnTo>
                    <a:pt x="1068" y="107607"/>
                  </a:lnTo>
                  <a:lnTo>
                    <a:pt x="1535" y="106397"/>
                  </a:lnTo>
                  <a:lnTo>
                    <a:pt x="1736" y="104987"/>
                  </a:lnTo>
                  <a:lnTo>
                    <a:pt x="1736" y="103073"/>
                  </a:lnTo>
                  <a:lnTo>
                    <a:pt x="1535" y="101863"/>
                  </a:lnTo>
                  <a:lnTo>
                    <a:pt x="1268" y="100453"/>
                  </a:lnTo>
                  <a:lnTo>
                    <a:pt x="1068" y="99042"/>
                  </a:lnTo>
                  <a:lnTo>
                    <a:pt x="1068" y="97329"/>
                  </a:lnTo>
                  <a:lnTo>
                    <a:pt x="1268" y="92795"/>
                  </a:lnTo>
                  <a:lnTo>
                    <a:pt x="1535" y="90680"/>
                  </a:lnTo>
                  <a:lnTo>
                    <a:pt x="3138" y="85944"/>
                  </a:lnTo>
                  <a:lnTo>
                    <a:pt x="3606" y="83022"/>
                  </a:lnTo>
                  <a:lnTo>
                    <a:pt x="3472" y="80201"/>
                  </a:lnTo>
                  <a:lnTo>
                    <a:pt x="3272" y="78992"/>
                  </a:lnTo>
                  <a:lnTo>
                    <a:pt x="2337" y="74256"/>
                  </a:lnTo>
                  <a:lnTo>
                    <a:pt x="1268" y="71133"/>
                  </a:lnTo>
                  <a:lnTo>
                    <a:pt x="4273" y="69924"/>
                  </a:lnTo>
                  <a:lnTo>
                    <a:pt x="5342" y="69219"/>
                  </a:lnTo>
                  <a:lnTo>
                    <a:pt x="7278" y="66599"/>
                  </a:lnTo>
                  <a:lnTo>
                    <a:pt x="8013" y="65188"/>
                  </a:lnTo>
                  <a:lnTo>
                    <a:pt x="8814" y="63274"/>
                  </a:lnTo>
                  <a:lnTo>
                    <a:pt x="9616" y="59647"/>
                  </a:lnTo>
                  <a:lnTo>
                    <a:pt x="9749" y="58942"/>
                  </a:lnTo>
                  <a:lnTo>
                    <a:pt x="10283" y="58236"/>
                  </a:lnTo>
                  <a:lnTo>
                    <a:pt x="11218" y="57531"/>
                  </a:lnTo>
                  <a:lnTo>
                    <a:pt x="11686" y="57027"/>
                  </a:lnTo>
                  <a:lnTo>
                    <a:pt x="12287" y="55415"/>
                  </a:lnTo>
                  <a:lnTo>
                    <a:pt x="12754" y="52997"/>
                  </a:lnTo>
                  <a:lnTo>
                    <a:pt x="13088" y="50377"/>
                  </a:lnTo>
                  <a:lnTo>
                    <a:pt x="12754" y="47959"/>
                  </a:lnTo>
                  <a:lnTo>
                    <a:pt x="12487" y="46750"/>
                  </a:lnTo>
                  <a:lnTo>
                    <a:pt x="12153" y="45843"/>
                  </a:lnTo>
                  <a:lnTo>
                    <a:pt x="11686" y="45138"/>
                  </a:lnTo>
                  <a:lnTo>
                    <a:pt x="10884" y="44836"/>
                  </a:lnTo>
                  <a:lnTo>
                    <a:pt x="11018" y="40302"/>
                  </a:lnTo>
                  <a:lnTo>
                    <a:pt x="11018" y="39395"/>
                  </a:lnTo>
                  <a:lnTo>
                    <a:pt x="10550" y="38186"/>
                  </a:lnTo>
                  <a:lnTo>
                    <a:pt x="10083" y="36977"/>
                  </a:lnTo>
                  <a:lnTo>
                    <a:pt x="9949" y="36070"/>
                  </a:lnTo>
                  <a:lnTo>
                    <a:pt x="10550" y="35566"/>
                  </a:lnTo>
                  <a:lnTo>
                    <a:pt x="11352" y="35062"/>
                  </a:lnTo>
                  <a:lnTo>
                    <a:pt x="11686" y="34861"/>
                  </a:lnTo>
                  <a:lnTo>
                    <a:pt x="12020" y="35062"/>
                  </a:lnTo>
                  <a:lnTo>
                    <a:pt x="12287" y="36070"/>
                  </a:lnTo>
                  <a:lnTo>
                    <a:pt x="12153" y="36574"/>
                  </a:lnTo>
                  <a:lnTo>
                    <a:pt x="12020" y="36977"/>
                  </a:lnTo>
                  <a:lnTo>
                    <a:pt x="11819" y="37682"/>
                  </a:lnTo>
                  <a:lnTo>
                    <a:pt x="12153" y="38690"/>
                  </a:lnTo>
                  <a:lnTo>
                    <a:pt x="12287" y="39193"/>
                  </a:lnTo>
                  <a:lnTo>
                    <a:pt x="12754" y="39395"/>
                  </a:lnTo>
                  <a:lnTo>
                    <a:pt x="13555" y="39899"/>
                  </a:lnTo>
                  <a:lnTo>
                    <a:pt x="15759" y="39899"/>
                  </a:lnTo>
                  <a:lnTo>
                    <a:pt x="16227" y="39596"/>
                  </a:lnTo>
                  <a:lnTo>
                    <a:pt x="16894" y="38690"/>
                  </a:lnTo>
                  <a:lnTo>
                    <a:pt x="17696" y="36574"/>
                  </a:lnTo>
                  <a:lnTo>
                    <a:pt x="18297" y="35566"/>
                  </a:lnTo>
                  <a:lnTo>
                    <a:pt x="19432" y="35365"/>
                  </a:lnTo>
                  <a:lnTo>
                    <a:pt x="26043" y="37682"/>
                  </a:lnTo>
                  <a:lnTo>
                    <a:pt x="26377" y="38186"/>
                  </a:lnTo>
                  <a:lnTo>
                    <a:pt x="26510" y="38690"/>
                  </a:lnTo>
                  <a:lnTo>
                    <a:pt x="26844" y="39193"/>
                  </a:lnTo>
                  <a:lnTo>
                    <a:pt x="27312" y="39193"/>
                  </a:lnTo>
                  <a:lnTo>
                    <a:pt x="28714" y="38690"/>
                  </a:lnTo>
                  <a:lnTo>
                    <a:pt x="30450" y="36977"/>
                  </a:lnTo>
                  <a:lnTo>
                    <a:pt x="31118" y="36574"/>
                  </a:lnTo>
                  <a:lnTo>
                    <a:pt x="31919" y="36574"/>
                  </a:lnTo>
                  <a:lnTo>
                    <a:pt x="32387" y="36775"/>
                  </a:lnTo>
                  <a:lnTo>
                    <a:pt x="33656" y="37682"/>
                  </a:lnTo>
                  <a:lnTo>
                    <a:pt x="33322" y="38690"/>
                  </a:lnTo>
                  <a:lnTo>
                    <a:pt x="31919" y="40604"/>
                  </a:lnTo>
                  <a:lnTo>
                    <a:pt x="32387" y="41309"/>
                  </a:lnTo>
                  <a:lnTo>
                    <a:pt x="34858" y="42720"/>
                  </a:lnTo>
                  <a:lnTo>
                    <a:pt x="37729" y="46045"/>
                  </a:lnTo>
                  <a:lnTo>
                    <a:pt x="37863" y="46549"/>
                  </a:lnTo>
                  <a:lnTo>
                    <a:pt x="38063" y="47254"/>
                  </a:lnTo>
                  <a:lnTo>
                    <a:pt x="38063" y="47959"/>
                  </a:lnTo>
                  <a:lnTo>
                    <a:pt x="37863" y="48664"/>
                  </a:lnTo>
                  <a:lnTo>
                    <a:pt x="37729" y="48664"/>
                  </a:lnTo>
                  <a:lnTo>
                    <a:pt x="38330" y="50176"/>
                  </a:lnTo>
                  <a:lnTo>
                    <a:pt x="39131" y="50579"/>
                  </a:lnTo>
                  <a:lnTo>
                    <a:pt x="44207" y="49672"/>
                  </a:lnTo>
                  <a:lnTo>
                    <a:pt x="45141" y="48967"/>
                  </a:lnTo>
                  <a:lnTo>
                    <a:pt x="48013" y="44836"/>
                  </a:lnTo>
                  <a:lnTo>
                    <a:pt x="49081" y="44130"/>
                  </a:lnTo>
                  <a:lnTo>
                    <a:pt x="50217" y="44634"/>
                  </a:lnTo>
                  <a:lnTo>
                    <a:pt x="50350" y="47455"/>
                  </a:lnTo>
                  <a:lnTo>
                    <a:pt x="51619" y="47455"/>
                  </a:lnTo>
                  <a:lnTo>
                    <a:pt x="52554" y="46549"/>
                  </a:lnTo>
                  <a:lnTo>
                    <a:pt x="53222" y="45340"/>
                  </a:lnTo>
                  <a:lnTo>
                    <a:pt x="53689" y="43929"/>
                  </a:lnTo>
                  <a:lnTo>
                    <a:pt x="54490" y="42216"/>
                  </a:lnTo>
                  <a:lnTo>
                    <a:pt x="55292" y="41511"/>
                  </a:lnTo>
                  <a:lnTo>
                    <a:pt x="57495" y="41108"/>
                  </a:lnTo>
                  <a:lnTo>
                    <a:pt x="58096" y="40302"/>
                  </a:lnTo>
                  <a:lnTo>
                    <a:pt x="58430" y="39193"/>
                  </a:lnTo>
                  <a:lnTo>
                    <a:pt x="58230" y="38387"/>
                  </a:lnTo>
                  <a:lnTo>
                    <a:pt x="57629" y="37984"/>
                  </a:lnTo>
                  <a:lnTo>
                    <a:pt x="57028" y="37984"/>
                  </a:lnTo>
                  <a:lnTo>
                    <a:pt x="58898" y="33450"/>
                  </a:lnTo>
                  <a:lnTo>
                    <a:pt x="59966" y="32947"/>
                  </a:lnTo>
                  <a:lnTo>
                    <a:pt x="61101" y="32745"/>
                  </a:lnTo>
                  <a:lnTo>
                    <a:pt x="62370" y="33148"/>
                  </a:lnTo>
                  <a:lnTo>
                    <a:pt x="64574" y="32040"/>
                  </a:lnTo>
                  <a:lnTo>
                    <a:pt x="65509" y="31234"/>
                  </a:lnTo>
                  <a:lnTo>
                    <a:pt x="66176" y="29622"/>
                  </a:lnTo>
                  <a:lnTo>
                    <a:pt x="66310" y="28413"/>
                  </a:lnTo>
                  <a:lnTo>
                    <a:pt x="66444" y="25793"/>
                  </a:lnTo>
                  <a:lnTo>
                    <a:pt x="66644" y="24584"/>
                  </a:lnTo>
                  <a:lnTo>
                    <a:pt x="67913" y="22468"/>
                  </a:lnTo>
                  <a:lnTo>
                    <a:pt x="68046" y="22166"/>
                  </a:lnTo>
                  <a:lnTo>
                    <a:pt x="68848" y="21964"/>
                  </a:lnTo>
                  <a:lnTo>
                    <a:pt x="71051" y="22166"/>
                  </a:lnTo>
                  <a:lnTo>
                    <a:pt x="74991" y="21259"/>
                  </a:lnTo>
                  <a:lnTo>
                    <a:pt x="77863" y="21460"/>
                  </a:lnTo>
                  <a:lnTo>
                    <a:pt x="78330" y="21259"/>
                  </a:lnTo>
                  <a:lnTo>
                    <a:pt x="78664" y="19345"/>
                  </a:lnTo>
                  <a:lnTo>
                    <a:pt x="79131" y="18639"/>
                  </a:lnTo>
                  <a:lnTo>
                    <a:pt x="82871" y="16523"/>
                  </a:lnTo>
                  <a:lnTo>
                    <a:pt x="94090" y="14811"/>
                  </a:lnTo>
                  <a:lnTo>
                    <a:pt x="94424" y="14609"/>
                  </a:lnTo>
                  <a:lnTo>
                    <a:pt x="95559" y="11486"/>
                  </a:lnTo>
                  <a:lnTo>
                    <a:pt x="95692" y="10780"/>
                  </a:lnTo>
                  <a:lnTo>
                    <a:pt x="95559" y="9773"/>
                  </a:lnTo>
                  <a:lnTo>
                    <a:pt x="95225" y="6952"/>
                  </a:lnTo>
                  <a:lnTo>
                    <a:pt x="95025" y="6246"/>
                  </a:lnTo>
                  <a:lnTo>
                    <a:pt x="94757" y="5944"/>
                  </a:lnTo>
                  <a:lnTo>
                    <a:pt x="94290" y="5541"/>
                  </a:lnTo>
                  <a:lnTo>
                    <a:pt x="93823" y="5037"/>
                  </a:lnTo>
                  <a:lnTo>
                    <a:pt x="93622" y="4332"/>
                  </a:lnTo>
                  <a:lnTo>
                    <a:pt x="93489" y="3627"/>
                  </a:lnTo>
                  <a:lnTo>
                    <a:pt x="94090" y="2921"/>
                  </a:lnTo>
                  <a:lnTo>
                    <a:pt x="95225" y="1209"/>
                  </a:lnTo>
                  <a:lnTo>
                    <a:pt x="95559" y="705"/>
                  </a:lnTo>
                  <a:lnTo>
                    <a:pt x="96160" y="0"/>
                  </a:lnTo>
                  <a:lnTo>
                    <a:pt x="96293" y="0"/>
                  </a:lnTo>
                  <a:lnTo>
                    <a:pt x="96160" y="503"/>
                  </a:lnTo>
                  <a:lnTo>
                    <a:pt x="96160" y="1712"/>
                  </a:lnTo>
                  <a:lnTo>
                    <a:pt x="96160" y="2619"/>
                  </a:lnTo>
                  <a:lnTo>
                    <a:pt x="95826" y="3324"/>
                  </a:lnTo>
                  <a:lnTo>
                    <a:pt x="95826" y="4030"/>
                  </a:lnTo>
                  <a:lnTo>
                    <a:pt x="96160" y="5239"/>
                  </a:lnTo>
                  <a:lnTo>
                    <a:pt x="96828" y="5743"/>
                  </a:lnTo>
                  <a:lnTo>
                    <a:pt x="97295" y="5541"/>
                  </a:lnTo>
                  <a:lnTo>
                    <a:pt x="98230" y="4332"/>
                  </a:lnTo>
                  <a:lnTo>
                    <a:pt x="99298" y="3828"/>
                  </a:lnTo>
                  <a:lnTo>
                    <a:pt x="102170" y="4030"/>
                  </a:lnTo>
                  <a:lnTo>
                    <a:pt x="102971" y="3828"/>
                  </a:lnTo>
                  <a:lnTo>
                    <a:pt x="104707" y="2216"/>
                  </a:lnTo>
                  <a:lnTo>
                    <a:pt x="105509" y="2418"/>
                  </a:lnTo>
                  <a:lnTo>
                    <a:pt x="105776" y="2921"/>
                  </a:lnTo>
                  <a:lnTo>
                    <a:pt x="106577" y="5037"/>
                  </a:lnTo>
                  <a:lnTo>
                    <a:pt x="106911" y="5944"/>
                  </a:lnTo>
                  <a:lnTo>
                    <a:pt x="107378" y="6448"/>
                  </a:lnTo>
                  <a:lnTo>
                    <a:pt x="108981" y="7858"/>
                  </a:lnTo>
                  <a:lnTo>
                    <a:pt x="109716" y="8362"/>
                  </a:lnTo>
                  <a:lnTo>
                    <a:pt x="110717" y="8161"/>
                  </a:lnTo>
                  <a:lnTo>
                    <a:pt x="111652" y="7657"/>
                  </a:lnTo>
                  <a:lnTo>
                    <a:pt x="112454" y="6952"/>
                  </a:lnTo>
                  <a:lnTo>
                    <a:pt x="112721" y="6246"/>
                  </a:lnTo>
                  <a:lnTo>
                    <a:pt x="114323" y="9068"/>
                  </a:lnTo>
                  <a:lnTo>
                    <a:pt x="115592" y="10277"/>
                  </a:lnTo>
                  <a:lnTo>
                    <a:pt x="117328" y="11687"/>
                  </a:lnTo>
                  <a:lnTo>
                    <a:pt x="117929" y="12392"/>
                  </a:lnTo>
                  <a:lnTo>
                    <a:pt x="118130" y="12896"/>
                  </a:lnTo>
                  <a:lnTo>
                    <a:pt x="118130" y="13400"/>
                  </a:lnTo>
                  <a:lnTo>
                    <a:pt x="117929" y="14105"/>
                  </a:lnTo>
                  <a:lnTo>
                    <a:pt x="118130" y="15012"/>
                  </a:lnTo>
                  <a:lnTo>
                    <a:pt x="118397" y="16221"/>
                  </a:lnTo>
                  <a:lnTo>
                    <a:pt x="119866" y="19848"/>
                  </a:lnTo>
                  <a:lnTo>
                    <a:pt x="120000" y="20251"/>
                  </a:lnTo>
                  <a:lnTo>
                    <a:pt x="120000" y="20755"/>
                  </a:lnTo>
                  <a:lnTo>
                    <a:pt x="119866" y="21763"/>
                  </a:lnTo>
                  <a:lnTo>
                    <a:pt x="119532" y="22670"/>
                  </a:lnTo>
                  <a:lnTo>
                    <a:pt x="118931" y="24584"/>
                  </a:lnTo>
                  <a:lnTo>
                    <a:pt x="118397" y="25994"/>
                  </a:lnTo>
                  <a:lnTo>
                    <a:pt x="117796" y="29823"/>
                  </a:lnTo>
                  <a:lnTo>
                    <a:pt x="117462" y="30528"/>
                  </a:lnTo>
                  <a:lnTo>
                    <a:pt x="117195" y="31536"/>
                  </a:lnTo>
                  <a:lnTo>
                    <a:pt x="116861" y="32040"/>
                  </a:lnTo>
                  <a:lnTo>
                    <a:pt x="116393" y="32745"/>
                  </a:lnTo>
                  <a:lnTo>
                    <a:pt x="115926" y="33148"/>
                  </a:lnTo>
                  <a:lnTo>
                    <a:pt x="113522" y="34156"/>
                  </a:lnTo>
                  <a:lnTo>
                    <a:pt x="113188" y="34357"/>
                  </a:lnTo>
                  <a:lnTo>
                    <a:pt x="112721" y="34861"/>
                  </a:lnTo>
                  <a:lnTo>
                    <a:pt x="112587" y="35365"/>
                  </a:lnTo>
                  <a:lnTo>
                    <a:pt x="112253" y="36574"/>
                  </a:lnTo>
                  <a:lnTo>
                    <a:pt x="112120" y="38690"/>
                  </a:lnTo>
                  <a:lnTo>
                    <a:pt x="111786" y="39899"/>
                  </a:lnTo>
                  <a:lnTo>
                    <a:pt x="111318" y="40806"/>
                  </a:lnTo>
                  <a:lnTo>
                    <a:pt x="110717" y="41511"/>
                  </a:lnTo>
                  <a:lnTo>
                    <a:pt x="109916" y="42216"/>
                  </a:lnTo>
                  <a:lnTo>
                    <a:pt x="108313" y="42921"/>
                  </a:lnTo>
                  <a:lnTo>
                    <a:pt x="107512" y="43224"/>
                  </a:lnTo>
                  <a:lnTo>
                    <a:pt x="106911" y="42921"/>
                  </a:lnTo>
                  <a:lnTo>
                    <a:pt x="105642" y="42216"/>
                  </a:lnTo>
                  <a:lnTo>
                    <a:pt x="105175" y="42216"/>
                  </a:lnTo>
                  <a:lnTo>
                    <a:pt x="104373" y="42518"/>
                  </a:lnTo>
                  <a:lnTo>
                    <a:pt x="102971" y="44634"/>
                  </a:lnTo>
                  <a:lnTo>
                    <a:pt x="97762" y="48664"/>
                  </a:lnTo>
                  <a:lnTo>
                    <a:pt x="96293" y="48967"/>
                  </a:lnTo>
                  <a:lnTo>
                    <a:pt x="95692" y="49370"/>
                  </a:lnTo>
                  <a:lnTo>
                    <a:pt x="94424" y="50881"/>
                  </a:lnTo>
                  <a:lnTo>
                    <a:pt x="94757" y="52997"/>
                  </a:lnTo>
                  <a:lnTo>
                    <a:pt x="94557" y="57531"/>
                  </a:lnTo>
                  <a:lnTo>
                    <a:pt x="94557" y="58942"/>
                  </a:lnTo>
                  <a:lnTo>
                    <a:pt x="94757" y="61057"/>
                  </a:lnTo>
                  <a:lnTo>
                    <a:pt x="95025" y="62267"/>
                  </a:lnTo>
                  <a:lnTo>
                    <a:pt x="95358" y="63274"/>
                  </a:lnTo>
                  <a:lnTo>
                    <a:pt x="95692" y="63979"/>
                  </a:lnTo>
                  <a:lnTo>
                    <a:pt x="96627" y="64685"/>
                  </a:lnTo>
                  <a:lnTo>
                    <a:pt x="97095" y="65188"/>
                  </a:lnTo>
                  <a:lnTo>
                    <a:pt x="97562" y="66599"/>
                  </a:lnTo>
                  <a:lnTo>
                    <a:pt x="97896" y="67808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05" name="Shape 11005"/>
            <p:cNvSpPr/>
            <p:nvPr/>
          </p:nvSpPr>
          <p:spPr>
            <a:xfrm>
              <a:off x="10465767" y="2748786"/>
              <a:ext cx="328675" cy="2553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08" y="83946"/>
                  </a:moveTo>
                  <a:lnTo>
                    <a:pt x="7108" y="83946"/>
                  </a:lnTo>
                  <a:lnTo>
                    <a:pt x="4181" y="81255"/>
                  </a:lnTo>
                  <a:lnTo>
                    <a:pt x="1254" y="76412"/>
                  </a:lnTo>
                  <a:lnTo>
                    <a:pt x="0" y="71569"/>
                  </a:lnTo>
                  <a:lnTo>
                    <a:pt x="0" y="66188"/>
                  </a:lnTo>
                  <a:lnTo>
                    <a:pt x="1254" y="65112"/>
                  </a:lnTo>
                  <a:lnTo>
                    <a:pt x="2090" y="59730"/>
                  </a:lnTo>
                  <a:lnTo>
                    <a:pt x="3344" y="55964"/>
                  </a:lnTo>
                  <a:lnTo>
                    <a:pt x="10871" y="58654"/>
                  </a:lnTo>
                  <a:lnTo>
                    <a:pt x="15052" y="57040"/>
                  </a:lnTo>
                  <a:lnTo>
                    <a:pt x="18815" y="54887"/>
                  </a:lnTo>
                  <a:lnTo>
                    <a:pt x="20905" y="52197"/>
                  </a:lnTo>
                  <a:lnTo>
                    <a:pt x="23832" y="47354"/>
                  </a:lnTo>
                  <a:lnTo>
                    <a:pt x="25087" y="43049"/>
                  </a:lnTo>
                  <a:lnTo>
                    <a:pt x="41811" y="21524"/>
                  </a:lnTo>
                  <a:lnTo>
                    <a:pt x="50592" y="12914"/>
                  </a:lnTo>
                  <a:lnTo>
                    <a:pt x="55609" y="8609"/>
                  </a:lnTo>
                  <a:lnTo>
                    <a:pt x="57700" y="6457"/>
                  </a:lnTo>
                  <a:lnTo>
                    <a:pt x="57700" y="1076"/>
                  </a:lnTo>
                  <a:lnTo>
                    <a:pt x="66480" y="0"/>
                  </a:lnTo>
                  <a:lnTo>
                    <a:pt x="68571" y="2690"/>
                  </a:lnTo>
                  <a:lnTo>
                    <a:pt x="80278" y="18834"/>
                  </a:lnTo>
                  <a:lnTo>
                    <a:pt x="81114" y="20448"/>
                  </a:lnTo>
                  <a:lnTo>
                    <a:pt x="81114" y="18834"/>
                  </a:lnTo>
                  <a:lnTo>
                    <a:pt x="81114" y="16681"/>
                  </a:lnTo>
                  <a:lnTo>
                    <a:pt x="83205" y="12914"/>
                  </a:lnTo>
                  <a:lnTo>
                    <a:pt x="88222" y="8609"/>
                  </a:lnTo>
                  <a:lnTo>
                    <a:pt x="91986" y="12914"/>
                  </a:lnTo>
                  <a:lnTo>
                    <a:pt x="94076" y="16681"/>
                  </a:lnTo>
                  <a:lnTo>
                    <a:pt x="98257" y="20448"/>
                  </a:lnTo>
                  <a:lnTo>
                    <a:pt x="99930" y="24215"/>
                  </a:lnTo>
                  <a:lnTo>
                    <a:pt x="102020" y="31748"/>
                  </a:lnTo>
                  <a:lnTo>
                    <a:pt x="104947" y="32825"/>
                  </a:lnTo>
                  <a:lnTo>
                    <a:pt x="105783" y="35515"/>
                  </a:lnTo>
                  <a:lnTo>
                    <a:pt x="105783" y="37130"/>
                  </a:lnTo>
                  <a:lnTo>
                    <a:pt x="105783" y="38206"/>
                  </a:lnTo>
                  <a:lnTo>
                    <a:pt x="105783" y="51121"/>
                  </a:lnTo>
                  <a:lnTo>
                    <a:pt x="107874" y="67264"/>
                  </a:lnTo>
                  <a:lnTo>
                    <a:pt x="110801" y="75336"/>
                  </a:lnTo>
                  <a:lnTo>
                    <a:pt x="120000" y="90403"/>
                  </a:lnTo>
                  <a:lnTo>
                    <a:pt x="99094" y="91479"/>
                  </a:lnTo>
                  <a:lnTo>
                    <a:pt x="85296" y="95784"/>
                  </a:lnTo>
                  <a:lnTo>
                    <a:pt x="81114" y="97937"/>
                  </a:lnTo>
                  <a:lnTo>
                    <a:pt x="79442" y="101704"/>
                  </a:lnTo>
                  <a:lnTo>
                    <a:pt x="79442" y="104394"/>
                  </a:lnTo>
                  <a:lnTo>
                    <a:pt x="78188" y="107085"/>
                  </a:lnTo>
                  <a:lnTo>
                    <a:pt x="77351" y="109775"/>
                  </a:lnTo>
                  <a:lnTo>
                    <a:pt x="74425" y="113542"/>
                  </a:lnTo>
                  <a:lnTo>
                    <a:pt x="68571" y="114618"/>
                  </a:lnTo>
                  <a:lnTo>
                    <a:pt x="65644" y="114618"/>
                  </a:lnTo>
                  <a:lnTo>
                    <a:pt x="59372" y="113542"/>
                  </a:lnTo>
                  <a:lnTo>
                    <a:pt x="54773" y="110852"/>
                  </a:lnTo>
                  <a:lnTo>
                    <a:pt x="47665" y="113542"/>
                  </a:lnTo>
                  <a:lnTo>
                    <a:pt x="39721" y="117309"/>
                  </a:lnTo>
                  <a:lnTo>
                    <a:pt x="21742" y="119999"/>
                  </a:lnTo>
                  <a:lnTo>
                    <a:pt x="17979" y="118385"/>
                  </a:lnTo>
                  <a:lnTo>
                    <a:pt x="15888" y="114618"/>
                  </a:lnTo>
                  <a:lnTo>
                    <a:pt x="14216" y="111928"/>
                  </a:lnTo>
                  <a:lnTo>
                    <a:pt x="10034" y="107085"/>
                  </a:lnTo>
                  <a:lnTo>
                    <a:pt x="10034" y="90403"/>
                  </a:lnTo>
                  <a:lnTo>
                    <a:pt x="9198" y="86636"/>
                  </a:lnTo>
                  <a:lnTo>
                    <a:pt x="7108" y="83946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grpSp>
        <p:nvGrpSpPr>
          <p:cNvPr id="11006" name="Shape 11006"/>
          <p:cNvGrpSpPr/>
          <p:nvPr/>
        </p:nvGrpSpPr>
        <p:grpSpPr>
          <a:xfrm>
            <a:off x="829379" y="2546305"/>
            <a:ext cx="1707335" cy="65667"/>
            <a:chOff x="-1033671" y="1470991"/>
            <a:chExt cx="3101007" cy="119270"/>
          </a:xfrm>
          <a:solidFill>
            <a:srgbClr val="FF0000"/>
          </a:solidFill>
        </p:grpSpPr>
        <p:sp>
          <p:nvSpPr>
            <p:cNvPr id="11007" name="Shape 11007"/>
            <p:cNvSpPr/>
            <p:nvPr/>
          </p:nvSpPr>
          <p:spPr>
            <a:xfrm>
              <a:off x="-103367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008" name="Shape 11008"/>
            <p:cNvSpPr/>
            <p:nvPr/>
          </p:nvSpPr>
          <p:spPr>
            <a:xfrm>
              <a:off x="-384315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009" name="Shape 11009"/>
            <p:cNvSpPr/>
            <p:nvPr/>
          </p:nvSpPr>
          <p:spPr>
            <a:xfrm>
              <a:off x="26504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010" name="Shape 11010"/>
            <p:cNvSpPr/>
            <p:nvPr/>
          </p:nvSpPr>
          <p:spPr>
            <a:xfrm rot="10800000" flipH="1">
              <a:off x="914397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011" name="Shape 11011"/>
            <p:cNvSpPr/>
            <p:nvPr/>
          </p:nvSpPr>
          <p:spPr>
            <a:xfrm rot="10800000" flipH="1">
              <a:off x="1563753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B739BB0-E326-48AF-AE16-1ACC2B3B9290}"/>
              </a:ext>
            </a:extLst>
          </p:cNvPr>
          <p:cNvSpPr/>
          <p:nvPr/>
        </p:nvSpPr>
        <p:spPr>
          <a:xfrm>
            <a:off x="798071" y="4142697"/>
            <a:ext cx="34454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5E3B16-A86B-4BF5-A1CE-0AB9D84EA016}"/>
              </a:ext>
            </a:extLst>
          </p:cNvPr>
          <p:cNvSpPr txBox="1"/>
          <p:nvPr/>
        </p:nvSpPr>
        <p:spPr>
          <a:xfrm>
            <a:off x="817771" y="3614403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2A1754-2077-4F03-AA4A-780241FD50B3}"/>
              </a:ext>
            </a:extLst>
          </p:cNvPr>
          <p:cNvSpPr/>
          <p:nvPr/>
        </p:nvSpPr>
        <p:spPr>
          <a:xfrm>
            <a:off x="814047" y="3162357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85CBA5-DD8C-49A3-A309-42CA52AD9495}"/>
              </a:ext>
            </a:extLst>
          </p:cNvPr>
          <p:cNvSpPr/>
          <p:nvPr/>
        </p:nvSpPr>
        <p:spPr>
          <a:xfrm>
            <a:off x="4361352" y="4128536"/>
            <a:ext cx="34454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ABE42B-81AC-4830-94F3-9DB1708A6103}"/>
              </a:ext>
            </a:extLst>
          </p:cNvPr>
          <p:cNvSpPr txBox="1"/>
          <p:nvPr/>
        </p:nvSpPr>
        <p:spPr>
          <a:xfrm>
            <a:off x="4381052" y="3600242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A7F1D2-3417-4EE6-B448-665CAEE76CB1}"/>
              </a:ext>
            </a:extLst>
          </p:cNvPr>
          <p:cNvSpPr/>
          <p:nvPr/>
        </p:nvSpPr>
        <p:spPr>
          <a:xfrm>
            <a:off x="4381052" y="3162357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22A6F1-C26F-48F0-BE1F-40649F7EC38C}"/>
              </a:ext>
            </a:extLst>
          </p:cNvPr>
          <p:cNvSpPr txBox="1"/>
          <p:nvPr/>
        </p:nvSpPr>
        <p:spPr>
          <a:xfrm>
            <a:off x="689808" y="1395114"/>
            <a:ext cx="5277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HOW TO RUN A SUCCESSFUL UNITED AUSTRALIA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417320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7" name="Shape 11027"/>
          <p:cNvSpPr/>
          <p:nvPr/>
        </p:nvSpPr>
        <p:spPr>
          <a:xfrm>
            <a:off x="3761415" y="5548984"/>
            <a:ext cx="1595143" cy="21076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1958" y="0"/>
                </a:moveTo>
                <a:lnTo>
                  <a:pt x="101958" y="0"/>
                </a:lnTo>
                <a:lnTo>
                  <a:pt x="102268" y="0"/>
                </a:lnTo>
                <a:lnTo>
                  <a:pt x="102474" y="0"/>
                </a:lnTo>
                <a:lnTo>
                  <a:pt x="102474" y="390"/>
                </a:lnTo>
                <a:lnTo>
                  <a:pt x="102268" y="546"/>
                </a:lnTo>
                <a:lnTo>
                  <a:pt x="102268" y="702"/>
                </a:lnTo>
                <a:lnTo>
                  <a:pt x="102268" y="1092"/>
                </a:lnTo>
                <a:lnTo>
                  <a:pt x="101958" y="1092"/>
                </a:lnTo>
                <a:lnTo>
                  <a:pt x="101443" y="1092"/>
                </a:lnTo>
                <a:lnTo>
                  <a:pt x="100721" y="702"/>
                </a:lnTo>
                <a:lnTo>
                  <a:pt x="100721" y="702"/>
                </a:lnTo>
                <a:lnTo>
                  <a:pt x="101030" y="546"/>
                </a:lnTo>
                <a:lnTo>
                  <a:pt x="101237" y="390"/>
                </a:lnTo>
                <a:lnTo>
                  <a:pt x="101443" y="156"/>
                </a:lnTo>
                <a:lnTo>
                  <a:pt x="101443" y="0"/>
                </a:lnTo>
                <a:lnTo>
                  <a:pt x="101752" y="0"/>
                </a:lnTo>
                <a:lnTo>
                  <a:pt x="101958" y="0"/>
                </a:lnTo>
                <a:close/>
                <a:moveTo>
                  <a:pt x="34226" y="12171"/>
                </a:moveTo>
                <a:lnTo>
                  <a:pt x="34226" y="12171"/>
                </a:lnTo>
                <a:lnTo>
                  <a:pt x="34639" y="12171"/>
                </a:lnTo>
                <a:lnTo>
                  <a:pt x="34948" y="12327"/>
                </a:lnTo>
                <a:lnTo>
                  <a:pt x="35154" y="12327"/>
                </a:lnTo>
                <a:lnTo>
                  <a:pt x="34432" y="12873"/>
                </a:lnTo>
                <a:lnTo>
                  <a:pt x="34226" y="13107"/>
                </a:lnTo>
                <a:lnTo>
                  <a:pt x="33711" y="13107"/>
                </a:lnTo>
                <a:lnTo>
                  <a:pt x="33711" y="12717"/>
                </a:lnTo>
                <a:lnTo>
                  <a:pt x="33711" y="12561"/>
                </a:lnTo>
                <a:lnTo>
                  <a:pt x="34226" y="12171"/>
                </a:lnTo>
                <a:close/>
                <a:moveTo>
                  <a:pt x="81958" y="10689"/>
                </a:moveTo>
                <a:lnTo>
                  <a:pt x="81958" y="10689"/>
                </a:lnTo>
                <a:lnTo>
                  <a:pt x="82268" y="10845"/>
                </a:lnTo>
                <a:lnTo>
                  <a:pt x="82474" y="11079"/>
                </a:lnTo>
                <a:lnTo>
                  <a:pt x="82474" y="11235"/>
                </a:lnTo>
                <a:lnTo>
                  <a:pt x="81958" y="11235"/>
                </a:lnTo>
                <a:lnTo>
                  <a:pt x="81237" y="11235"/>
                </a:lnTo>
                <a:lnTo>
                  <a:pt x="81030" y="10845"/>
                </a:lnTo>
                <a:lnTo>
                  <a:pt x="80721" y="10533"/>
                </a:lnTo>
                <a:lnTo>
                  <a:pt x="81030" y="10299"/>
                </a:lnTo>
                <a:lnTo>
                  <a:pt x="81443" y="10533"/>
                </a:lnTo>
                <a:lnTo>
                  <a:pt x="81958" y="10689"/>
                </a:lnTo>
                <a:close/>
                <a:moveTo>
                  <a:pt x="74639" y="13107"/>
                </a:moveTo>
                <a:lnTo>
                  <a:pt x="74639" y="13107"/>
                </a:lnTo>
                <a:lnTo>
                  <a:pt x="74432" y="12717"/>
                </a:lnTo>
                <a:lnTo>
                  <a:pt x="74948" y="12561"/>
                </a:lnTo>
                <a:lnTo>
                  <a:pt x="75154" y="12873"/>
                </a:lnTo>
                <a:lnTo>
                  <a:pt x="74639" y="13107"/>
                </a:lnTo>
                <a:close/>
                <a:moveTo>
                  <a:pt x="40515" y="106501"/>
                </a:moveTo>
                <a:lnTo>
                  <a:pt x="40515" y="106501"/>
                </a:lnTo>
                <a:lnTo>
                  <a:pt x="41030" y="106501"/>
                </a:lnTo>
                <a:lnTo>
                  <a:pt x="41237" y="106657"/>
                </a:lnTo>
                <a:lnTo>
                  <a:pt x="41237" y="106892"/>
                </a:lnTo>
                <a:lnTo>
                  <a:pt x="41237" y="107048"/>
                </a:lnTo>
                <a:lnTo>
                  <a:pt x="40721" y="107048"/>
                </a:lnTo>
                <a:lnTo>
                  <a:pt x="40515" y="107048"/>
                </a:lnTo>
                <a:lnTo>
                  <a:pt x="40309" y="106892"/>
                </a:lnTo>
                <a:lnTo>
                  <a:pt x="40309" y="106657"/>
                </a:lnTo>
                <a:lnTo>
                  <a:pt x="40515" y="106501"/>
                </a:lnTo>
                <a:lnTo>
                  <a:pt x="40515" y="106501"/>
                </a:lnTo>
                <a:close/>
                <a:moveTo>
                  <a:pt x="1752" y="41508"/>
                </a:moveTo>
                <a:lnTo>
                  <a:pt x="1752" y="41508"/>
                </a:lnTo>
                <a:lnTo>
                  <a:pt x="1958" y="41742"/>
                </a:lnTo>
                <a:lnTo>
                  <a:pt x="1443" y="41898"/>
                </a:lnTo>
                <a:lnTo>
                  <a:pt x="721" y="41508"/>
                </a:lnTo>
                <a:lnTo>
                  <a:pt x="309" y="41118"/>
                </a:lnTo>
                <a:lnTo>
                  <a:pt x="0" y="40806"/>
                </a:lnTo>
                <a:lnTo>
                  <a:pt x="309" y="40572"/>
                </a:lnTo>
                <a:lnTo>
                  <a:pt x="721" y="40416"/>
                </a:lnTo>
                <a:lnTo>
                  <a:pt x="1237" y="40572"/>
                </a:lnTo>
                <a:lnTo>
                  <a:pt x="1443" y="41118"/>
                </a:lnTo>
                <a:lnTo>
                  <a:pt x="1752" y="41508"/>
                </a:lnTo>
                <a:close/>
                <a:moveTo>
                  <a:pt x="34432" y="119219"/>
                </a:moveTo>
                <a:lnTo>
                  <a:pt x="34432" y="119219"/>
                </a:lnTo>
                <a:lnTo>
                  <a:pt x="34432" y="119609"/>
                </a:lnTo>
                <a:lnTo>
                  <a:pt x="34432" y="119765"/>
                </a:lnTo>
                <a:lnTo>
                  <a:pt x="34226" y="120000"/>
                </a:lnTo>
                <a:lnTo>
                  <a:pt x="33917" y="120000"/>
                </a:lnTo>
                <a:lnTo>
                  <a:pt x="33711" y="119765"/>
                </a:lnTo>
                <a:lnTo>
                  <a:pt x="33402" y="120000"/>
                </a:lnTo>
                <a:lnTo>
                  <a:pt x="31958" y="119609"/>
                </a:lnTo>
                <a:lnTo>
                  <a:pt x="31237" y="119609"/>
                </a:lnTo>
                <a:lnTo>
                  <a:pt x="31030" y="119453"/>
                </a:lnTo>
                <a:lnTo>
                  <a:pt x="31237" y="119219"/>
                </a:lnTo>
                <a:lnTo>
                  <a:pt x="31958" y="119219"/>
                </a:lnTo>
                <a:lnTo>
                  <a:pt x="32474" y="119219"/>
                </a:lnTo>
                <a:lnTo>
                  <a:pt x="33917" y="119063"/>
                </a:lnTo>
                <a:lnTo>
                  <a:pt x="34432" y="119219"/>
                </a:lnTo>
                <a:lnTo>
                  <a:pt x="34432" y="119219"/>
                </a:lnTo>
                <a:lnTo>
                  <a:pt x="34432" y="119219"/>
                </a:lnTo>
                <a:lnTo>
                  <a:pt x="34432" y="119219"/>
                </a:lnTo>
                <a:close/>
                <a:moveTo>
                  <a:pt x="90515" y="10299"/>
                </a:moveTo>
                <a:lnTo>
                  <a:pt x="90515" y="10299"/>
                </a:lnTo>
                <a:lnTo>
                  <a:pt x="89278" y="9752"/>
                </a:lnTo>
                <a:lnTo>
                  <a:pt x="90000" y="9206"/>
                </a:lnTo>
                <a:lnTo>
                  <a:pt x="91030" y="9050"/>
                </a:lnTo>
                <a:lnTo>
                  <a:pt x="91752" y="9050"/>
                </a:lnTo>
                <a:lnTo>
                  <a:pt x="91958" y="9440"/>
                </a:lnTo>
                <a:lnTo>
                  <a:pt x="91958" y="9596"/>
                </a:lnTo>
                <a:lnTo>
                  <a:pt x="91958" y="9752"/>
                </a:lnTo>
                <a:lnTo>
                  <a:pt x="91752" y="10143"/>
                </a:lnTo>
                <a:lnTo>
                  <a:pt x="91752" y="10533"/>
                </a:lnTo>
                <a:lnTo>
                  <a:pt x="90515" y="10299"/>
                </a:lnTo>
                <a:close/>
                <a:moveTo>
                  <a:pt x="7319" y="79739"/>
                </a:moveTo>
                <a:lnTo>
                  <a:pt x="7319" y="79739"/>
                </a:lnTo>
                <a:lnTo>
                  <a:pt x="7628" y="80442"/>
                </a:lnTo>
                <a:lnTo>
                  <a:pt x="7113" y="81612"/>
                </a:lnTo>
                <a:lnTo>
                  <a:pt x="5876" y="81612"/>
                </a:lnTo>
                <a:lnTo>
                  <a:pt x="4432" y="81066"/>
                </a:lnTo>
                <a:lnTo>
                  <a:pt x="3402" y="80286"/>
                </a:lnTo>
                <a:lnTo>
                  <a:pt x="3402" y="80130"/>
                </a:lnTo>
                <a:lnTo>
                  <a:pt x="2989" y="79583"/>
                </a:lnTo>
                <a:lnTo>
                  <a:pt x="2680" y="78959"/>
                </a:lnTo>
                <a:lnTo>
                  <a:pt x="3195" y="78803"/>
                </a:lnTo>
                <a:lnTo>
                  <a:pt x="3402" y="78803"/>
                </a:lnTo>
                <a:lnTo>
                  <a:pt x="3402" y="78647"/>
                </a:lnTo>
                <a:lnTo>
                  <a:pt x="3711" y="78413"/>
                </a:lnTo>
                <a:lnTo>
                  <a:pt x="3917" y="78647"/>
                </a:lnTo>
                <a:lnTo>
                  <a:pt x="4432" y="78803"/>
                </a:lnTo>
                <a:lnTo>
                  <a:pt x="4432" y="78803"/>
                </a:lnTo>
                <a:lnTo>
                  <a:pt x="4948" y="78803"/>
                </a:lnTo>
                <a:lnTo>
                  <a:pt x="5154" y="78959"/>
                </a:lnTo>
                <a:lnTo>
                  <a:pt x="5154" y="78959"/>
                </a:lnTo>
                <a:lnTo>
                  <a:pt x="5360" y="78647"/>
                </a:lnTo>
                <a:lnTo>
                  <a:pt x="6907" y="79349"/>
                </a:lnTo>
                <a:lnTo>
                  <a:pt x="7319" y="79739"/>
                </a:lnTo>
                <a:close/>
                <a:moveTo>
                  <a:pt x="96082" y="13498"/>
                </a:moveTo>
                <a:lnTo>
                  <a:pt x="96082" y="13498"/>
                </a:lnTo>
                <a:lnTo>
                  <a:pt x="96082" y="14044"/>
                </a:lnTo>
                <a:lnTo>
                  <a:pt x="96597" y="14044"/>
                </a:lnTo>
                <a:lnTo>
                  <a:pt x="97113" y="14356"/>
                </a:lnTo>
                <a:lnTo>
                  <a:pt x="97628" y="14746"/>
                </a:lnTo>
                <a:lnTo>
                  <a:pt x="97835" y="15136"/>
                </a:lnTo>
                <a:lnTo>
                  <a:pt x="97628" y="15292"/>
                </a:lnTo>
                <a:lnTo>
                  <a:pt x="97113" y="15682"/>
                </a:lnTo>
                <a:lnTo>
                  <a:pt x="96391" y="15136"/>
                </a:lnTo>
                <a:lnTo>
                  <a:pt x="95670" y="14746"/>
                </a:lnTo>
                <a:lnTo>
                  <a:pt x="95360" y="14200"/>
                </a:lnTo>
                <a:lnTo>
                  <a:pt x="95876" y="13498"/>
                </a:lnTo>
                <a:lnTo>
                  <a:pt x="96082" y="13498"/>
                </a:lnTo>
                <a:close/>
                <a:moveTo>
                  <a:pt x="95360" y="10689"/>
                </a:moveTo>
                <a:lnTo>
                  <a:pt x="95360" y="10689"/>
                </a:lnTo>
                <a:lnTo>
                  <a:pt x="95360" y="11235"/>
                </a:lnTo>
                <a:lnTo>
                  <a:pt x="95670" y="11469"/>
                </a:lnTo>
                <a:lnTo>
                  <a:pt x="95876" y="11625"/>
                </a:lnTo>
                <a:lnTo>
                  <a:pt x="96082" y="11625"/>
                </a:lnTo>
                <a:lnTo>
                  <a:pt x="96082" y="11781"/>
                </a:lnTo>
                <a:lnTo>
                  <a:pt x="95154" y="12015"/>
                </a:lnTo>
                <a:lnTo>
                  <a:pt x="95360" y="12327"/>
                </a:lnTo>
                <a:lnTo>
                  <a:pt x="95670" y="12561"/>
                </a:lnTo>
                <a:lnTo>
                  <a:pt x="95876" y="12561"/>
                </a:lnTo>
                <a:lnTo>
                  <a:pt x="95876" y="12717"/>
                </a:lnTo>
                <a:lnTo>
                  <a:pt x="95360" y="12873"/>
                </a:lnTo>
                <a:lnTo>
                  <a:pt x="94639" y="12717"/>
                </a:lnTo>
                <a:lnTo>
                  <a:pt x="94226" y="12561"/>
                </a:lnTo>
                <a:lnTo>
                  <a:pt x="93711" y="12327"/>
                </a:lnTo>
                <a:lnTo>
                  <a:pt x="93402" y="12171"/>
                </a:lnTo>
                <a:lnTo>
                  <a:pt x="93402" y="11625"/>
                </a:lnTo>
                <a:lnTo>
                  <a:pt x="93402" y="11079"/>
                </a:lnTo>
                <a:lnTo>
                  <a:pt x="93917" y="10689"/>
                </a:lnTo>
                <a:lnTo>
                  <a:pt x="95154" y="10689"/>
                </a:lnTo>
                <a:lnTo>
                  <a:pt x="95360" y="10689"/>
                </a:lnTo>
                <a:close/>
                <a:moveTo>
                  <a:pt x="117628" y="17321"/>
                </a:moveTo>
                <a:lnTo>
                  <a:pt x="117628" y="17321"/>
                </a:lnTo>
                <a:lnTo>
                  <a:pt x="118041" y="16775"/>
                </a:lnTo>
                <a:lnTo>
                  <a:pt x="119278" y="15838"/>
                </a:lnTo>
                <a:lnTo>
                  <a:pt x="119587" y="15838"/>
                </a:lnTo>
                <a:lnTo>
                  <a:pt x="119793" y="15682"/>
                </a:lnTo>
                <a:lnTo>
                  <a:pt x="120000" y="15526"/>
                </a:lnTo>
                <a:lnTo>
                  <a:pt x="120000" y="15292"/>
                </a:lnTo>
                <a:lnTo>
                  <a:pt x="118762" y="15292"/>
                </a:lnTo>
                <a:lnTo>
                  <a:pt x="116597" y="14980"/>
                </a:lnTo>
                <a:lnTo>
                  <a:pt x="115670" y="14980"/>
                </a:lnTo>
                <a:lnTo>
                  <a:pt x="115154" y="15292"/>
                </a:lnTo>
                <a:lnTo>
                  <a:pt x="114226" y="16384"/>
                </a:lnTo>
                <a:lnTo>
                  <a:pt x="112989" y="17165"/>
                </a:lnTo>
                <a:lnTo>
                  <a:pt x="112474" y="17321"/>
                </a:lnTo>
                <a:lnTo>
                  <a:pt x="111958" y="17867"/>
                </a:lnTo>
                <a:lnTo>
                  <a:pt x="109587" y="19037"/>
                </a:lnTo>
                <a:lnTo>
                  <a:pt x="108556" y="19193"/>
                </a:lnTo>
                <a:lnTo>
                  <a:pt x="107835" y="19349"/>
                </a:lnTo>
                <a:lnTo>
                  <a:pt x="107319" y="19349"/>
                </a:lnTo>
                <a:lnTo>
                  <a:pt x="106907" y="19193"/>
                </a:lnTo>
                <a:lnTo>
                  <a:pt x="106597" y="18803"/>
                </a:lnTo>
                <a:lnTo>
                  <a:pt x="106597" y="17867"/>
                </a:lnTo>
                <a:lnTo>
                  <a:pt x="106391" y="17711"/>
                </a:lnTo>
                <a:lnTo>
                  <a:pt x="106391" y="17711"/>
                </a:lnTo>
                <a:lnTo>
                  <a:pt x="106391" y="17711"/>
                </a:lnTo>
                <a:lnTo>
                  <a:pt x="106391" y="18101"/>
                </a:lnTo>
                <a:lnTo>
                  <a:pt x="106391" y="18101"/>
                </a:lnTo>
                <a:lnTo>
                  <a:pt x="106391" y="18257"/>
                </a:lnTo>
                <a:lnTo>
                  <a:pt x="106597" y="18413"/>
                </a:lnTo>
                <a:lnTo>
                  <a:pt x="105670" y="20442"/>
                </a:lnTo>
                <a:lnTo>
                  <a:pt x="104948" y="21378"/>
                </a:lnTo>
                <a:lnTo>
                  <a:pt x="103195" y="22314"/>
                </a:lnTo>
                <a:lnTo>
                  <a:pt x="102680" y="22548"/>
                </a:lnTo>
                <a:lnTo>
                  <a:pt x="102268" y="22860"/>
                </a:lnTo>
                <a:lnTo>
                  <a:pt x="101443" y="22860"/>
                </a:lnTo>
                <a:lnTo>
                  <a:pt x="101237" y="22704"/>
                </a:lnTo>
                <a:lnTo>
                  <a:pt x="101030" y="22314"/>
                </a:lnTo>
                <a:lnTo>
                  <a:pt x="100721" y="22314"/>
                </a:lnTo>
                <a:lnTo>
                  <a:pt x="100515" y="22314"/>
                </a:lnTo>
                <a:lnTo>
                  <a:pt x="99278" y="22548"/>
                </a:lnTo>
                <a:lnTo>
                  <a:pt x="98556" y="22314"/>
                </a:lnTo>
                <a:lnTo>
                  <a:pt x="98041" y="22314"/>
                </a:lnTo>
                <a:lnTo>
                  <a:pt x="97835" y="22314"/>
                </a:lnTo>
                <a:lnTo>
                  <a:pt x="97113" y="21768"/>
                </a:lnTo>
                <a:lnTo>
                  <a:pt x="96597" y="21768"/>
                </a:lnTo>
                <a:lnTo>
                  <a:pt x="95876" y="21768"/>
                </a:lnTo>
                <a:lnTo>
                  <a:pt x="95360" y="21768"/>
                </a:lnTo>
                <a:lnTo>
                  <a:pt x="95154" y="21924"/>
                </a:lnTo>
                <a:lnTo>
                  <a:pt x="94639" y="22314"/>
                </a:lnTo>
                <a:lnTo>
                  <a:pt x="92268" y="23250"/>
                </a:lnTo>
                <a:lnTo>
                  <a:pt x="91752" y="23250"/>
                </a:lnTo>
                <a:lnTo>
                  <a:pt x="90515" y="23407"/>
                </a:lnTo>
                <a:lnTo>
                  <a:pt x="90309" y="23641"/>
                </a:lnTo>
                <a:lnTo>
                  <a:pt x="89072" y="24889"/>
                </a:lnTo>
                <a:lnTo>
                  <a:pt x="88350" y="25825"/>
                </a:lnTo>
                <a:lnTo>
                  <a:pt x="87319" y="26605"/>
                </a:lnTo>
                <a:lnTo>
                  <a:pt x="83402" y="28244"/>
                </a:lnTo>
                <a:lnTo>
                  <a:pt x="81958" y="28790"/>
                </a:lnTo>
                <a:lnTo>
                  <a:pt x="80721" y="28400"/>
                </a:lnTo>
                <a:lnTo>
                  <a:pt x="79278" y="29336"/>
                </a:lnTo>
                <a:lnTo>
                  <a:pt x="77628" y="30117"/>
                </a:lnTo>
                <a:lnTo>
                  <a:pt x="75670" y="30273"/>
                </a:lnTo>
                <a:lnTo>
                  <a:pt x="71443" y="30429"/>
                </a:lnTo>
                <a:lnTo>
                  <a:pt x="70515" y="30819"/>
                </a:lnTo>
                <a:lnTo>
                  <a:pt x="70000" y="30819"/>
                </a:lnTo>
                <a:lnTo>
                  <a:pt x="69278" y="30975"/>
                </a:lnTo>
                <a:lnTo>
                  <a:pt x="68556" y="30819"/>
                </a:lnTo>
                <a:lnTo>
                  <a:pt x="66907" y="30429"/>
                </a:lnTo>
                <a:lnTo>
                  <a:pt x="66597" y="30819"/>
                </a:lnTo>
                <a:lnTo>
                  <a:pt x="64432" y="31365"/>
                </a:lnTo>
                <a:lnTo>
                  <a:pt x="63917" y="31755"/>
                </a:lnTo>
                <a:lnTo>
                  <a:pt x="63402" y="32145"/>
                </a:lnTo>
                <a:lnTo>
                  <a:pt x="63195" y="32457"/>
                </a:lnTo>
                <a:lnTo>
                  <a:pt x="61752" y="32847"/>
                </a:lnTo>
                <a:lnTo>
                  <a:pt x="60515" y="33550"/>
                </a:lnTo>
                <a:lnTo>
                  <a:pt x="59793" y="33940"/>
                </a:lnTo>
                <a:lnTo>
                  <a:pt x="57628" y="33940"/>
                </a:lnTo>
                <a:lnTo>
                  <a:pt x="56907" y="33940"/>
                </a:lnTo>
                <a:lnTo>
                  <a:pt x="56907" y="33940"/>
                </a:lnTo>
                <a:lnTo>
                  <a:pt x="56907" y="33940"/>
                </a:lnTo>
                <a:lnTo>
                  <a:pt x="56907" y="33784"/>
                </a:lnTo>
                <a:lnTo>
                  <a:pt x="56391" y="33550"/>
                </a:lnTo>
                <a:lnTo>
                  <a:pt x="54948" y="33550"/>
                </a:lnTo>
                <a:lnTo>
                  <a:pt x="53711" y="33237"/>
                </a:lnTo>
                <a:lnTo>
                  <a:pt x="52474" y="32691"/>
                </a:lnTo>
                <a:lnTo>
                  <a:pt x="51237" y="32457"/>
                </a:lnTo>
                <a:lnTo>
                  <a:pt x="51030" y="32301"/>
                </a:lnTo>
                <a:lnTo>
                  <a:pt x="50721" y="31911"/>
                </a:lnTo>
                <a:lnTo>
                  <a:pt x="50515" y="31521"/>
                </a:lnTo>
                <a:lnTo>
                  <a:pt x="50515" y="30975"/>
                </a:lnTo>
                <a:lnTo>
                  <a:pt x="49587" y="30663"/>
                </a:lnTo>
                <a:lnTo>
                  <a:pt x="45360" y="31365"/>
                </a:lnTo>
                <a:lnTo>
                  <a:pt x="44639" y="30429"/>
                </a:lnTo>
                <a:lnTo>
                  <a:pt x="44639" y="30273"/>
                </a:lnTo>
                <a:lnTo>
                  <a:pt x="44432" y="29180"/>
                </a:lnTo>
                <a:lnTo>
                  <a:pt x="44226" y="28946"/>
                </a:lnTo>
                <a:lnTo>
                  <a:pt x="42680" y="28400"/>
                </a:lnTo>
                <a:lnTo>
                  <a:pt x="42474" y="28400"/>
                </a:lnTo>
                <a:lnTo>
                  <a:pt x="42474" y="28010"/>
                </a:lnTo>
                <a:lnTo>
                  <a:pt x="42474" y="27854"/>
                </a:lnTo>
                <a:lnTo>
                  <a:pt x="42268" y="27854"/>
                </a:lnTo>
                <a:lnTo>
                  <a:pt x="41958" y="27854"/>
                </a:lnTo>
                <a:lnTo>
                  <a:pt x="41443" y="28244"/>
                </a:lnTo>
                <a:lnTo>
                  <a:pt x="41030" y="28400"/>
                </a:lnTo>
                <a:lnTo>
                  <a:pt x="40515" y="28634"/>
                </a:lnTo>
                <a:lnTo>
                  <a:pt x="40309" y="28790"/>
                </a:lnTo>
                <a:lnTo>
                  <a:pt x="39587" y="28634"/>
                </a:lnTo>
                <a:lnTo>
                  <a:pt x="39587" y="29336"/>
                </a:lnTo>
                <a:lnTo>
                  <a:pt x="38762" y="29726"/>
                </a:lnTo>
                <a:lnTo>
                  <a:pt x="37835" y="29882"/>
                </a:lnTo>
                <a:lnTo>
                  <a:pt x="37113" y="29882"/>
                </a:lnTo>
                <a:lnTo>
                  <a:pt x="35876" y="29726"/>
                </a:lnTo>
                <a:lnTo>
                  <a:pt x="35360" y="29726"/>
                </a:lnTo>
                <a:lnTo>
                  <a:pt x="35154" y="29726"/>
                </a:lnTo>
                <a:lnTo>
                  <a:pt x="34639" y="30117"/>
                </a:lnTo>
                <a:lnTo>
                  <a:pt x="34639" y="30273"/>
                </a:lnTo>
                <a:lnTo>
                  <a:pt x="34948" y="30663"/>
                </a:lnTo>
                <a:lnTo>
                  <a:pt x="33917" y="31521"/>
                </a:lnTo>
                <a:lnTo>
                  <a:pt x="33917" y="31911"/>
                </a:lnTo>
                <a:lnTo>
                  <a:pt x="34432" y="32145"/>
                </a:lnTo>
                <a:lnTo>
                  <a:pt x="34432" y="32457"/>
                </a:lnTo>
                <a:lnTo>
                  <a:pt x="34639" y="32847"/>
                </a:lnTo>
                <a:lnTo>
                  <a:pt x="34639" y="33003"/>
                </a:lnTo>
                <a:lnTo>
                  <a:pt x="34639" y="33237"/>
                </a:lnTo>
                <a:lnTo>
                  <a:pt x="34432" y="33394"/>
                </a:lnTo>
                <a:lnTo>
                  <a:pt x="33402" y="34330"/>
                </a:lnTo>
                <a:lnTo>
                  <a:pt x="30721" y="35578"/>
                </a:lnTo>
                <a:lnTo>
                  <a:pt x="29278" y="35968"/>
                </a:lnTo>
                <a:lnTo>
                  <a:pt x="28041" y="35578"/>
                </a:lnTo>
                <a:lnTo>
                  <a:pt x="28041" y="35266"/>
                </a:lnTo>
                <a:lnTo>
                  <a:pt x="27628" y="35032"/>
                </a:lnTo>
                <a:lnTo>
                  <a:pt x="26597" y="34876"/>
                </a:lnTo>
                <a:lnTo>
                  <a:pt x="26082" y="34720"/>
                </a:lnTo>
                <a:lnTo>
                  <a:pt x="25154" y="33394"/>
                </a:lnTo>
                <a:lnTo>
                  <a:pt x="23917" y="32145"/>
                </a:lnTo>
                <a:lnTo>
                  <a:pt x="23711" y="31521"/>
                </a:lnTo>
                <a:lnTo>
                  <a:pt x="23195" y="31521"/>
                </a:lnTo>
                <a:lnTo>
                  <a:pt x="22989" y="31521"/>
                </a:lnTo>
                <a:lnTo>
                  <a:pt x="22680" y="31209"/>
                </a:lnTo>
                <a:lnTo>
                  <a:pt x="22268" y="31911"/>
                </a:lnTo>
                <a:lnTo>
                  <a:pt x="22680" y="32691"/>
                </a:lnTo>
                <a:lnTo>
                  <a:pt x="22680" y="33394"/>
                </a:lnTo>
                <a:lnTo>
                  <a:pt x="22268" y="33940"/>
                </a:lnTo>
                <a:lnTo>
                  <a:pt x="21752" y="33940"/>
                </a:lnTo>
                <a:lnTo>
                  <a:pt x="21237" y="33940"/>
                </a:lnTo>
                <a:lnTo>
                  <a:pt x="20721" y="33940"/>
                </a:lnTo>
                <a:lnTo>
                  <a:pt x="20515" y="34330"/>
                </a:lnTo>
                <a:lnTo>
                  <a:pt x="20515" y="34876"/>
                </a:lnTo>
                <a:lnTo>
                  <a:pt x="20000" y="35266"/>
                </a:lnTo>
                <a:lnTo>
                  <a:pt x="19278" y="35968"/>
                </a:lnTo>
                <a:lnTo>
                  <a:pt x="18041" y="35812"/>
                </a:lnTo>
                <a:lnTo>
                  <a:pt x="17319" y="36514"/>
                </a:lnTo>
                <a:lnTo>
                  <a:pt x="16597" y="37295"/>
                </a:lnTo>
                <a:lnTo>
                  <a:pt x="15670" y="37841"/>
                </a:lnTo>
                <a:lnTo>
                  <a:pt x="15876" y="37997"/>
                </a:lnTo>
                <a:lnTo>
                  <a:pt x="16082" y="38543"/>
                </a:lnTo>
                <a:lnTo>
                  <a:pt x="15876" y="39089"/>
                </a:lnTo>
                <a:lnTo>
                  <a:pt x="15876" y="40026"/>
                </a:lnTo>
                <a:lnTo>
                  <a:pt x="15360" y="41352"/>
                </a:lnTo>
                <a:lnTo>
                  <a:pt x="15154" y="41352"/>
                </a:lnTo>
                <a:lnTo>
                  <a:pt x="15154" y="41508"/>
                </a:lnTo>
                <a:lnTo>
                  <a:pt x="15360" y="41742"/>
                </a:lnTo>
                <a:lnTo>
                  <a:pt x="15360" y="41898"/>
                </a:lnTo>
                <a:lnTo>
                  <a:pt x="15876" y="42288"/>
                </a:lnTo>
                <a:lnTo>
                  <a:pt x="15876" y="42444"/>
                </a:lnTo>
                <a:lnTo>
                  <a:pt x="15876" y="42834"/>
                </a:lnTo>
                <a:lnTo>
                  <a:pt x="15876" y="43381"/>
                </a:lnTo>
                <a:lnTo>
                  <a:pt x="15876" y="43381"/>
                </a:lnTo>
                <a:lnTo>
                  <a:pt x="15670" y="44317"/>
                </a:lnTo>
                <a:lnTo>
                  <a:pt x="15876" y="44473"/>
                </a:lnTo>
                <a:lnTo>
                  <a:pt x="15670" y="44473"/>
                </a:lnTo>
                <a:lnTo>
                  <a:pt x="15154" y="44863"/>
                </a:lnTo>
                <a:lnTo>
                  <a:pt x="15154" y="44629"/>
                </a:lnTo>
                <a:lnTo>
                  <a:pt x="14639" y="45019"/>
                </a:lnTo>
                <a:lnTo>
                  <a:pt x="14639" y="45409"/>
                </a:lnTo>
                <a:lnTo>
                  <a:pt x="14948" y="45799"/>
                </a:lnTo>
                <a:lnTo>
                  <a:pt x="15360" y="46111"/>
                </a:lnTo>
                <a:lnTo>
                  <a:pt x="15876" y="46501"/>
                </a:lnTo>
                <a:lnTo>
                  <a:pt x="16082" y="46892"/>
                </a:lnTo>
                <a:lnTo>
                  <a:pt x="16082" y="47282"/>
                </a:lnTo>
                <a:lnTo>
                  <a:pt x="16391" y="47828"/>
                </a:lnTo>
                <a:lnTo>
                  <a:pt x="16907" y="48374"/>
                </a:lnTo>
                <a:lnTo>
                  <a:pt x="17319" y="48920"/>
                </a:lnTo>
                <a:lnTo>
                  <a:pt x="18041" y="49466"/>
                </a:lnTo>
                <a:lnTo>
                  <a:pt x="18762" y="49622"/>
                </a:lnTo>
                <a:lnTo>
                  <a:pt x="20000" y="49466"/>
                </a:lnTo>
                <a:lnTo>
                  <a:pt x="20515" y="49466"/>
                </a:lnTo>
                <a:lnTo>
                  <a:pt x="21237" y="50013"/>
                </a:lnTo>
                <a:lnTo>
                  <a:pt x="22989" y="51651"/>
                </a:lnTo>
                <a:lnTo>
                  <a:pt x="23917" y="52041"/>
                </a:lnTo>
                <a:lnTo>
                  <a:pt x="25154" y="52041"/>
                </a:lnTo>
                <a:lnTo>
                  <a:pt x="28041" y="51339"/>
                </a:lnTo>
                <a:lnTo>
                  <a:pt x="30721" y="50949"/>
                </a:lnTo>
                <a:lnTo>
                  <a:pt x="33402" y="50715"/>
                </a:lnTo>
                <a:lnTo>
                  <a:pt x="34639" y="50949"/>
                </a:lnTo>
                <a:lnTo>
                  <a:pt x="35670" y="51651"/>
                </a:lnTo>
                <a:lnTo>
                  <a:pt x="35876" y="51885"/>
                </a:lnTo>
                <a:lnTo>
                  <a:pt x="36082" y="52431"/>
                </a:lnTo>
                <a:lnTo>
                  <a:pt x="36391" y="52821"/>
                </a:lnTo>
                <a:lnTo>
                  <a:pt x="36907" y="52977"/>
                </a:lnTo>
                <a:lnTo>
                  <a:pt x="37113" y="52821"/>
                </a:lnTo>
                <a:lnTo>
                  <a:pt x="37628" y="52587"/>
                </a:lnTo>
                <a:lnTo>
                  <a:pt x="41958" y="52431"/>
                </a:lnTo>
                <a:lnTo>
                  <a:pt x="41958" y="52587"/>
                </a:lnTo>
                <a:lnTo>
                  <a:pt x="42474" y="52977"/>
                </a:lnTo>
                <a:lnTo>
                  <a:pt x="42680" y="52977"/>
                </a:lnTo>
                <a:lnTo>
                  <a:pt x="43195" y="53133"/>
                </a:lnTo>
                <a:lnTo>
                  <a:pt x="43402" y="53133"/>
                </a:lnTo>
                <a:lnTo>
                  <a:pt x="43917" y="53524"/>
                </a:lnTo>
                <a:lnTo>
                  <a:pt x="44639" y="53914"/>
                </a:lnTo>
                <a:lnTo>
                  <a:pt x="44948" y="53914"/>
                </a:lnTo>
                <a:lnTo>
                  <a:pt x="45876" y="55006"/>
                </a:lnTo>
                <a:lnTo>
                  <a:pt x="46391" y="55162"/>
                </a:lnTo>
                <a:lnTo>
                  <a:pt x="46907" y="55162"/>
                </a:lnTo>
                <a:lnTo>
                  <a:pt x="47113" y="55396"/>
                </a:lnTo>
                <a:lnTo>
                  <a:pt x="47835" y="55708"/>
                </a:lnTo>
                <a:lnTo>
                  <a:pt x="49587" y="56254"/>
                </a:lnTo>
                <a:lnTo>
                  <a:pt x="51443" y="57035"/>
                </a:lnTo>
                <a:lnTo>
                  <a:pt x="52474" y="57425"/>
                </a:lnTo>
                <a:lnTo>
                  <a:pt x="53917" y="57581"/>
                </a:lnTo>
                <a:lnTo>
                  <a:pt x="55360" y="57581"/>
                </a:lnTo>
                <a:lnTo>
                  <a:pt x="56597" y="57737"/>
                </a:lnTo>
                <a:lnTo>
                  <a:pt x="57835" y="58127"/>
                </a:lnTo>
                <a:lnTo>
                  <a:pt x="61030" y="60000"/>
                </a:lnTo>
                <a:lnTo>
                  <a:pt x="62268" y="60390"/>
                </a:lnTo>
                <a:lnTo>
                  <a:pt x="63711" y="60702"/>
                </a:lnTo>
                <a:lnTo>
                  <a:pt x="65154" y="60702"/>
                </a:lnTo>
                <a:lnTo>
                  <a:pt x="66391" y="60936"/>
                </a:lnTo>
                <a:lnTo>
                  <a:pt x="68762" y="61794"/>
                </a:lnTo>
                <a:lnTo>
                  <a:pt x="70309" y="61794"/>
                </a:lnTo>
                <a:lnTo>
                  <a:pt x="70721" y="61638"/>
                </a:lnTo>
                <a:lnTo>
                  <a:pt x="71237" y="61248"/>
                </a:lnTo>
                <a:lnTo>
                  <a:pt x="71443" y="61248"/>
                </a:lnTo>
                <a:lnTo>
                  <a:pt x="75360" y="60546"/>
                </a:lnTo>
                <a:lnTo>
                  <a:pt x="76597" y="60546"/>
                </a:lnTo>
                <a:lnTo>
                  <a:pt x="79793" y="61092"/>
                </a:lnTo>
                <a:lnTo>
                  <a:pt x="82268" y="62028"/>
                </a:lnTo>
                <a:lnTo>
                  <a:pt x="85876" y="63823"/>
                </a:lnTo>
                <a:lnTo>
                  <a:pt x="86907" y="64603"/>
                </a:lnTo>
                <a:lnTo>
                  <a:pt x="90515" y="68816"/>
                </a:lnTo>
                <a:lnTo>
                  <a:pt x="91030" y="69206"/>
                </a:lnTo>
                <a:lnTo>
                  <a:pt x="93917" y="69206"/>
                </a:lnTo>
                <a:lnTo>
                  <a:pt x="94432" y="69050"/>
                </a:lnTo>
                <a:lnTo>
                  <a:pt x="95154" y="69362"/>
                </a:lnTo>
                <a:lnTo>
                  <a:pt x="97113" y="69596"/>
                </a:lnTo>
                <a:lnTo>
                  <a:pt x="97628" y="69986"/>
                </a:lnTo>
                <a:lnTo>
                  <a:pt x="98350" y="70533"/>
                </a:lnTo>
                <a:lnTo>
                  <a:pt x="100309" y="70299"/>
                </a:lnTo>
                <a:lnTo>
                  <a:pt x="101030" y="70689"/>
                </a:lnTo>
                <a:lnTo>
                  <a:pt x="101443" y="70533"/>
                </a:lnTo>
                <a:lnTo>
                  <a:pt x="101443" y="70533"/>
                </a:lnTo>
                <a:lnTo>
                  <a:pt x="101752" y="70845"/>
                </a:lnTo>
                <a:lnTo>
                  <a:pt x="103711" y="69596"/>
                </a:lnTo>
                <a:lnTo>
                  <a:pt x="104948" y="69362"/>
                </a:lnTo>
                <a:lnTo>
                  <a:pt x="106391" y="69596"/>
                </a:lnTo>
                <a:lnTo>
                  <a:pt x="107835" y="69986"/>
                </a:lnTo>
                <a:lnTo>
                  <a:pt x="108556" y="70143"/>
                </a:lnTo>
                <a:lnTo>
                  <a:pt x="109072" y="69986"/>
                </a:lnTo>
                <a:lnTo>
                  <a:pt x="109072" y="69752"/>
                </a:lnTo>
                <a:lnTo>
                  <a:pt x="109278" y="69596"/>
                </a:lnTo>
                <a:lnTo>
                  <a:pt x="109793" y="69596"/>
                </a:lnTo>
                <a:lnTo>
                  <a:pt x="110309" y="69752"/>
                </a:lnTo>
                <a:lnTo>
                  <a:pt x="110721" y="69986"/>
                </a:lnTo>
                <a:lnTo>
                  <a:pt x="111237" y="70299"/>
                </a:lnTo>
                <a:lnTo>
                  <a:pt x="111958" y="70689"/>
                </a:lnTo>
                <a:lnTo>
                  <a:pt x="112680" y="70689"/>
                </a:lnTo>
                <a:lnTo>
                  <a:pt x="113402" y="70533"/>
                </a:lnTo>
                <a:lnTo>
                  <a:pt x="113917" y="69986"/>
                </a:lnTo>
                <a:lnTo>
                  <a:pt x="113917" y="69362"/>
                </a:lnTo>
                <a:lnTo>
                  <a:pt x="112989" y="67568"/>
                </a:lnTo>
                <a:lnTo>
                  <a:pt x="111958" y="66631"/>
                </a:lnTo>
                <a:lnTo>
                  <a:pt x="111752" y="66085"/>
                </a:lnTo>
                <a:lnTo>
                  <a:pt x="111958" y="65695"/>
                </a:lnTo>
                <a:lnTo>
                  <a:pt x="111958" y="65305"/>
                </a:lnTo>
                <a:lnTo>
                  <a:pt x="112989" y="61638"/>
                </a:lnTo>
                <a:lnTo>
                  <a:pt x="113402" y="60936"/>
                </a:lnTo>
                <a:lnTo>
                  <a:pt x="114226" y="60546"/>
                </a:lnTo>
                <a:lnTo>
                  <a:pt x="114639" y="60390"/>
                </a:lnTo>
                <a:lnTo>
                  <a:pt x="115154" y="60000"/>
                </a:lnTo>
                <a:lnTo>
                  <a:pt x="115670" y="59609"/>
                </a:lnTo>
                <a:lnTo>
                  <a:pt x="116391" y="59609"/>
                </a:lnTo>
                <a:lnTo>
                  <a:pt x="116391" y="59219"/>
                </a:lnTo>
                <a:lnTo>
                  <a:pt x="116082" y="59063"/>
                </a:lnTo>
                <a:lnTo>
                  <a:pt x="116082" y="59063"/>
                </a:lnTo>
                <a:lnTo>
                  <a:pt x="116597" y="58907"/>
                </a:lnTo>
                <a:lnTo>
                  <a:pt x="116082" y="58673"/>
                </a:lnTo>
                <a:lnTo>
                  <a:pt x="117319" y="57971"/>
                </a:lnTo>
                <a:lnTo>
                  <a:pt x="117628" y="57971"/>
                </a:lnTo>
                <a:lnTo>
                  <a:pt x="117835" y="57971"/>
                </a:lnTo>
                <a:lnTo>
                  <a:pt x="118041" y="58127"/>
                </a:lnTo>
                <a:lnTo>
                  <a:pt x="118350" y="57971"/>
                </a:lnTo>
                <a:lnTo>
                  <a:pt x="118041" y="57425"/>
                </a:lnTo>
                <a:lnTo>
                  <a:pt x="117835" y="57035"/>
                </a:lnTo>
                <a:lnTo>
                  <a:pt x="117319" y="57035"/>
                </a:lnTo>
                <a:lnTo>
                  <a:pt x="116907" y="57191"/>
                </a:lnTo>
                <a:lnTo>
                  <a:pt x="116391" y="57035"/>
                </a:lnTo>
                <a:lnTo>
                  <a:pt x="116391" y="56644"/>
                </a:lnTo>
                <a:lnTo>
                  <a:pt x="116391" y="56254"/>
                </a:lnTo>
                <a:lnTo>
                  <a:pt x="116907" y="56488"/>
                </a:lnTo>
                <a:lnTo>
                  <a:pt x="117113" y="55708"/>
                </a:lnTo>
                <a:lnTo>
                  <a:pt x="116597" y="55162"/>
                </a:lnTo>
                <a:lnTo>
                  <a:pt x="116082" y="55006"/>
                </a:lnTo>
                <a:lnTo>
                  <a:pt x="115360" y="55162"/>
                </a:lnTo>
                <a:lnTo>
                  <a:pt x="114639" y="55006"/>
                </a:lnTo>
                <a:lnTo>
                  <a:pt x="114226" y="54460"/>
                </a:lnTo>
                <a:lnTo>
                  <a:pt x="113917" y="54070"/>
                </a:lnTo>
                <a:lnTo>
                  <a:pt x="114432" y="53914"/>
                </a:lnTo>
                <a:lnTo>
                  <a:pt x="114432" y="53680"/>
                </a:lnTo>
                <a:lnTo>
                  <a:pt x="113917" y="53524"/>
                </a:lnTo>
                <a:lnTo>
                  <a:pt x="113402" y="53914"/>
                </a:lnTo>
                <a:lnTo>
                  <a:pt x="112474" y="53368"/>
                </a:lnTo>
                <a:lnTo>
                  <a:pt x="111958" y="52431"/>
                </a:lnTo>
                <a:lnTo>
                  <a:pt x="112268" y="51651"/>
                </a:lnTo>
                <a:lnTo>
                  <a:pt x="111958" y="51339"/>
                </a:lnTo>
                <a:lnTo>
                  <a:pt x="112474" y="50949"/>
                </a:lnTo>
                <a:lnTo>
                  <a:pt x="112680" y="50949"/>
                </a:lnTo>
                <a:lnTo>
                  <a:pt x="112989" y="51105"/>
                </a:lnTo>
                <a:lnTo>
                  <a:pt x="112989" y="51651"/>
                </a:lnTo>
                <a:lnTo>
                  <a:pt x="113195" y="51339"/>
                </a:lnTo>
                <a:lnTo>
                  <a:pt x="113402" y="50949"/>
                </a:lnTo>
                <a:lnTo>
                  <a:pt x="113711" y="50715"/>
                </a:lnTo>
                <a:lnTo>
                  <a:pt x="114432" y="51105"/>
                </a:lnTo>
                <a:lnTo>
                  <a:pt x="113917" y="50403"/>
                </a:lnTo>
                <a:lnTo>
                  <a:pt x="113195" y="49856"/>
                </a:lnTo>
                <a:lnTo>
                  <a:pt x="112474" y="49622"/>
                </a:lnTo>
                <a:lnTo>
                  <a:pt x="111237" y="49622"/>
                </a:lnTo>
                <a:lnTo>
                  <a:pt x="108556" y="48920"/>
                </a:lnTo>
                <a:lnTo>
                  <a:pt x="108350" y="48686"/>
                </a:lnTo>
                <a:lnTo>
                  <a:pt x="108041" y="48374"/>
                </a:lnTo>
                <a:lnTo>
                  <a:pt x="107835" y="47828"/>
                </a:lnTo>
                <a:lnTo>
                  <a:pt x="107113" y="44629"/>
                </a:lnTo>
                <a:lnTo>
                  <a:pt x="106907" y="43927"/>
                </a:lnTo>
                <a:lnTo>
                  <a:pt x="107113" y="43381"/>
                </a:lnTo>
                <a:lnTo>
                  <a:pt x="107319" y="42444"/>
                </a:lnTo>
                <a:lnTo>
                  <a:pt x="108762" y="40806"/>
                </a:lnTo>
                <a:lnTo>
                  <a:pt x="109072" y="39479"/>
                </a:lnTo>
                <a:lnTo>
                  <a:pt x="109072" y="38777"/>
                </a:lnTo>
                <a:lnTo>
                  <a:pt x="109278" y="37685"/>
                </a:lnTo>
                <a:lnTo>
                  <a:pt x="109072" y="37061"/>
                </a:lnTo>
                <a:lnTo>
                  <a:pt x="109278" y="36749"/>
                </a:lnTo>
                <a:lnTo>
                  <a:pt x="109587" y="36358"/>
                </a:lnTo>
                <a:lnTo>
                  <a:pt x="109587" y="35968"/>
                </a:lnTo>
                <a:lnTo>
                  <a:pt x="109587" y="35578"/>
                </a:lnTo>
                <a:lnTo>
                  <a:pt x="109072" y="35032"/>
                </a:lnTo>
                <a:lnTo>
                  <a:pt x="108762" y="34720"/>
                </a:lnTo>
                <a:lnTo>
                  <a:pt x="109072" y="34174"/>
                </a:lnTo>
                <a:lnTo>
                  <a:pt x="109793" y="32847"/>
                </a:lnTo>
                <a:lnTo>
                  <a:pt x="110515" y="32301"/>
                </a:lnTo>
                <a:lnTo>
                  <a:pt x="111030" y="31521"/>
                </a:lnTo>
                <a:lnTo>
                  <a:pt x="111237" y="30429"/>
                </a:lnTo>
                <a:lnTo>
                  <a:pt x="113402" y="26371"/>
                </a:lnTo>
                <a:lnTo>
                  <a:pt x="116391" y="22158"/>
                </a:lnTo>
                <a:lnTo>
                  <a:pt x="116907" y="20442"/>
                </a:lnTo>
                <a:lnTo>
                  <a:pt x="118041" y="18101"/>
                </a:lnTo>
                <a:lnTo>
                  <a:pt x="117628" y="18257"/>
                </a:lnTo>
                <a:lnTo>
                  <a:pt x="117628" y="17711"/>
                </a:lnTo>
                <a:lnTo>
                  <a:pt x="117628" y="17321"/>
                </a:lnTo>
                <a:close/>
                <a:moveTo>
                  <a:pt x="11443" y="41508"/>
                </a:moveTo>
                <a:lnTo>
                  <a:pt x="11443" y="41508"/>
                </a:lnTo>
                <a:lnTo>
                  <a:pt x="11958" y="41508"/>
                </a:lnTo>
                <a:lnTo>
                  <a:pt x="11443" y="41898"/>
                </a:lnTo>
                <a:lnTo>
                  <a:pt x="11030" y="41898"/>
                </a:lnTo>
                <a:lnTo>
                  <a:pt x="10515" y="41898"/>
                </a:lnTo>
                <a:lnTo>
                  <a:pt x="10000" y="41742"/>
                </a:lnTo>
                <a:lnTo>
                  <a:pt x="9587" y="41898"/>
                </a:lnTo>
                <a:lnTo>
                  <a:pt x="9278" y="41898"/>
                </a:lnTo>
                <a:lnTo>
                  <a:pt x="8762" y="41742"/>
                </a:lnTo>
                <a:lnTo>
                  <a:pt x="8556" y="41352"/>
                </a:lnTo>
                <a:lnTo>
                  <a:pt x="9072" y="41352"/>
                </a:lnTo>
                <a:lnTo>
                  <a:pt x="9278" y="41118"/>
                </a:lnTo>
                <a:lnTo>
                  <a:pt x="9587" y="40962"/>
                </a:lnTo>
                <a:lnTo>
                  <a:pt x="10000" y="40962"/>
                </a:lnTo>
                <a:lnTo>
                  <a:pt x="10309" y="41118"/>
                </a:lnTo>
                <a:lnTo>
                  <a:pt x="10721" y="41352"/>
                </a:lnTo>
                <a:lnTo>
                  <a:pt x="11443" y="4150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25400" cap="rnd" cmpd="sng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00" tIns="45700" rIns="914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pSp>
        <p:nvGrpSpPr>
          <p:cNvPr id="11028" name="Shape 11028"/>
          <p:cNvGrpSpPr/>
          <p:nvPr/>
        </p:nvGrpSpPr>
        <p:grpSpPr>
          <a:xfrm>
            <a:off x="974026" y="996524"/>
            <a:ext cx="5426774" cy="5012913"/>
            <a:chOff x="974026" y="996524"/>
            <a:chExt cx="5426774" cy="5012913"/>
          </a:xfrm>
          <a:solidFill>
            <a:schemeClr val="bg1">
              <a:lumMod val="85000"/>
            </a:schemeClr>
          </a:solidFill>
        </p:grpSpPr>
        <p:sp>
          <p:nvSpPr>
            <p:cNvPr id="11029" name="Shape 11029"/>
            <p:cNvSpPr/>
            <p:nvPr/>
          </p:nvSpPr>
          <p:spPr>
            <a:xfrm>
              <a:off x="3440741" y="2767077"/>
              <a:ext cx="42482" cy="575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903" y="108571"/>
                  </a:moveTo>
                  <a:lnTo>
                    <a:pt x="92903" y="108571"/>
                  </a:lnTo>
                  <a:lnTo>
                    <a:pt x="65806" y="120000"/>
                  </a:lnTo>
                  <a:lnTo>
                    <a:pt x="19354" y="108571"/>
                  </a:lnTo>
                  <a:lnTo>
                    <a:pt x="0" y="88571"/>
                  </a:lnTo>
                  <a:lnTo>
                    <a:pt x="7741" y="54285"/>
                  </a:lnTo>
                  <a:lnTo>
                    <a:pt x="27096" y="25714"/>
                  </a:lnTo>
                  <a:lnTo>
                    <a:pt x="65806" y="14285"/>
                  </a:lnTo>
                  <a:lnTo>
                    <a:pt x="100645" y="0"/>
                  </a:lnTo>
                  <a:lnTo>
                    <a:pt x="108387" y="14285"/>
                  </a:lnTo>
                  <a:lnTo>
                    <a:pt x="120000" y="34285"/>
                  </a:lnTo>
                  <a:lnTo>
                    <a:pt x="120000" y="54285"/>
                  </a:lnTo>
                  <a:lnTo>
                    <a:pt x="108387" y="68571"/>
                  </a:lnTo>
                  <a:lnTo>
                    <a:pt x="108387" y="74285"/>
                  </a:lnTo>
                  <a:lnTo>
                    <a:pt x="108387" y="74285"/>
                  </a:lnTo>
                  <a:lnTo>
                    <a:pt x="108387" y="80000"/>
                  </a:lnTo>
                  <a:lnTo>
                    <a:pt x="108387" y="80000"/>
                  </a:lnTo>
                  <a:lnTo>
                    <a:pt x="92903" y="108571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0" name="Shape 11030"/>
            <p:cNvSpPr/>
            <p:nvPr/>
          </p:nvSpPr>
          <p:spPr>
            <a:xfrm>
              <a:off x="3440741" y="2767077"/>
              <a:ext cx="42482" cy="575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903" y="108571"/>
                  </a:moveTo>
                  <a:lnTo>
                    <a:pt x="92903" y="108571"/>
                  </a:lnTo>
                  <a:lnTo>
                    <a:pt x="65806" y="120000"/>
                  </a:lnTo>
                  <a:lnTo>
                    <a:pt x="19354" y="108571"/>
                  </a:lnTo>
                  <a:lnTo>
                    <a:pt x="0" y="88571"/>
                  </a:lnTo>
                  <a:lnTo>
                    <a:pt x="7741" y="54285"/>
                  </a:lnTo>
                  <a:lnTo>
                    <a:pt x="27096" y="25714"/>
                  </a:lnTo>
                  <a:lnTo>
                    <a:pt x="65806" y="14285"/>
                  </a:lnTo>
                  <a:lnTo>
                    <a:pt x="100645" y="0"/>
                  </a:lnTo>
                  <a:lnTo>
                    <a:pt x="108387" y="14285"/>
                  </a:lnTo>
                  <a:lnTo>
                    <a:pt x="120000" y="34285"/>
                  </a:lnTo>
                  <a:lnTo>
                    <a:pt x="120000" y="54285"/>
                  </a:lnTo>
                  <a:lnTo>
                    <a:pt x="108387" y="68571"/>
                  </a:lnTo>
                  <a:lnTo>
                    <a:pt x="108387" y="74285"/>
                  </a:lnTo>
                  <a:lnTo>
                    <a:pt x="108387" y="74285"/>
                  </a:lnTo>
                  <a:lnTo>
                    <a:pt x="108387" y="80000"/>
                  </a:lnTo>
                  <a:lnTo>
                    <a:pt x="108387" y="80000"/>
                  </a:lnTo>
                  <a:lnTo>
                    <a:pt x="92903" y="108571"/>
                  </a:lnTo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1" name="Shape 11031"/>
            <p:cNvSpPr/>
            <p:nvPr/>
          </p:nvSpPr>
          <p:spPr>
            <a:xfrm>
              <a:off x="3632597" y="3975768"/>
              <a:ext cx="5481" cy="4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lnTo>
                    <a:pt x="120000" y="120000"/>
                  </a:lnTo>
                  <a:lnTo>
                    <a:pt x="0" y="120000"/>
                  </a:lnTo>
                  <a:lnTo>
                    <a:pt x="0" y="120000"/>
                  </a:lnTo>
                  <a:lnTo>
                    <a:pt x="0" y="0"/>
                  </a:ln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2" name="Shape 11032"/>
            <p:cNvSpPr/>
            <p:nvPr/>
          </p:nvSpPr>
          <p:spPr>
            <a:xfrm>
              <a:off x="3632597" y="3975768"/>
              <a:ext cx="5481" cy="4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lnTo>
                    <a:pt x="120000" y="120000"/>
                  </a:lnTo>
                  <a:lnTo>
                    <a:pt x="0" y="120000"/>
                  </a:lnTo>
                  <a:lnTo>
                    <a:pt x="0" y="120000"/>
                  </a:lnTo>
                  <a:lnTo>
                    <a:pt x="0" y="0"/>
                  </a:lnTo>
                  <a:lnTo>
                    <a:pt x="60000" y="0"/>
                  </a:lnTo>
                  <a:lnTo>
                    <a:pt x="120000" y="120000"/>
                  </a:lnTo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3" name="Shape 11033"/>
            <p:cNvSpPr/>
            <p:nvPr/>
          </p:nvSpPr>
          <p:spPr>
            <a:xfrm>
              <a:off x="3739488" y="1561127"/>
              <a:ext cx="35630" cy="260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4615" y="120000"/>
                  </a:moveTo>
                  <a:lnTo>
                    <a:pt x="64615" y="120000"/>
                  </a:lnTo>
                  <a:lnTo>
                    <a:pt x="18461" y="120000"/>
                  </a:lnTo>
                  <a:lnTo>
                    <a:pt x="0" y="101052"/>
                  </a:lnTo>
                  <a:lnTo>
                    <a:pt x="9230" y="56842"/>
                  </a:lnTo>
                  <a:lnTo>
                    <a:pt x="9230" y="0"/>
                  </a:lnTo>
                  <a:lnTo>
                    <a:pt x="32307" y="12631"/>
                  </a:lnTo>
                  <a:lnTo>
                    <a:pt x="41538" y="12631"/>
                  </a:lnTo>
                  <a:lnTo>
                    <a:pt x="55384" y="12631"/>
                  </a:lnTo>
                  <a:lnTo>
                    <a:pt x="64615" y="31578"/>
                  </a:lnTo>
                  <a:lnTo>
                    <a:pt x="73846" y="31578"/>
                  </a:lnTo>
                  <a:lnTo>
                    <a:pt x="87692" y="31578"/>
                  </a:lnTo>
                  <a:lnTo>
                    <a:pt x="87692" y="31578"/>
                  </a:lnTo>
                  <a:lnTo>
                    <a:pt x="87692" y="31578"/>
                  </a:lnTo>
                  <a:lnTo>
                    <a:pt x="96923" y="31578"/>
                  </a:lnTo>
                  <a:lnTo>
                    <a:pt x="96923" y="44210"/>
                  </a:lnTo>
                  <a:lnTo>
                    <a:pt x="96923" y="44210"/>
                  </a:lnTo>
                  <a:lnTo>
                    <a:pt x="106153" y="44210"/>
                  </a:lnTo>
                  <a:lnTo>
                    <a:pt x="106153" y="44210"/>
                  </a:lnTo>
                  <a:lnTo>
                    <a:pt x="120000" y="44210"/>
                  </a:lnTo>
                  <a:lnTo>
                    <a:pt x="120000" y="56842"/>
                  </a:lnTo>
                  <a:lnTo>
                    <a:pt x="120000" y="75789"/>
                  </a:lnTo>
                  <a:lnTo>
                    <a:pt x="106153" y="75789"/>
                  </a:lnTo>
                  <a:lnTo>
                    <a:pt x="106153" y="75789"/>
                  </a:lnTo>
                  <a:lnTo>
                    <a:pt x="87692" y="88421"/>
                  </a:lnTo>
                  <a:lnTo>
                    <a:pt x="64615" y="120000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4" name="Shape 11034"/>
            <p:cNvSpPr/>
            <p:nvPr/>
          </p:nvSpPr>
          <p:spPr>
            <a:xfrm>
              <a:off x="3739488" y="1561127"/>
              <a:ext cx="35630" cy="260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4615" y="120000"/>
                  </a:moveTo>
                  <a:lnTo>
                    <a:pt x="64615" y="120000"/>
                  </a:lnTo>
                  <a:lnTo>
                    <a:pt x="18461" y="120000"/>
                  </a:lnTo>
                  <a:lnTo>
                    <a:pt x="0" y="101052"/>
                  </a:lnTo>
                  <a:lnTo>
                    <a:pt x="9230" y="56842"/>
                  </a:lnTo>
                  <a:lnTo>
                    <a:pt x="9230" y="0"/>
                  </a:lnTo>
                  <a:lnTo>
                    <a:pt x="32307" y="12631"/>
                  </a:lnTo>
                  <a:lnTo>
                    <a:pt x="41538" y="12631"/>
                  </a:lnTo>
                  <a:lnTo>
                    <a:pt x="55384" y="12631"/>
                  </a:lnTo>
                  <a:lnTo>
                    <a:pt x="64615" y="31578"/>
                  </a:lnTo>
                  <a:lnTo>
                    <a:pt x="73846" y="31578"/>
                  </a:lnTo>
                  <a:lnTo>
                    <a:pt x="87692" y="31578"/>
                  </a:lnTo>
                  <a:lnTo>
                    <a:pt x="87692" y="31578"/>
                  </a:lnTo>
                  <a:lnTo>
                    <a:pt x="87692" y="31578"/>
                  </a:lnTo>
                  <a:lnTo>
                    <a:pt x="96923" y="31578"/>
                  </a:lnTo>
                  <a:lnTo>
                    <a:pt x="96923" y="44210"/>
                  </a:lnTo>
                  <a:lnTo>
                    <a:pt x="96923" y="44210"/>
                  </a:lnTo>
                  <a:lnTo>
                    <a:pt x="106153" y="44210"/>
                  </a:lnTo>
                  <a:lnTo>
                    <a:pt x="106153" y="44210"/>
                  </a:lnTo>
                  <a:lnTo>
                    <a:pt x="120000" y="44210"/>
                  </a:lnTo>
                  <a:lnTo>
                    <a:pt x="120000" y="56842"/>
                  </a:lnTo>
                  <a:lnTo>
                    <a:pt x="120000" y="75789"/>
                  </a:lnTo>
                  <a:lnTo>
                    <a:pt x="106153" y="75789"/>
                  </a:lnTo>
                  <a:lnTo>
                    <a:pt x="106153" y="75789"/>
                  </a:lnTo>
                  <a:lnTo>
                    <a:pt x="87692" y="88421"/>
                  </a:lnTo>
                  <a:lnTo>
                    <a:pt x="64615" y="120000"/>
                  </a:lnTo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5" name="Shape 11035"/>
            <p:cNvSpPr/>
            <p:nvPr/>
          </p:nvSpPr>
          <p:spPr>
            <a:xfrm>
              <a:off x="2066233" y="2221659"/>
              <a:ext cx="1517030" cy="7071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813" y="12790"/>
                  </a:moveTo>
                  <a:lnTo>
                    <a:pt x="100813" y="12790"/>
                  </a:lnTo>
                  <a:lnTo>
                    <a:pt x="101246" y="13255"/>
                  </a:lnTo>
                  <a:lnTo>
                    <a:pt x="102330" y="14883"/>
                  </a:lnTo>
                  <a:lnTo>
                    <a:pt x="101788" y="14883"/>
                  </a:lnTo>
                  <a:lnTo>
                    <a:pt x="101246" y="13953"/>
                  </a:lnTo>
                  <a:lnTo>
                    <a:pt x="100813" y="13255"/>
                  </a:lnTo>
                  <a:lnTo>
                    <a:pt x="99728" y="11627"/>
                  </a:lnTo>
                  <a:lnTo>
                    <a:pt x="99295" y="10465"/>
                  </a:lnTo>
                  <a:lnTo>
                    <a:pt x="98753" y="11162"/>
                  </a:lnTo>
                  <a:lnTo>
                    <a:pt x="98211" y="12790"/>
                  </a:lnTo>
                  <a:lnTo>
                    <a:pt x="98211" y="13255"/>
                  </a:lnTo>
                  <a:lnTo>
                    <a:pt x="98428" y="13255"/>
                  </a:lnTo>
                  <a:lnTo>
                    <a:pt x="98211" y="20465"/>
                  </a:lnTo>
                  <a:lnTo>
                    <a:pt x="98211" y="24418"/>
                  </a:lnTo>
                  <a:lnTo>
                    <a:pt x="98753" y="28604"/>
                  </a:lnTo>
                  <a:lnTo>
                    <a:pt x="99512" y="31395"/>
                  </a:lnTo>
                  <a:lnTo>
                    <a:pt x="99728" y="33023"/>
                  </a:lnTo>
                  <a:lnTo>
                    <a:pt x="100054" y="33720"/>
                  </a:lnTo>
                  <a:lnTo>
                    <a:pt x="100271" y="34651"/>
                  </a:lnTo>
                  <a:lnTo>
                    <a:pt x="100487" y="41395"/>
                  </a:lnTo>
                  <a:lnTo>
                    <a:pt x="101029" y="45813"/>
                  </a:lnTo>
                  <a:lnTo>
                    <a:pt x="102547" y="55581"/>
                  </a:lnTo>
                  <a:lnTo>
                    <a:pt x="103089" y="57906"/>
                  </a:lnTo>
                  <a:lnTo>
                    <a:pt x="103089" y="58372"/>
                  </a:lnTo>
                  <a:lnTo>
                    <a:pt x="103306" y="59069"/>
                  </a:lnTo>
                  <a:lnTo>
                    <a:pt x="103848" y="60697"/>
                  </a:lnTo>
                  <a:lnTo>
                    <a:pt x="103848" y="60697"/>
                  </a:lnTo>
                  <a:lnTo>
                    <a:pt x="104065" y="62790"/>
                  </a:lnTo>
                  <a:lnTo>
                    <a:pt x="104607" y="65116"/>
                  </a:lnTo>
                  <a:lnTo>
                    <a:pt x="105365" y="68372"/>
                  </a:lnTo>
                  <a:lnTo>
                    <a:pt x="106124" y="70465"/>
                  </a:lnTo>
                  <a:lnTo>
                    <a:pt x="107425" y="73255"/>
                  </a:lnTo>
                  <a:lnTo>
                    <a:pt x="108943" y="75581"/>
                  </a:lnTo>
                  <a:lnTo>
                    <a:pt x="109810" y="78139"/>
                  </a:lnTo>
                  <a:lnTo>
                    <a:pt x="111002" y="79767"/>
                  </a:lnTo>
                  <a:lnTo>
                    <a:pt x="112303" y="81627"/>
                  </a:lnTo>
                  <a:lnTo>
                    <a:pt x="113062" y="82093"/>
                  </a:lnTo>
                  <a:lnTo>
                    <a:pt x="115447" y="86976"/>
                  </a:lnTo>
                  <a:lnTo>
                    <a:pt x="116639" y="88604"/>
                  </a:lnTo>
                  <a:lnTo>
                    <a:pt x="117723" y="90232"/>
                  </a:lnTo>
                  <a:lnTo>
                    <a:pt x="118482" y="90930"/>
                  </a:lnTo>
                  <a:lnTo>
                    <a:pt x="119783" y="91395"/>
                  </a:lnTo>
                  <a:lnTo>
                    <a:pt x="119783" y="91395"/>
                  </a:lnTo>
                  <a:lnTo>
                    <a:pt x="119783" y="92558"/>
                  </a:lnTo>
                  <a:lnTo>
                    <a:pt x="119457" y="94651"/>
                  </a:lnTo>
                  <a:lnTo>
                    <a:pt x="119457" y="95813"/>
                  </a:lnTo>
                  <a:lnTo>
                    <a:pt x="119457" y="95813"/>
                  </a:lnTo>
                  <a:lnTo>
                    <a:pt x="119457" y="96279"/>
                  </a:lnTo>
                  <a:lnTo>
                    <a:pt x="119783" y="96976"/>
                  </a:lnTo>
                  <a:lnTo>
                    <a:pt x="119783" y="96976"/>
                  </a:lnTo>
                  <a:lnTo>
                    <a:pt x="119783" y="98139"/>
                  </a:lnTo>
                  <a:lnTo>
                    <a:pt x="120000" y="98139"/>
                  </a:lnTo>
                  <a:lnTo>
                    <a:pt x="120000" y="98604"/>
                  </a:lnTo>
                  <a:lnTo>
                    <a:pt x="120000" y="98604"/>
                  </a:lnTo>
                  <a:lnTo>
                    <a:pt x="119783" y="100232"/>
                  </a:lnTo>
                  <a:lnTo>
                    <a:pt x="119783" y="100697"/>
                  </a:lnTo>
                  <a:lnTo>
                    <a:pt x="119457" y="101395"/>
                  </a:lnTo>
                  <a:lnTo>
                    <a:pt x="119457" y="101395"/>
                  </a:lnTo>
                  <a:lnTo>
                    <a:pt x="118699" y="102325"/>
                  </a:lnTo>
                  <a:lnTo>
                    <a:pt x="118699" y="102325"/>
                  </a:lnTo>
                  <a:lnTo>
                    <a:pt x="118699" y="103023"/>
                  </a:lnTo>
                  <a:lnTo>
                    <a:pt x="118482" y="103023"/>
                  </a:lnTo>
                  <a:lnTo>
                    <a:pt x="118482" y="103488"/>
                  </a:lnTo>
                  <a:lnTo>
                    <a:pt x="118482" y="104186"/>
                  </a:lnTo>
                  <a:lnTo>
                    <a:pt x="118482" y="104651"/>
                  </a:lnTo>
                  <a:lnTo>
                    <a:pt x="118265" y="104651"/>
                  </a:lnTo>
                  <a:lnTo>
                    <a:pt x="118265" y="104651"/>
                  </a:lnTo>
                  <a:lnTo>
                    <a:pt x="117940" y="105116"/>
                  </a:lnTo>
                  <a:lnTo>
                    <a:pt x="116964" y="105116"/>
                  </a:lnTo>
                  <a:lnTo>
                    <a:pt x="116639" y="105116"/>
                  </a:lnTo>
                  <a:lnTo>
                    <a:pt x="116422" y="105116"/>
                  </a:lnTo>
                  <a:lnTo>
                    <a:pt x="116205" y="104651"/>
                  </a:lnTo>
                  <a:lnTo>
                    <a:pt x="116205" y="104186"/>
                  </a:lnTo>
                  <a:lnTo>
                    <a:pt x="115663" y="103023"/>
                  </a:lnTo>
                  <a:lnTo>
                    <a:pt x="115663" y="102325"/>
                  </a:lnTo>
                  <a:lnTo>
                    <a:pt x="115447" y="101395"/>
                  </a:lnTo>
                  <a:lnTo>
                    <a:pt x="115121" y="100697"/>
                  </a:lnTo>
                  <a:lnTo>
                    <a:pt x="114905" y="100697"/>
                  </a:lnTo>
                  <a:lnTo>
                    <a:pt x="114905" y="100697"/>
                  </a:lnTo>
                  <a:lnTo>
                    <a:pt x="114579" y="101395"/>
                  </a:lnTo>
                  <a:lnTo>
                    <a:pt x="114363" y="101395"/>
                  </a:lnTo>
                  <a:lnTo>
                    <a:pt x="114363" y="101860"/>
                  </a:lnTo>
                  <a:lnTo>
                    <a:pt x="114363" y="102325"/>
                  </a:lnTo>
                  <a:lnTo>
                    <a:pt x="114363" y="102325"/>
                  </a:lnTo>
                  <a:lnTo>
                    <a:pt x="114363" y="103023"/>
                  </a:lnTo>
                  <a:lnTo>
                    <a:pt x="114146" y="103023"/>
                  </a:lnTo>
                  <a:lnTo>
                    <a:pt x="114146" y="103023"/>
                  </a:lnTo>
                  <a:lnTo>
                    <a:pt x="113821" y="103023"/>
                  </a:lnTo>
                  <a:lnTo>
                    <a:pt x="113821" y="102325"/>
                  </a:lnTo>
                  <a:lnTo>
                    <a:pt x="113604" y="101860"/>
                  </a:lnTo>
                  <a:lnTo>
                    <a:pt x="113604" y="101395"/>
                  </a:lnTo>
                  <a:lnTo>
                    <a:pt x="113604" y="100697"/>
                  </a:lnTo>
                  <a:lnTo>
                    <a:pt x="113387" y="100232"/>
                  </a:lnTo>
                  <a:lnTo>
                    <a:pt x="113387" y="100232"/>
                  </a:lnTo>
                  <a:lnTo>
                    <a:pt x="111761" y="99069"/>
                  </a:lnTo>
                  <a:lnTo>
                    <a:pt x="111327" y="98604"/>
                  </a:lnTo>
                  <a:lnTo>
                    <a:pt x="111544" y="97441"/>
                  </a:lnTo>
                  <a:lnTo>
                    <a:pt x="111544" y="95813"/>
                  </a:lnTo>
                  <a:lnTo>
                    <a:pt x="111327" y="94186"/>
                  </a:lnTo>
                  <a:lnTo>
                    <a:pt x="111002" y="93720"/>
                  </a:lnTo>
                  <a:lnTo>
                    <a:pt x="110027" y="94186"/>
                  </a:lnTo>
                  <a:lnTo>
                    <a:pt x="108943" y="95348"/>
                  </a:lnTo>
                  <a:lnTo>
                    <a:pt x="108726" y="96279"/>
                  </a:lnTo>
                  <a:lnTo>
                    <a:pt x="107967" y="95813"/>
                  </a:lnTo>
                  <a:lnTo>
                    <a:pt x="107967" y="95813"/>
                  </a:lnTo>
                  <a:lnTo>
                    <a:pt x="107425" y="95813"/>
                  </a:lnTo>
                  <a:lnTo>
                    <a:pt x="106124" y="97441"/>
                  </a:lnTo>
                  <a:lnTo>
                    <a:pt x="106124" y="97441"/>
                  </a:lnTo>
                  <a:lnTo>
                    <a:pt x="105907" y="97441"/>
                  </a:lnTo>
                  <a:lnTo>
                    <a:pt x="105365" y="98139"/>
                  </a:lnTo>
                  <a:lnTo>
                    <a:pt x="104932" y="99767"/>
                  </a:lnTo>
                  <a:lnTo>
                    <a:pt x="103631" y="101860"/>
                  </a:lnTo>
                  <a:lnTo>
                    <a:pt x="103306" y="101860"/>
                  </a:lnTo>
                  <a:lnTo>
                    <a:pt x="103089" y="101860"/>
                  </a:lnTo>
                  <a:lnTo>
                    <a:pt x="103089" y="101860"/>
                  </a:lnTo>
                  <a:lnTo>
                    <a:pt x="101788" y="102325"/>
                  </a:lnTo>
                  <a:lnTo>
                    <a:pt x="101788" y="102325"/>
                  </a:lnTo>
                  <a:lnTo>
                    <a:pt x="101246" y="101860"/>
                  </a:lnTo>
                  <a:lnTo>
                    <a:pt x="101029" y="101860"/>
                  </a:lnTo>
                  <a:lnTo>
                    <a:pt x="101029" y="101860"/>
                  </a:lnTo>
                  <a:lnTo>
                    <a:pt x="101029" y="101860"/>
                  </a:lnTo>
                  <a:lnTo>
                    <a:pt x="100813" y="102325"/>
                  </a:lnTo>
                  <a:lnTo>
                    <a:pt x="100813" y="103023"/>
                  </a:lnTo>
                  <a:lnTo>
                    <a:pt x="101029" y="103488"/>
                  </a:lnTo>
                  <a:lnTo>
                    <a:pt x="101029" y="105116"/>
                  </a:lnTo>
                  <a:lnTo>
                    <a:pt x="101029" y="105813"/>
                  </a:lnTo>
                  <a:lnTo>
                    <a:pt x="101029" y="111860"/>
                  </a:lnTo>
                  <a:lnTo>
                    <a:pt x="100813" y="112790"/>
                  </a:lnTo>
                  <a:lnTo>
                    <a:pt x="100271" y="114651"/>
                  </a:lnTo>
                  <a:lnTo>
                    <a:pt x="100271" y="115581"/>
                  </a:lnTo>
                  <a:lnTo>
                    <a:pt x="100054" y="119534"/>
                  </a:lnTo>
                  <a:lnTo>
                    <a:pt x="99512" y="120000"/>
                  </a:lnTo>
                  <a:lnTo>
                    <a:pt x="98970" y="120000"/>
                  </a:lnTo>
                  <a:lnTo>
                    <a:pt x="95609" y="119534"/>
                  </a:lnTo>
                  <a:lnTo>
                    <a:pt x="95176" y="118837"/>
                  </a:lnTo>
                  <a:lnTo>
                    <a:pt x="94417" y="117906"/>
                  </a:lnTo>
                  <a:lnTo>
                    <a:pt x="93875" y="116744"/>
                  </a:lnTo>
                  <a:lnTo>
                    <a:pt x="92574" y="116279"/>
                  </a:lnTo>
                  <a:lnTo>
                    <a:pt x="92357" y="116279"/>
                  </a:lnTo>
                  <a:lnTo>
                    <a:pt x="90731" y="116279"/>
                  </a:lnTo>
                  <a:lnTo>
                    <a:pt x="90514" y="116279"/>
                  </a:lnTo>
                  <a:lnTo>
                    <a:pt x="90298" y="116279"/>
                  </a:lnTo>
                  <a:lnTo>
                    <a:pt x="89972" y="115581"/>
                  </a:lnTo>
                  <a:lnTo>
                    <a:pt x="89539" y="115116"/>
                  </a:lnTo>
                  <a:lnTo>
                    <a:pt x="89214" y="114651"/>
                  </a:lnTo>
                  <a:lnTo>
                    <a:pt x="88997" y="113953"/>
                  </a:lnTo>
                  <a:lnTo>
                    <a:pt x="87154" y="112325"/>
                  </a:lnTo>
                  <a:lnTo>
                    <a:pt x="86937" y="111860"/>
                  </a:lnTo>
                  <a:lnTo>
                    <a:pt x="86395" y="111162"/>
                  </a:lnTo>
                  <a:lnTo>
                    <a:pt x="86178" y="107906"/>
                  </a:lnTo>
                  <a:lnTo>
                    <a:pt x="85853" y="107441"/>
                  </a:lnTo>
                  <a:lnTo>
                    <a:pt x="85853" y="106744"/>
                  </a:lnTo>
                  <a:lnTo>
                    <a:pt x="85636" y="106744"/>
                  </a:lnTo>
                  <a:lnTo>
                    <a:pt x="85420" y="106279"/>
                  </a:lnTo>
                  <a:lnTo>
                    <a:pt x="85094" y="106279"/>
                  </a:lnTo>
                  <a:lnTo>
                    <a:pt x="85094" y="105813"/>
                  </a:lnTo>
                  <a:lnTo>
                    <a:pt x="85094" y="104186"/>
                  </a:lnTo>
                  <a:lnTo>
                    <a:pt x="85094" y="103488"/>
                  </a:lnTo>
                  <a:lnTo>
                    <a:pt x="84878" y="103488"/>
                  </a:lnTo>
                  <a:lnTo>
                    <a:pt x="84119" y="102325"/>
                  </a:lnTo>
                  <a:lnTo>
                    <a:pt x="83902" y="101860"/>
                  </a:lnTo>
                  <a:lnTo>
                    <a:pt x="83902" y="101395"/>
                  </a:lnTo>
                  <a:lnTo>
                    <a:pt x="83902" y="100697"/>
                  </a:lnTo>
                  <a:lnTo>
                    <a:pt x="83902" y="100232"/>
                  </a:lnTo>
                  <a:lnTo>
                    <a:pt x="83577" y="99069"/>
                  </a:lnTo>
                  <a:lnTo>
                    <a:pt x="83577" y="98604"/>
                  </a:lnTo>
                  <a:lnTo>
                    <a:pt x="83902" y="98604"/>
                  </a:lnTo>
                  <a:lnTo>
                    <a:pt x="83902" y="98139"/>
                  </a:lnTo>
                  <a:lnTo>
                    <a:pt x="84336" y="98139"/>
                  </a:lnTo>
                  <a:lnTo>
                    <a:pt x="84661" y="97441"/>
                  </a:lnTo>
                  <a:lnTo>
                    <a:pt x="84661" y="97441"/>
                  </a:lnTo>
                  <a:lnTo>
                    <a:pt x="84878" y="96279"/>
                  </a:lnTo>
                  <a:lnTo>
                    <a:pt x="84878" y="95813"/>
                  </a:lnTo>
                  <a:lnTo>
                    <a:pt x="85094" y="94651"/>
                  </a:lnTo>
                  <a:lnTo>
                    <a:pt x="85636" y="93023"/>
                  </a:lnTo>
                  <a:lnTo>
                    <a:pt x="85636" y="92558"/>
                  </a:lnTo>
                  <a:lnTo>
                    <a:pt x="85636" y="91395"/>
                  </a:lnTo>
                  <a:lnTo>
                    <a:pt x="85636" y="90232"/>
                  </a:lnTo>
                  <a:lnTo>
                    <a:pt x="85853" y="88604"/>
                  </a:lnTo>
                  <a:lnTo>
                    <a:pt x="85853" y="88139"/>
                  </a:lnTo>
                  <a:lnTo>
                    <a:pt x="86178" y="87674"/>
                  </a:lnTo>
                  <a:lnTo>
                    <a:pt x="86178" y="86976"/>
                  </a:lnTo>
                  <a:lnTo>
                    <a:pt x="85853" y="86511"/>
                  </a:lnTo>
                  <a:lnTo>
                    <a:pt x="85853" y="86511"/>
                  </a:lnTo>
                  <a:lnTo>
                    <a:pt x="85636" y="86511"/>
                  </a:lnTo>
                  <a:lnTo>
                    <a:pt x="85420" y="86511"/>
                  </a:lnTo>
                  <a:lnTo>
                    <a:pt x="85094" y="86511"/>
                  </a:lnTo>
                  <a:lnTo>
                    <a:pt x="84119" y="86976"/>
                  </a:lnTo>
                  <a:lnTo>
                    <a:pt x="83902" y="87674"/>
                  </a:lnTo>
                  <a:lnTo>
                    <a:pt x="83035" y="88604"/>
                  </a:lnTo>
                  <a:lnTo>
                    <a:pt x="82818" y="88604"/>
                  </a:lnTo>
                  <a:lnTo>
                    <a:pt x="82276" y="89302"/>
                  </a:lnTo>
                  <a:lnTo>
                    <a:pt x="81300" y="88604"/>
                  </a:lnTo>
                  <a:lnTo>
                    <a:pt x="81084" y="88604"/>
                  </a:lnTo>
                  <a:lnTo>
                    <a:pt x="80758" y="88139"/>
                  </a:lnTo>
                  <a:lnTo>
                    <a:pt x="80758" y="88139"/>
                  </a:lnTo>
                  <a:lnTo>
                    <a:pt x="80758" y="87674"/>
                  </a:lnTo>
                  <a:lnTo>
                    <a:pt x="81084" y="87674"/>
                  </a:lnTo>
                  <a:lnTo>
                    <a:pt x="81300" y="86511"/>
                  </a:lnTo>
                  <a:lnTo>
                    <a:pt x="81300" y="86046"/>
                  </a:lnTo>
                  <a:lnTo>
                    <a:pt x="81517" y="86046"/>
                  </a:lnTo>
                  <a:lnTo>
                    <a:pt x="81300" y="85348"/>
                  </a:lnTo>
                  <a:lnTo>
                    <a:pt x="81084" y="84883"/>
                  </a:lnTo>
                  <a:lnTo>
                    <a:pt x="80542" y="84186"/>
                  </a:lnTo>
                  <a:lnTo>
                    <a:pt x="80216" y="84186"/>
                  </a:lnTo>
                  <a:lnTo>
                    <a:pt x="80000" y="84186"/>
                  </a:lnTo>
                  <a:lnTo>
                    <a:pt x="80000" y="84186"/>
                  </a:lnTo>
                  <a:lnTo>
                    <a:pt x="79783" y="84883"/>
                  </a:lnTo>
                  <a:lnTo>
                    <a:pt x="79783" y="84883"/>
                  </a:lnTo>
                  <a:lnTo>
                    <a:pt x="79457" y="85348"/>
                  </a:lnTo>
                  <a:lnTo>
                    <a:pt x="79457" y="85348"/>
                  </a:lnTo>
                  <a:lnTo>
                    <a:pt x="78265" y="86046"/>
                  </a:lnTo>
                  <a:lnTo>
                    <a:pt x="77723" y="85348"/>
                  </a:lnTo>
                  <a:lnTo>
                    <a:pt x="77181" y="84883"/>
                  </a:lnTo>
                  <a:lnTo>
                    <a:pt x="75880" y="82558"/>
                  </a:lnTo>
                  <a:lnTo>
                    <a:pt x="75663" y="81627"/>
                  </a:lnTo>
                  <a:lnTo>
                    <a:pt x="75338" y="80930"/>
                  </a:lnTo>
                  <a:lnTo>
                    <a:pt x="75338" y="80465"/>
                  </a:lnTo>
                  <a:lnTo>
                    <a:pt x="75121" y="80465"/>
                  </a:lnTo>
                  <a:lnTo>
                    <a:pt x="74579" y="79767"/>
                  </a:lnTo>
                  <a:lnTo>
                    <a:pt x="74363" y="79767"/>
                  </a:lnTo>
                  <a:lnTo>
                    <a:pt x="74146" y="79767"/>
                  </a:lnTo>
                  <a:lnTo>
                    <a:pt x="73821" y="79767"/>
                  </a:lnTo>
                  <a:lnTo>
                    <a:pt x="73821" y="80465"/>
                  </a:lnTo>
                  <a:lnTo>
                    <a:pt x="73604" y="80465"/>
                  </a:lnTo>
                  <a:lnTo>
                    <a:pt x="73604" y="80930"/>
                  </a:lnTo>
                  <a:lnTo>
                    <a:pt x="73387" y="82093"/>
                  </a:lnTo>
                  <a:lnTo>
                    <a:pt x="73387" y="82558"/>
                  </a:lnTo>
                  <a:lnTo>
                    <a:pt x="73387" y="82558"/>
                  </a:lnTo>
                  <a:lnTo>
                    <a:pt x="72845" y="82558"/>
                  </a:lnTo>
                  <a:lnTo>
                    <a:pt x="72303" y="83255"/>
                  </a:lnTo>
                  <a:lnTo>
                    <a:pt x="72086" y="83255"/>
                  </a:lnTo>
                  <a:lnTo>
                    <a:pt x="72086" y="83720"/>
                  </a:lnTo>
                  <a:lnTo>
                    <a:pt x="71761" y="83720"/>
                  </a:lnTo>
                  <a:lnTo>
                    <a:pt x="71761" y="84186"/>
                  </a:lnTo>
                  <a:lnTo>
                    <a:pt x="71761" y="84883"/>
                  </a:lnTo>
                  <a:lnTo>
                    <a:pt x="70785" y="86976"/>
                  </a:lnTo>
                  <a:lnTo>
                    <a:pt x="70569" y="87674"/>
                  </a:lnTo>
                  <a:lnTo>
                    <a:pt x="68184" y="89302"/>
                  </a:lnTo>
                  <a:lnTo>
                    <a:pt x="67967" y="89767"/>
                  </a:lnTo>
                  <a:lnTo>
                    <a:pt x="67967" y="89767"/>
                  </a:lnTo>
                  <a:lnTo>
                    <a:pt x="67967" y="90232"/>
                  </a:lnTo>
                  <a:lnTo>
                    <a:pt x="67967" y="90232"/>
                  </a:lnTo>
                  <a:lnTo>
                    <a:pt x="67967" y="90930"/>
                  </a:lnTo>
                  <a:lnTo>
                    <a:pt x="68184" y="90930"/>
                  </a:lnTo>
                  <a:lnTo>
                    <a:pt x="68184" y="91395"/>
                  </a:lnTo>
                  <a:lnTo>
                    <a:pt x="68509" y="91395"/>
                  </a:lnTo>
                  <a:lnTo>
                    <a:pt x="68726" y="92093"/>
                  </a:lnTo>
                  <a:lnTo>
                    <a:pt x="69701" y="92558"/>
                  </a:lnTo>
                  <a:lnTo>
                    <a:pt x="70027" y="92558"/>
                  </a:lnTo>
                  <a:lnTo>
                    <a:pt x="70027" y="92558"/>
                  </a:lnTo>
                  <a:lnTo>
                    <a:pt x="70027" y="93023"/>
                  </a:lnTo>
                  <a:lnTo>
                    <a:pt x="70027" y="93720"/>
                  </a:lnTo>
                  <a:lnTo>
                    <a:pt x="69701" y="94186"/>
                  </a:lnTo>
                  <a:lnTo>
                    <a:pt x="69268" y="94651"/>
                  </a:lnTo>
                  <a:lnTo>
                    <a:pt x="68726" y="94651"/>
                  </a:lnTo>
                  <a:lnTo>
                    <a:pt x="68184" y="94651"/>
                  </a:lnTo>
                  <a:lnTo>
                    <a:pt x="63306" y="97441"/>
                  </a:lnTo>
                  <a:lnTo>
                    <a:pt x="62005" y="96279"/>
                  </a:lnTo>
                  <a:lnTo>
                    <a:pt x="62005" y="96279"/>
                  </a:lnTo>
                  <a:lnTo>
                    <a:pt x="61788" y="95813"/>
                  </a:lnTo>
                  <a:lnTo>
                    <a:pt x="61788" y="95348"/>
                  </a:lnTo>
                  <a:lnTo>
                    <a:pt x="61788" y="95348"/>
                  </a:lnTo>
                  <a:lnTo>
                    <a:pt x="62005" y="94651"/>
                  </a:lnTo>
                  <a:lnTo>
                    <a:pt x="62005" y="94186"/>
                  </a:lnTo>
                  <a:lnTo>
                    <a:pt x="62330" y="93720"/>
                  </a:lnTo>
                  <a:lnTo>
                    <a:pt x="62005" y="93023"/>
                  </a:lnTo>
                  <a:lnTo>
                    <a:pt x="61788" y="93023"/>
                  </a:lnTo>
                  <a:lnTo>
                    <a:pt x="61788" y="93023"/>
                  </a:lnTo>
                  <a:lnTo>
                    <a:pt x="61571" y="93023"/>
                  </a:lnTo>
                  <a:lnTo>
                    <a:pt x="61246" y="93023"/>
                  </a:lnTo>
                  <a:lnTo>
                    <a:pt x="61246" y="93720"/>
                  </a:lnTo>
                  <a:lnTo>
                    <a:pt x="61246" y="93720"/>
                  </a:lnTo>
                  <a:lnTo>
                    <a:pt x="61246" y="94186"/>
                  </a:lnTo>
                  <a:lnTo>
                    <a:pt x="61246" y="94186"/>
                  </a:lnTo>
                  <a:lnTo>
                    <a:pt x="61246" y="94651"/>
                  </a:lnTo>
                  <a:lnTo>
                    <a:pt x="61029" y="94651"/>
                  </a:lnTo>
                  <a:lnTo>
                    <a:pt x="60813" y="95813"/>
                  </a:lnTo>
                  <a:lnTo>
                    <a:pt x="60813" y="95813"/>
                  </a:lnTo>
                  <a:lnTo>
                    <a:pt x="60487" y="96976"/>
                  </a:lnTo>
                  <a:lnTo>
                    <a:pt x="59512" y="100697"/>
                  </a:lnTo>
                  <a:lnTo>
                    <a:pt x="59512" y="100697"/>
                  </a:lnTo>
                  <a:lnTo>
                    <a:pt x="59186" y="100697"/>
                  </a:lnTo>
                  <a:lnTo>
                    <a:pt x="58753" y="100232"/>
                  </a:lnTo>
                  <a:lnTo>
                    <a:pt x="58428" y="100232"/>
                  </a:lnTo>
                  <a:lnTo>
                    <a:pt x="57994" y="99767"/>
                  </a:lnTo>
                  <a:lnTo>
                    <a:pt x="57994" y="99069"/>
                  </a:lnTo>
                  <a:lnTo>
                    <a:pt x="57235" y="99069"/>
                  </a:lnTo>
                  <a:lnTo>
                    <a:pt x="56910" y="98604"/>
                  </a:lnTo>
                  <a:lnTo>
                    <a:pt x="56910" y="98604"/>
                  </a:lnTo>
                  <a:lnTo>
                    <a:pt x="56693" y="98604"/>
                  </a:lnTo>
                  <a:lnTo>
                    <a:pt x="56368" y="98139"/>
                  </a:lnTo>
                  <a:lnTo>
                    <a:pt x="55176" y="96976"/>
                  </a:lnTo>
                  <a:lnTo>
                    <a:pt x="52791" y="94186"/>
                  </a:lnTo>
                  <a:lnTo>
                    <a:pt x="51815" y="93720"/>
                  </a:lnTo>
                  <a:lnTo>
                    <a:pt x="49972" y="94651"/>
                  </a:lnTo>
                  <a:lnTo>
                    <a:pt x="49972" y="94651"/>
                  </a:lnTo>
                  <a:lnTo>
                    <a:pt x="49756" y="95348"/>
                  </a:lnTo>
                  <a:lnTo>
                    <a:pt x="49539" y="95348"/>
                  </a:lnTo>
                  <a:lnTo>
                    <a:pt x="49539" y="95813"/>
                  </a:lnTo>
                  <a:lnTo>
                    <a:pt x="49539" y="95813"/>
                  </a:lnTo>
                  <a:lnTo>
                    <a:pt x="49214" y="96976"/>
                  </a:lnTo>
                  <a:lnTo>
                    <a:pt x="49214" y="97441"/>
                  </a:lnTo>
                  <a:lnTo>
                    <a:pt x="48997" y="98139"/>
                  </a:lnTo>
                  <a:lnTo>
                    <a:pt x="47913" y="98604"/>
                  </a:lnTo>
                  <a:lnTo>
                    <a:pt x="47696" y="98604"/>
                  </a:lnTo>
                  <a:lnTo>
                    <a:pt x="45853" y="95813"/>
                  </a:lnTo>
                  <a:lnTo>
                    <a:pt x="45636" y="95348"/>
                  </a:lnTo>
                  <a:lnTo>
                    <a:pt x="44336" y="93023"/>
                  </a:lnTo>
                  <a:lnTo>
                    <a:pt x="44336" y="93023"/>
                  </a:lnTo>
                  <a:lnTo>
                    <a:pt x="44336" y="92558"/>
                  </a:lnTo>
                  <a:lnTo>
                    <a:pt x="44336" y="92558"/>
                  </a:lnTo>
                  <a:lnTo>
                    <a:pt x="44119" y="92093"/>
                  </a:lnTo>
                  <a:lnTo>
                    <a:pt x="44119" y="90930"/>
                  </a:lnTo>
                  <a:lnTo>
                    <a:pt x="43794" y="89767"/>
                  </a:lnTo>
                  <a:lnTo>
                    <a:pt x="42059" y="89767"/>
                  </a:lnTo>
                  <a:lnTo>
                    <a:pt x="41517" y="89302"/>
                  </a:lnTo>
                  <a:lnTo>
                    <a:pt x="41300" y="89302"/>
                  </a:lnTo>
                  <a:lnTo>
                    <a:pt x="40216" y="86976"/>
                  </a:lnTo>
                  <a:lnTo>
                    <a:pt x="40000" y="86046"/>
                  </a:lnTo>
                  <a:lnTo>
                    <a:pt x="39783" y="86046"/>
                  </a:lnTo>
                  <a:lnTo>
                    <a:pt x="37723" y="85348"/>
                  </a:lnTo>
                  <a:lnTo>
                    <a:pt x="37398" y="86046"/>
                  </a:lnTo>
                  <a:lnTo>
                    <a:pt x="36639" y="86976"/>
                  </a:lnTo>
                  <a:lnTo>
                    <a:pt x="36422" y="86976"/>
                  </a:lnTo>
                  <a:lnTo>
                    <a:pt x="35663" y="86511"/>
                  </a:lnTo>
                  <a:lnTo>
                    <a:pt x="35121" y="85348"/>
                  </a:lnTo>
                  <a:lnTo>
                    <a:pt x="35121" y="84883"/>
                  </a:lnTo>
                  <a:lnTo>
                    <a:pt x="34579" y="83255"/>
                  </a:lnTo>
                  <a:lnTo>
                    <a:pt x="34363" y="83255"/>
                  </a:lnTo>
                  <a:lnTo>
                    <a:pt x="34363" y="82558"/>
                  </a:lnTo>
                  <a:lnTo>
                    <a:pt x="34146" y="82558"/>
                  </a:lnTo>
                  <a:lnTo>
                    <a:pt x="33279" y="82558"/>
                  </a:lnTo>
                  <a:lnTo>
                    <a:pt x="31761" y="80465"/>
                  </a:lnTo>
                  <a:lnTo>
                    <a:pt x="30460" y="80930"/>
                  </a:lnTo>
                  <a:lnTo>
                    <a:pt x="30027" y="80930"/>
                  </a:lnTo>
                  <a:lnTo>
                    <a:pt x="29701" y="79767"/>
                  </a:lnTo>
                  <a:lnTo>
                    <a:pt x="29485" y="79302"/>
                  </a:lnTo>
                  <a:lnTo>
                    <a:pt x="29268" y="79302"/>
                  </a:lnTo>
                  <a:lnTo>
                    <a:pt x="27208" y="76046"/>
                  </a:lnTo>
                  <a:lnTo>
                    <a:pt x="26883" y="75581"/>
                  </a:lnTo>
                  <a:lnTo>
                    <a:pt x="26883" y="74883"/>
                  </a:lnTo>
                  <a:lnTo>
                    <a:pt x="26883" y="74883"/>
                  </a:lnTo>
                  <a:lnTo>
                    <a:pt x="26883" y="74418"/>
                  </a:lnTo>
                  <a:lnTo>
                    <a:pt x="27425" y="74418"/>
                  </a:lnTo>
                  <a:lnTo>
                    <a:pt x="27425" y="73720"/>
                  </a:lnTo>
                  <a:lnTo>
                    <a:pt x="27425" y="73255"/>
                  </a:lnTo>
                  <a:lnTo>
                    <a:pt x="27208" y="72790"/>
                  </a:lnTo>
                  <a:lnTo>
                    <a:pt x="26883" y="72093"/>
                  </a:lnTo>
                  <a:lnTo>
                    <a:pt x="26883" y="72093"/>
                  </a:lnTo>
                  <a:lnTo>
                    <a:pt x="24823" y="70465"/>
                  </a:lnTo>
                  <a:lnTo>
                    <a:pt x="23631" y="70000"/>
                  </a:lnTo>
                  <a:lnTo>
                    <a:pt x="22547" y="69534"/>
                  </a:lnTo>
                  <a:lnTo>
                    <a:pt x="22330" y="70000"/>
                  </a:lnTo>
                  <a:lnTo>
                    <a:pt x="22330" y="70000"/>
                  </a:lnTo>
                  <a:lnTo>
                    <a:pt x="22005" y="70000"/>
                  </a:lnTo>
                  <a:lnTo>
                    <a:pt x="21788" y="70465"/>
                  </a:lnTo>
                  <a:lnTo>
                    <a:pt x="21246" y="71627"/>
                  </a:lnTo>
                  <a:lnTo>
                    <a:pt x="20813" y="73720"/>
                  </a:lnTo>
                  <a:lnTo>
                    <a:pt x="19945" y="76046"/>
                  </a:lnTo>
                  <a:lnTo>
                    <a:pt x="19728" y="77674"/>
                  </a:lnTo>
                  <a:lnTo>
                    <a:pt x="19512" y="78139"/>
                  </a:lnTo>
                  <a:lnTo>
                    <a:pt x="19512" y="78139"/>
                  </a:lnTo>
                  <a:lnTo>
                    <a:pt x="19512" y="79302"/>
                  </a:lnTo>
                  <a:lnTo>
                    <a:pt x="19512" y="79767"/>
                  </a:lnTo>
                  <a:lnTo>
                    <a:pt x="19186" y="79767"/>
                  </a:lnTo>
                  <a:lnTo>
                    <a:pt x="19186" y="80465"/>
                  </a:lnTo>
                  <a:lnTo>
                    <a:pt x="18211" y="80930"/>
                  </a:lnTo>
                  <a:lnTo>
                    <a:pt x="17669" y="81627"/>
                  </a:lnTo>
                  <a:lnTo>
                    <a:pt x="17669" y="81627"/>
                  </a:lnTo>
                  <a:lnTo>
                    <a:pt x="17452" y="82093"/>
                  </a:lnTo>
                  <a:lnTo>
                    <a:pt x="17452" y="82093"/>
                  </a:lnTo>
                  <a:lnTo>
                    <a:pt x="17452" y="82558"/>
                  </a:lnTo>
                  <a:lnTo>
                    <a:pt x="17452" y="83255"/>
                  </a:lnTo>
                  <a:lnTo>
                    <a:pt x="17669" y="83720"/>
                  </a:lnTo>
                  <a:lnTo>
                    <a:pt x="16910" y="82558"/>
                  </a:lnTo>
                  <a:lnTo>
                    <a:pt x="16693" y="80930"/>
                  </a:lnTo>
                  <a:lnTo>
                    <a:pt x="16368" y="79767"/>
                  </a:lnTo>
                  <a:lnTo>
                    <a:pt x="16151" y="79302"/>
                  </a:lnTo>
                  <a:lnTo>
                    <a:pt x="16151" y="78837"/>
                  </a:lnTo>
                  <a:lnTo>
                    <a:pt x="14308" y="77674"/>
                  </a:lnTo>
                  <a:lnTo>
                    <a:pt x="14092" y="77209"/>
                  </a:lnTo>
                  <a:lnTo>
                    <a:pt x="13333" y="77674"/>
                  </a:lnTo>
                  <a:lnTo>
                    <a:pt x="12791" y="77674"/>
                  </a:lnTo>
                  <a:lnTo>
                    <a:pt x="12249" y="77674"/>
                  </a:lnTo>
                  <a:lnTo>
                    <a:pt x="11490" y="77674"/>
                  </a:lnTo>
                  <a:lnTo>
                    <a:pt x="11273" y="78139"/>
                  </a:lnTo>
                  <a:lnTo>
                    <a:pt x="11056" y="78837"/>
                  </a:lnTo>
                  <a:lnTo>
                    <a:pt x="11056" y="78837"/>
                  </a:lnTo>
                  <a:lnTo>
                    <a:pt x="10731" y="79302"/>
                  </a:lnTo>
                  <a:lnTo>
                    <a:pt x="10731" y="79302"/>
                  </a:lnTo>
                  <a:lnTo>
                    <a:pt x="10298" y="79767"/>
                  </a:lnTo>
                  <a:lnTo>
                    <a:pt x="9430" y="80465"/>
                  </a:lnTo>
                  <a:lnTo>
                    <a:pt x="9214" y="80465"/>
                  </a:lnTo>
                  <a:lnTo>
                    <a:pt x="8997" y="79767"/>
                  </a:lnTo>
                  <a:lnTo>
                    <a:pt x="8997" y="79302"/>
                  </a:lnTo>
                  <a:lnTo>
                    <a:pt x="8997" y="78837"/>
                  </a:lnTo>
                  <a:lnTo>
                    <a:pt x="8997" y="78139"/>
                  </a:lnTo>
                  <a:lnTo>
                    <a:pt x="8997" y="77674"/>
                  </a:lnTo>
                  <a:lnTo>
                    <a:pt x="9214" y="74418"/>
                  </a:lnTo>
                  <a:lnTo>
                    <a:pt x="9214" y="74418"/>
                  </a:lnTo>
                  <a:lnTo>
                    <a:pt x="9214" y="73720"/>
                  </a:lnTo>
                  <a:lnTo>
                    <a:pt x="9430" y="73720"/>
                  </a:lnTo>
                  <a:lnTo>
                    <a:pt x="9430" y="73255"/>
                  </a:lnTo>
                  <a:lnTo>
                    <a:pt x="9756" y="73255"/>
                  </a:lnTo>
                  <a:lnTo>
                    <a:pt x="9972" y="72790"/>
                  </a:lnTo>
                  <a:lnTo>
                    <a:pt x="10298" y="71162"/>
                  </a:lnTo>
                  <a:lnTo>
                    <a:pt x="10298" y="70465"/>
                  </a:lnTo>
                  <a:lnTo>
                    <a:pt x="10298" y="70000"/>
                  </a:lnTo>
                  <a:lnTo>
                    <a:pt x="10298" y="68372"/>
                  </a:lnTo>
                  <a:lnTo>
                    <a:pt x="9972" y="65581"/>
                  </a:lnTo>
                  <a:lnTo>
                    <a:pt x="9756" y="65116"/>
                  </a:lnTo>
                  <a:lnTo>
                    <a:pt x="8238" y="64418"/>
                  </a:lnTo>
                  <a:lnTo>
                    <a:pt x="7913" y="63953"/>
                  </a:lnTo>
                  <a:lnTo>
                    <a:pt x="7696" y="63488"/>
                  </a:lnTo>
                  <a:lnTo>
                    <a:pt x="7479" y="62325"/>
                  </a:lnTo>
                  <a:lnTo>
                    <a:pt x="7154" y="62325"/>
                  </a:lnTo>
                  <a:lnTo>
                    <a:pt x="6937" y="62325"/>
                  </a:lnTo>
                  <a:lnTo>
                    <a:pt x="6937" y="62790"/>
                  </a:lnTo>
                  <a:lnTo>
                    <a:pt x="6612" y="63488"/>
                  </a:lnTo>
                  <a:lnTo>
                    <a:pt x="6395" y="63953"/>
                  </a:lnTo>
                  <a:lnTo>
                    <a:pt x="6178" y="63953"/>
                  </a:lnTo>
                  <a:lnTo>
                    <a:pt x="5636" y="63953"/>
                  </a:lnTo>
                  <a:lnTo>
                    <a:pt x="5420" y="63953"/>
                  </a:lnTo>
                  <a:lnTo>
                    <a:pt x="5094" y="63953"/>
                  </a:lnTo>
                  <a:lnTo>
                    <a:pt x="5094" y="63953"/>
                  </a:lnTo>
                  <a:lnTo>
                    <a:pt x="3577" y="62325"/>
                  </a:lnTo>
                  <a:lnTo>
                    <a:pt x="3360" y="61627"/>
                  </a:lnTo>
                  <a:lnTo>
                    <a:pt x="3035" y="61627"/>
                  </a:lnTo>
                  <a:lnTo>
                    <a:pt x="2601" y="62325"/>
                  </a:lnTo>
                  <a:lnTo>
                    <a:pt x="2276" y="62790"/>
                  </a:lnTo>
                  <a:lnTo>
                    <a:pt x="2276" y="62790"/>
                  </a:lnTo>
                  <a:lnTo>
                    <a:pt x="2059" y="62790"/>
                  </a:lnTo>
                  <a:lnTo>
                    <a:pt x="1734" y="61627"/>
                  </a:lnTo>
                  <a:lnTo>
                    <a:pt x="1517" y="61627"/>
                  </a:lnTo>
                  <a:lnTo>
                    <a:pt x="1300" y="61162"/>
                  </a:lnTo>
                  <a:lnTo>
                    <a:pt x="975" y="61162"/>
                  </a:lnTo>
                  <a:lnTo>
                    <a:pt x="758" y="61627"/>
                  </a:lnTo>
                  <a:lnTo>
                    <a:pt x="216" y="62325"/>
                  </a:lnTo>
                  <a:lnTo>
                    <a:pt x="0" y="55581"/>
                  </a:lnTo>
                  <a:lnTo>
                    <a:pt x="975" y="55581"/>
                  </a:lnTo>
                  <a:lnTo>
                    <a:pt x="1300" y="55116"/>
                  </a:lnTo>
                  <a:lnTo>
                    <a:pt x="1300" y="54651"/>
                  </a:lnTo>
                  <a:lnTo>
                    <a:pt x="1300" y="53953"/>
                  </a:lnTo>
                  <a:lnTo>
                    <a:pt x="1300" y="53023"/>
                  </a:lnTo>
                  <a:lnTo>
                    <a:pt x="1300" y="52325"/>
                  </a:lnTo>
                  <a:lnTo>
                    <a:pt x="1300" y="51860"/>
                  </a:lnTo>
                  <a:lnTo>
                    <a:pt x="1300" y="51860"/>
                  </a:lnTo>
                  <a:lnTo>
                    <a:pt x="1517" y="51860"/>
                  </a:lnTo>
                  <a:lnTo>
                    <a:pt x="1517" y="52325"/>
                  </a:lnTo>
                  <a:lnTo>
                    <a:pt x="1734" y="53023"/>
                  </a:lnTo>
                  <a:lnTo>
                    <a:pt x="2059" y="53488"/>
                  </a:lnTo>
                  <a:lnTo>
                    <a:pt x="2276" y="53488"/>
                  </a:lnTo>
                  <a:lnTo>
                    <a:pt x="2818" y="53488"/>
                  </a:lnTo>
                  <a:lnTo>
                    <a:pt x="3035" y="53488"/>
                  </a:lnTo>
                  <a:lnTo>
                    <a:pt x="3360" y="53488"/>
                  </a:lnTo>
                  <a:lnTo>
                    <a:pt x="3577" y="53023"/>
                  </a:lnTo>
                  <a:lnTo>
                    <a:pt x="3577" y="52325"/>
                  </a:lnTo>
                  <a:lnTo>
                    <a:pt x="3794" y="51860"/>
                  </a:lnTo>
                  <a:lnTo>
                    <a:pt x="3794" y="51162"/>
                  </a:lnTo>
                  <a:lnTo>
                    <a:pt x="3577" y="51162"/>
                  </a:lnTo>
                  <a:lnTo>
                    <a:pt x="3577" y="49534"/>
                  </a:lnTo>
                  <a:lnTo>
                    <a:pt x="3035" y="47906"/>
                  </a:lnTo>
                  <a:lnTo>
                    <a:pt x="3035" y="47441"/>
                  </a:lnTo>
                  <a:lnTo>
                    <a:pt x="2818" y="46976"/>
                  </a:lnTo>
                  <a:lnTo>
                    <a:pt x="3035" y="46279"/>
                  </a:lnTo>
                  <a:lnTo>
                    <a:pt x="3360" y="45116"/>
                  </a:lnTo>
                  <a:lnTo>
                    <a:pt x="3794" y="41860"/>
                  </a:lnTo>
                  <a:lnTo>
                    <a:pt x="4119" y="40232"/>
                  </a:lnTo>
                  <a:lnTo>
                    <a:pt x="4119" y="37441"/>
                  </a:lnTo>
                  <a:lnTo>
                    <a:pt x="4119" y="36976"/>
                  </a:lnTo>
                  <a:lnTo>
                    <a:pt x="4119" y="36511"/>
                  </a:lnTo>
                  <a:lnTo>
                    <a:pt x="4119" y="36511"/>
                  </a:lnTo>
                  <a:lnTo>
                    <a:pt x="3794" y="35813"/>
                  </a:lnTo>
                  <a:lnTo>
                    <a:pt x="3794" y="35813"/>
                  </a:lnTo>
                  <a:lnTo>
                    <a:pt x="3577" y="35348"/>
                  </a:lnTo>
                  <a:lnTo>
                    <a:pt x="2818" y="35348"/>
                  </a:lnTo>
                  <a:lnTo>
                    <a:pt x="2601" y="34651"/>
                  </a:lnTo>
                  <a:lnTo>
                    <a:pt x="2601" y="34651"/>
                  </a:lnTo>
                  <a:lnTo>
                    <a:pt x="2276" y="34186"/>
                  </a:lnTo>
                  <a:lnTo>
                    <a:pt x="2276" y="34186"/>
                  </a:lnTo>
                  <a:lnTo>
                    <a:pt x="2059" y="33720"/>
                  </a:lnTo>
                  <a:lnTo>
                    <a:pt x="2059" y="33023"/>
                  </a:lnTo>
                  <a:lnTo>
                    <a:pt x="2059" y="32093"/>
                  </a:lnTo>
                  <a:lnTo>
                    <a:pt x="2059" y="31395"/>
                  </a:lnTo>
                  <a:lnTo>
                    <a:pt x="2059" y="30930"/>
                  </a:lnTo>
                  <a:lnTo>
                    <a:pt x="2276" y="29767"/>
                  </a:lnTo>
                  <a:lnTo>
                    <a:pt x="2276" y="28604"/>
                  </a:lnTo>
                  <a:lnTo>
                    <a:pt x="3794" y="18372"/>
                  </a:lnTo>
                  <a:lnTo>
                    <a:pt x="4552" y="14418"/>
                  </a:lnTo>
                  <a:lnTo>
                    <a:pt x="4878" y="13953"/>
                  </a:lnTo>
                  <a:lnTo>
                    <a:pt x="4878" y="12093"/>
                  </a:lnTo>
                  <a:lnTo>
                    <a:pt x="6395" y="12093"/>
                  </a:lnTo>
                  <a:lnTo>
                    <a:pt x="7154" y="11627"/>
                  </a:lnTo>
                  <a:lnTo>
                    <a:pt x="7479" y="11627"/>
                  </a:lnTo>
                  <a:lnTo>
                    <a:pt x="7696" y="11627"/>
                  </a:lnTo>
                  <a:lnTo>
                    <a:pt x="8455" y="12790"/>
                  </a:lnTo>
                  <a:lnTo>
                    <a:pt x="8672" y="12790"/>
                  </a:lnTo>
                  <a:lnTo>
                    <a:pt x="8997" y="11627"/>
                  </a:lnTo>
                  <a:lnTo>
                    <a:pt x="8672" y="10465"/>
                  </a:lnTo>
                  <a:lnTo>
                    <a:pt x="8672" y="10000"/>
                  </a:lnTo>
                  <a:lnTo>
                    <a:pt x="8455" y="8837"/>
                  </a:lnTo>
                  <a:lnTo>
                    <a:pt x="8672" y="8372"/>
                  </a:lnTo>
                  <a:lnTo>
                    <a:pt x="8997" y="7906"/>
                  </a:lnTo>
                  <a:lnTo>
                    <a:pt x="9214" y="8372"/>
                  </a:lnTo>
                  <a:lnTo>
                    <a:pt x="9756" y="10000"/>
                  </a:lnTo>
                  <a:lnTo>
                    <a:pt x="10298" y="10000"/>
                  </a:lnTo>
                  <a:lnTo>
                    <a:pt x="10514" y="9534"/>
                  </a:lnTo>
                  <a:lnTo>
                    <a:pt x="11056" y="8372"/>
                  </a:lnTo>
                  <a:lnTo>
                    <a:pt x="11273" y="7906"/>
                  </a:lnTo>
                  <a:lnTo>
                    <a:pt x="11815" y="8372"/>
                  </a:lnTo>
                  <a:lnTo>
                    <a:pt x="11815" y="8372"/>
                  </a:lnTo>
                  <a:lnTo>
                    <a:pt x="11815" y="8837"/>
                  </a:lnTo>
                  <a:lnTo>
                    <a:pt x="11815" y="9534"/>
                  </a:lnTo>
                  <a:lnTo>
                    <a:pt x="11815" y="11162"/>
                  </a:lnTo>
                  <a:lnTo>
                    <a:pt x="11815" y="11162"/>
                  </a:lnTo>
                  <a:lnTo>
                    <a:pt x="12249" y="11627"/>
                  </a:lnTo>
                  <a:lnTo>
                    <a:pt x="13333" y="12790"/>
                  </a:lnTo>
                  <a:lnTo>
                    <a:pt x="14634" y="12790"/>
                  </a:lnTo>
                  <a:lnTo>
                    <a:pt x="15609" y="11627"/>
                  </a:lnTo>
                  <a:lnTo>
                    <a:pt x="15392" y="8837"/>
                  </a:lnTo>
                  <a:lnTo>
                    <a:pt x="15609" y="8837"/>
                  </a:lnTo>
                  <a:lnTo>
                    <a:pt x="15609" y="8837"/>
                  </a:lnTo>
                  <a:lnTo>
                    <a:pt x="15609" y="8837"/>
                  </a:lnTo>
                  <a:lnTo>
                    <a:pt x="15609" y="8372"/>
                  </a:lnTo>
                  <a:lnTo>
                    <a:pt x="15934" y="8372"/>
                  </a:lnTo>
                  <a:lnTo>
                    <a:pt x="16151" y="9534"/>
                  </a:lnTo>
                  <a:lnTo>
                    <a:pt x="17452" y="10465"/>
                  </a:lnTo>
                  <a:lnTo>
                    <a:pt x="17994" y="11627"/>
                  </a:lnTo>
                  <a:lnTo>
                    <a:pt x="17994" y="12093"/>
                  </a:lnTo>
                  <a:lnTo>
                    <a:pt x="18211" y="12093"/>
                  </a:lnTo>
                  <a:lnTo>
                    <a:pt x="18428" y="11627"/>
                  </a:lnTo>
                  <a:lnTo>
                    <a:pt x="18428" y="10465"/>
                  </a:lnTo>
                  <a:lnTo>
                    <a:pt x="17994" y="9534"/>
                  </a:lnTo>
                  <a:lnTo>
                    <a:pt x="18211" y="8837"/>
                  </a:lnTo>
                  <a:lnTo>
                    <a:pt x="19728" y="9534"/>
                  </a:lnTo>
                  <a:lnTo>
                    <a:pt x="20271" y="9534"/>
                  </a:lnTo>
                  <a:lnTo>
                    <a:pt x="20271" y="8372"/>
                  </a:lnTo>
                  <a:lnTo>
                    <a:pt x="19728" y="6744"/>
                  </a:lnTo>
                  <a:lnTo>
                    <a:pt x="19512" y="5116"/>
                  </a:lnTo>
                  <a:lnTo>
                    <a:pt x="20271" y="4418"/>
                  </a:lnTo>
                  <a:lnTo>
                    <a:pt x="20813" y="5581"/>
                  </a:lnTo>
                  <a:lnTo>
                    <a:pt x="20813" y="7906"/>
                  </a:lnTo>
                  <a:lnTo>
                    <a:pt x="22764" y="5116"/>
                  </a:lnTo>
                  <a:lnTo>
                    <a:pt x="23306" y="5116"/>
                  </a:lnTo>
                  <a:lnTo>
                    <a:pt x="23631" y="5581"/>
                  </a:lnTo>
                  <a:lnTo>
                    <a:pt x="24065" y="6744"/>
                  </a:lnTo>
                  <a:lnTo>
                    <a:pt x="24390" y="6744"/>
                  </a:lnTo>
                  <a:lnTo>
                    <a:pt x="24390" y="7906"/>
                  </a:lnTo>
                  <a:lnTo>
                    <a:pt x="25149" y="10465"/>
                  </a:lnTo>
                  <a:lnTo>
                    <a:pt x="26124" y="13255"/>
                  </a:lnTo>
                  <a:lnTo>
                    <a:pt x="27208" y="13255"/>
                  </a:lnTo>
                  <a:lnTo>
                    <a:pt x="28509" y="12093"/>
                  </a:lnTo>
                  <a:lnTo>
                    <a:pt x="29701" y="11162"/>
                  </a:lnTo>
                  <a:lnTo>
                    <a:pt x="31002" y="11627"/>
                  </a:lnTo>
                  <a:lnTo>
                    <a:pt x="34579" y="15581"/>
                  </a:lnTo>
                  <a:lnTo>
                    <a:pt x="35338" y="16046"/>
                  </a:lnTo>
                  <a:lnTo>
                    <a:pt x="35880" y="16046"/>
                  </a:lnTo>
                  <a:lnTo>
                    <a:pt x="36422" y="15581"/>
                  </a:lnTo>
                  <a:lnTo>
                    <a:pt x="36964" y="14883"/>
                  </a:lnTo>
                  <a:lnTo>
                    <a:pt x="37398" y="15581"/>
                  </a:lnTo>
                  <a:lnTo>
                    <a:pt x="38157" y="18372"/>
                  </a:lnTo>
                  <a:lnTo>
                    <a:pt x="38699" y="20000"/>
                  </a:lnTo>
                  <a:lnTo>
                    <a:pt x="40000" y="20930"/>
                  </a:lnTo>
                  <a:lnTo>
                    <a:pt x="41300" y="20930"/>
                  </a:lnTo>
                  <a:lnTo>
                    <a:pt x="42818" y="20930"/>
                  </a:lnTo>
                  <a:lnTo>
                    <a:pt x="43794" y="20000"/>
                  </a:lnTo>
                  <a:lnTo>
                    <a:pt x="44878" y="17674"/>
                  </a:lnTo>
                  <a:lnTo>
                    <a:pt x="45636" y="14883"/>
                  </a:lnTo>
                  <a:lnTo>
                    <a:pt x="46178" y="12790"/>
                  </a:lnTo>
                  <a:lnTo>
                    <a:pt x="46395" y="12093"/>
                  </a:lnTo>
                  <a:lnTo>
                    <a:pt x="46612" y="12093"/>
                  </a:lnTo>
                  <a:lnTo>
                    <a:pt x="46612" y="12790"/>
                  </a:lnTo>
                  <a:lnTo>
                    <a:pt x="46937" y="12790"/>
                  </a:lnTo>
                  <a:lnTo>
                    <a:pt x="47479" y="12093"/>
                  </a:lnTo>
                  <a:lnTo>
                    <a:pt x="47913" y="12093"/>
                  </a:lnTo>
                  <a:lnTo>
                    <a:pt x="47913" y="12093"/>
                  </a:lnTo>
                  <a:lnTo>
                    <a:pt x="48455" y="13255"/>
                  </a:lnTo>
                  <a:lnTo>
                    <a:pt x="48672" y="13255"/>
                  </a:lnTo>
                  <a:lnTo>
                    <a:pt x="48672" y="13255"/>
                  </a:lnTo>
                  <a:lnTo>
                    <a:pt x="48672" y="13953"/>
                  </a:lnTo>
                  <a:lnTo>
                    <a:pt x="48997" y="13953"/>
                  </a:lnTo>
                  <a:lnTo>
                    <a:pt x="48997" y="14418"/>
                  </a:lnTo>
                  <a:lnTo>
                    <a:pt x="48997" y="14883"/>
                  </a:lnTo>
                  <a:lnTo>
                    <a:pt x="48672" y="14883"/>
                  </a:lnTo>
                  <a:lnTo>
                    <a:pt x="48672" y="15581"/>
                  </a:lnTo>
                  <a:lnTo>
                    <a:pt x="48672" y="16046"/>
                  </a:lnTo>
                  <a:lnTo>
                    <a:pt x="48997" y="16046"/>
                  </a:lnTo>
                  <a:lnTo>
                    <a:pt x="48997" y="16046"/>
                  </a:lnTo>
                  <a:lnTo>
                    <a:pt x="52357" y="17209"/>
                  </a:lnTo>
                  <a:lnTo>
                    <a:pt x="52357" y="17209"/>
                  </a:lnTo>
                  <a:lnTo>
                    <a:pt x="52791" y="17209"/>
                  </a:lnTo>
                  <a:lnTo>
                    <a:pt x="52791" y="17674"/>
                  </a:lnTo>
                  <a:lnTo>
                    <a:pt x="53333" y="18372"/>
                  </a:lnTo>
                  <a:lnTo>
                    <a:pt x="54092" y="17209"/>
                  </a:lnTo>
                  <a:lnTo>
                    <a:pt x="54634" y="16511"/>
                  </a:lnTo>
                  <a:lnTo>
                    <a:pt x="54634" y="16046"/>
                  </a:lnTo>
                  <a:lnTo>
                    <a:pt x="54850" y="16046"/>
                  </a:lnTo>
                  <a:lnTo>
                    <a:pt x="55934" y="14883"/>
                  </a:lnTo>
                  <a:lnTo>
                    <a:pt x="56151" y="14883"/>
                  </a:lnTo>
                  <a:lnTo>
                    <a:pt x="56151" y="14418"/>
                  </a:lnTo>
                  <a:lnTo>
                    <a:pt x="56368" y="13953"/>
                  </a:lnTo>
                  <a:lnTo>
                    <a:pt x="56368" y="13255"/>
                  </a:lnTo>
                  <a:lnTo>
                    <a:pt x="56368" y="13255"/>
                  </a:lnTo>
                  <a:lnTo>
                    <a:pt x="56693" y="13255"/>
                  </a:lnTo>
                  <a:lnTo>
                    <a:pt x="59186" y="11627"/>
                  </a:lnTo>
                  <a:lnTo>
                    <a:pt x="59512" y="11627"/>
                  </a:lnTo>
                  <a:lnTo>
                    <a:pt x="61246" y="12093"/>
                  </a:lnTo>
                  <a:lnTo>
                    <a:pt x="61246" y="12790"/>
                  </a:lnTo>
                  <a:lnTo>
                    <a:pt x="61571" y="12790"/>
                  </a:lnTo>
                  <a:lnTo>
                    <a:pt x="61788" y="13255"/>
                  </a:lnTo>
                  <a:lnTo>
                    <a:pt x="62005" y="13953"/>
                  </a:lnTo>
                  <a:lnTo>
                    <a:pt x="62547" y="13255"/>
                  </a:lnTo>
                  <a:lnTo>
                    <a:pt x="64823" y="11162"/>
                  </a:lnTo>
                  <a:lnTo>
                    <a:pt x="65365" y="11627"/>
                  </a:lnTo>
                  <a:lnTo>
                    <a:pt x="65691" y="11627"/>
                  </a:lnTo>
                  <a:lnTo>
                    <a:pt x="65907" y="11162"/>
                  </a:lnTo>
                  <a:lnTo>
                    <a:pt x="65907" y="10000"/>
                  </a:lnTo>
                  <a:lnTo>
                    <a:pt x="65907" y="10000"/>
                  </a:lnTo>
                  <a:lnTo>
                    <a:pt x="66124" y="9534"/>
                  </a:lnTo>
                  <a:lnTo>
                    <a:pt x="66124" y="9534"/>
                  </a:lnTo>
                  <a:lnTo>
                    <a:pt x="68509" y="8837"/>
                  </a:lnTo>
                  <a:lnTo>
                    <a:pt x="70243" y="9534"/>
                  </a:lnTo>
                  <a:lnTo>
                    <a:pt x="70569" y="10465"/>
                  </a:lnTo>
                  <a:lnTo>
                    <a:pt x="71002" y="10000"/>
                  </a:lnTo>
                  <a:lnTo>
                    <a:pt x="72303" y="9534"/>
                  </a:lnTo>
                  <a:lnTo>
                    <a:pt x="73062" y="8837"/>
                  </a:lnTo>
                  <a:lnTo>
                    <a:pt x="73604" y="9534"/>
                  </a:lnTo>
                  <a:lnTo>
                    <a:pt x="74579" y="10000"/>
                  </a:lnTo>
                  <a:lnTo>
                    <a:pt x="76422" y="12790"/>
                  </a:lnTo>
                  <a:lnTo>
                    <a:pt x="76964" y="12790"/>
                  </a:lnTo>
                  <a:lnTo>
                    <a:pt x="77398" y="12093"/>
                  </a:lnTo>
                  <a:lnTo>
                    <a:pt x="77940" y="11162"/>
                  </a:lnTo>
                  <a:lnTo>
                    <a:pt x="78482" y="9534"/>
                  </a:lnTo>
                  <a:lnTo>
                    <a:pt x="79783" y="8372"/>
                  </a:lnTo>
                  <a:lnTo>
                    <a:pt x="80216" y="7209"/>
                  </a:lnTo>
                  <a:lnTo>
                    <a:pt x="80216" y="6046"/>
                  </a:lnTo>
                  <a:lnTo>
                    <a:pt x="80542" y="5581"/>
                  </a:lnTo>
                  <a:lnTo>
                    <a:pt x="80758" y="5116"/>
                  </a:lnTo>
                  <a:lnTo>
                    <a:pt x="81300" y="4418"/>
                  </a:lnTo>
                  <a:lnTo>
                    <a:pt x="81517" y="4418"/>
                  </a:lnTo>
                  <a:lnTo>
                    <a:pt x="81842" y="3953"/>
                  </a:lnTo>
                  <a:lnTo>
                    <a:pt x="81842" y="2790"/>
                  </a:lnTo>
                  <a:lnTo>
                    <a:pt x="82059" y="2790"/>
                  </a:lnTo>
                  <a:lnTo>
                    <a:pt x="82818" y="2325"/>
                  </a:lnTo>
                  <a:lnTo>
                    <a:pt x="84336" y="1162"/>
                  </a:lnTo>
                  <a:lnTo>
                    <a:pt x="85094" y="1162"/>
                  </a:lnTo>
                  <a:lnTo>
                    <a:pt x="85636" y="1162"/>
                  </a:lnTo>
                  <a:lnTo>
                    <a:pt x="86178" y="1162"/>
                  </a:lnTo>
                  <a:lnTo>
                    <a:pt x="86178" y="1162"/>
                  </a:lnTo>
                  <a:lnTo>
                    <a:pt x="87479" y="0"/>
                  </a:lnTo>
                  <a:lnTo>
                    <a:pt x="87696" y="0"/>
                  </a:lnTo>
                  <a:lnTo>
                    <a:pt x="87913" y="0"/>
                  </a:lnTo>
                  <a:lnTo>
                    <a:pt x="88238" y="0"/>
                  </a:lnTo>
                  <a:lnTo>
                    <a:pt x="91273" y="697"/>
                  </a:lnTo>
                  <a:lnTo>
                    <a:pt x="92032" y="697"/>
                  </a:lnTo>
                  <a:lnTo>
                    <a:pt x="92357" y="1162"/>
                  </a:lnTo>
                  <a:lnTo>
                    <a:pt x="92574" y="1860"/>
                  </a:lnTo>
                  <a:lnTo>
                    <a:pt x="92574" y="1860"/>
                  </a:lnTo>
                  <a:lnTo>
                    <a:pt x="92791" y="2790"/>
                  </a:lnTo>
                  <a:lnTo>
                    <a:pt x="92791" y="2790"/>
                  </a:lnTo>
                  <a:lnTo>
                    <a:pt x="93116" y="3488"/>
                  </a:lnTo>
                  <a:lnTo>
                    <a:pt x="93550" y="3488"/>
                  </a:lnTo>
                  <a:lnTo>
                    <a:pt x="93875" y="3488"/>
                  </a:lnTo>
                  <a:lnTo>
                    <a:pt x="94092" y="3488"/>
                  </a:lnTo>
                  <a:lnTo>
                    <a:pt x="94092" y="2790"/>
                  </a:lnTo>
                  <a:lnTo>
                    <a:pt x="94417" y="2790"/>
                  </a:lnTo>
                  <a:lnTo>
                    <a:pt x="94850" y="3488"/>
                  </a:lnTo>
                  <a:lnTo>
                    <a:pt x="95934" y="3488"/>
                  </a:lnTo>
                  <a:lnTo>
                    <a:pt x="96151" y="3488"/>
                  </a:lnTo>
                  <a:lnTo>
                    <a:pt x="96368" y="3488"/>
                  </a:lnTo>
                  <a:lnTo>
                    <a:pt x="96368" y="2790"/>
                  </a:lnTo>
                  <a:lnTo>
                    <a:pt x="96368" y="2790"/>
                  </a:lnTo>
                  <a:lnTo>
                    <a:pt x="96693" y="2790"/>
                  </a:lnTo>
                  <a:lnTo>
                    <a:pt x="97452" y="1860"/>
                  </a:lnTo>
                  <a:lnTo>
                    <a:pt x="97669" y="1860"/>
                  </a:lnTo>
                  <a:lnTo>
                    <a:pt x="97994" y="1860"/>
                  </a:lnTo>
                  <a:lnTo>
                    <a:pt x="98211" y="2325"/>
                  </a:lnTo>
                  <a:lnTo>
                    <a:pt x="98211" y="2325"/>
                  </a:lnTo>
                  <a:lnTo>
                    <a:pt x="98211" y="2790"/>
                  </a:lnTo>
                  <a:lnTo>
                    <a:pt x="98211" y="2790"/>
                  </a:lnTo>
                  <a:lnTo>
                    <a:pt x="98211" y="3488"/>
                  </a:lnTo>
                  <a:lnTo>
                    <a:pt x="98211" y="3953"/>
                  </a:lnTo>
                  <a:lnTo>
                    <a:pt x="98211" y="3953"/>
                  </a:lnTo>
                  <a:lnTo>
                    <a:pt x="98211" y="4418"/>
                  </a:lnTo>
                  <a:lnTo>
                    <a:pt x="98211" y="5116"/>
                  </a:lnTo>
                  <a:lnTo>
                    <a:pt x="98211" y="5116"/>
                  </a:lnTo>
                  <a:lnTo>
                    <a:pt x="98211" y="6046"/>
                  </a:lnTo>
                  <a:lnTo>
                    <a:pt x="98428" y="7209"/>
                  </a:lnTo>
                  <a:lnTo>
                    <a:pt x="98428" y="8372"/>
                  </a:lnTo>
                  <a:lnTo>
                    <a:pt x="98753" y="8372"/>
                  </a:lnTo>
                  <a:lnTo>
                    <a:pt x="98753" y="8837"/>
                  </a:lnTo>
                  <a:lnTo>
                    <a:pt x="98753" y="8837"/>
                  </a:lnTo>
                  <a:lnTo>
                    <a:pt x="98970" y="9534"/>
                  </a:lnTo>
                  <a:lnTo>
                    <a:pt x="99728" y="9534"/>
                  </a:lnTo>
                  <a:lnTo>
                    <a:pt x="100054" y="9534"/>
                  </a:lnTo>
                  <a:lnTo>
                    <a:pt x="100271" y="10000"/>
                  </a:lnTo>
                  <a:lnTo>
                    <a:pt x="100271" y="10000"/>
                  </a:lnTo>
                  <a:lnTo>
                    <a:pt x="100487" y="10465"/>
                  </a:lnTo>
                  <a:lnTo>
                    <a:pt x="100487" y="10465"/>
                  </a:lnTo>
                  <a:lnTo>
                    <a:pt x="100487" y="11162"/>
                  </a:lnTo>
                  <a:lnTo>
                    <a:pt x="100487" y="11627"/>
                  </a:lnTo>
                  <a:lnTo>
                    <a:pt x="100487" y="12093"/>
                  </a:lnTo>
                  <a:lnTo>
                    <a:pt x="100813" y="12790"/>
                  </a:lnTo>
                  <a:lnTo>
                    <a:pt x="100813" y="12790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6" name="Shape 11036"/>
            <p:cNvSpPr/>
            <p:nvPr/>
          </p:nvSpPr>
          <p:spPr>
            <a:xfrm>
              <a:off x="1398850" y="2558777"/>
              <a:ext cx="1059317" cy="58378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223" y="64225"/>
                  </a:moveTo>
                  <a:lnTo>
                    <a:pt x="119223" y="64225"/>
                  </a:lnTo>
                  <a:lnTo>
                    <a:pt x="118913" y="64788"/>
                  </a:lnTo>
                  <a:lnTo>
                    <a:pt x="118913" y="65352"/>
                  </a:lnTo>
                  <a:lnTo>
                    <a:pt x="118602" y="64788"/>
                  </a:lnTo>
                  <a:lnTo>
                    <a:pt x="117516" y="64225"/>
                  </a:lnTo>
                  <a:lnTo>
                    <a:pt x="117050" y="64225"/>
                  </a:lnTo>
                  <a:lnTo>
                    <a:pt x="117050" y="64788"/>
                  </a:lnTo>
                  <a:lnTo>
                    <a:pt x="116739" y="65352"/>
                  </a:lnTo>
                  <a:lnTo>
                    <a:pt x="116429" y="66197"/>
                  </a:lnTo>
                  <a:lnTo>
                    <a:pt x="115963" y="66197"/>
                  </a:lnTo>
                  <a:lnTo>
                    <a:pt x="115653" y="66197"/>
                  </a:lnTo>
                  <a:lnTo>
                    <a:pt x="114877" y="64788"/>
                  </a:lnTo>
                  <a:lnTo>
                    <a:pt x="113014" y="62816"/>
                  </a:lnTo>
                  <a:lnTo>
                    <a:pt x="112238" y="61408"/>
                  </a:lnTo>
                  <a:lnTo>
                    <a:pt x="111617" y="62253"/>
                  </a:lnTo>
                  <a:lnTo>
                    <a:pt x="110064" y="59999"/>
                  </a:lnTo>
                  <a:lnTo>
                    <a:pt x="108978" y="59999"/>
                  </a:lnTo>
                  <a:lnTo>
                    <a:pt x="109443" y="61408"/>
                  </a:lnTo>
                  <a:lnTo>
                    <a:pt x="109443" y="61408"/>
                  </a:lnTo>
                  <a:lnTo>
                    <a:pt x="108978" y="62253"/>
                  </a:lnTo>
                  <a:lnTo>
                    <a:pt x="108978" y="62253"/>
                  </a:lnTo>
                  <a:lnTo>
                    <a:pt x="109443" y="62816"/>
                  </a:lnTo>
                  <a:lnTo>
                    <a:pt x="109754" y="63380"/>
                  </a:lnTo>
                  <a:lnTo>
                    <a:pt x="110064" y="64225"/>
                  </a:lnTo>
                  <a:lnTo>
                    <a:pt x="110530" y="64225"/>
                  </a:lnTo>
                  <a:lnTo>
                    <a:pt x="110530" y="64788"/>
                  </a:lnTo>
                  <a:lnTo>
                    <a:pt x="110064" y="65352"/>
                  </a:lnTo>
                  <a:lnTo>
                    <a:pt x="110064" y="66197"/>
                  </a:lnTo>
                  <a:lnTo>
                    <a:pt x="109754" y="66760"/>
                  </a:lnTo>
                  <a:lnTo>
                    <a:pt x="110530" y="67323"/>
                  </a:lnTo>
                  <a:lnTo>
                    <a:pt x="110530" y="68169"/>
                  </a:lnTo>
                  <a:lnTo>
                    <a:pt x="110064" y="68169"/>
                  </a:lnTo>
                  <a:lnTo>
                    <a:pt x="109443" y="66760"/>
                  </a:lnTo>
                  <a:lnTo>
                    <a:pt x="108978" y="65352"/>
                  </a:lnTo>
                  <a:lnTo>
                    <a:pt x="106804" y="64225"/>
                  </a:lnTo>
                  <a:lnTo>
                    <a:pt x="104165" y="60845"/>
                  </a:lnTo>
                  <a:lnTo>
                    <a:pt x="103544" y="59999"/>
                  </a:lnTo>
                  <a:lnTo>
                    <a:pt x="101992" y="58028"/>
                  </a:lnTo>
                  <a:lnTo>
                    <a:pt x="101681" y="58028"/>
                  </a:lnTo>
                  <a:lnTo>
                    <a:pt x="100129" y="58028"/>
                  </a:lnTo>
                  <a:lnTo>
                    <a:pt x="99818" y="58028"/>
                  </a:lnTo>
                  <a:lnTo>
                    <a:pt x="99042" y="57464"/>
                  </a:lnTo>
                  <a:lnTo>
                    <a:pt x="97179" y="54084"/>
                  </a:lnTo>
                  <a:lnTo>
                    <a:pt x="96869" y="54084"/>
                  </a:lnTo>
                  <a:lnTo>
                    <a:pt x="96558" y="52676"/>
                  </a:lnTo>
                  <a:lnTo>
                    <a:pt x="95782" y="52112"/>
                  </a:lnTo>
                  <a:lnTo>
                    <a:pt x="93609" y="50704"/>
                  </a:lnTo>
                  <a:lnTo>
                    <a:pt x="92833" y="50140"/>
                  </a:lnTo>
                  <a:lnTo>
                    <a:pt x="92522" y="48732"/>
                  </a:lnTo>
                  <a:lnTo>
                    <a:pt x="92056" y="47323"/>
                  </a:lnTo>
                  <a:lnTo>
                    <a:pt x="91435" y="48169"/>
                  </a:lnTo>
                  <a:lnTo>
                    <a:pt x="90659" y="48732"/>
                  </a:lnTo>
                  <a:lnTo>
                    <a:pt x="89883" y="48732"/>
                  </a:lnTo>
                  <a:lnTo>
                    <a:pt x="89573" y="47323"/>
                  </a:lnTo>
                  <a:lnTo>
                    <a:pt x="89107" y="46760"/>
                  </a:lnTo>
                  <a:lnTo>
                    <a:pt x="86623" y="45352"/>
                  </a:lnTo>
                  <a:lnTo>
                    <a:pt x="86313" y="42816"/>
                  </a:lnTo>
                  <a:lnTo>
                    <a:pt x="81034" y="38873"/>
                  </a:lnTo>
                  <a:lnTo>
                    <a:pt x="79327" y="36901"/>
                  </a:lnTo>
                  <a:lnTo>
                    <a:pt x="78861" y="38028"/>
                  </a:lnTo>
                  <a:lnTo>
                    <a:pt x="78551" y="39436"/>
                  </a:lnTo>
                  <a:lnTo>
                    <a:pt x="78551" y="40845"/>
                  </a:lnTo>
                  <a:lnTo>
                    <a:pt x="78861" y="42816"/>
                  </a:lnTo>
                  <a:lnTo>
                    <a:pt x="76688" y="41408"/>
                  </a:lnTo>
                  <a:lnTo>
                    <a:pt x="75601" y="40845"/>
                  </a:lnTo>
                  <a:lnTo>
                    <a:pt x="75601" y="39436"/>
                  </a:lnTo>
                  <a:lnTo>
                    <a:pt x="74514" y="36901"/>
                  </a:lnTo>
                  <a:lnTo>
                    <a:pt x="72962" y="35492"/>
                  </a:lnTo>
                  <a:lnTo>
                    <a:pt x="68305" y="34929"/>
                  </a:lnTo>
                  <a:lnTo>
                    <a:pt x="65976" y="34084"/>
                  </a:lnTo>
                  <a:lnTo>
                    <a:pt x="64579" y="32676"/>
                  </a:lnTo>
                  <a:lnTo>
                    <a:pt x="64269" y="33521"/>
                  </a:lnTo>
                  <a:lnTo>
                    <a:pt x="61940" y="33521"/>
                  </a:lnTo>
                  <a:lnTo>
                    <a:pt x="60853" y="33521"/>
                  </a:lnTo>
                  <a:lnTo>
                    <a:pt x="60543" y="32676"/>
                  </a:lnTo>
                  <a:lnTo>
                    <a:pt x="59767" y="32112"/>
                  </a:lnTo>
                  <a:lnTo>
                    <a:pt x="56817" y="32112"/>
                  </a:lnTo>
                  <a:lnTo>
                    <a:pt x="55730" y="32676"/>
                  </a:lnTo>
                  <a:lnTo>
                    <a:pt x="54954" y="33521"/>
                  </a:lnTo>
                  <a:lnTo>
                    <a:pt x="53868" y="35492"/>
                  </a:lnTo>
                  <a:lnTo>
                    <a:pt x="53557" y="36901"/>
                  </a:lnTo>
                  <a:lnTo>
                    <a:pt x="53247" y="37464"/>
                  </a:lnTo>
                  <a:lnTo>
                    <a:pt x="52781" y="37464"/>
                  </a:lnTo>
                  <a:lnTo>
                    <a:pt x="52470" y="37464"/>
                  </a:lnTo>
                  <a:lnTo>
                    <a:pt x="52005" y="37464"/>
                  </a:lnTo>
                  <a:lnTo>
                    <a:pt x="49521" y="42253"/>
                  </a:lnTo>
                  <a:lnTo>
                    <a:pt x="48745" y="42253"/>
                  </a:lnTo>
                  <a:lnTo>
                    <a:pt x="47968" y="42816"/>
                  </a:lnTo>
                  <a:lnTo>
                    <a:pt x="46882" y="44788"/>
                  </a:lnTo>
                  <a:lnTo>
                    <a:pt x="43932" y="50140"/>
                  </a:lnTo>
                  <a:lnTo>
                    <a:pt x="42846" y="52676"/>
                  </a:lnTo>
                  <a:lnTo>
                    <a:pt x="43311" y="54647"/>
                  </a:lnTo>
                  <a:lnTo>
                    <a:pt x="42846" y="56056"/>
                  </a:lnTo>
                  <a:lnTo>
                    <a:pt x="42846" y="56901"/>
                  </a:lnTo>
                  <a:lnTo>
                    <a:pt x="42846" y="58028"/>
                  </a:lnTo>
                  <a:lnTo>
                    <a:pt x="42846" y="58028"/>
                  </a:lnTo>
                  <a:lnTo>
                    <a:pt x="42225" y="59436"/>
                  </a:lnTo>
                  <a:lnTo>
                    <a:pt x="41759" y="59436"/>
                  </a:lnTo>
                  <a:lnTo>
                    <a:pt x="41759" y="61408"/>
                  </a:lnTo>
                  <a:lnTo>
                    <a:pt x="41759" y="62816"/>
                  </a:lnTo>
                  <a:lnTo>
                    <a:pt x="41759" y="63380"/>
                  </a:lnTo>
                  <a:lnTo>
                    <a:pt x="41448" y="65352"/>
                  </a:lnTo>
                  <a:lnTo>
                    <a:pt x="40362" y="66760"/>
                  </a:lnTo>
                  <a:lnTo>
                    <a:pt x="37723" y="68732"/>
                  </a:lnTo>
                  <a:lnTo>
                    <a:pt x="36326" y="70140"/>
                  </a:lnTo>
                  <a:lnTo>
                    <a:pt x="35549" y="71549"/>
                  </a:lnTo>
                  <a:lnTo>
                    <a:pt x="35239" y="72676"/>
                  </a:lnTo>
                  <a:lnTo>
                    <a:pt x="34152" y="76056"/>
                  </a:lnTo>
                  <a:lnTo>
                    <a:pt x="34152" y="76901"/>
                  </a:lnTo>
                  <a:lnTo>
                    <a:pt x="34463" y="78873"/>
                  </a:lnTo>
                  <a:lnTo>
                    <a:pt x="34463" y="80000"/>
                  </a:lnTo>
                  <a:lnTo>
                    <a:pt x="34152" y="81408"/>
                  </a:lnTo>
                  <a:lnTo>
                    <a:pt x="33686" y="83380"/>
                  </a:lnTo>
                  <a:lnTo>
                    <a:pt x="31824" y="88169"/>
                  </a:lnTo>
                  <a:lnTo>
                    <a:pt x="31203" y="91549"/>
                  </a:lnTo>
                  <a:lnTo>
                    <a:pt x="32289" y="93521"/>
                  </a:lnTo>
                  <a:lnTo>
                    <a:pt x="32289" y="94084"/>
                  </a:lnTo>
                  <a:lnTo>
                    <a:pt x="31203" y="94647"/>
                  </a:lnTo>
                  <a:lnTo>
                    <a:pt x="29650" y="98028"/>
                  </a:lnTo>
                  <a:lnTo>
                    <a:pt x="28564" y="99436"/>
                  </a:lnTo>
                  <a:lnTo>
                    <a:pt x="28253" y="100000"/>
                  </a:lnTo>
                  <a:lnTo>
                    <a:pt x="28253" y="100845"/>
                  </a:lnTo>
                  <a:lnTo>
                    <a:pt x="27787" y="101408"/>
                  </a:lnTo>
                  <a:lnTo>
                    <a:pt x="27787" y="101971"/>
                  </a:lnTo>
                  <a:lnTo>
                    <a:pt x="27166" y="102816"/>
                  </a:lnTo>
                  <a:lnTo>
                    <a:pt x="26080" y="103380"/>
                  </a:lnTo>
                  <a:lnTo>
                    <a:pt x="23130" y="108732"/>
                  </a:lnTo>
                  <a:lnTo>
                    <a:pt x="15058" y="113521"/>
                  </a:lnTo>
                  <a:lnTo>
                    <a:pt x="12729" y="116901"/>
                  </a:lnTo>
                  <a:lnTo>
                    <a:pt x="11021" y="118028"/>
                  </a:lnTo>
                  <a:lnTo>
                    <a:pt x="5122" y="118873"/>
                  </a:lnTo>
                  <a:lnTo>
                    <a:pt x="3570" y="119999"/>
                  </a:lnTo>
                  <a:lnTo>
                    <a:pt x="2949" y="119999"/>
                  </a:lnTo>
                  <a:lnTo>
                    <a:pt x="2483" y="119436"/>
                  </a:lnTo>
                  <a:lnTo>
                    <a:pt x="2173" y="119436"/>
                  </a:lnTo>
                  <a:lnTo>
                    <a:pt x="1707" y="119436"/>
                  </a:lnTo>
                  <a:lnTo>
                    <a:pt x="310" y="114084"/>
                  </a:lnTo>
                  <a:lnTo>
                    <a:pt x="0" y="110704"/>
                  </a:lnTo>
                  <a:lnTo>
                    <a:pt x="620" y="108169"/>
                  </a:lnTo>
                  <a:lnTo>
                    <a:pt x="2483" y="103380"/>
                  </a:lnTo>
                  <a:lnTo>
                    <a:pt x="3260" y="100845"/>
                  </a:lnTo>
                  <a:lnTo>
                    <a:pt x="5433" y="96901"/>
                  </a:lnTo>
                  <a:lnTo>
                    <a:pt x="6520" y="94084"/>
                  </a:lnTo>
                  <a:lnTo>
                    <a:pt x="6985" y="92676"/>
                  </a:lnTo>
                  <a:lnTo>
                    <a:pt x="6985" y="90140"/>
                  </a:lnTo>
                  <a:lnTo>
                    <a:pt x="7296" y="88732"/>
                  </a:lnTo>
                  <a:lnTo>
                    <a:pt x="7606" y="87323"/>
                  </a:lnTo>
                  <a:lnTo>
                    <a:pt x="8382" y="86197"/>
                  </a:lnTo>
                  <a:lnTo>
                    <a:pt x="8693" y="84788"/>
                  </a:lnTo>
                  <a:lnTo>
                    <a:pt x="8693" y="82816"/>
                  </a:lnTo>
                  <a:lnTo>
                    <a:pt x="8693" y="81971"/>
                  </a:lnTo>
                  <a:lnTo>
                    <a:pt x="9469" y="81971"/>
                  </a:lnTo>
                  <a:lnTo>
                    <a:pt x="11021" y="80845"/>
                  </a:lnTo>
                  <a:lnTo>
                    <a:pt x="11021" y="80845"/>
                  </a:lnTo>
                  <a:lnTo>
                    <a:pt x="11021" y="80000"/>
                  </a:lnTo>
                  <a:lnTo>
                    <a:pt x="10556" y="80000"/>
                  </a:lnTo>
                  <a:lnTo>
                    <a:pt x="10556" y="80000"/>
                  </a:lnTo>
                  <a:lnTo>
                    <a:pt x="10556" y="79436"/>
                  </a:lnTo>
                  <a:lnTo>
                    <a:pt x="10245" y="78873"/>
                  </a:lnTo>
                  <a:lnTo>
                    <a:pt x="10245" y="78873"/>
                  </a:lnTo>
                  <a:lnTo>
                    <a:pt x="10556" y="78028"/>
                  </a:lnTo>
                  <a:lnTo>
                    <a:pt x="10556" y="78028"/>
                  </a:lnTo>
                  <a:lnTo>
                    <a:pt x="11021" y="76901"/>
                  </a:lnTo>
                  <a:lnTo>
                    <a:pt x="11021" y="76056"/>
                  </a:lnTo>
                  <a:lnTo>
                    <a:pt x="11332" y="75492"/>
                  </a:lnTo>
                  <a:lnTo>
                    <a:pt x="11332" y="75492"/>
                  </a:lnTo>
                  <a:lnTo>
                    <a:pt x="11642" y="75492"/>
                  </a:lnTo>
                  <a:lnTo>
                    <a:pt x="12108" y="75492"/>
                  </a:lnTo>
                  <a:lnTo>
                    <a:pt x="12419" y="75492"/>
                  </a:lnTo>
                  <a:lnTo>
                    <a:pt x="13195" y="76056"/>
                  </a:lnTo>
                  <a:lnTo>
                    <a:pt x="13816" y="76056"/>
                  </a:lnTo>
                  <a:lnTo>
                    <a:pt x="13816" y="76901"/>
                  </a:lnTo>
                  <a:lnTo>
                    <a:pt x="15368" y="76901"/>
                  </a:lnTo>
                  <a:lnTo>
                    <a:pt x="18318" y="76901"/>
                  </a:lnTo>
                  <a:lnTo>
                    <a:pt x="19404" y="76901"/>
                  </a:lnTo>
                  <a:lnTo>
                    <a:pt x="22664" y="76901"/>
                  </a:lnTo>
                  <a:lnTo>
                    <a:pt x="23130" y="76901"/>
                  </a:lnTo>
                  <a:lnTo>
                    <a:pt x="23130" y="76901"/>
                  </a:lnTo>
                  <a:lnTo>
                    <a:pt x="23130" y="76056"/>
                  </a:lnTo>
                  <a:lnTo>
                    <a:pt x="23441" y="76056"/>
                  </a:lnTo>
                  <a:lnTo>
                    <a:pt x="23130" y="75492"/>
                  </a:lnTo>
                  <a:lnTo>
                    <a:pt x="23130" y="74647"/>
                  </a:lnTo>
                  <a:lnTo>
                    <a:pt x="23130" y="74647"/>
                  </a:lnTo>
                  <a:lnTo>
                    <a:pt x="22664" y="74647"/>
                  </a:lnTo>
                  <a:lnTo>
                    <a:pt x="22354" y="74084"/>
                  </a:lnTo>
                  <a:lnTo>
                    <a:pt x="22354" y="74084"/>
                  </a:lnTo>
                  <a:lnTo>
                    <a:pt x="21888" y="73521"/>
                  </a:lnTo>
                  <a:lnTo>
                    <a:pt x="22354" y="72676"/>
                  </a:lnTo>
                  <a:lnTo>
                    <a:pt x="22354" y="72112"/>
                  </a:lnTo>
                  <a:lnTo>
                    <a:pt x="22664" y="71549"/>
                  </a:lnTo>
                  <a:lnTo>
                    <a:pt x="23130" y="70704"/>
                  </a:lnTo>
                  <a:lnTo>
                    <a:pt x="23130" y="70704"/>
                  </a:lnTo>
                  <a:lnTo>
                    <a:pt x="23751" y="70704"/>
                  </a:lnTo>
                  <a:lnTo>
                    <a:pt x="24217" y="71549"/>
                  </a:lnTo>
                  <a:lnTo>
                    <a:pt x="24838" y="71549"/>
                  </a:lnTo>
                  <a:lnTo>
                    <a:pt x="24838" y="71549"/>
                  </a:lnTo>
                  <a:lnTo>
                    <a:pt x="25304" y="70704"/>
                  </a:lnTo>
                  <a:lnTo>
                    <a:pt x="25304" y="70704"/>
                  </a:lnTo>
                  <a:lnTo>
                    <a:pt x="25614" y="70140"/>
                  </a:lnTo>
                  <a:lnTo>
                    <a:pt x="26080" y="68732"/>
                  </a:lnTo>
                  <a:lnTo>
                    <a:pt x="26390" y="67323"/>
                  </a:lnTo>
                  <a:lnTo>
                    <a:pt x="26390" y="66760"/>
                  </a:lnTo>
                  <a:lnTo>
                    <a:pt x="26390" y="66197"/>
                  </a:lnTo>
                  <a:lnTo>
                    <a:pt x="26390" y="65352"/>
                  </a:lnTo>
                  <a:lnTo>
                    <a:pt x="26390" y="64788"/>
                  </a:lnTo>
                  <a:lnTo>
                    <a:pt x="26080" y="64225"/>
                  </a:lnTo>
                  <a:lnTo>
                    <a:pt x="26080" y="64225"/>
                  </a:lnTo>
                  <a:lnTo>
                    <a:pt x="25614" y="63380"/>
                  </a:lnTo>
                  <a:lnTo>
                    <a:pt x="25614" y="62816"/>
                  </a:lnTo>
                  <a:lnTo>
                    <a:pt x="25614" y="61408"/>
                  </a:lnTo>
                  <a:lnTo>
                    <a:pt x="25614" y="60845"/>
                  </a:lnTo>
                  <a:lnTo>
                    <a:pt x="25614" y="59999"/>
                  </a:lnTo>
                  <a:lnTo>
                    <a:pt x="25614" y="59436"/>
                  </a:lnTo>
                  <a:lnTo>
                    <a:pt x="25614" y="59436"/>
                  </a:lnTo>
                  <a:lnTo>
                    <a:pt x="25614" y="58028"/>
                  </a:lnTo>
                  <a:lnTo>
                    <a:pt x="25614" y="55492"/>
                  </a:lnTo>
                  <a:lnTo>
                    <a:pt x="25614" y="54647"/>
                  </a:lnTo>
                  <a:lnTo>
                    <a:pt x="25614" y="54084"/>
                  </a:lnTo>
                  <a:lnTo>
                    <a:pt x="25304" y="53521"/>
                  </a:lnTo>
                  <a:lnTo>
                    <a:pt x="25304" y="53521"/>
                  </a:lnTo>
                  <a:lnTo>
                    <a:pt x="25304" y="52676"/>
                  </a:lnTo>
                  <a:lnTo>
                    <a:pt x="25304" y="52676"/>
                  </a:lnTo>
                  <a:lnTo>
                    <a:pt x="25614" y="52112"/>
                  </a:lnTo>
                  <a:lnTo>
                    <a:pt x="26080" y="51549"/>
                  </a:lnTo>
                  <a:lnTo>
                    <a:pt x="26390" y="50704"/>
                  </a:lnTo>
                  <a:lnTo>
                    <a:pt x="26701" y="50140"/>
                  </a:lnTo>
                  <a:lnTo>
                    <a:pt x="26701" y="49577"/>
                  </a:lnTo>
                  <a:lnTo>
                    <a:pt x="27166" y="48732"/>
                  </a:lnTo>
                  <a:lnTo>
                    <a:pt x="27787" y="47323"/>
                  </a:lnTo>
                  <a:lnTo>
                    <a:pt x="28253" y="46760"/>
                  </a:lnTo>
                  <a:lnTo>
                    <a:pt x="28253" y="46760"/>
                  </a:lnTo>
                  <a:lnTo>
                    <a:pt x="28253" y="45352"/>
                  </a:lnTo>
                  <a:lnTo>
                    <a:pt x="28564" y="44225"/>
                  </a:lnTo>
                  <a:lnTo>
                    <a:pt x="28874" y="42253"/>
                  </a:lnTo>
                  <a:lnTo>
                    <a:pt x="28874" y="41408"/>
                  </a:lnTo>
                  <a:lnTo>
                    <a:pt x="29340" y="40845"/>
                  </a:lnTo>
                  <a:lnTo>
                    <a:pt x="29340" y="40845"/>
                  </a:lnTo>
                  <a:lnTo>
                    <a:pt x="30116" y="40000"/>
                  </a:lnTo>
                  <a:lnTo>
                    <a:pt x="30426" y="39436"/>
                  </a:lnTo>
                  <a:lnTo>
                    <a:pt x="30426" y="39436"/>
                  </a:lnTo>
                  <a:lnTo>
                    <a:pt x="30426" y="39436"/>
                  </a:lnTo>
                  <a:lnTo>
                    <a:pt x="30737" y="38028"/>
                  </a:lnTo>
                  <a:lnTo>
                    <a:pt x="31203" y="37464"/>
                  </a:lnTo>
                  <a:lnTo>
                    <a:pt x="31203" y="36901"/>
                  </a:lnTo>
                  <a:lnTo>
                    <a:pt x="30737" y="35492"/>
                  </a:lnTo>
                  <a:lnTo>
                    <a:pt x="30737" y="34929"/>
                  </a:lnTo>
                  <a:lnTo>
                    <a:pt x="30737" y="34084"/>
                  </a:lnTo>
                  <a:lnTo>
                    <a:pt x="30426" y="33521"/>
                  </a:lnTo>
                  <a:lnTo>
                    <a:pt x="30116" y="33521"/>
                  </a:lnTo>
                  <a:lnTo>
                    <a:pt x="30116" y="32676"/>
                  </a:lnTo>
                  <a:lnTo>
                    <a:pt x="30116" y="32676"/>
                  </a:lnTo>
                  <a:lnTo>
                    <a:pt x="30116" y="32112"/>
                  </a:lnTo>
                  <a:lnTo>
                    <a:pt x="30116" y="31549"/>
                  </a:lnTo>
                  <a:lnTo>
                    <a:pt x="30426" y="30140"/>
                  </a:lnTo>
                  <a:lnTo>
                    <a:pt x="30426" y="28732"/>
                  </a:lnTo>
                  <a:lnTo>
                    <a:pt x="30737" y="26760"/>
                  </a:lnTo>
                  <a:lnTo>
                    <a:pt x="30737" y="26760"/>
                  </a:lnTo>
                  <a:lnTo>
                    <a:pt x="31513" y="24788"/>
                  </a:lnTo>
                  <a:lnTo>
                    <a:pt x="32289" y="24225"/>
                  </a:lnTo>
                  <a:lnTo>
                    <a:pt x="32600" y="25352"/>
                  </a:lnTo>
                  <a:lnTo>
                    <a:pt x="32910" y="26197"/>
                  </a:lnTo>
                  <a:lnTo>
                    <a:pt x="33376" y="26197"/>
                  </a:lnTo>
                  <a:lnTo>
                    <a:pt x="34152" y="26760"/>
                  </a:lnTo>
                  <a:lnTo>
                    <a:pt x="34773" y="27323"/>
                  </a:lnTo>
                  <a:lnTo>
                    <a:pt x="35239" y="28169"/>
                  </a:lnTo>
                  <a:lnTo>
                    <a:pt x="35239" y="28169"/>
                  </a:lnTo>
                  <a:lnTo>
                    <a:pt x="36326" y="28732"/>
                  </a:lnTo>
                  <a:lnTo>
                    <a:pt x="36636" y="28732"/>
                  </a:lnTo>
                  <a:lnTo>
                    <a:pt x="36946" y="29577"/>
                  </a:lnTo>
                  <a:lnTo>
                    <a:pt x="36946" y="29577"/>
                  </a:lnTo>
                  <a:lnTo>
                    <a:pt x="36946" y="29577"/>
                  </a:lnTo>
                  <a:lnTo>
                    <a:pt x="37412" y="30140"/>
                  </a:lnTo>
                  <a:lnTo>
                    <a:pt x="37723" y="29577"/>
                  </a:lnTo>
                  <a:lnTo>
                    <a:pt x="38188" y="28732"/>
                  </a:lnTo>
                  <a:lnTo>
                    <a:pt x="38499" y="28732"/>
                  </a:lnTo>
                  <a:lnTo>
                    <a:pt x="38499" y="28169"/>
                  </a:lnTo>
                  <a:lnTo>
                    <a:pt x="38499" y="27323"/>
                  </a:lnTo>
                  <a:lnTo>
                    <a:pt x="38499" y="27323"/>
                  </a:lnTo>
                  <a:lnTo>
                    <a:pt x="38809" y="26760"/>
                  </a:lnTo>
                  <a:lnTo>
                    <a:pt x="38809" y="26760"/>
                  </a:lnTo>
                  <a:lnTo>
                    <a:pt x="38809" y="26197"/>
                  </a:lnTo>
                  <a:lnTo>
                    <a:pt x="39586" y="25352"/>
                  </a:lnTo>
                  <a:lnTo>
                    <a:pt x="39586" y="25352"/>
                  </a:lnTo>
                  <a:lnTo>
                    <a:pt x="39896" y="24788"/>
                  </a:lnTo>
                  <a:lnTo>
                    <a:pt x="40362" y="25352"/>
                  </a:lnTo>
                  <a:lnTo>
                    <a:pt x="40672" y="25352"/>
                  </a:lnTo>
                  <a:lnTo>
                    <a:pt x="41138" y="25352"/>
                  </a:lnTo>
                  <a:lnTo>
                    <a:pt x="41448" y="24788"/>
                  </a:lnTo>
                  <a:lnTo>
                    <a:pt x="42846" y="24225"/>
                  </a:lnTo>
                  <a:lnTo>
                    <a:pt x="46882" y="23380"/>
                  </a:lnTo>
                  <a:lnTo>
                    <a:pt x="47658" y="22816"/>
                  </a:lnTo>
                  <a:lnTo>
                    <a:pt x="47968" y="21408"/>
                  </a:lnTo>
                  <a:lnTo>
                    <a:pt x="48434" y="20845"/>
                  </a:lnTo>
                  <a:lnTo>
                    <a:pt x="48434" y="20000"/>
                  </a:lnTo>
                  <a:lnTo>
                    <a:pt x="48434" y="20000"/>
                  </a:lnTo>
                  <a:lnTo>
                    <a:pt x="48434" y="19436"/>
                  </a:lnTo>
                  <a:lnTo>
                    <a:pt x="48434" y="18873"/>
                  </a:lnTo>
                  <a:lnTo>
                    <a:pt x="48434" y="18873"/>
                  </a:lnTo>
                  <a:lnTo>
                    <a:pt x="47968" y="18028"/>
                  </a:lnTo>
                  <a:lnTo>
                    <a:pt x="47968" y="18028"/>
                  </a:lnTo>
                  <a:lnTo>
                    <a:pt x="48434" y="17464"/>
                  </a:lnTo>
                  <a:lnTo>
                    <a:pt x="48434" y="16901"/>
                  </a:lnTo>
                  <a:lnTo>
                    <a:pt x="48434" y="16056"/>
                  </a:lnTo>
                  <a:lnTo>
                    <a:pt x="48434" y="15492"/>
                  </a:lnTo>
                  <a:lnTo>
                    <a:pt x="48745" y="14929"/>
                  </a:lnTo>
                  <a:lnTo>
                    <a:pt x="48745" y="14929"/>
                  </a:lnTo>
                  <a:lnTo>
                    <a:pt x="49210" y="14929"/>
                  </a:lnTo>
                  <a:lnTo>
                    <a:pt x="49521" y="14084"/>
                  </a:lnTo>
                  <a:lnTo>
                    <a:pt x="53557" y="14084"/>
                  </a:lnTo>
                  <a:lnTo>
                    <a:pt x="53868" y="14929"/>
                  </a:lnTo>
                  <a:lnTo>
                    <a:pt x="53868" y="14929"/>
                  </a:lnTo>
                  <a:lnTo>
                    <a:pt x="54333" y="14929"/>
                  </a:lnTo>
                  <a:lnTo>
                    <a:pt x="54333" y="15492"/>
                  </a:lnTo>
                  <a:lnTo>
                    <a:pt x="54644" y="16056"/>
                  </a:lnTo>
                  <a:lnTo>
                    <a:pt x="54644" y="16901"/>
                  </a:lnTo>
                  <a:lnTo>
                    <a:pt x="55420" y="17464"/>
                  </a:lnTo>
                  <a:lnTo>
                    <a:pt x="55730" y="18873"/>
                  </a:lnTo>
                  <a:lnTo>
                    <a:pt x="55730" y="19436"/>
                  </a:lnTo>
                  <a:lnTo>
                    <a:pt x="56196" y="20000"/>
                  </a:lnTo>
                  <a:lnTo>
                    <a:pt x="56507" y="20845"/>
                  </a:lnTo>
                  <a:lnTo>
                    <a:pt x="56507" y="20845"/>
                  </a:lnTo>
                  <a:lnTo>
                    <a:pt x="56507" y="22253"/>
                  </a:lnTo>
                  <a:lnTo>
                    <a:pt x="56507" y="22816"/>
                  </a:lnTo>
                  <a:lnTo>
                    <a:pt x="56507" y="23380"/>
                  </a:lnTo>
                  <a:lnTo>
                    <a:pt x="56507" y="23380"/>
                  </a:lnTo>
                  <a:lnTo>
                    <a:pt x="56817" y="23380"/>
                  </a:lnTo>
                  <a:lnTo>
                    <a:pt x="56817" y="23380"/>
                  </a:lnTo>
                  <a:lnTo>
                    <a:pt x="56817" y="23380"/>
                  </a:lnTo>
                  <a:lnTo>
                    <a:pt x="57283" y="22253"/>
                  </a:lnTo>
                  <a:lnTo>
                    <a:pt x="57593" y="21408"/>
                  </a:lnTo>
                  <a:lnTo>
                    <a:pt x="57593" y="20845"/>
                  </a:lnTo>
                  <a:lnTo>
                    <a:pt x="58369" y="20000"/>
                  </a:lnTo>
                  <a:lnTo>
                    <a:pt x="58369" y="19436"/>
                  </a:lnTo>
                  <a:lnTo>
                    <a:pt x="58680" y="19436"/>
                  </a:lnTo>
                  <a:lnTo>
                    <a:pt x="58680" y="18873"/>
                  </a:lnTo>
                  <a:lnTo>
                    <a:pt x="58680" y="18028"/>
                  </a:lnTo>
                  <a:lnTo>
                    <a:pt x="58680" y="16901"/>
                  </a:lnTo>
                  <a:lnTo>
                    <a:pt x="58990" y="16056"/>
                  </a:lnTo>
                  <a:lnTo>
                    <a:pt x="58990" y="16056"/>
                  </a:lnTo>
                  <a:lnTo>
                    <a:pt x="59767" y="15492"/>
                  </a:lnTo>
                  <a:lnTo>
                    <a:pt x="60853" y="15492"/>
                  </a:lnTo>
                  <a:lnTo>
                    <a:pt x="61940" y="15492"/>
                  </a:lnTo>
                  <a:lnTo>
                    <a:pt x="61940" y="15492"/>
                  </a:lnTo>
                  <a:lnTo>
                    <a:pt x="62406" y="14929"/>
                  </a:lnTo>
                  <a:lnTo>
                    <a:pt x="62716" y="14084"/>
                  </a:lnTo>
                  <a:lnTo>
                    <a:pt x="62716" y="13521"/>
                  </a:lnTo>
                  <a:lnTo>
                    <a:pt x="62716" y="13521"/>
                  </a:lnTo>
                  <a:lnTo>
                    <a:pt x="62716" y="12676"/>
                  </a:lnTo>
                  <a:lnTo>
                    <a:pt x="62406" y="11549"/>
                  </a:lnTo>
                  <a:lnTo>
                    <a:pt x="62406" y="10140"/>
                  </a:lnTo>
                  <a:lnTo>
                    <a:pt x="62406" y="9577"/>
                  </a:lnTo>
                  <a:lnTo>
                    <a:pt x="62406" y="9577"/>
                  </a:lnTo>
                  <a:lnTo>
                    <a:pt x="62406" y="8732"/>
                  </a:lnTo>
                  <a:lnTo>
                    <a:pt x="61940" y="8732"/>
                  </a:lnTo>
                  <a:lnTo>
                    <a:pt x="61630" y="8169"/>
                  </a:lnTo>
                  <a:lnTo>
                    <a:pt x="60853" y="7605"/>
                  </a:lnTo>
                  <a:lnTo>
                    <a:pt x="60853" y="6760"/>
                  </a:lnTo>
                  <a:lnTo>
                    <a:pt x="60543" y="6760"/>
                  </a:lnTo>
                  <a:lnTo>
                    <a:pt x="60543" y="6197"/>
                  </a:lnTo>
                  <a:lnTo>
                    <a:pt x="60853" y="6197"/>
                  </a:lnTo>
                  <a:lnTo>
                    <a:pt x="61630" y="4788"/>
                  </a:lnTo>
                  <a:lnTo>
                    <a:pt x="61940" y="3380"/>
                  </a:lnTo>
                  <a:lnTo>
                    <a:pt x="61940" y="3380"/>
                  </a:lnTo>
                  <a:lnTo>
                    <a:pt x="61940" y="2816"/>
                  </a:lnTo>
                  <a:lnTo>
                    <a:pt x="61940" y="1408"/>
                  </a:lnTo>
                  <a:lnTo>
                    <a:pt x="62406" y="845"/>
                  </a:lnTo>
                  <a:lnTo>
                    <a:pt x="62406" y="845"/>
                  </a:lnTo>
                  <a:lnTo>
                    <a:pt x="62716" y="845"/>
                  </a:lnTo>
                  <a:lnTo>
                    <a:pt x="63492" y="0"/>
                  </a:lnTo>
                  <a:lnTo>
                    <a:pt x="63803" y="0"/>
                  </a:lnTo>
                  <a:lnTo>
                    <a:pt x="64269" y="0"/>
                  </a:lnTo>
                  <a:lnTo>
                    <a:pt x="64579" y="1408"/>
                  </a:lnTo>
                  <a:lnTo>
                    <a:pt x="64890" y="1408"/>
                  </a:lnTo>
                  <a:lnTo>
                    <a:pt x="65355" y="2253"/>
                  </a:lnTo>
                  <a:lnTo>
                    <a:pt x="66442" y="2816"/>
                  </a:lnTo>
                  <a:lnTo>
                    <a:pt x="66752" y="3380"/>
                  </a:lnTo>
                  <a:lnTo>
                    <a:pt x="67839" y="4788"/>
                  </a:lnTo>
                  <a:lnTo>
                    <a:pt x="68305" y="5352"/>
                  </a:lnTo>
                  <a:lnTo>
                    <a:pt x="70789" y="6760"/>
                  </a:lnTo>
                  <a:lnTo>
                    <a:pt x="71254" y="6760"/>
                  </a:lnTo>
                  <a:lnTo>
                    <a:pt x="71565" y="7605"/>
                  </a:lnTo>
                  <a:lnTo>
                    <a:pt x="71565" y="8732"/>
                  </a:lnTo>
                  <a:lnTo>
                    <a:pt x="71875" y="8732"/>
                  </a:lnTo>
                  <a:lnTo>
                    <a:pt x="71875" y="9577"/>
                  </a:lnTo>
                  <a:lnTo>
                    <a:pt x="71875" y="9577"/>
                  </a:lnTo>
                  <a:lnTo>
                    <a:pt x="72341" y="10140"/>
                  </a:lnTo>
                  <a:lnTo>
                    <a:pt x="72652" y="10140"/>
                  </a:lnTo>
                  <a:lnTo>
                    <a:pt x="72962" y="10140"/>
                  </a:lnTo>
                  <a:lnTo>
                    <a:pt x="73738" y="10704"/>
                  </a:lnTo>
                  <a:lnTo>
                    <a:pt x="74049" y="10140"/>
                  </a:lnTo>
                  <a:lnTo>
                    <a:pt x="74825" y="10140"/>
                  </a:lnTo>
                  <a:lnTo>
                    <a:pt x="75291" y="9577"/>
                  </a:lnTo>
                  <a:lnTo>
                    <a:pt x="75601" y="8732"/>
                  </a:lnTo>
                  <a:lnTo>
                    <a:pt x="75912" y="8169"/>
                  </a:lnTo>
                  <a:lnTo>
                    <a:pt x="75912" y="6197"/>
                  </a:lnTo>
                  <a:lnTo>
                    <a:pt x="76688" y="5352"/>
                  </a:lnTo>
                  <a:lnTo>
                    <a:pt x="76998" y="4788"/>
                  </a:lnTo>
                  <a:lnTo>
                    <a:pt x="77464" y="4788"/>
                  </a:lnTo>
                  <a:lnTo>
                    <a:pt x="77774" y="5352"/>
                  </a:lnTo>
                  <a:lnTo>
                    <a:pt x="78085" y="5352"/>
                  </a:lnTo>
                  <a:lnTo>
                    <a:pt x="78551" y="6760"/>
                  </a:lnTo>
                  <a:lnTo>
                    <a:pt x="78861" y="6760"/>
                  </a:lnTo>
                  <a:lnTo>
                    <a:pt x="78861" y="6760"/>
                  </a:lnTo>
                  <a:lnTo>
                    <a:pt x="79327" y="6197"/>
                  </a:lnTo>
                  <a:lnTo>
                    <a:pt x="79948" y="5352"/>
                  </a:lnTo>
                  <a:lnTo>
                    <a:pt x="80413" y="5352"/>
                  </a:lnTo>
                  <a:lnTo>
                    <a:pt x="80724" y="6197"/>
                  </a:lnTo>
                  <a:lnTo>
                    <a:pt x="82897" y="8169"/>
                  </a:lnTo>
                  <a:lnTo>
                    <a:pt x="82897" y="8169"/>
                  </a:lnTo>
                  <a:lnTo>
                    <a:pt x="83363" y="8169"/>
                  </a:lnTo>
                  <a:lnTo>
                    <a:pt x="83673" y="8169"/>
                  </a:lnTo>
                  <a:lnTo>
                    <a:pt x="84450" y="8169"/>
                  </a:lnTo>
                  <a:lnTo>
                    <a:pt x="84760" y="8169"/>
                  </a:lnTo>
                  <a:lnTo>
                    <a:pt x="85071" y="7605"/>
                  </a:lnTo>
                  <a:lnTo>
                    <a:pt x="85536" y="6760"/>
                  </a:lnTo>
                  <a:lnTo>
                    <a:pt x="85536" y="6197"/>
                  </a:lnTo>
                  <a:lnTo>
                    <a:pt x="85847" y="6197"/>
                  </a:lnTo>
                  <a:lnTo>
                    <a:pt x="86313" y="6197"/>
                  </a:lnTo>
                  <a:lnTo>
                    <a:pt x="86623" y="7605"/>
                  </a:lnTo>
                  <a:lnTo>
                    <a:pt x="86934" y="8169"/>
                  </a:lnTo>
                  <a:lnTo>
                    <a:pt x="87399" y="8732"/>
                  </a:lnTo>
                  <a:lnTo>
                    <a:pt x="89573" y="9577"/>
                  </a:lnTo>
                  <a:lnTo>
                    <a:pt x="89883" y="10140"/>
                  </a:lnTo>
                  <a:lnTo>
                    <a:pt x="90349" y="13521"/>
                  </a:lnTo>
                  <a:lnTo>
                    <a:pt x="90349" y="15492"/>
                  </a:lnTo>
                  <a:lnTo>
                    <a:pt x="90349" y="16056"/>
                  </a:lnTo>
                  <a:lnTo>
                    <a:pt x="90349" y="16901"/>
                  </a:lnTo>
                  <a:lnTo>
                    <a:pt x="89883" y="18873"/>
                  </a:lnTo>
                  <a:lnTo>
                    <a:pt x="89573" y="19436"/>
                  </a:lnTo>
                  <a:lnTo>
                    <a:pt x="89107" y="19436"/>
                  </a:lnTo>
                  <a:lnTo>
                    <a:pt x="89107" y="20000"/>
                  </a:lnTo>
                  <a:lnTo>
                    <a:pt x="88796" y="20000"/>
                  </a:lnTo>
                  <a:lnTo>
                    <a:pt x="88796" y="20845"/>
                  </a:lnTo>
                  <a:lnTo>
                    <a:pt x="88796" y="20845"/>
                  </a:lnTo>
                  <a:lnTo>
                    <a:pt x="88486" y="24788"/>
                  </a:lnTo>
                  <a:lnTo>
                    <a:pt x="88486" y="25352"/>
                  </a:lnTo>
                  <a:lnTo>
                    <a:pt x="88486" y="26197"/>
                  </a:lnTo>
                  <a:lnTo>
                    <a:pt x="88486" y="26760"/>
                  </a:lnTo>
                  <a:lnTo>
                    <a:pt x="88486" y="27323"/>
                  </a:lnTo>
                  <a:lnTo>
                    <a:pt x="88796" y="28169"/>
                  </a:lnTo>
                  <a:lnTo>
                    <a:pt x="89107" y="28169"/>
                  </a:lnTo>
                  <a:lnTo>
                    <a:pt x="90349" y="27323"/>
                  </a:lnTo>
                  <a:lnTo>
                    <a:pt x="90970" y="26760"/>
                  </a:lnTo>
                  <a:lnTo>
                    <a:pt x="90970" y="26760"/>
                  </a:lnTo>
                  <a:lnTo>
                    <a:pt x="91435" y="26197"/>
                  </a:lnTo>
                  <a:lnTo>
                    <a:pt x="91435" y="26197"/>
                  </a:lnTo>
                  <a:lnTo>
                    <a:pt x="91746" y="25352"/>
                  </a:lnTo>
                  <a:lnTo>
                    <a:pt x="92056" y="24788"/>
                  </a:lnTo>
                  <a:lnTo>
                    <a:pt x="93143" y="24788"/>
                  </a:lnTo>
                  <a:lnTo>
                    <a:pt x="93919" y="24788"/>
                  </a:lnTo>
                  <a:lnTo>
                    <a:pt x="94695" y="24788"/>
                  </a:lnTo>
                  <a:lnTo>
                    <a:pt x="95782" y="24225"/>
                  </a:lnTo>
                  <a:lnTo>
                    <a:pt x="96093" y="24788"/>
                  </a:lnTo>
                  <a:lnTo>
                    <a:pt x="98732" y="26197"/>
                  </a:lnTo>
                  <a:lnTo>
                    <a:pt x="98732" y="26760"/>
                  </a:lnTo>
                  <a:lnTo>
                    <a:pt x="99042" y="27323"/>
                  </a:lnTo>
                  <a:lnTo>
                    <a:pt x="99508" y="28732"/>
                  </a:lnTo>
                  <a:lnTo>
                    <a:pt x="99818" y="30704"/>
                  </a:lnTo>
                  <a:lnTo>
                    <a:pt x="100905" y="32112"/>
                  </a:lnTo>
                  <a:lnTo>
                    <a:pt x="102457" y="34929"/>
                  </a:lnTo>
                  <a:lnTo>
                    <a:pt x="104165" y="37464"/>
                  </a:lnTo>
                  <a:lnTo>
                    <a:pt x="108201" y="41408"/>
                  </a:lnTo>
                  <a:lnTo>
                    <a:pt x="108978" y="42253"/>
                  </a:lnTo>
                  <a:lnTo>
                    <a:pt x="109443" y="42816"/>
                  </a:lnTo>
                  <a:lnTo>
                    <a:pt x="109443" y="42816"/>
                  </a:lnTo>
                  <a:lnTo>
                    <a:pt x="109443" y="43380"/>
                  </a:lnTo>
                  <a:lnTo>
                    <a:pt x="109443" y="44225"/>
                  </a:lnTo>
                  <a:lnTo>
                    <a:pt x="109443" y="44788"/>
                  </a:lnTo>
                  <a:lnTo>
                    <a:pt x="109443" y="44788"/>
                  </a:lnTo>
                  <a:lnTo>
                    <a:pt x="109443" y="45352"/>
                  </a:lnTo>
                  <a:lnTo>
                    <a:pt x="109754" y="47323"/>
                  </a:lnTo>
                  <a:lnTo>
                    <a:pt x="110064" y="48169"/>
                  </a:lnTo>
                  <a:lnTo>
                    <a:pt x="110064" y="48732"/>
                  </a:lnTo>
                  <a:lnTo>
                    <a:pt x="110064" y="49577"/>
                  </a:lnTo>
                  <a:lnTo>
                    <a:pt x="110064" y="50140"/>
                  </a:lnTo>
                  <a:lnTo>
                    <a:pt x="110064" y="50704"/>
                  </a:lnTo>
                  <a:lnTo>
                    <a:pt x="110530" y="50704"/>
                  </a:lnTo>
                  <a:lnTo>
                    <a:pt x="110530" y="50140"/>
                  </a:lnTo>
                  <a:lnTo>
                    <a:pt x="110530" y="50140"/>
                  </a:lnTo>
                  <a:lnTo>
                    <a:pt x="110840" y="48169"/>
                  </a:lnTo>
                  <a:lnTo>
                    <a:pt x="111151" y="48169"/>
                  </a:lnTo>
                  <a:lnTo>
                    <a:pt x="111151" y="48169"/>
                  </a:lnTo>
                  <a:lnTo>
                    <a:pt x="111927" y="48732"/>
                  </a:lnTo>
                  <a:lnTo>
                    <a:pt x="112238" y="48732"/>
                  </a:lnTo>
                  <a:lnTo>
                    <a:pt x="112238" y="49577"/>
                  </a:lnTo>
                  <a:lnTo>
                    <a:pt x="112238" y="50140"/>
                  </a:lnTo>
                  <a:lnTo>
                    <a:pt x="111927" y="51549"/>
                  </a:lnTo>
                  <a:lnTo>
                    <a:pt x="111927" y="51549"/>
                  </a:lnTo>
                  <a:lnTo>
                    <a:pt x="111927" y="52112"/>
                  </a:lnTo>
                  <a:lnTo>
                    <a:pt x="111927" y="52676"/>
                  </a:lnTo>
                  <a:lnTo>
                    <a:pt x="112238" y="52676"/>
                  </a:lnTo>
                  <a:lnTo>
                    <a:pt x="112703" y="52676"/>
                  </a:lnTo>
                  <a:lnTo>
                    <a:pt x="113014" y="52676"/>
                  </a:lnTo>
                  <a:lnTo>
                    <a:pt x="113790" y="52112"/>
                  </a:lnTo>
                  <a:lnTo>
                    <a:pt x="114100" y="52112"/>
                  </a:lnTo>
                  <a:lnTo>
                    <a:pt x="114566" y="52112"/>
                  </a:lnTo>
                  <a:lnTo>
                    <a:pt x="115187" y="52676"/>
                  </a:lnTo>
                  <a:lnTo>
                    <a:pt x="115653" y="52676"/>
                  </a:lnTo>
                  <a:lnTo>
                    <a:pt x="115963" y="53521"/>
                  </a:lnTo>
                  <a:lnTo>
                    <a:pt x="115963" y="53521"/>
                  </a:lnTo>
                  <a:lnTo>
                    <a:pt x="115963" y="54084"/>
                  </a:lnTo>
                  <a:lnTo>
                    <a:pt x="115963" y="54647"/>
                  </a:lnTo>
                  <a:lnTo>
                    <a:pt x="115963" y="55492"/>
                  </a:lnTo>
                  <a:lnTo>
                    <a:pt x="116429" y="56056"/>
                  </a:lnTo>
                  <a:lnTo>
                    <a:pt x="116429" y="56901"/>
                  </a:lnTo>
                  <a:lnTo>
                    <a:pt x="116739" y="57464"/>
                  </a:lnTo>
                  <a:lnTo>
                    <a:pt x="117050" y="57464"/>
                  </a:lnTo>
                  <a:lnTo>
                    <a:pt x="117516" y="57464"/>
                  </a:lnTo>
                  <a:lnTo>
                    <a:pt x="117826" y="57464"/>
                  </a:lnTo>
                  <a:lnTo>
                    <a:pt x="118137" y="57464"/>
                  </a:lnTo>
                  <a:lnTo>
                    <a:pt x="118602" y="57464"/>
                  </a:lnTo>
                  <a:lnTo>
                    <a:pt x="119223" y="58028"/>
                  </a:lnTo>
                  <a:lnTo>
                    <a:pt x="119689" y="58873"/>
                  </a:lnTo>
                  <a:lnTo>
                    <a:pt x="120000" y="59436"/>
                  </a:lnTo>
                  <a:lnTo>
                    <a:pt x="120000" y="59999"/>
                  </a:lnTo>
                  <a:lnTo>
                    <a:pt x="120000" y="59999"/>
                  </a:lnTo>
                  <a:lnTo>
                    <a:pt x="120000" y="60845"/>
                  </a:lnTo>
                  <a:lnTo>
                    <a:pt x="119689" y="62253"/>
                  </a:lnTo>
                  <a:lnTo>
                    <a:pt x="119223" y="62816"/>
                  </a:lnTo>
                  <a:lnTo>
                    <a:pt x="119223" y="63380"/>
                  </a:lnTo>
                  <a:lnTo>
                    <a:pt x="119223" y="64225"/>
                  </a:lnTo>
                  <a:close/>
                </a:path>
              </a:pathLst>
            </a:custGeom>
            <a:solidFill>
              <a:srgbClr val="FF0000"/>
            </a:solidFill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7" name="Shape 11037"/>
            <p:cNvSpPr/>
            <p:nvPr/>
          </p:nvSpPr>
          <p:spPr>
            <a:xfrm>
              <a:off x="1848339" y="4528037"/>
              <a:ext cx="756460" cy="14265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434" y="1844"/>
                  </a:moveTo>
                  <a:lnTo>
                    <a:pt x="85434" y="1844"/>
                  </a:lnTo>
                  <a:lnTo>
                    <a:pt x="85434" y="1844"/>
                  </a:lnTo>
                  <a:lnTo>
                    <a:pt x="82826" y="2420"/>
                  </a:lnTo>
                  <a:lnTo>
                    <a:pt x="81956" y="2420"/>
                  </a:lnTo>
                  <a:lnTo>
                    <a:pt x="81304" y="2190"/>
                  </a:lnTo>
                  <a:lnTo>
                    <a:pt x="81304" y="1613"/>
                  </a:lnTo>
                  <a:lnTo>
                    <a:pt x="81304" y="1268"/>
                  </a:lnTo>
                  <a:lnTo>
                    <a:pt x="81956" y="1268"/>
                  </a:lnTo>
                  <a:lnTo>
                    <a:pt x="82391" y="1037"/>
                  </a:lnTo>
                  <a:lnTo>
                    <a:pt x="82826" y="806"/>
                  </a:lnTo>
                  <a:lnTo>
                    <a:pt x="82826" y="230"/>
                  </a:lnTo>
                  <a:lnTo>
                    <a:pt x="82826" y="230"/>
                  </a:lnTo>
                  <a:lnTo>
                    <a:pt x="83478" y="0"/>
                  </a:lnTo>
                  <a:lnTo>
                    <a:pt x="83913" y="0"/>
                  </a:lnTo>
                  <a:lnTo>
                    <a:pt x="84347" y="0"/>
                  </a:lnTo>
                  <a:lnTo>
                    <a:pt x="85000" y="230"/>
                  </a:lnTo>
                  <a:lnTo>
                    <a:pt x="85000" y="461"/>
                  </a:lnTo>
                  <a:lnTo>
                    <a:pt x="85000" y="1037"/>
                  </a:lnTo>
                  <a:lnTo>
                    <a:pt x="85000" y="1268"/>
                  </a:lnTo>
                  <a:lnTo>
                    <a:pt x="85434" y="1613"/>
                  </a:lnTo>
                  <a:lnTo>
                    <a:pt x="85434" y="1844"/>
                  </a:lnTo>
                  <a:close/>
                  <a:moveTo>
                    <a:pt x="88478" y="1268"/>
                  </a:moveTo>
                  <a:lnTo>
                    <a:pt x="88478" y="1268"/>
                  </a:lnTo>
                  <a:lnTo>
                    <a:pt x="88478" y="1268"/>
                  </a:lnTo>
                  <a:lnTo>
                    <a:pt x="88478" y="1844"/>
                  </a:lnTo>
                  <a:lnTo>
                    <a:pt x="88478" y="3227"/>
                  </a:lnTo>
                  <a:lnTo>
                    <a:pt x="88478" y="3458"/>
                  </a:lnTo>
                  <a:lnTo>
                    <a:pt x="88478" y="3804"/>
                  </a:lnTo>
                  <a:lnTo>
                    <a:pt x="88478" y="4034"/>
                  </a:lnTo>
                  <a:lnTo>
                    <a:pt x="88043" y="4034"/>
                  </a:lnTo>
                  <a:lnTo>
                    <a:pt x="87608" y="3804"/>
                  </a:lnTo>
                  <a:lnTo>
                    <a:pt x="86956" y="3458"/>
                  </a:lnTo>
                  <a:lnTo>
                    <a:pt x="86521" y="3458"/>
                  </a:lnTo>
                  <a:lnTo>
                    <a:pt x="85869" y="3458"/>
                  </a:lnTo>
                  <a:lnTo>
                    <a:pt x="86521" y="2420"/>
                  </a:lnTo>
                  <a:lnTo>
                    <a:pt x="86521" y="2190"/>
                  </a:lnTo>
                  <a:lnTo>
                    <a:pt x="86521" y="1844"/>
                  </a:lnTo>
                  <a:lnTo>
                    <a:pt x="86956" y="1037"/>
                  </a:lnTo>
                  <a:lnTo>
                    <a:pt x="86956" y="461"/>
                  </a:lnTo>
                  <a:lnTo>
                    <a:pt x="87608" y="806"/>
                  </a:lnTo>
                  <a:lnTo>
                    <a:pt x="88043" y="806"/>
                  </a:lnTo>
                  <a:lnTo>
                    <a:pt x="88478" y="1268"/>
                  </a:lnTo>
                  <a:close/>
                  <a:moveTo>
                    <a:pt x="25217" y="106858"/>
                  </a:moveTo>
                  <a:lnTo>
                    <a:pt x="25217" y="106858"/>
                  </a:lnTo>
                  <a:lnTo>
                    <a:pt x="26304" y="108818"/>
                  </a:lnTo>
                  <a:lnTo>
                    <a:pt x="25869" y="109625"/>
                  </a:lnTo>
                  <a:lnTo>
                    <a:pt x="24782" y="110086"/>
                  </a:lnTo>
                  <a:lnTo>
                    <a:pt x="23260" y="110086"/>
                  </a:lnTo>
                  <a:lnTo>
                    <a:pt x="22173" y="109855"/>
                  </a:lnTo>
                  <a:lnTo>
                    <a:pt x="22173" y="109279"/>
                  </a:lnTo>
                  <a:lnTo>
                    <a:pt x="22173" y="109048"/>
                  </a:lnTo>
                  <a:lnTo>
                    <a:pt x="20652" y="108011"/>
                  </a:lnTo>
                  <a:lnTo>
                    <a:pt x="19565" y="107435"/>
                  </a:lnTo>
                  <a:lnTo>
                    <a:pt x="20217" y="106628"/>
                  </a:lnTo>
                  <a:lnTo>
                    <a:pt x="21086" y="106282"/>
                  </a:lnTo>
                  <a:lnTo>
                    <a:pt x="24347" y="105821"/>
                  </a:lnTo>
                  <a:lnTo>
                    <a:pt x="25217" y="105475"/>
                  </a:lnTo>
                  <a:lnTo>
                    <a:pt x="25217" y="106858"/>
                  </a:lnTo>
                  <a:close/>
                  <a:moveTo>
                    <a:pt x="6739" y="13832"/>
                  </a:moveTo>
                  <a:lnTo>
                    <a:pt x="6739" y="13832"/>
                  </a:lnTo>
                  <a:lnTo>
                    <a:pt x="6739" y="13371"/>
                  </a:lnTo>
                  <a:lnTo>
                    <a:pt x="6739" y="12449"/>
                  </a:lnTo>
                  <a:lnTo>
                    <a:pt x="6739" y="11988"/>
                  </a:lnTo>
                  <a:lnTo>
                    <a:pt x="7391" y="11988"/>
                  </a:lnTo>
                  <a:lnTo>
                    <a:pt x="8260" y="11988"/>
                  </a:lnTo>
                  <a:lnTo>
                    <a:pt x="8913" y="11642"/>
                  </a:lnTo>
                  <a:lnTo>
                    <a:pt x="8913" y="11642"/>
                  </a:lnTo>
                  <a:lnTo>
                    <a:pt x="8913" y="11412"/>
                  </a:lnTo>
                  <a:lnTo>
                    <a:pt x="9782" y="10835"/>
                  </a:lnTo>
                  <a:lnTo>
                    <a:pt x="9782" y="11412"/>
                  </a:lnTo>
                  <a:lnTo>
                    <a:pt x="10434" y="11642"/>
                  </a:lnTo>
                  <a:lnTo>
                    <a:pt x="10434" y="11988"/>
                  </a:lnTo>
                  <a:lnTo>
                    <a:pt x="11304" y="12219"/>
                  </a:lnTo>
                  <a:lnTo>
                    <a:pt x="11304" y="12795"/>
                  </a:lnTo>
                  <a:lnTo>
                    <a:pt x="11304" y="13371"/>
                  </a:lnTo>
                  <a:lnTo>
                    <a:pt x="10869" y="13832"/>
                  </a:lnTo>
                  <a:lnTo>
                    <a:pt x="6739" y="14409"/>
                  </a:lnTo>
                  <a:lnTo>
                    <a:pt x="5217" y="15216"/>
                  </a:lnTo>
                  <a:lnTo>
                    <a:pt x="5652" y="16599"/>
                  </a:lnTo>
                  <a:lnTo>
                    <a:pt x="5652" y="17636"/>
                  </a:lnTo>
                  <a:lnTo>
                    <a:pt x="3260" y="17636"/>
                  </a:lnTo>
                  <a:lnTo>
                    <a:pt x="3695" y="17175"/>
                  </a:lnTo>
                  <a:lnTo>
                    <a:pt x="3695" y="16829"/>
                  </a:lnTo>
                  <a:lnTo>
                    <a:pt x="3695" y="16368"/>
                  </a:lnTo>
                  <a:lnTo>
                    <a:pt x="3695" y="15792"/>
                  </a:lnTo>
                  <a:lnTo>
                    <a:pt x="3695" y="15446"/>
                  </a:lnTo>
                  <a:lnTo>
                    <a:pt x="4782" y="14985"/>
                  </a:lnTo>
                  <a:lnTo>
                    <a:pt x="5652" y="14178"/>
                  </a:lnTo>
                  <a:lnTo>
                    <a:pt x="6739" y="13832"/>
                  </a:lnTo>
                  <a:close/>
                  <a:moveTo>
                    <a:pt x="38695" y="110662"/>
                  </a:moveTo>
                  <a:lnTo>
                    <a:pt x="38695" y="110662"/>
                  </a:lnTo>
                  <a:lnTo>
                    <a:pt x="39130" y="110662"/>
                  </a:lnTo>
                  <a:lnTo>
                    <a:pt x="37608" y="111469"/>
                  </a:lnTo>
                  <a:lnTo>
                    <a:pt x="37608" y="111815"/>
                  </a:lnTo>
                  <a:lnTo>
                    <a:pt x="37608" y="112046"/>
                  </a:lnTo>
                  <a:lnTo>
                    <a:pt x="37173" y="112853"/>
                  </a:lnTo>
                  <a:lnTo>
                    <a:pt x="37173" y="114466"/>
                  </a:lnTo>
                  <a:lnTo>
                    <a:pt x="36521" y="115850"/>
                  </a:lnTo>
                  <a:lnTo>
                    <a:pt x="36086" y="116080"/>
                  </a:lnTo>
                  <a:lnTo>
                    <a:pt x="35652" y="116080"/>
                  </a:lnTo>
                  <a:lnTo>
                    <a:pt x="34565" y="116080"/>
                  </a:lnTo>
                  <a:lnTo>
                    <a:pt x="34565" y="116080"/>
                  </a:lnTo>
                  <a:lnTo>
                    <a:pt x="34130" y="115619"/>
                  </a:lnTo>
                  <a:lnTo>
                    <a:pt x="34130" y="115273"/>
                  </a:lnTo>
                  <a:lnTo>
                    <a:pt x="30869" y="113083"/>
                  </a:lnTo>
                  <a:lnTo>
                    <a:pt x="29347" y="111469"/>
                  </a:lnTo>
                  <a:lnTo>
                    <a:pt x="29347" y="110432"/>
                  </a:lnTo>
                  <a:lnTo>
                    <a:pt x="29347" y="110086"/>
                  </a:lnTo>
                  <a:lnTo>
                    <a:pt x="28913" y="110086"/>
                  </a:lnTo>
                  <a:lnTo>
                    <a:pt x="28913" y="109855"/>
                  </a:lnTo>
                  <a:lnTo>
                    <a:pt x="30000" y="108818"/>
                  </a:lnTo>
                  <a:lnTo>
                    <a:pt x="31521" y="109279"/>
                  </a:lnTo>
                  <a:lnTo>
                    <a:pt x="34130" y="109048"/>
                  </a:lnTo>
                  <a:lnTo>
                    <a:pt x="36086" y="109279"/>
                  </a:lnTo>
                  <a:lnTo>
                    <a:pt x="37173" y="110662"/>
                  </a:lnTo>
                  <a:lnTo>
                    <a:pt x="37173" y="111008"/>
                  </a:lnTo>
                  <a:lnTo>
                    <a:pt x="37608" y="111008"/>
                  </a:lnTo>
                  <a:lnTo>
                    <a:pt x="38043" y="111008"/>
                  </a:lnTo>
                  <a:lnTo>
                    <a:pt x="38695" y="110662"/>
                  </a:lnTo>
                  <a:lnTo>
                    <a:pt x="38695" y="110662"/>
                  </a:lnTo>
                  <a:lnTo>
                    <a:pt x="38695" y="110662"/>
                  </a:lnTo>
                  <a:close/>
                  <a:moveTo>
                    <a:pt x="119347" y="33544"/>
                  </a:moveTo>
                  <a:lnTo>
                    <a:pt x="119347" y="33544"/>
                  </a:lnTo>
                  <a:lnTo>
                    <a:pt x="116739" y="32737"/>
                  </a:lnTo>
                  <a:lnTo>
                    <a:pt x="116739" y="32161"/>
                  </a:lnTo>
                  <a:lnTo>
                    <a:pt x="116304" y="31585"/>
                  </a:lnTo>
                  <a:lnTo>
                    <a:pt x="116304" y="31354"/>
                  </a:lnTo>
                  <a:lnTo>
                    <a:pt x="115217" y="31354"/>
                  </a:lnTo>
                  <a:lnTo>
                    <a:pt x="114782" y="31354"/>
                  </a:lnTo>
                  <a:lnTo>
                    <a:pt x="114347" y="30778"/>
                  </a:lnTo>
                  <a:lnTo>
                    <a:pt x="113695" y="30547"/>
                  </a:lnTo>
                  <a:lnTo>
                    <a:pt x="112826" y="27550"/>
                  </a:lnTo>
                  <a:lnTo>
                    <a:pt x="112826" y="26628"/>
                  </a:lnTo>
                  <a:lnTo>
                    <a:pt x="110217" y="24783"/>
                  </a:lnTo>
                  <a:lnTo>
                    <a:pt x="109565" y="23631"/>
                  </a:lnTo>
                  <a:lnTo>
                    <a:pt x="108695" y="23170"/>
                  </a:lnTo>
                  <a:lnTo>
                    <a:pt x="106521" y="21786"/>
                  </a:lnTo>
                  <a:lnTo>
                    <a:pt x="106086" y="21210"/>
                  </a:lnTo>
                  <a:lnTo>
                    <a:pt x="106086" y="21786"/>
                  </a:lnTo>
                  <a:lnTo>
                    <a:pt x="105000" y="21210"/>
                  </a:lnTo>
                  <a:lnTo>
                    <a:pt x="105434" y="20979"/>
                  </a:lnTo>
                  <a:lnTo>
                    <a:pt x="106086" y="20634"/>
                  </a:lnTo>
                  <a:lnTo>
                    <a:pt x="107608" y="20634"/>
                  </a:lnTo>
                  <a:lnTo>
                    <a:pt x="106956" y="20403"/>
                  </a:lnTo>
                  <a:lnTo>
                    <a:pt x="106521" y="19827"/>
                  </a:lnTo>
                  <a:lnTo>
                    <a:pt x="106956" y="19365"/>
                  </a:lnTo>
                  <a:lnTo>
                    <a:pt x="109130" y="18789"/>
                  </a:lnTo>
                  <a:lnTo>
                    <a:pt x="108695" y="18789"/>
                  </a:lnTo>
                  <a:lnTo>
                    <a:pt x="107608" y="18789"/>
                  </a:lnTo>
                  <a:lnTo>
                    <a:pt x="106956" y="18443"/>
                  </a:lnTo>
                  <a:lnTo>
                    <a:pt x="106521" y="17982"/>
                  </a:lnTo>
                  <a:lnTo>
                    <a:pt x="105434" y="18443"/>
                  </a:lnTo>
                  <a:lnTo>
                    <a:pt x="105000" y="18443"/>
                  </a:lnTo>
                  <a:lnTo>
                    <a:pt x="104565" y="18213"/>
                  </a:lnTo>
                  <a:lnTo>
                    <a:pt x="104565" y="17636"/>
                  </a:lnTo>
                  <a:lnTo>
                    <a:pt x="103913" y="17406"/>
                  </a:lnTo>
                  <a:lnTo>
                    <a:pt x="101304" y="16829"/>
                  </a:lnTo>
                  <a:lnTo>
                    <a:pt x="101304" y="16599"/>
                  </a:lnTo>
                  <a:lnTo>
                    <a:pt x="101956" y="16599"/>
                  </a:lnTo>
                  <a:lnTo>
                    <a:pt x="102391" y="16368"/>
                  </a:lnTo>
                  <a:lnTo>
                    <a:pt x="102391" y="16023"/>
                  </a:lnTo>
                  <a:lnTo>
                    <a:pt x="103043" y="15446"/>
                  </a:lnTo>
                  <a:lnTo>
                    <a:pt x="101304" y="15446"/>
                  </a:lnTo>
                  <a:lnTo>
                    <a:pt x="100434" y="15792"/>
                  </a:lnTo>
                  <a:lnTo>
                    <a:pt x="99782" y="16368"/>
                  </a:lnTo>
                  <a:lnTo>
                    <a:pt x="98260" y="16599"/>
                  </a:lnTo>
                  <a:lnTo>
                    <a:pt x="97826" y="16599"/>
                  </a:lnTo>
                  <a:lnTo>
                    <a:pt x="96739" y="16023"/>
                  </a:lnTo>
                  <a:lnTo>
                    <a:pt x="95652" y="16023"/>
                  </a:lnTo>
                  <a:lnTo>
                    <a:pt x="95217" y="16023"/>
                  </a:lnTo>
                  <a:lnTo>
                    <a:pt x="94782" y="16368"/>
                  </a:lnTo>
                  <a:lnTo>
                    <a:pt x="94130" y="16368"/>
                  </a:lnTo>
                  <a:lnTo>
                    <a:pt x="93260" y="15792"/>
                  </a:lnTo>
                  <a:lnTo>
                    <a:pt x="93695" y="15792"/>
                  </a:lnTo>
                  <a:lnTo>
                    <a:pt x="93695" y="15792"/>
                  </a:lnTo>
                  <a:lnTo>
                    <a:pt x="93695" y="15446"/>
                  </a:lnTo>
                  <a:lnTo>
                    <a:pt x="96739" y="15446"/>
                  </a:lnTo>
                  <a:lnTo>
                    <a:pt x="97826" y="15216"/>
                  </a:lnTo>
                  <a:lnTo>
                    <a:pt x="97391" y="14409"/>
                  </a:lnTo>
                  <a:lnTo>
                    <a:pt x="98260" y="13832"/>
                  </a:lnTo>
                  <a:lnTo>
                    <a:pt x="98260" y="12795"/>
                  </a:lnTo>
                  <a:lnTo>
                    <a:pt x="98260" y="12219"/>
                  </a:lnTo>
                  <a:lnTo>
                    <a:pt x="99347" y="11642"/>
                  </a:lnTo>
                  <a:lnTo>
                    <a:pt x="100434" y="11988"/>
                  </a:lnTo>
                  <a:lnTo>
                    <a:pt x="101956" y="11988"/>
                  </a:lnTo>
                  <a:lnTo>
                    <a:pt x="103043" y="11988"/>
                  </a:lnTo>
                  <a:lnTo>
                    <a:pt x="103478" y="11412"/>
                  </a:lnTo>
                  <a:lnTo>
                    <a:pt x="101956" y="11181"/>
                  </a:lnTo>
                  <a:lnTo>
                    <a:pt x="99782" y="10835"/>
                  </a:lnTo>
                  <a:lnTo>
                    <a:pt x="98260" y="10835"/>
                  </a:lnTo>
                  <a:lnTo>
                    <a:pt x="97391" y="11412"/>
                  </a:lnTo>
                  <a:lnTo>
                    <a:pt x="96739" y="11412"/>
                  </a:lnTo>
                  <a:lnTo>
                    <a:pt x="96739" y="11412"/>
                  </a:lnTo>
                  <a:lnTo>
                    <a:pt x="96304" y="11181"/>
                  </a:lnTo>
                  <a:lnTo>
                    <a:pt x="96304" y="11412"/>
                  </a:lnTo>
                  <a:lnTo>
                    <a:pt x="96304" y="11412"/>
                  </a:lnTo>
                  <a:lnTo>
                    <a:pt x="96304" y="11642"/>
                  </a:lnTo>
                  <a:lnTo>
                    <a:pt x="95652" y="11642"/>
                  </a:lnTo>
                  <a:lnTo>
                    <a:pt x="96304" y="10835"/>
                  </a:lnTo>
                  <a:lnTo>
                    <a:pt x="95652" y="10374"/>
                  </a:lnTo>
                  <a:lnTo>
                    <a:pt x="94782" y="10374"/>
                  </a:lnTo>
                  <a:lnTo>
                    <a:pt x="93695" y="10605"/>
                  </a:lnTo>
                  <a:lnTo>
                    <a:pt x="94130" y="11412"/>
                  </a:lnTo>
                  <a:lnTo>
                    <a:pt x="93260" y="11412"/>
                  </a:lnTo>
                  <a:lnTo>
                    <a:pt x="93695" y="10605"/>
                  </a:lnTo>
                  <a:lnTo>
                    <a:pt x="94130" y="7608"/>
                  </a:lnTo>
                  <a:lnTo>
                    <a:pt x="94130" y="7838"/>
                  </a:lnTo>
                  <a:lnTo>
                    <a:pt x="94782" y="8184"/>
                  </a:lnTo>
                  <a:lnTo>
                    <a:pt x="94782" y="8414"/>
                  </a:lnTo>
                  <a:lnTo>
                    <a:pt x="95217" y="7838"/>
                  </a:lnTo>
                  <a:lnTo>
                    <a:pt x="95652" y="7262"/>
                  </a:lnTo>
                  <a:lnTo>
                    <a:pt x="95652" y="6801"/>
                  </a:lnTo>
                  <a:lnTo>
                    <a:pt x="95652" y="6224"/>
                  </a:lnTo>
                  <a:lnTo>
                    <a:pt x="95217" y="5994"/>
                  </a:lnTo>
                  <a:lnTo>
                    <a:pt x="95217" y="6224"/>
                  </a:lnTo>
                  <a:lnTo>
                    <a:pt x="95217" y="5994"/>
                  </a:lnTo>
                  <a:lnTo>
                    <a:pt x="95217" y="5994"/>
                  </a:lnTo>
                  <a:lnTo>
                    <a:pt x="94782" y="5994"/>
                  </a:lnTo>
                  <a:lnTo>
                    <a:pt x="94130" y="6224"/>
                  </a:lnTo>
                  <a:lnTo>
                    <a:pt x="93695" y="6224"/>
                  </a:lnTo>
                  <a:lnTo>
                    <a:pt x="93260" y="5994"/>
                  </a:lnTo>
                  <a:lnTo>
                    <a:pt x="92608" y="5648"/>
                  </a:lnTo>
                  <a:lnTo>
                    <a:pt x="93260" y="5417"/>
                  </a:lnTo>
                  <a:lnTo>
                    <a:pt x="92608" y="4841"/>
                  </a:lnTo>
                  <a:lnTo>
                    <a:pt x="92173" y="4841"/>
                  </a:lnTo>
                  <a:lnTo>
                    <a:pt x="91739" y="5187"/>
                  </a:lnTo>
                  <a:lnTo>
                    <a:pt x="91739" y="5417"/>
                  </a:lnTo>
                  <a:lnTo>
                    <a:pt x="90652" y="5417"/>
                  </a:lnTo>
                  <a:lnTo>
                    <a:pt x="89565" y="5187"/>
                  </a:lnTo>
                  <a:lnTo>
                    <a:pt x="88478" y="5417"/>
                  </a:lnTo>
                  <a:lnTo>
                    <a:pt x="88043" y="5648"/>
                  </a:lnTo>
                  <a:lnTo>
                    <a:pt x="88478" y="5648"/>
                  </a:lnTo>
                  <a:lnTo>
                    <a:pt x="88478" y="5994"/>
                  </a:lnTo>
                  <a:lnTo>
                    <a:pt x="88478" y="5994"/>
                  </a:lnTo>
                  <a:lnTo>
                    <a:pt x="89130" y="6224"/>
                  </a:lnTo>
                  <a:lnTo>
                    <a:pt x="88478" y="6455"/>
                  </a:lnTo>
                  <a:lnTo>
                    <a:pt x="88043" y="7031"/>
                  </a:lnTo>
                  <a:lnTo>
                    <a:pt x="87608" y="8184"/>
                  </a:lnTo>
                  <a:lnTo>
                    <a:pt x="86956" y="7031"/>
                  </a:lnTo>
                  <a:lnTo>
                    <a:pt x="86521" y="6455"/>
                  </a:lnTo>
                  <a:lnTo>
                    <a:pt x="86956" y="5994"/>
                  </a:lnTo>
                  <a:lnTo>
                    <a:pt x="86521" y="5648"/>
                  </a:lnTo>
                  <a:lnTo>
                    <a:pt x="85869" y="5417"/>
                  </a:lnTo>
                  <a:lnTo>
                    <a:pt x="85434" y="4841"/>
                  </a:lnTo>
                  <a:lnTo>
                    <a:pt x="84347" y="4841"/>
                  </a:lnTo>
                  <a:lnTo>
                    <a:pt x="84347" y="4610"/>
                  </a:lnTo>
                  <a:lnTo>
                    <a:pt x="84347" y="4265"/>
                  </a:lnTo>
                  <a:lnTo>
                    <a:pt x="85000" y="4265"/>
                  </a:lnTo>
                  <a:lnTo>
                    <a:pt x="85000" y="4034"/>
                  </a:lnTo>
                  <a:lnTo>
                    <a:pt x="85000" y="3804"/>
                  </a:lnTo>
                  <a:lnTo>
                    <a:pt x="84347" y="3804"/>
                  </a:lnTo>
                  <a:lnTo>
                    <a:pt x="83913" y="3804"/>
                  </a:lnTo>
                  <a:lnTo>
                    <a:pt x="83478" y="3804"/>
                  </a:lnTo>
                  <a:lnTo>
                    <a:pt x="82826" y="3458"/>
                  </a:lnTo>
                  <a:lnTo>
                    <a:pt x="82826" y="4034"/>
                  </a:lnTo>
                  <a:lnTo>
                    <a:pt x="79782" y="2651"/>
                  </a:lnTo>
                  <a:lnTo>
                    <a:pt x="78695" y="2651"/>
                  </a:lnTo>
                  <a:lnTo>
                    <a:pt x="78695" y="3804"/>
                  </a:lnTo>
                  <a:lnTo>
                    <a:pt x="77826" y="3458"/>
                  </a:lnTo>
                  <a:lnTo>
                    <a:pt x="77173" y="3227"/>
                  </a:lnTo>
                  <a:lnTo>
                    <a:pt x="76739" y="3458"/>
                  </a:lnTo>
                  <a:lnTo>
                    <a:pt x="76739" y="3458"/>
                  </a:lnTo>
                  <a:lnTo>
                    <a:pt x="75652" y="3804"/>
                  </a:lnTo>
                  <a:lnTo>
                    <a:pt x="75652" y="3458"/>
                  </a:lnTo>
                  <a:lnTo>
                    <a:pt x="75652" y="3227"/>
                  </a:lnTo>
                  <a:lnTo>
                    <a:pt x="75652" y="2997"/>
                  </a:lnTo>
                  <a:lnTo>
                    <a:pt x="75217" y="2420"/>
                  </a:lnTo>
                  <a:lnTo>
                    <a:pt x="74565" y="2420"/>
                  </a:lnTo>
                  <a:lnTo>
                    <a:pt x="74565" y="2997"/>
                  </a:lnTo>
                  <a:lnTo>
                    <a:pt x="74565" y="3227"/>
                  </a:lnTo>
                  <a:lnTo>
                    <a:pt x="74565" y="3458"/>
                  </a:lnTo>
                  <a:lnTo>
                    <a:pt x="75217" y="3804"/>
                  </a:lnTo>
                  <a:lnTo>
                    <a:pt x="74130" y="3458"/>
                  </a:lnTo>
                  <a:lnTo>
                    <a:pt x="74130" y="1613"/>
                  </a:lnTo>
                  <a:lnTo>
                    <a:pt x="73043" y="1037"/>
                  </a:lnTo>
                  <a:lnTo>
                    <a:pt x="72608" y="1268"/>
                  </a:lnTo>
                  <a:lnTo>
                    <a:pt x="71521" y="1268"/>
                  </a:lnTo>
                  <a:lnTo>
                    <a:pt x="71086" y="1037"/>
                  </a:lnTo>
                  <a:lnTo>
                    <a:pt x="71086" y="461"/>
                  </a:lnTo>
                  <a:lnTo>
                    <a:pt x="70000" y="1037"/>
                  </a:lnTo>
                  <a:lnTo>
                    <a:pt x="68478" y="1268"/>
                  </a:lnTo>
                  <a:lnTo>
                    <a:pt x="66956" y="1844"/>
                  </a:lnTo>
                  <a:lnTo>
                    <a:pt x="66956" y="2651"/>
                  </a:lnTo>
                  <a:lnTo>
                    <a:pt x="67391" y="4610"/>
                  </a:lnTo>
                  <a:lnTo>
                    <a:pt x="66956" y="5417"/>
                  </a:lnTo>
                  <a:lnTo>
                    <a:pt x="65869" y="6224"/>
                  </a:lnTo>
                  <a:lnTo>
                    <a:pt x="65434" y="5994"/>
                  </a:lnTo>
                  <a:lnTo>
                    <a:pt x="63913" y="7031"/>
                  </a:lnTo>
                  <a:lnTo>
                    <a:pt x="62826" y="7262"/>
                  </a:lnTo>
                  <a:lnTo>
                    <a:pt x="58260" y="7838"/>
                  </a:lnTo>
                  <a:lnTo>
                    <a:pt x="56739" y="8414"/>
                  </a:lnTo>
                  <a:lnTo>
                    <a:pt x="56086" y="9798"/>
                  </a:lnTo>
                  <a:lnTo>
                    <a:pt x="55217" y="10605"/>
                  </a:lnTo>
                  <a:lnTo>
                    <a:pt x="54130" y="11181"/>
                  </a:lnTo>
                  <a:lnTo>
                    <a:pt x="53478" y="11412"/>
                  </a:lnTo>
                  <a:lnTo>
                    <a:pt x="53043" y="11642"/>
                  </a:lnTo>
                  <a:lnTo>
                    <a:pt x="52608" y="12449"/>
                  </a:lnTo>
                  <a:lnTo>
                    <a:pt x="51956" y="13025"/>
                  </a:lnTo>
                  <a:lnTo>
                    <a:pt x="51521" y="13025"/>
                  </a:lnTo>
                  <a:lnTo>
                    <a:pt x="49565" y="13602"/>
                  </a:lnTo>
                  <a:lnTo>
                    <a:pt x="49565" y="13832"/>
                  </a:lnTo>
                  <a:lnTo>
                    <a:pt x="49565" y="13832"/>
                  </a:lnTo>
                  <a:lnTo>
                    <a:pt x="49565" y="13832"/>
                  </a:lnTo>
                  <a:lnTo>
                    <a:pt x="50000" y="14178"/>
                  </a:lnTo>
                  <a:lnTo>
                    <a:pt x="48913" y="14409"/>
                  </a:lnTo>
                  <a:lnTo>
                    <a:pt x="46956" y="16829"/>
                  </a:lnTo>
                  <a:lnTo>
                    <a:pt x="45869" y="17636"/>
                  </a:lnTo>
                  <a:lnTo>
                    <a:pt x="42173" y="19596"/>
                  </a:lnTo>
                  <a:lnTo>
                    <a:pt x="41304" y="19365"/>
                  </a:lnTo>
                  <a:lnTo>
                    <a:pt x="40217" y="19365"/>
                  </a:lnTo>
                  <a:lnTo>
                    <a:pt x="38043" y="19365"/>
                  </a:lnTo>
                  <a:lnTo>
                    <a:pt x="34130" y="20979"/>
                  </a:lnTo>
                  <a:lnTo>
                    <a:pt x="33478" y="21786"/>
                  </a:lnTo>
                  <a:lnTo>
                    <a:pt x="32391" y="22593"/>
                  </a:lnTo>
                  <a:lnTo>
                    <a:pt x="31521" y="23170"/>
                  </a:lnTo>
                  <a:lnTo>
                    <a:pt x="25869" y="24783"/>
                  </a:lnTo>
                  <a:lnTo>
                    <a:pt x="24782" y="25014"/>
                  </a:lnTo>
                  <a:lnTo>
                    <a:pt x="23260" y="25014"/>
                  </a:lnTo>
                  <a:lnTo>
                    <a:pt x="19130" y="24553"/>
                  </a:lnTo>
                  <a:lnTo>
                    <a:pt x="11304" y="24553"/>
                  </a:lnTo>
                  <a:lnTo>
                    <a:pt x="8913" y="23976"/>
                  </a:lnTo>
                  <a:lnTo>
                    <a:pt x="5217" y="21786"/>
                  </a:lnTo>
                  <a:lnTo>
                    <a:pt x="5217" y="21210"/>
                  </a:lnTo>
                  <a:lnTo>
                    <a:pt x="5217" y="20634"/>
                  </a:lnTo>
                  <a:lnTo>
                    <a:pt x="5217" y="20172"/>
                  </a:lnTo>
                  <a:lnTo>
                    <a:pt x="5217" y="19596"/>
                  </a:lnTo>
                  <a:lnTo>
                    <a:pt x="4782" y="19365"/>
                  </a:lnTo>
                  <a:lnTo>
                    <a:pt x="4130" y="19365"/>
                  </a:lnTo>
                  <a:lnTo>
                    <a:pt x="3695" y="19365"/>
                  </a:lnTo>
                  <a:lnTo>
                    <a:pt x="3260" y="18789"/>
                  </a:lnTo>
                  <a:lnTo>
                    <a:pt x="2608" y="18789"/>
                  </a:lnTo>
                  <a:lnTo>
                    <a:pt x="2173" y="19365"/>
                  </a:lnTo>
                  <a:lnTo>
                    <a:pt x="1521" y="20403"/>
                  </a:lnTo>
                  <a:lnTo>
                    <a:pt x="1521" y="21210"/>
                  </a:lnTo>
                  <a:lnTo>
                    <a:pt x="2608" y="21556"/>
                  </a:lnTo>
                  <a:lnTo>
                    <a:pt x="3695" y="21786"/>
                  </a:lnTo>
                  <a:lnTo>
                    <a:pt x="4130" y="22363"/>
                  </a:lnTo>
                  <a:lnTo>
                    <a:pt x="4130" y="23400"/>
                  </a:lnTo>
                  <a:lnTo>
                    <a:pt x="4130" y="23976"/>
                  </a:lnTo>
                  <a:lnTo>
                    <a:pt x="0" y="31008"/>
                  </a:lnTo>
                  <a:lnTo>
                    <a:pt x="1086" y="31008"/>
                  </a:lnTo>
                  <a:lnTo>
                    <a:pt x="1521" y="31354"/>
                  </a:lnTo>
                  <a:lnTo>
                    <a:pt x="2608" y="32161"/>
                  </a:lnTo>
                  <a:lnTo>
                    <a:pt x="3260" y="32391"/>
                  </a:lnTo>
                  <a:lnTo>
                    <a:pt x="3695" y="32391"/>
                  </a:lnTo>
                  <a:lnTo>
                    <a:pt x="4130" y="32391"/>
                  </a:lnTo>
                  <a:lnTo>
                    <a:pt x="4782" y="32737"/>
                  </a:lnTo>
                  <a:lnTo>
                    <a:pt x="4782" y="32968"/>
                  </a:lnTo>
                  <a:lnTo>
                    <a:pt x="4130" y="33198"/>
                  </a:lnTo>
                  <a:lnTo>
                    <a:pt x="4130" y="33198"/>
                  </a:lnTo>
                  <a:lnTo>
                    <a:pt x="4130" y="34351"/>
                  </a:lnTo>
                  <a:lnTo>
                    <a:pt x="3695" y="35158"/>
                  </a:lnTo>
                  <a:lnTo>
                    <a:pt x="2608" y="35734"/>
                  </a:lnTo>
                  <a:lnTo>
                    <a:pt x="1086" y="35965"/>
                  </a:lnTo>
                  <a:lnTo>
                    <a:pt x="1521" y="36541"/>
                  </a:lnTo>
                  <a:lnTo>
                    <a:pt x="2173" y="37579"/>
                  </a:lnTo>
                  <a:lnTo>
                    <a:pt x="2608" y="38386"/>
                  </a:lnTo>
                  <a:lnTo>
                    <a:pt x="3260" y="38962"/>
                  </a:lnTo>
                  <a:lnTo>
                    <a:pt x="3695" y="37809"/>
                  </a:lnTo>
                  <a:lnTo>
                    <a:pt x="4130" y="36772"/>
                  </a:lnTo>
                  <a:lnTo>
                    <a:pt x="5217" y="36195"/>
                  </a:lnTo>
                  <a:lnTo>
                    <a:pt x="6739" y="36541"/>
                  </a:lnTo>
                  <a:lnTo>
                    <a:pt x="6304" y="37002"/>
                  </a:lnTo>
                  <a:lnTo>
                    <a:pt x="5652" y="38155"/>
                  </a:lnTo>
                  <a:lnTo>
                    <a:pt x="7391" y="38386"/>
                  </a:lnTo>
                  <a:lnTo>
                    <a:pt x="10434" y="37002"/>
                  </a:lnTo>
                  <a:lnTo>
                    <a:pt x="11956" y="37002"/>
                  </a:lnTo>
                  <a:lnTo>
                    <a:pt x="13913" y="37809"/>
                  </a:lnTo>
                  <a:lnTo>
                    <a:pt x="14565" y="38731"/>
                  </a:lnTo>
                  <a:lnTo>
                    <a:pt x="15000" y="40000"/>
                  </a:lnTo>
                  <a:lnTo>
                    <a:pt x="15434" y="40806"/>
                  </a:lnTo>
                  <a:lnTo>
                    <a:pt x="16956" y="41383"/>
                  </a:lnTo>
                  <a:lnTo>
                    <a:pt x="18043" y="41729"/>
                  </a:lnTo>
                  <a:lnTo>
                    <a:pt x="19565" y="42766"/>
                  </a:lnTo>
                  <a:lnTo>
                    <a:pt x="20652" y="44149"/>
                  </a:lnTo>
                  <a:lnTo>
                    <a:pt x="20652" y="44956"/>
                  </a:lnTo>
                  <a:lnTo>
                    <a:pt x="20652" y="47377"/>
                  </a:lnTo>
                  <a:lnTo>
                    <a:pt x="20652" y="48530"/>
                  </a:lnTo>
                  <a:lnTo>
                    <a:pt x="22608" y="48991"/>
                  </a:lnTo>
                  <a:lnTo>
                    <a:pt x="23260" y="48760"/>
                  </a:lnTo>
                  <a:lnTo>
                    <a:pt x="24782" y="49337"/>
                  </a:lnTo>
                  <a:lnTo>
                    <a:pt x="26739" y="50144"/>
                  </a:lnTo>
                  <a:lnTo>
                    <a:pt x="27826" y="50951"/>
                  </a:lnTo>
                  <a:lnTo>
                    <a:pt x="27826" y="52564"/>
                  </a:lnTo>
                  <a:lnTo>
                    <a:pt x="27391" y="54755"/>
                  </a:lnTo>
                  <a:lnTo>
                    <a:pt x="27826" y="57521"/>
                  </a:lnTo>
                  <a:lnTo>
                    <a:pt x="28478" y="58328"/>
                  </a:lnTo>
                  <a:lnTo>
                    <a:pt x="30000" y="59365"/>
                  </a:lnTo>
                  <a:lnTo>
                    <a:pt x="30434" y="60172"/>
                  </a:lnTo>
                  <a:lnTo>
                    <a:pt x="30434" y="61095"/>
                  </a:lnTo>
                  <a:lnTo>
                    <a:pt x="30000" y="61556"/>
                  </a:lnTo>
                  <a:lnTo>
                    <a:pt x="29347" y="62363"/>
                  </a:lnTo>
                  <a:lnTo>
                    <a:pt x="28913" y="62708"/>
                  </a:lnTo>
                  <a:lnTo>
                    <a:pt x="28478" y="62708"/>
                  </a:lnTo>
                  <a:lnTo>
                    <a:pt x="26739" y="62939"/>
                  </a:lnTo>
                  <a:lnTo>
                    <a:pt x="24782" y="63170"/>
                  </a:lnTo>
                  <a:lnTo>
                    <a:pt x="24782" y="63170"/>
                  </a:lnTo>
                  <a:lnTo>
                    <a:pt x="23260" y="63746"/>
                  </a:lnTo>
                  <a:lnTo>
                    <a:pt x="23260" y="64092"/>
                  </a:lnTo>
                  <a:lnTo>
                    <a:pt x="23260" y="64322"/>
                  </a:lnTo>
                  <a:lnTo>
                    <a:pt x="24347" y="63746"/>
                  </a:lnTo>
                  <a:lnTo>
                    <a:pt x="25217" y="64553"/>
                  </a:lnTo>
                  <a:lnTo>
                    <a:pt x="25217" y="65129"/>
                  </a:lnTo>
                  <a:lnTo>
                    <a:pt x="24782" y="66282"/>
                  </a:lnTo>
                  <a:lnTo>
                    <a:pt x="24782" y="66743"/>
                  </a:lnTo>
                  <a:lnTo>
                    <a:pt x="25869" y="68703"/>
                  </a:lnTo>
                  <a:lnTo>
                    <a:pt x="25217" y="68933"/>
                  </a:lnTo>
                  <a:lnTo>
                    <a:pt x="25217" y="69279"/>
                  </a:lnTo>
                  <a:lnTo>
                    <a:pt x="25217" y="69510"/>
                  </a:lnTo>
                  <a:lnTo>
                    <a:pt x="25217" y="70086"/>
                  </a:lnTo>
                  <a:lnTo>
                    <a:pt x="25869" y="70317"/>
                  </a:lnTo>
                  <a:lnTo>
                    <a:pt x="25869" y="70317"/>
                  </a:lnTo>
                  <a:lnTo>
                    <a:pt x="25869" y="70317"/>
                  </a:lnTo>
                  <a:lnTo>
                    <a:pt x="27391" y="70893"/>
                  </a:lnTo>
                  <a:lnTo>
                    <a:pt x="28478" y="71123"/>
                  </a:lnTo>
                  <a:lnTo>
                    <a:pt x="28913" y="71354"/>
                  </a:lnTo>
                  <a:lnTo>
                    <a:pt x="28478" y="71930"/>
                  </a:lnTo>
                  <a:lnTo>
                    <a:pt x="28913" y="72507"/>
                  </a:lnTo>
                  <a:lnTo>
                    <a:pt x="28913" y="71123"/>
                  </a:lnTo>
                  <a:lnTo>
                    <a:pt x="29347" y="70547"/>
                  </a:lnTo>
                  <a:lnTo>
                    <a:pt x="30434" y="70317"/>
                  </a:lnTo>
                  <a:lnTo>
                    <a:pt x="30000" y="70317"/>
                  </a:lnTo>
                  <a:lnTo>
                    <a:pt x="29347" y="70317"/>
                  </a:lnTo>
                  <a:lnTo>
                    <a:pt x="28913" y="70317"/>
                  </a:lnTo>
                  <a:lnTo>
                    <a:pt x="28913" y="70547"/>
                  </a:lnTo>
                  <a:lnTo>
                    <a:pt x="28478" y="70317"/>
                  </a:lnTo>
                  <a:lnTo>
                    <a:pt x="30000" y="69510"/>
                  </a:lnTo>
                  <a:lnTo>
                    <a:pt x="32391" y="69510"/>
                  </a:lnTo>
                  <a:lnTo>
                    <a:pt x="34565" y="70086"/>
                  </a:lnTo>
                  <a:lnTo>
                    <a:pt x="36086" y="70893"/>
                  </a:lnTo>
                  <a:lnTo>
                    <a:pt x="37173" y="71700"/>
                  </a:lnTo>
                  <a:lnTo>
                    <a:pt x="37173" y="72276"/>
                  </a:lnTo>
                  <a:lnTo>
                    <a:pt x="37173" y="73890"/>
                  </a:lnTo>
                  <a:lnTo>
                    <a:pt x="37173" y="74351"/>
                  </a:lnTo>
                  <a:lnTo>
                    <a:pt x="36521" y="75504"/>
                  </a:lnTo>
                  <a:lnTo>
                    <a:pt x="36086" y="76311"/>
                  </a:lnTo>
                  <a:lnTo>
                    <a:pt x="35652" y="76887"/>
                  </a:lnTo>
                  <a:lnTo>
                    <a:pt x="35652" y="76541"/>
                  </a:lnTo>
                  <a:lnTo>
                    <a:pt x="36086" y="76311"/>
                  </a:lnTo>
                  <a:lnTo>
                    <a:pt x="36521" y="76080"/>
                  </a:lnTo>
                  <a:lnTo>
                    <a:pt x="36521" y="75734"/>
                  </a:lnTo>
                  <a:lnTo>
                    <a:pt x="37173" y="75734"/>
                  </a:lnTo>
                  <a:lnTo>
                    <a:pt x="36521" y="76311"/>
                  </a:lnTo>
                  <a:lnTo>
                    <a:pt x="35652" y="77118"/>
                  </a:lnTo>
                  <a:lnTo>
                    <a:pt x="34565" y="77925"/>
                  </a:lnTo>
                  <a:lnTo>
                    <a:pt x="34565" y="78731"/>
                  </a:lnTo>
                  <a:lnTo>
                    <a:pt x="35652" y="79077"/>
                  </a:lnTo>
                  <a:lnTo>
                    <a:pt x="39130" y="79538"/>
                  </a:lnTo>
                  <a:lnTo>
                    <a:pt x="37173" y="79884"/>
                  </a:lnTo>
                  <a:lnTo>
                    <a:pt x="35652" y="79538"/>
                  </a:lnTo>
                  <a:lnTo>
                    <a:pt x="34565" y="79077"/>
                  </a:lnTo>
                  <a:lnTo>
                    <a:pt x="31956" y="77463"/>
                  </a:lnTo>
                  <a:lnTo>
                    <a:pt x="31521" y="77118"/>
                  </a:lnTo>
                  <a:lnTo>
                    <a:pt x="30434" y="77118"/>
                  </a:lnTo>
                  <a:lnTo>
                    <a:pt x="30000" y="77463"/>
                  </a:lnTo>
                  <a:lnTo>
                    <a:pt x="30434" y="78501"/>
                  </a:lnTo>
                  <a:lnTo>
                    <a:pt x="30434" y="79077"/>
                  </a:lnTo>
                  <a:lnTo>
                    <a:pt x="30434" y="79308"/>
                  </a:lnTo>
                  <a:lnTo>
                    <a:pt x="30869" y="79884"/>
                  </a:lnTo>
                  <a:lnTo>
                    <a:pt x="31521" y="82074"/>
                  </a:lnTo>
                  <a:lnTo>
                    <a:pt x="32391" y="83919"/>
                  </a:lnTo>
                  <a:lnTo>
                    <a:pt x="33043" y="85072"/>
                  </a:lnTo>
                  <a:lnTo>
                    <a:pt x="32391" y="85533"/>
                  </a:lnTo>
                  <a:lnTo>
                    <a:pt x="33043" y="86109"/>
                  </a:lnTo>
                  <a:lnTo>
                    <a:pt x="32391" y="86916"/>
                  </a:lnTo>
                  <a:lnTo>
                    <a:pt x="31521" y="88645"/>
                  </a:lnTo>
                  <a:lnTo>
                    <a:pt x="30869" y="89452"/>
                  </a:lnTo>
                  <a:lnTo>
                    <a:pt x="28913" y="91066"/>
                  </a:lnTo>
                  <a:lnTo>
                    <a:pt x="28478" y="91642"/>
                  </a:lnTo>
                  <a:lnTo>
                    <a:pt x="28478" y="91873"/>
                  </a:lnTo>
                  <a:lnTo>
                    <a:pt x="28913" y="91873"/>
                  </a:lnTo>
                  <a:lnTo>
                    <a:pt x="30000" y="93256"/>
                  </a:lnTo>
                  <a:lnTo>
                    <a:pt x="30434" y="93487"/>
                  </a:lnTo>
                  <a:lnTo>
                    <a:pt x="30000" y="94293"/>
                  </a:lnTo>
                  <a:lnTo>
                    <a:pt x="30000" y="94639"/>
                  </a:lnTo>
                  <a:lnTo>
                    <a:pt x="28913" y="95677"/>
                  </a:lnTo>
                  <a:lnTo>
                    <a:pt x="28478" y="95907"/>
                  </a:lnTo>
                  <a:lnTo>
                    <a:pt x="29347" y="97060"/>
                  </a:lnTo>
                  <a:lnTo>
                    <a:pt x="31956" y="97867"/>
                  </a:lnTo>
                  <a:lnTo>
                    <a:pt x="31956" y="98674"/>
                  </a:lnTo>
                  <a:lnTo>
                    <a:pt x="33478" y="99481"/>
                  </a:lnTo>
                  <a:lnTo>
                    <a:pt x="33043" y="100634"/>
                  </a:lnTo>
                  <a:lnTo>
                    <a:pt x="30000" y="103054"/>
                  </a:lnTo>
                  <a:lnTo>
                    <a:pt x="29347" y="103285"/>
                  </a:lnTo>
                  <a:lnTo>
                    <a:pt x="30000" y="103631"/>
                  </a:lnTo>
                  <a:lnTo>
                    <a:pt x="30434" y="104438"/>
                  </a:lnTo>
                  <a:lnTo>
                    <a:pt x="30869" y="104438"/>
                  </a:lnTo>
                  <a:lnTo>
                    <a:pt x="31521" y="104438"/>
                  </a:lnTo>
                  <a:lnTo>
                    <a:pt x="31956" y="104668"/>
                  </a:lnTo>
                  <a:lnTo>
                    <a:pt x="31956" y="105244"/>
                  </a:lnTo>
                  <a:lnTo>
                    <a:pt x="31956" y="105475"/>
                  </a:lnTo>
                  <a:lnTo>
                    <a:pt x="32391" y="105821"/>
                  </a:lnTo>
                  <a:lnTo>
                    <a:pt x="33043" y="106051"/>
                  </a:lnTo>
                  <a:lnTo>
                    <a:pt x="33478" y="106282"/>
                  </a:lnTo>
                  <a:lnTo>
                    <a:pt x="33043" y="105821"/>
                  </a:lnTo>
                  <a:lnTo>
                    <a:pt x="33478" y="105821"/>
                  </a:lnTo>
                  <a:lnTo>
                    <a:pt x="34130" y="105821"/>
                  </a:lnTo>
                  <a:lnTo>
                    <a:pt x="34565" y="106282"/>
                  </a:lnTo>
                  <a:lnTo>
                    <a:pt x="35000" y="106858"/>
                  </a:lnTo>
                  <a:lnTo>
                    <a:pt x="35000" y="108011"/>
                  </a:lnTo>
                  <a:lnTo>
                    <a:pt x="35652" y="108472"/>
                  </a:lnTo>
                  <a:lnTo>
                    <a:pt x="36521" y="108242"/>
                  </a:lnTo>
                  <a:lnTo>
                    <a:pt x="37173" y="108242"/>
                  </a:lnTo>
                  <a:lnTo>
                    <a:pt x="37608" y="108818"/>
                  </a:lnTo>
                  <a:lnTo>
                    <a:pt x="38043" y="109625"/>
                  </a:lnTo>
                  <a:lnTo>
                    <a:pt x="38695" y="109855"/>
                  </a:lnTo>
                  <a:lnTo>
                    <a:pt x="38695" y="110086"/>
                  </a:lnTo>
                  <a:lnTo>
                    <a:pt x="40217" y="109625"/>
                  </a:lnTo>
                  <a:lnTo>
                    <a:pt x="41304" y="109855"/>
                  </a:lnTo>
                  <a:lnTo>
                    <a:pt x="40652" y="110662"/>
                  </a:lnTo>
                  <a:lnTo>
                    <a:pt x="40652" y="111008"/>
                  </a:lnTo>
                  <a:lnTo>
                    <a:pt x="41739" y="111008"/>
                  </a:lnTo>
                  <a:lnTo>
                    <a:pt x="43260" y="111239"/>
                  </a:lnTo>
                  <a:lnTo>
                    <a:pt x="43695" y="111008"/>
                  </a:lnTo>
                  <a:lnTo>
                    <a:pt x="44347" y="111008"/>
                  </a:lnTo>
                  <a:lnTo>
                    <a:pt x="45869" y="113083"/>
                  </a:lnTo>
                  <a:lnTo>
                    <a:pt x="46956" y="115619"/>
                  </a:lnTo>
                  <a:lnTo>
                    <a:pt x="48478" y="115273"/>
                  </a:lnTo>
                  <a:lnTo>
                    <a:pt x="49565" y="116080"/>
                  </a:lnTo>
                  <a:lnTo>
                    <a:pt x="49565" y="117233"/>
                  </a:lnTo>
                  <a:lnTo>
                    <a:pt x="48478" y="118270"/>
                  </a:lnTo>
                  <a:lnTo>
                    <a:pt x="48913" y="118616"/>
                  </a:lnTo>
                  <a:lnTo>
                    <a:pt x="50000" y="118616"/>
                  </a:lnTo>
                  <a:lnTo>
                    <a:pt x="51086" y="118616"/>
                  </a:lnTo>
                  <a:lnTo>
                    <a:pt x="51956" y="118847"/>
                  </a:lnTo>
                  <a:lnTo>
                    <a:pt x="51521" y="119654"/>
                  </a:lnTo>
                  <a:lnTo>
                    <a:pt x="51956" y="120000"/>
                  </a:lnTo>
                  <a:lnTo>
                    <a:pt x="53043" y="119654"/>
                  </a:lnTo>
                  <a:lnTo>
                    <a:pt x="52608" y="118616"/>
                  </a:lnTo>
                  <a:lnTo>
                    <a:pt x="53478" y="117809"/>
                  </a:lnTo>
                  <a:lnTo>
                    <a:pt x="55217" y="117002"/>
                  </a:lnTo>
                  <a:lnTo>
                    <a:pt x="56739" y="116426"/>
                  </a:lnTo>
                  <a:lnTo>
                    <a:pt x="58260" y="116426"/>
                  </a:lnTo>
                  <a:lnTo>
                    <a:pt x="60217" y="116657"/>
                  </a:lnTo>
                  <a:lnTo>
                    <a:pt x="62391" y="117463"/>
                  </a:lnTo>
                  <a:lnTo>
                    <a:pt x="63260" y="118270"/>
                  </a:lnTo>
                  <a:lnTo>
                    <a:pt x="63260" y="117233"/>
                  </a:lnTo>
                  <a:lnTo>
                    <a:pt x="64782" y="118040"/>
                  </a:lnTo>
                  <a:lnTo>
                    <a:pt x="65869" y="118270"/>
                  </a:lnTo>
                  <a:lnTo>
                    <a:pt x="66956" y="118616"/>
                  </a:lnTo>
                  <a:lnTo>
                    <a:pt x="67391" y="118270"/>
                  </a:lnTo>
                  <a:lnTo>
                    <a:pt x="68043" y="117463"/>
                  </a:lnTo>
                  <a:lnTo>
                    <a:pt x="68478" y="117463"/>
                  </a:lnTo>
                  <a:lnTo>
                    <a:pt x="69565" y="117233"/>
                  </a:lnTo>
                  <a:lnTo>
                    <a:pt x="69565" y="117233"/>
                  </a:lnTo>
                  <a:lnTo>
                    <a:pt x="76304" y="112853"/>
                  </a:lnTo>
                  <a:lnTo>
                    <a:pt x="76739" y="112046"/>
                  </a:lnTo>
                  <a:lnTo>
                    <a:pt x="77173" y="112276"/>
                  </a:lnTo>
                  <a:lnTo>
                    <a:pt x="77826" y="112276"/>
                  </a:lnTo>
                  <a:lnTo>
                    <a:pt x="78260" y="112046"/>
                  </a:lnTo>
                  <a:lnTo>
                    <a:pt x="77826" y="112046"/>
                  </a:lnTo>
                  <a:lnTo>
                    <a:pt x="78260" y="110432"/>
                  </a:lnTo>
                  <a:lnTo>
                    <a:pt x="79347" y="109279"/>
                  </a:lnTo>
                  <a:lnTo>
                    <a:pt x="78695" y="109048"/>
                  </a:lnTo>
                  <a:lnTo>
                    <a:pt x="78260" y="108818"/>
                  </a:lnTo>
                  <a:lnTo>
                    <a:pt x="78260" y="108472"/>
                  </a:lnTo>
                  <a:lnTo>
                    <a:pt x="77173" y="107665"/>
                  </a:lnTo>
                  <a:lnTo>
                    <a:pt x="76739" y="106858"/>
                  </a:lnTo>
                  <a:lnTo>
                    <a:pt x="76304" y="105821"/>
                  </a:lnTo>
                  <a:lnTo>
                    <a:pt x="76304" y="104668"/>
                  </a:lnTo>
                  <a:lnTo>
                    <a:pt x="76739" y="103861"/>
                  </a:lnTo>
                  <a:lnTo>
                    <a:pt x="77173" y="103054"/>
                  </a:lnTo>
                  <a:lnTo>
                    <a:pt x="79782" y="101440"/>
                  </a:lnTo>
                  <a:lnTo>
                    <a:pt x="80217" y="101095"/>
                  </a:lnTo>
                  <a:lnTo>
                    <a:pt x="79782" y="100634"/>
                  </a:lnTo>
                  <a:lnTo>
                    <a:pt x="79782" y="100288"/>
                  </a:lnTo>
                  <a:lnTo>
                    <a:pt x="77826" y="100864"/>
                  </a:lnTo>
                  <a:lnTo>
                    <a:pt x="77173" y="100634"/>
                  </a:lnTo>
                  <a:lnTo>
                    <a:pt x="77173" y="100864"/>
                  </a:lnTo>
                  <a:lnTo>
                    <a:pt x="76739" y="100634"/>
                  </a:lnTo>
                  <a:lnTo>
                    <a:pt x="76304" y="100288"/>
                  </a:lnTo>
                  <a:lnTo>
                    <a:pt x="75652" y="100057"/>
                  </a:lnTo>
                  <a:lnTo>
                    <a:pt x="75652" y="99827"/>
                  </a:lnTo>
                  <a:lnTo>
                    <a:pt x="75652" y="99481"/>
                  </a:lnTo>
                  <a:lnTo>
                    <a:pt x="74565" y="99250"/>
                  </a:lnTo>
                  <a:lnTo>
                    <a:pt x="75217" y="98904"/>
                  </a:lnTo>
                  <a:lnTo>
                    <a:pt x="75652" y="98904"/>
                  </a:lnTo>
                  <a:lnTo>
                    <a:pt x="76739" y="98904"/>
                  </a:lnTo>
                  <a:lnTo>
                    <a:pt x="77173" y="99250"/>
                  </a:lnTo>
                  <a:lnTo>
                    <a:pt x="78260" y="99827"/>
                  </a:lnTo>
                  <a:lnTo>
                    <a:pt x="78695" y="99827"/>
                  </a:lnTo>
                  <a:lnTo>
                    <a:pt x="79347" y="99481"/>
                  </a:lnTo>
                  <a:lnTo>
                    <a:pt x="82391" y="101095"/>
                  </a:lnTo>
                  <a:lnTo>
                    <a:pt x="84347" y="101902"/>
                  </a:lnTo>
                  <a:lnTo>
                    <a:pt x="86521" y="102247"/>
                  </a:lnTo>
                  <a:lnTo>
                    <a:pt x="86521" y="101902"/>
                  </a:lnTo>
                  <a:lnTo>
                    <a:pt x="87608" y="101095"/>
                  </a:lnTo>
                  <a:lnTo>
                    <a:pt x="88478" y="100288"/>
                  </a:lnTo>
                  <a:lnTo>
                    <a:pt x="89565" y="100057"/>
                  </a:lnTo>
                  <a:lnTo>
                    <a:pt x="92173" y="100057"/>
                  </a:lnTo>
                  <a:lnTo>
                    <a:pt x="93695" y="100057"/>
                  </a:lnTo>
                  <a:lnTo>
                    <a:pt x="94782" y="100288"/>
                  </a:lnTo>
                  <a:lnTo>
                    <a:pt x="95217" y="100057"/>
                  </a:lnTo>
                  <a:lnTo>
                    <a:pt x="95652" y="100288"/>
                  </a:lnTo>
                  <a:lnTo>
                    <a:pt x="96739" y="100634"/>
                  </a:lnTo>
                  <a:lnTo>
                    <a:pt x="97826" y="100634"/>
                  </a:lnTo>
                  <a:lnTo>
                    <a:pt x="98260" y="100864"/>
                  </a:lnTo>
                  <a:lnTo>
                    <a:pt x="99347" y="100864"/>
                  </a:lnTo>
                  <a:lnTo>
                    <a:pt x="100869" y="101671"/>
                  </a:lnTo>
                  <a:lnTo>
                    <a:pt x="101304" y="101902"/>
                  </a:lnTo>
                  <a:lnTo>
                    <a:pt x="101956" y="101902"/>
                  </a:lnTo>
                  <a:lnTo>
                    <a:pt x="103913" y="103054"/>
                  </a:lnTo>
                  <a:lnTo>
                    <a:pt x="105434" y="103285"/>
                  </a:lnTo>
                  <a:lnTo>
                    <a:pt x="106521" y="103631"/>
                  </a:lnTo>
                  <a:lnTo>
                    <a:pt x="106521" y="103861"/>
                  </a:lnTo>
                  <a:lnTo>
                    <a:pt x="106956" y="103861"/>
                  </a:lnTo>
                  <a:lnTo>
                    <a:pt x="108043" y="103631"/>
                  </a:lnTo>
                  <a:lnTo>
                    <a:pt x="109130" y="103285"/>
                  </a:lnTo>
                  <a:lnTo>
                    <a:pt x="110652" y="103285"/>
                  </a:lnTo>
                  <a:lnTo>
                    <a:pt x="111739" y="103631"/>
                  </a:lnTo>
                  <a:lnTo>
                    <a:pt x="111086" y="104092"/>
                  </a:lnTo>
                  <a:lnTo>
                    <a:pt x="111086" y="104438"/>
                  </a:lnTo>
                  <a:lnTo>
                    <a:pt x="111739" y="104438"/>
                  </a:lnTo>
                  <a:lnTo>
                    <a:pt x="112173" y="104668"/>
                  </a:lnTo>
                  <a:lnTo>
                    <a:pt x="112173" y="103631"/>
                  </a:lnTo>
                  <a:lnTo>
                    <a:pt x="113695" y="103054"/>
                  </a:lnTo>
                  <a:lnTo>
                    <a:pt x="114782" y="102824"/>
                  </a:lnTo>
                  <a:lnTo>
                    <a:pt x="115217" y="102247"/>
                  </a:lnTo>
                  <a:lnTo>
                    <a:pt x="115217" y="101671"/>
                  </a:lnTo>
                  <a:lnTo>
                    <a:pt x="115869" y="100634"/>
                  </a:lnTo>
                  <a:lnTo>
                    <a:pt x="115869" y="100288"/>
                  </a:lnTo>
                  <a:lnTo>
                    <a:pt x="115217" y="100057"/>
                  </a:lnTo>
                  <a:lnTo>
                    <a:pt x="114782" y="99827"/>
                  </a:lnTo>
                  <a:lnTo>
                    <a:pt x="114782" y="99481"/>
                  </a:lnTo>
                  <a:lnTo>
                    <a:pt x="115217" y="98904"/>
                  </a:lnTo>
                  <a:lnTo>
                    <a:pt x="114347" y="97867"/>
                  </a:lnTo>
                  <a:lnTo>
                    <a:pt x="115217" y="96484"/>
                  </a:lnTo>
                  <a:lnTo>
                    <a:pt x="116739" y="95100"/>
                  </a:lnTo>
                  <a:lnTo>
                    <a:pt x="118913" y="94639"/>
                  </a:lnTo>
                  <a:lnTo>
                    <a:pt x="118478" y="94293"/>
                  </a:lnTo>
                  <a:lnTo>
                    <a:pt x="116739" y="93717"/>
                  </a:lnTo>
                  <a:lnTo>
                    <a:pt x="116304" y="93487"/>
                  </a:lnTo>
                  <a:lnTo>
                    <a:pt x="115869" y="92680"/>
                  </a:lnTo>
                  <a:lnTo>
                    <a:pt x="115869" y="92103"/>
                  </a:lnTo>
                  <a:lnTo>
                    <a:pt x="116304" y="89913"/>
                  </a:lnTo>
                  <a:lnTo>
                    <a:pt x="117391" y="87262"/>
                  </a:lnTo>
                  <a:lnTo>
                    <a:pt x="117391" y="85533"/>
                  </a:lnTo>
                  <a:lnTo>
                    <a:pt x="116304" y="84726"/>
                  </a:lnTo>
                  <a:lnTo>
                    <a:pt x="117391" y="81498"/>
                  </a:lnTo>
                  <a:lnTo>
                    <a:pt x="117391" y="80115"/>
                  </a:lnTo>
                  <a:lnTo>
                    <a:pt x="116304" y="77925"/>
                  </a:lnTo>
                  <a:lnTo>
                    <a:pt x="116304" y="77463"/>
                  </a:lnTo>
                  <a:lnTo>
                    <a:pt x="116304" y="76887"/>
                  </a:lnTo>
                  <a:lnTo>
                    <a:pt x="116739" y="76311"/>
                  </a:lnTo>
                  <a:lnTo>
                    <a:pt x="116739" y="76080"/>
                  </a:lnTo>
                  <a:lnTo>
                    <a:pt x="116739" y="75504"/>
                  </a:lnTo>
                  <a:lnTo>
                    <a:pt x="117391" y="74351"/>
                  </a:lnTo>
                  <a:lnTo>
                    <a:pt x="117391" y="74121"/>
                  </a:lnTo>
                  <a:lnTo>
                    <a:pt x="117391" y="73314"/>
                  </a:lnTo>
                  <a:lnTo>
                    <a:pt x="116739" y="72276"/>
                  </a:lnTo>
                  <a:lnTo>
                    <a:pt x="116304" y="71700"/>
                  </a:lnTo>
                  <a:lnTo>
                    <a:pt x="116304" y="70317"/>
                  </a:lnTo>
                  <a:lnTo>
                    <a:pt x="116304" y="69279"/>
                  </a:lnTo>
                  <a:lnTo>
                    <a:pt x="116739" y="68126"/>
                  </a:lnTo>
                  <a:lnTo>
                    <a:pt x="117391" y="67319"/>
                  </a:lnTo>
                  <a:lnTo>
                    <a:pt x="117391" y="67089"/>
                  </a:lnTo>
                  <a:lnTo>
                    <a:pt x="117391" y="67089"/>
                  </a:lnTo>
                  <a:lnTo>
                    <a:pt x="116739" y="66743"/>
                  </a:lnTo>
                  <a:lnTo>
                    <a:pt x="116304" y="66743"/>
                  </a:lnTo>
                  <a:lnTo>
                    <a:pt x="116304" y="66512"/>
                  </a:lnTo>
                  <a:lnTo>
                    <a:pt x="116739" y="66512"/>
                  </a:lnTo>
                  <a:lnTo>
                    <a:pt x="116304" y="65936"/>
                  </a:lnTo>
                  <a:lnTo>
                    <a:pt x="116304" y="65360"/>
                  </a:lnTo>
                  <a:lnTo>
                    <a:pt x="116304" y="64899"/>
                  </a:lnTo>
                  <a:lnTo>
                    <a:pt x="116739" y="64092"/>
                  </a:lnTo>
                  <a:lnTo>
                    <a:pt x="117391" y="64092"/>
                  </a:lnTo>
                  <a:lnTo>
                    <a:pt x="117826" y="64092"/>
                  </a:lnTo>
                  <a:lnTo>
                    <a:pt x="117826" y="63746"/>
                  </a:lnTo>
                  <a:lnTo>
                    <a:pt x="118478" y="63170"/>
                  </a:lnTo>
                  <a:lnTo>
                    <a:pt x="117826" y="62939"/>
                  </a:lnTo>
                  <a:lnTo>
                    <a:pt x="117391" y="62939"/>
                  </a:lnTo>
                  <a:lnTo>
                    <a:pt x="116739" y="63170"/>
                  </a:lnTo>
                  <a:lnTo>
                    <a:pt x="116739" y="63515"/>
                  </a:lnTo>
                  <a:lnTo>
                    <a:pt x="115869" y="62132"/>
                  </a:lnTo>
                  <a:lnTo>
                    <a:pt x="115869" y="60518"/>
                  </a:lnTo>
                  <a:lnTo>
                    <a:pt x="117826" y="56714"/>
                  </a:lnTo>
                  <a:lnTo>
                    <a:pt x="117826" y="55907"/>
                  </a:lnTo>
                  <a:lnTo>
                    <a:pt x="115869" y="55331"/>
                  </a:lnTo>
                  <a:lnTo>
                    <a:pt x="114347" y="54178"/>
                  </a:lnTo>
                  <a:lnTo>
                    <a:pt x="113695" y="54178"/>
                  </a:lnTo>
                  <a:lnTo>
                    <a:pt x="112826" y="53948"/>
                  </a:lnTo>
                  <a:lnTo>
                    <a:pt x="111739" y="53371"/>
                  </a:lnTo>
                  <a:lnTo>
                    <a:pt x="109565" y="50951"/>
                  </a:lnTo>
                  <a:lnTo>
                    <a:pt x="109130" y="50374"/>
                  </a:lnTo>
                  <a:lnTo>
                    <a:pt x="108695" y="48530"/>
                  </a:lnTo>
                  <a:lnTo>
                    <a:pt x="108695" y="47723"/>
                  </a:lnTo>
                  <a:lnTo>
                    <a:pt x="109130" y="46570"/>
                  </a:lnTo>
                  <a:lnTo>
                    <a:pt x="109565" y="45994"/>
                  </a:lnTo>
                  <a:lnTo>
                    <a:pt x="111086" y="44956"/>
                  </a:lnTo>
                  <a:lnTo>
                    <a:pt x="111739" y="44380"/>
                  </a:lnTo>
                  <a:lnTo>
                    <a:pt x="112826" y="42997"/>
                  </a:lnTo>
                  <a:lnTo>
                    <a:pt x="113260" y="42190"/>
                  </a:lnTo>
                  <a:lnTo>
                    <a:pt x="114347" y="41959"/>
                  </a:lnTo>
                  <a:lnTo>
                    <a:pt x="115869" y="41729"/>
                  </a:lnTo>
                  <a:lnTo>
                    <a:pt x="116739" y="40806"/>
                  </a:lnTo>
                  <a:lnTo>
                    <a:pt x="117391" y="38962"/>
                  </a:lnTo>
                  <a:lnTo>
                    <a:pt x="118913" y="37579"/>
                  </a:lnTo>
                  <a:lnTo>
                    <a:pt x="118913" y="36772"/>
                  </a:lnTo>
                  <a:lnTo>
                    <a:pt x="118913" y="35734"/>
                  </a:lnTo>
                  <a:lnTo>
                    <a:pt x="119347" y="35158"/>
                  </a:lnTo>
                  <a:lnTo>
                    <a:pt x="120000" y="34351"/>
                  </a:lnTo>
                  <a:lnTo>
                    <a:pt x="120000" y="33775"/>
                  </a:lnTo>
                  <a:lnTo>
                    <a:pt x="119347" y="33544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8" name="Shape 11038"/>
            <p:cNvSpPr/>
            <p:nvPr/>
          </p:nvSpPr>
          <p:spPr>
            <a:xfrm>
              <a:off x="2286867" y="2631408"/>
              <a:ext cx="1153875" cy="12319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641" y="105984"/>
                  </a:moveTo>
                  <a:lnTo>
                    <a:pt x="30641" y="105984"/>
                  </a:lnTo>
                  <a:lnTo>
                    <a:pt x="30641" y="105984"/>
                  </a:lnTo>
                  <a:lnTo>
                    <a:pt x="30641" y="106384"/>
                  </a:lnTo>
                  <a:lnTo>
                    <a:pt x="30641" y="106651"/>
                  </a:lnTo>
                  <a:lnTo>
                    <a:pt x="30356" y="107052"/>
                  </a:lnTo>
                  <a:lnTo>
                    <a:pt x="29643" y="107052"/>
                  </a:lnTo>
                  <a:lnTo>
                    <a:pt x="28931" y="107052"/>
                  </a:lnTo>
                  <a:lnTo>
                    <a:pt x="28646" y="106651"/>
                  </a:lnTo>
                  <a:lnTo>
                    <a:pt x="28646" y="106384"/>
                  </a:lnTo>
                  <a:lnTo>
                    <a:pt x="28931" y="105984"/>
                  </a:lnTo>
                  <a:lnTo>
                    <a:pt x="29358" y="105450"/>
                  </a:lnTo>
                  <a:lnTo>
                    <a:pt x="29643" y="104783"/>
                  </a:lnTo>
                  <a:lnTo>
                    <a:pt x="29928" y="104783"/>
                  </a:lnTo>
                  <a:lnTo>
                    <a:pt x="29928" y="105450"/>
                  </a:lnTo>
                  <a:lnTo>
                    <a:pt x="30356" y="105717"/>
                  </a:lnTo>
                  <a:lnTo>
                    <a:pt x="30641" y="105984"/>
                  </a:lnTo>
                  <a:close/>
                  <a:moveTo>
                    <a:pt x="41472" y="118398"/>
                  </a:moveTo>
                  <a:lnTo>
                    <a:pt x="41472" y="118398"/>
                  </a:lnTo>
                  <a:lnTo>
                    <a:pt x="42185" y="118932"/>
                  </a:lnTo>
                  <a:lnTo>
                    <a:pt x="42185" y="120000"/>
                  </a:lnTo>
                  <a:lnTo>
                    <a:pt x="41045" y="119599"/>
                  </a:lnTo>
                  <a:lnTo>
                    <a:pt x="41045" y="118665"/>
                  </a:lnTo>
                  <a:lnTo>
                    <a:pt x="41472" y="118398"/>
                  </a:lnTo>
                  <a:close/>
                  <a:moveTo>
                    <a:pt x="92636" y="107986"/>
                  </a:moveTo>
                  <a:lnTo>
                    <a:pt x="92636" y="107986"/>
                  </a:lnTo>
                  <a:lnTo>
                    <a:pt x="92636" y="107586"/>
                  </a:lnTo>
                  <a:lnTo>
                    <a:pt x="93064" y="107319"/>
                  </a:lnTo>
                  <a:lnTo>
                    <a:pt x="93349" y="107052"/>
                  </a:lnTo>
                  <a:lnTo>
                    <a:pt x="93776" y="107052"/>
                  </a:lnTo>
                  <a:lnTo>
                    <a:pt x="97482" y="105984"/>
                  </a:lnTo>
                  <a:lnTo>
                    <a:pt x="97767" y="105984"/>
                  </a:lnTo>
                  <a:lnTo>
                    <a:pt x="97767" y="105717"/>
                  </a:lnTo>
                  <a:lnTo>
                    <a:pt x="98052" y="105717"/>
                  </a:lnTo>
                  <a:lnTo>
                    <a:pt x="98052" y="105450"/>
                  </a:lnTo>
                  <a:lnTo>
                    <a:pt x="98052" y="104783"/>
                  </a:lnTo>
                  <a:lnTo>
                    <a:pt x="98052" y="104115"/>
                  </a:lnTo>
                  <a:lnTo>
                    <a:pt x="98052" y="103581"/>
                  </a:lnTo>
                  <a:lnTo>
                    <a:pt x="98052" y="103181"/>
                  </a:lnTo>
                  <a:lnTo>
                    <a:pt x="97767" y="103181"/>
                  </a:lnTo>
                  <a:lnTo>
                    <a:pt x="97482" y="102914"/>
                  </a:lnTo>
                  <a:lnTo>
                    <a:pt x="96057" y="102246"/>
                  </a:lnTo>
                  <a:lnTo>
                    <a:pt x="96057" y="102246"/>
                  </a:lnTo>
                  <a:lnTo>
                    <a:pt x="96057" y="101979"/>
                  </a:lnTo>
                  <a:lnTo>
                    <a:pt x="96057" y="101579"/>
                  </a:lnTo>
                  <a:lnTo>
                    <a:pt x="96057" y="101312"/>
                  </a:lnTo>
                  <a:lnTo>
                    <a:pt x="96769" y="100645"/>
                  </a:lnTo>
                  <a:lnTo>
                    <a:pt x="96769" y="100378"/>
                  </a:lnTo>
                  <a:lnTo>
                    <a:pt x="96769" y="100111"/>
                  </a:lnTo>
                  <a:lnTo>
                    <a:pt x="96342" y="99710"/>
                  </a:lnTo>
                  <a:lnTo>
                    <a:pt x="96342" y="99710"/>
                  </a:lnTo>
                  <a:lnTo>
                    <a:pt x="96342" y="99443"/>
                  </a:lnTo>
                  <a:lnTo>
                    <a:pt x="96342" y="99043"/>
                  </a:lnTo>
                  <a:lnTo>
                    <a:pt x="96342" y="99043"/>
                  </a:lnTo>
                  <a:lnTo>
                    <a:pt x="96769" y="98776"/>
                  </a:lnTo>
                  <a:lnTo>
                    <a:pt x="97054" y="98776"/>
                  </a:lnTo>
                  <a:lnTo>
                    <a:pt x="97054" y="98776"/>
                  </a:lnTo>
                  <a:lnTo>
                    <a:pt x="97767" y="99043"/>
                  </a:lnTo>
                  <a:lnTo>
                    <a:pt x="97767" y="99043"/>
                  </a:lnTo>
                  <a:lnTo>
                    <a:pt x="98052" y="99043"/>
                  </a:lnTo>
                  <a:lnTo>
                    <a:pt x="100047" y="97842"/>
                  </a:lnTo>
                  <a:lnTo>
                    <a:pt x="100047" y="97842"/>
                  </a:lnTo>
                  <a:lnTo>
                    <a:pt x="100475" y="97575"/>
                  </a:lnTo>
                  <a:lnTo>
                    <a:pt x="100475" y="97575"/>
                  </a:lnTo>
                  <a:lnTo>
                    <a:pt x="100760" y="96640"/>
                  </a:lnTo>
                  <a:lnTo>
                    <a:pt x="101187" y="96240"/>
                  </a:lnTo>
                  <a:lnTo>
                    <a:pt x="101187" y="96240"/>
                  </a:lnTo>
                  <a:lnTo>
                    <a:pt x="101757" y="95973"/>
                  </a:lnTo>
                  <a:lnTo>
                    <a:pt x="102185" y="95572"/>
                  </a:lnTo>
                  <a:lnTo>
                    <a:pt x="102470" y="95305"/>
                  </a:lnTo>
                  <a:lnTo>
                    <a:pt x="102470" y="95038"/>
                  </a:lnTo>
                  <a:lnTo>
                    <a:pt x="102755" y="95038"/>
                  </a:lnTo>
                  <a:lnTo>
                    <a:pt x="102755" y="94104"/>
                  </a:lnTo>
                  <a:lnTo>
                    <a:pt x="103182" y="93704"/>
                  </a:lnTo>
                  <a:lnTo>
                    <a:pt x="103182" y="93704"/>
                  </a:lnTo>
                  <a:lnTo>
                    <a:pt x="103182" y="93704"/>
                  </a:lnTo>
                  <a:lnTo>
                    <a:pt x="103182" y="93437"/>
                  </a:lnTo>
                  <a:lnTo>
                    <a:pt x="103467" y="93437"/>
                  </a:lnTo>
                  <a:lnTo>
                    <a:pt x="104180" y="93036"/>
                  </a:lnTo>
                  <a:lnTo>
                    <a:pt x="104180" y="93036"/>
                  </a:lnTo>
                  <a:lnTo>
                    <a:pt x="104465" y="93036"/>
                  </a:lnTo>
                  <a:lnTo>
                    <a:pt x="104465" y="92502"/>
                  </a:lnTo>
                  <a:lnTo>
                    <a:pt x="104465" y="91835"/>
                  </a:lnTo>
                  <a:lnTo>
                    <a:pt x="104180" y="90233"/>
                  </a:lnTo>
                  <a:lnTo>
                    <a:pt x="104180" y="89566"/>
                  </a:lnTo>
                  <a:lnTo>
                    <a:pt x="104180" y="89299"/>
                  </a:lnTo>
                  <a:lnTo>
                    <a:pt x="104180" y="89032"/>
                  </a:lnTo>
                  <a:lnTo>
                    <a:pt x="104465" y="89032"/>
                  </a:lnTo>
                  <a:lnTo>
                    <a:pt x="104465" y="88631"/>
                  </a:lnTo>
                  <a:lnTo>
                    <a:pt x="104465" y="88364"/>
                  </a:lnTo>
                  <a:lnTo>
                    <a:pt x="104465" y="88097"/>
                  </a:lnTo>
                  <a:lnTo>
                    <a:pt x="104465" y="87697"/>
                  </a:lnTo>
                  <a:lnTo>
                    <a:pt x="104465" y="87430"/>
                  </a:lnTo>
                  <a:lnTo>
                    <a:pt x="104180" y="87430"/>
                  </a:lnTo>
                  <a:lnTo>
                    <a:pt x="103752" y="87163"/>
                  </a:lnTo>
                  <a:lnTo>
                    <a:pt x="103467" y="86763"/>
                  </a:lnTo>
                  <a:lnTo>
                    <a:pt x="103182" y="86095"/>
                  </a:lnTo>
                  <a:lnTo>
                    <a:pt x="103182" y="86095"/>
                  </a:lnTo>
                  <a:lnTo>
                    <a:pt x="102755" y="85828"/>
                  </a:lnTo>
                  <a:lnTo>
                    <a:pt x="101472" y="84894"/>
                  </a:lnTo>
                  <a:lnTo>
                    <a:pt x="101472" y="84627"/>
                  </a:lnTo>
                  <a:lnTo>
                    <a:pt x="101757" y="84226"/>
                  </a:lnTo>
                  <a:lnTo>
                    <a:pt x="102185" y="83692"/>
                  </a:lnTo>
                  <a:lnTo>
                    <a:pt x="102185" y="83692"/>
                  </a:lnTo>
                  <a:lnTo>
                    <a:pt x="102470" y="83692"/>
                  </a:lnTo>
                  <a:lnTo>
                    <a:pt x="102755" y="83692"/>
                  </a:lnTo>
                  <a:lnTo>
                    <a:pt x="103182" y="83692"/>
                  </a:lnTo>
                  <a:lnTo>
                    <a:pt x="103467" y="83959"/>
                  </a:lnTo>
                  <a:lnTo>
                    <a:pt x="103752" y="83959"/>
                  </a:lnTo>
                  <a:lnTo>
                    <a:pt x="104180" y="83692"/>
                  </a:lnTo>
                  <a:lnTo>
                    <a:pt x="104893" y="82625"/>
                  </a:lnTo>
                  <a:lnTo>
                    <a:pt x="105178" y="82358"/>
                  </a:lnTo>
                  <a:lnTo>
                    <a:pt x="107173" y="81156"/>
                  </a:lnTo>
                  <a:lnTo>
                    <a:pt x="109168" y="79555"/>
                  </a:lnTo>
                  <a:lnTo>
                    <a:pt x="109168" y="79154"/>
                  </a:lnTo>
                  <a:lnTo>
                    <a:pt x="109596" y="78887"/>
                  </a:lnTo>
                  <a:lnTo>
                    <a:pt x="109596" y="78887"/>
                  </a:lnTo>
                  <a:lnTo>
                    <a:pt x="109596" y="78620"/>
                  </a:lnTo>
                  <a:lnTo>
                    <a:pt x="109596" y="78220"/>
                  </a:lnTo>
                  <a:lnTo>
                    <a:pt x="109596" y="78220"/>
                  </a:lnTo>
                  <a:lnTo>
                    <a:pt x="109596" y="77953"/>
                  </a:lnTo>
                  <a:lnTo>
                    <a:pt x="109168" y="77686"/>
                  </a:lnTo>
                  <a:lnTo>
                    <a:pt x="109168" y="77285"/>
                  </a:lnTo>
                  <a:lnTo>
                    <a:pt x="108598" y="77285"/>
                  </a:lnTo>
                  <a:lnTo>
                    <a:pt x="108598" y="77018"/>
                  </a:lnTo>
                  <a:lnTo>
                    <a:pt x="108598" y="76618"/>
                  </a:lnTo>
                  <a:lnTo>
                    <a:pt x="108598" y="75150"/>
                  </a:lnTo>
                  <a:lnTo>
                    <a:pt x="108598" y="74215"/>
                  </a:lnTo>
                  <a:lnTo>
                    <a:pt x="108883" y="72880"/>
                  </a:lnTo>
                  <a:lnTo>
                    <a:pt x="108883" y="72213"/>
                  </a:lnTo>
                  <a:lnTo>
                    <a:pt x="109168" y="71679"/>
                  </a:lnTo>
                  <a:lnTo>
                    <a:pt x="109596" y="71679"/>
                  </a:lnTo>
                  <a:lnTo>
                    <a:pt x="109596" y="71012"/>
                  </a:lnTo>
                  <a:lnTo>
                    <a:pt x="109596" y="71012"/>
                  </a:lnTo>
                  <a:lnTo>
                    <a:pt x="109596" y="70611"/>
                  </a:lnTo>
                  <a:lnTo>
                    <a:pt x="109596" y="69677"/>
                  </a:lnTo>
                  <a:lnTo>
                    <a:pt x="109168" y="69410"/>
                  </a:lnTo>
                  <a:lnTo>
                    <a:pt x="109168" y="68743"/>
                  </a:lnTo>
                  <a:lnTo>
                    <a:pt x="108883" y="68476"/>
                  </a:lnTo>
                  <a:lnTo>
                    <a:pt x="108598" y="68209"/>
                  </a:lnTo>
                  <a:lnTo>
                    <a:pt x="108171" y="68209"/>
                  </a:lnTo>
                  <a:lnTo>
                    <a:pt x="108171" y="68209"/>
                  </a:lnTo>
                  <a:lnTo>
                    <a:pt x="107885" y="68476"/>
                  </a:lnTo>
                  <a:lnTo>
                    <a:pt x="107885" y="68743"/>
                  </a:lnTo>
                  <a:lnTo>
                    <a:pt x="107885" y="68743"/>
                  </a:lnTo>
                  <a:lnTo>
                    <a:pt x="107600" y="68743"/>
                  </a:lnTo>
                  <a:lnTo>
                    <a:pt x="107173" y="68743"/>
                  </a:lnTo>
                  <a:lnTo>
                    <a:pt x="107173" y="68476"/>
                  </a:lnTo>
                  <a:lnTo>
                    <a:pt x="106888" y="68209"/>
                  </a:lnTo>
                  <a:lnTo>
                    <a:pt x="106888" y="67141"/>
                  </a:lnTo>
                  <a:lnTo>
                    <a:pt x="106460" y="66874"/>
                  </a:lnTo>
                  <a:lnTo>
                    <a:pt x="106460" y="66607"/>
                  </a:lnTo>
                  <a:lnTo>
                    <a:pt x="106460" y="66206"/>
                  </a:lnTo>
                  <a:lnTo>
                    <a:pt x="106175" y="66206"/>
                  </a:lnTo>
                  <a:lnTo>
                    <a:pt x="106175" y="65939"/>
                  </a:lnTo>
                  <a:lnTo>
                    <a:pt x="106175" y="65672"/>
                  </a:lnTo>
                  <a:lnTo>
                    <a:pt x="106175" y="64738"/>
                  </a:lnTo>
                  <a:lnTo>
                    <a:pt x="106888" y="62736"/>
                  </a:lnTo>
                  <a:lnTo>
                    <a:pt x="107600" y="62469"/>
                  </a:lnTo>
                  <a:lnTo>
                    <a:pt x="107885" y="62202"/>
                  </a:lnTo>
                  <a:lnTo>
                    <a:pt x="108883" y="61535"/>
                  </a:lnTo>
                  <a:lnTo>
                    <a:pt x="108883" y="61535"/>
                  </a:lnTo>
                  <a:lnTo>
                    <a:pt x="109168" y="61268"/>
                  </a:lnTo>
                  <a:lnTo>
                    <a:pt x="109596" y="60867"/>
                  </a:lnTo>
                  <a:lnTo>
                    <a:pt x="109596" y="60600"/>
                  </a:lnTo>
                  <a:lnTo>
                    <a:pt x="109596" y="60200"/>
                  </a:lnTo>
                  <a:lnTo>
                    <a:pt x="109596" y="59933"/>
                  </a:lnTo>
                  <a:lnTo>
                    <a:pt x="109596" y="58331"/>
                  </a:lnTo>
                  <a:lnTo>
                    <a:pt x="109881" y="58064"/>
                  </a:lnTo>
                  <a:lnTo>
                    <a:pt x="109881" y="57664"/>
                  </a:lnTo>
                  <a:lnTo>
                    <a:pt x="110166" y="57397"/>
                  </a:lnTo>
                  <a:lnTo>
                    <a:pt x="110593" y="57397"/>
                  </a:lnTo>
                  <a:lnTo>
                    <a:pt x="110878" y="57397"/>
                  </a:lnTo>
                  <a:lnTo>
                    <a:pt x="111876" y="57664"/>
                  </a:lnTo>
                  <a:lnTo>
                    <a:pt x="112589" y="57664"/>
                  </a:lnTo>
                  <a:lnTo>
                    <a:pt x="112589" y="57664"/>
                  </a:lnTo>
                  <a:lnTo>
                    <a:pt x="112874" y="57664"/>
                  </a:lnTo>
                  <a:lnTo>
                    <a:pt x="112874" y="57397"/>
                  </a:lnTo>
                  <a:lnTo>
                    <a:pt x="113301" y="57130"/>
                  </a:lnTo>
                  <a:lnTo>
                    <a:pt x="113586" y="56729"/>
                  </a:lnTo>
                  <a:lnTo>
                    <a:pt x="113586" y="56729"/>
                  </a:lnTo>
                  <a:lnTo>
                    <a:pt x="113871" y="56729"/>
                  </a:lnTo>
                  <a:lnTo>
                    <a:pt x="113871" y="56462"/>
                  </a:lnTo>
                  <a:lnTo>
                    <a:pt x="115011" y="56462"/>
                  </a:lnTo>
                  <a:lnTo>
                    <a:pt x="115296" y="56462"/>
                  </a:lnTo>
                  <a:lnTo>
                    <a:pt x="115296" y="56195"/>
                  </a:lnTo>
                  <a:lnTo>
                    <a:pt x="117007" y="54860"/>
                  </a:lnTo>
                  <a:lnTo>
                    <a:pt x="117577" y="54193"/>
                  </a:lnTo>
                  <a:lnTo>
                    <a:pt x="117577" y="54193"/>
                  </a:lnTo>
                  <a:lnTo>
                    <a:pt x="117577" y="53926"/>
                  </a:lnTo>
                  <a:lnTo>
                    <a:pt x="117292" y="53259"/>
                  </a:lnTo>
                  <a:lnTo>
                    <a:pt x="117007" y="52992"/>
                  </a:lnTo>
                  <a:lnTo>
                    <a:pt x="117007" y="52992"/>
                  </a:lnTo>
                  <a:lnTo>
                    <a:pt x="116579" y="52992"/>
                  </a:lnTo>
                  <a:lnTo>
                    <a:pt x="116294" y="52992"/>
                  </a:lnTo>
                  <a:lnTo>
                    <a:pt x="116294" y="52992"/>
                  </a:lnTo>
                  <a:lnTo>
                    <a:pt x="116294" y="53259"/>
                  </a:lnTo>
                  <a:lnTo>
                    <a:pt x="116009" y="53926"/>
                  </a:lnTo>
                  <a:lnTo>
                    <a:pt x="116009" y="53926"/>
                  </a:lnTo>
                  <a:lnTo>
                    <a:pt x="116009" y="54193"/>
                  </a:lnTo>
                  <a:lnTo>
                    <a:pt x="115581" y="54193"/>
                  </a:lnTo>
                  <a:lnTo>
                    <a:pt x="115581" y="54193"/>
                  </a:lnTo>
                  <a:lnTo>
                    <a:pt x="115011" y="54593"/>
                  </a:lnTo>
                  <a:lnTo>
                    <a:pt x="115011" y="54593"/>
                  </a:lnTo>
                  <a:lnTo>
                    <a:pt x="114299" y="54193"/>
                  </a:lnTo>
                  <a:lnTo>
                    <a:pt x="114299" y="54193"/>
                  </a:lnTo>
                  <a:lnTo>
                    <a:pt x="113871" y="53926"/>
                  </a:lnTo>
                  <a:lnTo>
                    <a:pt x="113871" y="53259"/>
                  </a:lnTo>
                  <a:lnTo>
                    <a:pt x="113586" y="52057"/>
                  </a:lnTo>
                  <a:lnTo>
                    <a:pt x="113586" y="51390"/>
                  </a:lnTo>
                  <a:lnTo>
                    <a:pt x="113586" y="51123"/>
                  </a:lnTo>
                  <a:lnTo>
                    <a:pt x="113301" y="51123"/>
                  </a:lnTo>
                  <a:lnTo>
                    <a:pt x="112874" y="50723"/>
                  </a:lnTo>
                  <a:lnTo>
                    <a:pt x="111306" y="50456"/>
                  </a:lnTo>
                  <a:lnTo>
                    <a:pt x="110878" y="50456"/>
                  </a:lnTo>
                  <a:lnTo>
                    <a:pt x="110878" y="50456"/>
                  </a:lnTo>
                  <a:lnTo>
                    <a:pt x="110878" y="50189"/>
                  </a:lnTo>
                  <a:lnTo>
                    <a:pt x="110593" y="49788"/>
                  </a:lnTo>
                  <a:lnTo>
                    <a:pt x="110593" y="48854"/>
                  </a:lnTo>
                  <a:lnTo>
                    <a:pt x="110593" y="48587"/>
                  </a:lnTo>
                  <a:lnTo>
                    <a:pt x="110593" y="48587"/>
                  </a:lnTo>
                  <a:lnTo>
                    <a:pt x="110166" y="48320"/>
                  </a:lnTo>
                  <a:lnTo>
                    <a:pt x="109168" y="48587"/>
                  </a:lnTo>
                  <a:lnTo>
                    <a:pt x="109168" y="48587"/>
                  </a:lnTo>
                  <a:lnTo>
                    <a:pt x="108883" y="48587"/>
                  </a:lnTo>
                  <a:lnTo>
                    <a:pt x="108883" y="48320"/>
                  </a:lnTo>
                  <a:lnTo>
                    <a:pt x="108883" y="47919"/>
                  </a:lnTo>
                  <a:lnTo>
                    <a:pt x="108883" y="47652"/>
                  </a:lnTo>
                  <a:lnTo>
                    <a:pt x="109596" y="46985"/>
                  </a:lnTo>
                  <a:lnTo>
                    <a:pt x="109881" y="46718"/>
                  </a:lnTo>
                  <a:lnTo>
                    <a:pt x="110166" y="46718"/>
                  </a:lnTo>
                  <a:lnTo>
                    <a:pt x="110166" y="46718"/>
                  </a:lnTo>
                  <a:lnTo>
                    <a:pt x="110593" y="46318"/>
                  </a:lnTo>
                  <a:lnTo>
                    <a:pt x="111306" y="45116"/>
                  </a:lnTo>
                  <a:lnTo>
                    <a:pt x="111591" y="44716"/>
                  </a:lnTo>
                  <a:lnTo>
                    <a:pt x="111876" y="44716"/>
                  </a:lnTo>
                  <a:lnTo>
                    <a:pt x="112304" y="44449"/>
                  </a:lnTo>
                  <a:lnTo>
                    <a:pt x="112304" y="44449"/>
                  </a:lnTo>
                  <a:lnTo>
                    <a:pt x="112589" y="44182"/>
                  </a:lnTo>
                  <a:lnTo>
                    <a:pt x="112304" y="43515"/>
                  </a:lnTo>
                  <a:lnTo>
                    <a:pt x="112304" y="43515"/>
                  </a:lnTo>
                  <a:lnTo>
                    <a:pt x="112304" y="43248"/>
                  </a:lnTo>
                  <a:lnTo>
                    <a:pt x="111876" y="43248"/>
                  </a:lnTo>
                  <a:lnTo>
                    <a:pt x="110878" y="42847"/>
                  </a:lnTo>
                  <a:lnTo>
                    <a:pt x="110878" y="42847"/>
                  </a:lnTo>
                  <a:lnTo>
                    <a:pt x="110593" y="42580"/>
                  </a:lnTo>
                  <a:lnTo>
                    <a:pt x="110593" y="42580"/>
                  </a:lnTo>
                  <a:lnTo>
                    <a:pt x="110593" y="42313"/>
                  </a:lnTo>
                  <a:lnTo>
                    <a:pt x="110593" y="41913"/>
                  </a:lnTo>
                  <a:lnTo>
                    <a:pt x="111306" y="41646"/>
                  </a:lnTo>
                  <a:lnTo>
                    <a:pt x="111306" y="41245"/>
                  </a:lnTo>
                  <a:lnTo>
                    <a:pt x="111876" y="41245"/>
                  </a:lnTo>
                  <a:lnTo>
                    <a:pt x="112304" y="41245"/>
                  </a:lnTo>
                  <a:lnTo>
                    <a:pt x="112589" y="40044"/>
                  </a:lnTo>
                  <a:lnTo>
                    <a:pt x="114299" y="35906"/>
                  </a:lnTo>
                  <a:lnTo>
                    <a:pt x="113586" y="34705"/>
                  </a:lnTo>
                  <a:lnTo>
                    <a:pt x="113586" y="34304"/>
                  </a:lnTo>
                  <a:lnTo>
                    <a:pt x="113586" y="34037"/>
                  </a:lnTo>
                  <a:lnTo>
                    <a:pt x="113586" y="34037"/>
                  </a:lnTo>
                  <a:lnTo>
                    <a:pt x="114299" y="33770"/>
                  </a:lnTo>
                  <a:lnTo>
                    <a:pt x="114584" y="33370"/>
                  </a:lnTo>
                  <a:lnTo>
                    <a:pt x="115011" y="33103"/>
                  </a:lnTo>
                  <a:lnTo>
                    <a:pt x="115296" y="32169"/>
                  </a:lnTo>
                  <a:lnTo>
                    <a:pt x="115581" y="32169"/>
                  </a:lnTo>
                  <a:lnTo>
                    <a:pt x="116294" y="31768"/>
                  </a:lnTo>
                  <a:lnTo>
                    <a:pt x="116579" y="31501"/>
                  </a:lnTo>
                  <a:lnTo>
                    <a:pt x="117007" y="31234"/>
                  </a:lnTo>
                  <a:lnTo>
                    <a:pt x="117007" y="30834"/>
                  </a:lnTo>
                  <a:lnTo>
                    <a:pt x="117007" y="30300"/>
                  </a:lnTo>
                  <a:lnTo>
                    <a:pt x="117292" y="29365"/>
                  </a:lnTo>
                  <a:lnTo>
                    <a:pt x="117292" y="28965"/>
                  </a:lnTo>
                  <a:lnTo>
                    <a:pt x="117577" y="28965"/>
                  </a:lnTo>
                  <a:lnTo>
                    <a:pt x="117577" y="28965"/>
                  </a:lnTo>
                  <a:lnTo>
                    <a:pt x="118004" y="29365"/>
                  </a:lnTo>
                  <a:lnTo>
                    <a:pt x="118289" y="31234"/>
                  </a:lnTo>
                  <a:lnTo>
                    <a:pt x="118289" y="31234"/>
                  </a:lnTo>
                  <a:lnTo>
                    <a:pt x="118717" y="31501"/>
                  </a:lnTo>
                  <a:lnTo>
                    <a:pt x="119002" y="31501"/>
                  </a:lnTo>
                  <a:lnTo>
                    <a:pt x="119002" y="31501"/>
                  </a:lnTo>
                  <a:lnTo>
                    <a:pt x="119287" y="31234"/>
                  </a:lnTo>
                  <a:lnTo>
                    <a:pt x="119287" y="30567"/>
                  </a:lnTo>
                  <a:lnTo>
                    <a:pt x="120000" y="29632"/>
                  </a:lnTo>
                  <a:lnTo>
                    <a:pt x="120000" y="29365"/>
                  </a:lnTo>
                  <a:lnTo>
                    <a:pt x="120000" y="28965"/>
                  </a:lnTo>
                  <a:lnTo>
                    <a:pt x="117292" y="27363"/>
                  </a:lnTo>
                  <a:lnTo>
                    <a:pt x="116579" y="27096"/>
                  </a:lnTo>
                  <a:lnTo>
                    <a:pt x="116294" y="26829"/>
                  </a:lnTo>
                  <a:lnTo>
                    <a:pt x="116009" y="26829"/>
                  </a:lnTo>
                  <a:lnTo>
                    <a:pt x="116009" y="26829"/>
                  </a:lnTo>
                  <a:lnTo>
                    <a:pt x="115581" y="26829"/>
                  </a:lnTo>
                  <a:lnTo>
                    <a:pt x="115581" y="27096"/>
                  </a:lnTo>
                  <a:lnTo>
                    <a:pt x="115011" y="27363"/>
                  </a:lnTo>
                  <a:lnTo>
                    <a:pt x="115011" y="27363"/>
                  </a:lnTo>
                  <a:lnTo>
                    <a:pt x="114584" y="27764"/>
                  </a:lnTo>
                  <a:lnTo>
                    <a:pt x="113871" y="27764"/>
                  </a:lnTo>
                  <a:lnTo>
                    <a:pt x="113586" y="27764"/>
                  </a:lnTo>
                  <a:lnTo>
                    <a:pt x="113301" y="27764"/>
                  </a:lnTo>
                  <a:lnTo>
                    <a:pt x="113301" y="27764"/>
                  </a:lnTo>
                  <a:lnTo>
                    <a:pt x="113301" y="28031"/>
                  </a:lnTo>
                  <a:lnTo>
                    <a:pt x="112874" y="28698"/>
                  </a:lnTo>
                  <a:lnTo>
                    <a:pt x="112589" y="28965"/>
                  </a:lnTo>
                  <a:lnTo>
                    <a:pt x="112589" y="28965"/>
                  </a:lnTo>
                  <a:lnTo>
                    <a:pt x="112304" y="28965"/>
                  </a:lnTo>
                  <a:lnTo>
                    <a:pt x="112304" y="28965"/>
                  </a:lnTo>
                  <a:lnTo>
                    <a:pt x="111876" y="28965"/>
                  </a:lnTo>
                  <a:lnTo>
                    <a:pt x="111591" y="28965"/>
                  </a:lnTo>
                  <a:lnTo>
                    <a:pt x="110878" y="28298"/>
                  </a:lnTo>
                  <a:lnTo>
                    <a:pt x="110593" y="28298"/>
                  </a:lnTo>
                  <a:lnTo>
                    <a:pt x="110166" y="28031"/>
                  </a:lnTo>
                  <a:lnTo>
                    <a:pt x="109881" y="28031"/>
                  </a:lnTo>
                  <a:lnTo>
                    <a:pt x="109596" y="28298"/>
                  </a:lnTo>
                  <a:lnTo>
                    <a:pt x="109168" y="28298"/>
                  </a:lnTo>
                  <a:lnTo>
                    <a:pt x="108598" y="28698"/>
                  </a:lnTo>
                  <a:lnTo>
                    <a:pt x="107885" y="28965"/>
                  </a:lnTo>
                  <a:lnTo>
                    <a:pt x="107173" y="28965"/>
                  </a:lnTo>
                  <a:lnTo>
                    <a:pt x="102755" y="28698"/>
                  </a:lnTo>
                  <a:lnTo>
                    <a:pt x="102185" y="28298"/>
                  </a:lnTo>
                  <a:lnTo>
                    <a:pt x="101187" y="27764"/>
                  </a:lnTo>
                  <a:lnTo>
                    <a:pt x="100475" y="27096"/>
                  </a:lnTo>
                  <a:lnTo>
                    <a:pt x="98764" y="26829"/>
                  </a:lnTo>
                  <a:lnTo>
                    <a:pt x="98479" y="26829"/>
                  </a:lnTo>
                  <a:lnTo>
                    <a:pt x="96342" y="26829"/>
                  </a:lnTo>
                  <a:lnTo>
                    <a:pt x="96057" y="26829"/>
                  </a:lnTo>
                  <a:lnTo>
                    <a:pt x="95771" y="26829"/>
                  </a:lnTo>
                  <a:lnTo>
                    <a:pt x="95344" y="26429"/>
                  </a:lnTo>
                  <a:lnTo>
                    <a:pt x="94774" y="26162"/>
                  </a:lnTo>
                  <a:lnTo>
                    <a:pt x="94346" y="25895"/>
                  </a:lnTo>
                  <a:lnTo>
                    <a:pt x="94061" y="25494"/>
                  </a:lnTo>
                  <a:lnTo>
                    <a:pt x="91638" y="24560"/>
                  </a:lnTo>
                  <a:lnTo>
                    <a:pt x="91353" y="24293"/>
                  </a:lnTo>
                  <a:lnTo>
                    <a:pt x="90641" y="23893"/>
                  </a:lnTo>
                  <a:lnTo>
                    <a:pt x="90356" y="22024"/>
                  </a:lnTo>
                  <a:lnTo>
                    <a:pt x="89928" y="21757"/>
                  </a:lnTo>
                  <a:lnTo>
                    <a:pt x="89928" y="21357"/>
                  </a:lnTo>
                  <a:lnTo>
                    <a:pt x="89643" y="21357"/>
                  </a:lnTo>
                  <a:lnTo>
                    <a:pt x="89358" y="21090"/>
                  </a:lnTo>
                  <a:lnTo>
                    <a:pt x="88931" y="21090"/>
                  </a:lnTo>
                  <a:lnTo>
                    <a:pt x="88931" y="20823"/>
                  </a:lnTo>
                  <a:lnTo>
                    <a:pt x="88931" y="19888"/>
                  </a:lnTo>
                  <a:lnTo>
                    <a:pt x="88931" y="19488"/>
                  </a:lnTo>
                  <a:lnTo>
                    <a:pt x="88646" y="19488"/>
                  </a:lnTo>
                  <a:lnTo>
                    <a:pt x="87648" y="18820"/>
                  </a:lnTo>
                  <a:lnTo>
                    <a:pt x="87363" y="18553"/>
                  </a:lnTo>
                  <a:lnTo>
                    <a:pt x="87363" y="18286"/>
                  </a:lnTo>
                  <a:lnTo>
                    <a:pt x="87363" y="17886"/>
                  </a:lnTo>
                  <a:lnTo>
                    <a:pt x="87363" y="17619"/>
                  </a:lnTo>
                  <a:lnTo>
                    <a:pt x="86935" y="16952"/>
                  </a:lnTo>
                  <a:lnTo>
                    <a:pt x="86935" y="16685"/>
                  </a:lnTo>
                  <a:lnTo>
                    <a:pt x="87363" y="16685"/>
                  </a:lnTo>
                  <a:lnTo>
                    <a:pt x="87363" y="16418"/>
                  </a:lnTo>
                  <a:lnTo>
                    <a:pt x="87933" y="16418"/>
                  </a:lnTo>
                  <a:lnTo>
                    <a:pt x="88361" y="16017"/>
                  </a:lnTo>
                  <a:lnTo>
                    <a:pt x="88361" y="16017"/>
                  </a:lnTo>
                  <a:lnTo>
                    <a:pt x="88646" y="15350"/>
                  </a:lnTo>
                  <a:lnTo>
                    <a:pt x="88646" y="15083"/>
                  </a:lnTo>
                  <a:lnTo>
                    <a:pt x="88931" y="14416"/>
                  </a:lnTo>
                  <a:lnTo>
                    <a:pt x="89643" y="13481"/>
                  </a:lnTo>
                  <a:lnTo>
                    <a:pt x="89643" y="13214"/>
                  </a:lnTo>
                  <a:lnTo>
                    <a:pt x="89643" y="12547"/>
                  </a:lnTo>
                  <a:lnTo>
                    <a:pt x="89643" y="11879"/>
                  </a:lnTo>
                  <a:lnTo>
                    <a:pt x="89928" y="10945"/>
                  </a:lnTo>
                  <a:lnTo>
                    <a:pt x="89928" y="10678"/>
                  </a:lnTo>
                  <a:lnTo>
                    <a:pt x="90356" y="10411"/>
                  </a:lnTo>
                  <a:lnTo>
                    <a:pt x="90356" y="10011"/>
                  </a:lnTo>
                  <a:lnTo>
                    <a:pt x="89928" y="9744"/>
                  </a:lnTo>
                  <a:lnTo>
                    <a:pt x="89928" y="9744"/>
                  </a:lnTo>
                  <a:lnTo>
                    <a:pt x="89643" y="9744"/>
                  </a:lnTo>
                  <a:lnTo>
                    <a:pt x="89358" y="9744"/>
                  </a:lnTo>
                  <a:lnTo>
                    <a:pt x="88931" y="9744"/>
                  </a:lnTo>
                  <a:lnTo>
                    <a:pt x="87648" y="10011"/>
                  </a:lnTo>
                  <a:lnTo>
                    <a:pt x="87363" y="10411"/>
                  </a:lnTo>
                  <a:lnTo>
                    <a:pt x="86223" y="10945"/>
                  </a:lnTo>
                  <a:lnTo>
                    <a:pt x="85938" y="10945"/>
                  </a:lnTo>
                  <a:lnTo>
                    <a:pt x="85225" y="11345"/>
                  </a:lnTo>
                  <a:lnTo>
                    <a:pt x="83942" y="10945"/>
                  </a:lnTo>
                  <a:lnTo>
                    <a:pt x="83657" y="10945"/>
                  </a:lnTo>
                  <a:lnTo>
                    <a:pt x="83230" y="10678"/>
                  </a:lnTo>
                  <a:lnTo>
                    <a:pt x="83230" y="10678"/>
                  </a:lnTo>
                  <a:lnTo>
                    <a:pt x="83230" y="10411"/>
                  </a:lnTo>
                  <a:lnTo>
                    <a:pt x="83657" y="10411"/>
                  </a:lnTo>
                  <a:lnTo>
                    <a:pt x="83942" y="9744"/>
                  </a:lnTo>
                  <a:lnTo>
                    <a:pt x="83942" y="9477"/>
                  </a:lnTo>
                  <a:lnTo>
                    <a:pt x="84228" y="9477"/>
                  </a:lnTo>
                  <a:lnTo>
                    <a:pt x="83942" y="9076"/>
                  </a:lnTo>
                  <a:lnTo>
                    <a:pt x="83657" y="8809"/>
                  </a:lnTo>
                  <a:lnTo>
                    <a:pt x="82945" y="8409"/>
                  </a:lnTo>
                  <a:lnTo>
                    <a:pt x="82517" y="8409"/>
                  </a:lnTo>
                  <a:lnTo>
                    <a:pt x="82232" y="8409"/>
                  </a:lnTo>
                  <a:lnTo>
                    <a:pt x="82232" y="8409"/>
                  </a:lnTo>
                  <a:lnTo>
                    <a:pt x="81947" y="8809"/>
                  </a:lnTo>
                  <a:lnTo>
                    <a:pt x="81947" y="8809"/>
                  </a:lnTo>
                  <a:lnTo>
                    <a:pt x="81520" y="9076"/>
                  </a:lnTo>
                  <a:lnTo>
                    <a:pt x="81520" y="9076"/>
                  </a:lnTo>
                  <a:lnTo>
                    <a:pt x="79952" y="9477"/>
                  </a:lnTo>
                  <a:lnTo>
                    <a:pt x="79239" y="9076"/>
                  </a:lnTo>
                  <a:lnTo>
                    <a:pt x="78527" y="8809"/>
                  </a:lnTo>
                  <a:lnTo>
                    <a:pt x="76817" y="7474"/>
                  </a:lnTo>
                  <a:lnTo>
                    <a:pt x="76532" y="6941"/>
                  </a:lnTo>
                  <a:lnTo>
                    <a:pt x="76104" y="6540"/>
                  </a:lnTo>
                  <a:lnTo>
                    <a:pt x="76104" y="6273"/>
                  </a:lnTo>
                  <a:lnTo>
                    <a:pt x="75819" y="6273"/>
                  </a:lnTo>
                  <a:lnTo>
                    <a:pt x="75106" y="5873"/>
                  </a:lnTo>
                  <a:lnTo>
                    <a:pt x="74821" y="5873"/>
                  </a:lnTo>
                  <a:lnTo>
                    <a:pt x="74536" y="5873"/>
                  </a:lnTo>
                  <a:lnTo>
                    <a:pt x="74109" y="5873"/>
                  </a:lnTo>
                  <a:lnTo>
                    <a:pt x="74109" y="6273"/>
                  </a:lnTo>
                  <a:lnTo>
                    <a:pt x="73824" y="6273"/>
                  </a:lnTo>
                  <a:lnTo>
                    <a:pt x="73824" y="6540"/>
                  </a:lnTo>
                  <a:lnTo>
                    <a:pt x="73539" y="7208"/>
                  </a:lnTo>
                  <a:lnTo>
                    <a:pt x="73539" y="7474"/>
                  </a:lnTo>
                  <a:lnTo>
                    <a:pt x="73539" y="7474"/>
                  </a:lnTo>
                  <a:lnTo>
                    <a:pt x="72826" y="7474"/>
                  </a:lnTo>
                  <a:lnTo>
                    <a:pt x="72114" y="7875"/>
                  </a:lnTo>
                  <a:lnTo>
                    <a:pt x="71828" y="7875"/>
                  </a:lnTo>
                  <a:lnTo>
                    <a:pt x="71828" y="8142"/>
                  </a:lnTo>
                  <a:lnTo>
                    <a:pt x="71401" y="8142"/>
                  </a:lnTo>
                  <a:lnTo>
                    <a:pt x="71401" y="8409"/>
                  </a:lnTo>
                  <a:lnTo>
                    <a:pt x="71401" y="8809"/>
                  </a:lnTo>
                  <a:lnTo>
                    <a:pt x="70118" y="10011"/>
                  </a:lnTo>
                  <a:lnTo>
                    <a:pt x="69833" y="10411"/>
                  </a:lnTo>
                  <a:lnTo>
                    <a:pt x="66698" y="11345"/>
                  </a:lnTo>
                  <a:lnTo>
                    <a:pt x="66413" y="11612"/>
                  </a:lnTo>
                  <a:lnTo>
                    <a:pt x="66413" y="11612"/>
                  </a:lnTo>
                  <a:lnTo>
                    <a:pt x="66413" y="11879"/>
                  </a:lnTo>
                  <a:lnTo>
                    <a:pt x="66413" y="11879"/>
                  </a:lnTo>
                  <a:lnTo>
                    <a:pt x="66413" y="12280"/>
                  </a:lnTo>
                  <a:lnTo>
                    <a:pt x="66698" y="12280"/>
                  </a:lnTo>
                  <a:lnTo>
                    <a:pt x="66698" y="12547"/>
                  </a:lnTo>
                  <a:lnTo>
                    <a:pt x="67125" y="12547"/>
                  </a:lnTo>
                  <a:lnTo>
                    <a:pt x="67410" y="12947"/>
                  </a:lnTo>
                  <a:lnTo>
                    <a:pt x="68693" y="13214"/>
                  </a:lnTo>
                  <a:lnTo>
                    <a:pt x="69121" y="13214"/>
                  </a:lnTo>
                  <a:lnTo>
                    <a:pt x="69121" y="13214"/>
                  </a:lnTo>
                  <a:lnTo>
                    <a:pt x="69121" y="13481"/>
                  </a:lnTo>
                  <a:lnTo>
                    <a:pt x="69121" y="13882"/>
                  </a:lnTo>
                  <a:lnTo>
                    <a:pt x="68693" y="14149"/>
                  </a:lnTo>
                  <a:lnTo>
                    <a:pt x="68123" y="14416"/>
                  </a:lnTo>
                  <a:lnTo>
                    <a:pt x="67410" y="14416"/>
                  </a:lnTo>
                  <a:lnTo>
                    <a:pt x="66698" y="14416"/>
                  </a:lnTo>
                  <a:lnTo>
                    <a:pt x="60285" y="16017"/>
                  </a:lnTo>
                  <a:lnTo>
                    <a:pt x="58574" y="15350"/>
                  </a:lnTo>
                  <a:lnTo>
                    <a:pt x="58574" y="15350"/>
                  </a:lnTo>
                  <a:lnTo>
                    <a:pt x="58289" y="15083"/>
                  </a:lnTo>
                  <a:lnTo>
                    <a:pt x="58289" y="14816"/>
                  </a:lnTo>
                  <a:lnTo>
                    <a:pt x="58289" y="14816"/>
                  </a:lnTo>
                  <a:lnTo>
                    <a:pt x="58574" y="14416"/>
                  </a:lnTo>
                  <a:lnTo>
                    <a:pt x="58574" y="14149"/>
                  </a:lnTo>
                  <a:lnTo>
                    <a:pt x="59002" y="13882"/>
                  </a:lnTo>
                  <a:lnTo>
                    <a:pt x="58574" y="13481"/>
                  </a:lnTo>
                  <a:lnTo>
                    <a:pt x="58289" y="13481"/>
                  </a:lnTo>
                  <a:lnTo>
                    <a:pt x="58289" y="13481"/>
                  </a:lnTo>
                  <a:lnTo>
                    <a:pt x="58004" y="13481"/>
                  </a:lnTo>
                  <a:lnTo>
                    <a:pt x="57577" y="13481"/>
                  </a:lnTo>
                  <a:lnTo>
                    <a:pt x="57577" y="13882"/>
                  </a:lnTo>
                  <a:lnTo>
                    <a:pt x="57577" y="13882"/>
                  </a:lnTo>
                  <a:lnTo>
                    <a:pt x="57577" y="14149"/>
                  </a:lnTo>
                  <a:lnTo>
                    <a:pt x="57577" y="14149"/>
                  </a:lnTo>
                  <a:lnTo>
                    <a:pt x="57577" y="14416"/>
                  </a:lnTo>
                  <a:lnTo>
                    <a:pt x="57292" y="14416"/>
                  </a:lnTo>
                  <a:lnTo>
                    <a:pt x="57007" y="15083"/>
                  </a:lnTo>
                  <a:lnTo>
                    <a:pt x="57007" y="15083"/>
                  </a:lnTo>
                  <a:lnTo>
                    <a:pt x="56579" y="15750"/>
                  </a:lnTo>
                  <a:lnTo>
                    <a:pt x="55296" y="17886"/>
                  </a:lnTo>
                  <a:lnTo>
                    <a:pt x="55296" y="17886"/>
                  </a:lnTo>
                  <a:lnTo>
                    <a:pt x="54869" y="17886"/>
                  </a:lnTo>
                  <a:lnTo>
                    <a:pt x="54299" y="17619"/>
                  </a:lnTo>
                  <a:lnTo>
                    <a:pt x="53871" y="17619"/>
                  </a:lnTo>
                  <a:lnTo>
                    <a:pt x="53301" y="17352"/>
                  </a:lnTo>
                  <a:lnTo>
                    <a:pt x="53301" y="16952"/>
                  </a:lnTo>
                  <a:lnTo>
                    <a:pt x="52304" y="16952"/>
                  </a:lnTo>
                  <a:lnTo>
                    <a:pt x="51876" y="16685"/>
                  </a:lnTo>
                  <a:lnTo>
                    <a:pt x="51876" y="16685"/>
                  </a:lnTo>
                  <a:lnTo>
                    <a:pt x="51591" y="16685"/>
                  </a:lnTo>
                  <a:lnTo>
                    <a:pt x="51163" y="16418"/>
                  </a:lnTo>
                  <a:lnTo>
                    <a:pt x="49596" y="15750"/>
                  </a:lnTo>
                  <a:lnTo>
                    <a:pt x="46460" y="14149"/>
                  </a:lnTo>
                  <a:lnTo>
                    <a:pt x="45178" y="13882"/>
                  </a:lnTo>
                  <a:lnTo>
                    <a:pt x="42755" y="14416"/>
                  </a:lnTo>
                  <a:lnTo>
                    <a:pt x="42755" y="14416"/>
                  </a:lnTo>
                  <a:lnTo>
                    <a:pt x="42470" y="14816"/>
                  </a:lnTo>
                  <a:lnTo>
                    <a:pt x="42185" y="14816"/>
                  </a:lnTo>
                  <a:lnTo>
                    <a:pt x="42185" y="15083"/>
                  </a:lnTo>
                  <a:lnTo>
                    <a:pt x="42185" y="15083"/>
                  </a:lnTo>
                  <a:lnTo>
                    <a:pt x="41757" y="15750"/>
                  </a:lnTo>
                  <a:lnTo>
                    <a:pt x="41757" y="16017"/>
                  </a:lnTo>
                  <a:lnTo>
                    <a:pt x="41472" y="16418"/>
                  </a:lnTo>
                  <a:lnTo>
                    <a:pt x="40047" y="16685"/>
                  </a:lnTo>
                  <a:lnTo>
                    <a:pt x="39762" y="16685"/>
                  </a:lnTo>
                  <a:lnTo>
                    <a:pt x="37339" y="15083"/>
                  </a:lnTo>
                  <a:lnTo>
                    <a:pt x="37054" y="14816"/>
                  </a:lnTo>
                  <a:lnTo>
                    <a:pt x="35344" y="13481"/>
                  </a:lnTo>
                  <a:lnTo>
                    <a:pt x="35344" y="13481"/>
                  </a:lnTo>
                  <a:lnTo>
                    <a:pt x="35344" y="13214"/>
                  </a:lnTo>
                  <a:lnTo>
                    <a:pt x="35344" y="13214"/>
                  </a:lnTo>
                  <a:lnTo>
                    <a:pt x="35059" y="12947"/>
                  </a:lnTo>
                  <a:lnTo>
                    <a:pt x="35059" y="12280"/>
                  </a:lnTo>
                  <a:lnTo>
                    <a:pt x="34631" y="11612"/>
                  </a:lnTo>
                  <a:lnTo>
                    <a:pt x="32351" y="11612"/>
                  </a:lnTo>
                  <a:lnTo>
                    <a:pt x="31638" y="11345"/>
                  </a:lnTo>
                  <a:lnTo>
                    <a:pt x="31353" y="11345"/>
                  </a:lnTo>
                  <a:lnTo>
                    <a:pt x="29928" y="10011"/>
                  </a:lnTo>
                  <a:lnTo>
                    <a:pt x="29643" y="9477"/>
                  </a:lnTo>
                  <a:lnTo>
                    <a:pt x="29358" y="9477"/>
                  </a:lnTo>
                  <a:lnTo>
                    <a:pt x="26650" y="9076"/>
                  </a:lnTo>
                  <a:lnTo>
                    <a:pt x="26223" y="9477"/>
                  </a:lnTo>
                  <a:lnTo>
                    <a:pt x="25225" y="10011"/>
                  </a:lnTo>
                  <a:lnTo>
                    <a:pt x="24940" y="10011"/>
                  </a:lnTo>
                  <a:lnTo>
                    <a:pt x="23942" y="9744"/>
                  </a:lnTo>
                  <a:lnTo>
                    <a:pt x="23230" y="9076"/>
                  </a:lnTo>
                  <a:lnTo>
                    <a:pt x="23230" y="8809"/>
                  </a:lnTo>
                  <a:lnTo>
                    <a:pt x="22517" y="7875"/>
                  </a:lnTo>
                  <a:lnTo>
                    <a:pt x="22232" y="7875"/>
                  </a:lnTo>
                  <a:lnTo>
                    <a:pt x="22232" y="7474"/>
                  </a:lnTo>
                  <a:lnTo>
                    <a:pt x="21947" y="7474"/>
                  </a:lnTo>
                  <a:lnTo>
                    <a:pt x="20807" y="7474"/>
                  </a:lnTo>
                  <a:lnTo>
                    <a:pt x="18812" y="6273"/>
                  </a:lnTo>
                  <a:lnTo>
                    <a:pt x="17102" y="6540"/>
                  </a:lnTo>
                  <a:lnTo>
                    <a:pt x="16532" y="6540"/>
                  </a:lnTo>
                  <a:lnTo>
                    <a:pt x="16104" y="5873"/>
                  </a:lnTo>
                  <a:lnTo>
                    <a:pt x="15819" y="5606"/>
                  </a:lnTo>
                  <a:lnTo>
                    <a:pt x="15534" y="5606"/>
                  </a:lnTo>
                  <a:lnTo>
                    <a:pt x="12826" y="3737"/>
                  </a:lnTo>
                  <a:lnTo>
                    <a:pt x="12399" y="3470"/>
                  </a:lnTo>
                  <a:lnTo>
                    <a:pt x="12399" y="3070"/>
                  </a:lnTo>
                  <a:lnTo>
                    <a:pt x="12399" y="3070"/>
                  </a:lnTo>
                  <a:lnTo>
                    <a:pt x="12399" y="2803"/>
                  </a:lnTo>
                  <a:lnTo>
                    <a:pt x="13111" y="2803"/>
                  </a:lnTo>
                  <a:lnTo>
                    <a:pt x="13111" y="2402"/>
                  </a:lnTo>
                  <a:lnTo>
                    <a:pt x="13111" y="2135"/>
                  </a:lnTo>
                  <a:lnTo>
                    <a:pt x="12826" y="1868"/>
                  </a:lnTo>
                  <a:lnTo>
                    <a:pt x="12399" y="1468"/>
                  </a:lnTo>
                  <a:lnTo>
                    <a:pt x="12399" y="1468"/>
                  </a:lnTo>
                  <a:lnTo>
                    <a:pt x="9691" y="533"/>
                  </a:lnTo>
                  <a:lnTo>
                    <a:pt x="8123" y="266"/>
                  </a:lnTo>
                  <a:lnTo>
                    <a:pt x="6698" y="0"/>
                  </a:lnTo>
                  <a:lnTo>
                    <a:pt x="6413" y="266"/>
                  </a:lnTo>
                  <a:lnTo>
                    <a:pt x="6413" y="266"/>
                  </a:lnTo>
                  <a:lnTo>
                    <a:pt x="5985" y="266"/>
                  </a:lnTo>
                  <a:lnTo>
                    <a:pt x="5700" y="533"/>
                  </a:lnTo>
                  <a:lnTo>
                    <a:pt x="4988" y="1201"/>
                  </a:lnTo>
                  <a:lnTo>
                    <a:pt x="4418" y="2402"/>
                  </a:lnTo>
                  <a:lnTo>
                    <a:pt x="3277" y="3737"/>
                  </a:lnTo>
                  <a:lnTo>
                    <a:pt x="2992" y="4671"/>
                  </a:lnTo>
                  <a:lnTo>
                    <a:pt x="2707" y="4938"/>
                  </a:lnTo>
                  <a:lnTo>
                    <a:pt x="2707" y="4938"/>
                  </a:lnTo>
                  <a:lnTo>
                    <a:pt x="2707" y="5606"/>
                  </a:lnTo>
                  <a:lnTo>
                    <a:pt x="2707" y="5873"/>
                  </a:lnTo>
                  <a:lnTo>
                    <a:pt x="2280" y="5873"/>
                  </a:lnTo>
                  <a:lnTo>
                    <a:pt x="2280" y="6273"/>
                  </a:lnTo>
                  <a:lnTo>
                    <a:pt x="997" y="6540"/>
                  </a:lnTo>
                  <a:lnTo>
                    <a:pt x="285" y="6941"/>
                  </a:lnTo>
                  <a:lnTo>
                    <a:pt x="285" y="6941"/>
                  </a:lnTo>
                  <a:lnTo>
                    <a:pt x="0" y="7208"/>
                  </a:lnTo>
                  <a:lnTo>
                    <a:pt x="0" y="7208"/>
                  </a:lnTo>
                  <a:lnTo>
                    <a:pt x="0" y="7474"/>
                  </a:lnTo>
                  <a:lnTo>
                    <a:pt x="0" y="7875"/>
                  </a:lnTo>
                  <a:lnTo>
                    <a:pt x="285" y="8142"/>
                  </a:lnTo>
                  <a:lnTo>
                    <a:pt x="1710" y="9477"/>
                  </a:lnTo>
                  <a:lnTo>
                    <a:pt x="3277" y="10678"/>
                  </a:lnTo>
                  <a:lnTo>
                    <a:pt x="6983" y="12547"/>
                  </a:lnTo>
                  <a:lnTo>
                    <a:pt x="7695" y="12947"/>
                  </a:lnTo>
                  <a:lnTo>
                    <a:pt x="8123" y="13214"/>
                  </a:lnTo>
                  <a:lnTo>
                    <a:pt x="8123" y="13214"/>
                  </a:lnTo>
                  <a:lnTo>
                    <a:pt x="8123" y="13481"/>
                  </a:lnTo>
                  <a:lnTo>
                    <a:pt x="8123" y="13882"/>
                  </a:lnTo>
                  <a:lnTo>
                    <a:pt x="8123" y="14149"/>
                  </a:lnTo>
                  <a:lnTo>
                    <a:pt x="8123" y="14149"/>
                  </a:lnTo>
                  <a:lnTo>
                    <a:pt x="8123" y="14416"/>
                  </a:lnTo>
                  <a:lnTo>
                    <a:pt x="8408" y="15350"/>
                  </a:lnTo>
                  <a:lnTo>
                    <a:pt x="8693" y="15750"/>
                  </a:lnTo>
                  <a:lnTo>
                    <a:pt x="8693" y="16017"/>
                  </a:lnTo>
                  <a:lnTo>
                    <a:pt x="8693" y="16418"/>
                  </a:lnTo>
                  <a:lnTo>
                    <a:pt x="8693" y="16685"/>
                  </a:lnTo>
                  <a:lnTo>
                    <a:pt x="8693" y="16952"/>
                  </a:lnTo>
                  <a:lnTo>
                    <a:pt x="9121" y="16952"/>
                  </a:lnTo>
                  <a:lnTo>
                    <a:pt x="9121" y="16685"/>
                  </a:lnTo>
                  <a:lnTo>
                    <a:pt x="9121" y="16685"/>
                  </a:lnTo>
                  <a:lnTo>
                    <a:pt x="9406" y="15750"/>
                  </a:lnTo>
                  <a:lnTo>
                    <a:pt x="9691" y="15750"/>
                  </a:lnTo>
                  <a:lnTo>
                    <a:pt x="9691" y="15750"/>
                  </a:lnTo>
                  <a:lnTo>
                    <a:pt x="10403" y="16017"/>
                  </a:lnTo>
                  <a:lnTo>
                    <a:pt x="10688" y="16017"/>
                  </a:lnTo>
                  <a:lnTo>
                    <a:pt x="10688" y="16418"/>
                  </a:lnTo>
                  <a:lnTo>
                    <a:pt x="10688" y="16685"/>
                  </a:lnTo>
                  <a:lnTo>
                    <a:pt x="10403" y="17352"/>
                  </a:lnTo>
                  <a:lnTo>
                    <a:pt x="10403" y="17352"/>
                  </a:lnTo>
                  <a:lnTo>
                    <a:pt x="10403" y="17619"/>
                  </a:lnTo>
                  <a:lnTo>
                    <a:pt x="10403" y="17886"/>
                  </a:lnTo>
                  <a:lnTo>
                    <a:pt x="10688" y="17886"/>
                  </a:lnTo>
                  <a:lnTo>
                    <a:pt x="11116" y="17886"/>
                  </a:lnTo>
                  <a:lnTo>
                    <a:pt x="11401" y="17886"/>
                  </a:lnTo>
                  <a:lnTo>
                    <a:pt x="12114" y="17619"/>
                  </a:lnTo>
                  <a:lnTo>
                    <a:pt x="12399" y="17619"/>
                  </a:lnTo>
                  <a:lnTo>
                    <a:pt x="12826" y="17619"/>
                  </a:lnTo>
                  <a:lnTo>
                    <a:pt x="13396" y="17886"/>
                  </a:lnTo>
                  <a:lnTo>
                    <a:pt x="13824" y="17886"/>
                  </a:lnTo>
                  <a:lnTo>
                    <a:pt x="14109" y="18286"/>
                  </a:lnTo>
                  <a:lnTo>
                    <a:pt x="14109" y="18286"/>
                  </a:lnTo>
                  <a:lnTo>
                    <a:pt x="14109" y="18553"/>
                  </a:lnTo>
                  <a:lnTo>
                    <a:pt x="14109" y="18820"/>
                  </a:lnTo>
                  <a:lnTo>
                    <a:pt x="14109" y="19221"/>
                  </a:lnTo>
                  <a:lnTo>
                    <a:pt x="14536" y="19488"/>
                  </a:lnTo>
                  <a:lnTo>
                    <a:pt x="14536" y="19888"/>
                  </a:lnTo>
                  <a:lnTo>
                    <a:pt x="14821" y="20155"/>
                  </a:lnTo>
                  <a:lnTo>
                    <a:pt x="15106" y="20155"/>
                  </a:lnTo>
                  <a:lnTo>
                    <a:pt x="15534" y="20155"/>
                  </a:lnTo>
                  <a:lnTo>
                    <a:pt x="15819" y="20155"/>
                  </a:lnTo>
                  <a:lnTo>
                    <a:pt x="16104" y="20155"/>
                  </a:lnTo>
                  <a:lnTo>
                    <a:pt x="16532" y="20155"/>
                  </a:lnTo>
                  <a:lnTo>
                    <a:pt x="17102" y="20422"/>
                  </a:lnTo>
                  <a:lnTo>
                    <a:pt x="17529" y="20823"/>
                  </a:lnTo>
                  <a:lnTo>
                    <a:pt x="17814" y="21090"/>
                  </a:lnTo>
                  <a:lnTo>
                    <a:pt x="17814" y="21357"/>
                  </a:lnTo>
                  <a:lnTo>
                    <a:pt x="17814" y="21357"/>
                  </a:lnTo>
                  <a:lnTo>
                    <a:pt x="17814" y="21757"/>
                  </a:lnTo>
                  <a:lnTo>
                    <a:pt x="17529" y="22424"/>
                  </a:lnTo>
                  <a:lnTo>
                    <a:pt x="17102" y="22691"/>
                  </a:lnTo>
                  <a:lnTo>
                    <a:pt x="17102" y="22958"/>
                  </a:lnTo>
                  <a:lnTo>
                    <a:pt x="17102" y="23359"/>
                  </a:lnTo>
                  <a:lnTo>
                    <a:pt x="16817" y="23626"/>
                  </a:lnTo>
                  <a:lnTo>
                    <a:pt x="16817" y="23893"/>
                  </a:lnTo>
                  <a:lnTo>
                    <a:pt x="17102" y="23893"/>
                  </a:lnTo>
                  <a:lnTo>
                    <a:pt x="18812" y="24560"/>
                  </a:lnTo>
                  <a:lnTo>
                    <a:pt x="19809" y="24827"/>
                  </a:lnTo>
                  <a:lnTo>
                    <a:pt x="20522" y="25228"/>
                  </a:lnTo>
                  <a:lnTo>
                    <a:pt x="22232" y="27096"/>
                  </a:lnTo>
                  <a:lnTo>
                    <a:pt x="24228" y="28298"/>
                  </a:lnTo>
                  <a:lnTo>
                    <a:pt x="25938" y="30300"/>
                  </a:lnTo>
                  <a:lnTo>
                    <a:pt x="27933" y="34037"/>
                  </a:lnTo>
                  <a:lnTo>
                    <a:pt x="28931" y="36307"/>
                  </a:lnTo>
                  <a:lnTo>
                    <a:pt x="32066" y="49521"/>
                  </a:lnTo>
                  <a:lnTo>
                    <a:pt x="33634" y="53926"/>
                  </a:lnTo>
                  <a:lnTo>
                    <a:pt x="34061" y="54593"/>
                  </a:lnTo>
                  <a:lnTo>
                    <a:pt x="35771" y="55261"/>
                  </a:lnTo>
                  <a:lnTo>
                    <a:pt x="36342" y="55795"/>
                  </a:lnTo>
                  <a:lnTo>
                    <a:pt x="39762" y="58998"/>
                  </a:lnTo>
                  <a:lnTo>
                    <a:pt x="44180" y="65672"/>
                  </a:lnTo>
                  <a:lnTo>
                    <a:pt x="44750" y="66607"/>
                  </a:lnTo>
                  <a:lnTo>
                    <a:pt x="45178" y="67808"/>
                  </a:lnTo>
                  <a:lnTo>
                    <a:pt x="45463" y="70077"/>
                  </a:lnTo>
                  <a:lnTo>
                    <a:pt x="45890" y="71279"/>
                  </a:lnTo>
                  <a:lnTo>
                    <a:pt x="46175" y="72213"/>
                  </a:lnTo>
                  <a:lnTo>
                    <a:pt x="46175" y="72880"/>
                  </a:lnTo>
                  <a:lnTo>
                    <a:pt x="46175" y="74215"/>
                  </a:lnTo>
                  <a:lnTo>
                    <a:pt x="46175" y="75417"/>
                  </a:lnTo>
                  <a:lnTo>
                    <a:pt x="46460" y="76084"/>
                  </a:lnTo>
                  <a:lnTo>
                    <a:pt x="45890" y="79154"/>
                  </a:lnTo>
                  <a:lnTo>
                    <a:pt x="45463" y="80489"/>
                  </a:lnTo>
                  <a:lnTo>
                    <a:pt x="44465" y="81423"/>
                  </a:lnTo>
                  <a:lnTo>
                    <a:pt x="45890" y="83959"/>
                  </a:lnTo>
                  <a:lnTo>
                    <a:pt x="46888" y="84894"/>
                  </a:lnTo>
                  <a:lnTo>
                    <a:pt x="47885" y="84226"/>
                  </a:lnTo>
                  <a:lnTo>
                    <a:pt x="47458" y="83959"/>
                  </a:lnTo>
                  <a:lnTo>
                    <a:pt x="47458" y="83292"/>
                  </a:lnTo>
                  <a:lnTo>
                    <a:pt x="49168" y="82358"/>
                  </a:lnTo>
                  <a:lnTo>
                    <a:pt x="51591" y="82358"/>
                  </a:lnTo>
                  <a:lnTo>
                    <a:pt x="53586" y="82625"/>
                  </a:lnTo>
                  <a:lnTo>
                    <a:pt x="57007" y="83692"/>
                  </a:lnTo>
                  <a:lnTo>
                    <a:pt x="57577" y="83959"/>
                  </a:lnTo>
                  <a:lnTo>
                    <a:pt x="58004" y="84226"/>
                  </a:lnTo>
                  <a:lnTo>
                    <a:pt x="58289" y="85161"/>
                  </a:lnTo>
                  <a:lnTo>
                    <a:pt x="58289" y="85561"/>
                  </a:lnTo>
                  <a:lnTo>
                    <a:pt x="58004" y="85828"/>
                  </a:lnTo>
                  <a:lnTo>
                    <a:pt x="58004" y="86095"/>
                  </a:lnTo>
                  <a:lnTo>
                    <a:pt x="58004" y="87430"/>
                  </a:lnTo>
                  <a:lnTo>
                    <a:pt x="58289" y="88631"/>
                  </a:lnTo>
                  <a:lnTo>
                    <a:pt x="58004" y="89566"/>
                  </a:lnTo>
                  <a:lnTo>
                    <a:pt x="57007" y="90634"/>
                  </a:lnTo>
                  <a:lnTo>
                    <a:pt x="64418" y="91835"/>
                  </a:lnTo>
                  <a:lnTo>
                    <a:pt x="66698" y="92769"/>
                  </a:lnTo>
                  <a:lnTo>
                    <a:pt x="68123" y="94104"/>
                  </a:lnTo>
                  <a:lnTo>
                    <a:pt x="68693" y="94104"/>
                  </a:lnTo>
                  <a:lnTo>
                    <a:pt x="69121" y="94371"/>
                  </a:lnTo>
                  <a:lnTo>
                    <a:pt x="69406" y="95038"/>
                  </a:lnTo>
                  <a:lnTo>
                    <a:pt x="69833" y="95973"/>
                  </a:lnTo>
                  <a:lnTo>
                    <a:pt x="70118" y="96640"/>
                  </a:lnTo>
                  <a:lnTo>
                    <a:pt x="72399" y="97575"/>
                  </a:lnTo>
                  <a:lnTo>
                    <a:pt x="73539" y="98109"/>
                  </a:lnTo>
                  <a:lnTo>
                    <a:pt x="73824" y="99443"/>
                  </a:lnTo>
                  <a:lnTo>
                    <a:pt x="74536" y="99710"/>
                  </a:lnTo>
                  <a:lnTo>
                    <a:pt x="75106" y="100378"/>
                  </a:lnTo>
                  <a:lnTo>
                    <a:pt x="75534" y="101312"/>
                  </a:lnTo>
                  <a:lnTo>
                    <a:pt x="76104" y="102246"/>
                  </a:lnTo>
                  <a:lnTo>
                    <a:pt x="76817" y="101979"/>
                  </a:lnTo>
                  <a:lnTo>
                    <a:pt x="77244" y="101579"/>
                  </a:lnTo>
                  <a:lnTo>
                    <a:pt x="77529" y="101579"/>
                  </a:lnTo>
                  <a:lnTo>
                    <a:pt x="78242" y="102513"/>
                  </a:lnTo>
                  <a:lnTo>
                    <a:pt x="79239" y="103848"/>
                  </a:lnTo>
                  <a:lnTo>
                    <a:pt x="79524" y="104783"/>
                  </a:lnTo>
                  <a:lnTo>
                    <a:pt x="79239" y="106384"/>
                  </a:lnTo>
                  <a:lnTo>
                    <a:pt x="79239" y="107586"/>
                  </a:lnTo>
                  <a:lnTo>
                    <a:pt x="78812" y="108253"/>
                  </a:lnTo>
                  <a:lnTo>
                    <a:pt x="76817" y="108520"/>
                  </a:lnTo>
                  <a:lnTo>
                    <a:pt x="75819" y="108921"/>
                  </a:lnTo>
                  <a:lnTo>
                    <a:pt x="75106" y="109588"/>
                  </a:lnTo>
                  <a:lnTo>
                    <a:pt x="75534" y="110122"/>
                  </a:lnTo>
                  <a:lnTo>
                    <a:pt x="76104" y="111056"/>
                  </a:lnTo>
                  <a:lnTo>
                    <a:pt x="76817" y="111724"/>
                  </a:lnTo>
                  <a:lnTo>
                    <a:pt x="77814" y="111991"/>
                  </a:lnTo>
                  <a:lnTo>
                    <a:pt x="78527" y="112658"/>
                  </a:lnTo>
                  <a:lnTo>
                    <a:pt x="79239" y="112658"/>
                  </a:lnTo>
                  <a:lnTo>
                    <a:pt x="79239" y="112658"/>
                  </a:lnTo>
                  <a:lnTo>
                    <a:pt x="79524" y="112658"/>
                  </a:lnTo>
                  <a:lnTo>
                    <a:pt x="79952" y="112658"/>
                  </a:lnTo>
                  <a:lnTo>
                    <a:pt x="80237" y="112658"/>
                  </a:lnTo>
                  <a:lnTo>
                    <a:pt x="80237" y="111991"/>
                  </a:lnTo>
                  <a:lnTo>
                    <a:pt x="80950" y="110789"/>
                  </a:lnTo>
                  <a:lnTo>
                    <a:pt x="80950" y="110122"/>
                  </a:lnTo>
                  <a:lnTo>
                    <a:pt x="81235" y="109588"/>
                  </a:lnTo>
                  <a:lnTo>
                    <a:pt x="81947" y="109187"/>
                  </a:lnTo>
                  <a:lnTo>
                    <a:pt x="82517" y="109187"/>
                  </a:lnTo>
                  <a:lnTo>
                    <a:pt x="83230" y="109187"/>
                  </a:lnTo>
                  <a:lnTo>
                    <a:pt x="86650" y="109855"/>
                  </a:lnTo>
                  <a:lnTo>
                    <a:pt x="87933" y="109855"/>
                  </a:lnTo>
                  <a:lnTo>
                    <a:pt x="87648" y="109588"/>
                  </a:lnTo>
                  <a:lnTo>
                    <a:pt x="87933" y="109187"/>
                  </a:lnTo>
                  <a:lnTo>
                    <a:pt x="88361" y="109187"/>
                  </a:lnTo>
                  <a:lnTo>
                    <a:pt x="88931" y="109187"/>
                  </a:lnTo>
                  <a:lnTo>
                    <a:pt x="89358" y="109588"/>
                  </a:lnTo>
                  <a:lnTo>
                    <a:pt x="89358" y="109855"/>
                  </a:lnTo>
                  <a:lnTo>
                    <a:pt x="90641" y="110122"/>
                  </a:lnTo>
                  <a:lnTo>
                    <a:pt x="92066" y="110789"/>
                  </a:lnTo>
                  <a:lnTo>
                    <a:pt x="92636" y="107986"/>
                  </a:lnTo>
                  <a:lnTo>
                    <a:pt x="92636" y="107986"/>
                  </a:lnTo>
                  <a:close/>
                  <a:moveTo>
                    <a:pt x="43467" y="90901"/>
                  </a:moveTo>
                  <a:lnTo>
                    <a:pt x="43467" y="90901"/>
                  </a:lnTo>
                  <a:lnTo>
                    <a:pt x="43752" y="91568"/>
                  </a:lnTo>
                  <a:lnTo>
                    <a:pt x="44180" y="92102"/>
                  </a:lnTo>
                  <a:lnTo>
                    <a:pt x="43752" y="93036"/>
                  </a:lnTo>
                  <a:lnTo>
                    <a:pt x="43467" y="93704"/>
                  </a:lnTo>
                  <a:lnTo>
                    <a:pt x="42755" y="94371"/>
                  </a:lnTo>
                  <a:lnTo>
                    <a:pt x="42185" y="94638"/>
                  </a:lnTo>
                  <a:lnTo>
                    <a:pt x="43182" y="95038"/>
                  </a:lnTo>
                  <a:lnTo>
                    <a:pt x="43752" y="95572"/>
                  </a:lnTo>
                  <a:lnTo>
                    <a:pt x="44465" y="96907"/>
                  </a:lnTo>
                  <a:lnTo>
                    <a:pt x="43752" y="97575"/>
                  </a:lnTo>
                  <a:lnTo>
                    <a:pt x="43467" y="97174"/>
                  </a:lnTo>
                  <a:lnTo>
                    <a:pt x="43182" y="97174"/>
                  </a:lnTo>
                  <a:lnTo>
                    <a:pt x="42755" y="97174"/>
                  </a:lnTo>
                  <a:lnTo>
                    <a:pt x="42185" y="96907"/>
                  </a:lnTo>
                  <a:lnTo>
                    <a:pt x="42185" y="96640"/>
                  </a:lnTo>
                  <a:lnTo>
                    <a:pt x="41472" y="95572"/>
                  </a:lnTo>
                  <a:lnTo>
                    <a:pt x="41045" y="95572"/>
                  </a:lnTo>
                  <a:lnTo>
                    <a:pt x="40760" y="95305"/>
                  </a:lnTo>
                  <a:lnTo>
                    <a:pt x="40047" y="95038"/>
                  </a:lnTo>
                  <a:lnTo>
                    <a:pt x="39477" y="95038"/>
                  </a:lnTo>
                  <a:lnTo>
                    <a:pt x="39049" y="96240"/>
                  </a:lnTo>
                  <a:lnTo>
                    <a:pt x="38337" y="95305"/>
                  </a:lnTo>
                  <a:lnTo>
                    <a:pt x="37054" y="96240"/>
                  </a:lnTo>
                  <a:lnTo>
                    <a:pt x="36057" y="95572"/>
                  </a:lnTo>
                  <a:lnTo>
                    <a:pt x="35771" y="96640"/>
                  </a:lnTo>
                  <a:lnTo>
                    <a:pt x="35771" y="96907"/>
                  </a:lnTo>
                  <a:lnTo>
                    <a:pt x="35344" y="97174"/>
                  </a:lnTo>
                  <a:lnTo>
                    <a:pt x="31638" y="97575"/>
                  </a:lnTo>
                  <a:lnTo>
                    <a:pt x="30641" y="97174"/>
                  </a:lnTo>
                  <a:lnTo>
                    <a:pt x="29928" y="96640"/>
                  </a:lnTo>
                  <a:lnTo>
                    <a:pt x="29358" y="95038"/>
                  </a:lnTo>
                  <a:lnTo>
                    <a:pt x="29643" y="94104"/>
                  </a:lnTo>
                  <a:lnTo>
                    <a:pt x="30641" y="93437"/>
                  </a:lnTo>
                  <a:lnTo>
                    <a:pt x="31638" y="92769"/>
                  </a:lnTo>
                  <a:lnTo>
                    <a:pt x="32636" y="92769"/>
                  </a:lnTo>
                  <a:lnTo>
                    <a:pt x="33064" y="92769"/>
                  </a:lnTo>
                  <a:lnTo>
                    <a:pt x="34061" y="93036"/>
                  </a:lnTo>
                  <a:lnTo>
                    <a:pt x="34631" y="93036"/>
                  </a:lnTo>
                  <a:lnTo>
                    <a:pt x="35344" y="93036"/>
                  </a:lnTo>
                  <a:lnTo>
                    <a:pt x="36342" y="93036"/>
                  </a:lnTo>
                  <a:lnTo>
                    <a:pt x="36342" y="92769"/>
                  </a:lnTo>
                  <a:lnTo>
                    <a:pt x="36342" y="92769"/>
                  </a:lnTo>
                  <a:lnTo>
                    <a:pt x="36342" y="92769"/>
                  </a:lnTo>
                  <a:lnTo>
                    <a:pt x="36057" y="92502"/>
                  </a:lnTo>
                  <a:lnTo>
                    <a:pt x="36769" y="92102"/>
                  </a:lnTo>
                  <a:lnTo>
                    <a:pt x="36769" y="91835"/>
                  </a:lnTo>
                  <a:lnTo>
                    <a:pt x="36769" y="91568"/>
                  </a:lnTo>
                  <a:lnTo>
                    <a:pt x="37339" y="91568"/>
                  </a:lnTo>
                  <a:lnTo>
                    <a:pt x="39049" y="91568"/>
                  </a:lnTo>
                  <a:lnTo>
                    <a:pt x="39049" y="92102"/>
                  </a:lnTo>
                  <a:lnTo>
                    <a:pt x="39477" y="92502"/>
                  </a:lnTo>
                  <a:lnTo>
                    <a:pt x="40047" y="92502"/>
                  </a:lnTo>
                  <a:lnTo>
                    <a:pt x="40475" y="92102"/>
                  </a:lnTo>
                  <a:lnTo>
                    <a:pt x="40475" y="91835"/>
                  </a:lnTo>
                  <a:lnTo>
                    <a:pt x="40760" y="91568"/>
                  </a:lnTo>
                  <a:lnTo>
                    <a:pt x="41045" y="91167"/>
                  </a:lnTo>
                  <a:lnTo>
                    <a:pt x="41472" y="90901"/>
                  </a:lnTo>
                  <a:lnTo>
                    <a:pt x="41757" y="89299"/>
                  </a:lnTo>
                  <a:lnTo>
                    <a:pt x="41757" y="88631"/>
                  </a:lnTo>
                  <a:lnTo>
                    <a:pt x="42470" y="88364"/>
                  </a:lnTo>
                  <a:lnTo>
                    <a:pt x="42755" y="88364"/>
                  </a:lnTo>
                  <a:lnTo>
                    <a:pt x="43467" y="88631"/>
                  </a:lnTo>
                  <a:lnTo>
                    <a:pt x="43752" y="89299"/>
                  </a:lnTo>
                  <a:lnTo>
                    <a:pt x="44180" y="89566"/>
                  </a:lnTo>
                  <a:lnTo>
                    <a:pt x="43752" y="90233"/>
                  </a:lnTo>
                  <a:lnTo>
                    <a:pt x="43467" y="90901"/>
                  </a:lnTo>
                  <a:close/>
                  <a:moveTo>
                    <a:pt x="68693" y="114927"/>
                  </a:moveTo>
                  <a:lnTo>
                    <a:pt x="68693" y="114927"/>
                  </a:lnTo>
                  <a:lnTo>
                    <a:pt x="69121" y="115194"/>
                  </a:lnTo>
                  <a:lnTo>
                    <a:pt x="69121" y="115461"/>
                  </a:lnTo>
                  <a:lnTo>
                    <a:pt x="69121" y="115862"/>
                  </a:lnTo>
                  <a:lnTo>
                    <a:pt x="68408" y="116529"/>
                  </a:lnTo>
                  <a:lnTo>
                    <a:pt x="66698" y="114927"/>
                  </a:lnTo>
                  <a:lnTo>
                    <a:pt x="66128" y="114527"/>
                  </a:lnTo>
                  <a:lnTo>
                    <a:pt x="66413" y="113993"/>
                  </a:lnTo>
                  <a:lnTo>
                    <a:pt x="66413" y="113325"/>
                  </a:lnTo>
                  <a:lnTo>
                    <a:pt x="66698" y="113058"/>
                  </a:lnTo>
                  <a:lnTo>
                    <a:pt x="67410" y="113325"/>
                  </a:lnTo>
                  <a:lnTo>
                    <a:pt x="68123" y="113592"/>
                  </a:lnTo>
                  <a:lnTo>
                    <a:pt x="68693" y="114927"/>
                  </a:lnTo>
                  <a:close/>
                  <a:moveTo>
                    <a:pt x="16104" y="80756"/>
                  </a:moveTo>
                  <a:lnTo>
                    <a:pt x="16104" y="80756"/>
                  </a:lnTo>
                  <a:lnTo>
                    <a:pt x="16532" y="80756"/>
                  </a:lnTo>
                  <a:lnTo>
                    <a:pt x="16104" y="82091"/>
                  </a:lnTo>
                  <a:lnTo>
                    <a:pt x="15819" y="83025"/>
                  </a:lnTo>
                  <a:lnTo>
                    <a:pt x="14821" y="83292"/>
                  </a:lnTo>
                  <a:lnTo>
                    <a:pt x="14109" y="82358"/>
                  </a:lnTo>
                  <a:lnTo>
                    <a:pt x="14821" y="80088"/>
                  </a:lnTo>
                  <a:lnTo>
                    <a:pt x="15106" y="79555"/>
                  </a:lnTo>
                  <a:lnTo>
                    <a:pt x="15819" y="80489"/>
                  </a:lnTo>
                  <a:lnTo>
                    <a:pt x="16104" y="80489"/>
                  </a:lnTo>
                  <a:lnTo>
                    <a:pt x="16104" y="80756"/>
                  </a:lnTo>
                  <a:lnTo>
                    <a:pt x="16104" y="80756"/>
                  </a:lnTo>
                  <a:close/>
                </a:path>
              </a:pathLst>
            </a:custGeom>
            <a:solidFill>
              <a:srgbClr val="FF0000"/>
            </a:solidFill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39" name="Shape 11039"/>
            <p:cNvSpPr/>
            <p:nvPr/>
          </p:nvSpPr>
          <p:spPr>
            <a:xfrm>
              <a:off x="4967364" y="4160770"/>
              <a:ext cx="694792" cy="7043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816" y="56964"/>
                  </a:moveTo>
                  <a:lnTo>
                    <a:pt x="118816" y="56964"/>
                  </a:lnTo>
                  <a:lnTo>
                    <a:pt x="119289" y="56964"/>
                  </a:lnTo>
                  <a:lnTo>
                    <a:pt x="120000" y="57431"/>
                  </a:lnTo>
                  <a:lnTo>
                    <a:pt x="115976" y="67470"/>
                  </a:lnTo>
                  <a:lnTo>
                    <a:pt x="114792" y="70739"/>
                  </a:lnTo>
                  <a:lnTo>
                    <a:pt x="114319" y="76809"/>
                  </a:lnTo>
                  <a:lnTo>
                    <a:pt x="113846" y="77976"/>
                  </a:lnTo>
                  <a:lnTo>
                    <a:pt x="113136" y="79143"/>
                  </a:lnTo>
                  <a:lnTo>
                    <a:pt x="111005" y="84046"/>
                  </a:lnTo>
                  <a:lnTo>
                    <a:pt x="108639" y="87315"/>
                  </a:lnTo>
                  <a:lnTo>
                    <a:pt x="107692" y="87315"/>
                  </a:lnTo>
                  <a:lnTo>
                    <a:pt x="102485" y="87782"/>
                  </a:lnTo>
                  <a:lnTo>
                    <a:pt x="100355" y="88949"/>
                  </a:lnTo>
                  <a:lnTo>
                    <a:pt x="99881" y="88949"/>
                  </a:lnTo>
                  <a:lnTo>
                    <a:pt x="99881" y="88949"/>
                  </a:lnTo>
                  <a:lnTo>
                    <a:pt x="97041" y="88949"/>
                  </a:lnTo>
                  <a:lnTo>
                    <a:pt x="94674" y="90116"/>
                  </a:lnTo>
                  <a:lnTo>
                    <a:pt x="94201" y="90116"/>
                  </a:lnTo>
                  <a:lnTo>
                    <a:pt x="94201" y="89649"/>
                  </a:lnTo>
                  <a:lnTo>
                    <a:pt x="93727" y="89649"/>
                  </a:lnTo>
                  <a:lnTo>
                    <a:pt x="93017" y="88949"/>
                  </a:lnTo>
                  <a:lnTo>
                    <a:pt x="93017" y="88949"/>
                  </a:lnTo>
                  <a:lnTo>
                    <a:pt x="92544" y="88949"/>
                  </a:lnTo>
                  <a:lnTo>
                    <a:pt x="92544" y="89649"/>
                  </a:lnTo>
                  <a:lnTo>
                    <a:pt x="91834" y="90116"/>
                  </a:lnTo>
                  <a:lnTo>
                    <a:pt x="91834" y="90116"/>
                  </a:lnTo>
                  <a:lnTo>
                    <a:pt x="91834" y="90583"/>
                  </a:lnTo>
                  <a:lnTo>
                    <a:pt x="91834" y="91284"/>
                  </a:lnTo>
                  <a:lnTo>
                    <a:pt x="91834" y="92217"/>
                  </a:lnTo>
                  <a:lnTo>
                    <a:pt x="92544" y="94552"/>
                  </a:lnTo>
                  <a:lnTo>
                    <a:pt x="92544" y="95719"/>
                  </a:lnTo>
                  <a:lnTo>
                    <a:pt x="91834" y="97821"/>
                  </a:lnTo>
                  <a:lnTo>
                    <a:pt x="91834" y="98988"/>
                  </a:lnTo>
                  <a:lnTo>
                    <a:pt x="91834" y="99455"/>
                  </a:lnTo>
                  <a:lnTo>
                    <a:pt x="91834" y="99922"/>
                  </a:lnTo>
                  <a:lnTo>
                    <a:pt x="91834" y="99922"/>
                  </a:lnTo>
                  <a:lnTo>
                    <a:pt x="91834" y="102256"/>
                  </a:lnTo>
                  <a:lnTo>
                    <a:pt x="92544" y="102256"/>
                  </a:lnTo>
                  <a:lnTo>
                    <a:pt x="92544" y="102723"/>
                  </a:lnTo>
                  <a:lnTo>
                    <a:pt x="92544" y="102723"/>
                  </a:lnTo>
                  <a:lnTo>
                    <a:pt x="91834" y="103891"/>
                  </a:lnTo>
                  <a:lnTo>
                    <a:pt x="91834" y="103891"/>
                  </a:lnTo>
                  <a:lnTo>
                    <a:pt x="91834" y="104357"/>
                  </a:lnTo>
                  <a:lnTo>
                    <a:pt x="91360" y="105058"/>
                  </a:lnTo>
                  <a:lnTo>
                    <a:pt x="91360" y="105525"/>
                  </a:lnTo>
                  <a:lnTo>
                    <a:pt x="90887" y="105525"/>
                  </a:lnTo>
                  <a:lnTo>
                    <a:pt x="90887" y="106692"/>
                  </a:lnTo>
                  <a:lnTo>
                    <a:pt x="90887" y="107859"/>
                  </a:lnTo>
                  <a:lnTo>
                    <a:pt x="90887" y="108326"/>
                  </a:lnTo>
                  <a:lnTo>
                    <a:pt x="90887" y="108326"/>
                  </a:lnTo>
                  <a:lnTo>
                    <a:pt x="90887" y="108793"/>
                  </a:lnTo>
                  <a:lnTo>
                    <a:pt x="90177" y="109494"/>
                  </a:lnTo>
                  <a:lnTo>
                    <a:pt x="90177" y="109494"/>
                  </a:lnTo>
                  <a:lnTo>
                    <a:pt x="90177" y="109961"/>
                  </a:lnTo>
                  <a:lnTo>
                    <a:pt x="90177" y="109961"/>
                  </a:lnTo>
                  <a:lnTo>
                    <a:pt x="90887" y="110428"/>
                  </a:lnTo>
                  <a:lnTo>
                    <a:pt x="90887" y="110428"/>
                  </a:lnTo>
                  <a:lnTo>
                    <a:pt x="91360" y="110428"/>
                  </a:lnTo>
                  <a:lnTo>
                    <a:pt x="91360" y="110428"/>
                  </a:lnTo>
                  <a:lnTo>
                    <a:pt x="91360" y="111128"/>
                  </a:lnTo>
                  <a:lnTo>
                    <a:pt x="91834" y="112295"/>
                  </a:lnTo>
                  <a:lnTo>
                    <a:pt x="91834" y="112762"/>
                  </a:lnTo>
                  <a:lnTo>
                    <a:pt x="91834" y="112762"/>
                  </a:lnTo>
                  <a:lnTo>
                    <a:pt x="91360" y="113229"/>
                  </a:lnTo>
                  <a:lnTo>
                    <a:pt x="90887" y="112762"/>
                  </a:lnTo>
                  <a:lnTo>
                    <a:pt x="90887" y="112762"/>
                  </a:lnTo>
                  <a:lnTo>
                    <a:pt x="90177" y="112762"/>
                  </a:lnTo>
                  <a:lnTo>
                    <a:pt x="89704" y="112295"/>
                  </a:lnTo>
                  <a:lnTo>
                    <a:pt x="89704" y="111595"/>
                  </a:lnTo>
                  <a:lnTo>
                    <a:pt x="89704" y="111595"/>
                  </a:lnTo>
                  <a:lnTo>
                    <a:pt x="89230" y="111595"/>
                  </a:lnTo>
                  <a:lnTo>
                    <a:pt x="88520" y="111128"/>
                  </a:lnTo>
                  <a:lnTo>
                    <a:pt x="88520" y="111128"/>
                  </a:lnTo>
                  <a:lnTo>
                    <a:pt x="88047" y="110428"/>
                  </a:lnTo>
                  <a:lnTo>
                    <a:pt x="87337" y="110428"/>
                  </a:lnTo>
                  <a:lnTo>
                    <a:pt x="86863" y="110428"/>
                  </a:lnTo>
                  <a:lnTo>
                    <a:pt x="84023" y="110428"/>
                  </a:lnTo>
                  <a:lnTo>
                    <a:pt x="83550" y="110428"/>
                  </a:lnTo>
                  <a:lnTo>
                    <a:pt x="81893" y="111595"/>
                  </a:lnTo>
                  <a:lnTo>
                    <a:pt x="80710" y="112762"/>
                  </a:lnTo>
                  <a:lnTo>
                    <a:pt x="80710" y="112762"/>
                  </a:lnTo>
                  <a:lnTo>
                    <a:pt x="80236" y="113229"/>
                  </a:lnTo>
                  <a:lnTo>
                    <a:pt x="80236" y="113929"/>
                  </a:lnTo>
                  <a:lnTo>
                    <a:pt x="79526" y="114396"/>
                  </a:lnTo>
                  <a:lnTo>
                    <a:pt x="71715" y="116498"/>
                  </a:lnTo>
                  <a:lnTo>
                    <a:pt x="71242" y="116498"/>
                  </a:lnTo>
                  <a:lnTo>
                    <a:pt x="70769" y="116498"/>
                  </a:lnTo>
                  <a:lnTo>
                    <a:pt x="70059" y="116498"/>
                  </a:lnTo>
                  <a:lnTo>
                    <a:pt x="69585" y="116498"/>
                  </a:lnTo>
                  <a:lnTo>
                    <a:pt x="68875" y="116498"/>
                  </a:lnTo>
                  <a:lnTo>
                    <a:pt x="68402" y="116031"/>
                  </a:lnTo>
                  <a:lnTo>
                    <a:pt x="67218" y="114863"/>
                  </a:lnTo>
                  <a:lnTo>
                    <a:pt x="65562" y="113929"/>
                  </a:lnTo>
                  <a:lnTo>
                    <a:pt x="65088" y="113229"/>
                  </a:lnTo>
                  <a:lnTo>
                    <a:pt x="65088" y="113229"/>
                  </a:lnTo>
                  <a:lnTo>
                    <a:pt x="65088" y="112762"/>
                  </a:lnTo>
                  <a:lnTo>
                    <a:pt x="65088" y="112295"/>
                  </a:lnTo>
                  <a:lnTo>
                    <a:pt x="65088" y="111595"/>
                  </a:lnTo>
                  <a:lnTo>
                    <a:pt x="65562" y="109961"/>
                  </a:lnTo>
                  <a:lnTo>
                    <a:pt x="65562" y="109961"/>
                  </a:lnTo>
                  <a:lnTo>
                    <a:pt x="65088" y="109961"/>
                  </a:lnTo>
                  <a:lnTo>
                    <a:pt x="65088" y="109961"/>
                  </a:lnTo>
                  <a:lnTo>
                    <a:pt x="63431" y="111128"/>
                  </a:lnTo>
                  <a:lnTo>
                    <a:pt x="63431" y="111128"/>
                  </a:lnTo>
                  <a:lnTo>
                    <a:pt x="62248" y="111128"/>
                  </a:lnTo>
                  <a:lnTo>
                    <a:pt x="62248" y="111128"/>
                  </a:lnTo>
                  <a:lnTo>
                    <a:pt x="61775" y="111128"/>
                  </a:lnTo>
                  <a:lnTo>
                    <a:pt x="61775" y="110428"/>
                  </a:lnTo>
                  <a:lnTo>
                    <a:pt x="60118" y="109494"/>
                  </a:lnTo>
                  <a:lnTo>
                    <a:pt x="60118" y="109494"/>
                  </a:lnTo>
                  <a:lnTo>
                    <a:pt x="60118" y="108793"/>
                  </a:lnTo>
                  <a:lnTo>
                    <a:pt x="59408" y="108793"/>
                  </a:lnTo>
                  <a:lnTo>
                    <a:pt x="58934" y="109494"/>
                  </a:lnTo>
                  <a:lnTo>
                    <a:pt x="57278" y="109494"/>
                  </a:lnTo>
                  <a:lnTo>
                    <a:pt x="57278" y="109961"/>
                  </a:lnTo>
                  <a:lnTo>
                    <a:pt x="57278" y="109961"/>
                  </a:lnTo>
                  <a:lnTo>
                    <a:pt x="56568" y="111128"/>
                  </a:lnTo>
                  <a:lnTo>
                    <a:pt x="56568" y="111595"/>
                  </a:lnTo>
                  <a:lnTo>
                    <a:pt x="56094" y="111595"/>
                  </a:lnTo>
                  <a:lnTo>
                    <a:pt x="55621" y="111595"/>
                  </a:lnTo>
                  <a:lnTo>
                    <a:pt x="55621" y="111128"/>
                  </a:lnTo>
                  <a:lnTo>
                    <a:pt x="54911" y="111128"/>
                  </a:lnTo>
                  <a:lnTo>
                    <a:pt x="54437" y="110428"/>
                  </a:lnTo>
                  <a:lnTo>
                    <a:pt x="54437" y="110428"/>
                  </a:lnTo>
                  <a:lnTo>
                    <a:pt x="52781" y="109961"/>
                  </a:lnTo>
                  <a:lnTo>
                    <a:pt x="52071" y="110428"/>
                  </a:lnTo>
                  <a:lnTo>
                    <a:pt x="51597" y="110428"/>
                  </a:lnTo>
                  <a:lnTo>
                    <a:pt x="47100" y="115564"/>
                  </a:lnTo>
                  <a:lnTo>
                    <a:pt x="47100" y="116031"/>
                  </a:lnTo>
                  <a:lnTo>
                    <a:pt x="47100" y="116498"/>
                  </a:lnTo>
                  <a:lnTo>
                    <a:pt x="46627" y="117665"/>
                  </a:lnTo>
                  <a:lnTo>
                    <a:pt x="45917" y="119299"/>
                  </a:lnTo>
                  <a:lnTo>
                    <a:pt x="45917" y="120000"/>
                  </a:lnTo>
                  <a:lnTo>
                    <a:pt x="45443" y="119299"/>
                  </a:lnTo>
                  <a:lnTo>
                    <a:pt x="44970" y="118365"/>
                  </a:lnTo>
                  <a:lnTo>
                    <a:pt x="43786" y="116031"/>
                  </a:lnTo>
                  <a:lnTo>
                    <a:pt x="42603" y="114863"/>
                  </a:lnTo>
                  <a:lnTo>
                    <a:pt x="39289" y="112762"/>
                  </a:lnTo>
                  <a:lnTo>
                    <a:pt x="36449" y="109494"/>
                  </a:lnTo>
                  <a:lnTo>
                    <a:pt x="36449" y="109494"/>
                  </a:lnTo>
                  <a:lnTo>
                    <a:pt x="37159" y="107859"/>
                  </a:lnTo>
                  <a:lnTo>
                    <a:pt x="37159" y="107159"/>
                  </a:lnTo>
                  <a:lnTo>
                    <a:pt x="37159" y="107159"/>
                  </a:lnTo>
                  <a:lnTo>
                    <a:pt x="36449" y="107159"/>
                  </a:lnTo>
                  <a:lnTo>
                    <a:pt x="36449" y="107159"/>
                  </a:lnTo>
                  <a:lnTo>
                    <a:pt x="35976" y="106692"/>
                  </a:lnTo>
                  <a:lnTo>
                    <a:pt x="35976" y="106225"/>
                  </a:lnTo>
                  <a:lnTo>
                    <a:pt x="35976" y="106225"/>
                  </a:lnTo>
                  <a:lnTo>
                    <a:pt x="36449" y="105058"/>
                  </a:lnTo>
                  <a:lnTo>
                    <a:pt x="37159" y="104357"/>
                  </a:lnTo>
                  <a:lnTo>
                    <a:pt x="38106" y="100622"/>
                  </a:lnTo>
                  <a:lnTo>
                    <a:pt x="38106" y="99455"/>
                  </a:lnTo>
                  <a:lnTo>
                    <a:pt x="38106" y="99455"/>
                  </a:lnTo>
                  <a:lnTo>
                    <a:pt x="38106" y="98287"/>
                  </a:lnTo>
                  <a:lnTo>
                    <a:pt x="37633" y="97354"/>
                  </a:lnTo>
                  <a:lnTo>
                    <a:pt x="37633" y="97354"/>
                  </a:lnTo>
                  <a:lnTo>
                    <a:pt x="38106" y="96653"/>
                  </a:lnTo>
                  <a:lnTo>
                    <a:pt x="38816" y="96186"/>
                  </a:lnTo>
                  <a:lnTo>
                    <a:pt x="39289" y="95019"/>
                  </a:lnTo>
                  <a:lnTo>
                    <a:pt x="39289" y="94552"/>
                  </a:lnTo>
                  <a:lnTo>
                    <a:pt x="39289" y="93852"/>
                  </a:lnTo>
                  <a:lnTo>
                    <a:pt x="39763" y="93852"/>
                  </a:lnTo>
                  <a:lnTo>
                    <a:pt x="40473" y="93385"/>
                  </a:lnTo>
                  <a:lnTo>
                    <a:pt x="40946" y="92918"/>
                  </a:lnTo>
                  <a:lnTo>
                    <a:pt x="40946" y="92918"/>
                  </a:lnTo>
                  <a:lnTo>
                    <a:pt x="41420" y="91750"/>
                  </a:lnTo>
                  <a:lnTo>
                    <a:pt x="42130" y="91284"/>
                  </a:lnTo>
                  <a:lnTo>
                    <a:pt x="42603" y="90583"/>
                  </a:lnTo>
                  <a:lnTo>
                    <a:pt x="43313" y="88949"/>
                  </a:lnTo>
                  <a:lnTo>
                    <a:pt x="43313" y="87782"/>
                  </a:lnTo>
                  <a:lnTo>
                    <a:pt x="43313" y="87782"/>
                  </a:lnTo>
                  <a:lnTo>
                    <a:pt x="43313" y="87315"/>
                  </a:lnTo>
                  <a:lnTo>
                    <a:pt x="43313" y="86848"/>
                  </a:lnTo>
                  <a:lnTo>
                    <a:pt x="43313" y="86147"/>
                  </a:lnTo>
                  <a:lnTo>
                    <a:pt x="42603" y="86147"/>
                  </a:lnTo>
                  <a:lnTo>
                    <a:pt x="42603" y="85680"/>
                  </a:lnTo>
                  <a:lnTo>
                    <a:pt x="42130" y="85214"/>
                  </a:lnTo>
                  <a:lnTo>
                    <a:pt x="40946" y="84513"/>
                  </a:lnTo>
                  <a:lnTo>
                    <a:pt x="40946" y="84513"/>
                  </a:lnTo>
                  <a:lnTo>
                    <a:pt x="40473" y="84046"/>
                  </a:lnTo>
                  <a:lnTo>
                    <a:pt x="39763" y="83579"/>
                  </a:lnTo>
                  <a:lnTo>
                    <a:pt x="39763" y="83579"/>
                  </a:lnTo>
                  <a:lnTo>
                    <a:pt x="39289" y="83579"/>
                  </a:lnTo>
                  <a:lnTo>
                    <a:pt x="37633" y="82412"/>
                  </a:lnTo>
                  <a:lnTo>
                    <a:pt x="37159" y="82412"/>
                  </a:lnTo>
                  <a:lnTo>
                    <a:pt x="37159" y="82412"/>
                  </a:lnTo>
                  <a:lnTo>
                    <a:pt x="36449" y="81712"/>
                  </a:lnTo>
                  <a:lnTo>
                    <a:pt x="36449" y="81245"/>
                  </a:lnTo>
                  <a:lnTo>
                    <a:pt x="35976" y="80778"/>
                  </a:lnTo>
                  <a:lnTo>
                    <a:pt x="35266" y="76809"/>
                  </a:lnTo>
                  <a:lnTo>
                    <a:pt x="34792" y="76809"/>
                  </a:lnTo>
                  <a:lnTo>
                    <a:pt x="34319" y="76342"/>
                  </a:lnTo>
                  <a:lnTo>
                    <a:pt x="34319" y="75642"/>
                  </a:lnTo>
                  <a:lnTo>
                    <a:pt x="33609" y="75642"/>
                  </a:lnTo>
                  <a:lnTo>
                    <a:pt x="33136" y="75642"/>
                  </a:lnTo>
                  <a:lnTo>
                    <a:pt x="33136" y="75175"/>
                  </a:lnTo>
                  <a:lnTo>
                    <a:pt x="31952" y="75642"/>
                  </a:lnTo>
                  <a:lnTo>
                    <a:pt x="31479" y="75642"/>
                  </a:lnTo>
                  <a:lnTo>
                    <a:pt x="31479" y="75642"/>
                  </a:lnTo>
                  <a:lnTo>
                    <a:pt x="31005" y="75175"/>
                  </a:lnTo>
                  <a:lnTo>
                    <a:pt x="29112" y="74007"/>
                  </a:lnTo>
                  <a:lnTo>
                    <a:pt x="28639" y="73540"/>
                  </a:lnTo>
                  <a:lnTo>
                    <a:pt x="28165" y="73073"/>
                  </a:lnTo>
                  <a:lnTo>
                    <a:pt x="27455" y="73073"/>
                  </a:lnTo>
                  <a:lnTo>
                    <a:pt x="26982" y="73073"/>
                  </a:lnTo>
                  <a:lnTo>
                    <a:pt x="26982" y="73073"/>
                  </a:lnTo>
                  <a:lnTo>
                    <a:pt x="26508" y="73073"/>
                  </a:lnTo>
                  <a:lnTo>
                    <a:pt x="25798" y="73073"/>
                  </a:lnTo>
                  <a:lnTo>
                    <a:pt x="25325" y="72373"/>
                  </a:lnTo>
                  <a:lnTo>
                    <a:pt x="24142" y="70739"/>
                  </a:lnTo>
                  <a:lnTo>
                    <a:pt x="23668" y="70272"/>
                  </a:lnTo>
                  <a:lnTo>
                    <a:pt x="22958" y="70272"/>
                  </a:lnTo>
                  <a:lnTo>
                    <a:pt x="22485" y="69571"/>
                  </a:lnTo>
                  <a:lnTo>
                    <a:pt x="22011" y="69105"/>
                  </a:lnTo>
                  <a:lnTo>
                    <a:pt x="21301" y="69105"/>
                  </a:lnTo>
                  <a:lnTo>
                    <a:pt x="20828" y="68638"/>
                  </a:lnTo>
                  <a:lnTo>
                    <a:pt x="20355" y="67937"/>
                  </a:lnTo>
                  <a:lnTo>
                    <a:pt x="20355" y="67937"/>
                  </a:lnTo>
                  <a:lnTo>
                    <a:pt x="20355" y="67470"/>
                  </a:lnTo>
                  <a:lnTo>
                    <a:pt x="20355" y="67003"/>
                  </a:lnTo>
                  <a:lnTo>
                    <a:pt x="20355" y="67003"/>
                  </a:lnTo>
                  <a:lnTo>
                    <a:pt x="20355" y="65836"/>
                  </a:lnTo>
                  <a:lnTo>
                    <a:pt x="20355" y="65136"/>
                  </a:lnTo>
                  <a:lnTo>
                    <a:pt x="20355" y="64669"/>
                  </a:lnTo>
                  <a:lnTo>
                    <a:pt x="17514" y="60933"/>
                  </a:lnTo>
                  <a:lnTo>
                    <a:pt x="17514" y="60233"/>
                  </a:lnTo>
                  <a:lnTo>
                    <a:pt x="16331" y="59766"/>
                  </a:lnTo>
                  <a:lnTo>
                    <a:pt x="15147" y="59066"/>
                  </a:lnTo>
                  <a:lnTo>
                    <a:pt x="14674" y="58599"/>
                  </a:lnTo>
                  <a:lnTo>
                    <a:pt x="14201" y="58599"/>
                  </a:lnTo>
                  <a:lnTo>
                    <a:pt x="13017" y="58599"/>
                  </a:lnTo>
                  <a:lnTo>
                    <a:pt x="12307" y="58599"/>
                  </a:lnTo>
                  <a:lnTo>
                    <a:pt x="11834" y="58132"/>
                  </a:lnTo>
                  <a:lnTo>
                    <a:pt x="11834" y="58132"/>
                  </a:lnTo>
                  <a:lnTo>
                    <a:pt x="11360" y="57431"/>
                  </a:lnTo>
                  <a:lnTo>
                    <a:pt x="11360" y="57431"/>
                  </a:lnTo>
                  <a:lnTo>
                    <a:pt x="11360" y="56964"/>
                  </a:lnTo>
                  <a:lnTo>
                    <a:pt x="11834" y="56964"/>
                  </a:lnTo>
                  <a:lnTo>
                    <a:pt x="11834" y="56498"/>
                  </a:lnTo>
                  <a:lnTo>
                    <a:pt x="12307" y="54630"/>
                  </a:lnTo>
                  <a:lnTo>
                    <a:pt x="12307" y="54630"/>
                  </a:lnTo>
                  <a:lnTo>
                    <a:pt x="13017" y="54163"/>
                  </a:lnTo>
                  <a:lnTo>
                    <a:pt x="13491" y="53696"/>
                  </a:lnTo>
                  <a:lnTo>
                    <a:pt x="13491" y="53696"/>
                  </a:lnTo>
                  <a:lnTo>
                    <a:pt x="14201" y="52996"/>
                  </a:lnTo>
                  <a:lnTo>
                    <a:pt x="14201" y="52529"/>
                  </a:lnTo>
                  <a:lnTo>
                    <a:pt x="14201" y="52062"/>
                  </a:lnTo>
                  <a:lnTo>
                    <a:pt x="13491" y="51361"/>
                  </a:lnTo>
                  <a:lnTo>
                    <a:pt x="13491" y="51361"/>
                  </a:lnTo>
                  <a:lnTo>
                    <a:pt x="13017" y="51361"/>
                  </a:lnTo>
                  <a:lnTo>
                    <a:pt x="11834" y="51361"/>
                  </a:lnTo>
                  <a:lnTo>
                    <a:pt x="11360" y="51361"/>
                  </a:lnTo>
                  <a:lnTo>
                    <a:pt x="9704" y="50894"/>
                  </a:lnTo>
                  <a:lnTo>
                    <a:pt x="8994" y="50428"/>
                  </a:lnTo>
                  <a:lnTo>
                    <a:pt x="8047" y="49260"/>
                  </a:lnTo>
                  <a:lnTo>
                    <a:pt x="8047" y="49260"/>
                  </a:lnTo>
                  <a:lnTo>
                    <a:pt x="7337" y="48560"/>
                  </a:lnTo>
                  <a:lnTo>
                    <a:pt x="6153" y="48093"/>
                  </a:lnTo>
                  <a:lnTo>
                    <a:pt x="5680" y="48093"/>
                  </a:lnTo>
                  <a:lnTo>
                    <a:pt x="5207" y="47626"/>
                  </a:lnTo>
                  <a:lnTo>
                    <a:pt x="4497" y="46459"/>
                  </a:lnTo>
                  <a:lnTo>
                    <a:pt x="4023" y="45992"/>
                  </a:lnTo>
                  <a:lnTo>
                    <a:pt x="4023" y="45291"/>
                  </a:lnTo>
                  <a:lnTo>
                    <a:pt x="3550" y="42490"/>
                  </a:lnTo>
                  <a:lnTo>
                    <a:pt x="2840" y="42023"/>
                  </a:lnTo>
                  <a:lnTo>
                    <a:pt x="2840" y="41556"/>
                  </a:lnTo>
                  <a:lnTo>
                    <a:pt x="2840" y="40856"/>
                  </a:lnTo>
                  <a:lnTo>
                    <a:pt x="2366" y="40856"/>
                  </a:lnTo>
                  <a:lnTo>
                    <a:pt x="2366" y="40389"/>
                  </a:lnTo>
                  <a:lnTo>
                    <a:pt x="2366" y="40389"/>
                  </a:lnTo>
                  <a:lnTo>
                    <a:pt x="2366" y="39922"/>
                  </a:lnTo>
                  <a:lnTo>
                    <a:pt x="2366" y="39922"/>
                  </a:lnTo>
                  <a:lnTo>
                    <a:pt x="2366" y="39221"/>
                  </a:lnTo>
                  <a:lnTo>
                    <a:pt x="1656" y="39221"/>
                  </a:lnTo>
                  <a:lnTo>
                    <a:pt x="1656" y="39221"/>
                  </a:lnTo>
                  <a:lnTo>
                    <a:pt x="0" y="38054"/>
                  </a:lnTo>
                  <a:lnTo>
                    <a:pt x="1183" y="36420"/>
                  </a:lnTo>
                  <a:lnTo>
                    <a:pt x="1183" y="35486"/>
                  </a:lnTo>
                  <a:lnTo>
                    <a:pt x="1183" y="35486"/>
                  </a:lnTo>
                  <a:lnTo>
                    <a:pt x="1183" y="34319"/>
                  </a:lnTo>
                  <a:lnTo>
                    <a:pt x="710" y="33852"/>
                  </a:lnTo>
                  <a:lnTo>
                    <a:pt x="710" y="32684"/>
                  </a:lnTo>
                  <a:lnTo>
                    <a:pt x="710" y="31517"/>
                  </a:lnTo>
                  <a:lnTo>
                    <a:pt x="710" y="29883"/>
                  </a:lnTo>
                  <a:lnTo>
                    <a:pt x="8047" y="28249"/>
                  </a:lnTo>
                  <a:lnTo>
                    <a:pt x="9704" y="27782"/>
                  </a:lnTo>
                  <a:lnTo>
                    <a:pt x="11834" y="25447"/>
                  </a:lnTo>
                  <a:lnTo>
                    <a:pt x="12307" y="24280"/>
                  </a:lnTo>
                  <a:lnTo>
                    <a:pt x="13017" y="23346"/>
                  </a:lnTo>
                  <a:lnTo>
                    <a:pt x="13017" y="20544"/>
                  </a:lnTo>
                  <a:lnTo>
                    <a:pt x="14201" y="17743"/>
                  </a:lnTo>
                  <a:lnTo>
                    <a:pt x="14201" y="16108"/>
                  </a:lnTo>
                  <a:lnTo>
                    <a:pt x="13491" y="14474"/>
                  </a:lnTo>
                  <a:lnTo>
                    <a:pt x="11834" y="12140"/>
                  </a:lnTo>
                  <a:lnTo>
                    <a:pt x="11360" y="10505"/>
                  </a:lnTo>
                  <a:lnTo>
                    <a:pt x="11834" y="8871"/>
                  </a:lnTo>
                  <a:lnTo>
                    <a:pt x="12307" y="7704"/>
                  </a:lnTo>
                  <a:lnTo>
                    <a:pt x="13017" y="6770"/>
                  </a:lnTo>
                  <a:lnTo>
                    <a:pt x="13491" y="6070"/>
                  </a:lnTo>
                  <a:lnTo>
                    <a:pt x="25325" y="4435"/>
                  </a:lnTo>
                  <a:lnTo>
                    <a:pt x="26508" y="4435"/>
                  </a:lnTo>
                  <a:lnTo>
                    <a:pt x="31952" y="700"/>
                  </a:lnTo>
                  <a:lnTo>
                    <a:pt x="32662" y="0"/>
                  </a:lnTo>
                  <a:lnTo>
                    <a:pt x="33136" y="0"/>
                  </a:lnTo>
                  <a:lnTo>
                    <a:pt x="34792" y="1634"/>
                  </a:lnTo>
                  <a:lnTo>
                    <a:pt x="35976" y="2801"/>
                  </a:lnTo>
                  <a:lnTo>
                    <a:pt x="35976" y="2801"/>
                  </a:lnTo>
                  <a:lnTo>
                    <a:pt x="38816" y="2801"/>
                  </a:lnTo>
                  <a:lnTo>
                    <a:pt x="40473" y="3268"/>
                  </a:lnTo>
                  <a:lnTo>
                    <a:pt x="40946" y="3968"/>
                  </a:lnTo>
                  <a:lnTo>
                    <a:pt x="42130" y="4435"/>
                  </a:lnTo>
                  <a:lnTo>
                    <a:pt x="43313" y="5603"/>
                  </a:lnTo>
                  <a:lnTo>
                    <a:pt x="46627" y="8404"/>
                  </a:lnTo>
                  <a:lnTo>
                    <a:pt x="47100" y="8871"/>
                  </a:lnTo>
                  <a:lnTo>
                    <a:pt x="47100" y="9338"/>
                  </a:lnTo>
                  <a:lnTo>
                    <a:pt x="47100" y="10505"/>
                  </a:lnTo>
                  <a:lnTo>
                    <a:pt x="47100" y="11673"/>
                  </a:lnTo>
                  <a:lnTo>
                    <a:pt x="47100" y="12140"/>
                  </a:lnTo>
                  <a:lnTo>
                    <a:pt x="47100" y="12840"/>
                  </a:lnTo>
                  <a:lnTo>
                    <a:pt x="46627" y="13307"/>
                  </a:lnTo>
                  <a:lnTo>
                    <a:pt x="46627" y="13774"/>
                  </a:lnTo>
                  <a:lnTo>
                    <a:pt x="45917" y="14474"/>
                  </a:lnTo>
                  <a:lnTo>
                    <a:pt x="45917" y="14474"/>
                  </a:lnTo>
                  <a:lnTo>
                    <a:pt x="45917" y="14474"/>
                  </a:lnTo>
                  <a:lnTo>
                    <a:pt x="45443" y="14474"/>
                  </a:lnTo>
                  <a:lnTo>
                    <a:pt x="45443" y="14474"/>
                  </a:lnTo>
                  <a:lnTo>
                    <a:pt x="44970" y="14941"/>
                  </a:lnTo>
                  <a:lnTo>
                    <a:pt x="44970" y="14941"/>
                  </a:lnTo>
                  <a:lnTo>
                    <a:pt x="44970" y="15408"/>
                  </a:lnTo>
                  <a:lnTo>
                    <a:pt x="44970" y="16108"/>
                  </a:lnTo>
                  <a:lnTo>
                    <a:pt x="45443" y="16108"/>
                  </a:lnTo>
                  <a:lnTo>
                    <a:pt x="53964" y="18210"/>
                  </a:lnTo>
                  <a:lnTo>
                    <a:pt x="54911" y="18910"/>
                  </a:lnTo>
                  <a:lnTo>
                    <a:pt x="54911" y="18910"/>
                  </a:lnTo>
                  <a:lnTo>
                    <a:pt x="55621" y="18910"/>
                  </a:lnTo>
                  <a:lnTo>
                    <a:pt x="56094" y="18910"/>
                  </a:lnTo>
                  <a:lnTo>
                    <a:pt x="56094" y="18210"/>
                  </a:lnTo>
                  <a:lnTo>
                    <a:pt x="56094" y="18210"/>
                  </a:lnTo>
                  <a:lnTo>
                    <a:pt x="56568" y="17743"/>
                  </a:lnTo>
                  <a:lnTo>
                    <a:pt x="56568" y="17276"/>
                  </a:lnTo>
                  <a:lnTo>
                    <a:pt x="56568" y="17276"/>
                  </a:lnTo>
                  <a:lnTo>
                    <a:pt x="57278" y="17276"/>
                  </a:lnTo>
                  <a:lnTo>
                    <a:pt x="58224" y="16108"/>
                  </a:lnTo>
                  <a:lnTo>
                    <a:pt x="58934" y="16108"/>
                  </a:lnTo>
                  <a:lnTo>
                    <a:pt x="59408" y="16108"/>
                  </a:lnTo>
                  <a:lnTo>
                    <a:pt x="60118" y="16575"/>
                  </a:lnTo>
                  <a:lnTo>
                    <a:pt x="61065" y="16575"/>
                  </a:lnTo>
                  <a:lnTo>
                    <a:pt x="62248" y="17276"/>
                  </a:lnTo>
                  <a:lnTo>
                    <a:pt x="62248" y="17743"/>
                  </a:lnTo>
                  <a:lnTo>
                    <a:pt x="62721" y="17743"/>
                  </a:lnTo>
                  <a:lnTo>
                    <a:pt x="63431" y="18910"/>
                  </a:lnTo>
                  <a:lnTo>
                    <a:pt x="64378" y="21712"/>
                  </a:lnTo>
                  <a:lnTo>
                    <a:pt x="65562" y="22645"/>
                  </a:lnTo>
                  <a:lnTo>
                    <a:pt x="75029" y="30350"/>
                  </a:lnTo>
                  <a:lnTo>
                    <a:pt x="79526" y="33151"/>
                  </a:lnTo>
                  <a:lnTo>
                    <a:pt x="80710" y="33852"/>
                  </a:lnTo>
                  <a:lnTo>
                    <a:pt x="81893" y="33852"/>
                  </a:lnTo>
                  <a:lnTo>
                    <a:pt x="82366" y="33151"/>
                  </a:lnTo>
                  <a:lnTo>
                    <a:pt x="82366" y="33151"/>
                  </a:lnTo>
                  <a:lnTo>
                    <a:pt x="83550" y="31517"/>
                  </a:lnTo>
                  <a:lnTo>
                    <a:pt x="85207" y="29416"/>
                  </a:lnTo>
                  <a:lnTo>
                    <a:pt x="86390" y="27081"/>
                  </a:lnTo>
                  <a:lnTo>
                    <a:pt x="86390" y="27081"/>
                  </a:lnTo>
                  <a:lnTo>
                    <a:pt x="86863" y="27081"/>
                  </a:lnTo>
                  <a:lnTo>
                    <a:pt x="86863" y="27081"/>
                  </a:lnTo>
                  <a:lnTo>
                    <a:pt x="87337" y="27081"/>
                  </a:lnTo>
                  <a:lnTo>
                    <a:pt x="87337" y="27081"/>
                  </a:lnTo>
                  <a:lnTo>
                    <a:pt x="88047" y="27782"/>
                  </a:lnTo>
                  <a:lnTo>
                    <a:pt x="88520" y="28249"/>
                  </a:lnTo>
                  <a:lnTo>
                    <a:pt x="89704" y="29416"/>
                  </a:lnTo>
                  <a:lnTo>
                    <a:pt x="90177" y="29416"/>
                  </a:lnTo>
                  <a:lnTo>
                    <a:pt x="90177" y="29416"/>
                  </a:lnTo>
                  <a:lnTo>
                    <a:pt x="90887" y="29416"/>
                  </a:lnTo>
                  <a:lnTo>
                    <a:pt x="90887" y="28715"/>
                  </a:lnTo>
                  <a:lnTo>
                    <a:pt x="90177" y="28249"/>
                  </a:lnTo>
                  <a:lnTo>
                    <a:pt x="90177" y="28249"/>
                  </a:lnTo>
                  <a:lnTo>
                    <a:pt x="89704" y="27782"/>
                  </a:lnTo>
                  <a:lnTo>
                    <a:pt x="89230" y="27081"/>
                  </a:lnTo>
                  <a:lnTo>
                    <a:pt x="89230" y="27081"/>
                  </a:lnTo>
                  <a:lnTo>
                    <a:pt x="89230" y="26614"/>
                  </a:lnTo>
                  <a:lnTo>
                    <a:pt x="89704" y="26614"/>
                  </a:lnTo>
                  <a:lnTo>
                    <a:pt x="90177" y="26614"/>
                  </a:lnTo>
                  <a:lnTo>
                    <a:pt x="91834" y="27081"/>
                  </a:lnTo>
                  <a:lnTo>
                    <a:pt x="91834" y="27081"/>
                  </a:lnTo>
                  <a:lnTo>
                    <a:pt x="92544" y="26614"/>
                  </a:lnTo>
                  <a:lnTo>
                    <a:pt x="91834" y="26614"/>
                  </a:lnTo>
                  <a:lnTo>
                    <a:pt x="91834" y="25914"/>
                  </a:lnTo>
                  <a:lnTo>
                    <a:pt x="92544" y="25914"/>
                  </a:lnTo>
                  <a:lnTo>
                    <a:pt x="93017" y="25447"/>
                  </a:lnTo>
                  <a:lnTo>
                    <a:pt x="95384" y="25447"/>
                  </a:lnTo>
                  <a:lnTo>
                    <a:pt x="95857" y="25447"/>
                  </a:lnTo>
                  <a:lnTo>
                    <a:pt x="96331" y="25914"/>
                  </a:lnTo>
                  <a:lnTo>
                    <a:pt x="97988" y="26614"/>
                  </a:lnTo>
                  <a:lnTo>
                    <a:pt x="100355" y="26614"/>
                  </a:lnTo>
                  <a:lnTo>
                    <a:pt x="100828" y="26614"/>
                  </a:lnTo>
                  <a:lnTo>
                    <a:pt x="101538" y="26614"/>
                  </a:lnTo>
                  <a:lnTo>
                    <a:pt x="103195" y="28249"/>
                  </a:lnTo>
                  <a:lnTo>
                    <a:pt x="103195" y="29416"/>
                  </a:lnTo>
                  <a:lnTo>
                    <a:pt x="102011" y="29883"/>
                  </a:lnTo>
                  <a:lnTo>
                    <a:pt x="102011" y="30350"/>
                  </a:lnTo>
                  <a:lnTo>
                    <a:pt x="102011" y="30350"/>
                  </a:lnTo>
                  <a:lnTo>
                    <a:pt x="102485" y="30350"/>
                  </a:lnTo>
                  <a:lnTo>
                    <a:pt x="102485" y="31050"/>
                  </a:lnTo>
                  <a:lnTo>
                    <a:pt x="103195" y="31050"/>
                  </a:lnTo>
                  <a:lnTo>
                    <a:pt x="103668" y="31050"/>
                  </a:lnTo>
                  <a:lnTo>
                    <a:pt x="103668" y="31517"/>
                  </a:lnTo>
                  <a:lnTo>
                    <a:pt x="104142" y="31984"/>
                  </a:lnTo>
                  <a:lnTo>
                    <a:pt x="104142" y="32684"/>
                  </a:lnTo>
                  <a:lnTo>
                    <a:pt x="104142" y="33151"/>
                  </a:lnTo>
                  <a:lnTo>
                    <a:pt x="104142" y="35953"/>
                  </a:lnTo>
                  <a:lnTo>
                    <a:pt x="105325" y="39922"/>
                  </a:lnTo>
                  <a:lnTo>
                    <a:pt x="106035" y="44357"/>
                  </a:lnTo>
                  <a:lnTo>
                    <a:pt x="106035" y="44824"/>
                  </a:lnTo>
                  <a:lnTo>
                    <a:pt x="106508" y="45291"/>
                  </a:lnTo>
                  <a:lnTo>
                    <a:pt x="108165" y="50428"/>
                  </a:lnTo>
                  <a:lnTo>
                    <a:pt x="108639" y="50894"/>
                  </a:lnTo>
                  <a:lnTo>
                    <a:pt x="109349" y="52062"/>
                  </a:lnTo>
                  <a:lnTo>
                    <a:pt x="109822" y="52062"/>
                  </a:lnTo>
                  <a:lnTo>
                    <a:pt x="109822" y="52062"/>
                  </a:lnTo>
                  <a:lnTo>
                    <a:pt x="110295" y="52062"/>
                  </a:lnTo>
                  <a:lnTo>
                    <a:pt x="112189" y="50894"/>
                  </a:lnTo>
                  <a:lnTo>
                    <a:pt x="112189" y="50894"/>
                  </a:lnTo>
                  <a:lnTo>
                    <a:pt x="113136" y="50894"/>
                  </a:lnTo>
                  <a:lnTo>
                    <a:pt x="113136" y="50894"/>
                  </a:lnTo>
                  <a:lnTo>
                    <a:pt x="113846" y="51361"/>
                  </a:lnTo>
                  <a:lnTo>
                    <a:pt x="115502" y="53696"/>
                  </a:lnTo>
                  <a:lnTo>
                    <a:pt x="115976" y="54163"/>
                  </a:lnTo>
                  <a:lnTo>
                    <a:pt x="116686" y="54630"/>
                  </a:lnTo>
                  <a:lnTo>
                    <a:pt x="117159" y="54630"/>
                  </a:lnTo>
                  <a:lnTo>
                    <a:pt x="117633" y="55330"/>
                  </a:lnTo>
                  <a:lnTo>
                    <a:pt x="117633" y="55797"/>
                  </a:lnTo>
                  <a:lnTo>
                    <a:pt x="118343" y="56498"/>
                  </a:lnTo>
                  <a:lnTo>
                    <a:pt x="118816" y="56964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0" name="Shape 11040"/>
            <p:cNvSpPr/>
            <p:nvPr/>
          </p:nvSpPr>
          <p:spPr>
            <a:xfrm>
              <a:off x="5233221" y="4673300"/>
              <a:ext cx="726311" cy="13361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4113" y="246"/>
                  </a:moveTo>
                  <a:lnTo>
                    <a:pt x="54113" y="246"/>
                  </a:lnTo>
                  <a:lnTo>
                    <a:pt x="59094" y="0"/>
                  </a:lnTo>
                  <a:lnTo>
                    <a:pt x="60000" y="0"/>
                  </a:lnTo>
                  <a:lnTo>
                    <a:pt x="59094" y="861"/>
                  </a:lnTo>
                  <a:lnTo>
                    <a:pt x="58415" y="2092"/>
                  </a:lnTo>
                  <a:lnTo>
                    <a:pt x="58415" y="4061"/>
                  </a:lnTo>
                  <a:lnTo>
                    <a:pt x="59094" y="4676"/>
                  </a:lnTo>
                  <a:lnTo>
                    <a:pt x="60679" y="6646"/>
                  </a:lnTo>
                  <a:lnTo>
                    <a:pt x="62264" y="7876"/>
                  </a:lnTo>
                  <a:lnTo>
                    <a:pt x="61584" y="8738"/>
                  </a:lnTo>
                  <a:lnTo>
                    <a:pt x="60679" y="9353"/>
                  </a:lnTo>
                  <a:lnTo>
                    <a:pt x="60000" y="10830"/>
                  </a:lnTo>
                  <a:lnTo>
                    <a:pt x="57509" y="12800"/>
                  </a:lnTo>
                  <a:lnTo>
                    <a:pt x="55698" y="15753"/>
                  </a:lnTo>
                  <a:lnTo>
                    <a:pt x="55245" y="17476"/>
                  </a:lnTo>
                  <a:lnTo>
                    <a:pt x="55698" y="18953"/>
                  </a:lnTo>
                  <a:lnTo>
                    <a:pt x="56830" y="20430"/>
                  </a:lnTo>
                  <a:lnTo>
                    <a:pt x="59547" y="21538"/>
                  </a:lnTo>
                  <a:lnTo>
                    <a:pt x="59547" y="21907"/>
                  </a:lnTo>
                  <a:lnTo>
                    <a:pt x="59094" y="23015"/>
                  </a:lnTo>
                  <a:lnTo>
                    <a:pt x="61584" y="24492"/>
                  </a:lnTo>
                  <a:lnTo>
                    <a:pt x="65433" y="25353"/>
                  </a:lnTo>
                  <a:lnTo>
                    <a:pt x="68150" y="25600"/>
                  </a:lnTo>
                  <a:lnTo>
                    <a:pt x="76754" y="24738"/>
                  </a:lnTo>
                  <a:lnTo>
                    <a:pt x="79471" y="25107"/>
                  </a:lnTo>
                  <a:lnTo>
                    <a:pt x="80377" y="25353"/>
                  </a:lnTo>
                  <a:lnTo>
                    <a:pt x="81962" y="25600"/>
                  </a:lnTo>
                  <a:lnTo>
                    <a:pt x="83547" y="26461"/>
                  </a:lnTo>
                  <a:lnTo>
                    <a:pt x="84226" y="27076"/>
                  </a:lnTo>
                  <a:lnTo>
                    <a:pt x="84679" y="27323"/>
                  </a:lnTo>
                  <a:lnTo>
                    <a:pt x="89660" y="28307"/>
                  </a:lnTo>
                  <a:lnTo>
                    <a:pt x="93283" y="29415"/>
                  </a:lnTo>
                  <a:lnTo>
                    <a:pt x="94867" y="29415"/>
                  </a:lnTo>
                  <a:lnTo>
                    <a:pt x="96452" y="29415"/>
                  </a:lnTo>
                  <a:lnTo>
                    <a:pt x="98037" y="29415"/>
                  </a:lnTo>
                  <a:lnTo>
                    <a:pt x="99169" y="30030"/>
                  </a:lnTo>
                  <a:lnTo>
                    <a:pt x="100301" y="30523"/>
                  </a:lnTo>
                  <a:lnTo>
                    <a:pt x="101886" y="31507"/>
                  </a:lnTo>
                  <a:lnTo>
                    <a:pt x="104603" y="32000"/>
                  </a:lnTo>
                  <a:lnTo>
                    <a:pt x="107320" y="32615"/>
                  </a:lnTo>
                  <a:lnTo>
                    <a:pt x="109811" y="32369"/>
                  </a:lnTo>
                  <a:lnTo>
                    <a:pt x="108226" y="36061"/>
                  </a:lnTo>
                  <a:lnTo>
                    <a:pt x="108905" y="39015"/>
                  </a:lnTo>
                  <a:lnTo>
                    <a:pt x="109358" y="39630"/>
                  </a:lnTo>
                  <a:lnTo>
                    <a:pt x="109811" y="40492"/>
                  </a:lnTo>
                  <a:lnTo>
                    <a:pt x="110490" y="41107"/>
                  </a:lnTo>
                  <a:lnTo>
                    <a:pt x="112075" y="41969"/>
                  </a:lnTo>
                  <a:lnTo>
                    <a:pt x="112528" y="42461"/>
                  </a:lnTo>
                  <a:lnTo>
                    <a:pt x="112528" y="44307"/>
                  </a:lnTo>
                  <a:lnTo>
                    <a:pt x="112528" y="47138"/>
                  </a:lnTo>
                  <a:lnTo>
                    <a:pt x="113207" y="48984"/>
                  </a:lnTo>
                  <a:lnTo>
                    <a:pt x="115245" y="50338"/>
                  </a:lnTo>
                  <a:lnTo>
                    <a:pt x="115698" y="50953"/>
                  </a:lnTo>
                  <a:lnTo>
                    <a:pt x="116377" y="51200"/>
                  </a:lnTo>
                  <a:lnTo>
                    <a:pt x="119094" y="51200"/>
                  </a:lnTo>
                  <a:lnTo>
                    <a:pt x="120000" y="51200"/>
                  </a:lnTo>
                  <a:lnTo>
                    <a:pt x="119094" y="51815"/>
                  </a:lnTo>
                  <a:lnTo>
                    <a:pt x="118415" y="52430"/>
                  </a:lnTo>
                  <a:lnTo>
                    <a:pt x="117962" y="52676"/>
                  </a:lnTo>
                  <a:lnTo>
                    <a:pt x="119094" y="54769"/>
                  </a:lnTo>
                  <a:lnTo>
                    <a:pt x="119094" y="55015"/>
                  </a:lnTo>
                  <a:lnTo>
                    <a:pt x="116830" y="56492"/>
                  </a:lnTo>
                  <a:lnTo>
                    <a:pt x="116830" y="56738"/>
                  </a:lnTo>
                  <a:lnTo>
                    <a:pt x="116377" y="57107"/>
                  </a:lnTo>
                  <a:lnTo>
                    <a:pt x="115698" y="57723"/>
                  </a:lnTo>
                  <a:lnTo>
                    <a:pt x="115245" y="58830"/>
                  </a:lnTo>
                  <a:lnTo>
                    <a:pt x="114113" y="57969"/>
                  </a:lnTo>
                  <a:lnTo>
                    <a:pt x="112075" y="57969"/>
                  </a:lnTo>
                  <a:lnTo>
                    <a:pt x="110490" y="58584"/>
                  </a:lnTo>
                  <a:lnTo>
                    <a:pt x="108905" y="59076"/>
                  </a:lnTo>
                  <a:lnTo>
                    <a:pt x="106641" y="58215"/>
                  </a:lnTo>
                  <a:lnTo>
                    <a:pt x="105509" y="57969"/>
                  </a:lnTo>
                  <a:lnTo>
                    <a:pt x="103924" y="57969"/>
                  </a:lnTo>
                  <a:lnTo>
                    <a:pt x="102339" y="58215"/>
                  </a:lnTo>
                  <a:lnTo>
                    <a:pt x="95547" y="59938"/>
                  </a:lnTo>
                  <a:lnTo>
                    <a:pt x="88528" y="62892"/>
                  </a:lnTo>
                  <a:lnTo>
                    <a:pt x="85811" y="64615"/>
                  </a:lnTo>
                  <a:lnTo>
                    <a:pt x="85358" y="64984"/>
                  </a:lnTo>
                  <a:lnTo>
                    <a:pt x="84679" y="65476"/>
                  </a:lnTo>
                  <a:lnTo>
                    <a:pt x="81056" y="67323"/>
                  </a:lnTo>
                  <a:lnTo>
                    <a:pt x="79471" y="68430"/>
                  </a:lnTo>
                  <a:lnTo>
                    <a:pt x="78792" y="69046"/>
                  </a:lnTo>
                  <a:lnTo>
                    <a:pt x="78792" y="70769"/>
                  </a:lnTo>
                  <a:lnTo>
                    <a:pt x="77660" y="71630"/>
                  </a:lnTo>
                  <a:lnTo>
                    <a:pt x="77207" y="72492"/>
                  </a:lnTo>
                  <a:lnTo>
                    <a:pt x="77660" y="73723"/>
                  </a:lnTo>
                  <a:lnTo>
                    <a:pt x="78339" y="73969"/>
                  </a:lnTo>
                  <a:lnTo>
                    <a:pt x="78792" y="74215"/>
                  </a:lnTo>
                  <a:lnTo>
                    <a:pt x="78792" y="75076"/>
                  </a:lnTo>
                  <a:lnTo>
                    <a:pt x="81056" y="78892"/>
                  </a:lnTo>
                  <a:lnTo>
                    <a:pt x="83547" y="82092"/>
                  </a:lnTo>
                  <a:lnTo>
                    <a:pt x="84226" y="83569"/>
                  </a:lnTo>
                  <a:lnTo>
                    <a:pt x="84679" y="87384"/>
                  </a:lnTo>
                  <a:lnTo>
                    <a:pt x="84226" y="88246"/>
                  </a:lnTo>
                  <a:lnTo>
                    <a:pt x="81962" y="89969"/>
                  </a:lnTo>
                  <a:lnTo>
                    <a:pt x="81056" y="90830"/>
                  </a:lnTo>
                  <a:lnTo>
                    <a:pt x="80377" y="91200"/>
                  </a:lnTo>
                  <a:lnTo>
                    <a:pt x="78792" y="92307"/>
                  </a:lnTo>
                  <a:lnTo>
                    <a:pt x="76754" y="93169"/>
                  </a:lnTo>
                  <a:lnTo>
                    <a:pt x="70188" y="95753"/>
                  </a:lnTo>
                  <a:lnTo>
                    <a:pt x="68150" y="97230"/>
                  </a:lnTo>
                  <a:lnTo>
                    <a:pt x="60679" y="105476"/>
                  </a:lnTo>
                  <a:lnTo>
                    <a:pt x="59547" y="107200"/>
                  </a:lnTo>
                  <a:lnTo>
                    <a:pt x="59547" y="112738"/>
                  </a:lnTo>
                  <a:lnTo>
                    <a:pt x="59094" y="114461"/>
                  </a:lnTo>
                  <a:lnTo>
                    <a:pt x="58415" y="115323"/>
                  </a:lnTo>
                  <a:lnTo>
                    <a:pt x="57962" y="115938"/>
                  </a:lnTo>
                  <a:lnTo>
                    <a:pt x="56830" y="116430"/>
                  </a:lnTo>
                  <a:lnTo>
                    <a:pt x="56377" y="117046"/>
                  </a:lnTo>
                  <a:lnTo>
                    <a:pt x="52528" y="117907"/>
                  </a:lnTo>
                  <a:lnTo>
                    <a:pt x="51622" y="118276"/>
                  </a:lnTo>
                  <a:lnTo>
                    <a:pt x="47320" y="117907"/>
                  </a:lnTo>
                  <a:lnTo>
                    <a:pt x="33735" y="120000"/>
                  </a:lnTo>
                  <a:lnTo>
                    <a:pt x="32150" y="119630"/>
                  </a:lnTo>
                  <a:lnTo>
                    <a:pt x="30113" y="119384"/>
                  </a:lnTo>
                  <a:lnTo>
                    <a:pt x="27849" y="119138"/>
                  </a:lnTo>
                  <a:lnTo>
                    <a:pt x="26264" y="118523"/>
                  </a:lnTo>
                  <a:lnTo>
                    <a:pt x="24679" y="117661"/>
                  </a:lnTo>
                  <a:lnTo>
                    <a:pt x="23773" y="116430"/>
                  </a:lnTo>
                  <a:lnTo>
                    <a:pt x="23094" y="115569"/>
                  </a:lnTo>
                  <a:lnTo>
                    <a:pt x="24679" y="114707"/>
                  </a:lnTo>
                  <a:lnTo>
                    <a:pt x="21962" y="113230"/>
                  </a:lnTo>
                  <a:lnTo>
                    <a:pt x="21509" y="112369"/>
                  </a:lnTo>
                  <a:lnTo>
                    <a:pt x="21509" y="111507"/>
                  </a:lnTo>
                  <a:lnTo>
                    <a:pt x="21962" y="110400"/>
                  </a:lnTo>
                  <a:lnTo>
                    <a:pt x="21962" y="109538"/>
                  </a:lnTo>
                  <a:lnTo>
                    <a:pt x="21962" y="108676"/>
                  </a:lnTo>
                  <a:lnTo>
                    <a:pt x="21056" y="107446"/>
                  </a:lnTo>
                  <a:lnTo>
                    <a:pt x="19924" y="105723"/>
                  </a:lnTo>
                  <a:lnTo>
                    <a:pt x="21056" y="104492"/>
                  </a:lnTo>
                  <a:lnTo>
                    <a:pt x="23094" y="103630"/>
                  </a:lnTo>
                  <a:lnTo>
                    <a:pt x="30113" y="101661"/>
                  </a:lnTo>
                  <a:lnTo>
                    <a:pt x="30566" y="101046"/>
                  </a:lnTo>
                  <a:lnTo>
                    <a:pt x="30566" y="100800"/>
                  </a:lnTo>
                  <a:lnTo>
                    <a:pt x="31698" y="100184"/>
                  </a:lnTo>
                  <a:lnTo>
                    <a:pt x="31698" y="99938"/>
                  </a:lnTo>
                  <a:lnTo>
                    <a:pt x="32150" y="97600"/>
                  </a:lnTo>
                  <a:lnTo>
                    <a:pt x="35547" y="90584"/>
                  </a:lnTo>
                  <a:lnTo>
                    <a:pt x="36000" y="88246"/>
                  </a:lnTo>
                  <a:lnTo>
                    <a:pt x="34867" y="86523"/>
                  </a:lnTo>
                  <a:lnTo>
                    <a:pt x="33283" y="85292"/>
                  </a:lnTo>
                  <a:lnTo>
                    <a:pt x="31245" y="84184"/>
                  </a:lnTo>
                  <a:lnTo>
                    <a:pt x="30566" y="83815"/>
                  </a:lnTo>
                  <a:lnTo>
                    <a:pt x="29660" y="83815"/>
                  </a:lnTo>
                  <a:lnTo>
                    <a:pt x="28981" y="83569"/>
                  </a:lnTo>
                  <a:lnTo>
                    <a:pt x="27849" y="83323"/>
                  </a:lnTo>
                  <a:lnTo>
                    <a:pt x="27849" y="82953"/>
                  </a:lnTo>
                  <a:lnTo>
                    <a:pt x="27849" y="82707"/>
                  </a:lnTo>
                  <a:lnTo>
                    <a:pt x="27849" y="82092"/>
                  </a:lnTo>
                  <a:lnTo>
                    <a:pt x="27849" y="81600"/>
                  </a:lnTo>
                  <a:lnTo>
                    <a:pt x="29660" y="80984"/>
                  </a:lnTo>
                  <a:lnTo>
                    <a:pt x="32150" y="80123"/>
                  </a:lnTo>
                  <a:lnTo>
                    <a:pt x="36000" y="77784"/>
                  </a:lnTo>
                  <a:lnTo>
                    <a:pt x="38716" y="76923"/>
                  </a:lnTo>
                  <a:lnTo>
                    <a:pt x="41886" y="76307"/>
                  </a:lnTo>
                  <a:lnTo>
                    <a:pt x="47320" y="76061"/>
                  </a:lnTo>
                  <a:lnTo>
                    <a:pt x="48226" y="75692"/>
                  </a:lnTo>
                  <a:lnTo>
                    <a:pt x="49358" y="75446"/>
                  </a:lnTo>
                  <a:lnTo>
                    <a:pt x="50943" y="74215"/>
                  </a:lnTo>
                  <a:lnTo>
                    <a:pt x="52075" y="72492"/>
                  </a:lnTo>
                  <a:lnTo>
                    <a:pt x="52528" y="70523"/>
                  </a:lnTo>
                  <a:lnTo>
                    <a:pt x="52075" y="68430"/>
                  </a:lnTo>
                  <a:lnTo>
                    <a:pt x="51622" y="66092"/>
                  </a:lnTo>
                  <a:lnTo>
                    <a:pt x="50490" y="65230"/>
                  </a:lnTo>
                  <a:lnTo>
                    <a:pt x="49358" y="64369"/>
                  </a:lnTo>
                  <a:lnTo>
                    <a:pt x="48226" y="64123"/>
                  </a:lnTo>
                  <a:lnTo>
                    <a:pt x="46641" y="64123"/>
                  </a:lnTo>
                  <a:lnTo>
                    <a:pt x="45735" y="63753"/>
                  </a:lnTo>
                  <a:lnTo>
                    <a:pt x="43924" y="62892"/>
                  </a:lnTo>
                  <a:lnTo>
                    <a:pt x="38716" y="58215"/>
                  </a:lnTo>
                  <a:lnTo>
                    <a:pt x="31698" y="46276"/>
                  </a:lnTo>
                  <a:lnTo>
                    <a:pt x="30113" y="44800"/>
                  </a:lnTo>
                  <a:lnTo>
                    <a:pt x="21962" y="37907"/>
                  </a:lnTo>
                  <a:lnTo>
                    <a:pt x="20377" y="37046"/>
                  </a:lnTo>
                  <a:lnTo>
                    <a:pt x="17660" y="35815"/>
                  </a:lnTo>
                  <a:lnTo>
                    <a:pt x="15622" y="35200"/>
                  </a:lnTo>
                  <a:lnTo>
                    <a:pt x="14490" y="34707"/>
                  </a:lnTo>
                  <a:lnTo>
                    <a:pt x="14037" y="33476"/>
                  </a:lnTo>
                  <a:lnTo>
                    <a:pt x="12452" y="32369"/>
                  </a:lnTo>
                  <a:lnTo>
                    <a:pt x="10867" y="30523"/>
                  </a:lnTo>
                  <a:lnTo>
                    <a:pt x="9283" y="29415"/>
                  </a:lnTo>
                  <a:lnTo>
                    <a:pt x="8150" y="28553"/>
                  </a:lnTo>
                  <a:lnTo>
                    <a:pt x="4981" y="23261"/>
                  </a:lnTo>
                  <a:lnTo>
                    <a:pt x="5433" y="23876"/>
                  </a:lnTo>
                  <a:lnTo>
                    <a:pt x="4301" y="22769"/>
                  </a:lnTo>
                  <a:lnTo>
                    <a:pt x="3849" y="22400"/>
                  </a:lnTo>
                  <a:lnTo>
                    <a:pt x="3396" y="22153"/>
                  </a:lnTo>
                  <a:lnTo>
                    <a:pt x="3396" y="21907"/>
                  </a:lnTo>
                  <a:lnTo>
                    <a:pt x="3396" y="19815"/>
                  </a:lnTo>
                  <a:lnTo>
                    <a:pt x="2716" y="18584"/>
                  </a:lnTo>
                  <a:lnTo>
                    <a:pt x="0" y="17230"/>
                  </a:lnTo>
                  <a:lnTo>
                    <a:pt x="0" y="16861"/>
                  </a:lnTo>
                  <a:lnTo>
                    <a:pt x="679" y="16000"/>
                  </a:lnTo>
                  <a:lnTo>
                    <a:pt x="1132" y="15384"/>
                  </a:lnTo>
                  <a:lnTo>
                    <a:pt x="1132" y="15138"/>
                  </a:lnTo>
                  <a:lnTo>
                    <a:pt x="1132" y="14892"/>
                  </a:lnTo>
                  <a:lnTo>
                    <a:pt x="5433" y="12184"/>
                  </a:lnTo>
                  <a:lnTo>
                    <a:pt x="5886" y="12184"/>
                  </a:lnTo>
                  <a:lnTo>
                    <a:pt x="6566" y="11938"/>
                  </a:lnTo>
                  <a:lnTo>
                    <a:pt x="8150" y="12184"/>
                  </a:lnTo>
                  <a:lnTo>
                    <a:pt x="8150" y="12184"/>
                  </a:lnTo>
                  <a:lnTo>
                    <a:pt x="8603" y="12553"/>
                  </a:lnTo>
                  <a:lnTo>
                    <a:pt x="9283" y="12553"/>
                  </a:lnTo>
                  <a:lnTo>
                    <a:pt x="9283" y="12800"/>
                  </a:lnTo>
                  <a:lnTo>
                    <a:pt x="9735" y="12800"/>
                  </a:lnTo>
                  <a:lnTo>
                    <a:pt x="10188" y="12800"/>
                  </a:lnTo>
                  <a:lnTo>
                    <a:pt x="10188" y="12553"/>
                  </a:lnTo>
                  <a:lnTo>
                    <a:pt x="10867" y="11938"/>
                  </a:lnTo>
                  <a:lnTo>
                    <a:pt x="10867" y="11938"/>
                  </a:lnTo>
                  <a:lnTo>
                    <a:pt x="10867" y="11692"/>
                  </a:lnTo>
                  <a:lnTo>
                    <a:pt x="12452" y="11692"/>
                  </a:lnTo>
                  <a:lnTo>
                    <a:pt x="12905" y="11323"/>
                  </a:lnTo>
                  <a:lnTo>
                    <a:pt x="13584" y="11323"/>
                  </a:lnTo>
                  <a:lnTo>
                    <a:pt x="13584" y="11692"/>
                  </a:lnTo>
                  <a:lnTo>
                    <a:pt x="13584" y="11692"/>
                  </a:lnTo>
                  <a:lnTo>
                    <a:pt x="15169" y="12184"/>
                  </a:lnTo>
                  <a:lnTo>
                    <a:pt x="15169" y="12553"/>
                  </a:lnTo>
                  <a:lnTo>
                    <a:pt x="15622" y="12553"/>
                  </a:lnTo>
                  <a:lnTo>
                    <a:pt x="15622" y="12553"/>
                  </a:lnTo>
                  <a:lnTo>
                    <a:pt x="16754" y="12553"/>
                  </a:lnTo>
                  <a:lnTo>
                    <a:pt x="16754" y="12553"/>
                  </a:lnTo>
                  <a:lnTo>
                    <a:pt x="18339" y="11938"/>
                  </a:lnTo>
                  <a:lnTo>
                    <a:pt x="18339" y="11938"/>
                  </a:lnTo>
                  <a:lnTo>
                    <a:pt x="18792" y="11938"/>
                  </a:lnTo>
                  <a:lnTo>
                    <a:pt x="18792" y="11938"/>
                  </a:lnTo>
                  <a:lnTo>
                    <a:pt x="18339" y="12800"/>
                  </a:lnTo>
                  <a:lnTo>
                    <a:pt x="18339" y="13169"/>
                  </a:lnTo>
                  <a:lnTo>
                    <a:pt x="18339" y="13415"/>
                  </a:lnTo>
                  <a:lnTo>
                    <a:pt x="18339" y="13661"/>
                  </a:lnTo>
                  <a:lnTo>
                    <a:pt x="18339" y="13661"/>
                  </a:lnTo>
                  <a:lnTo>
                    <a:pt x="18792" y="14030"/>
                  </a:lnTo>
                  <a:lnTo>
                    <a:pt x="20377" y="14523"/>
                  </a:lnTo>
                  <a:lnTo>
                    <a:pt x="21509" y="15138"/>
                  </a:lnTo>
                  <a:lnTo>
                    <a:pt x="21962" y="15384"/>
                  </a:lnTo>
                  <a:lnTo>
                    <a:pt x="22641" y="15384"/>
                  </a:lnTo>
                  <a:lnTo>
                    <a:pt x="23094" y="15384"/>
                  </a:lnTo>
                  <a:lnTo>
                    <a:pt x="23773" y="15384"/>
                  </a:lnTo>
                  <a:lnTo>
                    <a:pt x="24226" y="15384"/>
                  </a:lnTo>
                  <a:lnTo>
                    <a:pt x="24679" y="15384"/>
                  </a:lnTo>
                  <a:lnTo>
                    <a:pt x="32150" y="14276"/>
                  </a:lnTo>
                  <a:lnTo>
                    <a:pt x="32830" y="14030"/>
                  </a:lnTo>
                  <a:lnTo>
                    <a:pt x="32830" y="13661"/>
                  </a:lnTo>
                  <a:lnTo>
                    <a:pt x="33283" y="13415"/>
                  </a:lnTo>
                  <a:lnTo>
                    <a:pt x="33283" y="13415"/>
                  </a:lnTo>
                  <a:lnTo>
                    <a:pt x="34415" y="12800"/>
                  </a:lnTo>
                  <a:lnTo>
                    <a:pt x="36000" y="12184"/>
                  </a:lnTo>
                  <a:lnTo>
                    <a:pt x="36452" y="12184"/>
                  </a:lnTo>
                  <a:lnTo>
                    <a:pt x="39169" y="12184"/>
                  </a:lnTo>
                  <a:lnTo>
                    <a:pt x="39622" y="12184"/>
                  </a:lnTo>
                  <a:lnTo>
                    <a:pt x="40301" y="12184"/>
                  </a:lnTo>
                  <a:lnTo>
                    <a:pt x="40754" y="12553"/>
                  </a:lnTo>
                  <a:lnTo>
                    <a:pt x="40754" y="12553"/>
                  </a:lnTo>
                  <a:lnTo>
                    <a:pt x="41433" y="12800"/>
                  </a:lnTo>
                  <a:lnTo>
                    <a:pt x="41886" y="12800"/>
                  </a:lnTo>
                  <a:lnTo>
                    <a:pt x="41886" y="12800"/>
                  </a:lnTo>
                  <a:lnTo>
                    <a:pt x="41886" y="13169"/>
                  </a:lnTo>
                  <a:lnTo>
                    <a:pt x="42339" y="13415"/>
                  </a:lnTo>
                  <a:lnTo>
                    <a:pt x="43018" y="13415"/>
                  </a:lnTo>
                  <a:lnTo>
                    <a:pt x="43018" y="13415"/>
                  </a:lnTo>
                  <a:lnTo>
                    <a:pt x="43471" y="13661"/>
                  </a:lnTo>
                  <a:lnTo>
                    <a:pt x="43924" y="13415"/>
                  </a:lnTo>
                  <a:lnTo>
                    <a:pt x="43924" y="13415"/>
                  </a:lnTo>
                  <a:lnTo>
                    <a:pt x="43924" y="13169"/>
                  </a:lnTo>
                  <a:lnTo>
                    <a:pt x="43471" y="12553"/>
                  </a:lnTo>
                  <a:lnTo>
                    <a:pt x="43471" y="12184"/>
                  </a:lnTo>
                  <a:lnTo>
                    <a:pt x="43471" y="12184"/>
                  </a:lnTo>
                  <a:lnTo>
                    <a:pt x="43018" y="12184"/>
                  </a:lnTo>
                  <a:lnTo>
                    <a:pt x="43018" y="12184"/>
                  </a:lnTo>
                  <a:lnTo>
                    <a:pt x="42339" y="11938"/>
                  </a:lnTo>
                  <a:lnTo>
                    <a:pt x="42339" y="11938"/>
                  </a:lnTo>
                  <a:lnTo>
                    <a:pt x="42339" y="11692"/>
                  </a:lnTo>
                  <a:lnTo>
                    <a:pt x="42339" y="11692"/>
                  </a:lnTo>
                  <a:lnTo>
                    <a:pt x="43018" y="11323"/>
                  </a:lnTo>
                  <a:lnTo>
                    <a:pt x="43018" y="11076"/>
                  </a:lnTo>
                  <a:lnTo>
                    <a:pt x="43018" y="11076"/>
                  </a:lnTo>
                  <a:lnTo>
                    <a:pt x="43018" y="10830"/>
                  </a:lnTo>
                  <a:lnTo>
                    <a:pt x="43018" y="10215"/>
                  </a:lnTo>
                  <a:lnTo>
                    <a:pt x="43018" y="9600"/>
                  </a:lnTo>
                  <a:lnTo>
                    <a:pt x="43471" y="9600"/>
                  </a:lnTo>
                  <a:lnTo>
                    <a:pt x="43471" y="9353"/>
                  </a:lnTo>
                  <a:lnTo>
                    <a:pt x="43924" y="8984"/>
                  </a:lnTo>
                  <a:lnTo>
                    <a:pt x="43924" y="8738"/>
                  </a:lnTo>
                  <a:lnTo>
                    <a:pt x="43924" y="8738"/>
                  </a:lnTo>
                  <a:lnTo>
                    <a:pt x="44603" y="8123"/>
                  </a:lnTo>
                  <a:lnTo>
                    <a:pt x="44603" y="8123"/>
                  </a:lnTo>
                  <a:lnTo>
                    <a:pt x="44603" y="7876"/>
                  </a:lnTo>
                  <a:lnTo>
                    <a:pt x="43924" y="7876"/>
                  </a:lnTo>
                  <a:lnTo>
                    <a:pt x="43924" y="6646"/>
                  </a:lnTo>
                  <a:lnTo>
                    <a:pt x="43924" y="6646"/>
                  </a:lnTo>
                  <a:lnTo>
                    <a:pt x="43924" y="6400"/>
                  </a:lnTo>
                  <a:lnTo>
                    <a:pt x="43924" y="6153"/>
                  </a:lnTo>
                  <a:lnTo>
                    <a:pt x="43924" y="5538"/>
                  </a:lnTo>
                  <a:lnTo>
                    <a:pt x="44603" y="4430"/>
                  </a:lnTo>
                  <a:lnTo>
                    <a:pt x="44603" y="3815"/>
                  </a:lnTo>
                  <a:lnTo>
                    <a:pt x="43924" y="2584"/>
                  </a:lnTo>
                  <a:lnTo>
                    <a:pt x="43924" y="2092"/>
                  </a:lnTo>
                  <a:lnTo>
                    <a:pt x="43924" y="1723"/>
                  </a:lnTo>
                  <a:lnTo>
                    <a:pt x="43924" y="1476"/>
                  </a:lnTo>
                  <a:lnTo>
                    <a:pt x="43924" y="1476"/>
                  </a:lnTo>
                  <a:lnTo>
                    <a:pt x="44603" y="1230"/>
                  </a:lnTo>
                  <a:lnTo>
                    <a:pt x="44603" y="861"/>
                  </a:lnTo>
                  <a:lnTo>
                    <a:pt x="45056" y="861"/>
                  </a:lnTo>
                  <a:lnTo>
                    <a:pt x="45056" y="861"/>
                  </a:lnTo>
                  <a:lnTo>
                    <a:pt x="45735" y="1230"/>
                  </a:lnTo>
                  <a:lnTo>
                    <a:pt x="46188" y="1230"/>
                  </a:lnTo>
                  <a:lnTo>
                    <a:pt x="46188" y="1476"/>
                  </a:lnTo>
                  <a:lnTo>
                    <a:pt x="46641" y="1476"/>
                  </a:lnTo>
                  <a:lnTo>
                    <a:pt x="48905" y="861"/>
                  </a:lnTo>
                  <a:lnTo>
                    <a:pt x="51622" y="861"/>
                  </a:lnTo>
                  <a:lnTo>
                    <a:pt x="51622" y="861"/>
                  </a:lnTo>
                  <a:lnTo>
                    <a:pt x="52075" y="861"/>
                  </a:lnTo>
                  <a:lnTo>
                    <a:pt x="54113" y="246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1" name="Shape 11041"/>
            <p:cNvSpPr/>
            <p:nvPr/>
          </p:nvSpPr>
          <p:spPr>
            <a:xfrm>
              <a:off x="4245164" y="4031953"/>
              <a:ext cx="972982" cy="8194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605" y="110969"/>
                  </a:moveTo>
                  <a:lnTo>
                    <a:pt x="115605" y="110969"/>
                  </a:lnTo>
                  <a:lnTo>
                    <a:pt x="115605" y="110969"/>
                  </a:lnTo>
                  <a:lnTo>
                    <a:pt x="115098" y="110969"/>
                  </a:lnTo>
                  <a:lnTo>
                    <a:pt x="115098" y="110969"/>
                  </a:lnTo>
                  <a:lnTo>
                    <a:pt x="114760" y="110568"/>
                  </a:lnTo>
                  <a:lnTo>
                    <a:pt x="114760" y="110167"/>
                  </a:lnTo>
                  <a:lnTo>
                    <a:pt x="114760" y="110167"/>
                  </a:lnTo>
                  <a:lnTo>
                    <a:pt x="115098" y="109163"/>
                  </a:lnTo>
                  <a:lnTo>
                    <a:pt x="115605" y="108561"/>
                  </a:lnTo>
                  <a:lnTo>
                    <a:pt x="116281" y="105351"/>
                  </a:lnTo>
                  <a:lnTo>
                    <a:pt x="116281" y="104347"/>
                  </a:lnTo>
                  <a:lnTo>
                    <a:pt x="116281" y="104347"/>
                  </a:lnTo>
                  <a:lnTo>
                    <a:pt x="116281" y="103344"/>
                  </a:lnTo>
                  <a:lnTo>
                    <a:pt x="115943" y="102541"/>
                  </a:lnTo>
                  <a:lnTo>
                    <a:pt x="115943" y="102541"/>
                  </a:lnTo>
                  <a:lnTo>
                    <a:pt x="116281" y="101939"/>
                  </a:lnTo>
                  <a:lnTo>
                    <a:pt x="116788" y="101538"/>
                  </a:lnTo>
                  <a:lnTo>
                    <a:pt x="117126" y="100535"/>
                  </a:lnTo>
                  <a:lnTo>
                    <a:pt x="117126" y="100133"/>
                  </a:lnTo>
                  <a:lnTo>
                    <a:pt x="117126" y="99531"/>
                  </a:lnTo>
                  <a:lnTo>
                    <a:pt x="117464" y="99531"/>
                  </a:lnTo>
                  <a:lnTo>
                    <a:pt x="117971" y="99130"/>
                  </a:lnTo>
                  <a:lnTo>
                    <a:pt x="118309" y="98729"/>
                  </a:lnTo>
                  <a:lnTo>
                    <a:pt x="118309" y="98729"/>
                  </a:lnTo>
                  <a:lnTo>
                    <a:pt x="118647" y="97725"/>
                  </a:lnTo>
                  <a:lnTo>
                    <a:pt x="119154" y="97324"/>
                  </a:lnTo>
                  <a:lnTo>
                    <a:pt x="119492" y="96722"/>
                  </a:lnTo>
                  <a:lnTo>
                    <a:pt x="119999" y="95317"/>
                  </a:lnTo>
                  <a:lnTo>
                    <a:pt x="119999" y="94314"/>
                  </a:lnTo>
                  <a:lnTo>
                    <a:pt x="119999" y="94314"/>
                  </a:lnTo>
                  <a:lnTo>
                    <a:pt x="119999" y="93913"/>
                  </a:lnTo>
                  <a:lnTo>
                    <a:pt x="119999" y="93511"/>
                  </a:lnTo>
                  <a:lnTo>
                    <a:pt x="119999" y="92909"/>
                  </a:lnTo>
                  <a:lnTo>
                    <a:pt x="119492" y="92909"/>
                  </a:lnTo>
                  <a:lnTo>
                    <a:pt x="119492" y="92508"/>
                  </a:lnTo>
                  <a:lnTo>
                    <a:pt x="119154" y="92107"/>
                  </a:lnTo>
                  <a:lnTo>
                    <a:pt x="118309" y="91505"/>
                  </a:lnTo>
                  <a:lnTo>
                    <a:pt x="118309" y="91505"/>
                  </a:lnTo>
                  <a:lnTo>
                    <a:pt x="117971" y="91103"/>
                  </a:lnTo>
                  <a:lnTo>
                    <a:pt x="117464" y="90702"/>
                  </a:lnTo>
                  <a:lnTo>
                    <a:pt x="117464" y="90702"/>
                  </a:lnTo>
                  <a:lnTo>
                    <a:pt x="117126" y="90702"/>
                  </a:lnTo>
                  <a:lnTo>
                    <a:pt x="115943" y="89698"/>
                  </a:lnTo>
                  <a:lnTo>
                    <a:pt x="115605" y="89698"/>
                  </a:lnTo>
                  <a:lnTo>
                    <a:pt x="115605" y="89698"/>
                  </a:lnTo>
                  <a:lnTo>
                    <a:pt x="115098" y="89096"/>
                  </a:lnTo>
                  <a:lnTo>
                    <a:pt x="115098" y="88695"/>
                  </a:lnTo>
                  <a:lnTo>
                    <a:pt x="114760" y="88294"/>
                  </a:lnTo>
                  <a:lnTo>
                    <a:pt x="114253" y="84882"/>
                  </a:lnTo>
                  <a:lnTo>
                    <a:pt x="113915" y="84882"/>
                  </a:lnTo>
                  <a:lnTo>
                    <a:pt x="113577" y="84481"/>
                  </a:lnTo>
                  <a:lnTo>
                    <a:pt x="113577" y="83879"/>
                  </a:lnTo>
                  <a:lnTo>
                    <a:pt x="113070" y="83879"/>
                  </a:lnTo>
                  <a:lnTo>
                    <a:pt x="112732" y="83879"/>
                  </a:lnTo>
                  <a:lnTo>
                    <a:pt x="112732" y="83478"/>
                  </a:lnTo>
                  <a:lnTo>
                    <a:pt x="111887" y="83879"/>
                  </a:lnTo>
                  <a:lnTo>
                    <a:pt x="111549" y="83879"/>
                  </a:lnTo>
                  <a:lnTo>
                    <a:pt x="111549" y="83879"/>
                  </a:lnTo>
                  <a:lnTo>
                    <a:pt x="111211" y="83478"/>
                  </a:lnTo>
                  <a:lnTo>
                    <a:pt x="109859" y="82474"/>
                  </a:lnTo>
                  <a:lnTo>
                    <a:pt x="109521" y="82073"/>
                  </a:lnTo>
                  <a:lnTo>
                    <a:pt x="109183" y="81672"/>
                  </a:lnTo>
                  <a:lnTo>
                    <a:pt x="108676" y="81672"/>
                  </a:lnTo>
                  <a:lnTo>
                    <a:pt x="108338" y="81672"/>
                  </a:lnTo>
                  <a:lnTo>
                    <a:pt x="108338" y="81672"/>
                  </a:lnTo>
                  <a:lnTo>
                    <a:pt x="107999" y="81672"/>
                  </a:lnTo>
                  <a:lnTo>
                    <a:pt x="107492" y="81672"/>
                  </a:lnTo>
                  <a:lnTo>
                    <a:pt x="107154" y="81070"/>
                  </a:lnTo>
                  <a:lnTo>
                    <a:pt x="106309" y="79665"/>
                  </a:lnTo>
                  <a:lnTo>
                    <a:pt x="105971" y="79264"/>
                  </a:lnTo>
                  <a:lnTo>
                    <a:pt x="105464" y="79264"/>
                  </a:lnTo>
                  <a:lnTo>
                    <a:pt x="105126" y="78662"/>
                  </a:lnTo>
                  <a:lnTo>
                    <a:pt x="104788" y="78260"/>
                  </a:lnTo>
                  <a:lnTo>
                    <a:pt x="104281" y="78260"/>
                  </a:lnTo>
                  <a:lnTo>
                    <a:pt x="103943" y="77859"/>
                  </a:lnTo>
                  <a:lnTo>
                    <a:pt x="103605" y="77257"/>
                  </a:lnTo>
                  <a:lnTo>
                    <a:pt x="103605" y="77257"/>
                  </a:lnTo>
                  <a:lnTo>
                    <a:pt x="103605" y="76856"/>
                  </a:lnTo>
                  <a:lnTo>
                    <a:pt x="103605" y="76454"/>
                  </a:lnTo>
                  <a:lnTo>
                    <a:pt x="103605" y="76454"/>
                  </a:lnTo>
                  <a:lnTo>
                    <a:pt x="103605" y="75451"/>
                  </a:lnTo>
                  <a:lnTo>
                    <a:pt x="103605" y="74849"/>
                  </a:lnTo>
                  <a:lnTo>
                    <a:pt x="103605" y="74448"/>
                  </a:lnTo>
                  <a:lnTo>
                    <a:pt x="101577" y="71237"/>
                  </a:lnTo>
                  <a:lnTo>
                    <a:pt x="101577" y="70635"/>
                  </a:lnTo>
                  <a:lnTo>
                    <a:pt x="100732" y="70234"/>
                  </a:lnTo>
                  <a:lnTo>
                    <a:pt x="99887" y="69632"/>
                  </a:lnTo>
                  <a:lnTo>
                    <a:pt x="99549" y="69230"/>
                  </a:lnTo>
                  <a:lnTo>
                    <a:pt x="99211" y="69230"/>
                  </a:lnTo>
                  <a:lnTo>
                    <a:pt x="98366" y="69230"/>
                  </a:lnTo>
                  <a:lnTo>
                    <a:pt x="97859" y="69230"/>
                  </a:lnTo>
                  <a:lnTo>
                    <a:pt x="97521" y="68829"/>
                  </a:lnTo>
                  <a:lnTo>
                    <a:pt x="97521" y="68829"/>
                  </a:lnTo>
                  <a:lnTo>
                    <a:pt x="97183" y="68227"/>
                  </a:lnTo>
                  <a:lnTo>
                    <a:pt x="97183" y="68227"/>
                  </a:lnTo>
                  <a:lnTo>
                    <a:pt x="97183" y="67826"/>
                  </a:lnTo>
                  <a:lnTo>
                    <a:pt x="97521" y="67826"/>
                  </a:lnTo>
                  <a:lnTo>
                    <a:pt x="97521" y="67424"/>
                  </a:lnTo>
                  <a:lnTo>
                    <a:pt x="97859" y="65819"/>
                  </a:lnTo>
                  <a:lnTo>
                    <a:pt x="97859" y="65819"/>
                  </a:lnTo>
                  <a:lnTo>
                    <a:pt x="98366" y="65418"/>
                  </a:lnTo>
                  <a:lnTo>
                    <a:pt x="98704" y="65016"/>
                  </a:lnTo>
                  <a:lnTo>
                    <a:pt x="98704" y="65016"/>
                  </a:lnTo>
                  <a:lnTo>
                    <a:pt x="99211" y="64414"/>
                  </a:lnTo>
                  <a:lnTo>
                    <a:pt x="99211" y="64013"/>
                  </a:lnTo>
                  <a:lnTo>
                    <a:pt x="99211" y="63612"/>
                  </a:lnTo>
                  <a:lnTo>
                    <a:pt x="98704" y="63010"/>
                  </a:lnTo>
                  <a:lnTo>
                    <a:pt x="98704" y="63010"/>
                  </a:lnTo>
                  <a:lnTo>
                    <a:pt x="98366" y="63010"/>
                  </a:lnTo>
                  <a:lnTo>
                    <a:pt x="97521" y="63010"/>
                  </a:lnTo>
                  <a:lnTo>
                    <a:pt x="97183" y="63010"/>
                  </a:lnTo>
                  <a:lnTo>
                    <a:pt x="96000" y="62608"/>
                  </a:lnTo>
                  <a:lnTo>
                    <a:pt x="95492" y="62207"/>
                  </a:lnTo>
                  <a:lnTo>
                    <a:pt x="94816" y="61204"/>
                  </a:lnTo>
                  <a:lnTo>
                    <a:pt x="94816" y="61204"/>
                  </a:lnTo>
                  <a:lnTo>
                    <a:pt x="94309" y="60602"/>
                  </a:lnTo>
                  <a:lnTo>
                    <a:pt x="93464" y="60200"/>
                  </a:lnTo>
                  <a:lnTo>
                    <a:pt x="93126" y="60200"/>
                  </a:lnTo>
                  <a:lnTo>
                    <a:pt x="92788" y="59799"/>
                  </a:lnTo>
                  <a:lnTo>
                    <a:pt x="92281" y="58795"/>
                  </a:lnTo>
                  <a:lnTo>
                    <a:pt x="91943" y="58394"/>
                  </a:lnTo>
                  <a:lnTo>
                    <a:pt x="91943" y="57792"/>
                  </a:lnTo>
                  <a:lnTo>
                    <a:pt x="91605" y="55384"/>
                  </a:lnTo>
                  <a:lnTo>
                    <a:pt x="91098" y="54983"/>
                  </a:lnTo>
                  <a:lnTo>
                    <a:pt x="91098" y="54581"/>
                  </a:lnTo>
                  <a:lnTo>
                    <a:pt x="91098" y="53979"/>
                  </a:lnTo>
                  <a:lnTo>
                    <a:pt x="90760" y="53979"/>
                  </a:lnTo>
                  <a:lnTo>
                    <a:pt x="90760" y="53578"/>
                  </a:lnTo>
                  <a:lnTo>
                    <a:pt x="90760" y="53578"/>
                  </a:lnTo>
                  <a:lnTo>
                    <a:pt x="90760" y="53177"/>
                  </a:lnTo>
                  <a:lnTo>
                    <a:pt x="90760" y="53177"/>
                  </a:lnTo>
                  <a:lnTo>
                    <a:pt x="90760" y="52575"/>
                  </a:lnTo>
                  <a:lnTo>
                    <a:pt x="90253" y="52575"/>
                  </a:lnTo>
                  <a:lnTo>
                    <a:pt x="90253" y="52575"/>
                  </a:lnTo>
                  <a:lnTo>
                    <a:pt x="89070" y="51571"/>
                  </a:lnTo>
                  <a:lnTo>
                    <a:pt x="89915" y="50167"/>
                  </a:lnTo>
                  <a:lnTo>
                    <a:pt x="89915" y="49364"/>
                  </a:lnTo>
                  <a:lnTo>
                    <a:pt x="89915" y="49364"/>
                  </a:lnTo>
                  <a:lnTo>
                    <a:pt x="89915" y="48361"/>
                  </a:lnTo>
                  <a:lnTo>
                    <a:pt x="89577" y="47959"/>
                  </a:lnTo>
                  <a:lnTo>
                    <a:pt x="89577" y="46956"/>
                  </a:lnTo>
                  <a:lnTo>
                    <a:pt x="89577" y="45953"/>
                  </a:lnTo>
                  <a:lnTo>
                    <a:pt x="89577" y="44548"/>
                  </a:lnTo>
                  <a:lnTo>
                    <a:pt x="94816" y="43143"/>
                  </a:lnTo>
                  <a:lnTo>
                    <a:pt x="96000" y="42742"/>
                  </a:lnTo>
                  <a:lnTo>
                    <a:pt x="97521" y="40735"/>
                  </a:lnTo>
                  <a:lnTo>
                    <a:pt x="97859" y="39732"/>
                  </a:lnTo>
                  <a:lnTo>
                    <a:pt x="98366" y="38929"/>
                  </a:lnTo>
                  <a:lnTo>
                    <a:pt x="98366" y="36521"/>
                  </a:lnTo>
                  <a:lnTo>
                    <a:pt x="99211" y="34113"/>
                  </a:lnTo>
                  <a:lnTo>
                    <a:pt x="99211" y="32709"/>
                  </a:lnTo>
                  <a:lnTo>
                    <a:pt x="98704" y="31304"/>
                  </a:lnTo>
                  <a:lnTo>
                    <a:pt x="97521" y="29297"/>
                  </a:lnTo>
                  <a:lnTo>
                    <a:pt x="91943" y="28494"/>
                  </a:lnTo>
                  <a:lnTo>
                    <a:pt x="89915" y="27491"/>
                  </a:lnTo>
                  <a:lnTo>
                    <a:pt x="89070" y="26889"/>
                  </a:lnTo>
                  <a:lnTo>
                    <a:pt x="89070" y="26889"/>
                  </a:lnTo>
                  <a:lnTo>
                    <a:pt x="88732" y="26889"/>
                  </a:lnTo>
                  <a:lnTo>
                    <a:pt x="88732" y="26889"/>
                  </a:lnTo>
                  <a:lnTo>
                    <a:pt x="88394" y="27491"/>
                  </a:lnTo>
                  <a:lnTo>
                    <a:pt x="87887" y="27892"/>
                  </a:lnTo>
                  <a:lnTo>
                    <a:pt x="82816" y="28494"/>
                  </a:lnTo>
                  <a:lnTo>
                    <a:pt x="82309" y="28494"/>
                  </a:lnTo>
                  <a:lnTo>
                    <a:pt x="81971" y="28494"/>
                  </a:lnTo>
                  <a:lnTo>
                    <a:pt x="81126" y="27491"/>
                  </a:lnTo>
                  <a:lnTo>
                    <a:pt x="81126" y="26889"/>
                  </a:lnTo>
                  <a:lnTo>
                    <a:pt x="80788" y="26889"/>
                  </a:lnTo>
                  <a:lnTo>
                    <a:pt x="77915" y="25484"/>
                  </a:lnTo>
                  <a:lnTo>
                    <a:pt x="77577" y="25484"/>
                  </a:lnTo>
                  <a:lnTo>
                    <a:pt x="77577" y="25083"/>
                  </a:lnTo>
                  <a:lnTo>
                    <a:pt x="77577" y="25083"/>
                  </a:lnTo>
                  <a:lnTo>
                    <a:pt x="77577" y="24682"/>
                  </a:lnTo>
                  <a:lnTo>
                    <a:pt x="77577" y="24080"/>
                  </a:lnTo>
                  <a:lnTo>
                    <a:pt x="78760" y="21672"/>
                  </a:lnTo>
                  <a:lnTo>
                    <a:pt x="79098" y="21270"/>
                  </a:lnTo>
                  <a:lnTo>
                    <a:pt x="79605" y="20869"/>
                  </a:lnTo>
                  <a:lnTo>
                    <a:pt x="79605" y="20267"/>
                  </a:lnTo>
                  <a:lnTo>
                    <a:pt x="79605" y="20267"/>
                  </a:lnTo>
                  <a:lnTo>
                    <a:pt x="79605" y="19866"/>
                  </a:lnTo>
                  <a:lnTo>
                    <a:pt x="79605" y="19464"/>
                  </a:lnTo>
                  <a:lnTo>
                    <a:pt x="79098" y="18862"/>
                  </a:lnTo>
                  <a:lnTo>
                    <a:pt x="79098" y="18862"/>
                  </a:lnTo>
                  <a:lnTo>
                    <a:pt x="79098" y="18461"/>
                  </a:lnTo>
                  <a:lnTo>
                    <a:pt x="79605" y="18060"/>
                  </a:lnTo>
                  <a:lnTo>
                    <a:pt x="79943" y="18060"/>
                  </a:lnTo>
                  <a:lnTo>
                    <a:pt x="79943" y="17458"/>
                  </a:lnTo>
                  <a:lnTo>
                    <a:pt x="79943" y="17458"/>
                  </a:lnTo>
                  <a:lnTo>
                    <a:pt x="79943" y="17056"/>
                  </a:lnTo>
                  <a:lnTo>
                    <a:pt x="79605" y="16454"/>
                  </a:lnTo>
                  <a:lnTo>
                    <a:pt x="79098" y="16053"/>
                  </a:lnTo>
                  <a:lnTo>
                    <a:pt x="78760" y="15652"/>
                  </a:lnTo>
                  <a:lnTo>
                    <a:pt x="78422" y="15652"/>
                  </a:lnTo>
                  <a:lnTo>
                    <a:pt x="77070" y="15050"/>
                  </a:lnTo>
                  <a:lnTo>
                    <a:pt x="75211" y="14247"/>
                  </a:lnTo>
                  <a:lnTo>
                    <a:pt x="74704" y="14247"/>
                  </a:lnTo>
                  <a:lnTo>
                    <a:pt x="74704" y="14247"/>
                  </a:lnTo>
                  <a:lnTo>
                    <a:pt x="74366" y="15050"/>
                  </a:lnTo>
                  <a:lnTo>
                    <a:pt x="73859" y="15652"/>
                  </a:lnTo>
                  <a:lnTo>
                    <a:pt x="73859" y="15652"/>
                  </a:lnTo>
                  <a:lnTo>
                    <a:pt x="73521" y="15652"/>
                  </a:lnTo>
                  <a:lnTo>
                    <a:pt x="73183" y="16053"/>
                  </a:lnTo>
                  <a:lnTo>
                    <a:pt x="72000" y="13244"/>
                  </a:lnTo>
                  <a:lnTo>
                    <a:pt x="71154" y="12642"/>
                  </a:lnTo>
                  <a:lnTo>
                    <a:pt x="70816" y="12642"/>
                  </a:lnTo>
                  <a:lnTo>
                    <a:pt x="69971" y="12642"/>
                  </a:lnTo>
                  <a:lnTo>
                    <a:pt x="69126" y="12240"/>
                  </a:lnTo>
                  <a:lnTo>
                    <a:pt x="68788" y="11839"/>
                  </a:lnTo>
                  <a:lnTo>
                    <a:pt x="68788" y="11839"/>
                  </a:lnTo>
                  <a:lnTo>
                    <a:pt x="68281" y="10434"/>
                  </a:lnTo>
                  <a:lnTo>
                    <a:pt x="67943" y="9832"/>
                  </a:lnTo>
                  <a:lnTo>
                    <a:pt x="67943" y="9832"/>
                  </a:lnTo>
                  <a:lnTo>
                    <a:pt x="67943" y="9431"/>
                  </a:lnTo>
                  <a:lnTo>
                    <a:pt x="68281" y="9030"/>
                  </a:lnTo>
                  <a:lnTo>
                    <a:pt x="68281" y="9030"/>
                  </a:lnTo>
                  <a:lnTo>
                    <a:pt x="68281" y="9030"/>
                  </a:lnTo>
                  <a:lnTo>
                    <a:pt x="68788" y="8428"/>
                  </a:lnTo>
                  <a:lnTo>
                    <a:pt x="68788" y="8026"/>
                  </a:lnTo>
                  <a:lnTo>
                    <a:pt x="68788" y="8026"/>
                  </a:lnTo>
                  <a:lnTo>
                    <a:pt x="68788" y="7424"/>
                  </a:lnTo>
                  <a:lnTo>
                    <a:pt x="68788" y="7424"/>
                  </a:lnTo>
                  <a:lnTo>
                    <a:pt x="69126" y="7023"/>
                  </a:lnTo>
                  <a:lnTo>
                    <a:pt x="69464" y="7023"/>
                  </a:lnTo>
                  <a:lnTo>
                    <a:pt x="69464" y="6622"/>
                  </a:lnTo>
                  <a:lnTo>
                    <a:pt x="69464" y="6020"/>
                  </a:lnTo>
                  <a:lnTo>
                    <a:pt x="69126" y="4214"/>
                  </a:lnTo>
                  <a:lnTo>
                    <a:pt x="68788" y="3812"/>
                  </a:lnTo>
                  <a:lnTo>
                    <a:pt x="68281" y="3210"/>
                  </a:lnTo>
                  <a:lnTo>
                    <a:pt x="67098" y="2809"/>
                  </a:lnTo>
                  <a:lnTo>
                    <a:pt x="67098" y="2809"/>
                  </a:lnTo>
                  <a:lnTo>
                    <a:pt x="66760" y="2207"/>
                  </a:lnTo>
                  <a:lnTo>
                    <a:pt x="65915" y="1404"/>
                  </a:lnTo>
                  <a:lnTo>
                    <a:pt x="65577" y="802"/>
                  </a:lnTo>
                  <a:lnTo>
                    <a:pt x="64732" y="802"/>
                  </a:lnTo>
                  <a:lnTo>
                    <a:pt x="63211" y="401"/>
                  </a:lnTo>
                  <a:lnTo>
                    <a:pt x="62704" y="0"/>
                  </a:lnTo>
                  <a:lnTo>
                    <a:pt x="59999" y="3210"/>
                  </a:lnTo>
                  <a:lnTo>
                    <a:pt x="59492" y="3812"/>
                  </a:lnTo>
                  <a:lnTo>
                    <a:pt x="59154" y="3812"/>
                  </a:lnTo>
                  <a:lnTo>
                    <a:pt x="57126" y="4615"/>
                  </a:lnTo>
                  <a:lnTo>
                    <a:pt x="55943" y="6020"/>
                  </a:lnTo>
                  <a:lnTo>
                    <a:pt x="54760" y="7023"/>
                  </a:lnTo>
                  <a:lnTo>
                    <a:pt x="54422" y="7023"/>
                  </a:lnTo>
                  <a:lnTo>
                    <a:pt x="53915" y="6622"/>
                  </a:lnTo>
                  <a:lnTo>
                    <a:pt x="53577" y="6622"/>
                  </a:lnTo>
                  <a:lnTo>
                    <a:pt x="53070" y="6020"/>
                  </a:lnTo>
                  <a:lnTo>
                    <a:pt x="52732" y="6020"/>
                  </a:lnTo>
                  <a:lnTo>
                    <a:pt x="52732" y="5618"/>
                  </a:lnTo>
                  <a:lnTo>
                    <a:pt x="52394" y="5618"/>
                  </a:lnTo>
                  <a:lnTo>
                    <a:pt x="51887" y="5618"/>
                  </a:lnTo>
                  <a:lnTo>
                    <a:pt x="51887" y="6020"/>
                  </a:lnTo>
                  <a:lnTo>
                    <a:pt x="51549" y="6020"/>
                  </a:lnTo>
                  <a:lnTo>
                    <a:pt x="51549" y="6622"/>
                  </a:lnTo>
                  <a:lnTo>
                    <a:pt x="51549" y="7424"/>
                  </a:lnTo>
                  <a:lnTo>
                    <a:pt x="51549" y="8026"/>
                  </a:lnTo>
                  <a:lnTo>
                    <a:pt x="51211" y="8428"/>
                  </a:lnTo>
                  <a:lnTo>
                    <a:pt x="50704" y="9030"/>
                  </a:lnTo>
                  <a:lnTo>
                    <a:pt x="50366" y="9431"/>
                  </a:lnTo>
                  <a:lnTo>
                    <a:pt x="50028" y="9431"/>
                  </a:lnTo>
                  <a:lnTo>
                    <a:pt x="46309" y="10434"/>
                  </a:lnTo>
                  <a:lnTo>
                    <a:pt x="45971" y="10836"/>
                  </a:lnTo>
                  <a:lnTo>
                    <a:pt x="45971" y="10836"/>
                  </a:lnTo>
                  <a:lnTo>
                    <a:pt x="45633" y="11237"/>
                  </a:lnTo>
                  <a:lnTo>
                    <a:pt x="43605" y="13645"/>
                  </a:lnTo>
                  <a:lnTo>
                    <a:pt x="43098" y="14247"/>
                  </a:lnTo>
                  <a:lnTo>
                    <a:pt x="42760" y="14247"/>
                  </a:lnTo>
                  <a:lnTo>
                    <a:pt x="42422" y="14247"/>
                  </a:lnTo>
                  <a:lnTo>
                    <a:pt x="42422" y="14247"/>
                  </a:lnTo>
                  <a:lnTo>
                    <a:pt x="41915" y="14247"/>
                  </a:lnTo>
                  <a:lnTo>
                    <a:pt x="41915" y="13645"/>
                  </a:lnTo>
                  <a:lnTo>
                    <a:pt x="41577" y="13244"/>
                  </a:lnTo>
                  <a:lnTo>
                    <a:pt x="41070" y="13244"/>
                  </a:lnTo>
                  <a:lnTo>
                    <a:pt x="40732" y="13244"/>
                  </a:lnTo>
                  <a:lnTo>
                    <a:pt x="39211" y="13645"/>
                  </a:lnTo>
                  <a:lnTo>
                    <a:pt x="37521" y="13645"/>
                  </a:lnTo>
                  <a:lnTo>
                    <a:pt x="36676" y="12642"/>
                  </a:lnTo>
                  <a:lnTo>
                    <a:pt x="36338" y="11839"/>
                  </a:lnTo>
                  <a:lnTo>
                    <a:pt x="36000" y="11237"/>
                  </a:lnTo>
                  <a:lnTo>
                    <a:pt x="35492" y="11237"/>
                  </a:lnTo>
                  <a:lnTo>
                    <a:pt x="34816" y="11237"/>
                  </a:lnTo>
                  <a:lnTo>
                    <a:pt x="33971" y="11237"/>
                  </a:lnTo>
                  <a:lnTo>
                    <a:pt x="30422" y="10434"/>
                  </a:lnTo>
                  <a:lnTo>
                    <a:pt x="28394" y="9832"/>
                  </a:lnTo>
                  <a:lnTo>
                    <a:pt x="26366" y="9431"/>
                  </a:lnTo>
                  <a:lnTo>
                    <a:pt x="25183" y="8428"/>
                  </a:lnTo>
                  <a:lnTo>
                    <a:pt x="24676" y="8428"/>
                  </a:lnTo>
                  <a:lnTo>
                    <a:pt x="24676" y="8428"/>
                  </a:lnTo>
                  <a:lnTo>
                    <a:pt x="23154" y="8026"/>
                  </a:lnTo>
                  <a:lnTo>
                    <a:pt x="21971" y="8026"/>
                  </a:lnTo>
                  <a:lnTo>
                    <a:pt x="20788" y="8428"/>
                  </a:lnTo>
                  <a:lnTo>
                    <a:pt x="19098" y="9030"/>
                  </a:lnTo>
                  <a:lnTo>
                    <a:pt x="17239" y="9030"/>
                  </a:lnTo>
                  <a:lnTo>
                    <a:pt x="16732" y="9030"/>
                  </a:lnTo>
                  <a:lnTo>
                    <a:pt x="16732" y="9431"/>
                  </a:lnTo>
                  <a:lnTo>
                    <a:pt x="16394" y="9832"/>
                  </a:lnTo>
                  <a:lnTo>
                    <a:pt x="16394" y="10434"/>
                  </a:lnTo>
                  <a:lnTo>
                    <a:pt x="15887" y="11237"/>
                  </a:lnTo>
                  <a:lnTo>
                    <a:pt x="15887" y="11237"/>
                  </a:lnTo>
                  <a:lnTo>
                    <a:pt x="15549" y="12240"/>
                  </a:lnTo>
                  <a:lnTo>
                    <a:pt x="15211" y="12642"/>
                  </a:lnTo>
                  <a:lnTo>
                    <a:pt x="15211" y="13244"/>
                  </a:lnTo>
                  <a:lnTo>
                    <a:pt x="15211" y="13645"/>
                  </a:lnTo>
                  <a:lnTo>
                    <a:pt x="15211" y="13645"/>
                  </a:lnTo>
                  <a:lnTo>
                    <a:pt x="15549" y="14247"/>
                  </a:lnTo>
                  <a:lnTo>
                    <a:pt x="15549" y="14247"/>
                  </a:lnTo>
                  <a:lnTo>
                    <a:pt x="15887" y="14648"/>
                  </a:lnTo>
                  <a:lnTo>
                    <a:pt x="16394" y="15050"/>
                  </a:lnTo>
                  <a:lnTo>
                    <a:pt x="16732" y="15050"/>
                  </a:lnTo>
                  <a:lnTo>
                    <a:pt x="16732" y="15652"/>
                  </a:lnTo>
                  <a:lnTo>
                    <a:pt x="17239" y="16053"/>
                  </a:lnTo>
                  <a:lnTo>
                    <a:pt x="17239" y="16454"/>
                  </a:lnTo>
                  <a:lnTo>
                    <a:pt x="17239" y="17056"/>
                  </a:lnTo>
                  <a:lnTo>
                    <a:pt x="17577" y="17458"/>
                  </a:lnTo>
                  <a:lnTo>
                    <a:pt x="17577" y="18060"/>
                  </a:lnTo>
                  <a:lnTo>
                    <a:pt x="17239" y="18060"/>
                  </a:lnTo>
                  <a:lnTo>
                    <a:pt x="16732" y="18060"/>
                  </a:lnTo>
                  <a:lnTo>
                    <a:pt x="16394" y="18461"/>
                  </a:lnTo>
                  <a:lnTo>
                    <a:pt x="14704" y="18461"/>
                  </a:lnTo>
                  <a:lnTo>
                    <a:pt x="13521" y="18461"/>
                  </a:lnTo>
                  <a:lnTo>
                    <a:pt x="13521" y="18461"/>
                  </a:lnTo>
                  <a:lnTo>
                    <a:pt x="13183" y="18060"/>
                  </a:lnTo>
                  <a:lnTo>
                    <a:pt x="12845" y="18060"/>
                  </a:lnTo>
                  <a:lnTo>
                    <a:pt x="11154" y="15050"/>
                  </a:lnTo>
                  <a:lnTo>
                    <a:pt x="10816" y="14648"/>
                  </a:lnTo>
                  <a:lnTo>
                    <a:pt x="10309" y="13645"/>
                  </a:lnTo>
                  <a:lnTo>
                    <a:pt x="10309" y="13645"/>
                  </a:lnTo>
                  <a:lnTo>
                    <a:pt x="9971" y="13244"/>
                  </a:lnTo>
                  <a:lnTo>
                    <a:pt x="8788" y="12642"/>
                  </a:lnTo>
                  <a:lnTo>
                    <a:pt x="8281" y="12642"/>
                  </a:lnTo>
                  <a:lnTo>
                    <a:pt x="7943" y="13244"/>
                  </a:lnTo>
                  <a:lnTo>
                    <a:pt x="7605" y="13645"/>
                  </a:lnTo>
                  <a:lnTo>
                    <a:pt x="6422" y="15652"/>
                  </a:lnTo>
                  <a:lnTo>
                    <a:pt x="6422" y="15652"/>
                  </a:lnTo>
                  <a:lnTo>
                    <a:pt x="5577" y="16454"/>
                  </a:lnTo>
                  <a:lnTo>
                    <a:pt x="5577" y="16454"/>
                  </a:lnTo>
                  <a:lnTo>
                    <a:pt x="4394" y="17458"/>
                  </a:lnTo>
                  <a:lnTo>
                    <a:pt x="3887" y="17458"/>
                  </a:lnTo>
                  <a:lnTo>
                    <a:pt x="3887" y="18060"/>
                  </a:lnTo>
                  <a:lnTo>
                    <a:pt x="3887" y="18461"/>
                  </a:lnTo>
                  <a:lnTo>
                    <a:pt x="4732" y="19866"/>
                  </a:lnTo>
                  <a:lnTo>
                    <a:pt x="5239" y="20267"/>
                  </a:lnTo>
                  <a:lnTo>
                    <a:pt x="5239" y="20869"/>
                  </a:lnTo>
                  <a:lnTo>
                    <a:pt x="5239" y="21270"/>
                  </a:lnTo>
                  <a:lnTo>
                    <a:pt x="5239" y="23277"/>
                  </a:lnTo>
                  <a:lnTo>
                    <a:pt x="5577" y="25083"/>
                  </a:lnTo>
                  <a:lnTo>
                    <a:pt x="5577" y="26488"/>
                  </a:lnTo>
                  <a:lnTo>
                    <a:pt x="5577" y="27491"/>
                  </a:lnTo>
                  <a:lnTo>
                    <a:pt x="5577" y="27892"/>
                  </a:lnTo>
                  <a:lnTo>
                    <a:pt x="5577" y="27892"/>
                  </a:lnTo>
                  <a:lnTo>
                    <a:pt x="5577" y="28494"/>
                  </a:lnTo>
                  <a:lnTo>
                    <a:pt x="5577" y="28896"/>
                  </a:lnTo>
                  <a:lnTo>
                    <a:pt x="5239" y="28896"/>
                  </a:lnTo>
                  <a:lnTo>
                    <a:pt x="4732" y="29297"/>
                  </a:lnTo>
                  <a:lnTo>
                    <a:pt x="4394" y="29899"/>
                  </a:lnTo>
                  <a:lnTo>
                    <a:pt x="3887" y="29899"/>
                  </a:lnTo>
                  <a:lnTo>
                    <a:pt x="3549" y="30301"/>
                  </a:lnTo>
                  <a:lnTo>
                    <a:pt x="3549" y="30702"/>
                  </a:lnTo>
                  <a:lnTo>
                    <a:pt x="3211" y="31304"/>
                  </a:lnTo>
                  <a:lnTo>
                    <a:pt x="3211" y="31705"/>
                  </a:lnTo>
                  <a:lnTo>
                    <a:pt x="3211" y="32107"/>
                  </a:lnTo>
                  <a:lnTo>
                    <a:pt x="3211" y="32709"/>
                  </a:lnTo>
                  <a:lnTo>
                    <a:pt x="3211" y="32709"/>
                  </a:lnTo>
                  <a:lnTo>
                    <a:pt x="1183" y="33712"/>
                  </a:lnTo>
                  <a:lnTo>
                    <a:pt x="845" y="34113"/>
                  </a:lnTo>
                  <a:lnTo>
                    <a:pt x="0" y="35117"/>
                  </a:lnTo>
                  <a:lnTo>
                    <a:pt x="2366" y="37525"/>
                  </a:lnTo>
                  <a:lnTo>
                    <a:pt x="8788" y="44548"/>
                  </a:lnTo>
                  <a:lnTo>
                    <a:pt x="10816" y="47357"/>
                  </a:lnTo>
                  <a:lnTo>
                    <a:pt x="10816" y="48361"/>
                  </a:lnTo>
                  <a:lnTo>
                    <a:pt x="11154" y="50167"/>
                  </a:lnTo>
                  <a:lnTo>
                    <a:pt x="11492" y="51170"/>
                  </a:lnTo>
                  <a:lnTo>
                    <a:pt x="12338" y="51571"/>
                  </a:lnTo>
                  <a:lnTo>
                    <a:pt x="14366" y="52575"/>
                  </a:lnTo>
                  <a:lnTo>
                    <a:pt x="19943" y="62207"/>
                  </a:lnTo>
                  <a:lnTo>
                    <a:pt x="20788" y="65418"/>
                  </a:lnTo>
                  <a:lnTo>
                    <a:pt x="20788" y="68829"/>
                  </a:lnTo>
                  <a:lnTo>
                    <a:pt x="22816" y="69230"/>
                  </a:lnTo>
                  <a:lnTo>
                    <a:pt x="23154" y="69230"/>
                  </a:lnTo>
                  <a:lnTo>
                    <a:pt x="22816" y="68227"/>
                  </a:lnTo>
                  <a:lnTo>
                    <a:pt x="22309" y="67424"/>
                  </a:lnTo>
                  <a:lnTo>
                    <a:pt x="22309" y="66421"/>
                  </a:lnTo>
                  <a:lnTo>
                    <a:pt x="22309" y="65418"/>
                  </a:lnTo>
                  <a:lnTo>
                    <a:pt x="23154" y="65016"/>
                  </a:lnTo>
                  <a:lnTo>
                    <a:pt x="24000" y="65418"/>
                  </a:lnTo>
                  <a:lnTo>
                    <a:pt x="27887" y="66822"/>
                  </a:lnTo>
                  <a:lnTo>
                    <a:pt x="29239" y="66421"/>
                  </a:lnTo>
                  <a:lnTo>
                    <a:pt x="29577" y="65016"/>
                  </a:lnTo>
                  <a:lnTo>
                    <a:pt x="29915" y="64013"/>
                  </a:lnTo>
                  <a:lnTo>
                    <a:pt x="31098" y="63010"/>
                  </a:lnTo>
                  <a:lnTo>
                    <a:pt x="32788" y="62608"/>
                  </a:lnTo>
                  <a:lnTo>
                    <a:pt x="33633" y="62608"/>
                  </a:lnTo>
                  <a:lnTo>
                    <a:pt x="34816" y="63010"/>
                  </a:lnTo>
                  <a:lnTo>
                    <a:pt x="37183" y="65418"/>
                  </a:lnTo>
                  <a:lnTo>
                    <a:pt x="38028" y="65418"/>
                  </a:lnTo>
                  <a:lnTo>
                    <a:pt x="38366" y="65819"/>
                  </a:lnTo>
                  <a:lnTo>
                    <a:pt x="39211" y="66822"/>
                  </a:lnTo>
                  <a:lnTo>
                    <a:pt x="39549" y="67424"/>
                  </a:lnTo>
                  <a:lnTo>
                    <a:pt x="39887" y="67424"/>
                  </a:lnTo>
                  <a:lnTo>
                    <a:pt x="40732" y="67424"/>
                  </a:lnTo>
                  <a:lnTo>
                    <a:pt x="41577" y="67424"/>
                  </a:lnTo>
                  <a:lnTo>
                    <a:pt x="42422" y="67826"/>
                  </a:lnTo>
                  <a:lnTo>
                    <a:pt x="43605" y="68227"/>
                  </a:lnTo>
                  <a:lnTo>
                    <a:pt x="44281" y="69632"/>
                  </a:lnTo>
                  <a:lnTo>
                    <a:pt x="44788" y="71237"/>
                  </a:lnTo>
                  <a:lnTo>
                    <a:pt x="44788" y="72040"/>
                  </a:lnTo>
                  <a:lnTo>
                    <a:pt x="41577" y="76454"/>
                  </a:lnTo>
                  <a:lnTo>
                    <a:pt x="41070" y="77257"/>
                  </a:lnTo>
                  <a:lnTo>
                    <a:pt x="40732" y="78260"/>
                  </a:lnTo>
                  <a:lnTo>
                    <a:pt x="40394" y="78662"/>
                  </a:lnTo>
                  <a:lnTo>
                    <a:pt x="39549" y="79264"/>
                  </a:lnTo>
                  <a:lnTo>
                    <a:pt x="38366" y="80066"/>
                  </a:lnTo>
                  <a:lnTo>
                    <a:pt x="38028" y="81672"/>
                  </a:lnTo>
                  <a:lnTo>
                    <a:pt x="38366" y="83478"/>
                  </a:lnTo>
                  <a:lnTo>
                    <a:pt x="39211" y="84481"/>
                  </a:lnTo>
                  <a:lnTo>
                    <a:pt x="39887" y="83076"/>
                  </a:lnTo>
                  <a:lnTo>
                    <a:pt x="41915" y="81070"/>
                  </a:lnTo>
                  <a:lnTo>
                    <a:pt x="43098" y="79665"/>
                  </a:lnTo>
                  <a:lnTo>
                    <a:pt x="45633" y="78260"/>
                  </a:lnTo>
                  <a:lnTo>
                    <a:pt x="46309" y="77859"/>
                  </a:lnTo>
                  <a:lnTo>
                    <a:pt x="48000" y="78260"/>
                  </a:lnTo>
                  <a:lnTo>
                    <a:pt x="49521" y="78662"/>
                  </a:lnTo>
                  <a:lnTo>
                    <a:pt x="50704" y="77859"/>
                  </a:lnTo>
                  <a:lnTo>
                    <a:pt x="52732" y="74849"/>
                  </a:lnTo>
                  <a:lnTo>
                    <a:pt x="53577" y="74448"/>
                  </a:lnTo>
                  <a:lnTo>
                    <a:pt x="56281" y="74046"/>
                  </a:lnTo>
                  <a:lnTo>
                    <a:pt x="56788" y="74046"/>
                  </a:lnTo>
                  <a:lnTo>
                    <a:pt x="58309" y="72040"/>
                  </a:lnTo>
                  <a:lnTo>
                    <a:pt x="59999" y="70635"/>
                  </a:lnTo>
                  <a:lnTo>
                    <a:pt x="61521" y="71237"/>
                  </a:lnTo>
                  <a:lnTo>
                    <a:pt x="63211" y="72040"/>
                  </a:lnTo>
                  <a:lnTo>
                    <a:pt x="64732" y="73444"/>
                  </a:lnTo>
                  <a:lnTo>
                    <a:pt x="66422" y="75451"/>
                  </a:lnTo>
                  <a:lnTo>
                    <a:pt x="68281" y="77859"/>
                  </a:lnTo>
                  <a:lnTo>
                    <a:pt x="74704" y="88695"/>
                  </a:lnTo>
                  <a:lnTo>
                    <a:pt x="75887" y="91505"/>
                  </a:lnTo>
                  <a:lnTo>
                    <a:pt x="75549" y="94916"/>
                  </a:lnTo>
                  <a:lnTo>
                    <a:pt x="75549" y="95317"/>
                  </a:lnTo>
                  <a:lnTo>
                    <a:pt x="75211" y="96321"/>
                  </a:lnTo>
                  <a:lnTo>
                    <a:pt x="74366" y="96722"/>
                  </a:lnTo>
                  <a:lnTo>
                    <a:pt x="73859" y="97324"/>
                  </a:lnTo>
                  <a:lnTo>
                    <a:pt x="73521" y="97725"/>
                  </a:lnTo>
                  <a:lnTo>
                    <a:pt x="73521" y="98127"/>
                  </a:lnTo>
                  <a:lnTo>
                    <a:pt x="73859" y="99531"/>
                  </a:lnTo>
                  <a:lnTo>
                    <a:pt x="73859" y="101538"/>
                  </a:lnTo>
                  <a:lnTo>
                    <a:pt x="73183" y="104347"/>
                  </a:lnTo>
                  <a:lnTo>
                    <a:pt x="73521" y="105351"/>
                  </a:lnTo>
                  <a:lnTo>
                    <a:pt x="73859" y="105752"/>
                  </a:lnTo>
                  <a:lnTo>
                    <a:pt x="75887" y="105752"/>
                  </a:lnTo>
                  <a:lnTo>
                    <a:pt x="76732" y="106354"/>
                  </a:lnTo>
                  <a:lnTo>
                    <a:pt x="77070" y="106354"/>
                  </a:lnTo>
                  <a:lnTo>
                    <a:pt x="79605" y="108160"/>
                  </a:lnTo>
                  <a:lnTo>
                    <a:pt x="80788" y="109565"/>
                  </a:lnTo>
                  <a:lnTo>
                    <a:pt x="81464" y="110167"/>
                  </a:lnTo>
                  <a:lnTo>
                    <a:pt x="82816" y="110167"/>
                  </a:lnTo>
                  <a:lnTo>
                    <a:pt x="84000" y="109163"/>
                  </a:lnTo>
                  <a:lnTo>
                    <a:pt x="85183" y="108561"/>
                  </a:lnTo>
                  <a:lnTo>
                    <a:pt x="85859" y="109163"/>
                  </a:lnTo>
                  <a:lnTo>
                    <a:pt x="89915" y="112374"/>
                  </a:lnTo>
                  <a:lnTo>
                    <a:pt x="90760" y="112976"/>
                  </a:lnTo>
                  <a:lnTo>
                    <a:pt x="92281" y="113377"/>
                  </a:lnTo>
                  <a:lnTo>
                    <a:pt x="94309" y="115384"/>
                  </a:lnTo>
                  <a:lnTo>
                    <a:pt x="95492" y="117190"/>
                  </a:lnTo>
                  <a:lnTo>
                    <a:pt x="94816" y="118595"/>
                  </a:lnTo>
                  <a:lnTo>
                    <a:pt x="94816" y="118996"/>
                  </a:lnTo>
                  <a:lnTo>
                    <a:pt x="95154" y="118996"/>
                  </a:lnTo>
                  <a:lnTo>
                    <a:pt x="96000" y="118595"/>
                  </a:lnTo>
                  <a:lnTo>
                    <a:pt x="96338" y="118595"/>
                  </a:lnTo>
                  <a:lnTo>
                    <a:pt x="96676" y="118193"/>
                  </a:lnTo>
                  <a:lnTo>
                    <a:pt x="97521" y="118193"/>
                  </a:lnTo>
                  <a:lnTo>
                    <a:pt x="99887" y="119598"/>
                  </a:lnTo>
                  <a:lnTo>
                    <a:pt x="101070" y="120000"/>
                  </a:lnTo>
                  <a:lnTo>
                    <a:pt x="102760" y="120000"/>
                  </a:lnTo>
                  <a:lnTo>
                    <a:pt x="103605" y="118996"/>
                  </a:lnTo>
                  <a:lnTo>
                    <a:pt x="105126" y="116789"/>
                  </a:lnTo>
                  <a:lnTo>
                    <a:pt x="106647" y="113779"/>
                  </a:lnTo>
                  <a:lnTo>
                    <a:pt x="107492" y="112374"/>
                  </a:lnTo>
                  <a:lnTo>
                    <a:pt x="108676" y="111571"/>
                  </a:lnTo>
                  <a:lnTo>
                    <a:pt x="112732" y="110969"/>
                  </a:lnTo>
                  <a:lnTo>
                    <a:pt x="113577" y="110568"/>
                  </a:lnTo>
                  <a:lnTo>
                    <a:pt x="113577" y="111571"/>
                  </a:lnTo>
                  <a:lnTo>
                    <a:pt x="113915" y="111973"/>
                  </a:lnTo>
                  <a:lnTo>
                    <a:pt x="115098" y="112976"/>
                  </a:lnTo>
                  <a:lnTo>
                    <a:pt x="115605" y="111571"/>
                  </a:lnTo>
                  <a:lnTo>
                    <a:pt x="115605" y="110969"/>
                  </a:lnTo>
                  <a:close/>
                  <a:moveTo>
                    <a:pt x="11492" y="75451"/>
                  </a:moveTo>
                  <a:lnTo>
                    <a:pt x="11492" y="75451"/>
                  </a:lnTo>
                  <a:lnTo>
                    <a:pt x="12338" y="74849"/>
                  </a:lnTo>
                  <a:lnTo>
                    <a:pt x="12000" y="74448"/>
                  </a:lnTo>
                  <a:lnTo>
                    <a:pt x="11492" y="73444"/>
                  </a:lnTo>
                  <a:lnTo>
                    <a:pt x="12845" y="73444"/>
                  </a:lnTo>
                  <a:lnTo>
                    <a:pt x="16394" y="74046"/>
                  </a:lnTo>
                  <a:lnTo>
                    <a:pt x="17577" y="74849"/>
                  </a:lnTo>
                  <a:lnTo>
                    <a:pt x="17239" y="75451"/>
                  </a:lnTo>
                  <a:lnTo>
                    <a:pt x="17239" y="75852"/>
                  </a:lnTo>
                  <a:lnTo>
                    <a:pt x="17577" y="76454"/>
                  </a:lnTo>
                  <a:lnTo>
                    <a:pt x="17239" y="76856"/>
                  </a:lnTo>
                  <a:lnTo>
                    <a:pt x="16732" y="77859"/>
                  </a:lnTo>
                  <a:lnTo>
                    <a:pt x="15887" y="77859"/>
                  </a:lnTo>
                  <a:lnTo>
                    <a:pt x="15211" y="77859"/>
                  </a:lnTo>
                  <a:lnTo>
                    <a:pt x="14366" y="78260"/>
                  </a:lnTo>
                  <a:lnTo>
                    <a:pt x="14028" y="79264"/>
                  </a:lnTo>
                  <a:lnTo>
                    <a:pt x="13183" y="78662"/>
                  </a:lnTo>
                  <a:lnTo>
                    <a:pt x="12000" y="78260"/>
                  </a:lnTo>
                  <a:lnTo>
                    <a:pt x="11492" y="77859"/>
                  </a:lnTo>
                  <a:lnTo>
                    <a:pt x="11492" y="75852"/>
                  </a:lnTo>
                  <a:lnTo>
                    <a:pt x="11492" y="75451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2" name="Shape 11042"/>
            <p:cNvSpPr/>
            <p:nvPr/>
          </p:nvSpPr>
          <p:spPr>
            <a:xfrm>
              <a:off x="4290388" y="3707169"/>
              <a:ext cx="508418" cy="45086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776" y="2553"/>
                  </a:moveTo>
                  <a:lnTo>
                    <a:pt x="72776" y="2553"/>
                  </a:lnTo>
                  <a:lnTo>
                    <a:pt x="71805" y="729"/>
                  </a:lnTo>
                  <a:lnTo>
                    <a:pt x="71805" y="0"/>
                  </a:lnTo>
                  <a:lnTo>
                    <a:pt x="74070" y="0"/>
                  </a:lnTo>
                  <a:lnTo>
                    <a:pt x="76657" y="1823"/>
                  </a:lnTo>
                  <a:lnTo>
                    <a:pt x="80215" y="4376"/>
                  </a:lnTo>
                  <a:lnTo>
                    <a:pt x="84097" y="5106"/>
                  </a:lnTo>
                  <a:lnTo>
                    <a:pt x="92506" y="5106"/>
                  </a:lnTo>
                  <a:lnTo>
                    <a:pt x="96388" y="6200"/>
                  </a:lnTo>
                  <a:lnTo>
                    <a:pt x="98005" y="6930"/>
                  </a:lnTo>
                  <a:lnTo>
                    <a:pt x="101886" y="10212"/>
                  </a:lnTo>
                  <a:lnTo>
                    <a:pt x="102533" y="11306"/>
                  </a:lnTo>
                  <a:lnTo>
                    <a:pt x="104797" y="11306"/>
                  </a:lnTo>
                  <a:lnTo>
                    <a:pt x="109326" y="13860"/>
                  </a:lnTo>
                  <a:lnTo>
                    <a:pt x="111590" y="14589"/>
                  </a:lnTo>
                  <a:lnTo>
                    <a:pt x="113207" y="14589"/>
                  </a:lnTo>
                  <a:lnTo>
                    <a:pt x="113207" y="15683"/>
                  </a:lnTo>
                  <a:lnTo>
                    <a:pt x="113854" y="21519"/>
                  </a:lnTo>
                  <a:lnTo>
                    <a:pt x="113854" y="22613"/>
                  </a:lnTo>
                  <a:lnTo>
                    <a:pt x="113854" y="23343"/>
                  </a:lnTo>
                  <a:lnTo>
                    <a:pt x="113854" y="24072"/>
                  </a:lnTo>
                  <a:lnTo>
                    <a:pt x="113207" y="27720"/>
                  </a:lnTo>
                  <a:lnTo>
                    <a:pt x="112560" y="29179"/>
                  </a:lnTo>
                  <a:lnTo>
                    <a:pt x="112560" y="30273"/>
                  </a:lnTo>
                  <a:lnTo>
                    <a:pt x="112560" y="31003"/>
                  </a:lnTo>
                  <a:lnTo>
                    <a:pt x="112560" y="32826"/>
                  </a:lnTo>
                  <a:lnTo>
                    <a:pt x="112560" y="33556"/>
                  </a:lnTo>
                  <a:lnTo>
                    <a:pt x="113207" y="36109"/>
                  </a:lnTo>
                  <a:lnTo>
                    <a:pt x="113207" y="37203"/>
                  </a:lnTo>
                  <a:lnTo>
                    <a:pt x="113207" y="37933"/>
                  </a:lnTo>
                  <a:lnTo>
                    <a:pt x="113207" y="39756"/>
                  </a:lnTo>
                  <a:lnTo>
                    <a:pt x="113207" y="41580"/>
                  </a:lnTo>
                  <a:lnTo>
                    <a:pt x="113854" y="42310"/>
                  </a:lnTo>
                  <a:lnTo>
                    <a:pt x="113854" y="43039"/>
                  </a:lnTo>
                  <a:lnTo>
                    <a:pt x="113854" y="43039"/>
                  </a:lnTo>
                  <a:lnTo>
                    <a:pt x="113854" y="45592"/>
                  </a:lnTo>
                  <a:lnTo>
                    <a:pt x="114824" y="46686"/>
                  </a:lnTo>
                  <a:lnTo>
                    <a:pt x="115471" y="47416"/>
                  </a:lnTo>
                  <a:lnTo>
                    <a:pt x="115471" y="48510"/>
                  </a:lnTo>
                  <a:lnTo>
                    <a:pt x="115471" y="48510"/>
                  </a:lnTo>
                  <a:lnTo>
                    <a:pt x="116442" y="48510"/>
                  </a:lnTo>
                  <a:lnTo>
                    <a:pt x="117088" y="48510"/>
                  </a:lnTo>
                  <a:lnTo>
                    <a:pt x="117088" y="48510"/>
                  </a:lnTo>
                  <a:lnTo>
                    <a:pt x="119353" y="48510"/>
                  </a:lnTo>
                  <a:lnTo>
                    <a:pt x="119999" y="48510"/>
                  </a:lnTo>
                  <a:lnTo>
                    <a:pt x="119999" y="49240"/>
                  </a:lnTo>
                  <a:lnTo>
                    <a:pt x="119999" y="49240"/>
                  </a:lnTo>
                  <a:lnTo>
                    <a:pt x="119353" y="51063"/>
                  </a:lnTo>
                  <a:lnTo>
                    <a:pt x="118706" y="51793"/>
                  </a:lnTo>
                  <a:lnTo>
                    <a:pt x="117735" y="51793"/>
                  </a:lnTo>
                  <a:lnTo>
                    <a:pt x="116442" y="52522"/>
                  </a:lnTo>
                  <a:lnTo>
                    <a:pt x="116442" y="53617"/>
                  </a:lnTo>
                  <a:lnTo>
                    <a:pt x="115471" y="54346"/>
                  </a:lnTo>
                  <a:lnTo>
                    <a:pt x="114824" y="55075"/>
                  </a:lnTo>
                  <a:lnTo>
                    <a:pt x="113854" y="56899"/>
                  </a:lnTo>
                  <a:lnTo>
                    <a:pt x="113207" y="58723"/>
                  </a:lnTo>
                  <a:lnTo>
                    <a:pt x="112560" y="59452"/>
                  </a:lnTo>
                  <a:lnTo>
                    <a:pt x="112560" y="59452"/>
                  </a:lnTo>
                  <a:lnTo>
                    <a:pt x="111590" y="60547"/>
                  </a:lnTo>
                  <a:lnTo>
                    <a:pt x="110943" y="60547"/>
                  </a:lnTo>
                  <a:lnTo>
                    <a:pt x="110296" y="61276"/>
                  </a:lnTo>
                  <a:lnTo>
                    <a:pt x="110296" y="63100"/>
                  </a:lnTo>
                  <a:lnTo>
                    <a:pt x="108679" y="64559"/>
                  </a:lnTo>
                  <a:lnTo>
                    <a:pt x="108679" y="64559"/>
                  </a:lnTo>
                  <a:lnTo>
                    <a:pt x="108032" y="65653"/>
                  </a:lnTo>
                  <a:lnTo>
                    <a:pt x="107061" y="65653"/>
                  </a:lnTo>
                  <a:lnTo>
                    <a:pt x="102533" y="63829"/>
                  </a:lnTo>
                  <a:lnTo>
                    <a:pt x="101886" y="63829"/>
                  </a:lnTo>
                  <a:lnTo>
                    <a:pt x="101886" y="64559"/>
                  </a:lnTo>
                  <a:lnTo>
                    <a:pt x="100916" y="64559"/>
                  </a:lnTo>
                  <a:lnTo>
                    <a:pt x="100916" y="64559"/>
                  </a:lnTo>
                  <a:lnTo>
                    <a:pt x="100269" y="65653"/>
                  </a:lnTo>
                  <a:lnTo>
                    <a:pt x="100269" y="66382"/>
                  </a:lnTo>
                  <a:lnTo>
                    <a:pt x="100269" y="66382"/>
                  </a:lnTo>
                  <a:lnTo>
                    <a:pt x="100269" y="67477"/>
                  </a:lnTo>
                  <a:lnTo>
                    <a:pt x="100269" y="68936"/>
                  </a:lnTo>
                  <a:lnTo>
                    <a:pt x="100269" y="70759"/>
                  </a:lnTo>
                  <a:lnTo>
                    <a:pt x="101886" y="75136"/>
                  </a:lnTo>
                  <a:lnTo>
                    <a:pt x="101886" y="75866"/>
                  </a:lnTo>
                  <a:lnTo>
                    <a:pt x="101886" y="77689"/>
                  </a:lnTo>
                  <a:lnTo>
                    <a:pt x="101886" y="79513"/>
                  </a:lnTo>
                  <a:lnTo>
                    <a:pt x="101886" y="80243"/>
                  </a:lnTo>
                  <a:lnTo>
                    <a:pt x="102533" y="80972"/>
                  </a:lnTo>
                  <a:lnTo>
                    <a:pt x="102533" y="80972"/>
                  </a:lnTo>
                  <a:lnTo>
                    <a:pt x="104150" y="82796"/>
                  </a:lnTo>
                  <a:lnTo>
                    <a:pt x="109326" y="86443"/>
                  </a:lnTo>
                  <a:lnTo>
                    <a:pt x="104150" y="92279"/>
                  </a:lnTo>
                  <a:lnTo>
                    <a:pt x="103180" y="93373"/>
                  </a:lnTo>
                  <a:lnTo>
                    <a:pt x="102533" y="93373"/>
                  </a:lnTo>
                  <a:lnTo>
                    <a:pt x="98652" y="94832"/>
                  </a:lnTo>
                  <a:lnTo>
                    <a:pt x="96388" y="97386"/>
                  </a:lnTo>
                  <a:lnTo>
                    <a:pt x="94123" y="99209"/>
                  </a:lnTo>
                  <a:lnTo>
                    <a:pt x="93477" y="99209"/>
                  </a:lnTo>
                  <a:lnTo>
                    <a:pt x="92506" y="98480"/>
                  </a:lnTo>
                  <a:lnTo>
                    <a:pt x="91859" y="98480"/>
                  </a:lnTo>
                  <a:lnTo>
                    <a:pt x="90889" y="97386"/>
                  </a:lnTo>
                  <a:lnTo>
                    <a:pt x="90242" y="97386"/>
                  </a:lnTo>
                  <a:lnTo>
                    <a:pt x="90242" y="96656"/>
                  </a:lnTo>
                  <a:lnTo>
                    <a:pt x="89595" y="96656"/>
                  </a:lnTo>
                  <a:lnTo>
                    <a:pt x="88625" y="96656"/>
                  </a:lnTo>
                  <a:lnTo>
                    <a:pt x="88625" y="97386"/>
                  </a:lnTo>
                  <a:lnTo>
                    <a:pt x="87978" y="97386"/>
                  </a:lnTo>
                  <a:lnTo>
                    <a:pt x="87978" y="98480"/>
                  </a:lnTo>
                  <a:lnTo>
                    <a:pt x="87978" y="99939"/>
                  </a:lnTo>
                  <a:lnTo>
                    <a:pt x="87978" y="101033"/>
                  </a:lnTo>
                  <a:lnTo>
                    <a:pt x="87331" y="101762"/>
                  </a:lnTo>
                  <a:lnTo>
                    <a:pt x="86361" y="102857"/>
                  </a:lnTo>
                  <a:lnTo>
                    <a:pt x="85714" y="103586"/>
                  </a:lnTo>
                  <a:lnTo>
                    <a:pt x="85067" y="103586"/>
                  </a:lnTo>
                  <a:lnTo>
                    <a:pt x="77951" y="105410"/>
                  </a:lnTo>
                  <a:lnTo>
                    <a:pt x="77304" y="106139"/>
                  </a:lnTo>
                  <a:lnTo>
                    <a:pt x="77304" y="106139"/>
                  </a:lnTo>
                  <a:lnTo>
                    <a:pt x="76657" y="106869"/>
                  </a:lnTo>
                  <a:lnTo>
                    <a:pt x="72776" y="111246"/>
                  </a:lnTo>
                  <a:lnTo>
                    <a:pt x="71805" y="112340"/>
                  </a:lnTo>
                  <a:lnTo>
                    <a:pt x="71159" y="112340"/>
                  </a:lnTo>
                  <a:lnTo>
                    <a:pt x="70512" y="112340"/>
                  </a:lnTo>
                  <a:lnTo>
                    <a:pt x="70512" y="112340"/>
                  </a:lnTo>
                  <a:lnTo>
                    <a:pt x="69541" y="112340"/>
                  </a:lnTo>
                  <a:lnTo>
                    <a:pt x="69541" y="111246"/>
                  </a:lnTo>
                  <a:lnTo>
                    <a:pt x="68894" y="110516"/>
                  </a:lnTo>
                  <a:lnTo>
                    <a:pt x="67924" y="110516"/>
                  </a:lnTo>
                  <a:lnTo>
                    <a:pt x="67277" y="110516"/>
                  </a:lnTo>
                  <a:lnTo>
                    <a:pt x="64366" y="111246"/>
                  </a:lnTo>
                  <a:lnTo>
                    <a:pt x="61132" y="111246"/>
                  </a:lnTo>
                  <a:lnTo>
                    <a:pt x="59514" y="109422"/>
                  </a:lnTo>
                  <a:lnTo>
                    <a:pt x="58867" y="107963"/>
                  </a:lnTo>
                  <a:lnTo>
                    <a:pt x="58221" y="106869"/>
                  </a:lnTo>
                  <a:lnTo>
                    <a:pt x="57250" y="106869"/>
                  </a:lnTo>
                  <a:lnTo>
                    <a:pt x="55956" y="106869"/>
                  </a:lnTo>
                  <a:lnTo>
                    <a:pt x="54339" y="106869"/>
                  </a:lnTo>
                  <a:lnTo>
                    <a:pt x="47547" y="105410"/>
                  </a:lnTo>
                  <a:lnTo>
                    <a:pt x="43665" y="104316"/>
                  </a:lnTo>
                  <a:lnTo>
                    <a:pt x="39784" y="103586"/>
                  </a:lnTo>
                  <a:lnTo>
                    <a:pt x="37520" y="101762"/>
                  </a:lnTo>
                  <a:lnTo>
                    <a:pt x="36549" y="101762"/>
                  </a:lnTo>
                  <a:lnTo>
                    <a:pt x="36549" y="101762"/>
                  </a:lnTo>
                  <a:lnTo>
                    <a:pt x="33638" y="101033"/>
                  </a:lnTo>
                  <a:lnTo>
                    <a:pt x="31374" y="101033"/>
                  </a:lnTo>
                  <a:lnTo>
                    <a:pt x="29110" y="101762"/>
                  </a:lnTo>
                  <a:lnTo>
                    <a:pt x="25876" y="102857"/>
                  </a:lnTo>
                  <a:lnTo>
                    <a:pt x="22318" y="102857"/>
                  </a:lnTo>
                  <a:lnTo>
                    <a:pt x="21347" y="102857"/>
                  </a:lnTo>
                  <a:lnTo>
                    <a:pt x="21347" y="103586"/>
                  </a:lnTo>
                  <a:lnTo>
                    <a:pt x="20700" y="104316"/>
                  </a:lnTo>
                  <a:lnTo>
                    <a:pt x="20700" y="105410"/>
                  </a:lnTo>
                  <a:lnTo>
                    <a:pt x="19730" y="106869"/>
                  </a:lnTo>
                  <a:lnTo>
                    <a:pt x="19730" y="106869"/>
                  </a:lnTo>
                  <a:lnTo>
                    <a:pt x="19083" y="108693"/>
                  </a:lnTo>
                  <a:lnTo>
                    <a:pt x="18436" y="109422"/>
                  </a:lnTo>
                  <a:lnTo>
                    <a:pt x="18436" y="110516"/>
                  </a:lnTo>
                  <a:lnTo>
                    <a:pt x="18436" y="111246"/>
                  </a:lnTo>
                  <a:lnTo>
                    <a:pt x="18436" y="111246"/>
                  </a:lnTo>
                  <a:lnTo>
                    <a:pt x="19083" y="112340"/>
                  </a:lnTo>
                  <a:lnTo>
                    <a:pt x="19083" y="112340"/>
                  </a:lnTo>
                  <a:lnTo>
                    <a:pt x="19730" y="113069"/>
                  </a:lnTo>
                  <a:lnTo>
                    <a:pt x="20700" y="113799"/>
                  </a:lnTo>
                  <a:lnTo>
                    <a:pt x="21347" y="113799"/>
                  </a:lnTo>
                  <a:lnTo>
                    <a:pt x="21347" y="114893"/>
                  </a:lnTo>
                  <a:lnTo>
                    <a:pt x="22318" y="115623"/>
                  </a:lnTo>
                  <a:lnTo>
                    <a:pt x="22318" y="116352"/>
                  </a:lnTo>
                  <a:lnTo>
                    <a:pt x="22318" y="117446"/>
                  </a:lnTo>
                  <a:lnTo>
                    <a:pt x="22964" y="118176"/>
                  </a:lnTo>
                  <a:lnTo>
                    <a:pt x="22964" y="119270"/>
                  </a:lnTo>
                  <a:lnTo>
                    <a:pt x="22318" y="119270"/>
                  </a:lnTo>
                  <a:lnTo>
                    <a:pt x="21347" y="119270"/>
                  </a:lnTo>
                  <a:lnTo>
                    <a:pt x="20700" y="120000"/>
                  </a:lnTo>
                  <a:lnTo>
                    <a:pt x="17466" y="120000"/>
                  </a:lnTo>
                  <a:lnTo>
                    <a:pt x="15202" y="120000"/>
                  </a:lnTo>
                  <a:lnTo>
                    <a:pt x="15202" y="120000"/>
                  </a:lnTo>
                  <a:lnTo>
                    <a:pt x="14555" y="119270"/>
                  </a:lnTo>
                  <a:lnTo>
                    <a:pt x="13908" y="119270"/>
                  </a:lnTo>
                  <a:lnTo>
                    <a:pt x="10673" y="113799"/>
                  </a:lnTo>
                  <a:lnTo>
                    <a:pt x="10026" y="113069"/>
                  </a:lnTo>
                  <a:lnTo>
                    <a:pt x="9056" y="111246"/>
                  </a:lnTo>
                  <a:lnTo>
                    <a:pt x="9056" y="111246"/>
                  </a:lnTo>
                  <a:lnTo>
                    <a:pt x="8409" y="110516"/>
                  </a:lnTo>
                  <a:lnTo>
                    <a:pt x="6145" y="109422"/>
                  </a:lnTo>
                  <a:lnTo>
                    <a:pt x="7762" y="106869"/>
                  </a:lnTo>
                  <a:lnTo>
                    <a:pt x="7762" y="106139"/>
                  </a:lnTo>
                  <a:lnTo>
                    <a:pt x="7762" y="105410"/>
                  </a:lnTo>
                  <a:lnTo>
                    <a:pt x="7762" y="105410"/>
                  </a:lnTo>
                  <a:lnTo>
                    <a:pt x="6792" y="104316"/>
                  </a:lnTo>
                  <a:lnTo>
                    <a:pt x="7762" y="104316"/>
                  </a:lnTo>
                  <a:lnTo>
                    <a:pt x="9056" y="101762"/>
                  </a:lnTo>
                  <a:lnTo>
                    <a:pt x="10026" y="101033"/>
                  </a:lnTo>
                  <a:lnTo>
                    <a:pt x="10026" y="99939"/>
                  </a:lnTo>
                  <a:lnTo>
                    <a:pt x="9056" y="99209"/>
                  </a:lnTo>
                  <a:lnTo>
                    <a:pt x="9056" y="98480"/>
                  </a:lnTo>
                  <a:lnTo>
                    <a:pt x="9056" y="95927"/>
                  </a:lnTo>
                  <a:lnTo>
                    <a:pt x="8409" y="94832"/>
                  </a:lnTo>
                  <a:lnTo>
                    <a:pt x="8409" y="94832"/>
                  </a:lnTo>
                  <a:lnTo>
                    <a:pt x="8409" y="94103"/>
                  </a:lnTo>
                  <a:lnTo>
                    <a:pt x="7762" y="94103"/>
                  </a:lnTo>
                  <a:lnTo>
                    <a:pt x="7762" y="93373"/>
                  </a:lnTo>
                  <a:lnTo>
                    <a:pt x="6792" y="91550"/>
                  </a:lnTo>
                  <a:lnTo>
                    <a:pt x="6145" y="86443"/>
                  </a:lnTo>
                  <a:lnTo>
                    <a:pt x="6145" y="85349"/>
                  </a:lnTo>
                  <a:lnTo>
                    <a:pt x="5175" y="84620"/>
                  </a:lnTo>
                  <a:lnTo>
                    <a:pt x="3881" y="82796"/>
                  </a:lnTo>
                  <a:lnTo>
                    <a:pt x="3881" y="82066"/>
                  </a:lnTo>
                  <a:lnTo>
                    <a:pt x="2911" y="80243"/>
                  </a:lnTo>
                  <a:lnTo>
                    <a:pt x="2911" y="80243"/>
                  </a:lnTo>
                  <a:lnTo>
                    <a:pt x="2264" y="79513"/>
                  </a:lnTo>
                  <a:lnTo>
                    <a:pt x="2264" y="79513"/>
                  </a:lnTo>
                  <a:lnTo>
                    <a:pt x="1617" y="78419"/>
                  </a:lnTo>
                  <a:lnTo>
                    <a:pt x="646" y="77689"/>
                  </a:lnTo>
                  <a:lnTo>
                    <a:pt x="0" y="76960"/>
                  </a:lnTo>
                  <a:lnTo>
                    <a:pt x="1617" y="75866"/>
                  </a:lnTo>
                  <a:lnTo>
                    <a:pt x="4528" y="75866"/>
                  </a:lnTo>
                  <a:lnTo>
                    <a:pt x="5175" y="75866"/>
                  </a:lnTo>
                  <a:lnTo>
                    <a:pt x="6145" y="75136"/>
                  </a:lnTo>
                  <a:lnTo>
                    <a:pt x="6145" y="74042"/>
                  </a:lnTo>
                  <a:lnTo>
                    <a:pt x="7762" y="73313"/>
                  </a:lnTo>
                  <a:lnTo>
                    <a:pt x="8409" y="72583"/>
                  </a:lnTo>
                  <a:lnTo>
                    <a:pt x="10026" y="68936"/>
                  </a:lnTo>
                  <a:lnTo>
                    <a:pt x="10673" y="68206"/>
                  </a:lnTo>
                  <a:lnTo>
                    <a:pt x="10673" y="67477"/>
                  </a:lnTo>
                  <a:lnTo>
                    <a:pt x="11320" y="67477"/>
                  </a:lnTo>
                  <a:lnTo>
                    <a:pt x="12938" y="68206"/>
                  </a:lnTo>
                  <a:lnTo>
                    <a:pt x="13908" y="68206"/>
                  </a:lnTo>
                  <a:lnTo>
                    <a:pt x="14555" y="68206"/>
                  </a:lnTo>
                  <a:lnTo>
                    <a:pt x="15202" y="65653"/>
                  </a:lnTo>
                  <a:lnTo>
                    <a:pt x="17466" y="63829"/>
                  </a:lnTo>
                  <a:lnTo>
                    <a:pt x="19083" y="62006"/>
                  </a:lnTo>
                  <a:lnTo>
                    <a:pt x="20700" y="61276"/>
                  </a:lnTo>
                  <a:lnTo>
                    <a:pt x="21347" y="60547"/>
                  </a:lnTo>
                  <a:lnTo>
                    <a:pt x="22318" y="59452"/>
                  </a:lnTo>
                  <a:lnTo>
                    <a:pt x="22318" y="59452"/>
                  </a:lnTo>
                  <a:lnTo>
                    <a:pt x="22318" y="59452"/>
                  </a:lnTo>
                  <a:lnTo>
                    <a:pt x="21347" y="58723"/>
                  </a:lnTo>
                  <a:lnTo>
                    <a:pt x="21347" y="58723"/>
                  </a:lnTo>
                  <a:lnTo>
                    <a:pt x="19730" y="57993"/>
                  </a:lnTo>
                  <a:lnTo>
                    <a:pt x="19730" y="57993"/>
                  </a:lnTo>
                  <a:lnTo>
                    <a:pt x="19083" y="56899"/>
                  </a:lnTo>
                  <a:lnTo>
                    <a:pt x="19083" y="56899"/>
                  </a:lnTo>
                  <a:lnTo>
                    <a:pt x="18436" y="55075"/>
                  </a:lnTo>
                  <a:lnTo>
                    <a:pt x="17466" y="54346"/>
                  </a:lnTo>
                  <a:lnTo>
                    <a:pt x="17466" y="54346"/>
                  </a:lnTo>
                  <a:lnTo>
                    <a:pt x="16819" y="53617"/>
                  </a:lnTo>
                  <a:lnTo>
                    <a:pt x="16172" y="52522"/>
                  </a:lnTo>
                  <a:lnTo>
                    <a:pt x="16172" y="51793"/>
                  </a:lnTo>
                  <a:lnTo>
                    <a:pt x="16819" y="49969"/>
                  </a:lnTo>
                  <a:lnTo>
                    <a:pt x="16819" y="49240"/>
                  </a:lnTo>
                  <a:lnTo>
                    <a:pt x="17466" y="49240"/>
                  </a:lnTo>
                  <a:lnTo>
                    <a:pt x="19730" y="48510"/>
                  </a:lnTo>
                  <a:lnTo>
                    <a:pt x="20700" y="48510"/>
                  </a:lnTo>
                  <a:lnTo>
                    <a:pt x="22318" y="45592"/>
                  </a:lnTo>
                  <a:lnTo>
                    <a:pt x="22964" y="45592"/>
                  </a:lnTo>
                  <a:lnTo>
                    <a:pt x="22964" y="44863"/>
                  </a:lnTo>
                  <a:lnTo>
                    <a:pt x="23611" y="42310"/>
                  </a:lnTo>
                  <a:lnTo>
                    <a:pt x="27493" y="37203"/>
                  </a:lnTo>
                  <a:lnTo>
                    <a:pt x="27493" y="37203"/>
                  </a:lnTo>
                  <a:lnTo>
                    <a:pt x="28140" y="36109"/>
                  </a:lnTo>
                  <a:lnTo>
                    <a:pt x="28140" y="37203"/>
                  </a:lnTo>
                  <a:lnTo>
                    <a:pt x="29110" y="37203"/>
                  </a:lnTo>
                  <a:lnTo>
                    <a:pt x="29110" y="37203"/>
                  </a:lnTo>
                  <a:lnTo>
                    <a:pt x="29757" y="37933"/>
                  </a:lnTo>
                  <a:lnTo>
                    <a:pt x="31374" y="37933"/>
                  </a:lnTo>
                  <a:lnTo>
                    <a:pt x="32021" y="38662"/>
                  </a:lnTo>
                  <a:lnTo>
                    <a:pt x="32021" y="38662"/>
                  </a:lnTo>
                  <a:lnTo>
                    <a:pt x="32991" y="38662"/>
                  </a:lnTo>
                  <a:lnTo>
                    <a:pt x="33638" y="40486"/>
                  </a:lnTo>
                  <a:lnTo>
                    <a:pt x="33638" y="40486"/>
                  </a:lnTo>
                  <a:lnTo>
                    <a:pt x="34285" y="41580"/>
                  </a:lnTo>
                  <a:lnTo>
                    <a:pt x="35256" y="41580"/>
                  </a:lnTo>
                  <a:lnTo>
                    <a:pt x="35902" y="42310"/>
                  </a:lnTo>
                  <a:lnTo>
                    <a:pt x="36549" y="42310"/>
                  </a:lnTo>
                  <a:lnTo>
                    <a:pt x="36549" y="41580"/>
                  </a:lnTo>
                  <a:lnTo>
                    <a:pt x="37520" y="40486"/>
                  </a:lnTo>
                  <a:lnTo>
                    <a:pt x="38167" y="39756"/>
                  </a:lnTo>
                  <a:lnTo>
                    <a:pt x="38167" y="39756"/>
                  </a:lnTo>
                  <a:lnTo>
                    <a:pt x="39137" y="39756"/>
                  </a:lnTo>
                  <a:lnTo>
                    <a:pt x="39137" y="40486"/>
                  </a:lnTo>
                  <a:lnTo>
                    <a:pt x="39784" y="40486"/>
                  </a:lnTo>
                  <a:lnTo>
                    <a:pt x="43665" y="43039"/>
                  </a:lnTo>
                  <a:lnTo>
                    <a:pt x="44312" y="43039"/>
                  </a:lnTo>
                  <a:lnTo>
                    <a:pt x="44312" y="44133"/>
                  </a:lnTo>
                  <a:lnTo>
                    <a:pt x="45283" y="44133"/>
                  </a:lnTo>
                  <a:lnTo>
                    <a:pt x="45283" y="44863"/>
                  </a:lnTo>
                  <a:lnTo>
                    <a:pt x="45283" y="44863"/>
                  </a:lnTo>
                  <a:lnTo>
                    <a:pt x="45283" y="46686"/>
                  </a:lnTo>
                  <a:lnTo>
                    <a:pt x="45283" y="47416"/>
                  </a:lnTo>
                  <a:lnTo>
                    <a:pt x="45929" y="48510"/>
                  </a:lnTo>
                  <a:lnTo>
                    <a:pt x="45929" y="48510"/>
                  </a:lnTo>
                  <a:lnTo>
                    <a:pt x="46576" y="49240"/>
                  </a:lnTo>
                  <a:lnTo>
                    <a:pt x="47547" y="49969"/>
                  </a:lnTo>
                  <a:lnTo>
                    <a:pt x="47547" y="51063"/>
                  </a:lnTo>
                  <a:lnTo>
                    <a:pt x="48194" y="51063"/>
                  </a:lnTo>
                  <a:lnTo>
                    <a:pt x="48194" y="51793"/>
                  </a:lnTo>
                  <a:lnTo>
                    <a:pt x="48194" y="52522"/>
                  </a:lnTo>
                  <a:lnTo>
                    <a:pt x="48194" y="53617"/>
                  </a:lnTo>
                  <a:lnTo>
                    <a:pt x="48194" y="54346"/>
                  </a:lnTo>
                  <a:lnTo>
                    <a:pt x="48194" y="54346"/>
                  </a:lnTo>
                  <a:lnTo>
                    <a:pt x="48194" y="54346"/>
                  </a:lnTo>
                  <a:lnTo>
                    <a:pt x="48840" y="54346"/>
                  </a:lnTo>
                  <a:lnTo>
                    <a:pt x="50458" y="53617"/>
                  </a:lnTo>
                  <a:lnTo>
                    <a:pt x="54339" y="49969"/>
                  </a:lnTo>
                  <a:lnTo>
                    <a:pt x="54339" y="49240"/>
                  </a:lnTo>
                  <a:lnTo>
                    <a:pt x="54986" y="48510"/>
                  </a:lnTo>
                  <a:lnTo>
                    <a:pt x="54986" y="47416"/>
                  </a:lnTo>
                  <a:lnTo>
                    <a:pt x="55956" y="46686"/>
                  </a:lnTo>
                  <a:lnTo>
                    <a:pt x="57250" y="42310"/>
                  </a:lnTo>
                  <a:lnTo>
                    <a:pt x="58867" y="37933"/>
                  </a:lnTo>
                  <a:lnTo>
                    <a:pt x="61132" y="32826"/>
                  </a:lnTo>
                  <a:lnTo>
                    <a:pt x="63396" y="29179"/>
                  </a:lnTo>
                  <a:lnTo>
                    <a:pt x="64366" y="27720"/>
                  </a:lnTo>
                  <a:lnTo>
                    <a:pt x="64366" y="25896"/>
                  </a:lnTo>
                  <a:lnTo>
                    <a:pt x="64366" y="25896"/>
                  </a:lnTo>
                  <a:lnTo>
                    <a:pt x="64366" y="24072"/>
                  </a:lnTo>
                  <a:lnTo>
                    <a:pt x="63396" y="24072"/>
                  </a:lnTo>
                  <a:lnTo>
                    <a:pt x="63396" y="22613"/>
                  </a:lnTo>
                  <a:lnTo>
                    <a:pt x="64366" y="22613"/>
                  </a:lnTo>
                  <a:lnTo>
                    <a:pt x="65013" y="21519"/>
                  </a:lnTo>
                  <a:lnTo>
                    <a:pt x="65660" y="20790"/>
                  </a:lnTo>
                  <a:lnTo>
                    <a:pt x="71805" y="10212"/>
                  </a:lnTo>
                  <a:lnTo>
                    <a:pt x="71805" y="9483"/>
                  </a:lnTo>
                  <a:lnTo>
                    <a:pt x="71805" y="9483"/>
                  </a:lnTo>
                  <a:lnTo>
                    <a:pt x="71805" y="7659"/>
                  </a:lnTo>
                  <a:lnTo>
                    <a:pt x="71805" y="6930"/>
                  </a:lnTo>
                  <a:lnTo>
                    <a:pt x="71805" y="6200"/>
                  </a:lnTo>
                  <a:lnTo>
                    <a:pt x="71805" y="4376"/>
                  </a:lnTo>
                  <a:lnTo>
                    <a:pt x="72776" y="3282"/>
                  </a:lnTo>
                  <a:lnTo>
                    <a:pt x="72776" y="2553"/>
                  </a:lnTo>
                  <a:lnTo>
                    <a:pt x="72776" y="2553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3" name="Shape 11043"/>
            <p:cNvSpPr/>
            <p:nvPr/>
          </p:nvSpPr>
          <p:spPr>
            <a:xfrm>
              <a:off x="4715212" y="3681133"/>
              <a:ext cx="1685588" cy="101546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4" y="96194"/>
                  </a:moveTo>
                  <a:lnTo>
                    <a:pt x="119804" y="96194"/>
                  </a:lnTo>
                  <a:lnTo>
                    <a:pt x="119804" y="96518"/>
                  </a:lnTo>
                  <a:lnTo>
                    <a:pt x="120000" y="97004"/>
                  </a:lnTo>
                  <a:lnTo>
                    <a:pt x="119804" y="97651"/>
                  </a:lnTo>
                  <a:lnTo>
                    <a:pt x="119317" y="98947"/>
                  </a:lnTo>
                  <a:lnTo>
                    <a:pt x="119317" y="100728"/>
                  </a:lnTo>
                  <a:lnTo>
                    <a:pt x="119121" y="101862"/>
                  </a:lnTo>
                  <a:lnTo>
                    <a:pt x="118146" y="103481"/>
                  </a:lnTo>
                  <a:lnTo>
                    <a:pt x="117951" y="106882"/>
                  </a:lnTo>
                  <a:lnTo>
                    <a:pt x="117658" y="107692"/>
                  </a:lnTo>
                  <a:lnTo>
                    <a:pt x="117951" y="109149"/>
                  </a:lnTo>
                  <a:lnTo>
                    <a:pt x="117658" y="110769"/>
                  </a:lnTo>
                  <a:lnTo>
                    <a:pt x="117658" y="111093"/>
                  </a:lnTo>
                  <a:lnTo>
                    <a:pt x="118146" y="113036"/>
                  </a:lnTo>
                  <a:lnTo>
                    <a:pt x="118439" y="113846"/>
                  </a:lnTo>
                  <a:lnTo>
                    <a:pt x="118439" y="117570"/>
                  </a:lnTo>
                  <a:lnTo>
                    <a:pt x="118634" y="118056"/>
                  </a:lnTo>
                  <a:lnTo>
                    <a:pt x="118439" y="118380"/>
                  </a:lnTo>
                  <a:lnTo>
                    <a:pt x="118146" y="119190"/>
                  </a:lnTo>
                  <a:lnTo>
                    <a:pt x="118146" y="119514"/>
                  </a:lnTo>
                  <a:lnTo>
                    <a:pt x="117463" y="120000"/>
                  </a:lnTo>
                  <a:lnTo>
                    <a:pt x="116975" y="119514"/>
                  </a:lnTo>
                  <a:lnTo>
                    <a:pt x="116780" y="119514"/>
                  </a:lnTo>
                  <a:lnTo>
                    <a:pt x="115121" y="118056"/>
                  </a:lnTo>
                  <a:lnTo>
                    <a:pt x="114731" y="118056"/>
                  </a:lnTo>
                  <a:lnTo>
                    <a:pt x="113365" y="118380"/>
                  </a:lnTo>
                  <a:lnTo>
                    <a:pt x="112878" y="118380"/>
                  </a:lnTo>
                  <a:lnTo>
                    <a:pt x="112195" y="118056"/>
                  </a:lnTo>
                  <a:lnTo>
                    <a:pt x="111219" y="117570"/>
                  </a:lnTo>
                  <a:lnTo>
                    <a:pt x="110048" y="116437"/>
                  </a:lnTo>
                  <a:lnTo>
                    <a:pt x="108975" y="115789"/>
                  </a:lnTo>
                  <a:lnTo>
                    <a:pt x="108487" y="115789"/>
                  </a:lnTo>
                  <a:lnTo>
                    <a:pt x="108000" y="115303"/>
                  </a:lnTo>
                  <a:lnTo>
                    <a:pt x="105463" y="111093"/>
                  </a:lnTo>
                  <a:lnTo>
                    <a:pt x="104975" y="110769"/>
                  </a:lnTo>
                  <a:lnTo>
                    <a:pt x="104975" y="109959"/>
                  </a:lnTo>
                  <a:lnTo>
                    <a:pt x="105463" y="109959"/>
                  </a:lnTo>
                  <a:lnTo>
                    <a:pt x="105658" y="109149"/>
                  </a:lnTo>
                  <a:lnTo>
                    <a:pt x="105658" y="108502"/>
                  </a:lnTo>
                  <a:lnTo>
                    <a:pt x="105268" y="107692"/>
                  </a:lnTo>
                  <a:lnTo>
                    <a:pt x="104975" y="107368"/>
                  </a:lnTo>
                  <a:lnTo>
                    <a:pt x="104097" y="106882"/>
                  </a:lnTo>
                  <a:lnTo>
                    <a:pt x="103609" y="106882"/>
                  </a:lnTo>
                  <a:lnTo>
                    <a:pt x="104585" y="104939"/>
                  </a:lnTo>
                  <a:lnTo>
                    <a:pt x="104780" y="103481"/>
                  </a:lnTo>
                  <a:lnTo>
                    <a:pt x="104097" y="102348"/>
                  </a:lnTo>
                  <a:lnTo>
                    <a:pt x="102926" y="100728"/>
                  </a:lnTo>
                  <a:lnTo>
                    <a:pt x="102048" y="100080"/>
                  </a:lnTo>
                  <a:lnTo>
                    <a:pt x="101560" y="99271"/>
                  </a:lnTo>
                  <a:lnTo>
                    <a:pt x="101073" y="98461"/>
                  </a:lnTo>
                  <a:lnTo>
                    <a:pt x="101073" y="97004"/>
                  </a:lnTo>
                  <a:lnTo>
                    <a:pt x="100878" y="95870"/>
                  </a:lnTo>
                  <a:lnTo>
                    <a:pt x="100390" y="95060"/>
                  </a:lnTo>
                  <a:lnTo>
                    <a:pt x="100195" y="94574"/>
                  </a:lnTo>
                  <a:lnTo>
                    <a:pt x="100390" y="94251"/>
                  </a:lnTo>
                  <a:lnTo>
                    <a:pt x="100390" y="93927"/>
                  </a:lnTo>
                  <a:lnTo>
                    <a:pt x="98731" y="92307"/>
                  </a:lnTo>
                  <a:lnTo>
                    <a:pt x="98048" y="92307"/>
                  </a:lnTo>
                  <a:lnTo>
                    <a:pt x="87902" y="95384"/>
                  </a:lnTo>
                  <a:lnTo>
                    <a:pt x="87219" y="95384"/>
                  </a:lnTo>
                  <a:lnTo>
                    <a:pt x="85365" y="94251"/>
                  </a:lnTo>
                  <a:lnTo>
                    <a:pt x="85170" y="94251"/>
                  </a:lnTo>
                  <a:lnTo>
                    <a:pt x="84487" y="94574"/>
                  </a:lnTo>
                  <a:lnTo>
                    <a:pt x="84195" y="94574"/>
                  </a:lnTo>
                  <a:lnTo>
                    <a:pt x="84000" y="94574"/>
                  </a:lnTo>
                  <a:lnTo>
                    <a:pt x="83317" y="93927"/>
                  </a:lnTo>
                  <a:lnTo>
                    <a:pt x="83121" y="93441"/>
                  </a:lnTo>
                  <a:lnTo>
                    <a:pt x="82634" y="93441"/>
                  </a:lnTo>
                  <a:lnTo>
                    <a:pt x="80780" y="92793"/>
                  </a:lnTo>
                  <a:lnTo>
                    <a:pt x="78926" y="91983"/>
                  </a:lnTo>
                  <a:lnTo>
                    <a:pt x="78048" y="91659"/>
                  </a:lnTo>
                  <a:lnTo>
                    <a:pt x="77560" y="90850"/>
                  </a:lnTo>
                  <a:lnTo>
                    <a:pt x="78243" y="90040"/>
                  </a:lnTo>
                  <a:lnTo>
                    <a:pt x="78731" y="88906"/>
                  </a:lnTo>
                  <a:lnTo>
                    <a:pt x="78731" y="87773"/>
                  </a:lnTo>
                  <a:lnTo>
                    <a:pt x="77756" y="86963"/>
                  </a:lnTo>
                  <a:lnTo>
                    <a:pt x="78439" y="86153"/>
                  </a:lnTo>
                  <a:lnTo>
                    <a:pt x="79804" y="86153"/>
                  </a:lnTo>
                  <a:lnTo>
                    <a:pt x="80585" y="85506"/>
                  </a:lnTo>
                  <a:lnTo>
                    <a:pt x="80585" y="84372"/>
                  </a:lnTo>
                  <a:lnTo>
                    <a:pt x="80097" y="84372"/>
                  </a:lnTo>
                  <a:lnTo>
                    <a:pt x="78731" y="85506"/>
                  </a:lnTo>
                  <a:lnTo>
                    <a:pt x="78926" y="85506"/>
                  </a:lnTo>
                  <a:lnTo>
                    <a:pt x="78926" y="85020"/>
                  </a:lnTo>
                  <a:lnTo>
                    <a:pt x="78243" y="84696"/>
                  </a:lnTo>
                  <a:lnTo>
                    <a:pt x="77756" y="85506"/>
                  </a:lnTo>
                  <a:lnTo>
                    <a:pt x="77268" y="86153"/>
                  </a:lnTo>
                  <a:lnTo>
                    <a:pt x="76585" y="86963"/>
                  </a:lnTo>
                  <a:lnTo>
                    <a:pt x="76390" y="86639"/>
                  </a:lnTo>
                  <a:lnTo>
                    <a:pt x="76195" y="86153"/>
                  </a:lnTo>
                  <a:lnTo>
                    <a:pt x="75902" y="85829"/>
                  </a:lnTo>
                  <a:lnTo>
                    <a:pt x="75707" y="85506"/>
                  </a:lnTo>
                  <a:lnTo>
                    <a:pt x="75512" y="85020"/>
                  </a:lnTo>
                  <a:lnTo>
                    <a:pt x="74731" y="85506"/>
                  </a:lnTo>
                  <a:lnTo>
                    <a:pt x="74536" y="85506"/>
                  </a:lnTo>
                  <a:lnTo>
                    <a:pt x="72195" y="85829"/>
                  </a:lnTo>
                  <a:lnTo>
                    <a:pt x="70146" y="88582"/>
                  </a:lnTo>
                  <a:lnTo>
                    <a:pt x="68585" y="92307"/>
                  </a:lnTo>
                  <a:lnTo>
                    <a:pt x="67414" y="96518"/>
                  </a:lnTo>
                  <a:lnTo>
                    <a:pt x="67121" y="96194"/>
                  </a:lnTo>
                  <a:lnTo>
                    <a:pt x="66926" y="96194"/>
                  </a:lnTo>
                  <a:lnTo>
                    <a:pt x="66731" y="95870"/>
                  </a:lnTo>
                  <a:lnTo>
                    <a:pt x="66439" y="95384"/>
                  </a:lnTo>
                  <a:lnTo>
                    <a:pt x="66439" y="95060"/>
                  </a:lnTo>
                  <a:lnTo>
                    <a:pt x="66243" y="94574"/>
                  </a:lnTo>
                  <a:lnTo>
                    <a:pt x="66048" y="94574"/>
                  </a:lnTo>
                  <a:lnTo>
                    <a:pt x="65756" y="94251"/>
                  </a:lnTo>
                  <a:lnTo>
                    <a:pt x="65560" y="93927"/>
                  </a:lnTo>
                  <a:lnTo>
                    <a:pt x="64878" y="92307"/>
                  </a:lnTo>
                  <a:lnTo>
                    <a:pt x="64585" y="91983"/>
                  </a:lnTo>
                  <a:lnTo>
                    <a:pt x="64585" y="91983"/>
                  </a:lnTo>
                  <a:lnTo>
                    <a:pt x="64195" y="91983"/>
                  </a:lnTo>
                  <a:lnTo>
                    <a:pt x="64195" y="91983"/>
                  </a:lnTo>
                  <a:lnTo>
                    <a:pt x="63414" y="92793"/>
                  </a:lnTo>
                  <a:lnTo>
                    <a:pt x="63219" y="92793"/>
                  </a:lnTo>
                  <a:lnTo>
                    <a:pt x="63219" y="92793"/>
                  </a:lnTo>
                  <a:lnTo>
                    <a:pt x="63024" y="92793"/>
                  </a:lnTo>
                  <a:lnTo>
                    <a:pt x="62731" y="91983"/>
                  </a:lnTo>
                  <a:lnTo>
                    <a:pt x="62536" y="91659"/>
                  </a:lnTo>
                  <a:lnTo>
                    <a:pt x="61853" y="88097"/>
                  </a:lnTo>
                  <a:lnTo>
                    <a:pt x="61658" y="87773"/>
                  </a:lnTo>
                  <a:lnTo>
                    <a:pt x="61658" y="87449"/>
                  </a:lnTo>
                  <a:lnTo>
                    <a:pt x="61365" y="84372"/>
                  </a:lnTo>
                  <a:lnTo>
                    <a:pt x="60878" y="81619"/>
                  </a:lnTo>
                  <a:lnTo>
                    <a:pt x="60878" y="79676"/>
                  </a:lnTo>
                  <a:lnTo>
                    <a:pt x="60878" y="79352"/>
                  </a:lnTo>
                  <a:lnTo>
                    <a:pt x="60878" y="78866"/>
                  </a:lnTo>
                  <a:lnTo>
                    <a:pt x="60682" y="78542"/>
                  </a:lnTo>
                  <a:lnTo>
                    <a:pt x="60682" y="78218"/>
                  </a:lnTo>
                  <a:lnTo>
                    <a:pt x="60487" y="78218"/>
                  </a:lnTo>
                  <a:lnTo>
                    <a:pt x="60195" y="78218"/>
                  </a:lnTo>
                  <a:lnTo>
                    <a:pt x="60195" y="77732"/>
                  </a:lnTo>
                  <a:lnTo>
                    <a:pt x="60000" y="77732"/>
                  </a:lnTo>
                  <a:lnTo>
                    <a:pt x="60000" y="77732"/>
                  </a:lnTo>
                  <a:lnTo>
                    <a:pt x="60000" y="77408"/>
                  </a:lnTo>
                  <a:lnTo>
                    <a:pt x="60487" y="77085"/>
                  </a:lnTo>
                  <a:lnTo>
                    <a:pt x="60487" y="76275"/>
                  </a:lnTo>
                  <a:lnTo>
                    <a:pt x="59804" y="75141"/>
                  </a:lnTo>
                  <a:lnTo>
                    <a:pt x="59512" y="75141"/>
                  </a:lnTo>
                  <a:lnTo>
                    <a:pt x="59317" y="75141"/>
                  </a:lnTo>
                  <a:lnTo>
                    <a:pt x="58341" y="75141"/>
                  </a:lnTo>
                  <a:lnTo>
                    <a:pt x="57658" y="74655"/>
                  </a:lnTo>
                  <a:lnTo>
                    <a:pt x="57463" y="74331"/>
                  </a:lnTo>
                  <a:lnTo>
                    <a:pt x="57268" y="74331"/>
                  </a:lnTo>
                  <a:lnTo>
                    <a:pt x="56292" y="74331"/>
                  </a:lnTo>
                  <a:lnTo>
                    <a:pt x="56097" y="74655"/>
                  </a:lnTo>
                  <a:lnTo>
                    <a:pt x="55804" y="74655"/>
                  </a:lnTo>
                  <a:lnTo>
                    <a:pt x="55804" y="75141"/>
                  </a:lnTo>
                  <a:lnTo>
                    <a:pt x="56097" y="75141"/>
                  </a:lnTo>
                  <a:lnTo>
                    <a:pt x="55804" y="75465"/>
                  </a:lnTo>
                  <a:lnTo>
                    <a:pt x="55804" y="75465"/>
                  </a:lnTo>
                  <a:lnTo>
                    <a:pt x="55121" y="75141"/>
                  </a:lnTo>
                  <a:lnTo>
                    <a:pt x="54926" y="75141"/>
                  </a:lnTo>
                  <a:lnTo>
                    <a:pt x="54731" y="75141"/>
                  </a:lnTo>
                  <a:lnTo>
                    <a:pt x="54731" y="75465"/>
                  </a:lnTo>
                  <a:lnTo>
                    <a:pt x="54731" y="75465"/>
                  </a:lnTo>
                  <a:lnTo>
                    <a:pt x="54926" y="75951"/>
                  </a:lnTo>
                  <a:lnTo>
                    <a:pt x="55121" y="76275"/>
                  </a:lnTo>
                  <a:lnTo>
                    <a:pt x="55121" y="76275"/>
                  </a:lnTo>
                  <a:lnTo>
                    <a:pt x="55414" y="76599"/>
                  </a:lnTo>
                  <a:lnTo>
                    <a:pt x="55414" y="77085"/>
                  </a:lnTo>
                  <a:lnTo>
                    <a:pt x="55121" y="77085"/>
                  </a:lnTo>
                  <a:lnTo>
                    <a:pt x="55121" y="77085"/>
                  </a:lnTo>
                  <a:lnTo>
                    <a:pt x="54926" y="77085"/>
                  </a:lnTo>
                  <a:lnTo>
                    <a:pt x="54439" y="76275"/>
                  </a:lnTo>
                  <a:lnTo>
                    <a:pt x="54243" y="75951"/>
                  </a:lnTo>
                  <a:lnTo>
                    <a:pt x="53951" y="75465"/>
                  </a:lnTo>
                  <a:lnTo>
                    <a:pt x="53951" y="75465"/>
                  </a:lnTo>
                  <a:lnTo>
                    <a:pt x="53756" y="75465"/>
                  </a:lnTo>
                  <a:lnTo>
                    <a:pt x="53756" y="75465"/>
                  </a:lnTo>
                  <a:lnTo>
                    <a:pt x="53560" y="75465"/>
                  </a:lnTo>
                  <a:lnTo>
                    <a:pt x="53560" y="75465"/>
                  </a:lnTo>
                  <a:lnTo>
                    <a:pt x="53073" y="77085"/>
                  </a:lnTo>
                  <a:lnTo>
                    <a:pt x="52390" y="78542"/>
                  </a:lnTo>
                  <a:lnTo>
                    <a:pt x="51902" y="79676"/>
                  </a:lnTo>
                  <a:lnTo>
                    <a:pt x="51902" y="79676"/>
                  </a:lnTo>
                  <a:lnTo>
                    <a:pt x="51707" y="80161"/>
                  </a:lnTo>
                  <a:lnTo>
                    <a:pt x="51219" y="80161"/>
                  </a:lnTo>
                  <a:lnTo>
                    <a:pt x="50731" y="79676"/>
                  </a:lnTo>
                  <a:lnTo>
                    <a:pt x="48878" y="77732"/>
                  </a:lnTo>
                  <a:lnTo>
                    <a:pt x="44975" y="72388"/>
                  </a:lnTo>
                  <a:lnTo>
                    <a:pt x="44487" y="71740"/>
                  </a:lnTo>
                  <a:lnTo>
                    <a:pt x="44097" y="69797"/>
                  </a:lnTo>
                  <a:lnTo>
                    <a:pt x="43804" y="68987"/>
                  </a:lnTo>
                  <a:lnTo>
                    <a:pt x="43609" y="68987"/>
                  </a:lnTo>
                  <a:lnTo>
                    <a:pt x="43609" y="68663"/>
                  </a:lnTo>
                  <a:lnTo>
                    <a:pt x="43121" y="68178"/>
                  </a:lnTo>
                  <a:lnTo>
                    <a:pt x="42731" y="68178"/>
                  </a:lnTo>
                  <a:lnTo>
                    <a:pt x="42439" y="67854"/>
                  </a:lnTo>
                  <a:lnTo>
                    <a:pt x="42243" y="67854"/>
                  </a:lnTo>
                  <a:lnTo>
                    <a:pt x="41951" y="67854"/>
                  </a:lnTo>
                  <a:lnTo>
                    <a:pt x="41560" y="68663"/>
                  </a:lnTo>
                  <a:lnTo>
                    <a:pt x="41268" y="68663"/>
                  </a:lnTo>
                  <a:lnTo>
                    <a:pt x="41268" y="68663"/>
                  </a:lnTo>
                  <a:lnTo>
                    <a:pt x="41268" y="68987"/>
                  </a:lnTo>
                  <a:lnTo>
                    <a:pt x="41073" y="69311"/>
                  </a:lnTo>
                  <a:lnTo>
                    <a:pt x="41073" y="69311"/>
                  </a:lnTo>
                  <a:lnTo>
                    <a:pt x="41073" y="69797"/>
                  </a:lnTo>
                  <a:lnTo>
                    <a:pt x="40878" y="69797"/>
                  </a:lnTo>
                  <a:lnTo>
                    <a:pt x="40585" y="69797"/>
                  </a:lnTo>
                  <a:lnTo>
                    <a:pt x="40585" y="69797"/>
                  </a:lnTo>
                  <a:lnTo>
                    <a:pt x="40195" y="69311"/>
                  </a:lnTo>
                  <a:lnTo>
                    <a:pt x="36682" y="67854"/>
                  </a:lnTo>
                  <a:lnTo>
                    <a:pt x="36487" y="67854"/>
                  </a:lnTo>
                  <a:lnTo>
                    <a:pt x="36487" y="67368"/>
                  </a:lnTo>
                  <a:lnTo>
                    <a:pt x="36487" y="67044"/>
                  </a:lnTo>
                  <a:lnTo>
                    <a:pt x="36487" y="67044"/>
                  </a:lnTo>
                  <a:lnTo>
                    <a:pt x="36682" y="66720"/>
                  </a:lnTo>
                  <a:lnTo>
                    <a:pt x="36682" y="66720"/>
                  </a:lnTo>
                  <a:lnTo>
                    <a:pt x="36878" y="66720"/>
                  </a:lnTo>
                  <a:lnTo>
                    <a:pt x="36878" y="66720"/>
                  </a:lnTo>
                  <a:lnTo>
                    <a:pt x="36878" y="66720"/>
                  </a:lnTo>
                  <a:lnTo>
                    <a:pt x="37170" y="66234"/>
                  </a:lnTo>
                  <a:lnTo>
                    <a:pt x="37170" y="65910"/>
                  </a:lnTo>
                  <a:lnTo>
                    <a:pt x="37365" y="65587"/>
                  </a:lnTo>
                  <a:lnTo>
                    <a:pt x="37365" y="65101"/>
                  </a:lnTo>
                  <a:lnTo>
                    <a:pt x="37365" y="64777"/>
                  </a:lnTo>
                  <a:lnTo>
                    <a:pt x="37365" y="63967"/>
                  </a:lnTo>
                  <a:lnTo>
                    <a:pt x="37365" y="63157"/>
                  </a:lnTo>
                  <a:lnTo>
                    <a:pt x="37365" y="62834"/>
                  </a:lnTo>
                  <a:lnTo>
                    <a:pt x="37170" y="62510"/>
                  </a:lnTo>
                  <a:lnTo>
                    <a:pt x="35804" y="60566"/>
                  </a:lnTo>
                  <a:lnTo>
                    <a:pt x="35317" y="59757"/>
                  </a:lnTo>
                  <a:lnTo>
                    <a:pt x="34829" y="59433"/>
                  </a:lnTo>
                  <a:lnTo>
                    <a:pt x="34634" y="58947"/>
                  </a:lnTo>
                  <a:lnTo>
                    <a:pt x="33951" y="58623"/>
                  </a:lnTo>
                  <a:lnTo>
                    <a:pt x="32780" y="58623"/>
                  </a:lnTo>
                  <a:lnTo>
                    <a:pt x="32780" y="58623"/>
                  </a:lnTo>
                  <a:lnTo>
                    <a:pt x="32292" y="57813"/>
                  </a:lnTo>
                  <a:lnTo>
                    <a:pt x="31609" y="56680"/>
                  </a:lnTo>
                  <a:lnTo>
                    <a:pt x="31414" y="56680"/>
                  </a:lnTo>
                  <a:lnTo>
                    <a:pt x="31121" y="57165"/>
                  </a:lnTo>
                  <a:lnTo>
                    <a:pt x="28878" y="59757"/>
                  </a:lnTo>
                  <a:lnTo>
                    <a:pt x="28390" y="59757"/>
                  </a:lnTo>
                  <a:lnTo>
                    <a:pt x="23512" y="60890"/>
                  </a:lnTo>
                  <a:lnTo>
                    <a:pt x="23317" y="61376"/>
                  </a:lnTo>
                  <a:lnTo>
                    <a:pt x="23024" y="62024"/>
                  </a:lnTo>
                  <a:lnTo>
                    <a:pt x="22829" y="62834"/>
                  </a:lnTo>
                  <a:lnTo>
                    <a:pt x="22634" y="63967"/>
                  </a:lnTo>
                  <a:lnTo>
                    <a:pt x="22829" y="65101"/>
                  </a:lnTo>
                  <a:lnTo>
                    <a:pt x="19609" y="64453"/>
                  </a:lnTo>
                  <a:lnTo>
                    <a:pt x="18439" y="63643"/>
                  </a:lnTo>
                  <a:lnTo>
                    <a:pt x="17951" y="63157"/>
                  </a:lnTo>
                  <a:lnTo>
                    <a:pt x="17951" y="63157"/>
                  </a:lnTo>
                  <a:lnTo>
                    <a:pt x="17756" y="63157"/>
                  </a:lnTo>
                  <a:lnTo>
                    <a:pt x="17756" y="63157"/>
                  </a:lnTo>
                  <a:lnTo>
                    <a:pt x="17560" y="63643"/>
                  </a:lnTo>
                  <a:lnTo>
                    <a:pt x="17268" y="63967"/>
                  </a:lnTo>
                  <a:lnTo>
                    <a:pt x="14341" y="64453"/>
                  </a:lnTo>
                  <a:lnTo>
                    <a:pt x="14048" y="64453"/>
                  </a:lnTo>
                  <a:lnTo>
                    <a:pt x="13853" y="64453"/>
                  </a:lnTo>
                  <a:lnTo>
                    <a:pt x="13365" y="63643"/>
                  </a:lnTo>
                  <a:lnTo>
                    <a:pt x="13365" y="63157"/>
                  </a:lnTo>
                  <a:lnTo>
                    <a:pt x="13170" y="63157"/>
                  </a:lnTo>
                  <a:lnTo>
                    <a:pt x="11512" y="62024"/>
                  </a:lnTo>
                  <a:lnTo>
                    <a:pt x="11317" y="62024"/>
                  </a:lnTo>
                  <a:lnTo>
                    <a:pt x="11317" y="61700"/>
                  </a:lnTo>
                  <a:lnTo>
                    <a:pt x="11317" y="61700"/>
                  </a:lnTo>
                  <a:lnTo>
                    <a:pt x="11317" y="61376"/>
                  </a:lnTo>
                  <a:lnTo>
                    <a:pt x="11317" y="60890"/>
                  </a:lnTo>
                  <a:lnTo>
                    <a:pt x="12000" y="58947"/>
                  </a:lnTo>
                  <a:lnTo>
                    <a:pt x="12195" y="58623"/>
                  </a:lnTo>
                  <a:lnTo>
                    <a:pt x="12487" y="58299"/>
                  </a:lnTo>
                  <a:lnTo>
                    <a:pt x="12487" y="57813"/>
                  </a:lnTo>
                  <a:lnTo>
                    <a:pt x="12487" y="57813"/>
                  </a:lnTo>
                  <a:lnTo>
                    <a:pt x="12487" y="57489"/>
                  </a:lnTo>
                  <a:lnTo>
                    <a:pt x="12487" y="57165"/>
                  </a:lnTo>
                  <a:lnTo>
                    <a:pt x="12195" y="56680"/>
                  </a:lnTo>
                  <a:lnTo>
                    <a:pt x="12195" y="56680"/>
                  </a:lnTo>
                  <a:lnTo>
                    <a:pt x="12195" y="56356"/>
                  </a:lnTo>
                  <a:lnTo>
                    <a:pt x="12487" y="56032"/>
                  </a:lnTo>
                  <a:lnTo>
                    <a:pt x="12682" y="56032"/>
                  </a:lnTo>
                  <a:lnTo>
                    <a:pt x="12682" y="55546"/>
                  </a:lnTo>
                  <a:lnTo>
                    <a:pt x="12682" y="55546"/>
                  </a:lnTo>
                  <a:lnTo>
                    <a:pt x="12682" y="55222"/>
                  </a:lnTo>
                  <a:lnTo>
                    <a:pt x="12487" y="54736"/>
                  </a:lnTo>
                  <a:lnTo>
                    <a:pt x="12195" y="54412"/>
                  </a:lnTo>
                  <a:lnTo>
                    <a:pt x="12000" y="54089"/>
                  </a:lnTo>
                  <a:lnTo>
                    <a:pt x="11804" y="54089"/>
                  </a:lnTo>
                  <a:lnTo>
                    <a:pt x="11024" y="53603"/>
                  </a:lnTo>
                  <a:lnTo>
                    <a:pt x="9951" y="52955"/>
                  </a:lnTo>
                  <a:lnTo>
                    <a:pt x="9658" y="52955"/>
                  </a:lnTo>
                  <a:lnTo>
                    <a:pt x="9658" y="52955"/>
                  </a:lnTo>
                  <a:lnTo>
                    <a:pt x="9463" y="53603"/>
                  </a:lnTo>
                  <a:lnTo>
                    <a:pt x="9170" y="54089"/>
                  </a:lnTo>
                  <a:lnTo>
                    <a:pt x="9170" y="54089"/>
                  </a:lnTo>
                  <a:lnTo>
                    <a:pt x="8975" y="54089"/>
                  </a:lnTo>
                  <a:lnTo>
                    <a:pt x="8780" y="54412"/>
                  </a:lnTo>
                  <a:lnTo>
                    <a:pt x="8097" y="52145"/>
                  </a:lnTo>
                  <a:lnTo>
                    <a:pt x="7609" y="51659"/>
                  </a:lnTo>
                  <a:lnTo>
                    <a:pt x="7414" y="51659"/>
                  </a:lnTo>
                  <a:lnTo>
                    <a:pt x="6926" y="51659"/>
                  </a:lnTo>
                  <a:lnTo>
                    <a:pt x="6439" y="51336"/>
                  </a:lnTo>
                  <a:lnTo>
                    <a:pt x="6243" y="51012"/>
                  </a:lnTo>
                  <a:lnTo>
                    <a:pt x="6243" y="51012"/>
                  </a:lnTo>
                  <a:lnTo>
                    <a:pt x="5951" y="49878"/>
                  </a:lnTo>
                  <a:lnTo>
                    <a:pt x="5756" y="49392"/>
                  </a:lnTo>
                  <a:lnTo>
                    <a:pt x="5756" y="49392"/>
                  </a:lnTo>
                  <a:lnTo>
                    <a:pt x="5756" y="49068"/>
                  </a:lnTo>
                  <a:lnTo>
                    <a:pt x="5951" y="48744"/>
                  </a:lnTo>
                  <a:lnTo>
                    <a:pt x="5951" y="48744"/>
                  </a:lnTo>
                  <a:lnTo>
                    <a:pt x="5951" y="48744"/>
                  </a:lnTo>
                  <a:lnTo>
                    <a:pt x="6243" y="48259"/>
                  </a:lnTo>
                  <a:lnTo>
                    <a:pt x="6243" y="47935"/>
                  </a:lnTo>
                  <a:lnTo>
                    <a:pt x="6243" y="47935"/>
                  </a:lnTo>
                  <a:lnTo>
                    <a:pt x="6243" y="47449"/>
                  </a:lnTo>
                  <a:lnTo>
                    <a:pt x="6243" y="47449"/>
                  </a:lnTo>
                  <a:lnTo>
                    <a:pt x="6439" y="47125"/>
                  </a:lnTo>
                  <a:lnTo>
                    <a:pt x="6634" y="47125"/>
                  </a:lnTo>
                  <a:lnTo>
                    <a:pt x="6634" y="46801"/>
                  </a:lnTo>
                  <a:lnTo>
                    <a:pt x="6634" y="46315"/>
                  </a:lnTo>
                  <a:lnTo>
                    <a:pt x="6439" y="44858"/>
                  </a:lnTo>
                  <a:lnTo>
                    <a:pt x="6243" y="44534"/>
                  </a:lnTo>
                  <a:lnTo>
                    <a:pt x="5951" y="44048"/>
                  </a:lnTo>
                  <a:lnTo>
                    <a:pt x="5268" y="43724"/>
                  </a:lnTo>
                  <a:lnTo>
                    <a:pt x="5268" y="43724"/>
                  </a:lnTo>
                  <a:lnTo>
                    <a:pt x="5073" y="43238"/>
                  </a:lnTo>
                  <a:lnTo>
                    <a:pt x="4585" y="42591"/>
                  </a:lnTo>
                  <a:lnTo>
                    <a:pt x="4390" y="42105"/>
                  </a:lnTo>
                  <a:lnTo>
                    <a:pt x="3902" y="42105"/>
                  </a:lnTo>
                  <a:lnTo>
                    <a:pt x="3024" y="41781"/>
                  </a:lnTo>
                  <a:lnTo>
                    <a:pt x="2731" y="41457"/>
                  </a:lnTo>
                  <a:lnTo>
                    <a:pt x="1170" y="39838"/>
                  </a:lnTo>
                  <a:lnTo>
                    <a:pt x="682" y="39028"/>
                  </a:lnTo>
                  <a:lnTo>
                    <a:pt x="682" y="39028"/>
                  </a:lnTo>
                  <a:lnTo>
                    <a:pt x="487" y="38704"/>
                  </a:lnTo>
                  <a:lnTo>
                    <a:pt x="487" y="38380"/>
                  </a:lnTo>
                  <a:lnTo>
                    <a:pt x="487" y="37570"/>
                  </a:lnTo>
                  <a:lnTo>
                    <a:pt x="487" y="36761"/>
                  </a:lnTo>
                  <a:lnTo>
                    <a:pt x="487" y="36437"/>
                  </a:lnTo>
                  <a:lnTo>
                    <a:pt x="0" y="34493"/>
                  </a:lnTo>
                  <a:lnTo>
                    <a:pt x="0" y="33684"/>
                  </a:lnTo>
                  <a:lnTo>
                    <a:pt x="0" y="33036"/>
                  </a:lnTo>
                  <a:lnTo>
                    <a:pt x="0" y="32550"/>
                  </a:lnTo>
                  <a:lnTo>
                    <a:pt x="0" y="32550"/>
                  </a:lnTo>
                  <a:lnTo>
                    <a:pt x="0" y="32226"/>
                  </a:lnTo>
                  <a:lnTo>
                    <a:pt x="195" y="31740"/>
                  </a:lnTo>
                  <a:lnTo>
                    <a:pt x="195" y="31740"/>
                  </a:lnTo>
                  <a:lnTo>
                    <a:pt x="487" y="31740"/>
                  </a:lnTo>
                  <a:lnTo>
                    <a:pt x="487" y="31417"/>
                  </a:lnTo>
                  <a:lnTo>
                    <a:pt x="682" y="31417"/>
                  </a:lnTo>
                  <a:lnTo>
                    <a:pt x="2048" y="32226"/>
                  </a:lnTo>
                  <a:lnTo>
                    <a:pt x="2341" y="32226"/>
                  </a:lnTo>
                  <a:lnTo>
                    <a:pt x="2536" y="31740"/>
                  </a:lnTo>
                  <a:lnTo>
                    <a:pt x="2536" y="31740"/>
                  </a:lnTo>
                  <a:lnTo>
                    <a:pt x="3024" y="31093"/>
                  </a:lnTo>
                  <a:lnTo>
                    <a:pt x="3024" y="30283"/>
                  </a:lnTo>
                  <a:lnTo>
                    <a:pt x="3219" y="29959"/>
                  </a:lnTo>
                  <a:lnTo>
                    <a:pt x="3414" y="29959"/>
                  </a:lnTo>
                  <a:lnTo>
                    <a:pt x="3707" y="29473"/>
                  </a:lnTo>
                  <a:lnTo>
                    <a:pt x="3707" y="29473"/>
                  </a:lnTo>
                  <a:lnTo>
                    <a:pt x="3902" y="29149"/>
                  </a:lnTo>
                  <a:lnTo>
                    <a:pt x="4097" y="28340"/>
                  </a:lnTo>
                  <a:lnTo>
                    <a:pt x="4390" y="27530"/>
                  </a:lnTo>
                  <a:lnTo>
                    <a:pt x="4585" y="27206"/>
                  </a:lnTo>
                  <a:lnTo>
                    <a:pt x="4878" y="26882"/>
                  </a:lnTo>
                  <a:lnTo>
                    <a:pt x="4878" y="26396"/>
                  </a:lnTo>
                  <a:lnTo>
                    <a:pt x="5268" y="26072"/>
                  </a:lnTo>
                  <a:lnTo>
                    <a:pt x="5560" y="26072"/>
                  </a:lnTo>
                  <a:lnTo>
                    <a:pt x="5756" y="25748"/>
                  </a:lnTo>
                  <a:lnTo>
                    <a:pt x="5951" y="24939"/>
                  </a:lnTo>
                  <a:lnTo>
                    <a:pt x="5951" y="24939"/>
                  </a:lnTo>
                  <a:lnTo>
                    <a:pt x="5951" y="24615"/>
                  </a:lnTo>
                  <a:lnTo>
                    <a:pt x="5756" y="24615"/>
                  </a:lnTo>
                  <a:lnTo>
                    <a:pt x="5073" y="24615"/>
                  </a:lnTo>
                  <a:lnTo>
                    <a:pt x="5073" y="24615"/>
                  </a:lnTo>
                  <a:lnTo>
                    <a:pt x="4878" y="24615"/>
                  </a:lnTo>
                  <a:lnTo>
                    <a:pt x="4585" y="24615"/>
                  </a:lnTo>
                  <a:lnTo>
                    <a:pt x="4585" y="24615"/>
                  </a:lnTo>
                  <a:lnTo>
                    <a:pt x="4585" y="24129"/>
                  </a:lnTo>
                  <a:lnTo>
                    <a:pt x="4390" y="23805"/>
                  </a:lnTo>
                  <a:lnTo>
                    <a:pt x="4097" y="23319"/>
                  </a:lnTo>
                  <a:lnTo>
                    <a:pt x="4097" y="22186"/>
                  </a:lnTo>
                  <a:lnTo>
                    <a:pt x="4097" y="22186"/>
                  </a:lnTo>
                  <a:lnTo>
                    <a:pt x="4097" y="21862"/>
                  </a:lnTo>
                  <a:lnTo>
                    <a:pt x="3902" y="21538"/>
                  </a:lnTo>
                  <a:lnTo>
                    <a:pt x="3902" y="20728"/>
                  </a:lnTo>
                  <a:lnTo>
                    <a:pt x="3902" y="19919"/>
                  </a:lnTo>
                  <a:lnTo>
                    <a:pt x="3902" y="19595"/>
                  </a:lnTo>
                  <a:lnTo>
                    <a:pt x="3902" y="19109"/>
                  </a:lnTo>
                  <a:lnTo>
                    <a:pt x="3707" y="17975"/>
                  </a:lnTo>
                  <a:lnTo>
                    <a:pt x="3707" y="17651"/>
                  </a:lnTo>
                  <a:lnTo>
                    <a:pt x="3707" y="16842"/>
                  </a:lnTo>
                  <a:lnTo>
                    <a:pt x="3707" y="16518"/>
                  </a:lnTo>
                  <a:lnTo>
                    <a:pt x="3707" y="16032"/>
                  </a:lnTo>
                  <a:lnTo>
                    <a:pt x="3902" y="15384"/>
                  </a:lnTo>
                  <a:lnTo>
                    <a:pt x="4097" y="13765"/>
                  </a:lnTo>
                  <a:lnTo>
                    <a:pt x="4097" y="13441"/>
                  </a:lnTo>
                  <a:lnTo>
                    <a:pt x="4097" y="13117"/>
                  </a:lnTo>
                  <a:lnTo>
                    <a:pt x="4097" y="12631"/>
                  </a:lnTo>
                  <a:lnTo>
                    <a:pt x="3902" y="10040"/>
                  </a:lnTo>
                  <a:lnTo>
                    <a:pt x="3902" y="9554"/>
                  </a:lnTo>
                  <a:lnTo>
                    <a:pt x="4585" y="9554"/>
                  </a:lnTo>
                  <a:lnTo>
                    <a:pt x="8097" y="8421"/>
                  </a:lnTo>
                  <a:lnTo>
                    <a:pt x="11804" y="8906"/>
                  </a:lnTo>
                  <a:lnTo>
                    <a:pt x="13170" y="8421"/>
                  </a:lnTo>
                  <a:lnTo>
                    <a:pt x="17951" y="5344"/>
                  </a:lnTo>
                  <a:lnTo>
                    <a:pt x="22829" y="4210"/>
                  </a:lnTo>
                  <a:lnTo>
                    <a:pt x="30243" y="0"/>
                  </a:lnTo>
                  <a:lnTo>
                    <a:pt x="32975" y="323"/>
                  </a:lnTo>
                  <a:lnTo>
                    <a:pt x="32975" y="323"/>
                  </a:lnTo>
                  <a:lnTo>
                    <a:pt x="33951" y="809"/>
                  </a:lnTo>
                  <a:lnTo>
                    <a:pt x="34634" y="2267"/>
                  </a:lnTo>
                  <a:lnTo>
                    <a:pt x="35317" y="1943"/>
                  </a:lnTo>
                  <a:lnTo>
                    <a:pt x="35317" y="3076"/>
                  </a:lnTo>
                  <a:lnTo>
                    <a:pt x="35512" y="4210"/>
                  </a:lnTo>
                  <a:lnTo>
                    <a:pt x="36195" y="6963"/>
                  </a:lnTo>
                  <a:lnTo>
                    <a:pt x="36195" y="7611"/>
                  </a:lnTo>
                  <a:lnTo>
                    <a:pt x="36487" y="8906"/>
                  </a:lnTo>
                  <a:lnTo>
                    <a:pt x="36195" y="9554"/>
                  </a:lnTo>
                  <a:lnTo>
                    <a:pt x="35804" y="11174"/>
                  </a:lnTo>
                  <a:lnTo>
                    <a:pt x="35317" y="12307"/>
                  </a:lnTo>
                  <a:lnTo>
                    <a:pt x="34829" y="12631"/>
                  </a:lnTo>
                  <a:lnTo>
                    <a:pt x="34146" y="13441"/>
                  </a:lnTo>
                  <a:lnTo>
                    <a:pt x="33951" y="14251"/>
                  </a:lnTo>
                  <a:lnTo>
                    <a:pt x="33268" y="16032"/>
                  </a:lnTo>
                  <a:lnTo>
                    <a:pt x="32292" y="17975"/>
                  </a:lnTo>
                  <a:lnTo>
                    <a:pt x="29560" y="21862"/>
                  </a:lnTo>
                  <a:lnTo>
                    <a:pt x="29073" y="23805"/>
                  </a:lnTo>
                  <a:lnTo>
                    <a:pt x="29073" y="26396"/>
                  </a:lnTo>
                  <a:lnTo>
                    <a:pt x="29560" y="29149"/>
                  </a:lnTo>
                  <a:lnTo>
                    <a:pt x="30243" y="31093"/>
                  </a:lnTo>
                  <a:lnTo>
                    <a:pt x="30926" y="32550"/>
                  </a:lnTo>
                  <a:lnTo>
                    <a:pt x="32097" y="33684"/>
                  </a:lnTo>
                  <a:lnTo>
                    <a:pt x="34146" y="35303"/>
                  </a:lnTo>
                  <a:lnTo>
                    <a:pt x="36000" y="35627"/>
                  </a:lnTo>
                  <a:lnTo>
                    <a:pt x="36682" y="35951"/>
                  </a:lnTo>
                  <a:lnTo>
                    <a:pt x="37170" y="36437"/>
                  </a:lnTo>
                  <a:lnTo>
                    <a:pt x="43121" y="39028"/>
                  </a:lnTo>
                  <a:lnTo>
                    <a:pt x="48487" y="41781"/>
                  </a:lnTo>
                  <a:lnTo>
                    <a:pt x="50341" y="42105"/>
                  </a:lnTo>
                  <a:lnTo>
                    <a:pt x="51024" y="42591"/>
                  </a:lnTo>
                  <a:lnTo>
                    <a:pt x="51707" y="43238"/>
                  </a:lnTo>
                  <a:lnTo>
                    <a:pt x="52878" y="44048"/>
                  </a:lnTo>
                  <a:lnTo>
                    <a:pt x="60487" y="45991"/>
                  </a:lnTo>
                  <a:lnTo>
                    <a:pt x="61365" y="46315"/>
                  </a:lnTo>
                  <a:lnTo>
                    <a:pt x="61365" y="46315"/>
                  </a:lnTo>
                  <a:lnTo>
                    <a:pt x="61365" y="45991"/>
                  </a:lnTo>
                  <a:lnTo>
                    <a:pt x="61658" y="45991"/>
                  </a:lnTo>
                  <a:lnTo>
                    <a:pt x="62341" y="46801"/>
                  </a:lnTo>
                  <a:lnTo>
                    <a:pt x="67804" y="47935"/>
                  </a:lnTo>
                  <a:lnTo>
                    <a:pt x="72682" y="50202"/>
                  </a:lnTo>
                  <a:lnTo>
                    <a:pt x="75219" y="52145"/>
                  </a:lnTo>
                  <a:lnTo>
                    <a:pt x="76390" y="53603"/>
                  </a:lnTo>
                  <a:lnTo>
                    <a:pt x="78048" y="56032"/>
                  </a:lnTo>
                  <a:lnTo>
                    <a:pt x="78439" y="56356"/>
                  </a:lnTo>
                  <a:lnTo>
                    <a:pt x="78926" y="56356"/>
                  </a:lnTo>
                  <a:lnTo>
                    <a:pt x="80292" y="57489"/>
                  </a:lnTo>
                  <a:lnTo>
                    <a:pt x="82341" y="60242"/>
                  </a:lnTo>
                  <a:lnTo>
                    <a:pt x="83121" y="60566"/>
                  </a:lnTo>
                  <a:lnTo>
                    <a:pt x="83804" y="60566"/>
                  </a:lnTo>
                  <a:lnTo>
                    <a:pt x="84975" y="61376"/>
                  </a:lnTo>
                  <a:lnTo>
                    <a:pt x="87707" y="61376"/>
                  </a:lnTo>
                  <a:lnTo>
                    <a:pt x="87902" y="61700"/>
                  </a:lnTo>
                  <a:lnTo>
                    <a:pt x="91414" y="62834"/>
                  </a:lnTo>
                  <a:lnTo>
                    <a:pt x="94634" y="65101"/>
                  </a:lnTo>
                  <a:lnTo>
                    <a:pt x="97170" y="65101"/>
                  </a:lnTo>
                  <a:lnTo>
                    <a:pt x="98341" y="65587"/>
                  </a:lnTo>
                  <a:lnTo>
                    <a:pt x="98341" y="67044"/>
                  </a:lnTo>
                  <a:lnTo>
                    <a:pt x="98731" y="67044"/>
                  </a:lnTo>
                  <a:lnTo>
                    <a:pt x="99512" y="66234"/>
                  </a:lnTo>
                  <a:lnTo>
                    <a:pt x="99902" y="66234"/>
                  </a:lnTo>
                  <a:lnTo>
                    <a:pt x="100195" y="66720"/>
                  </a:lnTo>
                  <a:lnTo>
                    <a:pt x="100195" y="67368"/>
                  </a:lnTo>
                  <a:lnTo>
                    <a:pt x="100390" y="67854"/>
                  </a:lnTo>
                  <a:lnTo>
                    <a:pt x="101268" y="68663"/>
                  </a:lnTo>
                  <a:lnTo>
                    <a:pt x="101560" y="68987"/>
                  </a:lnTo>
                  <a:lnTo>
                    <a:pt x="101756" y="72388"/>
                  </a:lnTo>
                  <a:lnTo>
                    <a:pt x="104585" y="74655"/>
                  </a:lnTo>
                  <a:lnTo>
                    <a:pt x="107804" y="76599"/>
                  </a:lnTo>
                  <a:lnTo>
                    <a:pt x="108195" y="76275"/>
                  </a:lnTo>
                  <a:lnTo>
                    <a:pt x="108487" y="76599"/>
                  </a:lnTo>
                  <a:lnTo>
                    <a:pt x="109365" y="78218"/>
                  </a:lnTo>
                  <a:lnTo>
                    <a:pt x="109853" y="78542"/>
                  </a:lnTo>
                  <a:lnTo>
                    <a:pt x="111024" y="79676"/>
                  </a:lnTo>
                  <a:lnTo>
                    <a:pt x="112195" y="81619"/>
                  </a:lnTo>
                  <a:lnTo>
                    <a:pt x="112585" y="82429"/>
                  </a:lnTo>
                  <a:lnTo>
                    <a:pt x="113365" y="82753"/>
                  </a:lnTo>
                  <a:lnTo>
                    <a:pt x="113560" y="83076"/>
                  </a:lnTo>
                  <a:lnTo>
                    <a:pt x="116097" y="86963"/>
                  </a:lnTo>
                  <a:lnTo>
                    <a:pt x="119121" y="94251"/>
                  </a:lnTo>
                  <a:lnTo>
                    <a:pt x="119317" y="94251"/>
                  </a:lnTo>
                  <a:lnTo>
                    <a:pt x="119317" y="94574"/>
                  </a:lnTo>
                  <a:lnTo>
                    <a:pt x="119512" y="94574"/>
                  </a:lnTo>
                  <a:lnTo>
                    <a:pt x="119512" y="95870"/>
                  </a:lnTo>
                  <a:lnTo>
                    <a:pt x="119804" y="96194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4" name="Shape 11044"/>
            <p:cNvSpPr/>
            <p:nvPr/>
          </p:nvSpPr>
          <p:spPr>
            <a:xfrm>
              <a:off x="3855972" y="3298791"/>
              <a:ext cx="742755" cy="6975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601" y="471"/>
                  </a:moveTo>
                  <a:lnTo>
                    <a:pt x="47601" y="471"/>
                  </a:lnTo>
                  <a:lnTo>
                    <a:pt x="48708" y="0"/>
                  </a:lnTo>
                  <a:lnTo>
                    <a:pt x="48708" y="0"/>
                  </a:lnTo>
                  <a:lnTo>
                    <a:pt x="52915" y="9430"/>
                  </a:lnTo>
                  <a:lnTo>
                    <a:pt x="56457" y="16267"/>
                  </a:lnTo>
                  <a:lnTo>
                    <a:pt x="58228" y="18860"/>
                  </a:lnTo>
                  <a:lnTo>
                    <a:pt x="63321" y="25697"/>
                  </a:lnTo>
                  <a:lnTo>
                    <a:pt x="64428" y="26640"/>
                  </a:lnTo>
                  <a:lnTo>
                    <a:pt x="64870" y="27819"/>
                  </a:lnTo>
                  <a:lnTo>
                    <a:pt x="76383" y="39135"/>
                  </a:lnTo>
                  <a:lnTo>
                    <a:pt x="81697" y="41728"/>
                  </a:lnTo>
                  <a:lnTo>
                    <a:pt x="87011" y="44557"/>
                  </a:lnTo>
                  <a:lnTo>
                    <a:pt x="89446" y="46208"/>
                  </a:lnTo>
                  <a:lnTo>
                    <a:pt x="93210" y="50687"/>
                  </a:lnTo>
                  <a:lnTo>
                    <a:pt x="103616" y="58467"/>
                  </a:lnTo>
                  <a:lnTo>
                    <a:pt x="106273" y="59646"/>
                  </a:lnTo>
                  <a:lnTo>
                    <a:pt x="110479" y="60825"/>
                  </a:lnTo>
                  <a:lnTo>
                    <a:pt x="113136" y="60825"/>
                  </a:lnTo>
                  <a:lnTo>
                    <a:pt x="114243" y="61296"/>
                  </a:lnTo>
                  <a:lnTo>
                    <a:pt x="115129" y="62946"/>
                  </a:lnTo>
                  <a:lnTo>
                    <a:pt x="116236" y="66954"/>
                  </a:lnTo>
                  <a:lnTo>
                    <a:pt x="116678" y="68605"/>
                  </a:lnTo>
                  <a:lnTo>
                    <a:pt x="117785" y="70255"/>
                  </a:lnTo>
                  <a:lnTo>
                    <a:pt x="119335" y="70255"/>
                  </a:lnTo>
                  <a:lnTo>
                    <a:pt x="119335" y="70255"/>
                  </a:lnTo>
                  <a:lnTo>
                    <a:pt x="119335" y="70726"/>
                  </a:lnTo>
                  <a:lnTo>
                    <a:pt x="120000" y="71905"/>
                  </a:lnTo>
                  <a:lnTo>
                    <a:pt x="120000" y="71905"/>
                  </a:lnTo>
                  <a:lnTo>
                    <a:pt x="120000" y="72377"/>
                  </a:lnTo>
                  <a:lnTo>
                    <a:pt x="119335" y="73084"/>
                  </a:lnTo>
                  <a:lnTo>
                    <a:pt x="119335" y="74263"/>
                  </a:lnTo>
                  <a:lnTo>
                    <a:pt x="119335" y="74734"/>
                  </a:lnTo>
                  <a:lnTo>
                    <a:pt x="119335" y="75206"/>
                  </a:lnTo>
                  <a:lnTo>
                    <a:pt x="119335" y="76385"/>
                  </a:lnTo>
                  <a:lnTo>
                    <a:pt x="119335" y="76385"/>
                  </a:lnTo>
                  <a:lnTo>
                    <a:pt x="119335" y="76856"/>
                  </a:lnTo>
                  <a:lnTo>
                    <a:pt x="115129" y="83693"/>
                  </a:lnTo>
                  <a:lnTo>
                    <a:pt x="114686" y="84165"/>
                  </a:lnTo>
                  <a:lnTo>
                    <a:pt x="114243" y="84872"/>
                  </a:lnTo>
                  <a:lnTo>
                    <a:pt x="113579" y="84872"/>
                  </a:lnTo>
                  <a:lnTo>
                    <a:pt x="113579" y="85815"/>
                  </a:lnTo>
                  <a:lnTo>
                    <a:pt x="114243" y="85815"/>
                  </a:lnTo>
                  <a:lnTo>
                    <a:pt x="114243" y="86994"/>
                  </a:lnTo>
                  <a:lnTo>
                    <a:pt x="114243" y="86994"/>
                  </a:lnTo>
                  <a:lnTo>
                    <a:pt x="114243" y="88172"/>
                  </a:lnTo>
                  <a:lnTo>
                    <a:pt x="113579" y="89115"/>
                  </a:lnTo>
                  <a:lnTo>
                    <a:pt x="112029" y="91473"/>
                  </a:lnTo>
                  <a:lnTo>
                    <a:pt x="110479" y="94774"/>
                  </a:lnTo>
                  <a:lnTo>
                    <a:pt x="109372" y="97603"/>
                  </a:lnTo>
                  <a:lnTo>
                    <a:pt x="108487" y="100432"/>
                  </a:lnTo>
                  <a:lnTo>
                    <a:pt x="107822" y="100903"/>
                  </a:lnTo>
                  <a:lnTo>
                    <a:pt x="107822" y="101611"/>
                  </a:lnTo>
                  <a:lnTo>
                    <a:pt x="107380" y="102082"/>
                  </a:lnTo>
                  <a:lnTo>
                    <a:pt x="107380" y="102554"/>
                  </a:lnTo>
                  <a:lnTo>
                    <a:pt x="104723" y="104911"/>
                  </a:lnTo>
                  <a:lnTo>
                    <a:pt x="103616" y="105383"/>
                  </a:lnTo>
                  <a:lnTo>
                    <a:pt x="103173" y="105383"/>
                  </a:lnTo>
                  <a:lnTo>
                    <a:pt x="103173" y="105383"/>
                  </a:lnTo>
                  <a:lnTo>
                    <a:pt x="103173" y="105383"/>
                  </a:lnTo>
                  <a:lnTo>
                    <a:pt x="103173" y="104911"/>
                  </a:lnTo>
                  <a:lnTo>
                    <a:pt x="103173" y="104204"/>
                  </a:lnTo>
                  <a:lnTo>
                    <a:pt x="103173" y="103732"/>
                  </a:lnTo>
                  <a:lnTo>
                    <a:pt x="103173" y="103261"/>
                  </a:lnTo>
                  <a:lnTo>
                    <a:pt x="102730" y="103261"/>
                  </a:lnTo>
                  <a:lnTo>
                    <a:pt x="102730" y="102554"/>
                  </a:lnTo>
                  <a:lnTo>
                    <a:pt x="102066" y="102082"/>
                  </a:lnTo>
                  <a:lnTo>
                    <a:pt x="101623" y="101611"/>
                  </a:lnTo>
                  <a:lnTo>
                    <a:pt x="101623" y="101611"/>
                  </a:lnTo>
                  <a:lnTo>
                    <a:pt x="101180" y="100903"/>
                  </a:lnTo>
                  <a:lnTo>
                    <a:pt x="101180" y="100432"/>
                  </a:lnTo>
                  <a:lnTo>
                    <a:pt x="101180" y="99253"/>
                  </a:lnTo>
                  <a:lnTo>
                    <a:pt x="101180" y="99253"/>
                  </a:lnTo>
                  <a:lnTo>
                    <a:pt x="101180" y="98781"/>
                  </a:lnTo>
                  <a:lnTo>
                    <a:pt x="100516" y="98781"/>
                  </a:lnTo>
                  <a:lnTo>
                    <a:pt x="100516" y="98074"/>
                  </a:lnTo>
                  <a:lnTo>
                    <a:pt x="100073" y="98074"/>
                  </a:lnTo>
                  <a:lnTo>
                    <a:pt x="97416" y="96424"/>
                  </a:lnTo>
                  <a:lnTo>
                    <a:pt x="96974" y="96424"/>
                  </a:lnTo>
                  <a:lnTo>
                    <a:pt x="96974" y="95952"/>
                  </a:lnTo>
                  <a:lnTo>
                    <a:pt x="96309" y="95952"/>
                  </a:lnTo>
                  <a:lnTo>
                    <a:pt x="96309" y="95952"/>
                  </a:lnTo>
                  <a:lnTo>
                    <a:pt x="95867" y="96424"/>
                  </a:lnTo>
                  <a:lnTo>
                    <a:pt x="95202" y="97131"/>
                  </a:lnTo>
                  <a:lnTo>
                    <a:pt x="95202" y="97603"/>
                  </a:lnTo>
                  <a:lnTo>
                    <a:pt x="94760" y="97603"/>
                  </a:lnTo>
                  <a:lnTo>
                    <a:pt x="94317" y="97131"/>
                  </a:lnTo>
                  <a:lnTo>
                    <a:pt x="93653" y="97131"/>
                  </a:lnTo>
                  <a:lnTo>
                    <a:pt x="93210" y="96424"/>
                  </a:lnTo>
                  <a:lnTo>
                    <a:pt x="93210" y="96424"/>
                  </a:lnTo>
                  <a:lnTo>
                    <a:pt x="92767" y="95245"/>
                  </a:lnTo>
                  <a:lnTo>
                    <a:pt x="92103" y="95245"/>
                  </a:lnTo>
                  <a:lnTo>
                    <a:pt x="92103" y="95245"/>
                  </a:lnTo>
                  <a:lnTo>
                    <a:pt x="91660" y="94774"/>
                  </a:lnTo>
                  <a:lnTo>
                    <a:pt x="90553" y="94774"/>
                  </a:lnTo>
                  <a:lnTo>
                    <a:pt x="90110" y="94302"/>
                  </a:lnTo>
                  <a:lnTo>
                    <a:pt x="90110" y="94302"/>
                  </a:lnTo>
                  <a:lnTo>
                    <a:pt x="89446" y="94302"/>
                  </a:lnTo>
                  <a:lnTo>
                    <a:pt x="89446" y="93595"/>
                  </a:lnTo>
                  <a:lnTo>
                    <a:pt x="89003" y="94302"/>
                  </a:lnTo>
                  <a:lnTo>
                    <a:pt x="89003" y="94302"/>
                  </a:lnTo>
                  <a:lnTo>
                    <a:pt x="86346" y="97603"/>
                  </a:lnTo>
                  <a:lnTo>
                    <a:pt x="85904" y="99253"/>
                  </a:lnTo>
                  <a:lnTo>
                    <a:pt x="85904" y="99724"/>
                  </a:lnTo>
                  <a:lnTo>
                    <a:pt x="85461" y="99724"/>
                  </a:lnTo>
                  <a:lnTo>
                    <a:pt x="84354" y="101611"/>
                  </a:lnTo>
                  <a:lnTo>
                    <a:pt x="83690" y="101611"/>
                  </a:lnTo>
                  <a:lnTo>
                    <a:pt x="82140" y="102082"/>
                  </a:lnTo>
                  <a:lnTo>
                    <a:pt x="81697" y="102082"/>
                  </a:lnTo>
                  <a:lnTo>
                    <a:pt x="81697" y="102554"/>
                  </a:lnTo>
                  <a:lnTo>
                    <a:pt x="81254" y="103732"/>
                  </a:lnTo>
                  <a:lnTo>
                    <a:pt x="81254" y="104204"/>
                  </a:lnTo>
                  <a:lnTo>
                    <a:pt x="81697" y="104911"/>
                  </a:lnTo>
                  <a:lnTo>
                    <a:pt x="82140" y="105383"/>
                  </a:lnTo>
                  <a:lnTo>
                    <a:pt x="82140" y="105383"/>
                  </a:lnTo>
                  <a:lnTo>
                    <a:pt x="82804" y="105854"/>
                  </a:lnTo>
                  <a:lnTo>
                    <a:pt x="83247" y="107033"/>
                  </a:lnTo>
                  <a:lnTo>
                    <a:pt x="83247" y="107033"/>
                  </a:lnTo>
                  <a:lnTo>
                    <a:pt x="83690" y="107740"/>
                  </a:lnTo>
                  <a:lnTo>
                    <a:pt x="83690" y="107740"/>
                  </a:lnTo>
                  <a:lnTo>
                    <a:pt x="84797" y="108212"/>
                  </a:lnTo>
                  <a:lnTo>
                    <a:pt x="84797" y="108212"/>
                  </a:lnTo>
                  <a:lnTo>
                    <a:pt x="85461" y="108683"/>
                  </a:lnTo>
                  <a:lnTo>
                    <a:pt x="85461" y="108683"/>
                  </a:lnTo>
                  <a:lnTo>
                    <a:pt x="85461" y="108683"/>
                  </a:lnTo>
                  <a:lnTo>
                    <a:pt x="84797" y="109390"/>
                  </a:lnTo>
                  <a:lnTo>
                    <a:pt x="84354" y="109862"/>
                  </a:lnTo>
                  <a:lnTo>
                    <a:pt x="83247" y="110333"/>
                  </a:lnTo>
                  <a:lnTo>
                    <a:pt x="82140" y="111512"/>
                  </a:lnTo>
                  <a:lnTo>
                    <a:pt x="80590" y="112691"/>
                  </a:lnTo>
                  <a:lnTo>
                    <a:pt x="80147" y="114341"/>
                  </a:lnTo>
                  <a:lnTo>
                    <a:pt x="79704" y="114341"/>
                  </a:lnTo>
                  <a:lnTo>
                    <a:pt x="79040" y="114341"/>
                  </a:lnTo>
                  <a:lnTo>
                    <a:pt x="77933" y="113870"/>
                  </a:lnTo>
                  <a:lnTo>
                    <a:pt x="77490" y="113870"/>
                  </a:lnTo>
                  <a:lnTo>
                    <a:pt x="77490" y="114341"/>
                  </a:lnTo>
                  <a:lnTo>
                    <a:pt x="77047" y="114813"/>
                  </a:lnTo>
                  <a:lnTo>
                    <a:pt x="75940" y="117170"/>
                  </a:lnTo>
                  <a:lnTo>
                    <a:pt x="75498" y="117642"/>
                  </a:lnTo>
                  <a:lnTo>
                    <a:pt x="74391" y="118113"/>
                  </a:lnTo>
                  <a:lnTo>
                    <a:pt x="74391" y="118821"/>
                  </a:lnTo>
                  <a:lnTo>
                    <a:pt x="73726" y="119292"/>
                  </a:lnTo>
                  <a:lnTo>
                    <a:pt x="73284" y="119292"/>
                  </a:lnTo>
                  <a:lnTo>
                    <a:pt x="71291" y="119292"/>
                  </a:lnTo>
                  <a:lnTo>
                    <a:pt x="70184" y="120000"/>
                  </a:lnTo>
                  <a:lnTo>
                    <a:pt x="65977" y="117170"/>
                  </a:lnTo>
                  <a:lnTo>
                    <a:pt x="64428" y="116463"/>
                  </a:lnTo>
                  <a:lnTo>
                    <a:pt x="63321" y="116463"/>
                  </a:lnTo>
                  <a:lnTo>
                    <a:pt x="62214" y="116463"/>
                  </a:lnTo>
                  <a:lnTo>
                    <a:pt x="61328" y="116463"/>
                  </a:lnTo>
                  <a:lnTo>
                    <a:pt x="59778" y="115520"/>
                  </a:lnTo>
                  <a:lnTo>
                    <a:pt x="59114" y="115520"/>
                  </a:lnTo>
                  <a:lnTo>
                    <a:pt x="58671" y="115520"/>
                  </a:lnTo>
                  <a:lnTo>
                    <a:pt x="58228" y="115520"/>
                  </a:lnTo>
                  <a:lnTo>
                    <a:pt x="58228" y="115992"/>
                  </a:lnTo>
                  <a:lnTo>
                    <a:pt x="57564" y="115992"/>
                  </a:lnTo>
                  <a:lnTo>
                    <a:pt x="57121" y="115992"/>
                  </a:lnTo>
                  <a:lnTo>
                    <a:pt x="56014" y="115992"/>
                  </a:lnTo>
                  <a:lnTo>
                    <a:pt x="55571" y="115992"/>
                  </a:lnTo>
                  <a:lnTo>
                    <a:pt x="54907" y="115992"/>
                  </a:lnTo>
                  <a:lnTo>
                    <a:pt x="54907" y="115520"/>
                  </a:lnTo>
                  <a:lnTo>
                    <a:pt x="54464" y="115520"/>
                  </a:lnTo>
                  <a:lnTo>
                    <a:pt x="54464" y="114813"/>
                  </a:lnTo>
                  <a:lnTo>
                    <a:pt x="54022" y="113163"/>
                  </a:lnTo>
                  <a:lnTo>
                    <a:pt x="53357" y="113163"/>
                  </a:lnTo>
                  <a:lnTo>
                    <a:pt x="53357" y="112691"/>
                  </a:lnTo>
                  <a:lnTo>
                    <a:pt x="52250" y="111984"/>
                  </a:lnTo>
                  <a:lnTo>
                    <a:pt x="48265" y="111512"/>
                  </a:lnTo>
                  <a:lnTo>
                    <a:pt x="47601" y="111512"/>
                  </a:lnTo>
                  <a:lnTo>
                    <a:pt x="47158" y="111512"/>
                  </a:lnTo>
                  <a:lnTo>
                    <a:pt x="47158" y="111984"/>
                  </a:lnTo>
                  <a:lnTo>
                    <a:pt x="46494" y="112691"/>
                  </a:lnTo>
                  <a:lnTo>
                    <a:pt x="45608" y="114341"/>
                  </a:lnTo>
                  <a:lnTo>
                    <a:pt x="44944" y="115520"/>
                  </a:lnTo>
                  <a:lnTo>
                    <a:pt x="43394" y="116463"/>
                  </a:lnTo>
                  <a:lnTo>
                    <a:pt x="42509" y="116463"/>
                  </a:lnTo>
                  <a:lnTo>
                    <a:pt x="41402" y="117170"/>
                  </a:lnTo>
                  <a:lnTo>
                    <a:pt x="40738" y="117170"/>
                  </a:lnTo>
                  <a:lnTo>
                    <a:pt x="40295" y="117170"/>
                  </a:lnTo>
                  <a:lnTo>
                    <a:pt x="39852" y="116463"/>
                  </a:lnTo>
                  <a:lnTo>
                    <a:pt x="39852" y="116463"/>
                  </a:lnTo>
                  <a:lnTo>
                    <a:pt x="39188" y="116463"/>
                  </a:lnTo>
                  <a:lnTo>
                    <a:pt x="39188" y="115992"/>
                  </a:lnTo>
                  <a:lnTo>
                    <a:pt x="39188" y="115992"/>
                  </a:lnTo>
                  <a:lnTo>
                    <a:pt x="38745" y="115520"/>
                  </a:lnTo>
                  <a:lnTo>
                    <a:pt x="38745" y="115520"/>
                  </a:lnTo>
                  <a:lnTo>
                    <a:pt x="37638" y="114813"/>
                  </a:lnTo>
                  <a:lnTo>
                    <a:pt x="30774" y="112691"/>
                  </a:lnTo>
                  <a:lnTo>
                    <a:pt x="30332" y="112691"/>
                  </a:lnTo>
                  <a:lnTo>
                    <a:pt x="29889" y="112691"/>
                  </a:lnTo>
                  <a:lnTo>
                    <a:pt x="29889" y="112691"/>
                  </a:lnTo>
                  <a:lnTo>
                    <a:pt x="28782" y="113163"/>
                  </a:lnTo>
                  <a:lnTo>
                    <a:pt x="28339" y="113163"/>
                  </a:lnTo>
                  <a:lnTo>
                    <a:pt x="27675" y="113163"/>
                  </a:lnTo>
                  <a:lnTo>
                    <a:pt x="27232" y="113163"/>
                  </a:lnTo>
                  <a:lnTo>
                    <a:pt x="27232" y="112691"/>
                  </a:lnTo>
                  <a:lnTo>
                    <a:pt x="27232" y="112691"/>
                  </a:lnTo>
                  <a:lnTo>
                    <a:pt x="27232" y="111984"/>
                  </a:lnTo>
                  <a:lnTo>
                    <a:pt x="27232" y="111512"/>
                  </a:lnTo>
                  <a:lnTo>
                    <a:pt x="26789" y="109390"/>
                  </a:lnTo>
                  <a:lnTo>
                    <a:pt x="26789" y="108683"/>
                  </a:lnTo>
                  <a:lnTo>
                    <a:pt x="26789" y="108212"/>
                  </a:lnTo>
                  <a:lnTo>
                    <a:pt x="27232" y="107033"/>
                  </a:lnTo>
                  <a:lnTo>
                    <a:pt x="27232" y="106561"/>
                  </a:lnTo>
                  <a:lnTo>
                    <a:pt x="27232" y="105854"/>
                  </a:lnTo>
                  <a:lnTo>
                    <a:pt x="27232" y="105854"/>
                  </a:lnTo>
                  <a:lnTo>
                    <a:pt x="27232" y="105383"/>
                  </a:lnTo>
                  <a:lnTo>
                    <a:pt x="26789" y="104911"/>
                  </a:lnTo>
                  <a:lnTo>
                    <a:pt x="26125" y="104204"/>
                  </a:lnTo>
                  <a:lnTo>
                    <a:pt x="25018" y="104204"/>
                  </a:lnTo>
                  <a:lnTo>
                    <a:pt x="24132" y="103732"/>
                  </a:lnTo>
                  <a:lnTo>
                    <a:pt x="23025" y="102554"/>
                  </a:lnTo>
                  <a:lnTo>
                    <a:pt x="22583" y="102554"/>
                  </a:lnTo>
                  <a:lnTo>
                    <a:pt x="22583" y="102082"/>
                  </a:lnTo>
                  <a:lnTo>
                    <a:pt x="21476" y="102082"/>
                  </a:lnTo>
                  <a:lnTo>
                    <a:pt x="20369" y="102554"/>
                  </a:lnTo>
                  <a:lnTo>
                    <a:pt x="6863" y="97131"/>
                  </a:lnTo>
                  <a:lnTo>
                    <a:pt x="6863" y="97131"/>
                  </a:lnTo>
                  <a:lnTo>
                    <a:pt x="6199" y="97603"/>
                  </a:lnTo>
                  <a:lnTo>
                    <a:pt x="5756" y="97603"/>
                  </a:lnTo>
                  <a:lnTo>
                    <a:pt x="5313" y="97603"/>
                  </a:lnTo>
                  <a:lnTo>
                    <a:pt x="3542" y="97603"/>
                  </a:lnTo>
                  <a:lnTo>
                    <a:pt x="2656" y="97603"/>
                  </a:lnTo>
                  <a:lnTo>
                    <a:pt x="1992" y="97131"/>
                  </a:lnTo>
                  <a:lnTo>
                    <a:pt x="1992" y="97131"/>
                  </a:lnTo>
                  <a:lnTo>
                    <a:pt x="1549" y="96424"/>
                  </a:lnTo>
                  <a:lnTo>
                    <a:pt x="1107" y="95245"/>
                  </a:lnTo>
                  <a:lnTo>
                    <a:pt x="1107" y="94774"/>
                  </a:lnTo>
                  <a:lnTo>
                    <a:pt x="0" y="90294"/>
                  </a:lnTo>
                  <a:lnTo>
                    <a:pt x="0" y="90294"/>
                  </a:lnTo>
                  <a:lnTo>
                    <a:pt x="0" y="89823"/>
                  </a:lnTo>
                  <a:lnTo>
                    <a:pt x="1992" y="87465"/>
                  </a:lnTo>
                  <a:lnTo>
                    <a:pt x="3542" y="85815"/>
                  </a:lnTo>
                  <a:lnTo>
                    <a:pt x="3542" y="85343"/>
                  </a:lnTo>
                  <a:lnTo>
                    <a:pt x="3542" y="84872"/>
                  </a:lnTo>
                  <a:lnTo>
                    <a:pt x="4206" y="84872"/>
                  </a:lnTo>
                  <a:lnTo>
                    <a:pt x="4206" y="83693"/>
                  </a:lnTo>
                  <a:lnTo>
                    <a:pt x="4206" y="82514"/>
                  </a:lnTo>
                  <a:lnTo>
                    <a:pt x="4649" y="82514"/>
                  </a:lnTo>
                  <a:lnTo>
                    <a:pt x="4649" y="82043"/>
                  </a:lnTo>
                  <a:lnTo>
                    <a:pt x="7749" y="82986"/>
                  </a:lnTo>
                  <a:lnTo>
                    <a:pt x="10405" y="82986"/>
                  </a:lnTo>
                  <a:lnTo>
                    <a:pt x="11512" y="83693"/>
                  </a:lnTo>
                  <a:lnTo>
                    <a:pt x="12619" y="84872"/>
                  </a:lnTo>
                  <a:lnTo>
                    <a:pt x="13062" y="84872"/>
                  </a:lnTo>
                  <a:lnTo>
                    <a:pt x="13505" y="84872"/>
                  </a:lnTo>
                  <a:lnTo>
                    <a:pt x="14612" y="84872"/>
                  </a:lnTo>
                  <a:lnTo>
                    <a:pt x="15055" y="84872"/>
                  </a:lnTo>
                  <a:lnTo>
                    <a:pt x="15719" y="84872"/>
                  </a:lnTo>
                  <a:lnTo>
                    <a:pt x="16162" y="84165"/>
                  </a:lnTo>
                  <a:lnTo>
                    <a:pt x="16162" y="83693"/>
                  </a:lnTo>
                  <a:lnTo>
                    <a:pt x="16826" y="83693"/>
                  </a:lnTo>
                  <a:lnTo>
                    <a:pt x="17269" y="84165"/>
                  </a:lnTo>
                  <a:lnTo>
                    <a:pt x="18376" y="84165"/>
                  </a:lnTo>
                  <a:lnTo>
                    <a:pt x="18376" y="84165"/>
                  </a:lnTo>
                  <a:lnTo>
                    <a:pt x="18819" y="83693"/>
                  </a:lnTo>
                  <a:lnTo>
                    <a:pt x="18819" y="83693"/>
                  </a:lnTo>
                  <a:lnTo>
                    <a:pt x="19261" y="82986"/>
                  </a:lnTo>
                  <a:lnTo>
                    <a:pt x="19261" y="82986"/>
                  </a:lnTo>
                  <a:lnTo>
                    <a:pt x="19261" y="82514"/>
                  </a:lnTo>
                  <a:lnTo>
                    <a:pt x="19261" y="82514"/>
                  </a:lnTo>
                  <a:lnTo>
                    <a:pt x="19261" y="82043"/>
                  </a:lnTo>
                  <a:lnTo>
                    <a:pt x="18819" y="81335"/>
                  </a:lnTo>
                  <a:lnTo>
                    <a:pt x="18819" y="81335"/>
                  </a:lnTo>
                  <a:lnTo>
                    <a:pt x="18819" y="80864"/>
                  </a:lnTo>
                  <a:lnTo>
                    <a:pt x="18819" y="80392"/>
                  </a:lnTo>
                  <a:lnTo>
                    <a:pt x="19926" y="79685"/>
                  </a:lnTo>
                  <a:lnTo>
                    <a:pt x="21918" y="78742"/>
                  </a:lnTo>
                  <a:lnTo>
                    <a:pt x="23025" y="78035"/>
                  </a:lnTo>
                  <a:lnTo>
                    <a:pt x="23025" y="77563"/>
                  </a:lnTo>
                  <a:lnTo>
                    <a:pt x="23025" y="77563"/>
                  </a:lnTo>
                  <a:lnTo>
                    <a:pt x="22583" y="77563"/>
                  </a:lnTo>
                  <a:lnTo>
                    <a:pt x="21918" y="77563"/>
                  </a:lnTo>
                  <a:lnTo>
                    <a:pt x="21918" y="77563"/>
                  </a:lnTo>
                  <a:lnTo>
                    <a:pt x="21033" y="77563"/>
                  </a:lnTo>
                  <a:lnTo>
                    <a:pt x="19926" y="77563"/>
                  </a:lnTo>
                  <a:lnTo>
                    <a:pt x="19926" y="77563"/>
                  </a:lnTo>
                  <a:lnTo>
                    <a:pt x="19261" y="76856"/>
                  </a:lnTo>
                  <a:lnTo>
                    <a:pt x="19261" y="76856"/>
                  </a:lnTo>
                  <a:lnTo>
                    <a:pt x="18819" y="76385"/>
                  </a:lnTo>
                  <a:lnTo>
                    <a:pt x="18819" y="75913"/>
                  </a:lnTo>
                  <a:lnTo>
                    <a:pt x="18819" y="75913"/>
                  </a:lnTo>
                  <a:lnTo>
                    <a:pt x="18376" y="75206"/>
                  </a:lnTo>
                  <a:lnTo>
                    <a:pt x="18376" y="75206"/>
                  </a:lnTo>
                  <a:lnTo>
                    <a:pt x="18376" y="75206"/>
                  </a:lnTo>
                  <a:lnTo>
                    <a:pt x="17712" y="74734"/>
                  </a:lnTo>
                  <a:lnTo>
                    <a:pt x="16826" y="74734"/>
                  </a:lnTo>
                  <a:lnTo>
                    <a:pt x="16162" y="74734"/>
                  </a:lnTo>
                  <a:lnTo>
                    <a:pt x="15719" y="74734"/>
                  </a:lnTo>
                  <a:lnTo>
                    <a:pt x="15719" y="74263"/>
                  </a:lnTo>
                  <a:lnTo>
                    <a:pt x="15719" y="74263"/>
                  </a:lnTo>
                  <a:lnTo>
                    <a:pt x="14169" y="72377"/>
                  </a:lnTo>
                  <a:lnTo>
                    <a:pt x="14169" y="72377"/>
                  </a:lnTo>
                  <a:lnTo>
                    <a:pt x="14169" y="71905"/>
                  </a:lnTo>
                  <a:lnTo>
                    <a:pt x="12619" y="70726"/>
                  </a:lnTo>
                  <a:lnTo>
                    <a:pt x="11955" y="70726"/>
                  </a:lnTo>
                  <a:lnTo>
                    <a:pt x="11955" y="70255"/>
                  </a:lnTo>
                  <a:lnTo>
                    <a:pt x="11512" y="69783"/>
                  </a:lnTo>
                  <a:lnTo>
                    <a:pt x="11070" y="69076"/>
                  </a:lnTo>
                  <a:lnTo>
                    <a:pt x="11070" y="67426"/>
                  </a:lnTo>
                  <a:lnTo>
                    <a:pt x="10405" y="66954"/>
                  </a:lnTo>
                  <a:lnTo>
                    <a:pt x="10405" y="66954"/>
                  </a:lnTo>
                  <a:lnTo>
                    <a:pt x="9963" y="66247"/>
                  </a:lnTo>
                  <a:lnTo>
                    <a:pt x="9298" y="65776"/>
                  </a:lnTo>
                  <a:lnTo>
                    <a:pt x="8856" y="65776"/>
                  </a:lnTo>
                  <a:lnTo>
                    <a:pt x="6863" y="65304"/>
                  </a:lnTo>
                  <a:lnTo>
                    <a:pt x="6863" y="64597"/>
                  </a:lnTo>
                  <a:lnTo>
                    <a:pt x="6199" y="64597"/>
                  </a:lnTo>
                  <a:lnTo>
                    <a:pt x="6199" y="64125"/>
                  </a:lnTo>
                  <a:lnTo>
                    <a:pt x="6199" y="62946"/>
                  </a:lnTo>
                  <a:lnTo>
                    <a:pt x="6199" y="62475"/>
                  </a:lnTo>
                  <a:lnTo>
                    <a:pt x="6199" y="62475"/>
                  </a:lnTo>
                  <a:lnTo>
                    <a:pt x="6863" y="60117"/>
                  </a:lnTo>
                  <a:lnTo>
                    <a:pt x="7306" y="59174"/>
                  </a:lnTo>
                  <a:lnTo>
                    <a:pt x="6863" y="58467"/>
                  </a:lnTo>
                  <a:lnTo>
                    <a:pt x="6863" y="58467"/>
                  </a:lnTo>
                  <a:lnTo>
                    <a:pt x="6199" y="58467"/>
                  </a:lnTo>
                  <a:lnTo>
                    <a:pt x="5313" y="57996"/>
                  </a:lnTo>
                  <a:lnTo>
                    <a:pt x="4649" y="57996"/>
                  </a:lnTo>
                  <a:lnTo>
                    <a:pt x="4206" y="57524"/>
                  </a:lnTo>
                  <a:lnTo>
                    <a:pt x="3542" y="57524"/>
                  </a:lnTo>
                  <a:lnTo>
                    <a:pt x="3542" y="56817"/>
                  </a:lnTo>
                  <a:lnTo>
                    <a:pt x="3099" y="56345"/>
                  </a:lnTo>
                  <a:lnTo>
                    <a:pt x="3099" y="55874"/>
                  </a:lnTo>
                  <a:lnTo>
                    <a:pt x="3099" y="54695"/>
                  </a:lnTo>
                  <a:lnTo>
                    <a:pt x="3099" y="53988"/>
                  </a:lnTo>
                  <a:lnTo>
                    <a:pt x="3099" y="53988"/>
                  </a:lnTo>
                  <a:lnTo>
                    <a:pt x="3099" y="53516"/>
                  </a:lnTo>
                  <a:lnTo>
                    <a:pt x="4206" y="52337"/>
                  </a:lnTo>
                  <a:lnTo>
                    <a:pt x="4206" y="52337"/>
                  </a:lnTo>
                  <a:lnTo>
                    <a:pt x="4649" y="51866"/>
                  </a:lnTo>
                  <a:lnTo>
                    <a:pt x="4649" y="50687"/>
                  </a:lnTo>
                  <a:lnTo>
                    <a:pt x="4649" y="50216"/>
                  </a:lnTo>
                  <a:lnTo>
                    <a:pt x="4649" y="49508"/>
                  </a:lnTo>
                  <a:lnTo>
                    <a:pt x="4649" y="49037"/>
                  </a:lnTo>
                  <a:lnTo>
                    <a:pt x="4649" y="49037"/>
                  </a:lnTo>
                  <a:lnTo>
                    <a:pt x="4649" y="48565"/>
                  </a:lnTo>
                  <a:lnTo>
                    <a:pt x="4649" y="47858"/>
                  </a:lnTo>
                  <a:lnTo>
                    <a:pt x="4206" y="47858"/>
                  </a:lnTo>
                  <a:lnTo>
                    <a:pt x="4206" y="47387"/>
                  </a:lnTo>
                  <a:lnTo>
                    <a:pt x="3542" y="47387"/>
                  </a:lnTo>
                  <a:lnTo>
                    <a:pt x="3542" y="46915"/>
                  </a:lnTo>
                  <a:lnTo>
                    <a:pt x="2656" y="46915"/>
                  </a:lnTo>
                  <a:lnTo>
                    <a:pt x="2656" y="46208"/>
                  </a:lnTo>
                  <a:lnTo>
                    <a:pt x="1992" y="46208"/>
                  </a:lnTo>
                  <a:lnTo>
                    <a:pt x="1992" y="45736"/>
                  </a:lnTo>
                  <a:lnTo>
                    <a:pt x="1992" y="45265"/>
                  </a:lnTo>
                  <a:lnTo>
                    <a:pt x="1992" y="44557"/>
                  </a:lnTo>
                  <a:lnTo>
                    <a:pt x="2656" y="44557"/>
                  </a:lnTo>
                  <a:lnTo>
                    <a:pt x="2656" y="44086"/>
                  </a:lnTo>
                  <a:lnTo>
                    <a:pt x="3542" y="44086"/>
                  </a:lnTo>
                  <a:lnTo>
                    <a:pt x="4206" y="44086"/>
                  </a:lnTo>
                  <a:lnTo>
                    <a:pt x="4206" y="42907"/>
                  </a:lnTo>
                  <a:lnTo>
                    <a:pt x="4649" y="42436"/>
                  </a:lnTo>
                  <a:lnTo>
                    <a:pt x="4649" y="41257"/>
                  </a:lnTo>
                  <a:lnTo>
                    <a:pt x="4649" y="40785"/>
                  </a:lnTo>
                  <a:lnTo>
                    <a:pt x="4649" y="40078"/>
                  </a:lnTo>
                  <a:lnTo>
                    <a:pt x="5313" y="40078"/>
                  </a:lnTo>
                  <a:lnTo>
                    <a:pt x="5313" y="40078"/>
                  </a:lnTo>
                  <a:lnTo>
                    <a:pt x="6199" y="40078"/>
                  </a:lnTo>
                  <a:lnTo>
                    <a:pt x="7306" y="40078"/>
                  </a:lnTo>
                  <a:lnTo>
                    <a:pt x="7749" y="40078"/>
                  </a:lnTo>
                  <a:lnTo>
                    <a:pt x="9963" y="40078"/>
                  </a:lnTo>
                  <a:lnTo>
                    <a:pt x="9963" y="40078"/>
                  </a:lnTo>
                  <a:lnTo>
                    <a:pt x="11070" y="40078"/>
                  </a:lnTo>
                  <a:lnTo>
                    <a:pt x="11070" y="40078"/>
                  </a:lnTo>
                  <a:lnTo>
                    <a:pt x="11955" y="40078"/>
                  </a:lnTo>
                  <a:lnTo>
                    <a:pt x="11955" y="40078"/>
                  </a:lnTo>
                  <a:lnTo>
                    <a:pt x="13062" y="40078"/>
                  </a:lnTo>
                  <a:lnTo>
                    <a:pt x="14612" y="39607"/>
                  </a:lnTo>
                  <a:lnTo>
                    <a:pt x="15055" y="39607"/>
                  </a:lnTo>
                  <a:lnTo>
                    <a:pt x="15055" y="39607"/>
                  </a:lnTo>
                  <a:lnTo>
                    <a:pt x="17269" y="37956"/>
                  </a:lnTo>
                  <a:lnTo>
                    <a:pt x="17712" y="33477"/>
                  </a:lnTo>
                  <a:lnTo>
                    <a:pt x="17712" y="33005"/>
                  </a:lnTo>
                  <a:lnTo>
                    <a:pt x="17269" y="31827"/>
                  </a:lnTo>
                  <a:lnTo>
                    <a:pt x="17269" y="31827"/>
                  </a:lnTo>
                  <a:lnTo>
                    <a:pt x="16826" y="31827"/>
                  </a:lnTo>
                  <a:lnTo>
                    <a:pt x="16826" y="31119"/>
                  </a:lnTo>
                  <a:lnTo>
                    <a:pt x="16162" y="31119"/>
                  </a:lnTo>
                  <a:lnTo>
                    <a:pt x="15719" y="31119"/>
                  </a:lnTo>
                  <a:lnTo>
                    <a:pt x="15055" y="31119"/>
                  </a:lnTo>
                  <a:lnTo>
                    <a:pt x="15055" y="31119"/>
                  </a:lnTo>
                  <a:lnTo>
                    <a:pt x="14612" y="30648"/>
                  </a:lnTo>
                  <a:lnTo>
                    <a:pt x="14169" y="30648"/>
                  </a:lnTo>
                  <a:lnTo>
                    <a:pt x="14169" y="30176"/>
                  </a:lnTo>
                  <a:lnTo>
                    <a:pt x="13505" y="29469"/>
                  </a:lnTo>
                  <a:lnTo>
                    <a:pt x="13505" y="28998"/>
                  </a:lnTo>
                  <a:lnTo>
                    <a:pt x="13505" y="28526"/>
                  </a:lnTo>
                  <a:lnTo>
                    <a:pt x="18376" y="26640"/>
                  </a:lnTo>
                  <a:lnTo>
                    <a:pt x="18819" y="26168"/>
                  </a:lnTo>
                  <a:lnTo>
                    <a:pt x="19261" y="25697"/>
                  </a:lnTo>
                  <a:lnTo>
                    <a:pt x="19261" y="24990"/>
                  </a:lnTo>
                  <a:lnTo>
                    <a:pt x="19261" y="24518"/>
                  </a:lnTo>
                  <a:lnTo>
                    <a:pt x="19926" y="24047"/>
                  </a:lnTo>
                  <a:lnTo>
                    <a:pt x="19926" y="22868"/>
                  </a:lnTo>
                  <a:lnTo>
                    <a:pt x="20369" y="22396"/>
                  </a:lnTo>
                  <a:lnTo>
                    <a:pt x="21476" y="21689"/>
                  </a:lnTo>
                  <a:lnTo>
                    <a:pt x="22583" y="21689"/>
                  </a:lnTo>
                  <a:lnTo>
                    <a:pt x="22583" y="21218"/>
                  </a:lnTo>
                  <a:lnTo>
                    <a:pt x="23025" y="20510"/>
                  </a:lnTo>
                  <a:lnTo>
                    <a:pt x="23025" y="20510"/>
                  </a:lnTo>
                  <a:lnTo>
                    <a:pt x="23025" y="20039"/>
                  </a:lnTo>
                  <a:lnTo>
                    <a:pt x="23025" y="18860"/>
                  </a:lnTo>
                  <a:lnTo>
                    <a:pt x="23025" y="18860"/>
                  </a:lnTo>
                  <a:lnTo>
                    <a:pt x="23025" y="18388"/>
                  </a:lnTo>
                  <a:lnTo>
                    <a:pt x="23468" y="17917"/>
                  </a:lnTo>
                  <a:lnTo>
                    <a:pt x="23468" y="17210"/>
                  </a:lnTo>
                  <a:lnTo>
                    <a:pt x="24132" y="16738"/>
                  </a:lnTo>
                  <a:lnTo>
                    <a:pt x="24575" y="15088"/>
                  </a:lnTo>
                  <a:lnTo>
                    <a:pt x="24575" y="13909"/>
                  </a:lnTo>
                  <a:lnTo>
                    <a:pt x="25018" y="13438"/>
                  </a:lnTo>
                  <a:lnTo>
                    <a:pt x="25682" y="13438"/>
                  </a:lnTo>
                  <a:lnTo>
                    <a:pt x="25682" y="13438"/>
                  </a:lnTo>
                  <a:lnTo>
                    <a:pt x="26125" y="13438"/>
                  </a:lnTo>
                  <a:lnTo>
                    <a:pt x="26789" y="13909"/>
                  </a:lnTo>
                  <a:lnTo>
                    <a:pt x="26789" y="13909"/>
                  </a:lnTo>
                  <a:lnTo>
                    <a:pt x="27232" y="13909"/>
                  </a:lnTo>
                  <a:lnTo>
                    <a:pt x="27675" y="13909"/>
                  </a:lnTo>
                  <a:lnTo>
                    <a:pt x="28339" y="13909"/>
                  </a:lnTo>
                  <a:lnTo>
                    <a:pt x="29889" y="12730"/>
                  </a:lnTo>
                  <a:lnTo>
                    <a:pt x="30332" y="12730"/>
                  </a:lnTo>
                  <a:lnTo>
                    <a:pt x="30332" y="12730"/>
                  </a:lnTo>
                  <a:lnTo>
                    <a:pt x="31439" y="12730"/>
                  </a:lnTo>
                  <a:lnTo>
                    <a:pt x="31439" y="12730"/>
                  </a:lnTo>
                  <a:lnTo>
                    <a:pt x="31881" y="12730"/>
                  </a:lnTo>
                  <a:lnTo>
                    <a:pt x="34095" y="11787"/>
                  </a:lnTo>
                  <a:lnTo>
                    <a:pt x="34981" y="11080"/>
                  </a:lnTo>
                  <a:lnTo>
                    <a:pt x="34981" y="10609"/>
                  </a:lnTo>
                  <a:lnTo>
                    <a:pt x="35645" y="10609"/>
                  </a:lnTo>
                  <a:lnTo>
                    <a:pt x="35645" y="9901"/>
                  </a:lnTo>
                  <a:lnTo>
                    <a:pt x="35645" y="9430"/>
                  </a:lnTo>
                  <a:lnTo>
                    <a:pt x="35645" y="9430"/>
                  </a:lnTo>
                  <a:lnTo>
                    <a:pt x="35645" y="8251"/>
                  </a:lnTo>
                  <a:lnTo>
                    <a:pt x="35645" y="7779"/>
                  </a:lnTo>
                  <a:lnTo>
                    <a:pt x="35645" y="7308"/>
                  </a:lnTo>
                  <a:lnTo>
                    <a:pt x="36088" y="6601"/>
                  </a:lnTo>
                  <a:lnTo>
                    <a:pt x="36752" y="6129"/>
                  </a:lnTo>
                  <a:lnTo>
                    <a:pt x="37195" y="6129"/>
                  </a:lnTo>
                  <a:lnTo>
                    <a:pt x="38302" y="5658"/>
                  </a:lnTo>
                  <a:lnTo>
                    <a:pt x="39188" y="4950"/>
                  </a:lnTo>
                  <a:lnTo>
                    <a:pt x="42952" y="2829"/>
                  </a:lnTo>
                  <a:lnTo>
                    <a:pt x="47601" y="471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5" name="Shape 11045"/>
            <p:cNvSpPr/>
            <p:nvPr/>
          </p:nvSpPr>
          <p:spPr>
            <a:xfrm>
              <a:off x="4143755" y="4543112"/>
              <a:ext cx="6852" cy="109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5000"/>
                  </a:moveTo>
                  <a:lnTo>
                    <a:pt x="0" y="75000"/>
                  </a:lnTo>
                  <a:lnTo>
                    <a:pt x="72000" y="45000"/>
                  </a:lnTo>
                  <a:lnTo>
                    <a:pt x="120000" y="0"/>
                  </a:lnTo>
                  <a:lnTo>
                    <a:pt x="72000" y="75000"/>
                  </a:lnTo>
                  <a:lnTo>
                    <a:pt x="0" y="120000"/>
                  </a:lnTo>
                  <a:lnTo>
                    <a:pt x="0" y="75000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6" name="Shape 11046"/>
            <p:cNvSpPr/>
            <p:nvPr/>
          </p:nvSpPr>
          <p:spPr>
            <a:xfrm>
              <a:off x="4143755" y="4543112"/>
              <a:ext cx="6852" cy="109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5000"/>
                  </a:moveTo>
                  <a:lnTo>
                    <a:pt x="0" y="75000"/>
                  </a:lnTo>
                  <a:lnTo>
                    <a:pt x="72000" y="45000"/>
                  </a:lnTo>
                  <a:lnTo>
                    <a:pt x="120000" y="0"/>
                  </a:lnTo>
                  <a:lnTo>
                    <a:pt x="72000" y="75000"/>
                  </a:lnTo>
                  <a:lnTo>
                    <a:pt x="0" y="120000"/>
                  </a:lnTo>
                  <a:lnTo>
                    <a:pt x="0" y="75000"/>
                  </a:lnTo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7" name="Shape 11047"/>
            <p:cNvSpPr/>
            <p:nvPr/>
          </p:nvSpPr>
          <p:spPr>
            <a:xfrm>
              <a:off x="3172144" y="3434461"/>
              <a:ext cx="1160726" cy="89212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574" y="86820"/>
                  </a:moveTo>
                  <a:lnTo>
                    <a:pt x="119574" y="86820"/>
                  </a:lnTo>
                  <a:lnTo>
                    <a:pt x="120000" y="87188"/>
                  </a:lnTo>
                  <a:lnTo>
                    <a:pt x="120000" y="87741"/>
                  </a:lnTo>
                  <a:lnTo>
                    <a:pt x="119574" y="88110"/>
                  </a:lnTo>
                  <a:lnTo>
                    <a:pt x="119008" y="89400"/>
                  </a:lnTo>
                  <a:lnTo>
                    <a:pt x="118583" y="89400"/>
                  </a:lnTo>
                  <a:lnTo>
                    <a:pt x="119008" y="89953"/>
                  </a:lnTo>
                  <a:lnTo>
                    <a:pt x="119008" y="89953"/>
                  </a:lnTo>
                  <a:lnTo>
                    <a:pt x="119008" y="90322"/>
                  </a:lnTo>
                  <a:lnTo>
                    <a:pt x="119008" y="90691"/>
                  </a:lnTo>
                  <a:lnTo>
                    <a:pt x="118299" y="91981"/>
                  </a:lnTo>
                  <a:lnTo>
                    <a:pt x="117874" y="91981"/>
                  </a:lnTo>
                  <a:lnTo>
                    <a:pt x="117591" y="92534"/>
                  </a:lnTo>
                  <a:lnTo>
                    <a:pt x="117308" y="92903"/>
                  </a:lnTo>
                  <a:lnTo>
                    <a:pt x="116316" y="94746"/>
                  </a:lnTo>
                  <a:lnTo>
                    <a:pt x="116316" y="94746"/>
                  </a:lnTo>
                  <a:lnTo>
                    <a:pt x="115608" y="95483"/>
                  </a:lnTo>
                  <a:lnTo>
                    <a:pt x="115608" y="95483"/>
                  </a:lnTo>
                  <a:lnTo>
                    <a:pt x="114616" y="96405"/>
                  </a:lnTo>
                  <a:lnTo>
                    <a:pt x="114191" y="96405"/>
                  </a:lnTo>
                  <a:lnTo>
                    <a:pt x="114191" y="96958"/>
                  </a:lnTo>
                  <a:lnTo>
                    <a:pt x="114191" y="97327"/>
                  </a:lnTo>
                  <a:lnTo>
                    <a:pt x="114899" y="98617"/>
                  </a:lnTo>
                  <a:lnTo>
                    <a:pt x="115324" y="98986"/>
                  </a:lnTo>
                  <a:lnTo>
                    <a:pt x="115324" y="99539"/>
                  </a:lnTo>
                  <a:lnTo>
                    <a:pt x="115324" y="99907"/>
                  </a:lnTo>
                  <a:lnTo>
                    <a:pt x="115324" y="101751"/>
                  </a:lnTo>
                  <a:lnTo>
                    <a:pt x="115608" y="103410"/>
                  </a:lnTo>
                  <a:lnTo>
                    <a:pt x="115608" y="104700"/>
                  </a:lnTo>
                  <a:lnTo>
                    <a:pt x="115608" y="105622"/>
                  </a:lnTo>
                  <a:lnTo>
                    <a:pt x="115608" y="105990"/>
                  </a:lnTo>
                  <a:lnTo>
                    <a:pt x="115608" y="105990"/>
                  </a:lnTo>
                  <a:lnTo>
                    <a:pt x="115608" y="106543"/>
                  </a:lnTo>
                  <a:lnTo>
                    <a:pt x="115608" y="106912"/>
                  </a:lnTo>
                  <a:lnTo>
                    <a:pt x="115324" y="106912"/>
                  </a:lnTo>
                  <a:lnTo>
                    <a:pt x="114899" y="107281"/>
                  </a:lnTo>
                  <a:lnTo>
                    <a:pt x="114616" y="107834"/>
                  </a:lnTo>
                  <a:lnTo>
                    <a:pt x="114191" y="107834"/>
                  </a:lnTo>
                  <a:lnTo>
                    <a:pt x="113907" y="108202"/>
                  </a:lnTo>
                  <a:lnTo>
                    <a:pt x="113907" y="108571"/>
                  </a:lnTo>
                  <a:lnTo>
                    <a:pt x="113624" y="109124"/>
                  </a:lnTo>
                  <a:lnTo>
                    <a:pt x="113624" y="109493"/>
                  </a:lnTo>
                  <a:lnTo>
                    <a:pt x="113624" y="109861"/>
                  </a:lnTo>
                  <a:lnTo>
                    <a:pt x="113624" y="110414"/>
                  </a:lnTo>
                  <a:lnTo>
                    <a:pt x="113624" y="110414"/>
                  </a:lnTo>
                  <a:lnTo>
                    <a:pt x="111924" y="111336"/>
                  </a:lnTo>
                  <a:lnTo>
                    <a:pt x="111641" y="111705"/>
                  </a:lnTo>
                  <a:lnTo>
                    <a:pt x="110932" y="112626"/>
                  </a:lnTo>
                  <a:lnTo>
                    <a:pt x="109940" y="111336"/>
                  </a:lnTo>
                  <a:lnTo>
                    <a:pt x="109232" y="111336"/>
                  </a:lnTo>
                  <a:lnTo>
                    <a:pt x="107957" y="112073"/>
                  </a:lnTo>
                  <a:lnTo>
                    <a:pt x="107249" y="112073"/>
                  </a:lnTo>
                  <a:lnTo>
                    <a:pt x="106824" y="111705"/>
                  </a:lnTo>
                  <a:lnTo>
                    <a:pt x="104132" y="112626"/>
                  </a:lnTo>
                  <a:lnTo>
                    <a:pt x="102857" y="114285"/>
                  </a:lnTo>
                  <a:lnTo>
                    <a:pt x="103848" y="116497"/>
                  </a:lnTo>
                  <a:lnTo>
                    <a:pt x="102148" y="116866"/>
                  </a:lnTo>
                  <a:lnTo>
                    <a:pt x="101865" y="116866"/>
                  </a:lnTo>
                  <a:lnTo>
                    <a:pt x="101582" y="116129"/>
                  </a:lnTo>
                  <a:lnTo>
                    <a:pt x="101157" y="115576"/>
                  </a:lnTo>
                  <a:lnTo>
                    <a:pt x="100873" y="115207"/>
                  </a:lnTo>
                  <a:lnTo>
                    <a:pt x="100448" y="116129"/>
                  </a:lnTo>
                  <a:lnTo>
                    <a:pt x="100165" y="116129"/>
                  </a:lnTo>
                  <a:lnTo>
                    <a:pt x="99173" y="114838"/>
                  </a:lnTo>
                  <a:lnTo>
                    <a:pt x="91806" y="112073"/>
                  </a:lnTo>
                  <a:lnTo>
                    <a:pt x="90106" y="112626"/>
                  </a:lnTo>
                  <a:lnTo>
                    <a:pt x="86706" y="113917"/>
                  </a:lnTo>
                  <a:lnTo>
                    <a:pt x="85714" y="114838"/>
                  </a:lnTo>
                  <a:lnTo>
                    <a:pt x="84439" y="116497"/>
                  </a:lnTo>
                  <a:lnTo>
                    <a:pt x="82739" y="117419"/>
                  </a:lnTo>
                  <a:lnTo>
                    <a:pt x="82030" y="119631"/>
                  </a:lnTo>
                  <a:lnTo>
                    <a:pt x="81038" y="120000"/>
                  </a:lnTo>
                  <a:lnTo>
                    <a:pt x="80047" y="120000"/>
                  </a:lnTo>
                  <a:lnTo>
                    <a:pt x="79338" y="119078"/>
                  </a:lnTo>
                  <a:lnTo>
                    <a:pt x="79338" y="117788"/>
                  </a:lnTo>
                  <a:lnTo>
                    <a:pt x="78772" y="116497"/>
                  </a:lnTo>
                  <a:lnTo>
                    <a:pt x="78063" y="115576"/>
                  </a:lnTo>
                  <a:lnTo>
                    <a:pt x="77072" y="113364"/>
                  </a:lnTo>
                  <a:lnTo>
                    <a:pt x="76080" y="112626"/>
                  </a:lnTo>
                  <a:lnTo>
                    <a:pt x="73388" y="109124"/>
                  </a:lnTo>
                  <a:lnTo>
                    <a:pt x="71688" y="108202"/>
                  </a:lnTo>
                  <a:lnTo>
                    <a:pt x="70413" y="107281"/>
                  </a:lnTo>
                  <a:lnTo>
                    <a:pt x="69279" y="106912"/>
                  </a:lnTo>
                  <a:lnTo>
                    <a:pt x="65596" y="107281"/>
                  </a:lnTo>
                  <a:lnTo>
                    <a:pt x="65312" y="107281"/>
                  </a:lnTo>
                  <a:lnTo>
                    <a:pt x="61629" y="105622"/>
                  </a:lnTo>
                  <a:lnTo>
                    <a:pt x="60637" y="105069"/>
                  </a:lnTo>
                  <a:lnTo>
                    <a:pt x="60354" y="105622"/>
                  </a:lnTo>
                  <a:lnTo>
                    <a:pt x="59929" y="106543"/>
                  </a:lnTo>
                  <a:lnTo>
                    <a:pt x="59220" y="105990"/>
                  </a:lnTo>
                  <a:lnTo>
                    <a:pt x="55253" y="99907"/>
                  </a:lnTo>
                  <a:lnTo>
                    <a:pt x="49870" y="94193"/>
                  </a:lnTo>
                  <a:lnTo>
                    <a:pt x="44911" y="89400"/>
                  </a:lnTo>
                  <a:lnTo>
                    <a:pt x="43919" y="89032"/>
                  </a:lnTo>
                  <a:lnTo>
                    <a:pt x="42927" y="88663"/>
                  </a:lnTo>
                  <a:lnTo>
                    <a:pt x="42219" y="88110"/>
                  </a:lnTo>
                  <a:lnTo>
                    <a:pt x="41511" y="88110"/>
                  </a:lnTo>
                  <a:lnTo>
                    <a:pt x="40236" y="87741"/>
                  </a:lnTo>
                  <a:lnTo>
                    <a:pt x="39811" y="87741"/>
                  </a:lnTo>
                  <a:lnTo>
                    <a:pt x="39102" y="86820"/>
                  </a:lnTo>
                  <a:lnTo>
                    <a:pt x="38536" y="85529"/>
                  </a:lnTo>
                  <a:lnTo>
                    <a:pt x="38110" y="84239"/>
                  </a:lnTo>
                  <a:lnTo>
                    <a:pt x="38110" y="82396"/>
                  </a:lnTo>
                  <a:lnTo>
                    <a:pt x="37827" y="81105"/>
                  </a:lnTo>
                  <a:lnTo>
                    <a:pt x="37119" y="79447"/>
                  </a:lnTo>
                  <a:lnTo>
                    <a:pt x="35844" y="77235"/>
                  </a:lnTo>
                  <a:lnTo>
                    <a:pt x="34427" y="75576"/>
                  </a:lnTo>
                  <a:lnTo>
                    <a:pt x="29752" y="72073"/>
                  </a:lnTo>
                  <a:lnTo>
                    <a:pt x="29185" y="71520"/>
                  </a:lnTo>
                  <a:lnTo>
                    <a:pt x="28760" y="71152"/>
                  </a:lnTo>
                  <a:lnTo>
                    <a:pt x="28476" y="70230"/>
                  </a:lnTo>
                  <a:lnTo>
                    <a:pt x="28051" y="69861"/>
                  </a:lnTo>
                  <a:lnTo>
                    <a:pt x="26776" y="69861"/>
                  </a:lnTo>
                  <a:lnTo>
                    <a:pt x="26493" y="69308"/>
                  </a:lnTo>
                  <a:lnTo>
                    <a:pt x="25785" y="68571"/>
                  </a:lnTo>
                  <a:lnTo>
                    <a:pt x="24793" y="68018"/>
                  </a:lnTo>
                  <a:lnTo>
                    <a:pt x="24085" y="67649"/>
                  </a:lnTo>
                  <a:lnTo>
                    <a:pt x="23093" y="67281"/>
                  </a:lnTo>
                  <a:lnTo>
                    <a:pt x="19693" y="68018"/>
                  </a:lnTo>
                  <a:lnTo>
                    <a:pt x="19409" y="68018"/>
                  </a:lnTo>
                  <a:lnTo>
                    <a:pt x="19126" y="67281"/>
                  </a:lnTo>
                  <a:lnTo>
                    <a:pt x="17992" y="65990"/>
                  </a:lnTo>
                  <a:lnTo>
                    <a:pt x="17426" y="64516"/>
                  </a:lnTo>
                  <a:lnTo>
                    <a:pt x="16717" y="64147"/>
                  </a:lnTo>
                  <a:lnTo>
                    <a:pt x="16434" y="62857"/>
                  </a:lnTo>
                  <a:lnTo>
                    <a:pt x="15017" y="61566"/>
                  </a:lnTo>
                  <a:lnTo>
                    <a:pt x="14734" y="60645"/>
                  </a:lnTo>
                  <a:lnTo>
                    <a:pt x="14734" y="59723"/>
                  </a:lnTo>
                  <a:lnTo>
                    <a:pt x="14025" y="58433"/>
                  </a:lnTo>
                  <a:lnTo>
                    <a:pt x="11050" y="52350"/>
                  </a:lnTo>
                  <a:lnTo>
                    <a:pt x="9634" y="50691"/>
                  </a:lnTo>
                  <a:lnTo>
                    <a:pt x="3966" y="45898"/>
                  </a:lnTo>
                  <a:lnTo>
                    <a:pt x="1700" y="45898"/>
                  </a:lnTo>
                  <a:lnTo>
                    <a:pt x="0" y="44976"/>
                  </a:lnTo>
                  <a:lnTo>
                    <a:pt x="566" y="41105"/>
                  </a:lnTo>
                  <a:lnTo>
                    <a:pt x="566" y="41105"/>
                  </a:lnTo>
                  <a:lnTo>
                    <a:pt x="566" y="40552"/>
                  </a:lnTo>
                  <a:lnTo>
                    <a:pt x="991" y="40184"/>
                  </a:lnTo>
                  <a:lnTo>
                    <a:pt x="1275" y="39815"/>
                  </a:lnTo>
                  <a:lnTo>
                    <a:pt x="1700" y="39815"/>
                  </a:lnTo>
                  <a:lnTo>
                    <a:pt x="5383" y="38341"/>
                  </a:lnTo>
                  <a:lnTo>
                    <a:pt x="5667" y="38341"/>
                  </a:lnTo>
                  <a:lnTo>
                    <a:pt x="5667" y="37972"/>
                  </a:lnTo>
                  <a:lnTo>
                    <a:pt x="5950" y="37972"/>
                  </a:lnTo>
                  <a:lnTo>
                    <a:pt x="5950" y="37603"/>
                  </a:lnTo>
                  <a:lnTo>
                    <a:pt x="5950" y="36682"/>
                  </a:lnTo>
                  <a:lnTo>
                    <a:pt x="5950" y="35760"/>
                  </a:lnTo>
                  <a:lnTo>
                    <a:pt x="5950" y="35023"/>
                  </a:lnTo>
                  <a:lnTo>
                    <a:pt x="5950" y="34470"/>
                  </a:lnTo>
                  <a:lnTo>
                    <a:pt x="5667" y="34470"/>
                  </a:lnTo>
                  <a:lnTo>
                    <a:pt x="5383" y="34101"/>
                  </a:lnTo>
                  <a:lnTo>
                    <a:pt x="3966" y="33179"/>
                  </a:lnTo>
                  <a:lnTo>
                    <a:pt x="3966" y="33179"/>
                  </a:lnTo>
                  <a:lnTo>
                    <a:pt x="3966" y="32811"/>
                  </a:lnTo>
                  <a:lnTo>
                    <a:pt x="3966" y="32258"/>
                  </a:lnTo>
                  <a:lnTo>
                    <a:pt x="3966" y="31889"/>
                  </a:lnTo>
                  <a:lnTo>
                    <a:pt x="4675" y="30967"/>
                  </a:lnTo>
                  <a:lnTo>
                    <a:pt x="4675" y="30599"/>
                  </a:lnTo>
                  <a:lnTo>
                    <a:pt x="4675" y="30230"/>
                  </a:lnTo>
                  <a:lnTo>
                    <a:pt x="4250" y="29677"/>
                  </a:lnTo>
                  <a:lnTo>
                    <a:pt x="4250" y="29677"/>
                  </a:lnTo>
                  <a:lnTo>
                    <a:pt x="4250" y="29308"/>
                  </a:lnTo>
                  <a:lnTo>
                    <a:pt x="4250" y="28755"/>
                  </a:lnTo>
                  <a:lnTo>
                    <a:pt x="4250" y="28755"/>
                  </a:lnTo>
                  <a:lnTo>
                    <a:pt x="4675" y="28387"/>
                  </a:lnTo>
                  <a:lnTo>
                    <a:pt x="4958" y="28387"/>
                  </a:lnTo>
                  <a:lnTo>
                    <a:pt x="4958" y="28387"/>
                  </a:lnTo>
                  <a:lnTo>
                    <a:pt x="5667" y="28755"/>
                  </a:lnTo>
                  <a:lnTo>
                    <a:pt x="5667" y="28755"/>
                  </a:lnTo>
                  <a:lnTo>
                    <a:pt x="5950" y="28755"/>
                  </a:lnTo>
                  <a:lnTo>
                    <a:pt x="7933" y="27096"/>
                  </a:lnTo>
                  <a:lnTo>
                    <a:pt x="7933" y="27096"/>
                  </a:lnTo>
                  <a:lnTo>
                    <a:pt x="8358" y="26728"/>
                  </a:lnTo>
                  <a:lnTo>
                    <a:pt x="8358" y="26728"/>
                  </a:lnTo>
                  <a:lnTo>
                    <a:pt x="8642" y="25437"/>
                  </a:lnTo>
                  <a:lnTo>
                    <a:pt x="9067" y="24884"/>
                  </a:lnTo>
                  <a:lnTo>
                    <a:pt x="9067" y="24884"/>
                  </a:lnTo>
                  <a:lnTo>
                    <a:pt x="9634" y="24516"/>
                  </a:lnTo>
                  <a:lnTo>
                    <a:pt x="10059" y="23963"/>
                  </a:lnTo>
                  <a:lnTo>
                    <a:pt x="10342" y="23594"/>
                  </a:lnTo>
                  <a:lnTo>
                    <a:pt x="10342" y="23225"/>
                  </a:lnTo>
                  <a:lnTo>
                    <a:pt x="10625" y="23225"/>
                  </a:lnTo>
                  <a:lnTo>
                    <a:pt x="10625" y="21935"/>
                  </a:lnTo>
                  <a:lnTo>
                    <a:pt x="11050" y="21382"/>
                  </a:lnTo>
                  <a:lnTo>
                    <a:pt x="11050" y="21382"/>
                  </a:lnTo>
                  <a:lnTo>
                    <a:pt x="11050" y="21382"/>
                  </a:lnTo>
                  <a:lnTo>
                    <a:pt x="11050" y="21013"/>
                  </a:lnTo>
                  <a:lnTo>
                    <a:pt x="11334" y="21013"/>
                  </a:lnTo>
                  <a:lnTo>
                    <a:pt x="12042" y="20460"/>
                  </a:lnTo>
                  <a:lnTo>
                    <a:pt x="12042" y="20460"/>
                  </a:lnTo>
                  <a:lnTo>
                    <a:pt x="12325" y="20460"/>
                  </a:lnTo>
                  <a:lnTo>
                    <a:pt x="12325" y="19723"/>
                  </a:lnTo>
                  <a:lnTo>
                    <a:pt x="12325" y="18801"/>
                  </a:lnTo>
                  <a:lnTo>
                    <a:pt x="12042" y="16589"/>
                  </a:lnTo>
                  <a:lnTo>
                    <a:pt x="12042" y="15668"/>
                  </a:lnTo>
                  <a:lnTo>
                    <a:pt x="12042" y="15299"/>
                  </a:lnTo>
                  <a:lnTo>
                    <a:pt x="12042" y="14930"/>
                  </a:lnTo>
                  <a:lnTo>
                    <a:pt x="12325" y="14930"/>
                  </a:lnTo>
                  <a:lnTo>
                    <a:pt x="12325" y="14377"/>
                  </a:lnTo>
                  <a:lnTo>
                    <a:pt x="12325" y="14009"/>
                  </a:lnTo>
                  <a:lnTo>
                    <a:pt x="12325" y="13640"/>
                  </a:lnTo>
                  <a:lnTo>
                    <a:pt x="12325" y="13087"/>
                  </a:lnTo>
                  <a:lnTo>
                    <a:pt x="12325" y="12718"/>
                  </a:lnTo>
                  <a:lnTo>
                    <a:pt x="12042" y="12718"/>
                  </a:lnTo>
                  <a:lnTo>
                    <a:pt x="11617" y="12350"/>
                  </a:lnTo>
                  <a:lnTo>
                    <a:pt x="11334" y="11797"/>
                  </a:lnTo>
                  <a:lnTo>
                    <a:pt x="11050" y="10875"/>
                  </a:lnTo>
                  <a:lnTo>
                    <a:pt x="11050" y="10875"/>
                  </a:lnTo>
                  <a:lnTo>
                    <a:pt x="10625" y="10506"/>
                  </a:lnTo>
                  <a:lnTo>
                    <a:pt x="9350" y="9216"/>
                  </a:lnTo>
                  <a:lnTo>
                    <a:pt x="9350" y="8847"/>
                  </a:lnTo>
                  <a:lnTo>
                    <a:pt x="9634" y="8294"/>
                  </a:lnTo>
                  <a:lnTo>
                    <a:pt x="10059" y="7557"/>
                  </a:lnTo>
                  <a:lnTo>
                    <a:pt x="10059" y="7557"/>
                  </a:lnTo>
                  <a:lnTo>
                    <a:pt x="10342" y="7557"/>
                  </a:lnTo>
                  <a:lnTo>
                    <a:pt x="10625" y="7557"/>
                  </a:lnTo>
                  <a:lnTo>
                    <a:pt x="11050" y="7557"/>
                  </a:lnTo>
                  <a:lnTo>
                    <a:pt x="11334" y="7926"/>
                  </a:lnTo>
                  <a:lnTo>
                    <a:pt x="11617" y="7926"/>
                  </a:lnTo>
                  <a:lnTo>
                    <a:pt x="12042" y="7557"/>
                  </a:lnTo>
                  <a:lnTo>
                    <a:pt x="12750" y="6082"/>
                  </a:lnTo>
                  <a:lnTo>
                    <a:pt x="13034" y="5714"/>
                  </a:lnTo>
                  <a:lnTo>
                    <a:pt x="15017" y="4055"/>
                  </a:lnTo>
                  <a:lnTo>
                    <a:pt x="17426" y="8294"/>
                  </a:lnTo>
                  <a:lnTo>
                    <a:pt x="18417" y="9216"/>
                  </a:lnTo>
                  <a:lnTo>
                    <a:pt x="18701" y="9585"/>
                  </a:lnTo>
                  <a:lnTo>
                    <a:pt x="19409" y="10138"/>
                  </a:lnTo>
                  <a:lnTo>
                    <a:pt x="19409" y="10506"/>
                  </a:lnTo>
                  <a:lnTo>
                    <a:pt x="19693" y="10506"/>
                  </a:lnTo>
                  <a:lnTo>
                    <a:pt x="19409" y="10875"/>
                  </a:lnTo>
                  <a:lnTo>
                    <a:pt x="19409" y="11428"/>
                  </a:lnTo>
                  <a:lnTo>
                    <a:pt x="19409" y="11428"/>
                  </a:lnTo>
                  <a:lnTo>
                    <a:pt x="19409" y="11797"/>
                  </a:lnTo>
                  <a:lnTo>
                    <a:pt x="19409" y="11797"/>
                  </a:lnTo>
                  <a:lnTo>
                    <a:pt x="19126" y="12350"/>
                  </a:lnTo>
                  <a:lnTo>
                    <a:pt x="18417" y="12718"/>
                  </a:lnTo>
                  <a:lnTo>
                    <a:pt x="18417" y="13087"/>
                  </a:lnTo>
                  <a:lnTo>
                    <a:pt x="17992" y="13640"/>
                  </a:lnTo>
                  <a:lnTo>
                    <a:pt x="17992" y="13640"/>
                  </a:lnTo>
                  <a:lnTo>
                    <a:pt x="17992" y="14009"/>
                  </a:lnTo>
                  <a:lnTo>
                    <a:pt x="17992" y="14377"/>
                  </a:lnTo>
                  <a:lnTo>
                    <a:pt x="17992" y="14930"/>
                  </a:lnTo>
                  <a:lnTo>
                    <a:pt x="19126" y="15668"/>
                  </a:lnTo>
                  <a:lnTo>
                    <a:pt x="19409" y="16221"/>
                  </a:lnTo>
                  <a:lnTo>
                    <a:pt x="19693" y="16221"/>
                  </a:lnTo>
                  <a:lnTo>
                    <a:pt x="20684" y="17142"/>
                  </a:lnTo>
                  <a:lnTo>
                    <a:pt x="21393" y="17511"/>
                  </a:lnTo>
                  <a:lnTo>
                    <a:pt x="22384" y="18801"/>
                  </a:lnTo>
                  <a:lnTo>
                    <a:pt x="22809" y="18801"/>
                  </a:lnTo>
                  <a:lnTo>
                    <a:pt x="23093" y="18801"/>
                  </a:lnTo>
                  <a:lnTo>
                    <a:pt x="23093" y="18801"/>
                  </a:lnTo>
                  <a:lnTo>
                    <a:pt x="24368" y="17880"/>
                  </a:lnTo>
                  <a:lnTo>
                    <a:pt x="25785" y="17142"/>
                  </a:lnTo>
                  <a:lnTo>
                    <a:pt x="25785" y="17142"/>
                  </a:lnTo>
                  <a:lnTo>
                    <a:pt x="26776" y="17142"/>
                  </a:lnTo>
                  <a:lnTo>
                    <a:pt x="27060" y="17142"/>
                  </a:lnTo>
                  <a:lnTo>
                    <a:pt x="27060" y="17142"/>
                  </a:lnTo>
                  <a:lnTo>
                    <a:pt x="27485" y="17142"/>
                  </a:lnTo>
                  <a:lnTo>
                    <a:pt x="27485" y="16589"/>
                  </a:lnTo>
                  <a:lnTo>
                    <a:pt x="27485" y="16589"/>
                  </a:lnTo>
                  <a:lnTo>
                    <a:pt x="27768" y="15668"/>
                  </a:lnTo>
                  <a:lnTo>
                    <a:pt x="27768" y="15668"/>
                  </a:lnTo>
                  <a:lnTo>
                    <a:pt x="28051" y="15299"/>
                  </a:lnTo>
                  <a:lnTo>
                    <a:pt x="28051" y="15299"/>
                  </a:lnTo>
                  <a:lnTo>
                    <a:pt x="30460" y="16589"/>
                  </a:lnTo>
                  <a:lnTo>
                    <a:pt x="31168" y="16589"/>
                  </a:lnTo>
                  <a:lnTo>
                    <a:pt x="31168" y="16589"/>
                  </a:lnTo>
                  <a:lnTo>
                    <a:pt x="31735" y="17142"/>
                  </a:lnTo>
                  <a:lnTo>
                    <a:pt x="32160" y="17511"/>
                  </a:lnTo>
                  <a:lnTo>
                    <a:pt x="32443" y="18801"/>
                  </a:lnTo>
                  <a:lnTo>
                    <a:pt x="32868" y="20460"/>
                  </a:lnTo>
                  <a:lnTo>
                    <a:pt x="32868" y="21935"/>
                  </a:lnTo>
                  <a:lnTo>
                    <a:pt x="33435" y="23225"/>
                  </a:lnTo>
                  <a:lnTo>
                    <a:pt x="33860" y="23225"/>
                  </a:lnTo>
                  <a:lnTo>
                    <a:pt x="34144" y="23225"/>
                  </a:lnTo>
                  <a:lnTo>
                    <a:pt x="34144" y="22672"/>
                  </a:lnTo>
                  <a:lnTo>
                    <a:pt x="34144" y="23225"/>
                  </a:lnTo>
                  <a:lnTo>
                    <a:pt x="34427" y="24516"/>
                  </a:lnTo>
                  <a:lnTo>
                    <a:pt x="34427" y="25437"/>
                  </a:lnTo>
                  <a:lnTo>
                    <a:pt x="34852" y="26728"/>
                  </a:lnTo>
                  <a:lnTo>
                    <a:pt x="35135" y="27096"/>
                  </a:lnTo>
                  <a:lnTo>
                    <a:pt x="35135" y="27465"/>
                  </a:lnTo>
                  <a:lnTo>
                    <a:pt x="35844" y="28018"/>
                  </a:lnTo>
                  <a:lnTo>
                    <a:pt x="36127" y="28755"/>
                  </a:lnTo>
                  <a:lnTo>
                    <a:pt x="36835" y="28018"/>
                  </a:lnTo>
                  <a:lnTo>
                    <a:pt x="37827" y="28018"/>
                  </a:lnTo>
                  <a:lnTo>
                    <a:pt x="40519" y="30230"/>
                  </a:lnTo>
                  <a:lnTo>
                    <a:pt x="41511" y="31520"/>
                  </a:lnTo>
                  <a:lnTo>
                    <a:pt x="41511" y="31520"/>
                  </a:lnTo>
                  <a:lnTo>
                    <a:pt x="41794" y="32258"/>
                  </a:lnTo>
                  <a:lnTo>
                    <a:pt x="41794" y="32258"/>
                  </a:lnTo>
                  <a:lnTo>
                    <a:pt x="41794" y="32258"/>
                  </a:lnTo>
                  <a:lnTo>
                    <a:pt x="42219" y="32258"/>
                  </a:lnTo>
                  <a:lnTo>
                    <a:pt x="42219" y="32258"/>
                  </a:lnTo>
                  <a:lnTo>
                    <a:pt x="42502" y="32258"/>
                  </a:lnTo>
                  <a:lnTo>
                    <a:pt x="43211" y="32258"/>
                  </a:lnTo>
                  <a:lnTo>
                    <a:pt x="43211" y="32811"/>
                  </a:lnTo>
                  <a:lnTo>
                    <a:pt x="43211" y="33179"/>
                  </a:lnTo>
                  <a:lnTo>
                    <a:pt x="43211" y="33548"/>
                  </a:lnTo>
                  <a:lnTo>
                    <a:pt x="42927" y="34101"/>
                  </a:lnTo>
                  <a:lnTo>
                    <a:pt x="42502" y="35023"/>
                  </a:lnTo>
                  <a:lnTo>
                    <a:pt x="42927" y="35391"/>
                  </a:lnTo>
                  <a:lnTo>
                    <a:pt x="43494" y="35391"/>
                  </a:lnTo>
                  <a:lnTo>
                    <a:pt x="43919" y="35023"/>
                  </a:lnTo>
                  <a:lnTo>
                    <a:pt x="44203" y="35391"/>
                  </a:lnTo>
                  <a:lnTo>
                    <a:pt x="45903" y="34470"/>
                  </a:lnTo>
                  <a:lnTo>
                    <a:pt x="46186" y="34470"/>
                  </a:lnTo>
                  <a:lnTo>
                    <a:pt x="46611" y="34470"/>
                  </a:lnTo>
                  <a:lnTo>
                    <a:pt x="46894" y="35391"/>
                  </a:lnTo>
                  <a:lnTo>
                    <a:pt x="47178" y="35760"/>
                  </a:lnTo>
                  <a:lnTo>
                    <a:pt x="47178" y="35760"/>
                  </a:lnTo>
                  <a:lnTo>
                    <a:pt x="47603" y="35760"/>
                  </a:lnTo>
                  <a:lnTo>
                    <a:pt x="47886" y="35023"/>
                  </a:lnTo>
                  <a:lnTo>
                    <a:pt x="48878" y="34101"/>
                  </a:lnTo>
                  <a:lnTo>
                    <a:pt x="49586" y="33179"/>
                  </a:lnTo>
                  <a:lnTo>
                    <a:pt x="49586" y="32811"/>
                  </a:lnTo>
                  <a:lnTo>
                    <a:pt x="49870" y="31889"/>
                  </a:lnTo>
                  <a:lnTo>
                    <a:pt x="50295" y="30967"/>
                  </a:lnTo>
                  <a:lnTo>
                    <a:pt x="50295" y="30230"/>
                  </a:lnTo>
                  <a:lnTo>
                    <a:pt x="50295" y="29677"/>
                  </a:lnTo>
                  <a:lnTo>
                    <a:pt x="50295" y="29677"/>
                  </a:lnTo>
                  <a:lnTo>
                    <a:pt x="49870" y="29308"/>
                  </a:lnTo>
                  <a:lnTo>
                    <a:pt x="49870" y="29308"/>
                  </a:lnTo>
                  <a:lnTo>
                    <a:pt x="49870" y="28755"/>
                  </a:lnTo>
                  <a:lnTo>
                    <a:pt x="49870" y="28387"/>
                  </a:lnTo>
                  <a:lnTo>
                    <a:pt x="49870" y="28018"/>
                  </a:lnTo>
                  <a:lnTo>
                    <a:pt x="50295" y="27465"/>
                  </a:lnTo>
                  <a:lnTo>
                    <a:pt x="50295" y="27465"/>
                  </a:lnTo>
                  <a:lnTo>
                    <a:pt x="50578" y="27465"/>
                  </a:lnTo>
                  <a:lnTo>
                    <a:pt x="50578" y="28018"/>
                  </a:lnTo>
                  <a:lnTo>
                    <a:pt x="51570" y="28755"/>
                  </a:lnTo>
                  <a:lnTo>
                    <a:pt x="51853" y="29308"/>
                  </a:lnTo>
                  <a:lnTo>
                    <a:pt x="52561" y="28755"/>
                  </a:lnTo>
                  <a:lnTo>
                    <a:pt x="53978" y="28387"/>
                  </a:lnTo>
                  <a:lnTo>
                    <a:pt x="54545" y="28018"/>
                  </a:lnTo>
                  <a:lnTo>
                    <a:pt x="54970" y="27465"/>
                  </a:lnTo>
                  <a:lnTo>
                    <a:pt x="54970" y="27465"/>
                  </a:lnTo>
                  <a:lnTo>
                    <a:pt x="54970" y="27096"/>
                  </a:lnTo>
                  <a:lnTo>
                    <a:pt x="54970" y="27096"/>
                  </a:lnTo>
                  <a:lnTo>
                    <a:pt x="54970" y="26728"/>
                  </a:lnTo>
                  <a:lnTo>
                    <a:pt x="54970" y="26175"/>
                  </a:lnTo>
                  <a:lnTo>
                    <a:pt x="54262" y="25437"/>
                  </a:lnTo>
                  <a:lnTo>
                    <a:pt x="54262" y="25437"/>
                  </a:lnTo>
                  <a:lnTo>
                    <a:pt x="54262" y="24884"/>
                  </a:lnTo>
                  <a:lnTo>
                    <a:pt x="54262" y="24516"/>
                  </a:lnTo>
                  <a:lnTo>
                    <a:pt x="54262" y="24516"/>
                  </a:lnTo>
                  <a:lnTo>
                    <a:pt x="55962" y="23594"/>
                  </a:lnTo>
                  <a:lnTo>
                    <a:pt x="55962" y="23594"/>
                  </a:lnTo>
                  <a:lnTo>
                    <a:pt x="55962" y="23594"/>
                  </a:lnTo>
                  <a:lnTo>
                    <a:pt x="56245" y="23225"/>
                  </a:lnTo>
                  <a:lnTo>
                    <a:pt x="56245" y="23225"/>
                  </a:lnTo>
                  <a:lnTo>
                    <a:pt x="56670" y="21935"/>
                  </a:lnTo>
                  <a:lnTo>
                    <a:pt x="56670" y="21382"/>
                  </a:lnTo>
                  <a:lnTo>
                    <a:pt x="60354" y="17880"/>
                  </a:lnTo>
                  <a:lnTo>
                    <a:pt x="60637" y="17511"/>
                  </a:lnTo>
                  <a:lnTo>
                    <a:pt x="60637" y="17511"/>
                  </a:lnTo>
                  <a:lnTo>
                    <a:pt x="60637" y="17142"/>
                  </a:lnTo>
                  <a:lnTo>
                    <a:pt x="60637" y="16589"/>
                  </a:lnTo>
                  <a:lnTo>
                    <a:pt x="60637" y="16589"/>
                  </a:lnTo>
                  <a:lnTo>
                    <a:pt x="60354" y="16221"/>
                  </a:lnTo>
                  <a:lnTo>
                    <a:pt x="60354" y="15668"/>
                  </a:lnTo>
                  <a:lnTo>
                    <a:pt x="61345" y="14009"/>
                  </a:lnTo>
                  <a:lnTo>
                    <a:pt x="65029" y="13087"/>
                  </a:lnTo>
                  <a:lnTo>
                    <a:pt x="65312" y="13087"/>
                  </a:lnTo>
                  <a:lnTo>
                    <a:pt x="65596" y="13087"/>
                  </a:lnTo>
                  <a:lnTo>
                    <a:pt x="65596" y="12718"/>
                  </a:lnTo>
                  <a:lnTo>
                    <a:pt x="65596" y="12718"/>
                  </a:lnTo>
                  <a:lnTo>
                    <a:pt x="65596" y="11797"/>
                  </a:lnTo>
                  <a:lnTo>
                    <a:pt x="66021" y="11428"/>
                  </a:lnTo>
                  <a:lnTo>
                    <a:pt x="66021" y="10875"/>
                  </a:lnTo>
                  <a:lnTo>
                    <a:pt x="66304" y="10875"/>
                  </a:lnTo>
                  <a:lnTo>
                    <a:pt x="66304" y="10875"/>
                  </a:lnTo>
                  <a:lnTo>
                    <a:pt x="67012" y="11428"/>
                  </a:lnTo>
                  <a:lnTo>
                    <a:pt x="67012" y="11428"/>
                  </a:lnTo>
                  <a:lnTo>
                    <a:pt x="67721" y="11428"/>
                  </a:lnTo>
                  <a:lnTo>
                    <a:pt x="68004" y="11428"/>
                  </a:lnTo>
                  <a:lnTo>
                    <a:pt x="69279" y="10506"/>
                  </a:lnTo>
                  <a:lnTo>
                    <a:pt x="69279" y="10506"/>
                  </a:lnTo>
                  <a:lnTo>
                    <a:pt x="69988" y="9216"/>
                  </a:lnTo>
                  <a:lnTo>
                    <a:pt x="70413" y="9216"/>
                  </a:lnTo>
                  <a:lnTo>
                    <a:pt x="70696" y="9216"/>
                  </a:lnTo>
                  <a:lnTo>
                    <a:pt x="71404" y="9216"/>
                  </a:lnTo>
                  <a:lnTo>
                    <a:pt x="71688" y="9216"/>
                  </a:lnTo>
                  <a:lnTo>
                    <a:pt x="71688" y="8847"/>
                  </a:lnTo>
                  <a:lnTo>
                    <a:pt x="71971" y="8847"/>
                  </a:lnTo>
                  <a:lnTo>
                    <a:pt x="71971" y="8294"/>
                  </a:lnTo>
                  <a:lnTo>
                    <a:pt x="71971" y="7926"/>
                  </a:lnTo>
                  <a:lnTo>
                    <a:pt x="71971" y="7004"/>
                  </a:lnTo>
                  <a:lnTo>
                    <a:pt x="72396" y="6635"/>
                  </a:lnTo>
                  <a:lnTo>
                    <a:pt x="72396" y="6082"/>
                  </a:lnTo>
                  <a:lnTo>
                    <a:pt x="72680" y="5345"/>
                  </a:lnTo>
                  <a:lnTo>
                    <a:pt x="72680" y="4792"/>
                  </a:lnTo>
                  <a:lnTo>
                    <a:pt x="72963" y="4792"/>
                  </a:lnTo>
                  <a:lnTo>
                    <a:pt x="72680" y="4423"/>
                  </a:lnTo>
                  <a:lnTo>
                    <a:pt x="72680" y="4055"/>
                  </a:lnTo>
                  <a:lnTo>
                    <a:pt x="72680" y="3502"/>
                  </a:lnTo>
                  <a:lnTo>
                    <a:pt x="72396" y="3502"/>
                  </a:lnTo>
                  <a:lnTo>
                    <a:pt x="72396" y="3133"/>
                  </a:lnTo>
                  <a:lnTo>
                    <a:pt x="72396" y="2580"/>
                  </a:lnTo>
                  <a:lnTo>
                    <a:pt x="72396" y="2211"/>
                  </a:lnTo>
                  <a:lnTo>
                    <a:pt x="72680" y="1290"/>
                  </a:lnTo>
                  <a:lnTo>
                    <a:pt x="74663" y="921"/>
                  </a:lnTo>
                  <a:lnTo>
                    <a:pt x="75088" y="921"/>
                  </a:lnTo>
                  <a:lnTo>
                    <a:pt x="75088" y="921"/>
                  </a:lnTo>
                  <a:lnTo>
                    <a:pt x="75655" y="0"/>
                  </a:lnTo>
                  <a:lnTo>
                    <a:pt x="75655" y="0"/>
                  </a:lnTo>
                  <a:lnTo>
                    <a:pt x="75655" y="0"/>
                  </a:lnTo>
                  <a:lnTo>
                    <a:pt x="76080" y="0"/>
                  </a:lnTo>
                  <a:lnTo>
                    <a:pt x="76363" y="552"/>
                  </a:lnTo>
                  <a:lnTo>
                    <a:pt x="77780" y="1290"/>
                  </a:lnTo>
                  <a:lnTo>
                    <a:pt x="78063" y="1843"/>
                  </a:lnTo>
                  <a:lnTo>
                    <a:pt x="79338" y="4055"/>
                  </a:lnTo>
                  <a:lnTo>
                    <a:pt x="79338" y="4423"/>
                  </a:lnTo>
                  <a:lnTo>
                    <a:pt x="79338" y="4792"/>
                  </a:lnTo>
                  <a:lnTo>
                    <a:pt x="79763" y="5345"/>
                  </a:lnTo>
                  <a:lnTo>
                    <a:pt x="79763" y="5714"/>
                  </a:lnTo>
                  <a:lnTo>
                    <a:pt x="80047" y="5714"/>
                  </a:lnTo>
                  <a:lnTo>
                    <a:pt x="80330" y="6082"/>
                  </a:lnTo>
                  <a:lnTo>
                    <a:pt x="80330" y="6082"/>
                  </a:lnTo>
                  <a:lnTo>
                    <a:pt x="80755" y="6082"/>
                  </a:lnTo>
                  <a:lnTo>
                    <a:pt x="81038" y="6082"/>
                  </a:lnTo>
                  <a:lnTo>
                    <a:pt x="81463" y="6082"/>
                  </a:lnTo>
                  <a:lnTo>
                    <a:pt x="81463" y="6635"/>
                  </a:lnTo>
                  <a:lnTo>
                    <a:pt x="81747" y="6635"/>
                  </a:lnTo>
                  <a:lnTo>
                    <a:pt x="81747" y="6635"/>
                  </a:lnTo>
                  <a:lnTo>
                    <a:pt x="82030" y="7557"/>
                  </a:lnTo>
                  <a:lnTo>
                    <a:pt x="82030" y="7926"/>
                  </a:lnTo>
                  <a:lnTo>
                    <a:pt x="81747" y="11428"/>
                  </a:lnTo>
                  <a:lnTo>
                    <a:pt x="80330" y="12718"/>
                  </a:lnTo>
                  <a:lnTo>
                    <a:pt x="80330" y="12718"/>
                  </a:lnTo>
                  <a:lnTo>
                    <a:pt x="80047" y="12718"/>
                  </a:lnTo>
                  <a:lnTo>
                    <a:pt x="79055" y="13087"/>
                  </a:lnTo>
                  <a:lnTo>
                    <a:pt x="78347" y="13087"/>
                  </a:lnTo>
                  <a:lnTo>
                    <a:pt x="78347" y="13087"/>
                  </a:lnTo>
                  <a:lnTo>
                    <a:pt x="77780" y="13087"/>
                  </a:lnTo>
                  <a:lnTo>
                    <a:pt x="77780" y="13087"/>
                  </a:lnTo>
                  <a:lnTo>
                    <a:pt x="77072" y="13087"/>
                  </a:lnTo>
                  <a:lnTo>
                    <a:pt x="77072" y="13087"/>
                  </a:lnTo>
                  <a:lnTo>
                    <a:pt x="75655" y="13087"/>
                  </a:lnTo>
                  <a:lnTo>
                    <a:pt x="75371" y="13087"/>
                  </a:lnTo>
                  <a:lnTo>
                    <a:pt x="74663" y="13087"/>
                  </a:lnTo>
                  <a:lnTo>
                    <a:pt x="74096" y="13087"/>
                  </a:lnTo>
                  <a:lnTo>
                    <a:pt x="74096" y="13087"/>
                  </a:lnTo>
                  <a:lnTo>
                    <a:pt x="73671" y="13087"/>
                  </a:lnTo>
                  <a:lnTo>
                    <a:pt x="73671" y="13640"/>
                  </a:lnTo>
                  <a:lnTo>
                    <a:pt x="73671" y="14009"/>
                  </a:lnTo>
                  <a:lnTo>
                    <a:pt x="73671" y="14930"/>
                  </a:lnTo>
                  <a:lnTo>
                    <a:pt x="73388" y="15299"/>
                  </a:lnTo>
                  <a:lnTo>
                    <a:pt x="73388" y="16221"/>
                  </a:lnTo>
                  <a:lnTo>
                    <a:pt x="72963" y="16221"/>
                  </a:lnTo>
                  <a:lnTo>
                    <a:pt x="72396" y="16221"/>
                  </a:lnTo>
                  <a:lnTo>
                    <a:pt x="72396" y="16589"/>
                  </a:lnTo>
                  <a:lnTo>
                    <a:pt x="71971" y="16589"/>
                  </a:lnTo>
                  <a:lnTo>
                    <a:pt x="71971" y="17142"/>
                  </a:lnTo>
                  <a:lnTo>
                    <a:pt x="71971" y="17511"/>
                  </a:lnTo>
                  <a:lnTo>
                    <a:pt x="71971" y="17880"/>
                  </a:lnTo>
                  <a:lnTo>
                    <a:pt x="72396" y="17880"/>
                  </a:lnTo>
                  <a:lnTo>
                    <a:pt x="72396" y="18433"/>
                  </a:lnTo>
                  <a:lnTo>
                    <a:pt x="72963" y="18433"/>
                  </a:lnTo>
                  <a:lnTo>
                    <a:pt x="72963" y="18801"/>
                  </a:lnTo>
                  <a:lnTo>
                    <a:pt x="73388" y="18801"/>
                  </a:lnTo>
                  <a:lnTo>
                    <a:pt x="73388" y="19170"/>
                  </a:lnTo>
                  <a:lnTo>
                    <a:pt x="73671" y="19170"/>
                  </a:lnTo>
                  <a:lnTo>
                    <a:pt x="73671" y="19723"/>
                  </a:lnTo>
                  <a:lnTo>
                    <a:pt x="73671" y="20092"/>
                  </a:lnTo>
                  <a:lnTo>
                    <a:pt x="73671" y="20092"/>
                  </a:lnTo>
                  <a:lnTo>
                    <a:pt x="73671" y="20460"/>
                  </a:lnTo>
                  <a:lnTo>
                    <a:pt x="73671" y="21013"/>
                  </a:lnTo>
                  <a:lnTo>
                    <a:pt x="73671" y="21382"/>
                  </a:lnTo>
                  <a:lnTo>
                    <a:pt x="73671" y="22304"/>
                  </a:lnTo>
                  <a:lnTo>
                    <a:pt x="73388" y="22672"/>
                  </a:lnTo>
                  <a:lnTo>
                    <a:pt x="73388" y="22672"/>
                  </a:lnTo>
                  <a:lnTo>
                    <a:pt x="72680" y="23594"/>
                  </a:lnTo>
                  <a:lnTo>
                    <a:pt x="72680" y="23963"/>
                  </a:lnTo>
                  <a:lnTo>
                    <a:pt x="72680" y="23963"/>
                  </a:lnTo>
                  <a:lnTo>
                    <a:pt x="72680" y="24516"/>
                  </a:lnTo>
                  <a:lnTo>
                    <a:pt x="72680" y="25437"/>
                  </a:lnTo>
                  <a:lnTo>
                    <a:pt x="72680" y="25806"/>
                  </a:lnTo>
                  <a:lnTo>
                    <a:pt x="72963" y="26175"/>
                  </a:lnTo>
                  <a:lnTo>
                    <a:pt x="72963" y="26728"/>
                  </a:lnTo>
                  <a:lnTo>
                    <a:pt x="73388" y="26728"/>
                  </a:lnTo>
                  <a:lnTo>
                    <a:pt x="73671" y="27096"/>
                  </a:lnTo>
                  <a:lnTo>
                    <a:pt x="74096" y="27096"/>
                  </a:lnTo>
                  <a:lnTo>
                    <a:pt x="74663" y="27465"/>
                  </a:lnTo>
                  <a:lnTo>
                    <a:pt x="75088" y="27465"/>
                  </a:lnTo>
                  <a:lnTo>
                    <a:pt x="75088" y="27465"/>
                  </a:lnTo>
                  <a:lnTo>
                    <a:pt x="75371" y="28018"/>
                  </a:lnTo>
                  <a:lnTo>
                    <a:pt x="75088" y="28755"/>
                  </a:lnTo>
                  <a:lnTo>
                    <a:pt x="74663" y="30599"/>
                  </a:lnTo>
                  <a:lnTo>
                    <a:pt x="74663" y="30599"/>
                  </a:lnTo>
                  <a:lnTo>
                    <a:pt x="74663" y="30967"/>
                  </a:lnTo>
                  <a:lnTo>
                    <a:pt x="74663" y="31889"/>
                  </a:lnTo>
                  <a:lnTo>
                    <a:pt x="74663" y="32258"/>
                  </a:lnTo>
                  <a:lnTo>
                    <a:pt x="75088" y="32258"/>
                  </a:lnTo>
                  <a:lnTo>
                    <a:pt x="75088" y="32811"/>
                  </a:lnTo>
                  <a:lnTo>
                    <a:pt x="76363" y="33179"/>
                  </a:lnTo>
                  <a:lnTo>
                    <a:pt x="76646" y="33179"/>
                  </a:lnTo>
                  <a:lnTo>
                    <a:pt x="77072" y="33548"/>
                  </a:lnTo>
                  <a:lnTo>
                    <a:pt x="77355" y="34101"/>
                  </a:lnTo>
                  <a:lnTo>
                    <a:pt x="77355" y="34101"/>
                  </a:lnTo>
                  <a:lnTo>
                    <a:pt x="77780" y="34470"/>
                  </a:lnTo>
                  <a:lnTo>
                    <a:pt x="77780" y="35760"/>
                  </a:lnTo>
                  <a:lnTo>
                    <a:pt x="78063" y="36313"/>
                  </a:lnTo>
                  <a:lnTo>
                    <a:pt x="78347" y="36682"/>
                  </a:lnTo>
                  <a:lnTo>
                    <a:pt x="78347" y="37050"/>
                  </a:lnTo>
                  <a:lnTo>
                    <a:pt x="78772" y="37050"/>
                  </a:lnTo>
                  <a:lnTo>
                    <a:pt x="79763" y="37972"/>
                  </a:lnTo>
                  <a:lnTo>
                    <a:pt x="79763" y="38341"/>
                  </a:lnTo>
                  <a:lnTo>
                    <a:pt x="79763" y="38341"/>
                  </a:lnTo>
                  <a:lnTo>
                    <a:pt x="80755" y="39815"/>
                  </a:lnTo>
                  <a:lnTo>
                    <a:pt x="80755" y="39815"/>
                  </a:lnTo>
                  <a:lnTo>
                    <a:pt x="80755" y="40184"/>
                  </a:lnTo>
                  <a:lnTo>
                    <a:pt x="81038" y="40184"/>
                  </a:lnTo>
                  <a:lnTo>
                    <a:pt x="81463" y="40184"/>
                  </a:lnTo>
                  <a:lnTo>
                    <a:pt x="82030" y="40184"/>
                  </a:lnTo>
                  <a:lnTo>
                    <a:pt x="82455" y="40552"/>
                  </a:lnTo>
                  <a:lnTo>
                    <a:pt x="82455" y="40552"/>
                  </a:lnTo>
                  <a:lnTo>
                    <a:pt x="82455" y="40552"/>
                  </a:lnTo>
                  <a:lnTo>
                    <a:pt x="82739" y="41105"/>
                  </a:lnTo>
                  <a:lnTo>
                    <a:pt x="82739" y="41105"/>
                  </a:lnTo>
                  <a:lnTo>
                    <a:pt x="82739" y="41474"/>
                  </a:lnTo>
                  <a:lnTo>
                    <a:pt x="83022" y="41843"/>
                  </a:lnTo>
                  <a:lnTo>
                    <a:pt x="83022" y="41843"/>
                  </a:lnTo>
                  <a:lnTo>
                    <a:pt x="83447" y="42396"/>
                  </a:lnTo>
                  <a:lnTo>
                    <a:pt x="83447" y="42396"/>
                  </a:lnTo>
                  <a:lnTo>
                    <a:pt x="84155" y="42396"/>
                  </a:lnTo>
                  <a:lnTo>
                    <a:pt x="84722" y="42396"/>
                  </a:lnTo>
                  <a:lnTo>
                    <a:pt x="84722" y="42396"/>
                  </a:lnTo>
                  <a:lnTo>
                    <a:pt x="85147" y="42396"/>
                  </a:lnTo>
                  <a:lnTo>
                    <a:pt x="85430" y="42396"/>
                  </a:lnTo>
                  <a:lnTo>
                    <a:pt x="85430" y="42396"/>
                  </a:lnTo>
                  <a:lnTo>
                    <a:pt x="85430" y="42764"/>
                  </a:lnTo>
                  <a:lnTo>
                    <a:pt x="84722" y="43317"/>
                  </a:lnTo>
                  <a:lnTo>
                    <a:pt x="83447" y="44055"/>
                  </a:lnTo>
                  <a:lnTo>
                    <a:pt x="82739" y="44608"/>
                  </a:lnTo>
                  <a:lnTo>
                    <a:pt x="82739" y="44976"/>
                  </a:lnTo>
                  <a:lnTo>
                    <a:pt x="82739" y="45345"/>
                  </a:lnTo>
                  <a:lnTo>
                    <a:pt x="82739" y="45345"/>
                  </a:lnTo>
                  <a:lnTo>
                    <a:pt x="83022" y="45898"/>
                  </a:lnTo>
                  <a:lnTo>
                    <a:pt x="83022" y="46267"/>
                  </a:lnTo>
                  <a:lnTo>
                    <a:pt x="83022" y="46267"/>
                  </a:lnTo>
                  <a:lnTo>
                    <a:pt x="83022" y="46635"/>
                  </a:lnTo>
                  <a:lnTo>
                    <a:pt x="83022" y="46635"/>
                  </a:lnTo>
                  <a:lnTo>
                    <a:pt x="82739" y="47188"/>
                  </a:lnTo>
                  <a:lnTo>
                    <a:pt x="82739" y="47188"/>
                  </a:lnTo>
                  <a:lnTo>
                    <a:pt x="82455" y="47557"/>
                  </a:lnTo>
                  <a:lnTo>
                    <a:pt x="82455" y="47557"/>
                  </a:lnTo>
                  <a:lnTo>
                    <a:pt x="81747" y="47557"/>
                  </a:lnTo>
                  <a:lnTo>
                    <a:pt x="81463" y="47188"/>
                  </a:lnTo>
                  <a:lnTo>
                    <a:pt x="81038" y="47188"/>
                  </a:lnTo>
                  <a:lnTo>
                    <a:pt x="81038" y="47557"/>
                  </a:lnTo>
                  <a:lnTo>
                    <a:pt x="80755" y="48110"/>
                  </a:lnTo>
                  <a:lnTo>
                    <a:pt x="80330" y="48110"/>
                  </a:lnTo>
                  <a:lnTo>
                    <a:pt x="80047" y="48110"/>
                  </a:lnTo>
                  <a:lnTo>
                    <a:pt x="79338" y="48110"/>
                  </a:lnTo>
                  <a:lnTo>
                    <a:pt x="79055" y="48110"/>
                  </a:lnTo>
                  <a:lnTo>
                    <a:pt x="78772" y="48110"/>
                  </a:lnTo>
                  <a:lnTo>
                    <a:pt x="78063" y="47188"/>
                  </a:lnTo>
                  <a:lnTo>
                    <a:pt x="77355" y="46635"/>
                  </a:lnTo>
                  <a:lnTo>
                    <a:pt x="75655" y="46635"/>
                  </a:lnTo>
                  <a:lnTo>
                    <a:pt x="73671" y="45898"/>
                  </a:lnTo>
                  <a:lnTo>
                    <a:pt x="73671" y="46267"/>
                  </a:lnTo>
                  <a:lnTo>
                    <a:pt x="73388" y="46267"/>
                  </a:lnTo>
                  <a:lnTo>
                    <a:pt x="73388" y="47188"/>
                  </a:lnTo>
                  <a:lnTo>
                    <a:pt x="73388" y="48110"/>
                  </a:lnTo>
                  <a:lnTo>
                    <a:pt x="72963" y="48110"/>
                  </a:lnTo>
                  <a:lnTo>
                    <a:pt x="72963" y="48479"/>
                  </a:lnTo>
                  <a:lnTo>
                    <a:pt x="72963" y="48847"/>
                  </a:lnTo>
                  <a:lnTo>
                    <a:pt x="71971" y="50138"/>
                  </a:lnTo>
                  <a:lnTo>
                    <a:pt x="70696" y="51981"/>
                  </a:lnTo>
                  <a:lnTo>
                    <a:pt x="70696" y="52350"/>
                  </a:lnTo>
                  <a:lnTo>
                    <a:pt x="70696" y="52350"/>
                  </a:lnTo>
                  <a:lnTo>
                    <a:pt x="71404" y="55852"/>
                  </a:lnTo>
                  <a:lnTo>
                    <a:pt x="71404" y="56221"/>
                  </a:lnTo>
                  <a:lnTo>
                    <a:pt x="71688" y="57142"/>
                  </a:lnTo>
                  <a:lnTo>
                    <a:pt x="71971" y="57695"/>
                  </a:lnTo>
                  <a:lnTo>
                    <a:pt x="71971" y="57695"/>
                  </a:lnTo>
                  <a:lnTo>
                    <a:pt x="72396" y="58064"/>
                  </a:lnTo>
                  <a:lnTo>
                    <a:pt x="72963" y="58064"/>
                  </a:lnTo>
                  <a:lnTo>
                    <a:pt x="74096" y="58064"/>
                  </a:lnTo>
                  <a:lnTo>
                    <a:pt x="74380" y="58064"/>
                  </a:lnTo>
                  <a:lnTo>
                    <a:pt x="74663" y="58064"/>
                  </a:lnTo>
                  <a:lnTo>
                    <a:pt x="75088" y="57695"/>
                  </a:lnTo>
                  <a:lnTo>
                    <a:pt x="75088" y="57695"/>
                  </a:lnTo>
                  <a:lnTo>
                    <a:pt x="83730" y="61935"/>
                  </a:lnTo>
                  <a:lnTo>
                    <a:pt x="84439" y="61566"/>
                  </a:lnTo>
                  <a:lnTo>
                    <a:pt x="85147" y="61566"/>
                  </a:lnTo>
                  <a:lnTo>
                    <a:pt x="85147" y="61935"/>
                  </a:lnTo>
                  <a:lnTo>
                    <a:pt x="85430" y="61935"/>
                  </a:lnTo>
                  <a:lnTo>
                    <a:pt x="86139" y="62857"/>
                  </a:lnTo>
                  <a:lnTo>
                    <a:pt x="86706" y="63225"/>
                  </a:lnTo>
                  <a:lnTo>
                    <a:pt x="87414" y="63225"/>
                  </a:lnTo>
                  <a:lnTo>
                    <a:pt x="87839" y="63778"/>
                  </a:lnTo>
                  <a:lnTo>
                    <a:pt x="88122" y="64147"/>
                  </a:lnTo>
                  <a:lnTo>
                    <a:pt x="88122" y="64516"/>
                  </a:lnTo>
                  <a:lnTo>
                    <a:pt x="88122" y="64516"/>
                  </a:lnTo>
                  <a:lnTo>
                    <a:pt x="88122" y="65069"/>
                  </a:lnTo>
                  <a:lnTo>
                    <a:pt x="88122" y="65437"/>
                  </a:lnTo>
                  <a:lnTo>
                    <a:pt x="87839" y="66359"/>
                  </a:lnTo>
                  <a:lnTo>
                    <a:pt x="87839" y="66728"/>
                  </a:lnTo>
                  <a:lnTo>
                    <a:pt x="87839" y="67281"/>
                  </a:lnTo>
                  <a:lnTo>
                    <a:pt x="88122" y="68940"/>
                  </a:lnTo>
                  <a:lnTo>
                    <a:pt x="88122" y="69308"/>
                  </a:lnTo>
                  <a:lnTo>
                    <a:pt x="88122" y="69861"/>
                  </a:lnTo>
                  <a:lnTo>
                    <a:pt x="88122" y="69861"/>
                  </a:lnTo>
                  <a:lnTo>
                    <a:pt x="88122" y="70230"/>
                  </a:lnTo>
                  <a:lnTo>
                    <a:pt x="88406" y="70230"/>
                  </a:lnTo>
                  <a:lnTo>
                    <a:pt x="88831" y="70230"/>
                  </a:lnTo>
                  <a:lnTo>
                    <a:pt x="89114" y="70230"/>
                  </a:lnTo>
                  <a:lnTo>
                    <a:pt x="89822" y="69861"/>
                  </a:lnTo>
                  <a:lnTo>
                    <a:pt x="89822" y="69861"/>
                  </a:lnTo>
                  <a:lnTo>
                    <a:pt x="90106" y="69861"/>
                  </a:lnTo>
                  <a:lnTo>
                    <a:pt x="90389" y="69861"/>
                  </a:lnTo>
                  <a:lnTo>
                    <a:pt x="94781" y="71520"/>
                  </a:lnTo>
                  <a:lnTo>
                    <a:pt x="95489" y="72073"/>
                  </a:lnTo>
                  <a:lnTo>
                    <a:pt x="95489" y="72073"/>
                  </a:lnTo>
                  <a:lnTo>
                    <a:pt x="95773" y="72442"/>
                  </a:lnTo>
                  <a:lnTo>
                    <a:pt x="95773" y="72442"/>
                  </a:lnTo>
                  <a:lnTo>
                    <a:pt x="95773" y="72811"/>
                  </a:lnTo>
                  <a:lnTo>
                    <a:pt x="96198" y="72811"/>
                  </a:lnTo>
                  <a:lnTo>
                    <a:pt x="96198" y="72811"/>
                  </a:lnTo>
                  <a:lnTo>
                    <a:pt x="96481" y="73364"/>
                  </a:lnTo>
                  <a:lnTo>
                    <a:pt x="96765" y="73364"/>
                  </a:lnTo>
                  <a:lnTo>
                    <a:pt x="97190" y="73364"/>
                  </a:lnTo>
                  <a:lnTo>
                    <a:pt x="97898" y="72811"/>
                  </a:lnTo>
                  <a:lnTo>
                    <a:pt x="98465" y="72811"/>
                  </a:lnTo>
                  <a:lnTo>
                    <a:pt x="99456" y="72073"/>
                  </a:lnTo>
                  <a:lnTo>
                    <a:pt x="99881" y="71152"/>
                  </a:lnTo>
                  <a:lnTo>
                    <a:pt x="100448" y="69861"/>
                  </a:lnTo>
                  <a:lnTo>
                    <a:pt x="100873" y="69308"/>
                  </a:lnTo>
                  <a:lnTo>
                    <a:pt x="100873" y="68940"/>
                  </a:lnTo>
                  <a:lnTo>
                    <a:pt x="101157" y="68940"/>
                  </a:lnTo>
                  <a:lnTo>
                    <a:pt x="101582" y="68940"/>
                  </a:lnTo>
                  <a:lnTo>
                    <a:pt x="104132" y="69308"/>
                  </a:lnTo>
                  <a:lnTo>
                    <a:pt x="104840" y="69861"/>
                  </a:lnTo>
                  <a:lnTo>
                    <a:pt x="104840" y="70230"/>
                  </a:lnTo>
                  <a:lnTo>
                    <a:pt x="105265" y="70230"/>
                  </a:lnTo>
                  <a:lnTo>
                    <a:pt x="105548" y="71520"/>
                  </a:lnTo>
                  <a:lnTo>
                    <a:pt x="105548" y="72073"/>
                  </a:lnTo>
                  <a:lnTo>
                    <a:pt x="105832" y="72073"/>
                  </a:lnTo>
                  <a:lnTo>
                    <a:pt x="105832" y="72442"/>
                  </a:lnTo>
                  <a:lnTo>
                    <a:pt x="106257" y="72442"/>
                  </a:lnTo>
                  <a:lnTo>
                    <a:pt x="106540" y="72442"/>
                  </a:lnTo>
                  <a:lnTo>
                    <a:pt x="107249" y="72442"/>
                  </a:lnTo>
                  <a:lnTo>
                    <a:pt x="107532" y="72442"/>
                  </a:lnTo>
                  <a:lnTo>
                    <a:pt x="107957" y="72442"/>
                  </a:lnTo>
                  <a:lnTo>
                    <a:pt x="107957" y="72073"/>
                  </a:lnTo>
                  <a:lnTo>
                    <a:pt x="108240" y="72073"/>
                  </a:lnTo>
                  <a:lnTo>
                    <a:pt x="108524" y="72073"/>
                  </a:lnTo>
                  <a:lnTo>
                    <a:pt x="108949" y="72073"/>
                  </a:lnTo>
                  <a:lnTo>
                    <a:pt x="109940" y="72811"/>
                  </a:lnTo>
                  <a:lnTo>
                    <a:pt x="110507" y="72811"/>
                  </a:lnTo>
                  <a:lnTo>
                    <a:pt x="111216" y="72811"/>
                  </a:lnTo>
                  <a:lnTo>
                    <a:pt x="111924" y="72811"/>
                  </a:lnTo>
                  <a:lnTo>
                    <a:pt x="112916" y="73364"/>
                  </a:lnTo>
                  <a:lnTo>
                    <a:pt x="115608" y="75576"/>
                  </a:lnTo>
                  <a:lnTo>
                    <a:pt x="115891" y="75944"/>
                  </a:lnTo>
                  <a:lnTo>
                    <a:pt x="116316" y="76313"/>
                  </a:lnTo>
                  <a:lnTo>
                    <a:pt x="116599" y="76866"/>
                  </a:lnTo>
                  <a:lnTo>
                    <a:pt x="116599" y="76866"/>
                  </a:lnTo>
                  <a:lnTo>
                    <a:pt x="116883" y="77235"/>
                  </a:lnTo>
                  <a:lnTo>
                    <a:pt x="116883" y="77235"/>
                  </a:lnTo>
                  <a:lnTo>
                    <a:pt x="117308" y="78156"/>
                  </a:lnTo>
                  <a:lnTo>
                    <a:pt x="117308" y="78525"/>
                  </a:lnTo>
                  <a:lnTo>
                    <a:pt x="117874" y="79447"/>
                  </a:lnTo>
                  <a:lnTo>
                    <a:pt x="118299" y="79815"/>
                  </a:lnTo>
                  <a:lnTo>
                    <a:pt x="118299" y="80368"/>
                  </a:lnTo>
                  <a:lnTo>
                    <a:pt x="118583" y="82949"/>
                  </a:lnTo>
                  <a:lnTo>
                    <a:pt x="119008" y="83870"/>
                  </a:lnTo>
                  <a:lnTo>
                    <a:pt x="119008" y="84239"/>
                  </a:lnTo>
                  <a:lnTo>
                    <a:pt x="119291" y="84239"/>
                  </a:lnTo>
                  <a:lnTo>
                    <a:pt x="119291" y="84608"/>
                  </a:lnTo>
                  <a:lnTo>
                    <a:pt x="119291" y="84608"/>
                  </a:lnTo>
                  <a:lnTo>
                    <a:pt x="119574" y="85161"/>
                  </a:lnTo>
                  <a:lnTo>
                    <a:pt x="119574" y="86451"/>
                  </a:lnTo>
                  <a:lnTo>
                    <a:pt x="119574" y="86820"/>
                  </a:lnTo>
                  <a:close/>
                  <a:moveTo>
                    <a:pt x="47886" y="73364"/>
                  </a:moveTo>
                  <a:lnTo>
                    <a:pt x="47886" y="73364"/>
                  </a:lnTo>
                  <a:lnTo>
                    <a:pt x="48170" y="72811"/>
                  </a:lnTo>
                  <a:lnTo>
                    <a:pt x="47886" y="72442"/>
                  </a:lnTo>
                  <a:lnTo>
                    <a:pt x="47603" y="72811"/>
                  </a:lnTo>
                  <a:lnTo>
                    <a:pt x="47603" y="72811"/>
                  </a:lnTo>
                  <a:lnTo>
                    <a:pt x="47886" y="73364"/>
                  </a:lnTo>
                  <a:lnTo>
                    <a:pt x="47886" y="73364"/>
                  </a:lnTo>
                  <a:close/>
                </a:path>
              </a:pathLst>
            </a:custGeom>
            <a:solidFill>
              <a:srgbClr val="FF0000"/>
            </a:solidFill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8" name="Shape 11048"/>
            <p:cNvSpPr/>
            <p:nvPr/>
          </p:nvSpPr>
          <p:spPr>
            <a:xfrm>
              <a:off x="3331110" y="2760225"/>
              <a:ext cx="826350" cy="7043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6218" y="1167"/>
                  </a:moveTo>
                  <a:lnTo>
                    <a:pt x="36218" y="1167"/>
                  </a:lnTo>
                  <a:lnTo>
                    <a:pt x="36218" y="0"/>
                  </a:lnTo>
                  <a:lnTo>
                    <a:pt x="36218" y="0"/>
                  </a:lnTo>
                  <a:lnTo>
                    <a:pt x="36616" y="0"/>
                  </a:lnTo>
                  <a:lnTo>
                    <a:pt x="39402" y="0"/>
                  </a:lnTo>
                  <a:lnTo>
                    <a:pt x="40398" y="700"/>
                  </a:lnTo>
                  <a:lnTo>
                    <a:pt x="43184" y="2334"/>
                  </a:lnTo>
                  <a:lnTo>
                    <a:pt x="47562" y="3268"/>
                  </a:lnTo>
                  <a:lnTo>
                    <a:pt x="48358" y="4435"/>
                  </a:lnTo>
                  <a:lnTo>
                    <a:pt x="48955" y="4902"/>
                  </a:lnTo>
                  <a:lnTo>
                    <a:pt x="69651" y="20544"/>
                  </a:lnTo>
                  <a:lnTo>
                    <a:pt x="77611" y="24280"/>
                  </a:lnTo>
                  <a:lnTo>
                    <a:pt x="78606" y="24980"/>
                  </a:lnTo>
                  <a:lnTo>
                    <a:pt x="79402" y="25447"/>
                  </a:lnTo>
                  <a:lnTo>
                    <a:pt x="82388" y="26614"/>
                  </a:lnTo>
                  <a:lnTo>
                    <a:pt x="84179" y="27081"/>
                  </a:lnTo>
                  <a:lnTo>
                    <a:pt x="84577" y="26614"/>
                  </a:lnTo>
                  <a:lnTo>
                    <a:pt x="85174" y="25914"/>
                  </a:lnTo>
                  <a:lnTo>
                    <a:pt x="85174" y="25447"/>
                  </a:lnTo>
                  <a:lnTo>
                    <a:pt x="85572" y="25447"/>
                  </a:lnTo>
                  <a:lnTo>
                    <a:pt x="85572" y="24980"/>
                  </a:lnTo>
                  <a:lnTo>
                    <a:pt x="85572" y="24980"/>
                  </a:lnTo>
                  <a:lnTo>
                    <a:pt x="86169" y="24280"/>
                  </a:lnTo>
                  <a:lnTo>
                    <a:pt x="86567" y="24980"/>
                  </a:lnTo>
                  <a:lnTo>
                    <a:pt x="86567" y="24980"/>
                  </a:lnTo>
                  <a:lnTo>
                    <a:pt x="86965" y="25447"/>
                  </a:lnTo>
                  <a:lnTo>
                    <a:pt x="86965" y="25447"/>
                  </a:lnTo>
                  <a:lnTo>
                    <a:pt x="88358" y="25914"/>
                  </a:lnTo>
                  <a:lnTo>
                    <a:pt x="89353" y="27548"/>
                  </a:lnTo>
                  <a:lnTo>
                    <a:pt x="90348" y="29416"/>
                  </a:lnTo>
                  <a:lnTo>
                    <a:pt x="90746" y="29883"/>
                  </a:lnTo>
                  <a:lnTo>
                    <a:pt x="92139" y="29883"/>
                  </a:lnTo>
                  <a:lnTo>
                    <a:pt x="93134" y="30350"/>
                  </a:lnTo>
                  <a:lnTo>
                    <a:pt x="94129" y="31517"/>
                  </a:lnTo>
                  <a:lnTo>
                    <a:pt x="93532" y="33151"/>
                  </a:lnTo>
                  <a:lnTo>
                    <a:pt x="106268" y="58132"/>
                  </a:lnTo>
                  <a:lnTo>
                    <a:pt x="107263" y="59766"/>
                  </a:lnTo>
                  <a:lnTo>
                    <a:pt x="107661" y="60233"/>
                  </a:lnTo>
                  <a:lnTo>
                    <a:pt x="108656" y="63501"/>
                  </a:lnTo>
                  <a:lnTo>
                    <a:pt x="109253" y="64669"/>
                  </a:lnTo>
                  <a:lnTo>
                    <a:pt x="110049" y="65836"/>
                  </a:lnTo>
                  <a:lnTo>
                    <a:pt x="112437" y="70272"/>
                  </a:lnTo>
                  <a:lnTo>
                    <a:pt x="113830" y="73540"/>
                  </a:lnTo>
                  <a:lnTo>
                    <a:pt x="116218" y="81712"/>
                  </a:lnTo>
                  <a:lnTo>
                    <a:pt x="120000" y="91750"/>
                  </a:lnTo>
                  <a:lnTo>
                    <a:pt x="120000" y="91750"/>
                  </a:lnTo>
                  <a:lnTo>
                    <a:pt x="119004" y="92217"/>
                  </a:lnTo>
                  <a:lnTo>
                    <a:pt x="114825" y="94552"/>
                  </a:lnTo>
                  <a:lnTo>
                    <a:pt x="111442" y="96653"/>
                  </a:lnTo>
                  <a:lnTo>
                    <a:pt x="110646" y="97354"/>
                  </a:lnTo>
                  <a:lnTo>
                    <a:pt x="109651" y="97821"/>
                  </a:lnTo>
                  <a:lnTo>
                    <a:pt x="109253" y="97821"/>
                  </a:lnTo>
                  <a:lnTo>
                    <a:pt x="108656" y="98287"/>
                  </a:lnTo>
                  <a:lnTo>
                    <a:pt x="108258" y="98988"/>
                  </a:lnTo>
                  <a:lnTo>
                    <a:pt x="108258" y="99455"/>
                  </a:lnTo>
                  <a:lnTo>
                    <a:pt x="108258" y="99922"/>
                  </a:lnTo>
                  <a:lnTo>
                    <a:pt x="108258" y="101089"/>
                  </a:lnTo>
                  <a:lnTo>
                    <a:pt x="108258" y="101089"/>
                  </a:lnTo>
                  <a:lnTo>
                    <a:pt x="108258" y="101556"/>
                  </a:lnTo>
                  <a:lnTo>
                    <a:pt x="108258" y="102256"/>
                  </a:lnTo>
                  <a:lnTo>
                    <a:pt x="107661" y="102256"/>
                  </a:lnTo>
                  <a:lnTo>
                    <a:pt x="107661" y="102723"/>
                  </a:lnTo>
                  <a:lnTo>
                    <a:pt x="106865" y="103424"/>
                  </a:lnTo>
                  <a:lnTo>
                    <a:pt x="104875" y="104357"/>
                  </a:lnTo>
                  <a:lnTo>
                    <a:pt x="104477" y="104357"/>
                  </a:lnTo>
                  <a:lnTo>
                    <a:pt x="104477" y="104357"/>
                  </a:lnTo>
                  <a:lnTo>
                    <a:pt x="103482" y="104357"/>
                  </a:lnTo>
                  <a:lnTo>
                    <a:pt x="103482" y="104357"/>
                  </a:lnTo>
                  <a:lnTo>
                    <a:pt x="103084" y="104357"/>
                  </a:lnTo>
                  <a:lnTo>
                    <a:pt x="101691" y="105525"/>
                  </a:lnTo>
                  <a:lnTo>
                    <a:pt x="101094" y="105525"/>
                  </a:lnTo>
                  <a:lnTo>
                    <a:pt x="100696" y="105525"/>
                  </a:lnTo>
                  <a:lnTo>
                    <a:pt x="100298" y="105525"/>
                  </a:lnTo>
                  <a:lnTo>
                    <a:pt x="100298" y="105525"/>
                  </a:lnTo>
                  <a:lnTo>
                    <a:pt x="99701" y="105058"/>
                  </a:lnTo>
                  <a:lnTo>
                    <a:pt x="99303" y="105058"/>
                  </a:lnTo>
                  <a:lnTo>
                    <a:pt x="99303" y="105058"/>
                  </a:lnTo>
                  <a:lnTo>
                    <a:pt x="98706" y="105058"/>
                  </a:lnTo>
                  <a:lnTo>
                    <a:pt x="98308" y="105525"/>
                  </a:lnTo>
                  <a:lnTo>
                    <a:pt x="98308" y="106692"/>
                  </a:lnTo>
                  <a:lnTo>
                    <a:pt x="97910" y="108326"/>
                  </a:lnTo>
                  <a:lnTo>
                    <a:pt x="97313" y="108793"/>
                  </a:lnTo>
                  <a:lnTo>
                    <a:pt x="97313" y="109494"/>
                  </a:lnTo>
                  <a:lnTo>
                    <a:pt x="96915" y="109961"/>
                  </a:lnTo>
                  <a:lnTo>
                    <a:pt x="96915" y="110428"/>
                  </a:lnTo>
                  <a:lnTo>
                    <a:pt x="96915" y="110428"/>
                  </a:lnTo>
                  <a:lnTo>
                    <a:pt x="96915" y="111595"/>
                  </a:lnTo>
                  <a:lnTo>
                    <a:pt x="96915" y="112062"/>
                  </a:lnTo>
                  <a:lnTo>
                    <a:pt x="96915" y="112062"/>
                  </a:lnTo>
                  <a:lnTo>
                    <a:pt x="96517" y="112762"/>
                  </a:lnTo>
                  <a:lnTo>
                    <a:pt x="96517" y="113229"/>
                  </a:lnTo>
                  <a:lnTo>
                    <a:pt x="95522" y="113229"/>
                  </a:lnTo>
                  <a:lnTo>
                    <a:pt x="94527" y="113929"/>
                  </a:lnTo>
                  <a:lnTo>
                    <a:pt x="94129" y="114396"/>
                  </a:lnTo>
                  <a:lnTo>
                    <a:pt x="94129" y="115564"/>
                  </a:lnTo>
                  <a:lnTo>
                    <a:pt x="93532" y="116031"/>
                  </a:lnTo>
                  <a:lnTo>
                    <a:pt x="93532" y="116498"/>
                  </a:lnTo>
                  <a:lnTo>
                    <a:pt x="93532" y="117198"/>
                  </a:lnTo>
                  <a:lnTo>
                    <a:pt x="93134" y="117665"/>
                  </a:lnTo>
                  <a:lnTo>
                    <a:pt x="92736" y="118132"/>
                  </a:lnTo>
                  <a:lnTo>
                    <a:pt x="88358" y="120000"/>
                  </a:lnTo>
                  <a:lnTo>
                    <a:pt x="86567" y="117198"/>
                  </a:lnTo>
                  <a:lnTo>
                    <a:pt x="86169" y="116498"/>
                  </a:lnTo>
                  <a:lnTo>
                    <a:pt x="84179" y="115564"/>
                  </a:lnTo>
                  <a:lnTo>
                    <a:pt x="83781" y="114863"/>
                  </a:lnTo>
                  <a:lnTo>
                    <a:pt x="83184" y="114863"/>
                  </a:lnTo>
                  <a:lnTo>
                    <a:pt x="83184" y="114863"/>
                  </a:lnTo>
                  <a:lnTo>
                    <a:pt x="83184" y="114863"/>
                  </a:lnTo>
                  <a:lnTo>
                    <a:pt x="82388" y="116031"/>
                  </a:lnTo>
                  <a:lnTo>
                    <a:pt x="82388" y="116031"/>
                  </a:lnTo>
                  <a:lnTo>
                    <a:pt x="81791" y="116031"/>
                  </a:lnTo>
                  <a:lnTo>
                    <a:pt x="79004" y="116498"/>
                  </a:lnTo>
                  <a:lnTo>
                    <a:pt x="79004" y="115564"/>
                  </a:lnTo>
                  <a:lnTo>
                    <a:pt x="79004" y="114396"/>
                  </a:lnTo>
                  <a:lnTo>
                    <a:pt x="79402" y="114396"/>
                  </a:lnTo>
                  <a:lnTo>
                    <a:pt x="79402" y="113929"/>
                  </a:lnTo>
                  <a:lnTo>
                    <a:pt x="80000" y="114396"/>
                  </a:lnTo>
                  <a:lnTo>
                    <a:pt x="80398" y="114396"/>
                  </a:lnTo>
                  <a:lnTo>
                    <a:pt x="80995" y="113929"/>
                  </a:lnTo>
                  <a:lnTo>
                    <a:pt x="81393" y="113929"/>
                  </a:lnTo>
                  <a:lnTo>
                    <a:pt x="81791" y="113229"/>
                  </a:lnTo>
                  <a:lnTo>
                    <a:pt x="81791" y="112762"/>
                  </a:lnTo>
                  <a:lnTo>
                    <a:pt x="81791" y="112762"/>
                  </a:lnTo>
                  <a:lnTo>
                    <a:pt x="81791" y="110428"/>
                  </a:lnTo>
                  <a:lnTo>
                    <a:pt x="81791" y="109961"/>
                  </a:lnTo>
                  <a:lnTo>
                    <a:pt x="81791" y="109494"/>
                  </a:lnTo>
                  <a:lnTo>
                    <a:pt x="81791" y="108793"/>
                  </a:lnTo>
                  <a:lnTo>
                    <a:pt x="81791" y="108326"/>
                  </a:lnTo>
                  <a:lnTo>
                    <a:pt x="80995" y="107159"/>
                  </a:lnTo>
                  <a:lnTo>
                    <a:pt x="80398" y="105992"/>
                  </a:lnTo>
                  <a:lnTo>
                    <a:pt x="80398" y="105525"/>
                  </a:lnTo>
                  <a:lnTo>
                    <a:pt x="80000" y="105525"/>
                  </a:lnTo>
                  <a:lnTo>
                    <a:pt x="80000" y="105525"/>
                  </a:lnTo>
                  <a:lnTo>
                    <a:pt x="79402" y="105525"/>
                  </a:lnTo>
                  <a:lnTo>
                    <a:pt x="76218" y="108326"/>
                  </a:lnTo>
                  <a:lnTo>
                    <a:pt x="75223" y="108326"/>
                  </a:lnTo>
                  <a:lnTo>
                    <a:pt x="75223" y="108326"/>
                  </a:lnTo>
                  <a:lnTo>
                    <a:pt x="74825" y="107859"/>
                  </a:lnTo>
                  <a:lnTo>
                    <a:pt x="74825" y="107159"/>
                  </a:lnTo>
                  <a:lnTo>
                    <a:pt x="74825" y="106692"/>
                  </a:lnTo>
                  <a:lnTo>
                    <a:pt x="74228" y="106692"/>
                  </a:lnTo>
                  <a:lnTo>
                    <a:pt x="74228" y="105992"/>
                  </a:lnTo>
                  <a:lnTo>
                    <a:pt x="72039" y="103891"/>
                  </a:lnTo>
                  <a:lnTo>
                    <a:pt x="71442" y="103424"/>
                  </a:lnTo>
                  <a:lnTo>
                    <a:pt x="70447" y="102723"/>
                  </a:lnTo>
                  <a:lnTo>
                    <a:pt x="69054" y="101556"/>
                  </a:lnTo>
                  <a:lnTo>
                    <a:pt x="68258" y="101089"/>
                  </a:lnTo>
                  <a:lnTo>
                    <a:pt x="67661" y="100622"/>
                  </a:lnTo>
                  <a:lnTo>
                    <a:pt x="67263" y="100622"/>
                  </a:lnTo>
                  <a:lnTo>
                    <a:pt x="67263" y="100622"/>
                  </a:lnTo>
                  <a:lnTo>
                    <a:pt x="66865" y="100622"/>
                  </a:lnTo>
                  <a:lnTo>
                    <a:pt x="66268" y="101089"/>
                  </a:lnTo>
                  <a:lnTo>
                    <a:pt x="64477" y="101089"/>
                  </a:lnTo>
                  <a:lnTo>
                    <a:pt x="64477" y="101089"/>
                  </a:lnTo>
                  <a:lnTo>
                    <a:pt x="63880" y="101556"/>
                  </a:lnTo>
                  <a:lnTo>
                    <a:pt x="63880" y="102256"/>
                  </a:lnTo>
                  <a:lnTo>
                    <a:pt x="64477" y="102256"/>
                  </a:lnTo>
                  <a:lnTo>
                    <a:pt x="64477" y="102723"/>
                  </a:lnTo>
                  <a:lnTo>
                    <a:pt x="64477" y="103424"/>
                  </a:lnTo>
                  <a:lnTo>
                    <a:pt x="64477" y="103424"/>
                  </a:lnTo>
                  <a:lnTo>
                    <a:pt x="64477" y="103891"/>
                  </a:lnTo>
                  <a:lnTo>
                    <a:pt x="63880" y="104357"/>
                  </a:lnTo>
                  <a:lnTo>
                    <a:pt x="63482" y="104357"/>
                  </a:lnTo>
                  <a:lnTo>
                    <a:pt x="63482" y="103891"/>
                  </a:lnTo>
                  <a:lnTo>
                    <a:pt x="63482" y="103424"/>
                  </a:lnTo>
                  <a:lnTo>
                    <a:pt x="63084" y="101556"/>
                  </a:lnTo>
                  <a:lnTo>
                    <a:pt x="63084" y="101556"/>
                  </a:lnTo>
                  <a:lnTo>
                    <a:pt x="63084" y="101089"/>
                  </a:lnTo>
                  <a:lnTo>
                    <a:pt x="62487" y="100622"/>
                  </a:lnTo>
                  <a:lnTo>
                    <a:pt x="62487" y="100622"/>
                  </a:lnTo>
                  <a:lnTo>
                    <a:pt x="62487" y="100622"/>
                  </a:lnTo>
                  <a:lnTo>
                    <a:pt x="60696" y="99455"/>
                  </a:lnTo>
                  <a:lnTo>
                    <a:pt x="60099" y="98988"/>
                  </a:lnTo>
                  <a:lnTo>
                    <a:pt x="58706" y="97821"/>
                  </a:lnTo>
                  <a:lnTo>
                    <a:pt x="58308" y="96653"/>
                  </a:lnTo>
                  <a:lnTo>
                    <a:pt x="58308" y="96186"/>
                  </a:lnTo>
                  <a:lnTo>
                    <a:pt x="58308" y="95019"/>
                  </a:lnTo>
                  <a:lnTo>
                    <a:pt x="58308" y="95019"/>
                  </a:lnTo>
                  <a:lnTo>
                    <a:pt x="57910" y="94552"/>
                  </a:lnTo>
                  <a:lnTo>
                    <a:pt x="57910" y="93852"/>
                  </a:lnTo>
                  <a:lnTo>
                    <a:pt x="57313" y="93852"/>
                  </a:lnTo>
                  <a:lnTo>
                    <a:pt x="57313" y="93385"/>
                  </a:lnTo>
                  <a:lnTo>
                    <a:pt x="57313" y="92918"/>
                  </a:lnTo>
                  <a:lnTo>
                    <a:pt x="57313" y="92217"/>
                  </a:lnTo>
                  <a:lnTo>
                    <a:pt x="57313" y="91750"/>
                  </a:lnTo>
                  <a:lnTo>
                    <a:pt x="57313" y="91750"/>
                  </a:lnTo>
                  <a:lnTo>
                    <a:pt x="57313" y="91284"/>
                  </a:lnTo>
                  <a:lnTo>
                    <a:pt x="56915" y="90116"/>
                  </a:lnTo>
                  <a:lnTo>
                    <a:pt x="56517" y="88949"/>
                  </a:lnTo>
                  <a:lnTo>
                    <a:pt x="56517" y="87782"/>
                  </a:lnTo>
                  <a:lnTo>
                    <a:pt x="56517" y="86147"/>
                  </a:lnTo>
                  <a:lnTo>
                    <a:pt x="56517" y="85680"/>
                  </a:lnTo>
                  <a:lnTo>
                    <a:pt x="55920" y="85214"/>
                  </a:lnTo>
                  <a:lnTo>
                    <a:pt x="55522" y="84046"/>
                  </a:lnTo>
                  <a:lnTo>
                    <a:pt x="54527" y="82879"/>
                  </a:lnTo>
                  <a:lnTo>
                    <a:pt x="54129" y="82412"/>
                  </a:lnTo>
                  <a:lnTo>
                    <a:pt x="53532" y="82412"/>
                  </a:lnTo>
                  <a:lnTo>
                    <a:pt x="52736" y="82412"/>
                  </a:lnTo>
                  <a:lnTo>
                    <a:pt x="52736" y="81712"/>
                  </a:lnTo>
                  <a:lnTo>
                    <a:pt x="52139" y="81712"/>
                  </a:lnTo>
                  <a:lnTo>
                    <a:pt x="51741" y="80778"/>
                  </a:lnTo>
                  <a:lnTo>
                    <a:pt x="51741" y="80778"/>
                  </a:lnTo>
                  <a:lnTo>
                    <a:pt x="51741" y="80077"/>
                  </a:lnTo>
                  <a:lnTo>
                    <a:pt x="52139" y="79610"/>
                  </a:lnTo>
                  <a:lnTo>
                    <a:pt x="52139" y="79610"/>
                  </a:lnTo>
                  <a:lnTo>
                    <a:pt x="52736" y="78443"/>
                  </a:lnTo>
                  <a:lnTo>
                    <a:pt x="52736" y="78443"/>
                  </a:lnTo>
                  <a:lnTo>
                    <a:pt x="52736" y="77976"/>
                  </a:lnTo>
                  <a:lnTo>
                    <a:pt x="52736" y="77976"/>
                  </a:lnTo>
                  <a:lnTo>
                    <a:pt x="52736" y="77276"/>
                  </a:lnTo>
                  <a:lnTo>
                    <a:pt x="52736" y="76809"/>
                  </a:lnTo>
                  <a:lnTo>
                    <a:pt x="52736" y="76342"/>
                  </a:lnTo>
                  <a:lnTo>
                    <a:pt x="52736" y="75642"/>
                  </a:lnTo>
                  <a:lnTo>
                    <a:pt x="52139" y="74007"/>
                  </a:lnTo>
                  <a:lnTo>
                    <a:pt x="48358" y="68638"/>
                  </a:lnTo>
                  <a:lnTo>
                    <a:pt x="47960" y="67937"/>
                  </a:lnTo>
                  <a:lnTo>
                    <a:pt x="47562" y="66770"/>
                  </a:lnTo>
                  <a:lnTo>
                    <a:pt x="47562" y="65836"/>
                  </a:lnTo>
                  <a:lnTo>
                    <a:pt x="46965" y="64202"/>
                  </a:lnTo>
                  <a:lnTo>
                    <a:pt x="46965" y="64202"/>
                  </a:lnTo>
                  <a:lnTo>
                    <a:pt x="46965" y="63501"/>
                  </a:lnTo>
                  <a:lnTo>
                    <a:pt x="44179" y="59766"/>
                  </a:lnTo>
                  <a:lnTo>
                    <a:pt x="43781" y="59066"/>
                  </a:lnTo>
                  <a:lnTo>
                    <a:pt x="43781" y="58599"/>
                  </a:lnTo>
                  <a:lnTo>
                    <a:pt x="43781" y="58132"/>
                  </a:lnTo>
                  <a:lnTo>
                    <a:pt x="43781" y="55797"/>
                  </a:lnTo>
                  <a:lnTo>
                    <a:pt x="43781" y="54630"/>
                  </a:lnTo>
                  <a:lnTo>
                    <a:pt x="43781" y="54163"/>
                  </a:lnTo>
                  <a:lnTo>
                    <a:pt x="43184" y="53696"/>
                  </a:lnTo>
                  <a:lnTo>
                    <a:pt x="43184" y="52529"/>
                  </a:lnTo>
                  <a:lnTo>
                    <a:pt x="43184" y="52062"/>
                  </a:lnTo>
                  <a:lnTo>
                    <a:pt x="43184" y="50194"/>
                  </a:lnTo>
                  <a:lnTo>
                    <a:pt x="41791" y="50894"/>
                  </a:lnTo>
                  <a:lnTo>
                    <a:pt x="40398" y="51361"/>
                  </a:lnTo>
                  <a:lnTo>
                    <a:pt x="40398" y="52062"/>
                  </a:lnTo>
                  <a:lnTo>
                    <a:pt x="40000" y="52062"/>
                  </a:lnTo>
                  <a:lnTo>
                    <a:pt x="40000" y="52996"/>
                  </a:lnTo>
                  <a:lnTo>
                    <a:pt x="39402" y="53696"/>
                  </a:lnTo>
                  <a:lnTo>
                    <a:pt x="39004" y="53696"/>
                  </a:lnTo>
                  <a:lnTo>
                    <a:pt x="39004" y="53696"/>
                  </a:lnTo>
                  <a:lnTo>
                    <a:pt x="38009" y="53696"/>
                  </a:lnTo>
                  <a:lnTo>
                    <a:pt x="37213" y="52996"/>
                  </a:lnTo>
                  <a:lnTo>
                    <a:pt x="36616" y="52996"/>
                  </a:lnTo>
                  <a:lnTo>
                    <a:pt x="36218" y="53696"/>
                  </a:lnTo>
                  <a:lnTo>
                    <a:pt x="36218" y="53696"/>
                  </a:lnTo>
                  <a:lnTo>
                    <a:pt x="35621" y="53696"/>
                  </a:lnTo>
                  <a:lnTo>
                    <a:pt x="35223" y="54630"/>
                  </a:lnTo>
                  <a:lnTo>
                    <a:pt x="34825" y="55330"/>
                  </a:lnTo>
                  <a:lnTo>
                    <a:pt x="34825" y="55330"/>
                  </a:lnTo>
                  <a:lnTo>
                    <a:pt x="34228" y="55330"/>
                  </a:lnTo>
                  <a:lnTo>
                    <a:pt x="27661" y="48093"/>
                  </a:lnTo>
                  <a:lnTo>
                    <a:pt x="26268" y="47626"/>
                  </a:lnTo>
                  <a:lnTo>
                    <a:pt x="23482" y="46459"/>
                  </a:lnTo>
                  <a:lnTo>
                    <a:pt x="22487" y="46459"/>
                  </a:lnTo>
                  <a:lnTo>
                    <a:pt x="22089" y="46459"/>
                  </a:lnTo>
                  <a:lnTo>
                    <a:pt x="22089" y="46459"/>
                  </a:lnTo>
                  <a:lnTo>
                    <a:pt x="22089" y="46926"/>
                  </a:lnTo>
                  <a:lnTo>
                    <a:pt x="21492" y="47626"/>
                  </a:lnTo>
                  <a:lnTo>
                    <a:pt x="21492" y="47626"/>
                  </a:lnTo>
                  <a:lnTo>
                    <a:pt x="21094" y="48093"/>
                  </a:lnTo>
                  <a:lnTo>
                    <a:pt x="20696" y="48093"/>
                  </a:lnTo>
                  <a:lnTo>
                    <a:pt x="19701" y="48093"/>
                  </a:lnTo>
                  <a:lnTo>
                    <a:pt x="15920" y="46926"/>
                  </a:lnTo>
                  <a:lnTo>
                    <a:pt x="15522" y="46459"/>
                  </a:lnTo>
                  <a:lnTo>
                    <a:pt x="14925" y="46459"/>
                  </a:lnTo>
                  <a:lnTo>
                    <a:pt x="14925" y="45992"/>
                  </a:lnTo>
                  <a:lnTo>
                    <a:pt x="14527" y="45992"/>
                  </a:lnTo>
                  <a:lnTo>
                    <a:pt x="14527" y="45291"/>
                  </a:lnTo>
                  <a:lnTo>
                    <a:pt x="14527" y="45291"/>
                  </a:lnTo>
                  <a:lnTo>
                    <a:pt x="14925" y="44824"/>
                  </a:lnTo>
                  <a:lnTo>
                    <a:pt x="14925" y="44824"/>
                  </a:lnTo>
                  <a:lnTo>
                    <a:pt x="15522" y="44824"/>
                  </a:lnTo>
                  <a:lnTo>
                    <a:pt x="16318" y="44824"/>
                  </a:lnTo>
                  <a:lnTo>
                    <a:pt x="16915" y="44824"/>
                  </a:lnTo>
                  <a:lnTo>
                    <a:pt x="16915" y="44824"/>
                  </a:lnTo>
                  <a:lnTo>
                    <a:pt x="17313" y="44124"/>
                  </a:lnTo>
                  <a:lnTo>
                    <a:pt x="17313" y="44124"/>
                  </a:lnTo>
                  <a:lnTo>
                    <a:pt x="17313" y="43657"/>
                  </a:lnTo>
                  <a:lnTo>
                    <a:pt x="17313" y="43190"/>
                  </a:lnTo>
                  <a:lnTo>
                    <a:pt x="17313" y="43190"/>
                  </a:lnTo>
                  <a:lnTo>
                    <a:pt x="17313" y="42490"/>
                  </a:lnTo>
                  <a:lnTo>
                    <a:pt x="17313" y="42490"/>
                  </a:lnTo>
                  <a:lnTo>
                    <a:pt x="17313" y="42023"/>
                  </a:lnTo>
                  <a:lnTo>
                    <a:pt x="17313" y="41556"/>
                  </a:lnTo>
                  <a:lnTo>
                    <a:pt x="17313" y="40856"/>
                  </a:lnTo>
                  <a:lnTo>
                    <a:pt x="17313" y="40389"/>
                  </a:lnTo>
                  <a:lnTo>
                    <a:pt x="17313" y="39922"/>
                  </a:lnTo>
                  <a:lnTo>
                    <a:pt x="17313" y="39922"/>
                  </a:lnTo>
                  <a:lnTo>
                    <a:pt x="17313" y="39221"/>
                  </a:lnTo>
                  <a:lnTo>
                    <a:pt x="16915" y="39221"/>
                  </a:lnTo>
                  <a:lnTo>
                    <a:pt x="16915" y="39221"/>
                  </a:lnTo>
                  <a:lnTo>
                    <a:pt x="14527" y="40856"/>
                  </a:lnTo>
                  <a:lnTo>
                    <a:pt x="14129" y="40856"/>
                  </a:lnTo>
                  <a:lnTo>
                    <a:pt x="14129" y="40856"/>
                  </a:lnTo>
                  <a:lnTo>
                    <a:pt x="14129" y="41556"/>
                  </a:lnTo>
                  <a:lnTo>
                    <a:pt x="13532" y="42023"/>
                  </a:lnTo>
                  <a:lnTo>
                    <a:pt x="13532" y="42490"/>
                  </a:lnTo>
                  <a:lnTo>
                    <a:pt x="13134" y="42490"/>
                  </a:lnTo>
                  <a:lnTo>
                    <a:pt x="12537" y="42490"/>
                  </a:lnTo>
                  <a:lnTo>
                    <a:pt x="11741" y="42023"/>
                  </a:lnTo>
                  <a:lnTo>
                    <a:pt x="10348" y="41556"/>
                  </a:lnTo>
                  <a:lnTo>
                    <a:pt x="9751" y="41556"/>
                  </a:lnTo>
                  <a:lnTo>
                    <a:pt x="9353" y="41556"/>
                  </a:lnTo>
                  <a:lnTo>
                    <a:pt x="8358" y="41556"/>
                  </a:lnTo>
                  <a:lnTo>
                    <a:pt x="8358" y="41556"/>
                  </a:lnTo>
                  <a:lnTo>
                    <a:pt x="7960" y="40856"/>
                  </a:lnTo>
                  <a:lnTo>
                    <a:pt x="6965" y="38754"/>
                  </a:lnTo>
                  <a:lnTo>
                    <a:pt x="6965" y="38054"/>
                  </a:lnTo>
                  <a:lnTo>
                    <a:pt x="6965" y="37587"/>
                  </a:lnTo>
                  <a:lnTo>
                    <a:pt x="6965" y="37587"/>
                  </a:lnTo>
                  <a:lnTo>
                    <a:pt x="7960" y="37120"/>
                  </a:lnTo>
                  <a:lnTo>
                    <a:pt x="8358" y="36420"/>
                  </a:lnTo>
                  <a:lnTo>
                    <a:pt x="8955" y="35953"/>
                  </a:lnTo>
                  <a:lnTo>
                    <a:pt x="9353" y="34319"/>
                  </a:lnTo>
                  <a:lnTo>
                    <a:pt x="9751" y="34319"/>
                  </a:lnTo>
                  <a:lnTo>
                    <a:pt x="10746" y="33618"/>
                  </a:lnTo>
                  <a:lnTo>
                    <a:pt x="11144" y="33151"/>
                  </a:lnTo>
                  <a:lnTo>
                    <a:pt x="11741" y="32684"/>
                  </a:lnTo>
                  <a:lnTo>
                    <a:pt x="11741" y="31984"/>
                  </a:lnTo>
                  <a:lnTo>
                    <a:pt x="11741" y="31050"/>
                  </a:lnTo>
                  <a:lnTo>
                    <a:pt x="12139" y="29416"/>
                  </a:lnTo>
                  <a:lnTo>
                    <a:pt x="12139" y="28715"/>
                  </a:lnTo>
                  <a:lnTo>
                    <a:pt x="12537" y="28715"/>
                  </a:lnTo>
                  <a:lnTo>
                    <a:pt x="12537" y="28715"/>
                  </a:lnTo>
                  <a:lnTo>
                    <a:pt x="13134" y="29416"/>
                  </a:lnTo>
                  <a:lnTo>
                    <a:pt x="13532" y="32684"/>
                  </a:lnTo>
                  <a:lnTo>
                    <a:pt x="13532" y="32684"/>
                  </a:lnTo>
                  <a:lnTo>
                    <a:pt x="14129" y="33151"/>
                  </a:lnTo>
                  <a:lnTo>
                    <a:pt x="14527" y="33151"/>
                  </a:lnTo>
                  <a:lnTo>
                    <a:pt x="14527" y="33151"/>
                  </a:lnTo>
                  <a:lnTo>
                    <a:pt x="14925" y="32684"/>
                  </a:lnTo>
                  <a:lnTo>
                    <a:pt x="14925" y="31517"/>
                  </a:lnTo>
                  <a:lnTo>
                    <a:pt x="15920" y="29883"/>
                  </a:lnTo>
                  <a:lnTo>
                    <a:pt x="15920" y="29416"/>
                  </a:lnTo>
                  <a:lnTo>
                    <a:pt x="15920" y="28715"/>
                  </a:lnTo>
                  <a:lnTo>
                    <a:pt x="12139" y="25914"/>
                  </a:lnTo>
                  <a:lnTo>
                    <a:pt x="11144" y="25447"/>
                  </a:lnTo>
                  <a:lnTo>
                    <a:pt x="10746" y="24980"/>
                  </a:lnTo>
                  <a:lnTo>
                    <a:pt x="10348" y="24980"/>
                  </a:lnTo>
                  <a:lnTo>
                    <a:pt x="10348" y="24980"/>
                  </a:lnTo>
                  <a:lnTo>
                    <a:pt x="9751" y="24980"/>
                  </a:lnTo>
                  <a:lnTo>
                    <a:pt x="9751" y="25447"/>
                  </a:lnTo>
                  <a:lnTo>
                    <a:pt x="8955" y="25914"/>
                  </a:lnTo>
                  <a:lnTo>
                    <a:pt x="8955" y="25914"/>
                  </a:lnTo>
                  <a:lnTo>
                    <a:pt x="8358" y="26614"/>
                  </a:lnTo>
                  <a:lnTo>
                    <a:pt x="7363" y="26614"/>
                  </a:lnTo>
                  <a:lnTo>
                    <a:pt x="6965" y="26614"/>
                  </a:lnTo>
                  <a:lnTo>
                    <a:pt x="6567" y="26614"/>
                  </a:lnTo>
                  <a:lnTo>
                    <a:pt x="6567" y="26614"/>
                  </a:lnTo>
                  <a:lnTo>
                    <a:pt x="6567" y="27081"/>
                  </a:lnTo>
                  <a:lnTo>
                    <a:pt x="5970" y="28249"/>
                  </a:lnTo>
                  <a:lnTo>
                    <a:pt x="5572" y="28715"/>
                  </a:lnTo>
                  <a:lnTo>
                    <a:pt x="5572" y="28715"/>
                  </a:lnTo>
                  <a:lnTo>
                    <a:pt x="5174" y="28715"/>
                  </a:lnTo>
                  <a:lnTo>
                    <a:pt x="5174" y="28715"/>
                  </a:lnTo>
                  <a:lnTo>
                    <a:pt x="4577" y="28715"/>
                  </a:lnTo>
                  <a:lnTo>
                    <a:pt x="4179" y="28715"/>
                  </a:lnTo>
                  <a:lnTo>
                    <a:pt x="3184" y="27548"/>
                  </a:lnTo>
                  <a:lnTo>
                    <a:pt x="2786" y="27548"/>
                  </a:lnTo>
                  <a:lnTo>
                    <a:pt x="2189" y="27081"/>
                  </a:lnTo>
                  <a:lnTo>
                    <a:pt x="1791" y="27081"/>
                  </a:lnTo>
                  <a:lnTo>
                    <a:pt x="1393" y="27548"/>
                  </a:lnTo>
                  <a:lnTo>
                    <a:pt x="796" y="27548"/>
                  </a:lnTo>
                  <a:lnTo>
                    <a:pt x="0" y="28249"/>
                  </a:lnTo>
                  <a:lnTo>
                    <a:pt x="398" y="24280"/>
                  </a:lnTo>
                  <a:lnTo>
                    <a:pt x="398" y="23346"/>
                  </a:lnTo>
                  <a:lnTo>
                    <a:pt x="1393" y="21478"/>
                  </a:lnTo>
                  <a:lnTo>
                    <a:pt x="1791" y="20544"/>
                  </a:lnTo>
                  <a:lnTo>
                    <a:pt x="1791" y="14474"/>
                  </a:lnTo>
                  <a:lnTo>
                    <a:pt x="1791" y="13774"/>
                  </a:lnTo>
                  <a:lnTo>
                    <a:pt x="1791" y="12140"/>
                  </a:lnTo>
                  <a:lnTo>
                    <a:pt x="1393" y="11673"/>
                  </a:lnTo>
                  <a:lnTo>
                    <a:pt x="1393" y="10972"/>
                  </a:lnTo>
                  <a:lnTo>
                    <a:pt x="1791" y="10505"/>
                  </a:lnTo>
                  <a:lnTo>
                    <a:pt x="1791" y="10505"/>
                  </a:lnTo>
                  <a:lnTo>
                    <a:pt x="1791" y="10505"/>
                  </a:lnTo>
                  <a:lnTo>
                    <a:pt x="2189" y="10505"/>
                  </a:lnTo>
                  <a:lnTo>
                    <a:pt x="3184" y="10972"/>
                  </a:lnTo>
                  <a:lnTo>
                    <a:pt x="3184" y="10972"/>
                  </a:lnTo>
                  <a:lnTo>
                    <a:pt x="5572" y="10505"/>
                  </a:lnTo>
                  <a:lnTo>
                    <a:pt x="5572" y="10505"/>
                  </a:lnTo>
                  <a:lnTo>
                    <a:pt x="5970" y="10505"/>
                  </a:lnTo>
                  <a:lnTo>
                    <a:pt x="6567" y="10505"/>
                  </a:lnTo>
                  <a:lnTo>
                    <a:pt x="8955" y="8404"/>
                  </a:lnTo>
                  <a:lnTo>
                    <a:pt x="9751" y="6770"/>
                  </a:lnTo>
                  <a:lnTo>
                    <a:pt x="10746" y="6070"/>
                  </a:lnTo>
                  <a:lnTo>
                    <a:pt x="11144" y="6070"/>
                  </a:lnTo>
                  <a:lnTo>
                    <a:pt x="11144" y="6070"/>
                  </a:lnTo>
                  <a:lnTo>
                    <a:pt x="13532" y="4435"/>
                  </a:lnTo>
                  <a:lnTo>
                    <a:pt x="14527" y="4435"/>
                  </a:lnTo>
                  <a:lnTo>
                    <a:pt x="14527" y="4435"/>
                  </a:lnTo>
                  <a:lnTo>
                    <a:pt x="15920" y="4902"/>
                  </a:lnTo>
                  <a:lnTo>
                    <a:pt x="15522" y="6070"/>
                  </a:lnTo>
                  <a:lnTo>
                    <a:pt x="14925" y="8871"/>
                  </a:lnTo>
                  <a:lnTo>
                    <a:pt x="15920" y="10505"/>
                  </a:lnTo>
                  <a:lnTo>
                    <a:pt x="17910" y="11673"/>
                  </a:lnTo>
                  <a:lnTo>
                    <a:pt x="19701" y="10972"/>
                  </a:lnTo>
                  <a:lnTo>
                    <a:pt x="20696" y="8404"/>
                  </a:lnTo>
                  <a:lnTo>
                    <a:pt x="20696" y="8404"/>
                  </a:lnTo>
                  <a:lnTo>
                    <a:pt x="20696" y="7704"/>
                  </a:lnTo>
                  <a:lnTo>
                    <a:pt x="20696" y="7704"/>
                  </a:lnTo>
                  <a:lnTo>
                    <a:pt x="20696" y="7237"/>
                  </a:lnTo>
                  <a:lnTo>
                    <a:pt x="20696" y="7237"/>
                  </a:lnTo>
                  <a:lnTo>
                    <a:pt x="21492" y="7704"/>
                  </a:lnTo>
                  <a:lnTo>
                    <a:pt x="24477" y="8871"/>
                  </a:lnTo>
                  <a:lnTo>
                    <a:pt x="24477" y="8871"/>
                  </a:lnTo>
                  <a:lnTo>
                    <a:pt x="24875" y="9338"/>
                  </a:lnTo>
                  <a:lnTo>
                    <a:pt x="24875" y="10038"/>
                  </a:lnTo>
                  <a:lnTo>
                    <a:pt x="24875" y="10505"/>
                  </a:lnTo>
                  <a:lnTo>
                    <a:pt x="25273" y="10972"/>
                  </a:lnTo>
                  <a:lnTo>
                    <a:pt x="25273" y="11673"/>
                  </a:lnTo>
                  <a:lnTo>
                    <a:pt x="25870" y="11673"/>
                  </a:lnTo>
                  <a:lnTo>
                    <a:pt x="25870" y="11673"/>
                  </a:lnTo>
                  <a:lnTo>
                    <a:pt x="26268" y="11673"/>
                  </a:lnTo>
                  <a:lnTo>
                    <a:pt x="26268" y="10972"/>
                  </a:lnTo>
                  <a:lnTo>
                    <a:pt x="26268" y="10972"/>
                  </a:lnTo>
                  <a:lnTo>
                    <a:pt x="26268" y="10505"/>
                  </a:lnTo>
                  <a:lnTo>
                    <a:pt x="26268" y="10038"/>
                  </a:lnTo>
                  <a:lnTo>
                    <a:pt x="26666" y="10038"/>
                  </a:lnTo>
                  <a:lnTo>
                    <a:pt x="27263" y="9338"/>
                  </a:lnTo>
                  <a:lnTo>
                    <a:pt x="27263" y="9338"/>
                  </a:lnTo>
                  <a:lnTo>
                    <a:pt x="27661" y="9338"/>
                  </a:lnTo>
                  <a:lnTo>
                    <a:pt x="28258" y="10038"/>
                  </a:lnTo>
                  <a:lnTo>
                    <a:pt x="28656" y="10972"/>
                  </a:lnTo>
                  <a:lnTo>
                    <a:pt x="28656" y="11673"/>
                  </a:lnTo>
                  <a:lnTo>
                    <a:pt x="29651" y="12840"/>
                  </a:lnTo>
                  <a:lnTo>
                    <a:pt x="29651" y="13307"/>
                  </a:lnTo>
                  <a:lnTo>
                    <a:pt x="30049" y="13774"/>
                  </a:lnTo>
                  <a:lnTo>
                    <a:pt x="30447" y="13774"/>
                  </a:lnTo>
                  <a:lnTo>
                    <a:pt x="31044" y="13774"/>
                  </a:lnTo>
                  <a:lnTo>
                    <a:pt x="32835" y="13774"/>
                  </a:lnTo>
                  <a:lnTo>
                    <a:pt x="33432" y="13307"/>
                  </a:lnTo>
                  <a:lnTo>
                    <a:pt x="33432" y="13307"/>
                  </a:lnTo>
                  <a:lnTo>
                    <a:pt x="33830" y="13307"/>
                  </a:lnTo>
                  <a:lnTo>
                    <a:pt x="33830" y="12840"/>
                  </a:lnTo>
                  <a:lnTo>
                    <a:pt x="33830" y="12140"/>
                  </a:lnTo>
                  <a:lnTo>
                    <a:pt x="33830" y="11673"/>
                  </a:lnTo>
                  <a:lnTo>
                    <a:pt x="34228" y="11673"/>
                  </a:lnTo>
                  <a:lnTo>
                    <a:pt x="34228" y="10972"/>
                  </a:lnTo>
                  <a:lnTo>
                    <a:pt x="34228" y="10972"/>
                  </a:lnTo>
                  <a:lnTo>
                    <a:pt x="35621" y="10038"/>
                  </a:lnTo>
                  <a:lnTo>
                    <a:pt x="35621" y="10038"/>
                  </a:lnTo>
                  <a:lnTo>
                    <a:pt x="36218" y="9338"/>
                  </a:lnTo>
                  <a:lnTo>
                    <a:pt x="36218" y="8871"/>
                  </a:lnTo>
                  <a:lnTo>
                    <a:pt x="36616" y="7237"/>
                  </a:lnTo>
                  <a:lnTo>
                    <a:pt x="36616" y="7237"/>
                  </a:lnTo>
                  <a:lnTo>
                    <a:pt x="36616" y="6770"/>
                  </a:lnTo>
                  <a:lnTo>
                    <a:pt x="36218" y="6770"/>
                  </a:lnTo>
                  <a:lnTo>
                    <a:pt x="36218" y="5603"/>
                  </a:lnTo>
                  <a:lnTo>
                    <a:pt x="36218" y="5603"/>
                  </a:lnTo>
                  <a:lnTo>
                    <a:pt x="35621" y="4902"/>
                  </a:lnTo>
                  <a:lnTo>
                    <a:pt x="35621" y="4435"/>
                  </a:lnTo>
                  <a:lnTo>
                    <a:pt x="35621" y="4435"/>
                  </a:lnTo>
                  <a:lnTo>
                    <a:pt x="35621" y="3268"/>
                  </a:lnTo>
                  <a:lnTo>
                    <a:pt x="36218" y="1167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49" name="Shape 11049"/>
            <p:cNvSpPr/>
            <p:nvPr/>
          </p:nvSpPr>
          <p:spPr>
            <a:xfrm>
              <a:off x="3307814" y="2990451"/>
              <a:ext cx="586530" cy="7098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074" y="74594"/>
                  </a:moveTo>
                  <a:lnTo>
                    <a:pt x="116074" y="74594"/>
                  </a:lnTo>
                  <a:lnTo>
                    <a:pt x="116074" y="75752"/>
                  </a:lnTo>
                  <a:lnTo>
                    <a:pt x="116074" y="76679"/>
                  </a:lnTo>
                  <a:lnTo>
                    <a:pt x="115514" y="77837"/>
                  </a:lnTo>
                  <a:lnTo>
                    <a:pt x="115514" y="78301"/>
                  </a:lnTo>
                  <a:lnTo>
                    <a:pt x="115514" y="78996"/>
                  </a:lnTo>
                  <a:lnTo>
                    <a:pt x="115514" y="79459"/>
                  </a:lnTo>
                  <a:lnTo>
                    <a:pt x="116074" y="79459"/>
                  </a:lnTo>
                  <a:lnTo>
                    <a:pt x="116074" y="80154"/>
                  </a:lnTo>
                  <a:lnTo>
                    <a:pt x="116074" y="80617"/>
                  </a:lnTo>
                  <a:lnTo>
                    <a:pt x="116635" y="81081"/>
                  </a:lnTo>
                  <a:lnTo>
                    <a:pt x="116074" y="81081"/>
                  </a:lnTo>
                  <a:lnTo>
                    <a:pt x="116074" y="81776"/>
                  </a:lnTo>
                  <a:lnTo>
                    <a:pt x="115514" y="82702"/>
                  </a:lnTo>
                  <a:lnTo>
                    <a:pt x="115514" y="83397"/>
                  </a:lnTo>
                  <a:lnTo>
                    <a:pt x="114672" y="83861"/>
                  </a:lnTo>
                  <a:lnTo>
                    <a:pt x="114672" y="85019"/>
                  </a:lnTo>
                  <a:lnTo>
                    <a:pt x="114672" y="85482"/>
                  </a:lnTo>
                  <a:lnTo>
                    <a:pt x="114672" y="86177"/>
                  </a:lnTo>
                  <a:lnTo>
                    <a:pt x="114112" y="86177"/>
                  </a:lnTo>
                  <a:lnTo>
                    <a:pt x="114112" y="86640"/>
                  </a:lnTo>
                  <a:lnTo>
                    <a:pt x="113551" y="86640"/>
                  </a:lnTo>
                  <a:lnTo>
                    <a:pt x="112149" y="86640"/>
                  </a:lnTo>
                  <a:lnTo>
                    <a:pt x="111588" y="86640"/>
                  </a:lnTo>
                  <a:lnTo>
                    <a:pt x="110747" y="86640"/>
                  </a:lnTo>
                  <a:lnTo>
                    <a:pt x="109345" y="88262"/>
                  </a:lnTo>
                  <a:lnTo>
                    <a:pt x="109345" y="88262"/>
                  </a:lnTo>
                  <a:lnTo>
                    <a:pt x="106822" y="89420"/>
                  </a:lnTo>
                  <a:lnTo>
                    <a:pt x="106261" y="89420"/>
                  </a:lnTo>
                  <a:lnTo>
                    <a:pt x="104859" y="89420"/>
                  </a:lnTo>
                  <a:lnTo>
                    <a:pt x="104859" y="89420"/>
                  </a:lnTo>
                  <a:lnTo>
                    <a:pt x="103457" y="88725"/>
                  </a:lnTo>
                  <a:lnTo>
                    <a:pt x="103457" y="88725"/>
                  </a:lnTo>
                  <a:lnTo>
                    <a:pt x="102897" y="88725"/>
                  </a:lnTo>
                  <a:lnTo>
                    <a:pt x="102897" y="89420"/>
                  </a:lnTo>
                  <a:lnTo>
                    <a:pt x="102056" y="89884"/>
                  </a:lnTo>
                  <a:lnTo>
                    <a:pt x="102056" y="91042"/>
                  </a:lnTo>
                  <a:lnTo>
                    <a:pt x="102056" y="91042"/>
                  </a:lnTo>
                  <a:lnTo>
                    <a:pt x="102056" y="91505"/>
                  </a:lnTo>
                  <a:lnTo>
                    <a:pt x="101495" y="91505"/>
                  </a:lnTo>
                  <a:lnTo>
                    <a:pt x="100934" y="91505"/>
                  </a:lnTo>
                  <a:lnTo>
                    <a:pt x="93644" y="92664"/>
                  </a:lnTo>
                  <a:lnTo>
                    <a:pt x="91682" y="94749"/>
                  </a:lnTo>
                  <a:lnTo>
                    <a:pt x="91682" y="95444"/>
                  </a:lnTo>
                  <a:lnTo>
                    <a:pt x="92242" y="95907"/>
                  </a:lnTo>
                  <a:lnTo>
                    <a:pt x="92242" y="95907"/>
                  </a:lnTo>
                  <a:lnTo>
                    <a:pt x="92242" y="96602"/>
                  </a:lnTo>
                  <a:lnTo>
                    <a:pt x="92242" y="97065"/>
                  </a:lnTo>
                  <a:lnTo>
                    <a:pt x="92242" y="97065"/>
                  </a:lnTo>
                  <a:lnTo>
                    <a:pt x="91682" y="97528"/>
                  </a:lnTo>
                  <a:lnTo>
                    <a:pt x="84392" y="101930"/>
                  </a:lnTo>
                  <a:lnTo>
                    <a:pt x="84392" y="102625"/>
                  </a:lnTo>
                  <a:lnTo>
                    <a:pt x="83551" y="104247"/>
                  </a:lnTo>
                  <a:lnTo>
                    <a:pt x="83551" y="104247"/>
                  </a:lnTo>
                  <a:lnTo>
                    <a:pt x="82990" y="104710"/>
                  </a:lnTo>
                  <a:lnTo>
                    <a:pt x="82990" y="104710"/>
                  </a:lnTo>
                  <a:lnTo>
                    <a:pt x="82990" y="104710"/>
                  </a:lnTo>
                  <a:lnTo>
                    <a:pt x="79626" y="105868"/>
                  </a:lnTo>
                  <a:lnTo>
                    <a:pt x="79626" y="105868"/>
                  </a:lnTo>
                  <a:lnTo>
                    <a:pt x="79626" y="106332"/>
                  </a:lnTo>
                  <a:lnTo>
                    <a:pt x="79626" y="107027"/>
                  </a:lnTo>
                  <a:lnTo>
                    <a:pt x="79626" y="107027"/>
                  </a:lnTo>
                  <a:lnTo>
                    <a:pt x="81028" y="107953"/>
                  </a:lnTo>
                  <a:lnTo>
                    <a:pt x="81028" y="108648"/>
                  </a:lnTo>
                  <a:lnTo>
                    <a:pt x="81028" y="109111"/>
                  </a:lnTo>
                  <a:lnTo>
                    <a:pt x="81028" y="109111"/>
                  </a:lnTo>
                  <a:lnTo>
                    <a:pt x="81028" y="109575"/>
                  </a:lnTo>
                  <a:lnTo>
                    <a:pt x="81028" y="109575"/>
                  </a:lnTo>
                  <a:lnTo>
                    <a:pt x="80186" y="110270"/>
                  </a:lnTo>
                  <a:lnTo>
                    <a:pt x="79065" y="110733"/>
                  </a:lnTo>
                  <a:lnTo>
                    <a:pt x="76261" y="111196"/>
                  </a:lnTo>
                  <a:lnTo>
                    <a:pt x="74859" y="111891"/>
                  </a:lnTo>
                  <a:lnTo>
                    <a:pt x="74299" y="111196"/>
                  </a:lnTo>
                  <a:lnTo>
                    <a:pt x="72336" y="110270"/>
                  </a:lnTo>
                  <a:lnTo>
                    <a:pt x="72336" y="109575"/>
                  </a:lnTo>
                  <a:lnTo>
                    <a:pt x="71775" y="109575"/>
                  </a:lnTo>
                  <a:lnTo>
                    <a:pt x="71775" y="109575"/>
                  </a:lnTo>
                  <a:lnTo>
                    <a:pt x="70934" y="110270"/>
                  </a:lnTo>
                  <a:lnTo>
                    <a:pt x="70934" y="110733"/>
                  </a:lnTo>
                  <a:lnTo>
                    <a:pt x="70934" y="111196"/>
                  </a:lnTo>
                  <a:lnTo>
                    <a:pt x="70934" y="111891"/>
                  </a:lnTo>
                  <a:lnTo>
                    <a:pt x="70934" y="111891"/>
                  </a:lnTo>
                  <a:lnTo>
                    <a:pt x="71775" y="112355"/>
                  </a:lnTo>
                  <a:lnTo>
                    <a:pt x="71775" y="112355"/>
                  </a:lnTo>
                  <a:lnTo>
                    <a:pt x="71775" y="113050"/>
                  </a:lnTo>
                  <a:lnTo>
                    <a:pt x="71775" y="113976"/>
                  </a:lnTo>
                  <a:lnTo>
                    <a:pt x="70934" y="115135"/>
                  </a:lnTo>
                  <a:lnTo>
                    <a:pt x="70373" y="116293"/>
                  </a:lnTo>
                  <a:lnTo>
                    <a:pt x="70373" y="116756"/>
                  </a:lnTo>
                  <a:lnTo>
                    <a:pt x="68971" y="117915"/>
                  </a:lnTo>
                  <a:lnTo>
                    <a:pt x="67009" y="119073"/>
                  </a:lnTo>
                  <a:lnTo>
                    <a:pt x="66448" y="120000"/>
                  </a:lnTo>
                  <a:lnTo>
                    <a:pt x="65607" y="120000"/>
                  </a:lnTo>
                  <a:lnTo>
                    <a:pt x="65607" y="120000"/>
                  </a:lnTo>
                  <a:lnTo>
                    <a:pt x="65046" y="119536"/>
                  </a:lnTo>
                  <a:lnTo>
                    <a:pt x="64485" y="118378"/>
                  </a:lnTo>
                  <a:lnTo>
                    <a:pt x="63644" y="118378"/>
                  </a:lnTo>
                  <a:lnTo>
                    <a:pt x="63084" y="118378"/>
                  </a:lnTo>
                  <a:lnTo>
                    <a:pt x="59719" y="119536"/>
                  </a:lnTo>
                  <a:lnTo>
                    <a:pt x="59158" y="119073"/>
                  </a:lnTo>
                  <a:lnTo>
                    <a:pt x="58317" y="119536"/>
                  </a:lnTo>
                  <a:lnTo>
                    <a:pt x="57196" y="119536"/>
                  </a:lnTo>
                  <a:lnTo>
                    <a:pt x="56355" y="119073"/>
                  </a:lnTo>
                  <a:lnTo>
                    <a:pt x="57196" y="117915"/>
                  </a:lnTo>
                  <a:lnTo>
                    <a:pt x="57757" y="117220"/>
                  </a:lnTo>
                  <a:lnTo>
                    <a:pt x="57757" y="116756"/>
                  </a:lnTo>
                  <a:lnTo>
                    <a:pt x="57757" y="116293"/>
                  </a:lnTo>
                  <a:lnTo>
                    <a:pt x="57757" y="115598"/>
                  </a:lnTo>
                  <a:lnTo>
                    <a:pt x="56355" y="115598"/>
                  </a:lnTo>
                  <a:lnTo>
                    <a:pt x="55794" y="115598"/>
                  </a:lnTo>
                  <a:lnTo>
                    <a:pt x="55794" y="115598"/>
                  </a:lnTo>
                  <a:lnTo>
                    <a:pt x="54953" y="115598"/>
                  </a:lnTo>
                  <a:lnTo>
                    <a:pt x="54953" y="115598"/>
                  </a:lnTo>
                  <a:lnTo>
                    <a:pt x="54953" y="115598"/>
                  </a:lnTo>
                  <a:lnTo>
                    <a:pt x="54392" y="114671"/>
                  </a:lnTo>
                  <a:lnTo>
                    <a:pt x="54392" y="114671"/>
                  </a:lnTo>
                  <a:lnTo>
                    <a:pt x="52429" y="113050"/>
                  </a:lnTo>
                  <a:lnTo>
                    <a:pt x="47102" y="110270"/>
                  </a:lnTo>
                  <a:lnTo>
                    <a:pt x="45140" y="110270"/>
                  </a:lnTo>
                  <a:lnTo>
                    <a:pt x="43738" y="111196"/>
                  </a:lnTo>
                  <a:lnTo>
                    <a:pt x="43177" y="110270"/>
                  </a:lnTo>
                  <a:lnTo>
                    <a:pt x="41775" y="109575"/>
                  </a:lnTo>
                  <a:lnTo>
                    <a:pt x="41775" y="109111"/>
                  </a:lnTo>
                  <a:lnTo>
                    <a:pt x="41214" y="108648"/>
                  </a:lnTo>
                  <a:lnTo>
                    <a:pt x="40373" y="107027"/>
                  </a:lnTo>
                  <a:lnTo>
                    <a:pt x="40373" y="105868"/>
                  </a:lnTo>
                  <a:lnTo>
                    <a:pt x="39813" y="104247"/>
                  </a:lnTo>
                  <a:lnTo>
                    <a:pt x="39813" y="103552"/>
                  </a:lnTo>
                  <a:lnTo>
                    <a:pt x="39813" y="104247"/>
                  </a:lnTo>
                  <a:lnTo>
                    <a:pt x="39252" y="104247"/>
                  </a:lnTo>
                  <a:lnTo>
                    <a:pt x="38411" y="104247"/>
                  </a:lnTo>
                  <a:lnTo>
                    <a:pt x="37289" y="102625"/>
                  </a:lnTo>
                  <a:lnTo>
                    <a:pt x="37289" y="100772"/>
                  </a:lnTo>
                  <a:lnTo>
                    <a:pt x="36448" y="98687"/>
                  </a:lnTo>
                  <a:lnTo>
                    <a:pt x="35887" y="97065"/>
                  </a:lnTo>
                  <a:lnTo>
                    <a:pt x="35046" y="96602"/>
                  </a:lnTo>
                  <a:lnTo>
                    <a:pt x="33925" y="95907"/>
                  </a:lnTo>
                  <a:lnTo>
                    <a:pt x="33925" y="95907"/>
                  </a:lnTo>
                  <a:lnTo>
                    <a:pt x="32523" y="95907"/>
                  </a:lnTo>
                  <a:lnTo>
                    <a:pt x="27757" y="94285"/>
                  </a:lnTo>
                  <a:lnTo>
                    <a:pt x="27757" y="94285"/>
                  </a:lnTo>
                  <a:lnTo>
                    <a:pt x="27196" y="94749"/>
                  </a:lnTo>
                  <a:lnTo>
                    <a:pt x="27196" y="94749"/>
                  </a:lnTo>
                  <a:lnTo>
                    <a:pt x="26635" y="95907"/>
                  </a:lnTo>
                  <a:lnTo>
                    <a:pt x="26635" y="95907"/>
                  </a:lnTo>
                  <a:lnTo>
                    <a:pt x="26635" y="96602"/>
                  </a:lnTo>
                  <a:lnTo>
                    <a:pt x="25794" y="96602"/>
                  </a:lnTo>
                  <a:lnTo>
                    <a:pt x="25794" y="96602"/>
                  </a:lnTo>
                  <a:lnTo>
                    <a:pt x="25233" y="96602"/>
                  </a:lnTo>
                  <a:lnTo>
                    <a:pt x="23271" y="96602"/>
                  </a:lnTo>
                  <a:lnTo>
                    <a:pt x="23271" y="96602"/>
                  </a:lnTo>
                  <a:lnTo>
                    <a:pt x="20467" y="97528"/>
                  </a:lnTo>
                  <a:lnTo>
                    <a:pt x="17943" y="98687"/>
                  </a:lnTo>
                  <a:lnTo>
                    <a:pt x="17943" y="98687"/>
                  </a:lnTo>
                  <a:lnTo>
                    <a:pt x="17383" y="98687"/>
                  </a:lnTo>
                  <a:lnTo>
                    <a:pt x="16542" y="98687"/>
                  </a:lnTo>
                  <a:lnTo>
                    <a:pt x="14579" y="97065"/>
                  </a:lnTo>
                  <a:lnTo>
                    <a:pt x="13177" y="96602"/>
                  </a:lnTo>
                  <a:lnTo>
                    <a:pt x="11214" y="95444"/>
                  </a:lnTo>
                  <a:lnTo>
                    <a:pt x="10654" y="95444"/>
                  </a:lnTo>
                  <a:lnTo>
                    <a:pt x="10093" y="94749"/>
                  </a:lnTo>
                  <a:lnTo>
                    <a:pt x="7850" y="93822"/>
                  </a:lnTo>
                  <a:lnTo>
                    <a:pt x="7850" y="93127"/>
                  </a:lnTo>
                  <a:lnTo>
                    <a:pt x="7850" y="92664"/>
                  </a:lnTo>
                  <a:lnTo>
                    <a:pt x="7850" y="92200"/>
                  </a:lnTo>
                  <a:lnTo>
                    <a:pt x="7850" y="92200"/>
                  </a:lnTo>
                  <a:lnTo>
                    <a:pt x="8691" y="91505"/>
                  </a:lnTo>
                  <a:lnTo>
                    <a:pt x="8691" y="91042"/>
                  </a:lnTo>
                  <a:lnTo>
                    <a:pt x="10093" y="90579"/>
                  </a:lnTo>
                  <a:lnTo>
                    <a:pt x="10654" y="89884"/>
                  </a:lnTo>
                  <a:lnTo>
                    <a:pt x="10654" y="89884"/>
                  </a:lnTo>
                  <a:lnTo>
                    <a:pt x="10654" y="89420"/>
                  </a:lnTo>
                  <a:lnTo>
                    <a:pt x="10654" y="89420"/>
                  </a:lnTo>
                  <a:lnTo>
                    <a:pt x="10654" y="88725"/>
                  </a:lnTo>
                  <a:lnTo>
                    <a:pt x="11214" y="88262"/>
                  </a:lnTo>
                  <a:lnTo>
                    <a:pt x="10654" y="88262"/>
                  </a:lnTo>
                  <a:lnTo>
                    <a:pt x="10654" y="87799"/>
                  </a:lnTo>
                  <a:lnTo>
                    <a:pt x="9252" y="87104"/>
                  </a:lnTo>
                  <a:lnTo>
                    <a:pt x="8691" y="86640"/>
                  </a:lnTo>
                  <a:lnTo>
                    <a:pt x="6728" y="85482"/>
                  </a:lnTo>
                  <a:lnTo>
                    <a:pt x="1962" y="80154"/>
                  </a:lnTo>
                  <a:lnTo>
                    <a:pt x="5887" y="77374"/>
                  </a:lnTo>
                  <a:lnTo>
                    <a:pt x="5887" y="76679"/>
                  </a:lnTo>
                  <a:lnTo>
                    <a:pt x="6728" y="76216"/>
                  </a:lnTo>
                  <a:lnTo>
                    <a:pt x="6728" y="76216"/>
                  </a:lnTo>
                  <a:lnTo>
                    <a:pt x="6728" y="75752"/>
                  </a:lnTo>
                  <a:lnTo>
                    <a:pt x="6728" y="75057"/>
                  </a:lnTo>
                  <a:lnTo>
                    <a:pt x="6728" y="75057"/>
                  </a:lnTo>
                  <a:lnTo>
                    <a:pt x="6728" y="74594"/>
                  </a:lnTo>
                  <a:lnTo>
                    <a:pt x="5887" y="74131"/>
                  </a:lnTo>
                  <a:lnTo>
                    <a:pt x="5887" y="73436"/>
                  </a:lnTo>
                  <a:lnTo>
                    <a:pt x="4766" y="73436"/>
                  </a:lnTo>
                  <a:lnTo>
                    <a:pt x="4766" y="72972"/>
                  </a:lnTo>
                  <a:lnTo>
                    <a:pt x="4766" y="72277"/>
                  </a:lnTo>
                  <a:lnTo>
                    <a:pt x="4766" y="69729"/>
                  </a:lnTo>
                  <a:lnTo>
                    <a:pt x="4766" y="68108"/>
                  </a:lnTo>
                  <a:lnTo>
                    <a:pt x="5327" y="65791"/>
                  </a:lnTo>
                  <a:lnTo>
                    <a:pt x="5327" y="64633"/>
                  </a:lnTo>
                  <a:lnTo>
                    <a:pt x="5887" y="63706"/>
                  </a:lnTo>
                  <a:lnTo>
                    <a:pt x="6728" y="63706"/>
                  </a:lnTo>
                  <a:lnTo>
                    <a:pt x="6728" y="62548"/>
                  </a:lnTo>
                  <a:lnTo>
                    <a:pt x="6728" y="62548"/>
                  </a:lnTo>
                  <a:lnTo>
                    <a:pt x="6728" y="61853"/>
                  </a:lnTo>
                  <a:lnTo>
                    <a:pt x="6728" y="60231"/>
                  </a:lnTo>
                  <a:lnTo>
                    <a:pt x="5887" y="59768"/>
                  </a:lnTo>
                  <a:lnTo>
                    <a:pt x="5887" y="58610"/>
                  </a:lnTo>
                  <a:lnTo>
                    <a:pt x="5327" y="58146"/>
                  </a:lnTo>
                  <a:lnTo>
                    <a:pt x="4766" y="57683"/>
                  </a:lnTo>
                  <a:lnTo>
                    <a:pt x="3925" y="57683"/>
                  </a:lnTo>
                  <a:lnTo>
                    <a:pt x="3925" y="57683"/>
                  </a:lnTo>
                  <a:lnTo>
                    <a:pt x="3364" y="58146"/>
                  </a:lnTo>
                  <a:lnTo>
                    <a:pt x="3364" y="58610"/>
                  </a:lnTo>
                  <a:lnTo>
                    <a:pt x="3364" y="58610"/>
                  </a:lnTo>
                  <a:lnTo>
                    <a:pt x="2803" y="58610"/>
                  </a:lnTo>
                  <a:lnTo>
                    <a:pt x="1962" y="58610"/>
                  </a:lnTo>
                  <a:lnTo>
                    <a:pt x="1962" y="58146"/>
                  </a:lnTo>
                  <a:lnTo>
                    <a:pt x="1401" y="57683"/>
                  </a:lnTo>
                  <a:lnTo>
                    <a:pt x="1401" y="55830"/>
                  </a:lnTo>
                  <a:lnTo>
                    <a:pt x="560" y="55366"/>
                  </a:lnTo>
                  <a:lnTo>
                    <a:pt x="560" y="54903"/>
                  </a:lnTo>
                  <a:lnTo>
                    <a:pt x="560" y="54208"/>
                  </a:lnTo>
                  <a:lnTo>
                    <a:pt x="0" y="54208"/>
                  </a:lnTo>
                  <a:lnTo>
                    <a:pt x="0" y="53745"/>
                  </a:lnTo>
                  <a:lnTo>
                    <a:pt x="0" y="53281"/>
                  </a:lnTo>
                  <a:lnTo>
                    <a:pt x="0" y="51660"/>
                  </a:lnTo>
                  <a:lnTo>
                    <a:pt x="1401" y="48185"/>
                  </a:lnTo>
                  <a:lnTo>
                    <a:pt x="2803" y="47722"/>
                  </a:lnTo>
                  <a:lnTo>
                    <a:pt x="3364" y="47258"/>
                  </a:lnTo>
                  <a:lnTo>
                    <a:pt x="5327" y="46100"/>
                  </a:lnTo>
                  <a:lnTo>
                    <a:pt x="5327" y="46100"/>
                  </a:lnTo>
                  <a:lnTo>
                    <a:pt x="5887" y="45637"/>
                  </a:lnTo>
                  <a:lnTo>
                    <a:pt x="6728" y="44942"/>
                  </a:lnTo>
                  <a:lnTo>
                    <a:pt x="6728" y="44478"/>
                  </a:lnTo>
                  <a:lnTo>
                    <a:pt x="6728" y="43783"/>
                  </a:lnTo>
                  <a:lnTo>
                    <a:pt x="6728" y="43320"/>
                  </a:lnTo>
                  <a:lnTo>
                    <a:pt x="6728" y="40540"/>
                  </a:lnTo>
                  <a:lnTo>
                    <a:pt x="7289" y="40077"/>
                  </a:lnTo>
                  <a:lnTo>
                    <a:pt x="7289" y="39382"/>
                  </a:lnTo>
                  <a:lnTo>
                    <a:pt x="7850" y="38918"/>
                  </a:lnTo>
                  <a:lnTo>
                    <a:pt x="8691" y="38918"/>
                  </a:lnTo>
                  <a:lnTo>
                    <a:pt x="9252" y="38918"/>
                  </a:lnTo>
                  <a:lnTo>
                    <a:pt x="11214" y="39382"/>
                  </a:lnTo>
                  <a:lnTo>
                    <a:pt x="12616" y="39382"/>
                  </a:lnTo>
                  <a:lnTo>
                    <a:pt x="12616" y="39382"/>
                  </a:lnTo>
                  <a:lnTo>
                    <a:pt x="13177" y="39382"/>
                  </a:lnTo>
                  <a:lnTo>
                    <a:pt x="13177" y="38918"/>
                  </a:lnTo>
                  <a:lnTo>
                    <a:pt x="14018" y="38455"/>
                  </a:lnTo>
                  <a:lnTo>
                    <a:pt x="14579" y="37760"/>
                  </a:lnTo>
                  <a:lnTo>
                    <a:pt x="14579" y="37760"/>
                  </a:lnTo>
                  <a:lnTo>
                    <a:pt x="15140" y="37760"/>
                  </a:lnTo>
                  <a:lnTo>
                    <a:pt x="15140" y="37297"/>
                  </a:lnTo>
                  <a:lnTo>
                    <a:pt x="17383" y="37297"/>
                  </a:lnTo>
                  <a:lnTo>
                    <a:pt x="17943" y="37297"/>
                  </a:lnTo>
                  <a:lnTo>
                    <a:pt x="17943" y="36833"/>
                  </a:lnTo>
                  <a:lnTo>
                    <a:pt x="21308" y="34517"/>
                  </a:lnTo>
                  <a:lnTo>
                    <a:pt x="22429" y="33359"/>
                  </a:lnTo>
                  <a:lnTo>
                    <a:pt x="22429" y="33359"/>
                  </a:lnTo>
                  <a:lnTo>
                    <a:pt x="22429" y="32895"/>
                  </a:lnTo>
                  <a:lnTo>
                    <a:pt x="21869" y="31737"/>
                  </a:lnTo>
                  <a:lnTo>
                    <a:pt x="21308" y="31274"/>
                  </a:lnTo>
                  <a:lnTo>
                    <a:pt x="21308" y="31274"/>
                  </a:lnTo>
                  <a:lnTo>
                    <a:pt x="20467" y="31274"/>
                  </a:lnTo>
                  <a:lnTo>
                    <a:pt x="19906" y="31274"/>
                  </a:lnTo>
                  <a:lnTo>
                    <a:pt x="19906" y="31274"/>
                  </a:lnTo>
                  <a:lnTo>
                    <a:pt x="19906" y="31737"/>
                  </a:lnTo>
                  <a:lnTo>
                    <a:pt x="19345" y="32895"/>
                  </a:lnTo>
                  <a:lnTo>
                    <a:pt x="19345" y="32895"/>
                  </a:lnTo>
                  <a:lnTo>
                    <a:pt x="19345" y="33359"/>
                  </a:lnTo>
                  <a:lnTo>
                    <a:pt x="18504" y="33359"/>
                  </a:lnTo>
                  <a:lnTo>
                    <a:pt x="18504" y="33359"/>
                  </a:lnTo>
                  <a:lnTo>
                    <a:pt x="17383" y="34054"/>
                  </a:lnTo>
                  <a:lnTo>
                    <a:pt x="17383" y="34054"/>
                  </a:lnTo>
                  <a:lnTo>
                    <a:pt x="15981" y="33359"/>
                  </a:lnTo>
                  <a:lnTo>
                    <a:pt x="15981" y="33359"/>
                  </a:lnTo>
                  <a:lnTo>
                    <a:pt x="15140" y="32895"/>
                  </a:lnTo>
                  <a:lnTo>
                    <a:pt x="15140" y="31737"/>
                  </a:lnTo>
                  <a:lnTo>
                    <a:pt x="14579" y="29652"/>
                  </a:lnTo>
                  <a:lnTo>
                    <a:pt x="14579" y="28494"/>
                  </a:lnTo>
                  <a:lnTo>
                    <a:pt x="14579" y="28030"/>
                  </a:lnTo>
                  <a:lnTo>
                    <a:pt x="14018" y="28030"/>
                  </a:lnTo>
                  <a:lnTo>
                    <a:pt x="13177" y="27335"/>
                  </a:lnTo>
                  <a:lnTo>
                    <a:pt x="10093" y="26872"/>
                  </a:lnTo>
                  <a:lnTo>
                    <a:pt x="9252" y="26872"/>
                  </a:lnTo>
                  <a:lnTo>
                    <a:pt x="9252" y="26872"/>
                  </a:lnTo>
                  <a:lnTo>
                    <a:pt x="9252" y="26409"/>
                  </a:lnTo>
                  <a:lnTo>
                    <a:pt x="8691" y="25714"/>
                  </a:lnTo>
                  <a:lnTo>
                    <a:pt x="8691" y="24092"/>
                  </a:lnTo>
                  <a:lnTo>
                    <a:pt x="8691" y="23629"/>
                  </a:lnTo>
                  <a:lnTo>
                    <a:pt x="8691" y="23629"/>
                  </a:lnTo>
                  <a:lnTo>
                    <a:pt x="7850" y="23166"/>
                  </a:lnTo>
                  <a:lnTo>
                    <a:pt x="5887" y="23629"/>
                  </a:lnTo>
                  <a:lnTo>
                    <a:pt x="5887" y="23629"/>
                  </a:lnTo>
                  <a:lnTo>
                    <a:pt x="5327" y="23629"/>
                  </a:lnTo>
                  <a:lnTo>
                    <a:pt x="5327" y="23166"/>
                  </a:lnTo>
                  <a:lnTo>
                    <a:pt x="5327" y="22471"/>
                  </a:lnTo>
                  <a:lnTo>
                    <a:pt x="5327" y="22007"/>
                  </a:lnTo>
                  <a:lnTo>
                    <a:pt x="6728" y="20849"/>
                  </a:lnTo>
                  <a:lnTo>
                    <a:pt x="7289" y="20386"/>
                  </a:lnTo>
                  <a:lnTo>
                    <a:pt x="7850" y="20386"/>
                  </a:lnTo>
                  <a:lnTo>
                    <a:pt x="7850" y="20386"/>
                  </a:lnTo>
                  <a:lnTo>
                    <a:pt x="8691" y="19691"/>
                  </a:lnTo>
                  <a:lnTo>
                    <a:pt x="10093" y="17606"/>
                  </a:lnTo>
                  <a:lnTo>
                    <a:pt x="10654" y="16911"/>
                  </a:lnTo>
                  <a:lnTo>
                    <a:pt x="11214" y="16911"/>
                  </a:lnTo>
                  <a:lnTo>
                    <a:pt x="12056" y="16447"/>
                  </a:lnTo>
                  <a:lnTo>
                    <a:pt x="12056" y="16447"/>
                  </a:lnTo>
                  <a:lnTo>
                    <a:pt x="12616" y="15984"/>
                  </a:lnTo>
                  <a:lnTo>
                    <a:pt x="12056" y="14826"/>
                  </a:lnTo>
                  <a:lnTo>
                    <a:pt x="12056" y="14826"/>
                  </a:lnTo>
                  <a:lnTo>
                    <a:pt x="12056" y="14362"/>
                  </a:lnTo>
                  <a:lnTo>
                    <a:pt x="11214" y="14362"/>
                  </a:lnTo>
                  <a:lnTo>
                    <a:pt x="9252" y="13667"/>
                  </a:lnTo>
                  <a:lnTo>
                    <a:pt x="9252" y="13667"/>
                  </a:lnTo>
                  <a:lnTo>
                    <a:pt x="8691" y="13204"/>
                  </a:lnTo>
                  <a:lnTo>
                    <a:pt x="8691" y="13204"/>
                  </a:lnTo>
                  <a:lnTo>
                    <a:pt x="8691" y="12741"/>
                  </a:lnTo>
                  <a:lnTo>
                    <a:pt x="8691" y="12046"/>
                  </a:lnTo>
                  <a:lnTo>
                    <a:pt x="10093" y="11583"/>
                  </a:lnTo>
                  <a:lnTo>
                    <a:pt x="10093" y="10888"/>
                  </a:lnTo>
                  <a:lnTo>
                    <a:pt x="11214" y="10888"/>
                  </a:lnTo>
                  <a:lnTo>
                    <a:pt x="12056" y="10888"/>
                  </a:lnTo>
                  <a:lnTo>
                    <a:pt x="12616" y="8803"/>
                  </a:lnTo>
                  <a:lnTo>
                    <a:pt x="15981" y="1621"/>
                  </a:lnTo>
                  <a:lnTo>
                    <a:pt x="16542" y="2316"/>
                  </a:lnTo>
                  <a:lnTo>
                    <a:pt x="16542" y="2316"/>
                  </a:lnTo>
                  <a:lnTo>
                    <a:pt x="17943" y="2316"/>
                  </a:lnTo>
                  <a:lnTo>
                    <a:pt x="18504" y="2316"/>
                  </a:lnTo>
                  <a:lnTo>
                    <a:pt x="19345" y="2316"/>
                  </a:lnTo>
                  <a:lnTo>
                    <a:pt x="21308" y="2779"/>
                  </a:lnTo>
                  <a:lnTo>
                    <a:pt x="22429" y="3243"/>
                  </a:lnTo>
                  <a:lnTo>
                    <a:pt x="23271" y="3243"/>
                  </a:lnTo>
                  <a:lnTo>
                    <a:pt x="23831" y="3243"/>
                  </a:lnTo>
                  <a:lnTo>
                    <a:pt x="23831" y="2779"/>
                  </a:lnTo>
                  <a:lnTo>
                    <a:pt x="24672" y="2316"/>
                  </a:lnTo>
                  <a:lnTo>
                    <a:pt x="24672" y="1621"/>
                  </a:lnTo>
                  <a:lnTo>
                    <a:pt x="24672" y="1621"/>
                  </a:lnTo>
                  <a:lnTo>
                    <a:pt x="25233" y="1621"/>
                  </a:lnTo>
                  <a:lnTo>
                    <a:pt x="28598" y="0"/>
                  </a:lnTo>
                  <a:lnTo>
                    <a:pt x="28598" y="0"/>
                  </a:lnTo>
                  <a:lnTo>
                    <a:pt x="29158" y="0"/>
                  </a:lnTo>
                  <a:lnTo>
                    <a:pt x="29158" y="694"/>
                  </a:lnTo>
                  <a:lnTo>
                    <a:pt x="29158" y="694"/>
                  </a:lnTo>
                  <a:lnTo>
                    <a:pt x="29158" y="1158"/>
                  </a:lnTo>
                  <a:lnTo>
                    <a:pt x="29158" y="1621"/>
                  </a:lnTo>
                  <a:lnTo>
                    <a:pt x="29158" y="2316"/>
                  </a:lnTo>
                  <a:lnTo>
                    <a:pt x="29158" y="2779"/>
                  </a:lnTo>
                  <a:lnTo>
                    <a:pt x="29158" y="3243"/>
                  </a:lnTo>
                  <a:lnTo>
                    <a:pt x="29158" y="3243"/>
                  </a:lnTo>
                  <a:lnTo>
                    <a:pt x="29158" y="3938"/>
                  </a:lnTo>
                  <a:lnTo>
                    <a:pt x="29158" y="3938"/>
                  </a:lnTo>
                  <a:lnTo>
                    <a:pt x="29158" y="4401"/>
                  </a:lnTo>
                  <a:lnTo>
                    <a:pt x="29158" y="4864"/>
                  </a:lnTo>
                  <a:lnTo>
                    <a:pt x="29158" y="4864"/>
                  </a:lnTo>
                  <a:lnTo>
                    <a:pt x="28598" y="5559"/>
                  </a:lnTo>
                  <a:lnTo>
                    <a:pt x="28598" y="5559"/>
                  </a:lnTo>
                  <a:lnTo>
                    <a:pt x="27757" y="5559"/>
                  </a:lnTo>
                  <a:lnTo>
                    <a:pt x="26635" y="5559"/>
                  </a:lnTo>
                  <a:lnTo>
                    <a:pt x="25794" y="5559"/>
                  </a:lnTo>
                  <a:lnTo>
                    <a:pt x="25794" y="5559"/>
                  </a:lnTo>
                  <a:lnTo>
                    <a:pt x="25233" y="6023"/>
                  </a:lnTo>
                  <a:lnTo>
                    <a:pt x="25233" y="6023"/>
                  </a:lnTo>
                  <a:lnTo>
                    <a:pt x="25233" y="6718"/>
                  </a:lnTo>
                  <a:lnTo>
                    <a:pt x="25794" y="6718"/>
                  </a:lnTo>
                  <a:lnTo>
                    <a:pt x="25794" y="7181"/>
                  </a:lnTo>
                  <a:lnTo>
                    <a:pt x="26635" y="7181"/>
                  </a:lnTo>
                  <a:lnTo>
                    <a:pt x="27196" y="7644"/>
                  </a:lnTo>
                  <a:lnTo>
                    <a:pt x="32523" y="8803"/>
                  </a:lnTo>
                  <a:lnTo>
                    <a:pt x="33925" y="8803"/>
                  </a:lnTo>
                  <a:lnTo>
                    <a:pt x="34485" y="8803"/>
                  </a:lnTo>
                  <a:lnTo>
                    <a:pt x="35046" y="8339"/>
                  </a:lnTo>
                  <a:lnTo>
                    <a:pt x="35046" y="8339"/>
                  </a:lnTo>
                  <a:lnTo>
                    <a:pt x="35887" y="7644"/>
                  </a:lnTo>
                  <a:lnTo>
                    <a:pt x="35887" y="7181"/>
                  </a:lnTo>
                  <a:lnTo>
                    <a:pt x="35887" y="7181"/>
                  </a:lnTo>
                  <a:lnTo>
                    <a:pt x="36448" y="7181"/>
                  </a:lnTo>
                  <a:lnTo>
                    <a:pt x="37850" y="7181"/>
                  </a:lnTo>
                  <a:lnTo>
                    <a:pt x="41775" y="8339"/>
                  </a:lnTo>
                  <a:lnTo>
                    <a:pt x="43738" y="8803"/>
                  </a:lnTo>
                  <a:lnTo>
                    <a:pt x="52990" y="15984"/>
                  </a:lnTo>
                  <a:lnTo>
                    <a:pt x="53831" y="15984"/>
                  </a:lnTo>
                  <a:lnTo>
                    <a:pt x="53831" y="15984"/>
                  </a:lnTo>
                  <a:lnTo>
                    <a:pt x="54392" y="15289"/>
                  </a:lnTo>
                  <a:lnTo>
                    <a:pt x="54953" y="14362"/>
                  </a:lnTo>
                  <a:lnTo>
                    <a:pt x="55794" y="14362"/>
                  </a:lnTo>
                  <a:lnTo>
                    <a:pt x="55794" y="14362"/>
                  </a:lnTo>
                  <a:lnTo>
                    <a:pt x="56355" y="13667"/>
                  </a:lnTo>
                  <a:lnTo>
                    <a:pt x="57196" y="13667"/>
                  </a:lnTo>
                  <a:lnTo>
                    <a:pt x="58317" y="14362"/>
                  </a:lnTo>
                  <a:lnTo>
                    <a:pt x="59719" y="14362"/>
                  </a:lnTo>
                  <a:lnTo>
                    <a:pt x="59719" y="14362"/>
                  </a:lnTo>
                  <a:lnTo>
                    <a:pt x="60280" y="14362"/>
                  </a:lnTo>
                  <a:lnTo>
                    <a:pt x="61121" y="13667"/>
                  </a:lnTo>
                  <a:lnTo>
                    <a:pt x="61121" y="12741"/>
                  </a:lnTo>
                  <a:lnTo>
                    <a:pt x="61682" y="12741"/>
                  </a:lnTo>
                  <a:lnTo>
                    <a:pt x="61682" y="12046"/>
                  </a:lnTo>
                  <a:lnTo>
                    <a:pt x="63644" y="11583"/>
                  </a:lnTo>
                  <a:lnTo>
                    <a:pt x="65607" y="10888"/>
                  </a:lnTo>
                  <a:lnTo>
                    <a:pt x="65607" y="12741"/>
                  </a:lnTo>
                  <a:lnTo>
                    <a:pt x="65607" y="13204"/>
                  </a:lnTo>
                  <a:lnTo>
                    <a:pt x="65607" y="14362"/>
                  </a:lnTo>
                  <a:lnTo>
                    <a:pt x="66448" y="14826"/>
                  </a:lnTo>
                  <a:lnTo>
                    <a:pt x="66448" y="15289"/>
                  </a:lnTo>
                  <a:lnTo>
                    <a:pt x="66448" y="16447"/>
                  </a:lnTo>
                  <a:lnTo>
                    <a:pt x="66448" y="18764"/>
                  </a:lnTo>
                  <a:lnTo>
                    <a:pt x="66448" y="19227"/>
                  </a:lnTo>
                  <a:lnTo>
                    <a:pt x="66448" y="19691"/>
                  </a:lnTo>
                  <a:lnTo>
                    <a:pt x="67009" y="20386"/>
                  </a:lnTo>
                  <a:lnTo>
                    <a:pt x="70934" y="24092"/>
                  </a:lnTo>
                  <a:lnTo>
                    <a:pt x="70934" y="24787"/>
                  </a:lnTo>
                  <a:lnTo>
                    <a:pt x="70934" y="24787"/>
                  </a:lnTo>
                  <a:lnTo>
                    <a:pt x="71775" y="26409"/>
                  </a:lnTo>
                  <a:lnTo>
                    <a:pt x="71775" y="27335"/>
                  </a:lnTo>
                  <a:lnTo>
                    <a:pt x="72336" y="28494"/>
                  </a:lnTo>
                  <a:lnTo>
                    <a:pt x="72897" y="29189"/>
                  </a:lnTo>
                  <a:lnTo>
                    <a:pt x="78224" y="34517"/>
                  </a:lnTo>
                  <a:lnTo>
                    <a:pt x="79065" y="36138"/>
                  </a:lnTo>
                  <a:lnTo>
                    <a:pt x="79065" y="36833"/>
                  </a:lnTo>
                  <a:lnTo>
                    <a:pt x="79065" y="37297"/>
                  </a:lnTo>
                  <a:lnTo>
                    <a:pt x="79065" y="37760"/>
                  </a:lnTo>
                  <a:lnTo>
                    <a:pt x="79065" y="38455"/>
                  </a:lnTo>
                  <a:lnTo>
                    <a:pt x="79065" y="38455"/>
                  </a:lnTo>
                  <a:lnTo>
                    <a:pt x="79065" y="38918"/>
                  </a:lnTo>
                  <a:lnTo>
                    <a:pt x="79065" y="38918"/>
                  </a:lnTo>
                  <a:lnTo>
                    <a:pt x="78224" y="40077"/>
                  </a:lnTo>
                  <a:lnTo>
                    <a:pt x="78224" y="40077"/>
                  </a:lnTo>
                  <a:lnTo>
                    <a:pt x="77663" y="40540"/>
                  </a:lnTo>
                  <a:lnTo>
                    <a:pt x="77663" y="41235"/>
                  </a:lnTo>
                  <a:lnTo>
                    <a:pt x="77663" y="41235"/>
                  </a:lnTo>
                  <a:lnTo>
                    <a:pt x="78224" y="42162"/>
                  </a:lnTo>
                  <a:lnTo>
                    <a:pt x="79065" y="42162"/>
                  </a:lnTo>
                  <a:lnTo>
                    <a:pt x="79065" y="42857"/>
                  </a:lnTo>
                  <a:lnTo>
                    <a:pt x="80186" y="42857"/>
                  </a:lnTo>
                  <a:lnTo>
                    <a:pt x="81028" y="42857"/>
                  </a:lnTo>
                  <a:lnTo>
                    <a:pt x="81588" y="43320"/>
                  </a:lnTo>
                  <a:lnTo>
                    <a:pt x="82990" y="44478"/>
                  </a:lnTo>
                  <a:lnTo>
                    <a:pt x="83551" y="45637"/>
                  </a:lnTo>
                  <a:lnTo>
                    <a:pt x="84392" y="46100"/>
                  </a:lnTo>
                  <a:lnTo>
                    <a:pt x="84392" y="46563"/>
                  </a:lnTo>
                  <a:lnTo>
                    <a:pt x="84392" y="48185"/>
                  </a:lnTo>
                  <a:lnTo>
                    <a:pt x="84392" y="49343"/>
                  </a:lnTo>
                  <a:lnTo>
                    <a:pt x="84953" y="50501"/>
                  </a:lnTo>
                  <a:lnTo>
                    <a:pt x="85514" y="51660"/>
                  </a:lnTo>
                  <a:lnTo>
                    <a:pt x="85514" y="52123"/>
                  </a:lnTo>
                  <a:lnTo>
                    <a:pt x="85514" y="52123"/>
                  </a:lnTo>
                  <a:lnTo>
                    <a:pt x="85514" y="52586"/>
                  </a:lnTo>
                  <a:lnTo>
                    <a:pt x="85514" y="53281"/>
                  </a:lnTo>
                  <a:lnTo>
                    <a:pt x="85514" y="53745"/>
                  </a:lnTo>
                  <a:lnTo>
                    <a:pt x="85514" y="54208"/>
                  </a:lnTo>
                  <a:lnTo>
                    <a:pt x="86355" y="54208"/>
                  </a:lnTo>
                  <a:lnTo>
                    <a:pt x="86355" y="54903"/>
                  </a:lnTo>
                  <a:lnTo>
                    <a:pt x="86915" y="55366"/>
                  </a:lnTo>
                  <a:lnTo>
                    <a:pt x="86915" y="55366"/>
                  </a:lnTo>
                  <a:lnTo>
                    <a:pt x="86915" y="56525"/>
                  </a:lnTo>
                  <a:lnTo>
                    <a:pt x="86915" y="56988"/>
                  </a:lnTo>
                  <a:lnTo>
                    <a:pt x="87476" y="58146"/>
                  </a:lnTo>
                  <a:lnTo>
                    <a:pt x="89439" y="59305"/>
                  </a:lnTo>
                  <a:lnTo>
                    <a:pt x="90280" y="59768"/>
                  </a:lnTo>
                  <a:lnTo>
                    <a:pt x="92803" y="60926"/>
                  </a:lnTo>
                  <a:lnTo>
                    <a:pt x="92803" y="60926"/>
                  </a:lnTo>
                  <a:lnTo>
                    <a:pt x="92803" y="60926"/>
                  </a:lnTo>
                  <a:lnTo>
                    <a:pt x="93644" y="61389"/>
                  </a:lnTo>
                  <a:lnTo>
                    <a:pt x="93644" y="61853"/>
                  </a:lnTo>
                  <a:lnTo>
                    <a:pt x="93644" y="61853"/>
                  </a:lnTo>
                  <a:lnTo>
                    <a:pt x="94205" y="63706"/>
                  </a:lnTo>
                  <a:lnTo>
                    <a:pt x="94205" y="64169"/>
                  </a:lnTo>
                  <a:lnTo>
                    <a:pt x="94205" y="64633"/>
                  </a:lnTo>
                  <a:lnTo>
                    <a:pt x="94766" y="64633"/>
                  </a:lnTo>
                  <a:lnTo>
                    <a:pt x="95607" y="64169"/>
                  </a:lnTo>
                  <a:lnTo>
                    <a:pt x="95607" y="63706"/>
                  </a:lnTo>
                  <a:lnTo>
                    <a:pt x="95607" y="63706"/>
                  </a:lnTo>
                  <a:lnTo>
                    <a:pt x="95607" y="63011"/>
                  </a:lnTo>
                  <a:lnTo>
                    <a:pt x="95607" y="62548"/>
                  </a:lnTo>
                  <a:lnTo>
                    <a:pt x="94766" y="62548"/>
                  </a:lnTo>
                  <a:lnTo>
                    <a:pt x="94766" y="61853"/>
                  </a:lnTo>
                  <a:lnTo>
                    <a:pt x="95607" y="61389"/>
                  </a:lnTo>
                  <a:lnTo>
                    <a:pt x="95607" y="61389"/>
                  </a:lnTo>
                  <a:lnTo>
                    <a:pt x="98130" y="61389"/>
                  </a:lnTo>
                  <a:lnTo>
                    <a:pt x="98971" y="60926"/>
                  </a:lnTo>
                  <a:lnTo>
                    <a:pt x="99532" y="60926"/>
                  </a:lnTo>
                  <a:lnTo>
                    <a:pt x="99532" y="60926"/>
                  </a:lnTo>
                  <a:lnTo>
                    <a:pt x="100093" y="60926"/>
                  </a:lnTo>
                  <a:lnTo>
                    <a:pt x="100934" y="61389"/>
                  </a:lnTo>
                  <a:lnTo>
                    <a:pt x="102056" y="61853"/>
                  </a:lnTo>
                  <a:lnTo>
                    <a:pt x="104018" y="63011"/>
                  </a:lnTo>
                  <a:lnTo>
                    <a:pt x="105420" y="63706"/>
                  </a:lnTo>
                  <a:lnTo>
                    <a:pt x="106261" y="64169"/>
                  </a:lnTo>
                  <a:lnTo>
                    <a:pt x="109345" y="66254"/>
                  </a:lnTo>
                  <a:lnTo>
                    <a:pt x="109345" y="66949"/>
                  </a:lnTo>
                  <a:lnTo>
                    <a:pt x="110186" y="66949"/>
                  </a:lnTo>
                  <a:lnTo>
                    <a:pt x="110186" y="67413"/>
                  </a:lnTo>
                  <a:lnTo>
                    <a:pt x="110186" y="68108"/>
                  </a:lnTo>
                  <a:lnTo>
                    <a:pt x="110747" y="68571"/>
                  </a:lnTo>
                  <a:lnTo>
                    <a:pt x="110747" y="68571"/>
                  </a:lnTo>
                  <a:lnTo>
                    <a:pt x="112149" y="68571"/>
                  </a:lnTo>
                  <a:lnTo>
                    <a:pt x="116635" y="65791"/>
                  </a:lnTo>
                  <a:lnTo>
                    <a:pt x="117476" y="65791"/>
                  </a:lnTo>
                  <a:lnTo>
                    <a:pt x="117476" y="65791"/>
                  </a:lnTo>
                  <a:lnTo>
                    <a:pt x="118037" y="65791"/>
                  </a:lnTo>
                  <a:lnTo>
                    <a:pt x="118037" y="66254"/>
                  </a:lnTo>
                  <a:lnTo>
                    <a:pt x="118878" y="67413"/>
                  </a:lnTo>
                  <a:lnTo>
                    <a:pt x="120000" y="68571"/>
                  </a:lnTo>
                  <a:lnTo>
                    <a:pt x="120000" y="69034"/>
                  </a:lnTo>
                  <a:lnTo>
                    <a:pt x="120000" y="69729"/>
                  </a:lnTo>
                  <a:lnTo>
                    <a:pt x="120000" y="70193"/>
                  </a:lnTo>
                  <a:lnTo>
                    <a:pt x="120000" y="70656"/>
                  </a:lnTo>
                  <a:lnTo>
                    <a:pt x="120000" y="72972"/>
                  </a:lnTo>
                  <a:lnTo>
                    <a:pt x="120000" y="72972"/>
                  </a:lnTo>
                  <a:lnTo>
                    <a:pt x="120000" y="73436"/>
                  </a:lnTo>
                  <a:lnTo>
                    <a:pt x="119439" y="74131"/>
                  </a:lnTo>
                  <a:lnTo>
                    <a:pt x="118878" y="74131"/>
                  </a:lnTo>
                  <a:lnTo>
                    <a:pt x="118037" y="74594"/>
                  </a:lnTo>
                  <a:lnTo>
                    <a:pt x="117476" y="74594"/>
                  </a:lnTo>
                  <a:lnTo>
                    <a:pt x="116635" y="74131"/>
                  </a:lnTo>
                  <a:lnTo>
                    <a:pt x="116635" y="74594"/>
                  </a:lnTo>
                  <a:lnTo>
                    <a:pt x="116074" y="74594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0" name="Shape 11050"/>
            <p:cNvSpPr/>
            <p:nvPr/>
          </p:nvSpPr>
          <p:spPr>
            <a:xfrm>
              <a:off x="974026" y="1554276"/>
              <a:ext cx="1094948" cy="140328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7221" y="119531"/>
                  </a:moveTo>
                  <a:lnTo>
                    <a:pt x="57221" y="119531"/>
                  </a:lnTo>
                  <a:lnTo>
                    <a:pt x="55719" y="120000"/>
                  </a:lnTo>
                  <a:lnTo>
                    <a:pt x="54968" y="120000"/>
                  </a:lnTo>
                  <a:lnTo>
                    <a:pt x="54367" y="119179"/>
                  </a:lnTo>
                  <a:lnTo>
                    <a:pt x="53316" y="118359"/>
                  </a:lnTo>
                  <a:lnTo>
                    <a:pt x="52565" y="117539"/>
                  </a:lnTo>
                  <a:lnTo>
                    <a:pt x="52866" y="115898"/>
                  </a:lnTo>
                  <a:lnTo>
                    <a:pt x="51514" y="115898"/>
                  </a:lnTo>
                  <a:lnTo>
                    <a:pt x="49712" y="116953"/>
                  </a:lnTo>
                  <a:lnTo>
                    <a:pt x="48210" y="116953"/>
                  </a:lnTo>
                  <a:lnTo>
                    <a:pt x="40851" y="119531"/>
                  </a:lnTo>
                  <a:lnTo>
                    <a:pt x="38748" y="119531"/>
                  </a:lnTo>
                  <a:lnTo>
                    <a:pt x="38297" y="119531"/>
                  </a:lnTo>
                  <a:lnTo>
                    <a:pt x="37997" y="119179"/>
                  </a:lnTo>
                  <a:lnTo>
                    <a:pt x="37546" y="118945"/>
                  </a:lnTo>
                  <a:lnTo>
                    <a:pt x="37246" y="118359"/>
                  </a:lnTo>
                  <a:lnTo>
                    <a:pt x="36495" y="118359"/>
                  </a:lnTo>
                  <a:lnTo>
                    <a:pt x="35444" y="118359"/>
                  </a:lnTo>
                  <a:lnTo>
                    <a:pt x="34392" y="118125"/>
                  </a:lnTo>
                  <a:lnTo>
                    <a:pt x="29436" y="116132"/>
                  </a:lnTo>
                  <a:lnTo>
                    <a:pt x="27634" y="115664"/>
                  </a:lnTo>
                  <a:lnTo>
                    <a:pt x="24780" y="114843"/>
                  </a:lnTo>
                  <a:lnTo>
                    <a:pt x="24180" y="114492"/>
                  </a:lnTo>
                  <a:lnTo>
                    <a:pt x="23429" y="114843"/>
                  </a:lnTo>
                  <a:lnTo>
                    <a:pt x="22978" y="114843"/>
                  </a:lnTo>
                  <a:lnTo>
                    <a:pt x="22377" y="115078"/>
                  </a:lnTo>
                  <a:lnTo>
                    <a:pt x="21927" y="114843"/>
                  </a:lnTo>
                  <a:lnTo>
                    <a:pt x="21326" y="114492"/>
                  </a:lnTo>
                  <a:lnTo>
                    <a:pt x="20876" y="113906"/>
                  </a:lnTo>
                  <a:lnTo>
                    <a:pt x="20876" y="113671"/>
                  </a:lnTo>
                  <a:lnTo>
                    <a:pt x="20575" y="113085"/>
                  </a:lnTo>
                  <a:lnTo>
                    <a:pt x="20275" y="112851"/>
                  </a:lnTo>
                  <a:lnTo>
                    <a:pt x="19073" y="112265"/>
                  </a:lnTo>
                  <a:lnTo>
                    <a:pt x="18773" y="112031"/>
                  </a:lnTo>
                  <a:lnTo>
                    <a:pt x="18473" y="111796"/>
                  </a:lnTo>
                  <a:lnTo>
                    <a:pt x="17722" y="110625"/>
                  </a:lnTo>
                  <a:lnTo>
                    <a:pt x="17421" y="110390"/>
                  </a:lnTo>
                  <a:lnTo>
                    <a:pt x="16220" y="109218"/>
                  </a:lnTo>
                  <a:lnTo>
                    <a:pt x="15919" y="109218"/>
                  </a:lnTo>
                  <a:lnTo>
                    <a:pt x="15919" y="108632"/>
                  </a:lnTo>
                  <a:lnTo>
                    <a:pt x="15919" y="108398"/>
                  </a:lnTo>
                  <a:lnTo>
                    <a:pt x="15919" y="108164"/>
                  </a:lnTo>
                  <a:lnTo>
                    <a:pt x="15919" y="106523"/>
                  </a:lnTo>
                  <a:lnTo>
                    <a:pt x="16220" y="106171"/>
                  </a:lnTo>
                  <a:lnTo>
                    <a:pt x="17722" y="105351"/>
                  </a:lnTo>
                  <a:lnTo>
                    <a:pt x="16670" y="104531"/>
                  </a:lnTo>
                  <a:lnTo>
                    <a:pt x="14868" y="103710"/>
                  </a:lnTo>
                  <a:lnTo>
                    <a:pt x="13817" y="102304"/>
                  </a:lnTo>
                  <a:lnTo>
                    <a:pt x="13516" y="100664"/>
                  </a:lnTo>
                  <a:lnTo>
                    <a:pt x="13817" y="100078"/>
                  </a:lnTo>
                  <a:lnTo>
                    <a:pt x="15919" y="98437"/>
                  </a:lnTo>
                  <a:lnTo>
                    <a:pt x="17421" y="96210"/>
                  </a:lnTo>
                  <a:lnTo>
                    <a:pt x="18022" y="95976"/>
                  </a:lnTo>
                  <a:lnTo>
                    <a:pt x="17421" y="94804"/>
                  </a:lnTo>
                  <a:lnTo>
                    <a:pt x="17722" y="93750"/>
                  </a:lnTo>
                  <a:lnTo>
                    <a:pt x="18473" y="92929"/>
                  </a:lnTo>
                  <a:lnTo>
                    <a:pt x="19524" y="92343"/>
                  </a:lnTo>
                  <a:lnTo>
                    <a:pt x="20275" y="92343"/>
                  </a:lnTo>
                  <a:lnTo>
                    <a:pt x="21927" y="92578"/>
                  </a:lnTo>
                  <a:lnTo>
                    <a:pt x="22678" y="92578"/>
                  </a:lnTo>
                  <a:lnTo>
                    <a:pt x="22377" y="91757"/>
                  </a:lnTo>
                  <a:lnTo>
                    <a:pt x="20575" y="89882"/>
                  </a:lnTo>
                  <a:lnTo>
                    <a:pt x="20575" y="89531"/>
                  </a:lnTo>
                  <a:lnTo>
                    <a:pt x="20275" y="88125"/>
                  </a:lnTo>
                  <a:lnTo>
                    <a:pt x="19524" y="87304"/>
                  </a:lnTo>
                  <a:lnTo>
                    <a:pt x="19524" y="87070"/>
                  </a:lnTo>
                  <a:lnTo>
                    <a:pt x="19524" y="86484"/>
                  </a:lnTo>
                  <a:lnTo>
                    <a:pt x="19824" y="86250"/>
                  </a:lnTo>
                  <a:lnTo>
                    <a:pt x="19824" y="86250"/>
                  </a:lnTo>
                  <a:lnTo>
                    <a:pt x="19824" y="85898"/>
                  </a:lnTo>
                  <a:lnTo>
                    <a:pt x="19824" y="85898"/>
                  </a:lnTo>
                  <a:lnTo>
                    <a:pt x="19524" y="85429"/>
                  </a:lnTo>
                  <a:lnTo>
                    <a:pt x="19524" y="85429"/>
                  </a:lnTo>
                  <a:lnTo>
                    <a:pt x="18473" y="84609"/>
                  </a:lnTo>
                  <a:lnTo>
                    <a:pt x="16220" y="84023"/>
                  </a:lnTo>
                  <a:lnTo>
                    <a:pt x="15168" y="84023"/>
                  </a:lnTo>
                  <a:lnTo>
                    <a:pt x="13066" y="84609"/>
                  </a:lnTo>
                  <a:lnTo>
                    <a:pt x="12315" y="84609"/>
                  </a:lnTo>
                  <a:lnTo>
                    <a:pt x="9161" y="83203"/>
                  </a:lnTo>
                  <a:lnTo>
                    <a:pt x="7359" y="82382"/>
                  </a:lnTo>
                  <a:lnTo>
                    <a:pt x="6758" y="81210"/>
                  </a:lnTo>
                  <a:lnTo>
                    <a:pt x="6307" y="78515"/>
                  </a:lnTo>
                  <a:lnTo>
                    <a:pt x="6007" y="77109"/>
                  </a:lnTo>
                  <a:lnTo>
                    <a:pt x="4505" y="76523"/>
                  </a:lnTo>
                  <a:lnTo>
                    <a:pt x="3153" y="76523"/>
                  </a:lnTo>
                  <a:lnTo>
                    <a:pt x="2403" y="76289"/>
                  </a:lnTo>
                  <a:lnTo>
                    <a:pt x="2102" y="75468"/>
                  </a:lnTo>
                  <a:lnTo>
                    <a:pt x="1652" y="75117"/>
                  </a:lnTo>
                  <a:lnTo>
                    <a:pt x="1652" y="74531"/>
                  </a:lnTo>
                  <a:lnTo>
                    <a:pt x="1652" y="74296"/>
                  </a:lnTo>
                  <a:lnTo>
                    <a:pt x="1051" y="73710"/>
                  </a:lnTo>
                  <a:lnTo>
                    <a:pt x="0" y="72890"/>
                  </a:lnTo>
                  <a:lnTo>
                    <a:pt x="300" y="72421"/>
                  </a:lnTo>
                  <a:lnTo>
                    <a:pt x="1351" y="71835"/>
                  </a:lnTo>
                  <a:lnTo>
                    <a:pt x="2853" y="71015"/>
                  </a:lnTo>
                  <a:lnTo>
                    <a:pt x="3153" y="71015"/>
                  </a:lnTo>
                  <a:lnTo>
                    <a:pt x="3904" y="71015"/>
                  </a:lnTo>
                  <a:lnTo>
                    <a:pt x="4205" y="70664"/>
                  </a:lnTo>
                  <a:lnTo>
                    <a:pt x="4505" y="70664"/>
                  </a:lnTo>
                  <a:lnTo>
                    <a:pt x="5256" y="70195"/>
                  </a:lnTo>
                  <a:lnTo>
                    <a:pt x="5707" y="69843"/>
                  </a:lnTo>
                  <a:lnTo>
                    <a:pt x="7359" y="70195"/>
                  </a:lnTo>
                  <a:lnTo>
                    <a:pt x="9161" y="70664"/>
                  </a:lnTo>
                  <a:lnTo>
                    <a:pt x="10663" y="71015"/>
                  </a:lnTo>
                  <a:lnTo>
                    <a:pt x="12015" y="70429"/>
                  </a:lnTo>
                  <a:lnTo>
                    <a:pt x="12015" y="69843"/>
                  </a:lnTo>
                  <a:lnTo>
                    <a:pt x="12015" y="69843"/>
                  </a:lnTo>
                  <a:lnTo>
                    <a:pt x="11714" y="69609"/>
                  </a:lnTo>
                  <a:lnTo>
                    <a:pt x="11714" y="69023"/>
                  </a:lnTo>
                  <a:lnTo>
                    <a:pt x="12015" y="69023"/>
                  </a:lnTo>
                  <a:lnTo>
                    <a:pt x="13066" y="68789"/>
                  </a:lnTo>
                  <a:lnTo>
                    <a:pt x="13516" y="68789"/>
                  </a:lnTo>
                  <a:lnTo>
                    <a:pt x="14117" y="68203"/>
                  </a:lnTo>
                  <a:lnTo>
                    <a:pt x="14868" y="67148"/>
                  </a:lnTo>
                  <a:lnTo>
                    <a:pt x="15619" y="66562"/>
                  </a:lnTo>
                  <a:lnTo>
                    <a:pt x="16971" y="65976"/>
                  </a:lnTo>
                  <a:lnTo>
                    <a:pt x="18473" y="65390"/>
                  </a:lnTo>
                  <a:lnTo>
                    <a:pt x="18773" y="65742"/>
                  </a:lnTo>
                  <a:lnTo>
                    <a:pt x="19524" y="65976"/>
                  </a:lnTo>
                  <a:lnTo>
                    <a:pt x="19824" y="66328"/>
                  </a:lnTo>
                  <a:lnTo>
                    <a:pt x="19824" y="65976"/>
                  </a:lnTo>
                  <a:lnTo>
                    <a:pt x="20575" y="64570"/>
                  </a:lnTo>
                  <a:lnTo>
                    <a:pt x="21927" y="63750"/>
                  </a:lnTo>
                  <a:lnTo>
                    <a:pt x="21627" y="62929"/>
                  </a:lnTo>
                  <a:lnTo>
                    <a:pt x="21326" y="61875"/>
                  </a:lnTo>
                  <a:lnTo>
                    <a:pt x="20876" y="60468"/>
                  </a:lnTo>
                  <a:lnTo>
                    <a:pt x="20876" y="60117"/>
                  </a:lnTo>
                  <a:lnTo>
                    <a:pt x="22377" y="58828"/>
                  </a:lnTo>
                  <a:lnTo>
                    <a:pt x="22978" y="57421"/>
                  </a:lnTo>
                  <a:lnTo>
                    <a:pt x="23429" y="56601"/>
                  </a:lnTo>
                  <a:lnTo>
                    <a:pt x="23429" y="56015"/>
                  </a:lnTo>
                  <a:lnTo>
                    <a:pt x="22978" y="55781"/>
                  </a:lnTo>
                  <a:lnTo>
                    <a:pt x="20876" y="55195"/>
                  </a:lnTo>
                  <a:lnTo>
                    <a:pt x="20275" y="54843"/>
                  </a:lnTo>
                  <a:lnTo>
                    <a:pt x="19824" y="54375"/>
                  </a:lnTo>
                  <a:lnTo>
                    <a:pt x="19524" y="53789"/>
                  </a:lnTo>
                  <a:lnTo>
                    <a:pt x="19073" y="53554"/>
                  </a:lnTo>
                  <a:lnTo>
                    <a:pt x="19824" y="52968"/>
                  </a:lnTo>
                  <a:lnTo>
                    <a:pt x="21627" y="50976"/>
                  </a:lnTo>
                  <a:lnTo>
                    <a:pt x="21627" y="50976"/>
                  </a:lnTo>
                  <a:lnTo>
                    <a:pt x="21927" y="50976"/>
                  </a:lnTo>
                  <a:lnTo>
                    <a:pt x="21927" y="51328"/>
                  </a:lnTo>
                  <a:lnTo>
                    <a:pt x="21927" y="51562"/>
                  </a:lnTo>
                  <a:lnTo>
                    <a:pt x="21927" y="51562"/>
                  </a:lnTo>
                  <a:lnTo>
                    <a:pt x="21927" y="51796"/>
                  </a:lnTo>
                  <a:lnTo>
                    <a:pt x="21927" y="51796"/>
                  </a:lnTo>
                  <a:lnTo>
                    <a:pt x="21927" y="51796"/>
                  </a:lnTo>
                  <a:lnTo>
                    <a:pt x="22377" y="52148"/>
                  </a:lnTo>
                  <a:lnTo>
                    <a:pt x="22978" y="52148"/>
                  </a:lnTo>
                  <a:lnTo>
                    <a:pt x="25231" y="52148"/>
                  </a:lnTo>
                  <a:lnTo>
                    <a:pt x="25832" y="52148"/>
                  </a:lnTo>
                  <a:lnTo>
                    <a:pt x="26282" y="52148"/>
                  </a:lnTo>
                  <a:lnTo>
                    <a:pt x="26282" y="51796"/>
                  </a:lnTo>
                  <a:lnTo>
                    <a:pt x="32590" y="49687"/>
                  </a:lnTo>
                  <a:lnTo>
                    <a:pt x="33041" y="49687"/>
                  </a:lnTo>
                  <a:lnTo>
                    <a:pt x="33341" y="49101"/>
                  </a:lnTo>
                  <a:lnTo>
                    <a:pt x="33642" y="48750"/>
                  </a:lnTo>
                  <a:lnTo>
                    <a:pt x="34392" y="48515"/>
                  </a:lnTo>
                  <a:lnTo>
                    <a:pt x="34843" y="48281"/>
                  </a:lnTo>
                  <a:lnTo>
                    <a:pt x="35143" y="47695"/>
                  </a:lnTo>
                  <a:lnTo>
                    <a:pt x="35894" y="46875"/>
                  </a:lnTo>
                  <a:lnTo>
                    <a:pt x="36195" y="46875"/>
                  </a:lnTo>
                  <a:lnTo>
                    <a:pt x="36495" y="46640"/>
                  </a:lnTo>
                  <a:lnTo>
                    <a:pt x="37246" y="46640"/>
                  </a:lnTo>
                  <a:lnTo>
                    <a:pt x="37997" y="46640"/>
                  </a:lnTo>
                  <a:lnTo>
                    <a:pt x="38297" y="46289"/>
                  </a:lnTo>
                  <a:lnTo>
                    <a:pt x="38748" y="46054"/>
                  </a:lnTo>
                  <a:lnTo>
                    <a:pt x="39048" y="46054"/>
                  </a:lnTo>
                  <a:lnTo>
                    <a:pt x="39349" y="45703"/>
                  </a:lnTo>
                  <a:lnTo>
                    <a:pt x="44005" y="46289"/>
                  </a:lnTo>
                  <a:lnTo>
                    <a:pt x="44005" y="46289"/>
                  </a:lnTo>
                  <a:lnTo>
                    <a:pt x="44305" y="46289"/>
                  </a:lnTo>
                  <a:lnTo>
                    <a:pt x="44755" y="46640"/>
                  </a:lnTo>
                  <a:lnTo>
                    <a:pt x="45356" y="46875"/>
                  </a:lnTo>
                  <a:lnTo>
                    <a:pt x="47909" y="46640"/>
                  </a:lnTo>
                  <a:lnTo>
                    <a:pt x="48210" y="46640"/>
                  </a:lnTo>
                  <a:lnTo>
                    <a:pt x="48660" y="46640"/>
                  </a:lnTo>
                  <a:lnTo>
                    <a:pt x="48961" y="46289"/>
                  </a:lnTo>
                  <a:lnTo>
                    <a:pt x="50012" y="45468"/>
                  </a:lnTo>
                  <a:lnTo>
                    <a:pt x="54367" y="44062"/>
                  </a:lnTo>
                  <a:lnTo>
                    <a:pt x="55419" y="42421"/>
                  </a:lnTo>
                  <a:lnTo>
                    <a:pt x="55719" y="41601"/>
                  </a:lnTo>
                  <a:lnTo>
                    <a:pt x="55719" y="41601"/>
                  </a:lnTo>
                  <a:lnTo>
                    <a:pt x="55719" y="41367"/>
                  </a:lnTo>
                  <a:lnTo>
                    <a:pt x="55419" y="41015"/>
                  </a:lnTo>
                  <a:lnTo>
                    <a:pt x="55419" y="40429"/>
                  </a:lnTo>
                  <a:lnTo>
                    <a:pt x="54968" y="39960"/>
                  </a:lnTo>
                  <a:lnTo>
                    <a:pt x="54968" y="38320"/>
                  </a:lnTo>
                  <a:lnTo>
                    <a:pt x="54968" y="37734"/>
                  </a:lnTo>
                  <a:lnTo>
                    <a:pt x="54968" y="37148"/>
                  </a:lnTo>
                  <a:lnTo>
                    <a:pt x="54668" y="37148"/>
                  </a:lnTo>
                  <a:lnTo>
                    <a:pt x="53917" y="36914"/>
                  </a:lnTo>
                  <a:lnTo>
                    <a:pt x="53617" y="36562"/>
                  </a:lnTo>
                  <a:lnTo>
                    <a:pt x="53316" y="36562"/>
                  </a:lnTo>
                  <a:lnTo>
                    <a:pt x="53316" y="36328"/>
                  </a:lnTo>
                  <a:lnTo>
                    <a:pt x="52866" y="36093"/>
                  </a:lnTo>
                  <a:lnTo>
                    <a:pt x="52866" y="35273"/>
                  </a:lnTo>
                  <a:lnTo>
                    <a:pt x="52565" y="34921"/>
                  </a:lnTo>
                  <a:lnTo>
                    <a:pt x="52115" y="34101"/>
                  </a:lnTo>
                  <a:lnTo>
                    <a:pt x="52115" y="33281"/>
                  </a:lnTo>
                  <a:lnTo>
                    <a:pt x="51814" y="31875"/>
                  </a:lnTo>
                  <a:lnTo>
                    <a:pt x="50763" y="29062"/>
                  </a:lnTo>
                  <a:lnTo>
                    <a:pt x="50763" y="28593"/>
                  </a:lnTo>
                  <a:lnTo>
                    <a:pt x="50763" y="28593"/>
                  </a:lnTo>
                  <a:lnTo>
                    <a:pt x="51063" y="28242"/>
                  </a:lnTo>
                  <a:lnTo>
                    <a:pt x="50763" y="27421"/>
                  </a:lnTo>
                  <a:lnTo>
                    <a:pt x="51514" y="25781"/>
                  </a:lnTo>
                  <a:lnTo>
                    <a:pt x="52565" y="25195"/>
                  </a:lnTo>
                  <a:lnTo>
                    <a:pt x="55719" y="24375"/>
                  </a:lnTo>
                  <a:lnTo>
                    <a:pt x="56020" y="24140"/>
                  </a:lnTo>
                  <a:lnTo>
                    <a:pt x="56470" y="23906"/>
                  </a:lnTo>
                  <a:lnTo>
                    <a:pt x="56770" y="23320"/>
                  </a:lnTo>
                  <a:lnTo>
                    <a:pt x="56770" y="23320"/>
                  </a:lnTo>
                  <a:lnTo>
                    <a:pt x="57221" y="22500"/>
                  </a:lnTo>
                  <a:lnTo>
                    <a:pt x="57221" y="22500"/>
                  </a:lnTo>
                  <a:lnTo>
                    <a:pt x="57521" y="20742"/>
                  </a:lnTo>
                  <a:lnTo>
                    <a:pt x="57221" y="20273"/>
                  </a:lnTo>
                  <a:lnTo>
                    <a:pt x="57221" y="19687"/>
                  </a:lnTo>
                  <a:lnTo>
                    <a:pt x="57521" y="19101"/>
                  </a:lnTo>
                  <a:lnTo>
                    <a:pt x="57822" y="18867"/>
                  </a:lnTo>
                  <a:lnTo>
                    <a:pt x="58873" y="18867"/>
                  </a:lnTo>
                  <a:lnTo>
                    <a:pt x="59324" y="18632"/>
                  </a:lnTo>
                  <a:lnTo>
                    <a:pt x="61126" y="17226"/>
                  </a:lnTo>
                  <a:lnTo>
                    <a:pt x="61727" y="15585"/>
                  </a:lnTo>
                  <a:lnTo>
                    <a:pt x="61426" y="13593"/>
                  </a:lnTo>
                  <a:lnTo>
                    <a:pt x="59924" y="11953"/>
                  </a:lnTo>
                  <a:lnTo>
                    <a:pt x="58873" y="11132"/>
                  </a:lnTo>
                  <a:lnTo>
                    <a:pt x="58573" y="11132"/>
                  </a:lnTo>
                  <a:lnTo>
                    <a:pt x="58873" y="10546"/>
                  </a:lnTo>
                  <a:lnTo>
                    <a:pt x="59324" y="9960"/>
                  </a:lnTo>
                  <a:lnTo>
                    <a:pt x="59924" y="9375"/>
                  </a:lnTo>
                  <a:lnTo>
                    <a:pt x="60675" y="8906"/>
                  </a:lnTo>
                  <a:lnTo>
                    <a:pt x="62778" y="8320"/>
                  </a:lnTo>
                  <a:lnTo>
                    <a:pt x="63529" y="7734"/>
                  </a:lnTo>
                  <a:lnTo>
                    <a:pt x="65331" y="5273"/>
                  </a:lnTo>
                  <a:lnTo>
                    <a:pt x="66382" y="4687"/>
                  </a:lnTo>
                  <a:lnTo>
                    <a:pt x="67133" y="4453"/>
                  </a:lnTo>
                  <a:lnTo>
                    <a:pt x="67434" y="4218"/>
                  </a:lnTo>
                  <a:lnTo>
                    <a:pt x="67434" y="3632"/>
                  </a:lnTo>
                  <a:lnTo>
                    <a:pt x="67434" y="3046"/>
                  </a:lnTo>
                  <a:lnTo>
                    <a:pt x="67133" y="2812"/>
                  </a:lnTo>
                  <a:lnTo>
                    <a:pt x="67133" y="2812"/>
                  </a:lnTo>
                  <a:lnTo>
                    <a:pt x="67133" y="1992"/>
                  </a:lnTo>
                  <a:lnTo>
                    <a:pt x="68185" y="1171"/>
                  </a:lnTo>
                  <a:lnTo>
                    <a:pt x="69236" y="585"/>
                  </a:lnTo>
                  <a:lnTo>
                    <a:pt x="71789" y="0"/>
                  </a:lnTo>
                  <a:lnTo>
                    <a:pt x="72841" y="0"/>
                  </a:lnTo>
                  <a:lnTo>
                    <a:pt x="73441" y="585"/>
                  </a:lnTo>
                  <a:lnTo>
                    <a:pt x="73892" y="1640"/>
                  </a:lnTo>
                  <a:lnTo>
                    <a:pt x="74192" y="3281"/>
                  </a:lnTo>
                  <a:lnTo>
                    <a:pt x="74192" y="4687"/>
                  </a:lnTo>
                  <a:lnTo>
                    <a:pt x="73892" y="7500"/>
                  </a:lnTo>
                  <a:lnTo>
                    <a:pt x="73892" y="8554"/>
                  </a:lnTo>
                  <a:lnTo>
                    <a:pt x="74192" y="9960"/>
                  </a:lnTo>
                  <a:lnTo>
                    <a:pt x="74943" y="10546"/>
                  </a:lnTo>
                  <a:lnTo>
                    <a:pt x="75694" y="11132"/>
                  </a:lnTo>
                  <a:lnTo>
                    <a:pt x="76745" y="11367"/>
                  </a:lnTo>
                  <a:lnTo>
                    <a:pt x="78097" y="11601"/>
                  </a:lnTo>
                  <a:lnTo>
                    <a:pt x="79599" y="12773"/>
                  </a:lnTo>
                  <a:lnTo>
                    <a:pt x="82753" y="15585"/>
                  </a:lnTo>
                  <a:lnTo>
                    <a:pt x="83053" y="15820"/>
                  </a:lnTo>
                  <a:lnTo>
                    <a:pt x="84105" y="15820"/>
                  </a:lnTo>
                  <a:lnTo>
                    <a:pt x="86357" y="16640"/>
                  </a:lnTo>
                  <a:lnTo>
                    <a:pt x="86958" y="16640"/>
                  </a:lnTo>
                  <a:lnTo>
                    <a:pt x="87409" y="16406"/>
                  </a:lnTo>
                  <a:lnTo>
                    <a:pt x="88010" y="16054"/>
                  </a:lnTo>
                  <a:lnTo>
                    <a:pt x="88010" y="15820"/>
                  </a:lnTo>
                  <a:lnTo>
                    <a:pt x="88460" y="15820"/>
                  </a:lnTo>
                  <a:lnTo>
                    <a:pt x="89061" y="18867"/>
                  </a:lnTo>
                  <a:lnTo>
                    <a:pt x="89061" y="19101"/>
                  </a:lnTo>
                  <a:lnTo>
                    <a:pt x="89061" y="19687"/>
                  </a:lnTo>
                  <a:lnTo>
                    <a:pt x="89061" y="20273"/>
                  </a:lnTo>
                  <a:lnTo>
                    <a:pt x="88760" y="20507"/>
                  </a:lnTo>
                  <a:lnTo>
                    <a:pt x="88760" y="20742"/>
                  </a:lnTo>
                  <a:lnTo>
                    <a:pt x="83804" y="25781"/>
                  </a:lnTo>
                  <a:lnTo>
                    <a:pt x="83804" y="26015"/>
                  </a:lnTo>
                  <a:lnTo>
                    <a:pt x="83804" y="26367"/>
                  </a:lnTo>
                  <a:lnTo>
                    <a:pt x="83804" y="26601"/>
                  </a:lnTo>
                  <a:lnTo>
                    <a:pt x="83804" y="27421"/>
                  </a:lnTo>
                  <a:lnTo>
                    <a:pt x="84555" y="28242"/>
                  </a:lnTo>
                  <a:lnTo>
                    <a:pt x="84856" y="29648"/>
                  </a:lnTo>
                  <a:lnTo>
                    <a:pt x="84856" y="30234"/>
                  </a:lnTo>
                  <a:lnTo>
                    <a:pt x="84856" y="30234"/>
                  </a:lnTo>
                  <a:lnTo>
                    <a:pt x="84555" y="30468"/>
                  </a:lnTo>
                  <a:lnTo>
                    <a:pt x="84555" y="30468"/>
                  </a:lnTo>
                  <a:lnTo>
                    <a:pt x="84555" y="30820"/>
                  </a:lnTo>
                  <a:lnTo>
                    <a:pt x="83804" y="31289"/>
                  </a:lnTo>
                  <a:lnTo>
                    <a:pt x="83504" y="31640"/>
                  </a:lnTo>
                  <a:lnTo>
                    <a:pt x="83504" y="31875"/>
                  </a:lnTo>
                  <a:lnTo>
                    <a:pt x="83504" y="31875"/>
                  </a:lnTo>
                  <a:lnTo>
                    <a:pt x="83504" y="32460"/>
                  </a:lnTo>
                  <a:lnTo>
                    <a:pt x="84105" y="33046"/>
                  </a:lnTo>
                  <a:lnTo>
                    <a:pt x="85156" y="34335"/>
                  </a:lnTo>
                  <a:lnTo>
                    <a:pt x="85607" y="34921"/>
                  </a:lnTo>
                  <a:lnTo>
                    <a:pt x="86357" y="35273"/>
                  </a:lnTo>
                  <a:lnTo>
                    <a:pt x="86958" y="35507"/>
                  </a:lnTo>
                  <a:lnTo>
                    <a:pt x="87409" y="35507"/>
                  </a:lnTo>
                  <a:lnTo>
                    <a:pt x="87709" y="35742"/>
                  </a:lnTo>
                  <a:lnTo>
                    <a:pt x="87709" y="35742"/>
                  </a:lnTo>
                  <a:lnTo>
                    <a:pt x="87709" y="36328"/>
                  </a:lnTo>
                  <a:lnTo>
                    <a:pt x="87709" y="36562"/>
                  </a:lnTo>
                  <a:lnTo>
                    <a:pt x="87709" y="37148"/>
                  </a:lnTo>
                  <a:lnTo>
                    <a:pt x="87709" y="37382"/>
                  </a:lnTo>
                  <a:lnTo>
                    <a:pt x="88010" y="37382"/>
                  </a:lnTo>
                  <a:lnTo>
                    <a:pt x="88010" y="37734"/>
                  </a:lnTo>
                  <a:lnTo>
                    <a:pt x="88460" y="37734"/>
                  </a:lnTo>
                  <a:lnTo>
                    <a:pt x="88760" y="37382"/>
                  </a:lnTo>
                  <a:lnTo>
                    <a:pt x="89061" y="37734"/>
                  </a:lnTo>
                  <a:lnTo>
                    <a:pt x="89061" y="37734"/>
                  </a:lnTo>
                  <a:lnTo>
                    <a:pt x="89061" y="37968"/>
                  </a:lnTo>
                  <a:lnTo>
                    <a:pt x="89061" y="38320"/>
                  </a:lnTo>
                  <a:lnTo>
                    <a:pt x="89511" y="38554"/>
                  </a:lnTo>
                  <a:lnTo>
                    <a:pt x="89511" y="38789"/>
                  </a:lnTo>
                  <a:lnTo>
                    <a:pt x="89511" y="39140"/>
                  </a:lnTo>
                  <a:lnTo>
                    <a:pt x="89511" y="39375"/>
                  </a:lnTo>
                  <a:lnTo>
                    <a:pt x="89061" y="39375"/>
                  </a:lnTo>
                  <a:lnTo>
                    <a:pt x="89061" y="39375"/>
                  </a:lnTo>
                  <a:lnTo>
                    <a:pt x="88760" y="39375"/>
                  </a:lnTo>
                  <a:lnTo>
                    <a:pt x="88760" y="39609"/>
                  </a:lnTo>
                  <a:lnTo>
                    <a:pt x="89061" y="39960"/>
                  </a:lnTo>
                  <a:lnTo>
                    <a:pt x="90563" y="41015"/>
                  </a:lnTo>
                  <a:lnTo>
                    <a:pt x="90563" y="41015"/>
                  </a:lnTo>
                  <a:lnTo>
                    <a:pt x="90563" y="41367"/>
                  </a:lnTo>
                  <a:lnTo>
                    <a:pt x="90563" y="42421"/>
                  </a:lnTo>
                  <a:lnTo>
                    <a:pt x="91314" y="42656"/>
                  </a:lnTo>
                  <a:lnTo>
                    <a:pt x="91314" y="43242"/>
                  </a:lnTo>
                  <a:lnTo>
                    <a:pt x="91314" y="43476"/>
                  </a:lnTo>
                  <a:lnTo>
                    <a:pt x="91314" y="43828"/>
                  </a:lnTo>
                  <a:lnTo>
                    <a:pt x="91614" y="44414"/>
                  </a:lnTo>
                  <a:lnTo>
                    <a:pt x="91914" y="44648"/>
                  </a:lnTo>
                  <a:lnTo>
                    <a:pt x="91914" y="45234"/>
                  </a:lnTo>
                  <a:lnTo>
                    <a:pt x="92365" y="45234"/>
                  </a:lnTo>
                  <a:lnTo>
                    <a:pt x="92665" y="45468"/>
                  </a:lnTo>
                  <a:lnTo>
                    <a:pt x="93416" y="46054"/>
                  </a:lnTo>
                  <a:lnTo>
                    <a:pt x="94468" y="46289"/>
                  </a:lnTo>
                  <a:lnTo>
                    <a:pt x="94768" y="46289"/>
                  </a:lnTo>
                  <a:lnTo>
                    <a:pt x="94768" y="46640"/>
                  </a:lnTo>
                  <a:lnTo>
                    <a:pt x="95519" y="47109"/>
                  </a:lnTo>
                  <a:lnTo>
                    <a:pt x="96871" y="49335"/>
                  </a:lnTo>
                  <a:lnTo>
                    <a:pt x="96871" y="49687"/>
                  </a:lnTo>
                  <a:lnTo>
                    <a:pt x="98072" y="50507"/>
                  </a:lnTo>
                  <a:lnTo>
                    <a:pt x="95219" y="51562"/>
                  </a:lnTo>
                  <a:lnTo>
                    <a:pt x="93717" y="52382"/>
                  </a:lnTo>
                  <a:lnTo>
                    <a:pt x="93717" y="52382"/>
                  </a:lnTo>
                  <a:lnTo>
                    <a:pt x="94167" y="52734"/>
                  </a:lnTo>
                  <a:lnTo>
                    <a:pt x="94468" y="52734"/>
                  </a:lnTo>
                  <a:lnTo>
                    <a:pt x="94768" y="52968"/>
                  </a:lnTo>
                  <a:lnTo>
                    <a:pt x="94768" y="52968"/>
                  </a:lnTo>
                  <a:lnTo>
                    <a:pt x="94768" y="53203"/>
                  </a:lnTo>
                  <a:lnTo>
                    <a:pt x="94768" y="53203"/>
                  </a:lnTo>
                  <a:lnTo>
                    <a:pt x="94768" y="53554"/>
                  </a:lnTo>
                  <a:lnTo>
                    <a:pt x="93717" y="54023"/>
                  </a:lnTo>
                  <a:lnTo>
                    <a:pt x="93416" y="54375"/>
                  </a:lnTo>
                  <a:lnTo>
                    <a:pt x="92966" y="54609"/>
                  </a:lnTo>
                  <a:lnTo>
                    <a:pt x="92966" y="54609"/>
                  </a:lnTo>
                  <a:lnTo>
                    <a:pt x="92966" y="54843"/>
                  </a:lnTo>
                  <a:lnTo>
                    <a:pt x="92966" y="55195"/>
                  </a:lnTo>
                  <a:lnTo>
                    <a:pt x="92966" y="55781"/>
                  </a:lnTo>
                  <a:lnTo>
                    <a:pt x="92966" y="55781"/>
                  </a:lnTo>
                  <a:lnTo>
                    <a:pt x="92966" y="56015"/>
                  </a:lnTo>
                  <a:lnTo>
                    <a:pt x="92665" y="56015"/>
                  </a:lnTo>
                  <a:lnTo>
                    <a:pt x="92365" y="56015"/>
                  </a:lnTo>
                  <a:lnTo>
                    <a:pt x="91614" y="56015"/>
                  </a:lnTo>
                  <a:lnTo>
                    <a:pt x="91314" y="55781"/>
                  </a:lnTo>
                  <a:lnTo>
                    <a:pt x="90863" y="55429"/>
                  </a:lnTo>
                  <a:lnTo>
                    <a:pt x="89812" y="54375"/>
                  </a:lnTo>
                  <a:lnTo>
                    <a:pt x="89812" y="54023"/>
                  </a:lnTo>
                  <a:lnTo>
                    <a:pt x="89511" y="53789"/>
                  </a:lnTo>
                  <a:lnTo>
                    <a:pt x="89061" y="53789"/>
                  </a:lnTo>
                  <a:lnTo>
                    <a:pt x="89061" y="53789"/>
                  </a:lnTo>
                  <a:lnTo>
                    <a:pt x="88760" y="53554"/>
                  </a:lnTo>
                  <a:lnTo>
                    <a:pt x="86658" y="53554"/>
                  </a:lnTo>
                  <a:lnTo>
                    <a:pt x="85907" y="53554"/>
                  </a:lnTo>
                  <a:lnTo>
                    <a:pt x="85607" y="53554"/>
                  </a:lnTo>
                  <a:lnTo>
                    <a:pt x="85607" y="53554"/>
                  </a:lnTo>
                  <a:lnTo>
                    <a:pt x="85156" y="53789"/>
                  </a:lnTo>
                  <a:lnTo>
                    <a:pt x="85156" y="54375"/>
                  </a:lnTo>
                  <a:lnTo>
                    <a:pt x="84856" y="54843"/>
                  </a:lnTo>
                  <a:lnTo>
                    <a:pt x="84856" y="55781"/>
                  </a:lnTo>
                  <a:lnTo>
                    <a:pt x="84105" y="56250"/>
                  </a:lnTo>
                  <a:lnTo>
                    <a:pt x="84105" y="56835"/>
                  </a:lnTo>
                  <a:lnTo>
                    <a:pt x="83804" y="57070"/>
                  </a:lnTo>
                  <a:lnTo>
                    <a:pt x="83804" y="57070"/>
                  </a:lnTo>
                  <a:lnTo>
                    <a:pt x="83804" y="57421"/>
                  </a:lnTo>
                  <a:lnTo>
                    <a:pt x="83804" y="57656"/>
                  </a:lnTo>
                  <a:lnTo>
                    <a:pt x="84105" y="57656"/>
                  </a:lnTo>
                  <a:lnTo>
                    <a:pt x="84555" y="58007"/>
                  </a:lnTo>
                  <a:lnTo>
                    <a:pt x="84856" y="58007"/>
                  </a:lnTo>
                  <a:lnTo>
                    <a:pt x="84856" y="58242"/>
                  </a:lnTo>
                  <a:lnTo>
                    <a:pt x="85156" y="59296"/>
                  </a:lnTo>
                  <a:lnTo>
                    <a:pt x="85156" y="59648"/>
                  </a:lnTo>
                  <a:lnTo>
                    <a:pt x="85607" y="59648"/>
                  </a:lnTo>
                  <a:lnTo>
                    <a:pt x="85607" y="59882"/>
                  </a:lnTo>
                  <a:lnTo>
                    <a:pt x="85907" y="59882"/>
                  </a:lnTo>
                  <a:lnTo>
                    <a:pt x="85907" y="60468"/>
                  </a:lnTo>
                  <a:lnTo>
                    <a:pt x="85907" y="60703"/>
                  </a:lnTo>
                  <a:lnTo>
                    <a:pt x="85907" y="61054"/>
                  </a:lnTo>
                  <a:lnTo>
                    <a:pt x="86357" y="61523"/>
                  </a:lnTo>
                  <a:lnTo>
                    <a:pt x="86658" y="61523"/>
                  </a:lnTo>
                  <a:lnTo>
                    <a:pt x="86958" y="61875"/>
                  </a:lnTo>
                  <a:lnTo>
                    <a:pt x="86958" y="61875"/>
                  </a:lnTo>
                  <a:lnTo>
                    <a:pt x="87409" y="62109"/>
                  </a:lnTo>
                  <a:lnTo>
                    <a:pt x="86958" y="62929"/>
                  </a:lnTo>
                  <a:lnTo>
                    <a:pt x="86958" y="63164"/>
                  </a:lnTo>
                  <a:lnTo>
                    <a:pt x="87409" y="63515"/>
                  </a:lnTo>
                  <a:lnTo>
                    <a:pt x="87709" y="64101"/>
                  </a:lnTo>
                  <a:lnTo>
                    <a:pt x="87709" y="64101"/>
                  </a:lnTo>
                  <a:lnTo>
                    <a:pt x="88460" y="64921"/>
                  </a:lnTo>
                  <a:lnTo>
                    <a:pt x="89812" y="66328"/>
                  </a:lnTo>
                  <a:lnTo>
                    <a:pt x="91314" y="68437"/>
                  </a:lnTo>
                  <a:lnTo>
                    <a:pt x="91914" y="69375"/>
                  </a:lnTo>
                  <a:lnTo>
                    <a:pt x="93416" y="70195"/>
                  </a:lnTo>
                  <a:lnTo>
                    <a:pt x="93717" y="69609"/>
                  </a:lnTo>
                  <a:lnTo>
                    <a:pt x="94468" y="69609"/>
                  </a:lnTo>
                  <a:lnTo>
                    <a:pt x="95219" y="69843"/>
                  </a:lnTo>
                  <a:lnTo>
                    <a:pt x="96871" y="69843"/>
                  </a:lnTo>
                  <a:lnTo>
                    <a:pt x="98072" y="69609"/>
                  </a:lnTo>
                  <a:lnTo>
                    <a:pt x="100475" y="67968"/>
                  </a:lnTo>
                  <a:lnTo>
                    <a:pt x="101226" y="67617"/>
                  </a:lnTo>
                  <a:lnTo>
                    <a:pt x="102277" y="67968"/>
                  </a:lnTo>
                  <a:lnTo>
                    <a:pt x="102578" y="67968"/>
                  </a:lnTo>
                  <a:lnTo>
                    <a:pt x="102578" y="68203"/>
                  </a:lnTo>
                  <a:lnTo>
                    <a:pt x="102578" y="69375"/>
                  </a:lnTo>
                  <a:lnTo>
                    <a:pt x="102578" y="69609"/>
                  </a:lnTo>
                  <a:lnTo>
                    <a:pt x="102578" y="69843"/>
                  </a:lnTo>
                  <a:lnTo>
                    <a:pt x="102578" y="69843"/>
                  </a:lnTo>
                  <a:lnTo>
                    <a:pt x="103028" y="70195"/>
                  </a:lnTo>
                  <a:lnTo>
                    <a:pt x="103028" y="70429"/>
                  </a:lnTo>
                  <a:lnTo>
                    <a:pt x="103028" y="70429"/>
                  </a:lnTo>
                  <a:lnTo>
                    <a:pt x="103028" y="70429"/>
                  </a:lnTo>
                  <a:lnTo>
                    <a:pt x="103629" y="70664"/>
                  </a:lnTo>
                  <a:lnTo>
                    <a:pt x="104080" y="71015"/>
                  </a:lnTo>
                  <a:lnTo>
                    <a:pt x="104380" y="71015"/>
                  </a:lnTo>
                  <a:lnTo>
                    <a:pt x="105882" y="71015"/>
                  </a:lnTo>
                  <a:lnTo>
                    <a:pt x="106182" y="71015"/>
                  </a:lnTo>
                  <a:lnTo>
                    <a:pt x="106483" y="71015"/>
                  </a:lnTo>
                  <a:lnTo>
                    <a:pt x="106483" y="71250"/>
                  </a:lnTo>
                  <a:lnTo>
                    <a:pt x="106933" y="71250"/>
                  </a:lnTo>
                  <a:lnTo>
                    <a:pt x="106933" y="71484"/>
                  </a:lnTo>
                  <a:lnTo>
                    <a:pt x="107234" y="71835"/>
                  </a:lnTo>
                  <a:lnTo>
                    <a:pt x="107234" y="72070"/>
                  </a:lnTo>
                  <a:lnTo>
                    <a:pt x="107234" y="72421"/>
                  </a:lnTo>
                  <a:lnTo>
                    <a:pt x="107234" y="72890"/>
                  </a:lnTo>
                  <a:lnTo>
                    <a:pt x="107534" y="73242"/>
                  </a:lnTo>
                  <a:lnTo>
                    <a:pt x="107534" y="73476"/>
                  </a:lnTo>
                  <a:lnTo>
                    <a:pt x="108735" y="74062"/>
                  </a:lnTo>
                  <a:lnTo>
                    <a:pt x="111439" y="75703"/>
                  </a:lnTo>
                  <a:lnTo>
                    <a:pt x="111439" y="75703"/>
                  </a:lnTo>
                  <a:lnTo>
                    <a:pt x="111439" y="75937"/>
                  </a:lnTo>
                  <a:lnTo>
                    <a:pt x="111889" y="76289"/>
                  </a:lnTo>
                  <a:lnTo>
                    <a:pt x="111439" y="76523"/>
                  </a:lnTo>
                  <a:lnTo>
                    <a:pt x="111439" y="76757"/>
                  </a:lnTo>
                  <a:lnTo>
                    <a:pt x="111439" y="77109"/>
                  </a:lnTo>
                  <a:lnTo>
                    <a:pt x="111439" y="77109"/>
                  </a:lnTo>
                  <a:lnTo>
                    <a:pt x="111439" y="77343"/>
                  </a:lnTo>
                  <a:lnTo>
                    <a:pt x="111889" y="77695"/>
                  </a:lnTo>
                  <a:lnTo>
                    <a:pt x="112190" y="77929"/>
                  </a:lnTo>
                  <a:lnTo>
                    <a:pt x="112941" y="78515"/>
                  </a:lnTo>
                  <a:lnTo>
                    <a:pt x="113241" y="78750"/>
                  </a:lnTo>
                  <a:lnTo>
                    <a:pt x="113692" y="78750"/>
                  </a:lnTo>
                  <a:lnTo>
                    <a:pt x="114743" y="78515"/>
                  </a:lnTo>
                  <a:lnTo>
                    <a:pt x="115794" y="78750"/>
                  </a:lnTo>
                  <a:lnTo>
                    <a:pt x="116095" y="78750"/>
                  </a:lnTo>
                  <a:lnTo>
                    <a:pt x="116545" y="78750"/>
                  </a:lnTo>
                  <a:lnTo>
                    <a:pt x="116545" y="78750"/>
                  </a:lnTo>
                  <a:lnTo>
                    <a:pt x="116846" y="78984"/>
                  </a:lnTo>
                  <a:lnTo>
                    <a:pt x="116846" y="79335"/>
                  </a:lnTo>
                  <a:lnTo>
                    <a:pt x="117596" y="80156"/>
                  </a:lnTo>
                  <a:lnTo>
                    <a:pt x="118648" y="81796"/>
                  </a:lnTo>
                  <a:lnTo>
                    <a:pt x="118948" y="82382"/>
                  </a:lnTo>
                  <a:lnTo>
                    <a:pt x="118948" y="82382"/>
                  </a:lnTo>
                  <a:lnTo>
                    <a:pt x="119399" y="82617"/>
                  </a:lnTo>
                  <a:lnTo>
                    <a:pt x="119699" y="83203"/>
                  </a:lnTo>
                  <a:lnTo>
                    <a:pt x="119699" y="85078"/>
                  </a:lnTo>
                  <a:lnTo>
                    <a:pt x="120000" y="88476"/>
                  </a:lnTo>
                  <a:lnTo>
                    <a:pt x="120000" y="89296"/>
                  </a:lnTo>
                  <a:lnTo>
                    <a:pt x="119699" y="89531"/>
                  </a:lnTo>
                  <a:lnTo>
                    <a:pt x="119399" y="89882"/>
                  </a:lnTo>
                  <a:lnTo>
                    <a:pt x="118948" y="90117"/>
                  </a:lnTo>
                  <a:lnTo>
                    <a:pt x="118197" y="90117"/>
                  </a:lnTo>
                  <a:lnTo>
                    <a:pt x="117897" y="90351"/>
                  </a:lnTo>
                  <a:lnTo>
                    <a:pt x="117146" y="90117"/>
                  </a:lnTo>
                  <a:lnTo>
                    <a:pt x="116846" y="90117"/>
                  </a:lnTo>
                  <a:lnTo>
                    <a:pt x="116545" y="90117"/>
                  </a:lnTo>
                  <a:lnTo>
                    <a:pt x="116095" y="89882"/>
                  </a:lnTo>
                  <a:lnTo>
                    <a:pt x="116095" y="89882"/>
                  </a:lnTo>
                  <a:lnTo>
                    <a:pt x="116095" y="89531"/>
                  </a:lnTo>
                  <a:lnTo>
                    <a:pt x="115794" y="89531"/>
                  </a:lnTo>
                  <a:lnTo>
                    <a:pt x="115794" y="89062"/>
                  </a:lnTo>
                  <a:lnTo>
                    <a:pt x="115494" y="88710"/>
                  </a:lnTo>
                  <a:lnTo>
                    <a:pt x="115043" y="88710"/>
                  </a:lnTo>
                  <a:lnTo>
                    <a:pt x="112640" y="88125"/>
                  </a:lnTo>
                  <a:lnTo>
                    <a:pt x="112190" y="87890"/>
                  </a:lnTo>
                  <a:lnTo>
                    <a:pt x="111138" y="87304"/>
                  </a:lnTo>
                  <a:lnTo>
                    <a:pt x="110838" y="87070"/>
                  </a:lnTo>
                  <a:lnTo>
                    <a:pt x="109787" y="86835"/>
                  </a:lnTo>
                  <a:lnTo>
                    <a:pt x="109336" y="86484"/>
                  </a:lnTo>
                  <a:lnTo>
                    <a:pt x="109036" y="86484"/>
                  </a:lnTo>
                  <a:lnTo>
                    <a:pt x="108735" y="85898"/>
                  </a:lnTo>
                  <a:lnTo>
                    <a:pt x="108285" y="85898"/>
                  </a:lnTo>
                  <a:lnTo>
                    <a:pt x="107984" y="85898"/>
                  </a:lnTo>
                  <a:lnTo>
                    <a:pt x="107234" y="86250"/>
                  </a:lnTo>
                  <a:lnTo>
                    <a:pt x="106933" y="86250"/>
                  </a:lnTo>
                  <a:lnTo>
                    <a:pt x="106933" y="86250"/>
                  </a:lnTo>
                  <a:lnTo>
                    <a:pt x="106483" y="86484"/>
                  </a:lnTo>
                  <a:lnTo>
                    <a:pt x="106483" y="87070"/>
                  </a:lnTo>
                  <a:lnTo>
                    <a:pt x="106483" y="87304"/>
                  </a:lnTo>
                  <a:lnTo>
                    <a:pt x="106483" y="87304"/>
                  </a:lnTo>
                  <a:lnTo>
                    <a:pt x="106182" y="87890"/>
                  </a:lnTo>
                  <a:lnTo>
                    <a:pt x="105431" y="88476"/>
                  </a:lnTo>
                  <a:lnTo>
                    <a:pt x="105131" y="88476"/>
                  </a:lnTo>
                  <a:lnTo>
                    <a:pt x="105131" y="88710"/>
                  </a:lnTo>
                  <a:lnTo>
                    <a:pt x="105431" y="88710"/>
                  </a:lnTo>
                  <a:lnTo>
                    <a:pt x="105431" y="89062"/>
                  </a:lnTo>
                  <a:lnTo>
                    <a:pt x="106182" y="89296"/>
                  </a:lnTo>
                  <a:lnTo>
                    <a:pt x="106483" y="89531"/>
                  </a:lnTo>
                  <a:lnTo>
                    <a:pt x="106933" y="89531"/>
                  </a:lnTo>
                  <a:lnTo>
                    <a:pt x="106933" y="89882"/>
                  </a:lnTo>
                  <a:lnTo>
                    <a:pt x="106933" y="89882"/>
                  </a:lnTo>
                  <a:lnTo>
                    <a:pt x="106933" y="90117"/>
                  </a:lnTo>
                  <a:lnTo>
                    <a:pt x="106933" y="90703"/>
                  </a:lnTo>
                  <a:lnTo>
                    <a:pt x="107234" y="91171"/>
                  </a:lnTo>
                  <a:lnTo>
                    <a:pt x="107234" y="91523"/>
                  </a:lnTo>
                  <a:lnTo>
                    <a:pt x="107234" y="91523"/>
                  </a:lnTo>
                  <a:lnTo>
                    <a:pt x="107234" y="91757"/>
                  </a:lnTo>
                  <a:lnTo>
                    <a:pt x="106933" y="92109"/>
                  </a:lnTo>
                  <a:lnTo>
                    <a:pt x="106483" y="92343"/>
                  </a:lnTo>
                  <a:lnTo>
                    <a:pt x="106483" y="92343"/>
                  </a:lnTo>
                  <a:lnTo>
                    <a:pt x="105431" y="92343"/>
                  </a:lnTo>
                  <a:lnTo>
                    <a:pt x="104380" y="92343"/>
                  </a:lnTo>
                  <a:lnTo>
                    <a:pt x="103629" y="92578"/>
                  </a:lnTo>
                  <a:lnTo>
                    <a:pt x="103629" y="92578"/>
                  </a:lnTo>
                  <a:lnTo>
                    <a:pt x="103329" y="92929"/>
                  </a:lnTo>
                  <a:lnTo>
                    <a:pt x="103329" y="93398"/>
                  </a:lnTo>
                  <a:lnTo>
                    <a:pt x="103329" y="93750"/>
                  </a:lnTo>
                  <a:lnTo>
                    <a:pt x="103329" y="93984"/>
                  </a:lnTo>
                  <a:lnTo>
                    <a:pt x="103028" y="93984"/>
                  </a:lnTo>
                  <a:lnTo>
                    <a:pt x="103028" y="94218"/>
                  </a:lnTo>
                  <a:lnTo>
                    <a:pt x="102277" y="94570"/>
                  </a:lnTo>
                  <a:lnTo>
                    <a:pt x="102277" y="94804"/>
                  </a:lnTo>
                  <a:lnTo>
                    <a:pt x="101977" y="95156"/>
                  </a:lnTo>
                  <a:lnTo>
                    <a:pt x="101526" y="95625"/>
                  </a:lnTo>
                  <a:lnTo>
                    <a:pt x="101526" y="95625"/>
                  </a:lnTo>
                  <a:lnTo>
                    <a:pt x="101526" y="95625"/>
                  </a:lnTo>
                  <a:lnTo>
                    <a:pt x="101226" y="95625"/>
                  </a:lnTo>
                  <a:lnTo>
                    <a:pt x="101226" y="95625"/>
                  </a:lnTo>
                  <a:lnTo>
                    <a:pt x="101226" y="95390"/>
                  </a:lnTo>
                  <a:lnTo>
                    <a:pt x="101226" y="95156"/>
                  </a:lnTo>
                  <a:lnTo>
                    <a:pt x="101226" y="94570"/>
                  </a:lnTo>
                  <a:lnTo>
                    <a:pt x="101226" y="94570"/>
                  </a:lnTo>
                  <a:lnTo>
                    <a:pt x="100926" y="94218"/>
                  </a:lnTo>
                  <a:lnTo>
                    <a:pt x="100475" y="93984"/>
                  </a:lnTo>
                  <a:lnTo>
                    <a:pt x="100475" y="93750"/>
                  </a:lnTo>
                  <a:lnTo>
                    <a:pt x="100175" y="93164"/>
                  </a:lnTo>
                  <a:lnTo>
                    <a:pt x="99424" y="92929"/>
                  </a:lnTo>
                  <a:lnTo>
                    <a:pt x="99424" y="92578"/>
                  </a:lnTo>
                  <a:lnTo>
                    <a:pt x="99123" y="92343"/>
                  </a:lnTo>
                  <a:lnTo>
                    <a:pt x="99123" y="92109"/>
                  </a:lnTo>
                  <a:lnTo>
                    <a:pt x="98673" y="92109"/>
                  </a:lnTo>
                  <a:lnTo>
                    <a:pt x="98673" y="92109"/>
                  </a:lnTo>
                  <a:lnTo>
                    <a:pt x="98372" y="91757"/>
                  </a:lnTo>
                  <a:lnTo>
                    <a:pt x="94468" y="91757"/>
                  </a:lnTo>
                  <a:lnTo>
                    <a:pt x="94167" y="92109"/>
                  </a:lnTo>
                  <a:lnTo>
                    <a:pt x="93717" y="92109"/>
                  </a:lnTo>
                  <a:lnTo>
                    <a:pt x="93717" y="92109"/>
                  </a:lnTo>
                  <a:lnTo>
                    <a:pt x="93416" y="92343"/>
                  </a:lnTo>
                  <a:lnTo>
                    <a:pt x="93416" y="92578"/>
                  </a:lnTo>
                  <a:lnTo>
                    <a:pt x="93416" y="92929"/>
                  </a:lnTo>
                  <a:lnTo>
                    <a:pt x="93416" y="93164"/>
                  </a:lnTo>
                  <a:lnTo>
                    <a:pt x="92966" y="93398"/>
                  </a:lnTo>
                  <a:lnTo>
                    <a:pt x="92966" y="93398"/>
                  </a:lnTo>
                  <a:lnTo>
                    <a:pt x="93416" y="93750"/>
                  </a:lnTo>
                  <a:lnTo>
                    <a:pt x="93416" y="93750"/>
                  </a:lnTo>
                  <a:lnTo>
                    <a:pt x="93416" y="93984"/>
                  </a:lnTo>
                  <a:lnTo>
                    <a:pt x="93416" y="94218"/>
                  </a:lnTo>
                  <a:lnTo>
                    <a:pt x="93416" y="94218"/>
                  </a:lnTo>
                  <a:lnTo>
                    <a:pt x="93416" y="94570"/>
                  </a:lnTo>
                  <a:lnTo>
                    <a:pt x="92966" y="94804"/>
                  </a:lnTo>
                  <a:lnTo>
                    <a:pt x="92665" y="95390"/>
                  </a:lnTo>
                  <a:lnTo>
                    <a:pt x="91914" y="95625"/>
                  </a:lnTo>
                  <a:lnTo>
                    <a:pt x="88010" y="95976"/>
                  </a:lnTo>
                  <a:lnTo>
                    <a:pt x="86658" y="96210"/>
                  </a:lnTo>
                  <a:lnTo>
                    <a:pt x="86357" y="96445"/>
                  </a:lnTo>
                  <a:lnTo>
                    <a:pt x="85907" y="96445"/>
                  </a:lnTo>
                  <a:lnTo>
                    <a:pt x="85607" y="96445"/>
                  </a:lnTo>
                  <a:lnTo>
                    <a:pt x="85156" y="96210"/>
                  </a:lnTo>
                  <a:lnTo>
                    <a:pt x="84856" y="96445"/>
                  </a:lnTo>
                  <a:lnTo>
                    <a:pt x="84856" y="96445"/>
                  </a:lnTo>
                  <a:lnTo>
                    <a:pt x="84105" y="96796"/>
                  </a:lnTo>
                  <a:lnTo>
                    <a:pt x="84105" y="97031"/>
                  </a:lnTo>
                  <a:lnTo>
                    <a:pt x="84105" y="97031"/>
                  </a:lnTo>
                  <a:lnTo>
                    <a:pt x="83804" y="97265"/>
                  </a:lnTo>
                  <a:lnTo>
                    <a:pt x="83804" y="97265"/>
                  </a:lnTo>
                  <a:lnTo>
                    <a:pt x="83804" y="97617"/>
                  </a:lnTo>
                  <a:lnTo>
                    <a:pt x="83804" y="97851"/>
                  </a:lnTo>
                  <a:lnTo>
                    <a:pt x="83504" y="97851"/>
                  </a:lnTo>
                  <a:lnTo>
                    <a:pt x="83053" y="98203"/>
                  </a:lnTo>
                  <a:lnTo>
                    <a:pt x="82753" y="98437"/>
                  </a:lnTo>
                  <a:lnTo>
                    <a:pt x="82302" y="98203"/>
                  </a:lnTo>
                  <a:lnTo>
                    <a:pt x="82302" y="98203"/>
                  </a:lnTo>
                  <a:lnTo>
                    <a:pt x="82302" y="98203"/>
                  </a:lnTo>
                  <a:lnTo>
                    <a:pt x="82002" y="97851"/>
                  </a:lnTo>
                  <a:lnTo>
                    <a:pt x="81702" y="97851"/>
                  </a:lnTo>
                  <a:lnTo>
                    <a:pt x="80650" y="97617"/>
                  </a:lnTo>
                  <a:lnTo>
                    <a:pt x="80650" y="97617"/>
                  </a:lnTo>
                  <a:lnTo>
                    <a:pt x="80200" y="97265"/>
                  </a:lnTo>
                  <a:lnTo>
                    <a:pt x="79599" y="97031"/>
                  </a:lnTo>
                  <a:lnTo>
                    <a:pt x="78848" y="96796"/>
                  </a:lnTo>
                  <a:lnTo>
                    <a:pt x="78397" y="96796"/>
                  </a:lnTo>
                  <a:lnTo>
                    <a:pt x="78097" y="96445"/>
                  </a:lnTo>
                  <a:lnTo>
                    <a:pt x="77797" y="95976"/>
                  </a:lnTo>
                  <a:lnTo>
                    <a:pt x="77046" y="96210"/>
                  </a:lnTo>
                  <a:lnTo>
                    <a:pt x="76295" y="97031"/>
                  </a:lnTo>
                  <a:lnTo>
                    <a:pt x="76295" y="97031"/>
                  </a:lnTo>
                  <a:lnTo>
                    <a:pt x="75994" y="97851"/>
                  </a:lnTo>
                  <a:lnTo>
                    <a:pt x="75994" y="98437"/>
                  </a:lnTo>
                  <a:lnTo>
                    <a:pt x="75694" y="99023"/>
                  </a:lnTo>
                  <a:lnTo>
                    <a:pt x="75694" y="99257"/>
                  </a:lnTo>
                  <a:lnTo>
                    <a:pt x="75694" y="99492"/>
                  </a:lnTo>
                  <a:lnTo>
                    <a:pt x="75694" y="99492"/>
                  </a:lnTo>
                  <a:lnTo>
                    <a:pt x="75694" y="99843"/>
                  </a:lnTo>
                  <a:lnTo>
                    <a:pt x="75994" y="99843"/>
                  </a:lnTo>
                  <a:lnTo>
                    <a:pt x="76295" y="100078"/>
                  </a:lnTo>
                  <a:lnTo>
                    <a:pt x="76295" y="100429"/>
                  </a:lnTo>
                  <a:lnTo>
                    <a:pt x="76295" y="100664"/>
                  </a:lnTo>
                  <a:lnTo>
                    <a:pt x="76745" y="101250"/>
                  </a:lnTo>
                  <a:lnTo>
                    <a:pt x="76745" y="101484"/>
                  </a:lnTo>
                  <a:lnTo>
                    <a:pt x="76295" y="101718"/>
                  </a:lnTo>
                  <a:lnTo>
                    <a:pt x="75994" y="102304"/>
                  </a:lnTo>
                  <a:lnTo>
                    <a:pt x="75994" y="102304"/>
                  </a:lnTo>
                  <a:lnTo>
                    <a:pt x="75994" y="102304"/>
                  </a:lnTo>
                  <a:lnTo>
                    <a:pt x="75694" y="102539"/>
                  </a:lnTo>
                  <a:lnTo>
                    <a:pt x="74943" y="102890"/>
                  </a:lnTo>
                  <a:lnTo>
                    <a:pt x="74943" y="102890"/>
                  </a:lnTo>
                  <a:lnTo>
                    <a:pt x="74493" y="103125"/>
                  </a:lnTo>
                  <a:lnTo>
                    <a:pt x="74493" y="103476"/>
                  </a:lnTo>
                  <a:lnTo>
                    <a:pt x="74192" y="104296"/>
                  </a:lnTo>
                  <a:lnTo>
                    <a:pt x="73892" y="104765"/>
                  </a:lnTo>
                  <a:lnTo>
                    <a:pt x="73892" y="105351"/>
                  </a:lnTo>
                  <a:lnTo>
                    <a:pt x="73892" y="105351"/>
                  </a:lnTo>
                  <a:lnTo>
                    <a:pt x="73441" y="105585"/>
                  </a:lnTo>
                  <a:lnTo>
                    <a:pt x="72841" y="106171"/>
                  </a:lnTo>
                  <a:lnTo>
                    <a:pt x="72390" y="106523"/>
                  </a:lnTo>
                  <a:lnTo>
                    <a:pt x="72390" y="106757"/>
                  </a:lnTo>
                  <a:lnTo>
                    <a:pt x="72090" y="106992"/>
                  </a:lnTo>
                  <a:lnTo>
                    <a:pt x="71789" y="107343"/>
                  </a:lnTo>
                  <a:lnTo>
                    <a:pt x="71339" y="107578"/>
                  </a:lnTo>
                  <a:lnTo>
                    <a:pt x="71038" y="107812"/>
                  </a:lnTo>
                  <a:lnTo>
                    <a:pt x="71038" y="107812"/>
                  </a:lnTo>
                  <a:lnTo>
                    <a:pt x="71038" y="108164"/>
                  </a:lnTo>
                  <a:lnTo>
                    <a:pt x="71038" y="108164"/>
                  </a:lnTo>
                  <a:lnTo>
                    <a:pt x="71339" y="108398"/>
                  </a:lnTo>
                  <a:lnTo>
                    <a:pt x="71339" y="108632"/>
                  </a:lnTo>
                  <a:lnTo>
                    <a:pt x="71339" y="108984"/>
                  </a:lnTo>
                  <a:lnTo>
                    <a:pt x="71339" y="110039"/>
                  </a:lnTo>
                  <a:lnTo>
                    <a:pt x="71339" y="110625"/>
                  </a:lnTo>
                  <a:lnTo>
                    <a:pt x="71339" y="110625"/>
                  </a:lnTo>
                  <a:lnTo>
                    <a:pt x="71339" y="110859"/>
                  </a:lnTo>
                  <a:lnTo>
                    <a:pt x="71339" y="111210"/>
                  </a:lnTo>
                  <a:lnTo>
                    <a:pt x="71339" y="111445"/>
                  </a:lnTo>
                  <a:lnTo>
                    <a:pt x="71339" y="112031"/>
                  </a:lnTo>
                  <a:lnTo>
                    <a:pt x="71339" y="112265"/>
                  </a:lnTo>
                  <a:lnTo>
                    <a:pt x="71789" y="112617"/>
                  </a:lnTo>
                  <a:lnTo>
                    <a:pt x="71789" y="112617"/>
                  </a:lnTo>
                  <a:lnTo>
                    <a:pt x="72090" y="112851"/>
                  </a:lnTo>
                  <a:lnTo>
                    <a:pt x="72090" y="113085"/>
                  </a:lnTo>
                  <a:lnTo>
                    <a:pt x="72090" y="113437"/>
                  </a:lnTo>
                  <a:lnTo>
                    <a:pt x="72090" y="113671"/>
                  </a:lnTo>
                  <a:lnTo>
                    <a:pt x="72090" y="113906"/>
                  </a:lnTo>
                  <a:lnTo>
                    <a:pt x="71789" y="114492"/>
                  </a:lnTo>
                  <a:lnTo>
                    <a:pt x="71339" y="115078"/>
                  </a:lnTo>
                  <a:lnTo>
                    <a:pt x="71038" y="115312"/>
                  </a:lnTo>
                  <a:lnTo>
                    <a:pt x="71038" y="115312"/>
                  </a:lnTo>
                  <a:lnTo>
                    <a:pt x="70588" y="115664"/>
                  </a:lnTo>
                  <a:lnTo>
                    <a:pt x="70588" y="115664"/>
                  </a:lnTo>
                  <a:lnTo>
                    <a:pt x="69987" y="115664"/>
                  </a:lnTo>
                  <a:lnTo>
                    <a:pt x="69536" y="115312"/>
                  </a:lnTo>
                  <a:lnTo>
                    <a:pt x="68936" y="115312"/>
                  </a:lnTo>
                  <a:lnTo>
                    <a:pt x="68936" y="115312"/>
                  </a:lnTo>
                  <a:lnTo>
                    <a:pt x="68485" y="115664"/>
                  </a:lnTo>
                  <a:lnTo>
                    <a:pt x="68185" y="115898"/>
                  </a:lnTo>
                  <a:lnTo>
                    <a:pt x="68185" y="116132"/>
                  </a:lnTo>
                  <a:lnTo>
                    <a:pt x="67734" y="116484"/>
                  </a:lnTo>
                  <a:lnTo>
                    <a:pt x="68185" y="116718"/>
                  </a:lnTo>
                  <a:lnTo>
                    <a:pt x="68185" y="116718"/>
                  </a:lnTo>
                  <a:lnTo>
                    <a:pt x="68485" y="116953"/>
                  </a:lnTo>
                  <a:lnTo>
                    <a:pt x="68936" y="116953"/>
                  </a:lnTo>
                  <a:lnTo>
                    <a:pt x="68936" y="116953"/>
                  </a:lnTo>
                  <a:lnTo>
                    <a:pt x="68936" y="117304"/>
                  </a:lnTo>
                  <a:lnTo>
                    <a:pt x="69236" y="117539"/>
                  </a:lnTo>
                  <a:lnTo>
                    <a:pt x="68936" y="117539"/>
                  </a:lnTo>
                  <a:lnTo>
                    <a:pt x="68936" y="117890"/>
                  </a:lnTo>
                  <a:lnTo>
                    <a:pt x="68936" y="117890"/>
                  </a:lnTo>
                  <a:lnTo>
                    <a:pt x="68485" y="117890"/>
                  </a:lnTo>
                  <a:lnTo>
                    <a:pt x="65331" y="117890"/>
                  </a:lnTo>
                  <a:lnTo>
                    <a:pt x="64280" y="117890"/>
                  </a:lnTo>
                  <a:lnTo>
                    <a:pt x="61426" y="117890"/>
                  </a:lnTo>
                  <a:lnTo>
                    <a:pt x="59924" y="117890"/>
                  </a:lnTo>
                  <a:lnTo>
                    <a:pt x="59924" y="117539"/>
                  </a:lnTo>
                  <a:lnTo>
                    <a:pt x="59324" y="117539"/>
                  </a:lnTo>
                  <a:lnTo>
                    <a:pt x="58573" y="117304"/>
                  </a:lnTo>
                  <a:lnTo>
                    <a:pt x="58272" y="117304"/>
                  </a:lnTo>
                  <a:lnTo>
                    <a:pt x="57822" y="117304"/>
                  </a:lnTo>
                  <a:lnTo>
                    <a:pt x="57521" y="117304"/>
                  </a:lnTo>
                  <a:lnTo>
                    <a:pt x="57521" y="117304"/>
                  </a:lnTo>
                  <a:lnTo>
                    <a:pt x="57221" y="117539"/>
                  </a:lnTo>
                  <a:lnTo>
                    <a:pt x="57221" y="117890"/>
                  </a:lnTo>
                  <a:lnTo>
                    <a:pt x="56770" y="118359"/>
                  </a:lnTo>
                  <a:lnTo>
                    <a:pt x="56770" y="118359"/>
                  </a:lnTo>
                  <a:lnTo>
                    <a:pt x="56470" y="118710"/>
                  </a:lnTo>
                  <a:lnTo>
                    <a:pt x="56470" y="118710"/>
                  </a:lnTo>
                  <a:lnTo>
                    <a:pt x="56770" y="118945"/>
                  </a:lnTo>
                  <a:lnTo>
                    <a:pt x="56770" y="119179"/>
                  </a:lnTo>
                  <a:lnTo>
                    <a:pt x="56770" y="119179"/>
                  </a:lnTo>
                  <a:lnTo>
                    <a:pt x="57221" y="119179"/>
                  </a:lnTo>
                  <a:lnTo>
                    <a:pt x="57221" y="119531"/>
                  </a:lnTo>
                  <a:lnTo>
                    <a:pt x="57221" y="119531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1" name="Shape 11051"/>
            <p:cNvSpPr/>
            <p:nvPr/>
          </p:nvSpPr>
          <p:spPr>
            <a:xfrm>
              <a:off x="1012398" y="1858504"/>
              <a:ext cx="470046" cy="3220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583" y="108765"/>
                  </a:moveTo>
                  <a:lnTo>
                    <a:pt x="40583" y="108765"/>
                  </a:lnTo>
                  <a:lnTo>
                    <a:pt x="36384" y="117446"/>
                  </a:lnTo>
                  <a:lnTo>
                    <a:pt x="34635" y="120000"/>
                  </a:lnTo>
                  <a:lnTo>
                    <a:pt x="34635" y="118468"/>
                  </a:lnTo>
                  <a:lnTo>
                    <a:pt x="29737" y="114893"/>
                  </a:lnTo>
                  <a:lnTo>
                    <a:pt x="24839" y="111319"/>
                  </a:lnTo>
                  <a:lnTo>
                    <a:pt x="24139" y="107744"/>
                  </a:lnTo>
                  <a:lnTo>
                    <a:pt x="22390" y="99063"/>
                  </a:lnTo>
                  <a:lnTo>
                    <a:pt x="22390" y="98042"/>
                  </a:lnTo>
                  <a:lnTo>
                    <a:pt x="20641" y="95489"/>
                  </a:lnTo>
                  <a:lnTo>
                    <a:pt x="20641" y="93446"/>
                  </a:lnTo>
                  <a:lnTo>
                    <a:pt x="20641" y="91914"/>
                  </a:lnTo>
                  <a:lnTo>
                    <a:pt x="21690" y="87319"/>
                  </a:lnTo>
                  <a:lnTo>
                    <a:pt x="21690" y="85787"/>
                  </a:lnTo>
                  <a:lnTo>
                    <a:pt x="20641" y="83744"/>
                  </a:lnTo>
                  <a:lnTo>
                    <a:pt x="19941" y="82212"/>
                  </a:lnTo>
                  <a:lnTo>
                    <a:pt x="16443" y="81191"/>
                  </a:lnTo>
                  <a:lnTo>
                    <a:pt x="15043" y="80170"/>
                  </a:lnTo>
                  <a:lnTo>
                    <a:pt x="12594" y="76085"/>
                  </a:lnTo>
                  <a:lnTo>
                    <a:pt x="10845" y="76085"/>
                  </a:lnTo>
                  <a:lnTo>
                    <a:pt x="8396" y="75063"/>
                  </a:lnTo>
                  <a:lnTo>
                    <a:pt x="4897" y="72510"/>
                  </a:lnTo>
                  <a:lnTo>
                    <a:pt x="2448" y="68936"/>
                  </a:lnTo>
                  <a:lnTo>
                    <a:pt x="699" y="59234"/>
                  </a:lnTo>
                  <a:lnTo>
                    <a:pt x="699" y="55659"/>
                  </a:lnTo>
                  <a:lnTo>
                    <a:pt x="0" y="52085"/>
                  </a:lnTo>
                  <a:lnTo>
                    <a:pt x="699" y="48510"/>
                  </a:lnTo>
                  <a:lnTo>
                    <a:pt x="1749" y="44936"/>
                  </a:lnTo>
                  <a:lnTo>
                    <a:pt x="3498" y="43914"/>
                  </a:lnTo>
                  <a:lnTo>
                    <a:pt x="6647" y="42382"/>
                  </a:lnTo>
                  <a:lnTo>
                    <a:pt x="6647" y="42382"/>
                  </a:lnTo>
                  <a:lnTo>
                    <a:pt x="6647" y="41361"/>
                  </a:lnTo>
                  <a:lnTo>
                    <a:pt x="6647" y="40340"/>
                  </a:lnTo>
                  <a:lnTo>
                    <a:pt x="7346" y="38808"/>
                  </a:lnTo>
                  <a:lnTo>
                    <a:pt x="7346" y="38808"/>
                  </a:lnTo>
                  <a:lnTo>
                    <a:pt x="9096" y="40340"/>
                  </a:lnTo>
                  <a:lnTo>
                    <a:pt x="9096" y="40340"/>
                  </a:lnTo>
                  <a:lnTo>
                    <a:pt x="9795" y="40340"/>
                  </a:lnTo>
                  <a:lnTo>
                    <a:pt x="12594" y="40340"/>
                  </a:lnTo>
                  <a:lnTo>
                    <a:pt x="15043" y="38808"/>
                  </a:lnTo>
                  <a:lnTo>
                    <a:pt x="16443" y="36255"/>
                  </a:lnTo>
                  <a:lnTo>
                    <a:pt x="18892" y="32680"/>
                  </a:lnTo>
                  <a:lnTo>
                    <a:pt x="19941" y="29106"/>
                  </a:lnTo>
                  <a:lnTo>
                    <a:pt x="20641" y="26553"/>
                  </a:lnTo>
                  <a:lnTo>
                    <a:pt x="20641" y="24510"/>
                  </a:lnTo>
                  <a:lnTo>
                    <a:pt x="22390" y="21957"/>
                  </a:lnTo>
                  <a:lnTo>
                    <a:pt x="23090" y="20936"/>
                  </a:lnTo>
                  <a:lnTo>
                    <a:pt x="27988" y="28085"/>
                  </a:lnTo>
                  <a:lnTo>
                    <a:pt x="30787" y="29106"/>
                  </a:lnTo>
                  <a:lnTo>
                    <a:pt x="33935" y="30638"/>
                  </a:lnTo>
                  <a:lnTo>
                    <a:pt x="37434" y="29106"/>
                  </a:lnTo>
                  <a:lnTo>
                    <a:pt x="40583" y="28085"/>
                  </a:lnTo>
                  <a:lnTo>
                    <a:pt x="47230" y="22978"/>
                  </a:lnTo>
                  <a:lnTo>
                    <a:pt x="49679" y="20936"/>
                  </a:lnTo>
                  <a:lnTo>
                    <a:pt x="50379" y="19404"/>
                  </a:lnTo>
                  <a:lnTo>
                    <a:pt x="58775" y="19404"/>
                  </a:lnTo>
                  <a:lnTo>
                    <a:pt x="61924" y="17361"/>
                  </a:lnTo>
                  <a:lnTo>
                    <a:pt x="67871" y="9702"/>
                  </a:lnTo>
                  <a:lnTo>
                    <a:pt x="70320" y="7659"/>
                  </a:lnTo>
                  <a:lnTo>
                    <a:pt x="72769" y="7659"/>
                  </a:lnTo>
                  <a:lnTo>
                    <a:pt x="73819" y="5106"/>
                  </a:lnTo>
                  <a:lnTo>
                    <a:pt x="74518" y="2553"/>
                  </a:lnTo>
                  <a:lnTo>
                    <a:pt x="76268" y="0"/>
                  </a:lnTo>
                  <a:lnTo>
                    <a:pt x="86763" y="2553"/>
                  </a:lnTo>
                  <a:lnTo>
                    <a:pt x="88513" y="4085"/>
                  </a:lnTo>
                  <a:lnTo>
                    <a:pt x="90262" y="6127"/>
                  </a:lnTo>
                  <a:lnTo>
                    <a:pt x="92711" y="9702"/>
                  </a:lnTo>
                  <a:lnTo>
                    <a:pt x="92711" y="11234"/>
                  </a:lnTo>
                  <a:lnTo>
                    <a:pt x="93411" y="11234"/>
                  </a:lnTo>
                  <a:lnTo>
                    <a:pt x="95160" y="11234"/>
                  </a:lnTo>
                  <a:lnTo>
                    <a:pt x="95160" y="9702"/>
                  </a:lnTo>
                  <a:lnTo>
                    <a:pt x="96909" y="9702"/>
                  </a:lnTo>
                  <a:lnTo>
                    <a:pt x="101807" y="12255"/>
                  </a:lnTo>
                  <a:lnTo>
                    <a:pt x="104256" y="11234"/>
                  </a:lnTo>
                  <a:lnTo>
                    <a:pt x="106705" y="12255"/>
                  </a:lnTo>
                  <a:lnTo>
                    <a:pt x="106705" y="12255"/>
                  </a:lnTo>
                  <a:lnTo>
                    <a:pt x="108454" y="11234"/>
                  </a:lnTo>
                  <a:lnTo>
                    <a:pt x="108454" y="9702"/>
                  </a:lnTo>
                  <a:lnTo>
                    <a:pt x="108454" y="8680"/>
                  </a:lnTo>
                  <a:lnTo>
                    <a:pt x="108454" y="6127"/>
                  </a:lnTo>
                  <a:lnTo>
                    <a:pt x="108454" y="6127"/>
                  </a:lnTo>
                  <a:lnTo>
                    <a:pt x="109154" y="9702"/>
                  </a:lnTo>
                  <a:lnTo>
                    <a:pt x="108454" y="11234"/>
                  </a:lnTo>
                  <a:lnTo>
                    <a:pt x="108454" y="11234"/>
                  </a:lnTo>
                  <a:lnTo>
                    <a:pt x="108454" y="13276"/>
                  </a:lnTo>
                  <a:lnTo>
                    <a:pt x="110903" y="25531"/>
                  </a:lnTo>
                  <a:lnTo>
                    <a:pt x="111603" y="31659"/>
                  </a:lnTo>
                  <a:lnTo>
                    <a:pt x="111603" y="35234"/>
                  </a:lnTo>
                  <a:lnTo>
                    <a:pt x="112653" y="38808"/>
                  </a:lnTo>
                  <a:lnTo>
                    <a:pt x="113352" y="40340"/>
                  </a:lnTo>
                  <a:lnTo>
                    <a:pt x="113352" y="43914"/>
                  </a:lnTo>
                  <a:lnTo>
                    <a:pt x="114402" y="44936"/>
                  </a:lnTo>
                  <a:lnTo>
                    <a:pt x="114402" y="45957"/>
                  </a:lnTo>
                  <a:lnTo>
                    <a:pt x="115102" y="45957"/>
                  </a:lnTo>
                  <a:lnTo>
                    <a:pt x="115801" y="47489"/>
                  </a:lnTo>
                  <a:lnTo>
                    <a:pt x="117551" y="48510"/>
                  </a:lnTo>
                  <a:lnTo>
                    <a:pt x="118250" y="48510"/>
                  </a:lnTo>
                  <a:lnTo>
                    <a:pt x="118250" y="51063"/>
                  </a:lnTo>
                  <a:lnTo>
                    <a:pt x="118250" y="53617"/>
                  </a:lnTo>
                  <a:lnTo>
                    <a:pt x="118250" y="60765"/>
                  </a:lnTo>
                  <a:lnTo>
                    <a:pt x="119300" y="62808"/>
                  </a:lnTo>
                  <a:lnTo>
                    <a:pt x="119300" y="65361"/>
                  </a:lnTo>
                  <a:lnTo>
                    <a:pt x="120000" y="66893"/>
                  </a:lnTo>
                  <a:lnTo>
                    <a:pt x="120000" y="67914"/>
                  </a:lnTo>
                  <a:lnTo>
                    <a:pt x="120000" y="67914"/>
                  </a:lnTo>
                  <a:lnTo>
                    <a:pt x="119300" y="71489"/>
                  </a:lnTo>
                  <a:lnTo>
                    <a:pt x="116851" y="78638"/>
                  </a:lnTo>
                  <a:lnTo>
                    <a:pt x="106705" y="84765"/>
                  </a:lnTo>
                  <a:lnTo>
                    <a:pt x="104256" y="88340"/>
                  </a:lnTo>
                  <a:lnTo>
                    <a:pt x="103556" y="89872"/>
                  </a:lnTo>
                  <a:lnTo>
                    <a:pt x="102507" y="89872"/>
                  </a:lnTo>
                  <a:lnTo>
                    <a:pt x="101807" y="89872"/>
                  </a:lnTo>
                  <a:lnTo>
                    <a:pt x="95860" y="90893"/>
                  </a:lnTo>
                  <a:lnTo>
                    <a:pt x="94460" y="89872"/>
                  </a:lnTo>
                  <a:lnTo>
                    <a:pt x="93411" y="88340"/>
                  </a:lnTo>
                  <a:lnTo>
                    <a:pt x="92711" y="88340"/>
                  </a:lnTo>
                  <a:lnTo>
                    <a:pt x="92711" y="88340"/>
                  </a:lnTo>
                  <a:lnTo>
                    <a:pt x="81865" y="85787"/>
                  </a:lnTo>
                  <a:lnTo>
                    <a:pt x="81166" y="87319"/>
                  </a:lnTo>
                  <a:lnTo>
                    <a:pt x="80466" y="87319"/>
                  </a:lnTo>
                  <a:lnTo>
                    <a:pt x="79416" y="88340"/>
                  </a:lnTo>
                  <a:lnTo>
                    <a:pt x="78717" y="89872"/>
                  </a:lnTo>
                  <a:lnTo>
                    <a:pt x="76967" y="89872"/>
                  </a:lnTo>
                  <a:lnTo>
                    <a:pt x="75218" y="89872"/>
                  </a:lnTo>
                  <a:lnTo>
                    <a:pt x="74518" y="90893"/>
                  </a:lnTo>
                  <a:lnTo>
                    <a:pt x="73819" y="90893"/>
                  </a:lnTo>
                  <a:lnTo>
                    <a:pt x="72069" y="94468"/>
                  </a:lnTo>
                  <a:lnTo>
                    <a:pt x="71370" y="97021"/>
                  </a:lnTo>
                  <a:lnTo>
                    <a:pt x="70320" y="98042"/>
                  </a:lnTo>
                  <a:lnTo>
                    <a:pt x="68571" y="99063"/>
                  </a:lnTo>
                  <a:lnTo>
                    <a:pt x="67871" y="100595"/>
                  </a:lnTo>
                  <a:lnTo>
                    <a:pt x="67172" y="103148"/>
                  </a:lnTo>
                  <a:lnTo>
                    <a:pt x="66122" y="103148"/>
                  </a:lnTo>
                  <a:lnTo>
                    <a:pt x="51428" y="112340"/>
                  </a:lnTo>
                  <a:lnTo>
                    <a:pt x="51428" y="113872"/>
                  </a:lnTo>
                  <a:lnTo>
                    <a:pt x="50379" y="113872"/>
                  </a:lnTo>
                  <a:lnTo>
                    <a:pt x="48979" y="113872"/>
                  </a:lnTo>
                  <a:lnTo>
                    <a:pt x="43731" y="113872"/>
                  </a:lnTo>
                  <a:lnTo>
                    <a:pt x="42332" y="113872"/>
                  </a:lnTo>
                  <a:lnTo>
                    <a:pt x="41282" y="112340"/>
                  </a:lnTo>
                  <a:lnTo>
                    <a:pt x="41282" y="112340"/>
                  </a:lnTo>
                  <a:lnTo>
                    <a:pt x="41282" y="112340"/>
                  </a:lnTo>
                  <a:lnTo>
                    <a:pt x="41282" y="111319"/>
                  </a:lnTo>
                  <a:lnTo>
                    <a:pt x="41282" y="111319"/>
                  </a:lnTo>
                  <a:lnTo>
                    <a:pt x="41282" y="110297"/>
                  </a:lnTo>
                  <a:lnTo>
                    <a:pt x="41282" y="108765"/>
                  </a:lnTo>
                  <a:lnTo>
                    <a:pt x="40583" y="108765"/>
                  </a:lnTo>
                  <a:lnTo>
                    <a:pt x="40583" y="108765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2" name="Shape 11052"/>
            <p:cNvSpPr/>
            <p:nvPr/>
          </p:nvSpPr>
          <p:spPr>
            <a:xfrm>
              <a:off x="1735967" y="1369272"/>
              <a:ext cx="1218284" cy="11799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994" y="41533"/>
                  </a:moveTo>
                  <a:lnTo>
                    <a:pt x="4994" y="41533"/>
                  </a:lnTo>
                  <a:lnTo>
                    <a:pt x="4994" y="41254"/>
                  </a:lnTo>
                  <a:lnTo>
                    <a:pt x="4454" y="37630"/>
                  </a:lnTo>
                  <a:lnTo>
                    <a:pt x="4454" y="37630"/>
                  </a:lnTo>
                  <a:lnTo>
                    <a:pt x="4994" y="38327"/>
                  </a:lnTo>
                  <a:lnTo>
                    <a:pt x="5399" y="38606"/>
                  </a:lnTo>
                  <a:lnTo>
                    <a:pt x="6074" y="38606"/>
                  </a:lnTo>
                  <a:lnTo>
                    <a:pt x="7019" y="38327"/>
                  </a:lnTo>
                  <a:lnTo>
                    <a:pt x="7559" y="38606"/>
                  </a:lnTo>
                  <a:lnTo>
                    <a:pt x="8908" y="39581"/>
                  </a:lnTo>
                  <a:lnTo>
                    <a:pt x="8503" y="41254"/>
                  </a:lnTo>
                  <a:lnTo>
                    <a:pt x="7289" y="42926"/>
                  </a:lnTo>
                  <a:lnTo>
                    <a:pt x="7019" y="44599"/>
                  </a:lnTo>
                  <a:lnTo>
                    <a:pt x="6614" y="44878"/>
                  </a:lnTo>
                  <a:lnTo>
                    <a:pt x="6614" y="44878"/>
                  </a:lnTo>
                  <a:lnTo>
                    <a:pt x="7289" y="44878"/>
                  </a:lnTo>
                  <a:lnTo>
                    <a:pt x="7964" y="45156"/>
                  </a:lnTo>
                  <a:lnTo>
                    <a:pt x="10528" y="46132"/>
                  </a:lnTo>
                  <a:lnTo>
                    <a:pt x="10798" y="46132"/>
                  </a:lnTo>
                  <a:lnTo>
                    <a:pt x="11068" y="46550"/>
                  </a:lnTo>
                  <a:lnTo>
                    <a:pt x="11473" y="47526"/>
                  </a:lnTo>
                  <a:lnTo>
                    <a:pt x="12418" y="48780"/>
                  </a:lnTo>
                  <a:lnTo>
                    <a:pt x="12688" y="49477"/>
                  </a:lnTo>
                  <a:lnTo>
                    <a:pt x="13093" y="50174"/>
                  </a:lnTo>
                  <a:lnTo>
                    <a:pt x="13363" y="51149"/>
                  </a:lnTo>
                  <a:lnTo>
                    <a:pt x="13363" y="52125"/>
                  </a:lnTo>
                  <a:lnTo>
                    <a:pt x="13093" y="52822"/>
                  </a:lnTo>
                  <a:lnTo>
                    <a:pt x="13093" y="53797"/>
                  </a:lnTo>
                  <a:lnTo>
                    <a:pt x="14578" y="52822"/>
                  </a:lnTo>
                  <a:lnTo>
                    <a:pt x="15928" y="53379"/>
                  </a:lnTo>
                  <a:lnTo>
                    <a:pt x="17142" y="53379"/>
                  </a:lnTo>
                  <a:lnTo>
                    <a:pt x="18087" y="51846"/>
                  </a:lnTo>
                  <a:lnTo>
                    <a:pt x="19167" y="49477"/>
                  </a:lnTo>
                  <a:lnTo>
                    <a:pt x="19167" y="48501"/>
                  </a:lnTo>
                  <a:lnTo>
                    <a:pt x="18492" y="47526"/>
                  </a:lnTo>
                  <a:lnTo>
                    <a:pt x="18087" y="47526"/>
                  </a:lnTo>
                  <a:lnTo>
                    <a:pt x="17142" y="47526"/>
                  </a:lnTo>
                  <a:lnTo>
                    <a:pt x="16872" y="47247"/>
                  </a:lnTo>
                  <a:lnTo>
                    <a:pt x="16197" y="46550"/>
                  </a:lnTo>
                  <a:lnTo>
                    <a:pt x="15928" y="45574"/>
                  </a:lnTo>
                  <a:lnTo>
                    <a:pt x="15253" y="45156"/>
                  </a:lnTo>
                  <a:lnTo>
                    <a:pt x="15253" y="45156"/>
                  </a:lnTo>
                  <a:lnTo>
                    <a:pt x="15253" y="44878"/>
                  </a:lnTo>
                  <a:lnTo>
                    <a:pt x="15253" y="44878"/>
                  </a:lnTo>
                  <a:lnTo>
                    <a:pt x="15253" y="44599"/>
                  </a:lnTo>
                  <a:lnTo>
                    <a:pt x="16602" y="43205"/>
                  </a:lnTo>
                  <a:lnTo>
                    <a:pt x="15658" y="41254"/>
                  </a:lnTo>
                  <a:lnTo>
                    <a:pt x="15658" y="40557"/>
                  </a:lnTo>
                  <a:lnTo>
                    <a:pt x="16602" y="39581"/>
                  </a:lnTo>
                  <a:lnTo>
                    <a:pt x="17547" y="39303"/>
                  </a:lnTo>
                  <a:lnTo>
                    <a:pt x="17817" y="38885"/>
                  </a:lnTo>
                  <a:lnTo>
                    <a:pt x="18087" y="38327"/>
                  </a:lnTo>
                  <a:lnTo>
                    <a:pt x="18087" y="37630"/>
                  </a:lnTo>
                  <a:lnTo>
                    <a:pt x="17817" y="36236"/>
                  </a:lnTo>
                  <a:lnTo>
                    <a:pt x="17817" y="35679"/>
                  </a:lnTo>
                  <a:lnTo>
                    <a:pt x="18492" y="34285"/>
                  </a:lnTo>
                  <a:lnTo>
                    <a:pt x="21057" y="32055"/>
                  </a:lnTo>
                  <a:lnTo>
                    <a:pt x="21327" y="31358"/>
                  </a:lnTo>
                  <a:lnTo>
                    <a:pt x="21597" y="30662"/>
                  </a:lnTo>
                  <a:lnTo>
                    <a:pt x="21597" y="29965"/>
                  </a:lnTo>
                  <a:lnTo>
                    <a:pt x="22002" y="29686"/>
                  </a:lnTo>
                  <a:lnTo>
                    <a:pt x="22677" y="29407"/>
                  </a:lnTo>
                  <a:lnTo>
                    <a:pt x="22947" y="28710"/>
                  </a:lnTo>
                  <a:lnTo>
                    <a:pt x="23217" y="28013"/>
                  </a:lnTo>
                  <a:lnTo>
                    <a:pt x="23622" y="26062"/>
                  </a:lnTo>
                  <a:lnTo>
                    <a:pt x="24566" y="23414"/>
                  </a:lnTo>
                  <a:lnTo>
                    <a:pt x="24566" y="22160"/>
                  </a:lnTo>
                  <a:lnTo>
                    <a:pt x="24161" y="21184"/>
                  </a:lnTo>
                  <a:lnTo>
                    <a:pt x="23622" y="19094"/>
                  </a:lnTo>
                  <a:lnTo>
                    <a:pt x="23622" y="18536"/>
                  </a:lnTo>
                  <a:lnTo>
                    <a:pt x="23622" y="17560"/>
                  </a:lnTo>
                  <a:lnTo>
                    <a:pt x="23217" y="17142"/>
                  </a:lnTo>
                  <a:lnTo>
                    <a:pt x="22947" y="16864"/>
                  </a:lnTo>
                  <a:lnTo>
                    <a:pt x="22272" y="15888"/>
                  </a:lnTo>
                  <a:lnTo>
                    <a:pt x="22677" y="14494"/>
                  </a:lnTo>
                  <a:lnTo>
                    <a:pt x="22947" y="12822"/>
                  </a:lnTo>
                  <a:lnTo>
                    <a:pt x="23622" y="12264"/>
                  </a:lnTo>
                  <a:lnTo>
                    <a:pt x="25511" y="11567"/>
                  </a:lnTo>
                  <a:lnTo>
                    <a:pt x="26456" y="11846"/>
                  </a:lnTo>
                  <a:lnTo>
                    <a:pt x="26456" y="12543"/>
                  </a:lnTo>
                  <a:lnTo>
                    <a:pt x="27671" y="13519"/>
                  </a:lnTo>
                  <a:lnTo>
                    <a:pt x="27671" y="13519"/>
                  </a:lnTo>
                  <a:lnTo>
                    <a:pt x="28346" y="13240"/>
                  </a:lnTo>
                  <a:lnTo>
                    <a:pt x="28346" y="12822"/>
                  </a:lnTo>
                  <a:lnTo>
                    <a:pt x="28346" y="12543"/>
                  </a:lnTo>
                  <a:lnTo>
                    <a:pt x="28751" y="12264"/>
                  </a:lnTo>
                  <a:lnTo>
                    <a:pt x="29291" y="11567"/>
                  </a:lnTo>
                  <a:lnTo>
                    <a:pt x="29696" y="11289"/>
                  </a:lnTo>
                  <a:lnTo>
                    <a:pt x="29696" y="11846"/>
                  </a:lnTo>
                  <a:lnTo>
                    <a:pt x="30641" y="17560"/>
                  </a:lnTo>
                  <a:lnTo>
                    <a:pt x="30641" y="18118"/>
                  </a:lnTo>
                  <a:lnTo>
                    <a:pt x="30911" y="18536"/>
                  </a:lnTo>
                  <a:lnTo>
                    <a:pt x="31181" y="18815"/>
                  </a:lnTo>
                  <a:lnTo>
                    <a:pt x="32260" y="19094"/>
                  </a:lnTo>
                  <a:lnTo>
                    <a:pt x="32530" y="19512"/>
                  </a:lnTo>
                  <a:lnTo>
                    <a:pt x="33475" y="21463"/>
                  </a:lnTo>
                  <a:lnTo>
                    <a:pt x="34150" y="22160"/>
                  </a:lnTo>
                  <a:lnTo>
                    <a:pt x="35095" y="22717"/>
                  </a:lnTo>
                  <a:lnTo>
                    <a:pt x="36040" y="23135"/>
                  </a:lnTo>
                  <a:lnTo>
                    <a:pt x="40494" y="22439"/>
                  </a:lnTo>
                  <a:lnTo>
                    <a:pt x="41169" y="22160"/>
                  </a:lnTo>
                  <a:lnTo>
                    <a:pt x="41844" y="21184"/>
                  </a:lnTo>
                  <a:lnTo>
                    <a:pt x="41439" y="20766"/>
                  </a:lnTo>
                  <a:lnTo>
                    <a:pt x="41439" y="20209"/>
                  </a:lnTo>
                  <a:lnTo>
                    <a:pt x="41439" y="19094"/>
                  </a:lnTo>
                  <a:lnTo>
                    <a:pt x="41844" y="18815"/>
                  </a:lnTo>
                  <a:lnTo>
                    <a:pt x="42114" y="18815"/>
                  </a:lnTo>
                  <a:lnTo>
                    <a:pt x="43329" y="19094"/>
                  </a:lnTo>
                  <a:lnTo>
                    <a:pt x="43734" y="19094"/>
                  </a:lnTo>
                  <a:lnTo>
                    <a:pt x="44679" y="18815"/>
                  </a:lnTo>
                  <a:lnTo>
                    <a:pt x="46839" y="17142"/>
                  </a:lnTo>
                  <a:lnTo>
                    <a:pt x="48863" y="16445"/>
                  </a:lnTo>
                  <a:lnTo>
                    <a:pt x="49403" y="16445"/>
                  </a:lnTo>
                  <a:lnTo>
                    <a:pt x="50348" y="16445"/>
                  </a:lnTo>
                  <a:lnTo>
                    <a:pt x="51293" y="17142"/>
                  </a:lnTo>
                  <a:lnTo>
                    <a:pt x="51698" y="18118"/>
                  </a:lnTo>
                  <a:lnTo>
                    <a:pt x="51968" y="19094"/>
                  </a:lnTo>
                  <a:lnTo>
                    <a:pt x="52373" y="20487"/>
                  </a:lnTo>
                  <a:lnTo>
                    <a:pt x="52913" y="21463"/>
                  </a:lnTo>
                  <a:lnTo>
                    <a:pt x="54533" y="22439"/>
                  </a:lnTo>
                  <a:lnTo>
                    <a:pt x="55208" y="23414"/>
                  </a:lnTo>
                  <a:lnTo>
                    <a:pt x="55478" y="24808"/>
                  </a:lnTo>
                  <a:lnTo>
                    <a:pt x="56827" y="24808"/>
                  </a:lnTo>
                  <a:lnTo>
                    <a:pt x="58447" y="23832"/>
                  </a:lnTo>
                  <a:lnTo>
                    <a:pt x="59392" y="23135"/>
                  </a:lnTo>
                  <a:lnTo>
                    <a:pt x="59662" y="21742"/>
                  </a:lnTo>
                  <a:lnTo>
                    <a:pt x="58987" y="20766"/>
                  </a:lnTo>
                  <a:lnTo>
                    <a:pt x="57097" y="19094"/>
                  </a:lnTo>
                  <a:lnTo>
                    <a:pt x="56827" y="18536"/>
                  </a:lnTo>
                  <a:lnTo>
                    <a:pt x="56422" y="18118"/>
                  </a:lnTo>
                  <a:lnTo>
                    <a:pt x="56422" y="17560"/>
                  </a:lnTo>
                  <a:lnTo>
                    <a:pt x="56422" y="16864"/>
                  </a:lnTo>
                  <a:lnTo>
                    <a:pt x="56827" y="16167"/>
                  </a:lnTo>
                  <a:lnTo>
                    <a:pt x="57367" y="15191"/>
                  </a:lnTo>
                  <a:lnTo>
                    <a:pt x="57772" y="14912"/>
                  </a:lnTo>
                  <a:lnTo>
                    <a:pt x="58042" y="13519"/>
                  </a:lnTo>
                  <a:lnTo>
                    <a:pt x="57367" y="12822"/>
                  </a:lnTo>
                  <a:lnTo>
                    <a:pt x="56827" y="12822"/>
                  </a:lnTo>
                  <a:lnTo>
                    <a:pt x="55208" y="12543"/>
                  </a:lnTo>
                  <a:lnTo>
                    <a:pt x="53858" y="12264"/>
                  </a:lnTo>
                  <a:lnTo>
                    <a:pt x="53318" y="11567"/>
                  </a:lnTo>
                  <a:lnTo>
                    <a:pt x="53588" y="10313"/>
                  </a:lnTo>
                  <a:lnTo>
                    <a:pt x="53318" y="9895"/>
                  </a:lnTo>
                  <a:lnTo>
                    <a:pt x="52913" y="9895"/>
                  </a:lnTo>
                  <a:lnTo>
                    <a:pt x="52913" y="9198"/>
                  </a:lnTo>
                  <a:lnTo>
                    <a:pt x="52913" y="8919"/>
                  </a:lnTo>
                  <a:lnTo>
                    <a:pt x="52913" y="8222"/>
                  </a:lnTo>
                  <a:lnTo>
                    <a:pt x="52643" y="6968"/>
                  </a:lnTo>
                  <a:lnTo>
                    <a:pt x="52643" y="6271"/>
                  </a:lnTo>
                  <a:lnTo>
                    <a:pt x="52913" y="5993"/>
                  </a:lnTo>
                  <a:lnTo>
                    <a:pt x="53858" y="5017"/>
                  </a:lnTo>
                  <a:lnTo>
                    <a:pt x="53858" y="4320"/>
                  </a:lnTo>
                  <a:lnTo>
                    <a:pt x="54263" y="2369"/>
                  </a:lnTo>
                  <a:lnTo>
                    <a:pt x="54533" y="1951"/>
                  </a:lnTo>
                  <a:lnTo>
                    <a:pt x="54938" y="1672"/>
                  </a:lnTo>
                  <a:lnTo>
                    <a:pt x="58447" y="0"/>
                  </a:lnTo>
                  <a:lnTo>
                    <a:pt x="59392" y="0"/>
                  </a:lnTo>
                  <a:lnTo>
                    <a:pt x="59932" y="418"/>
                  </a:lnTo>
                  <a:lnTo>
                    <a:pt x="60337" y="975"/>
                  </a:lnTo>
                  <a:lnTo>
                    <a:pt x="59932" y="2369"/>
                  </a:lnTo>
                  <a:lnTo>
                    <a:pt x="60337" y="2926"/>
                  </a:lnTo>
                  <a:lnTo>
                    <a:pt x="61957" y="3344"/>
                  </a:lnTo>
                  <a:lnTo>
                    <a:pt x="62227" y="3623"/>
                  </a:lnTo>
                  <a:lnTo>
                    <a:pt x="62497" y="3623"/>
                  </a:lnTo>
                  <a:lnTo>
                    <a:pt x="62902" y="4041"/>
                  </a:lnTo>
                  <a:lnTo>
                    <a:pt x="63442" y="4320"/>
                  </a:lnTo>
                  <a:lnTo>
                    <a:pt x="63847" y="4320"/>
                  </a:lnTo>
                  <a:lnTo>
                    <a:pt x="65061" y="4041"/>
                  </a:lnTo>
                  <a:lnTo>
                    <a:pt x="68031" y="4320"/>
                  </a:lnTo>
                  <a:lnTo>
                    <a:pt x="68976" y="4041"/>
                  </a:lnTo>
                  <a:lnTo>
                    <a:pt x="68976" y="3344"/>
                  </a:lnTo>
                  <a:lnTo>
                    <a:pt x="69246" y="3623"/>
                  </a:lnTo>
                  <a:lnTo>
                    <a:pt x="69921" y="5017"/>
                  </a:lnTo>
                  <a:lnTo>
                    <a:pt x="70191" y="5296"/>
                  </a:lnTo>
                  <a:lnTo>
                    <a:pt x="70461" y="5993"/>
                  </a:lnTo>
                  <a:lnTo>
                    <a:pt x="70866" y="6271"/>
                  </a:lnTo>
                  <a:lnTo>
                    <a:pt x="71136" y="6271"/>
                  </a:lnTo>
                  <a:lnTo>
                    <a:pt x="73025" y="6271"/>
                  </a:lnTo>
                  <a:lnTo>
                    <a:pt x="73970" y="6689"/>
                  </a:lnTo>
                  <a:lnTo>
                    <a:pt x="76265" y="7665"/>
                  </a:lnTo>
                  <a:lnTo>
                    <a:pt x="76535" y="7944"/>
                  </a:lnTo>
                  <a:lnTo>
                    <a:pt x="76535" y="8222"/>
                  </a:lnTo>
                  <a:lnTo>
                    <a:pt x="76940" y="8919"/>
                  </a:lnTo>
                  <a:lnTo>
                    <a:pt x="77210" y="10592"/>
                  </a:lnTo>
                  <a:lnTo>
                    <a:pt x="77480" y="11289"/>
                  </a:lnTo>
                  <a:lnTo>
                    <a:pt x="77480" y="11567"/>
                  </a:lnTo>
                  <a:lnTo>
                    <a:pt x="77480" y="11567"/>
                  </a:lnTo>
                  <a:lnTo>
                    <a:pt x="77210" y="11846"/>
                  </a:lnTo>
                  <a:lnTo>
                    <a:pt x="77210" y="12264"/>
                  </a:lnTo>
                  <a:lnTo>
                    <a:pt x="76940" y="12543"/>
                  </a:lnTo>
                  <a:lnTo>
                    <a:pt x="76535" y="12822"/>
                  </a:lnTo>
                  <a:lnTo>
                    <a:pt x="76535" y="13240"/>
                  </a:lnTo>
                  <a:lnTo>
                    <a:pt x="76265" y="13240"/>
                  </a:lnTo>
                  <a:lnTo>
                    <a:pt x="75590" y="13519"/>
                  </a:lnTo>
                  <a:lnTo>
                    <a:pt x="74645" y="13519"/>
                  </a:lnTo>
                  <a:lnTo>
                    <a:pt x="74645" y="13519"/>
                  </a:lnTo>
                  <a:lnTo>
                    <a:pt x="74375" y="13519"/>
                  </a:lnTo>
                  <a:lnTo>
                    <a:pt x="73700" y="14494"/>
                  </a:lnTo>
                  <a:lnTo>
                    <a:pt x="73700" y="15191"/>
                  </a:lnTo>
                  <a:lnTo>
                    <a:pt x="75320" y="16167"/>
                  </a:lnTo>
                  <a:lnTo>
                    <a:pt x="75590" y="16445"/>
                  </a:lnTo>
                  <a:lnTo>
                    <a:pt x="75995" y="16864"/>
                  </a:lnTo>
                  <a:lnTo>
                    <a:pt x="75995" y="17142"/>
                  </a:lnTo>
                  <a:lnTo>
                    <a:pt x="75995" y="17560"/>
                  </a:lnTo>
                  <a:lnTo>
                    <a:pt x="75995" y="17839"/>
                  </a:lnTo>
                  <a:lnTo>
                    <a:pt x="75995" y="17839"/>
                  </a:lnTo>
                  <a:lnTo>
                    <a:pt x="75995" y="18536"/>
                  </a:lnTo>
                  <a:lnTo>
                    <a:pt x="76265" y="18815"/>
                  </a:lnTo>
                  <a:lnTo>
                    <a:pt x="76535" y="20209"/>
                  </a:lnTo>
                  <a:lnTo>
                    <a:pt x="76940" y="20766"/>
                  </a:lnTo>
                  <a:lnTo>
                    <a:pt x="76940" y="21184"/>
                  </a:lnTo>
                  <a:lnTo>
                    <a:pt x="76535" y="22717"/>
                  </a:lnTo>
                  <a:lnTo>
                    <a:pt x="76265" y="23832"/>
                  </a:lnTo>
                  <a:lnTo>
                    <a:pt x="76265" y="24111"/>
                  </a:lnTo>
                  <a:lnTo>
                    <a:pt x="76265" y="24390"/>
                  </a:lnTo>
                  <a:lnTo>
                    <a:pt x="76265" y="25783"/>
                  </a:lnTo>
                  <a:lnTo>
                    <a:pt x="76535" y="28013"/>
                  </a:lnTo>
                  <a:lnTo>
                    <a:pt x="76535" y="28710"/>
                  </a:lnTo>
                  <a:lnTo>
                    <a:pt x="76265" y="28710"/>
                  </a:lnTo>
                  <a:lnTo>
                    <a:pt x="76265" y="28989"/>
                  </a:lnTo>
                  <a:lnTo>
                    <a:pt x="75320" y="30383"/>
                  </a:lnTo>
                  <a:lnTo>
                    <a:pt x="75050" y="30662"/>
                  </a:lnTo>
                  <a:lnTo>
                    <a:pt x="75050" y="31080"/>
                  </a:lnTo>
                  <a:lnTo>
                    <a:pt x="74645" y="31637"/>
                  </a:lnTo>
                  <a:lnTo>
                    <a:pt x="74645" y="33031"/>
                  </a:lnTo>
                  <a:lnTo>
                    <a:pt x="74645" y="33728"/>
                  </a:lnTo>
                  <a:lnTo>
                    <a:pt x="74375" y="34006"/>
                  </a:lnTo>
                  <a:lnTo>
                    <a:pt x="73970" y="34285"/>
                  </a:lnTo>
                  <a:lnTo>
                    <a:pt x="73970" y="34703"/>
                  </a:lnTo>
                  <a:lnTo>
                    <a:pt x="73700" y="34982"/>
                  </a:lnTo>
                  <a:lnTo>
                    <a:pt x="73700" y="35679"/>
                  </a:lnTo>
                  <a:lnTo>
                    <a:pt x="73430" y="36236"/>
                  </a:lnTo>
                  <a:lnTo>
                    <a:pt x="73700" y="36655"/>
                  </a:lnTo>
                  <a:lnTo>
                    <a:pt x="73700" y="36655"/>
                  </a:lnTo>
                  <a:lnTo>
                    <a:pt x="73700" y="36933"/>
                  </a:lnTo>
                  <a:lnTo>
                    <a:pt x="73970" y="36933"/>
                  </a:lnTo>
                  <a:lnTo>
                    <a:pt x="73970" y="37351"/>
                  </a:lnTo>
                  <a:lnTo>
                    <a:pt x="74375" y="37351"/>
                  </a:lnTo>
                  <a:lnTo>
                    <a:pt x="75050" y="37351"/>
                  </a:lnTo>
                  <a:lnTo>
                    <a:pt x="75320" y="37351"/>
                  </a:lnTo>
                  <a:lnTo>
                    <a:pt x="75320" y="37630"/>
                  </a:lnTo>
                  <a:lnTo>
                    <a:pt x="75320" y="37909"/>
                  </a:lnTo>
                  <a:lnTo>
                    <a:pt x="75590" y="38606"/>
                  </a:lnTo>
                  <a:lnTo>
                    <a:pt x="75590" y="38885"/>
                  </a:lnTo>
                  <a:lnTo>
                    <a:pt x="75590" y="38885"/>
                  </a:lnTo>
                  <a:lnTo>
                    <a:pt x="75995" y="39303"/>
                  </a:lnTo>
                  <a:lnTo>
                    <a:pt x="75995" y="39303"/>
                  </a:lnTo>
                  <a:lnTo>
                    <a:pt x="76265" y="39860"/>
                  </a:lnTo>
                  <a:lnTo>
                    <a:pt x="76535" y="40278"/>
                  </a:lnTo>
                  <a:lnTo>
                    <a:pt x="76535" y="40557"/>
                  </a:lnTo>
                  <a:lnTo>
                    <a:pt x="76535" y="40975"/>
                  </a:lnTo>
                  <a:lnTo>
                    <a:pt x="76265" y="41533"/>
                  </a:lnTo>
                  <a:lnTo>
                    <a:pt x="76265" y="41951"/>
                  </a:lnTo>
                  <a:lnTo>
                    <a:pt x="76265" y="42508"/>
                  </a:lnTo>
                  <a:lnTo>
                    <a:pt x="76265" y="42508"/>
                  </a:lnTo>
                  <a:lnTo>
                    <a:pt x="76535" y="43205"/>
                  </a:lnTo>
                  <a:lnTo>
                    <a:pt x="77210" y="44878"/>
                  </a:lnTo>
                  <a:lnTo>
                    <a:pt x="77210" y="44878"/>
                  </a:lnTo>
                  <a:lnTo>
                    <a:pt x="77480" y="45156"/>
                  </a:lnTo>
                  <a:lnTo>
                    <a:pt x="77480" y="45156"/>
                  </a:lnTo>
                  <a:lnTo>
                    <a:pt x="78155" y="45156"/>
                  </a:lnTo>
                  <a:lnTo>
                    <a:pt x="78560" y="45574"/>
                  </a:lnTo>
                  <a:lnTo>
                    <a:pt x="78830" y="45574"/>
                  </a:lnTo>
                  <a:lnTo>
                    <a:pt x="78830" y="45853"/>
                  </a:lnTo>
                  <a:lnTo>
                    <a:pt x="78830" y="46550"/>
                  </a:lnTo>
                  <a:lnTo>
                    <a:pt x="78830" y="46829"/>
                  </a:lnTo>
                  <a:lnTo>
                    <a:pt x="79100" y="46829"/>
                  </a:lnTo>
                  <a:lnTo>
                    <a:pt x="79505" y="47247"/>
                  </a:lnTo>
                  <a:lnTo>
                    <a:pt x="79775" y="47247"/>
                  </a:lnTo>
                  <a:lnTo>
                    <a:pt x="80044" y="47247"/>
                  </a:lnTo>
                  <a:lnTo>
                    <a:pt x="80044" y="47247"/>
                  </a:lnTo>
                  <a:lnTo>
                    <a:pt x="80449" y="47247"/>
                  </a:lnTo>
                  <a:lnTo>
                    <a:pt x="80449" y="46829"/>
                  </a:lnTo>
                  <a:lnTo>
                    <a:pt x="81124" y="46132"/>
                  </a:lnTo>
                  <a:lnTo>
                    <a:pt x="81124" y="46132"/>
                  </a:lnTo>
                  <a:lnTo>
                    <a:pt x="81394" y="46132"/>
                  </a:lnTo>
                  <a:lnTo>
                    <a:pt x="82339" y="46132"/>
                  </a:lnTo>
                  <a:lnTo>
                    <a:pt x="82609" y="45853"/>
                  </a:lnTo>
                  <a:lnTo>
                    <a:pt x="83014" y="45853"/>
                  </a:lnTo>
                  <a:lnTo>
                    <a:pt x="83014" y="45853"/>
                  </a:lnTo>
                  <a:lnTo>
                    <a:pt x="83014" y="45574"/>
                  </a:lnTo>
                  <a:lnTo>
                    <a:pt x="83284" y="45574"/>
                  </a:lnTo>
                  <a:lnTo>
                    <a:pt x="83284" y="45156"/>
                  </a:lnTo>
                  <a:lnTo>
                    <a:pt x="83284" y="44878"/>
                  </a:lnTo>
                  <a:lnTo>
                    <a:pt x="83284" y="44599"/>
                  </a:lnTo>
                  <a:lnTo>
                    <a:pt x="83284" y="44181"/>
                  </a:lnTo>
                  <a:lnTo>
                    <a:pt x="83284" y="43902"/>
                  </a:lnTo>
                  <a:lnTo>
                    <a:pt x="83284" y="43902"/>
                  </a:lnTo>
                  <a:lnTo>
                    <a:pt x="83554" y="43484"/>
                  </a:lnTo>
                  <a:lnTo>
                    <a:pt x="83554" y="43484"/>
                  </a:lnTo>
                  <a:lnTo>
                    <a:pt x="84229" y="43484"/>
                  </a:lnTo>
                  <a:lnTo>
                    <a:pt x="84634" y="43484"/>
                  </a:lnTo>
                  <a:lnTo>
                    <a:pt x="85174" y="43205"/>
                  </a:lnTo>
                  <a:lnTo>
                    <a:pt x="85579" y="43205"/>
                  </a:lnTo>
                  <a:lnTo>
                    <a:pt x="85579" y="43205"/>
                  </a:lnTo>
                  <a:lnTo>
                    <a:pt x="85849" y="43205"/>
                  </a:lnTo>
                  <a:lnTo>
                    <a:pt x="86524" y="43484"/>
                  </a:lnTo>
                  <a:lnTo>
                    <a:pt x="86524" y="43484"/>
                  </a:lnTo>
                  <a:lnTo>
                    <a:pt x="86794" y="43484"/>
                  </a:lnTo>
                  <a:lnTo>
                    <a:pt x="88143" y="42926"/>
                  </a:lnTo>
                  <a:lnTo>
                    <a:pt x="88413" y="42926"/>
                  </a:lnTo>
                  <a:lnTo>
                    <a:pt x="88683" y="42926"/>
                  </a:lnTo>
                  <a:lnTo>
                    <a:pt x="89088" y="43205"/>
                  </a:lnTo>
                  <a:lnTo>
                    <a:pt x="90033" y="43484"/>
                  </a:lnTo>
                  <a:lnTo>
                    <a:pt x="88683" y="46132"/>
                  </a:lnTo>
                  <a:lnTo>
                    <a:pt x="88413" y="46829"/>
                  </a:lnTo>
                  <a:lnTo>
                    <a:pt x="88143" y="48501"/>
                  </a:lnTo>
                  <a:lnTo>
                    <a:pt x="87469" y="50174"/>
                  </a:lnTo>
                  <a:lnTo>
                    <a:pt x="86794" y="50871"/>
                  </a:lnTo>
                  <a:lnTo>
                    <a:pt x="83554" y="57700"/>
                  </a:lnTo>
                  <a:lnTo>
                    <a:pt x="83554" y="58675"/>
                  </a:lnTo>
                  <a:lnTo>
                    <a:pt x="83959" y="60348"/>
                  </a:lnTo>
                  <a:lnTo>
                    <a:pt x="84904" y="64390"/>
                  </a:lnTo>
                  <a:lnTo>
                    <a:pt x="85174" y="66620"/>
                  </a:lnTo>
                  <a:lnTo>
                    <a:pt x="84904" y="66620"/>
                  </a:lnTo>
                  <a:lnTo>
                    <a:pt x="84904" y="66898"/>
                  </a:lnTo>
                  <a:lnTo>
                    <a:pt x="84904" y="67317"/>
                  </a:lnTo>
                  <a:lnTo>
                    <a:pt x="85174" y="67595"/>
                  </a:lnTo>
                  <a:lnTo>
                    <a:pt x="85174" y="68292"/>
                  </a:lnTo>
                  <a:lnTo>
                    <a:pt x="85849" y="68989"/>
                  </a:lnTo>
                  <a:lnTo>
                    <a:pt x="86794" y="68571"/>
                  </a:lnTo>
                  <a:lnTo>
                    <a:pt x="87469" y="68571"/>
                  </a:lnTo>
                  <a:lnTo>
                    <a:pt x="87739" y="69547"/>
                  </a:lnTo>
                  <a:lnTo>
                    <a:pt x="87739" y="70940"/>
                  </a:lnTo>
                  <a:lnTo>
                    <a:pt x="88143" y="71219"/>
                  </a:lnTo>
                  <a:lnTo>
                    <a:pt x="88413" y="71637"/>
                  </a:lnTo>
                  <a:lnTo>
                    <a:pt x="88413" y="71916"/>
                  </a:lnTo>
                  <a:lnTo>
                    <a:pt x="88143" y="72613"/>
                  </a:lnTo>
                  <a:lnTo>
                    <a:pt x="88413" y="73867"/>
                  </a:lnTo>
                  <a:lnTo>
                    <a:pt x="88143" y="74564"/>
                  </a:lnTo>
                  <a:lnTo>
                    <a:pt x="89088" y="74564"/>
                  </a:lnTo>
                  <a:lnTo>
                    <a:pt x="89358" y="74564"/>
                  </a:lnTo>
                  <a:lnTo>
                    <a:pt x="89628" y="74564"/>
                  </a:lnTo>
                  <a:lnTo>
                    <a:pt x="89628" y="74564"/>
                  </a:lnTo>
                  <a:lnTo>
                    <a:pt x="90033" y="74843"/>
                  </a:lnTo>
                  <a:lnTo>
                    <a:pt x="90303" y="75261"/>
                  </a:lnTo>
                  <a:lnTo>
                    <a:pt x="90303" y="75540"/>
                  </a:lnTo>
                  <a:lnTo>
                    <a:pt x="90303" y="75540"/>
                  </a:lnTo>
                  <a:lnTo>
                    <a:pt x="90573" y="75818"/>
                  </a:lnTo>
                  <a:lnTo>
                    <a:pt x="90573" y="75818"/>
                  </a:lnTo>
                  <a:lnTo>
                    <a:pt x="90978" y="75540"/>
                  </a:lnTo>
                  <a:lnTo>
                    <a:pt x="91248" y="75540"/>
                  </a:lnTo>
                  <a:lnTo>
                    <a:pt x="91248" y="75261"/>
                  </a:lnTo>
                  <a:lnTo>
                    <a:pt x="91248" y="74843"/>
                  </a:lnTo>
                  <a:lnTo>
                    <a:pt x="91653" y="74843"/>
                  </a:lnTo>
                  <a:lnTo>
                    <a:pt x="91653" y="74843"/>
                  </a:lnTo>
                  <a:lnTo>
                    <a:pt x="91923" y="74843"/>
                  </a:lnTo>
                  <a:lnTo>
                    <a:pt x="92598" y="74843"/>
                  </a:lnTo>
                  <a:lnTo>
                    <a:pt x="93813" y="76236"/>
                  </a:lnTo>
                  <a:lnTo>
                    <a:pt x="94218" y="76515"/>
                  </a:lnTo>
                  <a:lnTo>
                    <a:pt x="94488" y="76794"/>
                  </a:lnTo>
                  <a:lnTo>
                    <a:pt x="94488" y="77212"/>
                  </a:lnTo>
                  <a:lnTo>
                    <a:pt x="98942" y="79860"/>
                  </a:lnTo>
                  <a:lnTo>
                    <a:pt x="100157" y="80139"/>
                  </a:lnTo>
                  <a:lnTo>
                    <a:pt x="100562" y="80139"/>
                  </a:lnTo>
                  <a:lnTo>
                    <a:pt x="100832" y="80418"/>
                  </a:lnTo>
                  <a:lnTo>
                    <a:pt x="101237" y="80836"/>
                  </a:lnTo>
                  <a:lnTo>
                    <a:pt x="101237" y="80836"/>
                  </a:lnTo>
                  <a:lnTo>
                    <a:pt x="101507" y="81114"/>
                  </a:lnTo>
                  <a:lnTo>
                    <a:pt x="101507" y="81114"/>
                  </a:lnTo>
                  <a:lnTo>
                    <a:pt x="101507" y="81533"/>
                  </a:lnTo>
                  <a:lnTo>
                    <a:pt x="101237" y="81811"/>
                  </a:lnTo>
                  <a:lnTo>
                    <a:pt x="101237" y="82090"/>
                  </a:lnTo>
                  <a:lnTo>
                    <a:pt x="101237" y="82090"/>
                  </a:lnTo>
                  <a:lnTo>
                    <a:pt x="101237" y="82508"/>
                  </a:lnTo>
                  <a:lnTo>
                    <a:pt x="101507" y="82508"/>
                  </a:lnTo>
                  <a:lnTo>
                    <a:pt x="101507" y="82508"/>
                  </a:lnTo>
                  <a:lnTo>
                    <a:pt x="101777" y="82787"/>
                  </a:lnTo>
                  <a:lnTo>
                    <a:pt x="101777" y="82787"/>
                  </a:lnTo>
                  <a:lnTo>
                    <a:pt x="102452" y="82787"/>
                  </a:lnTo>
                  <a:lnTo>
                    <a:pt x="103127" y="82508"/>
                  </a:lnTo>
                  <a:lnTo>
                    <a:pt x="103127" y="82508"/>
                  </a:lnTo>
                  <a:lnTo>
                    <a:pt x="103397" y="82508"/>
                  </a:lnTo>
                  <a:lnTo>
                    <a:pt x="103802" y="82787"/>
                  </a:lnTo>
                  <a:lnTo>
                    <a:pt x="103802" y="83066"/>
                  </a:lnTo>
                  <a:lnTo>
                    <a:pt x="103802" y="83066"/>
                  </a:lnTo>
                  <a:lnTo>
                    <a:pt x="103397" y="83763"/>
                  </a:lnTo>
                  <a:lnTo>
                    <a:pt x="103397" y="83763"/>
                  </a:lnTo>
                  <a:lnTo>
                    <a:pt x="103397" y="84041"/>
                  </a:lnTo>
                  <a:lnTo>
                    <a:pt x="103397" y="84041"/>
                  </a:lnTo>
                  <a:lnTo>
                    <a:pt x="103802" y="84459"/>
                  </a:lnTo>
                  <a:lnTo>
                    <a:pt x="103802" y="84459"/>
                  </a:lnTo>
                  <a:lnTo>
                    <a:pt x="104341" y="85156"/>
                  </a:lnTo>
                  <a:lnTo>
                    <a:pt x="104746" y="85435"/>
                  </a:lnTo>
                  <a:lnTo>
                    <a:pt x="105016" y="85435"/>
                  </a:lnTo>
                  <a:lnTo>
                    <a:pt x="105286" y="85435"/>
                  </a:lnTo>
                  <a:lnTo>
                    <a:pt x="105286" y="85435"/>
                  </a:lnTo>
                  <a:lnTo>
                    <a:pt x="105691" y="85156"/>
                  </a:lnTo>
                  <a:lnTo>
                    <a:pt x="105961" y="84738"/>
                  </a:lnTo>
                  <a:lnTo>
                    <a:pt x="105961" y="84738"/>
                  </a:lnTo>
                  <a:lnTo>
                    <a:pt x="105961" y="84459"/>
                  </a:lnTo>
                  <a:lnTo>
                    <a:pt x="107311" y="84459"/>
                  </a:lnTo>
                  <a:lnTo>
                    <a:pt x="107581" y="84041"/>
                  </a:lnTo>
                  <a:lnTo>
                    <a:pt x="107581" y="84041"/>
                  </a:lnTo>
                  <a:lnTo>
                    <a:pt x="107851" y="83763"/>
                  </a:lnTo>
                  <a:lnTo>
                    <a:pt x="108256" y="83763"/>
                  </a:lnTo>
                  <a:lnTo>
                    <a:pt x="108526" y="83763"/>
                  </a:lnTo>
                  <a:lnTo>
                    <a:pt x="109741" y="84041"/>
                  </a:lnTo>
                  <a:lnTo>
                    <a:pt x="110146" y="84459"/>
                  </a:lnTo>
                  <a:lnTo>
                    <a:pt x="109741" y="85156"/>
                  </a:lnTo>
                  <a:lnTo>
                    <a:pt x="109471" y="85156"/>
                  </a:lnTo>
                  <a:lnTo>
                    <a:pt x="109471" y="85435"/>
                  </a:lnTo>
                  <a:lnTo>
                    <a:pt x="109471" y="85435"/>
                  </a:lnTo>
                  <a:lnTo>
                    <a:pt x="109741" y="86689"/>
                  </a:lnTo>
                  <a:lnTo>
                    <a:pt x="109741" y="86689"/>
                  </a:lnTo>
                  <a:lnTo>
                    <a:pt x="110821" y="87108"/>
                  </a:lnTo>
                  <a:lnTo>
                    <a:pt x="112980" y="86689"/>
                  </a:lnTo>
                  <a:lnTo>
                    <a:pt x="113250" y="88083"/>
                  </a:lnTo>
                  <a:lnTo>
                    <a:pt x="114600" y="89337"/>
                  </a:lnTo>
                  <a:lnTo>
                    <a:pt x="118380" y="91010"/>
                  </a:lnTo>
                  <a:lnTo>
                    <a:pt x="119055" y="91010"/>
                  </a:lnTo>
                  <a:lnTo>
                    <a:pt x="119730" y="91428"/>
                  </a:lnTo>
                  <a:lnTo>
                    <a:pt x="120000" y="92404"/>
                  </a:lnTo>
                  <a:lnTo>
                    <a:pt x="117840" y="91986"/>
                  </a:lnTo>
                  <a:lnTo>
                    <a:pt x="114870" y="92404"/>
                  </a:lnTo>
                  <a:lnTo>
                    <a:pt x="114870" y="92404"/>
                  </a:lnTo>
                  <a:lnTo>
                    <a:pt x="114600" y="92682"/>
                  </a:lnTo>
                  <a:lnTo>
                    <a:pt x="114600" y="92682"/>
                  </a:lnTo>
                  <a:lnTo>
                    <a:pt x="114600" y="93379"/>
                  </a:lnTo>
                  <a:lnTo>
                    <a:pt x="114330" y="93658"/>
                  </a:lnTo>
                  <a:lnTo>
                    <a:pt x="113925" y="93658"/>
                  </a:lnTo>
                  <a:lnTo>
                    <a:pt x="113250" y="93379"/>
                  </a:lnTo>
                  <a:lnTo>
                    <a:pt x="110416" y="94634"/>
                  </a:lnTo>
                  <a:lnTo>
                    <a:pt x="109741" y="95052"/>
                  </a:lnTo>
                  <a:lnTo>
                    <a:pt x="109471" y="94634"/>
                  </a:lnTo>
                  <a:lnTo>
                    <a:pt x="109201" y="94355"/>
                  </a:lnTo>
                  <a:lnTo>
                    <a:pt x="108796" y="94355"/>
                  </a:lnTo>
                  <a:lnTo>
                    <a:pt x="108796" y="93937"/>
                  </a:lnTo>
                  <a:lnTo>
                    <a:pt x="106636" y="93658"/>
                  </a:lnTo>
                  <a:lnTo>
                    <a:pt x="106231" y="93658"/>
                  </a:lnTo>
                  <a:lnTo>
                    <a:pt x="103127" y="94634"/>
                  </a:lnTo>
                  <a:lnTo>
                    <a:pt x="102722" y="94634"/>
                  </a:lnTo>
                  <a:lnTo>
                    <a:pt x="102722" y="94634"/>
                  </a:lnTo>
                  <a:lnTo>
                    <a:pt x="102722" y="95052"/>
                  </a:lnTo>
                  <a:lnTo>
                    <a:pt x="102452" y="95331"/>
                  </a:lnTo>
                  <a:lnTo>
                    <a:pt x="102452" y="95609"/>
                  </a:lnTo>
                  <a:lnTo>
                    <a:pt x="102182" y="95609"/>
                  </a:lnTo>
                  <a:lnTo>
                    <a:pt x="100832" y="96306"/>
                  </a:lnTo>
                  <a:lnTo>
                    <a:pt x="100562" y="96306"/>
                  </a:lnTo>
                  <a:lnTo>
                    <a:pt x="100562" y="96585"/>
                  </a:lnTo>
                  <a:lnTo>
                    <a:pt x="99887" y="97003"/>
                  </a:lnTo>
                  <a:lnTo>
                    <a:pt x="98942" y="97700"/>
                  </a:lnTo>
                  <a:lnTo>
                    <a:pt x="98267" y="97282"/>
                  </a:lnTo>
                  <a:lnTo>
                    <a:pt x="98267" y="97003"/>
                  </a:lnTo>
                  <a:lnTo>
                    <a:pt x="97727" y="97003"/>
                  </a:lnTo>
                  <a:lnTo>
                    <a:pt x="97727" y="97003"/>
                  </a:lnTo>
                  <a:lnTo>
                    <a:pt x="93543" y="96306"/>
                  </a:lnTo>
                  <a:lnTo>
                    <a:pt x="93543" y="96306"/>
                  </a:lnTo>
                  <a:lnTo>
                    <a:pt x="93138" y="96306"/>
                  </a:lnTo>
                  <a:lnTo>
                    <a:pt x="93138" y="96027"/>
                  </a:lnTo>
                  <a:lnTo>
                    <a:pt x="93138" y="95609"/>
                  </a:lnTo>
                  <a:lnTo>
                    <a:pt x="93543" y="95609"/>
                  </a:lnTo>
                  <a:lnTo>
                    <a:pt x="93543" y="95331"/>
                  </a:lnTo>
                  <a:lnTo>
                    <a:pt x="93543" y="95052"/>
                  </a:lnTo>
                  <a:lnTo>
                    <a:pt x="93138" y="95052"/>
                  </a:lnTo>
                  <a:lnTo>
                    <a:pt x="93138" y="94634"/>
                  </a:lnTo>
                  <a:lnTo>
                    <a:pt x="93138" y="94634"/>
                  </a:lnTo>
                  <a:lnTo>
                    <a:pt x="92868" y="94634"/>
                  </a:lnTo>
                  <a:lnTo>
                    <a:pt x="92193" y="93937"/>
                  </a:lnTo>
                  <a:lnTo>
                    <a:pt x="92193" y="93937"/>
                  </a:lnTo>
                  <a:lnTo>
                    <a:pt x="91653" y="93937"/>
                  </a:lnTo>
                  <a:lnTo>
                    <a:pt x="90978" y="94355"/>
                  </a:lnTo>
                  <a:lnTo>
                    <a:pt x="90573" y="94355"/>
                  </a:lnTo>
                  <a:lnTo>
                    <a:pt x="90573" y="93937"/>
                  </a:lnTo>
                  <a:lnTo>
                    <a:pt x="90303" y="93937"/>
                  </a:lnTo>
                  <a:lnTo>
                    <a:pt x="90033" y="94355"/>
                  </a:lnTo>
                  <a:lnTo>
                    <a:pt x="89358" y="95609"/>
                  </a:lnTo>
                  <a:lnTo>
                    <a:pt x="88413" y="97282"/>
                  </a:lnTo>
                  <a:lnTo>
                    <a:pt x="87064" y="98675"/>
                  </a:lnTo>
                  <a:lnTo>
                    <a:pt x="85849" y="99233"/>
                  </a:lnTo>
                  <a:lnTo>
                    <a:pt x="83959" y="99233"/>
                  </a:lnTo>
                  <a:lnTo>
                    <a:pt x="82339" y="99233"/>
                  </a:lnTo>
                  <a:lnTo>
                    <a:pt x="80719" y="98675"/>
                  </a:lnTo>
                  <a:lnTo>
                    <a:pt x="80044" y="97700"/>
                  </a:lnTo>
                  <a:lnTo>
                    <a:pt x="79100" y="96027"/>
                  </a:lnTo>
                  <a:lnTo>
                    <a:pt x="78560" y="95609"/>
                  </a:lnTo>
                  <a:lnTo>
                    <a:pt x="77885" y="96027"/>
                  </a:lnTo>
                  <a:lnTo>
                    <a:pt x="77210" y="96306"/>
                  </a:lnTo>
                  <a:lnTo>
                    <a:pt x="76535" y="96306"/>
                  </a:lnTo>
                  <a:lnTo>
                    <a:pt x="75590" y="96027"/>
                  </a:lnTo>
                  <a:lnTo>
                    <a:pt x="71136" y="93658"/>
                  </a:lnTo>
                  <a:lnTo>
                    <a:pt x="69516" y="93379"/>
                  </a:lnTo>
                  <a:lnTo>
                    <a:pt x="68031" y="93937"/>
                  </a:lnTo>
                  <a:lnTo>
                    <a:pt x="66411" y="94634"/>
                  </a:lnTo>
                  <a:lnTo>
                    <a:pt x="65061" y="94634"/>
                  </a:lnTo>
                  <a:lnTo>
                    <a:pt x="63847" y="92961"/>
                  </a:lnTo>
                  <a:lnTo>
                    <a:pt x="62902" y="91428"/>
                  </a:lnTo>
                  <a:lnTo>
                    <a:pt x="62902" y="90731"/>
                  </a:lnTo>
                  <a:lnTo>
                    <a:pt x="62497" y="90731"/>
                  </a:lnTo>
                  <a:lnTo>
                    <a:pt x="61957" y="90034"/>
                  </a:lnTo>
                  <a:lnTo>
                    <a:pt x="61552" y="89756"/>
                  </a:lnTo>
                  <a:lnTo>
                    <a:pt x="60877" y="89756"/>
                  </a:lnTo>
                  <a:lnTo>
                    <a:pt x="58447" y="91428"/>
                  </a:lnTo>
                  <a:lnTo>
                    <a:pt x="58447" y="90034"/>
                  </a:lnTo>
                  <a:lnTo>
                    <a:pt x="57772" y="89337"/>
                  </a:lnTo>
                  <a:lnTo>
                    <a:pt x="56827" y="89756"/>
                  </a:lnTo>
                  <a:lnTo>
                    <a:pt x="57097" y="90731"/>
                  </a:lnTo>
                  <a:lnTo>
                    <a:pt x="57772" y="91707"/>
                  </a:lnTo>
                  <a:lnTo>
                    <a:pt x="57772" y="92404"/>
                  </a:lnTo>
                  <a:lnTo>
                    <a:pt x="57097" y="92404"/>
                  </a:lnTo>
                  <a:lnTo>
                    <a:pt x="55208" y="91986"/>
                  </a:lnTo>
                  <a:lnTo>
                    <a:pt x="54938" y="92404"/>
                  </a:lnTo>
                  <a:lnTo>
                    <a:pt x="55478" y="92961"/>
                  </a:lnTo>
                  <a:lnTo>
                    <a:pt x="55478" y="93658"/>
                  </a:lnTo>
                  <a:lnTo>
                    <a:pt x="55208" y="93937"/>
                  </a:lnTo>
                  <a:lnTo>
                    <a:pt x="54938" y="93937"/>
                  </a:lnTo>
                  <a:lnTo>
                    <a:pt x="54938" y="93658"/>
                  </a:lnTo>
                  <a:lnTo>
                    <a:pt x="54263" y="92961"/>
                  </a:lnTo>
                  <a:lnTo>
                    <a:pt x="52643" y="92404"/>
                  </a:lnTo>
                  <a:lnTo>
                    <a:pt x="52373" y="91707"/>
                  </a:lnTo>
                  <a:lnTo>
                    <a:pt x="51968" y="91707"/>
                  </a:lnTo>
                  <a:lnTo>
                    <a:pt x="51968" y="91986"/>
                  </a:lnTo>
                  <a:lnTo>
                    <a:pt x="51968" y="91986"/>
                  </a:lnTo>
                  <a:lnTo>
                    <a:pt x="51968" y="91986"/>
                  </a:lnTo>
                  <a:lnTo>
                    <a:pt x="51698" y="91986"/>
                  </a:lnTo>
                  <a:lnTo>
                    <a:pt x="51968" y="93658"/>
                  </a:lnTo>
                  <a:lnTo>
                    <a:pt x="50753" y="94355"/>
                  </a:lnTo>
                  <a:lnTo>
                    <a:pt x="49133" y="94355"/>
                  </a:lnTo>
                  <a:lnTo>
                    <a:pt x="47784" y="93658"/>
                  </a:lnTo>
                  <a:lnTo>
                    <a:pt x="47244" y="93379"/>
                  </a:lnTo>
                  <a:lnTo>
                    <a:pt x="47244" y="93379"/>
                  </a:lnTo>
                  <a:lnTo>
                    <a:pt x="47244" y="92404"/>
                  </a:lnTo>
                  <a:lnTo>
                    <a:pt x="47244" y="91986"/>
                  </a:lnTo>
                  <a:lnTo>
                    <a:pt x="47244" y="91707"/>
                  </a:lnTo>
                  <a:lnTo>
                    <a:pt x="47244" y="91707"/>
                  </a:lnTo>
                  <a:lnTo>
                    <a:pt x="46569" y="91428"/>
                  </a:lnTo>
                  <a:lnTo>
                    <a:pt x="46299" y="91707"/>
                  </a:lnTo>
                  <a:lnTo>
                    <a:pt x="45624" y="92404"/>
                  </a:lnTo>
                  <a:lnTo>
                    <a:pt x="45354" y="92682"/>
                  </a:lnTo>
                  <a:lnTo>
                    <a:pt x="44679" y="92682"/>
                  </a:lnTo>
                  <a:lnTo>
                    <a:pt x="44004" y="91707"/>
                  </a:lnTo>
                  <a:lnTo>
                    <a:pt x="43734" y="91428"/>
                  </a:lnTo>
                  <a:lnTo>
                    <a:pt x="43329" y="91707"/>
                  </a:lnTo>
                  <a:lnTo>
                    <a:pt x="43059" y="91986"/>
                  </a:lnTo>
                  <a:lnTo>
                    <a:pt x="43329" y="92682"/>
                  </a:lnTo>
                  <a:lnTo>
                    <a:pt x="43329" y="92961"/>
                  </a:lnTo>
                  <a:lnTo>
                    <a:pt x="43734" y="93658"/>
                  </a:lnTo>
                  <a:lnTo>
                    <a:pt x="43329" y="94355"/>
                  </a:lnTo>
                  <a:lnTo>
                    <a:pt x="43059" y="94355"/>
                  </a:lnTo>
                  <a:lnTo>
                    <a:pt x="42114" y="93658"/>
                  </a:lnTo>
                  <a:lnTo>
                    <a:pt x="41844" y="93658"/>
                  </a:lnTo>
                  <a:lnTo>
                    <a:pt x="41439" y="93658"/>
                  </a:lnTo>
                  <a:lnTo>
                    <a:pt x="40494" y="93937"/>
                  </a:lnTo>
                  <a:lnTo>
                    <a:pt x="38605" y="93937"/>
                  </a:lnTo>
                  <a:lnTo>
                    <a:pt x="38605" y="95052"/>
                  </a:lnTo>
                  <a:lnTo>
                    <a:pt x="38200" y="95331"/>
                  </a:lnTo>
                  <a:lnTo>
                    <a:pt x="37255" y="97700"/>
                  </a:lnTo>
                  <a:lnTo>
                    <a:pt x="35365" y="103832"/>
                  </a:lnTo>
                  <a:lnTo>
                    <a:pt x="35365" y="104529"/>
                  </a:lnTo>
                  <a:lnTo>
                    <a:pt x="35095" y="105226"/>
                  </a:lnTo>
                  <a:lnTo>
                    <a:pt x="35095" y="105505"/>
                  </a:lnTo>
                  <a:lnTo>
                    <a:pt x="35095" y="105923"/>
                  </a:lnTo>
                  <a:lnTo>
                    <a:pt x="35095" y="106480"/>
                  </a:lnTo>
                  <a:lnTo>
                    <a:pt x="35095" y="106898"/>
                  </a:lnTo>
                  <a:lnTo>
                    <a:pt x="35365" y="107177"/>
                  </a:lnTo>
                  <a:lnTo>
                    <a:pt x="35365" y="107177"/>
                  </a:lnTo>
                  <a:lnTo>
                    <a:pt x="35770" y="107456"/>
                  </a:lnTo>
                  <a:lnTo>
                    <a:pt x="35770" y="107456"/>
                  </a:lnTo>
                  <a:lnTo>
                    <a:pt x="36040" y="107874"/>
                  </a:lnTo>
                  <a:lnTo>
                    <a:pt x="36985" y="107874"/>
                  </a:lnTo>
                  <a:lnTo>
                    <a:pt x="37255" y="108153"/>
                  </a:lnTo>
                  <a:lnTo>
                    <a:pt x="37255" y="108153"/>
                  </a:lnTo>
                  <a:lnTo>
                    <a:pt x="37660" y="108571"/>
                  </a:lnTo>
                  <a:lnTo>
                    <a:pt x="37660" y="108571"/>
                  </a:lnTo>
                  <a:lnTo>
                    <a:pt x="37660" y="108850"/>
                  </a:lnTo>
                  <a:lnTo>
                    <a:pt x="37660" y="109128"/>
                  </a:lnTo>
                  <a:lnTo>
                    <a:pt x="37660" y="110801"/>
                  </a:lnTo>
                  <a:lnTo>
                    <a:pt x="37255" y="111777"/>
                  </a:lnTo>
                  <a:lnTo>
                    <a:pt x="36715" y="113728"/>
                  </a:lnTo>
                  <a:lnTo>
                    <a:pt x="36310" y="114425"/>
                  </a:lnTo>
                  <a:lnTo>
                    <a:pt x="36040" y="114843"/>
                  </a:lnTo>
                  <a:lnTo>
                    <a:pt x="36310" y="115121"/>
                  </a:lnTo>
                  <a:lnTo>
                    <a:pt x="36310" y="115400"/>
                  </a:lnTo>
                  <a:lnTo>
                    <a:pt x="36985" y="116376"/>
                  </a:lnTo>
                  <a:lnTo>
                    <a:pt x="36985" y="117351"/>
                  </a:lnTo>
                  <a:lnTo>
                    <a:pt x="37255" y="117351"/>
                  </a:lnTo>
                  <a:lnTo>
                    <a:pt x="37255" y="117770"/>
                  </a:lnTo>
                  <a:lnTo>
                    <a:pt x="36985" y="118048"/>
                  </a:lnTo>
                  <a:lnTo>
                    <a:pt x="36985" y="118466"/>
                  </a:lnTo>
                  <a:lnTo>
                    <a:pt x="36715" y="118745"/>
                  </a:lnTo>
                  <a:lnTo>
                    <a:pt x="36310" y="118745"/>
                  </a:lnTo>
                  <a:lnTo>
                    <a:pt x="36040" y="118745"/>
                  </a:lnTo>
                  <a:lnTo>
                    <a:pt x="35365" y="118745"/>
                  </a:lnTo>
                  <a:lnTo>
                    <a:pt x="35095" y="118745"/>
                  </a:lnTo>
                  <a:lnTo>
                    <a:pt x="34690" y="118466"/>
                  </a:lnTo>
                  <a:lnTo>
                    <a:pt x="34420" y="118048"/>
                  </a:lnTo>
                  <a:lnTo>
                    <a:pt x="34420" y="117770"/>
                  </a:lnTo>
                  <a:lnTo>
                    <a:pt x="34150" y="117770"/>
                  </a:lnTo>
                  <a:lnTo>
                    <a:pt x="34150" y="117770"/>
                  </a:lnTo>
                  <a:lnTo>
                    <a:pt x="34150" y="118048"/>
                  </a:lnTo>
                  <a:lnTo>
                    <a:pt x="34150" y="118466"/>
                  </a:lnTo>
                  <a:lnTo>
                    <a:pt x="34150" y="119024"/>
                  </a:lnTo>
                  <a:lnTo>
                    <a:pt x="34150" y="119442"/>
                  </a:lnTo>
                  <a:lnTo>
                    <a:pt x="34150" y="119721"/>
                  </a:lnTo>
                  <a:lnTo>
                    <a:pt x="33745" y="120000"/>
                  </a:lnTo>
                  <a:lnTo>
                    <a:pt x="32530" y="120000"/>
                  </a:lnTo>
                  <a:lnTo>
                    <a:pt x="32530" y="117770"/>
                  </a:lnTo>
                  <a:lnTo>
                    <a:pt x="32260" y="117073"/>
                  </a:lnTo>
                  <a:lnTo>
                    <a:pt x="31856" y="116794"/>
                  </a:lnTo>
                  <a:lnTo>
                    <a:pt x="31856" y="116794"/>
                  </a:lnTo>
                  <a:lnTo>
                    <a:pt x="31586" y="116097"/>
                  </a:lnTo>
                  <a:lnTo>
                    <a:pt x="30641" y="114146"/>
                  </a:lnTo>
                  <a:lnTo>
                    <a:pt x="29966" y="113170"/>
                  </a:lnTo>
                  <a:lnTo>
                    <a:pt x="29966" y="112752"/>
                  </a:lnTo>
                  <a:lnTo>
                    <a:pt x="29696" y="112473"/>
                  </a:lnTo>
                  <a:lnTo>
                    <a:pt x="29696" y="112473"/>
                  </a:lnTo>
                  <a:lnTo>
                    <a:pt x="29291" y="112473"/>
                  </a:lnTo>
                  <a:lnTo>
                    <a:pt x="29021" y="112473"/>
                  </a:lnTo>
                  <a:lnTo>
                    <a:pt x="28076" y="112195"/>
                  </a:lnTo>
                  <a:lnTo>
                    <a:pt x="27131" y="112473"/>
                  </a:lnTo>
                  <a:lnTo>
                    <a:pt x="26726" y="112473"/>
                  </a:lnTo>
                  <a:lnTo>
                    <a:pt x="26456" y="112195"/>
                  </a:lnTo>
                  <a:lnTo>
                    <a:pt x="25781" y="111498"/>
                  </a:lnTo>
                  <a:lnTo>
                    <a:pt x="25511" y="111219"/>
                  </a:lnTo>
                  <a:lnTo>
                    <a:pt x="25106" y="110801"/>
                  </a:lnTo>
                  <a:lnTo>
                    <a:pt x="25106" y="110522"/>
                  </a:lnTo>
                  <a:lnTo>
                    <a:pt x="25106" y="110522"/>
                  </a:lnTo>
                  <a:lnTo>
                    <a:pt x="25106" y="110104"/>
                  </a:lnTo>
                  <a:lnTo>
                    <a:pt x="25106" y="109825"/>
                  </a:lnTo>
                  <a:lnTo>
                    <a:pt x="25511" y="109547"/>
                  </a:lnTo>
                  <a:lnTo>
                    <a:pt x="25106" y="109128"/>
                  </a:lnTo>
                  <a:lnTo>
                    <a:pt x="25106" y="108850"/>
                  </a:lnTo>
                  <a:lnTo>
                    <a:pt x="25106" y="108850"/>
                  </a:lnTo>
                  <a:lnTo>
                    <a:pt x="22677" y="106898"/>
                  </a:lnTo>
                  <a:lnTo>
                    <a:pt x="21597" y="106202"/>
                  </a:lnTo>
                  <a:lnTo>
                    <a:pt x="21597" y="105923"/>
                  </a:lnTo>
                  <a:lnTo>
                    <a:pt x="21327" y="105505"/>
                  </a:lnTo>
                  <a:lnTo>
                    <a:pt x="21327" y="104947"/>
                  </a:lnTo>
                  <a:lnTo>
                    <a:pt x="21327" y="104529"/>
                  </a:lnTo>
                  <a:lnTo>
                    <a:pt x="21327" y="104250"/>
                  </a:lnTo>
                  <a:lnTo>
                    <a:pt x="21057" y="103832"/>
                  </a:lnTo>
                  <a:lnTo>
                    <a:pt x="21057" y="103554"/>
                  </a:lnTo>
                  <a:lnTo>
                    <a:pt x="20652" y="103554"/>
                  </a:lnTo>
                  <a:lnTo>
                    <a:pt x="20652" y="103275"/>
                  </a:lnTo>
                  <a:lnTo>
                    <a:pt x="20382" y="103275"/>
                  </a:lnTo>
                  <a:lnTo>
                    <a:pt x="20112" y="103275"/>
                  </a:lnTo>
                  <a:lnTo>
                    <a:pt x="18762" y="103275"/>
                  </a:lnTo>
                  <a:lnTo>
                    <a:pt x="18492" y="103275"/>
                  </a:lnTo>
                  <a:lnTo>
                    <a:pt x="18087" y="102857"/>
                  </a:lnTo>
                  <a:lnTo>
                    <a:pt x="17547" y="102578"/>
                  </a:lnTo>
                  <a:lnTo>
                    <a:pt x="17547" y="102578"/>
                  </a:lnTo>
                  <a:lnTo>
                    <a:pt x="17547" y="102578"/>
                  </a:lnTo>
                  <a:lnTo>
                    <a:pt x="17547" y="102299"/>
                  </a:lnTo>
                  <a:lnTo>
                    <a:pt x="17142" y="101881"/>
                  </a:lnTo>
                  <a:lnTo>
                    <a:pt x="17142" y="101881"/>
                  </a:lnTo>
                  <a:lnTo>
                    <a:pt x="17142" y="101602"/>
                  </a:lnTo>
                  <a:lnTo>
                    <a:pt x="17142" y="101324"/>
                  </a:lnTo>
                  <a:lnTo>
                    <a:pt x="17142" y="99930"/>
                  </a:lnTo>
                  <a:lnTo>
                    <a:pt x="17142" y="99651"/>
                  </a:lnTo>
                  <a:lnTo>
                    <a:pt x="16872" y="99651"/>
                  </a:lnTo>
                  <a:lnTo>
                    <a:pt x="15928" y="99233"/>
                  </a:lnTo>
                  <a:lnTo>
                    <a:pt x="15253" y="99651"/>
                  </a:lnTo>
                  <a:lnTo>
                    <a:pt x="13093" y="101602"/>
                  </a:lnTo>
                  <a:lnTo>
                    <a:pt x="12013" y="101881"/>
                  </a:lnTo>
                  <a:lnTo>
                    <a:pt x="10528" y="101881"/>
                  </a:lnTo>
                  <a:lnTo>
                    <a:pt x="9853" y="101602"/>
                  </a:lnTo>
                  <a:lnTo>
                    <a:pt x="9178" y="101602"/>
                  </a:lnTo>
                  <a:lnTo>
                    <a:pt x="8908" y="102299"/>
                  </a:lnTo>
                  <a:lnTo>
                    <a:pt x="7559" y="101324"/>
                  </a:lnTo>
                  <a:lnTo>
                    <a:pt x="7019" y="100209"/>
                  </a:lnTo>
                  <a:lnTo>
                    <a:pt x="5669" y="97700"/>
                  </a:lnTo>
                  <a:lnTo>
                    <a:pt x="4454" y="96027"/>
                  </a:lnTo>
                  <a:lnTo>
                    <a:pt x="3779" y="95052"/>
                  </a:lnTo>
                  <a:lnTo>
                    <a:pt x="3779" y="95052"/>
                  </a:lnTo>
                  <a:lnTo>
                    <a:pt x="3509" y="94355"/>
                  </a:lnTo>
                  <a:lnTo>
                    <a:pt x="3104" y="93937"/>
                  </a:lnTo>
                  <a:lnTo>
                    <a:pt x="3104" y="93658"/>
                  </a:lnTo>
                  <a:lnTo>
                    <a:pt x="3509" y="92682"/>
                  </a:lnTo>
                  <a:lnTo>
                    <a:pt x="3104" y="92404"/>
                  </a:lnTo>
                  <a:lnTo>
                    <a:pt x="3104" y="92404"/>
                  </a:lnTo>
                  <a:lnTo>
                    <a:pt x="2834" y="91986"/>
                  </a:lnTo>
                  <a:lnTo>
                    <a:pt x="2564" y="91986"/>
                  </a:lnTo>
                  <a:lnTo>
                    <a:pt x="2159" y="91428"/>
                  </a:lnTo>
                  <a:lnTo>
                    <a:pt x="2159" y="91010"/>
                  </a:lnTo>
                  <a:lnTo>
                    <a:pt x="2159" y="90731"/>
                  </a:lnTo>
                  <a:lnTo>
                    <a:pt x="2159" y="90034"/>
                  </a:lnTo>
                  <a:lnTo>
                    <a:pt x="1889" y="90034"/>
                  </a:lnTo>
                  <a:lnTo>
                    <a:pt x="1889" y="89756"/>
                  </a:lnTo>
                  <a:lnTo>
                    <a:pt x="1484" y="89756"/>
                  </a:lnTo>
                  <a:lnTo>
                    <a:pt x="1484" y="89337"/>
                  </a:lnTo>
                  <a:lnTo>
                    <a:pt x="1214" y="88083"/>
                  </a:lnTo>
                  <a:lnTo>
                    <a:pt x="1214" y="87804"/>
                  </a:lnTo>
                  <a:lnTo>
                    <a:pt x="944" y="87804"/>
                  </a:lnTo>
                  <a:lnTo>
                    <a:pt x="539" y="87386"/>
                  </a:lnTo>
                  <a:lnTo>
                    <a:pt x="269" y="87386"/>
                  </a:lnTo>
                  <a:lnTo>
                    <a:pt x="269" y="87108"/>
                  </a:lnTo>
                  <a:lnTo>
                    <a:pt x="269" y="86689"/>
                  </a:lnTo>
                  <a:lnTo>
                    <a:pt x="269" y="86689"/>
                  </a:lnTo>
                  <a:lnTo>
                    <a:pt x="539" y="86411"/>
                  </a:lnTo>
                  <a:lnTo>
                    <a:pt x="539" y="85714"/>
                  </a:lnTo>
                  <a:lnTo>
                    <a:pt x="1214" y="85156"/>
                  </a:lnTo>
                  <a:lnTo>
                    <a:pt x="1214" y="84041"/>
                  </a:lnTo>
                  <a:lnTo>
                    <a:pt x="1484" y="83484"/>
                  </a:lnTo>
                  <a:lnTo>
                    <a:pt x="1484" y="82787"/>
                  </a:lnTo>
                  <a:lnTo>
                    <a:pt x="1889" y="82508"/>
                  </a:lnTo>
                  <a:lnTo>
                    <a:pt x="1889" y="82508"/>
                  </a:lnTo>
                  <a:lnTo>
                    <a:pt x="2159" y="82508"/>
                  </a:lnTo>
                  <a:lnTo>
                    <a:pt x="2834" y="82508"/>
                  </a:lnTo>
                  <a:lnTo>
                    <a:pt x="4724" y="82508"/>
                  </a:lnTo>
                  <a:lnTo>
                    <a:pt x="4994" y="82787"/>
                  </a:lnTo>
                  <a:lnTo>
                    <a:pt x="4994" y="82787"/>
                  </a:lnTo>
                  <a:lnTo>
                    <a:pt x="5399" y="82787"/>
                  </a:lnTo>
                  <a:lnTo>
                    <a:pt x="5669" y="83066"/>
                  </a:lnTo>
                  <a:lnTo>
                    <a:pt x="5669" y="83484"/>
                  </a:lnTo>
                  <a:lnTo>
                    <a:pt x="6614" y="84738"/>
                  </a:lnTo>
                  <a:lnTo>
                    <a:pt x="7019" y="85156"/>
                  </a:lnTo>
                  <a:lnTo>
                    <a:pt x="7289" y="85435"/>
                  </a:lnTo>
                  <a:lnTo>
                    <a:pt x="7964" y="85435"/>
                  </a:lnTo>
                  <a:lnTo>
                    <a:pt x="8233" y="85435"/>
                  </a:lnTo>
                  <a:lnTo>
                    <a:pt x="8503" y="85435"/>
                  </a:lnTo>
                  <a:lnTo>
                    <a:pt x="8503" y="85156"/>
                  </a:lnTo>
                  <a:lnTo>
                    <a:pt x="8503" y="85156"/>
                  </a:lnTo>
                  <a:lnTo>
                    <a:pt x="8503" y="84459"/>
                  </a:lnTo>
                  <a:lnTo>
                    <a:pt x="8503" y="84041"/>
                  </a:lnTo>
                  <a:lnTo>
                    <a:pt x="8503" y="83763"/>
                  </a:lnTo>
                  <a:lnTo>
                    <a:pt x="8503" y="83763"/>
                  </a:lnTo>
                  <a:lnTo>
                    <a:pt x="8908" y="83484"/>
                  </a:lnTo>
                  <a:lnTo>
                    <a:pt x="9178" y="83066"/>
                  </a:lnTo>
                  <a:lnTo>
                    <a:pt x="10123" y="82508"/>
                  </a:lnTo>
                  <a:lnTo>
                    <a:pt x="10123" y="82090"/>
                  </a:lnTo>
                  <a:lnTo>
                    <a:pt x="10123" y="82090"/>
                  </a:lnTo>
                  <a:lnTo>
                    <a:pt x="10123" y="81811"/>
                  </a:lnTo>
                  <a:lnTo>
                    <a:pt x="10123" y="81811"/>
                  </a:lnTo>
                  <a:lnTo>
                    <a:pt x="9853" y="81533"/>
                  </a:lnTo>
                  <a:lnTo>
                    <a:pt x="9583" y="81533"/>
                  </a:lnTo>
                  <a:lnTo>
                    <a:pt x="9178" y="81114"/>
                  </a:lnTo>
                  <a:lnTo>
                    <a:pt x="9178" y="81114"/>
                  </a:lnTo>
                  <a:lnTo>
                    <a:pt x="10528" y="80139"/>
                  </a:lnTo>
                  <a:lnTo>
                    <a:pt x="13093" y="78885"/>
                  </a:lnTo>
                  <a:lnTo>
                    <a:pt x="12013" y="77909"/>
                  </a:lnTo>
                  <a:lnTo>
                    <a:pt x="12013" y="77491"/>
                  </a:lnTo>
                  <a:lnTo>
                    <a:pt x="10798" y="74843"/>
                  </a:lnTo>
                  <a:lnTo>
                    <a:pt x="10123" y="74285"/>
                  </a:lnTo>
                  <a:lnTo>
                    <a:pt x="10123" y="73867"/>
                  </a:lnTo>
                  <a:lnTo>
                    <a:pt x="9853" y="73867"/>
                  </a:lnTo>
                  <a:lnTo>
                    <a:pt x="8908" y="73588"/>
                  </a:lnTo>
                  <a:lnTo>
                    <a:pt x="8233" y="72891"/>
                  </a:lnTo>
                  <a:lnTo>
                    <a:pt x="7964" y="72613"/>
                  </a:lnTo>
                  <a:lnTo>
                    <a:pt x="7559" y="72613"/>
                  </a:lnTo>
                  <a:lnTo>
                    <a:pt x="7559" y="71916"/>
                  </a:lnTo>
                  <a:lnTo>
                    <a:pt x="7289" y="71637"/>
                  </a:lnTo>
                  <a:lnTo>
                    <a:pt x="7019" y="70940"/>
                  </a:lnTo>
                  <a:lnTo>
                    <a:pt x="7019" y="70522"/>
                  </a:lnTo>
                  <a:lnTo>
                    <a:pt x="7019" y="70243"/>
                  </a:lnTo>
                  <a:lnTo>
                    <a:pt x="7019" y="69547"/>
                  </a:lnTo>
                  <a:lnTo>
                    <a:pt x="6344" y="69268"/>
                  </a:lnTo>
                  <a:lnTo>
                    <a:pt x="6344" y="68013"/>
                  </a:lnTo>
                  <a:lnTo>
                    <a:pt x="6344" y="67595"/>
                  </a:lnTo>
                  <a:lnTo>
                    <a:pt x="6344" y="67595"/>
                  </a:lnTo>
                  <a:lnTo>
                    <a:pt x="4994" y="66341"/>
                  </a:lnTo>
                  <a:lnTo>
                    <a:pt x="4724" y="65923"/>
                  </a:lnTo>
                  <a:lnTo>
                    <a:pt x="4724" y="65644"/>
                  </a:lnTo>
                  <a:lnTo>
                    <a:pt x="4994" y="65644"/>
                  </a:lnTo>
                  <a:lnTo>
                    <a:pt x="4994" y="65644"/>
                  </a:lnTo>
                  <a:lnTo>
                    <a:pt x="5399" y="65644"/>
                  </a:lnTo>
                  <a:lnTo>
                    <a:pt x="5399" y="65365"/>
                  </a:lnTo>
                  <a:lnTo>
                    <a:pt x="5399" y="64947"/>
                  </a:lnTo>
                  <a:lnTo>
                    <a:pt x="5399" y="64668"/>
                  </a:lnTo>
                  <a:lnTo>
                    <a:pt x="4994" y="64390"/>
                  </a:lnTo>
                  <a:lnTo>
                    <a:pt x="4994" y="63972"/>
                  </a:lnTo>
                  <a:lnTo>
                    <a:pt x="4994" y="63693"/>
                  </a:lnTo>
                  <a:lnTo>
                    <a:pt x="4994" y="63693"/>
                  </a:lnTo>
                  <a:lnTo>
                    <a:pt x="4724" y="63275"/>
                  </a:lnTo>
                  <a:lnTo>
                    <a:pt x="4454" y="63693"/>
                  </a:lnTo>
                  <a:lnTo>
                    <a:pt x="4049" y="63693"/>
                  </a:lnTo>
                  <a:lnTo>
                    <a:pt x="4049" y="63275"/>
                  </a:lnTo>
                  <a:lnTo>
                    <a:pt x="3779" y="63275"/>
                  </a:lnTo>
                  <a:lnTo>
                    <a:pt x="3779" y="62996"/>
                  </a:lnTo>
                  <a:lnTo>
                    <a:pt x="3779" y="62299"/>
                  </a:lnTo>
                  <a:lnTo>
                    <a:pt x="3779" y="62020"/>
                  </a:lnTo>
                  <a:lnTo>
                    <a:pt x="3779" y="61324"/>
                  </a:lnTo>
                  <a:lnTo>
                    <a:pt x="3779" y="61324"/>
                  </a:lnTo>
                  <a:lnTo>
                    <a:pt x="3509" y="61045"/>
                  </a:lnTo>
                  <a:lnTo>
                    <a:pt x="3104" y="61045"/>
                  </a:lnTo>
                  <a:lnTo>
                    <a:pt x="2564" y="60766"/>
                  </a:lnTo>
                  <a:lnTo>
                    <a:pt x="1889" y="60348"/>
                  </a:lnTo>
                  <a:lnTo>
                    <a:pt x="1484" y="59651"/>
                  </a:lnTo>
                  <a:lnTo>
                    <a:pt x="539" y="58118"/>
                  </a:lnTo>
                  <a:lnTo>
                    <a:pt x="0" y="57421"/>
                  </a:lnTo>
                  <a:lnTo>
                    <a:pt x="0" y="56724"/>
                  </a:lnTo>
                  <a:lnTo>
                    <a:pt x="0" y="56724"/>
                  </a:lnTo>
                  <a:lnTo>
                    <a:pt x="0" y="56445"/>
                  </a:lnTo>
                  <a:lnTo>
                    <a:pt x="269" y="56027"/>
                  </a:lnTo>
                  <a:lnTo>
                    <a:pt x="944" y="55470"/>
                  </a:lnTo>
                  <a:lnTo>
                    <a:pt x="944" y="55052"/>
                  </a:lnTo>
                  <a:lnTo>
                    <a:pt x="944" y="55052"/>
                  </a:lnTo>
                  <a:lnTo>
                    <a:pt x="1214" y="54773"/>
                  </a:lnTo>
                  <a:lnTo>
                    <a:pt x="1214" y="54773"/>
                  </a:lnTo>
                  <a:lnTo>
                    <a:pt x="1214" y="54076"/>
                  </a:lnTo>
                  <a:lnTo>
                    <a:pt x="944" y="52404"/>
                  </a:lnTo>
                  <a:lnTo>
                    <a:pt x="269" y="51428"/>
                  </a:lnTo>
                  <a:lnTo>
                    <a:pt x="269" y="50452"/>
                  </a:lnTo>
                  <a:lnTo>
                    <a:pt x="269" y="50174"/>
                  </a:lnTo>
                  <a:lnTo>
                    <a:pt x="269" y="49756"/>
                  </a:lnTo>
                  <a:lnTo>
                    <a:pt x="269" y="49477"/>
                  </a:lnTo>
                  <a:lnTo>
                    <a:pt x="4724" y="43484"/>
                  </a:lnTo>
                  <a:lnTo>
                    <a:pt x="4724" y="43205"/>
                  </a:lnTo>
                  <a:lnTo>
                    <a:pt x="4994" y="42926"/>
                  </a:lnTo>
                  <a:lnTo>
                    <a:pt x="4994" y="42229"/>
                  </a:lnTo>
                  <a:lnTo>
                    <a:pt x="4994" y="41533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3" name="Shape 11053"/>
            <p:cNvSpPr/>
            <p:nvPr/>
          </p:nvSpPr>
          <p:spPr>
            <a:xfrm>
              <a:off x="3780600" y="1791354"/>
              <a:ext cx="26038" cy="315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947" y="46956"/>
                  </a:moveTo>
                  <a:lnTo>
                    <a:pt x="18947" y="46956"/>
                  </a:lnTo>
                  <a:lnTo>
                    <a:pt x="0" y="36521"/>
                  </a:lnTo>
                  <a:lnTo>
                    <a:pt x="0" y="20869"/>
                  </a:lnTo>
                  <a:lnTo>
                    <a:pt x="120000" y="0"/>
                  </a:lnTo>
                  <a:lnTo>
                    <a:pt x="120000" y="46956"/>
                  </a:lnTo>
                  <a:lnTo>
                    <a:pt x="107368" y="83478"/>
                  </a:lnTo>
                  <a:lnTo>
                    <a:pt x="107368" y="109565"/>
                  </a:lnTo>
                  <a:lnTo>
                    <a:pt x="107368" y="120000"/>
                  </a:lnTo>
                  <a:lnTo>
                    <a:pt x="94736" y="120000"/>
                  </a:lnTo>
                  <a:lnTo>
                    <a:pt x="75789" y="120000"/>
                  </a:lnTo>
                  <a:lnTo>
                    <a:pt x="75789" y="120000"/>
                  </a:lnTo>
                  <a:lnTo>
                    <a:pt x="75789" y="120000"/>
                  </a:lnTo>
                  <a:lnTo>
                    <a:pt x="63157" y="109565"/>
                  </a:lnTo>
                  <a:lnTo>
                    <a:pt x="50526" y="99130"/>
                  </a:lnTo>
                  <a:lnTo>
                    <a:pt x="31578" y="83478"/>
                  </a:lnTo>
                  <a:lnTo>
                    <a:pt x="31578" y="73043"/>
                  </a:lnTo>
                  <a:lnTo>
                    <a:pt x="18947" y="62608"/>
                  </a:lnTo>
                  <a:lnTo>
                    <a:pt x="18947" y="46956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4" name="Shape 11054"/>
            <p:cNvSpPr/>
            <p:nvPr/>
          </p:nvSpPr>
          <p:spPr>
            <a:xfrm>
              <a:off x="3780600" y="1791354"/>
              <a:ext cx="26038" cy="315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947" y="46956"/>
                  </a:moveTo>
                  <a:lnTo>
                    <a:pt x="18947" y="46956"/>
                  </a:lnTo>
                  <a:lnTo>
                    <a:pt x="0" y="36521"/>
                  </a:lnTo>
                  <a:lnTo>
                    <a:pt x="0" y="20869"/>
                  </a:lnTo>
                  <a:lnTo>
                    <a:pt x="120000" y="0"/>
                  </a:lnTo>
                  <a:lnTo>
                    <a:pt x="120000" y="46956"/>
                  </a:lnTo>
                  <a:lnTo>
                    <a:pt x="107368" y="83478"/>
                  </a:lnTo>
                  <a:lnTo>
                    <a:pt x="107368" y="109565"/>
                  </a:lnTo>
                  <a:lnTo>
                    <a:pt x="107368" y="120000"/>
                  </a:lnTo>
                  <a:lnTo>
                    <a:pt x="94736" y="120000"/>
                  </a:lnTo>
                  <a:lnTo>
                    <a:pt x="75789" y="120000"/>
                  </a:lnTo>
                  <a:lnTo>
                    <a:pt x="75789" y="120000"/>
                  </a:lnTo>
                  <a:lnTo>
                    <a:pt x="75789" y="120000"/>
                  </a:lnTo>
                  <a:lnTo>
                    <a:pt x="63157" y="109565"/>
                  </a:lnTo>
                  <a:lnTo>
                    <a:pt x="50526" y="99130"/>
                  </a:lnTo>
                  <a:lnTo>
                    <a:pt x="31578" y="83478"/>
                  </a:lnTo>
                  <a:lnTo>
                    <a:pt x="31578" y="73043"/>
                  </a:lnTo>
                  <a:lnTo>
                    <a:pt x="18947" y="62608"/>
                  </a:lnTo>
                  <a:lnTo>
                    <a:pt x="18947" y="46956"/>
                  </a:lnTo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5" name="Shape 11055"/>
            <p:cNvSpPr/>
            <p:nvPr/>
          </p:nvSpPr>
          <p:spPr>
            <a:xfrm>
              <a:off x="3765526" y="1796836"/>
              <a:ext cx="50704" cy="4659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027" y="95294"/>
                  </a:moveTo>
                  <a:lnTo>
                    <a:pt x="107027" y="95294"/>
                  </a:lnTo>
                  <a:lnTo>
                    <a:pt x="97297" y="102352"/>
                  </a:lnTo>
                  <a:lnTo>
                    <a:pt x="97297" y="109411"/>
                  </a:lnTo>
                  <a:lnTo>
                    <a:pt x="68108" y="120000"/>
                  </a:lnTo>
                  <a:lnTo>
                    <a:pt x="29189" y="77647"/>
                  </a:lnTo>
                  <a:lnTo>
                    <a:pt x="29189" y="77647"/>
                  </a:lnTo>
                  <a:lnTo>
                    <a:pt x="22702" y="60000"/>
                  </a:lnTo>
                  <a:lnTo>
                    <a:pt x="29189" y="42352"/>
                  </a:lnTo>
                  <a:lnTo>
                    <a:pt x="29189" y="35294"/>
                  </a:lnTo>
                  <a:lnTo>
                    <a:pt x="12972" y="35294"/>
                  </a:lnTo>
                  <a:lnTo>
                    <a:pt x="6486" y="28235"/>
                  </a:lnTo>
                  <a:lnTo>
                    <a:pt x="0" y="17647"/>
                  </a:lnTo>
                  <a:lnTo>
                    <a:pt x="0" y="10588"/>
                  </a:lnTo>
                  <a:lnTo>
                    <a:pt x="12972" y="10588"/>
                  </a:lnTo>
                  <a:lnTo>
                    <a:pt x="35675" y="0"/>
                  </a:lnTo>
                  <a:lnTo>
                    <a:pt x="35675" y="10588"/>
                  </a:lnTo>
                  <a:lnTo>
                    <a:pt x="45405" y="17647"/>
                  </a:lnTo>
                  <a:lnTo>
                    <a:pt x="45405" y="28235"/>
                  </a:lnTo>
                  <a:lnTo>
                    <a:pt x="51891" y="35294"/>
                  </a:lnTo>
                  <a:lnTo>
                    <a:pt x="51891" y="42352"/>
                  </a:lnTo>
                  <a:lnTo>
                    <a:pt x="61621" y="52941"/>
                  </a:lnTo>
                  <a:lnTo>
                    <a:pt x="68108" y="60000"/>
                  </a:lnTo>
                  <a:lnTo>
                    <a:pt x="74594" y="67058"/>
                  </a:lnTo>
                  <a:lnTo>
                    <a:pt x="74594" y="67058"/>
                  </a:lnTo>
                  <a:lnTo>
                    <a:pt x="74594" y="67058"/>
                  </a:lnTo>
                  <a:lnTo>
                    <a:pt x="84324" y="67058"/>
                  </a:lnTo>
                  <a:lnTo>
                    <a:pt x="90810" y="67058"/>
                  </a:lnTo>
                  <a:lnTo>
                    <a:pt x="90810" y="60000"/>
                  </a:lnTo>
                  <a:lnTo>
                    <a:pt x="90810" y="42352"/>
                  </a:lnTo>
                  <a:lnTo>
                    <a:pt x="120000" y="42352"/>
                  </a:lnTo>
                  <a:lnTo>
                    <a:pt x="120000" y="52941"/>
                  </a:lnTo>
                  <a:lnTo>
                    <a:pt x="120000" y="52941"/>
                  </a:lnTo>
                  <a:lnTo>
                    <a:pt x="120000" y="60000"/>
                  </a:lnTo>
                  <a:lnTo>
                    <a:pt x="113513" y="77647"/>
                  </a:lnTo>
                  <a:lnTo>
                    <a:pt x="113513" y="84705"/>
                  </a:lnTo>
                  <a:lnTo>
                    <a:pt x="107027" y="84705"/>
                  </a:lnTo>
                  <a:lnTo>
                    <a:pt x="107027" y="95294"/>
                  </a:lnTo>
                  <a:lnTo>
                    <a:pt x="107027" y="95294"/>
                  </a:lnTo>
                  <a:lnTo>
                    <a:pt x="107027" y="95294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6" name="Shape 11056"/>
            <p:cNvSpPr/>
            <p:nvPr/>
          </p:nvSpPr>
          <p:spPr>
            <a:xfrm>
              <a:off x="3765526" y="1796836"/>
              <a:ext cx="50704" cy="4659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027" y="95294"/>
                  </a:moveTo>
                  <a:lnTo>
                    <a:pt x="107027" y="95294"/>
                  </a:lnTo>
                  <a:lnTo>
                    <a:pt x="97297" y="102352"/>
                  </a:lnTo>
                  <a:lnTo>
                    <a:pt x="97297" y="109411"/>
                  </a:lnTo>
                  <a:lnTo>
                    <a:pt x="68108" y="120000"/>
                  </a:lnTo>
                  <a:lnTo>
                    <a:pt x="29189" y="77647"/>
                  </a:lnTo>
                  <a:lnTo>
                    <a:pt x="29189" y="77647"/>
                  </a:lnTo>
                  <a:lnTo>
                    <a:pt x="22702" y="60000"/>
                  </a:lnTo>
                  <a:lnTo>
                    <a:pt x="29189" y="42352"/>
                  </a:lnTo>
                  <a:lnTo>
                    <a:pt x="29189" y="35294"/>
                  </a:lnTo>
                  <a:lnTo>
                    <a:pt x="12972" y="35294"/>
                  </a:lnTo>
                  <a:lnTo>
                    <a:pt x="6486" y="28235"/>
                  </a:lnTo>
                  <a:lnTo>
                    <a:pt x="0" y="17647"/>
                  </a:lnTo>
                  <a:lnTo>
                    <a:pt x="0" y="10588"/>
                  </a:lnTo>
                  <a:lnTo>
                    <a:pt x="12972" y="10588"/>
                  </a:lnTo>
                  <a:lnTo>
                    <a:pt x="35675" y="0"/>
                  </a:lnTo>
                  <a:lnTo>
                    <a:pt x="35675" y="10588"/>
                  </a:lnTo>
                  <a:lnTo>
                    <a:pt x="45405" y="17647"/>
                  </a:lnTo>
                  <a:lnTo>
                    <a:pt x="45405" y="28235"/>
                  </a:lnTo>
                  <a:lnTo>
                    <a:pt x="51891" y="35294"/>
                  </a:lnTo>
                  <a:lnTo>
                    <a:pt x="51891" y="42352"/>
                  </a:lnTo>
                  <a:lnTo>
                    <a:pt x="61621" y="52941"/>
                  </a:lnTo>
                  <a:lnTo>
                    <a:pt x="68108" y="60000"/>
                  </a:lnTo>
                  <a:lnTo>
                    <a:pt x="74594" y="67058"/>
                  </a:lnTo>
                  <a:lnTo>
                    <a:pt x="74594" y="67058"/>
                  </a:lnTo>
                  <a:lnTo>
                    <a:pt x="74594" y="67058"/>
                  </a:lnTo>
                  <a:lnTo>
                    <a:pt x="84324" y="67058"/>
                  </a:lnTo>
                  <a:lnTo>
                    <a:pt x="90810" y="67058"/>
                  </a:lnTo>
                  <a:lnTo>
                    <a:pt x="90810" y="60000"/>
                  </a:lnTo>
                  <a:lnTo>
                    <a:pt x="90810" y="42352"/>
                  </a:lnTo>
                  <a:lnTo>
                    <a:pt x="120000" y="42352"/>
                  </a:lnTo>
                  <a:lnTo>
                    <a:pt x="120000" y="52941"/>
                  </a:lnTo>
                  <a:lnTo>
                    <a:pt x="120000" y="52941"/>
                  </a:lnTo>
                  <a:lnTo>
                    <a:pt x="120000" y="60000"/>
                  </a:lnTo>
                  <a:lnTo>
                    <a:pt x="113513" y="77647"/>
                  </a:lnTo>
                  <a:lnTo>
                    <a:pt x="113513" y="84705"/>
                  </a:lnTo>
                  <a:lnTo>
                    <a:pt x="107027" y="84705"/>
                  </a:lnTo>
                  <a:lnTo>
                    <a:pt x="107027" y="95294"/>
                  </a:lnTo>
                  <a:lnTo>
                    <a:pt x="107027" y="95294"/>
                  </a:lnTo>
                  <a:lnTo>
                    <a:pt x="107027" y="95294"/>
                  </a:lnTo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7" name="Shape 11057"/>
            <p:cNvSpPr/>
            <p:nvPr/>
          </p:nvSpPr>
          <p:spPr>
            <a:xfrm>
              <a:off x="3203662" y="1214417"/>
              <a:ext cx="681087" cy="5509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5110" y="8955"/>
                  </a:moveTo>
                  <a:lnTo>
                    <a:pt x="25110" y="8955"/>
                  </a:lnTo>
                  <a:lnTo>
                    <a:pt x="24144" y="6268"/>
                  </a:lnTo>
                  <a:lnTo>
                    <a:pt x="22937" y="597"/>
                  </a:lnTo>
                  <a:lnTo>
                    <a:pt x="24627" y="1194"/>
                  </a:lnTo>
                  <a:lnTo>
                    <a:pt x="29215" y="3283"/>
                  </a:lnTo>
                  <a:lnTo>
                    <a:pt x="45150" y="2089"/>
                  </a:lnTo>
                  <a:lnTo>
                    <a:pt x="51428" y="2089"/>
                  </a:lnTo>
                  <a:lnTo>
                    <a:pt x="56016" y="4776"/>
                  </a:lnTo>
                  <a:lnTo>
                    <a:pt x="57706" y="4776"/>
                  </a:lnTo>
                  <a:lnTo>
                    <a:pt x="60603" y="4776"/>
                  </a:lnTo>
                  <a:lnTo>
                    <a:pt x="67605" y="1194"/>
                  </a:lnTo>
                  <a:lnTo>
                    <a:pt x="70261" y="1194"/>
                  </a:lnTo>
                  <a:lnTo>
                    <a:pt x="74366" y="0"/>
                  </a:lnTo>
                  <a:lnTo>
                    <a:pt x="74849" y="597"/>
                  </a:lnTo>
                  <a:lnTo>
                    <a:pt x="76056" y="1194"/>
                  </a:lnTo>
                  <a:lnTo>
                    <a:pt x="76539" y="2089"/>
                  </a:lnTo>
                  <a:lnTo>
                    <a:pt x="80160" y="1194"/>
                  </a:lnTo>
                  <a:lnTo>
                    <a:pt x="88611" y="2686"/>
                  </a:lnTo>
                  <a:lnTo>
                    <a:pt x="89818" y="2686"/>
                  </a:lnTo>
                  <a:lnTo>
                    <a:pt x="91026" y="2686"/>
                  </a:lnTo>
                  <a:lnTo>
                    <a:pt x="91026" y="3283"/>
                  </a:lnTo>
                  <a:lnTo>
                    <a:pt x="91026" y="4179"/>
                  </a:lnTo>
                  <a:lnTo>
                    <a:pt x="91026" y="4776"/>
                  </a:lnTo>
                  <a:lnTo>
                    <a:pt x="90301" y="5671"/>
                  </a:lnTo>
                  <a:lnTo>
                    <a:pt x="91026" y="8955"/>
                  </a:lnTo>
                  <a:lnTo>
                    <a:pt x="90301" y="11044"/>
                  </a:lnTo>
                  <a:lnTo>
                    <a:pt x="89094" y="12537"/>
                  </a:lnTo>
                  <a:lnTo>
                    <a:pt x="87404" y="12537"/>
                  </a:lnTo>
                  <a:lnTo>
                    <a:pt x="85231" y="13432"/>
                  </a:lnTo>
                  <a:lnTo>
                    <a:pt x="83541" y="16119"/>
                  </a:lnTo>
                  <a:lnTo>
                    <a:pt x="82334" y="19104"/>
                  </a:lnTo>
                  <a:lnTo>
                    <a:pt x="81126" y="21194"/>
                  </a:lnTo>
                  <a:lnTo>
                    <a:pt x="78229" y="23880"/>
                  </a:lnTo>
                  <a:lnTo>
                    <a:pt x="76539" y="25970"/>
                  </a:lnTo>
                  <a:lnTo>
                    <a:pt x="76056" y="26865"/>
                  </a:lnTo>
                  <a:lnTo>
                    <a:pt x="74849" y="27462"/>
                  </a:lnTo>
                  <a:lnTo>
                    <a:pt x="74366" y="28059"/>
                  </a:lnTo>
                  <a:lnTo>
                    <a:pt x="73883" y="31044"/>
                  </a:lnTo>
                  <a:lnTo>
                    <a:pt x="73158" y="34626"/>
                  </a:lnTo>
                  <a:lnTo>
                    <a:pt x="71468" y="35820"/>
                  </a:lnTo>
                  <a:lnTo>
                    <a:pt x="71951" y="37313"/>
                  </a:lnTo>
                  <a:lnTo>
                    <a:pt x="72676" y="38805"/>
                  </a:lnTo>
                  <a:lnTo>
                    <a:pt x="73883" y="41492"/>
                  </a:lnTo>
                  <a:lnTo>
                    <a:pt x="73883" y="41492"/>
                  </a:lnTo>
                  <a:lnTo>
                    <a:pt x="73883" y="41492"/>
                  </a:lnTo>
                  <a:lnTo>
                    <a:pt x="74849" y="42985"/>
                  </a:lnTo>
                  <a:lnTo>
                    <a:pt x="75573" y="45074"/>
                  </a:lnTo>
                  <a:lnTo>
                    <a:pt x="76056" y="45671"/>
                  </a:lnTo>
                  <a:lnTo>
                    <a:pt x="77746" y="45074"/>
                  </a:lnTo>
                  <a:lnTo>
                    <a:pt x="76539" y="42985"/>
                  </a:lnTo>
                  <a:lnTo>
                    <a:pt x="77746" y="42985"/>
                  </a:lnTo>
                  <a:lnTo>
                    <a:pt x="80160" y="42985"/>
                  </a:lnTo>
                  <a:lnTo>
                    <a:pt x="80643" y="43582"/>
                  </a:lnTo>
                  <a:lnTo>
                    <a:pt x="82816" y="43582"/>
                  </a:lnTo>
                  <a:lnTo>
                    <a:pt x="84507" y="44477"/>
                  </a:lnTo>
                  <a:lnTo>
                    <a:pt x="86921" y="46567"/>
                  </a:lnTo>
                  <a:lnTo>
                    <a:pt x="88611" y="46567"/>
                  </a:lnTo>
                  <a:lnTo>
                    <a:pt x="91026" y="45671"/>
                  </a:lnTo>
                  <a:lnTo>
                    <a:pt x="91991" y="45671"/>
                  </a:lnTo>
                  <a:lnTo>
                    <a:pt x="93199" y="48059"/>
                  </a:lnTo>
                  <a:lnTo>
                    <a:pt x="91991" y="52835"/>
                  </a:lnTo>
                  <a:lnTo>
                    <a:pt x="85231" y="62089"/>
                  </a:lnTo>
                  <a:lnTo>
                    <a:pt x="84024" y="65671"/>
                  </a:lnTo>
                  <a:lnTo>
                    <a:pt x="84507" y="65671"/>
                  </a:lnTo>
                  <a:lnTo>
                    <a:pt x="84507" y="66865"/>
                  </a:lnTo>
                  <a:lnTo>
                    <a:pt x="84507" y="67761"/>
                  </a:lnTo>
                  <a:lnTo>
                    <a:pt x="84507" y="68358"/>
                  </a:lnTo>
                  <a:lnTo>
                    <a:pt x="84024" y="68955"/>
                  </a:lnTo>
                  <a:lnTo>
                    <a:pt x="82816" y="70447"/>
                  </a:lnTo>
                  <a:lnTo>
                    <a:pt x="84024" y="71343"/>
                  </a:lnTo>
                  <a:lnTo>
                    <a:pt x="84507" y="71940"/>
                  </a:lnTo>
                  <a:lnTo>
                    <a:pt x="84507" y="71940"/>
                  </a:lnTo>
                  <a:lnTo>
                    <a:pt x="84507" y="71940"/>
                  </a:lnTo>
                  <a:lnTo>
                    <a:pt x="84507" y="71940"/>
                  </a:lnTo>
                  <a:lnTo>
                    <a:pt x="84507" y="71940"/>
                  </a:lnTo>
                  <a:lnTo>
                    <a:pt x="86921" y="74626"/>
                  </a:lnTo>
                  <a:lnTo>
                    <a:pt x="89094" y="74029"/>
                  </a:lnTo>
                  <a:lnTo>
                    <a:pt x="91509" y="71940"/>
                  </a:lnTo>
                  <a:lnTo>
                    <a:pt x="93682" y="71343"/>
                  </a:lnTo>
                  <a:lnTo>
                    <a:pt x="94889" y="73432"/>
                  </a:lnTo>
                  <a:lnTo>
                    <a:pt x="94889" y="78208"/>
                  </a:lnTo>
                  <a:lnTo>
                    <a:pt x="93199" y="86865"/>
                  </a:lnTo>
                  <a:lnTo>
                    <a:pt x="93199" y="91044"/>
                  </a:lnTo>
                  <a:lnTo>
                    <a:pt x="94889" y="93134"/>
                  </a:lnTo>
                  <a:lnTo>
                    <a:pt x="97303" y="94626"/>
                  </a:lnTo>
                  <a:lnTo>
                    <a:pt x="99476" y="94626"/>
                  </a:lnTo>
                  <a:lnTo>
                    <a:pt x="100684" y="94626"/>
                  </a:lnTo>
                  <a:lnTo>
                    <a:pt x="104547" y="97313"/>
                  </a:lnTo>
                  <a:lnTo>
                    <a:pt x="109859" y="98805"/>
                  </a:lnTo>
                  <a:lnTo>
                    <a:pt x="117102" y="109253"/>
                  </a:lnTo>
                  <a:lnTo>
                    <a:pt x="117826" y="110149"/>
                  </a:lnTo>
                  <a:lnTo>
                    <a:pt x="118792" y="110746"/>
                  </a:lnTo>
                  <a:lnTo>
                    <a:pt x="120000" y="110746"/>
                  </a:lnTo>
                  <a:lnTo>
                    <a:pt x="120000" y="110746"/>
                  </a:lnTo>
                  <a:lnTo>
                    <a:pt x="119517" y="112835"/>
                  </a:lnTo>
                  <a:lnTo>
                    <a:pt x="117826" y="117910"/>
                  </a:lnTo>
                  <a:lnTo>
                    <a:pt x="114446" y="118507"/>
                  </a:lnTo>
                  <a:lnTo>
                    <a:pt x="111549" y="117910"/>
                  </a:lnTo>
                  <a:lnTo>
                    <a:pt x="107927" y="118507"/>
                  </a:lnTo>
                  <a:lnTo>
                    <a:pt x="107927" y="117910"/>
                  </a:lnTo>
                  <a:lnTo>
                    <a:pt x="108651" y="115820"/>
                  </a:lnTo>
                  <a:lnTo>
                    <a:pt x="110824" y="115820"/>
                  </a:lnTo>
                  <a:lnTo>
                    <a:pt x="112515" y="114925"/>
                  </a:lnTo>
                  <a:lnTo>
                    <a:pt x="114446" y="114328"/>
                  </a:lnTo>
                  <a:lnTo>
                    <a:pt x="113239" y="114328"/>
                  </a:lnTo>
                  <a:lnTo>
                    <a:pt x="112515" y="113731"/>
                  </a:lnTo>
                  <a:lnTo>
                    <a:pt x="111549" y="112238"/>
                  </a:lnTo>
                  <a:lnTo>
                    <a:pt x="108651" y="111343"/>
                  </a:lnTo>
                  <a:lnTo>
                    <a:pt x="109859" y="110149"/>
                  </a:lnTo>
                  <a:lnTo>
                    <a:pt x="109134" y="108059"/>
                  </a:lnTo>
                  <a:lnTo>
                    <a:pt x="107927" y="105970"/>
                  </a:lnTo>
                  <a:lnTo>
                    <a:pt x="106961" y="104477"/>
                  </a:lnTo>
                  <a:lnTo>
                    <a:pt x="100684" y="97910"/>
                  </a:lnTo>
                  <a:lnTo>
                    <a:pt x="98993" y="97313"/>
                  </a:lnTo>
                  <a:lnTo>
                    <a:pt x="94889" y="95820"/>
                  </a:lnTo>
                  <a:lnTo>
                    <a:pt x="93199" y="95820"/>
                  </a:lnTo>
                  <a:lnTo>
                    <a:pt x="91991" y="97313"/>
                  </a:lnTo>
                  <a:lnTo>
                    <a:pt x="91991" y="100298"/>
                  </a:lnTo>
                  <a:lnTo>
                    <a:pt x="92716" y="102985"/>
                  </a:lnTo>
                  <a:lnTo>
                    <a:pt x="94406" y="102985"/>
                  </a:lnTo>
                  <a:lnTo>
                    <a:pt x="91991" y="105074"/>
                  </a:lnTo>
                  <a:lnTo>
                    <a:pt x="91509" y="105970"/>
                  </a:lnTo>
                  <a:lnTo>
                    <a:pt x="91509" y="106567"/>
                  </a:lnTo>
                  <a:lnTo>
                    <a:pt x="89818" y="107164"/>
                  </a:lnTo>
                  <a:lnTo>
                    <a:pt x="88611" y="108059"/>
                  </a:lnTo>
                  <a:lnTo>
                    <a:pt x="88128" y="110149"/>
                  </a:lnTo>
                  <a:lnTo>
                    <a:pt x="86438" y="111343"/>
                  </a:lnTo>
                  <a:lnTo>
                    <a:pt x="84507" y="112835"/>
                  </a:lnTo>
                  <a:lnTo>
                    <a:pt x="82816" y="112238"/>
                  </a:lnTo>
                  <a:lnTo>
                    <a:pt x="83541" y="111343"/>
                  </a:lnTo>
                  <a:lnTo>
                    <a:pt x="85231" y="110746"/>
                  </a:lnTo>
                  <a:lnTo>
                    <a:pt x="85714" y="109253"/>
                  </a:lnTo>
                  <a:lnTo>
                    <a:pt x="86438" y="108656"/>
                  </a:lnTo>
                  <a:lnTo>
                    <a:pt x="85231" y="106567"/>
                  </a:lnTo>
                  <a:lnTo>
                    <a:pt x="82334" y="106567"/>
                  </a:lnTo>
                  <a:lnTo>
                    <a:pt x="81126" y="104477"/>
                  </a:lnTo>
                  <a:lnTo>
                    <a:pt x="80160" y="105970"/>
                  </a:lnTo>
                  <a:lnTo>
                    <a:pt x="73158" y="105074"/>
                  </a:lnTo>
                  <a:lnTo>
                    <a:pt x="71951" y="104477"/>
                  </a:lnTo>
                  <a:lnTo>
                    <a:pt x="70261" y="102985"/>
                  </a:lnTo>
                  <a:lnTo>
                    <a:pt x="69778" y="102388"/>
                  </a:lnTo>
                  <a:lnTo>
                    <a:pt x="69295" y="102985"/>
                  </a:lnTo>
                  <a:lnTo>
                    <a:pt x="66881" y="104477"/>
                  </a:lnTo>
                  <a:lnTo>
                    <a:pt x="66398" y="106567"/>
                  </a:lnTo>
                  <a:lnTo>
                    <a:pt x="65674" y="107164"/>
                  </a:lnTo>
                  <a:lnTo>
                    <a:pt x="65191" y="106567"/>
                  </a:lnTo>
                  <a:lnTo>
                    <a:pt x="63983" y="105074"/>
                  </a:lnTo>
                  <a:lnTo>
                    <a:pt x="63501" y="105074"/>
                  </a:lnTo>
                  <a:lnTo>
                    <a:pt x="63018" y="105970"/>
                  </a:lnTo>
                  <a:lnTo>
                    <a:pt x="63018" y="106567"/>
                  </a:lnTo>
                  <a:lnTo>
                    <a:pt x="63018" y="108059"/>
                  </a:lnTo>
                  <a:lnTo>
                    <a:pt x="63983" y="108059"/>
                  </a:lnTo>
                  <a:lnTo>
                    <a:pt x="63983" y="109253"/>
                  </a:lnTo>
                  <a:lnTo>
                    <a:pt x="62293" y="109253"/>
                  </a:lnTo>
                  <a:lnTo>
                    <a:pt x="61086" y="110746"/>
                  </a:lnTo>
                  <a:lnTo>
                    <a:pt x="60603" y="112835"/>
                  </a:lnTo>
                  <a:lnTo>
                    <a:pt x="61086" y="114925"/>
                  </a:lnTo>
                  <a:lnTo>
                    <a:pt x="63018" y="115820"/>
                  </a:lnTo>
                  <a:lnTo>
                    <a:pt x="63983" y="114925"/>
                  </a:lnTo>
                  <a:lnTo>
                    <a:pt x="66398" y="112835"/>
                  </a:lnTo>
                  <a:lnTo>
                    <a:pt x="65674" y="114925"/>
                  </a:lnTo>
                  <a:lnTo>
                    <a:pt x="63983" y="117910"/>
                  </a:lnTo>
                  <a:lnTo>
                    <a:pt x="63501" y="120000"/>
                  </a:lnTo>
                  <a:lnTo>
                    <a:pt x="63501" y="120000"/>
                  </a:lnTo>
                  <a:lnTo>
                    <a:pt x="62293" y="118507"/>
                  </a:lnTo>
                  <a:lnTo>
                    <a:pt x="61810" y="117910"/>
                  </a:lnTo>
                  <a:lnTo>
                    <a:pt x="59396" y="112238"/>
                  </a:lnTo>
                  <a:lnTo>
                    <a:pt x="58913" y="112238"/>
                  </a:lnTo>
                  <a:lnTo>
                    <a:pt x="58430" y="110746"/>
                  </a:lnTo>
                  <a:lnTo>
                    <a:pt x="57706" y="110149"/>
                  </a:lnTo>
                  <a:lnTo>
                    <a:pt x="57223" y="110149"/>
                  </a:lnTo>
                  <a:lnTo>
                    <a:pt x="57223" y="108656"/>
                  </a:lnTo>
                  <a:lnTo>
                    <a:pt x="57223" y="108656"/>
                  </a:lnTo>
                  <a:lnTo>
                    <a:pt x="57223" y="108656"/>
                  </a:lnTo>
                  <a:lnTo>
                    <a:pt x="56740" y="108059"/>
                  </a:lnTo>
                  <a:lnTo>
                    <a:pt x="54808" y="105074"/>
                  </a:lnTo>
                  <a:lnTo>
                    <a:pt x="54808" y="105074"/>
                  </a:lnTo>
                  <a:lnTo>
                    <a:pt x="54325" y="104477"/>
                  </a:lnTo>
                  <a:lnTo>
                    <a:pt x="54325" y="102985"/>
                  </a:lnTo>
                  <a:lnTo>
                    <a:pt x="53843" y="101492"/>
                  </a:lnTo>
                  <a:lnTo>
                    <a:pt x="53843" y="100298"/>
                  </a:lnTo>
                  <a:lnTo>
                    <a:pt x="53843" y="100298"/>
                  </a:lnTo>
                  <a:lnTo>
                    <a:pt x="53118" y="98805"/>
                  </a:lnTo>
                  <a:lnTo>
                    <a:pt x="52152" y="97910"/>
                  </a:lnTo>
                  <a:lnTo>
                    <a:pt x="50945" y="99402"/>
                  </a:lnTo>
                  <a:lnTo>
                    <a:pt x="50945" y="100895"/>
                  </a:lnTo>
                  <a:lnTo>
                    <a:pt x="50945" y="100895"/>
                  </a:lnTo>
                  <a:lnTo>
                    <a:pt x="50462" y="101492"/>
                  </a:lnTo>
                  <a:lnTo>
                    <a:pt x="49738" y="101492"/>
                  </a:lnTo>
                  <a:lnTo>
                    <a:pt x="46358" y="101492"/>
                  </a:lnTo>
                  <a:lnTo>
                    <a:pt x="46358" y="100895"/>
                  </a:lnTo>
                  <a:lnTo>
                    <a:pt x="45875" y="100895"/>
                  </a:lnTo>
                  <a:lnTo>
                    <a:pt x="45875" y="100298"/>
                  </a:lnTo>
                  <a:lnTo>
                    <a:pt x="45875" y="99402"/>
                  </a:lnTo>
                  <a:lnTo>
                    <a:pt x="45875" y="99402"/>
                  </a:lnTo>
                  <a:lnTo>
                    <a:pt x="45150" y="99402"/>
                  </a:lnTo>
                  <a:lnTo>
                    <a:pt x="44668" y="98805"/>
                  </a:lnTo>
                  <a:lnTo>
                    <a:pt x="44668" y="98805"/>
                  </a:lnTo>
                  <a:lnTo>
                    <a:pt x="44185" y="98805"/>
                  </a:lnTo>
                  <a:lnTo>
                    <a:pt x="43460" y="99402"/>
                  </a:lnTo>
                  <a:lnTo>
                    <a:pt x="42977" y="100298"/>
                  </a:lnTo>
                  <a:lnTo>
                    <a:pt x="42977" y="100895"/>
                  </a:lnTo>
                  <a:lnTo>
                    <a:pt x="42253" y="101492"/>
                  </a:lnTo>
                  <a:lnTo>
                    <a:pt x="42253" y="102388"/>
                  </a:lnTo>
                  <a:lnTo>
                    <a:pt x="42253" y="102388"/>
                  </a:lnTo>
                  <a:lnTo>
                    <a:pt x="41770" y="102388"/>
                  </a:lnTo>
                  <a:lnTo>
                    <a:pt x="41287" y="102388"/>
                  </a:lnTo>
                  <a:lnTo>
                    <a:pt x="41287" y="101492"/>
                  </a:lnTo>
                  <a:lnTo>
                    <a:pt x="40563" y="101492"/>
                  </a:lnTo>
                  <a:lnTo>
                    <a:pt x="40563" y="100895"/>
                  </a:lnTo>
                  <a:lnTo>
                    <a:pt x="40563" y="100298"/>
                  </a:lnTo>
                  <a:lnTo>
                    <a:pt x="40563" y="100298"/>
                  </a:lnTo>
                  <a:lnTo>
                    <a:pt x="40563" y="99402"/>
                  </a:lnTo>
                  <a:lnTo>
                    <a:pt x="40080" y="99402"/>
                  </a:lnTo>
                  <a:lnTo>
                    <a:pt x="39597" y="99402"/>
                  </a:lnTo>
                  <a:lnTo>
                    <a:pt x="38873" y="98805"/>
                  </a:lnTo>
                  <a:lnTo>
                    <a:pt x="38390" y="98805"/>
                  </a:lnTo>
                  <a:lnTo>
                    <a:pt x="38390" y="99402"/>
                  </a:lnTo>
                  <a:lnTo>
                    <a:pt x="38390" y="100298"/>
                  </a:lnTo>
                  <a:lnTo>
                    <a:pt x="37665" y="100895"/>
                  </a:lnTo>
                  <a:lnTo>
                    <a:pt x="37665" y="101492"/>
                  </a:lnTo>
                  <a:lnTo>
                    <a:pt x="37183" y="101492"/>
                  </a:lnTo>
                  <a:lnTo>
                    <a:pt x="35975" y="102388"/>
                  </a:lnTo>
                  <a:lnTo>
                    <a:pt x="35492" y="102985"/>
                  </a:lnTo>
                  <a:lnTo>
                    <a:pt x="35010" y="103582"/>
                  </a:lnTo>
                  <a:lnTo>
                    <a:pt x="33319" y="106567"/>
                  </a:lnTo>
                  <a:lnTo>
                    <a:pt x="32595" y="107164"/>
                  </a:lnTo>
                  <a:lnTo>
                    <a:pt x="31388" y="107164"/>
                  </a:lnTo>
                  <a:lnTo>
                    <a:pt x="30905" y="105970"/>
                  </a:lnTo>
                  <a:lnTo>
                    <a:pt x="30422" y="105074"/>
                  </a:lnTo>
                  <a:lnTo>
                    <a:pt x="29215" y="104477"/>
                  </a:lnTo>
                  <a:lnTo>
                    <a:pt x="28732" y="103582"/>
                  </a:lnTo>
                  <a:lnTo>
                    <a:pt x="28008" y="103582"/>
                  </a:lnTo>
                  <a:lnTo>
                    <a:pt x="28008" y="104477"/>
                  </a:lnTo>
                  <a:lnTo>
                    <a:pt x="27525" y="104477"/>
                  </a:lnTo>
                  <a:lnTo>
                    <a:pt x="27042" y="105074"/>
                  </a:lnTo>
                  <a:lnTo>
                    <a:pt x="26317" y="105074"/>
                  </a:lnTo>
                  <a:lnTo>
                    <a:pt x="26317" y="105074"/>
                  </a:lnTo>
                  <a:lnTo>
                    <a:pt x="23420" y="104477"/>
                  </a:lnTo>
                  <a:lnTo>
                    <a:pt x="22937" y="103582"/>
                  </a:lnTo>
                  <a:lnTo>
                    <a:pt x="22937" y="102985"/>
                  </a:lnTo>
                  <a:lnTo>
                    <a:pt x="22454" y="102388"/>
                  </a:lnTo>
                  <a:lnTo>
                    <a:pt x="20040" y="96716"/>
                  </a:lnTo>
                  <a:lnTo>
                    <a:pt x="19557" y="95223"/>
                  </a:lnTo>
                  <a:lnTo>
                    <a:pt x="19557" y="95223"/>
                  </a:lnTo>
                  <a:lnTo>
                    <a:pt x="19557" y="94626"/>
                  </a:lnTo>
                  <a:lnTo>
                    <a:pt x="18832" y="93731"/>
                  </a:lnTo>
                  <a:lnTo>
                    <a:pt x="18350" y="93731"/>
                  </a:lnTo>
                  <a:lnTo>
                    <a:pt x="17142" y="93134"/>
                  </a:lnTo>
                  <a:lnTo>
                    <a:pt x="16659" y="93134"/>
                  </a:lnTo>
                  <a:lnTo>
                    <a:pt x="14969" y="91641"/>
                  </a:lnTo>
                  <a:lnTo>
                    <a:pt x="14245" y="91044"/>
                  </a:lnTo>
                  <a:lnTo>
                    <a:pt x="14245" y="91044"/>
                  </a:lnTo>
                  <a:lnTo>
                    <a:pt x="13762" y="91044"/>
                  </a:lnTo>
                  <a:lnTo>
                    <a:pt x="13279" y="90149"/>
                  </a:lnTo>
                  <a:lnTo>
                    <a:pt x="12555" y="89552"/>
                  </a:lnTo>
                  <a:lnTo>
                    <a:pt x="12072" y="85970"/>
                  </a:lnTo>
                  <a:lnTo>
                    <a:pt x="11589" y="83283"/>
                  </a:lnTo>
                  <a:lnTo>
                    <a:pt x="9899" y="79701"/>
                  </a:lnTo>
                  <a:lnTo>
                    <a:pt x="10382" y="77611"/>
                  </a:lnTo>
                  <a:lnTo>
                    <a:pt x="10382" y="77014"/>
                  </a:lnTo>
                  <a:lnTo>
                    <a:pt x="10382" y="76119"/>
                  </a:lnTo>
                  <a:lnTo>
                    <a:pt x="10865" y="75522"/>
                  </a:lnTo>
                  <a:lnTo>
                    <a:pt x="10865" y="74626"/>
                  </a:lnTo>
                  <a:lnTo>
                    <a:pt x="10865" y="74626"/>
                  </a:lnTo>
                  <a:lnTo>
                    <a:pt x="11589" y="74626"/>
                  </a:lnTo>
                  <a:lnTo>
                    <a:pt x="11589" y="74029"/>
                  </a:lnTo>
                  <a:lnTo>
                    <a:pt x="13279" y="73432"/>
                  </a:lnTo>
                  <a:lnTo>
                    <a:pt x="13762" y="72537"/>
                  </a:lnTo>
                  <a:lnTo>
                    <a:pt x="14245" y="71940"/>
                  </a:lnTo>
                  <a:lnTo>
                    <a:pt x="14245" y="71940"/>
                  </a:lnTo>
                  <a:lnTo>
                    <a:pt x="14245" y="71343"/>
                  </a:lnTo>
                  <a:lnTo>
                    <a:pt x="14245" y="70447"/>
                  </a:lnTo>
                  <a:lnTo>
                    <a:pt x="14245" y="69850"/>
                  </a:lnTo>
                  <a:lnTo>
                    <a:pt x="14245" y="68358"/>
                  </a:lnTo>
                  <a:lnTo>
                    <a:pt x="13762" y="66268"/>
                  </a:lnTo>
                  <a:lnTo>
                    <a:pt x="13279" y="65671"/>
                  </a:lnTo>
                  <a:lnTo>
                    <a:pt x="12555" y="64776"/>
                  </a:lnTo>
                  <a:lnTo>
                    <a:pt x="11589" y="63582"/>
                  </a:lnTo>
                  <a:lnTo>
                    <a:pt x="10865" y="62686"/>
                  </a:lnTo>
                  <a:lnTo>
                    <a:pt x="10865" y="62686"/>
                  </a:lnTo>
                  <a:lnTo>
                    <a:pt x="10382" y="62686"/>
                  </a:lnTo>
                  <a:lnTo>
                    <a:pt x="10382" y="62089"/>
                  </a:lnTo>
                  <a:lnTo>
                    <a:pt x="9899" y="60000"/>
                  </a:lnTo>
                  <a:lnTo>
                    <a:pt x="9899" y="59104"/>
                  </a:lnTo>
                  <a:lnTo>
                    <a:pt x="9175" y="59104"/>
                  </a:lnTo>
                  <a:lnTo>
                    <a:pt x="9175" y="59104"/>
                  </a:lnTo>
                  <a:lnTo>
                    <a:pt x="7967" y="59104"/>
                  </a:lnTo>
                  <a:lnTo>
                    <a:pt x="7967" y="59104"/>
                  </a:lnTo>
                  <a:lnTo>
                    <a:pt x="7484" y="58507"/>
                  </a:lnTo>
                  <a:lnTo>
                    <a:pt x="7484" y="58507"/>
                  </a:lnTo>
                  <a:lnTo>
                    <a:pt x="7484" y="57910"/>
                  </a:lnTo>
                  <a:lnTo>
                    <a:pt x="7002" y="57910"/>
                  </a:lnTo>
                  <a:lnTo>
                    <a:pt x="7002" y="57014"/>
                  </a:lnTo>
                  <a:lnTo>
                    <a:pt x="6277" y="57014"/>
                  </a:lnTo>
                  <a:lnTo>
                    <a:pt x="5311" y="57910"/>
                  </a:lnTo>
                  <a:lnTo>
                    <a:pt x="4587" y="57910"/>
                  </a:lnTo>
                  <a:lnTo>
                    <a:pt x="4104" y="57014"/>
                  </a:lnTo>
                  <a:lnTo>
                    <a:pt x="2414" y="55820"/>
                  </a:lnTo>
                  <a:lnTo>
                    <a:pt x="1207" y="54328"/>
                  </a:lnTo>
                  <a:lnTo>
                    <a:pt x="724" y="54328"/>
                  </a:lnTo>
                  <a:lnTo>
                    <a:pt x="724" y="53432"/>
                  </a:lnTo>
                  <a:lnTo>
                    <a:pt x="0" y="52835"/>
                  </a:lnTo>
                  <a:lnTo>
                    <a:pt x="724" y="52238"/>
                  </a:lnTo>
                  <a:lnTo>
                    <a:pt x="724" y="51343"/>
                  </a:lnTo>
                  <a:lnTo>
                    <a:pt x="1690" y="49253"/>
                  </a:lnTo>
                  <a:lnTo>
                    <a:pt x="2414" y="48059"/>
                  </a:lnTo>
                  <a:lnTo>
                    <a:pt x="2897" y="46567"/>
                  </a:lnTo>
                  <a:lnTo>
                    <a:pt x="6277" y="43582"/>
                  </a:lnTo>
                  <a:lnTo>
                    <a:pt x="7002" y="42985"/>
                  </a:lnTo>
                  <a:lnTo>
                    <a:pt x="7967" y="40000"/>
                  </a:lnTo>
                  <a:lnTo>
                    <a:pt x="9899" y="34626"/>
                  </a:lnTo>
                  <a:lnTo>
                    <a:pt x="9899" y="31641"/>
                  </a:lnTo>
                  <a:lnTo>
                    <a:pt x="10382" y="28955"/>
                  </a:lnTo>
                  <a:lnTo>
                    <a:pt x="10382" y="28059"/>
                  </a:lnTo>
                  <a:lnTo>
                    <a:pt x="10865" y="28059"/>
                  </a:lnTo>
                  <a:lnTo>
                    <a:pt x="12072" y="26865"/>
                  </a:lnTo>
                  <a:lnTo>
                    <a:pt x="14969" y="25373"/>
                  </a:lnTo>
                  <a:lnTo>
                    <a:pt x="18350" y="24477"/>
                  </a:lnTo>
                  <a:lnTo>
                    <a:pt x="18832" y="24477"/>
                  </a:lnTo>
                  <a:lnTo>
                    <a:pt x="20040" y="24477"/>
                  </a:lnTo>
                  <a:lnTo>
                    <a:pt x="20040" y="24477"/>
                  </a:lnTo>
                  <a:lnTo>
                    <a:pt x="20764" y="24477"/>
                  </a:lnTo>
                  <a:lnTo>
                    <a:pt x="20764" y="23880"/>
                  </a:lnTo>
                  <a:lnTo>
                    <a:pt x="20764" y="23283"/>
                  </a:lnTo>
                  <a:lnTo>
                    <a:pt x="20040" y="22388"/>
                  </a:lnTo>
                  <a:lnTo>
                    <a:pt x="20040" y="21791"/>
                  </a:lnTo>
                  <a:lnTo>
                    <a:pt x="19557" y="21791"/>
                  </a:lnTo>
                  <a:lnTo>
                    <a:pt x="18832" y="21791"/>
                  </a:lnTo>
                  <a:lnTo>
                    <a:pt x="18350" y="21791"/>
                  </a:lnTo>
                  <a:lnTo>
                    <a:pt x="18350" y="21194"/>
                  </a:lnTo>
                  <a:lnTo>
                    <a:pt x="17867" y="21194"/>
                  </a:lnTo>
                  <a:lnTo>
                    <a:pt x="17867" y="20298"/>
                  </a:lnTo>
                  <a:lnTo>
                    <a:pt x="18350" y="19701"/>
                  </a:lnTo>
                  <a:lnTo>
                    <a:pt x="18832" y="17611"/>
                  </a:lnTo>
                  <a:lnTo>
                    <a:pt x="19557" y="16716"/>
                  </a:lnTo>
                  <a:lnTo>
                    <a:pt x="19557" y="16716"/>
                  </a:lnTo>
                  <a:lnTo>
                    <a:pt x="20040" y="16119"/>
                  </a:lnTo>
                  <a:lnTo>
                    <a:pt x="20764" y="15522"/>
                  </a:lnTo>
                  <a:lnTo>
                    <a:pt x="25110" y="14029"/>
                  </a:lnTo>
                  <a:lnTo>
                    <a:pt x="25110" y="13432"/>
                  </a:lnTo>
                  <a:lnTo>
                    <a:pt x="25835" y="13432"/>
                  </a:lnTo>
                  <a:lnTo>
                    <a:pt x="25110" y="11940"/>
                  </a:lnTo>
                  <a:lnTo>
                    <a:pt x="25110" y="10447"/>
                  </a:lnTo>
                  <a:lnTo>
                    <a:pt x="25110" y="8955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8" name="Shape 11058"/>
            <p:cNvSpPr/>
            <p:nvPr/>
          </p:nvSpPr>
          <p:spPr>
            <a:xfrm>
              <a:off x="2393758" y="996524"/>
              <a:ext cx="826350" cy="88253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62" y="57391"/>
                  </a:moveTo>
                  <a:lnTo>
                    <a:pt x="7562" y="57391"/>
                  </a:lnTo>
                  <a:lnTo>
                    <a:pt x="6567" y="55527"/>
                  </a:lnTo>
                  <a:lnTo>
                    <a:pt x="6169" y="55155"/>
                  </a:lnTo>
                  <a:lnTo>
                    <a:pt x="6567" y="54596"/>
                  </a:lnTo>
                  <a:lnTo>
                    <a:pt x="6567" y="52546"/>
                  </a:lnTo>
                  <a:lnTo>
                    <a:pt x="6567" y="50683"/>
                  </a:lnTo>
                  <a:lnTo>
                    <a:pt x="5572" y="49378"/>
                  </a:lnTo>
                  <a:lnTo>
                    <a:pt x="4776" y="48447"/>
                  </a:lnTo>
                  <a:lnTo>
                    <a:pt x="1791" y="48447"/>
                  </a:lnTo>
                  <a:lnTo>
                    <a:pt x="995" y="47701"/>
                  </a:lnTo>
                  <a:lnTo>
                    <a:pt x="0" y="45838"/>
                  </a:lnTo>
                  <a:lnTo>
                    <a:pt x="398" y="44906"/>
                  </a:lnTo>
                  <a:lnTo>
                    <a:pt x="995" y="44534"/>
                  </a:lnTo>
                  <a:lnTo>
                    <a:pt x="1393" y="43602"/>
                  </a:lnTo>
                  <a:lnTo>
                    <a:pt x="1393" y="42298"/>
                  </a:lnTo>
                  <a:lnTo>
                    <a:pt x="995" y="41552"/>
                  </a:lnTo>
                  <a:lnTo>
                    <a:pt x="995" y="40621"/>
                  </a:lnTo>
                  <a:lnTo>
                    <a:pt x="1791" y="40062"/>
                  </a:lnTo>
                  <a:lnTo>
                    <a:pt x="2786" y="38757"/>
                  </a:lnTo>
                  <a:lnTo>
                    <a:pt x="2388" y="38012"/>
                  </a:lnTo>
                  <a:lnTo>
                    <a:pt x="1791" y="36521"/>
                  </a:lnTo>
                  <a:lnTo>
                    <a:pt x="1393" y="35776"/>
                  </a:lnTo>
                  <a:lnTo>
                    <a:pt x="2388" y="33913"/>
                  </a:lnTo>
                  <a:lnTo>
                    <a:pt x="2786" y="33540"/>
                  </a:lnTo>
                  <a:lnTo>
                    <a:pt x="2786" y="32608"/>
                  </a:lnTo>
                  <a:lnTo>
                    <a:pt x="2786" y="30372"/>
                  </a:lnTo>
                  <a:lnTo>
                    <a:pt x="4776" y="31304"/>
                  </a:lnTo>
                  <a:lnTo>
                    <a:pt x="6965" y="31304"/>
                  </a:lnTo>
                  <a:lnTo>
                    <a:pt x="12736" y="29068"/>
                  </a:lnTo>
                  <a:lnTo>
                    <a:pt x="13532" y="29068"/>
                  </a:lnTo>
                  <a:lnTo>
                    <a:pt x="14527" y="29068"/>
                  </a:lnTo>
                  <a:lnTo>
                    <a:pt x="19303" y="30931"/>
                  </a:lnTo>
                  <a:lnTo>
                    <a:pt x="20298" y="31677"/>
                  </a:lnTo>
                  <a:lnTo>
                    <a:pt x="19701" y="32236"/>
                  </a:lnTo>
                  <a:lnTo>
                    <a:pt x="18706" y="33540"/>
                  </a:lnTo>
                  <a:lnTo>
                    <a:pt x="18706" y="33913"/>
                  </a:lnTo>
                  <a:lnTo>
                    <a:pt x="19303" y="34472"/>
                  </a:lnTo>
                  <a:lnTo>
                    <a:pt x="19701" y="34472"/>
                  </a:lnTo>
                  <a:lnTo>
                    <a:pt x="20696" y="33913"/>
                  </a:lnTo>
                  <a:lnTo>
                    <a:pt x="21691" y="33913"/>
                  </a:lnTo>
                  <a:lnTo>
                    <a:pt x="23482" y="34844"/>
                  </a:lnTo>
                  <a:lnTo>
                    <a:pt x="24079" y="34844"/>
                  </a:lnTo>
                  <a:lnTo>
                    <a:pt x="24875" y="34472"/>
                  </a:lnTo>
                  <a:lnTo>
                    <a:pt x="25472" y="33913"/>
                  </a:lnTo>
                  <a:lnTo>
                    <a:pt x="25870" y="34472"/>
                  </a:lnTo>
                  <a:lnTo>
                    <a:pt x="27263" y="34844"/>
                  </a:lnTo>
                  <a:lnTo>
                    <a:pt x="27661" y="35217"/>
                  </a:lnTo>
                  <a:lnTo>
                    <a:pt x="28258" y="34844"/>
                  </a:lnTo>
                  <a:lnTo>
                    <a:pt x="30049" y="34472"/>
                  </a:lnTo>
                  <a:lnTo>
                    <a:pt x="31044" y="33913"/>
                  </a:lnTo>
                  <a:lnTo>
                    <a:pt x="32835" y="33913"/>
                  </a:lnTo>
                  <a:lnTo>
                    <a:pt x="34427" y="33913"/>
                  </a:lnTo>
                  <a:lnTo>
                    <a:pt x="34825" y="33913"/>
                  </a:lnTo>
                  <a:lnTo>
                    <a:pt x="35820" y="33167"/>
                  </a:lnTo>
                  <a:lnTo>
                    <a:pt x="36616" y="30931"/>
                  </a:lnTo>
                  <a:lnTo>
                    <a:pt x="36616" y="30372"/>
                  </a:lnTo>
                  <a:lnTo>
                    <a:pt x="37213" y="30000"/>
                  </a:lnTo>
                  <a:lnTo>
                    <a:pt x="37611" y="30000"/>
                  </a:lnTo>
                  <a:lnTo>
                    <a:pt x="37611" y="29627"/>
                  </a:lnTo>
                  <a:lnTo>
                    <a:pt x="37611" y="28695"/>
                  </a:lnTo>
                  <a:lnTo>
                    <a:pt x="37611" y="28322"/>
                  </a:lnTo>
                  <a:lnTo>
                    <a:pt x="38009" y="25527"/>
                  </a:lnTo>
                  <a:lnTo>
                    <a:pt x="38009" y="22919"/>
                  </a:lnTo>
                  <a:lnTo>
                    <a:pt x="38606" y="21987"/>
                  </a:lnTo>
                  <a:lnTo>
                    <a:pt x="41791" y="18074"/>
                  </a:lnTo>
                  <a:lnTo>
                    <a:pt x="42786" y="17142"/>
                  </a:lnTo>
                  <a:lnTo>
                    <a:pt x="46567" y="15465"/>
                  </a:lnTo>
                  <a:lnTo>
                    <a:pt x="50348" y="14161"/>
                  </a:lnTo>
                  <a:lnTo>
                    <a:pt x="52736" y="14534"/>
                  </a:lnTo>
                  <a:lnTo>
                    <a:pt x="54527" y="15093"/>
                  </a:lnTo>
                  <a:lnTo>
                    <a:pt x="55920" y="15093"/>
                  </a:lnTo>
                  <a:lnTo>
                    <a:pt x="57910" y="12857"/>
                  </a:lnTo>
                  <a:lnTo>
                    <a:pt x="57910" y="12857"/>
                  </a:lnTo>
                  <a:lnTo>
                    <a:pt x="58308" y="12298"/>
                  </a:lnTo>
                  <a:lnTo>
                    <a:pt x="58308" y="11925"/>
                  </a:lnTo>
                  <a:lnTo>
                    <a:pt x="59303" y="11552"/>
                  </a:lnTo>
                  <a:lnTo>
                    <a:pt x="60298" y="11552"/>
                  </a:lnTo>
                  <a:lnTo>
                    <a:pt x="60696" y="11925"/>
                  </a:lnTo>
                  <a:lnTo>
                    <a:pt x="60696" y="11925"/>
                  </a:lnTo>
                  <a:lnTo>
                    <a:pt x="61094" y="12298"/>
                  </a:lnTo>
                  <a:lnTo>
                    <a:pt x="61691" y="12857"/>
                  </a:lnTo>
                  <a:lnTo>
                    <a:pt x="62089" y="12857"/>
                  </a:lnTo>
                  <a:lnTo>
                    <a:pt x="63084" y="12298"/>
                  </a:lnTo>
                  <a:lnTo>
                    <a:pt x="63482" y="11925"/>
                  </a:lnTo>
                  <a:lnTo>
                    <a:pt x="63482" y="11925"/>
                  </a:lnTo>
                  <a:lnTo>
                    <a:pt x="63482" y="11925"/>
                  </a:lnTo>
                  <a:lnTo>
                    <a:pt x="63482" y="11925"/>
                  </a:lnTo>
                  <a:lnTo>
                    <a:pt x="64875" y="11552"/>
                  </a:lnTo>
                  <a:lnTo>
                    <a:pt x="66268" y="10993"/>
                  </a:lnTo>
                  <a:lnTo>
                    <a:pt x="69253" y="11552"/>
                  </a:lnTo>
                  <a:lnTo>
                    <a:pt x="69253" y="11552"/>
                  </a:lnTo>
                  <a:lnTo>
                    <a:pt x="69253" y="11552"/>
                  </a:lnTo>
                  <a:lnTo>
                    <a:pt x="69651" y="10993"/>
                  </a:lnTo>
                  <a:lnTo>
                    <a:pt x="70049" y="10993"/>
                  </a:lnTo>
                  <a:lnTo>
                    <a:pt x="71442" y="10993"/>
                  </a:lnTo>
                  <a:lnTo>
                    <a:pt x="73432" y="12298"/>
                  </a:lnTo>
                  <a:lnTo>
                    <a:pt x="74427" y="12298"/>
                  </a:lnTo>
                  <a:lnTo>
                    <a:pt x="75223" y="12298"/>
                  </a:lnTo>
                  <a:lnTo>
                    <a:pt x="76218" y="10993"/>
                  </a:lnTo>
                  <a:lnTo>
                    <a:pt x="76815" y="10621"/>
                  </a:lnTo>
                  <a:lnTo>
                    <a:pt x="79004" y="9689"/>
                  </a:lnTo>
                  <a:lnTo>
                    <a:pt x="80995" y="8012"/>
                  </a:lnTo>
                  <a:lnTo>
                    <a:pt x="83383" y="6708"/>
                  </a:lnTo>
                  <a:lnTo>
                    <a:pt x="85572" y="5217"/>
                  </a:lnTo>
                  <a:lnTo>
                    <a:pt x="89353" y="4844"/>
                  </a:lnTo>
                  <a:lnTo>
                    <a:pt x="94527" y="931"/>
                  </a:lnTo>
                  <a:lnTo>
                    <a:pt x="98308" y="0"/>
                  </a:lnTo>
                  <a:lnTo>
                    <a:pt x="99701" y="0"/>
                  </a:lnTo>
                  <a:lnTo>
                    <a:pt x="100298" y="2236"/>
                  </a:lnTo>
                  <a:lnTo>
                    <a:pt x="99303" y="3913"/>
                  </a:lnTo>
                  <a:lnTo>
                    <a:pt x="96119" y="6149"/>
                  </a:lnTo>
                  <a:lnTo>
                    <a:pt x="95522" y="7453"/>
                  </a:lnTo>
                  <a:lnTo>
                    <a:pt x="96119" y="8385"/>
                  </a:lnTo>
                  <a:lnTo>
                    <a:pt x="96517" y="9316"/>
                  </a:lnTo>
                  <a:lnTo>
                    <a:pt x="96915" y="10993"/>
                  </a:lnTo>
                  <a:lnTo>
                    <a:pt x="97512" y="11925"/>
                  </a:lnTo>
                  <a:lnTo>
                    <a:pt x="98308" y="12298"/>
                  </a:lnTo>
                  <a:lnTo>
                    <a:pt x="98308" y="13229"/>
                  </a:lnTo>
                  <a:lnTo>
                    <a:pt x="97512" y="14161"/>
                  </a:lnTo>
                  <a:lnTo>
                    <a:pt x="98308" y="14161"/>
                  </a:lnTo>
                  <a:lnTo>
                    <a:pt x="99701" y="14161"/>
                  </a:lnTo>
                  <a:lnTo>
                    <a:pt x="100298" y="14534"/>
                  </a:lnTo>
                  <a:lnTo>
                    <a:pt x="101293" y="15093"/>
                  </a:lnTo>
                  <a:lnTo>
                    <a:pt x="101293" y="15465"/>
                  </a:lnTo>
                  <a:lnTo>
                    <a:pt x="101691" y="15838"/>
                  </a:lnTo>
                  <a:lnTo>
                    <a:pt x="102686" y="15838"/>
                  </a:lnTo>
                  <a:lnTo>
                    <a:pt x="104875" y="15838"/>
                  </a:lnTo>
                  <a:lnTo>
                    <a:pt x="105870" y="16397"/>
                  </a:lnTo>
                  <a:lnTo>
                    <a:pt x="106865" y="17701"/>
                  </a:lnTo>
                  <a:lnTo>
                    <a:pt x="106865" y="19006"/>
                  </a:lnTo>
                  <a:lnTo>
                    <a:pt x="106865" y="19378"/>
                  </a:lnTo>
                  <a:lnTo>
                    <a:pt x="106865" y="19937"/>
                  </a:lnTo>
                  <a:lnTo>
                    <a:pt x="106865" y="20683"/>
                  </a:lnTo>
                  <a:lnTo>
                    <a:pt x="106865" y="21987"/>
                  </a:lnTo>
                  <a:lnTo>
                    <a:pt x="107263" y="22546"/>
                  </a:lnTo>
                  <a:lnTo>
                    <a:pt x="107860" y="22546"/>
                  </a:lnTo>
                  <a:lnTo>
                    <a:pt x="108258" y="22919"/>
                  </a:lnTo>
                  <a:lnTo>
                    <a:pt x="109651" y="23478"/>
                  </a:lnTo>
                  <a:lnTo>
                    <a:pt x="110646" y="23478"/>
                  </a:lnTo>
                  <a:lnTo>
                    <a:pt x="111641" y="23850"/>
                  </a:lnTo>
                  <a:lnTo>
                    <a:pt x="112437" y="25155"/>
                  </a:lnTo>
                  <a:lnTo>
                    <a:pt x="113830" y="27763"/>
                  </a:lnTo>
                  <a:lnTo>
                    <a:pt x="116218" y="29068"/>
                  </a:lnTo>
                  <a:lnTo>
                    <a:pt x="118606" y="29627"/>
                  </a:lnTo>
                  <a:lnTo>
                    <a:pt x="120000" y="29627"/>
                  </a:lnTo>
                  <a:lnTo>
                    <a:pt x="119004" y="30931"/>
                  </a:lnTo>
                  <a:lnTo>
                    <a:pt x="118208" y="31304"/>
                  </a:lnTo>
                  <a:lnTo>
                    <a:pt x="118208" y="31677"/>
                  </a:lnTo>
                  <a:lnTo>
                    <a:pt x="117611" y="32236"/>
                  </a:lnTo>
                  <a:lnTo>
                    <a:pt x="117611" y="32236"/>
                  </a:lnTo>
                  <a:lnTo>
                    <a:pt x="116815" y="33167"/>
                  </a:lnTo>
                  <a:lnTo>
                    <a:pt x="116218" y="33540"/>
                  </a:lnTo>
                  <a:lnTo>
                    <a:pt x="116218" y="33540"/>
                  </a:lnTo>
                  <a:lnTo>
                    <a:pt x="116218" y="34472"/>
                  </a:lnTo>
                  <a:lnTo>
                    <a:pt x="116218" y="34472"/>
                  </a:lnTo>
                  <a:lnTo>
                    <a:pt x="116218" y="34844"/>
                  </a:lnTo>
                  <a:lnTo>
                    <a:pt x="115820" y="34844"/>
                  </a:lnTo>
                  <a:lnTo>
                    <a:pt x="115422" y="34844"/>
                  </a:lnTo>
                  <a:lnTo>
                    <a:pt x="114825" y="34844"/>
                  </a:lnTo>
                  <a:lnTo>
                    <a:pt x="114427" y="34844"/>
                  </a:lnTo>
                  <a:lnTo>
                    <a:pt x="114427" y="34472"/>
                  </a:lnTo>
                  <a:lnTo>
                    <a:pt x="113830" y="34472"/>
                  </a:lnTo>
                  <a:lnTo>
                    <a:pt x="113830" y="34472"/>
                  </a:lnTo>
                  <a:lnTo>
                    <a:pt x="113432" y="34472"/>
                  </a:lnTo>
                  <a:lnTo>
                    <a:pt x="113034" y="34844"/>
                  </a:lnTo>
                  <a:lnTo>
                    <a:pt x="112437" y="35217"/>
                  </a:lnTo>
                  <a:lnTo>
                    <a:pt x="112039" y="35776"/>
                  </a:lnTo>
                  <a:lnTo>
                    <a:pt x="111641" y="35776"/>
                  </a:lnTo>
                  <a:lnTo>
                    <a:pt x="108656" y="36521"/>
                  </a:lnTo>
                  <a:lnTo>
                    <a:pt x="107860" y="37080"/>
                  </a:lnTo>
                  <a:lnTo>
                    <a:pt x="106865" y="38012"/>
                  </a:lnTo>
                  <a:lnTo>
                    <a:pt x="106467" y="38385"/>
                  </a:lnTo>
                  <a:lnTo>
                    <a:pt x="105870" y="38012"/>
                  </a:lnTo>
                  <a:lnTo>
                    <a:pt x="105870" y="37453"/>
                  </a:lnTo>
                  <a:lnTo>
                    <a:pt x="105870" y="37080"/>
                  </a:lnTo>
                  <a:lnTo>
                    <a:pt x="104079" y="35217"/>
                  </a:lnTo>
                  <a:lnTo>
                    <a:pt x="104079" y="35217"/>
                  </a:lnTo>
                  <a:lnTo>
                    <a:pt x="103482" y="35217"/>
                  </a:lnTo>
                  <a:lnTo>
                    <a:pt x="102089" y="34844"/>
                  </a:lnTo>
                  <a:lnTo>
                    <a:pt x="101691" y="34844"/>
                  </a:lnTo>
                  <a:lnTo>
                    <a:pt x="99303" y="33540"/>
                  </a:lnTo>
                  <a:lnTo>
                    <a:pt x="98905" y="33540"/>
                  </a:lnTo>
                  <a:lnTo>
                    <a:pt x="98905" y="33540"/>
                  </a:lnTo>
                  <a:lnTo>
                    <a:pt x="98308" y="33913"/>
                  </a:lnTo>
                  <a:lnTo>
                    <a:pt x="98308" y="34472"/>
                  </a:lnTo>
                  <a:lnTo>
                    <a:pt x="98308" y="34844"/>
                  </a:lnTo>
                  <a:lnTo>
                    <a:pt x="98308" y="36149"/>
                  </a:lnTo>
                  <a:lnTo>
                    <a:pt x="98308" y="36521"/>
                  </a:lnTo>
                  <a:lnTo>
                    <a:pt x="98308" y="38012"/>
                  </a:lnTo>
                  <a:lnTo>
                    <a:pt x="97910" y="38757"/>
                  </a:lnTo>
                  <a:lnTo>
                    <a:pt x="97910" y="40062"/>
                  </a:lnTo>
                  <a:lnTo>
                    <a:pt x="96915" y="40993"/>
                  </a:lnTo>
                  <a:lnTo>
                    <a:pt x="96915" y="41552"/>
                  </a:lnTo>
                  <a:lnTo>
                    <a:pt x="96915" y="41925"/>
                  </a:lnTo>
                  <a:lnTo>
                    <a:pt x="96915" y="42857"/>
                  </a:lnTo>
                  <a:lnTo>
                    <a:pt x="96915" y="43229"/>
                  </a:lnTo>
                  <a:lnTo>
                    <a:pt x="96915" y="43229"/>
                  </a:lnTo>
                  <a:lnTo>
                    <a:pt x="96517" y="43602"/>
                  </a:lnTo>
                  <a:lnTo>
                    <a:pt x="96517" y="43602"/>
                  </a:lnTo>
                  <a:lnTo>
                    <a:pt x="96517" y="44161"/>
                  </a:lnTo>
                  <a:lnTo>
                    <a:pt x="95522" y="44534"/>
                  </a:lnTo>
                  <a:lnTo>
                    <a:pt x="87164" y="47142"/>
                  </a:lnTo>
                  <a:lnTo>
                    <a:pt x="86169" y="48447"/>
                  </a:lnTo>
                  <a:lnTo>
                    <a:pt x="86567" y="49751"/>
                  </a:lnTo>
                  <a:lnTo>
                    <a:pt x="87164" y="50310"/>
                  </a:lnTo>
                  <a:lnTo>
                    <a:pt x="88557" y="50310"/>
                  </a:lnTo>
                  <a:lnTo>
                    <a:pt x="89353" y="50683"/>
                  </a:lnTo>
                  <a:lnTo>
                    <a:pt x="89950" y="50683"/>
                  </a:lnTo>
                  <a:lnTo>
                    <a:pt x="89950" y="51242"/>
                  </a:lnTo>
                  <a:lnTo>
                    <a:pt x="89950" y="51242"/>
                  </a:lnTo>
                  <a:lnTo>
                    <a:pt x="90348" y="51614"/>
                  </a:lnTo>
                  <a:lnTo>
                    <a:pt x="90348" y="51614"/>
                  </a:lnTo>
                  <a:lnTo>
                    <a:pt x="90348" y="51987"/>
                  </a:lnTo>
                  <a:lnTo>
                    <a:pt x="89950" y="52546"/>
                  </a:lnTo>
                  <a:lnTo>
                    <a:pt x="89950" y="52919"/>
                  </a:lnTo>
                  <a:lnTo>
                    <a:pt x="89353" y="53291"/>
                  </a:lnTo>
                  <a:lnTo>
                    <a:pt x="88955" y="53850"/>
                  </a:lnTo>
                  <a:lnTo>
                    <a:pt x="88955" y="53850"/>
                  </a:lnTo>
                  <a:lnTo>
                    <a:pt x="88557" y="54223"/>
                  </a:lnTo>
                  <a:lnTo>
                    <a:pt x="88557" y="54596"/>
                  </a:lnTo>
                  <a:lnTo>
                    <a:pt x="88557" y="55155"/>
                  </a:lnTo>
                  <a:lnTo>
                    <a:pt x="88557" y="57763"/>
                  </a:lnTo>
                  <a:lnTo>
                    <a:pt x="88557" y="57763"/>
                  </a:lnTo>
                  <a:lnTo>
                    <a:pt x="87960" y="58136"/>
                  </a:lnTo>
                  <a:lnTo>
                    <a:pt x="87164" y="58136"/>
                  </a:lnTo>
                  <a:lnTo>
                    <a:pt x="87164" y="58695"/>
                  </a:lnTo>
                  <a:lnTo>
                    <a:pt x="86169" y="59627"/>
                  </a:lnTo>
                  <a:lnTo>
                    <a:pt x="86169" y="59627"/>
                  </a:lnTo>
                  <a:lnTo>
                    <a:pt x="85572" y="60000"/>
                  </a:lnTo>
                  <a:lnTo>
                    <a:pt x="86169" y="60372"/>
                  </a:lnTo>
                  <a:lnTo>
                    <a:pt x="86169" y="60931"/>
                  </a:lnTo>
                  <a:lnTo>
                    <a:pt x="86567" y="61304"/>
                  </a:lnTo>
                  <a:lnTo>
                    <a:pt x="88955" y="62981"/>
                  </a:lnTo>
                  <a:lnTo>
                    <a:pt x="89353" y="63540"/>
                  </a:lnTo>
                  <a:lnTo>
                    <a:pt x="89353" y="63540"/>
                  </a:lnTo>
                  <a:lnTo>
                    <a:pt x="89353" y="63913"/>
                  </a:lnTo>
                  <a:lnTo>
                    <a:pt x="89353" y="64472"/>
                  </a:lnTo>
                  <a:lnTo>
                    <a:pt x="89950" y="65776"/>
                  </a:lnTo>
                  <a:lnTo>
                    <a:pt x="89950" y="66149"/>
                  </a:lnTo>
                  <a:lnTo>
                    <a:pt x="89950" y="66149"/>
                  </a:lnTo>
                  <a:lnTo>
                    <a:pt x="90348" y="66521"/>
                  </a:lnTo>
                  <a:lnTo>
                    <a:pt x="90746" y="66149"/>
                  </a:lnTo>
                  <a:lnTo>
                    <a:pt x="92338" y="66149"/>
                  </a:lnTo>
                  <a:lnTo>
                    <a:pt x="92338" y="66149"/>
                  </a:lnTo>
                  <a:lnTo>
                    <a:pt x="92736" y="66149"/>
                  </a:lnTo>
                  <a:lnTo>
                    <a:pt x="92736" y="66521"/>
                  </a:lnTo>
                  <a:lnTo>
                    <a:pt x="93134" y="67080"/>
                  </a:lnTo>
                  <a:lnTo>
                    <a:pt x="93134" y="67080"/>
                  </a:lnTo>
                  <a:lnTo>
                    <a:pt x="93731" y="67080"/>
                  </a:lnTo>
                  <a:lnTo>
                    <a:pt x="94129" y="67453"/>
                  </a:lnTo>
                  <a:lnTo>
                    <a:pt x="94527" y="67453"/>
                  </a:lnTo>
                  <a:lnTo>
                    <a:pt x="94527" y="67453"/>
                  </a:lnTo>
                  <a:lnTo>
                    <a:pt x="94527" y="67453"/>
                  </a:lnTo>
                  <a:lnTo>
                    <a:pt x="94527" y="68757"/>
                  </a:lnTo>
                  <a:lnTo>
                    <a:pt x="94527" y="69316"/>
                  </a:lnTo>
                  <a:lnTo>
                    <a:pt x="94527" y="69689"/>
                  </a:lnTo>
                  <a:lnTo>
                    <a:pt x="94527" y="70062"/>
                  </a:lnTo>
                  <a:lnTo>
                    <a:pt x="95124" y="70062"/>
                  </a:lnTo>
                  <a:lnTo>
                    <a:pt x="95522" y="70621"/>
                  </a:lnTo>
                  <a:lnTo>
                    <a:pt x="97512" y="70993"/>
                  </a:lnTo>
                  <a:lnTo>
                    <a:pt x="97512" y="71366"/>
                  </a:lnTo>
                  <a:lnTo>
                    <a:pt x="97910" y="71366"/>
                  </a:lnTo>
                  <a:lnTo>
                    <a:pt x="97910" y="71925"/>
                  </a:lnTo>
                  <a:lnTo>
                    <a:pt x="97910" y="71925"/>
                  </a:lnTo>
                  <a:lnTo>
                    <a:pt x="97910" y="72298"/>
                  </a:lnTo>
                  <a:lnTo>
                    <a:pt x="97512" y="72670"/>
                  </a:lnTo>
                  <a:lnTo>
                    <a:pt x="96517" y="73229"/>
                  </a:lnTo>
                  <a:lnTo>
                    <a:pt x="96517" y="73602"/>
                  </a:lnTo>
                  <a:lnTo>
                    <a:pt x="96119" y="74161"/>
                  </a:lnTo>
                  <a:lnTo>
                    <a:pt x="95124" y="75838"/>
                  </a:lnTo>
                  <a:lnTo>
                    <a:pt x="94527" y="76211"/>
                  </a:lnTo>
                  <a:lnTo>
                    <a:pt x="94527" y="76770"/>
                  </a:lnTo>
                  <a:lnTo>
                    <a:pt x="94527" y="77142"/>
                  </a:lnTo>
                  <a:lnTo>
                    <a:pt x="93731" y="77701"/>
                  </a:lnTo>
                  <a:lnTo>
                    <a:pt x="91343" y="78447"/>
                  </a:lnTo>
                  <a:lnTo>
                    <a:pt x="90348" y="79378"/>
                  </a:lnTo>
                  <a:lnTo>
                    <a:pt x="89950" y="79751"/>
                  </a:lnTo>
                  <a:lnTo>
                    <a:pt x="88955" y="79751"/>
                  </a:lnTo>
                  <a:lnTo>
                    <a:pt x="86169" y="80310"/>
                  </a:lnTo>
                  <a:lnTo>
                    <a:pt x="84179" y="81055"/>
                  </a:lnTo>
                  <a:lnTo>
                    <a:pt x="83781" y="81055"/>
                  </a:lnTo>
                  <a:lnTo>
                    <a:pt x="83781" y="81614"/>
                  </a:lnTo>
                  <a:lnTo>
                    <a:pt x="83781" y="82546"/>
                  </a:lnTo>
                  <a:lnTo>
                    <a:pt x="83781" y="83291"/>
                  </a:lnTo>
                  <a:lnTo>
                    <a:pt x="83781" y="83850"/>
                  </a:lnTo>
                  <a:lnTo>
                    <a:pt x="84179" y="84223"/>
                  </a:lnTo>
                  <a:lnTo>
                    <a:pt x="84179" y="84596"/>
                  </a:lnTo>
                  <a:lnTo>
                    <a:pt x="84179" y="84596"/>
                  </a:lnTo>
                  <a:lnTo>
                    <a:pt x="84179" y="85155"/>
                  </a:lnTo>
                  <a:lnTo>
                    <a:pt x="83781" y="85900"/>
                  </a:lnTo>
                  <a:lnTo>
                    <a:pt x="83383" y="86459"/>
                  </a:lnTo>
                  <a:lnTo>
                    <a:pt x="83383" y="86832"/>
                  </a:lnTo>
                  <a:lnTo>
                    <a:pt x="83383" y="89068"/>
                  </a:lnTo>
                  <a:lnTo>
                    <a:pt x="84179" y="90372"/>
                  </a:lnTo>
                  <a:lnTo>
                    <a:pt x="82388" y="91304"/>
                  </a:lnTo>
                  <a:lnTo>
                    <a:pt x="81393" y="91677"/>
                  </a:lnTo>
                  <a:lnTo>
                    <a:pt x="80000" y="91677"/>
                  </a:lnTo>
                  <a:lnTo>
                    <a:pt x="79601" y="91677"/>
                  </a:lnTo>
                  <a:lnTo>
                    <a:pt x="79004" y="91677"/>
                  </a:lnTo>
                  <a:lnTo>
                    <a:pt x="79004" y="91304"/>
                  </a:lnTo>
                  <a:lnTo>
                    <a:pt x="78606" y="91304"/>
                  </a:lnTo>
                  <a:lnTo>
                    <a:pt x="78606" y="90745"/>
                  </a:lnTo>
                  <a:lnTo>
                    <a:pt x="78208" y="90000"/>
                  </a:lnTo>
                  <a:lnTo>
                    <a:pt x="78208" y="90000"/>
                  </a:lnTo>
                  <a:lnTo>
                    <a:pt x="77611" y="89440"/>
                  </a:lnTo>
                  <a:lnTo>
                    <a:pt x="77213" y="89068"/>
                  </a:lnTo>
                  <a:lnTo>
                    <a:pt x="76815" y="89068"/>
                  </a:lnTo>
                  <a:lnTo>
                    <a:pt x="76815" y="89068"/>
                  </a:lnTo>
                  <a:lnTo>
                    <a:pt x="76218" y="89068"/>
                  </a:lnTo>
                  <a:lnTo>
                    <a:pt x="76218" y="89068"/>
                  </a:lnTo>
                  <a:lnTo>
                    <a:pt x="75223" y="89068"/>
                  </a:lnTo>
                  <a:lnTo>
                    <a:pt x="72437" y="89440"/>
                  </a:lnTo>
                  <a:lnTo>
                    <a:pt x="72039" y="90000"/>
                  </a:lnTo>
                  <a:lnTo>
                    <a:pt x="69651" y="92236"/>
                  </a:lnTo>
                  <a:lnTo>
                    <a:pt x="68258" y="92608"/>
                  </a:lnTo>
                  <a:lnTo>
                    <a:pt x="67263" y="92981"/>
                  </a:lnTo>
                  <a:lnTo>
                    <a:pt x="66865" y="92981"/>
                  </a:lnTo>
                  <a:lnTo>
                    <a:pt x="66865" y="93540"/>
                  </a:lnTo>
                  <a:lnTo>
                    <a:pt x="66268" y="94285"/>
                  </a:lnTo>
                  <a:lnTo>
                    <a:pt x="66865" y="94285"/>
                  </a:lnTo>
                  <a:lnTo>
                    <a:pt x="66865" y="94844"/>
                  </a:lnTo>
                  <a:lnTo>
                    <a:pt x="66865" y="95217"/>
                  </a:lnTo>
                  <a:lnTo>
                    <a:pt x="67263" y="95776"/>
                  </a:lnTo>
                  <a:lnTo>
                    <a:pt x="66865" y="96149"/>
                  </a:lnTo>
                  <a:lnTo>
                    <a:pt x="66865" y="96521"/>
                  </a:lnTo>
                  <a:lnTo>
                    <a:pt x="66268" y="96521"/>
                  </a:lnTo>
                  <a:lnTo>
                    <a:pt x="66268" y="97453"/>
                  </a:lnTo>
                  <a:lnTo>
                    <a:pt x="65870" y="97826"/>
                  </a:lnTo>
                  <a:lnTo>
                    <a:pt x="65472" y="97826"/>
                  </a:lnTo>
                  <a:lnTo>
                    <a:pt x="64875" y="97826"/>
                  </a:lnTo>
                  <a:lnTo>
                    <a:pt x="64875" y="97826"/>
                  </a:lnTo>
                  <a:lnTo>
                    <a:pt x="64477" y="97453"/>
                  </a:lnTo>
                  <a:lnTo>
                    <a:pt x="64079" y="97453"/>
                  </a:lnTo>
                  <a:lnTo>
                    <a:pt x="64079" y="97453"/>
                  </a:lnTo>
                  <a:lnTo>
                    <a:pt x="64079" y="97080"/>
                  </a:lnTo>
                  <a:lnTo>
                    <a:pt x="63482" y="97080"/>
                  </a:lnTo>
                  <a:lnTo>
                    <a:pt x="63482" y="97080"/>
                  </a:lnTo>
                  <a:lnTo>
                    <a:pt x="63084" y="97080"/>
                  </a:lnTo>
                  <a:lnTo>
                    <a:pt x="63084" y="97080"/>
                  </a:lnTo>
                  <a:lnTo>
                    <a:pt x="62686" y="97453"/>
                  </a:lnTo>
                  <a:lnTo>
                    <a:pt x="62089" y="97826"/>
                  </a:lnTo>
                  <a:lnTo>
                    <a:pt x="61094" y="98757"/>
                  </a:lnTo>
                  <a:lnTo>
                    <a:pt x="61094" y="99130"/>
                  </a:lnTo>
                  <a:lnTo>
                    <a:pt x="60696" y="99689"/>
                  </a:lnTo>
                  <a:lnTo>
                    <a:pt x="60696" y="100621"/>
                  </a:lnTo>
                  <a:lnTo>
                    <a:pt x="60696" y="101925"/>
                  </a:lnTo>
                  <a:lnTo>
                    <a:pt x="57910" y="108074"/>
                  </a:lnTo>
                  <a:lnTo>
                    <a:pt x="57910" y="108074"/>
                  </a:lnTo>
                  <a:lnTo>
                    <a:pt x="57910" y="108447"/>
                  </a:lnTo>
                  <a:lnTo>
                    <a:pt x="58308" y="109378"/>
                  </a:lnTo>
                  <a:lnTo>
                    <a:pt x="58308" y="109378"/>
                  </a:lnTo>
                  <a:lnTo>
                    <a:pt x="58308" y="109751"/>
                  </a:lnTo>
                  <a:lnTo>
                    <a:pt x="57910" y="110310"/>
                  </a:lnTo>
                  <a:lnTo>
                    <a:pt x="57512" y="110310"/>
                  </a:lnTo>
                  <a:lnTo>
                    <a:pt x="57512" y="110683"/>
                  </a:lnTo>
                  <a:lnTo>
                    <a:pt x="57512" y="111055"/>
                  </a:lnTo>
                  <a:lnTo>
                    <a:pt x="57910" y="111987"/>
                  </a:lnTo>
                  <a:lnTo>
                    <a:pt x="57910" y="111987"/>
                  </a:lnTo>
                  <a:lnTo>
                    <a:pt x="57910" y="112360"/>
                  </a:lnTo>
                  <a:lnTo>
                    <a:pt x="55920" y="116459"/>
                  </a:lnTo>
                  <a:lnTo>
                    <a:pt x="55124" y="117204"/>
                  </a:lnTo>
                  <a:lnTo>
                    <a:pt x="54129" y="117204"/>
                  </a:lnTo>
                  <a:lnTo>
                    <a:pt x="51343" y="116832"/>
                  </a:lnTo>
                  <a:lnTo>
                    <a:pt x="50746" y="116832"/>
                  </a:lnTo>
                  <a:lnTo>
                    <a:pt x="50746" y="116832"/>
                  </a:lnTo>
                  <a:lnTo>
                    <a:pt x="49950" y="116832"/>
                  </a:lnTo>
                  <a:lnTo>
                    <a:pt x="49353" y="116832"/>
                  </a:lnTo>
                  <a:lnTo>
                    <a:pt x="49353" y="116832"/>
                  </a:lnTo>
                  <a:lnTo>
                    <a:pt x="48557" y="116832"/>
                  </a:lnTo>
                  <a:lnTo>
                    <a:pt x="47960" y="116832"/>
                  </a:lnTo>
                  <a:lnTo>
                    <a:pt x="47960" y="117204"/>
                  </a:lnTo>
                  <a:lnTo>
                    <a:pt x="47562" y="118136"/>
                  </a:lnTo>
                  <a:lnTo>
                    <a:pt x="46965" y="118695"/>
                  </a:lnTo>
                  <a:lnTo>
                    <a:pt x="46965" y="118695"/>
                  </a:lnTo>
                  <a:lnTo>
                    <a:pt x="46567" y="119068"/>
                  </a:lnTo>
                  <a:lnTo>
                    <a:pt x="46567" y="119068"/>
                  </a:lnTo>
                  <a:lnTo>
                    <a:pt x="45572" y="118695"/>
                  </a:lnTo>
                  <a:lnTo>
                    <a:pt x="45174" y="119068"/>
                  </a:lnTo>
                  <a:lnTo>
                    <a:pt x="45174" y="119068"/>
                  </a:lnTo>
                  <a:lnTo>
                    <a:pt x="44776" y="119440"/>
                  </a:lnTo>
                  <a:lnTo>
                    <a:pt x="44776" y="120000"/>
                  </a:lnTo>
                  <a:lnTo>
                    <a:pt x="44776" y="120000"/>
                  </a:lnTo>
                  <a:lnTo>
                    <a:pt x="44179" y="120000"/>
                  </a:lnTo>
                  <a:lnTo>
                    <a:pt x="43781" y="120000"/>
                  </a:lnTo>
                  <a:lnTo>
                    <a:pt x="43383" y="120000"/>
                  </a:lnTo>
                  <a:lnTo>
                    <a:pt x="42786" y="119440"/>
                  </a:lnTo>
                  <a:lnTo>
                    <a:pt x="41791" y="118136"/>
                  </a:lnTo>
                  <a:lnTo>
                    <a:pt x="41393" y="117763"/>
                  </a:lnTo>
                  <a:lnTo>
                    <a:pt x="40995" y="117763"/>
                  </a:lnTo>
                  <a:lnTo>
                    <a:pt x="40398" y="117763"/>
                  </a:lnTo>
                  <a:lnTo>
                    <a:pt x="40000" y="117763"/>
                  </a:lnTo>
                  <a:lnTo>
                    <a:pt x="40000" y="117204"/>
                  </a:lnTo>
                  <a:lnTo>
                    <a:pt x="40000" y="116832"/>
                  </a:lnTo>
                  <a:lnTo>
                    <a:pt x="40000" y="115155"/>
                  </a:lnTo>
                  <a:lnTo>
                    <a:pt x="40000" y="115155"/>
                  </a:lnTo>
                  <a:lnTo>
                    <a:pt x="40000" y="114596"/>
                  </a:lnTo>
                  <a:lnTo>
                    <a:pt x="40000" y="114596"/>
                  </a:lnTo>
                  <a:lnTo>
                    <a:pt x="40000" y="114223"/>
                  </a:lnTo>
                  <a:lnTo>
                    <a:pt x="40000" y="113850"/>
                  </a:lnTo>
                  <a:lnTo>
                    <a:pt x="40000" y="113850"/>
                  </a:lnTo>
                  <a:lnTo>
                    <a:pt x="40995" y="112919"/>
                  </a:lnTo>
                  <a:lnTo>
                    <a:pt x="40995" y="112360"/>
                  </a:lnTo>
                  <a:lnTo>
                    <a:pt x="40995" y="112360"/>
                  </a:lnTo>
                  <a:lnTo>
                    <a:pt x="40995" y="111987"/>
                  </a:lnTo>
                  <a:lnTo>
                    <a:pt x="40398" y="111055"/>
                  </a:lnTo>
                  <a:lnTo>
                    <a:pt x="40398" y="110683"/>
                  </a:lnTo>
                  <a:lnTo>
                    <a:pt x="40000" y="110310"/>
                  </a:lnTo>
                  <a:lnTo>
                    <a:pt x="39601" y="109751"/>
                  </a:lnTo>
                  <a:lnTo>
                    <a:pt x="37213" y="108819"/>
                  </a:lnTo>
                  <a:lnTo>
                    <a:pt x="35820" y="108447"/>
                  </a:lnTo>
                  <a:lnTo>
                    <a:pt x="35223" y="108074"/>
                  </a:lnTo>
                  <a:lnTo>
                    <a:pt x="34825" y="108074"/>
                  </a:lnTo>
                  <a:lnTo>
                    <a:pt x="34427" y="108074"/>
                  </a:lnTo>
                  <a:lnTo>
                    <a:pt x="32437" y="108819"/>
                  </a:lnTo>
                  <a:lnTo>
                    <a:pt x="32039" y="108819"/>
                  </a:lnTo>
                  <a:lnTo>
                    <a:pt x="32039" y="108819"/>
                  </a:lnTo>
                  <a:lnTo>
                    <a:pt x="31044" y="108447"/>
                  </a:lnTo>
                  <a:lnTo>
                    <a:pt x="30646" y="108447"/>
                  </a:lnTo>
                  <a:lnTo>
                    <a:pt x="30646" y="108447"/>
                  </a:lnTo>
                  <a:lnTo>
                    <a:pt x="30049" y="108447"/>
                  </a:lnTo>
                  <a:lnTo>
                    <a:pt x="29253" y="108819"/>
                  </a:lnTo>
                  <a:lnTo>
                    <a:pt x="28656" y="108819"/>
                  </a:lnTo>
                  <a:lnTo>
                    <a:pt x="27661" y="108819"/>
                  </a:lnTo>
                  <a:lnTo>
                    <a:pt x="27661" y="108819"/>
                  </a:lnTo>
                  <a:lnTo>
                    <a:pt x="27263" y="109378"/>
                  </a:lnTo>
                  <a:lnTo>
                    <a:pt x="27263" y="109378"/>
                  </a:lnTo>
                  <a:lnTo>
                    <a:pt x="27263" y="109751"/>
                  </a:lnTo>
                  <a:lnTo>
                    <a:pt x="27263" y="110310"/>
                  </a:lnTo>
                  <a:lnTo>
                    <a:pt x="27263" y="110683"/>
                  </a:lnTo>
                  <a:lnTo>
                    <a:pt x="27263" y="111055"/>
                  </a:lnTo>
                  <a:lnTo>
                    <a:pt x="27263" y="111614"/>
                  </a:lnTo>
                  <a:lnTo>
                    <a:pt x="26865" y="111614"/>
                  </a:lnTo>
                  <a:lnTo>
                    <a:pt x="26865" y="111987"/>
                  </a:lnTo>
                  <a:lnTo>
                    <a:pt x="26865" y="111987"/>
                  </a:lnTo>
                  <a:lnTo>
                    <a:pt x="26268" y="111987"/>
                  </a:lnTo>
                  <a:lnTo>
                    <a:pt x="25870" y="112360"/>
                  </a:lnTo>
                  <a:lnTo>
                    <a:pt x="24477" y="112360"/>
                  </a:lnTo>
                  <a:lnTo>
                    <a:pt x="24079" y="112360"/>
                  </a:lnTo>
                  <a:lnTo>
                    <a:pt x="24079" y="112360"/>
                  </a:lnTo>
                  <a:lnTo>
                    <a:pt x="23084" y="113291"/>
                  </a:lnTo>
                  <a:lnTo>
                    <a:pt x="23084" y="113850"/>
                  </a:lnTo>
                  <a:lnTo>
                    <a:pt x="22487" y="113850"/>
                  </a:lnTo>
                  <a:lnTo>
                    <a:pt x="22487" y="113850"/>
                  </a:lnTo>
                  <a:lnTo>
                    <a:pt x="22089" y="113850"/>
                  </a:lnTo>
                  <a:lnTo>
                    <a:pt x="21691" y="113850"/>
                  </a:lnTo>
                  <a:lnTo>
                    <a:pt x="21094" y="113291"/>
                  </a:lnTo>
                  <a:lnTo>
                    <a:pt x="20696" y="113291"/>
                  </a:lnTo>
                  <a:lnTo>
                    <a:pt x="20696" y="112919"/>
                  </a:lnTo>
                  <a:lnTo>
                    <a:pt x="20696" y="111987"/>
                  </a:lnTo>
                  <a:lnTo>
                    <a:pt x="20696" y="111614"/>
                  </a:lnTo>
                  <a:lnTo>
                    <a:pt x="20298" y="111614"/>
                  </a:lnTo>
                  <a:lnTo>
                    <a:pt x="19701" y="111055"/>
                  </a:lnTo>
                  <a:lnTo>
                    <a:pt x="18706" y="111055"/>
                  </a:lnTo>
                  <a:lnTo>
                    <a:pt x="18706" y="111055"/>
                  </a:lnTo>
                  <a:lnTo>
                    <a:pt x="18308" y="110683"/>
                  </a:lnTo>
                  <a:lnTo>
                    <a:pt x="18308" y="110683"/>
                  </a:lnTo>
                  <a:lnTo>
                    <a:pt x="17313" y="108447"/>
                  </a:lnTo>
                  <a:lnTo>
                    <a:pt x="16915" y="107515"/>
                  </a:lnTo>
                  <a:lnTo>
                    <a:pt x="16915" y="107515"/>
                  </a:lnTo>
                  <a:lnTo>
                    <a:pt x="16915" y="106770"/>
                  </a:lnTo>
                  <a:lnTo>
                    <a:pt x="16915" y="106211"/>
                  </a:lnTo>
                  <a:lnTo>
                    <a:pt x="17313" y="105465"/>
                  </a:lnTo>
                  <a:lnTo>
                    <a:pt x="17313" y="104906"/>
                  </a:lnTo>
                  <a:lnTo>
                    <a:pt x="17313" y="104534"/>
                  </a:lnTo>
                  <a:lnTo>
                    <a:pt x="16915" y="103975"/>
                  </a:lnTo>
                  <a:lnTo>
                    <a:pt x="16517" y="103229"/>
                  </a:lnTo>
                  <a:lnTo>
                    <a:pt x="16517" y="103229"/>
                  </a:lnTo>
                  <a:lnTo>
                    <a:pt x="15920" y="102670"/>
                  </a:lnTo>
                  <a:lnTo>
                    <a:pt x="15920" y="102670"/>
                  </a:lnTo>
                  <a:lnTo>
                    <a:pt x="15920" y="102298"/>
                  </a:lnTo>
                  <a:lnTo>
                    <a:pt x="15522" y="101366"/>
                  </a:lnTo>
                  <a:lnTo>
                    <a:pt x="15522" y="100993"/>
                  </a:lnTo>
                  <a:lnTo>
                    <a:pt x="15522" y="100621"/>
                  </a:lnTo>
                  <a:lnTo>
                    <a:pt x="15124" y="100621"/>
                  </a:lnTo>
                  <a:lnTo>
                    <a:pt x="14129" y="100621"/>
                  </a:lnTo>
                  <a:lnTo>
                    <a:pt x="13532" y="100621"/>
                  </a:lnTo>
                  <a:lnTo>
                    <a:pt x="13532" y="100062"/>
                  </a:lnTo>
                  <a:lnTo>
                    <a:pt x="13134" y="100062"/>
                  </a:lnTo>
                  <a:lnTo>
                    <a:pt x="13134" y="99689"/>
                  </a:lnTo>
                  <a:lnTo>
                    <a:pt x="13134" y="99689"/>
                  </a:lnTo>
                  <a:lnTo>
                    <a:pt x="12736" y="99130"/>
                  </a:lnTo>
                  <a:lnTo>
                    <a:pt x="13134" y="98385"/>
                  </a:lnTo>
                  <a:lnTo>
                    <a:pt x="13134" y="97453"/>
                  </a:lnTo>
                  <a:lnTo>
                    <a:pt x="13532" y="97080"/>
                  </a:lnTo>
                  <a:lnTo>
                    <a:pt x="13532" y="96521"/>
                  </a:lnTo>
                  <a:lnTo>
                    <a:pt x="14129" y="96149"/>
                  </a:lnTo>
                  <a:lnTo>
                    <a:pt x="14527" y="95776"/>
                  </a:lnTo>
                  <a:lnTo>
                    <a:pt x="14527" y="94844"/>
                  </a:lnTo>
                  <a:lnTo>
                    <a:pt x="14527" y="92981"/>
                  </a:lnTo>
                  <a:lnTo>
                    <a:pt x="15124" y="92236"/>
                  </a:lnTo>
                  <a:lnTo>
                    <a:pt x="15124" y="91677"/>
                  </a:lnTo>
                  <a:lnTo>
                    <a:pt x="15522" y="91304"/>
                  </a:lnTo>
                  <a:lnTo>
                    <a:pt x="16915" y="89440"/>
                  </a:lnTo>
                  <a:lnTo>
                    <a:pt x="16915" y="89068"/>
                  </a:lnTo>
                  <a:lnTo>
                    <a:pt x="17313" y="89068"/>
                  </a:lnTo>
                  <a:lnTo>
                    <a:pt x="17313" y="88136"/>
                  </a:lnTo>
                  <a:lnTo>
                    <a:pt x="16915" y="85155"/>
                  </a:lnTo>
                  <a:lnTo>
                    <a:pt x="16915" y="83291"/>
                  </a:lnTo>
                  <a:lnTo>
                    <a:pt x="16915" y="82919"/>
                  </a:lnTo>
                  <a:lnTo>
                    <a:pt x="16915" y="82546"/>
                  </a:lnTo>
                  <a:lnTo>
                    <a:pt x="17313" y="81055"/>
                  </a:lnTo>
                  <a:lnTo>
                    <a:pt x="17910" y="79006"/>
                  </a:lnTo>
                  <a:lnTo>
                    <a:pt x="17910" y="78447"/>
                  </a:lnTo>
                  <a:lnTo>
                    <a:pt x="17313" y="77701"/>
                  </a:lnTo>
                  <a:lnTo>
                    <a:pt x="16915" y="75838"/>
                  </a:lnTo>
                  <a:lnTo>
                    <a:pt x="16517" y="75465"/>
                  </a:lnTo>
                  <a:lnTo>
                    <a:pt x="16517" y="74534"/>
                  </a:lnTo>
                  <a:lnTo>
                    <a:pt x="16517" y="74534"/>
                  </a:lnTo>
                  <a:lnTo>
                    <a:pt x="16517" y="74161"/>
                  </a:lnTo>
                  <a:lnTo>
                    <a:pt x="16517" y="73602"/>
                  </a:lnTo>
                  <a:lnTo>
                    <a:pt x="16517" y="73229"/>
                  </a:lnTo>
                  <a:lnTo>
                    <a:pt x="15920" y="72670"/>
                  </a:lnTo>
                  <a:lnTo>
                    <a:pt x="15522" y="72298"/>
                  </a:lnTo>
                  <a:lnTo>
                    <a:pt x="13134" y="70993"/>
                  </a:lnTo>
                  <a:lnTo>
                    <a:pt x="13134" y="70062"/>
                  </a:lnTo>
                  <a:lnTo>
                    <a:pt x="14129" y="68757"/>
                  </a:lnTo>
                  <a:lnTo>
                    <a:pt x="14527" y="68757"/>
                  </a:lnTo>
                  <a:lnTo>
                    <a:pt x="14527" y="68757"/>
                  </a:lnTo>
                  <a:lnTo>
                    <a:pt x="15920" y="68757"/>
                  </a:lnTo>
                  <a:lnTo>
                    <a:pt x="16915" y="68385"/>
                  </a:lnTo>
                  <a:lnTo>
                    <a:pt x="17313" y="68385"/>
                  </a:lnTo>
                  <a:lnTo>
                    <a:pt x="17313" y="67826"/>
                  </a:lnTo>
                  <a:lnTo>
                    <a:pt x="17910" y="67453"/>
                  </a:lnTo>
                  <a:lnTo>
                    <a:pt x="18308" y="67080"/>
                  </a:lnTo>
                  <a:lnTo>
                    <a:pt x="18308" y="66521"/>
                  </a:lnTo>
                  <a:lnTo>
                    <a:pt x="18706" y="66149"/>
                  </a:lnTo>
                  <a:lnTo>
                    <a:pt x="18706" y="66149"/>
                  </a:lnTo>
                  <a:lnTo>
                    <a:pt x="18706" y="65776"/>
                  </a:lnTo>
                  <a:lnTo>
                    <a:pt x="18308" y="64844"/>
                  </a:lnTo>
                  <a:lnTo>
                    <a:pt x="17910" y="62608"/>
                  </a:lnTo>
                  <a:lnTo>
                    <a:pt x="17313" y="61677"/>
                  </a:lnTo>
                  <a:lnTo>
                    <a:pt x="17313" y="61304"/>
                  </a:lnTo>
                  <a:lnTo>
                    <a:pt x="16915" y="60931"/>
                  </a:lnTo>
                  <a:lnTo>
                    <a:pt x="13532" y="59627"/>
                  </a:lnTo>
                  <a:lnTo>
                    <a:pt x="12139" y="59068"/>
                  </a:lnTo>
                  <a:lnTo>
                    <a:pt x="9353" y="59068"/>
                  </a:lnTo>
                  <a:lnTo>
                    <a:pt x="8955" y="59068"/>
                  </a:lnTo>
                  <a:lnTo>
                    <a:pt x="8358" y="58695"/>
                  </a:lnTo>
                  <a:lnTo>
                    <a:pt x="7960" y="57763"/>
                  </a:lnTo>
                  <a:lnTo>
                    <a:pt x="7562" y="57391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59" name="Shape 11059"/>
            <p:cNvSpPr/>
            <p:nvPr/>
          </p:nvSpPr>
          <p:spPr>
            <a:xfrm>
              <a:off x="2584243" y="1214417"/>
              <a:ext cx="979834" cy="10949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6363" y="1351"/>
                  </a:moveTo>
                  <a:lnTo>
                    <a:pt x="76363" y="1351"/>
                  </a:lnTo>
                  <a:lnTo>
                    <a:pt x="76363" y="1652"/>
                  </a:lnTo>
                  <a:lnTo>
                    <a:pt x="75860" y="2102"/>
                  </a:lnTo>
                  <a:lnTo>
                    <a:pt x="75860" y="2102"/>
                  </a:lnTo>
                  <a:lnTo>
                    <a:pt x="75188" y="2853"/>
                  </a:lnTo>
                  <a:lnTo>
                    <a:pt x="74685" y="3153"/>
                  </a:lnTo>
                  <a:lnTo>
                    <a:pt x="74685" y="3153"/>
                  </a:lnTo>
                  <a:lnTo>
                    <a:pt x="74685" y="3904"/>
                  </a:lnTo>
                  <a:lnTo>
                    <a:pt x="74685" y="3904"/>
                  </a:lnTo>
                  <a:lnTo>
                    <a:pt x="74685" y="4205"/>
                  </a:lnTo>
                  <a:lnTo>
                    <a:pt x="74349" y="4205"/>
                  </a:lnTo>
                  <a:lnTo>
                    <a:pt x="74013" y="4205"/>
                  </a:lnTo>
                  <a:lnTo>
                    <a:pt x="73510" y="4205"/>
                  </a:lnTo>
                  <a:lnTo>
                    <a:pt x="73174" y="4205"/>
                  </a:lnTo>
                  <a:lnTo>
                    <a:pt x="73174" y="3904"/>
                  </a:lnTo>
                  <a:lnTo>
                    <a:pt x="72671" y="3904"/>
                  </a:lnTo>
                  <a:lnTo>
                    <a:pt x="72671" y="3904"/>
                  </a:lnTo>
                  <a:lnTo>
                    <a:pt x="72335" y="3904"/>
                  </a:lnTo>
                  <a:lnTo>
                    <a:pt x="72000" y="4205"/>
                  </a:lnTo>
                  <a:lnTo>
                    <a:pt x="71496" y="4505"/>
                  </a:lnTo>
                  <a:lnTo>
                    <a:pt x="71160" y="4956"/>
                  </a:lnTo>
                  <a:lnTo>
                    <a:pt x="70825" y="4956"/>
                  </a:lnTo>
                  <a:lnTo>
                    <a:pt x="68307" y="5556"/>
                  </a:lnTo>
                  <a:lnTo>
                    <a:pt x="67636" y="6007"/>
                  </a:lnTo>
                  <a:lnTo>
                    <a:pt x="66797" y="6758"/>
                  </a:lnTo>
                  <a:lnTo>
                    <a:pt x="66461" y="7058"/>
                  </a:lnTo>
                  <a:lnTo>
                    <a:pt x="65958" y="6758"/>
                  </a:lnTo>
                  <a:lnTo>
                    <a:pt x="65958" y="6307"/>
                  </a:lnTo>
                  <a:lnTo>
                    <a:pt x="65958" y="6007"/>
                  </a:lnTo>
                  <a:lnTo>
                    <a:pt x="64447" y="4505"/>
                  </a:lnTo>
                  <a:lnTo>
                    <a:pt x="64447" y="4505"/>
                  </a:lnTo>
                  <a:lnTo>
                    <a:pt x="63944" y="4505"/>
                  </a:lnTo>
                  <a:lnTo>
                    <a:pt x="62769" y="4205"/>
                  </a:lnTo>
                  <a:lnTo>
                    <a:pt x="62433" y="4205"/>
                  </a:lnTo>
                  <a:lnTo>
                    <a:pt x="60419" y="3153"/>
                  </a:lnTo>
                  <a:lnTo>
                    <a:pt x="60083" y="3153"/>
                  </a:lnTo>
                  <a:lnTo>
                    <a:pt x="60083" y="3153"/>
                  </a:lnTo>
                  <a:lnTo>
                    <a:pt x="59580" y="3454"/>
                  </a:lnTo>
                  <a:lnTo>
                    <a:pt x="59580" y="3904"/>
                  </a:lnTo>
                  <a:lnTo>
                    <a:pt x="59580" y="4205"/>
                  </a:lnTo>
                  <a:lnTo>
                    <a:pt x="59580" y="5256"/>
                  </a:lnTo>
                  <a:lnTo>
                    <a:pt x="59580" y="5556"/>
                  </a:lnTo>
                  <a:lnTo>
                    <a:pt x="59580" y="6758"/>
                  </a:lnTo>
                  <a:lnTo>
                    <a:pt x="59244" y="7359"/>
                  </a:lnTo>
                  <a:lnTo>
                    <a:pt x="59244" y="8410"/>
                  </a:lnTo>
                  <a:lnTo>
                    <a:pt x="58405" y="9161"/>
                  </a:lnTo>
                  <a:lnTo>
                    <a:pt x="58405" y="9612"/>
                  </a:lnTo>
                  <a:lnTo>
                    <a:pt x="58405" y="9912"/>
                  </a:lnTo>
                  <a:lnTo>
                    <a:pt x="58405" y="10663"/>
                  </a:lnTo>
                  <a:lnTo>
                    <a:pt x="58405" y="10963"/>
                  </a:lnTo>
                  <a:lnTo>
                    <a:pt x="58405" y="10963"/>
                  </a:lnTo>
                  <a:lnTo>
                    <a:pt x="58069" y="11264"/>
                  </a:lnTo>
                  <a:lnTo>
                    <a:pt x="58069" y="11264"/>
                  </a:lnTo>
                  <a:lnTo>
                    <a:pt x="58069" y="11714"/>
                  </a:lnTo>
                  <a:lnTo>
                    <a:pt x="57230" y="12015"/>
                  </a:lnTo>
                  <a:lnTo>
                    <a:pt x="50181" y="14117"/>
                  </a:lnTo>
                  <a:lnTo>
                    <a:pt x="49342" y="15168"/>
                  </a:lnTo>
                  <a:lnTo>
                    <a:pt x="49678" y="16220"/>
                  </a:lnTo>
                  <a:lnTo>
                    <a:pt x="50181" y="16670"/>
                  </a:lnTo>
                  <a:lnTo>
                    <a:pt x="51356" y="16670"/>
                  </a:lnTo>
                  <a:lnTo>
                    <a:pt x="52027" y="16971"/>
                  </a:lnTo>
                  <a:lnTo>
                    <a:pt x="52531" y="16971"/>
                  </a:lnTo>
                  <a:lnTo>
                    <a:pt x="52531" y="17421"/>
                  </a:lnTo>
                  <a:lnTo>
                    <a:pt x="52531" y="17421"/>
                  </a:lnTo>
                  <a:lnTo>
                    <a:pt x="52867" y="17722"/>
                  </a:lnTo>
                  <a:lnTo>
                    <a:pt x="52867" y="17722"/>
                  </a:lnTo>
                  <a:lnTo>
                    <a:pt x="52867" y="18022"/>
                  </a:lnTo>
                  <a:lnTo>
                    <a:pt x="52531" y="18473"/>
                  </a:lnTo>
                  <a:lnTo>
                    <a:pt x="52531" y="18773"/>
                  </a:lnTo>
                  <a:lnTo>
                    <a:pt x="52027" y="19073"/>
                  </a:lnTo>
                  <a:lnTo>
                    <a:pt x="51692" y="19524"/>
                  </a:lnTo>
                  <a:lnTo>
                    <a:pt x="51692" y="19524"/>
                  </a:lnTo>
                  <a:lnTo>
                    <a:pt x="51356" y="19824"/>
                  </a:lnTo>
                  <a:lnTo>
                    <a:pt x="51356" y="20125"/>
                  </a:lnTo>
                  <a:lnTo>
                    <a:pt x="51356" y="20575"/>
                  </a:lnTo>
                  <a:lnTo>
                    <a:pt x="51356" y="22678"/>
                  </a:lnTo>
                  <a:lnTo>
                    <a:pt x="51356" y="22678"/>
                  </a:lnTo>
                  <a:lnTo>
                    <a:pt x="50853" y="22978"/>
                  </a:lnTo>
                  <a:lnTo>
                    <a:pt x="50181" y="22978"/>
                  </a:lnTo>
                  <a:lnTo>
                    <a:pt x="50181" y="23429"/>
                  </a:lnTo>
                  <a:lnTo>
                    <a:pt x="49342" y="24180"/>
                  </a:lnTo>
                  <a:lnTo>
                    <a:pt x="49342" y="24180"/>
                  </a:lnTo>
                  <a:lnTo>
                    <a:pt x="48839" y="24480"/>
                  </a:lnTo>
                  <a:lnTo>
                    <a:pt x="49342" y="24780"/>
                  </a:lnTo>
                  <a:lnTo>
                    <a:pt x="49342" y="25231"/>
                  </a:lnTo>
                  <a:lnTo>
                    <a:pt x="49678" y="25531"/>
                  </a:lnTo>
                  <a:lnTo>
                    <a:pt x="51692" y="26883"/>
                  </a:lnTo>
                  <a:lnTo>
                    <a:pt x="52027" y="27334"/>
                  </a:lnTo>
                  <a:lnTo>
                    <a:pt x="52027" y="27334"/>
                  </a:lnTo>
                  <a:lnTo>
                    <a:pt x="52027" y="27634"/>
                  </a:lnTo>
                  <a:lnTo>
                    <a:pt x="52027" y="28085"/>
                  </a:lnTo>
                  <a:lnTo>
                    <a:pt x="52531" y="29136"/>
                  </a:lnTo>
                  <a:lnTo>
                    <a:pt x="52531" y="29436"/>
                  </a:lnTo>
                  <a:lnTo>
                    <a:pt x="52531" y="29436"/>
                  </a:lnTo>
                  <a:lnTo>
                    <a:pt x="52867" y="29737"/>
                  </a:lnTo>
                  <a:lnTo>
                    <a:pt x="53202" y="29436"/>
                  </a:lnTo>
                  <a:lnTo>
                    <a:pt x="54545" y="29436"/>
                  </a:lnTo>
                  <a:lnTo>
                    <a:pt x="54545" y="29436"/>
                  </a:lnTo>
                  <a:lnTo>
                    <a:pt x="54881" y="29436"/>
                  </a:lnTo>
                  <a:lnTo>
                    <a:pt x="54881" y="29737"/>
                  </a:lnTo>
                  <a:lnTo>
                    <a:pt x="55216" y="30187"/>
                  </a:lnTo>
                  <a:lnTo>
                    <a:pt x="55216" y="30187"/>
                  </a:lnTo>
                  <a:lnTo>
                    <a:pt x="55720" y="30187"/>
                  </a:lnTo>
                  <a:lnTo>
                    <a:pt x="56055" y="30488"/>
                  </a:lnTo>
                  <a:lnTo>
                    <a:pt x="56391" y="30488"/>
                  </a:lnTo>
                  <a:lnTo>
                    <a:pt x="56391" y="30488"/>
                  </a:lnTo>
                  <a:lnTo>
                    <a:pt x="56391" y="30488"/>
                  </a:lnTo>
                  <a:lnTo>
                    <a:pt x="56391" y="31539"/>
                  </a:lnTo>
                  <a:lnTo>
                    <a:pt x="56391" y="31989"/>
                  </a:lnTo>
                  <a:lnTo>
                    <a:pt x="56391" y="32290"/>
                  </a:lnTo>
                  <a:lnTo>
                    <a:pt x="56391" y="32590"/>
                  </a:lnTo>
                  <a:lnTo>
                    <a:pt x="56895" y="32590"/>
                  </a:lnTo>
                  <a:lnTo>
                    <a:pt x="57230" y="33041"/>
                  </a:lnTo>
                  <a:lnTo>
                    <a:pt x="58909" y="33341"/>
                  </a:lnTo>
                  <a:lnTo>
                    <a:pt x="58909" y="33642"/>
                  </a:lnTo>
                  <a:lnTo>
                    <a:pt x="59244" y="33642"/>
                  </a:lnTo>
                  <a:lnTo>
                    <a:pt x="59244" y="34092"/>
                  </a:lnTo>
                  <a:lnTo>
                    <a:pt x="59244" y="34092"/>
                  </a:lnTo>
                  <a:lnTo>
                    <a:pt x="59244" y="34392"/>
                  </a:lnTo>
                  <a:lnTo>
                    <a:pt x="58909" y="34693"/>
                  </a:lnTo>
                  <a:lnTo>
                    <a:pt x="58069" y="35143"/>
                  </a:lnTo>
                  <a:lnTo>
                    <a:pt x="58069" y="35444"/>
                  </a:lnTo>
                  <a:lnTo>
                    <a:pt x="57734" y="35894"/>
                  </a:lnTo>
                  <a:lnTo>
                    <a:pt x="56895" y="37246"/>
                  </a:lnTo>
                  <a:lnTo>
                    <a:pt x="56391" y="37546"/>
                  </a:lnTo>
                  <a:lnTo>
                    <a:pt x="56391" y="37997"/>
                  </a:lnTo>
                  <a:lnTo>
                    <a:pt x="56391" y="38297"/>
                  </a:lnTo>
                  <a:lnTo>
                    <a:pt x="55720" y="38748"/>
                  </a:lnTo>
                  <a:lnTo>
                    <a:pt x="53706" y="39349"/>
                  </a:lnTo>
                  <a:lnTo>
                    <a:pt x="52867" y="40100"/>
                  </a:lnTo>
                  <a:lnTo>
                    <a:pt x="52531" y="40400"/>
                  </a:lnTo>
                  <a:lnTo>
                    <a:pt x="51692" y="40400"/>
                  </a:lnTo>
                  <a:lnTo>
                    <a:pt x="49342" y="40851"/>
                  </a:lnTo>
                  <a:lnTo>
                    <a:pt x="47664" y="41451"/>
                  </a:lnTo>
                  <a:lnTo>
                    <a:pt x="47328" y="41451"/>
                  </a:lnTo>
                  <a:lnTo>
                    <a:pt x="47328" y="41902"/>
                  </a:lnTo>
                  <a:lnTo>
                    <a:pt x="47328" y="42653"/>
                  </a:lnTo>
                  <a:lnTo>
                    <a:pt x="47328" y="43254"/>
                  </a:lnTo>
                  <a:lnTo>
                    <a:pt x="47328" y="43704"/>
                  </a:lnTo>
                  <a:lnTo>
                    <a:pt x="47664" y="44005"/>
                  </a:lnTo>
                  <a:lnTo>
                    <a:pt x="47664" y="44305"/>
                  </a:lnTo>
                  <a:lnTo>
                    <a:pt x="47664" y="44305"/>
                  </a:lnTo>
                  <a:lnTo>
                    <a:pt x="47664" y="44755"/>
                  </a:lnTo>
                  <a:lnTo>
                    <a:pt x="47328" y="45356"/>
                  </a:lnTo>
                  <a:lnTo>
                    <a:pt x="46993" y="45807"/>
                  </a:lnTo>
                  <a:lnTo>
                    <a:pt x="46993" y="46107"/>
                  </a:lnTo>
                  <a:lnTo>
                    <a:pt x="46993" y="47909"/>
                  </a:lnTo>
                  <a:lnTo>
                    <a:pt x="47664" y="48961"/>
                  </a:lnTo>
                  <a:lnTo>
                    <a:pt x="46153" y="49712"/>
                  </a:lnTo>
                  <a:lnTo>
                    <a:pt x="45314" y="50012"/>
                  </a:lnTo>
                  <a:lnTo>
                    <a:pt x="44139" y="50012"/>
                  </a:lnTo>
                  <a:lnTo>
                    <a:pt x="43804" y="50012"/>
                  </a:lnTo>
                  <a:lnTo>
                    <a:pt x="43300" y="50012"/>
                  </a:lnTo>
                  <a:lnTo>
                    <a:pt x="43300" y="49712"/>
                  </a:lnTo>
                  <a:lnTo>
                    <a:pt x="42965" y="49712"/>
                  </a:lnTo>
                  <a:lnTo>
                    <a:pt x="42965" y="49261"/>
                  </a:lnTo>
                  <a:lnTo>
                    <a:pt x="42629" y="48660"/>
                  </a:lnTo>
                  <a:lnTo>
                    <a:pt x="42629" y="48660"/>
                  </a:lnTo>
                  <a:lnTo>
                    <a:pt x="42125" y="48210"/>
                  </a:lnTo>
                  <a:lnTo>
                    <a:pt x="41790" y="47909"/>
                  </a:lnTo>
                  <a:lnTo>
                    <a:pt x="41454" y="47909"/>
                  </a:lnTo>
                  <a:lnTo>
                    <a:pt x="41454" y="47909"/>
                  </a:lnTo>
                  <a:lnTo>
                    <a:pt x="40951" y="47909"/>
                  </a:lnTo>
                  <a:lnTo>
                    <a:pt x="40951" y="47909"/>
                  </a:lnTo>
                  <a:lnTo>
                    <a:pt x="40111" y="47909"/>
                  </a:lnTo>
                  <a:lnTo>
                    <a:pt x="37762" y="48210"/>
                  </a:lnTo>
                  <a:lnTo>
                    <a:pt x="37426" y="48660"/>
                  </a:lnTo>
                  <a:lnTo>
                    <a:pt x="35412" y="50463"/>
                  </a:lnTo>
                  <a:lnTo>
                    <a:pt x="34237" y="50763"/>
                  </a:lnTo>
                  <a:lnTo>
                    <a:pt x="33398" y="51063"/>
                  </a:lnTo>
                  <a:lnTo>
                    <a:pt x="33062" y="51063"/>
                  </a:lnTo>
                  <a:lnTo>
                    <a:pt x="33062" y="51514"/>
                  </a:lnTo>
                  <a:lnTo>
                    <a:pt x="32559" y="52115"/>
                  </a:lnTo>
                  <a:lnTo>
                    <a:pt x="33062" y="52115"/>
                  </a:lnTo>
                  <a:lnTo>
                    <a:pt x="33062" y="52565"/>
                  </a:lnTo>
                  <a:lnTo>
                    <a:pt x="33062" y="52866"/>
                  </a:lnTo>
                  <a:lnTo>
                    <a:pt x="33398" y="53316"/>
                  </a:lnTo>
                  <a:lnTo>
                    <a:pt x="33062" y="53617"/>
                  </a:lnTo>
                  <a:lnTo>
                    <a:pt x="33062" y="53917"/>
                  </a:lnTo>
                  <a:lnTo>
                    <a:pt x="32559" y="53917"/>
                  </a:lnTo>
                  <a:lnTo>
                    <a:pt x="32559" y="54668"/>
                  </a:lnTo>
                  <a:lnTo>
                    <a:pt x="32223" y="54968"/>
                  </a:lnTo>
                  <a:lnTo>
                    <a:pt x="31888" y="54968"/>
                  </a:lnTo>
                  <a:lnTo>
                    <a:pt x="31384" y="54968"/>
                  </a:lnTo>
                  <a:lnTo>
                    <a:pt x="31384" y="54968"/>
                  </a:lnTo>
                  <a:lnTo>
                    <a:pt x="31048" y="54668"/>
                  </a:lnTo>
                  <a:lnTo>
                    <a:pt x="30713" y="54668"/>
                  </a:lnTo>
                  <a:lnTo>
                    <a:pt x="30713" y="54668"/>
                  </a:lnTo>
                  <a:lnTo>
                    <a:pt x="30713" y="54367"/>
                  </a:lnTo>
                  <a:lnTo>
                    <a:pt x="30209" y="54367"/>
                  </a:lnTo>
                  <a:lnTo>
                    <a:pt x="30209" y="54367"/>
                  </a:lnTo>
                  <a:lnTo>
                    <a:pt x="29874" y="54367"/>
                  </a:lnTo>
                  <a:lnTo>
                    <a:pt x="29874" y="54367"/>
                  </a:lnTo>
                  <a:lnTo>
                    <a:pt x="29538" y="54668"/>
                  </a:lnTo>
                  <a:lnTo>
                    <a:pt x="29034" y="54968"/>
                  </a:lnTo>
                  <a:lnTo>
                    <a:pt x="28195" y="55719"/>
                  </a:lnTo>
                  <a:lnTo>
                    <a:pt x="28195" y="56020"/>
                  </a:lnTo>
                  <a:lnTo>
                    <a:pt x="27860" y="56470"/>
                  </a:lnTo>
                  <a:lnTo>
                    <a:pt x="27860" y="57221"/>
                  </a:lnTo>
                  <a:lnTo>
                    <a:pt x="27860" y="58272"/>
                  </a:lnTo>
                  <a:lnTo>
                    <a:pt x="25510" y="63229"/>
                  </a:lnTo>
                  <a:lnTo>
                    <a:pt x="25510" y="63229"/>
                  </a:lnTo>
                  <a:lnTo>
                    <a:pt x="25510" y="63529"/>
                  </a:lnTo>
                  <a:lnTo>
                    <a:pt x="25846" y="64280"/>
                  </a:lnTo>
                  <a:lnTo>
                    <a:pt x="25846" y="64280"/>
                  </a:lnTo>
                  <a:lnTo>
                    <a:pt x="25846" y="64580"/>
                  </a:lnTo>
                  <a:lnTo>
                    <a:pt x="25510" y="65031"/>
                  </a:lnTo>
                  <a:lnTo>
                    <a:pt x="25174" y="65031"/>
                  </a:lnTo>
                  <a:lnTo>
                    <a:pt x="25174" y="65331"/>
                  </a:lnTo>
                  <a:lnTo>
                    <a:pt x="25174" y="65632"/>
                  </a:lnTo>
                  <a:lnTo>
                    <a:pt x="25510" y="66382"/>
                  </a:lnTo>
                  <a:lnTo>
                    <a:pt x="25510" y="66382"/>
                  </a:lnTo>
                  <a:lnTo>
                    <a:pt x="25510" y="66683"/>
                  </a:lnTo>
                  <a:lnTo>
                    <a:pt x="23832" y="69987"/>
                  </a:lnTo>
                  <a:lnTo>
                    <a:pt x="23160" y="70588"/>
                  </a:lnTo>
                  <a:lnTo>
                    <a:pt x="22321" y="70588"/>
                  </a:lnTo>
                  <a:lnTo>
                    <a:pt x="19972" y="70287"/>
                  </a:lnTo>
                  <a:lnTo>
                    <a:pt x="19468" y="70287"/>
                  </a:lnTo>
                  <a:lnTo>
                    <a:pt x="19468" y="70287"/>
                  </a:lnTo>
                  <a:lnTo>
                    <a:pt x="18797" y="70287"/>
                  </a:lnTo>
                  <a:lnTo>
                    <a:pt x="18293" y="70287"/>
                  </a:lnTo>
                  <a:lnTo>
                    <a:pt x="18293" y="70287"/>
                  </a:lnTo>
                  <a:lnTo>
                    <a:pt x="17622" y="70287"/>
                  </a:lnTo>
                  <a:lnTo>
                    <a:pt x="17118" y="70287"/>
                  </a:lnTo>
                  <a:lnTo>
                    <a:pt x="17118" y="70588"/>
                  </a:lnTo>
                  <a:lnTo>
                    <a:pt x="16783" y="71339"/>
                  </a:lnTo>
                  <a:lnTo>
                    <a:pt x="16279" y="71789"/>
                  </a:lnTo>
                  <a:lnTo>
                    <a:pt x="16279" y="71789"/>
                  </a:lnTo>
                  <a:lnTo>
                    <a:pt x="15944" y="72090"/>
                  </a:lnTo>
                  <a:lnTo>
                    <a:pt x="15944" y="72090"/>
                  </a:lnTo>
                  <a:lnTo>
                    <a:pt x="15104" y="71789"/>
                  </a:lnTo>
                  <a:lnTo>
                    <a:pt x="14769" y="72090"/>
                  </a:lnTo>
                  <a:lnTo>
                    <a:pt x="14769" y="72090"/>
                  </a:lnTo>
                  <a:lnTo>
                    <a:pt x="14433" y="72390"/>
                  </a:lnTo>
                  <a:lnTo>
                    <a:pt x="14433" y="72841"/>
                  </a:lnTo>
                  <a:lnTo>
                    <a:pt x="14433" y="72841"/>
                  </a:lnTo>
                  <a:lnTo>
                    <a:pt x="13930" y="72841"/>
                  </a:lnTo>
                  <a:lnTo>
                    <a:pt x="13594" y="72841"/>
                  </a:lnTo>
                  <a:lnTo>
                    <a:pt x="13258" y="72841"/>
                  </a:lnTo>
                  <a:lnTo>
                    <a:pt x="12755" y="72390"/>
                  </a:lnTo>
                  <a:lnTo>
                    <a:pt x="11916" y="71339"/>
                  </a:lnTo>
                  <a:lnTo>
                    <a:pt x="11580" y="71038"/>
                  </a:lnTo>
                  <a:lnTo>
                    <a:pt x="11244" y="71038"/>
                  </a:lnTo>
                  <a:lnTo>
                    <a:pt x="10741" y="71038"/>
                  </a:lnTo>
                  <a:lnTo>
                    <a:pt x="10405" y="71038"/>
                  </a:lnTo>
                  <a:lnTo>
                    <a:pt x="10405" y="70588"/>
                  </a:lnTo>
                  <a:lnTo>
                    <a:pt x="10405" y="70287"/>
                  </a:lnTo>
                  <a:lnTo>
                    <a:pt x="10405" y="68936"/>
                  </a:lnTo>
                  <a:lnTo>
                    <a:pt x="10405" y="68936"/>
                  </a:lnTo>
                  <a:lnTo>
                    <a:pt x="10405" y="68485"/>
                  </a:lnTo>
                  <a:lnTo>
                    <a:pt x="10405" y="68485"/>
                  </a:lnTo>
                  <a:lnTo>
                    <a:pt x="10405" y="68185"/>
                  </a:lnTo>
                  <a:lnTo>
                    <a:pt x="10405" y="67884"/>
                  </a:lnTo>
                  <a:lnTo>
                    <a:pt x="10405" y="67884"/>
                  </a:lnTo>
                  <a:lnTo>
                    <a:pt x="11244" y="67133"/>
                  </a:lnTo>
                  <a:lnTo>
                    <a:pt x="11244" y="66683"/>
                  </a:lnTo>
                  <a:lnTo>
                    <a:pt x="11244" y="66683"/>
                  </a:lnTo>
                  <a:lnTo>
                    <a:pt x="11244" y="66382"/>
                  </a:lnTo>
                  <a:lnTo>
                    <a:pt x="10741" y="65632"/>
                  </a:lnTo>
                  <a:lnTo>
                    <a:pt x="10741" y="65331"/>
                  </a:lnTo>
                  <a:lnTo>
                    <a:pt x="10405" y="65031"/>
                  </a:lnTo>
                  <a:lnTo>
                    <a:pt x="10069" y="64580"/>
                  </a:lnTo>
                  <a:lnTo>
                    <a:pt x="8055" y="63829"/>
                  </a:lnTo>
                  <a:lnTo>
                    <a:pt x="6377" y="66683"/>
                  </a:lnTo>
                  <a:lnTo>
                    <a:pt x="6041" y="67434"/>
                  </a:lnTo>
                  <a:lnTo>
                    <a:pt x="5706" y="69236"/>
                  </a:lnTo>
                  <a:lnTo>
                    <a:pt x="4867" y="71038"/>
                  </a:lnTo>
                  <a:lnTo>
                    <a:pt x="4027" y="71789"/>
                  </a:lnTo>
                  <a:lnTo>
                    <a:pt x="0" y="79148"/>
                  </a:lnTo>
                  <a:lnTo>
                    <a:pt x="0" y="80200"/>
                  </a:lnTo>
                  <a:lnTo>
                    <a:pt x="503" y="82002"/>
                  </a:lnTo>
                  <a:lnTo>
                    <a:pt x="1678" y="86357"/>
                  </a:lnTo>
                  <a:lnTo>
                    <a:pt x="2013" y="88760"/>
                  </a:lnTo>
                  <a:lnTo>
                    <a:pt x="1678" y="88760"/>
                  </a:lnTo>
                  <a:lnTo>
                    <a:pt x="1678" y="89061"/>
                  </a:lnTo>
                  <a:lnTo>
                    <a:pt x="1678" y="89511"/>
                  </a:lnTo>
                  <a:lnTo>
                    <a:pt x="2013" y="89812"/>
                  </a:lnTo>
                  <a:lnTo>
                    <a:pt x="2013" y="90563"/>
                  </a:lnTo>
                  <a:lnTo>
                    <a:pt x="2853" y="91314"/>
                  </a:lnTo>
                  <a:lnTo>
                    <a:pt x="4027" y="90863"/>
                  </a:lnTo>
                  <a:lnTo>
                    <a:pt x="4867" y="90863"/>
                  </a:lnTo>
                  <a:lnTo>
                    <a:pt x="5202" y="91914"/>
                  </a:lnTo>
                  <a:lnTo>
                    <a:pt x="5202" y="93416"/>
                  </a:lnTo>
                  <a:lnTo>
                    <a:pt x="5706" y="93717"/>
                  </a:lnTo>
                  <a:lnTo>
                    <a:pt x="6041" y="94167"/>
                  </a:lnTo>
                  <a:lnTo>
                    <a:pt x="6041" y="94468"/>
                  </a:lnTo>
                  <a:lnTo>
                    <a:pt x="5706" y="95219"/>
                  </a:lnTo>
                  <a:lnTo>
                    <a:pt x="6041" y="96570"/>
                  </a:lnTo>
                  <a:lnTo>
                    <a:pt x="5706" y="97321"/>
                  </a:lnTo>
                  <a:lnTo>
                    <a:pt x="6881" y="97321"/>
                  </a:lnTo>
                  <a:lnTo>
                    <a:pt x="7216" y="97321"/>
                  </a:lnTo>
                  <a:lnTo>
                    <a:pt x="7552" y="97321"/>
                  </a:lnTo>
                  <a:lnTo>
                    <a:pt x="7552" y="97321"/>
                  </a:lnTo>
                  <a:lnTo>
                    <a:pt x="8055" y="97622"/>
                  </a:lnTo>
                  <a:lnTo>
                    <a:pt x="8391" y="98072"/>
                  </a:lnTo>
                  <a:lnTo>
                    <a:pt x="8391" y="98372"/>
                  </a:lnTo>
                  <a:lnTo>
                    <a:pt x="8391" y="98372"/>
                  </a:lnTo>
                  <a:lnTo>
                    <a:pt x="8727" y="98673"/>
                  </a:lnTo>
                  <a:lnTo>
                    <a:pt x="8727" y="98673"/>
                  </a:lnTo>
                  <a:lnTo>
                    <a:pt x="9230" y="98372"/>
                  </a:lnTo>
                  <a:lnTo>
                    <a:pt x="9566" y="98372"/>
                  </a:lnTo>
                  <a:lnTo>
                    <a:pt x="9566" y="98072"/>
                  </a:lnTo>
                  <a:lnTo>
                    <a:pt x="9566" y="97622"/>
                  </a:lnTo>
                  <a:lnTo>
                    <a:pt x="10069" y="97622"/>
                  </a:lnTo>
                  <a:lnTo>
                    <a:pt x="10069" y="97622"/>
                  </a:lnTo>
                  <a:lnTo>
                    <a:pt x="10405" y="97622"/>
                  </a:lnTo>
                  <a:lnTo>
                    <a:pt x="11244" y="97622"/>
                  </a:lnTo>
                  <a:lnTo>
                    <a:pt x="12755" y="99123"/>
                  </a:lnTo>
                  <a:lnTo>
                    <a:pt x="13258" y="99424"/>
                  </a:lnTo>
                  <a:lnTo>
                    <a:pt x="13594" y="99724"/>
                  </a:lnTo>
                  <a:lnTo>
                    <a:pt x="13594" y="100175"/>
                  </a:lnTo>
                  <a:lnTo>
                    <a:pt x="19132" y="103028"/>
                  </a:lnTo>
                  <a:lnTo>
                    <a:pt x="20643" y="103329"/>
                  </a:lnTo>
                  <a:lnTo>
                    <a:pt x="21146" y="103329"/>
                  </a:lnTo>
                  <a:lnTo>
                    <a:pt x="21482" y="103629"/>
                  </a:lnTo>
                  <a:lnTo>
                    <a:pt x="21986" y="104080"/>
                  </a:lnTo>
                  <a:lnTo>
                    <a:pt x="21986" y="104080"/>
                  </a:lnTo>
                  <a:lnTo>
                    <a:pt x="22321" y="104380"/>
                  </a:lnTo>
                  <a:lnTo>
                    <a:pt x="22321" y="104380"/>
                  </a:lnTo>
                  <a:lnTo>
                    <a:pt x="22321" y="104831"/>
                  </a:lnTo>
                  <a:lnTo>
                    <a:pt x="21986" y="105131"/>
                  </a:lnTo>
                  <a:lnTo>
                    <a:pt x="21986" y="105431"/>
                  </a:lnTo>
                  <a:lnTo>
                    <a:pt x="21986" y="105431"/>
                  </a:lnTo>
                  <a:lnTo>
                    <a:pt x="21986" y="105882"/>
                  </a:lnTo>
                  <a:lnTo>
                    <a:pt x="22321" y="105882"/>
                  </a:lnTo>
                  <a:lnTo>
                    <a:pt x="22321" y="105882"/>
                  </a:lnTo>
                  <a:lnTo>
                    <a:pt x="22657" y="106182"/>
                  </a:lnTo>
                  <a:lnTo>
                    <a:pt x="22657" y="106182"/>
                  </a:lnTo>
                  <a:lnTo>
                    <a:pt x="23496" y="106182"/>
                  </a:lnTo>
                  <a:lnTo>
                    <a:pt x="24335" y="105882"/>
                  </a:lnTo>
                  <a:lnTo>
                    <a:pt x="24335" y="105882"/>
                  </a:lnTo>
                  <a:lnTo>
                    <a:pt x="24671" y="105882"/>
                  </a:lnTo>
                  <a:lnTo>
                    <a:pt x="25174" y="106182"/>
                  </a:lnTo>
                  <a:lnTo>
                    <a:pt x="25174" y="106483"/>
                  </a:lnTo>
                  <a:lnTo>
                    <a:pt x="25174" y="106483"/>
                  </a:lnTo>
                  <a:lnTo>
                    <a:pt x="24671" y="107234"/>
                  </a:lnTo>
                  <a:lnTo>
                    <a:pt x="24671" y="107234"/>
                  </a:lnTo>
                  <a:lnTo>
                    <a:pt x="24671" y="107534"/>
                  </a:lnTo>
                  <a:lnTo>
                    <a:pt x="24671" y="107534"/>
                  </a:lnTo>
                  <a:lnTo>
                    <a:pt x="25174" y="107984"/>
                  </a:lnTo>
                  <a:lnTo>
                    <a:pt x="25174" y="107984"/>
                  </a:lnTo>
                  <a:lnTo>
                    <a:pt x="25846" y="108735"/>
                  </a:lnTo>
                  <a:lnTo>
                    <a:pt x="26349" y="109036"/>
                  </a:lnTo>
                  <a:lnTo>
                    <a:pt x="26685" y="109036"/>
                  </a:lnTo>
                  <a:lnTo>
                    <a:pt x="27020" y="109036"/>
                  </a:lnTo>
                  <a:lnTo>
                    <a:pt x="27020" y="109036"/>
                  </a:lnTo>
                  <a:lnTo>
                    <a:pt x="27524" y="108735"/>
                  </a:lnTo>
                  <a:lnTo>
                    <a:pt x="27860" y="108285"/>
                  </a:lnTo>
                  <a:lnTo>
                    <a:pt x="27860" y="108285"/>
                  </a:lnTo>
                  <a:lnTo>
                    <a:pt x="27860" y="107984"/>
                  </a:lnTo>
                  <a:lnTo>
                    <a:pt x="29538" y="107984"/>
                  </a:lnTo>
                  <a:lnTo>
                    <a:pt x="29874" y="107534"/>
                  </a:lnTo>
                  <a:lnTo>
                    <a:pt x="29874" y="107534"/>
                  </a:lnTo>
                  <a:lnTo>
                    <a:pt x="30209" y="107234"/>
                  </a:lnTo>
                  <a:lnTo>
                    <a:pt x="30713" y="107234"/>
                  </a:lnTo>
                  <a:lnTo>
                    <a:pt x="31048" y="107234"/>
                  </a:lnTo>
                  <a:lnTo>
                    <a:pt x="32559" y="107534"/>
                  </a:lnTo>
                  <a:lnTo>
                    <a:pt x="33062" y="107984"/>
                  </a:lnTo>
                  <a:lnTo>
                    <a:pt x="32559" y="108735"/>
                  </a:lnTo>
                  <a:lnTo>
                    <a:pt x="32223" y="108735"/>
                  </a:lnTo>
                  <a:lnTo>
                    <a:pt x="32223" y="109036"/>
                  </a:lnTo>
                  <a:lnTo>
                    <a:pt x="32223" y="109036"/>
                  </a:lnTo>
                  <a:lnTo>
                    <a:pt x="32559" y="110387"/>
                  </a:lnTo>
                  <a:lnTo>
                    <a:pt x="32559" y="110387"/>
                  </a:lnTo>
                  <a:lnTo>
                    <a:pt x="33902" y="110838"/>
                  </a:lnTo>
                  <a:lnTo>
                    <a:pt x="36587" y="110387"/>
                  </a:lnTo>
                  <a:lnTo>
                    <a:pt x="36923" y="111889"/>
                  </a:lnTo>
                  <a:lnTo>
                    <a:pt x="38601" y="113241"/>
                  </a:lnTo>
                  <a:lnTo>
                    <a:pt x="43300" y="115043"/>
                  </a:lnTo>
                  <a:lnTo>
                    <a:pt x="44139" y="115043"/>
                  </a:lnTo>
                  <a:lnTo>
                    <a:pt x="44979" y="115494"/>
                  </a:lnTo>
                  <a:lnTo>
                    <a:pt x="45314" y="116545"/>
                  </a:lnTo>
                  <a:lnTo>
                    <a:pt x="45818" y="117146"/>
                  </a:lnTo>
                  <a:lnTo>
                    <a:pt x="46489" y="116846"/>
                  </a:lnTo>
                  <a:lnTo>
                    <a:pt x="48503" y="116545"/>
                  </a:lnTo>
                  <a:lnTo>
                    <a:pt x="49678" y="116095"/>
                  </a:lnTo>
                  <a:lnTo>
                    <a:pt x="50517" y="116545"/>
                  </a:lnTo>
                  <a:lnTo>
                    <a:pt x="52027" y="116846"/>
                  </a:lnTo>
                  <a:lnTo>
                    <a:pt x="54881" y="118648"/>
                  </a:lnTo>
                  <a:lnTo>
                    <a:pt x="55720" y="118648"/>
                  </a:lnTo>
                  <a:lnTo>
                    <a:pt x="56391" y="118197"/>
                  </a:lnTo>
                  <a:lnTo>
                    <a:pt x="57230" y="117596"/>
                  </a:lnTo>
                  <a:lnTo>
                    <a:pt x="58069" y="116545"/>
                  </a:lnTo>
                  <a:lnTo>
                    <a:pt x="60083" y="115794"/>
                  </a:lnTo>
                  <a:lnTo>
                    <a:pt x="60755" y="115043"/>
                  </a:lnTo>
                  <a:lnTo>
                    <a:pt x="60755" y="114292"/>
                  </a:lnTo>
                  <a:lnTo>
                    <a:pt x="61258" y="113992"/>
                  </a:lnTo>
                  <a:lnTo>
                    <a:pt x="61594" y="113692"/>
                  </a:lnTo>
                  <a:lnTo>
                    <a:pt x="62433" y="113241"/>
                  </a:lnTo>
                  <a:lnTo>
                    <a:pt x="62769" y="113241"/>
                  </a:lnTo>
                  <a:lnTo>
                    <a:pt x="63272" y="112941"/>
                  </a:lnTo>
                  <a:lnTo>
                    <a:pt x="63272" y="112190"/>
                  </a:lnTo>
                  <a:lnTo>
                    <a:pt x="63608" y="112190"/>
                  </a:lnTo>
                  <a:lnTo>
                    <a:pt x="64783" y="111889"/>
                  </a:lnTo>
                  <a:lnTo>
                    <a:pt x="67132" y="111138"/>
                  </a:lnTo>
                  <a:lnTo>
                    <a:pt x="68307" y="111138"/>
                  </a:lnTo>
                  <a:lnTo>
                    <a:pt x="69146" y="111138"/>
                  </a:lnTo>
                  <a:lnTo>
                    <a:pt x="69986" y="111138"/>
                  </a:lnTo>
                  <a:lnTo>
                    <a:pt x="69986" y="111138"/>
                  </a:lnTo>
                  <a:lnTo>
                    <a:pt x="72000" y="110387"/>
                  </a:lnTo>
                  <a:lnTo>
                    <a:pt x="72335" y="110387"/>
                  </a:lnTo>
                  <a:lnTo>
                    <a:pt x="72671" y="110387"/>
                  </a:lnTo>
                  <a:lnTo>
                    <a:pt x="73174" y="110387"/>
                  </a:lnTo>
                  <a:lnTo>
                    <a:pt x="77874" y="110838"/>
                  </a:lnTo>
                  <a:lnTo>
                    <a:pt x="79048" y="110838"/>
                  </a:lnTo>
                  <a:lnTo>
                    <a:pt x="79552" y="111138"/>
                  </a:lnTo>
                  <a:lnTo>
                    <a:pt x="79888" y="111589"/>
                  </a:lnTo>
                  <a:lnTo>
                    <a:pt x="79888" y="111589"/>
                  </a:lnTo>
                  <a:lnTo>
                    <a:pt x="80223" y="112190"/>
                  </a:lnTo>
                  <a:lnTo>
                    <a:pt x="80223" y="112190"/>
                  </a:lnTo>
                  <a:lnTo>
                    <a:pt x="80727" y="112640"/>
                  </a:lnTo>
                  <a:lnTo>
                    <a:pt x="81398" y="112640"/>
                  </a:lnTo>
                  <a:lnTo>
                    <a:pt x="81902" y="112640"/>
                  </a:lnTo>
                  <a:lnTo>
                    <a:pt x="82237" y="112640"/>
                  </a:lnTo>
                  <a:lnTo>
                    <a:pt x="82237" y="112190"/>
                  </a:lnTo>
                  <a:lnTo>
                    <a:pt x="82741" y="112190"/>
                  </a:lnTo>
                  <a:lnTo>
                    <a:pt x="83412" y="112640"/>
                  </a:lnTo>
                  <a:lnTo>
                    <a:pt x="85090" y="112640"/>
                  </a:lnTo>
                  <a:lnTo>
                    <a:pt x="85426" y="112640"/>
                  </a:lnTo>
                  <a:lnTo>
                    <a:pt x="85762" y="112640"/>
                  </a:lnTo>
                  <a:lnTo>
                    <a:pt x="85762" y="112190"/>
                  </a:lnTo>
                  <a:lnTo>
                    <a:pt x="85762" y="112190"/>
                  </a:lnTo>
                  <a:lnTo>
                    <a:pt x="86265" y="112190"/>
                  </a:lnTo>
                  <a:lnTo>
                    <a:pt x="87440" y="111589"/>
                  </a:lnTo>
                  <a:lnTo>
                    <a:pt x="87776" y="111589"/>
                  </a:lnTo>
                  <a:lnTo>
                    <a:pt x="88279" y="111589"/>
                  </a:lnTo>
                  <a:lnTo>
                    <a:pt x="88615" y="111889"/>
                  </a:lnTo>
                  <a:lnTo>
                    <a:pt x="88615" y="111889"/>
                  </a:lnTo>
                  <a:lnTo>
                    <a:pt x="88615" y="112190"/>
                  </a:lnTo>
                  <a:lnTo>
                    <a:pt x="88615" y="112190"/>
                  </a:lnTo>
                  <a:lnTo>
                    <a:pt x="88615" y="112640"/>
                  </a:lnTo>
                  <a:lnTo>
                    <a:pt x="88615" y="112941"/>
                  </a:lnTo>
                  <a:lnTo>
                    <a:pt x="88615" y="112941"/>
                  </a:lnTo>
                  <a:lnTo>
                    <a:pt x="88615" y="113241"/>
                  </a:lnTo>
                  <a:lnTo>
                    <a:pt x="88615" y="113692"/>
                  </a:lnTo>
                  <a:lnTo>
                    <a:pt x="88615" y="113692"/>
                  </a:lnTo>
                  <a:lnTo>
                    <a:pt x="88615" y="114292"/>
                  </a:lnTo>
                  <a:lnTo>
                    <a:pt x="88951" y="115043"/>
                  </a:lnTo>
                  <a:lnTo>
                    <a:pt x="88951" y="115794"/>
                  </a:lnTo>
                  <a:lnTo>
                    <a:pt x="89454" y="115794"/>
                  </a:lnTo>
                  <a:lnTo>
                    <a:pt x="89454" y="116095"/>
                  </a:lnTo>
                  <a:lnTo>
                    <a:pt x="89454" y="116095"/>
                  </a:lnTo>
                  <a:lnTo>
                    <a:pt x="89790" y="116545"/>
                  </a:lnTo>
                  <a:lnTo>
                    <a:pt x="90965" y="116545"/>
                  </a:lnTo>
                  <a:lnTo>
                    <a:pt x="91468" y="116545"/>
                  </a:lnTo>
                  <a:lnTo>
                    <a:pt x="91804" y="116846"/>
                  </a:lnTo>
                  <a:lnTo>
                    <a:pt x="91804" y="116846"/>
                  </a:lnTo>
                  <a:lnTo>
                    <a:pt x="92139" y="117146"/>
                  </a:lnTo>
                  <a:lnTo>
                    <a:pt x="92139" y="117146"/>
                  </a:lnTo>
                  <a:lnTo>
                    <a:pt x="92139" y="117596"/>
                  </a:lnTo>
                  <a:lnTo>
                    <a:pt x="92139" y="117897"/>
                  </a:lnTo>
                  <a:lnTo>
                    <a:pt x="92139" y="118197"/>
                  </a:lnTo>
                  <a:lnTo>
                    <a:pt x="92643" y="118648"/>
                  </a:lnTo>
                  <a:lnTo>
                    <a:pt x="92643" y="118648"/>
                  </a:lnTo>
                  <a:lnTo>
                    <a:pt x="93314" y="118948"/>
                  </a:lnTo>
                  <a:lnTo>
                    <a:pt x="94993" y="120000"/>
                  </a:lnTo>
                  <a:lnTo>
                    <a:pt x="95328" y="119699"/>
                  </a:lnTo>
                  <a:lnTo>
                    <a:pt x="96167" y="118948"/>
                  </a:lnTo>
                  <a:lnTo>
                    <a:pt x="96167" y="117897"/>
                  </a:lnTo>
                  <a:lnTo>
                    <a:pt x="95832" y="117897"/>
                  </a:lnTo>
                  <a:lnTo>
                    <a:pt x="95328" y="117897"/>
                  </a:lnTo>
                  <a:lnTo>
                    <a:pt x="94993" y="117897"/>
                  </a:lnTo>
                  <a:lnTo>
                    <a:pt x="94993" y="117146"/>
                  </a:lnTo>
                  <a:lnTo>
                    <a:pt x="95328" y="117146"/>
                  </a:lnTo>
                  <a:lnTo>
                    <a:pt x="95832" y="116545"/>
                  </a:lnTo>
                  <a:lnTo>
                    <a:pt x="95832" y="116095"/>
                  </a:lnTo>
                  <a:lnTo>
                    <a:pt x="94153" y="115794"/>
                  </a:lnTo>
                  <a:lnTo>
                    <a:pt x="94153" y="115043"/>
                  </a:lnTo>
                  <a:lnTo>
                    <a:pt x="94657" y="113992"/>
                  </a:lnTo>
                  <a:lnTo>
                    <a:pt x="94657" y="113692"/>
                  </a:lnTo>
                  <a:lnTo>
                    <a:pt x="94993" y="112941"/>
                  </a:lnTo>
                  <a:lnTo>
                    <a:pt x="95328" y="112640"/>
                  </a:lnTo>
                  <a:lnTo>
                    <a:pt x="96167" y="112640"/>
                  </a:lnTo>
                  <a:lnTo>
                    <a:pt x="96503" y="113241"/>
                  </a:lnTo>
                  <a:lnTo>
                    <a:pt x="96503" y="114292"/>
                  </a:lnTo>
                  <a:lnTo>
                    <a:pt x="95832" y="115794"/>
                  </a:lnTo>
                  <a:lnTo>
                    <a:pt x="96503" y="116095"/>
                  </a:lnTo>
                  <a:lnTo>
                    <a:pt x="97006" y="116846"/>
                  </a:lnTo>
                  <a:lnTo>
                    <a:pt x="97342" y="117596"/>
                  </a:lnTo>
                  <a:lnTo>
                    <a:pt x="97342" y="117897"/>
                  </a:lnTo>
                  <a:lnTo>
                    <a:pt x="98517" y="116095"/>
                  </a:lnTo>
                  <a:lnTo>
                    <a:pt x="99020" y="114743"/>
                  </a:lnTo>
                  <a:lnTo>
                    <a:pt x="99020" y="113692"/>
                  </a:lnTo>
                  <a:lnTo>
                    <a:pt x="99020" y="111889"/>
                  </a:lnTo>
                  <a:lnTo>
                    <a:pt x="99020" y="111138"/>
                  </a:lnTo>
                  <a:lnTo>
                    <a:pt x="99356" y="110838"/>
                  </a:lnTo>
                  <a:lnTo>
                    <a:pt x="99692" y="110838"/>
                  </a:lnTo>
                  <a:lnTo>
                    <a:pt x="99692" y="110387"/>
                  </a:lnTo>
                  <a:lnTo>
                    <a:pt x="99692" y="110087"/>
                  </a:lnTo>
                  <a:lnTo>
                    <a:pt x="100195" y="109336"/>
                  </a:lnTo>
                  <a:lnTo>
                    <a:pt x="99692" y="109036"/>
                  </a:lnTo>
                  <a:lnTo>
                    <a:pt x="100195" y="108285"/>
                  </a:lnTo>
                  <a:lnTo>
                    <a:pt x="100195" y="107534"/>
                  </a:lnTo>
                  <a:lnTo>
                    <a:pt x="99692" y="107234"/>
                  </a:lnTo>
                  <a:lnTo>
                    <a:pt x="99020" y="106483"/>
                  </a:lnTo>
                  <a:lnTo>
                    <a:pt x="98517" y="106483"/>
                  </a:lnTo>
                  <a:lnTo>
                    <a:pt x="97342" y="106483"/>
                  </a:lnTo>
                  <a:lnTo>
                    <a:pt x="97678" y="107234"/>
                  </a:lnTo>
                  <a:lnTo>
                    <a:pt x="97678" y="107234"/>
                  </a:lnTo>
                  <a:lnTo>
                    <a:pt x="98181" y="107234"/>
                  </a:lnTo>
                  <a:lnTo>
                    <a:pt x="98181" y="106933"/>
                  </a:lnTo>
                  <a:lnTo>
                    <a:pt x="97678" y="107534"/>
                  </a:lnTo>
                  <a:lnTo>
                    <a:pt x="96503" y="106933"/>
                  </a:lnTo>
                  <a:lnTo>
                    <a:pt x="95328" y="105882"/>
                  </a:lnTo>
                  <a:lnTo>
                    <a:pt x="94657" y="105431"/>
                  </a:lnTo>
                  <a:lnTo>
                    <a:pt x="94153" y="105131"/>
                  </a:lnTo>
                  <a:lnTo>
                    <a:pt x="93314" y="104831"/>
                  </a:lnTo>
                  <a:lnTo>
                    <a:pt x="93314" y="104080"/>
                  </a:lnTo>
                  <a:lnTo>
                    <a:pt x="92643" y="103629"/>
                  </a:lnTo>
                  <a:lnTo>
                    <a:pt x="91804" y="103329"/>
                  </a:lnTo>
                  <a:lnTo>
                    <a:pt x="90965" y="102578"/>
                  </a:lnTo>
                  <a:lnTo>
                    <a:pt x="91804" y="103629"/>
                  </a:lnTo>
                  <a:lnTo>
                    <a:pt x="92139" y="104380"/>
                  </a:lnTo>
                  <a:lnTo>
                    <a:pt x="92139" y="105131"/>
                  </a:lnTo>
                  <a:lnTo>
                    <a:pt x="91468" y="106182"/>
                  </a:lnTo>
                  <a:lnTo>
                    <a:pt x="90629" y="105431"/>
                  </a:lnTo>
                  <a:lnTo>
                    <a:pt x="90965" y="105131"/>
                  </a:lnTo>
                  <a:lnTo>
                    <a:pt x="90965" y="105131"/>
                  </a:lnTo>
                  <a:lnTo>
                    <a:pt x="91468" y="105131"/>
                  </a:lnTo>
                  <a:lnTo>
                    <a:pt x="91804" y="104831"/>
                  </a:lnTo>
                  <a:lnTo>
                    <a:pt x="91468" y="104380"/>
                  </a:lnTo>
                  <a:lnTo>
                    <a:pt x="90965" y="103629"/>
                  </a:lnTo>
                  <a:lnTo>
                    <a:pt x="90293" y="102578"/>
                  </a:lnTo>
                  <a:lnTo>
                    <a:pt x="89454" y="101977"/>
                  </a:lnTo>
                  <a:lnTo>
                    <a:pt x="88279" y="101226"/>
                  </a:lnTo>
                  <a:lnTo>
                    <a:pt x="88615" y="101977"/>
                  </a:lnTo>
                  <a:lnTo>
                    <a:pt x="88615" y="101977"/>
                  </a:lnTo>
                  <a:lnTo>
                    <a:pt x="88615" y="102277"/>
                  </a:lnTo>
                  <a:lnTo>
                    <a:pt x="87776" y="102277"/>
                  </a:lnTo>
                  <a:lnTo>
                    <a:pt x="87104" y="101977"/>
                  </a:lnTo>
                  <a:lnTo>
                    <a:pt x="87104" y="100926"/>
                  </a:lnTo>
                  <a:lnTo>
                    <a:pt x="87104" y="99123"/>
                  </a:lnTo>
                  <a:lnTo>
                    <a:pt x="87440" y="99424"/>
                  </a:lnTo>
                  <a:lnTo>
                    <a:pt x="87440" y="100175"/>
                  </a:lnTo>
                  <a:lnTo>
                    <a:pt x="87440" y="100475"/>
                  </a:lnTo>
                  <a:lnTo>
                    <a:pt x="88279" y="100926"/>
                  </a:lnTo>
                  <a:lnTo>
                    <a:pt x="88615" y="100926"/>
                  </a:lnTo>
                  <a:lnTo>
                    <a:pt x="87776" y="98372"/>
                  </a:lnTo>
                  <a:lnTo>
                    <a:pt x="87440" y="96270"/>
                  </a:lnTo>
                  <a:lnTo>
                    <a:pt x="87104" y="95519"/>
                  </a:lnTo>
                  <a:lnTo>
                    <a:pt x="86265" y="94768"/>
                  </a:lnTo>
                  <a:lnTo>
                    <a:pt x="85762" y="93717"/>
                  </a:lnTo>
                  <a:lnTo>
                    <a:pt x="86265" y="92665"/>
                  </a:lnTo>
                  <a:lnTo>
                    <a:pt x="85426" y="92966"/>
                  </a:lnTo>
                  <a:lnTo>
                    <a:pt x="84587" y="94167"/>
                  </a:lnTo>
                  <a:lnTo>
                    <a:pt x="83916" y="94768"/>
                  </a:lnTo>
                  <a:lnTo>
                    <a:pt x="84251" y="94768"/>
                  </a:lnTo>
                  <a:lnTo>
                    <a:pt x="84251" y="94768"/>
                  </a:lnTo>
                  <a:lnTo>
                    <a:pt x="84251" y="95219"/>
                  </a:lnTo>
                  <a:lnTo>
                    <a:pt x="83412" y="95219"/>
                  </a:lnTo>
                  <a:lnTo>
                    <a:pt x="82741" y="94768"/>
                  </a:lnTo>
                  <a:lnTo>
                    <a:pt x="81902" y="94167"/>
                  </a:lnTo>
                  <a:lnTo>
                    <a:pt x="81902" y="93416"/>
                  </a:lnTo>
                  <a:lnTo>
                    <a:pt x="81398" y="92966"/>
                  </a:lnTo>
                  <a:lnTo>
                    <a:pt x="81062" y="92665"/>
                  </a:lnTo>
                  <a:lnTo>
                    <a:pt x="81398" y="92365"/>
                  </a:lnTo>
                  <a:lnTo>
                    <a:pt x="81902" y="91914"/>
                  </a:lnTo>
                  <a:lnTo>
                    <a:pt x="81398" y="90863"/>
                  </a:lnTo>
                  <a:lnTo>
                    <a:pt x="81398" y="89812"/>
                  </a:lnTo>
                  <a:lnTo>
                    <a:pt x="81062" y="89511"/>
                  </a:lnTo>
                  <a:lnTo>
                    <a:pt x="79888" y="89061"/>
                  </a:lnTo>
                  <a:lnTo>
                    <a:pt x="80223" y="89812"/>
                  </a:lnTo>
                  <a:lnTo>
                    <a:pt x="80223" y="90563"/>
                  </a:lnTo>
                  <a:lnTo>
                    <a:pt x="79888" y="91614"/>
                  </a:lnTo>
                  <a:lnTo>
                    <a:pt x="79552" y="91914"/>
                  </a:lnTo>
                  <a:lnTo>
                    <a:pt x="79048" y="91614"/>
                  </a:lnTo>
                  <a:lnTo>
                    <a:pt x="78377" y="90563"/>
                  </a:lnTo>
                  <a:lnTo>
                    <a:pt x="77538" y="89812"/>
                  </a:lnTo>
                  <a:lnTo>
                    <a:pt x="77538" y="88460"/>
                  </a:lnTo>
                  <a:lnTo>
                    <a:pt x="77874" y="88460"/>
                  </a:lnTo>
                  <a:lnTo>
                    <a:pt x="78713" y="88460"/>
                  </a:lnTo>
                  <a:lnTo>
                    <a:pt x="79552" y="88760"/>
                  </a:lnTo>
                  <a:lnTo>
                    <a:pt x="80223" y="88460"/>
                  </a:lnTo>
                  <a:lnTo>
                    <a:pt x="80727" y="88010"/>
                  </a:lnTo>
                  <a:lnTo>
                    <a:pt x="80727" y="87409"/>
                  </a:lnTo>
                  <a:lnTo>
                    <a:pt x="81062" y="86357"/>
                  </a:lnTo>
                  <a:lnTo>
                    <a:pt x="80727" y="85607"/>
                  </a:lnTo>
                  <a:lnTo>
                    <a:pt x="80727" y="85156"/>
                  </a:lnTo>
                  <a:lnTo>
                    <a:pt x="81398" y="85156"/>
                  </a:lnTo>
                  <a:lnTo>
                    <a:pt x="81398" y="84856"/>
                  </a:lnTo>
                  <a:lnTo>
                    <a:pt x="81398" y="84105"/>
                  </a:lnTo>
                  <a:lnTo>
                    <a:pt x="81398" y="83804"/>
                  </a:lnTo>
                  <a:lnTo>
                    <a:pt x="81398" y="83504"/>
                  </a:lnTo>
                  <a:lnTo>
                    <a:pt x="81902" y="82753"/>
                  </a:lnTo>
                  <a:lnTo>
                    <a:pt x="81398" y="82453"/>
                  </a:lnTo>
                  <a:lnTo>
                    <a:pt x="81062" y="81702"/>
                  </a:lnTo>
                  <a:lnTo>
                    <a:pt x="81062" y="80951"/>
                  </a:lnTo>
                  <a:lnTo>
                    <a:pt x="81398" y="80200"/>
                  </a:lnTo>
                  <a:lnTo>
                    <a:pt x="81062" y="80650"/>
                  </a:lnTo>
                  <a:lnTo>
                    <a:pt x="81062" y="79899"/>
                  </a:lnTo>
                  <a:lnTo>
                    <a:pt x="81902" y="78097"/>
                  </a:lnTo>
                  <a:lnTo>
                    <a:pt x="83412" y="76295"/>
                  </a:lnTo>
                  <a:lnTo>
                    <a:pt x="85090" y="74943"/>
                  </a:lnTo>
                  <a:lnTo>
                    <a:pt x="87104" y="74943"/>
                  </a:lnTo>
                  <a:lnTo>
                    <a:pt x="86601" y="75694"/>
                  </a:lnTo>
                  <a:lnTo>
                    <a:pt x="87440" y="75694"/>
                  </a:lnTo>
                  <a:lnTo>
                    <a:pt x="88279" y="75244"/>
                  </a:lnTo>
                  <a:lnTo>
                    <a:pt x="88951" y="74943"/>
                  </a:lnTo>
                  <a:lnTo>
                    <a:pt x="88951" y="74493"/>
                  </a:lnTo>
                  <a:lnTo>
                    <a:pt x="87104" y="74192"/>
                  </a:lnTo>
                  <a:lnTo>
                    <a:pt x="86601" y="73441"/>
                  </a:lnTo>
                  <a:lnTo>
                    <a:pt x="87104" y="72390"/>
                  </a:lnTo>
                  <a:lnTo>
                    <a:pt x="87776" y="73892"/>
                  </a:lnTo>
                  <a:lnTo>
                    <a:pt x="88279" y="73892"/>
                  </a:lnTo>
                  <a:lnTo>
                    <a:pt x="88279" y="73441"/>
                  </a:lnTo>
                  <a:lnTo>
                    <a:pt x="89454" y="73892"/>
                  </a:lnTo>
                  <a:lnTo>
                    <a:pt x="90293" y="73892"/>
                  </a:lnTo>
                  <a:lnTo>
                    <a:pt x="90293" y="73441"/>
                  </a:lnTo>
                  <a:lnTo>
                    <a:pt x="89454" y="72841"/>
                  </a:lnTo>
                  <a:lnTo>
                    <a:pt x="90293" y="71789"/>
                  </a:lnTo>
                  <a:lnTo>
                    <a:pt x="90965" y="70287"/>
                  </a:lnTo>
                  <a:lnTo>
                    <a:pt x="92139" y="69536"/>
                  </a:lnTo>
                  <a:lnTo>
                    <a:pt x="92643" y="70588"/>
                  </a:lnTo>
                  <a:lnTo>
                    <a:pt x="92979" y="71038"/>
                  </a:lnTo>
                  <a:lnTo>
                    <a:pt x="94153" y="71789"/>
                  </a:lnTo>
                  <a:lnTo>
                    <a:pt x="94657" y="71789"/>
                  </a:lnTo>
                  <a:lnTo>
                    <a:pt x="95328" y="70588"/>
                  </a:lnTo>
                  <a:lnTo>
                    <a:pt x="96167" y="70287"/>
                  </a:lnTo>
                  <a:lnTo>
                    <a:pt x="95832" y="71339"/>
                  </a:lnTo>
                  <a:lnTo>
                    <a:pt x="95328" y="72090"/>
                  </a:lnTo>
                  <a:lnTo>
                    <a:pt x="94657" y="72390"/>
                  </a:lnTo>
                  <a:lnTo>
                    <a:pt x="93818" y="72390"/>
                  </a:lnTo>
                  <a:lnTo>
                    <a:pt x="93314" y="73141"/>
                  </a:lnTo>
                  <a:lnTo>
                    <a:pt x="93314" y="73892"/>
                  </a:lnTo>
                  <a:lnTo>
                    <a:pt x="93314" y="74493"/>
                  </a:lnTo>
                  <a:lnTo>
                    <a:pt x="92139" y="74943"/>
                  </a:lnTo>
                  <a:lnTo>
                    <a:pt x="92139" y="74493"/>
                  </a:lnTo>
                  <a:lnTo>
                    <a:pt x="92979" y="74493"/>
                  </a:lnTo>
                  <a:lnTo>
                    <a:pt x="92979" y="74493"/>
                  </a:lnTo>
                  <a:lnTo>
                    <a:pt x="92979" y="74192"/>
                  </a:lnTo>
                  <a:lnTo>
                    <a:pt x="92643" y="74192"/>
                  </a:lnTo>
                  <a:lnTo>
                    <a:pt x="92643" y="73892"/>
                  </a:lnTo>
                  <a:lnTo>
                    <a:pt x="92643" y="74192"/>
                  </a:lnTo>
                  <a:lnTo>
                    <a:pt x="92643" y="73892"/>
                  </a:lnTo>
                  <a:lnTo>
                    <a:pt x="91804" y="74192"/>
                  </a:lnTo>
                  <a:lnTo>
                    <a:pt x="91468" y="74192"/>
                  </a:lnTo>
                  <a:lnTo>
                    <a:pt x="90965" y="74192"/>
                  </a:lnTo>
                  <a:lnTo>
                    <a:pt x="91804" y="74943"/>
                  </a:lnTo>
                  <a:lnTo>
                    <a:pt x="91468" y="75244"/>
                  </a:lnTo>
                  <a:lnTo>
                    <a:pt x="90965" y="75694"/>
                  </a:lnTo>
                  <a:lnTo>
                    <a:pt x="90965" y="75244"/>
                  </a:lnTo>
                  <a:lnTo>
                    <a:pt x="90629" y="74493"/>
                  </a:lnTo>
                  <a:lnTo>
                    <a:pt x="90293" y="74943"/>
                  </a:lnTo>
                  <a:lnTo>
                    <a:pt x="90293" y="75244"/>
                  </a:lnTo>
                  <a:lnTo>
                    <a:pt x="90293" y="75694"/>
                  </a:lnTo>
                  <a:lnTo>
                    <a:pt x="89790" y="75994"/>
                  </a:lnTo>
                  <a:lnTo>
                    <a:pt x="89454" y="75994"/>
                  </a:lnTo>
                  <a:lnTo>
                    <a:pt x="89790" y="76295"/>
                  </a:lnTo>
                  <a:lnTo>
                    <a:pt x="89454" y="77046"/>
                  </a:lnTo>
                  <a:lnTo>
                    <a:pt x="88951" y="78097"/>
                  </a:lnTo>
                  <a:lnTo>
                    <a:pt x="88951" y="78848"/>
                  </a:lnTo>
                  <a:lnTo>
                    <a:pt x="89454" y="78848"/>
                  </a:lnTo>
                  <a:lnTo>
                    <a:pt x="90629" y="77797"/>
                  </a:lnTo>
                  <a:lnTo>
                    <a:pt x="92643" y="77046"/>
                  </a:lnTo>
                  <a:lnTo>
                    <a:pt x="92979" y="76745"/>
                  </a:lnTo>
                  <a:lnTo>
                    <a:pt x="93818" y="75994"/>
                  </a:lnTo>
                  <a:lnTo>
                    <a:pt x="98181" y="73892"/>
                  </a:lnTo>
                  <a:lnTo>
                    <a:pt x="105734" y="68936"/>
                  </a:lnTo>
                  <a:lnTo>
                    <a:pt x="112783" y="63229"/>
                  </a:lnTo>
                  <a:lnTo>
                    <a:pt x="114797" y="62478"/>
                  </a:lnTo>
                  <a:lnTo>
                    <a:pt x="118321" y="61727"/>
                  </a:lnTo>
                  <a:lnTo>
                    <a:pt x="119664" y="61126"/>
                  </a:lnTo>
                  <a:lnTo>
                    <a:pt x="120000" y="60375"/>
                  </a:lnTo>
                  <a:lnTo>
                    <a:pt x="119160" y="59624"/>
                  </a:lnTo>
                  <a:lnTo>
                    <a:pt x="118825" y="59324"/>
                  </a:lnTo>
                  <a:lnTo>
                    <a:pt x="117146" y="56470"/>
                  </a:lnTo>
                  <a:lnTo>
                    <a:pt x="116811" y="56470"/>
                  </a:lnTo>
                  <a:lnTo>
                    <a:pt x="116475" y="55719"/>
                  </a:lnTo>
                  <a:lnTo>
                    <a:pt x="115972" y="55419"/>
                  </a:lnTo>
                  <a:lnTo>
                    <a:pt x="115636" y="55419"/>
                  </a:lnTo>
                  <a:lnTo>
                    <a:pt x="115636" y="54668"/>
                  </a:lnTo>
                  <a:lnTo>
                    <a:pt x="115636" y="54668"/>
                  </a:lnTo>
                  <a:lnTo>
                    <a:pt x="115636" y="54668"/>
                  </a:lnTo>
                  <a:lnTo>
                    <a:pt x="115300" y="54367"/>
                  </a:lnTo>
                  <a:lnTo>
                    <a:pt x="113958" y="52866"/>
                  </a:lnTo>
                  <a:lnTo>
                    <a:pt x="113958" y="52866"/>
                  </a:lnTo>
                  <a:lnTo>
                    <a:pt x="113622" y="52565"/>
                  </a:lnTo>
                  <a:lnTo>
                    <a:pt x="113622" y="51814"/>
                  </a:lnTo>
                  <a:lnTo>
                    <a:pt x="113286" y="51063"/>
                  </a:lnTo>
                  <a:lnTo>
                    <a:pt x="113286" y="50463"/>
                  </a:lnTo>
                  <a:lnTo>
                    <a:pt x="113286" y="50463"/>
                  </a:lnTo>
                  <a:lnTo>
                    <a:pt x="112783" y="49712"/>
                  </a:lnTo>
                  <a:lnTo>
                    <a:pt x="112111" y="49261"/>
                  </a:lnTo>
                  <a:lnTo>
                    <a:pt x="111272" y="50012"/>
                  </a:lnTo>
                  <a:lnTo>
                    <a:pt x="111272" y="50763"/>
                  </a:lnTo>
                  <a:lnTo>
                    <a:pt x="111272" y="50763"/>
                  </a:lnTo>
                  <a:lnTo>
                    <a:pt x="110937" y="51063"/>
                  </a:lnTo>
                  <a:lnTo>
                    <a:pt x="110433" y="51063"/>
                  </a:lnTo>
                  <a:lnTo>
                    <a:pt x="108083" y="51063"/>
                  </a:lnTo>
                  <a:lnTo>
                    <a:pt x="108083" y="50763"/>
                  </a:lnTo>
                  <a:lnTo>
                    <a:pt x="107748" y="50763"/>
                  </a:lnTo>
                  <a:lnTo>
                    <a:pt x="107748" y="50463"/>
                  </a:lnTo>
                  <a:lnTo>
                    <a:pt x="107748" y="50012"/>
                  </a:lnTo>
                  <a:lnTo>
                    <a:pt x="107748" y="50012"/>
                  </a:lnTo>
                  <a:lnTo>
                    <a:pt x="107244" y="50012"/>
                  </a:lnTo>
                  <a:lnTo>
                    <a:pt x="106909" y="49712"/>
                  </a:lnTo>
                  <a:lnTo>
                    <a:pt x="106909" y="49712"/>
                  </a:lnTo>
                  <a:lnTo>
                    <a:pt x="106573" y="49712"/>
                  </a:lnTo>
                  <a:lnTo>
                    <a:pt x="106069" y="50012"/>
                  </a:lnTo>
                  <a:lnTo>
                    <a:pt x="105734" y="50463"/>
                  </a:lnTo>
                  <a:lnTo>
                    <a:pt x="105734" y="50763"/>
                  </a:lnTo>
                  <a:lnTo>
                    <a:pt x="105230" y="51063"/>
                  </a:lnTo>
                  <a:lnTo>
                    <a:pt x="105230" y="51514"/>
                  </a:lnTo>
                  <a:lnTo>
                    <a:pt x="105230" y="51514"/>
                  </a:lnTo>
                  <a:lnTo>
                    <a:pt x="104895" y="51514"/>
                  </a:lnTo>
                  <a:lnTo>
                    <a:pt x="104559" y="51514"/>
                  </a:lnTo>
                  <a:lnTo>
                    <a:pt x="104559" y="51063"/>
                  </a:lnTo>
                  <a:lnTo>
                    <a:pt x="104055" y="51063"/>
                  </a:lnTo>
                  <a:lnTo>
                    <a:pt x="104055" y="50763"/>
                  </a:lnTo>
                  <a:lnTo>
                    <a:pt x="104055" y="50463"/>
                  </a:lnTo>
                  <a:lnTo>
                    <a:pt x="104055" y="50463"/>
                  </a:lnTo>
                  <a:lnTo>
                    <a:pt x="104055" y="50012"/>
                  </a:lnTo>
                  <a:lnTo>
                    <a:pt x="103720" y="50012"/>
                  </a:lnTo>
                  <a:lnTo>
                    <a:pt x="103384" y="50012"/>
                  </a:lnTo>
                  <a:lnTo>
                    <a:pt x="102881" y="49712"/>
                  </a:lnTo>
                  <a:lnTo>
                    <a:pt x="102545" y="49712"/>
                  </a:lnTo>
                  <a:lnTo>
                    <a:pt x="102545" y="50012"/>
                  </a:lnTo>
                  <a:lnTo>
                    <a:pt x="102545" y="50463"/>
                  </a:lnTo>
                  <a:lnTo>
                    <a:pt x="102041" y="50763"/>
                  </a:lnTo>
                  <a:lnTo>
                    <a:pt x="102041" y="51063"/>
                  </a:lnTo>
                  <a:lnTo>
                    <a:pt x="101706" y="51063"/>
                  </a:lnTo>
                  <a:lnTo>
                    <a:pt x="100867" y="51514"/>
                  </a:lnTo>
                  <a:lnTo>
                    <a:pt x="100531" y="51814"/>
                  </a:lnTo>
                  <a:lnTo>
                    <a:pt x="100195" y="52115"/>
                  </a:lnTo>
                  <a:lnTo>
                    <a:pt x="99020" y="53617"/>
                  </a:lnTo>
                  <a:lnTo>
                    <a:pt x="98517" y="53917"/>
                  </a:lnTo>
                  <a:lnTo>
                    <a:pt x="97678" y="53917"/>
                  </a:lnTo>
                  <a:lnTo>
                    <a:pt x="97342" y="53316"/>
                  </a:lnTo>
                  <a:lnTo>
                    <a:pt x="97006" y="52866"/>
                  </a:lnTo>
                  <a:lnTo>
                    <a:pt x="96167" y="52565"/>
                  </a:lnTo>
                  <a:lnTo>
                    <a:pt x="95832" y="52115"/>
                  </a:lnTo>
                  <a:lnTo>
                    <a:pt x="95328" y="52115"/>
                  </a:lnTo>
                  <a:lnTo>
                    <a:pt x="95328" y="52565"/>
                  </a:lnTo>
                  <a:lnTo>
                    <a:pt x="94993" y="52565"/>
                  </a:lnTo>
                  <a:lnTo>
                    <a:pt x="94657" y="52866"/>
                  </a:lnTo>
                  <a:lnTo>
                    <a:pt x="94153" y="52866"/>
                  </a:lnTo>
                  <a:lnTo>
                    <a:pt x="94153" y="52866"/>
                  </a:lnTo>
                  <a:lnTo>
                    <a:pt x="92139" y="52565"/>
                  </a:lnTo>
                  <a:lnTo>
                    <a:pt x="91804" y="52115"/>
                  </a:lnTo>
                  <a:lnTo>
                    <a:pt x="91804" y="51814"/>
                  </a:lnTo>
                  <a:lnTo>
                    <a:pt x="91468" y="51514"/>
                  </a:lnTo>
                  <a:lnTo>
                    <a:pt x="89790" y="48660"/>
                  </a:lnTo>
                  <a:lnTo>
                    <a:pt x="89454" y="47909"/>
                  </a:lnTo>
                  <a:lnTo>
                    <a:pt x="89454" y="47909"/>
                  </a:lnTo>
                  <a:lnTo>
                    <a:pt x="89454" y="47609"/>
                  </a:lnTo>
                  <a:lnTo>
                    <a:pt x="88951" y="47158"/>
                  </a:lnTo>
                  <a:lnTo>
                    <a:pt x="88615" y="47158"/>
                  </a:lnTo>
                  <a:lnTo>
                    <a:pt x="87776" y="46858"/>
                  </a:lnTo>
                  <a:lnTo>
                    <a:pt x="87440" y="46858"/>
                  </a:lnTo>
                  <a:lnTo>
                    <a:pt x="86265" y="46107"/>
                  </a:lnTo>
                  <a:lnTo>
                    <a:pt x="85762" y="45807"/>
                  </a:lnTo>
                  <a:lnTo>
                    <a:pt x="85762" y="45807"/>
                  </a:lnTo>
                  <a:lnTo>
                    <a:pt x="85426" y="45807"/>
                  </a:lnTo>
                  <a:lnTo>
                    <a:pt x="85090" y="45356"/>
                  </a:lnTo>
                  <a:lnTo>
                    <a:pt x="84587" y="45056"/>
                  </a:lnTo>
                  <a:lnTo>
                    <a:pt x="84251" y="43254"/>
                  </a:lnTo>
                  <a:lnTo>
                    <a:pt x="83916" y="41902"/>
                  </a:lnTo>
                  <a:lnTo>
                    <a:pt x="82741" y="40100"/>
                  </a:lnTo>
                  <a:lnTo>
                    <a:pt x="83076" y="39048"/>
                  </a:lnTo>
                  <a:lnTo>
                    <a:pt x="83076" y="38748"/>
                  </a:lnTo>
                  <a:lnTo>
                    <a:pt x="83076" y="38297"/>
                  </a:lnTo>
                  <a:lnTo>
                    <a:pt x="83412" y="37997"/>
                  </a:lnTo>
                  <a:lnTo>
                    <a:pt x="83412" y="37546"/>
                  </a:lnTo>
                  <a:lnTo>
                    <a:pt x="83412" y="37546"/>
                  </a:lnTo>
                  <a:lnTo>
                    <a:pt x="83916" y="37546"/>
                  </a:lnTo>
                  <a:lnTo>
                    <a:pt x="83916" y="37246"/>
                  </a:lnTo>
                  <a:lnTo>
                    <a:pt x="85090" y="36946"/>
                  </a:lnTo>
                  <a:lnTo>
                    <a:pt x="85426" y="36495"/>
                  </a:lnTo>
                  <a:lnTo>
                    <a:pt x="85762" y="36195"/>
                  </a:lnTo>
                  <a:lnTo>
                    <a:pt x="85762" y="36195"/>
                  </a:lnTo>
                  <a:lnTo>
                    <a:pt x="85762" y="35894"/>
                  </a:lnTo>
                  <a:lnTo>
                    <a:pt x="85762" y="35444"/>
                  </a:lnTo>
                  <a:lnTo>
                    <a:pt x="85762" y="35143"/>
                  </a:lnTo>
                  <a:lnTo>
                    <a:pt x="85762" y="34392"/>
                  </a:lnTo>
                  <a:lnTo>
                    <a:pt x="85426" y="33341"/>
                  </a:lnTo>
                  <a:lnTo>
                    <a:pt x="85090" y="33041"/>
                  </a:lnTo>
                  <a:lnTo>
                    <a:pt x="84587" y="32590"/>
                  </a:lnTo>
                  <a:lnTo>
                    <a:pt x="83916" y="31989"/>
                  </a:lnTo>
                  <a:lnTo>
                    <a:pt x="83412" y="31539"/>
                  </a:lnTo>
                  <a:lnTo>
                    <a:pt x="83412" y="31539"/>
                  </a:lnTo>
                  <a:lnTo>
                    <a:pt x="83076" y="31539"/>
                  </a:lnTo>
                  <a:lnTo>
                    <a:pt x="83076" y="31239"/>
                  </a:lnTo>
                  <a:lnTo>
                    <a:pt x="82741" y="30187"/>
                  </a:lnTo>
                  <a:lnTo>
                    <a:pt x="82741" y="29737"/>
                  </a:lnTo>
                  <a:lnTo>
                    <a:pt x="82237" y="29737"/>
                  </a:lnTo>
                  <a:lnTo>
                    <a:pt x="82237" y="29737"/>
                  </a:lnTo>
                  <a:lnTo>
                    <a:pt x="81398" y="29737"/>
                  </a:lnTo>
                  <a:lnTo>
                    <a:pt x="81398" y="29737"/>
                  </a:lnTo>
                  <a:lnTo>
                    <a:pt x="81062" y="29436"/>
                  </a:lnTo>
                  <a:lnTo>
                    <a:pt x="81062" y="29436"/>
                  </a:lnTo>
                  <a:lnTo>
                    <a:pt x="81062" y="29136"/>
                  </a:lnTo>
                  <a:lnTo>
                    <a:pt x="80727" y="29136"/>
                  </a:lnTo>
                  <a:lnTo>
                    <a:pt x="80727" y="28685"/>
                  </a:lnTo>
                  <a:lnTo>
                    <a:pt x="80223" y="28685"/>
                  </a:lnTo>
                  <a:lnTo>
                    <a:pt x="79552" y="29136"/>
                  </a:lnTo>
                  <a:lnTo>
                    <a:pt x="79048" y="29136"/>
                  </a:lnTo>
                  <a:lnTo>
                    <a:pt x="78713" y="28685"/>
                  </a:lnTo>
                  <a:lnTo>
                    <a:pt x="77538" y="28085"/>
                  </a:lnTo>
                  <a:lnTo>
                    <a:pt x="76699" y="27334"/>
                  </a:lnTo>
                  <a:lnTo>
                    <a:pt x="76363" y="27334"/>
                  </a:lnTo>
                  <a:lnTo>
                    <a:pt x="76363" y="26883"/>
                  </a:lnTo>
                  <a:lnTo>
                    <a:pt x="75860" y="26583"/>
                  </a:lnTo>
                  <a:lnTo>
                    <a:pt x="76363" y="26282"/>
                  </a:lnTo>
                  <a:lnTo>
                    <a:pt x="76363" y="25832"/>
                  </a:lnTo>
                  <a:lnTo>
                    <a:pt x="77034" y="24780"/>
                  </a:lnTo>
                  <a:lnTo>
                    <a:pt x="77538" y="24180"/>
                  </a:lnTo>
                  <a:lnTo>
                    <a:pt x="77874" y="23429"/>
                  </a:lnTo>
                  <a:lnTo>
                    <a:pt x="80223" y="21927"/>
                  </a:lnTo>
                  <a:lnTo>
                    <a:pt x="80727" y="21627"/>
                  </a:lnTo>
                  <a:lnTo>
                    <a:pt x="81398" y="20125"/>
                  </a:lnTo>
                  <a:lnTo>
                    <a:pt x="82741" y="17421"/>
                  </a:lnTo>
                  <a:lnTo>
                    <a:pt x="82741" y="15919"/>
                  </a:lnTo>
                  <a:lnTo>
                    <a:pt x="83076" y="14568"/>
                  </a:lnTo>
                  <a:lnTo>
                    <a:pt x="83076" y="14117"/>
                  </a:lnTo>
                  <a:lnTo>
                    <a:pt x="83412" y="14117"/>
                  </a:lnTo>
                  <a:lnTo>
                    <a:pt x="84251" y="13516"/>
                  </a:lnTo>
                  <a:lnTo>
                    <a:pt x="86265" y="12765"/>
                  </a:lnTo>
                  <a:lnTo>
                    <a:pt x="88615" y="12315"/>
                  </a:lnTo>
                  <a:lnTo>
                    <a:pt x="88951" y="12315"/>
                  </a:lnTo>
                  <a:lnTo>
                    <a:pt x="89790" y="12315"/>
                  </a:lnTo>
                  <a:lnTo>
                    <a:pt x="89790" y="12315"/>
                  </a:lnTo>
                  <a:lnTo>
                    <a:pt x="90293" y="12315"/>
                  </a:lnTo>
                  <a:lnTo>
                    <a:pt x="90293" y="12015"/>
                  </a:lnTo>
                  <a:lnTo>
                    <a:pt x="90293" y="11714"/>
                  </a:lnTo>
                  <a:lnTo>
                    <a:pt x="89790" y="11264"/>
                  </a:lnTo>
                  <a:lnTo>
                    <a:pt x="89790" y="10963"/>
                  </a:lnTo>
                  <a:lnTo>
                    <a:pt x="89454" y="10963"/>
                  </a:lnTo>
                  <a:lnTo>
                    <a:pt x="88951" y="10963"/>
                  </a:lnTo>
                  <a:lnTo>
                    <a:pt x="88615" y="10963"/>
                  </a:lnTo>
                  <a:lnTo>
                    <a:pt x="88615" y="10663"/>
                  </a:lnTo>
                  <a:lnTo>
                    <a:pt x="88279" y="10663"/>
                  </a:lnTo>
                  <a:lnTo>
                    <a:pt x="88279" y="10212"/>
                  </a:lnTo>
                  <a:lnTo>
                    <a:pt x="88615" y="9912"/>
                  </a:lnTo>
                  <a:lnTo>
                    <a:pt x="88951" y="8861"/>
                  </a:lnTo>
                  <a:lnTo>
                    <a:pt x="89454" y="8410"/>
                  </a:lnTo>
                  <a:lnTo>
                    <a:pt x="89454" y="8410"/>
                  </a:lnTo>
                  <a:lnTo>
                    <a:pt x="89790" y="8110"/>
                  </a:lnTo>
                  <a:lnTo>
                    <a:pt x="90293" y="7809"/>
                  </a:lnTo>
                  <a:lnTo>
                    <a:pt x="93314" y="7058"/>
                  </a:lnTo>
                  <a:lnTo>
                    <a:pt x="93314" y="6758"/>
                  </a:lnTo>
                  <a:lnTo>
                    <a:pt x="93818" y="6758"/>
                  </a:lnTo>
                  <a:lnTo>
                    <a:pt x="93314" y="6007"/>
                  </a:lnTo>
                  <a:lnTo>
                    <a:pt x="93314" y="5256"/>
                  </a:lnTo>
                  <a:lnTo>
                    <a:pt x="93314" y="4505"/>
                  </a:lnTo>
                  <a:lnTo>
                    <a:pt x="92643" y="3153"/>
                  </a:lnTo>
                  <a:lnTo>
                    <a:pt x="91804" y="300"/>
                  </a:lnTo>
                  <a:lnTo>
                    <a:pt x="91468" y="300"/>
                  </a:lnTo>
                  <a:lnTo>
                    <a:pt x="90965" y="300"/>
                  </a:lnTo>
                  <a:lnTo>
                    <a:pt x="90293" y="600"/>
                  </a:lnTo>
                  <a:lnTo>
                    <a:pt x="89790" y="600"/>
                  </a:lnTo>
                  <a:lnTo>
                    <a:pt x="89454" y="600"/>
                  </a:lnTo>
                  <a:lnTo>
                    <a:pt x="88279" y="300"/>
                  </a:lnTo>
                  <a:lnTo>
                    <a:pt x="87776" y="0"/>
                  </a:lnTo>
                  <a:lnTo>
                    <a:pt x="85426" y="300"/>
                  </a:lnTo>
                  <a:lnTo>
                    <a:pt x="82741" y="1051"/>
                  </a:lnTo>
                  <a:lnTo>
                    <a:pt x="81902" y="1051"/>
                  </a:lnTo>
                  <a:lnTo>
                    <a:pt x="81062" y="600"/>
                  </a:lnTo>
                  <a:lnTo>
                    <a:pt x="79552" y="0"/>
                  </a:lnTo>
                  <a:lnTo>
                    <a:pt x="77874" y="0"/>
                  </a:lnTo>
                  <a:lnTo>
                    <a:pt x="77034" y="1051"/>
                  </a:lnTo>
                  <a:lnTo>
                    <a:pt x="76363" y="1351"/>
                  </a:lnTo>
                  <a:close/>
                  <a:moveTo>
                    <a:pt x="85426" y="85156"/>
                  </a:moveTo>
                  <a:lnTo>
                    <a:pt x="85426" y="85156"/>
                  </a:lnTo>
                  <a:lnTo>
                    <a:pt x="85426" y="85156"/>
                  </a:lnTo>
                  <a:lnTo>
                    <a:pt x="85426" y="85156"/>
                  </a:lnTo>
                  <a:lnTo>
                    <a:pt x="85426" y="85156"/>
                  </a:lnTo>
                  <a:close/>
                  <a:moveTo>
                    <a:pt x="87440" y="80200"/>
                  </a:moveTo>
                  <a:lnTo>
                    <a:pt x="87440" y="80200"/>
                  </a:lnTo>
                  <a:lnTo>
                    <a:pt x="85426" y="85156"/>
                  </a:lnTo>
                  <a:lnTo>
                    <a:pt x="85426" y="84856"/>
                  </a:lnTo>
                  <a:lnTo>
                    <a:pt x="85426" y="83504"/>
                  </a:lnTo>
                  <a:lnTo>
                    <a:pt x="86265" y="81251"/>
                  </a:lnTo>
                  <a:lnTo>
                    <a:pt x="87104" y="79899"/>
                  </a:lnTo>
                  <a:lnTo>
                    <a:pt x="87776" y="79148"/>
                  </a:lnTo>
                  <a:lnTo>
                    <a:pt x="88951" y="79599"/>
                  </a:lnTo>
                  <a:lnTo>
                    <a:pt x="90293" y="80200"/>
                  </a:lnTo>
                  <a:lnTo>
                    <a:pt x="89454" y="79899"/>
                  </a:lnTo>
                  <a:lnTo>
                    <a:pt x="88615" y="79899"/>
                  </a:lnTo>
                  <a:lnTo>
                    <a:pt x="87440" y="80200"/>
                  </a:lnTo>
                  <a:close/>
                </a:path>
              </a:pathLst>
            </a:custGeom>
            <a:grpFill/>
            <a:ln w="25400" cap="rnd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grpSp>
        <p:nvGrpSpPr>
          <p:cNvPr id="11071" name="Shape 11071"/>
          <p:cNvGrpSpPr/>
          <p:nvPr/>
        </p:nvGrpSpPr>
        <p:grpSpPr>
          <a:xfrm>
            <a:off x="7012327" y="2233833"/>
            <a:ext cx="1707335" cy="65667"/>
            <a:chOff x="-1033671" y="1470991"/>
            <a:chExt cx="3101007" cy="119270"/>
          </a:xfrm>
          <a:solidFill>
            <a:srgbClr val="FF0000"/>
          </a:solidFill>
        </p:grpSpPr>
        <p:sp>
          <p:nvSpPr>
            <p:cNvPr id="11072" name="Shape 11072"/>
            <p:cNvSpPr/>
            <p:nvPr/>
          </p:nvSpPr>
          <p:spPr>
            <a:xfrm>
              <a:off x="-103367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073" name="Shape 11073"/>
            <p:cNvSpPr/>
            <p:nvPr/>
          </p:nvSpPr>
          <p:spPr>
            <a:xfrm>
              <a:off x="-384315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074" name="Shape 11074"/>
            <p:cNvSpPr/>
            <p:nvPr/>
          </p:nvSpPr>
          <p:spPr>
            <a:xfrm>
              <a:off x="26504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075" name="Shape 11075"/>
            <p:cNvSpPr/>
            <p:nvPr/>
          </p:nvSpPr>
          <p:spPr>
            <a:xfrm rot="10800000" flipH="1">
              <a:off x="914397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076" name="Shape 11076"/>
            <p:cNvSpPr/>
            <p:nvPr/>
          </p:nvSpPr>
          <p:spPr>
            <a:xfrm rot="10800000" flipH="1">
              <a:off x="1563753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8B739BB0-E326-48AF-AE16-1ACC2B3B9290}"/>
              </a:ext>
            </a:extLst>
          </p:cNvPr>
          <p:cNvSpPr/>
          <p:nvPr/>
        </p:nvSpPr>
        <p:spPr>
          <a:xfrm>
            <a:off x="6996922" y="3562415"/>
            <a:ext cx="39187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</a:t>
            </a:r>
            <a:r>
              <a: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both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Century Gothic" charset="0"/>
              <a:cs typeface="Prompt" panose="00000500000000000000" pitchFamily="2" charset="-34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5E3B16-A86B-4BF5-A1CE-0AB9D84EA016}"/>
              </a:ext>
            </a:extLst>
          </p:cNvPr>
          <p:cNvSpPr txBox="1"/>
          <p:nvPr/>
        </p:nvSpPr>
        <p:spPr>
          <a:xfrm>
            <a:off x="7016623" y="3077663"/>
            <a:ext cx="2156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42A1754-2077-4F03-AA4A-780241FD50B3}"/>
              </a:ext>
            </a:extLst>
          </p:cNvPr>
          <p:cNvSpPr/>
          <p:nvPr/>
        </p:nvSpPr>
        <p:spPr>
          <a:xfrm>
            <a:off x="7012899" y="2625617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5728D07-209B-483A-98B6-B6F25D36E28D}"/>
              </a:ext>
            </a:extLst>
          </p:cNvPr>
          <p:cNvSpPr/>
          <p:nvPr/>
        </p:nvSpPr>
        <p:spPr>
          <a:xfrm>
            <a:off x="6996922" y="5327775"/>
            <a:ext cx="39187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</a:t>
            </a:r>
            <a:r>
              <a: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both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Century Gothic" charset="0"/>
              <a:cs typeface="Prompt" panose="00000500000000000000" pitchFamily="2" charset="-34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49F7AC-A094-4F8C-A67F-B6628854C24B}"/>
              </a:ext>
            </a:extLst>
          </p:cNvPr>
          <p:cNvSpPr txBox="1"/>
          <p:nvPr/>
        </p:nvSpPr>
        <p:spPr>
          <a:xfrm>
            <a:off x="7016623" y="4843023"/>
            <a:ext cx="2156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grpSp>
        <p:nvGrpSpPr>
          <p:cNvPr id="61" name="Group 1136">
            <a:extLst>
              <a:ext uri="{FF2B5EF4-FFF2-40B4-BE49-F238E27FC236}">
                <a16:creationId xmlns:a16="http://schemas.microsoft.com/office/drawing/2014/main" id="{57232374-2C4D-4057-B1C0-A88B08B634E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137078" y="4401470"/>
            <a:ext cx="365797" cy="441553"/>
            <a:chOff x="2712" y="795"/>
            <a:chExt cx="2255" cy="2722"/>
          </a:xfrm>
          <a:solidFill>
            <a:srgbClr val="FF0000"/>
          </a:solidFill>
        </p:grpSpPr>
        <p:sp>
          <p:nvSpPr>
            <p:cNvPr id="62" name="Freeform 1138">
              <a:extLst>
                <a:ext uri="{FF2B5EF4-FFF2-40B4-BE49-F238E27FC236}">
                  <a16:creationId xmlns:a16="http://schemas.microsoft.com/office/drawing/2014/main" id="{A8DAD41C-6E0D-46B7-81F7-490A0F9CB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545"/>
              <a:ext cx="148" cy="243"/>
            </a:xfrm>
            <a:custGeom>
              <a:avLst/>
              <a:gdLst>
                <a:gd name="T0" fmla="*/ 0 w 298"/>
                <a:gd name="T1" fmla="*/ 0 h 487"/>
                <a:gd name="T2" fmla="*/ 63 w 298"/>
                <a:gd name="T3" fmla="*/ 17 h 487"/>
                <a:gd name="T4" fmla="*/ 124 w 298"/>
                <a:gd name="T5" fmla="*/ 38 h 487"/>
                <a:gd name="T6" fmla="*/ 184 w 298"/>
                <a:gd name="T7" fmla="*/ 65 h 487"/>
                <a:gd name="T8" fmla="*/ 210 w 298"/>
                <a:gd name="T9" fmla="*/ 80 h 487"/>
                <a:gd name="T10" fmla="*/ 235 w 298"/>
                <a:gd name="T11" fmla="*/ 96 h 487"/>
                <a:gd name="T12" fmla="*/ 257 w 298"/>
                <a:gd name="T13" fmla="*/ 118 h 487"/>
                <a:gd name="T14" fmla="*/ 273 w 298"/>
                <a:gd name="T15" fmla="*/ 139 h 487"/>
                <a:gd name="T16" fmla="*/ 285 w 298"/>
                <a:gd name="T17" fmla="*/ 164 h 487"/>
                <a:gd name="T18" fmla="*/ 293 w 298"/>
                <a:gd name="T19" fmla="*/ 191 h 487"/>
                <a:gd name="T20" fmla="*/ 298 w 298"/>
                <a:gd name="T21" fmla="*/ 229 h 487"/>
                <a:gd name="T22" fmla="*/ 296 w 298"/>
                <a:gd name="T23" fmla="*/ 268 h 487"/>
                <a:gd name="T24" fmla="*/ 288 w 298"/>
                <a:gd name="T25" fmla="*/ 306 h 487"/>
                <a:gd name="T26" fmla="*/ 271 w 298"/>
                <a:gd name="T27" fmla="*/ 343 h 487"/>
                <a:gd name="T28" fmla="*/ 250 w 298"/>
                <a:gd name="T29" fmla="*/ 376 h 487"/>
                <a:gd name="T30" fmla="*/ 222 w 298"/>
                <a:gd name="T31" fmla="*/ 404 h 487"/>
                <a:gd name="T32" fmla="*/ 189 w 298"/>
                <a:gd name="T33" fmla="*/ 427 h 487"/>
                <a:gd name="T34" fmla="*/ 154 w 298"/>
                <a:gd name="T35" fmla="*/ 445 h 487"/>
                <a:gd name="T36" fmla="*/ 116 w 298"/>
                <a:gd name="T37" fmla="*/ 460 h 487"/>
                <a:gd name="T38" fmla="*/ 78 w 298"/>
                <a:gd name="T39" fmla="*/ 472 h 487"/>
                <a:gd name="T40" fmla="*/ 38 w 298"/>
                <a:gd name="T41" fmla="*/ 480 h 487"/>
                <a:gd name="T42" fmla="*/ 0 w 298"/>
                <a:gd name="T43" fmla="*/ 487 h 487"/>
                <a:gd name="T44" fmla="*/ 0 w 298"/>
                <a:gd name="T45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8" h="487">
                  <a:moveTo>
                    <a:pt x="0" y="0"/>
                  </a:moveTo>
                  <a:lnTo>
                    <a:pt x="63" y="17"/>
                  </a:lnTo>
                  <a:lnTo>
                    <a:pt x="124" y="38"/>
                  </a:lnTo>
                  <a:lnTo>
                    <a:pt x="184" y="65"/>
                  </a:lnTo>
                  <a:lnTo>
                    <a:pt x="210" y="80"/>
                  </a:lnTo>
                  <a:lnTo>
                    <a:pt x="235" y="96"/>
                  </a:lnTo>
                  <a:lnTo>
                    <a:pt x="257" y="118"/>
                  </a:lnTo>
                  <a:lnTo>
                    <a:pt x="273" y="139"/>
                  </a:lnTo>
                  <a:lnTo>
                    <a:pt x="285" y="164"/>
                  </a:lnTo>
                  <a:lnTo>
                    <a:pt x="293" y="191"/>
                  </a:lnTo>
                  <a:lnTo>
                    <a:pt x="298" y="229"/>
                  </a:lnTo>
                  <a:lnTo>
                    <a:pt x="296" y="268"/>
                  </a:lnTo>
                  <a:lnTo>
                    <a:pt x="288" y="306"/>
                  </a:lnTo>
                  <a:lnTo>
                    <a:pt x="271" y="343"/>
                  </a:lnTo>
                  <a:lnTo>
                    <a:pt x="250" y="376"/>
                  </a:lnTo>
                  <a:lnTo>
                    <a:pt x="222" y="404"/>
                  </a:lnTo>
                  <a:lnTo>
                    <a:pt x="189" y="427"/>
                  </a:lnTo>
                  <a:lnTo>
                    <a:pt x="154" y="445"/>
                  </a:lnTo>
                  <a:lnTo>
                    <a:pt x="116" y="460"/>
                  </a:lnTo>
                  <a:lnTo>
                    <a:pt x="78" y="472"/>
                  </a:lnTo>
                  <a:lnTo>
                    <a:pt x="38" y="480"/>
                  </a:lnTo>
                  <a:lnTo>
                    <a:pt x="0" y="4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63" name="Freeform 1139">
              <a:extLst>
                <a:ext uri="{FF2B5EF4-FFF2-40B4-BE49-F238E27FC236}">
                  <a16:creationId xmlns:a16="http://schemas.microsoft.com/office/drawing/2014/main" id="{F3371985-B4B0-40F6-A0D3-D9D096209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2153"/>
              <a:ext cx="122" cy="221"/>
            </a:xfrm>
            <a:custGeom>
              <a:avLst/>
              <a:gdLst>
                <a:gd name="T0" fmla="*/ 243 w 243"/>
                <a:gd name="T1" fmla="*/ 0 h 442"/>
                <a:gd name="T2" fmla="*/ 243 w 243"/>
                <a:gd name="T3" fmla="*/ 442 h 442"/>
                <a:gd name="T4" fmla="*/ 199 w 243"/>
                <a:gd name="T5" fmla="*/ 427 h 442"/>
                <a:gd name="T6" fmla="*/ 157 w 243"/>
                <a:gd name="T7" fmla="*/ 412 h 442"/>
                <a:gd name="T8" fmla="*/ 113 w 243"/>
                <a:gd name="T9" fmla="*/ 390 h 442"/>
                <a:gd name="T10" fmla="*/ 70 w 243"/>
                <a:gd name="T11" fmla="*/ 365 h 442"/>
                <a:gd name="T12" fmla="*/ 47 w 243"/>
                <a:gd name="T13" fmla="*/ 347 h 442"/>
                <a:gd name="T14" fmla="*/ 27 w 243"/>
                <a:gd name="T15" fmla="*/ 327 h 442"/>
                <a:gd name="T16" fmla="*/ 12 w 243"/>
                <a:gd name="T17" fmla="*/ 301 h 442"/>
                <a:gd name="T18" fmla="*/ 4 w 243"/>
                <a:gd name="T19" fmla="*/ 271 h 442"/>
                <a:gd name="T20" fmla="*/ 0 w 243"/>
                <a:gd name="T21" fmla="*/ 238 h 442"/>
                <a:gd name="T22" fmla="*/ 0 w 243"/>
                <a:gd name="T23" fmla="*/ 207 h 442"/>
                <a:gd name="T24" fmla="*/ 7 w 243"/>
                <a:gd name="T25" fmla="*/ 177 h 442"/>
                <a:gd name="T26" fmla="*/ 17 w 243"/>
                <a:gd name="T27" fmla="*/ 147 h 442"/>
                <a:gd name="T28" fmla="*/ 33 w 243"/>
                <a:gd name="T29" fmla="*/ 121 h 442"/>
                <a:gd name="T30" fmla="*/ 58 w 243"/>
                <a:gd name="T31" fmla="*/ 89 h 442"/>
                <a:gd name="T32" fmla="*/ 91 w 243"/>
                <a:gd name="T33" fmla="*/ 63 h 442"/>
                <a:gd name="T34" fmla="*/ 126 w 243"/>
                <a:gd name="T35" fmla="*/ 41 h 442"/>
                <a:gd name="T36" fmla="*/ 164 w 243"/>
                <a:gd name="T37" fmla="*/ 23 h 442"/>
                <a:gd name="T38" fmla="*/ 204 w 243"/>
                <a:gd name="T39" fmla="*/ 10 h 442"/>
                <a:gd name="T40" fmla="*/ 243 w 243"/>
                <a:gd name="T41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442">
                  <a:moveTo>
                    <a:pt x="243" y="0"/>
                  </a:moveTo>
                  <a:lnTo>
                    <a:pt x="243" y="442"/>
                  </a:lnTo>
                  <a:lnTo>
                    <a:pt x="199" y="427"/>
                  </a:lnTo>
                  <a:lnTo>
                    <a:pt x="157" y="412"/>
                  </a:lnTo>
                  <a:lnTo>
                    <a:pt x="113" y="390"/>
                  </a:lnTo>
                  <a:lnTo>
                    <a:pt x="70" y="365"/>
                  </a:lnTo>
                  <a:lnTo>
                    <a:pt x="47" y="347"/>
                  </a:lnTo>
                  <a:lnTo>
                    <a:pt x="27" y="327"/>
                  </a:lnTo>
                  <a:lnTo>
                    <a:pt x="12" y="301"/>
                  </a:lnTo>
                  <a:lnTo>
                    <a:pt x="4" y="271"/>
                  </a:lnTo>
                  <a:lnTo>
                    <a:pt x="0" y="238"/>
                  </a:lnTo>
                  <a:lnTo>
                    <a:pt x="0" y="207"/>
                  </a:lnTo>
                  <a:lnTo>
                    <a:pt x="7" y="177"/>
                  </a:lnTo>
                  <a:lnTo>
                    <a:pt x="17" y="147"/>
                  </a:lnTo>
                  <a:lnTo>
                    <a:pt x="33" y="121"/>
                  </a:lnTo>
                  <a:lnTo>
                    <a:pt x="58" y="89"/>
                  </a:lnTo>
                  <a:lnTo>
                    <a:pt x="91" y="63"/>
                  </a:lnTo>
                  <a:lnTo>
                    <a:pt x="126" y="41"/>
                  </a:lnTo>
                  <a:lnTo>
                    <a:pt x="164" y="23"/>
                  </a:lnTo>
                  <a:lnTo>
                    <a:pt x="204" y="10"/>
                  </a:lnTo>
                  <a:lnTo>
                    <a:pt x="2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64" name="Freeform 1140">
              <a:extLst>
                <a:ext uri="{FF2B5EF4-FFF2-40B4-BE49-F238E27FC236}">
                  <a16:creationId xmlns:a16="http://schemas.microsoft.com/office/drawing/2014/main" id="{9BD07783-5DC1-4672-B65D-45D136B093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2" y="795"/>
              <a:ext cx="2255" cy="2722"/>
            </a:xfrm>
            <a:custGeom>
              <a:avLst/>
              <a:gdLst>
                <a:gd name="T0" fmla="*/ 2105 w 4510"/>
                <a:gd name="T1" fmla="*/ 2268 h 5443"/>
                <a:gd name="T2" fmla="*/ 1792 w 4510"/>
                <a:gd name="T3" fmla="*/ 2563 h 5443"/>
                <a:gd name="T4" fmla="*/ 1592 w 4510"/>
                <a:gd name="T5" fmla="*/ 2900 h 5443"/>
                <a:gd name="T6" fmla="*/ 1683 w 4510"/>
                <a:gd name="T7" fmla="*/ 3220 h 5443"/>
                <a:gd name="T8" fmla="*/ 2040 w 4510"/>
                <a:gd name="T9" fmla="*/ 3420 h 5443"/>
                <a:gd name="T10" fmla="*/ 1898 w 4510"/>
                <a:gd name="T11" fmla="*/ 3837 h 5443"/>
                <a:gd name="T12" fmla="*/ 1781 w 4510"/>
                <a:gd name="T13" fmla="*/ 3635 h 5443"/>
                <a:gd name="T14" fmla="*/ 1592 w 4510"/>
                <a:gd name="T15" fmla="*/ 3688 h 5443"/>
                <a:gd name="T16" fmla="*/ 1632 w 4510"/>
                <a:gd name="T17" fmla="*/ 3916 h 5443"/>
                <a:gd name="T18" fmla="*/ 1971 w 4510"/>
                <a:gd name="T19" fmla="*/ 4206 h 5443"/>
                <a:gd name="T20" fmla="*/ 2153 w 4510"/>
                <a:gd name="T21" fmla="*/ 4502 h 5443"/>
                <a:gd name="T22" fmla="*/ 2343 w 4510"/>
                <a:gd name="T23" fmla="*/ 4476 h 5443"/>
                <a:gd name="T24" fmla="*/ 2568 w 4510"/>
                <a:gd name="T25" fmla="*/ 4214 h 5443"/>
                <a:gd name="T26" fmla="*/ 2900 w 4510"/>
                <a:gd name="T27" fmla="*/ 3920 h 5443"/>
                <a:gd name="T28" fmla="*/ 2877 w 4510"/>
                <a:gd name="T29" fmla="*/ 3511 h 5443"/>
                <a:gd name="T30" fmla="*/ 2887 w 4510"/>
                <a:gd name="T31" fmla="*/ 3529 h 5443"/>
                <a:gd name="T32" fmla="*/ 2869 w 4510"/>
                <a:gd name="T33" fmla="*/ 3496 h 5443"/>
                <a:gd name="T34" fmla="*/ 2870 w 4510"/>
                <a:gd name="T35" fmla="*/ 3498 h 5443"/>
                <a:gd name="T36" fmla="*/ 2735 w 4510"/>
                <a:gd name="T37" fmla="*/ 3362 h 5443"/>
                <a:gd name="T38" fmla="*/ 2369 w 4510"/>
                <a:gd name="T39" fmla="*/ 2715 h 5443"/>
                <a:gd name="T40" fmla="*/ 2627 w 4510"/>
                <a:gd name="T41" fmla="*/ 2874 h 5443"/>
                <a:gd name="T42" fmla="*/ 2740 w 4510"/>
                <a:gd name="T43" fmla="*/ 3021 h 5443"/>
                <a:gd name="T44" fmla="*/ 2907 w 4510"/>
                <a:gd name="T45" fmla="*/ 2925 h 5443"/>
                <a:gd name="T46" fmla="*/ 2812 w 4510"/>
                <a:gd name="T47" fmla="*/ 2669 h 5443"/>
                <a:gd name="T48" fmla="*/ 2421 w 4510"/>
                <a:gd name="T49" fmla="*/ 2452 h 5443"/>
                <a:gd name="T50" fmla="*/ 2292 w 4510"/>
                <a:gd name="T51" fmla="*/ 2176 h 5443"/>
                <a:gd name="T52" fmla="*/ 1528 w 4510"/>
                <a:gd name="T53" fmla="*/ 40 h 5443"/>
                <a:gd name="T54" fmla="*/ 1891 w 4510"/>
                <a:gd name="T55" fmla="*/ 185 h 5443"/>
                <a:gd name="T56" fmla="*/ 2263 w 4510"/>
                <a:gd name="T57" fmla="*/ 174 h 5443"/>
                <a:gd name="T58" fmla="*/ 2721 w 4510"/>
                <a:gd name="T59" fmla="*/ 50 h 5443"/>
                <a:gd name="T60" fmla="*/ 3079 w 4510"/>
                <a:gd name="T61" fmla="*/ 26 h 5443"/>
                <a:gd name="T62" fmla="*/ 3093 w 4510"/>
                <a:gd name="T63" fmla="*/ 260 h 5443"/>
                <a:gd name="T64" fmla="*/ 2931 w 4510"/>
                <a:gd name="T65" fmla="*/ 672 h 5443"/>
                <a:gd name="T66" fmla="*/ 2640 w 4510"/>
                <a:gd name="T67" fmla="*/ 1089 h 5443"/>
                <a:gd name="T68" fmla="*/ 2878 w 4510"/>
                <a:gd name="T69" fmla="*/ 1367 h 5443"/>
                <a:gd name="T70" fmla="*/ 3356 w 4510"/>
                <a:gd name="T71" fmla="*/ 1755 h 5443"/>
                <a:gd name="T72" fmla="*/ 3803 w 4510"/>
                <a:gd name="T73" fmla="*/ 2262 h 5443"/>
                <a:gd name="T74" fmla="*/ 4171 w 4510"/>
                <a:gd name="T75" fmla="*/ 2843 h 5443"/>
                <a:gd name="T76" fmla="*/ 4423 w 4510"/>
                <a:gd name="T77" fmla="*/ 3453 h 5443"/>
                <a:gd name="T78" fmla="*/ 4510 w 4510"/>
                <a:gd name="T79" fmla="*/ 4050 h 5443"/>
                <a:gd name="T80" fmla="*/ 4393 w 4510"/>
                <a:gd name="T81" fmla="*/ 4591 h 5443"/>
                <a:gd name="T82" fmla="*/ 4026 w 4510"/>
                <a:gd name="T83" fmla="*/ 5033 h 5443"/>
                <a:gd name="T84" fmla="*/ 3366 w 4510"/>
                <a:gd name="T85" fmla="*/ 5333 h 5443"/>
                <a:gd name="T86" fmla="*/ 2369 w 4510"/>
                <a:gd name="T87" fmla="*/ 5443 h 5443"/>
                <a:gd name="T88" fmla="*/ 1255 w 4510"/>
                <a:gd name="T89" fmla="*/ 5341 h 5443"/>
                <a:gd name="T90" fmla="*/ 536 w 4510"/>
                <a:gd name="T91" fmla="*/ 5038 h 5443"/>
                <a:gd name="T92" fmla="*/ 134 w 4510"/>
                <a:gd name="T93" fmla="*/ 4578 h 5443"/>
                <a:gd name="T94" fmla="*/ 0 w 4510"/>
                <a:gd name="T95" fmla="*/ 4011 h 5443"/>
                <a:gd name="T96" fmla="*/ 86 w 4510"/>
                <a:gd name="T97" fmla="*/ 3385 h 5443"/>
                <a:gd name="T98" fmla="*/ 341 w 4510"/>
                <a:gd name="T99" fmla="*/ 2750 h 5443"/>
                <a:gd name="T100" fmla="*/ 718 w 4510"/>
                <a:gd name="T101" fmla="*/ 2156 h 5443"/>
                <a:gd name="T102" fmla="*/ 1166 w 4510"/>
                <a:gd name="T103" fmla="*/ 1651 h 5443"/>
                <a:gd name="T104" fmla="*/ 1635 w 4510"/>
                <a:gd name="T105" fmla="*/ 1286 h 5443"/>
                <a:gd name="T106" fmla="*/ 1476 w 4510"/>
                <a:gd name="T107" fmla="*/ 953 h 5443"/>
                <a:gd name="T108" fmla="*/ 1209 w 4510"/>
                <a:gd name="T109" fmla="*/ 505 h 5443"/>
                <a:gd name="T110" fmla="*/ 1161 w 4510"/>
                <a:gd name="T111" fmla="*/ 134 h 5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510" h="5443">
                  <a:moveTo>
                    <a:pt x="2230" y="2164"/>
                  </a:moveTo>
                  <a:lnTo>
                    <a:pt x="2201" y="2167"/>
                  </a:lnTo>
                  <a:lnTo>
                    <a:pt x="2173" y="2179"/>
                  </a:lnTo>
                  <a:lnTo>
                    <a:pt x="2146" y="2197"/>
                  </a:lnTo>
                  <a:lnTo>
                    <a:pt x="2128" y="2219"/>
                  </a:lnTo>
                  <a:lnTo>
                    <a:pt x="2113" y="2242"/>
                  </a:lnTo>
                  <a:lnTo>
                    <a:pt x="2105" y="2268"/>
                  </a:lnTo>
                  <a:lnTo>
                    <a:pt x="2101" y="2297"/>
                  </a:lnTo>
                  <a:lnTo>
                    <a:pt x="2101" y="2445"/>
                  </a:lnTo>
                  <a:lnTo>
                    <a:pt x="2035" y="2457"/>
                  </a:lnTo>
                  <a:lnTo>
                    <a:pt x="1971" y="2475"/>
                  </a:lnTo>
                  <a:lnTo>
                    <a:pt x="1908" y="2498"/>
                  </a:lnTo>
                  <a:lnTo>
                    <a:pt x="1848" y="2528"/>
                  </a:lnTo>
                  <a:lnTo>
                    <a:pt x="1792" y="2563"/>
                  </a:lnTo>
                  <a:lnTo>
                    <a:pt x="1741" y="2606"/>
                  </a:lnTo>
                  <a:lnTo>
                    <a:pt x="1698" y="2651"/>
                  </a:lnTo>
                  <a:lnTo>
                    <a:pt x="1660" y="2702"/>
                  </a:lnTo>
                  <a:lnTo>
                    <a:pt x="1630" y="2756"/>
                  </a:lnTo>
                  <a:lnTo>
                    <a:pt x="1612" y="2803"/>
                  </a:lnTo>
                  <a:lnTo>
                    <a:pt x="1600" y="2851"/>
                  </a:lnTo>
                  <a:lnTo>
                    <a:pt x="1592" y="2900"/>
                  </a:lnTo>
                  <a:lnTo>
                    <a:pt x="1591" y="2950"/>
                  </a:lnTo>
                  <a:lnTo>
                    <a:pt x="1594" y="3000"/>
                  </a:lnTo>
                  <a:lnTo>
                    <a:pt x="1600" y="3048"/>
                  </a:lnTo>
                  <a:lnTo>
                    <a:pt x="1614" y="3096"/>
                  </a:lnTo>
                  <a:lnTo>
                    <a:pt x="1632" y="3142"/>
                  </a:lnTo>
                  <a:lnTo>
                    <a:pt x="1655" y="3183"/>
                  </a:lnTo>
                  <a:lnTo>
                    <a:pt x="1683" y="3220"/>
                  </a:lnTo>
                  <a:lnTo>
                    <a:pt x="1715" y="3254"/>
                  </a:lnTo>
                  <a:lnTo>
                    <a:pt x="1751" y="3284"/>
                  </a:lnTo>
                  <a:lnTo>
                    <a:pt x="1802" y="3321"/>
                  </a:lnTo>
                  <a:lnTo>
                    <a:pt x="1858" y="3352"/>
                  </a:lnTo>
                  <a:lnTo>
                    <a:pt x="1918" y="3379"/>
                  </a:lnTo>
                  <a:lnTo>
                    <a:pt x="1977" y="3400"/>
                  </a:lnTo>
                  <a:lnTo>
                    <a:pt x="2040" y="3420"/>
                  </a:lnTo>
                  <a:lnTo>
                    <a:pt x="2101" y="3436"/>
                  </a:lnTo>
                  <a:lnTo>
                    <a:pt x="2101" y="3966"/>
                  </a:lnTo>
                  <a:lnTo>
                    <a:pt x="2055" y="3951"/>
                  </a:lnTo>
                  <a:lnTo>
                    <a:pt x="2010" y="3930"/>
                  </a:lnTo>
                  <a:lnTo>
                    <a:pt x="1969" y="3905"/>
                  </a:lnTo>
                  <a:lnTo>
                    <a:pt x="1931" y="3873"/>
                  </a:lnTo>
                  <a:lnTo>
                    <a:pt x="1898" y="3837"/>
                  </a:lnTo>
                  <a:lnTo>
                    <a:pt x="1872" y="3797"/>
                  </a:lnTo>
                  <a:lnTo>
                    <a:pt x="1852" y="3754"/>
                  </a:lnTo>
                  <a:lnTo>
                    <a:pt x="1843" y="3731"/>
                  </a:lnTo>
                  <a:lnTo>
                    <a:pt x="1837" y="3708"/>
                  </a:lnTo>
                  <a:lnTo>
                    <a:pt x="1824" y="3680"/>
                  </a:lnTo>
                  <a:lnTo>
                    <a:pt x="1805" y="3655"/>
                  </a:lnTo>
                  <a:lnTo>
                    <a:pt x="1781" y="3635"/>
                  </a:lnTo>
                  <a:lnTo>
                    <a:pt x="1753" y="3622"/>
                  </a:lnTo>
                  <a:lnTo>
                    <a:pt x="1723" y="3617"/>
                  </a:lnTo>
                  <a:lnTo>
                    <a:pt x="1690" y="3617"/>
                  </a:lnTo>
                  <a:lnTo>
                    <a:pt x="1660" y="3625"/>
                  </a:lnTo>
                  <a:lnTo>
                    <a:pt x="1634" y="3640"/>
                  </a:lnTo>
                  <a:lnTo>
                    <a:pt x="1610" y="3662"/>
                  </a:lnTo>
                  <a:lnTo>
                    <a:pt x="1592" y="3688"/>
                  </a:lnTo>
                  <a:lnTo>
                    <a:pt x="1582" y="3711"/>
                  </a:lnTo>
                  <a:lnTo>
                    <a:pt x="1577" y="3738"/>
                  </a:lnTo>
                  <a:lnTo>
                    <a:pt x="1577" y="3762"/>
                  </a:lnTo>
                  <a:lnTo>
                    <a:pt x="1581" y="3786"/>
                  </a:lnTo>
                  <a:lnTo>
                    <a:pt x="1587" y="3809"/>
                  </a:lnTo>
                  <a:lnTo>
                    <a:pt x="1604" y="3857"/>
                  </a:lnTo>
                  <a:lnTo>
                    <a:pt x="1632" y="3916"/>
                  </a:lnTo>
                  <a:lnTo>
                    <a:pt x="1665" y="3973"/>
                  </a:lnTo>
                  <a:lnTo>
                    <a:pt x="1705" y="4024"/>
                  </a:lnTo>
                  <a:lnTo>
                    <a:pt x="1751" y="4070"/>
                  </a:lnTo>
                  <a:lnTo>
                    <a:pt x="1801" y="4113"/>
                  </a:lnTo>
                  <a:lnTo>
                    <a:pt x="1853" y="4148"/>
                  </a:lnTo>
                  <a:lnTo>
                    <a:pt x="1911" y="4179"/>
                  </a:lnTo>
                  <a:lnTo>
                    <a:pt x="1971" y="4206"/>
                  </a:lnTo>
                  <a:lnTo>
                    <a:pt x="2032" y="4226"/>
                  </a:lnTo>
                  <a:lnTo>
                    <a:pt x="2101" y="4241"/>
                  </a:lnTo>
                  <a:lnTo>
                    <a:pt x="2101" y="4396"/>
                  </a:lnTo>
                  <a:lnTo>
                    <a:pt x="2105" y="4428"/>
                  </a:lnTo>
                  <a:lnTo>
                    <a:pt x="2115" y="4456"/>
                  </a:lnTo>
                  <a:lnTo>
                    <a:pt x="2131" y="4481"/>
                  </a:lnTo>
                  <a:lnTo>
                    <a:pt x="2153" y="4502"/>
                  </a:lnTo>
                  <a:lnTo>
                    <a:pt x="2179" y="4519"/>
                  </a:lnTo>
                  <a:lnTo>
                    <a:pt x="2209" y="4528"/>
                  </a:lnTo>
                  <a:lnTo>
                    <a:pt x="2239" y="4530"/>
                  </a:lnTo>
                  <a:lnTo>
                    <a:pt x="2270" y="4525"/>
                  </a:lnTo>
                  <a:lnTo>
                    <a:pt x="2298" y="4515"/>
                  </a:lnTo>
                  <a:lnTo>
                    <a:pt x="2323" y="4497"/>
                  </a:lnTo>
                  <a:lnTo>
                    <a:pt x="2343" y="4476"/>
                  </a:lnTo>
                  <a:lnTo>
                    <a:pt x="2356" y="4452"/>
                  </a:lnTo>
                  <a:lnTo>
                    <a:pt x="2366" y="4424"/>
                  </a:lnTo>
                  <a:lnTo>
                    <a:pt x="2369" y="4396"/>
                  </a:lnTo>
                  <a:lnTo>
                    <a:pt x="2369" y="4254"/>
                  </a:lnTo>
                  <a:lnTo>
                    <a:pt x="2435" y="4246"/>
                  </a:lnTo>
                  <a:lnTo>
                    <a:pt x="2503" y="4234"/>
                  </a:lnTo>
                  <a:lnTo>
                    <a:pt x="2568" y="4214"/>
                  </a:lnTo>
                  <a:lnTo>
                    <a:pt x="2630" y="4189"/>
                  </a:lnTo>
                  <a:lnTo>
                    <a:pt x="2690" y="4160"/>
                  </a:lnTo>
                  <a:lnTo>
                    <a:pt x="2746" y="4120"/>
                  </a:lnTo>
                  <a:lnTo>
                    <a:pt x="2794" y="4078"/>
                  </a:lnTo>
                  <a:lnTo>
                    <a:pt x="2837" y="4030"/>
                  </a:lnTo>
                  <a:lnTo>
                    <a:pt x="2872" y="3978"/>
                  </a:lnTo>
                  <a:lnTo>
                    <a:pt x="2900" y="3920"/>
                  </a:lnTo>
                  <a:lnTo>
                    <a:pt x="2920" y="3858"/>
                  </a:lnTo>
                  <a:lnTo>
                    <a:pt x="2931" y="3796"/>
                  </a:lnTo>
                  <a:lnTo>
                    <a:pt x="2935" y="3738"/>
                  </a:lnTo>
                  <a:lnTo>
                    <a:pt x="2930" y="3678"/>
                  </a:lnTo>
                  <a:lnTo>
                    <a:pt x="2920" y="3620"/>
                  </a:lnTo>
                  <a:lnTo>
                    <a:pt x="2902" y="3564"/>
                  </a:lnTo>
                  <a:lnTo>
                    <a:pt x="2877" y="3511"/>
                  </a:lnTo>
                  <a:lnTo>
                    <a:pt x="2878" y="3514"/>
                  </a:lnTo>
                  <a:lnTo>
                    <a:pt x="2882" y="3518"/>
                  </a:lnTo>
                  <a:lnTo>
                    <a:pt x="2883" y="3521"/>
                  </a:lnTo>
                  <a:lnTo>
                    <a:pt x="2885" y="3524"/>
                  </a:lnTo>
                  <a:lnTo>
                    <a:pt x="2887" y="3527"/>
                  </a:lnTo>
                  <a:lnTo>
                    <a:pt x="2887" y="3527"/>
                  </a:lnTo>
                  <a:lnTo>
                    <a:pt x="2887" y="3529"/>
                  </a:lnTo>
                  <a:lnTo>
                    <a:pt x="2887" y="3527"/>
                  </a:lnTo>
                  <a:lnTo>
                    <a:pt x="2885" y="3526"/>
                  </a:lnTo>
                  <a:lnTo>
                    <a:pt x="2883" y="3523"/>
                  </a:lnTo>
                  <a:lnTo>
                    <a:pt x="2880" y="3516"/>
                  </a:lnTo>
                  <a:lnTo>
                    <a:pt x="2877" y="3509"/>
                  </a:lnTo>
                  <a:lnTo>
                    <a:pt x="2872" y="3503"/>
                  </a:lnTo>
                  <a:lnTo>
                    <a:pt x="2869" y="3496"/>
                  </a:lnTo>
                  <a:lnTo>
                    <a:pt x="2867" y="3493"/>
                  </a:lnTo>
                  <a:lnTo>
                    <a:pt x="2865" y="3491"/>
                  </a:lnTo>
                  <a:lnTo>
                    <a:pt x="2865" y="3489"/>
                  </a:lnTo>
                  <a:lnTo>
                    <a:pt x="2865" y="3491"/>
                  </a:lnTo>
                  <a:lnTo>
                    <a:pt x="2867" y="3491"/>
                  </a:lnTo>
                  <a:lnTo>
                    <a:pt x="2869" y="3494"/>
                  </a:lnTo>
                  <a:lnTo>
                    <a:pt x="2870" y="3498"/>
                  </a:lnTo>
                  <a:lnTo>
                    <a:pt x="2872" y="3501"/>
                  </a:lnTo>
                  <a:lnTo>
                    <a:pt x="2874" y="3504"/>
                  </a:lnTo>
                  <a:lnTo>
                    <a:pt x="2877" y="3509"/>
                  </a:lnTo>
                  <a:lnTo>
                    <a:pt x="2847" y="3466"/>
                  </a:lnTo>
                  <a:lnTo>
                    <a:pt x="2814" y="3427"/>
                  </a:lnTo>
                  <a:lnTo>
                    <a:pt x="2776" y="3392"/>
                  </a:lnTo>
                  <a:lnTo>
                    <a:pt x="2735" y="3362"/>
                  </a:lnTo>
                  <a:lnTo>
                    <a:pt x="2692" y="3334"/>
                  </a:lnTo>
                  <a:lnTo>
                    <a:pt x="2645" y="3311"/>
                  </a:lnTo>
                  <a:lnTo>
                    <a:pt x="2597" y="3291"/>
                  </a:lnTo>
                  <a:lnTo>
                    <a:pt x="2523" y="3264"/>
                  </a:lnTo>
                  <a:lnTo>
                    <a:pt x="2445" y="3241"/>
                  </a:lnTo>
                  <a:lnTo>
                    <a:pt x="2369" y="3223"/>
                  </a:lnTo>
                  <a:lnTo>
                    <a:pt x="2369" y="2715"/>
                  </a:lnTo>
                  <a:lnTo>
                    <a:pt x="2417" y="2727"/>
                  </a:lnTo>
                  <a:lnTo>
                    <a:pt x="2465" y="2742"/>
                  </a:lnTo>
                  <a:lnTo>
                    <a:pt x="2510" y="2761"/>
                  </a:lnTo>
                  <a:lnTo>
                    <a:pt x="2553" y="2788"/>
                  </a:lnTo>
                  <a:lnTo>
                    <a:pt x="2587" y="2818"/>
                  </a:lnTo>
                  <a:lnTo>
                    <a:pt x="2616" y="2854"/>
                  </a:lnTo>
                  <a:lnTo>
                    <a:pt x="2627" y="2874"/>
                  </a:lnTo>
                  <a:lnTo>
                    <a:pt x="2637" y="2895"/>
                  </a:lnTo>
                  <a:lnTo>
                    <a:pt x="2645" y="2919"/>
                  </a:lnTo>
                  <a:lnTo>
                    <a:pt x="2652" y="2940"/>
                  </a:lnTo>
                  <a:lnTo>
                    <a:pt x="2667" y="2968"/>
                  </a:lnTo>
                  <a:lnTo>
                    <a:pt x="2687" y="2991"/>
                  </a:lnTo>
                  <a:lnTo>
                    <a:pt x="2711" y="3010"/>
                  </a:lnTo>
                  <a:lnTo>
                    <a:pt x="2740" y="3021"/>
                  </a:lnTo>
                  <a:lnTo>
                    <a:pt x="2771" y="3026"/>
                  </a:lnTo>
                  <a:lnTo>
                    <a:pt x="2802" y="3025"/>
                  </a:lnTo>
                  <a:lnTo>
                    <a:pt x="2832" y="3015"/>
                  </a:lnTo>
                  <a:lnTo>
                    <a:pt x="2859" y="2998"/>
                  </a:lnTo>
                  <a:lnTo>
                    <a:pt x="2880" y="2977"/>
                  </a:lnTo>
                  <a:lnTo>
                    <a:pt x="2898" y="2948"/>
                  </a:lnTo>
                  <a:lnTo>
                    <a:pt x="2907" y="2925"/>
                  </a:lnTo>
                  <a:lnTo>
                    <a:pt x="2910" y="2899"/>
                  </a:lnTo>
                  <a:lnTo>
                    <a:pt x="2908" y="2872"/>
                  </a:lnTo>
                  <a:lnTo>
                    <a:pt x="2903" y="2849"/>
                  </a:lnTo>
                  <a:lnTo>
                    <a:pt x="2897" y="2824"/>
                  </a:lnTo>
                  <a:lnTo>
                    <a:pt x="2877" y="2776"/>
                  </a:lnTo>
                  <a:lnTo>
                    <a:pt x="2849" y="2720"/>
                  </a:lnTo>
                  <a:lnTo>
                    <a:pt x="2812" y="2669"/>
                  </a:lnTo>
                  <a:lnTo>
                    <a:pt x="2771" y="2622"/>
                  </a:lnTo>
                  <a:lnTo>
                    <a:pt x="2721" y="2579"/>
                  </a:lnTo>
                  <a:lnTo>
                    <a:pt x="2667" y="2541"/>
                  </a:lnTo>
                  <a:lnTo>
                    <a:pt x="2609" y="2512"/>
                  </a:lnTo>
                  <a:lnTo>
                    <a:pt x="2548" y="2487"/>
                  </a:lnTo>
                  <a:lnTo>
                    <a:pt x="2485" y="2467"/>
                  </a:lnTo>
                  <a:lnTo>
                    <a:pt x="2421" y="2452"/>
                  </a:lnTo>
                  <a:lnTo>
                    <a:pt x="2369" y="2444"/>
                  </a:lnTo>
                  <a:lnTo>
                    <a:pt x="2369" y="2297"/>
                  </a:lnTo>
                  <a:lnTo>
                    <a:pt x="2366" y="2267"/>
                  </a:lnTo>
                  <a:lnTo>
                    <a:pt x="2354" y="2239"/>
                  </a:lnTo>
                  <a:lnTo>
                    <a:pt x="2338" y="2212"/>
                  </a:lnTo>
                  <a:lnTo>
                    <a:pt x="2316" y="2192"/>
                  </a:lnTo>
                  <a:lnTo>
                    <a:pt x="2292" y="2176"/>
                  </a:lnTo>
                  <a:lnTo>
                    <a:pt x="2262" y="2166"/>
                  </a:lnTo>
                  <a:lnTo>
                    <a:pt x="2230" y="2164"/>
                  </a:lnTo>
                  <a:close/>
                  <a:moveTo>
                    <a:pt x="1346" y="0"/>
                  </a:moveTo>
                  <a:lnTo>
                    <a:pt x="1389" y="2"/>
                  </a:lnTo>
                  <a:lnTo>
                    <a:pt x="1433" y="10"/>
                  </a:lnTo>
                  <a:lnTo>
                    <a:pt x="1480" y="23"/>
                  </a:lnTo>
                  <a:lnTo>
                    <a:pt x="1528" y="40"/>
                  </a:lnTo>
                  <a:lnTo>
                    <a:pt x="1577" y="58"/>
                  </a:lnTo>
                  <a:lnTo>
                    <a:pt x="1627" y="79"/>
                  </a:lnTo>
                  <a:lnTo>
                    <a:pt x="1680" y="103"/>
                  </a:lnTo>
                  <a:lnTo>
                    <a:pt x="1731" y="126"/>
                  </a:lnTo>
                  <a:lnTo>
                    <a:pt x="1784" y="147"/>
                  </a:lnTo>
                  <a:lnTo>
                    <a:pt x="1837" y="167"/>
                  </a:lnTo>
                  <a:lnTo>
                    <a:pt x="1891" y="185"/>
                  </a:lnTo>
                  <a:lnTo>
                    <a:pt x="1944" y="199"/>
                  </a:lnTo>
                  <a:lnTo>
                    <a:pt x="1999" y="207"/>
                  </a:lnTo>
                  <a:lnTo>
                    <a:pt x="2052" y="212"/>
                  </a:lnTo>
                  <a:lnTo>
                    <a:pt x="2106" y="208"/>
                  </a:lnTo>
                  <a:lnTo>
                    <a:pt x="2153" y="200"/>
                  </a:lnTo>
                  <a:lnTo>
                    <a:pt x="2206" y="189"/>
                  </a:lnTo>
                  <a:lnTo>
                    <a:pt x="2263" y="174"/>
                  </a:lnTo>
                  <a:lnTo>
                    <a:pt x="2323" y="157"/>
                  </a:lnTo>
                  <a:lnTo>
                    <a:pt x="2387" y="139"/>
                  </a:lnTo>
                  <a:lnTo>
                    <a:pt x="2452" y="121"/>
                  </a:lnTo>
                  <a:lnTo>
                    <a:pt x="2520" y="103"/>
                  </a:lnTo>
                  <a:lnTo>
                    <a:pt x="2587" y="83"/>
                  </a:lnTo>
                  <a:lnTo>
                    <a:pt x="2655" y="66"/>
                  </a:lnTo>
                  <a:lnTo>
                    <a:pt x="2721" y="50"/>
                  </a:lnTo>
                  <a:lnTo>
                    <a:pt x="2786" y="35"/>
                  </a:lnTo>
                  <a:lnTo>
                    <a:pt x="2849" y="25"/>
                  </a:lnTo>
                  <a:lnTo>
                    <a:pt x="2908" y="17"/>
                  </a:lnTo>
                  <a:lnTo>
                    <a:pt x="2964" y="13"/>
                  </a:lnTo>
                  <a:lnTo>
                    <a:pt x="3016" y="13"/>
                  </a:lnTo>
                  <a:lnTo>
                    <a:pt x="3060" y="18"/>
                  </a:lnTo>
                  <a:lnTo>
                    <a:pt x="3079" y="26"/>
                  </a:lnTo>
                  <a:lnTo>
                    <a:pt x="3093" y="43"/>
                  </a:lnTo>
                  <a:lnTo>
                    <a:pt x="3103" y="65"/>
                  </a:lnTo>
                  <a:lnTo>
                    <a:pt x="3110" y="93"/>
                  </a:lnTo>
                  <a:lnTo>
                    <a:pt x="3112" y="127"/>
                  </a:lnTo>
                  <a:lnTo>
                    <a:pt x="3108" y="167"/>
                  </a:lnTo>
                  <a:lnTo>
                    <a:pt x="3103" y="210"/>
                  </a:lnTo>
                  <a:lnTo>
                    <a:pt x="3093" y="260"/>
                  </a:lnTo>
                  <a:lnTo>
                    <a:pt x="3080" y="311"/>
                  </a:lnTo>
                  <a:lnTo>
                    <a:pt x="3062" y="366"/>
                  </a:lnTo>
                  <a:lnTo>
                    <a:pt x="3042" y="424"/>
                  </a:lnTo>
                  <a:lnTo>
                    <a:pt x="3019" y="485"/>
                  </a:lnTo>
                  <a:lnTo>
                    <a:pt x="2993" y="546"/>
                  </a:lnTo>
                  <a:lnTo>
                    <a:pt x="2963" y="609"/>
                  </a:lnTo>
                  <a:lnTo>
                    <a:pt x="2931" y="672"/>
                  </a:lnTo>
                  <a:lnTo>
                    <a:pt x="2897" y="736"/>
                  </a:lnTo>
                  <a:lnTo>
                    <a:pt x="2860" y="799"/>
                  </a:lnTo>
                  <a:lnTo>
                    <a:pt x="2821" y="860"/>
                  </a:lnTo>
                  <a:lnTo>
                    <a:pt x="2778" y="922"/>
                  </a:lnTo>
                  <a:lnTo>
                    <a:pt x="2735" y="979"/>
                  </a:lnTo>
                  <a:lnTo>
                    <a:pt x="2688" y="1036"/>
                  </a:lnTo>
                  <a:lnTo>
                    <a:pt x="2640" y="1089"/>
                  </a:lnTo>
                  <a:lnTo>
                    <a:pt x="2591" y="1138"/>
                  </a:lnTo>
                  <a:lnTo>
                    <a:pt x="2540" y="1185"/>
                  </a:lnTo>
                  <a:lnTo>
                    <a:pt x="2606" y="1214"/>
                  </a:lnTo>
                  <a:lnTo>
                    <a:pt x="2673" y="1246"/>
                  </a:lnTo>
                  <a:lnTo>
                    <a:pt x="2741" y="1284"/>
                  </a:lnTo>
                  <a:lnTo>
                    <a:pt x="2809" y="1324"/>
                  </a:lnTo>
                  <a:lnTo>
                    <a:pt x="2878" y="1367"/>
                  </a:lnTo>
                  <a:lnTo>
                    <a:pt x="2946" y="1413"/>
                  </a:lnTo>
                  <a:lnTo>
                    <a:pt x="3016" y="1463"/>
                  </a:lnTo>
                  <a:lnTo>
                    <a:pt x="3084" y="1516"/>
                  </a:lnTo>
                  <a:lnTo>
                    <a:pt x="3153" y="1572"/>
                  </a:lnTo>
                  <a:lnTo>
                    <a:pt x="3221" y="1631"/>
                  </a:lnTo>
                  <a:lnTo>
                    <a:pt x="3289" y="1693"/>
                  </a:lnTo>
                  <a:lnTo>
                    <a:pt x="3356" y="1755"/>
                  </a:lnTo>
                  <a:lnTo>
                    <a:pt x="3422" y="1822"/>
                  </a:lnTo>
                  <a:lnTo>
                    <a:pt x="3489" y="1891"/>
                  </a:lnTo>
                  <a:lnTo>
                    <a:pt x="3553" y="1961"/>
                  </a:lnTo>
                  <a:lnTo>
                    <a:pt x="3618" y="2033"/>
                  </a:lnTo>
                  <a:lnTo>
                    <a:pt x="3680" y="2108"/>
                  </a:lnTo>
                  <a:lnTo>
                    <a:pt x="3742" y="2184"/>
                  </a:lnTo>
                  <a:lnTo>
                    <a:pt x="3803" y="2262"/>
                  </a:lnTo>
                  <a:lnTo>
                    <a:pt x="3861" y="2341"/>
                  </a:lnTo>
                  <a:lnTo>
                    <a:pt x="3917" y="2422"/>
                  </a:lnTo>
                  <a:lnTo>
                    <a:pt x="3973" y="2505"/>
                  </a:lnTo>
                  <a:lnTo>
                    <a:pt x="4026" y="2588"/>
                  </a:lnTo>
                  <a:lnTo>
                    <a:pt x="4077" y="2672"/>
                  </a:lnTo>
                  <a:lnTo>
                    <a:pt x="4125" y="2756"/>
                  </a:lnTo>
                  <a:lnTo>
                    <a:pt x="4171" y="2843"/>
                  </a:lnTo>
                  <a:lnTo>
                    <a:pt x="4216" y="2929"/>
                  </a:lnTo>
                  <a:lnTo>
                    <a:pt x="4257" y="3016"/>
                  </a:lnTo>
                  <a:lnTo>
                    <a:pt x="4297" y="3102"/>
                  </a:lnTo>
                  <a:lnTo>
                    <a:pt x="4333" y="3190"/>
                  </a:lnTo>
                  <a:lnTo>
                    <a:pt x="4367" y="3278"/>
                  </a:lnTo>
                  <a:lnTo>
                    <a:pt x="4396" y="3365"/>
                  </a:lnTo>
                  <a:lnTo>
                    <a:pt x="4423" y="3453"/>
                  </a:lnTo>
                  <a:lnTo>
                    <a:pt x="4446" y="3541"/>
                  </a:lnTo>
                  <a:lnTo>
                    <a:pt x="4467" y="3627"/>
                  </a:lnTo>
                  <a:lnTo>
                    <a:pt x="4484" y="3713"/>
                  </a:lnTo>
                  <a:lnTo>
                    <a:pt x="4495" y="3799"/>
                  </a:lnTo>
                  <a:lnTo>
                    <a:pt x="4505" y="3883"/>
                  </a:lnTo>
                  <a:lnTo>
                    <a:pt x="4510" y="3968"/>
                  </a:lnTo>
                  <a:lnTo>
                    <a:pt x="4510" y="4050"/>
                  </a:lnTo>
                  <a:lnTo>
                    <a:pt x="4509" y="4133"/>
                  </a:lnTo>
                  <a:lnTo>
                    <a:pt x="4500" y="4212"/>
                  </a:lnTo>
                  <a:lnTo>
                    <a:pt x="4489" y="4292"/>
                  </a:lnTo>
                  <a:lnTo>
                    <a:pt x="4472" y="4370"/>
                  </a:lnTo>
                  <a:lnTo>
                    <a:pt x="4451" y="4446"/>
                  </a:lnTo>
                  <a:lnTo>
                    <a:pt x="4424" y="4520"/>
                  </a:lnTo>
                  <a:lnTo>
                    <a:pt x="4393" y="4591"/>
                  </a:lnTo>
                  <a:lnTo>
                    <a:pt x="4357" y="4663"/>
                  </a:lnTo>
                  <a:lnTo>
                    <a:pt x="4315" y="4730"/>
                  </a:lnTo>
                  <a:lnTo>
                    <a:pt x="4269" y="4797"/>
                  </a:lnTo>
                  <a:lnTo>
                    <a:pt x="4216" y="4859"/>
                  </a:lnTo>
                  <a:lnTo>
                    <a:pt x="4158" y="4921"/>
                  </a:lnTo>
                  <a:lnTo>
                    <a:pt x="4095" y="4979"/>
                  </a:lnTo>
                  <a:lnTo>
                    <a:pt x="4026" y="5033"/>
                  </a:lnTo>
                  <a:lnTo>
                    <a:pt x="3950" y="5086"/>
                  </a:lnTo>
                  <a:lnTo>
                    <a:pt x="3869" y="5136"/>
                  </a:lnTo>
                  <a:lnTo>
                    <a:pt x="3781" y="5182"/>
                  </a:lnTo>
                  <a:lnTo>
                    <a:pt x="3687" y="5225"/>
                  </a:lnTo>
                  <a:lnTo>
                    <a:pt x="3586" y="5263"/>
                  </a:lnTo>
                  <a:lnTo>
                    <a:pt x="3480" y="5300"/>
                  </a:lnTo>
                  <a:lnTo>
                    <a:pt x="3366" y="5333"/>
                  </a:lnTo>
                  <a:lnTo>
                    <a:pt x="3246" y="5361"/>
                  </a:lnTo>
                  <a:lnTo>
                    <a:pt x="3117" y="5386"/>
                  </a:lnTo>
                  <a:lnTo>
                    <a:pt x="2983" y="5405"/>
                  </a:lnTo>
                  <a:lnTo>
                    <a:pt x="2840" y="5422"/>
                  </a:lnTo>
                  <a:lnTo>
                    <a:pt x="2692" y="5434"/>
                  </a:lnTo>
                  <a:lnTo>
                    <a:pt x="2535" y="5442"/>
                  </a:lnTo>
                  <a:lnTo>
                    <a:pt x="2369" y="5443"/>
                  </a:lnTo>
                  <a:lnTo>
                    <a:pt x="2197" y="5442"/>
                  </a:lnTo>
                  <a:lnTo>
                    <a:pt x="2017" y="5435"/>
                  </a:lnTo>
                  <a:lnTo>
                    <a:pt x="1829" y="5424"/>
                  </a:lnTo>
                  <a:lnTo>
                    <a:pt x="1673" y="5410"/>
                  </a:lnTo>
                  <a:lnTo>
                    <a:pt x="1526" y="5392"/>
                  </a:lnTo>
                  <a:lnTo>
                    <a:pt x="1387" y="5369"/>
                  </a:lnTo>
                  <a:lnTo>
                    <a:pt x="1255" y="5341"/>
                  </a:lnTo>
                  <a:lnTo>
                    <a:pt x="1131" y="5309"/>
                  </a:lnTo>
                  <a:lnTo>
                    <a:pt x="1015" y="5273"/>
                  </a:lnTo>
                  <a:lnTo>
                    <a:pt x="904" y="5233"/>
                  </a:lnTo>
                  <a:lnTo>
                    <a:pt x="802" y="5190"/>
                  </a:lnTo>
                  <a:lnTo>
                    <a:pt x="706" y="5142"/>
                  </a:lnTo>
                  <a:lnTo>
                    <a:pt x="618" y="5093"/>
                  </a:lnTo>
                  <a:lnTo>
                    <a:pt x="536" y="5038"/>
                  </a:lnTo>
                  <a:lnTo>
                    <a:pt x="460" y="4982"/>
                  </a:lnTo>
                  <a:lnTo>
                    <a:pt x="390" y="4921"/>
                  </a:lnTo>
                  <a:lnTo>
                    <a:pt x="327" y="4858"/>
                  </a:lnTo>
                  <a:lnTo>
                    <a:pt x="269" y="4792"/>
                  </a:lnTo>
                  <a:lnTo>
                    <a:pt x="218" y="4724"/>
                  </a:lnTo>
                  <a:lnTo>
                    <a:pt x="174" y="4653"/>
                  </a:lnTo>
                  <a:lnTo>
                    <a:pt x="134" y="4578"/>
                  </a:lnTo>
                  <a:lnTo>
                    <a:pt x="99" y="4504"/>
                  </a:lnTo>
                  <a:lnTo>
                    <a:pt x="69" y="4426"/>
                  </a:lnTo>
                  <a:lnTo>
                    <a:pt x="46" y="4345"/>
                  </a:lnTo>
                  <a:lnTo>
                    <a:pt x="26" y="4264"/>
                  </a:lnTo>
                  <a:lnTo>
                    <a:pt x="13" y="4181"/>
                  </a:lnTo>
                  <a:lnTo>
                    <a:pt x="5" y="4097"/>
                  </a:lnTo>
                  <a:lnTo>
                    <a:pt x="0" y="4011"/>
                  </a:lnTo>
                  <a:lnTo>
                    <a:pt x="0" y="3925"/>
                  </a:lnTo>
                  <a:lnTo>
                    <a:pt x="3" y="3835"/>
                  </a:lnTo>
                  <a:lnTo>
                    <a:pt x="13" y="3748"/>
                  </a:lnTo>
                  <a:lnTo>
                    <a:pt x="25" y="3657"/>
                  </a:lnTo>
                  <a:lnTo>
                    <a:pt x="41" y="3567"/>
                  </a:lnTo>
                  <a:lnTo>
                    <a:pt x="61" y="3476"/>
                  </a:lnTo>
                  <a:lnTo>
                    <a:pt x="86" y="3385"/>
                  </a:lnTo>
                  <a:lnTo>
                    <a:pt x="112" y="3294"/>
                  </a:lnTo>
                  <a:lnTo>
                    <a:pt x="144" y="3203"/>
                  </a:lnTo>
                  <a:lnTo>
                    <a:pt x="177" y="3111"/>
                  </a:lnTo>
                  <a:lnTo>
                    <a:pt x="215" y="3020"/>
                  </a:lnTo>
                  <a:lnTo>
                    <a:pt x="255" y="2930"/>
                  </a:lnTo>
                  <a:lnTo>
                    <a:pt x="296" y="2839"/>
                  </a:lnTo>
                  <a:lnTo>
                    <a:pt x="341" y="2750"/>
                  </a:lnTo>
                  <a:lnTo>
                    <a:pt x="389" y="2662"/>
                  </a:lnTo>
                  <a:lnTo>
                    <a:pt x="438" y="2574"/>
                  </a:lnTo>
                  <a:lnTo>
                    <a:pt x="491" y="2487"/>
                  </a:lnTo>
                  <a:lnTo>
                    <a:pt x="546" y="2402"/>
                  </a:lnTo>
                  <a:lnTo>
                    <a:pt x="600" y="2318"/>
                  </a:lnTo>
                  <a:lnTo>
                    <a:pt x="658" y="2237"/>
                  </a:lnTo>
                  <a:lnTo>
                    <a:pt x="718" y="2156"/>
                  </a:lnTo>
                  <a:lnTo>
                    <a:pt x="779" y="2076"/>
                  </a:lnTo>
                  <a:lnTo>
                    <a:pt x="840" y="2000"/>
                  </a:lnTo>
                  <a:lnTo>
                    <a:pt x="904" y="1926"/>
                  </a:lnTo>
                  <a:lnTo>
                    <a:pt x="969" y="1853"/>
                  </a:lnTo>
                  <a:lnTo>
                    <a:pt x="1033" y="1784"/>
                  </a:lnTo>
                  <a:lnTo>
                    <a:pt x="1099" y="1716"/>
                  </a:lnTo>
                  <a:lnTo>
                    <a:pt x="1166" y="1651"/>
                  </a:lnTo>
                  <a:lnTo>
                    <a:pt x="1232" y="1588"/>
                  </a:lnTo>
                  <a:lnTo>
                    <a:pt x="1300" y="1530"/>
                  </a:lnTo>
                  <a:lnTo>
                    <a:pt x="1367" y="1474"/>
                  </a:lnTo>
                  <a:lnTo>
                    <a:pt x="1435" y="1421"/>
                  </a:lnTo>
                  <a:lnTo>
                    <a:pt x="1501" y="1373"/>
                  </a:lnTo>
                  <a:lnTo>
                    <a:pt x="1569" y="1327"/>
                  </a:lnTo>
                  <a:lnTo>
                    <a:pt x="1635" y="1286"/>
                  </a:lnTo>
                  <a:lnTo>
                    <a:pt x="1701" y="1248"/>
                  </a:lnTo>
                  <a:lnTo>
                    <a:pt x="1766" y="1214"/>
                  </a:lnTo>
                  <a:lnTo>
                    <a:pt x="1703" y="1170"/>
                  </a:lnTo>
                  <a:lnTo>
                    <a:pt x="1642" y="1122"/>
                  </a:lnTo>
                  <a:lnTo>
                    <a:pt x="1584" y="1069"/>
                  </a:lnTo>
                  <a:lnTo>
                    <a:pt x="1529" y="1013"/>
                  </a:lnTo>
                  <a:lnTo>
                    <a:pt x="1476" y="953"/>
                  </a:lnTo>
                  <a:lnTo>
                    <a:pt x="1427" y="892"/>
                  </a:lnTo>
                  <a:lnTo>
                    <a:pt x="1382" y="829"/>
                  </a:lnTo>
                  <a:lnTo>
                    <a:pt x="1339" y="764"/>
                  </a:lnTo>
                  <a:lnTo>
                    <a:pt x="1301" y="698"/>
                  </a:lnTo>
                  <a:lnTo>
                    <a:pt x="1266" y="634"/>
                  </a:lnTo>
                  <a:lnTo>
                    <a:pt x="1235" y="569"/>
                  </a:lnTo>
                  <a:lnTo>
                    <a:pt x="1209" y="505"/>
                  </a:lnTo>
                  <a:lnTo>
                    <a:pt x="1187" y="443"/>
                  </a:lnTo>
                  <a:lnTo>
                    <a:pt x="1171" y="382"/>
                  </a:lnTo>
                  <a:lnTo>
                    <a:pt x="1157" y="326"/>
                  </a:lnTo>
                  <a:lnTo>
                    <a:pt x="1151" y="271"/>
                  </a:lnTo>
                  <a:lnTo>
                    <a:pt x="1149" y="222"/>
                  </a:lnTo>
                  <a:lnTo>
                    <a:pt x="1152" y="175"/>
                  </a:lnTo>
                  <a:lnTo>
                    <a:pt x="1161" y="134"/>
                  </a:lnTo>
                  <a:lnTo>
                    <a:pt x="1176" y="99"/>
                  </a:lnTo>
                  <a:lnTo>
                    <a:pt x="1197" y="69"/>
                  </a:lnTo>
                  <a:lnTo>
                    <a:pt x="1230" y="38"/>
                  </a:lnTo>
                  <a:lnTo>
                    <a:pt x="1266" y="18"/>
                  </a:lnTo>
                  <a:lnTo>
                    <a:pt x="1306" y="5"/>
                  </a:lnTo>
                  <a:lnTo>
                    <a:pt x="13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65" name="Freeform 1141">
              <a:extLst>
                <a:ext uri="{FF2B5EF4-FFF2-40B4-BE49-F238E27FC236}">
                  <a16:creationId xmlns:a16="http://schemas.microsoft.com/office/drawing/2014/main" id="{C712C8D9-F1FC-49FD-945F-7D09AFA6C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2718"/>
              <a:ext cx="0" cy="1"/>
            </a:xfrm>
            <a:custGeom>
              <a:avLst/>
              <a:gdLst>
                <a:gd name="T0" fmla="*/ 2 w 2"/>
                <a:gd name="T1" fmla="*/ 0 h 3"/>
                <a:gd name="T2" fmla="*/ 2 w 2"/>
                <a:gd name="T3" fmla="*/ 2 h 3"/>
                <a:gd name="T4" fmla="*/ 0 w 2"/>
                <a:gd name="T5" fmla="*/ 3 h 3"/>
                <a:gd name="T6" fmla="*/ 2 w 2"/>
                <a:gd name="T7" fmla="*/ 2 h 3"/>
                <a:gd name="T8" fmla="*/ 2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2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6F22A6F1-C26F-48F0-BE1F-40649F7EC38C}"/>
              </a:ext>
            </a:extLst>
          </p:cNvPr>
          <p:cNvSpPr txBox="1"/>
          <p:nvPr/>
        </p:nvSpPr>
        <p:spPr>
          <a:xfrm>
            <a:off x="6914314" y="1116667"/>
            <a:ext cx="36750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HOW TO RUN A </a:t>
            </a:r>
          </a:p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SUCCESSFUL </a:t>
            </a:r>
            <a:r>
              <a:rPr lang="id-ID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ITALY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565833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82" name="Shape 11082"/>
          <p:cNvGrpSpPr/>
          <p:nvPr/>
        </p:nvGrpSpPr>
        <p:grpSpPr>
          <a:xfrm>
            <a:off x="5290319" y="1333480"/>
            <a:ext cx="7162552" cy="5597263"/>
            <a:chOff x="5290319" y="1333480"/>
            <a:chExt cx="7162552" cy="5597263"/>
          </a:xfrm>
          <a:solidFill>
            <a:schemeClr val="bg1">
              <a:lumMod val="85000"/>
            </a:schemeClr>
          </a:solidFill>
        </p:grpSpPr>
        <p:sp>
          <p:nvSpPr>
            <p:cNvPr id="11083" name="Shape 11083"/>
            <p:cNvSpPr/>
            <p:nvPr/>
          </p:nvSpPr>
          <p:spPr>
            <a:xfrm rot="3648446">
              <a:off x="10266165" y="3459010"/>
              <a:ext cx="115859" cy="12504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189" y="104564"/>
                  </a:moveTo>
                  <a:lnTo>
                    <a:pt x="109189" y="104564"/>
                  </a:lnTo>
                  <a:lnTo>
                    <a:pt x="109189" y="102821"/>
                  </a:lnTo>
                  <a:cubicBezTo>
                    <a:pt x="119729" y="76182"/>
                    <a:pt x="105135" y="83651"/>
                    <a:pt x="105135" y="64730"/>
                  </a:cubicBezTo>
                  <a:cubicBezTo>
                    <a:pt x="105135" y="47551"/>
                    <a:pt x="109189" y="28630"/>
                    <a:pt x="115405" y="11452"/>
                  </a:cubicBezTo>
                  <a:lnTo>
                    <a:pt x="115405" y="11452"/>
                  </a:lnTo>
                  <a:cubicBezTo>
                    <a:pt x="109189" y="9709"/>
                    <a:pt x="105135" y="7717"/>
                    <a:pt x="98918" y="9709"/>
                  </a:cubicBezTo>
                  <a:cubicBezTo>
                    <a:pt x="92702" y="9709"/>
                    <a:pt x="88648" y="20912"/>
                    <a:pt x="80540" y="20912"/>
                  </a:cubicBezTo>
                  <a:cubicBezTo>
                    <a:pt x="72162" y="19170"/>
                    <a:pt x="70000" y="9709"/>
                    <a:pt x="64054" y="5726"/>
                  </a:cubicBezTo>
                  <a:cubicBezTo>
                    <a:pt x="55675" y="3983"/>
                    <a:pt x="47297" y="0"/>
                    <a:pt x="41081" y="3983"/>
                  </a:cubicBezTo>
                  <a:cubicBezTo>
                    <a:pt x="35135" y="7717"/>
                    <a:pt x="28918" y="17178"/>
                    <a:pt x="30810" y="26639"/>
                  </a:cubicBezTo>
                  <a:cubicBezTo>
                    <a:pt x="32972" y="38091"/>
                    <a:pt x="47297" y="45809"/>
                    <a:pt x="49459" y="57012"/>
                  </a:cubicBezTo>
                  <a:cubicBezTo>
                    <a:pt x="49459" y="64730"/>
                    <a:pt x="47297" y="72448"/>
                    <a:pt x="41081" y="76182"/>
                  </a:cubicBezTo>
                  <a:cubicBezTo>
                    <a:pt x="30810" y="79917"/>
                    <a:pt x="18378" y="68464"/>
                    <a:pt x="10270" y="74190"/>
                  </a:cubicBezTo>
                  <a:cubicBezTo>
                    <a:pt x="1891" y="81908"/>
                    <a:pt x="0" y="97095"/>
                    <a:pt x="6216" y="104564"/>
                  </a:cubicBezTo>
                  <a:cubicBezTo>
                    <a:pt x="12162" y="112282"/>
                    <a:pt x="26756" y="97095"/>
                    <a:pt x="37027" y="102821"/>
                  </a:cubicBezTo>
                  <a:cubicBezTo>
                    <a:pt x="41081" y="104564"/>
                    <a:pt x="28918" y="112282"/>
                    <a:pt x="32972" y="116016"/>
                  </a:cubicBezTo>
                  <a:cubicBezTo>
                    <a:pt x="35135" y="119751"/>
                    <a:pt x="41081" y="118008"/>
                    <a:pt x="45405" y="116016"/>
                  </a:cubicBezTo>
                  <a:cubicBezTo>
                    <a:pt x="51621" y="114024"/>
                    <a:pt x="55675" y="108547"/>
                    <a:pt x="61891" y="104564"/>
                  </a:cubicBezTo>
                  <a:cubicBezTo>
                    <a:pt x="74324" y="98838"/>
                    <a:pt x="84594" y="87634"/>
                    <a:pt x="98918" y="89377"/>
                  </a:cubicBezTo>
                  <a:cubicBezTo>
                    <a:pt x="107297" y="89377"/>
                    <a:pt x="105135" y="98838"/>
                    <a:pt x="109189" y="10456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84" name="Shape 11084"/>
            <p:cNvSpPr/>
            <p:nvPr/>
          </p:nvSpPr>
          <p:spPr>
            <a:xfrm rot="3648446">
              <a:off x="7776562" y="4522235"/>
              <a:ext cx="86034" cy="11127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272" y="119720"/>
                  </a:moveTo>
                  <a:lnTo>
                    <a:pt x="111272" y="119720"/>
                  </a:lnTo>
                  <a:cubicBezTo>
                    <a:pt x="114181" y="102657"/>
                    <a:pt x="114181" y="102657"/>
                    <a:pt x="114181" y="102657"/>
                  </a:cubicBezTo>
                  <a:lnTo>
                    <a:pt x="114181" y="102657"/>
                  </a:lnTo>
                  <a:cubicBezTo>
                    <a:pt x="108363" y="93986"/>
                    <a:pt x="94545" y="87552"/>
                    <a:pt x="94545" y="76923"/>
                  </a:cubicBezTo>
                  <a:cubicBezTo>
                    <a:pt x="97454" y="70489"/>
                    <a:pt x="119636" y="74965"/>
                    <a:pt x="116727" y="68531"/>
                  </a:cubicBezTo>
                  <a:cubicBezTo>
                    <a:pt x="114181" y="57902"/>
                    <a:pt x="91636" y="57902"/>
                    <a:pt x="83636" y="49230"/>
                  </a:cubicBezTo>
                  <a:cubicBezTo>
                    <a:pt x="80727" y="45034"/>
                    <a:pt x="94545" y="42797"/>
                    <a:pt x="94545" y="38601"/>
                  </a:cubicBezTo>
                  <a:cubicBezTo>
                    <a:pt x="94545" y="29930"/>
                    <a:pt x="89090" y="21538"/>
                    <a:pt x="83636" y="15104"/>
                  </a:cubicBezTo>
                  <a:cubicBezTo>
                    <a:pt x="77818" y="10629"/>
                    <a:pt x="69454" y="8671"/>
                    <a:pt x="61454" y="4475"/>
                  </a:cubicBezTo>
                  <a:lnTo>
                    <a:pt x="61454" y="4475"/>
                  </a:lnTo>
                  <a:cubicBezTo>
                    <a:pt x="53090" y="4475"/>
                    <a:pt x="41818" y="0"/>
                    <a:pt x="36363" y="4475"/>
                  </a:cubicBezTo>
                  <a:cubicBezTo>
                    <a:pt x="28000" y="10629"/>
                    <a:pt x="38909" y="23496"/>
                    <a:pt x="33454" y="29930"/>
                  </a:cubicBezTo>
                  <a:cubicBezTo>
                    <a:pt x="28000" y="36363"/>
                    <a:pt x="8363" y="34405"/>
                    <a:pt x="0" y="36363"/>
                  </a:cubicBezTo>
                  <a:lnTo>
                    <a:pt x="0" y="36363"/>
                  </a:lnTo>
                  <a:cubicBezTo>
                    <a:pt x="5818" y="51468"/>
                    <a:pt x="14181" y="68531"/>
                    <a:pt x="25090" y="81398"/>
                  </a:cubicBezTo>
                  <a:cubicBezTo>
                    <a:pt x="47272" y="104895"/>
                    <a:pt x="77818" y="119720"/>
                    <a:pt x="111272" y="11972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85" name="Shape 11085"/>
            <p:cNvSpPr/>
            <p:nvPr/>
          </p:nvSpPr>
          <p:spPr>
            <a:xfrm rot="3648446">
              <a:off x="7785778" y="4633389"/>
              <a:ext cx="95210" cy="6539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04822"/>
                  </a:moveTo>
                  <a:lnTo>
                    <a:pt x="0" y="104822"/>
                  </a:lnTo>
                  <a:cubicBezTo>
                    <a:pt x="2608" y="75889"/>
                    <a:pt x="2608" y="75889"/>
                    <a:pt x="2608" y="75889"/>
                  </a:cubicBezTo>
                  <a:lnTo>
                    <a:pt x="2608" y="75889"/>
                  </a:lnTo>
                  <a:cubicBezTo>
                    <a:pt x="9782" y="68774"/>
                    <a:pt x="17282" y="64980"/>
                    <a:pt x="24782" y="54071"/>
                  </a:cubicBezTo>
                  <a:cubicBezTo>
                    <a:pt x="27391" y="50276"/>
                    <a:pt x="24782" y="39841"/>
                    <a:pt x="27391" y="32252"/>
                  </a:cubicBezTo>
                  <a:cubicBezTo>
                    <a:pt x="30000" y="28932"/>
                    <a:pt x="37500" y="36047"/>
                    <a:pt x="39782" y="32252"/>
                  </a:cubicBezTo>
                  <a:cubicBezTo>
                    <a:pt x="45000" y="25138"/>
                    <a:pt x="42391" y="14229"/>
                    <a:pt x="42391" y="7114"/>
                  </a:cubicBezTo>
                  <a:lnTo>
                    <a:pt x="42391" y="7114"/>
                  </a:lnTo>
                  <a:cubicBezTo>
                    <a:pt x="49891" y="7114"/>
                    <a:pt x="54782" y="0"/>
                    <a:pt x="59673" y="3320"/>
                  </a:cubicBezTo>
                  <a:cubicBezTo>
                    <a:pt x="64891" y="7114"/>
                    <a:pt x="67173" y="18023"/>
                    <a:pt x="69782" y="25138"/>
                  </a:cubicBezTo>
                  <a:lnTo>
                    <a:pt x="69782" y="25138"/>
                  </a:lnTo>
                  <a:cubicBezTo>
                    <a:pt x="72065" y="36047"/>
                    <a:pt x="64891" y="54071"/>
                    <a:pt x="72065" y="61185"/>
                  </a:cubicBezTo>
                  <a:cubicBezTo>
                    <a:pt x="82173" y="68774"/>
                    <a:pt x="91956" y="46956"/>
                    <a:pt x="102065" y="50276"/>
                  </a:cubicBezTo>
                  <a:cubicBezTo>
                    <a:pt x="106956" y="54071"/>
                    <a:pt x="97173" y="64980"/>
                    <a:pt x="97173" y="68774"/>
                  </a:cubicBezTo>
                  <a:cubicBezTo>
                    <a:pt x="99456" y="75889"/>
                    <a:pt x="106956" y="68774"/>
                    <a:pt x="109565" y="75889"/>
                  </a:cubicBezTo>
                  <a:cubicBezTo>
                    <a:pt x="112173" y="75889"/>
                    <a:pt x="106956" y="83003"/>
                    <a:pt x="109565" y="86798"/>
                  </a:cubicBezTo>
                  <a:cubicBezTo>
                    <a:pt x="112173" y="93913"/>
                    <a:pt x="114456" y="97707"/>
                    <a:pt x="119673" y="104822"/>
                  </a:cubicBezTo>
                  <a:lnTo>
                    <a:pt x="119673" y="104822"/>
                  </a:lnTo>
                  <a:cubicBezTo>
                    <a:pt x="112173" y="108616"/>
                    <a:pt x="104673" y="115731"/>
                    <a:pt x="97173" y="115731"/>
                  </a:cubicBezTo>
                  <a:cubicBezTo>
                    <a:pt x="89673" y="119525"/>
                    <a:pt x="82173" y="119525"/>
                    <a:pt x="74673" y="119525"/>
                  </a:cubicBezTo>
                  <a:cubicBezTo>
                    <a:pt x="67173" y="119525"/>
                    <a:pt x="59673" y="119525"/>
                    <a:pt x="52173" y="115731"/>
                  </a:cubicBezTo>
                  <a:cubicBezTo>
                    <a:pt x="45000" y="115731"/>
                    <a:pt x="45000" y="111936"/>
                    <a:pt x="39782" y="108616"/>
                  </a:cubicBezTo>
                  <a:lnTo>
                    <a:pt x="39782" y="108616"/>
                  </a:lnTo>
                  <a:cubicBezTo>
                    <a:pt x="45000" y="97707"/>
                    <a:pt x="45000" y="86798"/>
                    <a:pt x="42391" y="79683"/>
                  </a:cubicBezTo>
                  <a:cubicBezTo>
                    <a:pt x="27391" y="97707"/>
                    <a:pt x="12391" y="104822"/>
                    <a:pt x="0" y="10482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86" name="Shape 11086"/>
            <p:cNvSpPr/>
            <p:nvPr/>
          </p:nvSpPr>
          <p:spPr>
            <a:xfrm rot="3648446">
              <a:off x="7815370" y="4546447"/>
              <a:ext cx="72268" cy="11127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1538"/>
                  </a:moveTo>
                  <a:lnTo>
                    <a:pt x="0" y="21538"/>
                  </a:lnTo>
                  <a:cubicBezTo>
                    <a:pt x="9565" y="25734"/>
                    <a:pt x="19565" y="27692"/>
                    <a:pt x="26521" y="32167"/>
                  </a:cubicBezTo>
                  <a:cubicBezTo>
                    <a:pt x="33043" y="38601"/>
                    <a:pt x="39565" y="46993"/>
                    <a:pt x="39565" y="55664"/>
                  </a:cubicBezTo>
                  <a:cubicBezTo>
                    <a:pt x="39565" y="59860"/>
                    <a:pt x="23043" y="62097"/>
                    <a:pt x="26521" y="66293"/>
                  </a:cubicBezTo>
                  <a:cubicBezTo>
                    <a:pt x="36086" y="74965"/>
                    <a:pt x="63043" y="74965"/>
                    <a:pt x="66086" y="85594"/>
                  </a:cubicBezTo>
                  <a:cubicBezTo>
                    <a:pt x="69565" y="92027"/>
                    <a:pt x="43043" y="87552"/>
                    <a:pt x="39565" y="93986"/>
                  </a:cubicBezTo>
                  <a:cubicBezTo>
                    <a:pt x="39565" y="104615"/>
                    <a:pt x="56086" y="111048"/>
                    <a:pt x="63043" y="119720"/>
                  </a:cubicBezTo>
                  <a:lnTo>
                    <a:pt x="63043" y="119720"/>
                  </a:lnTo>
                  <a:cubicBezTo>
                    <a:pt x="72608" y="115524"/>
                    <a:pt x="82608" y="113286"/>
                    <a:pt x="92608" y="106853"/>
                  </a:cubicBezTo>
                  <a:cubicBezTo>
                    <a:pt x="96086" y="104615"/>
                    <a:pt x="92608" y="98461"/>
                    <a:pt x="96086" y="93986"/>
                  </a:cubicBezTo>
                  <a:cubicBezTo>
                    <a:pt x="99565" y="92027"/>
                    <a:pt x="109565" y="96223"/>
                    <a:pt x="112608" y="93986"/>
                  </a:cubicBezTo>
                  <a:cubicBezTo>
                    <a:pt x="119565" y="89790"/>
                    <a:pt x="116086" y="83356"/>
                    <a:pt x="116086" y="79160"/>
                  </a:cubicBezTo>
                  <a:lnTo>
                    <a:pt x="116086" y="79160"/>
                  </a:lnTo>
                  <a:cubicBezTo>
                    <a:pt x="112608" y="76923"/>
                    <a:pt x="106086" y="74965"/>
                    <a:pt x="102608" y="72727"/>
                  </a:cubicBezTo>
                  <a:cubicBezTo>
                    <a:pt x="96086" y="70489"/>
                    <a:pt x="96086" y="66293"/>
                    <a:pt x="92608" y="62097"/>
                  </a:cubicBezTo>
                  <a:cubicBezTo>
                    <a:pt x="89565" y="57622"/>
                    <a:pt x="82608" y="51468"/>
                    <a:pt x="82608" y="46993"/>
                  </a:cubicBezTo>
                  <a:cubicBezTo>
                    <a:pt x="76086" y="36363"/>
                    <a:pt x="76086" y="23496"/>
                    <a:pt x="72608" y="12867"/>
                  </a:cubicBezTo>
                  <a:lnTo>
                    <a:pt x="72608" y="12867"/>
                  </a:lnTo>
                  <a:cubicBezTo>
                    <a:pt x="23043" y="0"/>
                    <a:pt x="23043" y="0"/>
                    <a:pt x="23043" y="0"/>
                  </a:cubicBezTo>
                  <a:lnTo>
                    <a:pt x="23043" y="0"/>
                  </a:lnTo>
                  <a:cubicBezTo>
                    <a:pt x="0" y="21538"/>
                    <a:pt x="0" y="21538"/>
                    <a:pt x="0" y="2153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87" name="Shape 11087"/>
            <p:cNvSpPr/>
            <p:nvPr/>
          </p:nvSpPr>
          <p:spPr>
            <a:xfrm rot="3648446">
              <a:off x="7837828" y="4401997"/>
              <a:ext cx="119300" cy="1766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856" y="0"/>
                  </a:moveTo>
                  <a:lnTo>
                    <a:pt x="93856" y="0"/>
                  </a:lnTo>
                  <a:cubicBezTo>
                    <a:pt x="95686" y="2819"/>
                    <a:pt x="97777" y="6696"/>
                    <a:pt x="97777" y="10748"/>
                  </a:cubicBezTo>
                  <a:cubicBezTo>
                    <a:pt x="95686" y="17621"/>
                    <a:pt x="91764" y="25726"/>
                    <a:pt x="83660" y="31013"/>
                  </a:cubicBezTo>
                  <a:cubicBezTo>
                    <a:pt x="81830" y="32422"/>
                    <a:pt x="75816" y="29603"/>
                    <a:pt x="71895" y="31013"/>
                  </a:cubicBezTo>
                  <a:cubicBezTo>
                    <a:pt x="65882" y="35066"/>
                    <a:pt x="57777" y="39118"/>
                    <a:pt x="55686" y="45814"/>
                  </a:cubicBezTo>
                  <a:cubicBezTo>
                    <a:pt x="55686" y="48458"/>
                    <a:pt x="65882" y="49867"/>
                    <a:pt x="63790" y="52511"/>
                  </a:cubicBezTo>
                  <a:cubicBezTo>
                    <a:pt x="63790" y="55154"/>
                    <a:pt x="57777" y="56563"/>
                    <a:pt x="55686" y="59207"/>
                  </a:cubicBezTo>
                  <a:cubicBezTo>
                    <a:pt x="53856" y="62026"/>
                    <a:pt x="51764" y="66079"/>
                    <a:pt x="53856" y="68722"/>
                  </a:cubicBezTo>
                  <a:cubicBezTo>
                    <a:pt x="59869" y="74185"/>
                    <a:pt x="67712" y="76828"/>
                    <a:pt x="75816" y="79471"/>
                  </a:cubicBezTo>
                  <a:cubicBezTo>
                    <a:pt x="79738" y="80881"/>
                    <a:pt x="87843" y="82114"/>
                    <a:pt x="87843" y="79471"/>
                  </a:cubicBezTo>
                  <a:cubicBezTo>
                    <a:pt x="87843" y="74185"/>
                    <a:pt x="71895" y="66079"/>
                    <a:pt x="79738" y="62026"/>
                  </a:cubicBezTo>
                  <a:cubicBezTo>
                    <a:pt x="87843" y="59207"/>
                    <a:pt x="91764" y="71365"/>
                    <a:pt x="99869" y="74185"/>
                  </a:cubicBezTo>
                  <a:cubicBezTo>
                    <a:pt x="103790" y="75418"/>
                    <a:pt x="111633" y="74185"/>
                    <a:pt x="115816" y="76828"/>
                  </a:cubicBezTo>
                  <a:cubicBezTo>
                    <a:pt x="119738" y="79471"/>
                    <a:pt x="115816" y="83524"/>
                    <a:pt x="113725" y="86167"/>
                  </a:cubicBezTo>
                  <a:lnTo>
                    <a:pt x="113725" y="86167"/>
                  </a:lnTo>
                  <a:cubicBezTo>
                    <a:pt x="99869" y="99735"/>
                    <a:pt x="99869" y="99735"/>
                    <a:pt x="99869" y="99735"/>
                  </a:cubicBezTo>
                  <a:lnTo>
                    <a:pt x="99869" y="99735"/>
                  </a:lnTo>
                  <a:cubicBezTo>
                    <a:pt x="93856" y="99735"/>
                    <a:pt x="85751" y="96916"/>
                    <a:pt x="81830" y="99735"/>
                  </a:cubicBezTo>
                  <a:cubicBezTo>
                    <a:pt x="75816" y="103612"/>
                    <a:pt x="83660" y="111718"/>
                    <a:pt x="79738" y="115770"/>
                  </a:cubicBezTo>
                  <a:cubicBezTo>
                    <a:pt x="75816" y="119823"/>
                    <a:pt x="61699" y="118590"/>
                    <a:pt x="55686" y="119823"/>
                  </a:cubicBezTo>
                  <a:lnTo>
                    <a:pt x="55686" y="119823"/>
                  </a:lnTo>
                  <a:cubicBezTo>
                    <a:pt x="49673" y="106431"/>
                    <a:pt x="47843" y="92863"/>
                    <a:pt x="35816" y="82114"/>
                  </a:cubicBezTo>
                  <a:cubicBezTo>
                    <a:pt x="0" y="57973"/>
                    <a:pt x="43921" y="41762"/>
                    <a:pt x="57777" y="20264"/>
                  </a:cubicBezTo>
                  <a:cubicBezTo>
                    <a:pt x="63790" y="9515"/>
                    <a:pt x="81830" y="9515"/>
                    <a:pt x="91764" y="2819"/>
                  </a:cubicBezTo>
                  <a:cubicBezTo>
                    <a:pt x="91764" y="1409"/>
                    <a:pt x="93856" y="1409"/>
                    <a:pt x="93856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88" name="Shape 11088"/>
            <p:cNvSpPr/>
            <p:nvPr/>
          </p:nvSpPr>
          <p:spPr>
            <a:xfrm rot="3648446">
              <a:off x="7848049" y="4590621"/>
              <a:ext cx="99799" cy="9980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93" y="33524"/>
                  </a:moveTo>
                  <a:lnTo>
                    <a:pt x="2193" y="33524"/>
                  </a:lnTo>
                  <a:cubicBezTo>
                    <a:pt x="4699" y="45430"/>
                    <a:pt x="4699" y="59843"/>
                    <a:pt x="9399" y="71749"/>
                  </a:cubicBezTo>
                  <a:cubicBezTo>
                    <a:pt x="9399" y="76762"/>
                    <a:pt x="14412" y="83655"/>
                    <a:pt x="16605" y="88668"/>
                  </a:cubicBezTo>
                  <a:cubicBezTo>
                    <a:pt x="19112" y="93368"/>
                    <a:pt x="19112" y="98067"/>
                    <a:pt x="23812" y="100574"/>
                  </a:cubicBezTo>
                  <a:cubicBezTo>
                    <a:pt x="26318" y="103080"/>
                    <a:pt x="31018" y="105274"/>
                    <a:pt x="33524" y="107780"/>
                  </a:cubicBezTo>
                  <a:lnTo>
                    <a:pt x="33524" y="107780"/>
                  </a:lnTo>
                  <a:cubicBezTo>
                    <a:pt x="40731" y="107780"/>
                    <a:pt x="45430" y="103080"/>
                    <a:pt x="50130" y="105274"/>
                  </a:cubicBezTo>
                  <a:cubicBezTo>
                    <a:pt x="55143" y="107780"/>
                    <a:pt x="57336" y="114986"/>
                    <a:pt x="59843" y="119686"/>
                  </a:cubicBezTo>
                  <a:lnTo>
                    <a:pt x="59843" y="119686"/>
                  </a:lnTo>
                  <a:cubicBezTo>
                    <a:pt x="64543" y="117180"/>
                    <a:pt x="69242" y="114986"/>
                    <a:pt x="71749" y="112480"/>
                  </a:cubicBezTo>
                  <a:cubicBezTo>
                    <a:pt x="74255" y="105274"/>
                    <a:pt x="74255" y="98067"/>
                    <a:pt x="74255" y="90861"/>
                  </a:cubicBezTo>
                  <a:cubicBezTo>
                    <a:pt x="74255" y="83655"/>
                    <a:pt x="67049" y="71749"/>
                    <a:pt x="71749" y="67049"/>
                  </a:cubicBezTo>
                  <a:cubicBezTo>
                    <a:pt x="78955" y="62349"/>
                    <a:pt x="86161" y="76762"/>
                    <a:pt x="95561" y="76762"/>
                  </a:cubicBezTo>
                  <a:cubicBezTo>
                    <a:pt x="102767" y="78955"/>
                    <a:pt x="112480" y="71749"/>
                    <a:pt x="119686" y="69556"/>
                  </a:cubicBezTo>
                  <a:lnTo>
                    <a:pt x="119686" y="69556"/>
                  </a:lnTo>
                  <a:lnTo>
                    <a:pt x="100574" y="52637"/>
                  </a:lnTo>
                  <a:cubicBezTo>
                    <a:pt x="100574" y="50130"/>
                    <a:pt x="98067" y="40731"/>
                    <a:pt x="98067" y="40731"/>
                  </a:cubicBezTo>
                  <a:cubicBezTo>
                    <a:pt x="90861" y="36031"/>
                    <a:pt x="81148" y="31018"/>
                    <a:pt x="74255" y="26318"/>
                  </a:cubicBezTo>
                  <a:cubicBezTo>
                    <a:pt x="64543" y="21618"/>
                    <a:pt x="55143" y="14412"/>
                    <a:pt x="47937" y="7206"/>
                  </a:cubicBezTo>
                  <a:lnTo>
                    <a:pt x="47937" y="7206"/>
                  </a:lnTo>
                  <a:cubicBezTo>
                    <a:pt x="40731" y="9712"/>
                    <a:pt x="36031" y="14412"/>
                    <a:pt x="28825" y="14412"/>
                  </a:cubicBezTo>
                  <a:cubicBezTo>
                    <a:pt x="23812" y="11906"/>
                    <a:pt x="23812" y="0"/>
                    <a:pt x="19112" y="0"/>
                  </a:cubicBezTo>
                  <a:cubicBezTo>
                    <a:pt x="11906" y="2506"/>
                    <a:pt x="7206" y="9712"/>
                    <a:pt x="2193" y="14412"/>
                  </a:cubicBezTo>
                  <a:cubicBezTo>
                    <a:pt x="0" y="21618"/>
                    <a:pt x="2193" y="28825"/>
                    <a:pt x="2193" y="3352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89" name="Shape 11089"/>
            <p:cNvSpPr/>
            <p:nvPr/>
          </p:nvSpPr>
          <p:spPr>
            <a:xfrm rot="3648446">
              <a:off x="7902082" y="4607449"/>
              <a:ext cx="127330" cy="11127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6081" y="119720"/>
                  </a:moveTo>
                  <a:lnTo>
                    <a:pt x="56081" y="119720"/>
                  </a:lnTo>
                  <a:cubicBezTo>
                    <a:pt x="61714" y="113286"/>
                    <a:pt x="65387" y="106853"/>
                    <a:pt x="71020" y="100419"/>
                  </a:cubicBezTo>
                  <a:cubicBezTo>
                    <a:pt x="72979" y="98181"/>
                    <a:pt x="78367" y="93986"/>
                    <a:pt x="82285" y="96223"/>
                  </a:cubicBezTo>
                  <a:cubicBezTo>
                    <a:pt x="85959" y="98181"/>
                    <a:pt x="85959" y="104615"/>
                    <a:pt x="87918" y="108811"/>
                  </a:cubicBezTo>
                  <a:lnTo>
                    <a:pt x="87918" y="108811"/>
                  </a:lnTo>
                  <a:cubicBezTo>
                    <a:pt x="95265" y="108811"/>
                    <a:pt x="102857" y="113286"/>
                    <a:pt x="108489" y="106853"/>
                  </a:cubicBezTo>
                  <a:cubicBezTo>
                    <a:pt x="115836" y="98181"/>
                    <a:pt x="119755" y="83356"/>
                    <a:pt x="117795" y="70489"/>
                  </a:cubicBezTo>
                  <a:cubicBezTo>
                    <a:pt x="117795" y="64055"/>
                    <a:pt x="108489" y="64055"/>
                    <a:pt x="102857" y="59860"/>
                  </a:cubicBezTo>
                  <a:lnTo>
                    <a:pt x="102857" y="59860"/>
                  </a:lnTo>
                  <a:cubicBezTo>
                    <a:pt x="98938" y="59860"/>
                    <a:pt x="93306" y="53426"/>
                    <a:pt x="87918" y="55664"/>
                  </a:cubicBezTo>
                  <a:cubicBezTo>
                    <a:pt x="82285" y="55664"/>
                    <a:pt x="76653" y="66293"/>
                    <a:pt x="71020" y="64055"/>
                  </a:cubicBezTo>
                  <a:cubicBezTo>
                    <a:pt x="65387" y="64055"/>
                    <a:pt x="63428" y="55664"/>
                    <a:pt x="61714" y="49230"/>
                  </a:cubicBezTo>
                  <a:cubicBezTo>
                    <a:pt x="58040" y="40559"/>
                    <a:pt x="61714" y="31888"/>
                    <a:pt x="58040" y="25454"/>
                  </a:cubicBezTo>
                  <a:cubicBezTo>
                    <a:pt x="54122" y="19300"/>
                    <a:pt x="44816" y="17062"/>
                    <a:pt x="39183" y="14825"/>
                  </a:cubicBezTo>
                  <a:lnTo>
                    <a:pt x="39183" y="14825"/>
                  </a:lnTo>
                  <a:cubicBezTo>
                    <a:pt x="35510" y="8391"/>
                    <a:pt x="33551" y="4195"/>
                    <a:pt x="31591" y="0"/>
                  </a:cubicBezTo>
                  <a:lnTo>
                    <a:pt x="11020" y="8391"/>
                  </a:lnTo>
                  <a:lnTo>
                    <a:pt x="5632" y="21258"/>
                  </a:lnTo>
                  <a:cubicBezTo>
                    <a:pt x="5632" y="25454"/>
                    <a:pt x="9306" y="31888"/>
                    <a:pt x="7346" y="36363"/>
                  </a:cubicBezTo>
                  <a:cubicBezTo>
                    <a:pt x="7346" y="46993"/>
                    <a:pt x="1714" y="55664"/>
                    <a:pt x="0" y="64055"/>
                  </a:cubicBezTo>
                  <a:lnTo>
                    <a:pt x="0" y="64055"/>
                  </a:lnTo>
                  <a:cubicBezTo>
                    <a:pt x="5632" y="70489"/>
                    <a:pt x="12979" y="76923"/>
                    <a:pt x="20571" y="81118"/>
                  </a:cubicBezTo>
                  <a:cubicBezTo>
                    <a:pt x="25959" y="85314"/>
                    <a:pt x="33551" y="89790"/>
                    <a:pt x="39183" y="93986"/>
                  </a:cubicBezTo>
                  <a:cubicBezTo>
                    <a:pt x="39183" y="93986"/>
                    <a:pt x="41142" y="102377"/>
                    <a:pt x="41142" y="104615"/>
                  </a:cubicBezTo>
                  <a:lnTo>
                    <a:pt x="56081" y="119720"/>
                  </a:ln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0" name="Shape 11090"/>
            <p:cNvSpPr/>
            <p:nvPr/>
          </p:nvSpPr>
          <p:spPr>
            <a:xfrm rot="3648446">
              <a:off x="7831705" y="4651121"/>
              <a:ext cx="115859" cy="10898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864" y="32779"/>
                  </a:moveTo>
                  <a:lnTo>
                    <a:pt x="34864" y="32779"/>
                  </a:lnTo>
                  <a:cubicBezTo>
                    <a:pt x="26756" y="32779"/>
                    <a:pt x="20540" y="19667"/>
                    <a:pt x="14324" y="23942"/>
                  </a:cubicBezTo>
                  <a:cubicBezTo>
                    <a:pt x="10270" y="28218"/>
                    <a:pt x="16486" y="39049"/>
                    <a:pt x="16486" y="45605"/>
                  </a:cubicBezTo>
                  <a:cubicBezTo>
                    <a:pt x="16486" y="52161"/>
                    <a:pt x="16486" y="58717"/>
                    <a:pt x="14324" y="65273"/>
                  </a:cubicBezTo>
                  <a:cubicBezTo>
                    <a:pt x="12162" y="67553"/>
                    <a:pt x="8108" y="69548"/>
                    <a:pt x="4054" y="71828"/>
                  </a:cubicBezTo>
                  <a:lnTo>
                    <a:pt x="4054" y="71828"/>
                  </a:lnTo>
                  <a:cubicBezTo>
                    <a:pt x="5945" y="78384"/>
                    <a:pt x="0" y="89216"/>
                    <a:pt x="5945" y="93491"/>
                  </a:cubicBezTo>
                  <a:cubicBezTo>
                    <a:pt x="14324" y="98052"/>
                    <a:pt x="22432" y="84940"/>
                    <a:pt x="30810" y="86935"/>
                  </a:cubicBezTo>
                  <a:cubicBezTo>
                    <a:pt x="34864" y="89216"/>
                    <a:pt x="26756" y="95771"/>
                    <a:pt x="26756" y="98052"/>
                  </a:cubicBezTo>
                  <a:cubicBezTo>
                    <a:pt x="28648" y="102327"/>
                    <a:pt x="34864" y="98052"/>
                    <a:pt x="37027" y="102327"/>
                  </a:cubicBezTo>
                  <a:cubicBezTo>
                    <a:pt x="39189" y="102327"/>
                    <a:pt x="34864" y="106603"/>
                    <a:pt x="37027" y="108883"/>
                  </a:cubicBezTo>
                  <a:cubicBezTo>
                    <a:pt x="39189" y="113159"/>
                    <a:pt x="41081" y="115439"/>
                    <a:pt x="45405" y="119714"/>
                  </a:cubicBezTo>
                  <a:lnTo>
                    <a:pt x="45405" y="119714"/>
                  </a:lnTo>
                  <a:cubicBezTo>
                    <a:pt x="47297" y="117434"/>
                    <a:pt x="49459" y="115439"/>
                    <a:pt x="51621" y="115439"/>
                  </a:cubicBezTo>
                  <a:cubicBezTo>
                    <a:pt x="55675" y="115439"/>
                    <a:pt x="59729" y="117434"/>
                    <a:pt x="61891" y="117434"/>
                  </a:cubicBezTo>
                  <a:cubicBezTo>
                    <a:pt x="68108" y="113159"/>
                    <a:pt x="72162" y="108883"/>
                    <a:pt x="78378" y="104608"/>
                  </a:cubicBezTo>
                  <a:cubicBezTo>
                    <a:pt x="82432" y="98052"/>
                    <a:pt x="84594" y="89216"/>
                    <a:pt x="90810" y="86935"/>
                  </a:cubicBezTo>
                  <a:cubicBezTo>
                    <a:pt x="96756" y="82660"/>
                    <a:pt x="102972" y="89216"/>
                    <a:pt x="109189" y="84940"/>
                  </a:cubicBezTo>
                  <a:cubicBezTo>
                    <a:pt x="113513" y="82660"/>
                    <a:pt x="115405" y="76104"/>
                    <a:pt x="119729" y="71828"/>
                  </a:cubicBezTo>
                  <a:lnTo>
                    <a:pt x="119729" y="71828"/>
                  </a:lnTo>
                  <a:cubicBezTo>
                    <a:pt x="113513" y="69548"/>
                    <a:pt x="107297" y="69548"/>
                    <a:pt x="102972" y="63277"/>
                  </a:cubicBezTo>
                  <a:cubicBezTo>
                    <a:pt x="101081" y="58717"/>
                    <a:pt x="107297" y="52161"/>
                    <a:pt x="107297" y="47885"/>
                  </a:cubicBezTo>
                  <a:lnTo>
                    <a:pt x="107297" y="47885"/>
                  </a:lnTo>
                  <a:cubicBezTo>
                    <a:pt x="90810" y="15106"/>
                    <a:pt x="90810" y="15106"/>
                    <a:pt x="90810" y="15106"/>
                  </a:cubicBezTo>
                  <a:lnTo>
                    <a:pt x="90810" y="15106"/>
                  </a:lnTo>
                  <a:cubicBezTo>
                    <a:pt x="88648" y="10831"/>
                    <a:pt x="88648" y="4275"/>
                    <a:pt x="84594" y="2280"/>
                  </a:cubicBezTo>
                  <a:cubicBezTo>
                    <a:pt x="80270" y="0"/>
                    <a:pt x="74324" y="4275"/>
                    <a:pt x="72162" y="6555"/>
                  </a:cubicBezTo>
                  <a:cubicBezTo>
                    <a:pt x="65945" y="13111"/>
                    <a:pt x="61891" y="19667"/>
                    <a:pt x="55675" y="26223"/>
                  </a:cubicBezTo>
                  <a:cubicBezTo>
                    <a:pt x="55675" y="26223"/>
                    <a:pt x="53513" y="28218"/>
                    <a:pt x="51621" y="28218"/>
                  </a:cubicBezTo>
                  <a:cubicBezTo>
                    <a:pt x="49459" y="30498"/>
                    <a:pt x="45405" y="32779"/>
                    <a:pt x="41081" y="32779"/>
                  </a:cubicBezTo>
                  <a:cubicBezTo>
                    <a:pt x="37027" y="32779"/>
                    <a:pt x="34864" y="32779"/>
                    <a:pt x="34864" y="3277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1" name="Shape 11091"/>
            <p:cNvSpPr/>
            <p:nvPr/>
          </p:nvSpPr>
          <p:spPr>
            <a:xfrm rot="3648446">
              <a:off x="7922912" y="4711606"/>
              <a:ext cx="107829" cy="8374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723" y="119627"/>
                  </a:moveTo>
                  <a:lnTo>
                    <a:pt x="17723" y="119627"/>
                  </a:lnTo>
                  <a:cubicBezTo>
                    <a:pt x="0" y="76770"/>
                    <a:pt x="0" y="76770"/>
                    <a:pt x="0" y="76770"/>
                  </a:cubicBezTo>
                  <a:lnTo>
                    <a:pt x="0" y="76770"/>
                  </a:lnTo>
                  <a:cubicBezTo>
                    <a:pt x="8716" y="76770"/>
                    <a:pt x="17723" y="82732"/>
                    <a:pt x="24406" y="74161"/>
                  </a:cubicBezTo>
                  <a:cubicBezTo>
                    <a:pt x="33123" y="62608"/>
                    <a:pt x="37772" y="42857"/>
                    <a:pt x="35447" y="25714"/>
                  </a:cubicBezTo>
                  <a:cubicBezTo>
                    <a:pt x="35447" y="17142"/>
                    <a:pt x="24406" y="17142"/>
                    <a:pt x="17723" y="11552"/>
                  </a:cubicBezTo>
                  <a:lnTo>
                    <a:pt x="17723" y="11552"/>
                  </a:lnTo>
                  <a:cubicBezTo>
                    <a:pt x="22082" y="8571"/>
                    <a:pt x="22082" y="2981"/>
                    <a:pt x="26440" y="0"/>
                  </a:cubicBezTo>
                  <a:cubicBezTo>
                    <a:pt x="33123" y="0"/>
                    <a:pt x="39806" y="2981"/>
                    <a:pt x="44164" y="5962"/>
                  </a:cubicBezTo>
                  <a:cubicBezTo>
                    <a:pt x="50847" y="8571"/>
                    <a:pt x="53171" y="17142"/>
                    <a:pt x="59854" y="17142"/>
                  </a:cubicBezTo>
                  <a:cubicBezTo>
                    <a:pt x="62179" y="17142"/>
                    <a:pt x="64213" y="11552"/>
                    <a:pt x="68571" y="8571"/>
                  </a:cubicBezTo>
                  <a:lnTo>
                    <a:pt x="68571" y="8571"/>
                  </a:lnTo>
                  <a:cubicBezTo>
                    <a:pt x="73220" y="11552"/>
                    <a:pt x="77578" y="17142"/>
                    <a:pt x="84261" y="20124"/>
                  </a:cubicBezTo>
                  <a:cubicBezTo>
                    <a:pt x="84261" y="22732"/>
                    <a:pt x="86295" y="25714"/>
                    <a:pt x="88619" y="25714"/>
                  </a:cubicBezTo>
                  <a:cubicBezTo>
                    <a:pt x="95302" y="28695"/>
                    <a:pt x="101985" y="25714"/>
                    <a:pt x="108668" y="25714"/>
                  </a:cubicBezTo>
                  <a:lnTo>
                    <a:pt x="108668" y="25714"/>
                  </a:lnTo>
                  <a:cubicBezTo>
                    <a:pt x="110992" y="34285"/>
                    <a:pt x="119709" y="42857"/>
                    <a:pt x="117384" y="54037"/>
                  </a:cubicBezTo>
                  <a:cubicBezTo>
                    <a:pt x="115351" y="62608"/>
                    <a:pt x="106343" y="62608"/>
                    <a:pt x="99661" y="68198"/>
                  </a:cubicBezTo>
                  <a:lnTo>
                    <a:pt x="99661" y="68198"/>
                  </a:lnTo>
                  <a:cubicBezTo>
                    <a:pt x="95302" y="65590"/>
                    <a:pt x="90944" y="62608"/>
                    <a:pt x="86295" y="62608"/>
                  </a:cubicBezTo>
                  <a:cubicBezTo>
                    <a:pt x="81937" y="60000"/>
                    <a:pt x="79903" y="60000"/>
                    <a:pt x="75254" y="62608"/>
                  </a:cubicBezTo>
                  <a:cubicBezTo>
                    <a:pt x="66537" y="65590"/>
                    <a:pt x="55496" y="68198"/>
                    <a:pt x="48813" y="76770"/>
                  </a:cubicBezTo>
                  <a:cubicBezTo>
                    <a:pt x="42130" y="79751"/>
                    <a:pt x="42130" y="91304"/>
                    <a:pt x="37772" y="99875"/>
                  </a:cubicBezTo>
                  <a:cubicBezTo>
                    <a:pt x="31089" y="108074"/>
                    <a:pt x="24406" y="114037"/>
                    <a:pt x="17723" y="119627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2" name="Shape 11092"/>
            <p:cNvSpPr/>
            <p:nvPr/>
          </p:nvSpPr>
          <p:spPr>
            <a:xfrm rot="3648446">
              <a:off x="7895033" y="4731162"/>
              <a:ext cx="89475" cy="860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" y="58358"/>
                  </a:moveTo>
                  <a:lnTo>
                    <a:pt x="8000" y="58358"/>
                  </a:lnTo>
                  <a:cubicBezTo>
                    <a:pt x="16000" y="52887"/>
                    <a:pt x="24000" y="47051"/>
                    <a:pt x="32000" y="39027"/>
                  </a:cubicBezTo>
                  <a:cubicBezTo>
                    <a:pt x="37217" y="30638"/>
                    <a:pt x="37217" y="19331"/>
                    <a:pt x="45217" y="16413"/>
                  </a:cubicBezTo>
                  <a:cubicBezTo>
                    <a:pt x="53217" y="8024"/>
                    <a:pt x="66434" y="5471"/>
                    <a:pt x="76869" y="2553"/>
                  </a:cubicBezTo>
                  <a:cubicBezTo>
                    <a:pt x="82434" y="0"/>
                    <a:pt x="84869" y="0"/>
                    <a:pt x="90086" y="2553"/>
                  </a:cubicBezTo>
                  <a:cubicBezTo>
                    <a:pt x="95652" y="2553"/>
                    <a:pt x="100869" y="5471"/>
                    <a:pt x="106086" y="8024"/>
                  </a:cubicBezTo>
                  <a:lnTo>
                    <a:pt x="106086" y="8024"/>
                  </a:lnTo>
                  <a:cubicBezTo>
                    <a:pt x="108869" y="13860"/>
                    <a:pt x="119652" y="16413"/>
                    <a:pt x="119652" y="22249"/>
                  </a:cubicBezTo>
                  <a:cubicBezTo>
                    <a:pt x="119652" y="27720"/>
                    <a:pt x="108869" y="24802"/>
                    <a:pt x="106086" y="27720"/>
                  </a:cubicBezTo>
                  <a:cubicBezTo>
                    <a:pt x="100869" y="33191"/>
                    <a:pt x="92869" y="36109"/>
                    <a:pt x="92869" y="41580"/>
                  </a:cubicBezTo>
                  <a:cubicBezTo>
                    <a:pt x="90086" y="49969"/>
                    <a:pt x="103652" y="55440"/>
                    <a:pt x="100869" y="61276"/>
                  </a:cubicBezTo>
                  <a:cubicBezTo>
                    <a:pt x="98086" y="69665"/>
                    <a:pt x="79652" y="63829"/>
                    <a:pt x="76869" y="72218"/>
                  </a:cubicBezTo>
                  <a:cubicBezTo>
                    <a:pt x="74434" y="83525"/>
                    <a:pt x="92869" y="86079"/>
                    <a:pt x="95652" y="97386"/>
                  </a:cubicBezTo>
                  <a:cubicBezTo>
                    <a:pt x="95652" y="105775"/>
                    <a:pt x="92869" y="116717"/>
                    <a:pt x="84869" y="116717"/>
                  </a:cubicBezTo>
                  <a:lnTo>
                    <a:pt x="84869" y="116717"/>
                  </a:lnTo>
                  <a:cubicBezTo>
                    <a:pt x="76869" y="119635"/>
                    <a:pt x="71652" y="111246"/>
                    <a:pt x="63652" y="108328"/>
                  </a:cubicBezTo>
                  <a:cubicBezTo>
                    <a:pt x="61217" y="108328"/>
                    <a:pt x="55652" y="114164"/>
                    <a:pt x="50434" y="111246"/>
                  </a:cubicBezTo>
                  <a:cubicBezTo>
                    <a:pt x="39652" y="105775"/>
                    <a:pt x="32000" y="97386"/>
                    <a:pt x="24000" y="88996"/>
                  </a:cubicBezTo>
                  <a:lnTo>
                    <a:pt x="24000" y="88996"/>
                  </a:lnTo>
                  <a:cubicBezTo>
                    <a:pt x="16000" y="86079"/>
                    <a:pt x="8000" y="86079"/>
                    <a:pt x="2434" y="78054"/>
                  </a:cubicBezTo>
                  <a:cubicBezTo>
                    <a:pt x="0" y="72218"/>
                    <a:pt x="8000" y="63829"/>
                    <a:pt x="8000" y="5835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3" name="Shape 11093"/>
            <p:cNvSpPr/>
            <p:nvPr/>
          </p:nvSpPr>
          <p:spPr>
            <a:xfrm rot="3648446">
              <a:off x="7943588" y="4744206"/>
              <a:ext cx="73415" cy="12504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8586" y="43568"/>
                  </a:moveTo>
                  <a:lnTo>
                    <a:pt x="38586" y="43568"/>
                  </a:lnTo>
                  <a:cubicBezTo>
                    <a:pt x="48339" y="39834"/>
                    <a:pt x="61484" y="39834"/>
                    <a:pt x="64452" y="34107"/>
                  </a:cubicBezTo>
                  <a:cubicBezTo>
                    <a:pt x="67844" y="26639"/>
                    <a:pt x="55123" y="20912"/>
                    <a:pt x="51731" y="15186"/>
                  </a:cubicBezTo>
                  <a:lnTo>
                    <a:pt x="51731" y="15186"/>
                  </a:lnTo>
                  <a:cubicBezTo>
                    <a:pt x="48339" y="11452"/>
                    <a:pt x="38586" y="7468"/>
                    <a:pt x="41978" y="3734"/>
                  </a:cubicBezTo>
                  <a:cubicBezTo>
                    <a:pt x="41978" y="0"/>
                    <a:pt x="55123" y="0"/>
                    <a:pt x="61484" y="0"/>
                  </a:cubicBezTo>
                  <a:lnTo>
                    <a:pt x="61484" y="0"/>
                  </a:lnTo>
                  <a:cubicBezTo>
                    <a:pt x="97102" y="7468"/>
                    <a:pt x="97102" y="7468"/>
                    <a:pt x="97102" y="7468"/>
                  </a:cubicBezTo>
                  <a:lnTo>
                    <a:pt x="97102" y="7468"/>
                  </a:lnTo>
                  <a:cubicBezTo>
                    <a:pt x="103462" y="11452"/>
                    <a:pt x="109823" y="13195"/>
                    <a:pt x="109823" y="17178"/>
                  </a:cubicBezTo>
                  <a:cubicBezTo>
                    <a:pt x="109823" y="20912"/>
                    <a:pt x="103462" y="20912"/>
                    <a:pt x="103462" y="24647"/>
                  </a:cubicBezTo>
                  <a:cubicBezTo>
                    <a:pt x="103462" y="26639"/>
                    <a:pt x="100494" y="26639"/>
                    <a:pt x="100494" y="28381"/>
                  </a:cubicBezTo>
                  <a:lnTo>
                    <a:pt x="100494" y="28381"/>
                  </a:lnTo>
                  <a:cubicBezTo>
                    <a:pt x="100494" y="32365"/>
                    <a:pt x="103462" y="36099"/>
                    <a:pt x="103462" y="39834"/>
                  </a:cubicBezTo>
                  <a:cubicBezTo>
                    <a:pt x="106855" y="41825"/>
                    <a:pt x="116607" y="41825"/>
                    <a:pt x="116607" y="43568"/>
                  </a:cubicBezTo>
                  <a:cubicBezTo>
                    <a:pt x="119575" y="47551"/>
                    <a:pt x="113215" y="53278"/>
                    <a:pt x="113215" y="57012"/>
                  </a:cubicBezTo>
                  <a:lnTo>
                    <a:pt x="113215" y="57012"/>
                  </a:lnTo>
                  <a:cubicBezTo>
                    <a:pt x="106855" y="60746"/>
                    <a:pt x="103462" y="64730"/>
                    <a:pt x="97102" y="68464"/>
                  </a:cubicBezTo>
                  <a:cubicBezTo>
                    <a:pt x="93710" y="70207"/>
                    <a:pt x="87349" y="68464"/>
                    <a:pt x="87349" y="70207"/>
                  </a:cubicBezTo>
                  <a:cubicBezTo>
                    <a:pt x="80989" y="75933"/>
                    <a:pt x="80989" y="83651"/>
                    <a:pt x="71236" y="89377"/>
                  </a:cubicBezTo>
                  <a:cubicBezTo>
                    <a:pt x="67844" y="91369"/>
                    <a:pt x="55123" y="87385"/>
                    <a:pt x="55123" y="91369"/>
                  </a:cubicBezTo>
                  <a:cubicBezTo>
                    <a:pt x="51731" y="98838"/>
                    <a:pt x="58091" y="108298"/>
                    <a:pt x="58091" y="116016"/>
                  </a:cubicBezTo>
                  <a:lnTo>
                    <a:pt x="58091" y="116016"/>
                  </a:lnTo>
                  <a:cubicBezTo>
                    <a:pt x="41978" y="119751"/>
                    <a:pt x="41978" y="119751"/>
                    <a:pt x="41978" y="119751"/>
                  </a:cubicBezTo>
                  <a:lnTo>
                    <a:pt x="41978" y="119751"/>
                  </a:lnTo>
                  <a:cubicBezTo>
                    <a:pt x="12720" y="117759"/>
                    <a:pt x="12720" y="117759"/>
                    <a:pt x="12720" y="117759"/>
                  </a:cubicBezTo>
                  <a:lnTo>
                    <a:pt x="12720" y="117759"/>
                  </a:lnTo>
                  <a:cubicBezTo>
                    <a:pt x="22473" y="117759"/>
                    <a:pt x="25865" y="110290"/>
                    <a:pt x="25865" y="104564"/>
                  </a:cubicBezTo>
                  <a:cubicBezTo>
                    <a:pt x="22473" y="96846"/>
                    <a:pt x="0" y="95103"/>
                    <a:pt x="2968" y="87385"/>
                  </a:cubicBezTo>
                  <a:cubicBezTo>
                    <a:pt x="6360" y="81659"/>
                    <a:pt x="28833" y="85643"/>
                    <a:pt x="32226" y="79917"/>
                  </a:cubicBezTo>
                  <a:cubicBezTo>
                    <a:pt x="35618" y="75933"/>
                    <a:pt x="19081" y="72199"/>
                    <a:pt x="22473" y="66473"/>
                  </a:cubicBezTo>
                  <a:cubicBezTo>
                    <a:pt x="22473" y="62738"/>
                    <a:pt x="32226" y="60746"/>
                    <a:pt x="38586" y="57012"/>
                  </a:cubicBezTo>
                  <a:cubicBezTo>
                    <a:pt x="41978" y="55020"/>
                    <a:pt x="55123" y="57012"/>
                    <a:pt x="55123" y="53278"/>
                  </a:cubicBezTo>
                  <a:cubicBezTo>
                    <a:pt x="55123" y="49294"/>
                    <a:pt x="41978" y="47551"/>
                    <a:pt x="38586" y="4356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4" name="Shape 11094"/>
            <p:cNvSpPr/>
            <p:nvPr/>
          </p:nvSpPr>
          <p:spPr>
            <a:xfrm rot="3648446">
              <a:off x="7988596" y="4820105"/>
              <a:ext cx="86034" cy="7227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39565"/>
                  </a:moveTo>
                  <a:lnTo>
                    <a:pt x="0" y="39565"/>
                  </a:lnTo>
                  <a:cubicBezTo>
                    <a:pt x="0" y="46521"/>
                    <a:pt x="2553" y="53043"/>
                    <a:pt x="2553" y="59565"/>
                  </a:cubicBezTo>
                  <a:cubicBezTo>
                    <a:pt x="5471" y="63043"/>
                    <a:pt x="13860" y="63043"/>
                    <a:pt x="13860" y="66086"/>
                  </a:cubicBezTo>
                  <a:cubicBezTo>
                    <a:pt x="16413" y="73043"/>
                    <a:pt x="10942" y="83043"/>
                    <a:pt x="10942" y="89565"/>
                  </a:cubicBezTo>
                  <a:lnTo>
                    <a:pt x="10942" y="89565"/>
                  </a:lnTo>
                  <a:cubicBezTo>
                    <a:pt x="19331" y="96086"/>
                    <a:pt x="24802" y="106086"/>
                    <a:pt x="33191" y="109565"/>
                  </a:cubicBezTo>
                  <a:cubicBezTo>
                    <a:pt x="38662" y="112608"/>
                    <a:pt x="41580" y="109565"/>
                    <a:pt x="44498" y="109565"/>
                  </a:cubicBezTo>
                  <a:cubicBezTo>
                    <a:pt x="49969" y="112608"/>
                    <a:pt x="55440" y="116086"/>
                    <a:pt x="58358" y="119565"/>
                  </a:cubicBezTo>
                  <a:cubicBezTo>
                    <a:pt x="66747" y="119565"/>
                    <a:pt x="77689" y="119565"/>
                    <a:pt x="86079" y="119565"/>
                  </a:cubicBezTo>
                  <a:lnTo>
                    <a:pt x="86079" y="119565"/>
                  </a:lnTo>
                  <a:cubicBezTo>
                    <a:pt x="91914" y="109565"/>
                    <a:pt x="102857" y="99565"/>
                    <a:pt x="105775" y="89565"/>
                  </a:cubicBezTo>
                  <a:cubicBezTo>
                    <a:pt x="111246" y="76086"/>
                    <a:pt x="108328" y="63043"/>
                    <a:pt x="111246" y="49565"/>
                  </a:cubicBezTo>
                  <a:cubicBezTo>
                    <a:pt x="111246" y="43043"/>
                    <a:pt x="116717" y="36521"/>
                    <a:pt x="119635" y="26521"/>
                  </a:cubicBezTo>
                  <a:lnTo>
                    <a:pt x="119635" y="26521"/>
                  </a:lnTo>
                  <a:cubicBezTo>
                    <a:pt x="114164" y="23043"/>
                    <a:pt x="111246" y="13043"/>
                    <a:pt x="105775" y="10000"/>
                  </a:cubicBezTo>
                  <a:cubicBezTo>
                    <a:pt x="94468" y="3043"/>
                    <a:pt x="80607" y="0"/>
                    <a:pt x="69300" y="0"/>
                  </a:cubicBezTo>
                  <a:cubicBezTo>
                    <a:pt x="63829" y="3043"/>
                    <a:pt x="66747" y="13043"/>
                    <a:pt x="60911" y="13043"/>
                  </a:cubicBezTo>
                  <a:cubicBezTo>
                    <a:pt x="55440" y="16521"/>
                    <a:pt x="47051" y="13043"/>
                    <a:pt x="41580" y="16521"/>
                  </a:cubicBezTo>
                  <a:cubicBezTo>
                    <a:pt x="36109" y="23043"/>
                    <a:pt x="36109" y="36521"/>
                    <a:pt x="30273" y="39565"/>
                  </a:cubicBezTo>
                  <a:cubicBezTo>
                    <a:pt x="22249" y="43043"/>
                    <a:pt x="10942" y="39565"/>
                    <a:pt x="0" y="3956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5" name="Shape 11095"/>
            <p:cNvSpPr/>
            <p:nvPr/>
          </p:nvSpPr>
          <p:spPr>
            <a:xfrm rot="3648446">
              <a:off x="7915416" y="4824351"/>
              <a:ext cx="105534" cy="860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2857" y="0"/>
                  </a:moveTo>
                  <a:lnTo>
                    <a:pt x="42857" y="0"/>
                  </a:lnTo>
                  <a:cubicBezTo>
                    <a:pt x="49655" y="5471"/>
                    <a:pt x="54088" y="13860"/>
                    <a:pt x="60886" y="16778"/>
                  </a:cubicBezTo>
                  <a:cubicBezTo>
                    <a:pt x="65320" y="19331"/>
                    <a:pt x="67684" y="16778"/>
                    <a:pt x="70049" y="16778"/>
                  </a:cubicBezTo>
                  <a:cubicBezTo>
                    <a:pt x="74482" y="19331"/>
                    <a:pt x="78916" y="22249"/>
                    <a:pt x="81280" y="25167"/>
                  </a:cubicBezTo>
                  <a:cubicBezTo>
                    <a:pt x="88078" y="25167"/>
                    <a:pt x="96945" y="25167"/>
                    <a:pt x="103743" y="25167"/>
                  </a:cubicBezTo>
                  <a:lnTo>
                    <a:pt x="103743" y="25167"/>
                  </a:lnTo>
                  <a:cubicBezTo>
                    <a:pt x="108472" y="30638"/>
                    <a:pt x="117339" y="33556"/>
                    <a:pt x="119704" y="41945"/>
                  </a:cubicBezTo>
                  <a:cubicBezTo>
                    <a:pt x="119704" y="52887"/>
                    <a:pt x="112906" y="61276"/>
                    <a:pt x="108472" y="69665"/>
                  </a:cubicBezTo>
                  <a:cubicBezTo>
                    <a:pt x="108472" y="72583"/>
                    <a:pt x="103743" y="75136"/>
                    <a:pt x="101674" y="78054"/>
                  </a:cubicBezTo>
                  <a:lnTo>
                    <a:pt x="101674" y="78054"/>
                  </a:lnTo>
                  <a:cubicBezTo>
                    <a:pt x="94876" y="83525"/>
                    <a:pt x="92512" y="91914"/>
                    <a:pt x="85714" y="91914"/>
                  </a:cubicBezTo>
                  <a:cubicBezTo>
                    <a:pt x="81280" y="94832"/>
                    <a:pt x="76847" y="86443"/>
                    <a:pt x="72118" y="86443"/>
                  </a:cubicBezTo>
                  <a:cubicBezTo>
                    <a:pt x="65320" y="83525"/>
                    <a:pt x="58522" y="86443"/>
                    <a:pt x="52019" y="86443"/>
                  </a:cubicBezTo>
                  <a:cubicBezTo>
                    <a:pt x="52019" y="86443"/>
                    <a:pt x="45221" y="117082"/>
                    <a:pt x="45221" y="119635"/>
                  </a:cubicBezTo>
                  <a:cubicBezTo>
                    <a:pt x="42857" y="119635"/>
                    <a:pt x="29261" y="111246"/>
                    <a:pt x="29261" y="111246"/>
                  </a:cubicBezTo>
                  <a:cubicBezTo>
                    <a:pt x="27192" y="111246"/>
                    <a:pt x="29261" y="97386"/>
                    <a:pt x="29261" y="97386"/>
                  </a:cubicBezTo>
                  <a:cubicBezTo>
                    <a:pt x="20394" y="94832"/>
                    <a:pt x="13596" y="91914"/>
                    <a:pt x="4433" y="86443"/>
                  </a:cubicBezTo>
                  <a:lnTo>
                    <a:pt x="4433" y="86443"/>
                  </a:lnTo>
                  <a:cubicBezTo>
                    <a:pt x="4433" y="75136"/>
                    <a:pt x="0" y="61276"/>
                    <a:pt x="2364" y="50334"/>
                  </a:cubicBezTo>
                  <a:cubicBezTo>
                    <a:pt x="2364" y="44498"/>
                    <a:pt x="11231" y="50334"/>
                    <a:pt x="13596" y="47416"/>
                  </a:cubicBezTo>
                  <a:cubicBezTo>
                    <a:pt x="20394" y="39027"/>
                    <a:pt x="20394" y="27720"/>
                    <a:pt x="24827" y="19331"/>
                  </a:cubicBezTo>
                  <a:cubicBezTo>
                    <a:pt x="24827" y="16778"/>
                    <a:pt x="29261" y="19331"/>
                    <a:pt x="31625" y="16778"/>
                  </a:cubicBezTo>
                  <a:cubicBezTo>
                    <a:pt x="36059" y="11306"/>
                    <a:pt x="38423" y="5471"/>
                    <a:pt x="42857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6" name="Shape 11096"/>
            <p:cNvSpPr/>
            <p:nvPr/>
          </p:nvSpPr>
          <p:spPr>
            <a:xfrm rot="3648446">
              <a:off x="7521759" y="4637625"/>
              <a:ext cx="461140" cy="2959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255" y="18542"/>
                  </a:moveTo>
                  <a:lnTo>
                    <a:pt x="39255" y="18542"/>
                  </a:lnTo>
                  <a:cubicBezTo>
                    <a:pt x="40338" y="19280"/>
                    <a:pt x="40338" y="20122"/>
                    <a:pt x="41827" y="20122"/>
                  </a:cubicBezTo>
                  <a:cubicBezTo>
                    <a:pt x="43384" y="20965"/>
                    <a:pt x="44940" y="20965"/>
                    <a:pt x="46497" y="20965"/>
                  </a:cubicBezTo>
                  <a:cubicBezTo>
                    <a:pt x="48054" y="20965"/>
                    <a:pt x="49610" y="20965"/>
                    <a:pt x="51167" y="20122"/>
                  </a:cubicBezTo>
                  <a:cubicBezTo>
                    <a:pt x="52724" y="20122"/>
                    <a:pt x="54280" y="18542"/>
                    <a:pt x="55837" y="17699"/>
                  </a:cubicBezTo>
                  <a:lnTo>
                    <a:pt x="55837" y="17699"/>
                  </a:lnTo>
                  <a:cubicBezTo>
                    <a:pt x="56311" y="16856"/>
                    <a:pt x="56852" y="16119"/>
                    <a:pt x="57394" y="16119"/>
                  </a:cubicBezTo>
                  <a:cubicBezTo>
                    <a:pt x="58409" y="16119"/>
                    <a:pt x="59424" y="16856"/>
                    <a:pt x="59966" y="16856"/>
                  </a:cubicBezTo>
                  <a:cubicBezTo>
                    <a:pt x="61522" y="15276"/>
                    <a:pt x="62538" y="13696"/>
                    <a:pt x="64094" y="12115"/>
                  </a:cubicBezTo>
                  <a:cubicBezTo>
                    <a:pt x="65109" y="9692"/>
                    <a:pt x="65651" y="6426"/>
                    <a:pt x="67208" y="5583"/>
                  </a:cubicBezTo>
                  <a:cubicBezTo>
                    <a:pt x="68697" y="4003"/>
                    <a:pt x="70253" y="6426"/>
                    <a:pt x="71810" y="4846"/>
                  </a:cubicBezTo>
                  <a:cubicBezTo>
                    <a:pt x="72893" y="4003"/>
                    <a:pt x="73367" y="1580"/>
                    <a:pt x="74450" y="0"/>
                  </a:cubicBezTo>
                  <a:lnTo>
                    <a:pt x="74450" y="0"/>
                  </a:lnTo>
                  <a:cubicBezTo>
                    <a:pt x="76006" y="2423"/>
                    <a:pt x="77495" y="4846"/>
                    <a:pt x="79593" y="6426"/>
                  </a:cubicBezTo>
                  <a:cubicBezTo>
                    <a:pt x="80609" y="7269"/>
                    <a:pt x="81692" y="5583"/>
                    <a:pt x="82165" y="5583"/>
                  </a:cubicBezTo>
                  <a:cubicBezTo>
                    <a:pt x="83722" y="6426"/>
                    <a:pt x="84737" y="8849"/>
                    <a:pt x="86294" y="8007"/>
                  </a:cubicBezTo>
                  <a:lnTo>
                    <a:pt x="86294" y="8007"/>
                  </a:lnTo>
                  <a:cubicBezTo>
                    <a:pt x="90964" y="8849"/>
                    <a:pt x="90964" y="8849"/>
                    <a:pt x="90964" y="8849"/>
                  </a:cubicBezTo>
                  <a:lnTo>
                    <a:pt x="90964" y="8849"/>
                  </a:lnTo>
                  <a:cubicBezTo>
                    <a:pt x="93536" y="7269"/>
                    <a:pt x="93536" y="7269"/>
                    <a:pt x="93536" y="7269"/>
                  </a:cubicBezTo>
                  <a:lnTo>
                    <a:pt x="93536" y="7269"/>
                  </a:lnTo>
                  <a:cubicBezTo>
                    <a:pt x="95634" y="8849"/>
                    <a:pt x="97191" y="9692"/>
                    <a:pt x="99221" y="10430"/>
                  </a:cubicBezTo>
                  <a:cubicBezTo>
                    <a:pt x="99221" y="10430"/>
                    <a:pt x="98747" y="14433"/>
                    <a:pt x="99221" y="14433"/>
                  </a:cubicBezTo>
                  <a:cubicBezTo>
                    <a:pt x="99221" y="14433"/>
                    <a:pt x="102335" y="16856"/>
                    <a:pt x="102876" y="16856"/>
                  </a:cubicBezTo>
                  <a:cubicBezTo>
                    <a:pt x="102876" y="16119"/>
                    <a:pt x="104433" y="7269"/>
                    <a:pt x="104433" y="7269"/>
                  </a:cubicBezTo>
                  <a:cubicBezTo>
                    <a:pt x="105922" y="7269"/>
                    <a:pt x="107478" y="6426"/>
                    <a:pt x="109035" y="7269"/>
                  </a:cubicBezTo>
                  <a:cubicBezTo>
                    <a:pt x="110118" y="7269"/>
                    <a:pt x="111133" y="9692"/>
                    <a:pt x="112148" y="8849"/>
                  </a:cubicBezTo>
                  <a:cubicBezTo>
                    <a:pt x="113705" y="8849"/>
                    <a:pt x="114247" y="6426"/>
                    <a:pt x="115803" y="4846"/>
                  </a:cubicBezTo>
                  <a:lnTo>
                    <a:pt x="115803" y="4846"/>
                  </a:lnTo>
                  <a:cubicBezTo>
                    <a:pt x="116277" y="6426"/>
                    <a:pt x="117360" y="8007"/>
                    <a:pt x="117360" y="10430"/>
                  </a:cubicBezTo>
                  <a:cubicBezTo>
                    <a:pt x="117834" y="12853"/>
                    <a:pt x="117360" y="16119"/>
                    <a:pt x="117360" y="18542"/>
                  </a:cubicBezTo>
                  <a:cubicBezTo>
                    <a:pt x="117360" y="23388"/>
                    <a:pt x="116818" y="27392"/>
                    <a:pt x="117360" y="31395"/>
                  </a:cubicBezTo>
                  <a:cubicBezTo>
                    <a:pt x="117834" y="35399"/>
                    <a:pt x="119390" y="37822"/>
                    <a:pt x="119932" y="40983"/>
                  </a:cubicBezTo>
                  <a:cubicBezTo>
                    <a:pt x="119932" y="42669"/>
                    <a:pt x="119390" y="43406"/>
                    <a:pt x="119390" y="44249"/>
                  </a:cubicBezTo>
                  <a:cubicBezTo>
                    <a:pt x="119390" y="45829"/>
                    <a:pt x="119390" y="47515"/>
                    <a:pt x="119390" y="49095"/>
                  </a:cubicBezTo>
                  <a:lnTo>
                    <a:pt x="119390" y="49095"/>
                  </a:lnTo>
                  <a:cubicBezTo>
                    <a:pt x="118375" y="50676"/>
                    <a:pt x="117834" y="53099"/>
                    <a:pt x="116277" y="54784"/>
                  </a:cubicBezTo>
                  <a:cubicBezTo>
                    <a:pt x="115803" y="54784"/>
                    <a:pt x="114720" y="53942"/>
                    <a:pt x="114247" y="54784"/>
                  </a:cubicBezTo>
                  <a:cubicBezTo>
                    <a:pt x="112148" y="56365"/>
                    <a:pt x="112148" y="61211"/>
                    <a:pt x="110592" y="61949"/>
                  </a:cubicBezTo>
                  <a:cubicBezTo>
                    <a:pt x="107478" y="62791"/>
                    <a:pt x="105448" y="56365"/>
                    <a:pt x="102876" y="57102"/>
                  </a:cubicBezTo>
                  <a:cubicBezTo>
                    <a:pt x="100778" y="57945"/>
                    <a:pt x="101793" y="63529"/>
                    <a:pt x="100304" y="65952"/>
                  </a:cubicBezTo>
                  <a:cubicBezTo>
                    <a:pt x="97664" y="71641"/>
                    <a:pt x="95093" y="78068"/>
                    <a:pt x="91505" y="81334"/>
                  </a:cubicBezTo>
                  <a:cubicBezTo>
                    <a:pt x="88866" y="83757"/>
                    <a:pt x="84737" y="79648"/>
                    <a:pt x="82165" y="82071"/>
                  </a:cubicBezTo>
                  <a:cubicBezTo>
                    <a:pt x="80135" y="83757"/>
                    <a:pt x="79593" y="87761"/>
                    <a:pt x="78578" y="90921"/>
                  </a:cubicBezTo>
                  <a:cubicBezTo>
                    <a:pt x="77495" y="92502"/>
                    <a:pt x="76006" y="94187"/>
                    <a:pt x="74923" y="95768"/>
                  </a:cubicBezTo>
                  <a:cubicBezTo>
                    <a:pt x="74450" y="98928"/>
                    <a:pt x="74450" y="102194"/>
                    <a:pt x="74450" y="105460"/>
                  </a:cubicBezTo>
                  <a:lnTo>
                    <a:pt x="74450" y="105460"/>
                  </a:lnTo>
                  <a:cubicBezTo>
                    <a:pt x="74450" y="105460"/>
                    <a:pt x="68697" y="109464"/>
                    <a:pt x="68223" y="109464"/>
                  </a:cubicBezTo>
                  <a:cubicBezTo>
                    <a:pt x="67208" y="110307"/>
                    <a:pt x="67208" y="114310"/>
                    <a:pt x="67208" y="114310"/>
                  </a:cubicBezTo>
                  <a:cubicBezTo>
                    <a:pt x="64568" y="113467"/>
                    <a:pt x="61996" y="111044"/>
                    <a:pt x="59424" y="112625"/>
                  </a:cubicBezTo>
                  <a:cubicBezTo>
                    <a:pt x="57868" y="113467"/>
                    <a:pt x="58950" y="119157"/>
                    <a:pt x="57394" y="119157"/>
                  </a:cubicBezTo>
                  <a:cubicBezTo>
                    <a:pt x="55296" y="119894"/>
                    <a:pt x="53197" y="117471"/>
                    <a:pt x="51641" y="115048"/>
                  </a:cubicBezTo>
                  <a:cubicBezTo>
                    <a:pt x="51167" y="113467"/>
                    <a:pt x="52182" y="110307"/>
                    <a:pt x="51167" y="108621"/>
                  </a:cubicBezTo>
                  <a:cubicBezTo>
                    <a:pt x="49610" y="106198"/>
                    <a:pt x="47512" y="106198"/>
                    <a:pt x="45956" y="107041"/>
                  </a:cubicBezTo>
                  <a:cubicBezTo>
                    <a:pt x="43925" y="107884"/>
                    <a:pt x="42368" y="111044"/>
                    <a:pt x="40338" y="112625"/>
                  </a:cubicBezTo>
                  <a:lnTo>
                    <a:pt x="40338" y="112625"/>
                  </a:lnTo>
                  <a:cubicBezTo>
                    <a:pt x="40338" y="111887"/>
                    <a:pt x="39255" y="111044"/>
                    <a:pt x="38781" y="111044"/>
                  </a:cubicBezTo>
                  <a:cubicBezTo>
                    <a:pt x="38240" y="110307"/>
                    <a:pt x="37698" y="109464"/>
                    <a:pt x="37225" y="108621"/>
                  </a:cubicBezTo>
                  <a:cubicBezTo>
                    <a:pt x="35668" y="106198"/>
                    <a:pt x="36142" y="107041"/>
                    <a:pt x="34111" y="108621"/>
                  </a:cubicBezTo>
                  <a:cubicBezTo>
                    <a:pt x="28900" y="113467"/>
                    <a:pt x="31539" y="103775"/>
                    <a:pt x="29441" y="101352"/>
                  </a:cubicBezTo>
                  <a:cubicBezTo>
                    <a:pt x="27343" y="98191"/>
                    <a:pt x="27343" y="98191"/>
                    <a:pt x="27343" y="93345"/>
                  </a:cubicBezTo>
                  <a:cubicBezTo>
                    <a:pt x="27884" y="86918"/>
                    <a:pt x="24297" y="83757"/>
                    <a:pt x="23214" y="78911"/>
                  </a:cubicBezTo>
                  <a:cubicBezTo>
                    <a:pt x="22741" y="78068"/>
                    <a:pt x="20642" y="74802"/>
                    <a:pt x="19627" y="74064"/>
                  </a:cubicBezTo>
                  <a:cubicBezTo>
                    <a:pt x="18071" y="72379"/>
                    <a:pt x="17055" y="69218"/>
                    <a:pt x="15972" y="66795"/>
                  </a:cubicBezTo>
                  <a:lnTo>
                    <a:pt x="15972" y="66795"/>
                  </a:lnTo>
                  <a:cubicBezTo>
                    <a:pt x="15499" y="65952"/>
                    <a:pt x="13401" y="64372"/>
                    <a:pt x="13942" y="63529"/>
                  </a:cubicBezTo>
                  <a:lnTo>
                    <a:pt x="13942" y="63529"/>
                  </a:lnTo>
                  <a:cubicBezTo>
                    <a:pt x="19086" y="61211"/>
                    <a:pt x="22741" y="60368"/>
                    <a:pt x="19086" y="50676"/>
                  </a:cubicBezTo>
                  <a:cubicBezTo>
                    <a:pt x="16514" y="45092"/>
                    <a:pt x="11844" y="40245"/>
                    <a:pt x="7715" y="36979"/>
                  </a:cubicBezTo>
                  <a:cubicBezTo>
                    <a:pt x="3113" y="33819"/>
                    <a:pt x="3113" y="33819"/>
                    <a:pt x="3113" y="33819"/>
                  </a:cubicBezTo>
                  <a:lnTo>
                    <a:pt x="3113" y="33819"/>
                  </a:lnTo>
                  <a:cubicBezTo>
                    <a:pt x="2030" y="30553"/>
                    <a:pt x="1015" y="28129"/>
                    <a:pt x="0" y="24969"/>
                  </a:cubicBezTo>
                  <a:lnTo>
                    <a:pt x="0" y="24969"/>
                  </a:lnTo>
                  <a:cubicBezTo>
                    <a:pt x="1015" y="24126"/>
                    <a:pt x="4128" y="19280"/>
                    <a:pt x="5685" y="19280"/>
                  </a:cubicBezTo>
                  <a:cubicBezTo>
                    <a:pt x="7241" y="18542"/>
                    <a:pt x="7715" y="20965"/>
                    <a:pt x="9272" y="21703"/>
                  </a:cubicBezTo>
                  <a:cubicBezTo>
                    <a:pt x="11844" y="22546"/>
                    <a:pt x="15972" y="22546"/>
                    <a:pt x="18612" y="21703"/>
                  </a:cubicBezTo>
                  <a:lnTo>
                    <a:pt x="18612" y="21703"/>
                  </a:lnTo>
                  <a:cubicBezTo>
                    <a:pt x="23214" y="30553"/>
                    <a:pt x="28900" y="35399"/>
                    <a:pt x="34585" y="28972"/>
                  </a:cubicBezTo>
                  <a:cubicBezTo>
                    <a:pt x="35668" y="27392"/>
                    <a:pt x="38240" y="22546"/>
                    <a:pt x="39255" y="1854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7" name="Shape 11097"/>
            <p:cNvSpPr/>
            <p:nvPr/>
          </p:nvSpPr>
          <p:spPr>
            <a:xfrm rot="3648446">
              <a:off x="7557895" y="4463487"/>
              <a:ext cx="203039" cy="18699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173" y="38219"/>
                  </a:moveTo>
                  <a:lnTo>
                    <a:pt x="75173" y="38219"/>
                  </a:lnTo>
                  <a:cubicBezTo>
                    <a:pt x="77483" y="43226"/>
                    <a:pt x="79794" y="49568"/>
                    <a:pt x="79794" y="57246"/>
                  </a:cubicBezTo>
                  <a:cubicBezTo>
                    <a:pt x="65622" y="61084"/>
                    <a:pt x="31732" y="0"/>
                    <a:pt x="17560" y="0"/>
                  </a:cubicBezTo>
                  <a:cubicBezTo>
                    <a:pt x="12939" y="0"/>
                    <a:pt x="9396" y="0"/>
                    <a:pt x="4621" y="1168"/>
                  </a:cubicBezTo>
                  <a:lnTo>
                    <a:pt x="4621" y="1168"/>
                  </a:lnTo>
                  <a:cubicBezTo>
                    <a:pt x="3388" y="7510"/>
                    <a:pt x="1078" y="8845"/>
                    <a:pt x="0" y="16522"/>
                  </a:cubicBezTo>
                  <a:cubicBezTo>
                    <a:pt x="0" y="19026"/>
                    <a:pt x="2310" y="24200"/>
                    <a:pt x="4621" y="26703"/>
                  </a:cubicBezTo>
                  <a:cubicBezTo>
                    <a:pt x="5853" y="26703"/>
                    <a:pt x="8164" y="24200"/>
                    <a:pt x="9396" y="24200"/>
                  </a:cubicBezTo>
                  <a:cubicBezTo>
                    <a:pt x="11707" y="26703"/>
                    <a:pt x="14017" y="29207"/>
                    <a:pt x="14017" y="33045"/>
                  </a:cubicBezTo>
                  <a:cubicBezTo>
                    <a:pt x="14017" y="35716"/>
                    <a:pt x="9396" y="36884"/>
                    <a:pt x="9396" y="39388"/>
                  </a:cubicBezTo>
                  <a:cubicBezTo>
                    <a:pt x="9396" y="42058"/>
                    <a:pt x="11707" y="44561"/>
                    <a:pt x="12939" y="47065"/>
                  </a:cubicBezTo>
                  <a:cubicBezTo>
                    <a:pt x="15250" y="48400"/>
                    <a:pt x="18793" y="47065"/>
                    <a:pt x="18793" y="49568"/>
                  </a:cubicBezTo>
                  <a:cubicBezTo>
                    <a:pt x="21103" y="53407"/>
                    <a:pt x="18793" y="58581"/>
                    <a:pt x="20025" y="62420"/>
                  </a:cubicBezTo>
                  <a:cubicBezTo>
                    <a:pt x="21103" y="66258"/>
                    <a:pt x="24646" y="68762"/>
                    <a:pt x="25879" y="72600"/>
                  </a:cubicBezTo>
                  <a:cubicBezTo>
                    <a:pt x="29422" y="76439"/>
                    <a:pt x="29422" y="84116"/>
                    <a:pt x="34043" y="86620"/>
                  </a:cubicBezTo>
                  <a:cubicBezTo>
                    <a:pt x="37586" y="87955"/>
                    <a:pt x="42362" y="84116"/>
                    <a:pt x="45596" y="84116"/>
                  </a:cubicBezTo>
                  <a:cubicBezTo>
                    <a:pt x="46829" y="84116"/>
                    <a:pt x="50372" y="84116"/>
                    <a:pt x="50372" y="85285"/>
                  </a:cubicBezTo>
                  <a:cubicBezTo>
                    <a:pt x="52682" y="91794"/>
                    <a:pt x="49139" y="98136"/>
                    <a:pt x="51604" y="103143"/>
                  </a:cubicBezTo>
                  <a:cubicBezTo>
                    <a:pt x="52682" y="105813"/>
                    <a:pt x="57458" y="103143"/>
                    <a:pt x="58690" y="104478"/>
                  </a:cubicBezTo>
                  <a:cubicBezTo>
                    <a:pt x="61001" y="109652"/>
                    <a:pt x="61001" y="114659"/>
                    <a:pt x="62233" y="119833"/>
                  </a:cubicBezTo>
                  <a:lnTo>
                    <a:pt x="62233" y="119833"/>
                  </a:lnTo>
                  <a:cubicBezTo>
                    <a:pt x="65622" y="118497"/>
                    <a:pt x="69165" y="115994"/>
                    <a:pt x="72708" y="114659"/>
                  </a:cubicBezTo>
                  <a:cubicBezTo>
                    <a:pt x="76251" y="113490"/>
                    <a:pt x="82105" y="113490"/>
                    <a:pt x="84569" y="110820"/>
                  </a:cubicBezTo>
                  <a:cubicBezTo>
                    <a:pt x="87958" y="106981"/>
                    <a:pt x="89191" y="101974"/>
                    <a:pt x="92734" y="98136"/>
                  </a:cubicBezTo>
                  <a:cubicBezTo>
                    <a:pt x="96277" y="95465"/>
                    <a:pt x="99820" y="92962"/>
                    <a:pt x="104441" y="90458"/>
                  </a:cubicBezTo>
                  <a:lnTo>
                    <a:pt x="104441" y="90458"/>
                  </a:lnTo>
                  <a:cubicBezTo>
                    <a:pt x="103363" y="89123"/>
                    <a:pt x="98587" y="86620"/>
                    <a:pt x="99820" y="85285"/>
                  </a:cubicBezTo>
                  <a:lnTo>
                    <a:pt x="99820" y="85285"/>
                  </a:lnTo>
                  <a:cubicBezTo>
                    <a:pt x="111527" y="81613"/>
                    <a:pt x="119845" y="80278"/>
                    <a:pt x="111527" y="64923"/>
                  </a:cubicBezTo>
                  <a:cubicBezTo>
                    <a:pt x="105673" y="56077"/>
                    <a:pt x="95044" y="48400"/>
                    <a:pt x="85648" y="43226"/>
                  </a:cubicBezTo>
                  <a:cubicBezTo>
                    <a:pt x="75173" y="38219"/>
                    <a:pt x="75173" y="38219"/>
                    <a:pt x="75173" y="3821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8" name="Shape 11098"/>
            <p:cNvSpPr/>
            <p:nvPr/>
          </p:nvSpPr>
          <p:spPr>
            <a:xfrm rot="3648446">
              <a:off x="7422295" y="4568301"/>
              <a:ext cx="270720" cy="18699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419" y="72600"/>
                  </a:moveTo>
                  <a:lnTo>
                    <a:pt x="116419" y="72600"/>
                  </a:lnTo>
                  <a:cubicBezTo>
                    <a:pt x="116419" y="71432"/>
                    <a:pt x="114571" y="70097"/>
                    <a:pt x="113763" y="70097"/>
                  </a:cubicBezTo>
                  <a:cubicBezTo>
                    <a:pt x="112839" y="68929"/>
                    <a:pt x="111915" y="67593"/>
                    <a:pt x="111106" y="66258"/>
                  </a:cubicBezTo>
                  <a:cubicBezTo>
                    <a:pt x="108450" y="62420"/>
                    <a:pt x="109258" y="63755"/>
                    <a:pt x="105794" y="66258"/>
                  </a:cubicBezTo>
                  <a:cubicBezTo>
                    <a:pt x="96900" y="73936"/>
                    <a:pt x="101405" y="58581"/>
                    <a:pt x="97824" y="54742"/>
                  </a:cubicBezTo>
                  <a:cubicBezTo>
                    <a:pt x="94244" y="49735"/>
                    <a:pt x="94244" y="49735"/>
                    <a:pt x="94244" y="42058"/>
                  </a:cubicBezTo>
                  <a:cubicBezTo>
                    <a:pt x="95168" y="31877"/>
                    <a:pt x="89047" y="26870"/>
                    <a:pt x="87199" y="19193"/>
                  </a:cubicBezTo>
                  <a:cubicBezTo>
                    <a:pt x="86390" y="17858"/>
                    <a:pt x="82810" y="12684"/>
                    <a:pt x="81077" y="11515"/>
                  </a:cubicBezTo>
                  <a:cubicBezTo>
                    <a:pt x="78421" y="8845"/>
                    <a:pt x="76689" y="3838"/>
                    <a:pt x="74841" y="0"/>
                  </a:cubicBezTo>
                  <a:lnTo>
                    <a:pt x="74841" y="0"/>
                  </a:lnTo>
                  <a:cubicBezTo>
                    <a:pt x="71376" y="2503"/>
                    <a:pt x="68719" y="5006"/>
                    <a:pt x="66063" y="7677"/>
                  </a:cubicBezTo>
                  <a:cubicBezTo>
                    <a:pt x="63407" y="11515"/>
                    <a:pt x="62483" y="16522"/>
                    <a:pt x="59942" y="20361"/>
                  </a:cubicBezTo>
                  <a:cubicBezTo>
                    <a:pt x="58094" y="23031"/>
                    <a:pt x="53705" y="23031"/>
                    <a:pt x="51049" y="24200"/>
                  </a:cubicBezTo>
                  <a:cubicBezTo>
                    <a:pt x="48392" y="25535"/>
                    <a:pt x="45736" y="28038"/>
                    <a:pt x="43195" y="29374"/>
                  </a:cubicBezTo>
                  <a:lnTo>
                    <a:pt x="43195" y="29374"/>
                  </a:lnTo>
                  <a:cubicBezTo>
                    <a:pt x="43195" y="34381"/>
                    <a:pt x="41347" y="38219"/>
                    <a:pt x="41347" y="43393"/>
                  </a:cubicBezTo>
                  <a:cubicBezTo>
                    <a:pt x="41347" y="45897"/>
                    <a:pt x="44003" y="47232"/>
                    <a:pt x="44003" y="48400"/>
                  </a:cubicBezTo>
                  <a:cubicBezTo>
                    <a:pt x="44003" y="53574"/>
                    <a:pt x="39615" y="58581"/>
                    <a:pt x="41347" y="63755"/>
                  </a:cubicBezTo>
                  <a:cubicBezTo>
                    <a:pt x="43195" y="68929"/>
                    <a:pt x="50240" y="65090"/>
                    <a:pt x="52897" y="70097"/>
                  </a:cubicBezTo>
                  <a:cubicBezTo>
                    <a:pt x="54629" y="72600"/>
                    <a:pt x="53705" y="79109"/>
                    <a:pt x="51049" y="80278"/>
                  </a:cubicBezTo>
                  <a:cubicBezTo>
                    <a:pt x="44927" y="84116"/>
                    <a:pt x="37882" y="82948"/>
                    <a:pt x="31645" y="82948"/>
                  </a:cubicBezTo>
                  <a:cubicBezTo>
                    <a:pt x="24716" y="84116"/>
                    <a:pt x="16746" y="80278"/>
                    <a:pt x="11549" y="85452"/>
                  </a:cubicBezTo>
                  <a:cubicBezTo>
                    <a:pt x="5312" y="90458"/>
                    <a:pt x="3580" y="101974"/>
                    <a:pt x="0" y="110987"/>
                  </a:cubicBezTo>
                  <a:lnTo>
                    <a:pt x="0" y="110987"/>
                  </a:lnTo>
                  <a:cubicBezTo>
                    <a:pt x="3580" y="112155"/>
                    <a:pt x="7045" y="113490"/>
                    <a:pt x="10625" y="114659"/>
                  </a:cubicBezTo>
                  <a:cubicBezTo>
                    <a:pt x="15014" y="115994"/>
                    <a:pt x="19403" y="119833"/>
                    <a:pt x="23792" y="118497"/>
                  </a:cubicBezTo>
                  <a:cubicBezTo>
                    <a:pt x="28296" y="115994"/>
                    <a:pt x="30028" y="107148"/>
                    <a:pt x="35226" y="105813"/>
                  </a:cubicBezTo>
                  <a:cubicBezTo>
                    <a:pt x="37882" y="104478"/>
                    <a:pt x="40538" y="110987"/>
                    <a:pt x="42271" y="113490"/>
                  </a:cubicBezTo>
                  <a:lnTo>
                    <a:pt x="42271" y="113490"/>
                  </a:lnTo>
                  <a:cubicBezTo>
                    <a:pt x="44003" y="112155"/>
                    <a:pt x="47584" y="109652"/>
                    <a:pt x="48392" y="108317"/>
                  </a:cubicBezTo>
                  <a:cubicBezTo>
                    <a:pt x="54629" y="101974"/>
                    <a:pt x="51049" y="93129"/>
                    <a:pt x="59942" y="95632"/>
                  </a:cubicBezTo>
                  <a:cubicBezTo>
                    <a:pt x="66987" y="96801"/>
                    <a:pt x="64331" y="86620"/>
                    <a:pt x="67795" y="84116"/>
                  </a:cubicBezTo>
                  <a:cubicBezTo>
                    <a:pt x="69643" y="82948"/>
                    <a:pt x="72300" y="81613"/>
                    <a:pt x="73108" y="79109"/>
                  </a:cubicBezTo>
                  <a:cubicBezTo>
                    <a:pt x="78421" y="77774"/>
                    <a:pt x="82001" y="93129"/>
                    <a:pt x="88123" y="86620"/>
                  </a:cubicBezTo>
                  <a:cubicBezTo>
                    <a:pt x="94244" y="80278"/>
                    <a:pt x="98748" y="90458"/>
                    <a:pt x="102213" y="98136"/>
                  </a:cubicBezTo>
                  <a:cubicBezTo>
                    <a:pt x="103946" y="104478"/>
                    <a:pt x="104870" y="109652"/>
                    <a:pt x="108450" y="103310"/>
                  </a:cubicBezTo>
                  <a:cubicBezTo>
                    <a:pt x="112839" y="95632"/>
                    <a:pt x="119884" y="96801"/>
                    <a:pt x="118152" y="85452"/>
                  </a:cubicBezTo>
                  <a:cubicBezTo>
                    <a:pt x="118152" y="82948"/>
                    <a:pt x="117228" y="72600"/>
                    <a:pt x="116419" y="7260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099" name="Shape 11099"/>
            <p:cNvSpPr/>
            <p:nvPr/>
          </p:nvSpPr>
          <p:spPr>
            <a:xfrm rot="3648446">
              <a:off x="7700927" y="4478339"/>
              <a:ext cx="122741" cy="975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0126" y="119680"/>
                  </a:moveTo>
                  <a:lnTo>
                    <a:pt x="50126" y="119680"/>
                  </a:lnTo>
                  <a:cubicBezTo>
                    <a:pt x="53924" y="117120"/>
                    <a:pt x="65569" y="102400"/>
                    <a:pt x="71392" y="102400"/>
                  </a:cubicBezTo>
                  <a:cubicBezTo>
                    <a:pt x="77215" y="100160"/>
                    <a:pt x="78987" y="107520"/>
                    <a:pt x="84810" y="109760"/>
                  </a:cubicBezTo>
                  <a:cubicBezTo>
                    <a:pt x="94430" y="112320"/>
                    <a:pt x="109873" y="112320"/>
                    <a:pt x="119746" y="109760"/>
                  </a:cubicBezTo>
                  <a:lnTo>
                    <a:pt x="119746" y="109760"/>
                  </a:lnTo>
                  <a:cubicBezTo>
                    <a:pt x="96455" y="75520"/>
                    <a:pt x="78987" y="21760"/>
                    <a:pt x="75189" y="0"/>
                  </a:cubicBezTo>
                  <a:cubicBezTo>
                    <a:pt x="67341" y="0"/>
                    <a:pt x="42278" y="26880"/>
                    <a:pt x="28860" y="31680"/>
                  </a:cubicBezTo>
                  <a:cubicBezTo>
                    <a:pt x="0" y="43840"/>
                    <a:pt x="34683" y="82880"/>
                    <a:pt x="44303" y="104960"/>
                  </a:cubicBezTo>
                  <a:cubicBezTo>
                    <a:pt x="46075" y="109760"/>
                    <a:pt x="48101" y="114880"/>
                    <a:pt x="50126" y="11968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0" name="Shape 11100"/>
            <p:cNvSpPr/>
            <p:nvPr/>
          </p:nvSpPr>
          <p:spPr>
            <a:xfrm rot="3648446">
              <a:off x="7448960" y="4358308"/>
              <a:ext cx="217952" cy="32809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2285" y="114104"/>
                  </a:moveTo>
                  <a:lnTo>
                    <a:pt x="52285" y="114104"/>
                  </a:lnTo>
                  <a:cubicBezTo>
                    <a:pt x="52285" y="114104"/>
                    <a:pt x="52285" y="113343"/>
                    <a:pt x="51142" y="113343"/>
                  </a:cubicBezTo>
                  <a:lnTo>
                    <a:pt x="51142" y="113343"/>
                  </a:lnTo>
                  <a:cubicBezTo>
                    <a:pt x="48000" y="115530"/>
                    <a:pt x="43571" y="117717"/>
                    <a:pt x="39285" y="118383"/>
                  </a:cubicBezTo>
                  <a:cubicBezTo>
                    <a:pt x="34857" y="119904"/>
                    <a:pt x="30571" y="119904"/>
                    <a:pt x="26142" y="119904"/>
                  </a:cubicBezTo>
                  <a:lnTo>
                    <a:pt x="26142" y="119904"/>
                  </a:lnTo>
                  <a:cubicBezTo>
                    <a:pt x="27285" y="117717"/>
                    <a:pt x="27285" y="114770"/>
                    <a:pt x="28285" y="111917"/>
                  </a:cubicBezTo>
                  <a:cubicBezTo>
                    <a:pt x="29428" y="110396"/>
                    <a:pt x="32714" y="108969"/>
                    <a:pt x="32714" y="106782"/>
                  </a:cubicBezTo>
                  <a:cubicBezTo>
                    <a:pt x="32714" y="104595"/>
                    <a:pt x="26142" y="103930"/>
                    <a:pt x="27285" y="102408"/>
                  </a:cubicBezTo>
                  <a:cubicBezTo>
                    <a:pt x="28285" y="99556"/>
                    <a:pt x="34857" y="98795"/>
                    <a:pt x="37000" y="95942"/>
                  </a:cubicBezTo>
                  <a:cubicBezTo>
                    <a:pt x="38142" y="94421"/>
                    <a:pt x="34857" y="92234"/>
                    <a:pt x="33714" y="90142"/>
                  </a:cubicBezTo>
                  <a:lnTo>
                    <a:pt x="33714" y="90142"/>
                  </a:lnTo>
                  <a:cubicBezTo>
                    <a:pt x="33714" y="87955"/>
                    <a:pt x="34857" y="86434"/>
                    <a:pt x="33714" y="84247"/>
                  </a:cubicBezTo>
                  <a:cubicBezTo>
                    <a:pt x="32714" y="81394"/>
                    <a:pt x="28285" y="79207"/>
                    <a:pt x="28285" y="76259"/>
                  </a:cubicBezTo>
                  <a:cubicBezTo>
                    <a:pt x="28285" y="74833"/>
                    <a:pt x="32714" y="75594"/>
                    <a:pt x="33714" y="74072"/>
                  </a:cubicBezTo>
                  <a:cubicBezTo>
                    <a:pt x="33714" y="72646"/>
                    <a:pt x="30571" y="71220"/>
                    <a:pt x="29428" y="69793"/>
                  </a:cubicBezTo>
                  <a:cubicBezTo>
                    <a:pt x="29428" y="68272"/>
                    <a:pt x="30571" y="66180"/>
                    <a:pt x="29428" y="65419"/>
                  </a:cubicBezTo>
                  <a:cubicBezTo>
                    <a:pt x="26142" y="64659"/>
                    <a:pt x="21714" y="64659"/>
                    <a:pt x="18428" y="64659"/>
                  </a:cubicBezTo>
                  <a:cubicBezTo>
                    <a:pt x="13000" y="64659"/>
                    <a:pt x="5428" y="67606"/>
                    <a:pt x="2142" y="64659"/>
                  </a:cubicBezTo>
                  <a:cubicBezTo>
                    <a:pt x="0" y="62472"/>
                    <a:pt x="8714" y="60285"/>
                    <a:pt x="12000" y="58098"/>
                  </a:cubicBezTo>
                  <a:cubicBezTo>
                    <a:pt x="18428" y="53058"/>
                    <a:pt x="27285" y="50110"/>
                    <a:pt x="30571" y="44310"/>
                  </a:cubicBezTo>
                  <a:cubicBezTo>
                    <a:pt x="33714" y="40697"/>
                    <a:pt x="33714" y="35657"/>
                    <a:pt x="31571" y="31949"/>
                  </a:cubicBezTo>
                  <a:cubicBezTo>
                    <a:pt x="29428" y="28335"/>
                    <a:pt x="19571" y="29762"/>
                    <a:pt x="18428" y="26148"/>
                  </a:cubicBezTo>
                  <a:cubicBezTo>
                    <a:pt x="15142" y="19683"/>
                    <a:pt x="19571" y="16735"/>
                    <a:pt x="20714" y="10174"/>
                  </a:cubicBezTo>
                  <a:lnTo>
                    <a:pt x="20714" y="10174"/>
                  </a:lnTo>
                  <a:cubicBezTo>
                    <a:pt x="31571" y="6561"/>
                    <a:pt x="42428" y="2187"/>
                    <a:pt x="52285" y="0"/>
                  </a:cubicBezTo>
                  <a:lnTo>
                    <a:pt x="52285" y="0"/>
                  </a:lnTo>
                  <a:cubicBezTo>
                    <a:pt x="51142" y="3613"/>
                    <a:pt x="49000" y="4374"/>
                    <a:pt x="48000" y="8748"/>
                  </a:cubicBezTo>
                  <a:cubicBezTo>
                    <a:pt x="48000" y="10174"/>
                    <a:pt x="50142" y="13122"/>
                    <a:pt x="52285" y="14548"/>
                  </a:cubicBezTo>
                  <a:cubicBezTo>
                    <a:pt x="53428" y="14548"/>
                    <a:pt x="55571" y="13122"/>
                    <a:pt x="56714" y="13122"/>
                  </a:cubicBezTo>
                  <a:cubicBezTo>
                    <a:pt x="58857" y="14548"/>
                    <a:pt x="61000" y="15974"/>
                    <a:pt x="61000" y="18161"/>
                  </a:cubicBezTo>
                  <a:cubicBezTo>
                    <a:pt x="61000" y="19683"/>
                    <a:pt x="56714" y="20348"/>
                    <a:pt x="56714" y="21774"/>
                  </a:cubicBezTo>
                  <a:cubicBezTo>
                    <a:pt x="56714" y="23296"/>
                    <a:pt x="58857" y="24722"/>
                    <a:pt x="60000" y="26148"/>
                  </a:cubicBezTo>
                  <a:cubicBezTo>
                    <a:pt x="62142" y="26909"/>
                    <a:pt x="65428" y="26148"/>
                    <a:pt x="65428" y="27575"/>
                  </a:cubicBezTo>
                  <a:cubicBezTo>
                    <a:pt x="67571" y="29762"/>
                    <a:pt x="65428" y="32709"/>
                    <a:pt x="66571" y="34896"/>
                  </a:cubicBezTo>
                  <a:cubicBezTo>
                    <a:pt x="67571" y="37083"/>
                    <a:pt x="70857" y="38510"/>
                    <a:pt x="72000" y="40697"/>
                  </a:cubicBezTo>
                  <a:cubicBezTo>
                    <a:pt x="75285" y="42884"/>
                    <a:pt x="75285" y="47258"/>
                    <a:pt x="79571" y="48684"/>
                  </a:cubicBezTo>
                  <a:cubicBezTo>
                    <a:pt x="82857" y="49445"/>
                    <a:pt x="87285" y="47258"/>
                    <a:pt x="90285" y="47258"/>
                  </a:cubicBezTo>
                  <a:cubicBezTo>
                    <a:pt x="91428" y="47258"/>
                    <a:pt x="94714" y="47258"/>
                    <a:pt x="94714" y="47923"/>
                  </a:cubicBezTo>
                  <a:cubicBezTo>
                    <a:pt x="96857" y="51632"/>
                    <a:pt x="93571" y="55245"/>
                    <a:pt x="95857" y="58098"/>
                  </a:cubicBezTo>
                  <a:cubicBezTo>
                    <a:pt x="96857" y="59619"/>
                    <a:pt x="101285" y="58098"/>
                    <a:pt x="102428" y="58858"/>
                  </a:cubicBezTo>
                  <a:cubicBezTo>
                    <a:pt x="104571" y="61806"/>
                    <a:pt x="104571" y="64659"/>
                    <a:pt x="105714" y="67606"/>
                  </a:cubicBezTo>
                  <a:lnTo>
                    <a:pt x="105714" y="67606"/>
                  </a:lnTo>
                  <a:cubicBezTo>
                    <a:pt x="105714" y="70459"/>
                    <a:pt x="103428" y="72646"/>
                    <a:pt x="103428" y="75594"/>
                  </a:cubicBezTo>
                  <a:cubicBezTo>
                    <a:pt x="103428" y="77020"/>
                    <a:pt x="106714" y="77781"/>
                    <a:pt x="106714" y="78446"/>
                  </a:cubicBezTo>
                  <a:cubicBezTo>
                    <a:pt x="106714" y="81394"/>
                    <a:pt x="101285" y="84247"/>
                    <a:pt x="103428" y="87194"/>
                  </a:cubicBezTo>
                  <a:cubicBezTo>
                    <a:pt x="105714" y="90142"/>
                    <a:pt x="114428" y="87955"/>
                    <a:pt x="117714" y="90808"/>
                  </a:cubicBezTo>
                  <a:cubicBezTo>
                    <a:pt x="119857" y="92234"/>
                    <a:pt x="118714" y="95942"/>
                    <a:pt x="115428" y="96608"/>
                  </a:cubicBezTo>
                  <a:cubicBezTo>
                    <a:pt x="107857" y="98795"/>
                    <a:pt x="99142" y="98129"/>
                    <a:pt x="91428" y="98129"/>
                  </a:cubicBezTo>
                  <a:cubicBezTo>
                    <a:pt x="82857" y="98795"/>
                    <a:pt x="73000" y="96608"/>
                    <a:pt x="66571" y="99556"/>
                  </a:cubicBezTo>
                  <a:cubicBezTo>
                    <a:pt x="58857" y="102408"/>
                    <a:pt x="56714" y="108969"/>
                    <a:pt x="52285" y="11410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1" name="Shape 11101"/>
            <p:cNvSpPr/>
            <p:nvPr/>
          </p:nvSpPr>
          <p:spPr>
            <a:xfrm rot="3648446">
              <a:off x="7379715" y="4240098"/>
              <a:ext cx="235159" cy="2604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696" y="7305"/>
                  </a:moveTo>
                  <a:lnTo>
                    <a:pt x="106696" y="7305"/>
                  </a:lnTo>
                  <a:cubicBezTo>
                    <a:pt x="105631" y="15568"/>
                    <a:pt x="101507" y="19281"/>
                    <a:pt x="104567" y="27425"/>
                  </a:cubicBezTo>
                  <a:cubicBezTo>
                    <a:pt x="105631" y="31976"/>
                    <a:pt x="114811" y="30179"/>
                    <a:pt x="116807" y="34730"/>
                  </a:cubicBezTo>
                  <a:cubicBezTo>
                    <a:pt x="118802" y="39401"/>
                    <a:pt x="118802" y="45748"/>
                    <a:pt x="115875" y="50299"/>
                  </a:cubicBezTo>
                  <a:cubicBezTo>
                    <a:pt x="112815" y="57604"/>
                    <a:pt x="104567" y="61317"/>
                    <a:pt x="98580" y="67664"/>
                  </a:cubicBezTo>
                  <a:cubicBezTo>
                    <a:pt x="95521" y="70419"/>
                    <a:pt x="87405" y="73173"/>
                    <a:pt x="89401" y="75928"/>
                  </a:cubicBezTo>
                  <a:cubicBezTo>
                    <a:pt x="92461" y="79640"/>
                    <a:pt x="99512" y="75928"/>
                    <a:pt x="104567" y="75928"/>
                  </a:cubicBezTo>
                  <a:cubicBezTo>
                    <a:pt x="107627" y="75928"/>
                    <a:pt x="111751" y="75928"/>
                    <a:pt x="114811" y="76886"/>
                  </a:cubicBezTo>
                  <a:cubicBezTo>
                    <a:pt x="115875" y="77844"/>
                    <a:pt x="114811" y="80479"/>
                    <a:pt x="114811" y="82395"/>
                  </a:cubicBezTo>
                  <a:cubicBezTo>
                    <a:pt x="115875" y="84191"/>
                    <a:pt x="118802" y="85988"/>
                    <a:pt x="118802" y="87784"/>
                  </a:cubicBezTo>
                  <a:cubicBezTo>
                    <a:pt x="117871" y="89700"/>
                    <a:pt x="113747" y="88742"/>
                    <a:pt x="113747" y="90538"/>
                  </a:cubicBezTo>
                  <a:cubicBezTo>
                    <a:pt x="113747" y="94251"/>
                    <a:pt x="117871" y="97005"/>
                    <a:pt x="118802" y="100598"/>
                  </a:cubicBezTo>
                  <a:cubicBezTo>
                    <a:pt x="119866" y="103353"/>
                    <a:pt x="118802" y="105269"/>
                    <a:pt x="118802" y="108023"/>
                  </a:cubicBezTo>
                  <a:lnTo>
                    <a:pt x="118802" y="108023"/>
                  </a:lnTo>
                  <a:cubicBezTo>
                    <a:pt x="118802" y="108862"/>
                    <a:pt x="117871" y="108862"/>
                    <a:pt x="116807" y="109820"/>
                  </a:cubicBezTo>
                  <a:cubicBezTo>
                    <a:pt x="114811" y="110658"/>
                    <a:pt x="112815" y="111616"/>
                    <a:pt x="110687" y="111616"/>
                  </a:cubicBezTo>
                  <a:cubicBezTo>
                    <a:pt x="107627" y="111616"/>
                    <a:pt x="104567" y="110658"/>
                    <a:pt x="101507" y="110658"/>
                  </a:cubicBezTo>
                  <a:cubicBezTo>
                    <a:pt x="100576" y="110658"/>
                    <a:pt x="100576" y="113413"/>
                    <a:pt x="98580" y="113413"/>
                  </a:cubicBezTo>
                  <a:cubicBezTo>
                    <a:pt x="96452" y="113413"/>
                    <a:pt x="92461" y="113413"/>
                    <a:pt x="91396" y="111616"/>
                  </a:cubicBezTo>
                  <a:cubicBezTo>
                    <a:pt x="88337" y="109820"/>
                    <a:pt x="88337" y="106107"/>
                    <a:pt x="88337" y="103353"/>
                  </a:cubicBezTo>
                  <a:cubicBezTo>
                    <a:pt x="88337" y="102514"/>
                    <a:pt x="91396" y="100598"/>
                    <a:pt x="90332" y="99760"/>
                  </a:cubicBezTo>
                  <a:cubicBezTo>
                    <a:pt x="88337" y="97844"/>
                    <a:pt x="86341" y="99760"/>
                    <a:pt x="84345" y="100598"/>
                  </a:cubicBezTo>
                  <a:cubicBezTo>
                    <a:pt x="82217" y="100598"/>
                    <a:pt x="80221" y="102514"/>
                    <a:pt x="78226" y="103353"/>
                  </a:cubicBezTo>
                  <a:cubicBezTo>
                    <a:pt x="76230" y="104311"/>
                    <a:pt x="75166" y="106107"/>
                    <a:pt x="72106" y="107065"/>
                  </a:cubicBezTo>
                  <a:cubicBezTo>
                    <a:pt x="69046" y="108023"/>
                    <a:pt x="65055" y="107065"/>
                    <a:pt x="61995" y="108862"/>
                  </a:cubicBezTo>
                  <a:cubicBezTo>
                    <a:pt x="57871" y="110658"/>
                    <a:pt x="55875" y="114371"/>
                    <a:pt x="51751" y="117125"/>
                  </a:cubicBezTo>
                  <a:cubicBezTo>
                    <a:pt x="49756" y="118083"/>
                    <a:pt x="46696" y="119880"/>
                    <a:pt x="43636" y="118922"/>
                  </a:cubicBezTo>
                  <a:cubicBezTo>
                    <a:pt x="40576" y="118083"/>
                    <a:pt x="38580" y="113413"/>
                    <a:pt x="36585" y="111616"/>
                  </a:cubicBezTo>
                  <a:cubicBezTo>
                    <a:pt x="33525" y="108862"/>
                    <a:pt x="30465" y="106107"/>
                    <a:pt x="28470" y="103353"/>
                  </a:cubicBezTo>
                  <a:cubicBezTo>
                    <a:pt x="26341" y="101556"/>
                    <a:pt x="28470" y="98802"/>
                    <a:pt x="26341" y="97005"/>
                  </a:cubicBezTo>
                  <a:cubicBezTo>
                    <a:pt x="24345" y="96047"/>
                    <a:pt x="22350" y="97844"/>
                    <a:pt x="20221" y="97844"/>
                  </a:cubicBezTo>
                  <a:cubicBezTo>
                    <a:pt x="16230" y="98802"/>
                    <a:pt x="12106" y="101556"/>
                    <a:pt x="9046" y="99760"/>
                  </a:cubicBezTo>
                  <a:cubicBezTo>
                    <a:pt x="6119" y="97005"/>
                    <a:pt x="7050" y="90538"/>
                    <a:pt x="7050" y="86946"/>
                  </a:cubicBezTo>
                  <a:cubicBezTo>
                    <a:pt x="7050" y="84191"/>
                    <a:pt x="11175" y="83233"/>
                    <a:pt x="11175" y="81437"/>
                  </a:cubicBezTo>
                  <a:cubicBezTo>
                    <a:pt x="11175" y="79640"/>
                    <a:pt x="10110" y="78682"/>
                    <a:pt x="8115" y="76886"/>
                  </a:cubicBezTo>
                  <a:cubicBezTo>
                    <a:pt x="7050" y="75928"/>
                    <a:pt x="5055" y="75928"/>
                    <a:pt x="5055" y="74131"/>
                  </a:cubicBezTo>
                  <a:cubicBezTo>
                    <a:pt x="3991" y="73173"/>
                    <a:pt x="5055" y="72335"/>
                    <a:pt x="3991" y="71377"/>
                  </a:cubicBezTo>
                  <a:cubicBezTo>
                    <a:pt x="3059" y="70419"/>
                    <a:pt x="0" y="71377"/>
                    <a:pt x="0" y="69580"/>
                  </a:cubicBezTo>
                  <a:cubicBezTo>
                    <a:pt x="0" y="65868"/>
                    <a:pt x="1995" y="62155"/>
                    <a:pt x="5055" y="58562"/>
                  </a:cubicBezTo>
                  <a:cubicBezTo>
                    <a:pt x="7050" y="55808"/>
                    <a:pt x="11175" y="54850"/>
                    <a:pt x="13170" y="53053"/>
                  </a:cubicBezTo>
                  <a:cubicBezTo>
                    <a:pt x="15166" y="50299"/>
                    <a:pt x="14235" y="47544"/>
                    <a:pt x="15166" y="44910"/>
                  </a:cubicBezTo>
                  <a:cubicBezTo>
                    <a:pt x="15166" y="42994"/>
                    <a:pt x="17161" y="42155"/>
                    <a:pt x="18226" y="40239"/>
                  </a:cubicBezTo>
                  <a:cubicBezTo>
                    <a:pt x="19290" y="38443"/>
                    <a:pt x="21286" y="36646"/>
                    <a:pt x="20221" y="35688"/>
                  </a:cubicBezTo>
                  <a:cubicBezTo>
                    <a:pt x="20221" y="33892"/>
                    <a:pt x="17161" y="34730"/>
                    <a:pt x="15166" y="33892"/>
                  </a:cubicBezTo>
                  <a:cubicBezTo>
                    <a:pt x="12106" y="31976"/>
                    <a:pt x="9046" y="29221"/>
                    <a:pt x="7050" y="26586"/>
                  </a:cubicBezTo>
                  <a:cubicBezTo>
                    <a:pt x="3991" y="23832"/>
                    <a:pt x="6119" y="25628"/>
                    <a:pt x="3991" y="22874"/>
                  </a:cubicBezTo>
                  <a:lnTo>
                    <a:pt x="3991" y="22874"/>
                  </a:lnTo>
                  <a:cubicBezTo>
                    <a:pt x="6119" y="21916"/>
                    <a:pt x="8115" y="21077"/>
                    <a:pt x="10110" y="20119"/>
                  </a:cubicBezTo>
                  <a:cubicBezTo>
                    <a:pt x="17161" y="19281"/>
                    <a:pt x="29401" y="20119"/>
                    <a:pt x="31529" y="11976"/>
                  </a:cubicBezTo>
                  <a:cubicBezTo>
                    <a:pt x="33525" y="5508"/>
                    <a:pt x="29401" y="4550"/>
                    <a:pt x="29401" y="0"/>
                  </a:cubicBezTo>
                  <a:cubicBezTo>
                    <a:pt x="40576" y="0"/>
                    <a:pt x="42705" y="7305"/>
                    <a:pt x="53747" y="6467"/>
                  </a:cubicBezTo>
                  <a:cubicBezTo>
                    <a:pt x="62926" y="4550"/>
                    <a:pt x="63991" y="15568"/>
                    <a:pt x="77161" y="14610"/>
                  </a:cubicBezTo>
                  <a:cubicBezTo>
                    <a:pt x="88337" y="14610"/>
                    <a:pt x="97516" y="11017"/>
                    <a:pt x="106696" y="730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2" name="Shape 11102"/>
            <p:cNvSpPr/>
            <p:nvPr/>
          </p:nvSpPr>
          <p:spPr>
            <a:xfrm rot="3648446">
              <a:off x="6993195" y="4065989"/>
              <a:ext cx="566675" cy="4887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688" y="0"/>
                  </a:moveTo>
                  <a:lnTo>
                    <a:pt x="70688" y="0"/>
                  </a:lnTo>
                  <a:cubicBezTo>
                    <a:pt x="68209" y="510"/>
                    <a:pt x="66060" y="1978"/>
                    <a:pt x="64407" y="1978"/>
                  </a:cubicBezTo>
                  <a:lnTo>
                    <a:pt x="64407" y="1978"/>
                  </a:lnTo>
                  <a:cubicBezTo>
                    <a:pt x="62699" y="2936"/>
                    <a:pt x="58512" y="3382"/>
                    <a:pt x="56804" y="4851"/>
                  </a:cubicBezTo>
                  <a:cubicBezTo>
                    <a:pt x="55151" y="5872"/>
                    <a:pt x="53884" y="7787"/>
                    <a:pt x="52617" y="9765"/>
                  </a:cubicBezTo>
                  <a:cubicBezTo>
                    <a:pt x="51790" y="10723"/>
                    <a:pt x="52617" y="12702"/>
                    <a:pt x="51349" y="13659"/>
                  </a:cubicBezTo>
                  <a:cubicBezTo>
                    <a:pt x="50082" y="15638"/>
                    <a:pt x="47988" y="15638"/>
                    <a:pt x="46280" y="16595"/>
                  </a:cubicBezTo>
                  <a:cubicBezTo>
                    <a:pt x="44628" y="18063"/>
                    <a:pt x="43746" y="21957"/>
                    <a:pt x="42093" y="23872"/>
                  </a:cubicBezTo>
                  <a:lnTo>
                    <a:pt x="42093" y="23872"/>
                  </a:lnTo>
                  <a:lnTo>
                    <a:pt x="42093" y="23872"/>
                  </a:lnTo>
                  <a:cubicBezTo>
                    <a:pt x="37024" y="25851"/>
                    <a:pt x="43746" y="33191"/>
                    <a:pt x="40826" y="37085"/>
                  </a:cubicBezTo>
                  <a:cubicBezTo>
                    <a:pt x="39559" y="39000"/>
                    <a:pt x="37906" y="43404"/>
                    <a:pt x="36198" y="44361"/>
                  </a:cubicBezTo>
                  <a:cubicBezTo>
                    <a:pt x="35371" y="44872"/>
                    <a:pt x="32396" y="44361"/>
                    <a:pt x="32396" y="45829"/>
                  </a:cubicBezTo>
                  <a:cubicBezTo>
                    <a:pt x="32396" y="49276"/>
                    <a:pt x="23966" y="57510"/>
                    <a:pt x="23140" y="53617"/>
                  </a:cubicBezTo>
                  <a:cubicBezTo>
                    <a:pt x="17685" y="55595"/>
                    <a:pt x="0" y="81446"/>
                    <a:pt x="7603" y="81446"/>
                  </a:cubicBezTo>
                  <a:cubicBezTo>
                    <a:pt x="7988" y="79468"/>
                    <a:pt x="10082" y="78510"/>
                    <a:pt x="11349" y="78957"/>
                  </a:cubicBezTo>
                  <a:cubicBezTo>
                    <a:pt x="15592" y="79468"/>
                    <a:pt x="24407" y="69255"/>
                    <a:pt x="24407" y="81893"/>
                  </a:cubicBezTo>
                  <a:cubicBezTo>
                    <a:pt x="24848" y="81893"/>
                    <a:pt x="24848" y="81893"/>
                    <a:pt x="24848" y="81893"/>
                  </a:cubicBezTo>
                  <a:cubicBezTo>
                    <a:pt x="25234" y="80936"/>
                    <a:pt x="26115" y="80425"/>
                    <a:pt x="26942" y="79978"/>
                  </a:cubicBezTo>
                  <a:cubicBezTo>
                    <a:pt x="27327" y="79978"/>
                    <a:pt x="29035" y="79468"/>
                    <a:pt x="29035" y="78957"/>
                  </a:cubicBezTo>
                  <a:cubicBezTo>
                    <a:pt x="29476" y="78957"/>
                    <a:pt x="28595" y="76085"/>
                    <a:pt x="28595" y="75063"/>
                  </a:cubicBezTo>
                  <a:cubicBezTo>
                    <a:pt x="28595" y="64851"/>
                    <a:pt x="44187" y="59489"/>
                    <a:pt x="51790" y="59489"/>
                  </a:cubicBezTo>
                  <a:cubicBezTo>
                    <a:pt x="56418" y="59489"/>
                    <a:pt x="62699" y="67787"/>
                    <a:pt x="59779" y="72638"/>
                  </a:cubicBezTo>
                  <a:cubicBezTo>
                    <a:pt x="56418" y="78510"/>
                    <a:pt x="60165" y="82914"/>
                    <a:pt x="63966" y="88276"/>
                  </a:cubicBezTo>
                  <a:cubicBezTo>
                    <a:pt x="63966" y="89744"/>
                    <a:pt x="63966" y="93127"/>
                    <a:pt x="66060" y="92617"/>
                  </a:cubicBezTo>
                  <a:cubicBezTo>
                    <a:pt x="67327" y="92170"/>
                    <a:pt x="68595" y="90702"/>
                    <a:pt x="69421" y="90702"/>
                  </a:cubicBezTo>
                  <a:cubicBezTo>
                    <a:pt x="69421" y="93127"/>
                    <a:pt x="65234" y="96510"/>
                    <a:pt x="63526" y="97978"/>
                  </a:cubicBezTo>
                  <a:cubicBezTo>
                    <a:pt x="60165" y="101425"/>
                    <a:pt x="59779" y="108702"/>
                    <a:pt x="61873" y="113106"/>
                  </a:cubicBezTo>
                  <a:cubicBezTo>
                    <a:pt x="63140" y="115531"/>
                    <a:pt x="63526" y="117510"/>
                    <a:pt x="64407" y="119936"/>
                  </a:cubicBezTo>
                  <a:lnTo>
                    <a:pt x="64407" y="119936"/>
                  </a:lnTo>
                  <a:cubicBezTo>
                    <a:pt x="78292" y="115085"/>
                    <a:pt x="78292" y="115085"/>
                    <a:pt x="78292" y="115085"/>
                  </a:cubicBezTo>
                  <a:lnTo>
                    <a:pt x="78292" y="115085"/>
                  </a:lnTo>
                  <a:cubicBezTo>
                    <a:pt x="79118" y="114063"/>
                    <a:pt x="80385" y="113106"/>
                    <a:pt x="81652" y="111638"/>
                  </a:cubicBezTo>
                  <a:cubicBezTo>
                    <a:pt x="82920" y="109723"/>
                    <a:pt x="84187" y="107744"/>
                    <a:pt x="85013" y="105319"/>
                  </a:cubicBezTo>
                  <a:cubicBezTo>
                    <a:pt x="85840" y="102382"/>
                    <a:pt x="85454" y="97978"/>
                    <a:pt x="87933" y="96510"/>
                  </a:cubicBezTo>
                  <a:cubicBezTo>
                    <a:pt x="90468" y="94595"/>
                    <a:pt x="93829" y="97021"/>
                    <a:pt x="96804" y="96510"/>
                  </a:cubicBezTo>
                  <a:cubicBezTo>
                    <a:pt x="98071" y="96063"/>
                    <a:pt x="98457" y="94595"/>
                    <a:pt x="99338" y="94085"/>
                  </a:cubicBezTo>
                  <a:cubicBezTo>
                    <a:pt x="100991" y="93127"/>
                    <a:pt x="103526" y="93638"/>
                    <a:pt x="105234" y="92170"/>
                  </a:cubicBezTo>
                  <a:cubicBezTo>
                    <a:pt x="106446" y="90702"/>
                    <a:pt x="107327" y="88276"/>
                    <a:pt x="107327" y="85851"/>
                  </a:cubicBezTo>
                  <a:cubicBezTo>
                    <a:pt x="107327" y="82914"/>
                    <a:pt x="105619" y="79978"/>
                    <a:pt x="105619" y="77042"/>
                  </a:cubicBezTo>
                  <a:cubicBezTo>
                    <a:pt x="105619" y="75063"/>
                    <a:pt x="105234" y="73148"/>
                    <a:pt x="106446" y="71680"/>
                  </a:cubicBezTo>
                  <a:cubicBezTo>
                    <a:pt x="107713" y="70212"/>
                    <a:pt x="110247" y="71170"/>
                    <a:pt x="111955" y="70212"/>
                  </a:cubicBezTo>
                  <a:cubicBezTo>
                    <a:pt x="113608" y="69255"/>
                    <a:pt x="114490" y="66829"/>
                    <a:pt x="115316" y="65361"/>
                  </a:cubicBezTo>
                  <a:lnTo>
                    <a:pt x="115316" y="65361"/>
                  </a:lnTo>
                  <a:cubicBezTo>
                    <a:pt x="115757" y="63893"/>
                    <a:pt x="115757" y="61914"/>
                    <a:pt x="116143" y="60000"/>
                  </a:cubicBezTo>
                  <a:cubicBezTo>
                    <a:pt x="116584" y="58978"/>
                    <a:pt x="117851" y="58021"/>
                    <a:pt x="117851" y="56553"/>
                  </a:cubicBezTo>
                  <a:cubicBezTo>
                    <a:pt x="117851" y="55085"/>
                    <a:pt x="115316" y="54638"/>
                    <a:pt x="115757" y="53617"/>
                  </a:cubicBezTo>
                  <a:cubicBezTo>
                    <a:pt x="116143" y="51702"/>
                    <a:pt x="118677" y="51191"/>
                    <a:pt x="119504" y="49276"/>
                  </a:cubicBezTo>
                  <a:cubicBezTo>
                    <a:pt x="119944" y="48255"/>
                    <a:pt x="118677" y="46787"/>
                    <a:pt x="118236" y="45382"/>
                  </a:cubicBezTo>
                  <a:lnTo>
                    <a:pt x="118236" y="45382"/>
                  </a:lnTo>
                  <a:cubicBezTo>
                    <a:pt x="118236" y="45829"/>
                    <a:pt x="117851" y="45829"/>
                    <a:pt x="117410" y="46340"/>
                  </a:cubicBezTo>
                  <a:cubicBezTo>
                    <a:pt x="116584" y="46787"/>
                    <a:pt x="115757" y="47297"/>
                    <a:pt x="114876" y="47297"/>
                  </a:cubicBezTo>
                  <a:cubicBezTo>
                    <a:pt x="113608" y="47297"/>
                    <a:pt x="112341" y="46787"/>
                    <a:pt x="111074" y="46787"/>
                  </a:cubicBezTo>
                  <a:cubicBezTo>
                    <a:pt x="110688" y="46787"/>
                    <a:pt x="110688" y="48255"/>
                    <a:pt x="109862" y="48255"/>
                  </a:cubicBezTo>
                  <a:cubicBezTo>
                    <a:pt x="108980" y="48255"/>
                    <a:pt x="107327" y="48255"/>
                    <a:pt x="106887" y="47297"/>
                  </a:cubicBezTo>
                  <a:cubicBezTo>
                    <a:pt x="105619" y="46340"/>
                    <a:pt x="105619" y="44361"/>
                    <a:pt x="105619" y="42893"/>
                  </a:cubicBezTo>
                  <a:cubicBezTo>
                    <a:pt x="105619" y="42446"/>
                    <a:pt x="106887" y="41425"/>
                    <a:pt x="106446" y="40978"/>
                  </a:cubicBezTo>
                  <a:cubicBezTo>
                    <a:pt x="105619" y="39957"/>
                    <a:pt x="104793" y="40978"/>
                    <a:pt x="103966" y="41425"/>
                  </a:cubicBezTo>
                  <a:cubicBezTo>
                    <a:pt x="103085" y="41425"/>
                    <a:pt x="102258" y="42446"/>
                    <a:pt x="101432" y="42893"/>
                  </a:cubicBezTo>
                  <a:cubicBezTo>
                    <a:pt x="100606" y="43404"/>
                    <a:pt x="100165" y="44361"/>
                    <a:pt x="98898" y="44872"/>
                  </a:cubicBezTo>
                  <a:cubicBezTo>
                    <a:pt x="97630" y="45382"/>
                    <a:pt x="95977" y="44872"/>
                    <a:pt x="94710" y="45829"/>
                  </a:cubicBezTo>
                  <a:cubicBezTo>
                    <a:pt x="93002" y="46787"/>
                    <a:pt x="92176" y="48765"/>
                    <a:pt x="90468" y="50234"/>
                  </a:cubicBezTo>
                  <a:cubicBezTo>
                    <a:pt x="89641" y="50744"/>
                    <a:pt x="88374" y="51702"/>
                    <a:pt x="87107" y="51191"/>
                  </a:cubicBezTo>
                  <a:cubicBezTo>
                    <a:pt x="85840" y="50744"/>
                    <a:pt x="85013" y="48255"/>
                    <a:pt x="84187" y="47297"/>
                  </a:cubicBezTo>
                  <a:cubicBezTo>
                    <a:pt x="82920" y="45829"/>
                    <a:pt x="81652" y="44361"/>
                    <a:pt x="80826" y="42893"/>
                  </a:cubicBezTo>
                  <a:cubicBezTo>
                    <a:pt x="79944" y="41936"/>
                    <a:pt x="80826" y="40468"/>
                    <a:pt x="79944" y="39510"/>
                  </a:cubicBezTo>
                  <a:cubicBezTo>
                    <a:pt x="79118" y="39000"/>
                    <a:pt x="78292" y="39957"/>
                    <a:pt x="77410" y="39957"/>
                  </a:cubicBezTo>
                  <a:cubicBezTo>
                    <a:pt x="75757" y="40468"/>
                    <a:pt x="74049" y="41936"/>
                    <a:pt x="72782" y="40978"/>
                  </a:cubicBezTo>
                  <a:cubicBezTo>
                    <a:pt x="71570" y="39510"/>
                    <a:pt x="71955" y="36063"/>
                    <a:pt x="71955" y="34148"/>
                  </a:cubicBezTo>
                  <a:cubicBezTo>
                    <a:pt x="71955" y="32680"/>
                    <a:pt x="73663" y="32170"/>
                    <a:pt x="73663" y="31212"/>
                  </a:cubicBezTo>
                  <a:cubicBezTo>
                    <a:pt x="73663" y="30255"/>
                    <a:pt x="73223" y="29744"/>
                    <a:pt x="72396" y="28787"/>
                  </a:cubicBezTo>
                  <a:cubicBezTo>
                    <a:pt x="71955" y="28276"/>
                    <a:pt x="71129" y="28276"/>
                    <a:pt x="71129" y="27319"/>
                  </a:cubicBezTo>
                  <a:cubicBezTo>
                    <a:pt x="70688" y="26808"/>
                    <a:pt x="71129" y="26361"/>
                    <a:pt x="70688" y="25851"/>
                  </a:cubicBezTo>
                  <a:cubicBezTo>
                    <a:pt x="70303" y="25340"/>
                    <a:pt x="69035" y="25851"/>
                    <a:pt x="69035" y="24893"/>
                  </a:cubicBezTo>
                  <a:cubicBezTo>
                    <a:pt x="69035" y="22914"/>
                    <a:pt x="69862" y="20936"/>
                    <a:pt x="71129" y="19021"/>
                  </a:cubicBezTo>
                  <a:cubicBezTo>
                    <a:pt x="71955" y="17553"/>
                    <a:pt x="73663" y="17042"/>
                    <a:pt x="74490" y="16085"/>
                  </a:cubicBezTo>
                  <a:cubicBezTo>
                    <a:pt x="75316" y="14617"/>
                    <a:pt x="74931" y="13148"/>
                    <a:pt x="75316" y="11744"/>
                  </a:cubicBezTo>
                  <a:cubicBezTo>
                    <a:pt x="75316" y="10723"/>
                    <a:pt x="76143" y="10276"/>
                    <a:pt x="76584" y="9255"/>
                  </a:cubicBezTo>
                  <a:cubicBezTo>
                    <a:pt x="77024" y="8297"/>
                    <a:pt x="77851" y="7340"/>
                    <a:pt x="77410" y="6829"/>
                  </a:cubicBezTo>
                  <a:cubicBezTo>
                    <a:pt x="77410" y="5872"/>
                    <a:pt x="76143" y="6319"/>
                    <a:pt x="75316" y="5872"/>
                  </a:cubicBezTo>
                  <a:cubicBezTo>
                    <a:pt x="74049" y="4851"/>
                    <a:pt x="72782" y="3382"/>
                    <a:pt x="71955" y="1978"/>
                  </a:cubicBezTo>
                  <a:cubicBezTo>
                    <a:pt x="70688" y="510"/>
                    <a:pt x="71570" y="1468"/>
                    <a:pt x="70688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3" name="Shape 11103"/>
            <p:cNvSpPr/>
            <p:nvPr/>
          </p:nvSpPr>
          <p:spPr>
            <a:xfrm rot="3648446">
              <a:off x="7316766" y="3999584"/>
              <a:ext cx="268425" cy="21108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3953" y="119851"/>
                  </a:moveTo>
                  <a:lnTo>
                    <a:pt x="63953" y="119851"/>
                  </a:lnTo>
                  <a:cubicBezTo>
                    <a:pt x="67441" y="115407"/>
                    <a:pt x="69302" y="106370"/>
                    <a:pt x="72790" y="102962"/>
                  </a:cubicBezTo>
                  <a:cubicBezTo>
                    <a:pt x="76395" y="100740"/>
                    <a:pt x="80813" y="100740"/>
                    <a:pt x="83488" y="96148"/>
                  </a:cubicBezTo>
                  <a:cubicBezTo>
                    <a:pt x="86162" y="93925"/>
                    <a:pt x="84418" y="89333"/>
                    <a:pt x="86162" y="87111"/>
                  </a:cubicBezTo>
                  <a:cubicBezTo>
                    <a:pt x="88837" y="82518"/>
                    <a:pt x="91511" y="78074"/>
                    <a:pt x="95000" y="75703"/>
                  </a:cubicBezTo>
                  <a:cubicBezTo>
                    <a:pt x="98604" y="72296"/>
                    <a:pt x="107441" y="71259"/>
                    <a:pt x="111046" y="69037"/>
                  </a:cubicBezTo>
                  <a:lnTo>
                    <a:pt x="111046" y="69037"/>
                  </a:lnTo>
                  <a:lnTo>
                    <a:pt x="111046" y="69037"/>
                  </a:lnTo>
                  <a:cubicBezTo>
                    <a:pt x="111046" y="67851"/>
                    <a:pt x="119883" y="42962"/>
                    <a:pt x="116395" y="45185"/>
                  </a:cubicBezTo>
                  <a:cubicBezTo>
                    <a:pt x="111860" y="48592"/>
                    <a:pt x="108372" y="44148"/>
                    <a:pt x="103023" y="46370"/>
                  </a:cubicBezTo>
                  <a:cubicBezTo>
                    <a:pt x="87906" y="55407"/>
                    <a:pt x="76395" y="22518"/>
                    <a:pt x="72790" y="9037"/>
                  </a:cubicBezTo>
                  <a:cubicBezTo>
                    <a:pt x="68372" y="9037"/>
                    <a:pt x="63953" y="7851"/>
                    <a:pt x="60348" y="5629"/>
                  </a:cubicBezTo>
                  <a:cubicBezTo>
                    <a:pt x="51511" y="0"/>
                    <a:pt x="51511" y="3407"/>
                    <a:pt x="42674" y="4444"/>
                  </a:cubicBezTo>
                  <a:cubicBezTo>
                    <a:pt x="37325" y="4444"/>
                    <a:pt x="34651" y="5629"/>
                    <a:pt x="30232" y="9037"/>
                  </a:cubicBezTo>
                  <a:cubicBezTo>
                    <a:pt x="29302" y="10222"/>
                    <a:pt x="27558" y="10222"/>
                    <a:pt x="25697" y="10222"/>
                  </a:cubicBezTo>
                  <a:cubicBezTo>
                    <a:pt x="24883" y="11259"/>
                    <a:pt x="21279" y="10222"/>
                    <a:pt x="21279" y="11259"/>
                  </a:cubicBezTo>
                  <a:cubicBezTo>
                    <a:pt x="26627" y="15851"/>
                    <a:pt x="18604" y="49777"/>
                    <a:pt x="15116" y="49777"/>
                  </a:cubicBezTo>
                  <a:cubicBezTo>
                    <a:pt x="9767" y="49777"/>
                    <a:pt x="12441" y="38370"/>
                    <a:pt x="4418" y="44148"/>
                  </a:cubicBezTo>
                  <a:cubicBezTo>
                    <a:pt x="0" y="46370"/>
                    <a:pt x="0" y="50962"/>
                    <a:pt x="0" y="57629"/>
                  </a:cubicBezTo>
                  <a:cubicBezTo>
                    <a:pt x="2674" y="57629"/>
                    <a:pt x="8837" y="55407"/>
                    <a:pt x="10697" y="60000"/>
                  </a:cubicBezTo>
                  <a:cubicBezTo>
                    <a:pt x="15930" y="74666"/>
                    <a:pt x="9767" y="69037"/>
                    <a:pt x="23953" y="74666"/>
                  </a:cubicBezTo>
                  <a:cubicBezTo>
                    <a:pt x="29302" y="76888"/>
                    <a:pt x="30232" y="82518"/>
                    <a:pt x="31046" y="88296"/>
                  </a:cubicBezTo>
                  <a:cubicBezTo>
                    <a:pt x="31976" y="91703"/>
                    <a:pt x="42674" y="104000"/>
                    <a:pt x="45232" y="107407"/>
                  </a:cubicBezTo>
                  <a:cubicBezTo>
                    <a:pt x="51511" y="114222"/>
                    <a:pt x="56860" y="117629"/>
                    <a:pt x="63953" y="11985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4" name="Shape 11104"/>
            <p:cNvSpPr/>
            <p:nvPr/>
          </p:nvSpPr>
          <p:spPr>
            <a:xfrm rot="3648446">
              <a:off x="7211501" y="4649346"/>
              <a:ext cx="399196" cy="4646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1472" y="0"/>
                  </a:moveTo>
                  <a:lnTo>
                    <a:pt x="101472" y="0"/>
                  </a:lnTo>
                  <a:cubicBezTo>
                    <a:pt x="101472" y="2013"/>
                    <a:pt x="102644" y="4093"/>
                    <a:pt x="101472" y="5637"/>
                  </a:cubicBezTo>
                  <a:cubicBezTo>
                    <a:pt x="99674" y="8187"/>
                    <a:pt x="96078" y="8724"/>
                    <a:pt x="94280" y="10738"/>
                  </a:cubicBezTo>
                  <a:cubicBezTo>
                    <a:pt x="92482" y="12281"/>
                    <a:pt x="91309" y="14295"/>
                    <a:pt x="91309" y="16375"/>
                  </a:cubicBezTo>
                  <a:cubicBezTo>
                    <a:pt x="91309" y="17919"/>
                    <a:pt x="91856" y="20000"/>
                    <a:pt x="93654" y="20469"/>
                  </a:cubicBezTo>
                  <a:cubicBezTo>
                    <a:pt x="96625" y="21006"/>
                    <a:pt x="100221" y="16375"/>
                    <a:pt x="102019" y="17919"/>
                  </a:cubicBezTo>
                  <a:cubicBezTo>
                    <a:pt x="104442" y="20000"/>
                    <a:pt x="102019" y="23557"/>
                    <a:pt x="100846" y="26107"/>
                  </a:cubicBezTo>
                  <a:cubicBezTo>
                    <a:pt x="100221" y="27651"/>
                    <a:pt x="98423" y="28187"/>
                    <a:pt x="97250" y="29194"/>
                  </a:cubicBezTo>
                  <a:lnTo>
                    <a:pt x="97250" y="29194"/>
                  </a:lnTo>
                  <a:cubicBezTo>
                    <a:pt x="95452" y="29731"/>
                    <a:pt x="91856" y="28657"/>
                    <a:pt x="91309" y="30201"/>
                  </a:cubicBezTo>
                  <a:cubicBezTo>
                    <a:pt x="89511" y="31744"/>
                    <a:pt x="92482" y="34295"/>
                    <a:pt x="92482" y="36375"/>
                  </a:cubicBezTo>
                  <a:cubicBezTo>
                    <a:pt x="91856" y="36912"/>
                    <a:pt x="90684" y="37382"/>
                    <a:pt x="90058" y="36912"/>
                  </a:cubicBezTo>
                  <a:cubicBezTo>
                    <a:pt x="88885" y="35838"/>
                    <a:pt x="90058" y="33288"/>
                    <a:pt x="88338" y="33288"/>
                  </a:cubicBezTo>
                  <a:cubicBezTo>
                    <a:pt x="87087" y="32751"/>
                    <a:pt x="85915" y="35838"/>
                    <a:pt x="84742" y="35838"/>
                  </a:cubicBezTo>
                  <a:cubicBezTo>
                    <a:pt x="81771" y="35838"/>
                    <a:pt x="79348" y="33288"/>
                    <a:pt x="76925" y="33825"/>
                  </a:cubicBezTo>
                  <a:cubicBezTo>
                    <a:pt x="75752" y="34295"/>
                    <a:pt x="78175" y="36912"/>
                    <a:pt x="76925" y="37919"/>
                  </a:cubicBezTo>
                  <a:cubicBezTo>
                    <a:pt x="74579" y="39932"/>
                    <a:pt x="70358" y="39463"/>
                    <a:pt x="68013" y="41476"/>
                  </a:cubicBezTo>
                  <a:cubicBezTo>
                    <a:pt x="66840" y="42550"/>
                    <a:pt x="67387" y="44093"/>
                    <a:pt x="68013" y="45100"/>
                  </a:cubicBezTo>
                  <a:cubicBezTo>
                    <a:pt x="69811" y="47114"/>
                    <a:pt x="73328" y="47114"/>
                    <a:pt x="75127" y="48657"/>
                  </a:cubicBezTo>
                  <a:cubicBezTo>
                    <a:pt x="75752" y="49731"/>
                    <a:pt x="73328" y="50738"/>
                    <a:pt x="73954" y="51744"/>
                  </a:cubicBezTo>
                  <a:cubicBezTo>
                    <a:pt x="75752" y="53825"/>
                    <a:pt x="79348" y="54832"/>
                    <a:pt x="81771" y="56845"/>
                  </a:cubicBezTo>
                  <a:cubicBezTo>
                    <a:pt x="84117" y="58926"/>
                    <a:pt x="85915" y="61476"/>
                    <a:pt x="88338" y="63020"/>
                  </a:cubicBezTo>
                  <a:cubicBezTo>
                    <a:pt x="90684" y="64563"/>
                    <a:pt x="93107" y="66644"/>
                    <a:pt x="96078" y="66644"/>
                  </a:cubicBezTo>
                  <a:cubicBezTo>
                    <a:pt x="97876" y="66644"/>
                    <a:pt x="97876" y="64093"/>
                    <a:pt x="98423" y="63020"/>
                  </a:cubicBezTo>
                  <a:cubicBezTo>
                    <a:pt x="99048" y="61006"/>
                    <a:pt x="98423" y="58389"/>
                    <a:pt x="99048" y="56375"/>
                  </a:cubicBezTo>
                  <a:cubicBezTo>
                    <a:pt x="99674" y="53288"/>
                    <a:pt x="101472" y="50738"/>
                    <a:pt x="102019" y="47651"/>
                  </a:cubicBezTo>
                  <a:cubicBezTo>
                    <a:pt x="102019" y="46644"/>
                    <a:pt x="100221" y="44563"/>
                    <a:pt x="101472" y="44563"/>
                  </a:cubicBezTo>
                  <a:cubicBezTo>
                    <a:pt x="104442" y="44093"/>
                    <a:pt x="107413" y="45100"/>
                    <a:pt x="110384" y="45637"/>
                  </a:cubicBezTo>
                  <a:lnTo>
                    <a:pt x="110384" y="45637"/>
                  </a:lnTo>
                  <a:cubicBezTo>
                    <a:pt x="110384" y="48187"/>
                    <a:pt x="108039" y="50738"/>
                    <a:pt x="109211" y="52751"/>
                  </a:cubicBezTo>
                  <a:cubicBezTo>
                    <a:pt x="111557" y="54295"/>
                    <a:pt x="115778" y="52281"/>
                    <a:pt x="118123" y="53288"/>
                  </a:cubicBezTo>
                  <a:cubicBezTo>
                    <a:pt x="119921" y="54295"/>
                    <a:pt x="119921" y="56375"/>
                    <a:pt x="119921" y="57919"/>
                  </a:cubicBezTo>
                  <a:cubicBezTo>
                    <a:pt x="119921" y="59932"/>
                    <a:pt x="119374" y="62013"/>
                    <a:pt x="118749" y="64093"/>
                  </a:cubicBezTo>
                  <a:lnTo>
                    <a:pt x="118749" y="64093"/>
                  </a:lnTo>
                  <a:cubicBezTo>
                    <a:pt x="116325" y="64563"/>
                    <a:pt x="112807" y="64563"/>
                    <a:pt x="111009" y="66107"/>
                  </a:cubicBezTo>
                  <a:cubicBezTo>
                    <a:pt x="109837" y="67114"/>
                    <a:pt x="111009" y="68657"/>
                    <a:pt x="111557" y="69664"/>
                  </a:cubicBezTo>
                  <a:cubicBezTo>
                    <a:pt x="112807" y="71208"/>
                    <a:pt x="115153" y="71208"/>
                    <a:pt x="116325" y="72751"/>
                  </a:cubicBezTo>
                  <a:cubicBezTo>
                    <a:pt x="117576" y="74295"/>
                    <a:pt x="118749" y="76375"/>
                    <a:pt x="118123" y="78389"/>
                  </a:cubicBezTo>
                  <a:cubicBezTo>
                    <a:pt x="116951" y="81476"/>
                    <a:pt x="112807" y="83557"/>
                    <a:pt x="112182" y="86644"/>
                  </a:cubicBezTo>
                  <a:cubicBezTo>
                    <a:pt x="111557" y="89194"/>
                    <a:pt x="113980" y="91744"/>
                    <a:pt x="114605" y="94295"/>
                  </a:cubicBezTo>
                  <a:lnTo>
                    <a:pt x="114605" y="94295"/>
                  </a:lnTo>
                  <a:cubicBezTo>
                    <a:pt x="112182" y="95302"/>
                    <a:pt x="108039" y="94295"/>
                    <a:pt x="107413" y="96375"/>
                  </a:cubicBezTo>
                  <a:cubicBezTo>
                    <a:pt x="105615" y="98926"/>
                    <a:pt x="108039" y="102013"/>
                    <a:pt x="108586" y="105100"/>
                  </a:cubicBezTo>
                  <a:cubicBezTo>
                    <a:pt x="108586" y="105100"/>
                    <a:pt x="101472" y="106577"/>
                    <a:pt x="100846" y="106577"/>
                  </a:cubicBezTo>
                  <a:cubicBezTo>
                    <a:pt x="100221" y="106577"/>
                    <a:pt x="99674" y="108657"/>
                    <a:pt x="99674" y="108657"/>
                  </a:cubicBezTo>
                  <a:cubicBezTo>
                    <a:pt x="99674" y="108657"/>
                    <a:pt x="94280" y="109194"/>
                    <a:pt x="93107" y="109194"/>
                  </a:cubicBezTo>
                  <a:cubicBezTo>
                    <a:pt x="92482" y="109194"/>
                    <a:pt x="90058" y="114832"/>
                    <a:pt x="90058" y="114832"/>
                  </a:cubicBezTo>
                  <a:cubicBezTo>
                    <a:pt x="88338" y="114832"/>
                    <a:pt x="86540" y="113288"/>
                    <a:pt x="84742" y="113758"/>
                  </a:cubicBezTo>
                  <a:cubicBezTo>
                    <a:pt x="82944" y="114295"/>
                    <a:pt x="83570" y="117382"/>
                    <a:pt x="81771" y="118389"/>
                  </a:cubicBezTo>
                  <a:cubicBezTo>
                    <a:pt x="79348" y="119395"/>
                    <a:pt x="76377" y="119395"/>
                    <a:pt x="73954" y="119395"/>
                  </a:cubicBezTo>
                  <a:lnTo>
                    <a:pt x="73954" y="119395"/>
                  </a:lnTo>
                  <a:cubicBezTo>
                    <a:pt x="72781" y="117852"/>
                    <a:pt x="72781" y="114295"/>
                    <a:pt x="70358" y="114832"/>
                  </a:cubicBezTo>
                  <a:cubicBezTo>
                    <a:pt x="67387" y="114832"/>
                    <a:pt x="66840" y="118389"/>
                    <a:pt x="64416" y="119932"/>
                  </a:cubicBezTo>
                  <a:cubicBezTo>
                    <a:pt x="64416" y="119932"/>
                    <a:pt x="57224" y="114832"/>
                    <a:pt x="57224" y="114295"/>
                  </a:cubicBezTo>
                  <a:cubicBezTo>
                    <a:pt x="56677" y="113758"/>
                    <a:pt x="59022" y="110671"/>
                    <a:pt x="59022" y="110671"/>
                  </a:cubicBezTo>
                  <a:lnTo>
                    <a:pt x="53081" y="110201"/>
                  </a:lnTo>
                  <a:cubicBezTo>
                    <a:pt x="52456" y="110201"/>
                    <a:pt x="53081" y="106577"/>
                    <a:pt x="53081" y="106577"/>
                  </a:cubicBezTo>
                  <a:cubicBezTo>
                    <a:pt x="50110" y="106107"/>
                    <a:pt x="47061" y="104563"/>
                    <a:pt x="44091" y="105570"/>
                  </a:cubicBezTo>
                  <a:cubicBezTo>
                    <a:pt x="40573" y="106577"/>
                    <a:pt x="38775" y="110201"/>
                    <a:pt x="35726" y="112751"/>
                  </a:cubicBezTo>
                  <a:lnTo>
                    <a:pt x="35726" y="112751"/>
                  </a:lnTo>
                  <a:cubicBezTo>
                    <a:pt x="32208" y="112751"/>
                    <a:pt x="29785" y="114295"/>
                    <a:pt x="26814" y="114832"/>
                  </a:cubicBezTo>
                  <a:cubicBezTo>
                    <a:pt x="25016" y="114832"/>
                    <a:pt x="23843" y="114295"/>
                    <a:pt x="22045" y="114295"/>
                  </a:cubicBezTo>
                  <a:cubicBezTo>
                    <a:pt x="19622" y="110201"/>
                    <a:pt x="13055" y="107651"/>
                    <a:pt x="9459" y="104026"/>
                  </a:cubicBezTo>
                  <a:cubicBezTo>
                    <a:pt x="7661" y="103020"/>
                    <a:pt x="5863" y="102013"/>
                    <a:pt x="4065" y="100939"/>
                  </a:cubicBezTo>
                  <a:cubicBezTo>
                    <a:pt x="2423" y="98926"/>
                    <a:pt x="0" y="97919"/>
                    <a:pt x="2423" y="95838"/>
                  </a:cubicBezTo>
                  <a:cubicBezTo>
                    <a:pt x="3596" y="94295"/>
                    <a:pt x="4690" y="92214"/>
                    <a:pt x="6488" y="92214"/>
                  </a:cubicBezTo>
                  <a:cubicBezTo>
                    <a:pt x="10084" y="92214"/>
                    <a:pt x="9459" y="91208"/>
                    <a:pt x="11257" y="89664"/>
                  </a:cubicBezTo>
                  <a:cubicBezTo>
                    <a:pt x="12508" y="89194"/>
                    <a:pt x="14228" y="89664"/>
                    <a:pt x="15478" y="89194"/>
                  </a:cubicBezTo>
                  <a:cubicBezTo>
                    <a:pt x="17824" y="88120"/>
                    <a:pt x="19622" y="88657"/>
                    <a:pt x="22045" y="88120"/>
                  </a:cubicBezTo>
                  <a:cubicBezTo>
                    <a:pt x="25016" y="88120"/>
                    <a:pt x="26814" y="85570"/>
                    <a:pt x="27361" y="83557"/>
                  </a:cubicBezTo>
                  <a:cubicBezTo>
                    <a:pt x="30410" y="82013"/>
                    <a:pt x="29785" y="80469"/>
                    <a:pt x="29785" y="77919"/>
                  </a:cubicBezTo>
                  <a:cubicBezTo>
                    <a:pt x="29785" y="75302"/>
                    <a:pt x="27986" y="71744"/>
                    <a:pt x="25016" y="74832"/>
                  </a:cubicBezTo>
                  <a:cubicBezTo>
                    <a:pt x="23843" y="76375"/>
                    <a:pt x="22045" y="78926"/>
                    <a:pt x="19622" y="80469"/>
                  </a:cubicBezTo>
                  <a:cubicBezTo>
                    <a:pt x="19074" y="81006"/>
                    <a:pt x="13680" y="86644"/>
                    <a:pt x="14853" y="81476"/>
                  </a:cubicBezTo>
                  <a:cubicBezTo>
                    <a:pt x="15478" y="79463"/>
                    <a:pt x="17276" y="76375"/>
                    <a:pt x="14228" y="74832"/>
                  </a:cubicBezTo>
                  <a:cubicBezTo>
                    <a:pt x="14228" y="72281"/>
                    <a:pt x="17824" y="72281"/>
                    <a:pt x="17824" y="70201"/>
                  </a:cubicBezTo>
                  <a:cubicBezTo>
                    <a:pt x="18449" y="68187"/>
                    <a:pt x="20247" y="66644"/>
                    <a:pt x="22045" y="65570"/>
                  </a:cubicBezTo>
                  <a:cubicBezTo>
                    <a:pt x="23218" y="64563"/>
                    <a:pt x="21420" y="64093"/>
                    <a:pt x="21420" y="63020"/>
                  </a:cubicBezTo>
                  <a:cubicBezTo>
                    <a:pt x="20794" y="62013"/>
                    <a:pt x="23218" y="58926"/>
                    <a:pt x="23843" y="58389"/>
                  </a:cubicBezTo>
                  <a:cubicBezTo>
                    <a:pt x="25016" y="57382"/>
                    <a:pt x="23843" y="55302"/>
                    <a:pt x="25016" y="54832"/>
                  </a:cubicBezTo>
                  <a:cubicBezTo>
                    <a:pt x="25563" y="54295"/>
                    <a:pt x="27361" y="53825"/>
                    <a:pt x="26814" y="52281"/>
                  </a:cubicBezTo>
                  <a:cubicBezTo>
                    <a:pt x="26188" y="49731"/>
                    <a:pt x="31583" y="48657"/>
                    <a:pt x="33928" y="48657"/>
                  </a:cubicBezTo>
                  <a:cubicBezTo>
                    <a:pt x="33928" y="47651"/>
                    <a:pt x="32208" y="45637"/>
                    <a:pt x="30410" y="45100"/>
                  </a:cubicBezTo>
                  <a:cubicBezTo>
                    <a:pt x="26814" y="44093"/>
                    <a:pt x="27986" y="44093"/>
                    <a:pt x="27361" y="41476"/>
                  </a:cubicBezTo>
                  <a:cubicBezTo>
                    <a:pt x="25563" y="41476"/>
                    <a:pt x="22592" y="41006"/>
                    <a:pt x="20794" y="39463"/>
                  </a:cubicBezTo>
                  <a:cubicBezTo>
                    <a:pt x="18449" y="37919"/>
                    <a:pt x="19074" y="34832"/>
                    <a:pt x="16026" y="37382"/>
                  </a:cubicBezTo>
                  <a:cubicBezTo>
                    <a:pt x="14853" y="38926"/>
                    <a:pt x="13680" y="37382"/>
                    <a:pt x="13055" y="35838"/>
                  </a:cubicBezTo>
                  <a:cubicBezTo>
                    <a:pt x="11257" y="33825"/>
                    <a:pt x="10084" y="35369"/>
                    <a:pt x="10710" y="31744"/>
                  </a:cubicBezTo>
                  <a:cubicBezTo>
                    <a:pt x="11882" y="28187"/>
                    <a:pt x="7661" y="27651"/>
                    <a:pt x="13680" y="25100"/>
                  </a:cubicBezTo>
                  <a:cubicBezTo>
                    <a:pt x="15478" y="22550"/>
                    <a:pt x="14228" y="23557"/>
                    <a:pt x="11882" y="21476"/>
                  </a:cubicBezTo>
                  <a:cubicBezTo>
                    <a:pt x="11882" y="21476"/>
                    <a:pt x="11882" y="21476"/>
                    <a:pt x="11882" y="21006"/>
                  </a:cubicBezTo>
                  <a:lnTo>
                    <a:pt x="11882" y="21006"/>
                  </a:lnTo>
                  <a:cubicBezTo>
                    <a:pt x="13055" y="20469"/>
                    <a:pt x="15478" y="19463"/>
                    <a:pt x="16026" y="18926"/>
                  </a:cubicBezTo>
                  <a:cubicBezTo>
                    <a:pt x="20247" y="16375"/>
                    <a:pt x="17824" y="12818"/>
                    <a:pt x="23843" y="13825"/>
                  </a:cubicBezTo>
                  <a:cubicBezTo>
                    <a:pt x="28612" y="14295"/>
                    <a:pt x="26814" y="10201"/>
                    <a:pt x="29159" y="9194"/>
                  </a:cubicBezTo>
                  <a:cubicBezTo>
                    <a:pt x="30410" y="8724"/>
                    <a:pt x="32208" y="8187"/>
                    <a:pt x="32755" y="7181"/>
                  </a:cubicBezTo>
                  <a:cubicBezTo>
                    <a:pt x="36351" y="6644"/>
                    <a:pt x="38775" y="12818"/>
                    <a:pt x="42918" y="10201"/>
                  </a:cubicBezTo>
                  <a:cubicBezTo>
                    <a:pt x="47061" y="7651"/>
                    <a:pt x="50110" y="11744"/>
                    <a:pt x="52456" y="14832"/>
                  </a:cubicBezTo>
                  <a:cubicBezTo>
                    <a:pt x="53628" y="17382"/>
                    <a:pt x="54254" y="19463"/>
                    <a:pt x="56677" y="16912"/>
                  </a:cubicBezTo>
                  <a:cubicBezTo>
                    <a:pt x="59648" y="13825"/>
                    <a:pt x="64416" y="14295"/>
                    <a:pt x="63244" y="9731"/>
                  </a:cubicBezTo>
                  <a:cubicBezTo>
                    <a:pt x="63244" y="8724"/>
                    <a:pt x="62618" y="4563"/>
                    <a:pt x="62071" y="4563"/>
                  </a:cubicBezTo>
                  <a:lnTo>
                    <a:pt x="62071" y="4563"/>
                  </a:lnTo>
                  <a:cubicBezTo>
                    <a:pt x="64416" y="3557"/>
                    <a:pt x="66214" y="1543"/>
                    <a:pt x="68560" y="1006"/>
                  </a:cubicBezTo>
                  <a:cubicBezTo>
                    <a:pt x="70358" y="469"/>
                    <a:pt x="72781" y="469"/>
                    <a:pt x="74579" y="2013"/>
                  </a:cubicBezTo>
                  <a:cubicBezTo>
                    <a:pt x="75752" y="3087"/>
                    <a:pt x="74579" y="5100"/>
                    <a:pt x="75127" y="6107"/>
                  </a:cubicBezTo>
                  <a:cubicBezTo>
                    <a:pt x="76925" y="7651"/>
                    <a:pt x="79348" y="9194"/>
                    <a:pt x="81771" y="8724"/>
                  </a:cubicBezTo>
                  <a:cubicBezTo>
                    <a:pt x="83570" y="8724"/>
                    <a:pt x="82319" y="5100"/>
                    <a:pt x="84117" y="4563"/>
                  </a:cubicBezTo>
                  <a:cubicBezTo>
                    <a:pt x="87087" y="3557"/>
                    <a:pt x="90058" y="5100"/>
                    <a:pt x="93107" y="5637"/>
                  </a:cubicBezTo>
                  <a:cubicBezTo>
                    <a:pt x="93107" y="5637"/>
                    <a:pt x="93107" y="3087"/>
                    <a:pt x="94280" y="2550"/>
                  </a:cubicBezTo>
                  <a:cubicBezTo>
                    <a:pt x="94827" y="2550"/>
                    <a:pt x="101472" y="0"/>
                    <a:pt x="101472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5" name="Shape 11105"/>
            <p:cNvSpPr/>
            <p:nvPr/>
          </p:nvSpPr>
          <p:spPr>
            <a:xfrm rot="3648446">
              <a:off x="7425477" y="4867333"/>
              <a:ext cx="145684" cy="1479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3655" y="1693"/>
                  </a:moveTo>
                  <a:lnTo>
                    <a:pt x="83655" y="1693"/>
                  </a:lnTo>
                  <a:cubicBezTo>
                    <a:pt x="88602" y="4867"/>
                    <a:pt x="93548" y="8253"/>
                    <a:pt x="96774" y="12910"/>
                  </a:cubicBezTo>
                  <a:cubicBezTo>
                    <a:pt x="100215" y="16296"/>
                    <a:pt x="96774" y="21164"/>
                    <a:pt x="98494" y="24338"/>
                  </a:cubicBezTo>
                  <a:cubicBezTo>
                    <a:pt x="101720" y="30687"/>
                    <a:pt x="109892" y="34074"/>
                    <a:pt x="113333" y="40423"/>
                  </a:cubicBezTo>
                  <a:cubicBezTo>
                    <a:pt x="116559" y="43809"/>
                    <a:pt x="118279" y="48677"/>
                    <a:pt x="119784" y="53544"/>
                  </a:cubicBezTo>
                  <a:lnTo>
                    <a:pt x="119784" y="53544"/>
                  </a:lnTo>
                  <a:cubicBezTo>
                    <a:pt x="111612" y="51851"/>
                    <a:pt x="103440" y="48677"/>
                    <a:pt x="95268" y="50158"/>
                  </a:cubicBezTo>
                  <a:cubicBezTo>
                    <a:pt x="91827" y="50158"/>
                    <a:pt x="96774" y="56719"/>
                    <a:pt x="96774" y="59894"/>
                  </a:cubicBezTo>
                  <a:cubicBezTo>
                    <a:pt x="95268" y="69629"/>
                    <a:pt x="90322" y="77671"/>
                    <a:pt x="88602" y="87407"/>
                  </a:cubicBezTo>
                  <a:cubicBezTo>
                    <a:pt x="86881" y="93756"/>
                    <a:pt x="88602" y="102010"/>
                    <a:pt x="86881" y="108359"/>
                  </a:cubicBezTo>
                  <a:cubicBezTo>
                    <a:pt x="85376" y="111746"/>
                    <a:pt x="85376" y="119788"/>
                    <a:pt x="80430" y="119788"/>
                  </a:cubicBezTo>
                  <a:cubicBezTo>
                    <a:pt x="72258" y="119788"/>
                    <a:pt x="65591" y="113227"/>
                    <a:pt x="59139" y="108359"/>
                  </a:cubicBezTo>
                  <a:cubicBezTo>
                    <a:pt x="52473" y="103492"/>
                    <a:pt x="47526" y="95449"/>
                    <a:pt x="41075" y="88888"/>
                  </a:cubicBezTo>
                  <a:cubicBezTo>
                    <a:pt x="34408" y="82539"/>
                    <a:pt x="24516" y="79365"/>
                    <a:pt x="19569" y="72804"/>
                  </a:cubicBezTo>
                  <a:cubicBezTo>
                    <a:pt x="17849" y="69629"/>
                    <a:pt x="24516" y="66455"/>
                    <a:pt x="22795" y="63068"/>
                  </a:cubicBezTo>
                  <a:cubicBezTo>
                    <a:pt x="17849" y="58201"/>
                    <a:pt x="8172" y="58201"/>
                    <a:pt x="3225" y="51851"/>
                  </a:cubicBezTo>
                  <a:cubicBezTo>
                    <a:pt x="1505" y="48677"/>
                    <a:pt x="0" y="43809"/>
                    <a:pt x="3225" y="40423"/>
                  </a:cubicBezTo>
                  <a:cubicBezTo>
                    <a:pt x="9677" y="34074"/>
                    <a:pt x="21290" y="35555"/>
                    <a:pt x="27741" y="29206"/>
                  </a:cubicBezTo>
                  <a:cubicBezTo>
                    <a:pt x="31182" y="26031"/>
                    <a:pt x="24516" y="17777"/>
                    <a:pt x="27741" y="16296"/>
                  </a:cubicBezTo>
                  <a:cubicBezTo>
                    <a:pt x="34408" y="14603"/>
                    <a:pt x="41075" y="22645"/>
                    <a:pt x="49247" y="22645"/>
                  </a:cubicBezTo>
                  <a:cubicBezTo>
                    <a:pt x="52473" y="22645"/>
                    <a:pt x="55698" y="12910"/>
                    <a:pt x="59139" y="14603"/>
                  </a:cubicBezTo>
                  <a:cubicBezTo>
                    <a:pt x="63870" y="14603"/>
                    <a:pt x="60645" y="22645"/>
                    <a:pt x="63870" y="26031"/>
                  </a:cubicBezTo>
                  <a:cubicBezTo>
                    <a:pt x="65591" y="27513"/>
                    <a:pt x="68817" y="26031"/>
                    <a:pt x="70537" y="24338"/>
                  </a:cubicBezTo>
                  <a:cubicBezTo>
                    <a:pt x="70537" y="17777"/>
                    <a:pt x="62365" y="9735"/>
                    <a:pt x="67311" y="4867"/>
                  </a:cubicBezTo>
                  <a:cubicBezTo>
                    <a:pt x="68817" y="0"/>
                    <a:pt x="78709" y="3386"/>
                    <a:pt x="83655" y="169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6" name="Shape 11106"/>
            <p:cNvSpPr/>
            <p:nvPr/>
          </p:nvSpPr>
          <p:spPr>
            <a:xfrm rot="3648446">
              <a:off x="7399082" y="5032786"/>
              <a:ext cx="78004" cy="1353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5906" y="0"/>
                  </a:moveTo>
                  <a:lnTo>
                    <a:pt x="45906" y="0"/>
                  </a:lnTo>
                  <a:cubicBezTo>
                    <a:pt x="76510" y="8769"/>
                    <a:pt x="76510" y="8769"/>
                    <a:pt x="76510" y="8769"/>
                  </a:cubicBezTo>
                  <a:lnTo>
                    <a:pt x="76510" y="8769"/>
                  </a:lnTo>
                  <a:cubicBezTo>
                    <a:pt x="79731" y="14076"/>
                    <a:pt x="76510" y="19153"/>
                    <a:pt x="79731" y="24461"/>
                  </a:cubicBezTo>
                  <a:cubicBezTo>
                    <a:pt x="82953" y="28153"/>
                    <a:pt x="85771" y="31615"/>
                    <a:pt x="92214" y="35076"/>
                  </a:cubicBezTo>
                  <a:cubicBezTo>
                    <a:pt x="98255" y="38538"/>
                    <a:pt x="110738" y="38538"/>
                    <a:pt x="119597" y="42230"/>
                  </a:cubicBezTo>
                  <a:lnTo>
                    <a:pt x="119597" y="42230"/>
                  </a:lnTo>
                  <a:cubicBezTo>
                    <a:pt x="107516" y="51000"/>
                    <a:pt x="82953" y="58153"/>
                    <a:pt x="82953" y="68538"/>
                  </a:cubicBezTo>
                  <a:cubicBezTo>
                    <a:pt x="79731" y="84461"/>
                    <a:pt x="95033" y="100384"/>
                    <a:pt x="104295" y="116307"/>
                  </a:cubicBezTo>
                  <a:lnTo>
                    <a:pt x="104295" y="116307"/>
                  </a:lnTo>
                  <a:cubicBezTo>
                    <a:pt x="98255" y="116307"/>
                    <a:pt x="95033" y="119769"/>
                    <a:pt x="88993" y="117923"/>
                  </a:cubicBezTo>
                  <a:cubicBezTo>
                    <a:pt x="67651" y="114461"/>
                    <a:pt x="45906" y="109153"/>
                    <a:pt x="24563" y="103846"/>
                  </a:cubicBezTo>
                  <a:lnTo>
                    <a:pt x="24563" y="103846"/>
                  </a:lnTo>
                  <a:cubicBezTo>
                    <a:pt x="21342" y="95076"/>
                    <a:pt x="8859" y="86307"/>
                    <a:pt x="12080" y="77538"/>
                  </a:cubicBezTo>
                  <a:cubicBezTo>
                    <a:pt x="15302" y="66923"/>
                    <a:pt x="36644" y="59769"/>
                    <a:pt x="42684" y="49153"/>
                  </a:cubicBezTo>
                  <a:cubicBezTo>
                    <a:pt x="45906" y="42230"/>
                    <a:pt x="39865" y="35076"/>
                    <a:pt x="33422" y="29769"/>
                  </a:cubicBezTo>
                  <a:cubicBezTo>
                    <a:pt x="27382" y="24461"/>
                    <a:pt x="15302" y="24461"/>
                    <a:pt x="8859" y="19153"/>
                  </a:cubicBezTo>
                  <a:cubicBezTo>
                    <a:pt x="6040" y="15692"/>
                    <a:pt x="0" y="10384"/>
                    <a:pt x="6040" y="6923"/>
                  </a:cubicBezTo>
                  <a:cubicBezTo>
                    <a:pt x="15302" y="1615"/>
                    <a:pt x="33422" y="1615"/>
                    <a:pt x="45906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7" name="Shape 11107"/>
            <p:cNvSpPr/>
            <p:nvPr/>
          </p:nvSpPr>
          <p:spPr>
            <a:xfrm rot="3648446">
              <a:off x="7469435" y="5081841"/>
              <a:ext cx="65386" cy="642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45061"/>
                  </a:moveTo>
                  <a:lnTo>
                    <a:pt x="0" y="45061"/>
                  </a:lnTo>
                  <a:cubicBezTo>
                    <a:pt x="3794" y="56326"/>
                    <a:pt x="0" y="67102"/>
                    <a:pt x="3794" y="78367"/>
                  </a:cubicBezTo>
                  <a:cubicBezTo>
                    <a:pt x="7588" y="86204"/>
                    <a:pt x="10909" y="93551"/>
                    <a:pt x="18498" y="100897"/>
                  </a:cubicBezTo>
                  <a:cubicBezTo>
                    <a:pt x="25612" y="108244"/>
                    <a:pt x="40316" y="108244"/>
                    <a:pt x="50750" y="116081"/>
                  </a:cubicBezTo>
                  <a:lnTo>
                    <a:pt x="50750" y="116081"/>
                  </a:lnTo>
                  <a:cubicBezTo>
                    <a:pt x="90592" y="119510"/>
                    <a:pt x="90592" y="119510"/>
                    <a:pt x="90592" y="119510"/>
                  </a:cubicBezTo>
                  <a:lnTo>
                    <a:pt x="90592" y="119510"/>
                  </a:lnTo>
                  <a:cubicBezTo>
                    <a:pt x="112411" y="108244"/>
                    <a:pt x="112411" y="108244"/>
                    <a:pt x="112411" y="108244"/>
                  </a:cubicBezTo>
                  <a:lnTo>
                    <a:pt x="112411" y="108244"/>
                  </a:lnTo>
                  <a:cubicBezTo>
                    <a:pt x="105296" y="93551"/>
                    <a:pt x="90592" y="82285"/>
                    <a:pt x="90592" y="67102"/>
                  </a:cubicBezTo>
                  <a:cubicBezTo>
                    <a:pt x="94387" y="52408"/>
                    <a:pt x="109090" y="45061"/>
                    <a:pt x="119525" y="37224"/>
                  </a:cubicBezTo>
                  <a:lnTo>
                    <a:pt x="119525" y="37224"/>
                  </a:lnTo>
                  <a:cubicBezTo>
                    <a:pt x="94387" y="26448"/>
                    <a:pt x="76363" y="0"/>
                    <a:pt x="50750" y="0"/>
                  </a:cubicBezTo>
                  <a:cubicBezTo>
                    <a:pt x="29407" y="3918"/>
                    <a:pt x="18498" y="29877"/>
                    <a:pt x="0" y="4506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8" name="Shape 11108"/>
            <p:cNvSpPr/>
            <p:nvPr/>
          </p:nvSpPr>
          <p:spPr>
            <a:xfrm rot="3648446">
              <a:off x="7404730" y="5114572"/>
              <a:ext cx="78004" cy="8374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732" y="0"/>
                  </a:moveTo>
                  <a:lnTo>
                    <a:pt x="39732" y="0"/>
                  </a:lnTo>
                  <a:cubicBezTo>
                    <a:pt x="73444" y="2608"/>
                    <a:pt x="73444" y="2608"/>
                    <a:pt x="73444" y="2608"/>
                  </a:cubicBezTo>
                  <a:lnTo>
                    <a:pt x="73444" y="2608"/>
                  </a:lnTo>
                  <a:cubicBezTo>
                    <a:pt x="76655" y="17142"/>
                    <a:pt x="82675" y="28322"/>
                    <a:pt x="79866" y="42484"/>
                  </a:cubicBezTo>
                  <a:cubicBezTo>
                    <a:pt x="79866" y="57018"/>
                    <a:pt x="67424" y="68198"/>
                    <a:pt x="70635" y="79751"/>
                  </a:cubicBezTo>
                  <a:cubicBezTo>
                    <a:pt x="70635" y="85341"/>
                    <a:pt x="79866" y="87950"/>
                    <a:pt x="85886" y="85341"/>
                  </a:cubicBezTo>
                  <a:cubicBezTo>
                    <a:pt x="95117" y="82360"/>
                    <a:pt x="95117" y="68198"/>
                    <a:pt x="101137" y="65217"/>
                  </a:cubicBezTo>
                  <a:cubicBezTo>
                    <a:pt x="110367" y="65217"/>
                    <a:pt x="113578" y="76770"/>
                    <a:pt x="119598" y="82360"/>
                  </a:cubicBezTo>
                  <a:lnTo>
                    <a:pt x="119598" y="82360"/>
                  </a:lnTo>
                  <a:cubicBezTo>
                    <a:pt x="113578" y="111055"/>
                    <a:pt x="113578" y="111055"/>
                    <a:pt x="113578" y="111055"/>
                  </a:cubicBezTo>
                  <a:lnTo>
                    <a:pt x="113578" y="111055"/>
                  </a:lnTo>
                  <a:cubicBezTo>
                    <a:pt x="107157" y="111055"/>
                    <a:pt x="101137" y="105093"/>
                    <a:pt x="91906" y="105093"/>
                  </a:cubicBezTo>
                  <a:cubicBezTo>
                    <a:pt x="85886" y="105093"/>
                    <a:pt x="82675" y="113664"/>
                    <a:pt x="76655" y="113664"/>
                  </a:cubicBezTo>
                  <a:cubicBezTo>
                    <a:pt x="70635" y="113664"/>
                    <a:pt x="64214" y="102484"/>
                    <a:pt x="58193" y="105093"/>
                  </a:cubicBezTo>
                  <a:cubicBezTo>
                    <a:pt x="52173" y="105093"/>
                    <a:pt x="48963" y="116645"/>
                    <a:pt x="42943" y="119627"/>
                  </a:cubicBezTo>
                  <a:cubicBezTo>
                    <a:pt x="36923" y="119627"/>
                    <a:pt x="30903" y="119627"/>
                    <a:pt x="24481" y="119627"/>
                  </a:cubicBezTo>
                  <a:lnTo>
                    <a:pt x="24481" y="119627"/>
                  </a:lnTo>
                  <a:cubicBezTo>
                    <a:pt x="15250" y="93913"/>
                    <a:pt x="0" y="68198"/>
                    <a:pt x="3210" y="42484"/>
                  </a:cubicBezTo>
                  <a:cubicBezTo>
                    <a:pt x="3210" y="25714"/>
                    <a:pt x="27692" y="14161"/>
                    <a:pt x="39732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09" name="Shape 11109"/>
            <p:cNvSpPr/>
            <p:nvPr/>
          </p:nvSpPr>
          <p:spPr>
            <a:xfrm rot="3648446">
              <a:off x="7443571" y="5145610"/>
              <a:ext cx="69975" cy="734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7313" y="12720"/>
                  </a:moveTo>
                  <a:lnTo>
                    <a:pt x="27313" y="12720"/>
                  </a:lnTo>
                  <a:cubicBezTo>
                    <a:pt x="6716" y="22473"/>
                    <a:pt x="6716" y="22473"/>
                    <a:pt x="6716" y="22473"/>
                  </a:cubicBezTo>
                  <a:lnTo>
                    <a:pt x="6716" y="22473"/>
                  </a:lnTo>
                  <a:cubicBezTo>
                    <a:pt x="10298" y="39010"/>
                    <a:pt x="17014" y="51731"/>
                    <a:pt x="13880" y="67844"/>
                  </a:cubicBezTo>
                  <a:cubicBezTo>
                    <a:pt x="13880" y="84381"/>
                    <a:pt x="0" y="97102"/>
                    <a:pt x="3582" y="110247"/>
                  </a:cubicBezTo>
                  <a:cubicBezTo>
                    <a:pt x="3582" y="116607"/>
                    <a:pt x="13880" y="119575"/>
                    <a:pt x="20597" y="116607"/>
                  </a:cubicBezTo>
                  <a:cubicBezTo>
                    <a:pt x="30895" y="113215"/>
                    <a:pt x="30895" y="97102"/>
                    <a:pt x="37611" y="93710"/>
                  </a:cubicBezTo>
                  <a:cubicBezTo>
                    <a:pt x="47910" y="93710"/>
                    <a:pt x="51492" y="106855"/>
                    <a:pt x="58208" y="113215"/>
                  </a:cubicBezTo>
                  <a:lnTo>
                    <a:pt x="58208" y="113215"/>
                  </a:lnTo>
                  <a:cubicBezTo>
                    <a:pt x="68507" y="106855"/>
                    <a:pt x="82388" y="100494"/>
                    <a:pt x="92238" y="93710"/>
                  </a:cubicBezTo>
                  <a:cubicBezTo>
                    <a:pt x="95820" y="90742"/>
                    <a:pt x="102537" y="84381"/>
                    <a:pt x="99402" y="77597"/>
                  </a:cubicBezTo>
                  <a:cubicBezTo>
                    <a:pt x="99402" y="71236"/>
                    <a:pt x="85522" y="67844"/>
                    <a:pt x="85522" y="61484"/>
                  </a:cubicBezTo>
                  <a:cubicBezTo>
                    <a:pt x="92238" y="45371"/>
                    <a:pt x="106119" y="32226"/>
                    <a:pt x="119552" y="16113"/>
                  </a:cubicBezTo>
                  <a:lnTo>
                    <a:pt x="119552" y="16113"/>
                  </a:lnTo>
                  <a:cubicBezTo>
                    <a:pt x="99402" y="12720"/>
                    <a:pt x="78805" y="2968"/>
                    <a:pt x="61791" y="0"/>
                  </a:cubicBezTo>
                  <a:cubicBezTo>
                    <a:pt x="47910" y="0"/>
                    <a:pt x="37611" y="9752"/>
                    <a:pt x="27313" y="1272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0" name="Shape 11110"/>
            <p:cNvSpPr/>
            <p:nvPr/>
          </p:nvSpPr>
          <p:spPr>
            <a:xfrm rot="3648446">
              <a:off x="7499247" y="5121642"/>
              <a:ext cx="80298" cy="757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3843" y="56494"/>
                  </a:moveTo>
                  <a:lnTo>
                    <a:pt x="23843" y="56494"/>
                  </a:lnTo>
                  <a:cubicBezTo>
                    <a:pt x="15244" y="63092"/>
                    <a:pt x="3127" y="69278"/>
                    <a:pt x="0" y="81649"/>
                  </a:cubicBezTo>
                  <a:cubicBezTo>
                    <a:pt x="0" y="94432"/>
                    <a:pt x="12117" y="103917"/>
                    <a:pt x="17980" y="116288"/>
                  </a:cubicBezTo>
                  <a:lnTo>
                    <a:pt x="17980" y="116288"/>
                  </a:lnTo>
                  <a:cubicBezTo>
                    <a:pt x="26970" y="113402"/>
                    <a:pt x="35960" y="103917"/>
                    <a:pt x="48078" y="103917"/>
                  </a:cubicBezTo>
                  <a:cubicBezTo>
                    <a:pt x="62931" y="106804"/>
                    <a:pt x="80912" y="116288"/>
                    <a:pt x="98501" y="119587"/>
                  </a:cubicBezTo>
                  <a:lnTo>
                    <a:pt x="98501" y="119587"/>
                  </a:lnTo>
                  <a:cubicBezTo>
                    <a:pt x="101628" y="113402"/>
                    <a:pt x="110618" y="106804"/>
                    <a:pt x="113745" y="100618"/>
                  </a:cubicBezTo>
                  <a:cubicBezTo>
                    <a:pt x="116482" y="91134"/>
                    <a:pt x="116482" y="81649"/>
                    <a:pt x="119609" y="72577"/>
                  </a:cubicBezTo>
                  <a:lnTo>
                    <a:pt x="119609" y="72577"/>
                  </a:lnTo>
                  <a:cubicBezTo>
                    <a:pt x="116482" y="65979"/>
                    <a:pt x="113745" y="56494"/>
                    <a:pt x="110618" y="50309"/>
                  </a:cubicBezTo>
                  <a:cubicBezTo>
                    <a:pt x="107491" y="44123"/>
                    <a:pt x="104755" y="40824"/>
                    <a:pt x="101628" y="37938"/>
                  </a:cubicBezTo>
                  <a:cubicBezTo>
                    <a:pt x="95765" y="25154"/>
                    <a:pt x="101628" y="12371"/>
                    <a:pt x="92638" y="6185"/>
                  </a:cubicBezTo>
                  <a:cubicBezTo>
                    <a:pt x="86775" y="0"/>
                    <a:pt x="74657" y="2886"/>
                    <a:pt x="68794" y="9484"/>
                  </a:cubicBezTo>
                  <a:cubicBezTo>
                    <a:pt x="62931" y="12371"/>
                    <a:pt x="68794" y="21855"/>
                    <a:pt x="62931" y="25154"/>
                  </a:cubicBezTo>
                  <a:cubicBezTo>
                    <a:pt x="57068" y="31340"/>
                    <a:pt x="48078" y="25154"/>
                    <a:pt x="41824" y="31340"/>
                  </a:cubicBezTo>
                  <a:cubicBezTo>
                    <a:pt x="35960" y="37938"/>
                    <a:pt x="30097" y="47422"/>
                    <a:pt x="23843" y="5649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1" name="Shape 11111"/>
            <p:cNvSpPr/>
            <p:nvPr/>
          </p:nvSpPr>
          <p:spPr>
            <a:xfrm rot="3648446">
              <a:off x="7077368" y="5051892"/>
              <a:ext cx="363635" cy="3246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532" y="5200"/>
                  </a:moveTo>
                  <a:lnTo>
                    <a:pt x="65532" y="5200"/>
                  </a:lnTo>
                  <a:cubicBezTo>
                    <a:pt x="66904" y="5200"/>
                    <a:pt x="68191" y="5200"/>
                    <a:pt x="69478" y="5200"/>
                  </a:cubicBezTo>
                  <a:cubicBezTo>
                    <a:pt x="70764" y="4430"/>
                    <a:pt x="71451" y="1444"/>
                    <a:pt x="72737" y="1444"/>
                  </a:cubicBezTo>
                  <a:cubicBezTo>
                    <a:pt x="74024" y="770"/>
                    <a:pt x="75396" y="3659"/>
                    <a:pt x="76683" y="3659"/>
                  </a:cubicBezTo>
                  <a:cubicBezTo>
                    <a:pt x="77969" y="3659"/>
                    <a:pt x="78656" y="1444"/>
                    <a:pt x="79942" y="1444"/>
                  </a:cubicBezTo>
                  <a:cubicBezTo>
                    <a:pt x="81915" y="1444"/>
                    <a:pt x="83202" y="2985"/>
                    <a:pt x="84574" y="2985"/>
                  </a:cubicBezTo>
                  <a:lnTo>
                    <a:pt x="84574" y="2985"/>
                  </a:lnTo>
                  <a:cubicBezTo>
                    <a:pt x="85861" y="4430"/>
                    <a:pt x="87147" y="5874"/>
                    <a:pt x="87834" y="7415"/>
                  </a:cubicBezTo>
                  <a:lnTo>
                    <a:pt x="83888" y="10304"/>
                  </a:lnTo>
                  <a:cubicBezTo>
                    <a:pt x="83888" y="11075"/>
                    <a:pt x="87834" y="15505"/>
                    <a:pt x="87834" y="15505"/>
                  </a:cubicBezTo>
                  <a:cubicBezTo>
                    <a:pt x="89807" y="14735"/>
                    <a:pt x="91779" y="15505"/>
                    <a:pt x="93752" y="13964"/>
                  </a:cubicBezTo>
                  <a:cubicBezTo>
                    <a:pt x="95725" y="13290"/>
                    <a:pt x="97012" y="10304"/>
                    <a:pt x="99585" y="9534"/>
                  </a:cubicBezTo>
                  <a:cubicBezTo>
                    <a:pt x="100957" y="8860"/>
                    <a:pt x="102844" y="9534"/>
                    <a:pt x="104817" y="8860"/>
                  </a:cubicBezTo>
                  <a:lnTo>
                    <a:pt x="104817" y="8860"/>
                  </a:lnTo>
                  <a:cubicBezTo>
                    <a:pt x="105503" y="9534"/>
                    <a:pt x="107476" y="10304"/>
                    <a:pt x="107476" y="11075"/>
                  </a:cubicBezTo>
                  <a:cubicBezTo>
                    <a:pt x="107476" y="13964"/>
                    <a:pt x="105503" y="16179"/>
                    <a:pt x="104817" y="19165"/>
                  </a:cubicBezTo>
                  <a:lnTo>
                    <a:pt x="104817" y="19165"/>
                  </a:lnTo>
                  <a:cubicBezTo>
                    <a:pt x="103531" y="19839"/>
                    <a:pt x="102244" y="20609"/>
                    <a:pt x="102244" y="22054"/>
                  </a:cubicBezTo>
                  <a:cubicBezTo>
                    <a:pt x="102844" y="25040"/>
                    <a:pt x="106190" y="27255"/>
                    <a:pt x="105503" y="30914"/>
                  </a:cubicBezTo>
                  <a:cubicBezTo>
                    <a:pt x="104817" y="34574"/>
                    <a:pt x="102244" y="38234"/>
                    <a:pt x="100271" y="41219"/>
                  </a:cubicBezTo>
                  <a:cubicBezTo>
                    <a:pt x="98984" y="42664"/>
                    <a:pt x="96325" y="40449"/>
                    <a:pt x="95725" y="41990"/>
                  </a:cubicBezTo>
                  <a:cubicBezTo>
                    <a:pt x="95725" y="47094"/>
                    <a:pt x="98298" y="50754"/>
                    <a:pt x="98984" y="55955"/>
                  </a:cubicBezTo>
                  <a:cubicBezTo>
                    <a:pt x="98984" y="58073"/>
                    <a:pt x="97012" y="59614"/>
                    <a:pt x="96325" y="61829"/>
                  </a:cubicBezTo>
                  <a:cubicBezTo>
                    <a:pt x="95725" y="64044"/>
                    <a:pt x="95039" y="66260"/>
                    <a:pt x="95725" y="67704"/>
                  </a:cubicBezTo>
                  <a:cubicBezTo>
                    <a:pt x="96325" y="69919"/>
                    <a:pt x="97612" y="71364"/>
                    <a:pt x="98984" y="72808"/>
                  </a:cubicBezTo>
                  <a:cubicBezTo>
                    <a:pt x="100271" y="74349"/>
                    <a:pt x="100957" y="76468"/>
                    <a:pt x="102244" y="75794"/>
                  </a:cubicBezTo>
                  <a:cubicBezTo>
                    <a:pt x="103531" y="75794"/>
                    <a:pt x="102244" y="72134"/>
                    <a:pt x="103531" y="72134"/>
                  </a:cubicBezTo>
                  <a:cubicBezTo>
                    <a:pt x="104817" y="71364"/>
                    <a:pt x="105503" y="74349"/>
                    <a:pt x="107476" y="75024"/>
                  </a:cubicBezTo>
                  <a:cubicBezTo>
                    <a:pt x="108162" y="75024"/>
                    <a:pt x="109449" y="72808"/>
                    <a:pt x="110736" y="72808"/>
                  </a:cubicBezTo>
                  <a:cubicBezTo>
                    <a:pt x="112709" y="73579"/>
                    <a:pt x="114081" y="75794"/>
                    <a:pt x="115368" y="77239"/>
                  </a:cubicBezTo>
                  <a:cubicBezTo>
                    <a:pt x="115968" y="78009"/>
                    <a:pt x="115368" y="78683"/>
                    <a:pt x="115368" y="78683"/>
                  </a:cubicBezTo>
                  <a:cubicBezTo>
                    <a:pt x="116654" y="80224"/>
                    <a:pt x="118627" y="80224"/>
                    <a:pt x="119914" y="81669"/>
                  </a:cubicBezTo>
                  <a:lnTo>
                    <a:pt x="119914" y="81669"/>
                  </a:lnTo>
                  <a:cubicBezTo>
                    <a:pt x="116654" y="85329"/>
                    <a:pt x="111422" y="87544"/>
                    <a:pt x="109449" y="92744"/>
                  </a:cubicBezTo>
                  <a:cubicBezTo>
                    <a:pt x="108162" y="95634"/>
                    <a:pt x="111422" y="98619"/>
                    <a:pt x="112709" y="101508"/>
                  </a:cubicBezTo>
                  <a:cubicBezTo>
                    <a:pt x="112709" y="101508"/>
                    <a:pt x="110135" y="107383"/>
                    <a:pt x="110135" y="108154"/>
                  </a:cubicBezTo>
                  <a:cubicBezTo>
                    <a:pt x="110135" y="108828"/>
                    <a:pt x="99585" y="100064"/>
                    <a:pt x="99585" y="100064"/>
                  </a:cubicBezTo>
                  <a:cubicBezTo>
                    <a:pt x="97612" y="100834"/>
                    <a:pt x="95039" y="100834"/>
                    <a:pt x="93066" y="101508"/>
                  </a:cubicBezTo>
                  <a:cubicBezTo>
                    <a:pt x="89120" y="103723"/>
                    <a:pt x="85861" y="106709"/>
                    <a:pt x="81915" y="108154"/>
                  </a:cubicBezTo>
                  <a:cubicBezTo>
                    <a:pt x="78656" y="109598"/>
                    <a:pt x="74024" y="112584"/>
                    <a:pt x="70764" y="109598"/>
                  </a:cubicBezTo>
                  <a:cubicBezTo>
                    <a:pt x="68791" y="107383"/>
                    <a:pt x="73423" y="102953"/>
                    <a:pt x="72137" y="100064"/>
                  </a:cubicBezTo>
                  <a:cubicBezTo>
                    <a:pt x="71451" y="97849"/>
                    <a:pt x="67505" y="98619"/>
                    <a:pt x="66218" y="99293"/>
                  </a:cubicBezTo>
                  <a:cubicBezTo>
                    <a:pt x="64245" y="100064"/>
                    <a:pt x="62273" y="102953"/>
                    <a:pt x="62273" y="105168"/>
                  </a:cubicBezTo>
                  <a:cubicBezTo>
                    <a:pt x="62959" y="107383"/>
                    <a:pt x="67505" y="109598"/>
                    <a:pt x="66218" y="111813"/>
                  </a:cubicBezTo>
                  <a:cubicBezTo>
                    <a:pt x="65532" y="114799"/>
                    <a:pt x="61586" y="111813"/>
                    <a:pt x="59013" y="112584"/>
                  </a:cubicBezTo>
                  <a:cubicBezTo>
                    <a:pt x="59013" y="112584"/>
                    <a:pt x="54381" y="118459"/>
                    <a:pt x="54381" y="119229"/>
                  </a:cubicBezTo>
                  <a:cubicBezTo>
                    <a:pt x="53781" y="119903"/>
                    <a:pt x="46576" y="118459"/>
                    <a:pt x="46576" y="118459"/>
                  </a:cubicBezTo>
                  <a:cubicBezTo>
                    <a:pt x="45203" y="114028"/>
                    <a:pt x="43917" y="110369"/>
                    <a:pt x="43316" y="106709"/>
                  </a:cubicBezTo>
                  <a:lnTo>
                    <a:pt x="43316" y="106709"/>
                  </a:lnTo>
                  <a:cubicBezTo>
                    <a:pt x="42630" y="95634"/>
                    <a:pt x="44603" y="84558"/>
                    <a:pt x="41343" y="75024"/>
                  </a:cubicBezTo>
                  <a:cubicBezTo>
                    <a:pt x="39971" y="71364"/>
                    <a:pt x="32766" y="77239"/>
                    <a:pt x="31479" y="74349"/>
                  </a:cubicBezTo>
                  <a:cubicBezTo>
                    <a:pt x="28820" y="68475"/>
                    <a:pt x="32766" y="62504"/>
                    <a:pt x="34138" y="56629"/>
                  </a:cubicBezTo>
                  <a:cubicBezTo>
                    <a:pt x="34138" y="56629"/>
                    <a:pt x="25561" y="53739"/>
                    <a:pt x="26247" y="52199"/>
                  </a:cubicBezTo>
                  <a:cubicBezTo>
                    <a:pt x="26247" y="51524"/>
                    <a:pt x="28820" y="44109"/>
                    <a:pt x="28820" y="44109"/>
                  </a:cubicBezTo>
                  <a:cubicBezTo>
                    <a:pt x="26847" y="42664"/>
                    <a:pt x="24274" y="39775"/>
                    <a:pt x="22301" y="41219"/>
                  </a:cubicBezTo>
                  <a:cubicBezTo>
                    <a:pt x="20328" y="41990"/>
                    <a:pt x="23588" y="47094"/>
                    <a:pt x="21615" y="47865"/>
                  </a:cubicBezTo>
                  <a:cubicBezTo>
                    <a:pt x="16383" y="51524"/>
                    <a:pt x="9864" y="54414"/>
                    <a:pt x="3945" y="52199"/>
                  </a:cubicBezTo>
                  <a:cubicBezTo>
                    <a:pt x="686" y="50754"/>
                    <a:pt x="8577" y="46324"/>
                    <a:pt x="7891" y="42664"/>
                  </a:cubicBezTo>
                  <a:cubicBezTo>
                    <a:pt x="7205" y="39775"/>
                    <a:pt x="1972" y="39775"/>
                    <a:pt x="686" y="37560"/>
                  </a:cubicBezTo>
                  <a:cubicBezTo>
                    <a:pt x="0" y="36019"/>
                    <a:pt x="2659" y="36789"/>
                    <a:pt x="3945" y="36019"/>
                  </a:cubicBezTo>
                  <a:lnTo>
                    <a:pt x="3945" y="36019"/>
                  </a:lnTo>
                  <a:cubicBezTo>
                    <a:pt x="6604" y="36019"/>
                    <a:pt x="9864" y="36019"/>
                    <a:pt x="12523" y="34574"/>
                  </a:cubicBezTo>
                  <a:cubicBezTo>
                    <a:pt x="14496" y="33130"/>
                    <a:pt x="13809" y="28699"/>
                    <a:pt x="15782" y="27929"/>
                  </a:cubicBezTo>
                  <a:cubicBezTo>
                    <a:pt x="17755" y="27255"/>
                    <a:pt x="19728" y="29470"/>
                    <a:pt x="21615" y="29470"/>
                  </a:cubicBezTo>
                  <a:cubicBezTo>
                    <a:pt x="21615" y="29470"/>
                    <a:pt x="24274" y="21380"/>
                    <a:pt x="24960" y="21380"/>
                  </a:cubicBezTo>
                  <a:cubicBezTo>
                    <a:pt x="26247" y="21380"/>
                    <a:pt x="32165" y="20609"/>
                    <a:pt x="32165" y="20609"/>
                  </a:cubicBezTo>
                  <a:cubicBezTo>
                    <a:pt x="32165" y="20609"/>
                    <a:pt x="32766" y="17624"/>
                    <a:pt x="33452" y="17624"/>
                  </a:cubicBezTo>
                  <a:cubicBezTo>
                    <a:pt x="34138" y="17624"/>
                    <a:pt x="41944" y="15505"/>
                    <a:pt x="41944" y="15505"/>
                  </a:cubicBezTo>
                  <a:cubicBezTo>
                    <a:pt x="41343" y="11075"/>
                    <a:pt x="38684" y="6645"/>
                    <a:pt x="40657" y="2985"/>
                  </a:cubicBezTo>
                  <a:cubicBezTo>
                    <a:pt x="41343" y="0"/>
                    <a:pt x="45889" y="1444"/>
                    <a:pt x="48548" y="0"/>
                  </a:cubicBezTo>
                  <a:lnTo>
                    <a:pt x="48548" y="0"/>
                  </a:lnTo>
                  <a:cubicBezTo>
                    <a:pt x="53095" y="2215"/>
                    <a:pt x="57726" y="4430"/>
                    <a:pt x="62273" y="5874"/>
                  </a:cubicBezTo>
                  <a:cubicBezTo>
                    <a:pt x="63559" y="6645"/>
                    <a:pt x="64245" y="5200"/>
                    <a:pt x="65532" y="520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2" name="Shape 11112"/>
            <p:cNvSpPr/>
            <p:nvPr/>
          </p:nvSpPr>
          <p:spPr>
            <a:xfrm rot="3648446">
              <a:off x="7436232" y="5154557"/>
              <a:ext cx="115859" cy="15372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7837" y="7932"/>
                  </a:moveTo>
                  <a:lnTo>
                    <a:pt x="57837" y="7932"/>
                  </a:lnTo>
                  <a:cubicBezTo>
                    <a:pt x="64054" y="4677"/>
                    <a:pt x="72162" y="0"/>
                    <a:pt x="80540" y="0"/>
                  </a:cubicBezTo>
                  <a:cubicBezTo>
                    <a:pt x="86756" y="0"/>
                    <a:pt x="90810" y="7932"/>
                    <a:pt x="97027" y="10983"/>
                  </a:cubicBezTo>
                  <a:lnTo>
                    <a:pt x="97027" y="10983"/>
                  </a:lnTo>
                  <a:cubicBezTo>
                    <a:pt x="101081" y="17084"/>
                    <a:pt x="107297" y="21762"/>
                    <a:pt x="111621" y="28067"/>
                  </a:cubicBezTo>
                  <a:cubicBezTo>
                    <a:pt x="113513" y="32745"/>
                    <a:pt x="119729" y="37423"/>
                    <a:pt x="117567" y="42101"/>
                  </a:cubicBezTo>
                  <a:cubicBezTo>
                    <a:pt x="117567" y="45152"/>
                    <a:pt x="111621" y="45152"/>
                    <a:pt x="109459" y="48203"/>
                  </a:cubicBezTo>
                  <a:lnTo>
                    <a:pt x="109459" y="48203"/>
                  </a:lnTo>
                  <a:cubicBezTo>
                    <a:pt x="103243" y="49830"/>
                    <a:pt x="95135" y="51457"/>
                    <a:pt x="95135" y="55932"/>
                  </a:cubicBezTo>
                  <a:cubicBezTo>
                    <a:pt x="95135" y="60610"/>
                    <a:pt x="107297" y="57559"/>
                    <a:pt x="109459" y="60610"/>
                  </a:cubicBezTo>
                  <a:cubicBezTo>
                    <a:pt x="111621" y="66915"/>
                    <a:pt x="113513" y="74644"/>
                    <a:pt x="107297" y="80745"/>
                  </a:cubicBezTo>
                  <a:cubicBezTo>
                    <a:pt x="103243" y="84000"/>
                    <a:pt x="95135" y="77694"/>
                    <a:pt x="88918" y="80745"/>
                  </a:cubicBezTo>
                  <a:cubicBezTo>
                    <a:pt x="82702" y="84000"/>
                    <a:pt x="86756" y="91728"/>
                    <a:pt x="80540" y="98033"/>
                  </a:cubicBezTo>
                  <a:cubicBezTo>
                    <a:pt x="78378" y="101084"/>
                    <a:pt x="70270" y="102711"/>
                    <a:pt x="65945" y="105762"/>
                  </a:cubicBezTo>
                  <a:lnTo>
                    <a:pt x="65945" y="105762"/>
                  </a:lnTo>
                  <a:cubicBezTo>
                    <a:pt x="59729" y="107186"/>
                    <a:pt x="53783" y="105762"/>
                    <a:pt x="49459" y="107186"/>
                  </a:cubicBezTo>
                  <a:cubicBezTo>
                    <a:pt x="41351" y="108813"/>
                    <a:pt x="37297" y="115118"/>
                    <a:pt x="31081" y="116542"/>
                  </a:cubicBezTo>
                  <a:cubicBezTo>
                    <a:pt x="24864" y="119796"/>
                    <a:pt x="18648" y="118169"/>
                    <a:pt x="12432" y="119796"/>
                  </a:cubicBezTo>
                  <a:cubicBezTo>
                    <a:pt x="12432" y="119796"/>
                    <a:pt x="0" y="110440"/>
                    <a:pt x="0" y="108813"/>
                  </a:cubicBezTo>
                  <a:lnTo>
                    <a:pt x="12432" y="102711"/>
                  </a:lnTo>
                  <a:cubicBezTo>
                    <a:pt x="10270" y="99457"/>
                    <a:pt x="6216" y="96406"/>
                    <a:pt x="2162" y="93355"/>
                  </a:cubicBezTo>
                  <a:lnTo>
                    <a:pt x="2162" y="93355"/>
                  </a:lnTo>
                  <a:cubicBezTo>
                    <a:pt x="6216" y="77694"/>
                    <a:pt x="6216" y="77694"/>
                    <a:pt x="6216" y="77694"/>
                  </a:cubicBezTo>
                  <a:lnTo>
                    <a:pt x="6216" y="77694"/>
                  </a:lnTo>
                  <a:cubicBezTo>
                    <a:pt x="12432" y="74644"/>
                    <a:pt x="20810" y="71593"/>
                    <a:pt x="26756" y="68338"/>
                  </a:cubicBezTo>
                  <a:cubicBezTo>
                    <a:pt x="28918" y="66915"/>
                    <a:pt x="32972" y="63864"/>
                    <a:pt x="31081" y="60610"/>
                  </a:cubicBezTo>
                  <a:cubicBezTo>
                    <a:pt x="31081" y="57559"/>
                    <a:pt x="22702" y="55932"/>
                    <a:pt x="22702" y="52881"/>
                  </a:cubicBezTo>
                  <a:cubicBezTo>
                    <a:pt x="26756" y="45152"/>
                    <a:pt x="35135" y="38847"/>
                    <a:pt x="43243" y="31118"/>
                  </a:cubicBezTo>
                  <a:lnTo>
                    <a:pt x="43243" y="31118"/>
                  </a:lnTo>
                  <a:cubicBezTo>
                    <a:pt x="45405" y="28067"/>
                    <a:pt x="51621" y="24813"/>
                    <a:pt x="53783" y="21762"/>
                  </a:cubicBezTo>
                  <a:cubicBezTo>
                    <a:pt x="55675" y="17084"/>
                    <a:pt x="55675" y="12406"/>
                    <a:pt x="57837" y="793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3" name="Shape 11113"/>
            <p:cNvSpPr/>
            <p:nvPr/>
          </p:nvSpPr>
          <p:spPr>
            <a:xfrm rot="3648446">
              <a:off x="7434070" y="5248217"/>
              <a:ext cx="107829" cy="11127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6666" y="0"/>
                  </a:moveTo>
                  <a:lnTo>
                    <a:pt x="46666" y="0"/>
                  </a:lnTo>
                  <a:cubicBezTo>
                    <a:pt x="53333" y="6433"/>
                    <a:pt x="64347" y="10629"/>
                    <a:pt x="68695" y="19300"/>
                  </a:cubicBezTo>
                  <a:cubicBezTo>
                    <a:pt x="73043" y="23496"/>
                    <a:pt x="68695" y="32167"/>
                    <a:pt x="71014" y="38601"/>
                  </a:cubicBezTo>
                  <a:cubicBezTo>
                    <a:pt x="75362" y="44755"/>
                    <a:pt x="77681" y="57622"/>
                    <a:pt x="84347" y="55664"/>
                  </a:cubicBezTo>
                  <a:cubicBezTo>
                    <a:pt x="95362" y="55664"/>
                    <a:pt x="97681" y="38601"/>
                    <a:pt x="106376" y="34125"/>
                  </a:cubicBezTo>
                  <a:cubicBezTo>
                    <a:pt x="110724" y="32167"/>
                    <a:pt x="115362" y="38601"/>
                    <a:pt x="119710" y="40559"/>
                  </a:cubicBezTo>
                  <a:lnTo>
                    <a:pt x="119710" y="40559"/>
                  </a:lnTo>
                  <a:cubicBezTo>
                    <a:pt x="119710" y="89790"/>
                    <a:pt x="119710" y="89790"/>
                    <a:pt x="119710" y="89790"/>
                  </a:cubicBezTo>
                  <a:lnTo>
                    <a:pt x="119710" y="89790"/>
                  </a:lnTo>
                  <a:cubicBezTo>
                    <a:pt x="115362" y="96223"/>
                    <a:pt x="113043" y="102657"/>
                    <a:pt x="108695" y="106853"/>
                  </a:cubicBezTo>
                  <a:cubicBezTo>
                    <a:pt x="102028" y="111048"/>
                    <a:pt x="95362" y="106853"/>
                    <a:pt x="88695" y="109090"/>
                  </a:cubicBezTo>
                  <a:cubicBezTo>
                    <a:pt x="86376" y="111048"/>
                    <a:pt x="84347" y="117482"/>
                    <a:pt x="82028" y="117482"/>
                  </a:cubicBezTo>
                  <a:cubicBezTo>
                    <a:pt x="75362" y="115524"/>
                    <a:pt x="73043" y="104615"/>
                    <a:pt x="66666" y="104615"/>
                  </a:cubicBezTo>
                  <a:cubicBezTo>
                    <a:pt x="60000" y="102657"/>
                    <a:pt x="55362" y="109090"/>
                    <a:pt x="51014" y="111048"/>
                  </a:cubicBezTo>
                  <a:cubicBezTo>
                    <a:pt x="46666" y="113286"/>
                    <a:pt x="46666" y="119720"/>
                    <a:pt x="42318" y="119720"/>
                  </a:cubicBezTo>
                  <a:cubicBezTo>
                    <a:pt x="35652" y="119720"/>
                    <a:pt x="33333" y="111048"/>
                    <a:pt x="26666" y="109090"/>
                  </a:cubicBezTo>
                  <a:cubicBezTo>
                    <a:pt x="17971" y="106853"/>
                    <a:pt x="8985" y="109090"/>
                    <a:pt x="0" y="109090"/>
                  </a:cubicBezTo>
                  <a:lnTo>
                    <a:pt x="0" y="109090"/>
                  </a:lnTo>
                  <a:cubicBezTo>
                    <a:pt x="2318" y="100419"/>
                    <a:pt x="8985" y="93986"/>
                    <a:pt x="8985" y="85594"/>
                  </a:cubicBezTo>
                  <a:cubicBezTo>
                    <a:pt x="8985" y="83356"/>
                    <a:pt x="2318" y="81118"/>
                    <a:pt x="0" y="79160"/>
                  </a:cubicBezTo>
                  <a:lnTo>
                    <a:pt x="0" y="79160"/>
                  </a:lnTo>
                  <a:cubicBezTo>
                    <a:pt x="4637" y="74965"/>
                    <a:pt x="13333" y="72727"/>
                    <a:pt x="15652" y="68531"/>
                  </a:cubicBezTo>
                  <a:cubicBezTo>
                    <a:pt x="22318" y="59860"/>
                    <a:pt x="17971" y="49230"/>
                    <a:pt x="24637" y="44755"/>
                  </a:cubicBezTo>
                  <a:cubicBezTo>
                    <a:pt x="31304" y="40559"/>
                    <a:pt x="40000" y="49230"/>
                    <a:pt x="44347" y="44755"/>
                  </a:cubicBezTo>
                  <a:cubicBezTo>
                    <a:pt x="51014" y="36363"/>
                    <a:pt x="48985" y="25734"/>
                    <a:pt x="46666" y="17062"/>
                  </a:cubicBezTo>
                  <a:cubicBezTo>
                    <a:pt x="44347" y="12867"/>
                    <a:pt x="31304" y="17062"/>
                    <a:pt x="31304" y="10629"/>
                  </a:cubicBezTo>
                  <a:cubicBezTo>
                    <a:pt x="31304" y="4475"/>
                    <a:pt x="40000" y="2237"/>
                    <a:pt x="46666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4" name="Shape 11114"/>
            <p:cNvSpPr/>
            <p:nvPr/>
          </p:nvSpPr>
          <p:spPr>
            <a:xfrm rot="3648446">
              <a:off x="7486699" y="5354101"/>
              <a:ext cx="72268" cy="642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93551"/>
                  </a:moveTo>
                  <a:lnTo>
                    <a:pt x="0" y="93551"/>
                  </a:lnTo>
                  <a:cubicBezTo>
                    <a:pt x="0" y="7346"/>
                    <a:pt x="0" y="7346"/>
                    <a:pt x="0" y="7346"/>
                  </a:cubicBezTo>
                  <a:lnTo>
                    <a:pt x="0" y="7346"/>
                  </a:lnTo>
                  <a:cubicBezTo>
                    <a:pt x="10000" y="7346"/>
                    <a:pt x="20000" y="3918"/>
                    <a:pt x="30000" y="0"/>
                  </a:cubicBezTo>
                  <a:cubicBezTo>
                    <a:pt x="30000" y="0"/>
                    <a:pt x="53043" y="7346"/>
                    <a:pt x="56521" y="11265"/>
                  </a:cubicBezTo>
                  <a:cubicBezTo>
                    <a:pt x="59565" y="11265"/>
                    <a:pt x="89565" y="3918"/>
                    <a:pt x="89565" y="3918"/>
                  </a:cubicBezTo>
                  <a:cubicBezTo>
                    <a:pt x="99565" y="11265"/>
                    <a:pt x="113043" y="14693"/>
                    <a:pt x="116086" y="25959"/>
                  </a:cubicBezTo>
                  <a:cubicBezTo>
                    <a:pt x="119565" y="48489"/>
                    <a:pt x="119565" y="71020"/>
                    <a:pt x="109565" y="89632"/>
                  </a:cubicBezTo>
                  <a:cubicBezTo>
                    <a:pt x="96086" y="104816"/>
                    <a:pt x="76521" y="108734"/>
                    <a:pt x="59565" y="112163"/>
                  </a:cubicBezTo>
                  <a:cubicBezTo>
                    <a:pt x="53043" y="116081"/>
                    <a:pt x="49565" y="104816"/>
                    <a:pt x="46521" y="108734"/>
                  </a:cubicBezTo>
                  <a:cubicBezTo>
                    <a:pt x="40000" y="108734"/>
                    <a:pt x="40000" y="119510"/>
                    <a:pt x="36521" y="119510"/>
                  </a:cubicBezTo>
                  <a:cubicBezTo>
                    <a:pt x="23043" y="112163"/>
                    <a:pt x="13478" y="100897"/>
                    <a:pt x="0" y="9355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5" name="Shape 11115"/>
            <p:cNvSpPr/>
            <p:nvPr/>
          </p:nvSpPr>
          <p:spPr>
            <a:xfrm rot="3648446">
              <a:off x="7304719" y="5158565"/>
              <a:ext cx="309721" cy="4852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7684" y="28504"/>
                  </a:moveTo>
                  <a:lnTo>
                    <a:pt x="27684" y="28504"/>
                  </a:lnTo>
                  <a:cubicBezTo>
                    <a:pt x="28489" y="27538"/>
                    <a:pt x="30704" y="27538"/>
                    <a:pt x="30704" y="26573"/>
                  </a:cubicBezTo>
                  <a:cubicBezTo>
                    <a:pt x="31510" y="25093"/>
                    <a:pt x="29194" y="23613"/>
                    <a:pt x="28489" y="22134"/>
                  </a:cubicBezTo>
                  <a:cubicBezTo>
                    <a:pt x="26879" y="20139"/>
                    <a:pt x="24563" y="18659"/>
                    <a:pt x="23053" y="16729"/>
                  </a:cubicBezTo>
                  <a:lnTo>
                    <a:pt x="23053" y="16729"/>
                  </a:lnTo>
                  <a:cubicBezTo>
                    <a:pt x="25369" y="16214"/>
                    <a:pt x="26879" y="15764"/>
                    <a:pt x="29194" y="15764"/>
                  </a:cubicBezTo>
                  <a:cubicBezTo>
                    <a:pt x="32315" y="15249"/>
                    <a:pt x="35335" y="16729"/>
                    <a:pt x="38456" y="16214"/>
                  </a:cubicBezTo>
                  <a:cubicBezTo>
                    <a:pt x="40771" y="15764"/>
                    <a:pt x="43087" y="14734"/>
                    <a:pt x="44597" y="13254"/>
                  </a:cubicBezTo>
                  <a:cubicBezTo>
                    <a:pt x="46107" y="11324"/>
                    <a:pt x="45402" y="9329"/>
                    <a:pt x="45402" y="7399"/>
                  </a:cubicBezTo>
                  <a:cubicBezTo>
                    <a:pt x="45402" y="6369"/>
                    <a:pt x="44597" y="5404"/>
                    <a:pt x="45402" y="4439"/>
                  </a:cubicBezTo>
                  <a:cubicBezTo>
                    <a:pt x="46912" y="2445"/>
                    <a:pt x="49932" y="1479"/>
                    <a:pt x="52248" y="0"/>
                  </a:cubicBezTo>
                  <a:lnTo>
                    <a:pt x="52248" y="0"/>
                  </a:lnTo>
                  <a:cubicBezTo>
                    <a:pt x="54563" y="1479"/>
                    <a:pt x="57684" y="2445"/>
                    <a:pt x="59194" y="4439"/>
                  </a:cubicBezTo>
                  <a:cubicBezTo>
                    <a:pt x="60000" y="4890"/>
                    <a:pt x="60000" y="5919"/>
                    <a:pt x="59194" y="6884"/>
                  </a:cubicBezTo>
                  <a:cubicBezTo>
                    <a:pt x="59194" y="7399"/>
                    <a:pt x="56879" y="7399"/>
                    <a:pt x="56174" y="7849"/>
                  </a:cubicBezTo>
                  <a:cubicBezTo>
                    <a:pt x="56174" y="8879"/>
                    <a:pt x="56879" y="9844"/>
                    <a:pt x="57684" y="10809"/>
                  </a:cubicBezTo>
                  <a:cubicBezTo>
                    <a:pt x="57684" y="11839"/>
                    <a:pt x="56879" y="13254"/>
                    <a:pt x="58389" y="14284"/>
                  </a:cubicBezTo>
                  <a:cubicBezTo>
                    <a:pt x="62315" y="17179"/>
                    <a:pt x="66845" y="19174"/>
                    <a:pt x="72281" y="21619"/>
                  </a:cubicBezTo>
                  <a:cubicBezTo>
                    <a:pt x="79932" y="25093"/>
                    <a:pt x="89194" y="26573"/>
                    <a:pt x="96140" y="30498"/>
                  </a:cubicBezTo>
                  <a:cubicBezTo>
                    <a:pt x="103791" y="35388"/>
                    <a:pt x="108422" y="41758"/>
                    <a:pt x="114563" y="47163"/>
                  </a:cubicBezTo>
                  <a:lnTo>
                    <a:pt x="114563" y="47163"/>
                  </a:lnTo>
                  <a:cubicBezTo>
                    <a:pt x="116073" y="49158"/>
                    <a:pt x="119899" y="51603"/>
                    <a:pt x="118389" y="53597"/>
                  </a:cubicBezTo>
                  <a:cubicBezTo>
                    <a:pt x="116073" y="56042"/>
                    <a:pt x="108422" y="54563"/>
                    <a:pt x="106912" y="57008"/>
                  </a:cubicBezTo>
                  <a:cubicBezTo>
                    <a:pt x="105302" y="59002"/>
                    <a:pt x="113053" y="58487"/>
                    <a:pt x="113758" y="59967"/>
                  </a:cubicBezTo>
                  <a:cubicBezTo>
                    <a:pt x="115369" y="60932"/>
                    <a:pt x="111543" y="61962"/>
                    <a:pt x="111543" y="63378"/>
                  </a:cubicBezTo>
                  <a:cubicBezTo>
                    <a:pt x="111543" y="65372"/>
                    <a:pt x="115369" y="66852"/>
                    <a:pt x="113758" y="68332"/>
                  </a:cubicBezTo>
                  <a:cubicBezTo>
                    <a:pt x="112248" y="70777"/>
                    <a:pt x="106107" y="70777"/>
                    <a:pt x="104597" y="73222"/>
                  </a:cubicBezTo>
                  <a:cubicBezTo>
                    <a:pt x="103791" y="75217"/>
                    <a:pt x="109932" y="77147"/>
                    <a:pt x="109228" y="79142"/>
                  </a:cubicBezTo>
                  <a:cubicBezTo>
                    <a:pt x="108422" y="80621"/>
                    <a:pt x="103791" y="79592"/>
                    <a:pt x="102281" y="80621"/>
                  </a:cubicBezTo>
                  <a:cubicBezTo>
                    <a:pt x="99966" y="82101"/>
                    <a:pt x="99161" y="83581"/>
                    <a:pt x="97651" y="85061"/>
                  </a:cubicBezTo>
                  <a:cubicBezTo>
                    <a:pt x="96845" y="85061"/>
                    <a:pt x="96845" y="85061"/>
                    <a:pt x="96845" y="85061"/>
                  </a:cubicBezTo>
                  <a:cubicBezTo>
                    <a:pt x="96845" y="85061"/>
                    <a:pt x="93020" y="89436"/>
                    <a:pt x="93020" y="89951"/>
                  </a:cubicBezTo>
                  <a:cubicBezTo>
                    <a:pt x="93020" y="90466"/>
                    <a:pt x="89194" y="92911"/>
                    <a:pt x="89194" y="92911"/>
                  </a:cubicBezTo>
                  <a:cubicBezTo>
                    <a:pt x="88389" y="94391"/>
                    <a:pt x="89194" y="96321"/>
                    <a:pt x="87684" y="96836"/>
                  </a:cubicBezTo>
                  <a:cubicBezTo>
                    <a:pt x="83053" y="97801"/>
                    <a:pt x="76912" y="93361"/>
                    <a:pt x="73791" y="95871"/>
                  </a:cubicBezTo>
                  <a:cubicBezTo>
                    <a:pt x="67651" y="101276"/>
                    <a:pt x="70771" y="109126"/>
                    <a:pt x="66140" y="114981"/>
                  </a:cubicBezTo>
                  <a:cubicBezTo>
                    <a:pt x="64530" y="117490"/>
                    <a:pt x="60000" y="119420"/>
                    <a:pt x="56174" y="119420"/>
                  </a:cubicBezTo>
                  <a:cubicBezTo>
                    <a:pt x="52248" y="119935"/>
                    <a:pt x="49228" y="117490"/>
                    <a:pt x="46107" y="116461"/>
                  </a:cubicBezTo>
                  <a:cubicBezTo>
                    <a:pt x="46107" y="116010"/>
                    <a:pt x="46107" y="116010"/>
                    <a:pt x="46107" y="116010"/>
                  </a:cubicBezTo>
                  <a:cubicBezTo>
                    <a:pt x="48422" y="113050"/>
                    <a:pt x="54563" y="110605"/>
                    <a:pt x="53053" y="107646"/>
                  </a:cubicBezTo>
                  <a:cubicBezTo>
                    <a:pt x="52248" y="105201"/>
                    <a:pt x="44597" y="108160"/>
                    <a:pt x="41476" y="106680"/>
                  </a:cubicBezTo>
                  <a:cubicBezTo>
                    <a:pt x="38456" y="105201"/>
                    <a:pt x="38456" y="101726"/>
                    <a:pt x="36140" y="99796"/>
                  </a:cubicBezTo>
                  <a:cubicBezTo>
                    <a:pt x="33825" y="97801"/>
                    <a:pt x="31510" y="96836"/>
                    <a:pt x="29194" y="95356"/>
                  </a:cubicBezTo>
                  <a:lnTo>
                    <a:pt x="29194" y="95356"/>
                  </a:lnTo>
                  <a:cubicBezTo>
                    <a:pt x="27684" y="94391"/>
                    <a:pt x="25369" y="94391"/>
                    <a:pt x="23859" y="93361"/>
                  </a:cubicBezTo>
                  <a:cubicBezTo>
                    <a:pt x="23859" y="93361"/>
                    <a:pt x="24563" y="92911"/>
                    <a:pt x="23859" y="92396"/>
                  </a:cubicBezTo>
                  <a:cubicBezTo>
                    <a:pt x="22348" y="91431"/>
                    <a:pt x="20738" y="89951"/>
                    <a:pt x="18422" y="89436"/>
                  </a:cubicBezTo>
                  <a:cubicBezTo>
                    <a:pt x="16912" y="89436"/>
                    <a:pt x="15402" y="90916"/>
                    <a:pt x="14597" y="90916"/>
                  </a:cubicBezTo>
                  <a:cubicBezTo>
                    <a:pt x="12281" y="90466"/>
                    <a:pt x="11476" y="88471"/>
                    <a:pt x="9966" y="88986"/>
                  </a:cubicBezTo>
                  <a:cubicBezTo>
                    <a:pt x="8456" y="88986"/>
                    <a:pt x="9966" y="91431"/>
                    <a:pt x="8456" y="91431"/>
                  </a:cubicBezTo>
                  <a:cubicBezTo>
                    <a:pt x="6946" y="91882"/>
                    <a:pt x="6140" y="90466"/>
                    <a:pt x="4630" y="89436"/>
                  </a:cubicBezTo>
                  <a:cubicBezTo>
                    <a:pt x="3020" y="88471"/>
                    <a:pt x="1510" y="87506"/>
                    <a:pt x="805" y="86026"/>
                  </a:cubicBezTo>
                  <a:cubicBezTo>
                    <a:pt x="0" y="85061"/>
                    <a:pt x="805" y="83581"/>
                    <a:pt x="1510" y="82101"/>
                  </a:cubicBezTo>
                  <a:cubicBezTo>
                    <a:pt x="2315" y="80621"/>
                    <a:pt x="4630" y="79592"/>
                    <a:pt x="4630" y="78176"/>
                  </a:cubicBezTo>
                  <a:cubicBezTo>
                    <a:pt x="3825" y="74702"/>
                    <a:pt x="805" y="72257"/>
                    <a:pt x="805" y="68847"/>
                  </a:cubicBezTo>
                  <a:cubicBezTo>
                    <a:pt x="1510" y="67817"/>
                    <a:pt x="4630" y="69297"/>
                    <a:pt x="6140" y="68332"/>
                  </a:cubicBezTo>
                  <a:cubicBezTo>
                    <a:pt x="8456" y="66337"/>
                    <a:pt x="11476" y="63892"/>
                    <a:pt x="12281" y="61447"/>
                  </a:cubicBezTo>
                  <a:cubicBezTo>
                    <a:pt x="13087" y="59002"/>
                    <a:pt x="9161" y="57522"/>
                    <a:pt x="8456" y="55528"/>
                  </a:cubicBezTo>
                  <a:cubicBezTo>
                    <a:pt x="8456" y="54563"/>
                    <a:pt x="9966" y="54048"/>
                    <a:pt x="11476" y="53597"/>
                  </a:cubicBezTo>
                  <a:lnTo>
                    <a:pt x="11476" y="53597"/>
                  </a:lnTo>
                  <a:cubicBezTo>
                    <a:pt x="14597" y="53597"/>
                    <a:pt x="17718" y="53083"/>
                    <a:pt x="20738" y="53597"/>
                  </a:cubicBezTo>
                  <a:cubicBezTo>
                    <a:pt x="23053" y="54048"/>
                    <a:pt x="23859" y="56042"/>
                    <a:pt x="26174" y="56042"/>
                  </a:cubicBezTo>
                  <a:cubicBezTo>
                    <a:pt x="27684" y="56042"/>
                    <a:pt x="27684" y="54563"/>
                    <a:pt x="29194" y="54048"/>
                  </a:cubicBezTo>
                  <a:cubicBezTo>
                    <a:pt x="30704" y="53597"/>
                    <a:pt x="32315" y="52117"/>
                    <a:pt x="34630" y="52568"/>
                  </a:cubicBezTo>
                  <a:cubicBezTo>
                    <a:pt x="36845" y="52568"/>
                    <a:pt x="37651" y="55077"/>
                    <a:pt x="39966" y="55528"/>
                  </a:cubicBezTo>
                  <a:cubicBezTo>
                    <a:pt x="40771" y="55528"/>
                    <a:pt x="41476" y="54048"/>
                    <a:pt x="42281" y="53597"/>
                  </a:cubicBezTo>
                  <a:cubicBezTo>
                    <a:pt x="44597" y="53083"/>
                    <a:pt x="46912" y="54048"/>
                    <a:pt x="49228" y="53083"/>
                  </a:cubicBezTo>
                  <a:cubicBezTo>
                    <a:pt x="50738" y="52117"/>
                    <a:pt x="51543" y="50638"/>
                    <a:pt x="53053" y="49158"/>
                  </a:cubicBezTo>
                  <a:lnTo>
                    <a:pt x="53053" y="49158"/>
                  </a:lnTo>
                  <a:cubicBezTo>
                    <a:pt x="56174" y="50123"/>
                    <a:pt x="58389" y="51603"/>
                    <a:pt x="61510" y="52568"/>
                  </a:cubicBezTo>
                  <a:cubicBezTo>
                    <a:pt x="62315" y="52568"/>
                    <a:pt x="62315" y="51152"/>
                    <a:pt x="63825" y="51152"/>
                  </a:cubicBezTo>
                  <a:cubicBezTo>
                    <a:pt x="64530" y="50638"/>
                    <a:pt x="65335" y="52117"/>
                    <a:pt x="66845" y="51603"/>
                  </a:cubicBezTo>
                  <a:cubicBezTo>
                    <a:pt x="70771" y="51152"/>
                    <a:pt x="75302" y="50638"/>
                    <a:pt x="78422" y="48643"/>
                  </a:cubicBezTo>
                  <a:cubicBezTo>
                    <a:pt x="80738" y="46198"/>
                    <a:pt x="80738" y="43238"/>
                    <a:pt x="79932" y="40278"/>
                  </a:cubicBezTo>
                  <a:cubicBezTo>
                    <a:pt x="79228" y="38798"/>
                    <a:pt x="76107" y="38348"/>
                    <a:pt x="73791" y="37383"/>
                  </a:cubicBezTo>
                  <a:cubicBezTo>
                    <a:pt x="73791" y="37383"/>
                    <a:pt x="66845" y="38348"/>
                    <a:pt x="66140" y="38348"/>
                  </a:cubicBezTo>
                  <a:cubicBezTo>
                    <a:pt x="65335" y="37833"/>
                    <a:pt x="60000" y="36868"/>
                    <a:pt x="60000" y="36868"/>
                  </a:cubicBezTo>
                  <a:cubicBezTo>
                    <a:pt x="57684" y="37383"/>
                    <a:pt x="55369" y="37833"/>
                    <a:pt x="53053" y="37833"/>
                  </a:cubicBezTo>
                  <a:lnTo>
                    <a:pt x="53053" y="37833"/>
                  </a:lnTo>
                  <a:cubicBezTo>
                    <a:pt x="51543" y="37383"/>
                    <a:pt x="49932" y="35903"/>
                    <a:pt x="48422" y="36353"/>
                  </a:cubicBezTo>
                  <a:cubicBezTo>
                    <a:pt x="45402" y="37383"/>
                    <a:pt x="44597" y="41308"/>
                    <a:pt x="40771" y="41308"/>
                  </a:cubicBezTo>
                  <a:cubicBezTo>
                    <a:pt x="38456" y="41758"/>
                    <a:pt x="37651" y="38798"/>
                    <a:pt x="36140" y="37383"/>
                  </a:cubicBezTo>
                  <a:cubicBezTo>
                    <a:pt x="35335" y="35903"/>
                    <a:pt x="36845" y="33908"/>
                    <a:pt x="35335" y="32943"/>
                  </a:cubicBezTo>
                  <a:cubicBezTo>
                    <a:pt x="33825" y="30949"/>
                    <a:pt x="30000" y="29983"/>
                    <a:pt x="27684" y="2850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6" name="Shape 11116"/>
            <p:cNvSpPr/>
            <p:nvPr/>
          </p:nvSpPr>
          <p:spPr>
            <a:xfrm rot="3648446">
              <a:off x="6931685" y="4872611"/>
              <a:ext cx="330369" cy="3797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8841" y="10027"/>
                  </a:moveTo>
                  <a:lnTo>
                    <a:pt x="28841" y="10027"/>
                  </a:lnTo>
                  <a:cubicBezTo>
                    <a:pt x="32529" y="6904"/>
                    <a:pt x="34704" y="2465"/>
                    <a:pt x="38959" y="1232"/>
                  </a:cubicBezTo>
                  <a:cubicBezTo>
                    <a:pt x="42553" y="0"/>
                    <a:pt x="46241" y="1890"/>
                    <a:pt x="49834" y="2465"/>
                  </a:cubicBezTo>
                  <a:cubicBezTo>
                    <a:pt x="49834" y="2465"/>
                    <a:pt x="49078" y="6904"/>
                    <a:pt x="49834" y="6904"/>
                  </a:cubicBezTo>
                  <a:lnTo>
                    <a:pt x="57021" y="7479"/>
                  </a:lnTo>
                  <a:cubicBezTo>
                    <a:pt x="57021" y="7479"/>
                    <a:pt x="54184" y="11260"/>
                    <a:pt x="54846" y="11917"/>
                  </a:cubicBezTo>
                  <a:cubicBezTo>
                    <a:pt x="54846" y="12575"/>
                    <a:pt x="63546" y="18821"/>
                    <a:pt x="63546" y="18821"/>
                  </a:cubicBezTo>
                  <a:cubicBezTo>
                    <a:pt x="66477" y="16931"/>
                    <a:pt x="67139" y="12575"/>
                    <a:pt x="70732" y="12575"/>
                  </a:cubicBezTo>
                  <a:cubicBezTo>
                    <a:pt x="73664" y="11917"/>
                    <a:pt x="73664" y="16273"/>
                    <a:pt x="75082" y="18164"/>
                  </a:cubicBezTo>
                  <a:lnTo>
                    <a:pt x="75082" y="18164"/>
                  </a:lnTo>
                  <a:cubicBezTo>
                    <a:pt x="73664" y="18821"/>
                    <a:pt x="70732" y="18164"/>
                    <a:pt x="71489" y="19479"/>
                  </a:cubicBezTo>
                  <a:cubicBezTo>
                    <a:pt x="72907" y="21369"/>
                    <a:pt x="78676" y="21369"/>
                    <a:pt x="79432" y="23835"/>
                  </a:cubicBezTo>
                  <a:cubicBezTo>
                    <a:pt x="80189" y="26958"/>
                    <a:pt x="71489" y="30739"/>
                    <a:pt x="75082" y="31972"/>
                  </a:cubicBezTo>
                  <a:cubicBezTo>
                    <a:pt x="81607" y="33863"/>
                    <a:pt x="88794" y="31397"/>
                    <a:pt x="94562" y="28273"/>
                  </a:cubicBezTo>
                  <a:cubicBezTo>
                    <a:pt x="96737" y="27616"/>
                    <a:pt x="93144" y="23260"/>
                    <a:pt x="95319" y="22602"/>
                  </a:cubicBezTo>
                  <a:cubicBezTo>
                    <a:pt x="97494" y="21369"/>
                    <a:pt x="100330" y="23835"/>
                    <a:pt x="102505" y="25068"/>
                  </a:cubicBezTo>
                  <a:cubicBezTo>
                    <a:pt x="102505" y="25068"/>
                    <a:pt x="99669" y="31397"/>
                    <a:pt x="99669" y="31972"/>
                  </a:cubicBezTo>
                  <a:cubicBezTo>
                    <a:pt x="98912" y="33287"/>
                    <a:pt x="108368" y="35753"/>
                    <a:pt x="108368" y="35753"/>
                  </a:cubicBezTo>
                  <a:cubicBezTo>
                    <a:pt x="106855" y="40767"/>
                    <a:pt x="102505" y="45863"/>
                    <a:pt x="105437" y="50876"/>
                  </a:cubicBezTo>
                  <a:cubicBezTo>
                    <a:pt x="106855" y="53342"/>
                    <a:pt x="114799" y="48328"/>
                    <a:pt x="116312" y="51452"/>
                  </a:cubicBezTo>
                  <a:cubicBezTo>
                    <a:pt x="119905" y="59589"/>
                    <a:pt x="117730" y="69041"/>
                    <a:pt x="118486" y="78493"/>
                  </a:cubicBezTo>
                  <a:lnTo>
                    <a:pt x="118486" y="78493"/>
                  </a:lnTo>
                  <a:cubicBezTo>
                    <a:pt x="114137" y="80301"/>
                    <a:pt x="111205" y="83506"/>
                    <a:pt x="106855" y="83506"/>
                  </a:cubicBezTo>
                  <a:cubicBezTo>
                    <a:pt x="103262" y="83506"/>
                    <a:pt x="100330" y="76602"/>
                    <a:pt x="97494" y="78493"/>
                  </a:cubicBezTo>
                  <a:cubicBezTo>
                    <a:pt x="93900" y="80958"/>
                    <a:pt x="96075" y="86630"/>
                    <a:pt x="96737" y="90410"/>
                  </a:cubicBezTo>
                  <a:cubicBezTo>
                    <a:pt x="97494" y="95424"/>
                    <a:pt x="104680" y="99780"/>
                    <a:pt x="103262" y="104219"/>
                  </a:cubicBezTo>
                  <a:cubicBezTo>
                    <a:pt x="101087" y="109232"/>
                    <a:pt x="93144" y="109890"/>
                    <a:pt x="88132" y="112356"/>
                  </a:cubicBezTo>
                  <a:cubicBezTo>
                    <a:pt x="83026" y="114904"/>
                    <a:pt x="78676" y="117369"/>
                    <a:pt x="73664" y="119917"/>
                  </a:cubicBezTo>
                  <a:lnTo>
                    <a:pt x="73664" y="119917"/>
                  </a:lnTo>
                  <a:cubicBezTo>
                    <a:pt x="72245" y="118684"/>
                    <a:pt x="68557" y="118684"/>
                    <a:pt x="66477" y="118027"/>
                  </a:cubicBezTo>
                  <a:cubicBezTo>
                    <a:pt x="63546" y="117369"/>
                    <a:pt x="64964" y="116136"/>
                    <a:pt x="61371" y="118027"/>
                  </a:cubicBezTo>
                  <a:cubicBezTo>
                    <a:pt x="59196" y="118684"/>
                    <a:pt x="59196" y="116794"/>
                    <a:pt x="57777" y="116136"/>
                  </a:cubicBezTo>
                  <a:cubicBezTo>
                    <a:pt x="57777" y="114246"/>
                    <a:pt x="55602" y="111780"/>
                    <a:pt x="54846" y="109890"/>
                  </a:cubicBezTo>
                  <a:cubicBezTo>
                    <a:pt x="53427" y="108000"/>
                    <a:pt x="51252" y="106684"/>
                    <a:pt x="49078" y="105452"/>
                  </a:cubicBezTo>
                  <a:cubicBezTo>
                    <a:pt x="47659" y="104794"/>
                    <a:pt x="45484" y="103561"/>
                    <a:pt x="44066" y="102328"/>
                  </a:cubicBezTo>
                  <a:cubicBezTo>
                    <a:pt x="43309" y="101095"/>
                    <a:pt x="39716" y="98547"/>
                    <a:pt x="39716" y="97890"/>
                  </a:cubicBezTo>
                  <a:cubicBezTo>
                    <a:pt x="38297" y="97890"/>
                    <a:pt x="34704" y="101671"/>
                    <a:pt x="33191" y="102328"/>
                  </a:cubicBezTo>
                  <a:cubicBezTo>
                    <a:pt x="31773" y="102904"/>
                    <a:pt x="27423" y="106109"/>
                    <a:pt x="26666" y="104794"/>
                  </a:cubicBezTo>
                  <a:cubicBezTo>
                    <a:pt x="26004" y="103561"/>
                    <a:pt x="26004" y="102328"/>
                    <a:pt x="26004" y="100438"/>
                  </a:cubicBezTo>
                  <a:cubicBezTo>
                    <a:pt x="26004" y="99780"/>
                    <a:pt x="21654" y="100438"/>
                    <a:pt x="20898" y="100438"/>
                  </a:cubicBezTo>
                  <a:cubicBezTo>
                    <a:pt x="20236" y="100438"/>
                    <a:pt x="19479" y="94191"/>
                    <a:pt x="18723" y="93534"/>
                  </a:cubicBezTo>
                  <a:cubicBezTo>
                    <a:pt x="16548" y="91068"/>
                    <a:pt x="13711" y="89753"/>
                    <a:pt x="11536" y="87863"/>
                  </a:cubicBezTo>
                  <a:lnTo>
                    <a:pt x="11536" y="87863"/>
                  </a:lnTo>
                  <a:cubicBezTo>
                    <a:pt x="11536" y="87287"/>
                    <a:pt x="10780" y="86630"/>
                    <a:pt x="10780" y="85972"/>
                  </a:cubicBezTo>
                  <a:cubicBezTo>
                    <a:pt x="10780" y="84082"/>
                    <a:pt x="7943" y="82191"/>
                    <a:pt x="7943" y="80301"/>
                  </a:cubicBezTo>
                  <a:cubicBezTo>
                    <a:pt x="7186" y="78493"/>
                    <a:pt x="8699" y="76602"/>
                    <a:pt x="8699" y="74712"/>
                  </a:cubicBezTo>
                  <a:cubicBezTo>
                    <a:pt x="8699" y="73479"/>
                    <a:pt x="3593" y="66575"/>
                    <a:pt x="2174" y="65917"/>
                  </a:cubicBezTo>
                  <a:cubicBezTo>
                    <a:pt x="2174" y="64684"/>
                    <a:pt x="7186" y="62794"/>
                    <a:pt x="5768" y="60904"/>
                  </a:cubicBezTo>
                  <a:cubicBezTo>
                    <a:pt x="5011" y="59013"/>
                    <a:pt x="756" y="59013"/>
                    <a:pt x="0" y="57780"/>
                  </a:cubicBezTo>
                  <a:cubicBezTo>
                    <a:pt x="0" y="56465"/>
                    <a:pt x="12955" y="54575"/>
                    <a:pt x="11536" y="50219"/>
                  </a:cubicBezTo>
                  <a:cubicBezTo>
                    <a:pt x="10780" y="50219"/>
                    <a:pt x="5011" y="52109"/>
                    <a:pt x="5011" y="50876"/>
                  </a:cubicBezTo>
                  <a:cubicBezTo>
                    <a:pt x="3593" y="50219"/>
                    <a:pt x="6524" y="47671"/>
                    <a:pt x="7186" y="47095"/>
                  </a:cubicBezTo>
                  <a:cubicBezTo>
                    <a:pt x="8699" y="45863"/>
                    <a:pt x="8699" y="43972"/>
                    <a:pt x="7943" y="42657"/>
                  </a:cubicBezTo>
                  <a:cubicBezTo>
                    <a:pt x="7186" y="41424"/>
                    <a:pt x="9361" y="40767"/>
                    <a:pt x="10118" y="39534"/>
                  </a:cubicBezTo>
                  <a:cubicBezTo>
                    <a:pt x="10780" y="38876"/>
                    <a:pt x="10780" y="37643"/>
                    <a:pt x="11536" y="36986"/>
                  </a:cubicBezTo>
                  <a:cubicBezTo>
                    <a:pt x="13711" y="34520"/>
                    <a:pt x="18061" y="29506"/>
                    <a:pt x="21654" y="29506"/>
                  </a:cubicBezTo>
                  <a:cubicBezTo>
                    <a:pt x="24586" y="29506"/>
                    <a:pt x="28841" y="30739"/>
                    <a:pt x="28841" y="26958"/>
                  </a:cubicBezTo>
                  <a:cubicBezTo>
                    <a:pt x="27423" y="26958"/>
                    <a:pt x="18723" y="28849"/>
                    <a:pt x="20898" y="24493"/>
                  </a:cubicBezTo>
                  <a:cubicBezTo>
                    <a:pt x="22411" y="23260"/>
                    <a:pt x="22411" y="19479"/>
                    <a:pt x="21654" y="17589"/>
                  </a:cubicBezTo>
                  <a:cubicBezTo>
                    <a:pt x="20898" y="16273"/>
                    <a:pt x="24586" y="15698"/>
                    <a:pt x="25248" y="15041"/>
                  </a:cubicBezTo>
                  <a:cubicBezTo>
                    <a:pt x="27423" y="14465"/>
                    <a:pt x="29598" y="11917"/>
                    <a:pt x="28841" y="10027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7" name="Shape 11117"/>
            <p:cNvSpPr/>
            <p:nvPr/>
          </p:nvSpPr>
          <p:spPr>
            <a:xfrm rot="3648446">
              <a:off x="6883759" y="4360003"/>
              <a:ext cx="399196" cy="7709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452" y="2185"/>
                  </a:moveTo>
                  <a:lnTo>
                    <a:pt x="95452" y="2185"/>
                  </a:lnTo>
                  <a:cubicBezTo>
                    <a:pt x="94280" y="1578"/>
                    <a:pt x="92482" y="0"/>
                    <a:pt x="90684" y="323"/>
                  </a:cubicBezTo>
                  <a:cubicBezTo>
                    <a:pt x="87166" y="647"/>
                    <a:pt x="85993" y="2792"/>
                    <a:pt x="82944" y="3399"/>
                  </a:cubicBezTo>
                  <a:cubicBezTo>
                    <a:pt x="79973" y="3723"/>
                    <a:pt x="77003" y="2792"/>
                    <a:pt x="74032" y="2468"/>
                  </a:cubicBezTo>
                  <a:cubicBezTo>
                    <a:pt x="71609" y="2185"/>
                    <a:pt x="68638" y="1861"/>
                    <a:pt x="66214" y="1254"/>
                  </a:cubicBezTo>
                  <a:lnTo>
                    <a:pt x="66214" y="1254"/>
                  </a:lnTo>
                  <a:cubicBezTo>
                    <a:pt x="64495" y="2185"/>
                    <a:pt x="62071" y="3116"/>
                    <a:pt x="59726" y="3399"/>
                  </a:cubicBezTo>
                  <a:cubicBezTo>
                    <a:pt x="57302" y="4047"/>
                    <a:pt x="54957" y="4047"/>
                    <a:pt x="52534" y="4047"/>
                  </a:cubicBezTo>
                  <a:lnTo>
                    <a:pt x="52534" y="4047"/>
                  </a:lnTo>
                  <a:cubicBezTo>
                    <a:pt x="51361" y="4978"/>
                    <a:pt x="50110" y="6516"/>
                    <a:pt x="47765" y="7123"/>
                  </a:cubicBezTo>
                  <a:cubicBezTo>
                    <a:pt x="45342" y="7730"/>
                    <a:pt x="41745" y="7123"/>
                    <a:pt x="39947" y="8053"/>
                  </a:cubicBezTo>
                  <a:cubicBezTo>
                    <a:pt x="38228" y="8984"/>
                    <a:pt x="38775" y="10198"/>
                    <a:pt x="38775" y="11453"/>
                  </a:cubicBezTo>
                  <a:cubicBezTo>
                    <a:pt x="38775" y="13315"/>
                    <a:pt x="41198" y="15177"/>
                    <a:pt x="41198" y="17038"/>
                  </a:cubicBezTo>
                  <a:cubicBezTo>
                    <a:pt x="41198" y="18576"/>
                    <a:pt x="39947" y="20114"/>
                    <a:pt x="38228" y="21045"/>
                  </a:cubicBezTo>
                  <a:cubicBezTo>
                    <a:pt x="35804" y="21976"/>
                    <a:pt x="32208" y="21652"/>
                    <a:pt x="29863" y="22259"/>
                  </a:cubicBezTo>
                  <a:cubicBezTo>
                    <a:pt x="28612" y="22583"/>
                    <a:pt x="28065" y="23514"/>
                    <a:pt x="26267" y="23797"/>
                  </a:cubicBezTo>
                  <a:cubicBezTo>
                    <a:pt x="22045" y="24121"/>
                    <a:pt x="17276" y="22583"/>
                    <a:pt x="13680" y="23797"/>
                  </a:cubicBezTo>
                  <a:cubicBezTo>
                    <a:pt x="10162" y="24728"/>
                    <a:pt x="10710" y="27521"/>
                    <a:pt x="9537" y="29382"/>
                  </a:cubicBezTo>
                  <a:cubicBezTo>
                    <a:pt x="8364" y="30920"/>
                    <a:pt x="6566" y="32175"/>
                    <a:pt x="4768" y="33389"/>
                  </a:cubicBezTo>
                  <a:cubicBezTo>
                    <a:pt x="2970" y="34320"/>
                    <a:pt x="1172" y="34927"/>
                    <a:pt x="0" y="35575"/>
                  </a:cubicBezTo>
                  <a:lnTo>
                    <a:pt x="0" y="35575"/>
                  </a:lnTo>
                  <a:cubicBezTo>
                    <a:pt x="3596" y="35858"/>
                    <a:pt x="7739" y="35251"/>
                    <a:pt x="10162" y="36505"/>
                  </a:cubicBezTo>
                  <a:cubicBezTo>
                    <a:pt x="11960" y="37436"/>
                    <a:pt x="9537" y="38974"/>
                    <a:pt x="9537" y="40188"/>
                  </a:cubicBezTo>
                  <a:cubicBezTo>
                    <a:pt x="10162" y="41443"/>
                    <a:pt x="9537" y="43912"/>
                    <a:pt x="12508" y="44236"/>
                  </a:cubicBezTo>
                  <a:cubicBezTo>
                    <a:pt x="16104" y="44519"/>
                    <a:pt x="19074" y="42374"/>
                    <a:pt x="22045" y="41119"/>
                  </a:cubicBezTo>
                  <a:lnTo>
                    <a:pt x="22671" y="43588"/>
                  </a:lnTo>
                  <a:cubicBezTo>
                    <a:pt x="22045" y="43912"/>
                    <a:pt x="20247" y="45450"/>
                    <a:pt x="20247" y="45450"/>
                  </a:cubicBezTo>
                  <a:cubicBezTo>
                    <a:pt x="20247" y="45450"/>
                    <a:pt x="19700" y="47635"/>
                    <a:pt x="19700" y="47919"/>
                  </a:cubicBezTo>
                  <a:lnTo>
                    <a:pt x="23843" y="50387"/>
                  </a:lnTo>
                  <a:cubicBezTo>
                    <a:pt x="25641" y="51966"/>
                    <a:pt x="26814" y="53787"/>
                    <a:pt x="28065" y="55365"/>
                  </a:cubicBezTo>
                  <a:cubicBezTo>
                    <a:pt x="28065" y="55365"/>
                    <a:pt x="32208" y="57510"/>
                    <a:pt x="31661" y="57510"/>
                  </a:cubicBezTo>
                  <a:cubicBezTo>
                    <a:pt x="31035" y="57834"/>
                    <a:pt x="24469" y="59979"/>
                    <a:pt x="24469" y="59979"/>
                  </a:cubicBezTo>
                  <a:cubicBezTo>
                    <a:pt x="23296" y="60586"/>
                    <a:pt x="20872" y="60910"/>
                    <a:pt x="20872" y="61517"/>
                  </a:cubicBezTo>
                  <a:cubicBezTo>
                    <a:pt x="21498" y="63096"/>
                    <a:pt x="26267" y="63703"/>
                    <a:pt x="26267" y="65241"/>
                  </a:cubicBezTo>
                  <a:cubicBezTo>
                    <a:pt x="26267" y="66172"/>
                    <a:pt x="22045" y="65848"/>
                    <a:pt x="21498" y="66779"/>
                  </a:cubicBezTo>
                  <a:cubicBezTo>
                    <a:pt x="20247" y="68317"/>
                    <a:pt x="21498" y="69895"/>
                    <a:pt x="21498" y="71433"/>
                  </a:cubicBezTo>
                  <a:cubicBezTo>
                    <a:pt x="22045" y="73578"/>
                    <a:pt x="23296" y="76047"/>
                    <a:pt x="23296" y="78232"/>
                  </a:cubicBezTo>
                  <a:cubicBezTo>
                    <a:pt x="22671" y="79446"/>
                    <a:pt x="20872" y="80094"/>
                    <a:pt x="19700" y="81025"/>
                  </a:cubicBezTo>
                  <a:lnTo>
                    <a:pt x="19700" y="81025"/>
                  </a:lnTo>
                  <a:cubicBezTo>
                    <a:pt x="21498" y="81308"/>
                    <a:pt x="23296" y="81308"/>
                    <a:pt x="24469" y="81915"/>
                  </a:cubicBezTo>
                  <a:cubicBezTo>
                    <a:pt x="25094" y="82846"/>
                    <a:pt x="23296" y="84101"/>
                    <a:pt x="23843" y="85032"/>
                  </a:cubicBezTo>
                  <a:cubicBezTo>
                    <a:pt x="25094" y="85962"/>
                    <a:pt x="28612" y="85355"/>
                    <a:pt x="29863" y="86286"/>
                  </a:cubicBezTo>
                  <a:cubicBezTo>
                    <a:pt x="31661" y="87500"/>
                    <a:pt x="32833" y="89362"/>
                    <a:pt x="32833" y="90900"/>
                  </a:cubicBezTo>
                  <a:cubicBezTo>
                    <a:pt x="31661" y="93976"/>
                    <a:pt x="28065" y="96768"/>
                    <a:pt x="26267" y="99885"/>
                  </a:cubicBezTo>
                  <a:cubicBezTo>
                    <a:pt x="25094" y="102030"/>
                    <a:pt x="26267" y="104499"/>
                    <a:pt x="25094" y="106360"/>
                  </a:cubicBezTo>
                  <a:cubicBezTo>
                    <a:pt x="23843" y="107898"/>
                    <a:pt x="20247" y="108222"/>
                    <a:pt x="19074" y="109760"/>
                  </a:cubicBezTo>
                  <a:cubicBezTo>
                    <a:pt x="16729" y="111622"/>
                    <a:pt x="15478" y="113767"/>
                    <a:pt x="13680" y="115952"/>
                  </a:cubicBezTo>
                  <a:lnTo>
                    <a:pt x="13680" y="115952"/>
                  </a:lnTo>
                  <a:cubicBezTo>
                    <a:pt x="14931" y="116559"/>
                    <a:pt x="15478" y="117490"/>
                    <a:pt x="16729" y="118097"/>
                  </a:cubicBezTo>
                  <a:cubicBezTo>
                    <a:pt x="17902" y="118704"/>
                    <a:pt x="18449" y="119959"/>
                    <a:pt x="20247" y="119959"/>
                  </a:cubicBezTo>
                  <a:cubicBezTo>
                    <a:pt x="22045" y="119959"/>
                    <a:pt x="21498" y="118097"/>
                    <a:pt x="23296" y="117814"/>
                  </a:cubicBezTo>
                  <a:cubicBezTo>
                    <a:pt x="25641" y="116883"/>
                    <a:pt x="28612" y="116559"/>
                    <a:pt x="31661" y="116559"/>
                  </a:cubicBezTo>
                  <a:cubicBezTo>
                    <a:pt x="34631" y="116559"/>
                    <a:pt x="37602" y="117166"/>
                    <a:pt x="39947" y="117814"/>
                  </a:cubicBezTo>
                  <a:cubicBezTo>
                    <a:pt x="40573" y="118097"/>
                    <a:pt x="39947" y="118704"/>
                    <a:pt x="39947" y="119352"/>
                  </a:cubicBezTo>
                  <a:lnTo>
                    <a:pt x="39947" y="119352"/>
                  </a:lnTo>
                  <a:cubicBezTo>
                    <a:pt x="42371" y="118421"/>
                    <a:pt x="44794" y="117814"/>
                    <a:pt x="46514" y="116883"/>
                  </a:cubicBezTo>
                  <a:cubicBezTo>
                    <a:pt x="49563" y="115305"/>
                    <a:pt x="52534" y="113160"/>
                    <a:pt x="56130" y="112229"/>
                  </a:cubicBezTo>
                  <a:cubicBezTo>
                    <a:pt x="57302" y="111905"/>
                    <a:pt x="57928" y="112836"/>
                    <a:pt x="58475" y="113483"/>
                  </a:cubicBezTo>
                  <a:lnTo>
                    <a:pt x="58475" y="113483"/>
                  </a:lnTo>
                  <a:cubicBezTo>
                    <a:pt x="59726" y="112836"/>
                    <a:pt x="60899" y="111622"/>
                    <a:pt x="62697" y="111622"/>
                  </a:cubicBezTo>
                  <a:cubicBezTo>
                    <a:pt x="63869" y="111622"/>
                    <a:pt x="63244" y="112836"/>
                    <a:pt x="63869" y="113483"/>
                  </a:cubicBezTo>
                  <a:cubicBezTo>
                    <a:pt x="65042" y="113767"/>
                    <a:pt x="66840" y="113483"/>
                    <a:pt x="68013" y="113767"/>
                  </a:cubicBezTo>
                  <a:cubicBezTo>
                    <a:pt x="68638" y="114374"/>
                    <a:pt x="68013" y="115305"/>
                    <a:pt x="68638" y="115952"/>
                  </a:cubicBezTo>
                  <a:cubicBezTo>
                    <a:pt x="69811" y="116236"/>
                    <a:pt x="71061" y="116236"/>
                    <a:pt x="72234" y="116236"/>
                  </a:cubicBezTo>
                  <a:lnTo>
                    <a:pt x="72234" y="116236"/>
                  </a:lnTo>
                  <a:cubicBezTo>
                    <a:pt x="75830" y="115305"/>
                    <a:pt x="75830" y="115305"/>
                    <a:pt x="75830" y="115305"/>
                  </a:cubicBezTo>
                  <a:lnTo>
                    <a:pt x="75830" y="115305"/>
                  </a:lnTo>
                  <a:cubicBezTo>
                    <a:pt x="76456" y="114374"/>
                    <a:pt x="76456" y="112836"/>
                    <a:pt x="78175" y="112553"/>
                  </a:cubicBezTo>
                  <a:cubicBezTo>
                    <a:pt x="80599" y="112229"/>
                    <a:pt x="82944" y="113767"/>
                    <a:pt x="85368" y="113767"/>
                  </a:cubicBezTo>
                  <a:cubicBezTo>
                    <a:pt x="88260" y="114091"/>
                    <a:pt x="91231" y="113483"/>
                    <a:pt x="94280" y="113160"/>
                  </a:cubicBezTo>
                  <a:lnTo>
                    <a:pt x="94280" y="113160"/>
                  </a:lnTo>
                  <a:cubicBezTo>
                    <a:pt x="96625" y="112229"/>
                    <a:pt x="99596" y="111622"/>
                    <a:pt x="101394" y="110367"/>
                  </a:cubicBezTo>
                  <a:cubicBezTo>
                    <a:pt x="103192" y="109436"/>
                    <a:pt x="102644" y="107898"/>
                    <a:pt x="104364" y="106967"/>
                  </a:cubicBezTo>
                  <a:cubicBezTo>
                    <a:pt x="104990" y="106360"/>
                    <a:pt x="108586" y="106360"/>
                    <a:pt x="108586" y="105430"/>
                  </a:cubicBezTo>
                  <a:cubicBezTo>
                    <a:pt x="107960" y="103892"/>
                    <a:pt x="104364" y="102961"/>
                    <a:pt x="103192" y="101706"/>
                  </a:cubicBezTo>
                  <a:cubicBezTo>
                    <a:pt x="102019" y="100492"/>
                    <a:pt x="101394" y="99237"/>
                    <a:pt x="101394" y="98023"/>
                  </a:cubicBezTo>
                  <a:cubicBezTo>
                    <a:pt x="102019" y="97092"/>
                    <a:pt x="103817" y="96485"/>
                    <a:pt x="104990" y="95838"/>
                  </a:cubicBezTo>
                  <a:lnTo>
                    <a:pt x="104990" y="95838"/>
                  </a:lnTo>
                  <a:cubicBezTo>
                    <a:pt x="104990" y="95554"/>
                    <a:pt x="104364" y="95231"/>
                    <a:pt x="104364" y="94907"/>
                  </a:cubicBezTo>
                  <a:cubicBezTo>
                    <a:pt x="104364" y="93976"/>
                    <a:pt x="102019" y="93045"/>
                    <a:pt x="102019" y="92114"/>
                  </a:cubicBezTo>
                  <a:cubicBezTo>
                    <a:pt x="101394" y="91224"/>
                    <a:pt x="102644" y="90293"/>
                    <a:pt x="102644" y="89362"/>
                  </a:cubicBezTo>
                  <a:cubicBezTo>
                    <a:pt x="102644" y="88755"/>
                    <a:pt x="98423" y="85355"/>
                    <a:pt x="97250" y="85032"/>
                  </a:cubicBezTo>
                  <a:cubicBezTo>
                    <a:pt x="97250" y="84424"/>
                    <a:pt x="101394" y="83494"/>
                    <a:pt x="100221" y="82563"/>
                  </a:cubicBezTo>
                  <a:cubicBezTo>
                    <a:pt x="99596" y="81632"/>
                    <a:pt x="96078" y="81632"/>
                    <a:pt x="95452" y="81025"/>
                  </a:cubicBezTo>
                  <a:cubicBezTo>
                    <a:pt x="95452" y="80377"/>
                    <a:pt x="106162" y="79446"/>
                    <a:pt x="104990" y="77301"/>
                  </a:cubicBezTo>
                  <a:cubicBezTo>
                    <a:pt x="104364" y="77301"/>
                    <a:pt x="99596" y="78232"/>
                    <a:pt x="99596" y="77625"/>
                  </a:cubicBezTo>
                  <a:cubicBezTo>
                    <a:pt x="98423" y="77301"/>
                    <a:pt x="100846" y="76047"/>
                    <a:pt x="101394" y="75763"/>
                  </a:cubicBezTo>
                  <a:cubicBezTo>
                    <a:pt x="102644" y="75156"/>
                    <a:pt x="102644" y="74225"/>
                    <a:pt x="102019" y="73578"/>
                  </a:cubicBezTo>
                  <a:cubicBezTo>
                    <a:pt x="101394" y="72971"/>
                    <a:pt x="103192" y="72647"/>
                    <a:pt x="103817" y="72040"/>
                  </a:cubicBezTo>
                  <a:cubicBezTo>
                    <a:pt x="104364" y="71716"/>
                    <a:pt x="104364" y="71109"/>
                    <a:pt x="104990" y="70785"/>
                  </a:cubicBezTo>
                  <a:cubicBezTo>
                    <a:pt x="106788" y="69571"/>
                    <a:pt x="110384" y="67102"/>
                    <a:pt x="113355" y="67102"/>
                  </a:cubicBezTo>
                  <a:cubicBezTo>
                    <a:pt x="115778" y="67102"/>
                    <a:pt x="119296" y="67709"/>
                    <a:pt x="119296" y="65848"/>
                  </a:cubicBezTo>
                  <a:cubicBezTo>
                    <a:pt x="118123" y="65848"/>
                    <a:pt x="110931" y="66779"/>
                    <a:pt x="112729" y="64634"/>
                  </a:cubicBezTo>
                  <a:cubicBezTo>
                    <a:pt x="113980" y="64026"/>
                    <a:pt x="113980" y="62165"/>
                    <a:pt x="113355" y="61234"/>
                  </a:cubicBezTo>
                  <a:cubicBezTo>
                    <a:pt x="112729" y="60586"/>
                    <a:pt x="115778" y="60303"/>
                    <a:pt x="116325" y="59979"/>
                  </a:cubicBezTo>
                  <a:cubicBezTo>
                    <a:pt x="118123" y="59696"/>
                    <a:pt x="119921" y="58441"/>
                    <a:pt x="119296" y="57510"/>
                  </a:cubicBezTo>
                  <a:lnTo>
                    <a:pt x="119296" y="57510"/>
                  </a:lnTo>
                  <a:cubicBezTo>
                    <a:pt x="115778" y="57510"/>
                    <a:pt x="113355" y="58441"/>
                    <a:pt x="110384" y="58765"/>
                  </a:cubicBezTo>
                  <a:cubicBezTo>
                    <a:pt x="108586" y="58765"/>
                    <a:pt x="107413" y="58441"/>
                    <a:pt x="105615" y="58441"/>
                  </a:cubicBezTo>
                  <a:cubicBezTo>
                    <a:pt x="103192" y="55973"/>
                    <a:pt x="96625" y="54435"/>
                    <a:pt x="93029" y="52249"/>
                  </a:cubicBezTo>
                  <a:cubicBezTo>
                    <a:pt x="91231" y="51642"/>
                    <a:pt x="89433" y="51035"/>
                    <a:pt x="87635" y="50387"/>
                  </a:cubicBezTo>
                  <a:cubicBezTo>
                    <a:pt x="85993" y="49173"/>
                    <a:pt x="83570" y="48566"/>
                    <a:pt x="85993" y="47311"/>
                  </a:cubicBezTo>
                  <a:cubicBezTo>
                    <a:pt x="87166" y="46381"/>
                    <a:pt x="88260" y="45126"/>
                    <a:pt x="90058" y="45126"/>
                  </a:cubicBezTo>
                  <a:cubicBezTo>
                    <a:pt x="93654" y="45126"/>
                    <a:pt x="93029" y="44519"/>
                    <a:pt x="94827" y="43588"/>
                  </a:cubicBezTo>
                  <a:cubicBezTo>
                    <a:pt x="96078" y="43305"/>
                    <a:pt x="97798" y="43588"/>
                    <a:pt x="99048" y="43305"/>
                  </a:cubicBezTo>
                  <a:cubicBezTo>
                    <a:pt x="101394" y="42657"/>
                    <a:pt x="103192" y="42981"/>
                    <a:pt x="105615" y="42657"/>
                  </a:cubicBezTo>
                  <a:cubicBezTo>
                    <a:pt x="108586" y="42657"/>
                    <a:pt x="110384" y="41119"/>
                    <a:pt x="110931" y="39905"/>
                  </a:cubicBezTo>
                  <a:cubicBezTo>
                    <a:pt x="113980" y="38974"/>
                    <a:pt x="113355" y="38043"/>
                    <a:pt x="113355" y="36505"/>
                  </a:cubicBezTo>
                  <a:cubicBezTo>
                    <a:pt x="113355" y="34927"/>
                    <a:pt x="111557" y="32782"/>
                    <a:pt x="108586" y="34644"/>
                  </a:cubicBezTo>
                  <a:cubicBezTo>
                    <a:pt x="107413" y="35575"/>
                    <a:pt x="105615" y="37112"/>
                    <a:pt x="103192" y="38043"/>
                  </a:cubicBezTo>
                  <a:cubicBezTo>
                    <a:pt x="102644" y="38367"/>
                    <a:pt x="97250" y="41767"/>
                    <a:pt x="98423" y="38650"/>
                  </a:cubicBezTo>
                  <a:cubicBezTo>
                    <a:pt x="99048" y="37436"/>
                    <a:pt x="100846" y="35575"/>
                    <a:pt x="97798" y="34644"/>
                  </a:cubicBezTo>
                  <a:cubicBezTo>
                    <a:pt x="97798" y="33106"/>
                    <a:pt x="101394" y="33106"/>
                    <a:pt x="101394" y="31851"/>
                  </a:cubicBezTo>
                  <a:cubicBezTo>
                    <a:pt x="102019" y="30637"/>
                    <a:pt x="103817" y="29706"/>
                    <a:pt x="105615" y="29059"/>
                  </a:cubicBezTo>
                  <a:cubicBezTo>
                    <a:pt x="106788" y="28451"/>
                    <a:pt x="104990" y="28168"/>
                    <a:pt x="104990" y="27521"/>
                  </a:cubicBezTo>
                  <a:cubicBezTo>
                    <a:pt x="104364" y="26913"/>
                    <a:pt x="106788" y="25052"/>
                    <a:pt x="107413" y="24728"/>
                  </a:cubicBezTo>
                  <a:cubicBezTo>
                    <a:pt x="108586" y="24121"/>
                    <a:pt x="107413" y="22866"/>
                    <a:pt x="108586" y="22583"/>
                  </a:cubicBezTo>
                  <a:cubicBezTo>
                    <a:pt x="109133" y="22259"/>
                    <a:pt x="110931" y="21976"/>
                    <a:pt x="110384" y="21045"/>
                  </a:cubicBezTo>
                  <a:cubicBezTo>
                    <a:pt x="109758" y="19507"/>
                    <a:pt x="115153" y="18860"/>
                    <a:pt x="117498" y="18860"/>
                  </a:cubicBezTo>
                  <a:cubicBezTo>
                    <a:pt x="117498" y="18252"/>
                    <a:pt x="115778" y="17038"/>
                    <a:pt x="113980" y="16715"/>
                  </a:cubicBezTo>
                  <a:cubicBezTo>
                    <a:pt x="110384" y="16107"/>
                    <a:pt x="111557" y="16107"/>
                    <a:pt x="110931" y="14529"/>
                  </a:cubicBezTo>
                  <a:cubicBezTo>
                    <a:pt x="109133" y="14529"/>
                    <a:pt x="106162" y="14246"/>
                    <a:pt x="104364" y="13315"/>
                  </a:cubicBezTo>
                  <a:cubicBezTo>
                    <a:pt x="102019" y="12384"/>
                    <a:pt x="102644" y="10522"/>
                    <a:pt x="99596" y="12060"/>
                  </a:cubicBezTo>
                  <a:cubicBezTo>
                    <a:pt x="98423" y="12991"/>
                    <a:pt x="97250" y="12060"/>
                    <a:pt x="96625" y="11129"/>
                  </a:cubicBezTo>
                  <a:cubicBezTo>
                    <a:pt x="94827" y="9915"/>
                    <a:pt x="93654" y="10846"/>
                    <a:pt x="94280" y="8661"/>
                  </a:cubicBezTo>
                  <a:cubicBezTo>
                    <a:pt x="95452" y="6516"/>
                    <a:pt x="91231" y="6192"/>
                    <a:pt x="97250" y="4654"/>
                  </a:cubicBezTo>
                  <a:cubicBezTo>
                    <a:pt x="99048" y="3116"/>
                    <a:pt x="97798" y="3723"/>
                    <a:pt x="95452" y="2468"/>
                  </a:cubicBezTo>
                  <a:cubicBezTo>
                    <a:pt x="95452" y="2468"/>
                    <a:pt x="95452" y="2468"/>
                    <a:pt x="95452" y="218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8" name="Shape 11118"/>
            <p:cNvSpPr/>
            <p:nvPr/>
          </p:nvSpPr>
          <p:spPr>
            <a:xfrm rot="3648446">
              <a:off x="7703638" y="4926337"/>
              <a:ext cx="69975" cy="9521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2081" y="22561"/>
                  </a:moveTo>
                  <a:lnTo>
                    <a:pt x="82081" y="22561"/>
                  </a:lnTo>
                  <a:cubicBezTo>
                    <a:pt x="74944" y="12425"/>
                    <a:pt x="64684" y="2615"/>
                    <a:pt x="51301" y="0"/>
                  </a:cubicBezTo>
                  <a:cubicBezTo>
                    <a:pt x="34349" y="0"/>
                    <a:pt x="13828" y="4904"/>
                    <a:pt x="7137" y="17329"/>
                  </a:cubicBezTo>
                  <a:cubicBezTo>
                    <a:pt x="0" y="27465"/>
                    <a:pt x="24089" y="39891"/>
                    <a:pt x="24089" y="49700"/>
                  </a:cubicBezTo>
                  <a:cubicBezTo>
                    <a:pt x="27211" y="62452"/>
                    <a:pt x="20520" y="72261"/>
                    <a:pt x="24089" y="82397"/>
                  </a:cubicBezTo>
                  <a:cubicBezTo>
                    <a:pt x="27211" y="94822"/>
                    <a:pt x="27211" y="112479"/>
                    <a:pt x="41040" y="117384"/>
                  </a:cubicBezTo>
                  <a:cubicBezTo>
                    <a:pt x="51301" y="119673"/>
                    <a:pt x="54869" y="99727"/>
                    <a:pt x="64684" y="97438"/>
                  </a:cubicBezTo>
                  <a:cubicBezTo>
                    <a:pt x="74944" y="97438"/>
                    <a:pt x="74944" y="112479"/>
                    <a:pt x="82081" y="112479"/>
                  </a:cubicBezTo>
                  <a:cubicBezTo>
                    <a:pt x="95464" y="114768"/>
                    <a:pt x="119553" y="114768"/>
                    <a:pt x="119553" y="104959"/>
                  </a:cubicBezTo>
                  <a:cubicBezTo>
                    <a:pt x="119553" y="85013"/>
                    <a:pt x="95464" y="69972"/>
                    <a:pt x="85204" y="49700"/>
                  </a:cubicBezTo>
                  <a:cubicBezTo>
                    <a:pt x="82081" y="39891"/>
                    <a:pt x="88773" y="29754"/>
                    <a:pt x="82081" y="2256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19" name="Shape 11119"/>
            <p:cNvSpPr/>
            <p:nvPr/>
          </p:nvSpPr>
          <p:spPr>
            <a:xfrm rot="3648446">
              <a:off x="7521684" y="4834145"/>
              <a:ext cx="353312" cy="41528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0558" y="31614"/>
                  </a:moveTo>
                  <a:lnTo>
                    <a:pt x="50558" y="31614"/>
                  </a:lnTo>
                  <a:cubicBezTo>
                    <a:pt x="49147" y="29286"/>
                    <a:pt x="47117" y="27033"/>
                    <a:pt x="44470" y="26433"/>
                  </a:cubicBezTo>
                  <a:cubicBezTo>
                    <a:pt x="41117" y="26433"/>
                    <a:pt x="37058" y="27559"/>
                    <a:pt x="35735" y="30413"/>
                  </a:cubicBezTo>
                  <a:cubicBezTo>
                    <a:pt x="34323" y="32740"/>
                    <a:pt x="39088" y="35594"/>
                    <a:pt x="39088" y="37847"/>
                  </a:cubicBezTo>
                  <a:cubicBezTo>
                    <a:pt x="39705" y="40775"/>
                    <a:pt x="38382" y="43028"/>
                    <a:pt x="39088" y="45356"/>
                  </a:cubicBezTo>
                  <a:cubicBezTo>
                    <a:pt x="39705" y="48210"/>
                    <a:pt x="39705" y="52265"/>
                    <a:pt x="42441" y="53391"/>
                  </a:cubicBezTo>
                  <a:cubicBezTo>
                    <a:pt x="44470" y="53917"/>
                    <a:pt x="45176" y="49336"/>
                    <a:pt x="47117" y="48811"/>
                  </a:cubicBezTo>
                  <a:cubicBezTo>
                    <a:pt x="49147" y="48811"/>
                    <a:pt x="49147" y="52265"/>
                    <a:pt x="50558" y="52265"/>
                  </a:cubicBezTo>
                  <a:cubicBezTo>
                    <a:pt x="53205" y="52790"/>
                    <a:pt x="57970" y="52790"/>
                    <a:pt x="57970" y="50538"/>
                  </a:cubicBezTo>
                  <a:cubicBezTo>
                    <a:pt x="57970" y="45957"/>
                    <a:pt x="53205" y="42503"/>
                    <a:pt x="51176" y="37847"/>
                  </a:cubicBezTo>
                  <a:cubicBezTo>
                    <a:pt x="50558" y="35594"/>
                    <a:pt x="51882" y="33266"/>
                    <a:pt x="50558" y="31614"/>
                  </a:cubicBezTo>
                  <a:close/>
                  <a:moveTo>
                    <a:pt x="11470" y="42503"/>
                  </a:moveTo>
                  <a:lnTo>
                    <a:pt x="11470" y="42503"/>
                  </a:lnTo>
                  <a:cubicBezTo>
                    <a:pt x="11470" y="40175"/>
                    <a:pt x="11470" y="37847"/>
                    <a:pt x="12088" y="35594"/>
                  </a:cubicBezTo>
                  <a:cubicBezTo>
                    <a:pt x="13500" y="34468"/>
                    <a:pt x="15441" y="33266"/>
                    <a:pt x="16852" y="32140"/>
                  </a:cubicBezTo>
                  <a:cubicBezTo>
                    <a:pt x="18176" y="29887"/>
                    <a:pt x="18882" y="27033"/>
                    <a:pt x="21529" y="25832"/>
                  </a:cubicBezTo>
                  <a:cubicBezTo>
                    <a:pt x="24882" y="24105"/>
                    <a:pt x="30264" y="27033"/>
                    <a:pt x="33705" y="25306"/>
                  </a:cubicBezTo>
                  <a:cubicBezTo>
                    <a:pt x="38382" y="22978"/>
                    <a:pt x="41735" y="18397"/>
                    <a:pt x="45176" y="14342"/>
                  </a:cubicBezTo>
                  <a:cubicBezTo>
                    <a:pt x="47117" y="12615"/>
                    <a:pt x="45794" y="8635"/>
                    <a:pt x="48529" y="8035"/>
                  </a:cubicBezTo>
                  <a:cubicBezTo>
                    <a:pt x="51882" y="7509"/>
                    <a:pt x="54529" y="12090"/>
                    <a:pt x="58588" y="11489"/>
                  </a:cubicBezTo>
                  <a:cubicBezTo>
                    <a:pt x="60617" y="10963"/>
                    <a:pt x="60617" y="7509"/>
                    <a:pt x="63352" y="6382"/>
                  </a:cubicBezTo>
                  <a:cubicBezTo>
                    <a:pt x="63970" y="5782"/>
                    <a:pt x="65382" y="6382"/>
                    <a:pt x="66000" y="6382"/>
                  </a:cubicBezTo>
                  <a:cubicBezTo>
                    <a:pt x="68029" y="5181"/>
                    <a:pt x="68735" y="3454"/>
                    <a:pt x="70058" y="2327"/>
                  </a:cubicBezTo>
                  <a:lnTo>
                    <a:pt x="70058" y="2327"/>
                  </a:lnTo>
                  <a:cubicBezTo>
                    <a:pt x="71382" y="1727"/>
                    <a:pt x="72794" y="0"/>
                    <a:pt x="74117" y="600"/>
                  </a:cubicBezTo>
                  <a:cubicBezTo>
                    <a:pt x="76764" y="1201"/>
                    <a:pt x="78176" y="3454"/>
                    <a:pt x="80205" y="4655"/>
                  </a:cubicBezTo>
                  <a:cubicBezTo>
                    <a:pt x="84882" y="7509"/>
                    <a:pt x="89647" y="9236"/>
                    <a:pt x="93705" y="12615"/>
                  </a:cubicBezTo>
                  <a:cubicBezTo>
                    <a:pt x="95029" y="13817"/>
                    <a:pt x="93705" y="15544"/>
                    <a:pt x="94323" y="17196"/>
                  </a:cubicBezTo>
                  <a:cubicBezTo>
                    <a:pt x="95647" y="19524"/>
                    <a:pt x="97676" y="21852"/>
                    <a:pt x="98382" y="24705"/>
                  </a:cubicBezTo>
                  <a:cubicBezTo>
                    <a:pt x="98382" y="27559"/>
                    <a:pt x="97058" y="30413"/>
                    <a:pt x="97676" y="32740"/>
                  </a:cubicBezTo>
                  <a:cubicBezTo>
                    <a:pt x="98382" y="34468"/>
                    <a:pt x="100411" y="35594"/>
                    <a:pt x="101029" y="36720"/>
                  </a:cubicBezTo>
                  <a:cubicBezTo>
                    <a:pt x="101735" y="39048"/>
                    <a:pt x="103058" y="41301"/>
                    <a:pt x="101735" y="43028"/>
                  </a:cubicBezTo>
                  <a:cubicBezTo>
                    <a:pt x="99705" y="45957"/>
                    <a:pt x="94323" y="46483"/>
                    <a:pt x="92294" y="49336"/>
                  </a:cubicBezTo>
                  <a:cubicBezTo>
                    <a:pt x="90264" y="52265"/>
                    <a:pt x="88941" y="55644"/>
                    <a:pt x="88941" y="59098"/>
                  </a:cubicBezTo>
                  <a:cubicBezTo>
                    <a:pt x="88941" y="61952"/>
                    <a:pt x="88941" y="65406"/>
                    <a:pt x="91676" y="67734"/>
                  </a:cubicBezTo>
                  <a:cubicBezTo>
                    <a:pt x="95029" y="69987"/>
                    <a:pt x="100411" y="69461"/>
                    <a:pt x="105088" y="70588"/>
                  </a:cubicBezTo>
                  <a:cubicBezTo>
                    <a:pt x="107823" y="71714"/>
                    <a:pt x="110470" y="72315"/>
                    <a:pt x="111882" y="74042"/>
                  </a:cubicBezTo>
                  <a:cubicBezTo>
                    <a:pt x="113205" y="75769"/>
                    <a:pt x="114529" y="78022"/>
                    <a:pt x="113911" y="79749"/>
                  </a:cubicBezTo>
                  <a:cubicBezTo>
                    <a:pt x="112500" y="82077"/>
                    <a:pt x="108441" y="82077"/>
                    <a:pt x="106411" y="84330"/>
                  </a:cubicBezTo>
                  <a:cubicBezTo>
                    <a:pt x="105088" y="86057"/>
                    <a:pt x="104470" y="88385"/>
                    <a:pt x="105088" y="90638"/>
                  </a:cubicBezTo>
                  <a:cubicBezTo>
                    <a:pt x="105088" y="92365"/>
                    <a:pt x="107823" y="92966"/>
                    <a:pt x="109852" y="94092"/>
                  </a:cubicBezTo>
                  <a:cubicBezTo>
                    <a:pt x="112500" y="95219"/>
                    <a:pt x="115941" y="95819"/>
                    <a:pt x="119294" y="96946"/>
                  </a:cubicBezTo>
                  <a:lnTo>
                    <a:pt x="119294" y="96946"/>
                  </a:lnTo>
                  <a:cubicBezTo>
                    <a:pt x="119911" y="100400"/>
                    <a:pt x="119911" y="100400"/>
                    <a:pt x="119911" y="100400"/>
                  </a:cubicBezTo>
                  <a:lnTo>
                    <a:pt x="119911" y="100400"/>
                  </a:lnTo>
                  <a:cubicBezTo>
                    <a:pt x="117882" y="102127"/>
                    <a:pt x="115235" y="103254"/>
                    <a:pt x="113911" y="105581"/>
                  </a:cubicBezTo>
                  <a:cubicBezTo>
                    <a:pt x="113205" y="106708"/>
                    <a:pt x="113911" y="107834"/>
                    <a:pt x="113911" y="109036"/>
                  </a:cubicBezTo>
                  <a:cubicBezTo>
                    <a:pt x="113911" y="111289"/>
                    <a:pt x="114529" y="113617"/>
                    <a:pt x="113205" y="115869"/>
                  </a:cubicBezTo>
                  <a:cubicBezTo>
                    <a:pt x="111882" y="117596"/>
                    <a:pt x="109852" y="118798"/>
                    <a:pt x="107823" y="119324"/>
                  </a:cubicBezTo>
                  <a:cubicBezTo>
                    <a:pt x="105088" y="119924"/>
                    <a:pt x="102441" y="118197"/>
                    <a:pt x="99705" y="118798"/>
                  </a:cubicBezTo>
                  <a:cubicBezTo>
                    <a:pt x="97676" y="118798"/>
                    <a:pt x="96352" y="119324"/>
                    <a:pt x="94323" y="119924"/>
                  </a:cubicBezTo>
                  <a:lnTo>
                    <a:pt x="94323" y="119924"/>
                  </a:lnTo>
                  <a:cubicBezTo>
                    <a:pt x="92294" y="118798"/>
                    <a:pt x="90970" y="115869"/>
                    <a:pt x="88941" y="115869"/>
                  </a:cubicBezTo>
                  <a:cubicBezTo>
                    <a:pt x="86205" y="115869"/>
                    <a:pt x="83558" y="117596"/>
                    <a:pt x="81529" y="118798"/>
                  </a:cubicBezTo>
                  <a:lnTo>
                    <a:pt x="81529" y="118798"/>
                  </a:lnTo>
                  <a:cubicBezTo>
                    <a:pt x="80823" y="117596"/>
                    <a:pt x="80205" y="115869"/>
                    <a:pt x="79500" y="114743"/>
                  </a:cubicBezTo>
                  <a:cubicBezTo>
                    <a:pt x="78794" y="113617"/>
                    <a:pt x="78176" y="113016"/>
                    <a:pt x="77470" y="112490"/>
                  </a:cubicBezTo>
                  <a:cubicBezTo>
                    <a:pt x="76147" y="110162"/>
                    <a:pt x="77470" y="107834"/>
                    <a:pt x="75441" y="106708"/>
                  </a:cubicBezTo>
                  <a:cubicBezTo>
                    <a:pt x="74117" y="105581"/>
                    <a:pt x="71382" y="106107"/>
                    <a:pt x="70058" y="107309"/>
                  </a:cubicBezTo>
                  <a:cubicBezTo>
                    <a:pt x="68735" y="107834"/>
                    <a:pt x="70058" y="109561"/>
                    <a:pt x="68735" y="110162"/>
                  </a:cubicBezTo>
                  <a:cubicBezTo>
                    <a:pt x="67411" y="111289"/>
                    <a:pt x="65382" y="110162"/>
                    <a:pt x="63970" y="111289"/>
                  </a:cubicBezTo>
                  <a:cubicBezTo>
                    <a:pt x="62647" y="112490"/>
                    <a:pt x="61323" y="114217"/>
                    <a:pt x="59911" y="115869"/>
                  </a:cubicBezTo>
                  <a:lnTo>
                    <a:pt x="59911" y="115869"/>
                  </a:lnTo>
                  <a:cubicBezTo>
                    <a:pt x="55235" y="114217"/>
                    <a:pt x="51882" y="110162"/>
                    <a:pt x="47117" y="110162"/>
                  </a:cubicBezTo>
                  <a:cubicBezTo>
                    <a:pt x="43147" y="110763"/>
                    <a:pt x="41117" y="114743"/>
                    <a:pt x="37676" y="117071"/>
                  </a:cubicBezTo>
                  <a:lnTo>
                    <a:pt x="37676" y="117071"/>
                  </a:lnTo>
                  <a:cubicBezTo>
                    <a:pt x="30970" y="114217"/>
                    <a:pt x="30970" y="114217"/>
                    <a:pt x="30970" y="114217"/>
                  </a:cubicBezTo>
                  <a:lnTo>
                    <a:pt x="30970" y="114217"/>
                  </a:lnTo>
                  <a:cubicBezTo>
                    <a:pt x="31676" y="111889"/>
                    <a:pt x="32294" y="109561"/>
                    <a:pt x="32294" y="107309"/>
                  </a:cubicBezTo>
                  <a:cubicBezTo>
                    <a:pt x="32294" y="105581"/>
                    <a:pt x="32294" y="103254"/>
                    <a:pt x="30264" y="102127"/>
                  </a:cubicBezTo>
                  <a:cubicBezTo>
                    <a:pt x="27617" y="101001"/>
                    <a:pt x="22852" y="103254"/>
                    <a:pt x="20205" y="101526"/>
                  </a:cubicBezTo>
                  <a:cubicBezTo>
                    <a:pt x="18882" y="99274"/>
                    <a:pt x="21529" y="96420"/>
                    <a:pt x="21529" y="93566"/>
                  </a:cubicBezTo>
                  <a:lnTo>
                    <a:pt x="21529" y="93566"/>
                  </a:lnTo>
                  <a:cubicBezTo>
                    <a:pt x="20911" y="91839"/>
                    <a:pt x="20205" y="90112"/>
                    <a:pt x="18882" y="88911"/>
                  </a:cubicBezTo>
                  <a:cubicBezTo>
                    <a:pt x="17470" y="86658"/>
                    <a:pt x="14117" y="85456"/>
                    <a:pt x="12794" y="83204"/>
                  </a:cubicBezTo>
                  <a:cubicBezTo>
                    <a:pt x="12088" y="82077"/>
                    <a:pt x="13500" y="80350"/>
                    <a:pt x="12088" y="79148"/>
                  </a:cubicBezTo>
                  <a:cubicBezTo>
                    <a:pt x="10764" y="77496"/>
                    <a:pt x="8735" y="76295"/>
                    <a:pt x="6705" y="75168"/>
                  </a:cubicBezTo>
                  <a:lnTo>
                    <a:pt x="6705" y="75168"/>
                  </a:lnTo>
                  <a:cubicBezTo>
                    <a:pt x="8029" y="74042"/>
                    <a:pt x="10058" y="73441"/>
                    <a:pt x="10764" y="71714"/>
                  </a:cubicBezTo>
                  <a:cubicBezTo>
                    <a:pt x="12088" y="68861"/>
                    <a:pt x="14823" y="64881"/>
                    <a:pt x="12088" y="62553"/>
                  </a:cubicBezTo>
                  <a:cubicBezTo>
                    <a:pt x="10058" y="60826"/>
                    <a:pt x="6000" y="66007"/>
                    <a:pt x="2647" y="65406"/>
                  </a:cubicBezTo>
                  <a:cubicBezTo>
                    <a:pt x="617" y="64881"/>
                    <a:pt x="0" y="62553"/>
                    <a:pt x="0" y="60826"/>
                  </a:cubicBezTo>
                  <a:cubicBezTo>
                    <a:pt x="0" y="58498"/>
                    <a:pt x="1323" y="56245"/>
                    <a:pt x="3352" y="54518"/>
                  </a:cubicBezTo>
                  <a:cubicBezTo>
                    <a:pt x="5382" y="52265"/>
                    <a:pt x="9441" y="51664"/>
                    <a:pt x="11470" y="48811"/>
                  </a:cubicBezTo>
                  <a:cubicBezTo>
                    <a:pt x="12794" y="47083"/>
                    <a:pt x="11470" y="44755"/>
                    <a:pt x="11470" y="42503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0" name="Shape 11120"/>
            <p:cNvSpPr/>
            <p:nvPr/>
          </p:nvSpPr>
          <p:spPr>
            <a:xfrm rot="3648446">
              <a:off x="7988115" y="4996036"/>
              <a:ext cx="192716" cy="1330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0760"/>
                  </a:moveTo>
                  <a:lnTo>
                    <a:pt x="0" y="10760"/>
                  </a:lnTo>
                  <a:cubicBezTo>
                    <a:pt x="2429" y="16140"/>
                    <a:pt x="6153" y="18011"/>
                    <a:pt x="8582" y="23391"/>
                  </a:cubicBezTo>
                  <a:cubicBezTo>
                    <a:pt x="11012" y="30409"/>
                    <a:pt x="9878" y="39298"/>
                    <a:pt x="13603" y="44678"/>
                  </a:cubicBezTo>
                  <a:cubicBezTo>
                    <a:pt x="16032" y="50058"/>
                    <a:pt x="20890" y="46549"/>
                    <a:pt x="23481" y="50058"/>
                  </a:cubicBezTo>
                  <a:cubicBezTo>
                    <a:pt x="24615" y="51929"/>
                    <a:pt x="23481" y="57309"/>
                    <a:pt x="24615" y="59181"/>
                  </a:cubicBezTo>
                  <a:cubicBezTo>
                    <a:pt x="28340" y="62690"/>
                    <a:pt x="33360" y="60818"/>
                    <a:pt x="34655" y="66198"/>
                  </a:cubicBezTo>
                  <a:cubicBezTo>
                    <a:pt x="35789" y="71578"/>
                    <a:pt x="29635" y="78596"/>
                    <a:pt x="32064" y="82339"/>
                  </a:cubicBezTo>
                  <a:cubicBezTo>
                    <a:pt x="37085" y="89356"/>
                    <a:pt x="48259" y="83976"/>
                    <a:pt x="51821" y="93099"/>
                  </a:cubicBezTo>
                  <a:cubicBezTo>
                    <a:pt x="53117" y="100116"/>
                    <a:pt x="39514" y="105497"/>
                    <a:pt x="41943" y="110877"/>
                  </a:cubicBezTo>
                  <a:cubicBezTo>
                    <a:pt x="45668" y="119766"/>
                    <a:pt x="55546" y="118128"/>
                    <a:pt x="61700" y="118128"/>
                  </a:cubicBezTo>
                  <a:cubicBezTo>
                    <a:pt x="69149" y="118128"/>
                    <a:pt x="76599" y="116257"/>
                    <a:pt x="84048" y="112748"/>
                  </a:cubicBezTo>
                  <a:cubicBezTo>
                    <a:pt x="86477" y="110877"/>
                    <a:pt x="86477" y="105497"/>
                    <a:pt x="87773" y="103625"/>
                  </a:cubicBezTo>
                  <a:cubicBezTo>
                    <a:pt x="90202" y="100116"/>
                    <a:pt x="93927" y="98245"/>
                    <a:pt x="97651" y="98245"/>
                  </a:cubicBezTo>
                  <a:cubicBezTo>
                    <a:pt x="98947" y="98245"/>
                    <a:pt x="100080" y="98245"/>
                    <a:pt x="101376" y="100116"/>
                  </a:cubicBezTo>
                  <a:cubicBezTo>
                    <a:pt x="102672" y="101988"/>
                    <a:pt x="101376" y="109005"/>
                    <a:pt x="103805" y="110877"/>
                  </a:cubicBezTo>
                  <a:cubicBezTo>
                    <a:pt x="105101" y="112748"/>
                    <a:pt x="108825" y="110877"/>
                    <a:pt x="111255" y="110877"/>
                  </a:cubicBezTo>
                  <a:cubicBezTo>
                    <a:pt x="113684" y="109005"/>
                    <a:pt x="117408" y="107368"/>
                    <a:pt x="119838" y="103625"/>
                  </a:cubicBezTo>
                  <a:lnTo>
                    <a:pt x="119838" y="103625"/>
                  </a:lnTo>
                  <a:cubicBezTo>
                    <a:pt x="118704" y="98245"/>
                    <a:pt x="118704" y="93099"/>
                    <a:pt x="116275" y="87719"/>
                  </a:cubicBezTo>
                  <a:cubicBezTo>
                    <a:pt x="113684" y="83976"/>
                    <a:pt x="109959" y="82339"/>
                    <a:pt x="108825" y="76959"/>
                  </a:cubicBezTo>
                  <a:cubicBezTo>
                    <a:pt x="106234" y="73450"/>
                    <a:pt x="105101" y="66198"/>
                    <a:pt x="103805" y="60818"/>
                  </a:cubicBezTo>
                  <a:cubicBezTo>
                    <a:pt x="102672" y="57309"/>
                    <a:pt x="105101" y="50058"/>
                    <a:pt x="103805" y="46549"/>
                  </a:cubicBezTo>
                  <a:cubicBezTo>
                    <a:pt x="101376" y="43040"/>
                    <a:pt x="96356" y="46549"/>
                    <a:pt x="93927" y="43040"/>
                  </a:cubicBezTo>
                  <a:cubicBezTo>
                    <a:pt x="90202" y="35789"/>
                    <a:pt x="89068" y="23391"/>
                    <a:pt x="86477" y="14269"/>
                  </a:cubicBezTo>
                  <a:lnTo>
                    <a:pt x="86477" y="14269"/>
                  </a:lnTo>
                  <a:cubicBezTo>
                    <a:pt x="82753" y="12631"/>
                    <a:pt x="80323" y="9122"/>
                    <a:pt x="76599" y="9122"/>
                  </a:cubicBezTo>
                  <a:cubicBezTo>
                    <a:pt x="74170" y="9122"/>
                    <a:pt x="74170" y="14269"/>
                    <a:pt x="72874" y="16140"/>
                  </a:cubicBezTo>
                  <a:cubicBezTo>
                    <a:pt x="70445" y="23391"/>
                    <a:pt x="71740" y="32280"/>
                    <a:pt x="66720" y="35789"/>
                  </a:cubicBezTo>
                  <a:cubicBezTo>
                    <a:pt x="65425" y="39298"/>
                    <a:pt x="64291" y="32280"/>
                    <a:pt x="62995" y="28771"/>
                  </a:cubicBezTo>
                  <a:cubicBezTo>
                    <a:pt x="61700" y="25029"/>
                    <a:pt x="62995" y="21520"/>
                    <a:pt x="61700" y="18011"/>
                  </a:cubicBezTo>
                  <a:cubicBezTo>
                    <a:pt x="60566" y="14269"/>
                    <a:pt x="59271" y="9122"/>
                    <a:pt x="56842" y="7251"/>
                  </a:cubicBezTo>
                  <a:cubicBezTo>
                    <a:pt x="45668" y="3742"/>
                    <a:pt x="34655" y="0"/>
                    <a:pt x="23481" y="1871"/>
                  </a:cubicBezTo>
                  <a:cubicBezTo>
                    <a:pt x="19757" y="1871"/>
                    <a:pt x="18461" y="9122"/>
                    <a:pt x="14736" y="10760"/>
                  </a:cubicBezTo>
                  <a:cubicBezTo>
                    <a:pt x="9878" y="12631"/>
                    <a:pt x="4858" y="10760"/>
                    <a:pt x="0" y="1076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1" name="Shape 11121"/>
            <p:cNvSpPr/>
            <p:nvPr/>
          </p:nvSpPr>
          <p:spPr>
            <a:xfrm rot="3648446">
              <a:off x="7745311" y="4862577"/>
              <a:ext cx="349870" cy="55065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2438" y="80982"/>
                  </a:moveTo>
                  <a:lnTo>
                    <a:pt x="82438" y="80982"/>
                  </a:lnTo>
                  <a:cubicBezTo>
                    <a:pt x="81100" y="80529"/>
                    <a:pt x="79048" y="82287"/>
                    <a:pt x="76996" y="81833"/>
                  </a:cubicBezTo>
                  <a:cubicBezTo>
                    <a:pt x="76282" y="81436"/>
                    <a:pt x="76996" y="79224"/>
                    <a:pt x="75568" y="79224"/>
                  </a:cubicBezTo>
                  <a:cubicBezTo>
                    <a:pt x="74230" y="78827"/>
                    <a:pt x="72892" y="80132"/>
                    <a:pt x="72178" y="80529"/>
                  </a:cubicBezTo>
                  <a:cubicBezTo>
                    <a:pt x="70126" y="81833"/>
                    <a:pt x="69501" y="83591"/>
                    <a:pt x="68074" y="84896"/>
                  </a:cubicBezTo>
                  <a:cubicBezTo>
                    <a:pt x="66736" y="85746"/>
                    <a:pt x="64684" y="85746"/>
                    <a:pt x="64059" y="87051"/>
                  </a:cubicBezTo>
                  <a:cubicBezTo>
                    <a:pt x="64059" y="88355"/>
                    <a:pt x="65397" y="89206"/>
                    <a:pt x="66736" y="90510"/>
                  </a:cubicBezTo>
                  <a:cubicBezTo>
                    <a:pt x="68074" y="91361"/>
                    <a:pt x="70126" y="91814"/>
                    <a:pt x="71553" y="92211"/>
                  </a:cubicBezTo>
                  <a:cubicBezTo>
                    <a:pt x="73605" y="93119"/>
                    <a:pt x="76282" y="94423"/>
                    <a:pt x="79048" y="94423"/>
                  </a:cubicBezTo>
                  <a:cubicBezTo>
                    <a:pt x="81100" y="94820"/>
                    <a:pt x="83776" y="93969"/>
                    <a:pt x="85115" y="92665"/>
                  </a:cubicBezTo>
                  <a:cubicBezTo>
                    <a:pt x="86542" y="91361"/>
                    <a:pt x="86542" y="89659"/>
                    <a:pt x="86542" y="87901"/>
                  </a:cubicBezTo>
                  <a:cubicBezTo>
                    <a:pt x="86542" y="86597"/>
                    <a:pt x="85828" y="85293"/>
                    <a:pt x="85115" y="83988"/>
                  </a:cubicBezTo>
                  <a:cubicBezTo>
                    <a:pt x="85115" y="82684"/>
                    <a:pt x="84490" y="81436"/>
                    <a:pt x="82438" y="80982"/>
                  </a:cubicBezTo>
                  <a:close/>
                  <a:moveTo>
                    <a:pt x="60579" y="116483"/>
                  </a:moveTo>
                  <a:lnTo>
                    <a:pt x="60579" y="116483"/>
                  </a:lnTo>
                  <a:lnTo>
                    <a:pt x="60579" y="116483"/>
                  </a:lnTo>
                  <a:cubicBezTo>
                    <a:pt x="54513" y="119943"/>
                    <a:pt x="54513" y="119943"/>
                    <a:pt x="54513" y="119943"/>
                  </a:cubicBezTo>
                  <a:lnTo>
                    <a:pt x="54513" y="119943"/>
                  </a:lnTo>
                  <a:cubicBezTo>
                    <a:pt x="51122" y="119092"/>
                    <a:pt x="47643" y="118638"/>
                    <a:pt x="44966" y="117788"/>
                  </a:cubicBezTo>
                  <a:cubicBezTo>
                    <a:pt x="42914" y="116937"/>
                    <a:pt x="40148" y="116483"/>
                    <a:pt x="40148" y="115179"/>
                  </a:cubicBezTo>
                  <a:cubicBezTo>
                    <a:pt x="39524" y="113478"/>
                    <a:pt x="40148" y="111720"/>
                    <a:pt x="41486" y="110415"/>
                  </a:cubicBezTo>
                  <a:cubicBezTo>
                    <a:pt x="43539" y="108714"/>
                    <a:pt x="47643" y="108714"/>
                    <a:pt x="49070" y="106956"/>
                  </a:cubicBezTo>
                  <a:cubicBezTo>
                    <a:pt x="49695" y="105652"/>
                    <a:pt x="48356" y="103950"/>
                    <a:pt x="47018" y="102646"/>
                  </a:cubicBezTo>
                  <a:cubicBezTo>
                    <a:pt x="45591" y="101342"/>
                    <a:pt x="42914" y="100888"/>
                    <a:pt x="40148" y="100037"/>
                  </a:cubicBezTo>
                  <a:cubicBezTo>
                    <a:pt x="35420" y="99187"/>
                    <a:pt x="29977" y="99584"/>
                    <a:pt x="26587" y="97882"/>
                  </a:cubicBezTo>
                  <a:cubicBezTo>
                    <a:pt x="23821" y="96124"/>
                    <a:pt x="23821" y="93516"/>
                    <a:pt x="23821" y="91361"/>
                  </a:cubicBezTo>
                  <a:cubicBezTo>
                    <a:pt x="23821" y="88752"/>
                    <a:pt x="25159" y="86200"/>
                    <a:pt x="27211" y="83988"/>
                  </a:cubicBezTo>
                  <a:cubicBezTo>
                    <a:pt x="29263" y="81833"/>
                    <a:pt x="34706" y="81436"/>
                    <a:pt x="36758" y="79224"/>
                  </a:cubicBezTo>
                  <a:cubicBezTo>
                    <a:pt x="38096" y="77920"/>
                    <a:pt x="36758" y="76219"/>
                    <a:pt x="36044" y="74461"/>
                  </a:cubicBezTo>
                  <a:cubicBezTo>
                    <a:pt x="35420" y="73610"/>
                    <a:pt x="33368" y="72759"/>
                    <a:pt x="32654" y="71455"/>
                  </a:cubicBezTo>
                  <a:cubicBezTo>
                    <a:pt x="32029" y="69697"/>
                    <a:pt x="33368" y="67542"/>
                    <a:pt x="33368" y="65387"/>
                  </a:cubicBezTo>
                  <a:cubicBezTo>
                    <a:pt x="32654" y="63232"/>
                    <a:pt x="30602" y="61474"/>
                    <a:pt x="29263" y="59716"/>
                  </a:cubicBezTo>
                  <a:cubicBezTo>
                    <a:pt x="28639" y="58468"/>
                    <a:pt x="29977" y="57164"/>
                    <a:pt x="28639" y="56257"/>
                  </a:cubicBezTo>
                  <a:cubicBezTo>
                    <a:pt x="24535" y="53705"/>
                    <a:pt x="19717" y="52400"/>
                    <a:pt x="14988" y="50245"/>
                  </a:cubicBezTo>
                  <a:cubicBezTo>
                    <a:pt x="12936" y="49338"/>
                    <a:pt x="11509" y="47637"/>
                    <a:pt x="8832" y="47183"/>
                  </a:cubicBezTo>
                  <a:cubicBezTo>
                    <a:pt x="7494" y="46729"/>
                    <a:pt x="6066" y="48034"/>
                    <a:pt x="4728" y="48487"/>
                  </a:cubicBezTo>
                  <a:lnTo>
                    <a:pt x="4728" y="48487"/>
                  </a:lnTo>
                  <a:cubicBezTo>
                    <a:pt x="4728" y="47637"/>
                    <a:pt x="4728" y="46729"/>
                    <a:pt x="4728" y="45879"/>
                  </a:cubicBezTo>
                  <a:cubicBezTo>
                    <a:pt x="4728" y="45425"/>
                    <a:pt x="5442" y="45028"/>
                    <a:pt x="5442" y="44120"/>
                  </a:cubicBezTo>
                  <a:cubicBezTo>
                    <a:pt x="4728" y="42419"/>
                    <a:pt x="2676" y="41115"/>
                    <a:pt x="2052" y="38960"/>
                  </a:cubicBezTo>
                  <a:cubicBezTo>
                    <a:pt x="1338" y="36805"/>
                    <a:pt x="2052" y="34650"/>
                    <a:pt x="2052" y="32041"/>
                  </a:cubicBezTo>
                  <a:cubicBezTo>
                    <a:pt x="2052" y="30737"/>
                    <a:pt x="2676" y="28979"/>
                    <a:pt x="2052" y="27674"/>
                  </a:cubicBezTo>
                  <a:cubicBezTo>
                    <a:pt x="2052" y="26370"/>
                    <a:pt x="624" y="25519"/>
                    <a:pt x="0" y="24669"/>
                  </a:cubicBezTo>
                  <a:lnTo>
                    <a:pt x="0" y="24669"/>
                  </a:lnTo>
                  <a:cubicBezTo>
                    <a:pt x="624" y="24215"/>
                    <a:pt x="2052" y="23818"/>
                    <a:pt x="2052" y="23364"/>
                  </a:cubicBezTo>
                  <a:cubicBezTo>
                    <a:pt x="3390" y="22060"/>
                    <a:pt x="5442" y="20756"/>
                    <a:pt x="5442" y="19054"/>
                  </a:cubicBezTo>
                  <a:cubicBezTo>
                    <a:pt x="4728" y="17750"/>
                    <a:pt x="2052" y="17296"/>
                    <a:pt x="624" y="16446"/>
                  </a:cubicBezTo>
                  <a:lnTo>
                    <a:pt x="624" y="16446"/>
                  </a:lnTo>
                  <a:cubicBezTo>
                    <a:pt x="2052" y="15141"/>
                    <a:pt x="4728" y="13837"/>
                    <a:pt x="5442" y="12533"/>
                  </a:cubicBezTo>
                  <a:cubicBezTo>
                    <a:pt x="6780" y="10775"/>
                    <a:pt x="6066" y="9073"/>
                    <a:pt x="6780" y="7315"/>
                  </a:cubicBezTo>
                  <a:cubicBezTo>
                    <a:pt x="6780" y="6465"/>
                    <a:pt x="8118" y="5614"/>
                    <a:pt x="8832" y="4310"/>
                  </a:cubicBezTo>
                  <a:lnTo>
                    <a:pt x="8832" y="4310"/>
                  </a:lnTo>
                  <a:cubicBezTo>
                    <a:pt x="10884" y="4310"/>
                    <a:pt x="12936" y="5160"/>
                    <a:pt x="14275" y="4310"/>
                  </a:cubicBezTo>
                  <a:cubicBezTo>
                    <a:pt x="15613" y="3856"/>
                    <a:pt x="14275" y="2551"/>
                    <a:pt x="14275" y="2155"/>
                  </a:cubicBezTo>
                  <a:cubicBezTo>
                    <a:pt x="14988" y="1247"/>
                    <a:pt x="15613" y="396"/>
                    <a:pt x="16327" y="0"/>
                  </a:cubicBezTo>
                  <a:lnTo>
                    <a:pt x="16327" y="0"/>
                  </a:lnTo>
                  <a:cubicBezTo>
                    <a:pt x="17665" y="0"/>
                    <a:pt x="18379" y="396"/>
                    <a:pt x="19717" y="850"/>
                  </a:cubicBezTo>
                  <a:lnTo>
                    <a:pt x="21769" y="0"/>
                  </a:lnTo>
                  <a:cubicBezTo>
                    <a:pt x="21769" y="396"/>
                    <a:pt x="25873" y="2551"/>
                    <a:pt x="25873" y="2551"/>
                  </a:cubicBezTo>
                  <a:cubicBezTo>
                    <a:pt x="27211" y="2551"/>
                    <a:pt x="27925" y="2551"/>
                    <a:pt x="29263" y="2551"/>
                  </a:cubicBezTo>
                  <a:lnTo>
                    <a:pt x="29263" y="2551"/>
                  </a:lnTo>
                  <a:cubicBezTo>
                    <a:pt x="29977" y="3459"/>
                    <a:pt x="31315" y="4310"/>
                    <a:pt x="32029" y="5160"/>
                  </a:cubicBezTo>
                  <a:cubicBezTo>
                    <a:pt x="32654" y="6465"/>
                    <a:pt x="32029" y="7315"/>
                    <a:pt x="32029" y="8620"/>
                  </a:cubicBezTo>
                  <a:lnTo>
                    <a:pt x="32029" y="8620"/>
                  </a:lnTo>
                  <a:cubicBezTo>
                    <a:pt x="33368" y="9924"/>
                    <a:pt x="35420" y="10378"/>
                    <a:pt x="36758" y="11682"/>
                  </a:cubicBezTo>
                  <a:cubicBezTo>
                    <a:pt x="38096" y="13383"/>
                    <a:pt x="37472" y="15538"/>
                    <a:pt x="39524" y="16843"/>
                  </a:cubicBezTo>
                  <a:cubicBezTo>
                    <a:pt x="40862" y="18147"/>
                    <a:pt x="43539" y="17296"/>
                    <a:pt x="44966" y="18147"/>
                  </a:cubicBezTo>
                  <a:cubicBezTo>
                    <a:pt x="45591" y="18601"/>
                    <a:pt x="44966" y="19905"/>
                    <a:pt x="45591" y="20359"/>
                  </a:cubicBezTo>
                  <a:cubicBezTo>
                    <a:pt x="47643" y="21209"/>
                    <a:pt x="50408" y="20756"/>
                    <a:pt x="51122" y="22060"/>
                  </a:cubicBezTo>
                  <a:cubicBezTo>
                    <a:pt x="51747" y="23364"/>
                    <a:pt x="48356" y="25066"/>
                    <a:pt x="49695" y="25973"/>
                  </a:cubicBezTo>
                  <a:cubicBezTo>
                    <a:pt x="52460" y="27674"/>
                    <a:pt x="58617" y="26370"/>
                    <a:pt x="60579" y="28582"/>
                  </a:cubicBezTo>
                  <a:cubicBezTo>
                    <a:pt x="61293" y="30283"/>
                    <a:pt x="53799" y="31587"/>
                    <a:pt x="55137" y="32892"/>
                  </a:cubicBezTo>
                  <a:cubicBezTo>
                    <a:pt x="57189" y="35047"/>
                    <a:pt x="62631" y="34650"/>
                    <a:pt x="66022" y="34650"/>
                  </a:cubicBezTo>
                  <a:cubicBezTo>
                    <a:pt x="70126" y="34650"/>
                    <a:pt x="74230" y="34196"/>
                    <a:pt x="78334" y="33345"/>
                  </a:cubicBezTo>
                  <a:cubicBezTo>
                    <a:pt x="79672" y="32892"/>
                    <a:pt x="79672" y="31587"/>
                    <a:pt x="80386" y="31134"/>
                  </a:cubicBezTo>
                  <a:cubicBezTo>
                    <a:pt x="81724" y="30283"/>
                    <a:pt x="83776" y="29829"/>
                    <a:pt x="85828" y="29829"/>
                  </a:cubicBezTo>
                  <a:cubicBezTo>
                    <a:pt x="86542" y="29829"/>
                    <a:pt x="87167" y="29829"/>
                    <a:pt x="87881" y="30283"/>
                  </a:cubicBezTo>
                  <a:cubicBezTo>
                    <a:pt x="88594" y="30737"/>
                    <a:pt x="87881" y="32438"/>
                    <a:pt x="89219" y="32892"/>
                  </a:cubicBezTo>
                  <a:cubicBezTo>
                    <a:pt x="89933" y="33345"/>
                    <a:pt x="91985" y="32892"/>
                    <a:pt x="93323" y="32892"/>
                  </a:cubicBezTo>
                  <a:cubicBezTo>
                    <a:pt x="94661" y="32438"/>
                    <a:pt x="96713" y="32041"/>
                    <a:pt x="98052" y="31134"/>
                  </a:cubicBezTo>
                  <a:lnTo>
                    <a:pt x="98052" y="31134"/>
                  </a:lnTo>
                  <a:cubicBezTo>
                    <a:pt x="100104" y="31134"/>
                    <a:pt x="102156" y="30737"/>
                    <a:pt x="103583" y="31134"/>
                  </a:cubicBezTo>
                  <a:cubicBezTo>
                    <a:pt x="104208" y="32041"/>
                    <a:pt x="102869" y="33345"/>
                    <a:pt x="103583" y="34196"/>
                  </a:cubicBezTo>
                  <a:cubicBezTo>
                    <a:pt x="104921" y="35047"/>
                    <a:pt x="106973" y="35500"/>
                    <a:pt x="109026" y="35500"/>
                  </a:cubicBezTo>
                  <a:cubicBezTo>
                    <a:pt x="111078" y="35500"/>
                    <a:pt x="113130" y="35047"/>
                    <a:pt x="115806" y="34650"/>
                  </a:cubicBezTo>
                  <a:lnTo>
                    <a:pt x="115806" y="34650"/>
                  </a:lnTo>
                  <a:cubicBezTo>
                    <a:pt x="116520" y="35500"/>
                    <a:pt x="118572" y="35500"/>
                    <a:pt x="119197" y="36351"/>
                  </a:cubicBezTo>
                  <a:cubicBezTo>
                    <a:pt x="119910" y="38109"/>
                    <a:pt x="119910" y="39810"/>
                    <a:pt x="118572" y="41115"/>
                  </a:cubicBezTo>
                  <a:cubicBezTo>
                    <a:pt x="117858" y="41965"/>
                    <a:pt x="115092" y="40661"/>
                    <a:pt x="114468" y="41568"/>
                  </a:cubicBezTo>
                  <a:cubicBezTo>
                    <a:pt x="113130" y="44574"/>
                    <a:pt x="115092" y="48034"/>
                    <a:pt x="114468" y="51096"/>
                  </a:cubicBezTo>
                  <a:cubicBezTo>
                    <a:pt x="113754" y="52400"/>
                    <a:pt x="112416" y="53251"/>
                    <a:pt x="111078" y="54102"/>
                  </a:cubicBezTo>
                  <a:cubicBezTo>
                    <a:pt x="107687" y="55406"/>
                    <a:pt x="101531" y="55009"/>
                    <a:pt x="99479" y="57561"/>
                  </a:cubicBezTo>
                  <a:cubicBezTo>
                    <a:pt x="97427" y="60170"/>
                    <a:pt x="101531" y="63232"/>
                    <a:pt x="100104" y="66238"/>
                  </a:cubicBezTo>
                  <a:cubicBezTo>
                    <a:pt x="100104" y="67996"/>
                    <a:pt x="96713" y="68393"/>
                    <a:pt x="96089" y="69697"/>
                  </a:cubicBezTo>
                  <a:cubicBezTo>
                    <a:pt x="95375" y="71852"/>
                    <a:pt x="96089" y="74064"/>
                    <a:pt x="96713" y="76219"/>
                  </a:cubicBezTo>
                  <a:cubicBezTo>
                    <a:pt x="98052" y="80982"/>
                    <a:pt x="102869" y="85293"/>
                    <a:pt x="102869" y="90056"/>
                  </a:cubicBezTo>
                  <a:cubicBezTo>
                    <a:pt x="102869" y="92211"/>
                    <a:pt x="98765" y="93516"/>
                    <a:pt x="96713" y="95727"/>
                  </a:cubicBezTo>
                  <a:lnTo>
                    <a:pt x="96713" y="95727"/>
                  </a:lnTo>
                  <a:cubicBezTo>
                    <a:pt x="93323" y="96124"/>
                    <a:pt x="89933" y="95727"/>
                    <a:pt x="86542" y="96578"/>
                  </a:cubicBezTo>
                  <a:cubicBezTo>
                    <a:pt x="84490" y="97429"/>
                    <a:pt x="83152" y="98733"/>
                    <a:pt x="81724" y="100037"/>
                  </a:cubicBezTo>
                  <a:cubicBezTo>
                    <a:pt x="80386" y="101342"/>
                    <a:pt x="79672" y="103043"/>
                    <a:pt x="78334" y="103950"/>
                  </a:cubicBezTo>
                  <a:cubicBezTo>
                    <a:pt x="76996" y="104801"/>
                    <a:pt x="74944" y="105255"/>
                    <a:pt x="74230" y="106105"/>
                  </a:cubicBezTo>
                  <a:cubicBezTo>
                    <a:pt x="72178" y="107410"/>
                    <a:pt x="72892" y="110018"/>
                    <a:pt x="70126" y="111266"/>
                  </a:cubicBezTo>
                  <a:cubicBezTo>
                    <a:pt x="68788" y="111720"/>
                    <a:pt x="66022" y="110415"/>
                    <a:pt x="63345" y="110415"/>
                  </a:cubicBezTo>
                  <a:cubicBezTo>
                    <a:pt x="62007" y="110869"/>
                    <a:pt x="59955" y="110869"/>
                    <a:pt x="59241" y="111720"/>
                  </a:cubicBezTo>
                  <a:cubicBezTo>
                    <a:pt x="58617" y="113024"/>
                    <a:pt x="59955" y="114782"/>
                    <a:pt x="60579" y="116483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2" name="Shape 11122"/>
            <p:cNvSpPr/>
            <p:nvPr/>
          </p:nvSpPr>
          <p:spPr>
            <a:xfrm rot="3648446">
              <a:off x="7800655" y="5199676"/>
              <a:ext cx="65386" cy="734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7707" y="16113"/>
                  </a:moveTo>
                  <a:lnTo>
                    <a:pt x="97707" y="16113"/>
                  </a:lnTo>
                  <a:cubicBezTo>
                    <a:pt x="90592" y="12720"/>
                    <a:pt x="79683" y="25865"/>
                    <a:pt x="68774" y="22473"/>
                  </a:cubicBezTo>
                  <a:cubicBezTo>
                    <a:pt x="64980" y="19505"/>
                    <a:pt x="68774" y="2968"/>
                    <a:pt x="61185" y="2968"/>
                  </a:cubicBezTo>
                  <a:cubicBezTo>
                    <a:pt x="54071" y="0"/>
                    <a:pt x="46956" y="9752"/>
                    <a:pt x="43162" y="12720"/>
                  </a:cubicBezTo>
                  <a:cubicBezTo>
                    <a:pt x="32252" y="22473"/>
                    <a:pt x="28932" y="35618"/>
                    <a:pt x="21343" y="45371"/>
                  </a:cubicBezTo>
                  <a:cubicBezTo>
                    <a:pt x="14229" y="51731"/>
                    <a:pt x="3320" y="51731"/>
                    <a:pt x="0" y="61484"/>
                  </a:cubicBezTo>
                  <a:cubicBezTo>
                    <a:pt x="0" y="71236"/>
                    <a:pt x="7114" y="77597"/>
                    <a:pt x="14229" y="87349"/>
                  </a:cubicBezTo>
                  <a:cubicBezTo>
                    <a:pt x="21343" y="93710"/>
                    <a:pt x="32252" y="97102"/>
                    <a:pt x="39841" y="100070"/>
                  </a:cubicBezTo>
                  <a:cubicBezTo>
                    <a:pt x="50750" y="106855"/>
                    <a:pt x="64980" y="116607"/>
                    <a:pt x="79683" y="116607"/>
                  </a:cubicBezTo>
                  <a:cubicBezTo>
                    <a:pt x="90592" y="119575"/>
                    <a:pt x="104822" y="113215"/>
                    <a:pt x="111936" y="103462"/>
                  </a:cubicBezTo>
                  <a:cubicBezTo>
                    <a:pt x="119525" y="93710"/>
                    <a:pt x="119525" y="80989"/>
                    <a:pt x="119525" y="67844"/>
                  </a:cubicBezTo>
                  <a:cubicBezTo>
                    <a:pt x="119525" y="58091"/>
                    <a:pt x="115731" y="48339"/>
                    <a:pt x="111936" y="38586"/>
                  </a:cubicBezTo>
                  <a:cubicBezTo>
                    <a:pt x="111936" y="28833"/>
                    <a:pt x="108616" y="19505"/>
                    <a:pt x="97707" y="1611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3" name="Shape 11123"/>
            <p:cNvSpPr/>
            <p:nvPr/>
          </p:nvSpPr>
          <p:spPr>
            <a:xfrm rot="3648446">
              <a:off x="7575137" y="5219317"/>
              <a:ext cx="363636" cy="3980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442" y="64162"/>
                  </a:moveTo>
                  <a:lnTo>
                    <a:pt x="69442" y="64162"/>
                  </a:lnTo>
                  <a:cubicBezTo>
                    <a:pt x="67467" y="63534"/>
                    <a:pt x="64206" y="64790"/>
                    <a:pt x="62231" y="64162"/>
                  </a:cubicBezTo>
                  <a:cubicBezTo>
                    <a:pt x="60257" y="63534"/>
                    <a:pt x="60257" y="58743"/>
                    <a:pt x="58283" y="60000"/>
                  </a:cubicBezTo>
                  <a:cubicBezTo>
                    <a:pt x="55708" y="61727"/>
                    <a:pt x="56394" y="65968"/>
                    <a:pt x="54420" y="68952"/>
                  </a:cubicBezTo>
                  <a:cubicBezTo>
                    <a:pt x="53733" y="70130"/>
                    <a:pt x="50472" y="69581"/>
                    <a:pt x="51158" y="70759"/>
                  </a:cubicBezTo>
                  <a:cubicBezTo>
                    <a:pt x="51759" y="72565"/>
                    <a:pt x="54420" y="73193"/>
                    <a:pt x="56394" y="74371"/>
                  </a:cubicBezTo>
                  <a:cubicBezTo>
                    <a:pt x="56394" y="74371"/>
                    <a:pt x="57682" y="79790"/>
                    <a:pt x="57682" y="80340"/>
                  </a:cubicBezTo>
                  <a:cubicBezTo>
                    <a:pt x="57682" y="80968"/>
                    <a:pt x="63519" y="80340"/>
                    <a:pt x="63519" y="80340"/>
                  </a:cubicBezTo>
                  <a:cubicBezTo>
                    <a:pt x="63519" y="80340"/>
                    <a:pt x="64892" y="76178"/>
                    <a:pt x="66180" y="76178"/>
                  </a:cubicBezTo>
                  <a:cubicBezTo>
                    <a:pt x="66866" y="76178"/>
                    <a:pt x="72103" y="72565"/>
                    <a:pt x="72103" y="72565"/>
                  </a:cubicBezTo>
                  <a:cubicBezTo>
                    <a:pt x="71416" y="70759"/>
                    <a:pt x="72103" y="68952"/>
                    <a:pt x="71416" y="67146"/>
                  </a:cubicBezTo>
                  <a:cubicBezTo>
                    <a:pt x="70815" y="65968"/>
                    <a:pt x="70815" y="64790"/>
                    <a:pt x="69442" y="64162"/>
                  </a:cubicBezTo>
                  <a:close/>
                  <a:moveTo>
                    <a:pt x="0" y="58743"/>
                  </a:moveTo>
                  <a:lnTo>
                    <a:pt x="0" y="58743"/>
                  </a:lnTo>
                  <a:cubicBezTo>
                    <a:pt x="5836" y="53952"/>
                    <a:pt x="5836" y="53952"/>
                    <a:pt x="5836" y="53952"/>
                  </a:cubicBezTo>
                  <a:lnTo>
                    <a:pt x="5836" y="53952"/>
                  </a:lnTo>
                  <a:cubicBezTo>
                    <a:pt x="5236" y="51596"/>
                    <a:pt x="3948" y="49162"/>
                    <a:pt x="4549" y="47356"/>
                  </a:cubicBezTo>
                  <a:cubicBezTo>
                    <a:pt x="5236" y="46178"/>
                    <a:pt x="7210" y="46178"/>
                    <a:pt x="8497" y="45549"/>
                  </a:cubicBezTo>
                  <a:cubicBezTo>
                    <a:pt x="11072" y="45549"/>
                    <a:pt x="13733" y="47356"/>
                    <a:pt x="15021" y="46727"/>
                  </a:cubicBezTo>
                  <a:cubicBezTo>
                    <a:pt x="17682" y="45000"/>
                    <a:pt x="16995" y="41387"/>
                    <a:pt x="18969" y="39581"/>
                  </a:cubicBezTo>
                  <a:cubicBezTo>
                    <a:pt x="19656" y="38403"/>
                    <a:pt x="21630" y="37774"/>
                    <a:pt x="22918" y="36596"/>
                  </a:cubicBezTo>
                  <a:cubicBezTo>
                    <a:pt x="24206" y="35340"/>
                    <a:pt x="24892" y="32984"/>
                    <a:pt x="26180" y="31178"/>
                  </a:cubicBezTo>
                  <a:cubicBezTo>
                    <a:pt x="27553" y="29371"/>
                    <a:pt x="28841" y="27565"/>
                    <a:pt x="30815" y="26387"/>
                  </a:cubicBezTo>
                  <a:cubicBezTo>
                    <a:pt x="34077" y="25209"/>
                    <a:pt x="37339" y="25759"/>
                    <a:pt x="40600" y="25209"/>
                  </a:cubicBezTo>
                  <a:lnTo>
                    <a:pt x="40600" y="25209"/>
                  </a:lnTo>
                  <a:cubicBezTo>
                    <a:pt x="41287" y="29371"/>
                    <a:pt x="40000" y="34162"/>
                    <a:pt x="42575" y="37774"/>
                  </a:cubicBezTo>
                  <a:cubicBezTo>
                    <a:pt x="44549" y="40130"/>
                    <a:pt x="48497" y="40130"/>
                    <a:pt x="51158" y="39581"/>
                  </a:cubicBezTo>
                  <a:cubicBezTo>
                    <a:pt x="53733" y="38952"/>
                    <a:pt x="55708" y="36596"/>
                    <a:pt x="58283" y="35968"/>
                  </a:cubicBezTo>
                  <a:cubicBezTo>
                    <a:pt x="60944" y="34790"/>
                    <a:pt x="62918" y="33612"/>
                    <a:pt x="65493" y="32984"/>
                  </a:cubicBezTo>
                  <a:cubicBezTo>
                    <a:pt x="68154" y="32984"/>
                    <a:pt x="70128" y="33612"/>
                    <a:pt x="72103" y="33612"/>
                  </a:cubicBezTo>
                  <a:cubicBezTo>
                    <a:pt x="74763" y="33612"/>
                    <a:pt x="78025" y="34162"/>
                    <a:pt x="80000" y="32984"/>
                  </a:cubicBezTo>
                  <a:cubicBezTo>
                    <a:pt x="82575" y="30549"/>
                    <a:pt x="83261" y="26937"/>
                    <a:pt x="84549" y="24581"/>
                  </a:cubicBezTo>
                  <a:cubicBezTo>
                    <a:pt x="85836" y="22774"/>
                    <a:pt x="86523" y="20968"/>
                    <a:pt x="87811" y="19162"/>
                  </a:cubicBezTo>
                  <a:cubicBezTo>
                    <a:pt x="89098" y="17984"/>
                    <a:pt x="91072" y="17356"/>
                    <a:pt x="92446" y="16178"/>
                  </a:cubicBezTo>
                  <a:cubicBezTo>
                    <a:pt x="95021" y="13193"/>
                    <a:pt x="95021" y="8952"/>
                    <a:pt x="97682" y="5968"/>
                  </a:cubicBezTo>
                  <a:cubicBezTo>
                    <a:pt x="98969" y="3612"/>
                    <a:pt x="101630" y="1806"/>
                    <a:pt x="103605" y="0"/>
                  </a:cubicBezTo>
                  <a:lnTo>
                    <a:pt x="103605" y="0"/>
                  </a:lnTo>
                  <a:cubicBezTo>
                    <a:pt x="104892" y="1806"/>
                    <a:pt x="105493" y="4162"/>
                    <a:pt x="106180" y="5968"/>
                  </a:cubicBezTo>
                  <a:cubicBezTo>
                    <a:pt x="106180" y="5968"/>
                    <a:pt x="104892" y="14371"/>
                    <a:pt x="104892" y="15000"/>
                  </a:cubicBezTo>
                  <a:cubicBezTo>
                    <a:pt x="105493" y="15549"/>
                    <a:pt x="110128" y="22774"/>
                    <a:pt x="110128" y="22774"/>
                  </a:cubicBezTo>
                  <a:cubicBezTo>
                    <a:pt x="112703" y="26387"/>
                    <a:pt x="116051" y="30000"/>
                    <a:pt x="117339" y="34162"/>
                  </a:cubicBezTo>
                  <a:cubicBezTo>
                    <a:pt x="119313" y="37146"/>
                    <a:pt x="119313" y="40759"/>
                    <a:pt x="119914" y="44371"/>
                  </a:cubicBezTo>
                  <a:lnTo>
                    <a:pt x="119914" y="44371"/>
                  </a:lnTo>
                  <a:cubicBezTo>
                    <a:pt x="116652" y="46178"/>
                    <a:pt x="113390" y="47984"/>
                    <a:pt x="109442" y="49790"/>
                  </a:cubicBezTo>
                  <a:cubicBezTo>
                    <a:pt x="109442" y="49790"/>
                    <a:pt x="104892" y="47984"/>
                    <a:pt x="104206" y="48534"/>
                  </a:cubicBezTo>
                  <a:cubicBezTo>
                    <a:pt x="104206" y="49162"/>
                    <a:pt x="100944" y="52774"/>
                    <a:pt x="100944" y="52774"/>
                  </a:cubicBezTo>
                  <a:cubicBezTo>
                    <a:pt x="102918" y="55209"/>
                    <a:pt x="105493" y="56937"/>
                    <a:pt x="105493" y="59371"/>
                  </a:cubicBezTo>
                  <a:cubicBezTo>
                    <a:pt x="106180" y="62356"/>
                    <a:pt x="104892" y="65340"/>
                    <a:pt x="104206" y="68324"/>
                  </a:cubicBezTo>
                  <a:cubicBezTo>
                    <a:pt x="103605" y="70759"/>
                    <a:pt x="101630" y="73743"/>
                    <a:pt x="102231" y="76806"/>
                  </a:cubicBezTo>
                  <a:cubicBezTo>
                    <a:pt x="102231" y="77984"/>
                    <a:pt x="104892" y="76806"/>
                    <a:pt x="106180" y="77984"/>
                  </a:cubicBezTo>
                  <a:cubicBezTo>
                    <a:pt x="108154" y="80340"/>
                    <a:pt x="109442" y="83324"/>
                    <a:pt x="111416" y="85759"/>
                  </a:cubicBezTo>
                  <a:cubicBezTo>
                    <a:pt x="113390" y="87565"/>
                    <a:pt x="114678" y="89371"/>
                    <a:pt x="116652" y="91178"/>
                  </a:cubicBezTo>
                  <a:lnTo>
                    <a:pt x="116652" y="91178"/>
                  </a:lnTo>
                  <a:cubicBezTo>
                    <a:pt x="114077" y="92356"/>
                    <a:pt x="112103" y="94790"/>
                    <a:pt x="110128" y="94162"/>
                  </a:cubicBezTo>
                  <a:cubicBezTo>
                    <a:pt x="104892" y="94162"/>
                    <a:pt x="100257" y="88743"/>
                    <a:pt x="96394" y="91178"/>
                  </a:cubicBezTo>
                  <a:cubicBezTo>
                    <a:pt x="92446" y="92984"/>
                    <a:pt x="96995" y="100759"/>
                    <a:pt x="93733" y="103743"/>
                  </a:cubicBezTo>
                  <a:cubicBezTo>
                    <a:pt x="91072" y="106178"/>
                    <a:pt x="86523" y="101937"/>
                    <a:pt x="82575" y="102565"/>
                  </a:cubicBezTo>
                  <a:cubicBezTo>
                    <a:pt x="80000" y="103193"/>
                    <a:pt x="76652" y="104921"/>
                    <a:pt x="74763" y="107356"/>
                  </a:cubicBezTo>
                  <a:cubicBezTo>
                    <a:pt x="74077" y="109162"/>
                    <a:pt x="76051" y="112146"/>
                    <a:pt x="74077" y="113324"/>
                  </a:cubicBezTo>
                  <a:cubicBezTo>
                    <a:pt x="72789" y="114581"/>
                    <a:pt x="70128" y="110968"/>
                    <a:pt x="68841" y="111518"/>
                  </a:cubicBezTo>
                  <a:cubicBezTo>
                    <a:pt x="65493" y="112774"/>
                    <a:pt x="65493" y="116937"/>
                    <a:pt x="62918" y="118193"/>
                  </a:cubicBezTo>
                  <a:cubicBezTo>
                    <a:pt x="60257" y="119921"/>
                    <a:pt x="56995" y="119371"/>
                    <a:pt x="53733" y="119921"/>
                  </a:cubicBezTo>
                  <a:lnTo>
                    <a:pt x="53733" y="119921"/>
                  </a:lnTo>
                  <a:cubicBezTo>
                    <a:pt x="48497" y="113324"/>
                    <a:pt x="44549" y="105549"/>
                    <a:pt x="38025" y="99581"/>
                  </a:cubicBezTo>
                  <a:cubicBezTo>
                    <a:pt x="32103" y="94790"/>
                    <a:pt x="24206" y="92984"/>
                    <a:pt x="17682" y="88743"/>
                  </a:cubicBezTo>
                  <a:cubicBezTo>
                    <a:pt x="13047" y="85759"/>
                    <a:pt x="9184" y="83324"/>
                    <a:pt x="5836" y="79790"/>
                  </a:cubicBezTo>
                  <a:cubicBezTo>
                    <a:pt x="4549" y="78534"/>
                    <a:pt x="5236" y="76806"/>
                    <a:pt x="5236" y="75549"/>
                  </a:cubicBezTo>
                  <a:cubicBezTo>
                    <a:pt x="4549" y="74371"/>
                    <a:pt x="3948" y="73193"/>
                    <a:pt x="3948" y="71937"/>
                  </a:cubicBezTo>
                  <a:cubicBezTo>
                    <a:pt x="4549" y="71387"/>
                    <a:pt x="6523" y="71387"/>
                    <a:pt x="6523" y="70759"/>
                  </a:cubicBezTo>
                  <a:cubicBezTo>
                    <a:pt x="7210" y="69581"/>
                    <a:pt x="7210" y="68324"/>
                    <a:pt x="6523" y="67774"/>
                  </a:cubicBezTo>
                  <a:cubicBezTo>
                    <a:pt x="5236" y="65340"/>
                    <a:pt x="2575" y="64162"/>
                    <a:pt x="600" y="62356"/>
                  </a:cubicBezTo>
                  <a:lnTo>
                    <a:pt x="600" y="62356"/>
                  </a:lnTo>
                  <a:cubicBezTo>
                    <a:pt x="0" y="58743"/>
                    <a:pt x="0" y="58743"/>
                    <a:pt x="0" y="58743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4" name="Shape 11124"/>
            <p:cNvSpPr/>
            <p:nvPr/>
          </p:nvSpPr>
          <p:spPr>
            <a:xfrm rot="3648446">
              <a:off x="7697398" y="5400595"/>
              <a:ext cx="65385" cy="734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822" y="29154"/>
                  </a:moveTo>
                  <a:lnTo>
                    <a:pt x="104822" y="29154"/>
                  </a:lnTo>
                  <a:cubicBezTo>
                    <a:pt x="93913" y="25774"/>
                    <a:pt x="75889" y="32535"/>
                    <a:pt x="64980" y="29154"/>
                  </a:cubicBezTo>
                  <a:cubicBezTo>
                    <a:pt x="54071" y="25774"/>
                    <a:pt x="54071" y="0"/>
                    <a:pt x="43162" y="6760"/>
                  </a:cubicBezTo>
                  <a:cubicBezTo>
                    <a:pt x="28932" y="16056"/>
                    <a:pt x="32727" y="38873"/>
                    <a:pt x="21818" y="54929"/>
                  </a:cubicBezTo>
                  <a:cubicBezTo>
                    <a:pt x="18023" y="61267"/>
                    <a:pt x="0" y="58309"/>
                    <a:pt x="3794" y="64647"/>
                  </a:cubicBezTo>
                  <a:cubicBezTo>
                    <a:pt x="7114" y="74366"/>
                    <a:pt x="21818" y="77746"/>
                    <a:pt x="32727" y="84084"/>
                  </a:cubicBezTo>
                  <a:cubicBezTo>
                    <a:pt x="32727" y="84084"/>
                    <a:pt x="39841" y="113239"/>
                    <a:pt x="39841" y="116197"/>
                  </a:cubicBezTo>
                  <a:cubicBezTo>
                    <a:pt x="39841" y="119577"/>
                    <a:pt x="72094" y="116197"/>
                    <a:pt x="72094" y="116197"/>
                  </a:cubicBezTo>
                  <a:cubicBezTo>
                    <a:pt x="72094" y="116197"/>
                    <a:pt x="79683" y="93802"/>
                    <a:pt x="86798" y="93802"/>
                  </a:cubicBezTo>
                  <a:cubicBezTo>
                    <a:pt x="90592" y="93802"/>
                    <a:pt x="119525" y="74366"/>
                    <a:pt x="119525" y="74366"/>
                  </a:cubicBezTo>
                  <a:cubicBezTo>
                    <a:pt x="115731" y="64647"/>
                    <a:pt x="119525" y="54929"/>
                    <a:pt x="115731" y="45211"/>
                  </a:cubicBezTo>
                  <a:cubicBezTo>
                    <a:pt x="112411" y="38873"/>
                    <a:pt x="112411" y="32535"/>
                    <a:pt x="104822" y="2915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5" name="Shape 11125"/>
            <p:cNvSpPr/>
            <p:nvPr/>
          </p:nvSpPr>
          <p:spPr>
            <a:xfrm rot="3648446">
              <a:off x="7915712" y="5106071"/>
              <a:ext cx="271866" cy="46346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601" y="82853"/>
                  </a:moveTo>
                  <a:lnTo>
                    <a:pt x="30601" y="82853"/>
                  </a:lnTo>
                  <a:cubicBezTo>
                    <a:pt x="27965" y="81370"/>
                    <a:pt x="23610" y="80292"/>
                    <a:pt x="20974" y="81370"/>
                  </a:cubicBezTo>
                  <a:cubicBezTo>
                    <a:pt x="18338" y="81842"/>
                    <a:pt x="20974" y="84943"/>
                    <a:pt x="20171" y="86494"/>
                  </a:cubicBezTo>
                  <a:cubicBezTo>
                    <a:pt x="19255" y="87033"/>
                    <a:pt x="15816" y="86494"/>
                    <a:pt x="14899" y="87505"/>
                  </a:cubicBezTo>
                  <a:cubicBezTo>
                    <a:pt x="13982" y="89056"/>
                    <a:pt x="13982" y="90606"/>
                    <a:pt x="14899" y="91617"/>
                  </a:cubicBezTo>
                  <a:cubicBezTo>
                    <a:pt x="16618" y="93168"/>
                    <a:pt x="20974" y="93707"/>
                    <a:pt x="22808" y="95258"/>
                  </a:cubicBezTo>
                  <a:cubicBezTo>
                    <a:pt x="23610" y="95797"/>
                    <a:pt x="25329" y="96808"/>
                    <a:pt x="24527" y="97820"/>
                  </a:cubicBezTo>
                  <a:cubicBezTo>
                    <a:pt x="24527" y="98831"/>
                    <a:pt x="20171" y="98831"/>
                    <a:pt x="20974" y="99910"/>
                  </a:cubicBezTo>
                  <a:cubicBezTo>
                    <a:pt x="21891" y="101393"/>
                    <a:pt x="25329" y="103483"/>
                    <a:pt x="27965" y="102471"/>
                  </a:cubicBezTo>
                  <a:cubicBezTo>
                    <a:pt x="31518" y="100382"/>
                    <a:pt x="27163" y="96808"/>
                    <a:pt x="30601" y="94719"/>
                  </a:cubicBezTo>
                  <a:cubicBezTo>
                    <a:pt x="32320" y="92696"/>
                    <a:pt x="40229" y="94247"/>
                    <a:pt x="41146" y="91617"/>
                  </a:cubicBezTo>
                  <a:cubicBezTo>
                    <a:pt x="42063" y="89595"/>
                    <a:pt x="34957" y="88584"/>
                    <a:pt x="33237" y="86494"/>
                  </a:cubicBezTo>
                  <a:cubicBezTo>
                    <a:pt x="31518" y="85483"/>
                    <a:pt x="32320" y="83393"/>
                    <a:pt x="30601" y="82853"/>
                  </a:cubicBezTo>
                  <a:close/>
                  <a:moveTo>
                    <a:pt x="1719" y="107123"/>
                  </a:moveTo>
                  <a:lnTo>
                    <a:pt x="1719" y="107123"/>
                  </a:lnTo>
                  <a:cubicBezTo>
                    <a:pt x="4355" y="104494"/>
                    <a:pt x="9627" y="102943"/>
                    <a:pt x="9627" y="100382"/>
                  </a:cubicBezTo>
                  <a:cubicBezTo>
                    <a:pt x="9627" y="94719"/>
                    <a:pt x="3438" y="89595"/>
                    <a:pt x="1719" y="83932"/>
                  </a:cubicBezTo>
                  <a:cubicBezTo>
                    <a:pt x="916" y="81370"/>
                    <a:pt x="0" y="78741"/>
                    <a:pt x="916" y="76179"/>
                  </a:cubicBezTo>
                  <a:cubicBezTo>
                    <a:pt x="1719" y="74629"/>
                    <a:pt x="6074" y="74157"/>
                    <a:pt x="6074" y="72067"/>
                  </a:cubicBezTo>
                  <a:cubicBezTo>
                    <a:pt x="7908" y="68494"/>
                    <a:pt x="2636" y="64853"/>
                    <a:pt x="5272" y="61752"/>
                  </a:cubicBezTo>
                  <a:cubicBezTo>
                    <a:pt x="7908" y="58719"/>
                    <a:pt x="15816" y="59191"/>
                    <a:pt x="20171" y="57640"/>
                  </a:cubicBezTo>
                  <a:cubicBezTo>
                    <a:pt x="21891" y="56629"/>
                    <a:pt x="23610" y="55617"/>
                    <a:pt x="24527" y="54067"/>
                  </a:cubicBezTo>
                  <a:cubicBezTo>
                    <a:pt x="25329" y="50426"/>
                    <a:pt x="22808" y="46314"/>
                    <a:pt x="24527" y="42741"/>
                  </a:cubicBezTo>
                  <a:cubicBezTo>
                    <a:pt x="25329" y="41662"/>
                    <a:pt x="28882" y="43213"/>
                    <a:pt x="29799" y="42202"/>
                  </a:cubicBezTo>
                  <a:cubicBezTo>
                    <a:pt x="31518" y="40651"/>
                    <a:pt x="31518" y="38629"/>
                    <a:pt x="30601" y="36539"/>
                  </a:cubicBezTo>
                  <a:cubicBezTo>
                    <a:pt x="29799" y="35528"/>
                    <a:pt x="27163" y="35528"/>
                    <a:pt x="26246" y="34516"/>
                  </a:cubicBezTo>
                  <a:lnTo>
                    <a:pt x="26246" y="34516"/>
                  </a:lnTo>
                  <a:cubicBezTo>
                    <a:pt x="28882" y="32966"/>
                    <a:pt x="34154" y="31415"/>
                    <a:pt x="35873" y="29325"/>
                  </a:cubicBezTo>
                  <a:cubicBezTo>
                    <a:pt x="36790" y="28314"/>
                    <a:pt x="32320" y="27303"/>
                    <a:pt x="33237" y="26224"/>
                  </a:cubicBezTo>
                  <a:cubicBezTo>
                    <a:pt x="33237" y="24674"/>
                    <a:pt x="36790" y="24202"/>
                    <a:pt x="38510" y="22651"/>
                  </a:cubicBezTo>
                  <a:cubicBezTo>
                    <a:pt x="39426" y="21101"/>
                    <a:pt x="39426" y="19011"/>
                    <a:pt x="40229" y="16988"/>
                  </a:cubicBezTo>
                  <a:lnTo>
                    <a:pt x="40229" y="16988"/>
                  </a:lnTo>
                  <a:cubicBezTo>
                    <a:pt x="43782" y="15977"/>
                    <a:pt x="46418" y="14898"/>
                    <a:pt x="49856" y="13887"/>
                  </a:cubicBezTo>
                  <a:cubicBezTo>
                    <a:pt x="53409" y="13348"/>
                    <a:pt x="57765" y="14426"/>
                    <a:pt x="60401" y="12876"/>
                  </a:cubicBezTo>
                  <a:cubicBezTo>
                    <a:pt x="63839" y="10786"/>
                    <a:pt x="61318" y="7213"/>
                    <a:pt x="63839" y="4584"/>
                  </a:cubicBezTo>
                  <a:cubicBezTo>
                    <a:pt x="65673" y="2561"/>
                    <a:pt x="70028" y="1550"/>
                    <a:pt x="73581" y="0"/>
                  </a:cubicBezTo>
                  <a:lnTo>
                    <a:pt x="73581" y="0"/>
                  </a:lnTo>
                  <a:cubicBezTo>
                    <a:pt x="74383" y="1550"/>
                    <a:pt x="77020" y="3101"/>
                    <a:pt x="77936" y="4584"/>
                  </a:cubicBezTo>
                  <a:cubicBezTo>
                    <a:pt x="77936" y="5123"/>
                    <a:pt x="75300" y="6134"/>
                    <a:pt x="76217" y="6674"/>
                  </a:cubicBezTo>
                  <a:cubicBezTo>
                    <a:pt x="79656" y="7213"/>
                    <a:pt x="83209" y="6134"/>
                    <a:pt x="86647" y="6674"/>
                  </a:cubicBezTo>
                  <a:cubicBezTo>
                    <a:pt x="90200" y="6674"/>
                    <a:pt x="93638" y="7685"/>
                    <a:pt x="96275" y="8224"/>
                  </a:cubicBezTo>
                  <a:lnTo>
                    <a:pt x="96275" y="8224"/>
                  </a:lnTo>
                  <a:cubicBezTo>
                    <a:pt x="95358" y="9775"/>
                    <a:pt x="91919" y="11325"/>
                    <a:pt x="92836" y="13348"/>
                  </a:cubicBezTo>
                  <a:cubicBezTo>
                    <a:pt x="94555" y="14898"/>
                    <a:pt x="100630" y="14898"/>
                    <a:pt x="101547" y="16988"/>
                  </a:cubicBezTo>
                  <a:cubicBezTo>
                    <a:pt x="102464" y="19550"/>
                    <a:pt x="96275" y="21640"/>
                    <a:pt x="97191" y="24202"/>
                  </a:cubicBezTo>
                  <a:cubicBezTo>
                    <a:pt x="97994" y="25752"/>
                    <a:pt x="103266" y="25213"/>
                    <a:pt x="104183" y="26764"/>
                  </a:cubicBezTo>
                  <a:cubicBezTo>
                    <a:pt x="106819" y="29325"/>
                    <a:pt x="106819" y="32966"/>
                    <a:pt x="106819" y="35528"/>
                  </a:cubicBezTo>
                  <a:cubicBezTo>
                    <a:pt x="106819" y="36539"/>
                    <a:pt x="104183" y="37078"/>
                    <a:pt x="104183" y="37550"/>
                  </a:cubicBezTo>
                  <a:cubicBezTo>
                    <a:pt x="102464" y="40179"/>
                    <a:pt x="97191" y="43752"/>
                    <a:pt x="100630" y="44764"/>
                  </a:cubicBezTo>
                  <a:cubicBezTo>
                    <a:pt x="105100" y="46853"/>
                    <a:pt x="112091" y="42741"/>
                    <a:pt x="117363" y="42741"/>
                  </a:cubicBezTo>
                  <a:cubicBezTo>
                    <a:pt x="118166" y="42741"/>
                    <a:pt x="119083" y="43752"/>
                    <a:pt x="119083" y="44764"/>
                  </a:cubicBezTo>
                  <a:cubicBezTo>
                    <a:pt x="119885" y="46314"/>
                    <a:pt x="119885" y="48404"/>
                    <a:pt x="118166" y="49955"/>
                  </a:cubicBezTo>
                  <a:cubicBezTo>
                    <a:pt x="116446" y="51505"/>
                    <a:pt x="111174" y="49955"/>
                    <a:pt x="109455" y="51505"/>
                  </a:cubicBezTo>
                  <a:cubicBezTo>
                    <a:pt x="106819" y="53056"/>
                    <a:pt x="105902" y="55078"/>
                    <a:pt x="105902" y="57168"/>
                  </a:cubicBezTo>
                  <a:cubicBezTo>
                    <a:pt x="106819" y="58179"/>
                    <a:pt x="111174" y="57640"/>
                    <a:pt x="111174" y="58719"/>
                  </a:cubicBezTo>
                  <a:cubicBezTo>
                    <a:pt x="112091" y="60202"/>
                    <a:pt x="110257" y="61752"/>
                    <a:pt x="109455" y="63303"/>
                  </a:cubicBezTo>
                  <a:cubicBezTo>
                    <a:pt x="108538" y="64853"/>
                    <a:pt x="105902" y="65865"/>
                    <a:pt x="104183" y="67415"/>
                  </a:cubicBezTo>
                  <a:cubicBezTo>
                    <a:pt x="102464" y="68494"/>
                    <a:pt x="99828" y="69505"/>
                    <a:pt x="99828" y="71056"/>
                  </a:cubicBezTo>
                  <a:cubicBezTo>
                    <a:pt x="99828" y="73146"/>
                    <a:pt x="104183" y="74629"/>
                    <a:pt x="102464" y="76179"/>
                  </a:cubicBezTo>
                  <a:cubicBezTo>
                    <a:pt x="101547" y="77730"/>
                    <a:pt x="96275" y="76719"/>
                    <a:pt x="93638" y="77730"/>
                  </a:cubicBezTo>
                  <a:cubicBezTo>
                    <a:pt x="90200" y="79820"/>
                    <a:pt x="88366" y="82853"/>
                    <a:pt x="85845" y="85483"/>
                  </a:cubicBezTo>
                  <a:lnTo>
                    <a:pt x="85845" y="85483"/>
                  </a:lnTo>
                  <a:cubicBezTo>
                    <a:pt x="83209" y="87033"/>
                    <a:pt x="79656" y="88584"/>
                    <a:pt x="77936" y="90606"/>
                  </a:cubicBezTo>
                  <a:cubicBezTo>
                    <a:pt x="74383" y="93168"/>
                    <a:pt x="74383" y="96808"/>
                    <a:pt x="70945" y="99370"/>
                  </a:cubicBezTo>
                  <a:cubicBezTo>
                    <a:pt x="69111" y="100382"/>
                    <a:pt x="66475" y="100921"/>
                    <a:pt x="64756" y="101932"/>
                  </a:cubicBezTo>
                  <a:cubicBezTo>
                    <a:pt x="63037" y="103483"/>
                    <a:pt x="62120" y="105033"/>
                    <a:pt x="60401" y="106584"/>
                  </a:cubicBezTo>
                  <a:cubicBezTo>
                    <a:pt x="58681" y="108606"/>
                    <a:pt x="57765" y="111707"/>
                    <a:pt x="54326" y="113797"/>
                  </a:cubicBezTo>
                  <a:cubicBezTo>
                    <a:pt x="51690" y="114808"/>
                    <a:pt x="47335" y="114337"/>
                    <a:pt x="43782" y="114337"/>
                  </a:cubicBezTo>
                  <a:cubicBezTo>
                    <a:pt x="41146" y="114337"/>
                    <a:pt x="38510" y="113797"/>
                    <a:pt x="34957" y="113797"/>
                  </a:cubicBezTo>
                  <a:cubicBezTo>
                    <a:pt x="31518" y="114337"/>
                    <a:pt x="28882" y="115348"/>
                    <a:pt x="25329" y="116359"/>
                  </a:cubicBezTo>
                  <a:cubicBezTo>
                    <a:pt x="21891" y="116898"/>
                    <a:pt x="19255" y="118921"/>
                    <a:pt x="15816" y="119460"/>
                  </a:cubicBezTo>
                  <a:cubicBezTo>
                    <a:pt x="12263" y="119932"/>
                    <a:pt x="6991" y="119932"/>
                    <a:pt x="4355" y="117910"/>
                  </a:cubicBezTo>
                  <a:cubicBezTo>
                    <a:pt x="916" y="114808"/>
                    <a:pt x="2636" y="110696"/>
                    <a:pt x="1719" y="107123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6" name="Shape 11126"/>
            <p:cNvSpPr/>
            <p:nvPr/>
          </p:nvSpPr>
          <p:spPr>
            <a:xfrm rot="3648446">
              <a:off x="7877398" y="5290346"/>
              <a:ext cx="64238" cy="8948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731" y="13217"/>
                  </a:moveTo>
                  <a:lnTo>
                    <a:pt x="70731" y="13217"/>
                  </a:lnTo>
                  <a:cubicBezTo>
                    <a:pt x="59512" y="5565"/>
                    <a:pt x="40975" y="0"/>
                    <a:pt x="29756" y="5565"/>
                  </a:cubicBezTo>
                  <a:cubicBezTo>
                    <a:pt x="18536" y="8000"/>
                    <a:pt x="29756" y="24000"/>
                    <a:pt x="26341" y="32000"/>
                  </a:cubicBezTo>
                  <a:cubicBezTo>
                    <a:pt x="22439" y="34782"/>
                    <a:pt x="7804" y="32000"/>
                    <a:pt x="3902" y="37217"/>
                  </a:cubicBezTo>
                  <a:cubicBezTo>
                    <a:pt x="0" y="45217"/>
                    <a:pt x="0" y="53217"/>
                    <a:pt x="3902" y="58434"/>
                  </a:cubicBezTo>
                  <a:cubicBezTo>
                    <a:pt x="11219" y="66434"/>
                    <a:pt x="29756" y="69217"/>
                    <a:pt x="37560" y="77217"/>
                  </a:cubicBezTo>
                  <a:cubicBezTo>
                    <a:pt x="40975" y="80000"/>
                    <a:pt x="48292" y="85217"/>
                    <a:pt x="44878" y="90434"/>
                  </a:cubicBezTo>
                  <a:cubicBezTo>
                    <a:pt x="44878" y="95652"/>
                    <a:pt x="26341" y="95652"/>
                    <a:pt x="29756" y="101217"/>
                  </a:cubicBezTo>
                  <a:cubicBezTo>
                    <a:pt x="33658" y="108869"/>
                    <a:pt x="48292" y="119652"/>
                    <a:pt x="59512" y="114434"/>
                  </a:cubicBezTo>
                  <a:cubicBezTo>
                    <a:pt x="74634" y="103652"/>
                    <a:pt x="56097" y="85217"/>
                    <a:pt x="70731" y="74434"/>
                  </a:cubicBezTo>
                  <a:cubicBezTo>
                    <a:pt x="78048" y="64000"/>
                    <a:pt x="111707" y="72000"/>
                    <a:pt x="115609" y="58434"/>
                  </a:cubicBezTo>
                  <a:cubicBezTo>
                    <a:pt x="119512" y="48000"/>
                    <a:pt x="89268" y="42782"/>
                    <a:pt x="81951" y="32000"/>
                  </a:cubicBezTo>
                  <a:cubicBezTo>
                    <a:pt x="74634" y="26782"/>
                    <a:pt x="78048" y="16000"/>
                    <a:pt x="70731" y="13217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7" name="Shape 11127"/>
            <p:cNvSpPr/>
            <p:nvPr/>
          </p:nvSpPr>
          <p:spPr>
            <a:xfrm rot="3648446">
              <a:off x="7934672" y="5300554"/>
              <a:ext cx="524232" cy="6481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5824"/>
                  </a:moveTo>
                  <a:lnTo>
                    <a:pt x="0" y="75824"/>
                  </a:lnTo>
                  <a:cubicBezTo>
                    <a:pt x="1308" y="73946"/>
                    <a:pt x="2260" y="71778"/>
                    <a:pt x="4045" y="70285"/>
                  </a:cubicBezTo>
                  <a:cubicBezTo>
                    <a:pt x="5413" y="69562"/>
                    <a:pt x="8150" y="70285"/>
                    <a:pt x="8626" y="69177"/>
                  </a:cubicBezTo>
                  <a:cubicBezTo>
                    <a:pt x="9519" y="68069"/>
                    <a:pt x="7258" y="67009"/>
                    <a:pt x="7258" y="65515"/>
                  </a:cubicBezTo>
                  <a:cubicBezTo>
                    <a:pt x="7258" y="64407"/>
                    <a:pt x="8626" y="63685"/>
                    <a:pt x="9519" y="62914"/>
                  </a:cubicBezTo>
                  <a:cubicBezTo>
                    <a:pt x="10411" y="61806"/>
                    <a:pt x="11779" y="61083"/>
                    <a:pt x="12255" y="59975"/>
                  </a:cubicBezTo>
                  <a:cubicBezTo>
                    <a:pt x="12672" y="58867"/>
                    <a:pt x="13624" y="57759"/>
                    <a:pt x="13148" y="56700"/>
                  </a:cubicBezTo>
                  <a:cubicBezTo>
                    <a:pt x="13148" y="55929"/>
                    <a:pt x="10887" y="56314"/>
                    <a:pt x="10411" y="55592"/>
                  </a:cubicBezTo>
                  <a:cubicBezTo>
                    <a:pt x="10411" y="54098"/>
                    <a:pt x="10887" y="52653"/>
                    <a:pt x="12255" y="51545"/>
                  </a:cubicBezTo>
                  <a:cubicBezTo>
                    <a:pt x="13148" y="50437"/>
                    <a:pt x="15884" y="51545"/>
                    <a:pt x="16777" y="50437"/>
                  </a:cubicBezTo>
                  <a:cubicBezTo>
                    <a:pt x="17669" y="49329"/>
                    <a:pt x="17669" y="47836"/>
                    <a:pt x="17253" y="46728"/>
                  </a:cubicBezTo>
                  <a:cubicBezTo>
                    <a:pt x="17253" y="46005"/>
                    <a:pt x="16777" y="45283"/>
                    <a:pt x="16360" y="45283"/>
                  </a:cubicBezTo>
                  <a:cubicBezTo>
                    <a:pt x="13624" y="45283"/>
                    <a:pt x="9995" y="48221"/>
                    <a:pt x="7674" y="46728"/>
                  </a:cubicBezTo>
                  <a:cubicBezTo>
                    <a:pt x="5889" y="46005"/>
                    <a:pt x="8626" y="43452"/>
                    <a:pt x="9519" y="41573"/>
                  </a:cubicBezTo>
                  <a:cubicBezTo>
                    <a:pt x="9519" y="41236"/>
                    <a:pt x="10887" y="40851"/>
                    <a:pt x="10887" y="40128"/>
                  </a:cubicBezTo>
                  <a:cubicBezTo>
                    <a:pt x="10887" y="38297"/>
                    <a:pt x="10887" y="35696"/>
                    <a:pt x="9519" y="33865"/>
                  </a:cubicBezTo>
                  <a:cubicBezTo>
                    <a:pt x="9043" y="32757"/>
                    <a:pt x="6306" y="33143"/>
                    <a:pt x="5889" y="32035"/>
                  </a:cubicBezTo>
                  <a:cubicBezTo>
                    <a:pt x="5413" y="30204"/>
                    <a:pt x="8626" y="28711"/>
                    <a:pt x="8150" y="26880"/>
                  </a:cubicBezTo>
                  <a:cubicBezTo>
                    <a:pt x="7674" y="25387"/>
                    <a:pt x="4521" y="25387"/>
                    <a:pt x="3629" y="24279"/>
                  </a:cubicBezTo>
                  <a:cubicBezTo>
                    <a:pt x="3153" y="22834"/>
                    <a:pt x="4938" y="21726"/>
                    <a:pt x="5413" y="20618"/>
                  </a:cubicBezTo>
                  <a:lnTo>
                    <a:pt x="5413" y="20618"/>
                  </a:lnTo>
                  <a:cubicBezTo>
                    <a:pt x="8150" y="17679"/>
                    <a:pt x="9519" y="13633"/>
                    <a:pt x="13624" y="11802"/>
                  </a:cubicBezTo>
                  <a:cubicBezTo>
                    <a:pt x="16360" y="10694"/>
                    <a:pt x="20406" y="11802"/>
                    <a:pt x="22250" y="13633"/>
                  </a:cubicBezTo>
                  <a:cubicBezTo>
                    <a:pt x="24035" y="15078"/>
                    <a:pt x="19990" y="19510"/>
                    <a:pt x="22667" y="20618"/>
                  </a:cubicBezTo>
                  <a:cubicBezTo>
                    <a:pt x="26772" y="21726"/>
                    <a:pt x="31769" y="19510"/>
                    <a:pt x="34982" y="17679"/>
                  </a:cubicBezTo>
                  <a:cubicBezTo>
                    <a:pt x="36767" y="16957"/>
                    <a:pt x="33614" y="14355"/>
                    <a:pt x="34982" y="13633"/>
                  </a:cubicBezTo>
                  <a:cubicBezTo>
                    <a:pt x="37243" y="12139"/>
                    <a:pt x="40872" y="13633"/>
                    <a:pt x="43133" y="12139"/>
                  </a:cubicBezTo>
                  <a:cubicBezTo>
                    <a:pt x="44025" y="11031"/>
                    <a:pt x="41289" y="9971"/>
                    <a:pt x="39980" y="9201"/>
                  </a:cubicBezTo>
                  <a:cubicBezTo>
                    <a:pt x="38135" y="8863"/>
                    <a:pt x="34982" y="10694"/>
                    <a:pt x="34506" y="9201"/>
                  </a:cubicBezTo>
                  <a:cubicBezTo>
                    <a:pt x="34030" y="7370"/>
                    <a:pt x="37243" y="6262"/>
                    <a:pt x="39028" y="5877"/>
                  </a:cubicBezTo>
                  <a:cubicBezTo>
                    <a:pt x="42240" y="5539"/>
                    <a:pt x="45870" y="8093"/>
                    <a:pt x="49082" y="6985"/>
                  </a:cubicBezTo>
                  <a:cubicBezTo>
                    <a:pt x="51343" y="5877"/>
                    <a:pt x="49975" y="2601"/>
                    <a:pt x="51343" y="770"/>
                  </a:cubicBezTo>
                  <a:cubicBezTo>
                    <a:pt x="51343" y="0"/>
                    <a:pt x="52711" y="385"/>
                    <a:pt x="53604" y="385"/>
                  </a:cubicBezTo>
                  <a:lnTo>
                    <a:pt x="53604" y="385"/>
                  </a:lnTo>
                  <a:cubicBezTo>
                    <a:pt x="56341" y="2601"/>
                    <a:pt x="59970" y="4046"/>
                    <a:pt x="61338" y="6647"/>
                  </a:cubicBezTo>
                  <a:cubicBezTo>
                    <a:pt x="62231" y="8093"/>
                    <a:pt x="59018" y="9971"/>
                    <a:pt x="59970" y="11417"/>
                  </a:cubicBezTo>
                  <a:cubicBezTo>
                    <a:pt x="60386" y="14018"/>
                    <a:pt x="63123" y="15849"/>
                    <a:pt x="64491" y="18016"/>
                  </a:cubicBezTo>
                  <a:cubicBezTo>
                    <a:pt x="65860" y="19510"/>
                    <a:pt x="66336" y="21726"/>
                    <a:pt x="68120" y="22448"/>
                  </a:cubicBezTo>
                  <a:cubicBezTo>
                    <a:pt x="69489" y="22834"/>
                    <a:pt x="71333" y="21340"/>
                    <a:pt x="71750" y="20232"/>
                  </a:cubicBezTo>
                  <a:cubicBezTo>
                    <a:pt x="71750" y="19124"/>
                    <a:pt x="69489" y="18787"/>
                    <a:pt x="69489" y="18016"/>
                  </a:cubicBezTo>
                  <a:cubicBezTo>
                    <a:pt x="69965" y="16957"/>
                    <a:pt x="72226" y="16186"/>
                    <a:pt x="73118" y="15078"/>
                  </a:cubicBezTo>
                  <a:cubicBezTo>
                    <a:pt x="73594" y="14355"/>
                    <a:pt x="73118" y="12910"/>
                    <a:pt x="74486" y="12139"/>
                  </a:cubicBezTo>
                  <a:cubicBezTo>
                    <a:pt x="76747" y="10309"/>
                    <a:pt x="79008" y="10309"/>
                    <a:pt x="81745" y="8863"/>
                  </a:cubicBezTo>
                  <a:lnTo>
                    <a:pt x="81745" y="8863"/>
                  </a:lnTo>
                  <a:cubicBezTo>
                    <a:pt x="84065" y="10694"/>
                    <a:pt x="85850" y="12139"/>
                    <a:pt x="89479" y="13633"/>
                  </a:cubicBezTo>
                  <a:cubicBezTo>
                    <a:pt x="94476" y="15849"/>
                    <a:pt x="99950" y="21003"/>
                    <a:pt x="101318" y="25387"/>
                  </a:cubicBezTo>
                  <a:cubicBezTo>
                    <a:pt x="103103" y="30204"/>
                    <a:pt x="106732" y="35696"/>
                    <a:pt x="109469" y="40128"/>
                  </a:cubicBezTo>
                  <a:cubicBezTo>
                    <a:pt x="109945" y="44512"/>
                    <a:pt x="119940" y="62914"/>
                    <a:pt x="113098" y="66238"/>
                  </a:cubicBezTo>
                  <a:cubicBezTo>
                    <a:pt x="108101" y="68839"/>
                    <a:pt x="103579" y="72115"/>
                    <a:pt x="99058" y="75824"/>
                  </a:cubicBezTo>
                  <a:cubicBezTo>
                    <a:pt x="94952" y="79148"/>
                    <a:pt x="92216" y="83532"/>
                    <a:pt x="88111" y="86856"/>
                  </a:cubicBezTo>
                  <a:cubicBezTo>
                    <a:pt x="86742" y="87579"/>
                    <a:pt x="85850" y="89795"/>
                    <a:pt x="85850" y="91288"/>
                  </a:cubicBezTo>
                  <a:cubicBezTo>
                    <a:pt x="94952" y="93119"/>
                    <a:pt x="95369" y="94227"/>
                    <a:pt x="101794" y="99381"/>
                  </a:cubicBezTo>
                  <a:cubicBezTo>
                    <a:pt x="102211" y="99718"/>
                    <a:pt x="103579" y="100441"/>
                    <a:pt x="105423" y="101212"/>
                  </a:cubicBezTo>
                  <a:lnTo>
                    <a:pt x="105423" y="101212"/>
                  </a:lnTo>
                  <a:cubicBezTo>
                    <a:pt x="104947" y="102320"/>
                    <a:pt x="103579" y="103428"/>
                    <a:pt x="103579" y="104488"/>
                  </a:cubicBezTo>
                  <a:cubicBezTo>
                    <a:pt x="103579" y="105258"/>
                    <a:pt x="105423" y="105981"/>
                    <a:pt x="104947" y="106704"/>
                  </a:cubicBezTo>
                  <a:cubicBezTo>
                    <a:pt x="104055" y="108197"/>
                    <a:pt x="101794" y="108582"/>
                    <a:pt x="99950" y="109305"/>
                  </a:cubicBezTo>
                  <a:cubicBezTo>
                    <a:pt x="98106" y="110028"/>
                    <a:pt x="96321" y="110028"/>
                    <a:pt x="94476" y="110750"/>
                  </a:cubicBezTo>
                  <a:lnTo>
                    <a:pt x="94476" y="110750"/>
                  </a:lnTo>
                  <a:cubicBezTo>
                    <a:pt x="92216" y="110413"/>
                    <a:pt x="89955" y="109305"/>
                    <a:pt x="87218" y="109305"/>
                  </a:cubicBezTo>
                  <a:cubicBezTo>
                    <a:pt x="85433" y="109305"/>
                    <a:pt x="83589" y="110413"/>
                    <a:pt x="82697" y="111521"/>
                  </a:cubicBezTo>
                  <a:cubicBezTo>
                    <a:pt x="81745" y="112966"/>
                    <a:pt x="83113" y="115182"/>
                    <a:pt x="81745" y="116290"/>
                  </a:cubicBezTo>
                  <a:cubicBezTo>
                    <a:pt x="80376" y="117398"/>
                    <a:pt x="77699" y="117013"/>
                    <a:pt x="75855" y="117398"/>
                  </a:cubicBezTo>
                  <a:lnTo>
                    <a:pt x="75855" y="117398"/>
                  </a:lnTo>
                  <a:cubicBezTo>
                    <a:pt x="73594" y="117013"/>
                    <a:pt x="71333" y="115905"/>
                    <a:pt x="69072" y="116290"/>
                  </a:cubicBezTo>
                  <a:cubicBezTo>
                    <a:pt x="66752" y="116627"/>
                    <a:pt x="65384" y="119229"/>
                    <a:pt x="63123" y="119614"/>
                  </a:cubicBezTo>
                  <a:cubicBezTo>
                    <a:pt x="61338" y="119614"/>
                    <a:pt x="59970" y="117735"/>
                    <a:pt x="57649" y="117735"/>
                  </a:cubicBezTo>
                  <a:cubicBezTo>
                    <a:pt x="56341" y="117398"/>
                    <a:pt x="55389" y="119229"/>
                    <a:pt x="54020" y="119229"/>
                  </a:cubicBezTo>
                  <a:cubicBezTo>
                    <a:pt x="51760" y="118843"/>
                    <a:pt x="49975" y="116627"/>
                    <a:pt x="47714" y="116627"/>
                  </a:cubicBezTo>
                  <a:cubicBezTo>
                    <a:pt x="45394" y="117013"/>
                    <a:pt x="44501" y="119951"/>
                    <a:pt x="41764" y="119951"/>
                  </a:cubicBezTo>
                  <a:cubicBezTo>
                    <a:pt x="39504" y="119951"/>
                    <a:pt x="38135" y="117735"/>
                    <a:pt x="35875" y="117398"/>
                  </a:cubicBezTo>
                  <a:cubicBezTo>
                    <a:pt x="33614" y="116627"/>
                    <a:pt x="30877" y="117013"/>
                    <a:pt x="28140" y="116627"/>
                  </a:cubicBezTo>
                  <a:lnTo>
                    <a:pt x="28140" y="116627"/>
                  </a:lnTo>
                  <a:cubicBezTo>
                    <a:pt x="27248" y="115905"/>
                    <a:pt x="24035" y="115182"/>
                    <a:pt x="24928" y="114074"/>
                  </a:cubicBezTo>
                  <a:cubicBezTo>
                    <a:pt x="26772" y="112244"/>
                    <a:pt x="31353" y="112629"/>
                    <a:pt x="33614" y="110750"/>
                  </a:cubicBezTo>
                  <a:cubicBezTo>
                    <a:pt x="34030" y="110413"/>
                    <a:pt x="34030" y="108920"/>
                    <a:pt x="33138" y="108582"/>
                  </a:cubicBezTo>
                  <a:cubicBezTo>
                    <a:pt x="30877" y="107812"/>
                    <a:pt x="28140" y="109305"/>
                    <a:pt x="25880" y="108582"/>
                  </a:cubicBezTo>
                  <a:cubicBezTo>
                    <a:pt x="24035" y="107474"/>
                    <a:pt x="24035" y="104873"/>
                    <a:pt x="21774" y="104150"/>
                  </a:cubicBezTo>
                  <a:cubicBezTo>
                    <a:pt x="18621" y="102657"/>
                    <a:pt x="14992" y="103428"/>
                    <a:pt x="11303" y="103042"/>
                  </a:cubicBezTo>
                  <a:lnTo>
                    <a:pt x="11303" y="103042"/>
                  </a:lnTo>
                  <a:cubicBezTo>
                    <a:pt x="10887" y="100826"/>
                    <a:pt x="10887" y="98610"/>
                    <a:pt x="9519" y="96780"/>
                  </a:cubicBezTo>
                  <a:cubicBezTo>
                    <a:pt x="8626" y="94227"/>
                    <a:pt x="6306" y="92011"/>
                    <a:pt x="4521" y="89795"/>
                  </a:cubicBezTo>
                  <a:cubicBezTo>
                    <a:pt x="4521" y="89795"/>
                    <a:pt x="1308" y="85363"/>
                    <a:pt x="892" y="85026"/>
                  </a:cubicBezTo>
                  <a:cubicBezTo>
                    <a:pt x="892" y="84640"/>
                    <a:pt x="1784" y="79486"/>
                    <a:pt x="1784" y="79486"/>
                  </a:cubicBezTo>
                  <a:cubicBezTo>
                    <a:pt x="1308" y="78378"/>
                    <a:pt x="892" y="76932"/>
                    <a:pt x="0" y="7582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8" name="Shape 11128"/>
            <p:cNvSpPr/>
            <p:nvPr/>
          </p:nvSpPr>
          <p:spPr>
            <a:xfrm rot="3648446">
              <a:off x="8074925" y="5083492"/>
              <a:ext cx="137654" cy="1468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2473"/>
                  </a:moveTo>
                  <a:lnTo>
                    <a:pt x="0" y="22473"/>
                  </a:lnTo>
                  <a:cubicBezTo>
                    <a:pt x="3636" y="30742"/>
                    <a:pt x="5227" y="41978"/>
                    <a:pt x="10454" y="48551"/>
                  </a:cubicBezTo>
                  <a:cubicBezTo>
                    <a:pt x="13863" y="51731"/>
                    <a:pt x="20909" y="48551"/>
                    <a:pt x="24318" y="51731"/>
                  </a:cubicBezTo>
                  <a:cubicBezTo>
                    <a:pt x="26136" y="54911"/>
                    <a:pt x="22727" y="61484"/>
                    <a:pt x="24318" y="64664"/>
                  </a:cubicBezTo>
                  <a:cubicBezTo>
                    <a:pt x="26136" y="69540"/>
                    <a:pt x="27727" y="76113"/>
                    <a:pt x="31363" y="79293"/>
                  </a:cubicBezTo>
                  <a:cubicBezTo>
                    <a:pt x="32954" y="84169"/>
                    <a:pt x="38181" y="85653"/>
                    <a:pt x="41818" y="89045"/>
                  </a:cubicBezTo>
                  <a:cubicBezTo>
                    <a:pt x="45227" y="93922"/>
                    <a:pt x="45227" y="98586"/>
                    <a:pt x="46818" y="103462"/>
                  </a:cubicBezTo>
                  <a:lnTo>
                    <a:pt x="46818" y="103462"/>
                  </a:lnTo>
                  <a:cubicBezTo>
                    <a:pt x="52045" y="103462"/>
                    <a:pt x="57272" y="101978"/>
                    <a:pt x="60909" y="103462"/>
                  </a:cubicBezTo>
                  <a:cubicBezTo>
                    <a:pt x="62500" y="106855"/>
                    <a:pt x="59090" y="111731"/>
                    <a:pt x="60909" y="114911"/>
                  </a:cubicBezTo>
                  <a:cubicBezTo>
                    <a:pt x="64318" y="118091"/>
                    <a:pt x="69545" y="119787"/>
                    <a:pt x="74772" y="119787"/>
                  </a:cubicBezTo>
                  <a:cubicBezTo>
                    <a:pt x="80000" y="119787"/>
                    <a:pt x="85227" y="118091"/>
                    <a:pt x="92045" y="116607"/>
                  </a:cubicBezTo>
                  <a:lnTo>
                    <a:pt x="92045" y="116607"/>
                  </a:lnTo>
                  <a:cubicBezTo>
                    <a:pt x="97272" y="111731"/>
                    <a:pt x="107727" y="106855"/>
                    <a:pt x="111136" y="100282"/>
                  </a:cubicBezTo>
                  <a:cubicBezTo>
                    <a:pt x="112954" y="97102"/>
                    <a:pt x="104090" y="93922"/>
                    <a:pt x="105909" y="90530"/>
                  </a:cubicBezTo>
                  <a:cubicBezTo>
                    <a:pt x="105909" y="85653"/>
                    <a:pt x="112954" y="84169"/>
                    <a:pt x="116363" y="79293"/>
                  </a:cubicBezTo>
                  <a:cubicBezTo>
                    <a:pt x="118181" y="74416"/>
                    <a:pt x="118181" y="67844"/>
                    <a:pt x="119772" y="61484"/>
                  </a:cubicBezTo>
                  <a:lnTo>
                    <a:pt x="119772" y="61484"/>
                  </a:lnTo>
                  <a:cubicBezTo>
                    <a:pt x="116363" y="58303"/>
                    <a:pt x="114545" y="53427"/>
                    <a:pt x="111136" y="50035"/>
                  </a:cubicBezTo>
                  <a:cubicBezTo>
                    <a:pt x="107727" y="48551"/>
                    <a:pt x="102500" y="48551"/>
                    <a:pt x="99090" y="46855"/>
                  </a:cubicBezTo>
                  <a:cubicBezTo>
                    <a:pt x="88636" y="43674"/>
                    <a:pt x="76363" y="43674"/>
                    <a:pt x="69545" y="37102"/>
                  </a:cubicBezTo>
                  <a:cubicBezTo>
                    <a:pt x="64318" y="32226"/>
                    <a:pt x="74772" y="22473"/>
                    <a:pt x="71363" y="17809"/>
                  </a:cubicBezTo>
                  <a:cubicBezTo>
                    <a:pt x="67727" y="12932"/>
                    <a:pt x="60909" y="24169"/>
                    <a:pt x="55681" y="22473"/>
                  </a:cubicBezTo>
                  <a:cubicBezTo>
                    <a:pt x="50454" y="20989"/>
                    <a:pt x="50454" y="14416"/>
                    <a:pt x="50454" y="11236"/>
                  </a:cubicBezTo>
                  <a:cubicBezTo>
                    <a:pt x="48636" y="8056"/>
                    <a:pt x="50454" y="4876"/>
                    <a:pt x="50454" y="1484"/>
                  </a:cubicBezTo>
                  <a:lnTo>
                    <a:pt x="50454" y="1484"/>
                  </a:lnTo>
                  <a:cubicBezTo>
                    <a:pt x="43409" y="1484"/>
                    <a:pt x="34772" y="0"/>
                    <a:pt x="26136" y="3180"/>
                  </a:cubicBezTo>
                  <a:cubicBezTo>
                    <a:pt x="20909" y="4876"/>
                    <a:pt x="19090" y="11236"/>
                    <a:pt x="13863" y="14416"/>
                  </a:cubicBezTo>
                  <a:cubicBezTo>
                    <a:pt x="10454" y="14416"/>
                    <a:pt x="7045" y="12932"/>
                    <a:pt x="5227" y="14416"/>
                  </a:cubicBezTo>
                  <a:cubicBezTo>
                    <a:pt x="1818" y="16113"/>
                    <a:pt x="1818" y="19293"/>
                    <a:pt x="0" y="2247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29" name="Shape 11129"/>
            <p:cNvSpPr/>
            <p:nvPr/>
          </p:nvSpPr>
          <p:spPr>
            <a:xfrm rot="3648446">
              <a:off x="8050549" y="4965433"/>
              <a:ext cx="219099" cy="12160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60772"/>
                  </a:moveTo>
                  <a:lnTo>
                    <a:pt x="0" y="60772"/>
                  </a:lnTo>
                  <a:cubicBezTo>
                    <a:pt x="1141" y="64892"/>
                    <a:pt x="3281" y="68755"/>
                    <a:pt x="4423" y="72618"/>
                  </a:cubicBezTo>
                  <a:cubicBezTo>
                    <a:pt x="5422" y="78540"/>
                    <a:pt x="4423" y="82403"/>
                    <a:pt x="4423" y="88326"/>
                  </a:cubicBezTo>
                  <a:lnTo>
                    <a:pt x="4423" y="88326"/>
                  </a:lnTo>
                  <a:cubicBezTo>
                    <a:pt x="8703" y="88326"/>
                    <a:pt x="13127" y="90386"/>
                    <a:pt x="17407" y="88326"/>
                  </a:cubicBezTo>
                  <a:cubicBezTo>
                    <a:pt x="20689" y="86523"/>
                    <a:pt x="21831" y="78540"/>
                    <a:pt x="25112" y="78540"/>
                  </a:cubicBezTo>
                  <a:cubicBezTo>
                    <a:pt x="34958" y="76480"/>
                    <a:pt x="44661" y="80600"/>
                    <a:pt x="54506" y="84463"/>
                  </a:cubicBezTo>
                  <a:cubicBezTo>
                    <a:pt x="56646" y="86523"/>
                    <a:pt x="57788" y="92188"/>
                    <a:pt x="58787" y="96309"/>
                  </a:cubicBezTo>
                  <a:cubicBezTo>
                    <a:pt x="59928" y="100171"/>
                    <a:pt x="58787" y="104034"/>
                    <a:pt x="59928" y="108154"/>
                  </a:cubicBezTo>
                  <a:cubicBezTo>
                    <a:pt x="61070" y="112017"/>
                    <a:pt x="62068" y="119742"/>
                    <a:pt x="63210" y="115879"/>
                  </a:cubicBezTo>
                  <a:cubicBezTo>
                    <a:pt x="67633" y="112017"/>
                    <a:pt x="66492" y="102231"/>
                    <a:pt x="68632" y="94248"/>
                  </a:cubicBezTo>
                  <a:cubicBezTo>
                    <a:pt x="69774" y="92188"/>
                    <a:pt x="69774" y="86523"/>
                    <a:pt x="71914" y="86523"/>
                  </a:cubicBezTo>
                  <a:cubicBezTo>
                    <a:pt x="75196" y="86523"/>
                    <a:pt x="77336" y="90386"/>
                    <a:pt x="80618" y="92188"/>
                  </a:cubicBezTo>
                  <a:lnTo>
                    <a:pt x="80618" y="92188"/>
                  </a:lnTo>
                  <a:cubicBezTo>
                    <a:pt x="81759" y="88326"/>
                    <a:pt x="81759" y="84463"/>
                    <a:pt x="83900" y="82403"/>
                  </a:cubicBezTo>
                  <a:cubicBezTo>
                    <a:pt x="85041" y="80600"/>
                    <a:pt x="87181" y="82403"/>
                    <a:pt x="89322" y="82403"/>
                  </a:cubicBezTo>
                  <a:cubicBezTo>
                    <a:pt x="92604" y="78540"/>
                    <a:pt x="93745" y="70815"/>
                    <a:pt x="97027" y="68755"/>
                  </a:cubicBezTo>
                  <a:cubicBezTo>
                    <a:pt x="102449" y="64892"/>
                    <a:pt x="107871" y="66695"/>
                    <a:pt x="112294" y="66695"/>
                  </a:cubicBezTo>
                  <a:lnTo>
                    <a:pt x="112294" y="66695"/>
                  </a:lnTo>
                  <a:cubicBezTo>
                    <a:pt x="114435" y="62832"/>
                    <a:pt x="118858" y="60772"/>
                    <a:pt x="118858" y="54849"/>
                  </a:cubicBezTo>
                  <a:cubicBezTo>
                    <a:pt x="119857" y="50987"/>
                    <a:pt x="117717" y="45064"/>
                    <a:pt x="115576" y="41201"/>
                  </a:cubicBezTo>
                  <a:cubicBezTo>
                    <a:pt x="113293" y="37339"/>
                    <a:pt x="109013" y="37339"/>
                    <a:pt x="107871" y="33218"/>
                  </a:cubicBezTo>
                  <a:cubicBezTo>
                    <a:pt x="105731" y="29356"/>
                    <a:pt x="105731" y="23433"/>
                    <a:pt x="103590" y="19570"/>
                  </a:cubicBezTo>
                  <a:lnTo>
                    <a:pt x="103590" y="19570"/>
                  </a:lnTo>
                  <a:cubicBezTo>
                    <a:pt x="102449" y="15708"/>
                    <a:pt x="102449" y="9785"/>
                    <a:pt x="100309" y="5665"/>
                  </a:cubicBezTo>
                  <a:cubicBezTo>
                    <a:pt x="98026" y="3862"/>
                    <a:pt x="95885" y="7725"/>
                    <a:pt x="93745" y="7725"/>
                  </a:cubicBezTo>
                  <a:cubicBezTo>
                    <a:pt x="89322" y="5665"/>
                    <a:pt x="86183" y="0"/>
                    <a:pt x="81759" y="1802"/>
                  </a:cubicBezTo>
                  <a:cubicBezTo>
                    <a:pt x="78478" y="1802"/>
                    <a:pt x="76337" y="9785"/>
                    <a:pt x="73055" y="11587"/>
                  </a:cubicBezTo>
                  <a:cubicBezTo>
                    <a:pt x="70915" y="13648"/>
                    <a:pt x="67633" y="13648"/>
                    <a:pt x="64351" y="11587"/>
                  </a:cubicBezTo>
                  <a:cubicBezTo>
                    <a:pt x="62068" y="11587"/>
                    <a:pt x="59928" y="5665"/>
                    <a:pt x="57788" y="5665"/>
                  </a:cubicBezTo>
                  <a:cubicBezTo>
                    <a:pt x="55648" y="3862"/>
                    <a:pt x="53365" y="5665"/>
                    <a:pt x="52366" y="5665"/>
                  </a:cubicBezTo>
                  <a:lnTo>
                    <a:pt x="52366" y="5665"/>
                  </a:lnTo>
                  <a:cubicBezTo>
                    <a:pt x="50083" y="13648"/>
                    <a:pt x="49084" y="23433"/>
                    <a:pt x="45802" y="29356"/>
                  </a:cubicBezTo>
                  <a:cubicBezTo>
                    <a:pt x="42520" y="35278"/>
                    <a:pt x="38097" y="39141"/>
                    <a:pt x="33816" y="39141"/>
                  </a:cubicBezTo>
                  <a:cubicBezTo>
                    <a:pt x="30535" y="41201"/>
                    <a:pt x="28394" y="35278"/>
                    <a:pt x="25112" y="35278"/>
                  </a:cubicBezTo>
                  <a:cubicBezTo>
                    <a:pt x="25112" y="33218"/>
                    <a:pt x="22829" y="33218"/>
                    <a:pt x="22829" y="35278"/>
                  </a:cubicBezTo>
                  <a:cubicBezTo>
                    <a:pt x="19548" y="39141"/>
                    <a:pt x="18549" y="47124"/>
                    <a:pt x="15267" y="49184"/>
                  </a:cubicBezTo>
                  <a:cubicBezTo>
                    <a:pt x="11985" y="53047"/>
                    <a:pt x="6563" y="49184"/>
                    <a:pt x="2140" y="53047"/>
                  </a:cubicBezTo>
                  <a:cubicBezTo>
                    <a:pt x="1141" y="53047"/>
                    <a:pt x="1141" y="58969"/>
                    <a:pt x="0" y="6077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0" name="Shape 11130"/>
            <p:cNvSpPr/>
            <p:nvPr/>
          </p:nvSpPr>
          <p:spPr>
            <a:xfrm rot="3648446">
              <a:off x="8154545" y="5090115"/>
              <a:ext cx="195009" cy="1755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773" y="69361"/>
                  </a:moveTo>
                  <a:lnTo>
                    <a:pt x="9773" y="69361"/>
                  </a:lnTo>
                  <a:cubicBezTo>
                    <a:pt x="12176" y="66686"/>
                    <a:pt x="17142" y="65260"/>
                    <a:pt x="17142" y="61158"/>
                  </a:cubicBezTo>
                  <a:cubicBezTo>
                    <a:pt x="18264" y="58484"/>
                    <a:pt x="15861" y="54383"/>
                    <a:pt x="13457" y="51708"/>
                  </a:cubicBezTo>
                  <a:cubicBezTo>
                    <a:pt x="10894" y="49034"/>
                    <a:pt x="6088" y="49034"/>
                    <a:pt x="4806" y="46181"/>
                  </a:cubicBezTo>
                  <a:cubicBezTo>
                    <a:pt x="2403" y="43506"/>
                    <a:pt x="2403" y="39405"/>
                    <a:pt x="0" y="36731"/>
                  </a:cubicBezTo>
                  <a:lnTo>
                    <a:pt x="0" y="36731"/>
                  </a:lnTo>
                  <a:cubicBezTo>
                    <a:pt x="4806" y="37979"/>
                    <a:pt x="8491" y="40832"/>
                    <a:pt x="13457" y="40832"/>
                  </a:cubicBezTo>
                  <a:cubicBezTo>
                    <a:pt x="17142" y="39405"/>
                    <a:pt x="19546" y="35304"/>
                    <a:pt x="21949" y="31203"/>
                  </a:cubicBezTo>
                  <a:cubicBezTo>
                    <a:pt x="23230" y="29955"/>
                    <a:pt x="21949" y="27102"/>
                    <a:pt x="23230" y="24427"/>
                  </a:cubicBezTo>
                  <a:cubicBezTo>
                    <a:pt x="25634" y="21753"/>
                    <a:pt x="28037" y="20326"/>
                    <a:pt x="30600" y="19078"/>
                  </a:cubicBezTo>
                  <a:lnTo>
                    <a:pt x="30600" y="19078"/>
                  </a:lnTo>
                  <a:cubicBezTo>
                    <a:pt x="31722" y="16225"/>
                    <a:pt x="34285" y="12124"/>
                    <a:pt x="36688" y="9450"/>
                  </a:cubicBezTo>
                  <a:cubicBezTo>
                    <a:pt x="39092" y="9450"/>
                    <a:pt x="40373" y="12124"/>
                    <a:pt x="42777" y="12124"/>
                  </a:cubicBezTo>
                  <a:cubicBezTo>
                    <a:pt x="45180" y="12124"/>
                    <a:pt x="47583" y="9450"/>
                    <a:pt x="50146" y="9450"/>
                  </a:cubicBezTo>
                  <a:cubicBezTo>
                    <a:pt x="52550" y="9450"/>
                    <a:pt x="53831" y="12124"/>
                    <a:pt x="56234" y="12124"/>
                  </a:cubicBezTo>
                  <a:cubicBezTo>
                    <a:pt x="58638" y="12124"/>
                    <a:pt x="61201" y="9450"/>
                    <a:pt x="63604" y="8202"/>
                  </a:cubicBezTo>
                  <a:cubicBezTo>
                    <a:pt x="67289" y="5349"/>
                    <a:pt x="70974" y="4101"/>
                    <a:pt x="75781" y="2674"/>
                  </a:cubicBezTo>
                  <a:lnTo>
                    <a:pt x="75781" y="2674"/>
                  </a:lnTo>
                  <a:cubicBezTo>
                    <a:pt x="84432" y="2674"/>
                    <a:pt x="92923" y="0"/>
                    <a:pt x="101575" y="1248"/>
                  </a:cubicBezTo>
                  <a:cubicBezTo>
                    <a:pt x="108945" y="2674"/>
                    <a:pt x="113751" y="8202"/>
                    <a:pt x="119839" y="10876"/>
                  </a:cubicBezTo>
                  <a:lnTo>
                    <a:pt x="119839" y="10876"/>
                  </a:lnTo>
                  <a:cubicBezTo>
                    <a:pt x="118718" y="17652"/>
                    <a:pt x="115033" y="27102"/>
                    <a:pt x="113751" y="29955"/>
                  </a:cubicBezTo>
                  <a:cubicBezTo>
                    <a:pt x="112469" y="34056"/>
                    <a:pt x="111348" y="57236"/>
                    <a:pt x="111348" y="58484"/>
                  </a:cubicBezTo>
                  <a:cubicBezTo>
                    <a:pt x="111348" y="59910"/>
                    <a:pt x="101575" y="61158"/>
                    <a:pt x="101575" y="62585"/>
                  </a:cubicBezTo>
                  <a:cubicBezTo>
                    <a:pt x="102696" y="65260"/>
                    <a:pt x="103978" y="70787"/>
                    <a:pt x="105260" y="74888"/>
                  </a:cubicBezTo>
                  <a:lnTo>
                    <a:pt x="105260" y="74888"/>
                  </a:lnTo>
                  <a:cubicBezTo>
                    <a:pt x="100293" y="78989"/>
                    <a:pt x="94205" y="81664"/>
                    <a:pt x="91642" y="87013"/>
                  </a:cubicBezTo>
                  <a:cubicBezTo>
                    <a:pt x="88117" y="93967"/>
                    <a:pt x="91642" y="103417"/>
                    <a:pt x="86835" y="108945"/>
                  </a:cubicBezTo>
                  <a:cubicBezTo>
                    <a:pt x="83150" y="113046"/>
                    <a:pt x="77062" y="110193"/>
                    <a:pt x="72096" y="111619"/>
                  </a:cubicBezTo>
                  <a:cubicBezTo>
                    <a:pt x="67289" y="114294"/>
                    <a:pt x="63604" y="117147"/>
                    <a:pt x="58638" y="119821"/>
                  </a:cubicBezTo>
                  <a:lnTo>
                    <a:pt x="58638" y="119821"/>
                  </a:lnTo>
                  <a:cubicBezTo>
                    <a:pt x="56234" y="117147"/>
                    <a:pt x="54953" y="113046"/>
                    <a:pt x="52550" y="110193"/>
                  </a:cubicBezTo>
                  <a:cubicBezTo>
                    <a:pt x="50146" y="108945"/>
                    <a:pt x="46461" y="108945"/>
                    <a:pt x="44058" y="107518"/>
                  </a:cubicBezTo>
                  <a:cubicBezTo>
                    <a:pt x="36688" y="104843"/>
                    <a:pt x="28037" y="104843"/>
                    <a:pt x="23230" y="99316"/>
                  </a:cubicBezTo>
                  <a:cubicBezTo>
                    <a:pt x="19546" y="95215"/>
                    <a:pt x="26915" y="87013"/>
                    <a:pt x="24512" y="83090"/>
                  </a:cubicBezTo>
                  <a:cubicBezTo>
                    <a:pt x="21949" y="78989"/>
                    <a:pt x="17142" y="88439"/>
                    <a:pt x="13457" y="87013"/>
                  </a:cubicBezTo>
                  <a:cubicBezTo>
                    <a:pt x="9773" y="85765"/>
                    <a:pt x="9773" y="80237"/>
                    <a:pt x="9773" y="77563"/>
                  </a:cubicBezTo>
                  <a:cubicBezTo>
                    <a:pt x="8491" y="74888"/>
                    <a:pt x="9773" y="72213"/>
                    <a:pt x="9773" y="6936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1" name="Shape 11131"/>
            <p:cNvSpPr/>
            <p:nvPr/>
          </p:nvSpPr>
          <p:spPr>
            <a:xfrm rot="3648446">
              <a:off x="8027669" y="4795494"/>
              <a:ext cx="108976" cy="8603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86079"/>
                  </a:moveTo>
                  <a:lnTo>
                    <a:pt x="0" y="86079"/>
                  </a:lnTo>
                  <a:cubicBezTo>
                    <a:pt x="4275" y="91914"/>
                    <a:pt x="8551" y="94468"/>
                    <a:pt x="8551" y="100303"/>
                  </a:cubicBezTo>
                  <a:cubicBezTo>
                    <a:pt x="8551" y="105775"/>
                    <a:pt x="4275" y="105775"/>
                    <a:pt x="4275" y="111246"/>
                  </a:cubicBezTo>
                  <a:cubicBezTo>
                    <a:pt x="4275" y="114164"/>
                    <a:pt x="2280" y="114164"/>
                    <a:pt x="2280" y="116717"/>
                  </a:cubicBezTo>
                  <a:lnTo>
                    <a:pt x="2280" y="116717"/>
                  </a:lnTo>
                  <a:cubicBezTo>
                    <a:pt x="10831" y="116717"/>
                    <a:pt x="19667" y="119635"/>
                    <a:pt x="25938" y="116717"/>
                  </a:cubicBezTo>
                  <a:cubicBezTo>
                    <a:pt x="30498" y="114164"/>
                    <a:pt x="30498" y="102857"/>
                    <a:pt x="34774" y="97386"/>
                  </a:cubicBezTo>
                  <a:cubicBezTo>
                    <a:pt x="39049" y="94468"/>
                    <a:pt x="45605" y="97386"/>
                    <a:pt x="49881" y="94468"/>
                  </a:cubicBezTo>
                  <a:cubicBezTo>
                    <a:pt x="54441" y="94468"/>
                    <a:pt x="52161" y="86079"/>
                    <a:pt x="56437" y="83525"/>
                  </a:cubicBezTo>
                  <a:cubicBezTo>
                    <a:pt x="65273" y="83525"/>
                    <a:pt x="76104" y="86079"/>
                    <a:pt x="84940" y="91914"/>
                  </a:cubicBezTo>
                  <a:cubicBezTo>
                    <a:pt x="89216" y="94468"/>
                    <a:pt x="91496" y="102857"/>
                    <a:pt x="95771" y="105775"/>
                  </a:cubicBezTo>
                  <a:lnTo>
                    <a:pt x="95771" y="105775"/>
                  </a:lnTo>
                  <a:cubicBezTo>
                    <a:pt x="102327" y="105775"/>
                    <a:pt x="108883" y="111246"/>
                    <a:pt x="113159" y="105775"/>
                  </a:cubicBezTo>
                  <a:cubicBezTo>
                    <a:pt x="117434" y="102857"/>
                    <a:pt x="113159" y="94468"/>
                    <a:pt x="113159" y="91914"/>
                  </a:cubicBezTo>
                  <a:cubicBezTo>
                    <a:pt x="115439" y="86079"/>
                    <a:pt x="117434" y="80607"/>
                    <a:pt x="119714" y="78054"/>
                  </a:cubicBezTo>
                  <a:lnTo>
                    <a:pt x="119714" y="78054"/>
                  </a:lnTo>
                  <a:cubicBezTo>
                    <a:pt x="115439" y="69665"/>
                    <a:pt x="113159" y="61276"/>
                    <a:pt x="108883" y="52887"/>
                  </a:cubicBezTo>
                  <a:cubicBezTo>
                    <a:pt x="102327" y="44498"/>
                    <a:pt x="93491" y="38662"/>
                    <a:pt x="89216" y="30638"/>
                  </a:cubicBezTo>
                  <a:cubicBezTo>
                    <a:pt x="82660" y="19331"/>
                    <a:pt x="80665" y="8389"/>
                    <a:pt x="76104" y="0"/>
                  </a:cubicBezTo>
                  <a:lnTo>
                    <a:pt x="76104" y="0"/>
                  </a:lnTo>
                  <a:cubicBezTo>
                    <a:pt x="71828" y="2553"/>
                    <a:pt x="67553" y="8389"/>
                    <a:pt x="65273" y="13860"/>
                  </a:cubicBezTo>
                  <a:cubicBezTo>
                    <a:pt x="62992" y="16413"/>
                    <a:pt x="62992" y="24802"/>
                    <a:pt x="58717" y="24802"/>
                  </a:cubicBezTo>
                  <a:cubicBezTo>
                    <a:pt x="49881" y="24802"/>
                    <a:pt x="41330" y="16413"/>
                    <a:pt x="32494" y="19331"/>
                  </a:cubicBezTo>
                  <a:cubicBezTo>
                    <a:pt x="23942" y="22249"/>
                    <a:pt x="17387" y="30638"/>
                    <a:pt x="13111" y="38662"/>
                  </a:cubicBezTo>
                  <a:cubicBezTo>
                    <a:pt x="10831" y="41580"/>
                    <a:pt x="13111" y="47051"/>
                    <a:pt x="10831" y="52887"/>
                  </a:cubicBezTo>
                  <a:cubicBezTo>
                    <a:pt x="8551" y="63829"/>
                    <a:pt x="4275" y="75136"/>
                    <a:pt x="0" y="8607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2" name="Shape 11132"/>
            <p:cNvSpPr/>
            <p:nvPr/>
          </p:nvSpPr>
          <p:spPr>
            <a:xfrm rot="3648446">
              <a:off x="8022963" y="4681583"/>
              <a:ext cx="58503" cy="1055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085" y="117339"/>
                  </a:moveTo>
                  <a:lnTo>
                    <a:pt x="107085" y="117339"/>
                  </a:lnTo>
                  <a:cubicBezTo>
                    <a:pt x="102780" y="112906"/>
                    <a:pt x="90403" y="108177"/>
                    <a:pt x="94708" y="103743"/>
                  </a:cubicBezTo>
                  <a:cubicBezTo>
                    <a:pt x="94708" y="99310"/>
                    <a:pt x="111390" y="99310"/>
                    <a:pt x="119461" y="99310"/>
                  </a:cubicBezTo>
                  <a:lnTo>
                    <a:pt x="119461" y="99310"/>
                  </a:lnTo>
                  <a:cubicBezTo>
                    <a:pt x="115156" y="88078"/>
                    <a:pt x="107085" y="76551"/>
                    <a:pt x="107085" y="67684"/>
                  </a:cubicBezTo>
                  <a:cubicBezTo>
                    <a:pt x="102780" y="63251"/>
                    <a:pt x="111390" y="58522"/>
                    <a:pt x="111390" y="54088"/>
                  </a:cubicBezTo>
                  <a:cubicBezTo>
                    <a:pt x="107085" y="49655"/>
                    <a:pt x="102780" y="45221"/>
                    <a:pt x="94708" y="40492"/>
                  </a:cubicBezTo>
                  <a:lnTo>
                    <a:pt x="94708" y="40492"/>
                  </a:lnTo>
                  <a:cubicBezTo>
                    <a:pt x="90403" y="38423"/>
                    <a:pt x="82331" y="38423"/>
                    <a:pt x="78026" y="33694"/>
                  </a:cubicBezTo>
                  <a:cubicBezTo>
                    <a:pt x="69955" y="24827"/>
                    <a:pt x="74260" y="11231"/>
                    <a:pt x="65650" y="4433"/>
                  </a:cubicBezTo>
                  <a:cubicBezTo>
                    <a:pt x="61883" y="0"/>
                    <a:pt x="57578" y="11231"/>
                    <a:pt x="49506" y="8866"/>
                  </a:cubicBezTo>
                  <a:cubicBezTo>
                    <a:pt x="37130" y="8866"/>
                    <a:pt x="24753" y="4433"/>
                    <a:pt x="12376" y="0"/>
                  </a:cubicBezTo>
                  <a:lnTo>
                    <a:pt x="12376" y="0"/>
                  </a:lnTo>
                  <a:cubicBezTo>
                    <a:pt x="0" y="26896"/>
                    <a:pt x="0" y="26896"/>
                    <a:pt x="0" y="26896"/>
                  </a:cubicBezTo>
                  <a:lnTo>
                    <a:pt x="0" y="26896"/>
                  </a:lnTo>
                  <a:cubicBezTo>
                    <a:pt x="4304" y="33694"/>
                    <a:pt x="8609" y="38423"/>
                    <a:pt x="8609" y="45221"/>
                  </a:cubicBezTo>
                  <a:cubicBezTo>
                    <a:pt x="8609" y="49655"/>
                    <a:pt x="0" y="54088"/>
                    <a:pt x="0" y="60886"/>
                  </a:cubicBezTo>
                  <a:cubicBezTo>
                    <a:pt x="0" y="65320"/>
                    <a:pt x="8609" y="69753"/>
                    <a:pt x="12376" y="74482"/>
                  </a:cubicBezTo>
                  <a:cubicBezTo>
                    <a:pt x="12376" y="78916"/>
                    <a:pt x="8609" y="83349"/>
                    <a:pt x="12376" y="88078"/>
                  </a:cubicBezTo>
                  <a:cubicBezTo>
                    <a:pt x="16681" y="94876"/>
                    <a:pt x="24753" y="96945"/>
                    <a:pt x="32825" y="103743"/>
                  </a:cubicBezTo>
                  <a:lnTo>
                    <a:pt x="32825" y="103743"/>
                  </a:lnTo>
                  <a:cubicBezTo>
                    <a:pt x="41434" y="106108"/>
                    <a:pt x="49506" y="110541"/>
                    <a:pt x="61883" y="112906"/>
                  </a:cubicBezTo>
                  <a:cubicBezTo>
                    <a:pt x="61883" y="114975"/>
                    <a:pt x="65650" y="117339"/>
                    <a:pt x="69955" y="117339"/>
                  </a:cubicBezTo>
                  <a:cubicBezTo>
                    <a:pt x="82331" y="119704"/>
                    <a:pt x="94708" y="117339"/>
                    <a:pt x="107085" y="11733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3" name="Shape 11133"/>
            <p:cNvSpPr/>
            <p:nvPr/>
          </p:nvSpPr>
          <p:spPr>
            <a:xfrm rot="3648446">
              <a:off x="7957355" y="4634915"/>
              <a:ext cx="113565" cy="8374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559" y="111055"/>
                  </a:moveTo>
                  <a:lnTo>
                    <a:pt x="71559" y="111055"/>
                  </a:lnTo>
                  <a:cubicBezTo>
                    <a:pt x="75688" y="108074"/>
                    <a:pt x="75688" y="102484"/>
                    <a:pt x="79816" y="99503"/>
                  </a:cubicBezTo>
                  <a:cubicBezTo>
                    <a:pt x="86146" y="99503"/>
                    <a:pt x="92477" y="102484"/>
                    <a:pt x="96605" y="105465"/>
                  </a:cubicBezTo>
                  <a:cubicBezTo>
                    <a:pt x="102935" y="108074"/>
                    <a:pt x="105137" y="116645"/>
                    <a:pt x="111467" y="116645"/>
                  </a:cubicBezTo>
                  <a:cubicBezTo>
                    <a:pt x="113669" y="116645"/>
                    <a:pt x="115596" y="111055"/>
                    <a:pt x="119724" y="108074"/>
                  </a:cubicBezTo>
                  <a:lnTo>
                    <a:pt x="119724" y="108074"/>
                  </a:lnTo>
                  <a:cubicBezTo>
                    <a:pt x="115596" y="99503"/>
                    <a:pt x="111467" y="96894"/>
                    <a:pt x="109266" y="88322"/>
                  </a:cubicBezTo>
                  <a:cubicBezTo>
                    <a:pt x="107339" y="82360"/>
                    <a:pt x="109266" y="76770"/>
                    <a:pt x="109266" y="71180"/>
                  </a:cubicBezTo>
                  <a:cubicBezTo>
                    <a:pt x="107339" y="65217"/>
                    <a:pt x="102935" y="59627"/>
                    <a:pt x="102935" y="54037"/>
                  </a:cubicBezTo>
                  <a:cubicBezTo>
                    <a:pt x="102935" y="45465"/>
                    <a:pt x="107339" y="39875"/>
                    <a:pt x="107339" y="34285"/>
                  </a:cubicBezTo>
                  <a:cubicBezTo>
                    <a:pt x="107339" y="25714"/>
                    <a:pt x="105137" y="19751"/>
                    <a:pt x="102935" y="11180"/>
                  </a:cubicBezTo>
                  <a:lnTo>
                    <a:pt x="102935" y="11180"/>
                  </a:lnTo>
                  <a:cubicBezTo>
                    <a:pt x="98807" y="14161"/>
                    <a:pt x="92477" y="22732"/>
                    <a:pt x="88348" y="19751"/>
                  </a:cubicBezTo>
                  <a:cubicBezTo>
                    <a:pt x="82018" y="17142"/>
                    <a:pt x="84220" y="0"/>
                    <a:pt x="77889" y="0"/>
                  </a:cubicBezTo>
                  <a:cubicBezTo>
                    <a:pt x="71559" y="0"/>
                    <a:pt x="75688" y="14161"/>
                    <a:pt x="71559" y="17142"/>
                  </a:cubicBezTo>
                  <a:cubicBezTo>
                    <a:pt x="69357" y="22732"/>
                    <a:pt x="67155" y="25714"/>
                    <a:pt x="63027" y="25714"/>
                  </a:cubicBezTo>
                  <a:cubicBezTo>
                    <a:pt x="58899" y="25714"/>
                    <a:pt x="52568" y="19751"/>
                    <a:pt x="46238" y="17142"/>
                  </a:cubicBezTo>
                  <a:lnTo>
                    <a:pt x="46238" y="17142"/>
                  </a:lnTo>
                  <a:cubicBezTo>
                    <a:pt x="39908" y="25714"/>
                    <a:pt x="35779" y="39875"/>
                    <a:pt x="25321" y="45465"/>
                  </a:cubicBezTo>
                  <a:cubicBezTo>
                    <a:pt x="21192" y="45465"/>
                    <a:pt x="18990" y="28322"/>
                    <a:pt x="12660" y="31304"/>
                  </a:cubicBezTo>
                  <a:cubicBezTo>
                    <a:pt x="6330" y="31304"/>
                    <a:pt x="4128" y="42484"/>
                    <a:pt x="0" y="51055"/>
                  </a:cubicBezTo>
                  <a:lnTo>
                    <a:pt x="0" y="51055"/>
                  </a:lnTo>
                  <a:cubicBezTo>
                    <a:pt x="6330" y="54037"/>
                    <a:pt x="16788" y="57018"/>
                    <a:pt x="21192" y="65217"/>
                  </a:cubicBezTo>
                  <a:cubicBezTo>
                    <a:pt x="25321" y="73788"/>
                    <a:pt x="21192" y="85341"/>
                    <a:pt x="25321" y="96894"/>
                  </a:cubicBezTo>
                  <a:cubicBezTo>
                    <a:pt x="27247" y="105465"/>
                    <a:pt x="29449" y="116645"/>
                    <a:pt x="35779" y="116645"/>
                  </a:cubicBezTo>
                  <a:cubicBezTo>
                    <a:pt x="42110" y="119627"/>
                    <a:pt x="48440" y="105465"/>
                    <a:pt x="54770" y="105465"/>
                  </a:cubicBezTo>
                  <a:cubicBezTo>
                    <a:pt x="60825" y="102484"/>
                    <a:pt x="67155" y="111055"/>
                    <a:pt x="71559" y="11105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4" name="Shape 11134"/>
            <p:cNvSpPr/>
            <p:nvPr/>
          </p:nvSpPr>
          <p:spPr>
            <a:xfrm rot="3648446">
              <a:off x="8047374" y="4589902"/>
              <a:ext cx="78004" cy="11013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7692" y="113175"/>
                  </a:moveTo>
                  <a:lnTo>
                    <a:pt x="27692" y="113175"/>
                  </a:lnTo>
                  <a:cubicBezTo>
                    <a:pt x="36923" y="115165"/>
                    <a:pt x="46153" y="119715"/>
                    <a:pt x="52173" y="119715"/>
                  </a:cubicBezTo>
                  <a:cubicBezTo>
                    <a:pt x="58193" y="119715"/>
                    <a:pt x="61404" y="117440"/>
                    <a:pt x="64615" y="113175"/>
                  </a:cubicBezTo>
                  <a:cubicBezTo>
                    <a:pt x="70635" y="110900"/>
                    <a:pt x="64615" y="100094"/>
                    <a:pt x="73846" y="100094"/>
                  </a:cubicBezTo>
                  <a:cubicBezTo>
                    <a:pt x="83076" y="100094"/>
                    <a:pt x="79866" y="113175"/>
                    <a:pt x="89096" y="115165"/>
                  </a:cubicBezTo>
                  <a:cubicBezTo>
                    <a:pt x="95117" y="117440"/>
                    <a:pt x="104347" y="110900"/>
                    <a:pt x="110367" y="108625"/>
                  </a:cubicBezTo>
                  <a:lnTo>
                    <a:pt x="110367" y="108625"/>
                  </a:lnTo>
                  <a:cubicBezTo>
                    <a:pt x="119598" y="82748"/>
                    <a:pt x="119598" y="82748"/>
                    <a:pt x="119598" y="82748"/>
                  </a:cubicBezTo>
                  <a:lnTo>
                    <a:pt x="119598" y="82748"/>
                  </a:lnTo>
                  <a:cubicBezTo>
                    <a:pt x="116789" y="78199"/>
                    <a:pt x="116789" y="71658"/>
                    <a:pt x="113578" y="69668"/>
                  </a:cubicBezTo>
                  <a:cubicBezTo>
                    <a:pt x="110367" y="65402"/>
                    <a:pt x="104347" y="65402"/>
                    <a:pt x="98327" y="65402"/>
                  </a:cubicBezTo>
                  <a:cubicBezTo>
                    <a:pt x="98327" y="65402"/>
                    <a:pt x="76655" y="36966"/>
                    <a:pt x="76655" y="34976"/>
                  </a:cubicBezTo>
                  <a:lnTo>
                    <a:pt x="70635" y="8815"/>
                  </a:lnTo>
                  <a:cubicBezTo>
                    <a:pt x="64615" y="4549"/>
                    <a:pt x="58193" y="0"/>
                    <a:pt x="52173" y="0"/>
                  </a:cubicBezTo>
                  <a:cubicBezTo>
                    <a:pt x="42943" y="0"/>
                    <a:pt x="40133" y="6540"/>
                    <a:pt x="33712" y="8815"/>
                  </a:cubicBezTo>
                  <a:cubicBezTo>
                    <a:pt x="27692" y="11090"/>
                    <a:pt x="15652" y="6540"/>
                    <a:pt x="9230" y="11090"/>
                  </a:cubicBezTo>
                  <a:cubicBezTo>
                    <a:pt x="3210" y="13080"/>
                    <a:pt x="6421" y="19620"/>
                    <a:pt x="3210" y="21895"/>
                  </a:cubicBezTo>
                  <a:cubicBezTo>
                    <a:pt x="3210" y="28436"/>
                    <a:pt x="0" y="36966"/>
                    <a:pt x="3210" y="41516"/>
                  </a:cubicBezTo>
                  <a:cubicBezTo>
                    <a:pt x="9230" y="50047"/>
                    <a:pt x="27692" y="52322"/>
                    <a:pt x="30903" y="60853"/>
                  </a:cubicBezTo>
                  <a:cubicBezTo>
                    <a:pt x="30903" y="67393"/>
                    <a:pt x="18461" y="73933"/>
                    <a:pt x="18461" y="82748"/>
                  </a:cubicBezTo>
                  <a:cubicBezTo>
                    <a:pt x="18461" y="93554"/>
                    <a:pt x="24481" y="102369"/>
                    <a:pt x="27692" y="11317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5" name="Shape 11135"/>
            <p:cNvSpPr/>
            <p:nvPr/>
          </p:nvSpPr>
          <p:spPr>
            <a:xfrm rot="3648446">
              <a:off x="8040044" y="4733983"/>
              <a:ext cx="107829" cy="10783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723" y="110992"/>
                  </a:moveTo>
                  <a:lnTo>
                    <a:pt x="17723" y="110992"/>
                  </a:lnTo>
                  <a:cubicBezTo>
                    <a:pt x="42130" y="119709"/>
                    <a:pt x="42130" y="119709"/>
                    <a:pt x="42130" y="119709"/>
                  </a:cubicBezTo>
                  <a:lnTo>
                    <a:pt x="42130" y="119709"/>
                  </a:lnTo>
                  <a:cubicBezTo>
                    <a:pt x="46489" y="110992"/>
                    <a:pt x="50847" y="101985"/>
                    <a:pt x="53171" y="93268"/>
                  </a:cubicBezTo>
                  <a:cubicBezTo>
                    <a:pt x="55496" y="88619"/>
                    <a:pt x="53171" y="84261"/>
                    <a:pt x="55496" y="81937"/>
                  </a:cubicBezTo>
                  <a:cubicBezTo>
                    <a:pt x="59854" y="75544"/>
                    <a:pt x="66537" y="68861"/>
                    <a:pt x="75254" y="66537"/>
                  </a:cubicBezTo>
                  <a:cubicBezTo>
                    <a:pt x="84261" y="64213"/>
                    <a:pt x="92978" y="70895"/>
                    <a:pt x="101985" y="70895"/>
                  </a:cubicBezTo>
                  <a:cubicBezTo>
                    <a:pt x="106343" y="70895"/>
                    <a:pt x="106343" y="64213"/>
                    <a:pt x="108668" y="62179"/>
                  </a:cubicBezTo>
                  <a:cubicBezTo>
                    <a:pt x="110992" y="57820"/>
                    <a:pt x="115351" y="53171"/>
                    <a:pt x="119709" y="51138"/>
                  </a:cubicBezTo>
                  <a:lnTo>
                    <a:pt x="119709" y="51138"/>
                  </a:lnTo>
                  <a:cubicBezTo>
                    <a:pt x="115351" y="44455"/>
                    <a:pt x="108668" y="39806"/>
                    <a:pt x="106343" y="33414"/>
                  </a:cubicBezTo>
                  <a:cubicBezTo>
                    <a:pt x="104309" y="28765"/>
                    <a:pt x="108668" y="24406"/>
                    <a:pt x="106343" y="20048"/>
                  </a:cubicBezTo>
                  <a:cubicBezTo>
                    <a:pt x="106343" y="13365"/>
                    <a:pt x="104309" y="4358"/>
                    <a:pt x="97627" y="2033"/>
                  </a:cubicBezTo>
                  <a:cubicBezTo>
                    <a:pt x="92978" y="0"/>
                    <a:pt x="90944" y="11041"/>
                    <a:pt x="86585" y="13365"/>
                  </a:cubicBezTo>
                  <a:cubicBezTo>
                    <a:pt x="81937" y="13365"/>
                    <a:pt x="77578" y="13365"/>
                    <a:pt x="73220" y="11041"/>
                  </a:cubicBezTo>
                  <a:cubicBezTo>
                    <a:pt x="70895" y="8716"/>
                    <a:pt x="70895" y="2033"/>
                    <a:pt x="68571" y="2033"/>
                  </a:cubicBezTo>
                  <a:cubicBezTo>
                    <a:pt x="64213" y="2033"/>
                    <a:pt x="62179" y="4358"/>
                    <a:pt x="59854" y="6682"/>
                  </a:cubicBezTo>
                  <a:lnTo>
                    <a:pt x="59854" y="6682"/>
                  </a:lnTo>
                  <a:cubicBezTo>
                    <a:pt x="57530" y="11041"/>
                    <a:pt x="50847" y="15399"/>
                    <a:pt x="50847" y="20048"/>
                  </a:cubicBezTo>
                  <a:cubicBezTo>
                    <a:pt x="48813" y="24406"/>
                    <a:pt x="57530" y="33414"/>
                    <a:pt x="53171" y="37772"/>
                  </a:cubicBezTo>
                  <a:cubicBezTo>
                    <a:pt x="50847" y="39806"/>
                    <a:pt x="46489" y="35447"/>
                    <a:pt x="42130" y="31089"/>
                  </a:cubicBezTo>
                  <a:cubicBezTo>
                    <a:pt x="35447" y="26731"/>
                    <a:pt x="35447" y="13365"/>
                    <a:pt x="26440" y="13365"/>
                  </a:cubicBezTo>
                  <a:cubicBezTo>
                    <a:pt x="17723" y="11041"/>
                    <a:pt x="8716" y="17723"/>
                    <a:pt x="4358" y="26731"/>
                  </a:cubicBezTo>
                  <a:cubicBezTo>
                    <a:pt x="0" y="33414"/>
                    <a:pt x="4358" y="44455"/>
                    <a:pt x="4358" y="53171"/>
                  </a:cubicBezTo>
                  <a:lnTo>
                    <a:pt x="4358" y="53171"/>
                  </a:lnTo>
                  <a:cubicBezTo>
                    <a:pt x="8716" y="57820"/>
                    <a:pt x="11041" y="62179"/>
                    <a:pt x="13365" y="66537"/>
                  </a:cubicBezTo>
                  <a:cubicBezTo>
                    <a:pt x="13365" y="70895"/>
                    <a:pt x="8716" y="75544"/>
                    <a:pt x="11041" y="79903"/>
                  </a:cubicBezTo>
                  <a:cubicBezTo>
                    <a:pt x="11041" y="88619"/>
                    <a:pt x="15399" y="99951"/>
                    <a:pt x="17723" y="11099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6" name="Shape 11136"/>
            <p:cNvSpPr/>
            <p:nvPr/>
          </p:nvSpPr>
          <p:spPr>
            <a:xfrm rot="3648446">
              <a:off x="8092889" y="4819994"/>
              <a:ext cx="178950" cy="16290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0239"/>
                  </a:moveTo>
                  <a:lnTo>
                    <a:pt x="0" y="70239"/>
                  </a:lnTo>
                  <a:cubicBezTo>
                    <a:pt x="2786" y="74641"/>
                    <a:pt x="4005" y="80382"/>
                    <a:pt x="8011" y="86315"/>
                  </a:cubicBezTo>
                  <a:cubicBezTo>
                    <a:pt x="10624" y="90526"/>
                    <a:pt x="16023" y="93588"/>
                    <a:pt x="20029" y="97990"/>
                  </a:cubicBezTo>
                  <a:cubicBezTo>
                    <a:pt x="22641" y="102392"/>
                    <a:pt x="24034" y="106794"/>
                    <a:pt x="26647" y="111196"/>
                  </a:cubicBezTo>
                  <a:lnTo>
                    <a:pt x="26647" y="111196"/>
                  </a:lnTo>
                  <a:cubicBezTo>
                    <a:pt x="29259" y="111196"/>
                    <a:pt x="30653" y="112535"/>
                    <a:pt x="33265" y="114066"/>
                  </a:cubicBezTo>
                  <a:lnTo>
                    <a:pt x="37271" y="111196"/>
                  </a:lnTo>
                  <a:cubicBezTo>
                    <a:pt x="37271" y="112535"/>
                    <a:pt x="45283" y="119808"/>
                    <a:pt x="45283" y="119808"/>
                  </a:cubicBezTo>
                  <a:cubicBezTo>
                    <a:pt x="47895" y="119808"/>
                    <a:pt x="49288" y="119808"/>
                    <a:pt x="51901" y="119808"/>
                  </a:cubicBezTo>
                  <a:lnTo>
                    <a:pt x="51901" y="119808"/>
                  </a:lnTo>
                  <a:cubicBezTo>
                    <a:pt x="53294" y="118468"/>
                    <a:pt x="53294" y="114066"/>
                    <a:pt x="54513" y="114066"/>
                  </a:cubicBezTo>
                  <a:cubicBezTo>
                    <a:pt x="59912" y="111196"/>
                    <a:pt x="66531" y="114066"/>
                    <a:pt x="70537" y="111196"/>
                  </a:cubicBezTo>
                  <a:cubicBezTo>
                    <a:pt x="74542" y="109665"/>
                    <a:pt x="75761" y="103732"/>
                    <a:pt x="79767" y="100861"/>
                  </a:cubicBezTo>
                  <a:cubicBezTo>
                    <a:pt x="79767" y="99330"/>
                    <a:pt x="82554" y="99330"/>
                    <a:pt x="82554" y="100861"/>
                  </a:cubicBezTo>
                  <a:cubicBezTo>
                    <a:pt x="86560" y="100861"/>
                    <a:pt x="89172" y="105263"/>
                    <a:pt x="93178" y="103732"/>
                  </a:cubicBezTo>
                  <a:cubicBezTo>
                    <a:pt x="98403" y="103732"/>
                    <a:pt x="103802" y="100861"/>
                    <a:pt x="107808" y="96459"/>
                  </a:cubicBezTo>
                  <a:cubicBezTo>
                    <a:pt x="111814" y="92057"/>
                    <a:pt x="113033" y="84784"/>
                    <a:pt x="115820" y="78851"/>
                  </a:cubicBezTo>
                  <a:lnTo>
                    <a:pt x="115820" y="78851"/>
                  </a:lnTo>
                  <a:cubicBezTo>
                    <a:pt x="111814" y="74641"/>
                    <a:pt x="109201" y="70239"/>
                    <a:pt x="106415" y="64306"/>
                  </a:cubicBezTo>
                  <a:cubicBezTo>
                    <a:pt x="105195" y="62775"/>
                    <a:pt x="105195" y="59904"/>
                    <a:pt x="105195" y="58564"/>
                  </a:cubicBezTo>
                  <a:cubicBezTo>
                    <a:pt x="106415" y="54162"/>
                    <a:pt x="111814" y="52631"/>
                    <a:pt x="113033" y="48229"/>
                  </a:cubicBezTo>
                  <a:cubicBezTo>
                    <a:pt x="113033" y="45358"/>
                    <a:pt x="109201" y="45358"/>
                    <a:pt x="109201" y="42296"/>
                  </a:cubicBezTo>
                  <a:cubicBezTo>
                    <a:pt x="107808" y="40956"/>
                    <a:pt x="111814" y="40956"/>
                    <a:pt x="111814" y="37894"/>
                  </a:cubicBezTo>
                  <a:cubicBezTo>
                    <a:pt x="111814" y="36555"/>
                    <a:pt x="107808" y="33684"/>
                    <a:pt x="109201" y="32153"/>
                  </a:cubicBezTo>
                  <a:cubicBezTo>
                    <a:pt x="111814" y="29282"/>
                    <a:pt x="115820" y="29282"/>
                    <a:pt x="119825" y="27751"/>
                  </a:cubicBezTo>
                  <a:lnTo>
                    <a:pt x="119825" y="27751"/>
                  </a:lnTo>
                  <a:cubicBezTo>
                    <a:pt x="114426" y="24880"/>
                    <a:pt x="107808" y="24880"/>
                    <a:pt x="102409" y="18947"/>
                  </a:cubicBezTo>
                  <a:cubicBezTo>
                    <a:pt x="99796" y="16076"/>
                    <a:pt x="102409" y="10334"/>
                    <a:pt x="101190" y="7272"/>
                  </a:cubicBezTo>
                  <a:cubicBezTo>
                    <a:pt x="99796" y="5933"/>
                    <a:pt x="97184" y="7272"/>
                    <a:pt x="94571" y="7272"/>
                  </a:cubicBezTo>
                  <a:cubicBezTo>
                    <a:pt x="93178" y="5933"/>
                    <a:pt x="90566" y="4401"/>
                    <a:pt x="89172" y="2870"/>
                  </a:cubicBezTo>
                  <a:lnTo>
                    <a:pt x="89172" y="2870"/>
                  </a:lnTo>
                  <a:cubicBezTo>
                    <a:pt x="85166" y="1531"/>
                    <a:pt x="81161" y="0"/>
                    <a:pt x="78548" y="1531"/>
                  </a:cubicBezTo>
                  <a:cubicBezTo>
                    <a:pt x="75761" y="2870"/>
                    <a:pt x="77155" y="7272"/>
                    <a:pt x="75761" y="10334"/>
                  </a:cubicBezTo>
                  <a:cubicBezTo>
                    <a:pt x="73149" y="13205"/>
                    <a:pt x="69143" y="14545"/>
                    <a:pt x="66531" y="16076"/>
                  </a:cubicBezTo>
                  <a:lnTo>
                    <a:pt x="66531" y="16076"/>
                  </a:lnTo>
                  <a:cubicBezTo>
                    <a:pt x="69143" y="18947"/>
                    <a:pt x="73149" y="20478"/>
                    <a:pt x="74542" y="24880"/>
                  </a:cubicBezTo>
                  <a:cubicBezTo>
                    <a:pt x="75761" y="29282"/>
                    <a:pt x="77155" y="35023"/>
                    <a:pt x="75761" y="39425"/>
                  </a:cubicBezTo>
                  <a:cubicBezTo>
                    <a:pt x="74542" y="42296"/>
                    <a:pt x="70537" y="35023"/>
                    <a:pt x="67924" y="35023"/>
                  </a:cubicBezTo>
                  <a:cubicBezTo>
                    <a:pt x="61306" y="36555"/>
                    <a:pt x="54513" y="42296"/>
                    <a:pt x="47895" y="46698"/>
                  </a:cubicBezTo>
                  <a:cubicBezTo>
                    <a:pt x="47895" y="46698"/>
                    <a:pt x="30653" y="57033"/>
                    <a:pt x="29259" y="58564"/>
                  </a:cubicBezTo>
                  <a:cubicBezTo>
                    <a:pt x="27866" y="58564"/>
                    <a:pt x="20029" y="58564"/>
                    <a:pt x="20029" y="58564"/>
                  </a:cubicBezTo>
                  <a:cubicBezTo>
                    <a:pt x="18635" y="59904"/>
                    <a:pt x="17242" y="64306"/>
                    <a:pt x="16023" y="64306"/>
                  </a:cubicBezTo>
                  <a:cubicBezTo>
                    <a:pt x="10624" y="67177"/>
                    <a:pt x="5399" y="68708"/>
                    <a:pt x="0" y="7023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7" name="Shape 11137"/>
            <p:cNvSpPr/>
            <p:nvPr/>
          </p:nvSpPr>
          <p:spPr>
            <a:xfrm rot="3648446">
              <a:off x="8108481" y="4748529"/>
              <a:ext cx="181245" cy="13995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448" y="119776"/>
                  </a:moveTo>
                  <a:lnTo>
                    <a:pt x="43448" y="119776"/>
                  </a:lnTo>
                  <a:cubicBezTo>
                    <a:pt x="40862" y="114626"/>
                    <a:pt x="36896" y="111044"/>
                    <a:pt x="35517" y="106119"/>
                  </a:cubicBezTo>
                  <a:cubicBezTo>
                    <a:pt x="34310" y="102537"/>
                    <a:pt x="36896" y="99179"/>
                    <a:pt x="35517" y="95820"/>
                  </a:cubicBezTo>
                  <a:cubicBezTo>
                    <a:pt x="35517" y="90671"/>
                    <a:pt x="34310" y="83731"/>
                    <a:pt x="30344" y="81940"/>
                  </a:cubicBezTo>
                  <a:cubicBezTo>
                    <a:pt x="27586" y="80373"/>
                    <a:pt x="26379" y="88880"/>
                    <a:pt x="23793" y="90671"/>
                  </a:cubicBezTo>
                  <a:cubicBezTo>
                    <a:pt x="21034" y="90671"/>
                    <a:pt x="18448" y="90671"/>
                    <a:pt x="15862" y="88880"/>
                  </a:cubicBezTo>
                  <a:cubicBezTo>
                    <a:pt x="14482" y="87089"/>
                    <a:pt x="14482" y="81940"/>
                    <a:pt x="13103" y="81940"/>
                  </a:cubicBezTo>
                  <a:cubicBezTo>
                    <a:pt x="10517" y="81940"/>
                    <a:pt x="9310" y="83731"/>
                    <a:pt x="7931" y="85522"/>
                  </a:cubicBezTo>
                  <a:lnTo>
                    <a:pt x="7931" y="85522"/>
                  </a:lnTo>
                  <a:cubicBezTo>
                    <a:pt x="5344" y="77014"/>
                    <a:pt x="0" y="68283"/>
                    <a:pt x="1379" y="58208"/>
                  </a:cubicBezTo>
                  <a:cubicBezTo>
                    <a:pt x="1379" y="51268"/>
                    <a:pt x="10517" y="49701"/>
                    <a:pt x="13103" y="42761"/>
                  </a:cubicBezTo>
                  <a:cubicBezTo>
                    <a:pt x="14482" y="37611"/>
                    <a:pt x="11896" y="29104"/>
                    <a:pt x="13103" y="23955"/>
                  </a:cubicBezTo>
                  <a:cubicBezTo>
                    <a:pt x="13103" y="20373"/>
                    <a:pt x="13103" y="15447"/>
                    <a:pt x="14482" y="13656"/>
                  </a:cubicBezTo>
                  <a:cubicBezTo>
                    <a:pt x="19827" y="8507"/>
                    <a:pt x="26379" y="5149"/>
                    <a:pt x="31551" y="0"/>
                  </a:cubicBezTo>
                  <a:lnTo>
                    <a:pt x="31551" y="0"/>
                  </a:lnTo>
                  <a:cubicBezTo>
                    <a:pt x="35517" y="5149"/>
                    <a:pt x="42241" y="8507"/>
                    <a:pt x="46206" y="11865"/>
                  </a:cubicBezTo>
                  <a:cubicBezTo>
                    <a:pt x="48793" y="15447"/>
                    <a:pt x="50000" y="22164"/>
                    <a:pt x="53965" y="23955"/>
                  </a:cubicBezTo>
                  <a:cubicBezTo>
                    <a:pt x="57931" y="25522"/>
                    <a:pt x="63275" y="23955"/>
                    <a:pt x="68448" y="25522"/>
                  </a:cubicBezTo>
                  <a:cubicBezTo>
                    <a:pt x="72413" y="25522"/>
                    <a:pt x="77758" y="23955"/>
                    <a:pt x="81724" y="27313"/>
                  </a:cubicBezTo>
                  <a:cubicBezTo>
                    <a:pt x="84310" y="30671"/>
                    <a:pt x="81724" y="40970"/>
                    <a:pt x="84310" y="42761"/>
                  </a:cubicBezTo>
                  <a:cubicBezTo>
                    <a:pt x="89655" y="44552"/>
                    <a:pt x="92241" y="35820"/>
                    <a:pt x="97413" y="35820"/>
                  </a:cubicBezTo>
                  <a:cubicBezTo>
                    <a:pt x="98793" y="35820"/>
                    <a:pt x="100172" y="40970"/>
                    <a:pt x="101379" y="42761"/>
                  </a:cubicBezTo>
                  <a:cubicBezTo>
                    <a:pt x="102758" y="46119"/>
                    <a:pt x="100172" y="49701"/>
                    <a:pt x="101379" y="51268"/>
                  </a:cubicBezTo>
                  <a:cubicBezTo>
                    <a:pt x="102758" y="54626"/>
                    <a:pt x="106724" y="54626"/>
                    <a:pt x="109310" y="56417"/>
                  </a:cubicBezTo>
                  <a:lnTo>
                    <a:pt x="109310" y="56417"/>
                  </a:lnTo>
                  <a:cubicBezTo>
                    <a:pt x="111896" y="59776"/>
                    <a:pt x="115862" y="61567"/>
                    <a:pt x="117241" y="66716"/>
                  </a:cubicBezTo>
                  <a:cubicBezTo>
                    <a:pt x="118448" y="71865"/>
                    <a:pt x="119827" y="78582"/>
                    <a:pt x="118448" y="83731"/>
                  </a:cubicBezTo>
                  <a:cubicBezTo>
                    <a:pt x="117241" y="87089"/>
                    <a:pt x="113275" y="78582"/>
                    <a:pt x="110689" y="78582"/>
                  </a:cubicBezTo>
                  <a:cubicBezTo>
                    <a:pt x="104137" y="80373"/>
                    <a:pt x="97413" y="87089"/>
                    <a:pt x="90862" y="92238"/>
                  </a:cubicBezTo>
                  <a:cubicBezTo>
                    <a:pt x="90862" y="92238"/>
                    <a:pt x="73793" y="104328"/>
                    <a:pt x="72413" y="106119"/>
                  </a:cubicBezTo>
                  <a:cubicBezTo>
                    <a:pt x="71034" y="106119"/>
                    <a:pt x="63275" y="106119"/>
                    <a:pt x="63275" y="106119"/>
                  </a:cubicBezTo>
                  <a:cubicBezTo>
                    <a:pt x="61896" y="107686"/>
                    <a:pt x="60517" y="112835"/>
                    <a:pt x="59310" y="112835"/>
                  </a:cubicBezTo>
                  <a:cubicBezTo>
                    <a:pt x="53965" y="116194"/>
                    <a:pt x="48793" y="117985"/>
                    <a:pt x="43448" y="11977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8" name="Shape 11138"/>
            <p:cNvSpPr/>
            <p:nvPr/>
          </p:nvSpPr>
          <p:spPr>
            <a:xfrm rot="3648446">
              <a:off x="8180524" y="4974033"/>
              <a:ext cx="173214" cy="11357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07" y="98532"/>
                  </a:moveTo>
                  <a:lnTo>
                    <a:pt x="11007" y="98532"/>
                  </a:lnTo>
                  <a:cubicBezTo>
                    <a:pt x="6857" y="92477"/>
                    <a:pt x="4150" y="86146"/>
                    <a:pt x="1263" y="77614"/>
                  </a:cubicBezTo>
                  <a:cubicBezTo>
                    <a:pt x="0" y="75412"/>
                    <a:pt x="0" y="71284"/>
                    <a:pt x="0" y="69357"/>
                  </a:cubicBezTo>
                  <a:cubicBezTo>
                    <a:pt x="1263" y="63027"/>
                    <a:pt x="6857" y="60825"/>
                    <a:pt x="8120" y="54495"/>
                  </a:cubicBezTo>
                  <a:cubicBezTo>
                    <a:pt x="8120" y="50366"/>
                    <a:pt x="4150" y="50366"/>
                    <a:pt x="4150" y="45963"/>
                  </a:cubicBezTo>
                  <a:cubicBezTo>
                    <a:pt x="2706" y="44036"/>
                    <a:pt x="6857" y="44036"/>
                    <a:pt x="6857" y="39633"/>
                  </a:cubicBezTo>
                  <a:cubicBezTo>
                    <a:pt x="6857" y="37706"/>
                    <a:pt x="2706" y="33577"/>
                    <a:pt x="4150" y="31376"/>
                  </a:cubicBezTo>
                  <a:cubicBezTo>
                    <a:pt x="6857" y="27247"/>
                    <a:pt x="11007" y="27247"/>
                    <a:pt x="15157" y="25045"/>
                  </a:cubicBezTo>
                  <a:lnTo>
                    <a:pt x="15157" y="25045"/>
                  </a:lnTo>
                  <a:cubicBezTo>
                    <a:pt x="16421" y="27247"/>
                    <a:pt x="16421" y="31376"/>
                    <a:pt x="17864" y="31376"/>
                  </a:cubicBezTo>
                  <a:cubicBezTo>
                    <a:pt x="22015" y="27247"/>
                    <a:pt x="22015" y="22844"/>
                    <a:pt x="24721" y="18715"/>
                  </a:cubicBezTo>
                  <a:cubicBezTo>
                    <a:pt x="26165" y="14587"/>
                    <a:pt x="27428" y="10458"/>
                    <a:pt x="30315" y="8256"/>
                  </a:cubicBezTo>
                  <a:cubicBezTo>
                    <a:pt x="33022" y="8256"/>
                    <a:pt x="34466" y="14587"/>
                    <a:pt x="37172" y="14587"/>
                  </a:cubicBezTo>
                  <a:cubicBezTo>
                    <a:pt x="41323" y="14587"/>
                    <a:pt x="46736" y="10458"/>
                    <a:pt x="50887" y="10458"/>
                  </a:cubicBezTo>
                  <a:cubicBezTo>
                    <a:pt x="55037" y="10458"/>
                    <a:pt x="59187" y="14587"/>
                    <a:pt x="63338" y="14587"/>
                  </a:cubicBezTo>
                  <a:cubicBezTo>
                    <a:pt x="68751" y="12385"/>
                    <a:pt x="72902" y="8256"/>
                    <a:pt x="78496" y="6055"/>
                  </a:cubicBezTo>
                  <a:cubicBezTo>
                    <a:pt x="81203" y="4128"/>
                    <a:pt x="83909" y="1926"/>
                    <a:pt x="86796" y="0"/>
                  </a:cubicBezTo>
                  <a:lnTo>
                    <a:pt x="86796" y="0"/>
                  </a:lnTo>
                  <a:cubicBezTo>
                    <a:pt x="92210" y="6055"/>
                    <a:pt x="96360" y="16788"/>
                    <a:pt x="101954" y="20917"/>
                  </a:cubicBezTo>
                  <a:cubicBezTo>
                    <a:pt x="104661" y="22844"/>
                    <a:pt x="108812" y="18715"/>
                    <a:pt x="112962" y="20917"/>
                  </a:cubicBezTo>
                  <a:cubicBezTo>
                    <a:pt x="115669" y="22844"/>
                    <a:pt x="119819" y="27247"/>
                    <a:pt x="118375" y="31376"/>
                  </a:cubicBezTo>
                  <a:cubicBezTo>
                    <a:pt x="115669" y="37706"/>
                    <a:pt x="107368" y="29174"/>
                    <a:pt x="104661" y="35504"/>
                  </a:cubicBezTo>
                  <a:cubicBezTo>
                    <a:pt x="100511" y="41834"/>
                    <a:pt x="103398" y="54495"/>
                    <a:pt x="103398" y="63027"/>
                  </a:cubicBezTo>
                  <a:cubicBezTo>
                    <a:pt x="104661" y="71284"/>
                    <a:pt x="107368" y="77614"/>
                    <a:pt x="110255" y="86146"/>
                  </a:cubicBezTo>
                  <a:lnTo>
                    <a:pt x="110255" y="86146"/>
                  </a:lnTo>
                  <a:cubicBezTo>
                    <a:pt x="107368" y="88073"/>
                    <a:pt x="104661" y="90275"/>
                    <a:pt x="101954" y="94403"/>
                  </a:cubicBezTo>
                  <a:cubicBezTo>
                    <a:pt x="100511" y="98532"/>
                    <a:pt x="101954" y="102935"/>
                    <a:pt x="100511" y="104862"/>
                  </a:cubicBezTo>
                  <a:cubicBezTo>
                    <a:pt x="97804" y="111192"/>
                    <a:pt x="95097" y="117522"/>
                    <a:pt x="90947" y="119724"/>
                  </a:cubicBezTo>
                  <a:cubicBezTo>
                    <a:pt x="85353" y="119724"/>
                    <a:pt x="81203" y="115321"/>
                    <a:pt x="75789" y="113394"/>
                  </a:cubicBezTo>
                  <a:lnTo>
                    <a:pt x="75789" y="113394"/>
                  </a:lnTo>
                  <a:cubicBezTo>
                    <a:pt x="74345" y="109266"/>
                    <a:pt x="74345" y="102935"/>
                    <a:pt x="71639" y="98532"/>
                  </a:cubicBezTo>
                  <a:cubicBezTo>
                    <a:pt x="68751" y="96605"/>
                    <a:pt x="66045" y="100733"/>
                    <a:pt x="63338" y="100733"/>
                  </a:cubicBezTo>
                  <a:cubicBezTo>
                    <a:pt x="57744" y="98532"/>
                    <a:pt x="53774" y="92477"/>
                    <a:pt x="48180" y="94403"/>
                  </a:cubicBezTo>
                  <a:cubicBezTo>
                    <a:pt x="44030" y="94403"/>
                    <a:pt x="41323" y="102935"/>
                    <a:pt x="37172" y="104862"/>
                  </a:cubicBezTo>
                  <a:cubicBezTo>
                    <a:pt x="34466" y="107064"/>
                    <a:pt x="30315" y="107064"/>
                    <a:pt x="26165" y="104862"/>
                  </a:cubicBezTo>
                  <a:cubicBezTo>
                    <a:pt x="23278" y="104862"/>
                    <a:pt x="20571" y="98532"/>
                    <a:pt x="17864" y="98532"/>
                  </a:cubicBezTo>
                  <a:cubicBezTo>
                    <a:pt x="15157" y="96605"/>
                    <a:pt x="12270" y="98532"/>
                    <a:pt x="11007" y="9853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39" name="Shape 11139"/>
            <p:cNvSpPr/>
            <p:nvPr/>
          </p:nvSpPr>
          <p:spPr>
            <a:xfrm rot="3648446">
              <a:off x="8210117" y="4731996"/>
              <a:ext cx="167479" cy="1617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1032"/>
                  </a:moveTo>
                  <a:lnTo>
                    <a:pt x="0" y="71032"/>
                  </a:lnTo>
                  <a:cubicBezTo>
                    <a:pt x="4292" y="75483"/>
                    <a:pt x="11570" y="78387"/>
                    <a:pt x="15863" y="81290"/>
                  </a:cubicBezTo>
                  <a:cubicBezTo>
                    <a:pt x="18662" y="84387"/>
                    <a:pt x="19968" y="90193"/>
                    <a:pt x="24261" y="91741"/>
                  </a:cubicBezTo>
                  <a:cubicBezTo>
                    <a:pt x="28553" y="93096"/>
                    <a:pt x="34339" y="91741"/>
                    <a:pt x="39937" y="93096"/>
                  </a:cubicBezTo>
                  <a:cubicBezTo>
                    <a:pt x="44230" y="93096"/>
                    <a:pt x="50015" y="91741"/>
                    <a:pt x="54307" y="94645"/>
                  </a:cubicBezTo>
                  <a:cubicBezTo>
                    <a:pt x="57107" y="97548"/>
                    <a:pt x="54307" y="106451"/>
                    <a:pt x="57107" y="108000"/>
                  </a:cubicBezTo>
                  <a:cubicBezTo>
                    <a:pt x="62892" y="109548"/>
                    <a:pt x="65692" y="102000"/>
                    <a:pt x="71290" y="102000"/>
                  </a:cubicBezTo>
                  <a:cubicBezTo>
                    <a:pt x="72783" y="102000"/>
                    <a:pt x="74276" y="106451"/>
                    <a:pt x="75583" y="108000"/>
                  </a:cubicBezTo>
                  <a:cubicBezTo>
                    <a:pt x="77076" y="110903"/>
                    <a:pt x="74276" y="114000"/>
                    <a:pt x="75583" y="115354"/>
                  </a:cubicBezTo>
                  <a:cubicBezTo>
                    <a:pt x="77076" y="118258"/>
                    <a:pt x="81368" y="118258"/>
                    <a:pt x="84167" y="119806"/>
                  </a:cubicBezTo>
                  <a:lnTo>
                    <a:pt x="84167" y="119806"/>
                  </a:lnTo>
                  <a:cubicBezTo>
                    <a:pt x="86967" y="118258"/>
                    <a:pt x="91259" y="116903"/>
                    <a:pt x="94059" y="114000"/>
                  </a:cubicBezTo>
                  <a:cubicBezTo>
                    <a:pt x="95552" y="110903"/>
                    <a:pt x="94059" y="106451"/>
                    <a:pt x="97045" y="105096"/>
                  </a:cubicBezTo>
                  <a:cubicBezTo>
                    <a:pt x="99844" y="103548"/>
                    <a:pt x="104136" y="105096"/>
                    <a:pt x="108429" y="106451"/>
                  </a:cubicBezTo>
                  <a:lnTo>
                    <a:pt x="108429" y="106451"/>
                  </a:lnTo>
                  <a:cubicBezTo>
                    <a:pt x="112721" y="102000"/>
                    <a:pt x="119813" y="100645"/>
                    <a:pt x="119813" y="94645"/>
                  </a:cubicBezTo>
                  <a:cubicBezTo>
                    <a:pt x="119813" y="91741"/>
                    <a:pt x="112721" y="93096"/>
                    <a:pt x="109922" y="93096"/>
                  </a:cubicBezTo>
                  <a:cubicBezTo>
                    <a:pt x="106936" y="93096"/>
                    <a:pt x="102643" y="93096"/>
                    <a:pt x="101337" y="91741"/>
                  </a:cubicBezTo>
                  <a:cubicBezTo>
                    <a:pt x="98351" y="88645"/>
                    <a:pt x="99844" y="85741"/>
                    <a:pt x="101337" y="81290"/>
                  </a:cubicBezTo>
                  <a:cubicBezTo>
                    <a:pt x="101337" y="76838"/>
                    <a:pt x="102643" y="72580"/>
                    <a:pt x="102643" y="68129"/>
                  </a:cubicBezTo>
                  <a:cubicBezTo>
                    <a:pt x="102643" y="65032"/>
                    <a:pt x="105629" y="60774"/>
                    <a:pt x="104136" y="56322"/>
                  </a:cubicBezTo>
                  <a:cubicBezTo>
                    <a:pt x="104136" y="54774"/>
                    <a:pt x="101337" y="53225"/>
                    <a:pt x="98351" y="51870"/>
                  </a:cubicBezTo>
                  <a:cubicBezTo>
                    <a:pt x="94059" y="50322"/>
                    <a:pt x="86967" y="51870"/>
                    <a:pt x="82674" y="47419"/>
                  </a:cubicBezTo>
                  <a:cubicBezTo>
                    <a:pt x="79875" y="45870"/>
                    <a:pt x="79875" y="42967"/>
                    <a:pt x="78569" y="38516"/>
                  </a:cubicBezTo>
                  <a:lnTo>
                    <a:pt x="78569" y="35612"/>
                  </a:lnTo>
                  <a:cubicBezTo>
                    <a:pt x="84167" y="35612"/>
                    <a:pt x="89953" y="42967"/>
                    <a:pt x="95552" y="41419"/>
                  </a:cubicBezTo>
                  <a:cubicBezTo>
                    <a:pt x="98351" y="39870"/>
                    <a:pt x="95552" y="34064"/>
                    <a:pt x="95552" y="29612"/>
                  </a:cubicBezTo>
                  <a:lnTo>
                    <a:pt x="95552" y="29612"/>
                  </a:lnTo>
                  <a:cubicBezTo>
                    <a:pt x="94059" y="26709"/>
                    <a:pt x="92752" y="25161"/>
                    <a:pt x="89953" y="22258"/>
                  </a:cubicBezTo>
                  <a:cubicBezTo>
                    <a:pt x="89953" y="22258"/>
                    <a:pt x="79875" y="20709"/>
                    <a:pt x="78569" y="20709"/>
                  </a:cubicBezTo>
                  <a:lnTo>
                    <a:pt x="71290" y="14903"/>
                  </a:lnTo>
                  <a:cubicBezTo>
                    <a:pt x="68491" y="13354"/>
                    <a:pt x="65692" y="13354"/>
                    <a:pt x="62892" y="13354"/>
                  </a:cubicBezTo>
                  <a:cubicBezTo>
                    <a:pt x="61399" y="13354"/>
                    <a:pt x="62892" y="16258"/>
                    <a:pt x="62892" y="17806"/>
                  </a:cubicBezTo>
                  <a:cubicBezTo>
                    <a:pt x="59906" y="17806"/>
                    <a:pt x="58600" y="17806"/>
                    <a:pt x="57107" y="16258"/>
                  </a:cubicBezTo>
                  <a:cubicBezTo>
                    <a:pt x="54307" y="11806"/>
                    <a:pt x="54307" y="4451"/>
                    <a:pt x="50015" y="3096"/>
                  </a:cubicBezTo>
                  <a:cubicBezTo>
                    <a:pt x="42737" y="0"/>
                    <a:pt x="35645" y="4451"/>
                    <a:pt x="28553" y="6000"/>
                  </a:cubicBezTo>
                  <a:cubicBezTo>
                    <a:pt x="28553" y="6000"/>
                    <a:pt x="25754" y="19354"/>
                    <a:pt x="25754" y="20709"/>
                  </a:cubicBezTo>
                  <a:lnTo>
                    <a:pt x="31353" y="29612"/>
                  </a:lnTo>
                  <a:cubicBezTo>
                    <a:pt x="28553" y="31161"/>
                    <a:pt x="25754" y="29612"/>
                    <a:pt x="25754" y="32516"/>
                  </a:cubicBezTo>
                  <a:cubicBezTo>
                    <a:pt x="22954" y="36967"/>
                    <a:pt x="25754" y="44322"/>
                    <a:pt x="22954" y="48774"/>
                  </a:cubicBezTo>
                  <a:cubicBezTo>
                    <a:pt x="21461" y="51870"/>
                    <a:pt x="18662" y="45870"/>
                    <a:pt x="15863" y="47419"/>
                  </a:cubicBezTo>
                  <a:cubicBezTo>
                    <a:pt x="11570" y="48774"/>
                    <a:pt x="8584" y="54774"/>
                    <a:pt x="4292" y="57677"/>
                  </a:cubicBezTo>
                  <a:lnTo>
                    <a:pt x="4292" y="57677"/>
                  </a:lnTo>
                  <a:cubicBezTo>
                    <a:pt x="4292" y="60774"/>
                    <a:pt x="5785" y="63677"/>
                    <a:pt x="4292" y="66580"/>
                  </a:cubicBezTo>
                  <a:cubicBezTo>
                    <a:pt x="4292" y="68129"/>
                    <a:pt x="1493" y="69483"/>
                    <a:pt x="0" y="7103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0" name="Shape 11140"/>
            <p:cNvSpPr/>
            <p:nvPr/>
          </p:nvSpPr>
          <p:spPr>
            <a:xfrm rot="3648446">
              <a:off x="8238725" y="4847162"/>
              <a:ext cx="200746" cy="1686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145" y="18276"/>
                  </a:moveTo>
                  <a:lnTo>
                    <a:pt x="14145" y="18276"/>
                  </a:lnTo>
                  <a:cubicBezTo>
                    <a:pt x="14145" y="22523"/>
                    <a:pt x="16476" y="28061"/>
                    <a:pt x="14145" y="29538"/>
                  </a:cubicBezTo>
                  <a:cubicBezTo>
                    <a:pt x="9481" y="31015"/>
                    <a:pt x="4663" y="24000"/>
                    <a:pt x="0" y="24000"/>
                  </a:cubicBezTo>
                  <a:lnTo>
                    <a:pt x="0" y="26769"/>
                  </a:lnTo>
                  <a:cubicBezTo>
                    <a:pt x="1088" y="31015"/>
                    <a:pt x="1088" y="33784"/>
                    <a:pt x="3419" y="35261"/>
                  </a:cubicBezTo>
                  <a:cubicBezTo>
                    <a:pt x="6994" y="39507"/>
                    <a:pt x="12901" y="38030"/>
                    <a:pt x="16476" y="39507"/>
                  </a:cubicBezTo>
                  <a:cubicBezTo>
                    <a:pt x="18963" y="40800"/>
                    <a:pt x="21295" y="42276"/>
                    <a:pt x="21295" y="43753"/>
                  </a:cubicBezTo>
                  <a:cubicBezTo>
                    <a:pt x="22538" y="48000"/>
                    <a:pt x="20051" y="52061"/>
                    <a:pt x="20051" y="55015"/>
                  </a:cubicBezTo>
                  <a:cubicBezTo>
                    <a:pt x="20051" y="59261"/>
                    <a:pt x="18963" y="63323"/>
                    <a:pt x="18963" y="67569"/>
                  </a:cubicBezTo>
                  <a:cubicBezTo>
                    <a:pt x="17720" y="71815"/>
                    <a:pt x="16476" y="74584"/>
                    <a:pt x="18963" y="77538"/>
                  </a:cubicBezTo>
                  <a:cubicBezTo>
                    <a:pt x="20051" y="78830"/>
                    <a:pt x="23626" y="78830"/>
                    <a:pt x="26113" y="78830"/>
                  </a:cubicBezTo>
                  <a:cubicBezTo>
                    <a:pt x="28445" y="78830"/>
                    <a:pt x="34352" y="77538"/>
                    <a:pt x="34352" y="80307"/>
                  </a:cubicBezTo>
                  <a:cubicBezTo>
                    <a:pt x="34352" y="86030"/>
                    <a:pt x="28445" y="87323"/>
                    <a:pt x="24870" y="91569"/>
                  </a:cubicBezTo>
                  <a:lnTo>
                    <a:pt x="24870" y="91569"/>
                  </a:lnTo>
                  <a:cubicBezTo>
                    <a:pt x="26113" y="93046"/>
                    <a:pt x="28445" y="94523"/>
                    <a:pt x="29689" y="95815"/>
                  </a:cubicBezTo>
                  <a:cubicBezTo>
                    <a:pt x="32020" y="95815"/>
                    <a:pt x="34352" y="94523"/>
                    <a:pt x="35595" y="95815"/>
                  </a:cubicBezTo>
                  <a:cubicBezTo>
                    <a:pt x="36683" y="98769"/>
                    <a:pt x="34352" y="104307"/>
                    <a:pt x="36683" y="107076"/>
                  </a:cubicBezTo>
                  <a:cubicBezTo>
                    <a:pt x="41502" y="112800"/>
                    <a:pt x="47409" y="112800"/>
                    <a:pt x="52227" y="115569"/>
                  </a:cubicBezTo>
                  <a:lnTo>
                    <a:pt x="52227" y="115569"/>
                  </a:lnTo>
                  <a:cubicBezTo>
                    <a:pt x="53316" y="117046"/>
                    <a:pt x="53316" y="119815"/>
                    <a:pt x="54559" y="119815"/>
                  </a:cubicBezTo>
                  <a:cubicBezTo>
                    <a:pt x="58134" y="117046"/>
                    <a:pt x="58134" y="114092"/>
                    <a:pt x="60466" y="111323"/>
                  </a:cubicBezTo>
                  <a:cubicBezTo>
                    <a:pt x="61709" y="108553"/>
                    <a:pt x="62797" y="105784"/>
                    <a:pt x="65284" y="104307"/>
                  </a:cubicBezTo>
                  <a:cubicBezTo>
                    <a:pt x="67616" y="104307"/>
                    <a:pt x="68860" y="108553"/>
                    <a:pt x="71191" y="108553"/>
                  </a:cubicBezTo>
                  <a:cubicBezTo>
                    <a:pt x="74766" y="108553"/>
                    <a:pt x="79430" y="105784"/>
                    <a:pt x="83005" y="105784"/>
                  </a:cubicBezTo>
                  <a:cubicBezTo>
                    <a:pt x="86580" y="105784"/>
                    <a:pt x="90155" y="108553"/>
                    <a:pt x="93730" y="108553"/>
                  </a:cubicBezTo>
                  <a:cubicBezTo>
                    <a:pt x="98393" y="107076"/>
                    <a:pt x="101968" y="104307"/>
                    <a:pt x="106787" y="102830"/>
                  </a:cubicBezTo>
                  <a:cubicBezTo>
                    <a:pt x="109119" y="101538"/>
                    <a:pt x="111450" y="100061"/>
                    <a:pt x="113937" y="98769"/>
                  </a:cubicBezTo>
                  <a:lnTo>
                    <a:pt x="113937" y="98769"/>
                  </a:lnTo>
                  <a:cubicBezTo>
                    <a:pt x="116269" y="94523"/>
                    <a:pt x="119844" y="90276"/>
                    <a:pt x="119844" y="86030"/>
                  </a:cubicBezTo>
                  <a:cubicBezTo>
                    <a:pt x="119844" y="84553"/>
                    <a:pt x="115025" y="84553"/>
                    <a:pt x="113937" y="83076"/>
                  </a:cubicBezTo>
                  <a:cubicBezTo>
                    <a:pt x="112694" y="76061"/>
                    <a:pt x="117512" y="69046"/>
                    <a:pt x="115025" y="62030"/>
                  </a:cubicBezTo>
                  <a:cubicBezTo>
                    <a:pt x="113937" y="55015"/>
                    <a:pt x="105544" y="50769"/>
                    <a:pt x="105544" y="43753"/>
                  </a:cubicBezTo>
                  <a:cubicBezTo>
                    <a:pt x="105544" y="39507"/>
                    <a:pt x="112694" y="42276"/>
                    <a:pt x="113937" y="38030"/>
                  </a:cubicBezTo>
                  <a:cubicBezTo>
                    <a:pt x="116269" y="32307"/>
                    <a:pt x="112694" y="25292"/>
                    <a:pt x="112694" y="19753"/>
                  </a:cubicBezTo>
                  <a:cubicBezTo>
                    <a:pt x="113937" y="16800"/>
                    <a:pt x="117512" y="15507"/>
                    <a:pt x="116269" y="12553"/>
                  </a:cubicBezTo>
                  <a:cubicBezTo>
                    <a:pt x="115025" y="8492"/>
                    <a:pt x="112694" y="4246"/>
                    <a:pt x="109119" y="2769"/>
                  </a:cubicBezTo>
                  <a:cubicBezTo>
                    <a:pt x="104455" y="1292"/>
                    <a:pt x="98393" y="0"/>
                    <a:pt x="93730" y="1292"/>
                  </a:cubicBezTo>
                  <a:cubicBezTo>
                    <a:pt x="90155" y="2769"/>
                    <a:pt x="88911" y="7015"/>
                    <a:pt x="86580" y="9784"/>
                  </a:cubicBezTo>
                  <a:cubicBezTo>
                    <a:pt x="85492" y="12553"/>
                    <a:pt x="84248" y="16800"/>
                    <a:pt x="81917" y="18276"/>
                  </a:cubicBezTo>
                  <a:cubicBezTo>
                    <a:pt x="78341" y="19753"/>
                    <a:pt x="72279" y="16800"/>
                    <a:pt x="68860" y="16800"/>
                  </a:cubicBezTo>
                  <a:cubicBezTo>
                    <a:pt x="64041" y="18276"/>
                    <a:pt x="60466" y="21046"/>
                    <a:pt x="56891" y="21046"/>
                  </a:cubicBezTo>
                  <a:cubicBezTo>
                    <a:pt x="54559" y="21046"/>
                    <a:pt x="53316" y="18276"/>
                    <a:pt x="50984" y="18276"/>
                  </a:cubicBezTo>
                  <a:cubicBezTo>
                    <a:pt x="49740" y="18276"/>
                    <a:pt x="48652" y="21046"/>
                    <a:pt x="47409" y="21046"/>
                  </a:cubicBezTo>
                  <a:cubicBezTo>
                    <a:pt x="42746" y="22523"/>
                    <a:pt x="39170" y="21046"/>
                    <a:pt x="34352" y="19753"/>
                  </a:cubicBezTo>
                  <a:cubicBezTo>
                    <a:pt x="29689" y="18276"/>
                    <a:pt x="24870" y="14030"/>
                    <a:pt x="20051" y="14030"/>
                  </a:cubicBezTo>
                  <a:cubicBezTo>
                    <a:pt x="17720" y="14030"/>
                    <a:pt x="16476" y="16800"/>
                    <a:pt x="14145" y="1827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1" name="Shape 11141"/>
            <p:cNvSpPr/>
            <p:nvPr/>
          </p:nvSpPr>
          <p:spPr>
            <a:xfrm rot="3648446">
              <a:off x="7948660" y="4302612"/>
              <a:ext cx="427874" cy="5036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5051" y="9058"/>
                  </a:moveTo>
                  <a:lnTo>
                    <a:pt x="25051" y="9058"/>
                  </a:lnTo>
                  <a:cubicBezTo>
                    <a:pt x="27315" y="15201"/>
                    <a:pt x="30675" y="22337"/>
                    <a:pt x="22276" y="25129"/>
                  </a:cubicBezTo>
                  <a:cubicBezTo>
                    <a:pt x="19500" y="26122"/>
                    <a:pt x="16141" y="35118"/>
                    <a:pt x="18405" y="36049"/>
                  </a:cubicBezTo>
                  <a:cubicBezTo>
                    <a:pt x="27900" y="40330"/>
                    <a:pt x="12270" y="49327"/>
                    <a:pt x="6135" y="49824"/>
                  </a:cubicBezTo>
                  <a:cubicBezTo>
                    <a:pt x="0" y="49824"/>
                    <a:pt x="2775" y="53112"/>
                    <a:pt x="2775" y="56401"/>
                  </a:cubicBezTo>
                  <a:lnTo>
                    <a:pt x="2775" y="56401"/>
                  </a:lnTo>
                  <a:cubicBezTo>
                    <a:pt x="4966" y="56401"/>
                    <a:pt x="6646" y="55966"/>
                    <a:pt x="8910" y="56897"/>
                  </a:cubicBezTo>
                  <a:cubicBezTo>
                    <a:pt x="10006" y="57394"/>
                    <a:pt x="10006" y="59255"/>
                    <a:pt x="10590" y="60248"/>
                  </a:cubicBezTo>
                  <a:cubicBezTo>
                    <a:pt x="11174" y="61675"/>
                    <a:pt x="11174" y="63102"/>
                    <a:pt x="11685" y="64033"/>
                  </a:cubicBezTo>
                  <a:cubicBezTo>
                    <a:pt x="11685" y="64963"/>
                    <a:pt x="12781" y="65894"/>
                    <a:pt x="12270" y="66887"/>
                  </a:cubicBezTo>
                  <a:cubicBezTo>
                    <a:pt x="12270" y="68252"/>
                    <a:pt x="10590" y="68748"/>
                    <a:pt x="10006" y="69679"/>
                  </a:cubicBezTo>
                  <a:cubicBezTo>
                    <a:pt x="8910" y="70175"/>
                    <a:pt x="8910" y="71106"/>
                    <a:pt x="7814" y="71602"/>
                  </a:cubicBezTo>
                  <a:cubicBezTo>
                    <a:pt x="6135" y="72037"/>
                    <a:pt x="3870" y="72037"/>
                    <a:pt x="2191" y="72533"/>
                  </a:cubicBezTo>
                  <a:lnTo>
                    <a:pt x="2191" y="72533"/>
                  </a:lnTo>
                  <a:lnTo>
                    <a:pt x="2191" y="73029"/>
                  </a:lnTo>
                  <a:cubicBezTo>
                    <a:pt x="2775" y="85315"/>
                    <a:pt x="19500" y="79669"/>
                    <a:pt x="27900" y="79669"/>
                  </a:cubicBezTo>
                  <a:lnTo>
                    <a:pt x="27900" y="79669"/>
                  </a:lnTo>
                  <a:cubicBezTo>
                    <a:pt x="25051" y="79669"/>
                    <a:pt x="20085" y="84384"/>
                    <a:pt x="17309" y="86742"/>
                  </a:cubicBezTo>
                  <a:lnTo>
                    <a:pt x="17309" y="86742"/>
                  </a:lnTo>
                  <a:cubicBezTo>
                    <a:pt x="17821" y="87735"/>
                    <a:pt x="18405" y="89100"/>
                    <a:pt x="18405" y="90527"/>
                  </a:cubicBezTo>
                  <a:cubicBezTo>
                    <a:pt x="17821" y="92947"/>
                    <a:pt x="16725" y="95801"/>
                    <a:pt x="14461" y="97662"/>
                  </a:cubicBezTo>
                  <a:cubicBezTo>
                    <a:pt x="13950" y="98159"/>
                    <a:pt x="12270" y="97166"/>
                    <a:pt x="11174" y="97662"/>
                  </a:cubicBezTo>
                  <a:cubicBezTo>
                    <a:pt x="9494" y="99089"/>
                    <a:pt x="7230" y="100517"/>
                    <a:pt x="6646" y="102874"/>
                  </a:cubicBezTo>
                  <a:cubicBezTo>
                    <a:pt x="6646" y="103805"/>
                    <a:pt x="9494" y="104301"/>
                    <a:pt x="8910" y="105232"/>
                  </a:cubicBezTo>
                  <a:cubicBezTo>
                    <a:pt x="8910" y="106163"/>
                    <a:pt x="7230" y="106659"/>
                    <a:pt x="6646" y="107590"/>
                  </a:cubicBezTo>
                  <a:cubicBezTo>
                    <a:pt x="6135" y="108583"/>
                    <a:pt x="5550" y="110010"/>
                    <a:pt x="6135" y="110941"/>
                  </a:cubicBezTo>
                  <a:cubicBezTo>
                    <a:pt x="7814" y="112864"/>
                    <a:pt x="10006" y="113795"/>
                    <a:pt x="12270" y="114725"/>
                  </a:cubicBezTo>
                  <a:cubicBezTo>
                    <a:pt x="13365" y="115222"/>
                    <a:pt x="15629" y="115656"/>
                    <a:pt x="15629" y="114725"/>
                  </a:cubicBezTo>
                  <a:cubicBezTo>
                    <a:pt x="15629" y="112864"/>
                    <a:pt x="11174" y="110010"/>
                    <a:pt x="13365" y="108583"/>
                  </a:cubicBezTo>
                  <a:cubicBezTo>
                    <a:pt x="15629" y="107590"/>
                    <a:pt x="16725" y="111871"/>
                    <a:pt x="18989" y="112864"/>
                  </a:cubicBezTo>
                  <a:cubicBezTo>
                    <a:pt x="20085" y="113298"/>
                    <a:pt x="22276" y="112864"/>
                    <a:pt x="23444" y="113795"/>
                  </a:cubicBezTo>
                  <a:cubicBezTo>
                    <a:pt x="24540" y="114725"/>
                    <a:pt x="23444" y="116153"/>
                    <a:pt x="22860" y="117083"/>
                  </a:cubicBezTo>
                  <a:lnTo>
                    <a:pt x="22860" y="117083"/>
                  </a:lnTo>
                  <a:cubicBezTo>
                    <a:pt x="31186" y="119937"/>
                    <a:pt x="31186" y="119937"/>
                    <a:pt x="31186" y="119937"/>
                  </a:cubicBezTo>
                  <a:lnTo>
                    <a:pt x="31186" y="119937"/>
                  </a:lnTo>
                  <a:cubicBezTo>
                    <a:pt x="31186" y="119007"/>
                    <a:pt x="30675" y="117580"/>
                    <a:pt x="31186" y="116153"/>
                  </a:cubicBezTo>
                  <a:cubicBezTo>
                    <a:pt x="32355" y="115222"/>
                    <a:pt x="33451" y="113795"/>
                    <a:pt x="35130" y="113298"/>
                  </a:cubicBezTo>
                  <a:cubicBezTo>
                    <a:pt x="36226" y="113298"/>
                    <a:pt x="36226" y="115656"/>
                    <a:pt x="37395" y="116153"/>
                  </a:cubicBezTo>
                  <a:cubicBezTo>
                    <a:pt x="39074" y="116153"/>
                    <a:pt x="40170" y="115222"/>
                    <a:pt x="41850" y="114725"/>
                  </a:cubicBezTo>
                  <a:lnTo>
                    <a:pt x="41850" y="114725"/>
                  </a:lnTo>
                  <a:cubicBezTo>
                    <a:pt x="42361" y="112864"/>
                    <a:pt x="44041" y="110941"/>
                    <a:pt x="44041" y="108583"/>
                  </a:cubicBezTo>
                  <a:cubicBezTo>
                    <a:pt x="44625" y="107590"/>
                    <a:pt x="43530" y="106163"/>
                    <a:pt x="43530" y="105232"/>
                  </a:cubicBezTo>
                  <a:lnTo>
                    <a:pt x="45136" y="102378"/>
                  </a:lnTo>
                  <a:lnTo>
                    <a:pt x="51272" y="100517"/>
                  </a:lnTo>
                  <a:cubicBezTo>
                    <a:pt x="51856" y="101447"/>
                    <a:pt x="52440" y="102378"/>
                    <a:pt x="53536" y="103805"/>
                  </a:cubicBezTo>
                  <a:lnTo>
                    <a:pt x="53536" y="103805"/>
                  </a:lnTo>
                  <a:cubicBezTo>
                    <a:pt x="54631" y="102378"/>
                    <a:pt x="55216" y="100517"/>
                    <a:pt x="56895" y="100517"/>
                  </a:cubicBezTo>
                  <a:cubicBezTo>
                    <a:pt x="58575" y="100020"/>
                    <a:pt x="59160" y="102874"/>
                    <a:pt x="60255" y="102874"/>
                  </a:cubicBezTo>
                  <a:cubicBezTo>
                    <a:pt x="63031" y="101944"/>
                    <a:pt x="64126" y="99586"/>
                    <a:pt x="65806" y="98159"/>
                  </a:cubicBezTo>
                  <a:lnTo>
                    <a:pt x="65806" y="98159"/>
                  </a:lnTo>
                  <a:cubicBezTo>
                    <a:pt x="65222" y="95801"/>
                    <a:pt x="64126" y="93877"/>
                    <a:pt x="64126" y="91520"/>
                  </a:cubicBezTo>
                  <a:cubicBezTo>
                    <a:pt x="64126" y="89596"/>
                    <a:pt x="66390" y="88169"/>
                    <a:pt x="66390" y="86742"/>
                  </a:cubicBezTo>
                  <a:cubicBezTo>
                    <a:pt x="65806" y="84881"/>
                    <a:pt x="62446" y="84384"/>
                    <a:pt x="61351" y="82523"/>
                  </a:cubicBezTo>
                  <a:cubicBezTo>
                    <a:pt x="60766" y="81530"/>
                    <a:pt x="61351" y="79669"/>
                    <a:pt x="61351" y="78241"/>
                  </a:cubicBezTo>
                  <a:cubicBezTo>
                    <a:pt x="61935" y="77745"/>
                    <a:pt x="61351" y="76318"/>
                    <a:pt x="62446" y="75884"/>
                  </a:cubicBezTo>
                  <a:cubicBezTo>
                    <a:pt x="63615" y="74891"/>
                    <a:pt x="65806" y="75884"/>
                    <a:pt x="66902" y="75387"/>
                  </a:cubicBezTo>
                  <a:cubicBezTo>
                    <a:pt x="68070" y="74891"/>
                    <a:pt x="68581" y="73464"/>
                    <a:pt x="70261" y="73464"/>
                  </a:cubicBezTo>
                  <a:cubicBezTo>
                    <a:pt x="71357" y="73464"/>
                    <a:pt x="72525" y="74457"/>
                    <a:pt x="73621" y="75387"/>
                  </a:cubicBezTo>
                  <a:lnTo>
                    <a:pt x="74716" y="81096"/>
                  </a:lnTo>
                  <a:cubicBezTo>
                    <a:pt x="74716" y="81530"/>
                    <a:pt x="78660" y="87735"/>
                    <a:pt x="78660" y="87735"/>
                  </a:cubicBezTo>
                  <a:cubicBezTo>
                    <a:pt x="79756" y="87735"/>
                    <a:pt x="80852" y="87735"/>
                    <a:pt x="81436" y="88665"/>
                  </a:cubicBezTo>
                  <a:cubicBezTo>
                    <a:pt x="82020" y="89100"/>
                    <a:pt x="82020" y="90527"/>
                    <a:pt x="82531" y="91520"/>
                  </a:cubicBezTo>
                  <a:lnTo>
                    <a:pt x="82531" y="91520"/>
                  </a:lnTo>
                  <a:cubicBezTo>
                    <a:pt x="84211" y="92450"/>
                    <a:pt x="85891" y="93381"/>
                    <a:pt x="87571" y="93381"/>
                  </a:cubicBezTo>
                  <a:cubicBezTo>
                    <a:pt x="88667" y="93877"/>
                    <a:pt x="89251" y="91520"/>
                    <a:pt x="89762" y="92450"/>
                  </a:cubicBezTo>
                  <a:cubicBezTo>
                    <a:pt x="90931" y="93877"/>
                    <a:pt x="90346" y="96732"/>
                    <a:pt x="91442" y="98593"/>
                  </a:cubicBezTo>
                  <a:cubicBezTo>
                    <a:pt x="92026" y="99586"/>
                    <a:pt x="93122" y="99586"/>
                    <a:pt x="93706" y="100020"/>
                  </a:cubicBezTo>
                  <a:lnTo>
                    <a:pt x="93706" y="100020"/>
                  </a:lnTo>
                  <a:cubicBezTo>
                    <a:pt x="93706" y="98159"/>
                    <a:pt x="92611" y="95801"/>
                    <a:pt x="93706" y="94374"/>
                  </a:cubicBezTo>
                  <a:cubicBezTo>
                    <a:pt x="94802" y="92450"/>
                    <a:pt x="97066" y="91023"/>
                    <a:pt x="99257" y="91520"/>
                  </a:cubicBezTo>
                  <a:cubicBezTo>
                    <a:pt x="101521" y="91520"/>
                    <a:pt x="101521" y="94374"/>
                    <a:pt x="103201" y="95305"/>
                  </a:cubicBezTo>
                  <a:cubicBezTo>
                    <a:pt x="104297" y="96235"/>
                    <a:pt x="105392" y="97166"/>
                    <a:pt x="105976" y="96732"/>
                  </a:cubicBezTo>
                  <a:cubicBezTo>
                    <a:pt x="107072" y="95801"/>
                    <a:pt x="104881" y="93877"/>
                    <a:pt x="105392" y="92947"/>
                  </a:cubicBezTo>
                  <a:cubicBezTo>
                    <a:pt x="105392" y="91954"/>
                    <a:pt x="107072" y="91023"/>
                    <a:pt x="107656" y="90093"/>
                  </a:cubicBezTo>
                  <a:lnTo>
                    <a:pt x="107656" y="90093"/>
                  </a:lnTo>
                  <a:cubicBezTo>
                    <a:pt x="106561" y="87735"/>
                    <a:pt x="104297" y="85315"/>
                    <a:pt x="104881" y="82523"/>
                  </a:cubicBezTo>
                  <a:cubicBezTo>
                    <a:pt x="104881" y="80599"/>
                    <a:pt x="108752" y="80165"/>
                    <a:pt x="109847" y="78241"/>
                  </a:cubicBezTo>
                  <a:cubicBezTo>
                    <a:pt x="110432" y="76814"/>
                    <a:pt x="109336" y="74457"/>
                    <a:pt x="109847" y="73029"/>
                  </a:cubicBezTo>
                  <a:cubicBezTo>
                    <a:pt x="109847" y="72037"/>
                    <a:pt x="109847" y="70672"/>
                    <a:pt x="110432" y="70175"/>
                  </a:cubicBezTo>
                  <a:cubicBezTo>
                    <a:pt x="112696" y="68748"/>
                    <a:pt x="115471" y="67817"/>
                    <a:pt x="117662" y="66390"/>
                  </a:cubicBezTo>
                  <a:lnTo>
                    <a:pt x="117662" y="66390"/>
                  </a:lnTo>
                  <a:cubicBezTo>
                    <a:pt x="118247" y="65894"/>
                    <a:pt x="119342" y="65460"/>
                    <a:pt x="119342" y="64963"/>
                  </a:cubicBezTo>
                  <a:cubicBezTo>
                    <a:pt x="119926" y="64033"/>
                    <a:pt x="119342" y="63102"/>
                    <a:pt x="119342" y="62109"/>
                  </a:cubicBezTo>
                  <a:lnTo>
                    <a:pt x="119342" y="62109"/>
                  </a:lnTo>
                  <a:cubicBezTo>
                    <a:pt x="115471" y="57828"/>
                    <a:pt x="112696" y="53112"/>
                    <a:pt x="108752" y="49327"/>
                  </a:cubicBezTo>
                  <a:cubicBezTo>
                    <a:pt x="107656" y="47900"/>
                    <a:pt x="104881" y="48831"/>
                    <a:pt x="103785" y="47900"/>
                  </a:cubicBezTo>
                  <a:cubicBezTo>
                    <a:pt x="102617" y="46473"/>
                    <a:pt x="103201" y="44115"/>
                    <a:pt x="102105" y="42192"/>
                  </a:cubicBezTo>
                  <a:cubicBezTo>
                    <a:pt x="101521" y="41758"/>
                    <a:pt x="99841" y="41261"/>
                    <a:pt x="98746" y="41261"/>
                  </a:cubicBezTo>
                  <a:cubicBezTo>
                    <a:pt x="97066" y="40765"/>
                    <a:pt x="94802" y="41758"/>
                    <a:pt x="93122" y="41261"/>
                  </a:cubicBezTo>
                  <a:cubicBezTo>
                    <a:pt x="90346" y="40765"/>
                    <a:pt x="86987" y="39834"/>
                    <a:pt x="85307" y="37973"/>
                  </a:cubicBezTo>
                  <a:cubicBezTo>
                    <a:pt x="83700" y="35553"/>
                    <a:pt x="86475" y="31768"/>
                    <a:pt x="84211" y="29906"/>
                  </a:cubicBezTo>
                  <a:cubicBezTo>
                    <a:pt x="80852" y="27983"/>
                    <a:pt x="75885" y="31334"/>
                    <a:pt x="71941" y="30341"/>
                  </a:cubicBezTo>
                  <a:cubicBezTo>
                    <a:pt x="70846" y="29906"/>
                    <a:pt x="71941" y="27983"/>
                    <a:pt x="71357" y="27052"/>
                  </a:cubicBezTo>
                  <a:cubicBezTo>
                    <a:pt x="71357" y="25625"/>
                    <a:pt x="70846" y="24198"/>
                    <a:pt x="69677" y="22771"/>
                  </a:cubicBezTo>
                  <a:cubicBezTo>
                    <a:pt x="68070" y="20910"/>
                    <a:pt x="64710" y="19482"/>
                    <a:pt x="63615" y="17063"/>
                  </a:cubicBezTo>
                  <a:cubicBezTo>
                    <a:pt x="63031" y="15698"/>
                    <a:pt x="63615" y="13774"/>
                    <a:pt x="64126" y="12347"/>
                  </a:cubicBezTo>
                  <a:cubicBezTo>
                    <a:pt x="65222" y="10486"/>
                    <a:pt x="68070" y="9493"/>
                    <a:pt x="69677" y="7631"/>
                  </a:cubicBezTo>
                  <a:cubicBezTo>
                    <a:pt x="71357" y="5708"/>
                    <a:pt x="72525" y="3350"/>
                    <a:pt x="73621" y="1427"/>
                  </a:cubicBezTo>
                  <a:lnTo>
                    <a:pt x="73621" y="1427"/>
                  </a:lnTo>
                  <a:cubicBezTo>
                    <a:pt x="73621" y="992"/>
                    <a:pt x="73621" y="496"/>
                    <a:pt x="73037" y="496"/>
                  </a:cubicBezTo>
                  <a:cubicBezTo>
                    <a:pt x="70846" y="0"/>
                    <a:pt x="68581" y="496"/>
                    <a:pt x="66390" y="992"/>
                  </a:cubicBezTo>
                  <a:cubicBezTo>
                    <a:pt x="64126" y="1923"/>
                    <a:pt x="62446" y="4281"/>
                    <a:pt x="59671" y="4777"/>
                  </a:cubicBezTo>
                  <a:cubicBezTo>
                    <a:pt x="57480" y="5708"/>
                    <a:pt x="54631" y="3846"/>
                    <a:pt x="52440" y="4281"/>
                  </a:cubicBezTo>
                  <a:cubicBezTo>
                    <a:pt x="50176" y="5274"/>
                    <a:pt x="50176" y="8562"/>
                    <a:pt x="47985" y="9989"/>
                  </a:cubicBezTo>
                  <a:cubicBezTo>
                    <a:pt x="46305" y="10486"/>
                    <a:pt x="44041" y="9989"/>
                    <a:pt x="42361" y="9058"/>
                  </a:cubicBezTo>
                  <a:cubicBezTo>
                    <a:pt x="40681" y="8066"/>
                    <a:pt x="41265" y="6204"/>
                    <a:pt x="39586" y="5708"/>
                  </a:cubicBezTo>
                  <a:cubicBezTo>
                    <a:pt x="37906" y="4777"/>
                    <a:pt x="35715" y="4281"/>
                    <a:pt x="33451" y="4777"/>
                  </a:cubicBezTo>
                  <a:cubicBezTo>
                    <a:pt x="32866" y="5274"/>
                    <a:pt x="32866" y="6701"/>
                    <a:pt x="32355" y="7135"/>
                  </a:cubicBezTo>
                  <a:cubicBezTo>
                    <a:pt x="30091" y="8066"/>
                    <a:pt x="27900" y="8066"/>
                    <a:pt x="25051" y="905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2" name="Shape 11142"/>
            <p:cNvSpPr/>
            <p:nvPr/>
          </p:nvSpPr>
          <p:spPr>
            <a:xfrm rot="3648446">
              <a:off x="8036447" y="4365152"/>
              <a:ext cx="37855" cy="6997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75" y="3134"/>
                  </a:moveTo>
                  <a:lnTo>
                    <a:pt x="6575" y="3134"/>
                  </a:lnTo>
                  <a:cubicBezTo>
                    <a:pt x="6575" y="6716"/>
                    <a:pt x="6575" y="10298"/>
                    <a:pt x="6575" y="13432"/>
                  </a:cubicBezTo>
                  <a:cubicBezTo>
                    <a:pt x="0" y="47910"/>
                    <a:pt x="0" y="85522"/>
                    <a:pt x="0" y="119552"/>
                  </a:cubicBezTo>
                  <a:lnTo>
                    <a:pt x="0" y="119552"/>
                  </a:lnTo>
                  <a:cubicBezTo>
                    <a:pt x="18904" y="115970"/>
                    <a:pt x="44383" y="115970"/>
                    <a:pt x="63287" y="112835"/>
                  </a:cubicBezTo>
                  <a:cubicBezTo>
                    <a:pt x="75616" y="109253"/>
                    <a:pt x="75616" y="102537"/>
                    <a:pt x="87945" y="98955"/>
                  </a:cubicBezTo>
                  <a:cubicBezTo>
                    <a:pt x="94520" y="92238"/>
                    <a:pt x="113424" y="88656"/>
                    <a:pt x="113424" y="78805"/>
                  </a:cubicBezTo>
                  <a:cubicBezTo>
                    <a:pt x="119178" y="71641"/>
                    <a:pt x="106849" y="64925"/>
                    <a:pt x="106849" y="58208"/>
                  </a:cubicBezTo>
                  <a:cubicBezTo>
                    <a:pt x="101095" y="51492"/>
                    <a:pt x="101095" y="41194"/>
                    <a:pt x="94520" y="30895"/>
                  </a:cubicBezTo>
                  <a:cubicBezTo>
                    <a:pt x="87945" y="23731"/>
                    <a:pt x="87945" y="10298"/>
                    <a:pt x="75616" y="6716"/>
                  </a:cubicBezTo>
                  <a:cubicBezTo>
                    <a:pt x="50136" y="0"/>
                    <a:pt x="31232" y="3134"/>
                    <a:pt x="6575" y="313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3" name="Shape 11143"/>
            <p:cNvSpPr/>
            <p:nvPr/>
          </p:nvSpPr>
          <p:spPr>
            <a:xfrm rot="3648446">
              <a:off x="8065347" y="4572955"/>
              <a:ext cx="949812" cy="6538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64" y="44439"/>
                  </a:moveTo>
                  <a:lnTo>
                    <a:pt x="4764" y="44439"/>
                  </a:lnTo>
                  <a:cubicBezTo>
                    <a:pt x="5783" y="44105"/>
                    <a:pt x="6538" y="44105"/>
                    <a:pt x="7261" y="43341"/>
                  </a:cubicBezTo>
                  <a:cubicBezTo>
                    <a:pt x="8017" y="42625"/>
                    <a:pt x="8017" y="40811"/>
                    <a:pt x="8773" y="40429"/>
                  </a:cubicBezTo>
                  <a:cubicBezTo>
                    <a:pt x="9529" y="40095"/>
                    <a:pt x="10284" y="42625"/>
                    <a:pt x="10777" y="41909"/>
                  </a:cubicBezTo>
                  <a:cubicBezTo>
                    <a:pt x="11533" y="39713"/>
                    <a:pt x="11303" y="37183"/>
                    <a:pt x="11533" y="34606"/>
                  </a:cubicBezTo>
                  <a:cubicBezTo>
                    <a:pt x="11533" y="33174"/>
                    <a:pt x="12026" y="31694"/>
                    <a:pt x="11533" y="30214"/>
                  </a:cubicBezTo>
                  <a:cubicBezTo>
                    <a:pt x="11303" y="28782"/>
                    <a:pt x="9529" y="28400"/>
                    <a:pt x="9529" y="26968"/>
                  </a:cubicBezTo>
                  <a:cubicBezTo>
                    <a:pt x="9529" y="25489"/>
                    <a:pt x="10547" y="25155"/>
                    <a:pt x="11303" y="24391"/>
                  </a:cubicBezTo>
                  <a:cubicBezTo>
                    <a:pt x="11796" y="24057"/>
                    <a:pt x="12782" y="24391"/>
                    <a:pt x="13044" y="23675"/>
                  </a:cubicBezTo>
                  <a:cubicBezTo>
                    <a:pt x="13307" y="22577"/>
                    <a:pt x="12026" y="21479"/>
                    <a:pt x="12026" y="20381"/>
                  </a:cubicBezTo>
                  <a:cubicBezTo>
                    <a:pt x="12026" y="19284"/>
                    <a:pt x="12552" y="17852"/>
                    <a:pt x="13044" y="17088"/>
                  </a:cubicBezTo>
                  <a:cubicBezTo>
                    <a:pt x="13307" y="16038"/>
                    <a:pt x="14063" y="14940"/>
                    <a:pt x="14819" y="14558"/>
                  </a:cubicBezTo>
                  <a:cubicBezTo>
                    <a:pt x="15805" y="14176"/>
                    <a:pt x="17053" y="15274"/>
                    <a:pt x="18072" y="14940"/>
                  </a:cubicBezTo>
                  <a:cubicBezTo>
                    <a:pt x="18565" y="14940"/>
                    <a:pt x="18828" y="14176"/>
                    <a:pt x="19320" y="13842"/>
                  </a:cubicBezTo>
                  <a:lnTo>
                    <a:pt x="19320" y="13842"/>
                  </a:lnTo>
                  <a:cubicBezTo>
                    <a:pt x="20339" y="13460"/>
                    <a:pt x="21818" y="13842"/>
                    <a:pt x="22836" y="13126"/>
                  </a:cubicBezTo>
                  <a:cubicBezTo>
                    <a:pt x="23822" y="12744"/>
                    <a:pt x="24348" y="10930"/>
                    <a:pt x="25334" y="10930"/>
                  </a:cubicBezTo>
                  <a:cubicBezTo>
                    <a:pt x="26615" y="10930"/>
                    <a:pt x="27601" y="12362"/>
                    <a:pt x="28849" y="13460"/>
                  </a:cubicBezTo>
                  <a:cubicBezTo>
                    <a:pt x="29112" y="13842"/>
                    <a:pt x="29112" y="14940"/>
                    <a:pt x="29605" y="14940"/>
                  </a:cubicBezTo>
                  <a:cubicBezTo>
                    <a:pt x="31380" y="14176"/>
                    <a:pt x="33384" y="13126"/>
                    <a:pt x="35125" y="11264"/>
                  </a:cubicBezTo>
                  <a:cubicBezTo>
                    <a:pt x="35651" y="10930"/>
                    <a:pt x="34633" y="8735"/>
                    <a:pt x="35388" y="8735"/>
                  </a:cubicBezTo>
                  <a:cubicBezTo>
                    <a:pt x="36407" y="8353"/>
                    <a:pt x="37130" y="11264"/>
                    <a:pt x="37886" y="10548"/>
                  </a:cubicBezTo>
                  <a:cubicBezTo>
                    <a:pt x="39134" y="9116"/>
                    <a:pt x="38148" y="6157"/>
                    <a:pt x="39134" y="4725"/>
                  </a:cubicBezTo>
                  <a:cubicBezTo>
                    <a:pt x="39660" y="4009"/>
                    <a:pt x="40646" y="5059"/>
                    <a:pt x="41401" y="5059"/>
                  </a:cubicBezTo>
                  <a:cubicBezTo>
                    <a:pt x="41894" y="4725"/>
                    <a:pt x="42420" y="4343"/>
                    <a:pt x="43176" y="4343"/>
                  </a:cubicBezTo>
                  <a:lnTo>
                    <a:pt x="43176" y="4343"/>
                  </a:lnTo>
                  <a:cubicBezTo>
                    <a:pt x="44162" y="4725"/>
                    <a:pt x="45410" y="5441"/>
                    <a:pt x="46429" y="5823"/>
                  </a:cubicBezTo>
                  <a:cubicBezTo>
                    <a:pt x="46922" y="6157"/>
                    <a:pt x="47677" y="6539"/>
                    <a:pt x="48170" y="7255"/>
                  </a:cubicBezTo>
                  <a:cubicBezTo>
                    <a:pt x="48926" y="8019"/>
                    <a:pt x="49189" y="9451"/>
                    <a:pt x="49682" y="10548"/>
                  </a:cubicBezTo>
                  <a:cubicBezTo>
                    <a:pt x="50175" y="11264"/>
                    <a:pt x="50438" y="12028"/>
                    <a:pt x="51193" y="12362"/>
                  </a:cubicBezTo>
                  <a:cubicBezTo>
                    <a:pt x="51686" y="12362"/>
                    <a:pt x="51949" y="11264"/>
                    <a:pt x="52442" y="11264"/>
                  </a:cubicBezTo>
                  <a:cubicBezTo>
                    <a:pt x="53461" y="11646"/>
                    <a:pt x="53953" y="13842"/>
                    <a:pt x="54972" y="13842"/>
                  </a:cubicBezTo>
                  <a:cubicBezTo>
                    <a:pt x="55465" y="13460"/>
                    <a:pt x="55728" y="12028"/>
                    <a:pt x="55728" y="10930"/>
                  </a:cubicBezTo>
                  <a:cubicBezTo>
                    <a:pt x="55728" y="9832"/>
                    <a:pt x="54446" y="8735"/>
                    <a:pt x="54972" y="8019"/>
                  </a:cubicBezTo>
                  <a:cubicBezTo>
                    <a:pt x="55728" y="7637"/>
                    <a:pt x="56221" y="9116"/>
                    <a:pt x="56714" y="9832"/>
                  </a:cubicBezTo>
                  <a:lnTo>
                    <a:pt x="56714" y="9832"/>
                  </a:lnTo>
                  <a:cubicBezTo>
                    <a:pt x="56976" y="10548"/>
                    <a:pt x="57207" y="11646"/>
                    <a:pt x="57732" y="11646"/>
                  </a:cubicBezTo>
                  <a:cubicBezTo>
                    <a:pt x="58225" y="11646"/>
                    <a:pt x="57732" y="10214"/>
                    <a:pt x="57962" y="9451"/>
                  </a:cubicBezTo>
                  <a:cubicBezTo>
                    <a:pt x="58225" y="9451"/>
                    <a:pt x="58488" y="10214"/>
                    <a:pt x="58718" y="10214"/>
                  </a:cubicBezTo>
                  <a:cubicBezTo>
                    <a:pt x="58981" y="10548"/>
                    <a:pt x="59474" y="9832"/>
                    <a:pt x="59737" y="10214"/>
                  </a:cubicBezTo>
                  <a:cubicBezTo>
                    <a:pt x="59967" y="10930"/>
                    <a:pt x="59474" y="12028"/>
                    <a:pt x="59967" y="12744"/>
                  </a:cubicBezTo>
                  <a:cubicBezTo>
                    <a:pt x="60230" y="13126"/>
                    <a:pt x="60722" y="12362"/>
                    <a:pt x="60985" y="12362"/>
                  </a:cubicBezTo>
                  <a:cubicBezTo>
                    <a:pt x="61248" y="12362"/>
                    <a:pt x="61248" y="13126"/>
                    <a:pt x="61248" y="13126"/>
                  </a:cubicBezTo>
                  <a:cubicBezTo>
                    <a:pt x="62497" y="12362"/>
                    <a:pt x="63483" y="11264"/>
                    <a:pt x="64501" y="10548"/>
                  </a:cubicBezTo>
                  <a:cubicBezTo>
                    <a:pt x="64994" y="10214"/>
                    <a:pt x="65750" y="9832"/>
                    <a:pt x="66013" y="9451"/>
                  </a:cubicBezTo>
                  <a:cubicBezTo>
                    <a:pt x="66506" y="8735"/>
                    <a:pt x="66506" y="8019"/>
                    <a:pt x="66768" y="7255"/>
                  </a:cubicBezTo>
                  <a:lnTo>
                    <a:pt x="66768" y="7255"/>
                  </a:lnTo>
                  <a:cubicBezTo>
                    <a:pt x="71270" y="8353"/>
                    <a:pt x="71270" y="8353"/>
                    <a:pt x="71270" y="8353"/>
                  </a:cubicBezTo>
                  <a:lnTo>
                    <a:pt x="71270" y="8353"/>
                  </a:lnTo>
                  <a:cubicBezTo>
                    <a:pt x="71270" y="8353"/>
                    <a:pt x="72782" y="8735"/>
                    <a:pt x="73044" y="8735"/>
                  </a:cubicBezTo>
                  <a:cubicBezTo>
                    <a:pt x="73274" y="8735"/>
                    <a:pt x="74293" y="8019"/>
                    <a:pt x="74293" y="8019"/>
                  </a:cubicBezTo>
                  <a:cubicBezTo>
                    <a:pt x="75049" y="8353"/>
                    <a:pt x="76035" y="9116"/>
                    <a:pt x="76790" y="9116"/>
                  </a:cubicBezTo>
                  <a:cubicBezTo>
                    <a:pt x="77053" y="9116"/>
                    <a:pt x="77053" y="8019"/>
                    <a:pt x="77283" y="8019"/>
                  </a:cubicBezTo>
                  <a:cubicBezTo>
                    <a:pt x="77809" y="7637"/>
                    <a:pt x="78565" y="8019"/>
                    <a:pt x="79288" y="8353"/>
                  </a:cubicBezTo>
                  <a:cubicBezTo>
                    <a:pt x="80043" y="8735"/>
                    <a:pt x="80569" y="9832"/>
                    <a:pt x="81555" y="10214"/>
                  </a:cubicBezTo>
                  <a:cubicBezTo>
                    <a:pt x="82573" y="10214"/>
                    <a:pt x="83329" y="9116"/>
                    <a:pt x="84315" y="9116"/>
                  </a:cubicBezTo>
                  <a:cubicBezTo>
                    <a:pt x="85071" y="9116"/>
                    <a:pt x="85826" y="9832"/>
                    <a:pt x="86319" y="9451"/>
                  </a:cubicBezTo>
                  <a:cubicBezTo>
                    <a:pt x="86582" y="9116"/>
                    <a:pt x="85826" y="8353"/>
                    <a:pt x="85826" y="7637"/>
                  </a:cubicBezTo>
                  <a:cubicBezTo>
                    <a:pt x="86089" y="6157"/>
                    <a:pt x="86089" y="4725"/>
                    <a:pt x="86845" y="3245"/>
                  </a:cubicBezTo>
                  <a:cubicBezTo>
                    <a:pt x="87338" y="1813"/>
                    <a:pt x="88094" y="1431"/>
                    <a:pt x="89079" y="0"/>
                  </a:cubicBezTo>
                  <a:lnTo>
                    <a:pt x="89079" y="0"/>
                  </a:lnTo>
                  <a:cubicBezTo>
                    <a:pt x="91610" y="1431"/>
                    <a:pt x="93877" y="3245"/>
                    <a:pt x="95355" y="5823"/>
                  </a:cubicBezTo>
                  <a:cubicBezTo>
                    <a:pt x="96867" y="8735"/>
                    <a:pt x="99627" y="9832"/>
                    <a:pt x="101631" y="12028"/>
                  </a:cubicBezTo>
                  <a:cubicBezTo>
                    <a:pt x="102157" y="12362"/>
                    <a:pt x="103899" y="13842"/>
                    <a:pt x="103899" y="14176"/>
                  </a:cubicBezTo>
                  <a:cubicBezTo>
                    <a:pt x="103899" y="17088"/>
                    <a:pt x="102913" y="17088"/>
                    <a:pt x="104917" y="19665"/>
                  </a:cubicBezTo>
                  <a:cubicBezTo>
                    <a:pt x="107415" y="22959"/>
                    <a:pt x="108170" y="25871"/>
                    <a:pt x="109156" y="30214"/>
                  </a:cubicBezTo>
                  <a:cubicBezTo>
                    <a:pt x="109682" y="32076"/>
                    <a:pt x="110930" y="39379"/>
                    <a:pt x="112179" y="40095"/>
                  </a:cubicBezTo>
                  <a:cubicBezTo>
                    <a:pt x="112705" y="41193"/>
                    <a:pt x="116451" y="43723"/>
                    <a:pt x="116451" y="43723"/>
                  </a:cubicBezTo>
                  <a:cubicBezTo>
                    <a:pt x="116714" y="49928"/>
                    <a:pt x="117699" y="50310"/>
                    <a:pt x="119967" y="51742"/>
                  </a:cubicBezTo>
                  <a:lnTo>
                    <a:pt x="119967" y="51742"/>
                  </a:lnTo>
                  <a:cubicBezTo>
                    <a:pt x="119704" y="53221"/>
                    <a:pt x="119967" y="54653"/>
                    <a:pt x="118948" y="55035"/>
                  </a:cubicBezTo>
                  <a:cubicBezTo>
                    <a:pt x="116944" y="56133"/>
                    <a:pt x="114709" y="55417"/>
                    <a:pt x="112935" y="54653"/>
                  </a:cubicBezTo>
                  <a:cubicBezTo>
                    <a:pt x="111423" y="54319"/>
                    <a:pt x="110668" y="51408"/>
                    <a:pt x="109156" y="51408"/>
                  </a:cubicBezTo>
                  <a:cubicBezTo>
                    <a:pt x="107907" y="51742"/>
                    <a:pt x="107677" y="54319"/>
                    <a:pt x="106922" y="55417"/>
                  </a:cubicBezTo>
                  <a:cubicBezTo>
                    <a:pt x="105673" y="57565"/>
                    <a:pt x="104392" y="60143"/>
                    <a:pt x="102650" y="61241"/>
                  </a:cubicBezTo>
                  <a:cubicBezTo>
                    <a:pt x="101631" y="61957"/>
                    <a:pt x="100383" y="60525"/>
                    <a:pt x="99364" y="60859"/>
                  </a:cubicBezTo>
                  <a:cubicBezTo>
                    <a:pt x="98116" y="61575"/>
                    <a:pt x="97130" y="63436"/>
                    <a:pt x="96111" y="64534"/>
                  </a:cubicBezTo>
                  <a:cubicBezTo>
                    <a:pt x="95618" y="65250"/>
                    <a:pt x="94863" y="65966"/>
                    <a:pt x="94633" y="67064"/>
                  </a:cubicBezTo>
                  <a:cubicBezTo>
                    <a:pt x="94370" y="68544"/>
                    <a:pt x="95125" y="71073"/>
                    <a:pt x="94370" y="71455"/>
                  </a:cubicBezTo>
                  <a:cubicBezTo>
                    <a:pt x="93351" y="72171"/>
                    <a:pt x="92595" y="69260"/>
                    <a:pt x="91347" y="68878"/>
                  </a:cubicBezTo>
                  <a:cubicBezTo>
                    <a:pt x="89605" y="68878"/>
                    <a:pt x="87601" y="69260"/>
                    <a:pt x="85826" y="70357"/>
                  </a:cubicBezTo>
                  <a:cubicBezTo>
                    <a:pt x="84315" y="71073"/>
                    <a:pt x="83329" y="72887"/>
                    <a:pt x="82311" y="73985"/>
                  </a:cubicBezTo>
                  <a:lnTo>
                    <a:pt x="82311" y="73985"/>
                  </a:lnTo>
                  <a:cubicBezTo>
                    <a:pt x="81325" y="74367"/>
                    <a:pt x="80569" y="74701"/>
                    <a:pt x="79813" y="74701"/>
                  </a:cubicBezTo>
                  <a:cubicBezTo>
                    <a:pt x="79288" y="74701"/>
                    <a:pt x="78795" y="75083"/>
                    <a:pt x="78795" y="74367"/>
                  </a:cubicBezTo>
                  <a:cubicBezTo>
                    <a:pt x="78565" y="73269"/>
                    <a:pt x="79058" y="72171"/>
                    <a:pt x="79288" y="70692"/>
                  </a:cubicBezTo>
                  <a:cubicBezTo>
                    <a:pt x="79288" y="69976"/>
                    <a:pt x="79550" y="68878"/>
                    <a:pt x="79288" y="67780"/>
                  </a:cubicBezTo>
                  <a:cubicBezTo>
                    <a:pt x="78795" y="66682"/>
                    <a:pt x="78039" y="65966"/>
                    <a:pt x="77053" y="65966"/>
                  </a:cubicBezTo>
                  <a:cubicBezTo>
                    <a:pt x="76035" y="65632"/>
                    <a:pt x="75049" y="66348"/>
                    <a:pt x="74293" y="66682"/>
                  </a:cubicBezTo>
                  <a:cubicBezTo>
                    <a:pt x="73044" y="67446"/>
                    <a:pt x="71533" y="67780"/>
                    <a:pt x="70777" y="69260"/>
                  </a:cubicBezTo>
                  <a:cubicBezTo>
                    <a:pt x="70251" y="70357"/>
                    <a:pt x="71270" y="72171"/>
                    <a:pt x="70777" y="73269"/>
                  </a:cubicBezTo>
                  <a:cubicBezTo>
                    <a:pt x="70514" y="73985"/>
                    <a:pt x="69529" y="72171"/>
                    <a:pt x="69003" y="72553"/>
                  </a:cubicBezTo>
                  <a:cubicBezTo>
                    <a:pt x="68773" y="72887"/>
                    <a:pt x="69759" y="74367"/>
                    <a:pt x="69266" y="75083"/>
                  </a:cubicBezTo>
                  <a:cubicBezTo>
                    <a:pt x="68773" y="75465"/>
                    <a:pt x="67754" y="73985"/>
                    <a:pt x="67261" y="74701"/>
                  </a:cubicBezTo>
                  <a:cubicBezTo>
                    <a:pt x="66768" y="75465"/>
                    <a:pt x="67261" y="76897"/>
                    <a:pt x="67524" y="77661"/>
                  </a:cubicBezTo>
                  <a:cubicBezTo>
                    <a:pt x="68017" y="80190"/>
                    <a:pt x="68247" y="82720"/>
                    <a:pt x="69529" y="84916"/>
                  </a:cubicBezTo>
                  <a:cubicBezTo>
                    <a:pt x="70251" y="86396"/>
                    <a:pt x="71533" y="87112"/>
                    <a:pt x="72782" y="87828"/>
                  </a:cubicBezTo>
                  <a:cubicBezTo>
                    <a:pt x="73537" y="88210"/>
                    <a:pt x="74293" y="88210"/>
                    <a:pt x="75049" y="88210"/>
                  </a:cubicBezTo>
                  <a:cubicBezTo>
                    <a:pt x="76035" y="87828"/>
                    <a:pt x="77283" y="87828"/>
                    <a:pt x="78565" y="87828"/>
                  </a:cubicBezTo>
                  <a:cubicBezTo>
                    <a:pt x="79550" y="87828"/>
                    <a:pt x="80799" y="87494"/>
                    <a:pt x="82081" y="87494"/>
                  </a:cubicBezTo>
                  <a:lnTo>
                    <a:pt x="82081" y="87494"/>
                  </a:lnTo>
                  <a:cubicBezTo>
                    <a:pt x="81818" y="88926"/>
                    <a:pt x="81325" y="90405"/>
                    <a:pt x="81325" y="91885"/>
                  </a:cubicBezTo>
                  <a:cubicBezTo>
                    <a:pt x="81325" y="93317"/>
                    <a:pt x="82081" y="94415"/>
                    <a:pt x="82081" y="95847"/>
                  </a:cubicBezTo>
                  <a:cubicBezTo>
                    <a:pt x="82311" y="97708"/>
                    <a:pt x="82081" y="99856"/>
                    <a:pt x="81555" y="101718"/>
                  </a:cubicBezTo>
                  <a:cubicBezTo>
                    <a:pt x="81325" y="102816"/>
                    <a:pt x="80306" y="102816"/>
                    <a:pt x="79813" y="103914"/>
                  </a:cubicBezTo>
                  <a:cubicBezTo>
                    <a:pt x="79813" y="104248"/>
                    <a:pt x="80043" y="105011"/>
                    <a:pt x="80306" y="105346"/>
                  </a:cubicBezTo>
                  <a:cubicBezTo>
                    <a:pt x="81062" y="106062"/>
                    <a:pt x="82311" y="105727"/>
                    <a:pt x="82836" y="106443"/>
                  </a:cubicBezTo>
                  <a:cubicBezTo>
                    <a:pt x="83329" y="106825"/>
                    <a:pt x="83329" y="107923"/>
                    <a:pt x="82836" y="107923"/>
                  </a:cubicBezTo>
                  <a:cubicBezTo>
                    <a:pt x="82081" y="108639"/>
                    <a:pt x="81062" y="108257"/>
                    <a:pt x="80306" y="108639"/>
                  </a:cubicBezTo>
                  <a:cubicBezTo>
                    <a:pt x="79813" y="108973"/>
                    <a:pt x="79288" y="110071"/>
                    <a:pt x="78795" y="110453"/>
                  </a:cubicBezTo>
                  <a:cubicBezTo>
                    <a:pt x="77546" y="110453"/>
                    <a:pt x="76297" y="108639"/>
                    <a:pt x="75279" y="109355"/>
                  </a:cubicBezTo>
                  <a:cubicBezTo>
                    <a:pt x="74293" y="110071"/>
                    <a:pt x="73274" y="111551"/>
                    <a:pt x="73274" y="113365"/>
                  </a:cubicBezTo>
                  <a:cubicBezTo>
                    <a:pt x="73537" y="114844"/>
                    <a:pt x="75049" y="114844"/>
                    <a:pt x="76035" y="115560"/>
                  </a:cubicBezTo>
                  <a:lnTo>
                    <a:pt x="76035" y="115560"/>
                  </a:lnTo>
                  <a:cubicBezTo>
                    <a:pt x="75049" y="115942"/>
                    <a:pt x="74293" y="116276"/>
                    <a:pt x="73537" y="117040"/>
                  </a:cubicBezTo>
                  <a:cubicBezTo>
                    <a:pt x="73044" y="117374"/>
                    <a:pt x="72519" y="118090"/>
                    <a:pt x="72026" y="118090"/>
                  </a:cubicBezTo>
                  <a:cubicBezTo>
                    <a:pt x="71533" y="118090"/>
                    <a:pt x="71270" y="117374"/>
                    <a:pt x="70777" y="117374"/>
                  </a:cubicBezTo>
                  <a:cubicBezTo>
                    <a:pt x="70251" y="117374"/>
                    <a:pt x="69759" y="118090"/>
                    <a:pt x="69266" y="118090"/>
                  </a:cubicBezTo>
                  <a:cubicBezTo>
                    <a:pt x="68773" y="118090"/>
                    <a:pt x="68510" y="117374"/>
                    <a:pt x="68017" y="117374"/>
                  </a:cubicBezTo>
                  <a:cubicBezTo>
                    <a:pt x="67524" y="118090"/>
                    <a:pt x="66998" y="119188"/>
                    <a:pt x="66768" y="119952"/>
                  </a:cubicBezTo>
                  <a:lnTo>
                    <a:pt x="66768" y="119952"/>
                  </a:lnTo>
                  <a:cubicBezTo>
                    <a:pt x="66243" y="118472"/>
                    <a:pt x="65750" y="117374"/>
                    <a:pt x="65520" y="115942"/>
                  </a:cubicBezTo>
                  <a:cubicBezTo>
                    <a:pt x="65520" y="114463"/>
                    <a:pt x="64994" y="112267"/>
                    <a:pt x="65750" y="111169"/>
                  </a:cubicBezTo>
                  <a:cubicBezTo>
                    <a:pt x="66243" y="110071"/>
                    <a:pt x="67754" y="111551"/>
                    <a:pt x="68247" y="110453"/>
                  </a:cubicBezTo>
                  <a:cubicBezTo>
                    <a:pt x="68510" y="109737"/>
                    <a:pt x="67754" y="108973"/>
                    <a:pt x="67261" y="108639"/>
                  </a:cubicBezTo>
                  <a:cubicBezTo>
                    <a:pt x="66506" y="108257"/>
                    <a:pt x="65750" y="108973"/>
                    <a:pt x="65257" y="108639"/>
                  </a:cubicBezTo>
                  <a:cubicBezTo>
                    <a:pt x="64238" y="107923"/>
                    <a:pt x="63483" y="106062"/>
                    <a:pt x="62497" y="105011"/>
                  </a:cubicBezTo>
                  <a:lnTo>
                    <a:pt x="62497" y="105011"/>
                  </a:lnTo>
                  <a:cubicBezTo>
                    <a:pt x="62990" y="103914"/>
                    <a:pt x="63745" y="102816"/>
                    <a:pt x="63745" y="101718"/>
                  </a:cubicBezTo>
                  <a:cubicBezTo>
                    <a:pt x="63745" y="101336"/>
                    <a:pt x="62727" y="101336"/>
                    <a:pt x="62497" y="100954"/>
                  </a:cubicBezTo>
                  <a:cubicBezTo>
                    <a:pt x="62234" y="99140"/>
                    <a:pt x="63253" y="97326"/>
                    <a:pt x="62727" y="95513"/>
                  </a:cubicBezTo>
                  <a:cubicBezTo>
                    <a:pt x="62497" y="93699"/>
                    <a:pt x="60722" y="92601"/>
                    <a:pt x="60722" y="90787"/>
                  </a:cubicBezTo>
                  <a:cubicBezTo>
                    <a:pt x="60722" y="89689"/>
                    <a:pt x="62234" y="90405"/>
                    <a:pt x="62497" y="89307"/>
                  </a:cubicBezTo>
                  <a:cubicBezTo>
                    <a:pt x="62990" y="87828"/>
                    <a:pt x="62234" y="86014"/>
                    <a:pt x="62234" y="84582"/>
                  </a:cubicBezTo>
                  <a:cubicBezTo>
                    <a:pt x="62497" y="83818"/>
                    <a:pt x="63253" y="83484"/>
                    <a:pt x="62990" y="82720"/>
                  </a:cubicBezTo>
                  <a:cubicBezTo>
                    <a:pt x="62727" y="81670"/>
                    <a:pt x="62234" y="80572"/>
                    <a:pt x="61478" y="80190"/>
                  </a:cubicBezTo>
                  <a:cubicBezTo>
                    <a:pt x="60492" y="79809"/>
                    <a:pt x="59211" y="79474"/>
                    <a:pt x="58225" y="79809"/>
                  </a:cubicBezTo>
                  <a:cubicBezTo>
                    <a:pt x="57469" y="80190"/>
                    <a:pt x="57207" y="81288"/>
                    <a:pt x="56714" y="82004"/>
                  </a:cubicBezTo>
                  <a:cubicBezTo>
                    <a:pt x="56484" y="82720"/>
                    <a:pt x="56221" y="83818"/>
                    <a:pt x="55728" y="84200"/>
                  </a:cubicBezTo>
                  <a:cubicBezTo>
                    <a:pt x="54972" y="84582"/>
                    <a:pt x="53691" y="83818"/>
                    <a:pt x="52968" y="83818"/>
                  </a:cubicBezTo>
                  <a:cubicBezTo>
                    <a:pt x="51949" y="84200"/>
                    <a:pt x="51193" y="84916"/>
                    <a:pt x="50438" y="84916"/>
                  </a:cubicBezTo>
                  <a:cubicBezTo>
                    <a:pt x="49945" y="84916"/>
                    <a:pt x="49682" y="84200"/>
                    <a:pt x="49189" y="84200"/>
                  </a:cubicBezTo>
                  <a:cubicBezTo>
                    <a:pt x="48926" y="84200"/>
                    <a:pt x="48696" y="84916"/>
                    <a:pt x="48433" y="84916"/>
                  </a:cubicBezTo>
                  <a:cubicBezTo>
                    <a:pt x="47447" y="85298"/>
                    <a:pt x="46692" y="84916"/>
                    <a:pt x="45673" y="84582"/>
                  </a:cubicBezTo>
                  <a:cubicBezTo>
                    <a:pt x="44687" y="84200"/>
                    <a:pt x="43669" y="83102"/>
                    <a:pt x="42650" y="83102"/>
                  </a:cubicBezTo>
                  <a:cubicBezTo>
                    <a:pt x="42157" y="83102"/>
                    <a:pt x="41894" y="83818"/>
                    <a:pt x="41401" y="84200"/>
                  </a:cubicBezTo>
                  <a:lnTo>
                    <a:pt x="41401" y="84200"/>
                  </a:lnTo>
                  <a:cubicBezTo>
                    <a:pt x="41139" y="83484"/>
                    <a:pt x="40909" y="83102"/>
                    <a:pt x="40416" y="82386"/>
                  </a:cubicBezTo>
                  <a:cubicBezTo>
                    <a:pt x="40416" y="82386"/>
                    <a:pt x="38641" y="82004"/>
                    <a:pt x="38411" y="82004"/>
                  </a:cubicBezTo>
                  <a:lnTo>
                    <a:pt x="37130" y="80572"/>
                  </a:lnTo>
                  <a:cubicBezTo>
                    <a:pt x="36637" y="80190"/>
                    <a:pt x="36144" y="80190"/>
                    <a:pt x="35651" y="80190"/>
                  </a:cubicBezTo>
                  <a:cubicBezTo>
                    <a:pt x="35388" y="80190"/>
                    <a:pt x="35651" y="80906"/>
                    <a:pt x="35651" y="81288"/>
                  </a:cubicBezTo>
                  <a:cubicBezTo>
                    <a:pt x="35125" y="81288"/>
                    <a:pt x="34895" y="81288"/>
                    <a:pt x="34633" y="80906"/>
                  </a:cubicBezTo>
                  <a:cubicBezTo>
                    <a:pt x="34140" y="79809"/>
                    <a:pt x="34140" y="77995"/>
                    <a:pt x="33384" y="77661"/>
                  </a:cubicBezTo>
                  <a:cubicBezTo>
                    <a:pt x="32102" y="76897"/>
                    <a:pt x="30854" y="77995"/>
                    <a:pt x="29605" y="78377"/>
                  </a:cubicBezTo>
                  <a:cubicBezTo>
                    <a:pt x="29605" y="78377"/>
                    <a:pt x="29112" y="81670"/>
                    <a:pt x="29112" y="82004"/>
                  </a:cubicBezTo>
                  <a:lnTo>
                    <a:pt x="30098" y="84200"/>
                  </a:lnTo>
                  <a:cubicBezTo>
                    <a:pt x="29605" y="84582"/>
                    <a:pt x="29112" y="84200"/>
                    <a:pt x="29112" y="84916"/>
                  </a:cubicBezTo>
                  <a:cubicBezTo>
                    <a:pt x="28619" y="86014"/>
                    <a:pt x="29112" y="87828"/>
                    <a:pt x="28619" y="88926"/>
                  </a:cubicBezTo>
                  <a:cubicBezTo>
                    <a:pt x="28357" y="89689"/>
                    <a:pt x="27864" y="88210"/>
                    <a:pt x="27371" y="88591"/>
                  </a:cubicBezTo>
                  <a:cubicBezTo>
                    <a:pt x="26615" y="88926"/>
                    <a:pt x="26089" y="90405"/>
                    <a:pt x="25334" y="91121"/>
                  </a:cubicBezTo>
                  <a:lnTo>
                    <a:pt x="25334" y="91121"/>
                  </a:lnTo>
                  <a:cubicBezTo>
                    <a:pt x="23592" y="87828"/>
                    <a:pt x="22343" y="84200"/>
                    <a:pt x="20569" y="81288"/>
                  </a:cubicBezTo>
                  <a:cubicBezTo>
                    <a:pt x="20076" y="80190"/>
                    <a:pt x="18828" y="80906"/>
                    <a:pt x="18335" y="80190"/>
                  </a:cubicBezTo>
                  <a:cubicBezTo>
                    <a:pt x="17809" y="79093"/>
                    <a:pt x="18072" y="77279"/>
                    <a:pt x="17579" y="75799"/>
                  </a:cubicBezTo>
                  <a:cubicBezTo>
                    <a:pt x="17316" y="75465"/>
                    <a:pt x="16560" y="75083"/>
                    <a:pt x="16067" y="75083"/>
                  </a:cubicBezTo>
                  <a:cubicBezTo>
                    <a:pt x="15312" y="74701"/>
                    <a:pt x="14293" y="75465"/>
                    <a:pt x="13537" y="75083"/>
                  </a:cubicBezTo>
                  <a:cubicBezTo>
                    <a:pt x="12289" y="74701"/>
                    <a:pt x="10777" y="73985"/>
                    <a:pt x="10021" y="72553"/>
                  </a:cubicBezTo>
                  <a:cubicBezTo>
                    <a:pt x="9299" y="70692"/>
                    <a:pt x="10547" y="67780"/>
                    <a:pt x="9529" y="66348"/>
                  </a:cubicBezTo>
                  <a:cubicBezTo>
                    <a:pt x="8017" y="64868"/>
                    <a:pt x="5783" y="67446"/>
                    <a:pt x="4008" y="66682"/>
                  </a:cubicBezTo>
                  <a:cubicBezTo>
                    <a:pt x="3515" y="66348"/>
                    <a:pt x="4008" y="64868"/>
                    <a:pt x="3745" y="64152"/>
                  </a:cubicBezTo>
                  <a:cubicBezTo>
                    <a:pt x="3745" y="63054"/>
                    <a:pt x="3515" y="61957"/>
                    <a:pt x="2990" y="60859"/>
                  </a:cubicBezTo>
                  <a:cubicBezTo>
                    <a:pt x="2267" y="59427"/>
                    <a:pt x="755" y="58329"/>
                    <a:pt x="262" y="56467"/>
                  </a:cubicBezTo>
                  <a:cubicBezTo>
                    <a:pt x="0" y="55417"/>
                    <a:pt x="262" y="53937"/>
                    <a:pt x="492" y="52840"/>
                  </a:cubicBezTo>
                  <a:cubicBezTo>
                    <a:pt x="985" y="51408"/>
                    <a:pt x="2267" y="50644"/>
                    <a:pt x="2990" y="49212"/>
                  </a:cubicBezTo>
                  <a:cubicBezTo>
                    <a:pt x="3745" y="47732"/>
                    <a:pt x="4271" y="45918"/>
                    <a:pt x="4764" y="4443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4" name="Shape 11144"/>
            <p:cNvSpPr/>
            <p:nvPr/>
          </p:nvSpPr>
          <p:spPr>
            <a:xfrm rot="3648446">
              <a:off x="8241486" y="5250180"/>
              <a:ext cx="302839" cy="19731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375" y="96856"/>
                  </a:moveTo>
                  <a:lnTo>
                    <a:pt x="2375" y="96856"/>
                  </a:lnTo>
                  <a:cubicBezTo>
                    <a:pt x="1549" y="93210"/>
                    <a:pt x="722" y="88295"/>
                    <a:pt x="0" y="85918"/>
                  </a:cubicBezTo>
                  <a:cubicBezTo>
                    <a:pt x="0" y="84649"/>
                    <a:pt x="6299" y="83540"/>
                    <a:pt x="6299" y="82272"/>
                  </a:cubicBezTo>
                  <a:cubicBezTo>
                    <a:pt x="6299" y="81162"/>
                    <a:pt x="7022" y="60554"/>
                    <a:pt x="7848" y="56908"/>
                  </a:cubicBezTo>
                  <a:cubicBezTo>
                    <a:pt x="8674" y="54372"/>
                    <a:pt x="11049" y="45970"/>
                    <a:pt x="11772" y="39947"/>
                  </a:cubicBezTo>
                  <a:lnTo>
                    <a:pt x="11772" y="39947"/>
                  </a:lnTo>
                  <a:cubicBezTo>
                    <a:pt x="14148" y="41056"/>
                    <a:pt x="15697" y="43593"/>
                    <a:pt x="17349" y="42324"/>
                  </a:cubicBezTo>
                  <a:cubicBezTo>
                    <a:pt x="25197" y="37569"/>
                    <a:pt x="32323" y="30277"/>
                    <a:pt x="38623" y="21717"/>
                  </a:cubicBezTo>
                  <a:cubicBezTo>
                    <a:pt x="40998" y="18071"/>
                    <a:pt x="40172" y="16961"/>
                    <a:pt x="42547" y="13315"/>
                  </a:cubicBezTo>
                  <a:lnTo>
                    <a:pt x="42547" y="13315"/>
                  </a:lnTo>
                  <a:cubicBezTo>
                    <a:pt x="50395" y="13315"/>
                    <a:pt x="55146" y="2377"/>
                    <a:pt x="60722" y="15693"/>
                  </a:cubicBezTo>
                  <a:cubicBezTo>
                    <a:pt x="63098" y="20449"/>
                    <a:pt x="64647" y="25363"/>
                    <a:pt x="69397" y="22985"/>
                  </a:cubicBezTo>
                  <a:cubicBezTo>
                    <a:pt x="74870" y="20449"/>
                    <a:pt x="79621" y="15693"/>
                    <a:pt x="85094" y="13315"/>
                  </a:cubicBezTo>
                  <a:cubicBezTo>
                    <a:pt x="96970" y="16961"/>
                    <a:pt x="106471" y="0"/>
                    <a:pt x="113493" y="19339"/>
                  </a:cubicBezTo>
                  <a:cubicBezTo>
                    <a:pt x="115869" y="25363"/>
                    <a:pt x="117521" y="30277"/>
                    <a:pt x="119896" y="36301"/>
                  </a:cubicBezTo>
                  <a:lnTo>
                    <a:pt x="119896" y="36301"/>
                  </a:lnTo>
                  <a:cubicBezTo>
                    <a:pt x="106471" y="49616"/>
                    <a:pt x="106471" y="49616"/>
                    <a:pt x="106471" y="49616"/>
                  </a:cubicBezTo>
                  <a:lnTo>
                    <a:pt x="106471" y="49616"/>
                  </a:lnTo>
                  <a:cubicBezTo>
                    <a:pt x="104922" y="49616"/>
                    <a:pt x="102547" y="48348"/>
                    <a:pt x="102547" y="50885"/>
                  </a:cubicBezTo>
                  <a:cubicBezTo>
                    <a:pt x="100172" y="56908"/>
                    <a:pt x="102547" y="67688"/>
                    <a:pt x="98623" y="71334"/>
                  </a:cubicBezTo>
                  <a:cubicBezTo>
                    <a:pt x="93046" y="74980"/>
                    <a:pt x="86746" y="66578"/>
                    <a:pt x="81170" y="67688"/>
                  </a:cubicBezTo>
                  <a:cubicBezTo>
                    <a:pt x="78072" y="68956"/>
                    <a:pt x="72495" y="72602"/>
                    <a:pt x="73321" y="78626"/>
                  </a:cubicBezTo>
                  <a:cubicBezTo>
                    <a:pt x="74148" y="83540"/>
                    <a:pt x="79621" y="77516"/>
                    <a:pt x="82822" y="78626"/>
                  </a:cubicBezTo>
                  <a:cubicBezTo>
                    <a:pt x="85094" y="81162"/>
                    <a:pt x="89845" y="84649"/>
                    <a:pt x="88296" y="88295"/>
                  </a:cubicBezTo>
                  <a:cubicBezTo>
                    <a:pt x="84371" y="93210"/>
                    <a:pt x="78072" y="88295"/>
                    <a:pt x="74148" y="93210"/>
                  </a:cubicBezTo>
                  <a:cubicBezTo>
                    <a:pt x="71772" y="95587"/>
                    <a:pt x="77246" y="104147"/>
                    <a:pt x="74148" y="106525"/>
                  </a:cubicBezTo>
                  <a:cubicBezTo>
                    <a:pt x="68571" y="112549"/>
                    <a:pt x="59896" y="119841"/>
                    <a:pt x="52771" y="116195"/>
                  </a:cubicBezTo>
                  <a:cubicBezTo>
                    <a:pt x="48123" y="112549"/>
                    <a:pt x="55146" y="97965"/>
                    <a:pt x="52048" y="93210"/>
                  </a:cubicBezTo>
                  <a:cubicBezTo>
                    <a:pt x="48846" y="87186"/>
                    <a:pt x="41824" y="83540"/>
                    <a:pt x="37074" y="87186"/>
                  </a:cubicBezTo>
                  <a:cubicBezTo>
                    <a:pt x="29948" y="93210"/>
                    <a:pt x="27573" y="106525"/>
                    <a:pt x="22822" y="116195"/>
                  </a:cubicBezTo>
                  <a:lnTo>
                    <a:pt x="22822" y="116195"/>
                  </a:lnTo>
                  <a:cubicBezTo>
                    <a:pt x="20447" y="114927"/>
                    <a:pt x="17349" y="112549"/>
                    <a:pt x="14148" y="112549"/>
                  </a:cubicBezTo>
                  <a:cubicBezTo>
                    <a:pt x="11049" y="111281"/>
                    <a:pt x="7848" y="113817"/>
                    <a:pt x="4750" y="112549"/>
                  </a:cubicBezTo>
                  <a:cubicBezTo>
                    <a:pt x="3924" y="111281"/>
                    <a:pt x="6299" y="108903"/>
                    <a:pt x="6299" y="107635"/>
                  </a:cubicBezTo>
                  <a:cubicBezTo>
                    <a:pt x="5473" y="104147"/>
                    <a:pt x="3098" y="100501"/>
                    <a:pt x="2375" y="9685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5" name="Shape 11145"/>
            <p:cNvSpPr/>
            <p:nvPr/>
          </p:nvSpPr>
          <p:spPr>
            <a:xfrm rot="3648446">
              <a:off x="8389995" y="5448808"/>
              <a:ext cx="122742" cy="1433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911" y="0"/>
                  </a:moveTo>
                  <a:lnTo>
                    <a:pt x="32911" y="0"/>
                  </a:lnTo>
                  <a:cubicBezTo>
                    <a:pt x="0" y="18294"/>
                    <a:pt x="0" y="18294"/>
                    <a:pt x="0" y="18294"/>
                  </a:cubicBezTo>
                  <a:lnTo>
                    <a:pt x="0" y="18294"/>
                  </a:lnTo>
                  <a:cubicBezTo>
                    <a:pt x="11645" y="28312"/>
                    <a:pt x="27088" y="34845"/>
                    <a:pt x="32911" y="46606"/>
                  </a:cubicBezTo>
                  <a:cubicBezTo>
                    <a:pt x="36708" y="53139"/>
                    <a:pt x="23037" y="61633"/>
                    <a:pt x="27088" y="68166"/>
                  </a:cubicBezTo>
                  <a:cubicBezTo>
                    <a:pt x="28860" y="79927"/>
                    <a:pt x="40506" y="88203"/>
                    <a:pt x="46329" y="98003"/>
                  </a:cubicBezTo>
                  <a:cubicBezTo>
                    <a:pt x="52151" y="104754"/>
                    <a:pt x="54177" y="114773"/>
                    <a:pt x="61772" y="118039"/>
                  </a:cubicBezTo>
                  <a:cubicBezTo>
                    <a:pt x="67594" y="119782"/>
                    <a:pt x="75443" y="113030"/>
                    <a:pt x="77215" y="108021"/>
                  </a:cubicBezTo>
                  <a:cubicBezTo>
                    <a:pt x="77215" y="103012"/>
                    <a:pt x="67594" y="101488"/>
                    <a:pt x="67594" y="98003"/>
                  </a:cubicBezTo>
                  <a:cubicBezTo>
                    <a:pt x="69620" y="93212"/>
                    <a:pt x="79240" y="89727"/>
                    <a:pt x="83037" y="84718"/>
                  </a:cubicBezTo>
                  <a:cubicBezTo>
                    <a:pt x="85063" y="81451"/>
                    <a:pt x="83037" y="74918"/>
                    <a:pt x="88860" y="71433"/>
                  </a:cubicBezTo>
                  <a:cubicBezTo>
                    <a:pt x="98481" y="63157"/>
                    <a:pt x="108101" y="63157"/>
                    <a:pt x="119746" y="56624"/>
                  </a:cubicBezTo>
                  <a:lnTo>
                    <a:pt x="119746" y="56624"/>
                  </a:lnTo>
                  <a:cubicBezTo>
                    <a:pt x="117974" y="54882"/>
                    <a:pt x="113924" y="51615"/>
                    <a:pt x="110126" y="48130"/>
                  </a:cubicBezTo>
                  <a:cubicBezTo>
                    <a:pt x="100506" y="39854"/>
                    <a:pt x="85063" y="39854"/>
                    <a:pt x="73417" y="31578"/>
                  </a:cubicBezTo>
                  <a:cubicBezTo>
                    <a:pt x="69620" y="31578"/>
                    <a:pt x="40506" y="10018"/>
                    <a:pt x="36708" y="6533"/>
                  </a:cubicBezTo>
                  <a:cubicBezTo>
                    <a:pt x="34683" y="5009"/>
                    <a:pt x="32911" y="1742"/>
                    <a:pt x="32911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6" name="Shape 11146"/>
            <p:cNvSpPr/>
            <p:nvPr/>
          </p:nvSpPr>
          <p:spPr>
            <a:xfrm rot="3648446">
              <a:off x="7755377" y="5529332"/>
              <a:ext cx="157155" cy="15716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907" y="1586"/>
                  </a:moveTo>
                  <a:lnTo>
                    <a:pt x="43907" y="1586"/>
                  </a:lnTo>
                  <a:cubicBezTo>
                    <a:pt x="56225" y="3173"/>
                    <a:pt x="68344" y="0"/>
                    <a:pt x="78874" y="6148"/>
                  </a:cubicBezTo>
                  <a:cubicBezTo>
                    <a:pt x="86423" y="9123"/>
                    <a:pt x="86423" y="19834"/>
                    <a:pt x="92582" y="24396"/>
                  </a:cubicBezTo>
                  <a:cubicBezTo>
                    <a:pt x="100132" y="27371"/>
                    <a:pt x="109271" y="21223"/>
                    <a:pt x="116821" y="24396"/>
                  </a:cubicBezTo>
                  <a:cubicBezTo>
                    <a:pt x="119801" y="25785"/>
                    <a:pt x="119801" y="31933"/>
                    <a:pt x="118410" y="33322"/>
                  </a:cubicBezTo>
                  <a:cubicBezTo>
                    <a:pt x="110860" y="41057"/>
                    <a:pt x="95562" y="39471"/>
                    <a:pt x="89403" y="47008"/>
                  </a:cubicBezTo>
                  <a:cubicBezTo>
                    <a:pt x="86423" y="51570"/>
                    <a:pt x="97152" y="54545"/>
                    <a:pt x="100132" y="57520"/>
                  </a:cubicBezTo>
                  <a:lnTo>
                    <a:pt x="100132" y="57520"/>
                  </a:lnTo>
                  <a:cubicBezTo>
                    <a:pt x="95562" y="60694"/>
                    <a:pt x="90993" y="63669"/>
                    <a:pt x="86423" y="66644"/>
                  </a:cubicBezTo>
                  <a:cubicBezTo>
                    <a:pt x="86423" y="66644"/>
                    <a:pt x="83443" y="81917"/>
                    <a:pt x="83443" y="83504"/>
                  </a:cubicBezTo>
                  <a:cubicBezTo>
                    <a:pt x="83443" y="84892"/>
                    <a:pt x="54635" y="94016"/>
                    <a:pt x="54635" y="94016"/>
                  </a:cubicBezTo>
                  <a:cubicBezTo>
                    <a:pt x="48476" y="103140"/>
                    <a:pt x="42516" y="112066"/>
                    <a:pt x="36357" y="119801"/>
                  </a:cubicBezTo>
                  <a:lnTo>
                    <a:pt x="36357" y="119801"/>
                  </a:lnTo>
                  <a:cubicBezTo>
                    <a:pt x="31788" y="115239"/>
                    <a:pt x="28807" y="110677"/>
                    <a:pt x="24238" y="106115"/>
                  </a:cubicBezTo>
                  <a:cubicBezTo>
                    <a:pt x="19668" y="99966"/>
                    <a:pt x="16688" y="92429"/>
                    <a:pt x="12119" y="86479"/>
                  </a:cubicBezTo>
                  <a:cubicBezTo>
                    <a:pt x="9139" y="83504"/>
                    <a:pt x="2980" y="86479"/>
                    <a:pt x="2980" y="83504"/>
                  </a:cubicBezTo>
                  <a:cubicBezTo>
                    <a:pt x="1589" y="75768"/>
                    <a:pt x="6158" y="68231"/>
                    <a:pt x="7549" y="62082"/>
                  </a:cubicBezTo>
                  <a:cubicBezTo>
                    <a:pt x="9139" y="54545"/>
                    <a:pt x="12119" y="47008"/>
                    <a:pt x="10529" y="39471"/>
                  </a:cubicBezTo>
                  <a:cubicBezTo>
                    <a:pt x="10529" y="33322"/>
                    <a:pt x="4569" y="28958"/>
                    <a:pt x="0" y="22809"/>
                  </a:cubicBezTo>
                  <a:cubicBezTo>
                    <a:pt x="0" y="22809"/>
                    <a:pt x="7549" y="13685"/>
                    <a:pt x="7549" y="12099"/>
                  </a:cubicBezTo>
                  <a:cubicBezTo>
                    <a:pt x="9139" y="10710"/>
                    <a:pt x="19668" y="15272"/>
                    <a:pt x="19668" y="15272"/>
                  </a:cubicBezTo>
                  <a:cubicBezTo>
                    <a:pt x="28807" y="10710"/>
                    <a:pt x="36357" y="6148"/>
                    <a:pt x="43907" y="158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7" name="Shape 11147"/>
            <p:cNvSpPr/>
            <p:nvPr/>
          </p:nvSpPr>
          <p:spPr>
            <a:xfrm rot="3648446">
              <a:off x="7403600" y="5432285"/>
              <a:ext cx="403785" cy="45543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283" y="21519"/>
                  </a:moveTo>
                  <a:lnTo>
                    <a:pt x="70283" y="21519"/>
                  </a:lnTo>
                  <a:cubicBezTo>
                    <a:pt x="72680" y="18846"/>
                    <a:pt x="75000" y="15762"/>
                    <a:pt x="77396" y="12609"/>
                  </a:cubicBezTo>
                  <a:cubicBezTo>
                    <a:pt x="77396" y="12609"/>
                    <a:pt x="88608" y="9457"/>
                    <a:pt x="88608" y="8977"/>
                  </a:cubicBezTo>
                  <a:cubicBezTo>
                    <a:pt x="88608" y="8429"/>
                    <a:pt x="89768" y="3152"/>
                    <a:pt x="89768" y="3152"/>
                  </a:cubicBezTo>
                  <a:cubicBezTo>
                    <a:pt x="91546" y="2124"/>
                    <a:pt x="93324" y="1096"/>
                    <a:pt x="95103" y="0"/>
                  </a:cubicBezTo>
                  <a:lnTo>
                    <a:pt x="95103" y="0"/>
                  </a:lnTo>
                  <a:cubicBezTo>
                    <a:pt x="97500" y="2124"/>
                    <a:pt x="101056" y="3152"/>
                    <a:pt x="101597" y="5825"/>
                  </a:cubicBezTo>
                  <a:cubicBezTo>
                    <a:pt x="102216" y="7881"/>
                    <a:pt x="98659" y="9457"/>
                    <a:pt x="98659" y="11581"/>
                  </a:cubicBezTo>
                  <a:cubicBezTo>
                    <a:pt x="99278" y="13158"/>
                    <a:pt x="99819" y="15762"/>
                    <a:pt x="102216" y="16242"/>
                  </a:cubicBezTo>
                  <a:cubicBezTo>
                    <a:pt x="103994" y="17338"/>
                    <a:pt x="106314" y="15762"/>
                    <a:pt x="108711" y="15214"/>
                  </a:cubicBezTo>
                  <a:lnTo>
                    <a:pt x="108711" y="15214"/>
                  </a:lnTo>
                  <a:cubicBezTo>
                    <a:pt x="110489" y="18366"/>
                    <a:pt x="111030" y="21998"/>
                    <a:pt x="112809" y="24671"/>
                  </a:cubicBezTo>
                  <a:cubicBezTo>
                    <a:pt x="114587" y="26727"/>
                    <a:pt x="118144" y="27275"/>
                    <a:pt x="118762" y="29331"/>
                  </a:cubicBezTo>
                  <a:cubicBezTo>
                    <a:pt x="119922" y="33032"/>
                    <a:pt x="119304" y="36664"/>
                    <a:pt x="117525" y="39817"/>
                  </a:cubicBezTo>
                  <a:cubicBezTo>
                    <a:pt x="115747" y="42969"/>
                    <a:pt x="111030" y="45094"/>
                    <a:pt x="107474" y="47698"/>
                  </a:cubicBezTo>
                  <a:cubicBezTo>
                    <a:pt x="105773" y="49274"/>
                    <a:pt x="101056" y="49274"/>
                    <a:pt x="101056" y="51330"/>
                  </a:cubicBezTo>
                  <a:cubicBezTo>
                    <a:pt x="99819" y="55031"/>
                    <a:pt x="103376" y="58663"/>
                    <a:pt x="104536" y="62364"/>
                  </a:cubicBezTo>
                  <a:lnTo>
                    <a:pt x="104536" y="62364"/>
                  </a:lnTo>
                  <a:cubicBezTo>
                    <a:pt x="101597" y="63392"/>
                    <a:pt x="98659" y="63392"/>
                    <a:pt x="96881" y="65448"/>
                  </a:cubicBezTo>
                  <a:cubicBezTo>
                    <a:pt x="95721" y="67024"/>
                    <a:pt x="96262" y="69697"/>
                    <a:pt x="96262" y="71753"/>
                  </a:cubicBezTo>
                  <a:cubicBezTo>
                    <a:pt x="96262" y="71753"/>
                    <a:pt x="88608" y="68121"/>
                    <a:pt x="87989" y="68121"/>
                  </a:cubicBezTo>
                  <a:cubicBezTo>
                    <a:pt x="87448" y="68121"/>
                    <a:pt x="83891" y="71205"/>
                    <a:pt x="83891" y="71205"/>
                  </a:cubicBezTo>
                  <a:cubicBezTo>
                    <a:pt x="84510" y="73329"/>
                    <a:pt x="85670" y="75385"/>
                    <a:pt x="85051" y="76961"/>
                  </a:cubicBezTo>
                  <a:cubicBezTo>
                    <a:pt x="84510" y="79634"/>
                    <a:pt x="80953" y="81142"/>
                    <a:pt x="80953" y="83266"/>
                  </a:cubicBezTo>
                  <a:cubicBezTo>
                    <a:pt x="80953" y="85870"/>
                    <a:pt x="83273" y="87995"/>
                    <a:pt x="84510" y="90051"/>
                  </a:cubicBezTo>
                  <a:lnTo>
                    <a:pt x="84510" y="90051"/>
                  </a:lnTo>
                  <a:cubicBezTo>
                    <a:pt x="84510" y="90051"/>
                    <a:pt x="73221" y="93752"/>
                    <a:pt x="72680" y="93752"/>
                  </a:cubicBezTo>
                  <a:cubicBezTo>
                    <a:pt x="72680" y="94231"/>
                    <a:pt x="70283" y="97384"/>
                    <a:pt x="70283" y="97384"/>
                  </a:cubicBezTo>
                  <a:cubicBezTo>
                    <a:pt x="65567" y="98960"/>
                    <a:pt x="59690" y="99508"/>
                    <a:pt x="55515" y="102661"/>
                  </a:cubicBezTo>
                  <a:cubicBezTo>
                    <a:pt x="53737" y="103141"/>
                    <a:pt x="55515" y="105813"/>
                    <a:pt x="55515" y="107390"/>
                  </a:cubicBezTo>
                  <a:lnTo>
                    <a:pt x="55515" y="107390"/>
                  </a:lnTo>
                  <a:cubicBezTo>
                    <a:pt x="54355" y="108418"/>
                    <a:pt x="52577" y="111570"/>
                    <a:pt x="51417" y="110474"/>
                  </a:cubicBezTo>
                  <a:cubicBezTo>
                    <a:pt x="47860" y="107869"/>
                    <a:pt x="49639" y="102113"/>
                    <a:pt x="46082" y="100536"/>
                  </a:cubicBezTo>
                  <a:cubicBezTo>
                    <a:pt x="43144" y="98960"/>
                    <a:pt x="39587" y="101085"/>
                    <a:pt x="37268" y="102661"/>
                  </a:cubicBezTo>
                  <a:cubicBezTo>
                    <a:pt x="36649" y="102661"/>
                    <a:pt x="37268" y="104237"/>
                    <a:pt x="36649" y="104237"/>
                  </a:cubicBezTo>
                  <a:cubicBezTo>
                    <a:pt x="33092" y="105813"/>
                    <a:pt x="28994" y="104717"/>
                    <a:pt x="25979" y="106841"/>
                  </a:cubicBezTo>
                  <a:cubicBezTo>
                    <a:pt x="24201" y="108418"/>
                    <a:pt x="25979" y="111022"/>
                    <a:pt x="25979" y="112598"/>
                  </a:cubicBezTo>
                  <a:lnTo>
                    <a:pt x="25979" y="112598"/>
                  </a:lnTo>
                  <a:cubicBezTo>
                    <a:pt x="25438" y="113626"/>
                    <a:pt x="24819" y="114654"/>
                    <a:pt x="24201" y="115202"/>
                  </a:cubicBezTo>
                  <a:cubicBezTo>
                    <a:pt x="22422" y="116778"/>
                    <a:pt x="21262" y="117806"/>
                    <a:pt x="19484" y="118355"/>
                  </a:cubicBezTo>
                  <a:cubicBezTo>
                    <a:pt x="17706" y="118834"/>
                    <a:pt x="14768" y="118834"/>
                    <a:pt x="12448" y="118834"/>
                  </a:cubicBezTo>
                  <a:cubicBezTo>
                    <a:pt x="10670" y="118834"/>
                    <a:pt x="8273" y="119931"/>
                    <a:pt x="6494" y="118834"/>
                  </a:cubicBezTo>
                  <a:cubicBezTo>
                    <a:pt x="5335" y="118355"/>
                    <a:pt x="7113" y="116778"/>
                    <a:pt x="7113" y="115750"/>
                  </a:cubicBezTo>
                  <a:cubicBezTo>
                    <a:pt x="7113" y="113626"/>
                    <a:pt x="6494" y="111570"/>
                    <a:pt x="5953" y="109446"/>
                  </a:cubicBezTo>
                  <a:cubicBezTo>
                    <a:pt x="4716" y="106293"/>
                    <a:pt x="1237" y="103689"/>
                    <a:pt x="2396" y="100536"/>
                  </a:cubicBezTo>
                  <a:cubicBezTo>
                    <a:pt x="2938" y="98480"/>
                    <a:pt x="10670" y="101085"/>
                    <a:pt x="10051" y="98480"/>
                  </a:cubicBezTo>
                  <a:cubicBezTo>
                    <a:pt x="9510" y="93752"/>
                    <a:pt x="3556" y="90599"/>
                    <a:pt x="0" y="86967"/>
                  </a:cubicBezTo>
                  <a:cubicBezTo>
                    <a:pt x="618" y="86967"/>
                    <a:pt x="618" y="86967"/>
                    <a:pt x="618" y="86967"/>
                  </a:cubicBezTo>
                  <a:cubicBezTo>
                    <a:pt x="1778" y="85391"/>
                    <a:pt x="2396" y="83814"/>
                    <a:pt x="4175" y="82238"/>
                  </a:cubicBezTo>
                  <a:cubicBezTo>
                    <a:pt x="5335" y="81142"/>
                    <a:pt x="8891" y="82238"/>
                    <a:pt x="9510" y="80662"/>
                  </a:cubicBezTo>
                  <a:cubicBezTo>
                    <a:pt x="10051" y="78537"/>
                    <a:pt x="5335" y="76482"/>
                    <a:pt x="5953" y="74357"/>
                  </a:cubicBezTo>
                  <a:cubicBezTo>
                    <a:pt x="7113" y="71753"/>
                    <a:pt x="11829" y="71753"/>
                    <a:pt x="12989" y="69149"/>
                  </a:cubicBezTo>
                  <a:cubicBezTo>
                    <a:pt x="14226" y="67572"/>
                    <a:pt x="11288" y="65996"/>
                    <a:pt x="11288" y="63872"/>
                  </a:cubicBezTo>
                  <a:cubicBezTo>
                    <a:pt x="11288" y="62364"/>
                    <a:pt x="14226" y="61267"/>
                    <a:pt x="12989" y="60239"/>
                  </a:cubicBezTo>
                  <a:cubicBezTo>
                    <a:pt x="12448" y="58663"/>
                    <a:pt x="6494" y="59211"/>
                    <a:pt x="7731" y="57087"/>
                  </a:cubicBezTo>
                  <a:cubicBezTo>
                    <a:pt x="8891" y="54483"/>
                    <a:pt x="14768" y="56059"/>
                    <a:pt x="16546" y="53455"/>
                  </a:cubicBezTo>
                  <a:cubicBezTo>
                    <a:pt x="17706" y="51330"/>
                    <a:pt x="14768" y="48726"/>
                    <a:pt x="13608" y="46601"/>
                  </a:cubicBezTo>
                  <a:lnTo>
                    <a:pt x="13608" y="46601"/>
                  </a:lnTo>
                  <a:cubicBezTo>
                    <a:pt x="16546" y="46122"/>
                    <a:pt x="19484" y="46601"/>
                    <a:pt x="21881" y="45094"/>
                  </a:cubicBezTo>
                  <a:cubicBezTo>
                    <a:pt x="24201" y="43997"/>
                    <a:pt x="24201" y="40365"/>
                    <a:pt x="27216" y="39268"/>
                  </a:cubicBezTo>
                  <a:cubicBezTo>
                    <a:pt x="28376" y="38789"/>
                    <a:pt x="30773" y="41941"/>
                    <a:pt x="31932" y="40845"/>
                  </a:cubicBezTo>
                  <a:cubicBezTo>
                    <a:pt x="33711" y="39817"/>
                    <a:pt x="31932" y="37213"/>
                    <a:pt x="32551" y="35636"/>
                  </a:cubicBezTo>
                  <a:cubicBezTo>
                    <a:pt x="34252" y="33512"/>
                    <a:pt x="37268" y="32004"/>
                    <a:pt x="39587" y="31456"/>
                  </a:cubicBezTo>
                  <a:cubicBezTo>
                    <a:pt x="43144" y="30908"/>
                    <a:pt x="47242" y="34608"/>
                    <a:pt x="49639" y="32484"/>
                  </a:cubicBezTo>
                  <a:cubicBezTo>
                    <a:pt x="52577" y="29880"/>
                    <a:pt x="48479" y="23095"/>
                    <a:pt x="52036" y="21519"/>
                  </a:cubicBezTo>
                  <a:cubicBezTo>
                    <a:pt x="55515" y="19394"/>
                    <a:pt x="59690" y="24123"/>
                    <a:pt x="64407" y="24123"/>
                  </a:cubicBezTo>
                  <a:cubicBezTo>
                    <a:pt x="66185" y="24671"/>
                    <a:pt x="67963" y="22547"/>
                    <a:pt x="70283" y="2151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8" name="Shape 11148"/>
            <p:cNvSpPr/>
            <p:nvPr/>
          </p:nvSpPr>
          <p:spPr>
            <a:xfrm rot="3648446">
              <a:off x="7765651" y="5720916"/>
              <a:ext cx="221393" cy="9980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4699"/>
                  </a:moveTo>
                  <a:lnTo>
                    <a:pt x="0" y="4699"/>
                  </a:lnTo>
                  <a:cubicBezTo>
                    <a:pt x="6501" y="7206"/>
                    <a:pt x="13003" y="4699"/>
                    <a:pt x="18374" y="9712"/>
                  </a:cubicBezTo>
                  <a:cubicBezTo>
                    <a:pt x="23745" y="11906"/>
                    <a:pt x="26996" y="26318"/>
                    <a:pt x="32367" y="26318"/>
                  </a:cubicBezTo>
                  <a:cubicBezTo>
                    <a:pt x="38869" y="26318"/>
                    <a:pt x="40989" y="7206"/>
                    <a:pt x="46501" y="4699"/>
                  </a:cubicBezTo>
                  <a:cubicBezTo>
                    <a:pt x="51872" y="4699"/>
                    <a:pt x="56113" y="19112"/>
                    <a:pt x="61484" y="21618"/>
                  </a:cubicBezTo>
                  <a:cubicBezTo>
                    <a:pt x="64734" y="21618"/>
                    <a:pt x="66996" y="9712"/>
                    <a:pt x="70106" y="11906"/>
                  </a:cubicBezTo>
                  <a:cubicBezTo>
                    <a:pt x="75618" y="11906"/>
                    <a:pt x="78869" y="24125"/>
                    <a:pt x="83109" y="24125"/>
                  </a:cubicBezTo>
                  <a:cubicBezTo>
                    <a:pt x="88480" y="21618"/>
                    <a:pt x="91731" y="4699"/>
                    <a:pt x="97243" y="2506"/>
                  </a:cubicBezTo>
                  <a:cubicBezTo>
                    <a:pt x="102614" y="0"/>
                    <a:pt x="107985" y="7206"/>
                    <a:pt x="113356" y="9712"/>
                  </a:cubicBezTo>
                  <a:lnTo>
                    <a:pt x="113356" y="9712"/>
                  </a:lnTo>
                  <a:cubicBezTo>
                    <a:pt x="113356" y="19112"/>
                    <a:pt x="113356" y="26318"/>
                    <a:pt x="113356" y="36031"/>
                  </a:cubicBezTo>
                  <a:cubicBezTo>
                    <a:pt x="114487" y="45744"/>
                    <a:pt x="119858" y="62349"/>
                    <a:pt x="116607" y="69556"/>
                  </a:cubicBezTo>
                  <a:cubicBezTo>
                    <a:pt x="105865" y="83968"/>
                    <a:pt x="91731" y="76762"/>
                    <a:pt x="79858" y="88668"/>
                  </a:cubicBezTo>
                  <a:cubicBezTo>
                    <a:pt x="76607" y="90861"/>
                    <a:pt x="80989" y="107780"/>
                    <a:pt x="77738" y="112480"/>
                  </a:cubicBezTo>
                  <a:cubicBezTo>
                    <a:pt x="73356" y="119686"/>
                    <a:pt x="66996" y="119686"/>
                    <a:pt x="60494" y="117493"/>
                  </a:cubicBezTo>
                  <a:cubicBezTo>
                    <a:pt x="59363" y="117493"/>
                    <a:pt x="61484" y="110287"/>
                    <a:pt x="59363" y="107780"/>
                  </a:cubicBezTo>
                  <a:cubicBezTo>
                    <a:pt x="56113" y="107780"/>
                    <a:pt x="52862" y="117493"/>
                    <a:pt x="49752" y="114986"/>
                  </a:cubicBezTo>
                  <a:cubicBezTo>
                    <a:pt x="46501" y="110287"/>
                    <a:pt x="46501" y="98067"/>
                    <a:pt x="44240" y="90861"/>
                  </a:cubicBezTo>
                  <a:cubicBezTo>
                    <a:pt x="42120" y="86161"/>
                    <a:pt x="38869" y="78955"/>
                    <a:pt x="35618" y="76762"/>
                  </a:cubicBezTo>
                  <a:cubicBezTo>
                    <a:pt x="32367" y="71749"/>
                    <a:pt x="29116" y="74255"/>
                    <a:pt x="24876" y="74255"/>
                  </a:cubicBezTo>
                  <a:lnTo>
                    <a:pt x="24876" y="74255"/>
                  </a:lnTo>
                  <a:cubicBezTo>
                    <a:pt x="20494" y="76762"/>
                    <a:pt x="16254" y="83968"/>
                    <a:pt x="13003" y="78955"/>
                  </a:cubicBezTo>
                  <a:cubicBezTo>
                    <a:pt x="8621" y="76762"/>
                    <a:pt x="7632" y="64856"/>
                    <a:pt x="6501" y="57650"/>
                  </a:cubicBezTo>
                  <a:cubicBezTo>
                    <a:pt x="6501" y="47937"/>
                    <a:pt x="13003" y="40731"/>
                    <a:pt x="11872" y="31331"/>
                  </a:cubicBezTo>
                  <a:cubicBezTo>
                    <a:pt x="10883" y="19112"/>
                    <a:pt x="4381" y="14412"/>
                    <a:pt x="0" y="469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49" name="Shape 11149"/>
            <p:cNvSpPr/>
            <p:nvPr/>
          </p:nvSpPr>
          <p:spPr>
            <a:xfrm rot="3648446">
              <a:off x="7588685" y="5699979"/>
              <a:ext cx="407226" cy="4852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6745" y="10815"/>
                  </a:moveTo>
                  <a:lnTo>
                    <a:pt x="56745" y="10815"/>
                  </a:lnTo>
                  <a:cubicBezTo>
                    <a:pt x="59119" y="10300"/>
                    <a:pt x="62565" y="10815"/>
                    <a:pt x="64326" y="9334"/>
                  </a:cubicBezTo>
                  <a:cubicBezTo>
                    <a:pt x="66088" y="7854"/>
                    <a:pt x="64326" y="4892"/>
                    <a:pt x="65552" y="2961"/>
                  </a:cubicBezTo>
                  <a:cubicBezTo>
                    <a:pt x="66700" y="1480"/>
                    <a:pt x="69074" y="0"/>
                    <a:pt x="71372" y="0"/>
                  </a:cubicBezTo>
                  <a:cubicBezTo>
                    <a:pt x="74894" y="0"/>
                    <a:pt x="77804" y="1480"/>
                    <a:pt x="80714" y="1931"/>
                  </a:cubicBezTo>
                  <a:lnTo>
                    <a:pt x="80714" y="1931"/>
                  </a:lnTo>
                  <a:cubicBezTo>
                    <a:pt x="80102" y="4442"/>
                    <a:pt x="78417" y="6888"/>
                    <a:pt x="78953" y="9334"/>
                  </a:cubicBezTo>
                  <a:cubicBezTo>
                    <a:pt x="79566" y="11781"/>
                    <a:pt x="81327" y="13776"/>
                    <a:pt x="82476" y="15708"/>
                  </a:cubicBezTo>
                  <a:cubicBezTo>
                    <a:pt x="83624" y="17188"/>
                    <a:pt x="85386" y="17703"/>
                    <a:pt x="85998" y="19184"/>
                  </a:cubicBezTo>
                  <a:cubicBezTo>
                    <a:pt x="85998" y="21115"/>
                    <a:pt x="84237" y="22596"/>
                    <a:pt x="84237" y="24592"/>
                  </a:cubicBezTo>
                  <a:cubicBezTo>
                    <a:pt x="84237" y="27038"/>
                    <a:pt x="83624" y="30000"/>
                    <a:pt x="84850" y="32446"/>
                  </a:cubicBezTo>
                  <a:cubicBezTo>
                    <a:pt x="85386" y="33927"/>
                    <a:pt x="86611" y="35922"/>
                    <a:pt x="88372" y="36373"/>
                  </a:cubicBezTo>
                  <a:cubicBezTo>
                    <a:pt x="91282" y="36888"/>
                    <a:pt x="94805" y="34892"/>
                    <a:pt x="97715" y="35407"/>
                  </a:cubicBezTo>
                  <a:cubicBezTo>
                    <a:pt x="101161" y="35922"/>
                    <a:pt x="104148" y="37854"/>
                    <a:pt x="107058" y="39334"/>
                  </a:cubicBezTo>
                  <a:cubicBezTo>
                    <a:pt x="108819" y="40815"/>
                    <a:pt x="109968" y="42746"/>
                    <a:pt x="111116" y="44742"/>
                  </a:cubicBezTo>
                  <a:cubicBezTo>
                    <a:pt x="111729" y="46223"/>
                    <a:pt x="112342" y="48154"/>
                    <a:pt x="112878" y="49635"/>
                  </a:cubicBezTo>
                  <a:lnTo>
                    <a:pt x="112878" y="49635"/>
                  </a:lnTo>
                  <a:cubicBezTo>
                    <a:pt x="110580" y="51115"/>
                    <a:pt x="107670" y="51630"/>
                    <a:pt x="105909" y="53111"/>
                  </a:cubicBezTo>
                  <a:cubicBezTo>
                    <a:pt x="104684" y="54077"/>
                    <a:pt x="105909" y="56072"/>
                    <a:pt x="107058" y="57038"/>
                  </a:cubicBezTo>
                  <a:cubicBezTo>
                    <a:pt x="108206" y="58519"/>
                    <a:pt x="111116" y="59484"/>
                    <a:pt x="111729" y="61480"/>
                  </a:cubicBezTo>
                  <a:cubicBezTo>
                    <a:pt x="112342" y="62446"/>
                    <a:pt x="110580" y="64377"/>
                    <a:pt x="111116" y="65407"/>
                  </a:cubicBezTo>
                  <a:cubicBezTo>
                    <a:pt x="111729" y="66373"/>
                    <a:pt x="113490" y="65858"/>
                    <a:pt x="114639" y="66888"/>
                  </a:cubicBezTo>
                  <a:cubicBezTo>
                    <a:pt x="116400" y="67854"/>
                    <a:pt x="117549" y="69334"/>
                    <a:pt x="118774" y="70815"/>
                  </a:cubicBezTo>
                  <a:cubicBezTo>
                    <a:pt x="118774" y="71781"/>
                    <a:pt x="119310" y="73261"/>
                    <a:pt x="118774" y="73776"/>
                  </a:cubicBezTo>
                  <a:cubicBezTo>
                    <a:pt x="116400" y="75257"/>
                    <a:pt x="113490" y="76673"/>
                    <a:pt x="110580" y="76223"/>
                  </a:cubicBezTo>
                  <a:cubicBezTo>
                    <a:pt x="107670" y="75257"/>
                    <a:pt x="106445" y="71781"/>
                    <a:pt x="102922" y="70300"/>
                  </a:cubicBezTo>
                  <a:cubicBezTo>
                    <a:pt x="102386" y="69785"/>
                    <a:pt x="102386" y="71781"/>
                    <a:pt x="102386" y="72296"/>
                  </a:cubicBezTo>
                  <a:cubicBezTo>
                    <a:pt x="101774" y="73776"/>
                    <a:pt x="100625" y="75257"/>
                    <a:pt x="100625" y="76673"/>
                  </a:cubicBezTo>
                  <a:cubicBezTo>
                    <a:pt x="101161" y="78669"/>
                    <a:pt x="102922" y="80150"/>
                    <a:pt x="104684" y="80600"/>
                  </a:cubicBezTo>
                  <a:cubicBezTo>
                    <a:pt x="107670" y="81115"/>
                    <a:pt x="109968" y="78154"/>
                    <a:pt x="112342" y="78154"/>
                  </a:cubicBezTo>
                  <a:cubicBezTo>
                    <a:pt x="114639" y="78154"/>
                    <a:pt x="117013" y="79184"/>
                    <a:pt x="118162" y="80600"/>
                  </a:cubicBezTo>
                  <a:cubicBezTo>
                    <a:pt x="119310" y="84077"/>
                    <a:pt x="119923" y="88004"/>
                    <a:pt x="118162" y="90965"/>
                  </a:cubicBezTo>
                  <a:cubicBezTo>
                    <a:pt x="117013" y="92446"/>
                    <a:pt x="113490" y="90000"/>
                    <a:pt x="111729" y="90965"/>
                  </a:cubicBezTo>
                  <a:cubicBezTo>
                    <a:pt x="109968" y="91931"/>
                    <a:pt x="109968" y="93927"/>
                    <a:pt x="109432" y="95858"/>
                  </a:cubicBezTo>
                  <a:cubicBezTo>
                    <a:pt x="108206" y="97854"/>
                    <a:pt x="107670" y="99785"/>
                    <a:pt x="107058" y="101781"/>
                  </a:cubicBezTo>
                  <a:cubicBezTo>
                    <a:pt x="107058" y="104742"/>
                    <a:pt x="107670" y="107188"/>
                    <a:pt x="108206" y="110150"/>
                  </a:cubicBezTo>
                  <a:lnTo>
                    <a:pt x="108206" y="110150"/>
                  </a:lnTo>
                  <a:cubicBezTo>
                    <a:pt x="108206" y="111115"/>
                    <a:pt x="108206" y="112081"/>
                    <a:pt x="107670" y="112596"/>
                  </a:cubicBezTo>
                  <a:cubicBezTo>
                    <a:pt x="107058" y="113111"/>
                    <a:pt x="105296" y="113111"/>
                    <a:pt x="104684" y="112596"/>
                  </a:cubicBezTo>
                  <a:cubicBezTo>
                    <a:pt x="101161" y="109635"/>
                    <a:pt x="98864" y="105708"/>
                    <a:pt x="94805" y="103712"/>
                  </a:cubicBezTo>
                  <a:cubicBezTo>
                    <a:pt x="93580" y="102746"/>
                    <a:pt x="92431" y="105193"/>
                    <a:pt x="91282" y="105193"/>
                  </a:cubicBezTo>
                  <a:cubicBezTo>
                    <a:pt x="88908" y="104742"/>
                    <a:pt x="87760" y="101266"/>
                    <a:pt x="85998" y="102296"/>
                  </a:cubicBezTo>
                  <a:cubicBezTo>
                    <a:pt x="83624" y="103261"/>
                    <a:pt x="84850" y="106223"/>
                    <a:pt x="83624" y="108154"/>
                  </a:cubicBezTo>
                  <a:cubicBezTo>
                    <a:pt x="82476" y="109184"/>
                    <a:pt x="80714" y="109635"/>
                    <a:pt x="78953" y="110150"/>
                  </a:cubicBezTo>
                  <a:cubicBezTo>
                    <a:pt x="77192" y="110150"/>
                    <a:pt x="74894" y="108154"/>
                    <a:pt x="73746" y="109635"/>
                  </a:cubicBezTo>
                  <a:cubicBezTo>
                    <a:pt x="70759" y="112596"/>
                    <a:pt x="71372" y="116523"/>
                    <a:pt x="70223" y="119935"/>
                  </a:cubicBezTo>
                  <a:lnTo>
                    <a:pt x="70223" y="119935"/>
                  </a:lnTo>
                  <a:cubicBezTo>
                    <a:pt x="67849" y="118519"/>
                    <a:pt x="64326" y="118004"/>
                    <a:pt x="63178" y="116008"/>
                  </a:cubicBezTo>
                  <a:cubicBezTo>
                    <a:pt x="62565" y="114077"/>
                    <a:pt x="66700" y="111115"/>
                    <a:pt x="64939" y="109635"/>
                  </a:cubicBezTo>
                  <a:cubicBezTo>
                    <a:pt x="63178" y="107703"/>
                    <a:pt x="59119" y="107188"/>
                    <a:pt x="56132" y="108154"/>
                  </a:cubicBezTo>
                  <a:cubicBezTo>
                    <a:pt x="53222" y="109184"/>
                    <a:pt x="52686" y="114592"/>
                    <a:pt x="48551" y="114592"/>
                  </a:cubicBezTo>
                  <a:cubicBezTo>
                    <a:pt x="46253" y="114592"/>
                    <a:pt x="46253" y="110150"/>
                    <a:pt x="44492" y="108154"/>
                  </a:cubicBezTo>
                  <a:lnTo>
                    <a:pt x="44492" y="108154"/>
                  </a:lnTo>
                  <a:cubicBezTo>
                    <a:pt x="44492" y="104227"/>
                    <a:pt x="46790" y="99334"/>
                    <a:pt x="43880" y="95858"/>
                  </a:cubicBezTo>
                  <a:cubicBezTo>
                    <a:pt x="42118" y="93412"/>
                    <a:pt x="36834" y="96888"/>
                    <a:pt x="33924" y="95858"/>
                  </a:cubicBezTo>
                  <a:cubicBezTo>
                    <a:pt x="32776" y="95407"/>
                    <a:pt x="35686" y="93412"/>
                    <a:pt x="35686" y="92446"/>
                  </a:cubicBezTo>
                  <a:cubicBezTo>
                    <a:pt x="35073" y="90965"/>
                    <a:pt x="32163" y="90965"/>
                    <a:pt x="31627" y="90000"/>
                  </a:cubicBezTo>
                  <a:cubicBezTo>
                    <a:pt x="30402" y="88519"/>
                    <a:pt x="31014" y="87038"/>
                    <a:pt x="29865" y="85557"/>
                  </a:cubicBezTo>
                  <a:cubicBezTo>
                    <a:pt x="28640" y="84592"/>
                    <a:pt x="26343" y="85042"/>
                    <a:pt x="25730" y="83562"/>
                  </a:cubicBezTo>
                  <a:cubicBezTo>
                    <a:pt x="25194" y="82596"/>
                    <a:pt x="28104" y="80150"/>
                    <a:pt x="26343" y="79184"/>
                  </a:cubicBezTo>
                  <a:cubicBezTo>
                    <a:pt x="23969" y="78154"/>
                    <a:pt x="21059" y="82081"/>
                    <a:pt x="19298" y="80600"/>
                  </a:cubicBezTo>
                  <a:cubicBezTo>
                    <a:pt x="16388" y="79184"/>
                    <a:pt x="18149" y="75257"/>
                    <a:pt x="15775" y="72746"/>
                  </a:cubicBezTo>
                  <a:cubicBezTo>
                    <a:pt x="15239" y="71781"/>
                    <a:pt x="12865" y="72746"/>
                    <a:pt x="11716" y="72296"/>
                  </a:cubicBezTo>
                  <a:cubicBezTo>
                    <a:pt x="9342" y="71266"/>
                    <a:pt x="7045" y="69334"/>
                    <a:pt x="4671" y="68369"/>
                  </a:cubicBezTo>
                  <a:lnTo>
                    <a:pt x="4671" y="68369"/>
                  </a:lnTo>
                  <a:cubicBezTo>
                    <a:pt x="3522" y="64892"/>
                    <a:pt x="0" y="61480"/>
                    <a:pt x="1225" y="58004"/>
                  </a:cubicBezTo>
                  <a:cubicBezTo>
                    <a:pt x="1225" y="56072"/>
                    <a:pt x="5896" y="56072"/>
                    <a:pt x="7581" y="54592"/>
                  </a:cubicBezTo>
                  <a:cubicBezTo>
                    <a:pt x="11104" y="52145"/>
                    <a:pt x="15775" y="50150"/>
                    <a:pt x="17536" y="47188"/>
                  </a:cubicBezTo>
                  <a:cubicBezTo>
                    <a:pt x="19298" y="44227"/>
                    <a:pt x="19910" y="40815"/>
                    <a:pt x="18761" y="37339"/>
                  </a:cubicBezTo>
                  <a:cubicBezTo>
                    <a:pt x="18149" y="35407"/>
                    <a:pt x="14626" y="34892"/>
                    <a:pt x="12865" y="32961"/>
                  </a:cubicBezTo>
                  <a:cubicBezTo>
                    <a:pt x="11104" y="30450"/>
                    <a:pt x="10567" y="27038"/>
                    <a:pt x="8806" y="24077"/>
                  </a:cubicBezTo>
                  <a:lnTo>
                    <a:pt x="8806" y="24077"/>
                  </a:lnTo>
                  <a:cubicBezTo>
                    <a:pt x="11104" y="24077"/>
                    <a:pt x="12865" y="23562"/>
                    <a:pt x="14626" y="24592"/>
                  </a:cubicBezTo>
                  <a:cubicBezTo>
                    <a:pt x="16388" y="25042"/>
                    <a:pt x="18149" y="26523"/>
                    <a:pt x="19298" y="27489"/>
                  </a:cubicBezTo>
                  <a:cubicBezTo>
                    <a:pt x="20523" y="28969"/>
                    <a:pt x="20523" y="31480"/>
                    <a:pt x="22284" y="32446"/>
                  </a:cubicBezTo>
                  <a:cubicBezTo>
                    <a:pt x="23969" y="32961"/>
                    <a:pt x="25730" y="30965"/>
                    <a:pt x="27492" y="30965"/>
                  </a:cubicBezTo>
                  <a:cubicBezTo>
                    <a:pt x="28640" y="31480"/>
                    <a:pt x="27492" y="32961"/>
                    <a:pt x="28104" y="32961"/>
                  </a:cubicBezTo>
                  <a:cubicBezTo>
                    <a:pt x="31627" y="33412"/>
                    <a:pt x="35073" y="33412"/>
                    <a:pt x="37447" y="31931"/>
                  </a:cubicBezTo>
                  <a:cubicBezTo>
                    <a:pt x="39208" y="30965"/>
                    <a:pt x="36834" y="27489"/>
                    <a:pt x="38596" y="27038"/>
                  </a:cubicBezTo>
                  <a:cubicBezTo>
                    <a:pt x="45028" y="24592"/>
                    <a:pt x="52686" y="26072"/>
                    <a:pt x="58506" y="23111"/>
                  </a:cubicBezTo>
                  <a:cubicBezTo>
                    <a:pt x="60268" y="21630"/>
                    <a:pt x="57358" y="18218"/>
                    <a:pt x="56745" y="16223"/>
                  </a:cubicBezTo>
                  <a:cubicBezTo>
                    <a:pt x="56745" y="14227"/>
                    <a:pt x="56745" y="12746"/>
                    <a:pt x="56745" y="1081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0" name="Shape 11150"/>
            <p:cNvSpPr/>
            <p:nvPr/>
          </p:nvSpPr>
          <p:spPr>
            <a:xfrm rot="3648446">
              <a:off x="7821633" y="5992851"/>
              <a:ext cx="665327" cy="40036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35" y="32244"/>
                  </a:moveTo>
                  <a:lnTo>
                    <a:pt x="10035" y="32244"/>
                  </a:lnTo>
                  <a:cubicBezTo>
                    <a:pt x="9660" y="34040"/>
                    <a:pt x="8581" y="35836"/>
                    <a:pt x="8581" y="37553"/>
                  </a:cubicBezTo>
                  <a:cubicBezTo>
                    <a:pt x="8581" y="38802"/>
                    <a:pt x="10035" y="39973"/>
                    <a:pt x="9660" y="41145"/>
                  </a:cubicBezTo>
                  <a:cubicBezTo>
                    <a:pt x="8956" y="43565"/>
                    <a:pt x="7174" y="44189"/>
                    <a:pt x="5720" y="45361"/>
                  </a:cubicBezTo>
                  <a:cubicBezTo>
                    <a:pt x="4267" y="46532"/>
                    <a:pt x="2860" y="46532"/>
                    <a:pt x="1406" y="47703"/>
                  </a:cubicBezTo>
                  <a:lnTo>
                    <a:pt x="1406" y="47703"/>
                  </a:lnTo>
                  <a:cubicBezTo>
                    <a:pt x="1031" y="50748"/>
                    <a:pt x="0" y="53715"/>
                    <a:pt x="328" y="56681"/>
                  </a:cubicBezTo>
                  <a:cubicBezTo>
                    <a:pt x="703" y="59648"/>
                    <a:pt x="1781" y="62068"/>
                    <a:pt x="2485" y="64411"/>
                  </a:cubicBezTo>
                  <a:cubicBezTo>
                    <a:pt x="3188" y="66206"/>
                    <a:pt x="4267" y="66831"/>
                    <a:pt x="4642" y="68627"/>
                  </a:cubicBezTo>
                  <a:cubicBezTo>
                    <a:pt x="4642" y="70969"/>
                    <a:pt x="3563" y="72765"/>
                    <a:pt x="3563" y="75185"/>
                  </a:cubicBezTo>
                  <a:cubicBezTo>
                    <a:pt x="3563" y="78152"/>
                    <a:pt x="3188" y="81743"/>
                    <a:pt x="3939" y="84710"/>
                  </a:cubicBezTo>
                  <a:cubicBezTo>
                    <a:pt x="4267" y="86506"/>
                    <a:pt x="5017" y="88926"/>
                    <a:pt x="6096" y="89472"/>
                  </a:cubicBezTo>
                  <a:cubicBezTo>
                    <a:pt x="7878" y="90097"/>
                    <a:pt x="10035" y="87677"/>
                    <a:pt x="11817" y="88301"/>
                  </a:cubicBezTo>
                  <a:cubicBezTo>
                    <a:pt x="13927" y="88926"/>
                    <a:pt x="15756" y="91268"/>
                    <a:pt x="17538" y="93064"/>
                  </a:cubicBezTo>
                  <a:cubicBezTo>
                    <a:pt x="18616" y="94860"/>
                    <a:pt x="19320" y="97202"/>
                    <a:pt x="20023" y="99622"/>
                  </a:cubicBezTo>
                  <a:cubicBezTo>
                    <a:pt x="20398" y="101418"/>
                    <a:pt x="20773" y="103760"/>
                    <a:pt x="21101" y="105556"/>
                  </a:cubicBezTo>
                  <a:cubicBezTo>
                    <a:pt x="21101" y="106180"/>
                    <a:pt x="21101" y="106180"/>
                    <a:pt x="21101" y="106180"/>
                  </a:cubicBezTo>
                  <a:cubicBezTo>
                    <a:pt x="23259" y="105009"/>
                    <a:pt x="25416" y="103214"/>
                    <a:pt x="27573" y="102589"/>
                  </a:cubicBezTo>
                  <a:cubicBezTo>
                    <a:pt x="30433" y="101418"/>
                    <a:pt x="33669" y="100169"/>
                    <a:pt x="36529" y="100169"/>
                  </a:cubicBezTo>
                  <a:cubicBezTo>
                    <a:pt x="37936" y="100169"/>
                    <a:pt x="40093" y="100793"/>
                    <a:pt x="40468" y="103214"/>
                  </a:cubicBezTo>
                  <a:cubicBezTo>
                    <a:pt x="40797" y="106180"/>
                    <a:pt x="37608" y="109147"/>
                    <a:pt x="38686" y="112114"/>
                  </a:cubicBezTo>
                  <a:cubicBezTo>
                    <a:pt x="39390" y="115159"/>
                    <a:pt x="42250" y="113910"/>
                    <a:pt x="44032" y="113910"/>
                  </a:cubicBezTo>
                  <a:cubicBezTo>
                    <a:pt x="47268" y="114534"/>
                    <a:pt x="50832" y="113363"/>
                    <a:pt x="54067" y="113910"/>
                  </a:cubicBezTo>
                  <a:cubicBezTo>
                    <a:pt x="56553" y="113910"/>
                    <a:pt x="59460" y="115705"/>
                    <a:pt x="61946" y="116330"/>
                  </a:cubicBezTo>
                  <a:cubicBezTo>
                    <a:pt x="63728" y="116877"/>
                    <a:pt x="65509" y="117501"/>
                    <a:pt x="67338" y="118126"/>
                  </a:cubicBezTo>
                  <a:cubicBezTo>
                    <a:pt x="70902" y="118672"/>
                    <a:pt x="74466" y="119921"/>
                    <a:pt x="78077" y="119297"/>
                  </a:cubicBezTo>
                  <a:cubicBezTo>
                    <a:pt x="79484" y="119297"/>
                    <a:pt x="80562" y="116330"/>
                    <a:pt x="81641" y="115159"/>
                  </a:cubicBezTo>
                  <a:cubicBezTo>
                    <a:pt x="83423" y="113363"/>
                    <a:pt x="84876" y="112114"/>
                    <a:pt x="86283" y="110318"/>
                  </a:cubicBezTo>
                  <a:cubicBezTo>
                    <a:pt x="87737" y="107976"/>
                    <a:pt x="88815" y="105009"/>
                    <a:pt x="89894" y="102589"/>
                  </a:cubicBezTo>
                  <a:cubicBezTo>
                    <a:pt x="90597" y="100793"/>
                    <a:pt x="90973" y="97826"/>
                    <a:pt x="92379" y="97202"/>
                  </a:cubicBezTo>
                  <a:cubicBezTo>
                    <a:pt x="94912" y="96655"/>
                    <a:pt x="97397" y="98451"/>
                    <a:pt x="99929" y="98451"/>
                  </a:cubicBezTo>
                  <a:cubicBezTo>
                    <a:pt x="102790" y="98451"/>
                    <a:pt x="105650" y="99622"/>
                    <a:pt x="108511" y="97826"/>
                  </a:cubicBezTo>
                  <a:cubicBezTo>
                    <a:pt x="109917" y="96655"/>
                    <a:pt x="111371" y="93064"/>
                    <a:pt x="111746" y="90097"/>
                  </a:cubicBezTo>
                  <a:cubicBezTo>
                    <a:pt x="112075" y="88926"/>
                    <a:pt x="110293" y="87677"/>
                    <a:pt x="110293" y="85881"/>
                  </a:cubicBezTo>
                  <a:cubicBezTo>
                    <a:pt x="110668" y="83539"/>
                    <a:pt x="111371" y="81119"/>
                    <a:pt x="112825" y="79947"/>
                  </a:cubicBezTo>
                  <a:cubicBezTo>
                    <a:pt x="114982" y="78698"/>
                    <a:pt x="117842" y="79323"/>
                    <a:pt x="119953" y="79323"/>
                  </a:cubicBezTo>
                  <a:lnTo>
                    <a:pt x="119953" y="79323"/>
                  </a:lnTo>
                  <a:cubicBezTo>
                    <a:pt x="119953" y="73389"/>
                    <a:pt x="119953" y="68627"/>
                    <a:pt x="117842" y="62615"/>
                  </a:cubicBezTo>
                  <a:cubicBezTo>
                    <a:pt x="117092" y="60273"/>
                    <a:pt x="117467" y="57852"/>
                    <a:pt x="117092" y="55510"/>
                  </a:cubicBezTo>
                  <a:cubicBezTo>
                    <a:pt x="116389" y="51294"/>
                    <a:pt x="115685" y="49499"/>
                    <a:pt x="114607" y="46532"/>
                  </a:cubicBezTo>
                  <a:cubicBezTo>
                    <a:pt x="110293" y="35836"/>
                    <a:pt x="102086" y="26232"/>
                    <a:pt x="95990" y="17332"/>
                  </a:cubicBezTo>
                  <a:cubicBezTo>
                    <a:pt x="89519" y="7182"/>
                    <a:pt x="80234" y="10774"/>
                    <a:pt x="72356" y="5387"/>
                  </a:cubicBezTo>
                  <a:cubicBezTo>
                    <a:pt x="67667" y="2420"/>
                    <a:pt x="60164" y="6558"/>
                    <a:pt x="56225" y="2420"/>
                  </a:cubicBezTo>
                  <a:cubicBezTo>
                    <a:pt x="52286" y="0"/>
                    <a:pt x="49425" y="0"/>
                    <a:pt x="45111" y="1249"/>
                  </a:cubicBezTo>
                  <a:cubicBezTo>
                    <a:pt x="41547" y="1795"/>
                    <a:pt x="37233" y="0"/>
                    <a:pt x="33294" y="1249"/>
                  </a:cubicBezTo>
                  <a:cubicBezTo>
                    <a:pt x="26119" y="3044"/>
                    <a:pt x="25041" y="16161"/>
                    <a:pt x="24337" y="26232"/>
                  </a:cubicBezTo>
                  <a:cubicBezTo>
                    <a:pt x="23962" y="29277"/>
                    <a:pt x="19320" y="31620"/>
                    <a:pt x="18616" y="37007"/>
                  </a:cubicBezTo>
                  <a:cubicBezTo>
                    <a:pt x="17162" y="37007"/>
                    <a:pt x="12895" y="34586"/>
                    <a:pt x="10035" y="3224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1" name="Shape 11151"/>
            <p:cNvSpPr/>
            <p:nvPr/>
          </p:nvSpPr>
          <p:spPr>
            <a:xfrm rot="3648446">
              <a:off x="7625318" y="6144401"/>
              <a:ext cx="596500" cy="4496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183" y="89166"/>
                  </a:moveTo>
                  <a:lnTo>
                    <a:pt x="5183" y="89166"/>
                  </a:lnTo>
                  <a:cubicBezTo>
                    <a:pt x="4816" y="85972"/>
                    <a:pt x="4397" y="83333"/>
                    <a:pt x="4397" y="80138"/>
                  </a:cubicBezTo>
                  <a:cubicBezTo>
                    <a:pt x="4816" y="77986"/>
                    <a:pt x="5183" y="75902"/>
                    <a:pt x="6020" y="73750"/>
                  </a:cubicBezTo>
                  <a:cubicBezTo>
                    <a:pt x="6387" y="71666"/>
                    <a:pt x="6387" y="69513"/>
                    <a:pt x="7591" y="68472"/>
                  </a:cubicBezTo>
                  <a:cubicBezTo>
                    <a:pt x="8795" y="67430"/>
                    <a:pt x="11204" y="70069"/>
                    <a:pt x="11989" y="68472"/>
                  </a:cubicBezTo>
                  <a:cubicBezTo>
                    <a:pt x="13193" y="65277"/>
                    <a:pt x="12774" y="61041"/>
                    <a:pt x="11989" y="57291"/>
                  </a:cubicBezTo>
                  <a:cubicBezTo>
                    <a:pt x="11204" y="55763"/>
                    <a:pt x="9581" y="54652"/>
                    <a:pt x="8010" y="54652"/>
                  </a:cubicBezTo>
                  <a:cubicBezTo>
                    <a:pt x="6387" y="54652"/>
                    <a:pt x="4816" y="57847"/>
                    <a:pt x="2774" y="57291"/>
                  </a:cubicBezTo>
                  <a:cubicBezTo>
                    <a:pt x="1570" y="56805"/>
                    <a:pt x="366" y="55208"/>
                    <a:pt x="0" y="53055"/>
                  </a:cubicBezTo>
                  <a:cubicBezTo>
                    <a:pt x="0" y="51527"/>
                    <a:pt x="785" y="49930"/>
                    <a:pt x="1204" y="48333"/>
                  </a:cubicBezTo>
                  <a:cubicBezTo>
                    <a:pt x="1204" y="47777"/>
                    <a:pt x="1204" y="45625"/>
                    <a:pt x="1570" y="46180"/>
                  </a:cubicBezTo>
                  <a:cubicBezTo>
                    <a:pt x="3979" y="47777"/>
                    <a:pt x="4816" y="51527"/>
                    <a:pt x="6806" y="52569"/>
                  </a:cubicBezTo>
                  <a:cubicBezTo>
                    <a:pt x="8795" y="53055"/>
                    <a:pt x="10785" y="51527"/>
                    <a:pt x="12408" y="49930"/>
                  </a:cubicBezTo>
                  <a:cubicBezTo>
                    <a:pt x="12774" y="49375"/>
                    <a:pt x="12408" y="47777"/>
                    <a:pt x="12408" y="46736"/>
                  </a:cubicBezTo>
                  <a:cubicBezTo>
                    <a:pt x="11570" y="45138"/>
                    <a:pt x="10785" y="43541"/>
                    <a:pt x="9581" y="42500"/>
                  </a:cubicBezTo>
                  <a:cubicBezTo>
                    <a:pt x="8795" y="41388"/>
                    <a:pt x="7591" y="41944"/>
                    <a:pt x="7172" y="40902"/>
                  </a:cubicBezTo>
                  <a:cubicBezTo>
                    <a:pt x="6806" y="39791"/>
                    <a:pt x="8010" y="37708"/>
                    <a:pt x="7591" y="36666"/>
                  </a:cubicBezTo>
                  <a:cubicBezTo>
                    <a:pt x="7172" y="34513"/>
                    <a:pt x="5183" y="33472"/>
                    <a:pt x="4397" y="31875"/>
                  </a:cubicBezTo>
                  <a:cubicBezTo>
                    <a:pt x="3612" y="30833"/>
                    <a:pt x="2774" y="28680"/>
                    <a:pt x="3612" y="27638"/>
                  </a:cubicBezTo>
                  <a:cubicBezTo>
                    <a:pt x="4816" y="26041"/>
                    <a:pt x="6806" y="25486"/>
                    <a:pt x="8376" y="23888"/>
                  </a:cubicBezTo>
                  <a:cubicBezTo>
                    <a:pt x="8376" y="24444"/>
                    <a:pt x="8376" y="24444"/>
                    <a:pt x="8376" y="24444"/>
                  </a:cubicBezTo>
                  <a:cubicBezTo>
                    <a:pt x="10785" y="23402"/>
                    <a:pt x="13193" y="21805"/>
                    <a:pt x="15602" y="21250"/>
                  </a:cubicBezTo>
                  <a:cubicBezTo>
                    <a:pt x="18795" y="20208"/>
                    <a:pt x="22408" y="19097"/>
                    <a:pt x="25602" y="19097"/>
                  </a:cubicBezTo>
                  <a:cubicBezTo>
                    <a:pt x="27172" y="19097"/>
                    <a:pt x="29581" y="19652"/>
                    <a:pt x="30000" y="21805"/>
                  </a:cubicBezTo>
                  <a:cubicBezTo>
                    <a:pt x="30366" y="24444"/>
                    <a:pt x="26806" y="27083"/>
                    <a:pt x="28010" y="29722"/>
                  </a:cubicBezTo>
                  <a:cubicBezTo>
                    <a:pt x="28795" y="32430"/>
                    <a:pt x="31989" y="31319"/>
                    <a:pt x="33979" y="31319"/>
                  </a:cubicBezTo>
                  <a:cubicBezTo>
                    <a:pt x="37591" y="31875"/>
                    <a:pt x="41570" y="30833"/>
                    <a:pt x="45183" y="31319"/>
                  </a:cubicBezTo>
                  <a:cubicBezTo>
                    <a:pt x="47958" y="31319"/>
                    <a:pt x="51204" y="32916"/>
                    <a:pt x="53979" y="33472"/>
                  </a:cubicBezTo>
                  <a:cubicBezTo>
                    <a:pt x="55968" y="33958"/>
                    <a:pt x="57958" y="34513"/>
                    <a:pt x="60000" y="35069"/>
                  </a:cubicBezTo>
                  <a:cubicBezTo>
                    <a:pt x="63979" y="35555"/>
                    <a:pt x="67958" y="36666"/>
                    <a:pt x="71989" y="36111"/>
                  </a:cubicBezTo>
                  <a:cubicBezTo>
                    <a:pt x="73560" y="36111"/>
                    <a:pt x="74764" y="33472"/>
                    <a:pt x="75968" y="32430"/>
                  </a:cubicBezTo>
                  <a:cubicBezTo>
                    <a:pt x="77958" y="30833"/>
                    <a:pt x="79581" y="29722"/>
                    <a:pt x="81151" y="28125"/>
                  </a:cubicBezTo>
                  <a:cubicBezTo>
                    <a:pt x="82774" y="26041"/>
                    <a:pt x="83979" y="23402"/>
                    <a:pt x="85183" y="21250"/>
                  </a:cubicBezTo>
                  <a:cubicBezTo>
                    <a:pt x="85968" y="19652"/>
                    <a:pt x="86387" y="17013"/>
                    <a:pt x="87958" y="16458"/>
                  </a:cubicBezTo>
                  <a:cubicBezTo>
                    <a:pt x="90785" y="15972"/>
                    <a:pt x="93560" y="17569"/>
                    <a:pt x="96387" y="17569"/>
                  </a:cubicBezTo>
                  <a:cubicBezTo>
                    <a:pt x="99581" y="17569"/>
                    <a:pt x="102774" y="18611"/>
                    <a:pt x="105968" y="17013"/>
                  </a:cubicBezTo>
                  <a:cubicBezTo>
                    <a:pt x="107539" y="15972"/>
                    <a:pt x="109162" y="12777"/>
                    <a:pt x="109581" y="10138"/>
                  </a:cubicBezTo>
                  <a:cubicBezTo>
                    <a:pt x="109947" y="9097"/>
                    <a:pt x="107958" y="7986"/>
                    <a:pt x="107958" y="6388"/>
                  </a:cubicBezTo>
                  <a:cubicBezTo>
                    <a:pt x="108376" y="4305"/>
                    <a:pt x="109162" y="2152"/>
                    <a:pt x="110785" y="1111"/>
                  </a:cubicBezTo>
                  <a:cubicBezTo>
                    <a:pt x="113193" y="0"/>
                    <a:pt x="116387" y="555"/>
                    <a:pt x="118743" y="555"/>
                  </a:cubicBezTo>
                  <a:lnTo>
                    <a:pt x="118743" y="555"/>
                  </a:lnTo>
                  <a:cubicBezTo>
                    <a:pt x="118743" y="3194"/>
                    <a:pt x="118376" y="5902"/>
                    <a:pt x="119162" y="8541"/>
                  </a:cubicBezTo>
                  <a:cubicBezTo>
                    <a:pt x="119947" y="16458"/>
                    <a:pt x="119581" y="26597"/>
                    <a:pt x="117958" y="34513"/>
                  </a:cubicBezTo>
                  <a:cubicBezTo>
                    <a:pt x="110785" y="53611"/>
                    <a:pt x="110785" y="53611"/>
                    <a:pt x="110785" y="53611"/>
                  </a:cubicBezTo>
                  <a:cubicBezTo>
                    <a:pt x="109581" y="57291"/>
                    <a:pt x="109162" y="65277"/>
                    <a:pt x="109162" y="69027"/>
                  </a:cubicBezTo>
                  <a:cubicBezTo>
                    <a:pt x="109162" y="72152"/>
                    <a:pt x="106387" y="90208"/>
                    <a:pt x="105183" y="91250"/>
                  </a:cubicBezTo>
                  <a:cubicBezTo>
                    <a:pt x="102356" y="93402"/>
                    <a:pt x="99162" y="95000"/>
                    <a:pt x="96753" y="97638"/>
                  </a:cubicBezTo>
                  <a:cubicBezTo>
                    <a:pt x="94345" y="99722"/>
                    <a:pt x="93979" y="105625"/>
                    <a:pt x="91989" y="108819"/>
                  </a:cubicBezTo>
                  <a:cubicBezTo>
                    <a:pt x="88795" y="111458"/>
                    <a:pt x="83979" y="119930"/>
                    <a:pt x="81151" y="113055"/>
                  </a:cubicBezTo>
                  <a:cubicBezTo>
                    <a:pt x="79162" y="107708"/>
                    <a:pt x="80366" y="106111"/>
                    <a:pt x="74397" y="104027"/>
                  </a:cubicBezTo>
                  <a:cubicBezTo>
                    <a:pt x="78376" y="104027"/>
                    <a:pt x="80785" y="110902"/>
                    <a:pt x="77958" y="113055"/>
                  </a:cubicBezTo>
                  <a:lnTo>
                    <a:pt x="77958" y="113055"/>
                  </a:lnTo>
                  <a:cubicBezTo>
                    <a:pt x="72356" y="110347"/>
                    <a:pt x="70785" y="108819"/>
                    <a:pt x="65183" y="107222"/>
                  </a:cubicBezTo>
                  <a:cubicBezTo>
                    <a:pt x="61151" y="106111"/>
                    <a:pt x="57172" y="106666"/>
                    <a:pt x="53612" y="105625"/>
                  </a:cubicBezTo>
                  <a:cubicBezTo>
                    <a:pt x="52774" y="105625"/>
                    <a:pt x="51989" y="104513"/>
                    <a:pt x="51204" y="104513"/>
                  </a:cubicBezTo>
                  <a:cubicBezTo>
                    <a:pt x="46753" y="104513"/>
                    <a:pt x="41989" y="108263"/>
                    <a:pt x="37591" y="106111"/>
                  </a:cubicBezTo>
                  <a:cubicBezTo>
                    <a:pt x="35183" y="105069"/>
                    <a:pt x="35602" y="99722"/>
                    <a:pt x="34397" y="96597"/>
                  </a:cubicBezTo>
                  <a:cubicBezTo>
                    <a:pt x="32774" y="93402"/>
                    <a:pt x="31989" y="88125"/>
                    <a:pt x="29162" y="87013"/>
                  </a:cubicBezTo>
                  <a:cubicBezTo>
                    <a:pt x="25183" y="85416"/>
                    <a:pt x="20785" y="90208"/>
                    <a:pt x="16387" y="90208"/>
                  </a:cubicBezTo>
                  <a:cubicBezTo>
                    <a:pt x="15602" y="90208"/>
                    <a:pt x="14764" y="88125"/>
                    <a:pt x="13612" y="87569"/>
                  </a:cubicBezTo>
                  <a:cubicBezTo>
                    <a:pt x="10785" y="87569"/>
                    <a:pt x="8010" y="88611"/>
                    <a:pt x="5183" y="8916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2" name="Shape 11152"/>
            <p:cNvSpPr/>
            <p:nvPr/>
          </p:nvSpPr>
          <p:spPr>
            <a:xfrm rot="3648446">
              <a:off x="7319593" y="6158944"/>
              <a:ext cx="556351" cy="4233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89" y="21375"/>
                  </a:moveTo>
                  <a:lnTo>
                    <a:pt x="7289" y="21375"/>
                  </a:lnTo>
                  <a:cubicBezTo>
                    <a:pt x="8130" y="17469"/>
                    <a:pt x="7682" y="12972"/>
                    <a:pt x="9869" y="9582"/>
                  </a:cubicBezTo>
                  <a:cubicBezTo>
                    <a:pt x="10710" y="7886"/>
                    <a:pt x="12392" y="10171"/>
                    <a:pt x="13682" y="10171"/>
                  </a:cubicBezTo>
                  <a:cubicBezTo>
                    <a:pt x="14971" y="9582"/>
                    <a:pt x="16261" y="9066"/>
                    <a:pt x="17102" y="7886"/>
                  </a:cubicBezTo>
                  <a:cubicBezTo>
                    <a:pt x="18000" y="5675"/>
                    <a:pt x="17102" y="2285"/>
                    <a:pt x="18841" y="1179"/>
                  </a:cubicBezTo>
                  <a:cubicBezTo>
                    <a:pt x="20130" y="0"/>
                    <a:pt x="20971" y="3980"/>
                    <a:pt x="22710" y="4496"/>
                  </a:cubicBezTo>
                  <a:cubicBezTo>
                    <a:pt x="23551" y="4496"/>
                    <a:pt x="24392" y="1695"/>
                    <a:pt x="25289" y="2800"/>
                  </a:cubicBezTo>
                  <a:cubicBezTo>
                    <a:pt x="28261" y="5085"/>
                    <a:pt x="29943" y="9582"/>
                    <a:pt x="32523" y="12972"/>
                  </a:cubicBezTo>
                  <a:cubicBezTo>
                    <a:pt x="32971" y="13562"/>
                    <a:pt x="34261" y="13562"/>
                    <a:pt x="34710" y="12972"/>
                  </a:cubicBezTo>
                  <a:cubicBezTo>
                    <a:pt x="35102" y="12383"/>
                    <a:pt x="35102" y="11277"/>
                    <a:pt x="35102" y="10171"/>
                  </a:cubicBezTo>
                  <a:lnTo>
                    <a:pt x="35102" y="10171"/>
                  </a:lnTo>
                  <a:cubicBezTo>
                    <a:pt x="38130" y="9582"/>
                    <a:pt x="41102" y="8476"/>
                    <a:pt x="44130" y="8476"/>
                  </a:cubicBezTo>
                  <a:cubicBezTo>
                    <a:pt x="45364" y="9066"/>
                    <a:pt x="46261" y="11277"/>
                    <a:pt x="47102" y="11277"/>
                  </a:cubicBezTo>
                  <a:cubicBezTo>
                    <a:pt x="51813" y="11277"/>
                    <a:pt x="56523" y="6191"/>
                    <a:pt x="60785" y="7886"/>
                  </a:cubicBezTo>
                  <a:cubicBezTo>
                    <a:pt x="63813" y="9066"/>
                    <a:pt x="64654" y="14668"/>
                    <a:pt x="66392" y="18058"/>
                  </a:cubicBezTo>
                  <a:cubicBezTo>
                    <a:pt x="67682" y="21375"/>
                    <a:pt x="67233" y="27051"/>
                    <a:pt x="69813" y="28157"/>
                  </a:cubicBezTo>
                  <a:cubicBezTo>
                    <a:pt x="74523" y="30442"/>
                    <a:pt x="79626" y="26461"/>
                    <a:pt x="84392" y="26461"/>
                  </a:cubicBezTo>
                  <a:cubicBezTo>
                    <a:pt x="85233" y="26461"/>
                    <a:pt x="86074" y="27641"/>
                    <a:pt x="86971" y="27641"/>
                  </a:cubicBezTo>
                  <a:cubicBezTo>
                    <a:pt x="90785" y="28746"/>
                    <a:pt x="95046" y="28157"/>
                    <a:pt x="99364" y="29336"/>
                  </a:cubicBezTo>
                  <a:cubicBezTo>
                    <a:pt x="105364" y="31031"/>
                    <a:pt x="107046" y="32653"/>
                    <a:pt x="113046" y="35528"/>
                  </a:cubicBezTo>
                  <a:lnTo>
                    <a:pt x="113046" y="35528"/>
                  </a:lnTo>
                  <a:cubicBezTo>
                    <a:pt x="111757" y="36633"/>
                    <a:pt x="110074" y="36633"/>
                    <a:pt x="107046" y="35528"/>
                  </a:cubicBezTo>
                  <a:cubicBezTo>
                    <a:pt x="105813" y="34938"/>
                    <a:pt x="101943" y="36633"/>
                    <a:pt x="100205" y="37149"/>
                  </a:cubicBezTo>
                  <a:cubicBezTo>
                    <a:pt x="98523" y="37739"/>
                    <a:pt x="106205" y="38329"/>
                    <a:pt x="107495" y="38329"/>
                  </a:cubicBezTo>
                  <a:cubicBezTo>
                    <a:pt x="113046" y="38329"/>
                    <a:pt x="117364" y="38329"/>
                    <a:pt x="111757" y="45626"/>
                  </a:cubicBezTo>
                  <a:cubicBezTo>
                    <a:pt x="110915" y="46732"/>
                    <a:pt x="109233" y="50712"/>
                    <a:pt x="110074" y="52407"/>
                  </a:cubicBezTo>
                  <a:cubicBezTo>
                    <a:pt x="111364" y="55208"/>
                    <a:pt x="113943" y="51228"/>
                    <a:pt x="115233" y="50712"/>
                  </a:cubicBezTo>
                  <a:cubicBezTo>
                    <a:pt x="119943" y="48427"/>
                    <a:pt x="114336" y="58599"/>
                    <a:pt x="112205" y="60294"/>
                  </a:cubicBezTo>
                  <a:cubicBezTo>
                    <a:pt x="107046" y="65896"/>
                    <a:pt x="99364" y="74889"/>
                    <a:pt x="93364" y="65896"/>
                  </a:cubicBezTo>
                  <a:cubicBezTo>
                    <a:pt x="92915" y="64791"/>
                    <a:pt x="89495" y="68697"/>
                    <a:pt x="88205" y="69803"/>
                  </a:cubicBezTo>
                  <a:cubicBezTo>
                    <a:pt x="86074" y="71498"/>
                    <a:pt x="83495" y="69803"/>
                    <a:pt x="81364" y="72088"/>
                  </a:cubicBezTo>
                  <a:cubicBezTo>
                    <a:pt x="77943" y="77174"/>
                    <a:pt x="77102" y="74889"/>
                    <a:pt x="72785" y="77174"/>
                  </a:cubicBezTo>
                  <a:cubicBezTo>
                    <a:pt x="62074" y="82186"/>
                    <a:pt x="77102" y="82776"/>
                    <a:pt x="80074" y="81670"/>
                  </a:cubicBezTo>
                  <a:cubicBezTo>
                    <a:pt x="81364" y="81081"/>
                    <a:pt x="86971" y="74889"/>
                    <a:pt x="87813" y="78280"/>
                  </a:cubicBezTo>
                  <a:cubicBezTo>
                    <a:pt x="88205" y="82776"/>
                    <a:pt x="87364" y="89557"/>
                    <a:pt x="87364" y="94054"/>
                  </a:cubicBezTo>
                  <a:cubicBezTo>
                    <a:pt x="86523" y="99656"/>
                    <a:pt x="82205" y="109828"/>
                    <a:pt x="77102" y="114914"/>
                  </a:cubicBezTo>
                  <a:lnTo>
                    <a:pt x="77102" y="114914"/>
                  </a:lnTo>
                  <a:cubicBezTo>
                    <a:pt x="75364" y="113218"/>
                    <a:pt x="72392" y="108132"/>
                    <a:pt x="70261" y="107027"/>
                  </a:cubicBezTo>
                  <a:cubicBezTo>
                    <a:pt x="66785" y="105331"/>
                    <a:pt x="62971" y="102457"/>
                    <a:pt x="59102" y="104152"/>
                  </a:cubicBezTo>
                  <a:cubicBezTo>
                    <a:pt x="57364" y="104742"/>
                    <a:pt x="59943" y="114324"/>
                    <a:pt x="59943" y="116609"/>
                  </a:cubicBezTo>
                  <a:lnTo>
                    <a:pt x="59943" y="116609"/>
                  </a:lnTo>
                  <a:cubicBezTo>
                    <a:pt x="57813" y="117125"/>
                    <a:pt x="55682" y="118820"/>
                    <a:pt x="53551" y="119926"/>
                  </a:cubicBezTo>
                  <a:lnTo>
                    <a:pt x="53551" y="119926"/>
                  </a:lnTo>
                  <a:cubicBezTo>
                    <a:pt x="50971" y="117125"/>
                    <a:pt x="47551" y="110933"/>
                    <a:pt x="44523" y="109238"/>
                  </a:cubicBezTo>
                  <a:cubicBezTo>
                    <a:pt x="43233" y="108648"/>
                    <a:pt x="41943" y="110343"/>
                    <a:pt x="40261" y="109828"/>
                  </a:cubicBezTo>
                  <a:cubicBezTo>
                    <a:pt x="39420" y="109828"/>
                    <a:pt x="38971" y="107542"/>
                    <a:pt x="38130" y="107542"/>
                  </a:cubicBezTo>
                  <a:cubicBezTo>
                    <a:pt x="35551" y="107027"/>
                    <a:pt x="33420" y="107542"/>
                    <a:pt x="30841" y="108132"/>
                  </a:cubicBezTo>
                  <a:cubicBezTo>
                    <a:pt x="31233" y="108132"/>
                    <a:pt x="31233" y="108132"/>
                    <a:pt x="31233" y="108132"/>
                  </a:cubicBezTo>
                  <a:cubicBezTo>
                    <a:pt x="29943" y="106437"/>
                    <a:pt x="28261" y="104742"/>
                    <a:pt x="26971" y="103046"/>
                  </a:cubicBezTo>
                  <a:cubicBezTo>
                    <a:pt x="26523" y="101941"/>
                    <a:pt x="27420" y="101351"/>
                    <a:pt x="26971" y="100245"/>
                  </a:cubicBezTo>
                  <a:cubicBezTo>
                    <a:pt x="26523" y="98550"/>
                    <a:pt x="25682" y="96339"/>
                    <a:pt x="24392" y="95159"/>
                  </a:cubicBezTo>
                  <a:cubicBezTo>
                    <a:pt x="23551" y="94643"/>
                    <a:pt x="22710" y="96339"/>
                    <a:pt x="21869" y="96339"/>
                  </a:cubicBezTo>
                  <a:cubicBezTo>
                    <a:pt x="20579" y="96855"/>
                    <a:pt x="19289" y="95749"/>
                    <a:pt x="18000" y="96339"/>
                  </a:cubicBezTo>
                  <a:cubicBezTo>
                    <a:pt x="15420" y="96855"/>
                    <a:pt x="13289" y="100835"/>
                    <a:pt x="10710" y="100245"/>
                  </a:cubicBezTo>
                  <a:cubicBezTo>
                    <a:pt x="8579" y="99656"/>
                    <a:pt x="7682" y="95159"/>
                    <a:pt x="6000" y="93464"/>
                  </a:cubicBezTo>
                  <a:cubicBezTo>
                    <a:pt x="5158" y="92948"/>
                    <a:pt x="3420" y="94054"/>
                    <a:pt x="2971" y="92948"/>
                  </a:cubicBezTo>
                  <a:cubicBezTo>
                    <a:pt x="2130" y="91253"/>
                    <a:pt x="2971" y="88968"/>
                    <a:pt x="2971" y="86756"/>
                  </a:cubicBezTo>
                  <a:lnTo>
                    <a:pt x="2971" y="86756"/>
                  </a:lnTo>
                  <a:cubicBezTo>
                    <a:pt x="2130" y="83366"/>
                    <a:pt x="0" y="79975"/>
                    <a:pt x="392" y="76584"/>
                  </a:cubicBezTo>
                  <a:cubicBezTo>
                    <a:pt x="392" y="72088"/>
                    <a:pt x="1682" y="67592"/>
                    <a:pt x="4261" y="64791"/>
                  </a:cubicBezTo>
                  <a:cubicBezTo>
                    <a:pt x="6448" y="61916"/>
                    <a:pt x="10710" y="63095"/>
                    <a:pt x="13289" y="61400"/>
                  </a:cubicBezTo>
                  <a:cubicBezTo>
                    <a:pt x="14971" y="60810"/>
                    <a:pt x="16261" y="58599"/>
                    <a:pt x="16710" y="56904"/>
                  </a:cubicBezTo>
                  <a:cubicBezTo>
                    <a:pt x="17551" y="52923"/>
                    <a:pt x="18841" y="48427"/>
                    <a:pt x="17551" y="45036"/>
                  </a:cubicBezTo>
                  <a:cubicBezTo>
                    <a:pt x="17102" y="43341"/>
                    <a:pt x="14130" y="45626"/>
                    <a:pt x="13289" y="43931"/>
                  </a:cubicBezTo>
                  <a:cubicBezTo>
                    <a:pt x="12000" y="41646"/>
                    <a:pt x="12841" y="37739"/>
                    <a:pt x="12392" y="34938"/>
                  </a:cubicBezTo>
                  <a:cubicBezTo>
                    <a:pt x="12000" y="31547"/>
                    <a:pt x="11551" y="28746"/>
                    <a:pt x="10261" y="25945"/>
                  </a:cubicBezTo>
                  <a:cubicBezTo>
                    <a:pt x="9869" y="24250"/>
                    <a:pt x="8130" y="22555"/>
                    <a:pt x="7289" y="2137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3" name="Shape 11153"/>
            <p:cNvSpPr/>
            <p:nvPr/>
          </p:nvSpPr>
          <p:spPr>
            <a:xfrm rot="3648446">
              <a:off x="7399981" y="5717502"/>
              <a:ext cx="129624" cy="143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542" y="55099"/>
                  </a:moveTo>
                  <a:lnTo>
                    <a:pt x="5542" y="55099"/>
                  </a:lnTo>
                  <a:cubicBezTo>
                    <a:pt x="5542" y="50090"/>
                    <a:pt x="0" y="41597"/>
                    <a:pt x="5542" y="40072"/>
                  </a:cubicBezTo>
                  <a:cubicBezTo>
                    <a:pt x="18554" y="30054"/>
                    <a:pt x="36867" y="28312"/>
                    <a:pt x="51566" y="23303"/>
                  </a:cubicBezTo>
                  <a:cubicBezTo>
                    <a:pt x="51566" y="23303"/>
                    <a:pt x="59036" y="13284"/>
                    <a:pt x="59036" y="11760"/>
                  </a:cubicBezTo>
                  <a:cubicBezTo>
                    <a:pt x="60722" y="11760"/>
                    <a:pt x="95903" y="0"/>
                    <a:pt x="95903" y="0"/>
                  </a:cubicBezTo>
                  <a:lnTo>
                    <a:pt x="95903" y="0"/>
                  </a:lnTo>
                  <a:cubicBezTo>
                    <a:pt x="99518" y="6751"/>
                    <a:pt x="103132" y="13284"/>
                    <a:pt x="106746" y="21778"/>
                  </a:cubicBezTo>
                  <a:cubicBezTo>
                    <a:pt x="106746" y="26787"/>
                    <a:pt x="103132" y="31578"/>
                    <a:pt x="105060" y="35063"/>
                  </a:cubicBezTo>
                  <a:cubicBezTo>
                    <a:pt x="108674" y="41597"/>
                    <a:pt x="119759" y="41597"/>
                    <a:pt x="119759" y="48348"/>
                  </a:cubicBezTo>
                  <a:cubicBezTo>
                    <a:pt x="119759" y="56624"/>
                    <a:pt x="106746" y="61633"/>
                    <a:pt x="101204" y="68384"/>
                  </a:cubicBezTo>
                  <a:cubicBezTo>
                    <a:pt x="99518" y="73176"/>
                    <a:pt x="95903" y="79927"/>
                    <a:pt x="95903" y="84936"/>
                  </a:cubicBezTo>
                  <a:cubicBezTo>
                    <a:pt x="93975" y="96479"/>
                    <a:pt x="93975" y="108239"/>
                    <a:pt x="93975" y="119782"/>
                  </a:cubicBezTo>
                  <a:lnTo>
                    <a:pt x="93975" y="119782"/>
                  </a:lnTo>
                  <a:cubicBezTo>
                    <a:pt x="86506" y="116515"/>
                    <a:pt x="79277" y="109981"/>
                    <a:pt x="71807" y="108239"/>
                  </a:cubicBezTo>
                  <a:cubicBezTo>
                    <a:pt x="64578" y="108239"/>
                    <a:pt x="59036" y="118257"/>
                    <a:pt x="53493" y="116515"/>
                  </a:cubicBezTo>
                  <a:cubicBezTo>
                    <a:pt x="40481" y="113248"/>
                    <a:pt x="31325" y="103230"/>
                    <a:pt x="24096" y="94954"/>
                  </a:cubicBezTo>
                  <a:cubicBezTo>
                    <a:pt x="18554" y="89945"/>
                    <a:pt x="16626" y="81669"/>
                    <a:pt x="14939" y="74918"/>
                  </a:cubicBezTo>
                  <a:cubicBezTo>
                    <a:pt x="11084" y="68384"/>
                    <a:pt x="9397" y="61633"/>
                    <a:pt x="5542" y="5509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4" name="Shape 11154"/>
            <p:cNvSpPr/>
            <p:nvPr/>
          </p:nvSpPr>
          <p:spPr>
            <a:xfrm rot="3648446">
              <a:off x="7410759" y="5726656"/>
              <a:ext cx="232864" cy="36021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6040" y="0"/>
                  </a:moveTo>
                  <a:lnTo>
                    <a:pt x="46040" y="0"/>
                  </a:lnTo>
                  <a:cubicBezTo>
                    <a:pt x="50201" y="1301"/>
                    <a:pt x="54228" y="3904"/>
                    <a:pt x="58389" y="5292"/>
                  </a:cubicBezTo>
                  <a:cubicBezTo>
                    <a:pt x="60402" y="5900"/>
                    <a:pt x="64563" y="4598"/>
                    <a:pt x="65503" y="5900"/>
                  </a:cubicBezTo>
                  <a:cubicBezTo>
                    <a:pt x="69664" y="9284"/>
                    <a:pt x="66577" y="14577"/>
                    <a:pt x="71677" y="16485"/>
                  </a:cubicBezTo>
                  <a:cubicBezTo>
                    <a:pt x="74765" y="18481"/>
                    <a:pt x="79865" y="13188"/>
                    <a:pt x="84026" y="14577"/>
                  </a:cubicBezTo>
                  <a:cubicBezTo>
                    <a:pt x="87114" y="15878"/>
                    <a:pt x="82013" y="19175"/>
                    <a:pt x="82953" y="20477"/>
                  </a:cubicBezTo>
                  <a:cubicBezTo>
                    <a:pt x="84026" y="22472"/>
                    <a:pt x="88053" y="21865"/>
                    <a:pt x="90201" y="23167"/>
                  </a:cubicBezTo>
                  <a:cubicBezTo>
                    <a:pt x="92214" y="25162"/>
                    <a:pt x="91140" y="27158"/>
                    <a:pt x="93288" y="29154"/>
                  </a:cubicBezTo>
                  <a:cubicBezTo>
                    <a:pt x="94228" y="30455"/>
                    <a:pt x="99328" y="30455"/>
                    <a:pt x="100402" y="32451"/>
                  </a:cubicBezTo>
                  <a:cubicBezTo>
                    <a:pt x="100402" y="33752"/>
                    <a:pt x="95302" y="36442"/>
                    <a:pt x="97315" y="37049"/>
                  </a:cubicBezTo>
                  <a:cubicBezTo>
                    <a:pt x="102416" y="38438"/>
                    <a:pt x="111677" y="33752"/>
                    <a:pt x="114765" y="37049"/>
                  </a:cubicBezTo>
                  <a:cubicBezTo>
                    <a:pt x="119865" y="41735"/>
                    <a:pt x="115838" y="48329"/>
                    <a:pt x="115838" y="53622"/>
                  </a:cubicBezTo>
                  <a:lnTo>
                    <a:pt x="115838" y="53622"/>
                  </a:lnTo>
                  <a:cubicBezTo>
                    <a:pt x="113691" y="57006"/>
                    <a:pt x="110604" y="59609"/>
                    <a:pt x="108590" y="62906"/>
                  </a:cubicBezTo>
                  <a:cubicBezTo>
                    <a:pt x="107651" y="66203"/>
                    <a:pt x="110604" y="70889"/>
                    <a:pt x="106577" y="72190"/>
                  </a:cubicBezTo>
                  <a:cubicBezTo>
                    <a:pt x="100402" y="74880"/>
                    <a:pt x="91140" y="71496"/>
                    <a:pt x="84026" y="73492"/>
                  </a:cubicBezTo>
                  <a:cubicBezTo>
                    <a:pt x="78926" y="74880"/>
                    <a:pt x="78926" y="80173"/>
                    <a:pt x="74765" y="82169"/>
                  </a:cubicBezTo>
                  <a:cubicBezTo>
                    <a:pt x="70738" y="82776"/>
                    <a:pt x="67651" y="77483"/>
                    <a:pt x="64563" y="78872"/>
                  </a:cubicBezTo>
                  <a:cubicBezTo>
                    <a:pt x="61476" y="80173"/>
                    <a:pt x="63489" y="84164"/>
                    <a:pt x="64563" y="86767"/>
                  </a:cubicBezTo>
                  <a:cubicBezTo>
                    <a:pt x="65503" y="90065"/>
                    <a:pt x="68590" y="93362"/>
                    <a:pt x="70738" y="96746"/>
                  </a:cubicBezTo>
                  <a:lnTo>
                    <a:pt x="70738" y="96746"/>
                  </a:lnTo>
                  <a:cubicBezTo>
                    <a:pt x="67651" y="96746"/>
                    <a:pt x="64563" y="98047"/>
                    <a:pt x="62416" y="97353"/>
                  </a:cubicBezTo>
                  <a:cubicBezTo>
                    <a:pt x="60402" y="96052"/>
                    <a:pt x="61476" y="93362"/>
                    <a:pt x="59328" y="92754"/>
                  </a:cubicBezTo>
                  <a:cubicBezTo>
                    <a:pt x="57315" y="92060"/>
                    <a:pt x="53288" y="93362"/>
                    <a:pt x="51140" y="94056"/>
                  </a:cubicBezTo>
                  <a:cubicBezTo>
                    <a:pt x="50201" y="94750"/>
                    <a:pt x="52214" y="96052"/>
                    <a:pt x="52214" y="97353"/>
                  </a:cubicBezTo>
                  <a:cubicBezTo>
                    <a:pt x="51140" y="98741"/>
                    <a:pt x="47114" y="98741"/>
                    <a:pt x="48187" y="100043"/>
                  </a:cubicBezTo>
                  <a:cubicBezTo>
                    <a:pt x="51140" y="103340"/>
                    <a:pt x="56375" y="106637"/>
                    <a:pt x="62416" y="107331"/>
                  </a:cubicBezTo>
                  <a:cubicBezTo>
                    <a:pt x="68590" y="107331"/>
                    <a:pt x="72751" y="104642"/>
                    <a:pt x="77852" y="103340"/>
                  </a:cubicBezTo>
                  <a:lnTo>
                    <a:pt x="77852" y="103340"/>
                  </a:lnTo>
                  <a:cubicBezTo>
                    <a:pt x="78926" y="106030"/>
                    <a:pt x="79865" y="108633"/>
                    <a:pt x="79865" y="111323"/>
                  </a:cubicBezTo>
                  <a:cubicBezTo>
                    <a:pt x="79865" y="112624"/>
                    <a:pt x="80939" y="114620"/>
                    <a:pt x="78926" y="114620"/>
                  </a:cubicBezTo>
                  <a:cubicBezTo>
                    <a:pt x="75838" y="115314"/>
                    <a:pt x="71677" y="113926"/>
                    <a:pt x="67651" y="113318"/>
                  </a:cubicBezTo>
                  <a:cubicBezTo>
                    <a:pt x="62416" y="111930"/>
                    <a:pt x="58389" y="110021"/>
                    <a:pt x="53288" y="110021"/>
                  </a:cubicBezTo>
                  <a:cubicBezTo>
                    <a:pt x="52214" y="110021"/>
                    <a:pt x="51140" y="111323"/>
                    <a:pt x="50201" y="111930"/>
                  </a:cubicBezTo>
                  <a:cubicBezTo>
                    <a:pt x="49127" y="113926"/>
                    <a:pt x="49127" y="116616"/>
                    <a:pt x="47114" y="117917"/>
                  </a:cubicBezTo>
                  <a:cubicBezTo>
                    <a:pt x="46040" y="119219"/>
                    <a:pt x="44026" y="119913"/>
                    <a:pt x="42013" y="119913"/>
                  </a:cubicBezTo>
                  <a:cubicBezTo>
                    <a:pt x="38926" y="119219"/>
                    <a:pt x="37852" y="117223"/>
                    <a:pt x="35838" y="115921"/>
                  </a:cubicBezTo>
                  <a:lnTo>
                    <a:pt x="35838" y="115921"/>
                  </a:lnTo>
                  <a:cubicBezTo>
                    <a:pt x="33825" y="111930"/>
                    <a:pt x="32751" y="107331"/>
                    <a:pt x="28590" y="104642"/>
                  </a:cubicBezTo>
                  <a:cubicBezTo>
                    <a:pt x="23489" y="102039"/>
                    <a:pt x="16375" y="101344"/>
                    <a:pt x="11275" y="99349"/>
                  </a:cubicBezTo>
                  <a:cubicBezTo>
                    <a:pt x="7114" y="98047"/>
                    <a:pt x="939" y="98047"/>
                    <a:pt x="939" y="95357"/>
                  </a:cubicBezTo>
                  <a:cubicBezTo>
                    <a:pt x="0" y="91453"/>
                    <a:pt x="6040" y="88763"/>
                    <a:pt x="8187" y="85466"/>
                  </a:cubicBezTo>
                  <a:cubicBezTo>
                    <a:pt x="9127" y="84772"/>
                    <a:pt x="9127" y="83470"/>
                    <a:pt x="10201" y="82776"/>
                  </a:cubicBezTo>
                  <a:lnTo>
                    <a:pt x="10201" y="82776"/>
                  </a:lnTo>
                  <a:cubicBezTo>
                    <a:pt x="10201" y="78177"/>
                    <a:pt x="10201" y="73492"/>
                    <a:pt x="11275" y="68893"/>
                  </a:cubicBezTo>
                  <a:cubicBezTo>
                    <a:pt x="11275" y="66898"/>
                    <a:pt x="13288" y="64208"/>
                    <a:pt x="14228" y="62299"/>
                  </a:cubicBezTo>
                  <a:cubicBezTo>
                    <a:pt x="17315" y="59609"/>
                    <a:pt x="24563" y="57613"/>
                    <a:pt x="24563" y="54316"/>
                  </a:cubicBezTo>
                  <a:cubicBezTo>
                    <a:pt x="24563" y="51626"/>
                    <a:pt x="18389" y="51626"/>
                    <a:pt x="16375" y="49023"/>
                  </a:cubicBezTo>
                  <a:cubicBezTo>
                    <a:pt x="15302" y="47635"/>
                    <a:pt x="17315" y="45726"/>
                    <a:pt x="17315" y="43731"/>
                  </a:cubicBezTo>
                  <a:cubicBezTo>
                    <a:pt x="15302" y="40347"/>
                    <a:pt x="13288" y="37744"/>
                    <a:pt x="11275" y="35054"/>
                  </a:cubicBezTo>
                  <a:lnTo>
                    <a:pt x="11275" y="35054"/>
                  </a:lnTo>
                  <a:cubicBezTo>
                    <a:pt x="9127" y="32451"/>
                    <a:pt x="5100" y="29761"/>
                    <a:pt x="5100" y="26464"/>
                  </a:cubicBezTo>
                  <a:cubicBezTo>
                    <a:pt x="5100" y="23774"/>
                    <a:pt x="11275" y="21865"/>
                    <a:pt x="12214" y="18481"/>
                  </a:cubicBezTo>
                  <a:cubicBezTo>
                    <a:pt x="13288" y="16485"/>
                    <a:pt x="11275" y="13882"/>
                    <a:pt x="10201" y="11193"/>
                  </a:cubicBezTo>
                  <a:cubicBezTo>
                    <a:pt x="10201" y="11193"/>
                    <a:pt x="16375" y="7288"/>
                    <a:pt x="17315" y="7288"/>
                  </a:cubicBezTo>
                  <a:cubicBezTo>
                    <a:pt x="18389" y="7288"/>
                    <a:pt x="31677" y="11887"/>
                    <a:pt x="31677" y="11887"/>
                  </a:cubicBezTo>
                  <a:cubicBezTo>
                    <a:pt x="31677" y="9284"/>
                    <a:pt x="30738" y="5900"/>
                    <a:pt x="32751" y="3904"/>
                  </a:cubicBezTo>
                  <a:cubicBezTo>
                    <a:pt x="35838" y="1301"/>
                    <a:pt x="40939" y="1301"/>
                    <a:pt x="46040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5" name="Shape 11155"/>
            <p:cNvSpPr/>
            <p:nvPr/>
          </p:nvSpPr>
          <p:spPr>
            <a:xfrm rot="3648446">
              <a:off x="7395731" y="5946520"/>
              <a:ext cx="59650" cy="458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478" y="88135"/>
                  </a:moveTo>
                  <a:lnTo>
                    <a:pt x="119478" y="88135"/>
                  </a:lnTo>
                  <a:cubicBezTo>
                    <a:pt x="91826" y="36610"/>
                    <a:pt x="91826" y="36610"/>
                    <a:pt x="91826" y="36610"/>
                  </a:cubicBezTo>
                  <a:lnTo>
                    <a:pt x="91826" y="36610"/>
                  </a:lnTo>
                  <a:cubicBezTo>
                    <a:pt x="79826" y="36610"/>
                    <a:pt x="67826" y="46779"/>
                    <a:pt x="59478" y="41355"/>
                  </a:cubicBezTo>
                  <a:cubicBezTo>
                    <a:pt x="51652" y="31186"/>
                    <a:pt x="55826" y="10169"/>
                    <a:pt x="47478" y="5423"/>
                  </a:cubicBezTo>
                  <a:cubicBezTo>
                    <a:pt x="39652" y="0"/>
                    <a:pt x="24000" y="10169"/>
                    <a:pt x="15652" y="15593"/>
                  </a:cubicBezTo>
                  <a:cubicBezTo>
                    <a:pt x="12000" y="21016"/>
                    <a:pt x="19826" y="31186"/>
                    <a:pt x="19826" y="41355"/>
                  </a:cubicBezTo>
                  <a:cubicBezTo>
                    <a:pt x="15652" y="52203"/>
                    <a:pt x="0" y="52203"/>
                    <a:pt x="4173" y="62372"/>
                  </a:cubicBezTo>
                  <a:cubicBezTo>
                    <a:pt x="15652" y="88135"/>
                    <a:pt x="36000" y="113898"/>
                    <a:pt x="59478" y="119322"/>
                  </a:cubicBezTo>
                  <a:cubicBezTo>
                    <a:pt x="83478" y="119322"/>
                    <a:pt x="99652" y="98305"/>
                    <a:pt x="119478" y="8813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6" name="Shape 11156"/>
            <p:cNvSpPr/>
            <p:nvPr/>
          </p:nvSpPr>
          <p:spPr>
            <a:xfrm rot="3648446">
              <a:off x="7241309" y="5862471"/>
              <a:ext cx="376254" cy="33842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1404" y="54318"/>
                  </a:moveTo>
                  <a:lnTo>
                    <a:pt x="51404" y="54318"/>
                  </a:lnTo>
                  <a:cubicBezTo>
                    <a:pt x="47003" y="47297"/>
                    <a:pt x="47003" y="47297"/>
                    <a:pt x="47003" y="47297"/>
                  </a:cubicBezTo>
                  <a:lnTo>
                    <a:pt x="47003" y="47297"/>
                  </a:lnTo>
                  <a:cubicBezTo>
                    <a:pt x="45674" y="43695"/>
                    <a:pt x="43764" y="40184"/>
                    <a:pt x="43183" y="36674"/>
                  </a:cubicBezTo>
                  <a:cubicBezTo>
                    <a:pt x="42519" y="33903"/>
                    <a:pt x="41273" y="29653"/>
                    <a:pt x="43183" y="28267"/>
                  </a:cubicBezTo>
                  <a:cubicBezTo>
                    <a:pt x="45093" y="26789"/>
                    <a:pt x="47003" y="32424"/>
                    <a:pt x="49494" y="31778"/>
                  </a:cubicBezTo>
                  <a:cubicBezTo>
                    <a:pt x="52069" y="29653"/>
                    <a:pt x="52069" y="24018"/>
                    <a:pt x="55224" y="22540"/>
                  </a:cubicBezTo>
                  <a:cubicBezTo>
                    <a:pt x="59626" y="20415"/>
                    <a:pt x="65356" y="24018"/>
                    <a:pt x="69176" y="21154"/>
                  </a:cubicBezTo>
                  <a:cubicBezTo>
                    <a:pt x="71667" y="19769"/>
                    <a:pt x="69840" y="14780"/>
                    <a:pt x="70422" y="11270"/>
                  </a:cubicBezTo>
                  <a:cubicBezTo>
                    <a:pt x="71667" y="7759"/>
                    <a:pt x="73577" y="4988"/>
                    <a:pt x="74906" y="1385"/>
                  </a:cubicBezTo>
                  <a:lnTo>
                    <a:pt x="74906" y="1385"/>
                  </a:lnTo>
                  <a:cubicBezTo>
                    <a:pt x="76816" y="4249"/>
                    <a:pt x="76816" y="10623"/>
                    <a:pt x="79307" y="10623"/>
                  </a:cubicBezTo>
                  <a:cubicBezTo>
                    <a:pt x="83792" y="10623"/>
                    <a:pt x="84373" y="2863"/>
                    <a:pt x="87529" y="1385"/>
                  </a:cubicBezTo>
                  <a:cubicBezTo>
                    <a:pt x="90768" y="0"/>
                    <a:pt x="95169" y="739"/>
                    <a:pt x="97079" y="3510"/>
                  </a:cubicBezTo>
                  <a:cubicBezTo>
                    <a:pt x="98989" y="5635"/>
                    <a:pt x="94505" y="9884"/>
                    <a:pt x="95169" y="12655"/>
                  </a:cubicBezTo>
                  <a:cubicBezTo>
                    <a:pt x="96415" y="15519"/>
                    <a:pt x="100235" y="16258"/>
                    <a:pt x="102809" y="18290"/>
                  </a:cubicBezTo>
                  <a:lnTo>
                    <a:pt x="102809" y="18290"/>
                  </a:lnTo>
                  <a:cubicBezTo>
                    <a:pt x="104055" y="19769"/>
                    <a:pt x="106629" y="21893"/>
                    <a:pt x="107211" y="24018"/>
                  </a:cubicBezTo>
                  <a:cubicBezTo>
                    <a:pt x="109121" y="27528"/>
                    <a:pt x="109785" y="31039"/>
                    <a:pt x="110366" y="35288"/>
                  </a:cubicBezTo>
                  <a:cubicBezTo>
                    <a:pt x="111031" y="38799"/>
                    <a:pt x="109785" y="43695"/>
                    <a:pt x="111695" y="46558"/>
                  </a:cubicBezTo>
                  <a:cubicBezTo>
                    <a:pt x="112941" y="48683"/>
                    <a:pt x="117342" y="45819"/>
                    <a:pt x="118006" y="47944"/>
                  </a:cubicBezTo>
                  <a:cubicBezTo>
                    <a:pt x="119916" y="52193"/>
                    <a:pt x="118006" y="57829"/>
                    <a:pt x="116761" y="62817"/>
                  </a:cubicBezTo>
                  <a:cubicBezTo>
                    <a:pt x="116096" y="64942"/>
                    <a:pt x="114186" y="67713"/>
                    <a:pt x="111695" y="68452"/>
                  </a:cubicBezTo>
                  <a:cubicBezTo>
                    <a:pt x="107875" y="70577"/>
                    <a:pt x="101564" y="69099"/>
                    <a:pt x="98325" y="72702"/>
                  </a:cubicBezTo>
                  <a:cubicBezTo>
                    <a:pt x="94505" y="76212"/>
                    <a:pt x="92595" y="81847"/>
                    <a:pt x="92595" y="87482"/>
                  </a:cubicBezTo>
                  <a:cubicBezTo>
                    <a:pt x="92013" y="91732"/>
                    <a:pt x="95169" y="95981"/>
                    <a:pt x="96415" y="100230"/>
                  </a:cubicBezTo>
                  <a:lnTo>
                    <a:pt x="96415" y="100230"/>
                  </a:lnTo>
                  <a:cubicBezTo>
                    <a:pt x="94505" y="99491"/>
                    <a:pt x="92595" y="98752"/>
                    <a:pt x="90768" y="98106"/>
                  </a:cubicBezTo>
                  <a:cubicBezTo>
                    <a:pt x="90768" y="98106"/>
                    <a:pt x="78726" y="98752"/>
                    <a:pt x="77397" y="98752"/>
                  </a:cubicBezTo>
                  <a:cubicBezTo>
                    <a:pt x="76816" y="98752"/>
                    <a:pt x="74906" y="103002"/>
                    <a:pt x="74906" y="103002"/>
                  </a:cubicBezTo>
                  <a:cubicBezTo>
                    <a:pt x="71667" y="105127"/>
                    <a:pt x="69176" y="107990"/>
                    <a:pt x="66020" y="109376"/>
                  </a:cubicBezTo>
                  <a:cubicBezTo>
                    <a:pt x="63446" y="110115"/>
                    <a:pt x="60955" y="109376"/>
                    <a:pt x="57716" y="110115"/>
                  </a:cubicBezTo>
                  <a:cubicBezTo>
                    <a:pt x="54560" y="111501"/>
                    <a:pt x="51404" y="114272"/>
                    <a:pt x="48249" y="115011"/>
                  </a:cubicBezTo>
                  <a:cubicBezTo>
                    <a:pt x="45674" y="115750"/>
                    <a:pt x="42519" y="116397"/>
                    <a:pt x="39363" y="115750"/>
                  </a:cubicBezTo>
                  <a:cubicBezTo>
                    <a:pt x="38117" y="115011"/>
                    <a:pt x="37453" y="111501"/>
                    <a:pt x="36207" y="112240"/>
                  </a:cubicBezTo>
                  <a:cubicBezTo>
                    <a:pt x="33633" y="112886"/>
                    <a:pt x="34297" y="116397"/>
                    <a:pt x="33633" y="118521"/>
                  </a:cubicBezTo>
                  <a:lnTo>
                    <a:pt x="33633" y="118521"/>
                  </a:lnTo>
                  <a:cubicBezTo>
                    <a:pt x="32387" y="118521"/>
                    <a:pt x="30477" y="119907"/>
                    <a:pt x="29813" y="118521"/>
                  </a:cubicBezTo>
                  <a:cubicBezTo>
                    <a:pt x="27321" y="115011"/>
                    <a:pt x="26657" y="110115"/>
                    <a:pt x="27321" y="105866"/>
                  </a:cubicBezTo>
                  <a:cubicBezTo>
                    <a:pt x="27321" y="103741"/>
                    <a:pt x="32387" y="104387"/>
                    <a:pt x="31723" y="101616"/>
                  </a:cubicBezTo>
                  <a:cubicBezTo>
                    <a:pt x="31723" y="99491"/>
                    <a:pt x="27321" y="100877"/>
                    <a:pt x="26076" y="98752"/>
                  </a:cubicBezTo>
                  <a:cubicBezTo>
                    <a:pt x="24166" y="95981"/>
                    <a:pt x="26657" y="90993"/>
                    <a:pt x="24166" y="88221"/>
                  </a:cubicBezTo>
                  <a:cubicBezTo>
                    <a:pt x="20927" y="84711"/>
                    <a:pt x="13951" y="85357"/>
                    <a:pt x="10214" y="81847"/>
                  </a:cubicBezTo>
                  <a:cubicBezTo>
                    <a:pt x="8304" y="79722"/>
                    <a:pt x="9550" y="75473"/>
                    <a:pt x="8304" y="72702"/>
                  </a:cubicBezTo>
                  <a:cubicBezTo>
                    <a:pt x="6975" y="70577"/>
                    <a:pt x="4484" y="69099"/>
                    <a:pt x="2574" y="67066"/>
                  </a:cubicBezTo>
                  <a:cubicBezTo>
                    <a:pt x="1910" y="65588"/>
                    <a:pt x="0" y="64203"/>
                    <a:pt x="664" y="62817"/>
                  </a:cubicBezTo>
                  <a:cubicBezTo>
                    <a:pt x="1328" y="60692"/>
                    <a:pt x="4484" y="58568"/>
                    <a:pt x="6394" y="59953"/>
                  </a:cubicBezTo>
                  <a:cubicBezTo>
                    <a:pt x="8885" y="61431"/>
                    <a:pt x="8304" y="66327"/>
                    <a:pt x="10795" y="68452"/>
                  </a:cubicBezTo>
                  <a:cubicBezTo>
                    <a:pt x="13370" y="70577"/>
                    <a:pt x="16525" y="71963"/>
                    <a:pt x="19681" y="71224"/>
                  </a:cubicBezTo>
                  <a:cubicBezTo>
                    <a:pt x="22256" y="71224"/>
                    <a:pt x="23501" y="69099"/>
                    <a:pt x="25411" y="67713"/>
                  </a:cubicBezTo>
                  <a:lnTo>
                    <a:pt x="25411" y="67713"/>
                  </a:lnTo>
                  <a:cubicBezTo>
                    <a:pt x="26657" y="69099"/>
                    <a:pt x="27321" y="71224"/>
                    <a:pt x="29231" y="71963"/>
                  </a:cubicBezTo>
                  <a:cubicBezTo>
                    <a:pt x="30477" y="71963"/>
                    <a:pt x="31723" y="71224"/>
                    <a:pt x="32387" y="69838"/>
                  </a:cubicBezTo>
                  <a:cubicBezTo>
                    <a:pt x="33633" y="68452"/>
                    <a:pt x="33633" y="65588"/>
                    <a:pt x="34297" y="63464"/>
                  </a:cubicBezTo>
                  <a:cubicBezTo>
                    <a:pt x="34878" y="62817"/>
                    <a:pt x="35543" y="61431"/>
                    <a:pt x="36207" y="61431"/>
                  </a:cubicBezTo>
                  <a:cubicBezTo>
                    <a:pt x="39363" y="61431"/>
                    <a:pt x="41854" y="63464"/>
                    <a:pt x="45093" y="64942"/>
                  </a:cubicBezTo>
                  <a:cubicBezTo>
                    <a:pt x="47584" y="65588"/>
                    <a:pt x="50159" y="67066"/>
                    <a:pt x="52069" y="66327"/>
                  </a:cubicBezTo>
                  <a:cubicBezTo>
                    <a:pt x="53314" y="66327"/>
                    <a:pt x="52650" y="64203"/>
                    <a:pt x="52650" y="62817"/>
                  </a:cubicBezTo>
                  <a:cubicBezTo>
                    <a:pt x="52650" y="59953"/>
                    <a:pt x="52069" y="57182"/>
                    <a:pt x="51404" y="5431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7" name="Shape 11157"/>
            <p:cNvSpPr/>
            <p:nvPr/>
          </p:nvSpPr>
          <p:spPr>
            <a:xfrm rot="3648446">
              <a:off x="7160417" y="5642509"/>
              <a:ext cx="284484" cy="4233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522" y="14668"/>
                  </a:moveTo>
                  <a:lnTo>
                    <a:pt x="2522" y="14668"/>
                  </a:lnTo>
                  <a:cubicBezTo>
                    <a:pt x="2522" y="12972"/>
                    <a:pt x="0" y="10171"/>
                    <a:pt x="2522" y="8476"/>
                  </a:cubicBezTo>
                  <a:cubicBezTo>
                    <a:pt x="6800" y="6191"/>
                    <a:pt x="12614" y="7371"/>
                    <a:pt x="17659" y="5675"/>
                  </a:cubicBezTo>
                  <a:cubicBezTo>
                    <a:pt x="18537" y="5675"/>
                    <a:pt x="17659" y="3980"/>
                    <a:pt x="18537" y="3980"/>
                  </a:cubicBezTo>
                  <a:cubicBezTo>
                    <a:pt x="21828" y="2285"/>
                    <a:pt x="26873" y="0"/>
                    <a:pt x="31042" y="1695"/>
                  </a:cubicBezTo>
                  <a:cubicBezTo>
                    <a:pt x="36087" y="3390"/>
                    <a:pt x="33564" y="9582"/>
                    <a:pt x="38610" y="12383"/>
                  </a:cubicBezTo>
                  <a:cubicBezTo>
                    <a:pt x="40255" y="13562"/>
                    <a:pt x="42778" y="10171"/>
                    <a:pt x="44424" y="9066"/>
                  </a:cubicBezTo>
                  <a:lnTo>
                    <a:pt x="44424" y="9066"/>
                  </a:lnTo>
                  <a:cubicBezTo>
                    <a:pt x="46179" y="11277"/>
                    <a:pt x="46946" y="13562"/>
                    <a:pt x="48702" y="15773"/>
                  </a:cubicBezTo>
                  <a:cubicBezTo>
                    <a:pt x="49469" y="18058"/>
                    <a:pt x="50347" y="20859"/>
                    <a:pt x="52870" y="22555"/>
                  </a:cubicBezTo>
                  <a:cubicBezTo>
                    <a:pt x="56160" y="25356"/>
                    <a:pt x="60329" y="28746"/>
                    <a:pt x="66252" y="29852"/>
                  </a:cubicBezTo>
                  <a:cubicBezTo>
                    <a:pt x="68775" y="30442"/>
                    <a:pt x="71297" y="27051"/>
                    <a:pt x="74588" y="27051"/>
                  </a:cubicBezTo>
                  <a:cubicBezTo>
                    <a:pt x="77989" y="27641"/>
                    <a:pt x="81279" y="29852"/>
                    <a:pt x="84680" y="30958"/>
                  </a:cubicBezTo>
                  <a:lnTo>
                    <a:pt x="84680" y="30958"/>
                  </a:lnTo>
                  <a:cubicBezTo>
                    <a:pt x="83802" y="31547"/>
                    <a:pt x="83802" y="32653"/>
                    <a:pt x="83034" y="33243"/>
                  </a:cubicBezTo>
                  <a:cubicBezTo>
                    <a:pt x="81279" y="36044"/>
                    <a:pt x="76343" y="38329"/>
                    <a:pt x="77111" y="41646"/>
                  </a:cubicBezTo>
                  <a:cubicBezTo>
                    <a:pt x="77111" y="43931"/>
                    <a:pt x="82157" y="43931"/>
                    <a:pt x="85557" y="45036"/>
                  </a:cubicBezTo>
                  <a:cubicBezTo>
                    <a:pt x="89725" y="46732"/>
                    <a:pt x="95539" y="47321"/>
                    <a:pt x="99707" y="49533"/>
                  </a:cubicBezTo>
                  <a:cubicBezTo>
                    <a:pt x="103107" y="51818"/>
                    <a:pt x="103985" y="55724"/>
                    <a:pt x="105630" y="59115"/>
                  </a:cubicBezTo>
                  <a:lnTo>
                    <a:pt x="105630" y="59115"/>
                  </a:lnTo>
                  <a:cubicBezTo>
                    <a:pt x="103107" y="60221"/>
                    <a:pt x="101462" y="61916"/>
                    <a:pt x="98062" y="61916"/>
                  </a:cubicBezTo>
                  <a:cubicBezTo>
                    <a:pt x="93893" y="62506"/>
                    <a:pt x="89725" y="61400"/>
                    <a:pt x="86325" y="59705"/>
                  </a:cubicBezTo>
                  <a:cubicBezTo>
                    <a:pt x="83034" y="58009"/>
                    <a:pt x="83802" y="54103"/>
                    <a:pt x="80511" y="52923"/>
                  </a:cubicBezTo>
                  <a:cubicBezTo>
                    <a:pt x="77989" y="51818"/>
                    <a:pt x="73820" y="53513"/>
                    <a:pt x="72943" y="55208"/>
                  </a:cubicBezTo>
                  <a:cubicBezTo>
                    <a:pt x="72065" y="56314"/>
                    <a:pt x="74588" y="57420"/>
                    <a:pt x="75466" y="58599"/>
                  </a:cubicBezTo>
                  <a:cubicBezTo>
                    <a:pt x="77989" y="60221"/>
                    <a:pt x="81279" y="61400"/>
                    <a:pt x="83034" y="63095"/>
                  </a:cubicBezTo>
                  <a:cubicBezTo>
                    <a:pt x="84680" y="65307"/>
                    <a:pt x="83034" y="68697"/>
                    <a:pt x="85557" y="70393"/>
                  </a:cubicBezTo>
                  <a:cubicBezTo>
                    <a:pt x="90493" y="73194"/>
                    <a:pt x="99707" y="72678"/>
                    <a:pt x="103985" y="75479"/>
                  </a:cubicBezTo>
                  <a:cubicBezTo>
                    <a:pt x="107276" y="77690"/>
                    <a:pt x="103985" y="81670"/>
                    <a:pt x="106508" y="83882"/>
                  </a:cubicBezTo>
                  <a:cubicBezTo>
                    <a:pt x="108153" y="85577"/>
                    <a:pt x="113967" y="84471"/>
                    <a:pt x="113967" y="86167"/>
                  </a:cubicBezTo>
                  <a:cubicBezTo>
                    <a:pt x="114844" y="88378"/>
                    <a:pt x="108153" y="87862"/>
                    <a:pt x="108153" y="89557"/>
                  </a:cubicBezTo>
                  <a:cubicBezTo>
                    <a:pt x="107276" y="92948"/>
                    <a:pt x="108153" y="96855"/>
                    <a:pt x="111444" y="99656"/>
                  </a:cubicBezTo>
                  <a:cubicBezTo>
                    <a:pt x="112321" y="100761"/>
                    <a:pt x="114844" y="99656"/>
                    <a:pt x="116489" y="99656"/>
                  </a:cubicBezTo>
                  <a:lnTo>
                    <a:pt x="116489" y="99656"/>
                  </a:lnTo>
                  <a:cubicBezTo>
                    <a:pt x="117367" y="101941"/>
                    <a:pt x="119890" y="104152"/>
                    <a:pt x="119890" y="106437"/>
                  </a:cubicBezTo>
                  <a:cubicBezTo>
                    <a:pt x="119890" y="107542"/>
                    <a:pt x="117367" y="108648"/>
                    <a:pt x="117367" y="109828"/>
                  </a:cubicBezTo>
                  <a:cubicBezTo>
                    <a:pt x="117367" y="111523"/>
                    <a:pt x="119012" y="113218"/>
                    <a:pt x="119012" y="114914"/>
                  </a:cubicBezTo>
                  <a:cubicBezTo>
                    <a:pt x="119012" y="116019"/>
                    <a:pt x="118135" y="117714"/>
                    <a:pt x="117367" y="118820"/>
                  </a:cubicBezTo>
                  <a:lnTo>
                    <a:pt x="117367" y="118820"/>
                  </a:lnTo>
                  <a:cubicBezTo>
                    <a:pt x="114844" y="118820"/>
                    <a:pt x="113199" y="119410"/>
                    <a:pt x="111444" y="118230"/>
                  </a:cubicBezTo>
                  <a:cubicBezTo>
                    <a:pt x="109798" y="117714"/>
                    <a:pt x="111444" y="116019"/>
                    <a:pt x="110676" y="115429"/>
                  </a:cubicBezTo>
                  <a:cubicBezTo>
                    <a:pt x="109031" y="113734"/>
                    <a:pt x="106508" y="112628"/>
                    <a:pt x="103985" y="112039"/>
                  </a:cubicBezTo>
                  <a:cubicBezTo>
                    <a:pt x="103107" y="112039"/>
                    <a:pt x="101462" y="112628"/>
                    <a:pt x="100585" y="112628"/>
                  </a:cubicBezTo>
                  <a:cubicBezTo>
                    <a:pt x="98062" y="112628"/>
                    <a:pt x="95539" y="110933"/>
                    <a:pt x="93016" y="110933"/>
                  </a:cubicBezTo>
                  <a:cubicBezTo>
                    <a:pt x="91371" y="110933"/>
                    <a:pt x="89725" y="112039"/>
                    <a:pt x="89725" y="113218"/>
                  </a:cubicBezTo>
                  <a:cubicBezTo>
                    <a:pt x="88848" y="114914"/>
                    <a:pt x="91371" y="116535"/>
                    <a:pt x="92248" y="117714"/>
                  </a:cubicBezTo>
                  <a:lnTo>
                    <a:pt x="92248" y="117714"/>
                  </a:lnTo>
                  <a:cubicBezTo>
                    <a:pt x="91371" y="118230"/>
                    <a:pt x="91371" y="119926"/>
                    <a:pt x="90493" y="119926"/>
                  </a:cubicBezTo>
                  <a:cubicBezTo>
                    <a:pt x="87202" y="118820"/>
                    <a:pt x="83034" y="117714"/>
                    <a:pt x="81279" y="115429"/>
                  </a:cubicBezTo>
                  <a:cubicBezTo>
                    <a:pt x="79634" y="112628"/>
                    <a:pt x="83802" y="109238"/>
                    <a:pt x="83802" y="105847"/>
                  </a:cubicBezTo>
                  <a:cubicBezTo>
                    <a:pt x="83034" y="104742"/>
                    <a:pt x="81279" y="103636"/>
                    <a:pt x="78866" y="103636"/>
                  </a:cubicBezTo>
                  <a:cubicBezTo>
                    <a:pt x="76343" y="103636"/>
                    <a:pt x="73820" y="104742"/>
                    <a:pt x="70420" y="105847"/>
                  </a:cubicBezTo>
                  <a:cubicBezTo>
                    <a:pt x="68775" y="105847"/>
                    <a:pt x="67129" y="106953"/>
                    <a:pt x="65374" y="107542"/>
                  </a:cubicBezTo>
                  <a:cubicBezTo>
                    <a:pt x="62851" y="108132"/>
                    <a:pt x="60329" y="109238"/>
                    <a:pt x="57806" y="109828"/>
                  </a:cubicBezTo>
                  <a:lnTo>
                    <a:pt x="57806" y="109828"/>
                  </a:lnTo>
                  <a:cubicBezTo>
                    <a:pt x="56160" y="108648"/>
                    <a:pt x="55393" y="105847"/>
                    <a:pt x="52870" y="105847"/>
                  </a:cubicBezTo>
                  <a:cubicBezTo>
                    <a:pt x="50347" y="105847"/>
                    <a:pt x="49469" y="108132"/>
                    <a:pt x="47824" y="109238"/>
                  </a:cubicBezTo>
                  <a:lnTo>
                    <a:pt x="47824" y="109238"/>
                  </a:lnTo>
                  <a:cubicBezTo>
                    <a:pt x="44424" y="105331"/>
                    <a:pt x="40255" y="101351"/>
                    <a:pt x="38610" y="96855"/>
                  </a:cubicBezTo>
                  <a:cubicBezTo>
                    <a:pt x="37733" y="95159"/>
                    <a:pt x="42778" y="94054"/>
                    <a:pt x="41901" y="92358"/>
                  </a:cubicBezTo>
                  <a:cubicBezTo>
                    <a:pt x="41133" y="91253"/>
                    <a:pt x="36965" y="92948"/>
                    <a:pt x="36965" y="91769"/>
                  </a:cubicBezTo>
                  <a:cubicBezTo>
                    <a:pt x="35210" y="89557"/>
                    <a:pt x="35210" y="86167"/>
                    <a:pt x="36965" y="83882"/>
                  </a:cubicBezTo>
                  <a:cubicBezTo>
                    <a:pt x="38610" y="81670"/>
                    <a:pt x="43656" y="81081"/>
                    <a:pt x="45301" y="78280"/>
                  </a:cubicBezTo>
                  <a:cubicBezTo>
                    <a:pt x="46946" y="75479"/>
                    <a:pt x="47824" y="72088"/>
                    <a:pt x="45301" y="69287"/>
                  </a:cubicBezTo>
                  <a:cubicBezTo>
                    <a:pt x="42778" y="66486"/>
                    <a:pt x="37733" y="64791"/>
                    <a:pt x="32687" y="63611"/>
                  </a:cubicBezTo>
                  <a:cubicBezTo>
                    <a:pt x="28519" y="63095"/>
                    <a:pt x="23473" y="65896"/>
                    <a:pt x="19305" y="64791"/>
                  </a:cubicBezTo>
                  <a:cubicBezTo>
                    <a:pt x="14259" y="63611"/>
                    <a:pt x="8446" y="61916"/>
                    <a:pt x="5045" y="58599"/>
                  </a:cubicBezTo>
                  <a:cubicBezTo>
                    <a:pt x="2522" y="55724"/>
                    <a:pt x="877" y="50712"/>
                    <a:pt x="3400" y="47911"/>
                  </a:cubicBezTo>
                  <a:cubicBezTo>
                    <a:pt x="5923" y="45626"/>
                    <a:pt x="14259" y="50712"/>
                    <a:pt x="16014" y="48427"/>
                  </a:cubicBezTo>
                  <a:cubicBezTo>
                    <a:pt x="17659" y="45036"/>
                    <a:pt x="10091" y="41646"/>
                    <a:pt x="10091" y="38329"/>
                  </a:cubicBezTo>
                  <a:cubicBezTo>
                    <a:pt x="9323" y="34348"/>
                    <a:pt x="13491" y="31547"/>
                    <a:pt x="13491" y="27641"/>
                  </a:cubicBezTo>
                  <a:cubicBezTo>
                    <a:pt x="13491" y="26461"/>
                    <a:pt x="9323" y="28157"/>
                    <a:pt x="9323" y="27051"/>
                  </a:cubicBezTo>
                  <a:cubicBezTo>
                    <a:pt x="9323" y="23660"/>
                    <a:pt x="15137" y="20270"/>
                    <a:pt x="13491" y="16879"/>
                  </a:cubicBezTo>
                  <a:cubicBezTo>
                    <a:pt x="11846" y="14668"/>
                    <a:pt x="5923" y="15184"/>
                    <a:pt x="2522" y="1466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8" name="Shape 11158"/>
            <p:cNvSpPr/>
            <p:nvPr/>
          </p:nvSpPr>
          <p:spPr>
            <a:xfrm rot="3648446">
              <a:off x="7051439" y="5438440"/>
              <a:ext cx="341840" cy="48755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091" y="0"/>
                  </a:moveTo>
                  <a:lnTo>
                    <a:pt x="48091" y="0"/>
                  </a:lnTo>
                  <a:cubicBezTo>
                    <a:pt x="52288" y="3397"/>
                    <a:pt x="59315" y="6346"/>
                    <a:pt x="59954" y="10769"/>
                  </a:cubicBezTo>
                  <a:cubicBezTo>
                    <a:pt x="60684" y="13205"/>
                    <a:pt x="51558" y="10769"/>
                    <a:pt x="50920" y="12692"/>
                  </a:cubicBezTo>
                  <a:cubicBezTo>
                    <a:pt x="49551" y="15641"/>
                    <a:pt x="53657" y="18076"/>
                    <a:pt x="55117" y="21025"/>
                  </a:cubicBezTo>
                  <a:cubicBezTo>
                    <a:pt x="55756" y="23012"/>
                    <a:pt x="56486" y="24935"/>
                    <a:pt x="56486" y="26923"/>
                  </a:cubicBezTo>
                  <a:cubicBezTo>
                    <a:pt x="56486" y="27884"/>
                    <a:pt x="54387" y="29358"/>
                    <a:pt x="55756" y="29807"/>
                  </a:cubicBezTo>
                  <a:cubicBezTo>
                    <a:pt x="57855" y="30833"/>
                    <a:pt x="60684" y="29807"/>
                    <a:pt x="62783" y="29807"/>
                  </a:cubicBezTo>
                  <a:cubicBezTo>
                    <a:pt x="65520" y="29807"/>
                    <a:pt x="68988" y="29807"/>
                    <a:pt x="71087" y="29358"/>
                  </a:cubicBezTo>
                  <a:cubicBezTo>
                    <a:pt x="73186" y="28846"/>
                    <a:pt x="74555" y="27884"/>
                    <a:pt x="76653" y="26410"/>
                  </a:cubicBezTo>
                  <a:cubicBezTo>
                    <a:pt x="77384" y="25897"/>
                    <a:pt x="78114" y="24935"/>
                    <a:pt x="78752" y="23974"/>
                  </a:cubicBezTo>
                  <a:lnTo>
                    <a:pt x="78752" y="23974"/>
                  </a:lnTo>
                  <a:cubicBezTo>
                    <a:pt x="81581" y="24423"/>
                    <a:pt x="86509" y="23974"/>
                    <a:pt x="87878" y="25897"/>
                  </a:cubicBezTo>
                  <a:cubicBezTo>
                    <a:pt x="89247" y="28846"/>
                    <a:pt x="84410" y="31794"/>
                    <a:pt x="84410" y="34743"/>
                  </a:cubicBezTo>
                  <a:cubicBezTo>
                    <a:pt x="84410" y="35705"/>
                    <a:pt x="87878" y="34230"/>
                    <a:pt x="87878" y="35256"/>
                  </a:cubicBezTo>
                  <a:cubicBezTo>
                    <a:pt x="87878" y="38653"/>
                    <a:pt x="84410" y="41089"/>
                    <a:pt x="85049" y="44551"/>
                  </a:cubicBezTo>
                  <a:cubicBezTo>
                    <a:pt x="85049" y="47435"/>
                    <a:pt x="91346" y="50384"/>
                    <a:pt x="89977" y="53333"/>
                  </a:cubicBezTo>
                  <a:cubicBezTo>
                    <a:pt x="88517" y="55320"/>
                    <a:pt x="81581" y="50897"/>
                    <a:pt x="79482" y="52884"/>
                  </a:cubicBezTo>
                  <a:cubicBezTo>
                    <a:pt x="77384" y="55320"/>
                    <a:pt x="78752" y="59679"/>
                    <a:pt x="80851" y="62179"/>
                  </a:cubicBezTo>
                  <a:cubicBezTo>
                    <a:pt x="83680" y="65064"/>
                    <a:pt x="88517" y="66538"/>
                    <a:pt x="92714" y="67564"/>
                  </a:cubicBezTo>
                  <a:cubicBezTo>
                    <a:pt x="96182" y="68525"/>
                    <a:pt x="100380" y="66089"/>
                    <a:pt x="103847" y="66538"/>
                  </a:cubicBezTo>
                  <a:cubicBezTo>
                    <a:pt x="108045" y="67564"/>
                    <a:pt x="112243" y="69038"/>
                    <a:pt x="114342" y="71474"/>
                  </a:cubicBezTo>
                  <a:cubicBezTo>
                    <a:pt x="116441" y="73910"/>
                    <a:pt x="115711" y="76858"/>
                    <a:pt x="114342" y="79294"/>
                  </a:cubicBezTo>
                  <a:cubicBezTo>
                    <a:pt x="112973" y="81730"/>
                    <a:pt x="108775" y="82243"/>
                    <a:pt x="107406" y="84166"/>
                  </a:cubicBezTo>
                  <a:cubicBezTo>
                    <a:pt x="105946" y="86153"/>
                    <a:pt x="105946" y="89102"/>
                    <a:pt x="107406" y="91025"/>
                  </a:cubicBezTo>
                  <a:cubicBezTo>
                    <a:pt x="107406" y="92051"/>
                    <a:pt x="110874" y="90576"/>
                    <a:pt x="111513" y="91538"/>
                  </a:cubicBezTo>
                  <a:cubicBezTo>
                    <a:pt x="112243" y="93012"/>
                    <a:pt x="108045" y="93974"/>
                    <a:pt x="108775" y="95448"/>
                  </a:cubicBezTo>
                  <a:cubicBezTo>
                    <a:pt x="110144" y="99358"/>
                    <a:pt x="113612" y="102820"/>
                    <a:pt x="116441" y="106217"/>
                  </a:cubicBezTo>
                  <a:lnTo>
                    <a:pt x="116441" y="106217"/>
                  </a:lnTo>
                  <a:cubicBezTo>
                    <a:pt x="117809" y="108653"/>
                    <a:pt x="119908" y="110641"/>
                    <a:pt x="119908" y="113076"/>
                  </a:cubicBezTo>
                  <a:cubicBezTo>
                    <a:pt x="119908" y="114038"/>
                    <a:pt x="117171" y="115064"/>
                    <a:pt x="115711" y="116025"/>
                  </a:cubicBezTo>
                  <a:cubicBezTo>
                    <a:pt x="114342" y="117500"/>
                    <a:pt x="113612" y="118461"/>
                    <a:pt x="112243" y="119935"/>
                  </a:cubicBezTo>
                  <a:lnTo>
                    <a:pt x="112243" y="119935"/>
                  </a:lnTo>
                  <a:cubicBezTo>
                    <a:pt x="110874" y="118974"/>
                    <a:pt x="110144" y="118461"/>
                    <a:pt x="109505" y="116987"/>
                  </a:cubicBezTo>
                  <a:cubicBezTo>
                    <a:pt x="108775" y="116474"/>
                    <a:pt x="110144" y="114551"/>
                    <a:pt x="108775" y="114551"/>
                  </a:cubicBezTo>
                  <a:cubicBezTo>
                    <a:pt x="106676" y="114038"/>
                    <a:pt x="104577" y="115064"/>
                    <a:pt x="103209" y="116025"/>
                  </a:cubicBezTo>
                  <a:cubicBezTo>
                    <a:pt x="101749" y="116474"/>
                    <a:pt x="103209" y="117948"/>
                    <a:pt x="101749" y="118461"/>
                  </a:cubicBezTo>
                  <a:cubicBezTo>
                    <a:pt x="100380" y="118974"/>
                    <a:pt x="99011" y="117948"/>
                    <a:pt x="97642" y="117500"/>
                  </a:cubicBezTo>
                  <a:lnTo>
                    <a:pt x="97642" y="117500"/>
                  </a:lnTo>
                  <a:cubicBezTo>
                    <a:pt x="96912" y="116474"/>
                    <a:pt x="96912" y="115064"/>
                    <a:pt x="95543" y="114551"/>
                  </a:cubicBezTo>
                  <a:cubicBezTo>
                    <a:pt x="93444" y="114038"/>
                    <a:pt x="90615" y="116025"/>
                    <a:pt x="88517" y="115512"/>
                  </a:cubicBezTo>
                  <a:cubicBezTo>
                    <a:pt x="85779" y="114551"/>
                    <a:pt x="83680" y="112115"/>
                    <a:pt x="82950" y="110128"/>
                  </a:cubicBezTo>
                  <a:cubicBezTo>
                    <a:pt x="82311" y="109166"/>
                    <a:pt x="85049" y="106730"/>
                    <a:pt x="82950" y="106217"/>
                  </a:cubicBezTo>
                  <a:cubicBezTo>
                    <a:pt x="80212" y="105705"/>
                    <a:pt x="77384" y="108205"/>
                    <a:pt x="74555" y="108653"/>
                  </a:cubicBezTo>
                  <a:cubicBezTo>
                    <a:pt x="72547" y="108653"/>
                    <a:pt x="70448" y="107692"/>
                    <a:pt x="68988" y="107179"/>
                  </a:cubicBezTo>
                  <a:cubicBezTo>
                    <a:pt x="64882" y="105705"/>
                    <a:pt x="60684" y="103782"/>
                    <a:pt x="56486" y="103269"/>
                  </a:cubicBezTo>
                  <a:cubicBezTo>
                    <a:pt x="55117" y="103269"/>
                    <a:pt x="55117" y="104743"/>
                    <a:pt x="54387" y="105256"/>
                  </a:cubicBezTo>
                  <a:cubicBezTo>
                    <a:pt x="53657" y="105256"/>
                    <a:pt x="53019" y="104743"/>
                    <a:pt x="53019" y="104743"/>
                  </a:cubicBezTo>
                  <a:cubicBezTo>
                    <a:pt x="50920" y="104743"/>
                    <a:pt x="48821" y="105705"/>
                    <a:pt x="46722" y="105705"/>
                  </a:cubicBezTo>
                  <a:cubicBezTo>
                    <a:pt x="43893" y="106730"/>
                    <a:pt x="40425" y="107692"/>
                    <a:pt x="37688" y="107692"/>
                  </a:cubicBezTo>
                  <a:cubicBezTo>
                    <a:pt x="34859" y="107692"/>
                    <a:pt x="33490" y="105705"/>
                    <a:pt x="30661" y="105256"/>
                  </a:cubicBezTo>
                  <a:cubicBezTo>
                    <a:pt x="28562" y="104743"/>
                    <a:pt x="26555" y="103782"/>
                    <a:pt x="23726" y="104230"/>
                  </a:cubicBezTo>
                  <a:cubicBezTo>
                    <a:pt x="21627" y="104743"/>
                    <a:pt x="21627" y="107179"/>
                    <a:pt x="20258" y="108653"/>
                  </a:cubicBezTo>
                  <a:lnTo>
                    <a:pt x="20258" y="108653"/>
                  </a:lnTo>
                  <a:cubicBezTo>
                    <a:pt x="16790" y="109679"/>
                    <a:pt x="16790" y="109679"/>
                    <a:pt x="16790" y="109679"/>
                  </a:cubicBezTo>
                  <a:lnTo>
                    <a:pt x="16790" y="109679"/>
                  </a:lnTo>
                  <a:cubicBezTo>
                    <a:pt x="15330" y="107692"/>
                    <a:pt x="14692" y="104743"/>
                    <a:pt x="12593" y="103269"/>
                  </a:cubicBezTo>
                  <a:cubicBezTo>
                    <a:pt x="10494" y="101794"/>
                    <a:pt x="7665" y="102307"/>
                    <a:pt x="6296" y="100833"/>
                  </a:cubicBezTo>
                  <a:cubicBezTo>
                    <a:pt x="4197" y="99358"/>
                    <a:pt x="4197" y="97435"/>
                    <a:pt x="4197" y="95448"/>
                  </a:cubicBezTo>
                  <a:cubicBezTo>
                    <a:pt x="4927" y="93974"/>
                    <a:pt x="9125" y="93525"/>
                    <a:pt x="9764" y="91538"/>
                  </a:cubicBezTo>
                  <a:cubicBezTo>
                    <a:pt x="9764" y="90064"/>
                    <a:pt x="6296" y="89102"/>
                    <a:pt x="5566" y="87628"/>
                  </a:cubicBezTo>
                  <a:cubicBezTo>
                    <a:pt x="5566" y="86666"/>
                    <a:pt x="5566" y="85192"/>
                    <a:pt x="6296" y="83717"/>
                  </a:cubicBezTo>
                  <a:cubicBezTo>
                    <a:pt x="6296" y="83205"/>
                    <a:pt x="7026" y="82243"/>
                    <a:pt x="7665" y="81730"/>
                  </a:cubicBezTo>
                  <a:lnTo>
                    <a:pt x="7665" y="81730"/>
                  </a:lnTo>
                  <a:cubicBezTo>
                    <a:pt x="8395" y="80769"/>
                    <a:pt x="11224" y="80256"/>
                    <a:pt x="10494" y="79294"/>
                  </a:cubicBezTo>
                  <a:cubicBezTo>
                    <a:pt x="9764" y="76858"/>
                    <a:pt x="5566" y="75384"/>
                    <a:pt x="4197" y="73397"/>
                  </a:cubicBezTo>
                  <a:cubicBezTo>
                    <a:pt x="2098" y="70961"/>
                    <a:pt x="730" y="68525"/>
                    <a:pt x="730" y="65576"/>
                  </a:cubicBezTo>
                  <a:cubicBezTo>
                    <a:pt x="730" y="63589"/>
                    <a:pt x="2828" y="61153"/>
                    <a:pt x="2828" y="59230"/>
                  </a:cubicBezTo>
                  <a:cubicBezTo>
                    <a:pt x="2828" y="56794"/>
                    <a:pt x="0" y="54294"/>
                    <a:pt x="730" y="52371"/>
                  </a:cubicBezTo>
                  <a:cubicBezTo>
                    <a:pt x="730" y="49423"/>
                    <a:pt x="730" y="46987"/>
                    <a:pt x="2828" y="45000"/>
                  </a:cubicBezTo>
                  <a:cubicBezTo>
                    <a:pt x="4197" y="44038"/>
                    <a:pt x="7026" y="45961"/>
                    <a:pt x="8395" y="45000"/>
                  </a:cubicBezTo>
                  <a:cubicBezTo>
                    <a:pt x="9764" y="44038"/>
                    <a:pt x="7026" y="42564"/>
                    <a:pt x="7026" y="41602"/>
                  </a:cubicBezTo>
                  <a:cubicBezTo>
                    <a:pt x="7026" y="40128"/>
                    <a:pt x="9125" y="39166"/>
                    <a:pt x="8395" y="38141"/>
                  </a:cubicBezTo>
                  <a:cubicBezTo>
                    <a:pt x="8395" y="36730"/>
                    <a:pt x="5566" y="36217"/>
                    <a:pt x="4197" y="35256"/>
                  </a:cubicBezTo>
                  <a:cubicBezTo>
                    <a:pt x="2828" y="33782"/>
                    <a:pt x="2828" y="32307"/>
                    <a:pt x="2098" y="30833"/>
                  </a:cubicBezTo>
                  <a:cubicBezTo>
                    <a:pt x="2098" y="31282"/>
                    <a:pt x="2098" y="31282"/>
                    <a:pt x="2098" y="31282"/>
                  </a:cubicBezTo>
                  <a:cubicBezTo>
                    <a:pt x="4927" y="32307"/>
                    <a:pt x="7665" y="34743"/>
                    <a:pt x="11224" y="34230"/>
                  </a:cubicBezTo>
                  <a:cubicBezTo>
                    <a:pt x="14692" y="34230"/>
                    <a:pt x="18798" y="32307"/>
                    <a:pt x="20258" y="29807"/>
                  </a:cubicBezTo>
                  <a:cubicBezTo>
                    <a:pt x="24456" y="23974"/>
                    <a:pt x="21627" y="16153"/>
                    <a:pt x="27193" y="10769"/>
                  </a:cubicBezTo>
                  <a:cubicBezTo>
                    <a:pt x="30022" y="8269"/>
                    <a:pt x="35589" y="12692"/>
                    <a:pt x="39787" y="11730"/>
                  </a:cubicBezTo>
                  <a:cubicBezTo>
                    <a:pt x="41155" y="11217"/>
                    <a:pt x="40425" y="9294"/>
                    <a:pt x="41155" y="7820"/>
                  </a:cubicBezTo>
                  <a:cubicBezTo>
                    <a:pt x="41155" y="7820"/>
                    <a:pt x="44623" y="5384"/>
                    <a:pt x="44623" y="4871"/>
                  </a:cubicBezTo>
                  <a:cubicBezTo>
                    <a:pt x="44623" y="4358"/>
                    <a:pt x="48091" y="0"/>
                    <a:pt x="48091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59" name="Shape 11159"/>
            <p:cNvSpPr/>
            <p:nvPr/>
          </p:nvSpPr>
          <p:spPr>
            <a:xfrm rot="3648446">
              <a:off x="6841804" y="5175462"/>
              <a:ext cx="439345" cy="36939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769" y="113417"/>
                  </a:moveTo>
                  <a:lnTo>
                    <a:pt x="2769" y="113417"/>
                  </a:lnTo>
                  <a:cubicBezTo>
                    <a:pt x="2201" y="110210"/>
                    <a:pt x="2201" y="110210"/>
                    <a:pt x="2201" y="110210"/>
                  </a:cubicBezTo>
                  <a:cubicBezTo>
                    <a:pt x="2201" y="109620"/>
                    <a:pt x="2201" y="108270"/>
                    <a:pt x="2201" y="108270"/>
                  </a:cubicBezTo>
                  <a:cubicBezTo>
                    <a:pt x="2201" y="107679"/>
                    <a:pt x="2201" y="107679"/>
                    <a:pt x="2201" y="107679"/>
                  </a:cubicBezTo>
                  <a:cubicBezTo>
                    <a:pt x="2769" y="107679"/>
                    <a:pt x="2769" y="106329"/>
                    <a:pt x="2201" y="105738"/>
                  </a:cubicBezTo>
                  <a:cubicBezTo>
                    <a:pt x="2201" y="105063"/>
                    <a:pt x="2201" y="105063"/>
                    <a:pt x="1633" y="104388"/>
                  </a:cubicBezTo>
                  <a:cubicBezTo>
                    <a:pt x="1136" y="103122"/>
                    <a:pt x="568" y="101181"/>
                    <a:pt x="1633" y="100590"/>
                  </a:cubicBezTo>
                  <a:lnTo>
                    <a:pt x="2201" y="99915"/>
                  </a:lnTo>
                  <a:cubicBezTo>
                    <a:pt x="2201" y="99240"/>
                    <a:pt x="2201" y="99240"/>
                    <a:pt x="2201" y="98649"/>
                  </a:cubicBezTo>
                  <a:lnTo>
                    <a:pt x="2201" y="98649"/>
                  </a:lnTo>
                  <a:lnTo>
                    <a:pt x="2201" y="97974"/>
                  </a:lnTo>
                  <a:cubicBezTo>
                    <a:pt x="1136" y="92151"/>
                    <a:pt x="1136" y="92151"/>
                    <a:pt x="1136" y="92151"/>
                  </a:cubicBezTo>
                  <a:cubicBezTo>
                    <a:pt x="1136" y="91561"/>
                    <a:pt x="1633" y="89620"/>
                    <a:pt x="568" y="89620"/>
                  </a:cubicBezTo>
                  <a:cubicBezTo>
                    <a:pt x="568" y="86413"/>
                    <a:pt x="0" y="86413"/>
                    <a:pt x="1633" y="83797"/>
                  </a:cubicBezTo>
                  <a:cubicBezTo>
                    <a:pt x="3266" y="81856"/>
                    <a:pt x="3266" y="79915"/>
                    <a:pt x="1136" y="77974"/>
                  </a:cubicBezTo>
                  <a:cubicBezTo>
                    <a:pt x="1136" y="76708"/>
                    <a:pt x="1633" y="76033"/>
                    <a:pt x="1633" y="74092"/>
                  </a:cubicBezTo>
                  <a:cubicBezTo>
                    <a:pt x="1633" y="72827"/>
                    <a:pt x="568" y="72151"/>
                    <a:pt x="568" y="70886"/>
                  </a:cubicBezTo>
                  <a:cubicBezTo>
                    <a:pt x="568" y="68945"/>
                    <a:pt x="3834" y="67679"/>
                    <a:pt x="3834" y="64472"/>
                  </a:cubicBezTo>
                  <a:lnTo>
                    <a:pt x="3834" y="64472"/>
                  </a:lnTo>
                  <a:cubicBezTo>
                    <a:pt x="7597" y="61856"/>
                    <a:pt x="10863" y="59324"/>
                    <a:pt x="14698" y="56708"/>
                  </a:cubicBezTo>
                  <a:cubicBezTo>
                    <a:pt x="18461" y="54177"/>
                    <a:pt x="24426" y="53502"/>
                    <a:pt x="26059" y="48354"/>
                  </a:cubicBezTo>
                  <a:cubicBezTo>
                    <a:pt x="27124" y="43797"/>
                    <a:pt x="21727" y="39324"/>
                    <a:pt x="21159" y="34177"/>
                  </a:cubicBezTo>
                  <a:cubicBezTo>
                    <a:pt x="20662" y="30295"/>
                    <a:pt x="19029" y="24472"/>
                    <a:pt x="21727" y="21940"/>
                  </a:cubicBezTo>
                  <a:cubicBezTo>
                    <a:pt x="23857" y="20000"/>
                    <a:pt x="26059" y="27088"/>
                    <a:pt x="28757" y="27088"/>
                  </a:cubicBezTo>
                  <a:cubicBezTo>
                    <a:pt x="32023" y="27088"/>
                    <a:pt x="34224" y="23797"/>
                    <a:pt x="37491" y="21940"/>
                  </a:cubicBezTo>
                  <a:lnTo>
                    <a:pt x="37491" y="21940"/>
                  </a:lnTo>
                  <a:cubicBezTo>
                    <a:pt x="37988" y="25147"/>
                    <a:pt x="39053" y="28354"/>
                    <a:pt x="40189" y="32236"/>
                  </a:cubicBezTo>
                  <a:cubicBezTo>
                    <a:pt x="40189" y="32236"/>
                    <a:pt x="46153" y="33502"/>
                    <a:pt x="46650" y="32911"/>
                  </a:cubicBezTo>
                  <a:cubicBezTo>
                    <a:pt x="46650" y="32236"/>
                    <a:pt x="50485" y="27088"/>
                    <a:pt x="50485" y="27088"/>
                  </a:cubicBezTo>
                  <a:cubicBezTo>
                    <a:pt x="52615" y="26413"/>
                    <a:pt x="55881" y="29029"/>
                    <a:pt x="56449" y="26413"/>
                  </a:cubicBezTo>
                  <a:cubicBezTo>
                    <a:pt x="57514" y="24472"/>
                    <a:pt x="53751" y="22531"/>
                    <a:pt x="53183" y="20590"/>
                  </a:cubicBezTo>
                  <a:cubicBezTo>
                    <a:pt x="53183" y="18649"/>
                    <a:pt x="54816" y="16118"/>
                    <a:pt x="56449" y="15443"/>
                  </a:cubicBezTo>
                  <a:cubicBezTo>
                    <a:pt x="57514" y="14852"/>
                    <a:pt x="60781" y="14177"/>
                    <a:pt x="61349" y="16118"/>
                  </a:cubicBezTo>
                  <a:cubicBezTo>
                    <a:pt x="62414" y="18649"/>
                    <a:pt x="58579" y="22531"/>
                    <a:pt x="60213" y="24472"/>
                  </a:cubicBezTo>
                  <a:cubicBezTo>
                    <a:pt x="62911" y="27088"/>
                    <a:pt x="66745" y="24472"/>
                    <a:pt x="69443" y="23206"/>
                  </a:cubicBezTo>
                  <a:cubicBezTo>
                    <a:pt x="72710" y="21940"/>
                    <a:pt x="75408" y="19324"/>
                    <a:pt x="78674" y="17383"/>
                  </a:cubicBezTo>
                  <a:cubicBezTo>
                    <a:pt x="80307" y="16793"/>
                    <a:pt x="82437" y="16793"/>
                    <a:pt x="84071" y="16118"/>
                  </a:cubicBezTo>
                  <a:cubicBezTo>
                    <a:pt x="84071" y="16118"/>
                    <a:pt x="92804" y="23797"/>
                    <a:pt x="92804" y="23206"/>
                  </a:cubicBezTo>
                  <a:cubicBezTo>
                    <a:pt x="92804" y="22531"/>
                    <a:pt x="94934" y="17383"/>
                    <a:pt x="94934" y="17383"/>
                  </a:cubicBezTo>
                  <a:cubicBezTo>
                    <a:pt x="93869" y="14852"/>
                    <a:pt x="91171" y="12236"/>
                    <a:pt x="92236" y="9704"/>
                  </a:cubicBezTo>
                  <a:cubicBezTo>
                    <a:pt x="93869" y="5147"/>
                    <a:pt x="98201" y="3206"/>
                    <a:pt x="100899" y="0"/>
                  </a:cubicBezTo>
                  <a:lnTo>
                    <a:pt x="100899" y="0"/>
                  </a:lnTo>
                  <a:cubicBezTo>
                    <a:pt x="102532" y="1940"/>
                    <a:pt x="104165" y="3206"/>
                    <a:pt x="105798" y="5822"/>
                  </a:cubicBezTo>
                  <a:cubicBezTo>
                    <a:pt x="107431" y="8354"/>
                    <a:pt x="107431" y="12911"/>
                    <a:pt x="109562" y="14852"/>
                  </a:cubicBezTo>
                  <a:cubicBezTo>
                    <a:pt x="111763" y="16793"/>
                    <a:pt x="117159" y="12911"/>
                    <a:pt x="117727" y="16118"/>
                  </a:cubicBezTo>
                  <a:cubicBezTo>
                    <a:pt x="118792" y="20000"/>
                    <a:pt x="114461" y="23206"/>
                    <a:pt x="112828" y="27088"/>
                  </a:cubicBezTo>
                  <a:lnTo>
                    <a:pt x="112828" y="27088"/>
                  </a:lnTo>
                  <a:cubicBezTo>
                    <a:pt x="113396" y="29029"/>
                    <a:pt x="113396" y="30970"/>
                    <a:pt x="114461" y="32911"/>
                  </a:cubicBezTo>
                  <a:cubicBezTo>
                    <a:pt x="115526" y="34177"/>
                    <a:pt x="117727" y="34852"/>
                    <a:pt x="117727" y="36708"/>
                  </a:cubicBezTo>
                  <a:cubicBezTo>
                    <a:pt x="118295" y="38059"/>
                    <a:pt x="116662" y="39324"/>
                    <a:pt x="116662" y="41265"/>
                  </a:cubicBezTo>
                  <a:cubicBezTo>
                    <a:pt x="116662" y="42531"/>
                    <a:pt x="118792" y="44472"/>
                    <a:pt x="117727" y="45738"/>
                  </a:cubicBezTo>
                  <a:cubicBezTo>
                    <a:pt x="116662" y="47004"/>
                    <a:pt x="114461" y="44472"/>
                    <a:pt x="113396" y="45738"/>
                  </a:cubicBezTo>
                  <a:cubicBezTo>
                    <a:pt x="111763" y="48354"/>
                    <a:pt x="111763" y="51561"/>
                    <a:pt x="111763" y="55443"/>
                  </a:cubicBezTo>
                  <a:cubicBezTo>
                    <a:pt x="111195" y="57974"/>
                    <a:pt x="113396" y="61265"/>
                    <a:pt x="113396" y="64472"/>
                  </a:cubicBezTo>
                  <a:cubicBezTo>
                    <a:pt x="113396" y="67004"/>
                    <a:pt x="111763" y="70210"/>
                    <a:pt x="111763" y="72827"/>
                  </a:cubicBezTo>
                  <a:cubicBezTo>
                    <a:pt x="111763" y="76708"/>
                    <a:pt x="112828" y="79915"/>
                    <a:pt x="114461" y="83122"/>
                  </a:cubicBezTo>
                  <a:cubicBezTo>
                    <a:pt x="115526" y="85738"/>
                    <a:pt x="118792" y="87679"/>
                    <a:pt x="119360" y="90886"/>
                  </a:cubicBezTo>
                  <a:cubicBezTo>
                    <a:pt x="119928" y="92151"/>
                    <a:pt x="117727" y="92827"/>
                    <a:pt x="117159" y="94092"/>
                  </a:cubicBezTo>
                  <a:lnTo>
                    <a:pt x="117159" y="94092"/>
                  </a:lnTo>
                  <a:cubicBezTo>
                    <a:pt x="116094" y="94092"/>
                    <a:pt x="115526" y="94092"/>
                    <a:pt x="114461" y="94767"/>
                  </a:cubicBezTo>
                  <a:cubicBezTo>
                    <a:pt x="113964" y="95358"/>
                    <a:pt x="113964" y="97974"/>
                    <a:pt x="112828" y="98649"/>
                  </a:cubicBezTo>
                  <a:cubicBezTo>
                    <a:pt x="111763" y="99915"/>
                    <a:pt x="110130" y="99915"/>
                    <a:pt x="108497" y="99915"/>
                  </a:cubicBezTo>
                  <a:cubicBezTo>
                    <a:pt x="107431" y="99915"/>
                    <a:pt x="106295" y="99240"/>
                    <a:pt x="105230" y="98649"/>
                  </a:cubicBezTo>
                  <a:lnTo>
                    <a:pt x="105230" y="98649"/>
                  </a:lnTo>
                  <a:cubicBezTo>
                    <a:pt x="104165" y="96708"/>
                    <a:pt x="103597" y="92827"/>
                    <a:pt x="101467" y="92827"/>
                  </a:cubicBezTo>
                  <a:cubicBezTo>
                    <a:pt x="98769" y="92827"/>
                    <a:pt x="97633" y="97974"/>
                    <a:pt x="94437" y="98649"/>
                  </a:cubicBezTo>
                  <a:cubicBezTo>
                    <a:pt x="92804" y="99240"/>
                    <a:pt x="91171" y="94767"/>
                    <a:pt x="88970" y="96033"/>
                  </a:cubicBezTo>
                  <a:cubicBezTo>
                    <a:pt x="87905" y="96708"/>
                    <a:pt x="90035" y="101181"/>
                    <a:pt x="88402" y="101181"/>
                  </a:cubicBezTo>
                  <a:cubicBezTo>
                    <a:pt x="86272" y="101856"/>
                    <a:pt x="84071" y="97299"/>
                    <a:pt x="81940" y="97974"/>
                  </a:cubicBezTo>
                  <a:cubicBezTo>
                    <a:pt x="80307" y="98649"/>
                    <a:pt x="81940" y="103797"/>
                    <a:pt x="80307" y="103797"/>
                  </a:cubicBezTo>
                  <a:cubicBezTo>
                    <a:pt x="76544" y="103122"/>
                    <a:pt x="73278" y="94767"/>
                    <a:pt x="69443" y="96708"/>
                  </a:cubicBezTo>
                  <a:cubicBezTo>
                    <a:pt x="64047" y="99240"/>
                    <a:pt x="63479" y="109620"/>
                    <a:pt x="58579" y="114092"/>
                  </a:cubicBezTo>
                  <a:cubicBezTo>
                    <a:pt x="57514" y="115358"/>
                    <a:pt x="55384" y="112151"/>
                    <a:pt x="53751" y="112827"/>
                  </a:cubicBezTo>
                  <a:cubicBezTo>
                    <a:pt x="50485" y="114092"/>
                    <a:pt x="47786" y="117299"/>
                    <a:pt x="45017" y="119915"/>
                  </a:cubicBezTo>
                  <a:lnTo>
                    <a:pt x="45017" y="119915"/>
                  </a:lnTo>
                  <a:cubicBezTo>
                    <a:pt x="40686" y="118565"/>
                    <a:pt x="35857" y="119240"/>
                    <a:pt x="32591" y="116033"/>
                  </a:cubicBezTo>
                  <a:cubicBezTo>
                    <a:pt x="30390" y="114092"/>
                    <a:pt x="32591" y="108270"/>
                    <a:pt x="30390" y="106329"/>
                  </a:cubicBezTo>
                  <a:cubicBezTo>
                    <a:pt x="28260" y="104388"/>
                    <a:pt x="24426" y="107004"/>
                    <a:pt x="21727" y="105738"/>
                  </a:cubicBezTo>
                  <a:cubicBezTo>
                    <a:pt x="20662" y="105738"/>
                    <a:pt x="22295" y="103797"/>
                    <a:pt x="21727" y="103122"/>
                  </a:cubicBezTo>
                  <a:cubicBezTo>
                    <a:pt x="19029" y="101181"/>
                    <a:pt x="20094" y="102447"/>
                    <a:pt x="17396" y="101181"/>
                  </a:cubicBezTo>
                  <a:lnTo>
                    <a:pt x="17396" y="101181"/>
                  </a:lnTo>
                  <a:cubicBezTo>
                    <a:pt x="19029" y="99240"/>
                    <a:pt x="20662" y="97974"/>
                    <a:pt x="21159" y="95358"/>
                  </a:cubicBezTo>
                  <a:cubicBezTo>
                    <a:pt x="22792" y="90210"/>
                    <a:pt x="32591" y="86413"/>
                    <a:pt x="32591" y="79915"/>
                  </a:cubicBezTo>
                  <a:cubicBezTo>
                    <a:pt x="23857" y="87679"/>
                    <a:pt x="17964" y="96708"/>
                    <a:pt x="7597" y="102447"/>
                  </a:cubicBezTo>
                  <a:cubicBezTo>
                    <a:pt x="4899" y="105738"/>
                    <a:pt x="3834" y="109620"/>
                    <a:pt x="2769" y="113417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0" name="Shape 11160"/>
            <p:cNvSpPr/>
            <p:nvPr/>
          </p:nvSpPr>
          <p:spPr>
            <a:xfrm rot="3648446">
              <a:off x="6756435" y="4972682"/>
              <a:ext cx="206481" cy="2948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49" y="41342"/>
                  </a:moveTo>
                  <a:lnTo>
                    <a:pt x="119849" y="41342"/>
                  </a:lnTo>
                  <a:cubicBezTo>
                    <a:pt x="117584" y="39752"/>
                    <a:pt x="111698" y="39752"/>
                    <a:pt x="108377" y="38904"/>
                  </a:cubicBezTo>
                  <a:cubicBezTo>
                    <a:pt x="103698" y="38056"/>
                    <a:pt x="105962" y="36466"/>
                    <a:pt x="100226" y="38904"/>
                  </a:cubicBezTo>
                  <a:cubicBezTo>
                    <a:pt x="96754" y="39752"/>
                    <a:pt x="96754" y="37314"/>
                    <a:pt x="94490" y="36466"/>
                  </a:cubicBezTo>
                  <a:cubicBezTo>
                    <a:pt x="94490" y="34028"/>
                    <a:pt x="91018" y="30848"/>
                    <a:pt x="89811" y="28409"/>
                  </a:cubicBezTo>
                  <a:cubicBezTo>
                    <a:pt x="87547" y="25971"/>
                    <a:pt x="84075" y="24275"/>
                    <a:pt x="80603" y="22685"/>
                  </a:cubicBezTo>
                  <a:cubicBezTo>
                    <a:pt x="78339" y="21837"/>
                    <a:pt x="74867" y="20247"/>
                    <a:pt x="72603" y="18657"/>
                  </a:cubicBezTo>
                  <a:cubicBezTo>
                    <a:pt x="71396" y="17067"/>
                    <a:pt x="65660" y="13780"/>
                    <a:pt x="65660" y="12932"/>
                  </a:cubicBezTo>
                  <a:cubicBezTo>
                    <a:pt x="63396" y="12932"/>
                    <a:pt x="57660" y="17809"/>
                    <a:pt x="55245" y="18657"/>
                  </a:cubicBezTo>
                  <a:cubicBezTo>
                    <a:pt x="52981" y="19399"/>
                    <a:pt x="46037" y="23533"/>
                    <a:pt x="44830" y="21837"/>
                  </a:cubicBezTo>
                  <a:cubicBezTo>
                    <a:pt x="43773" y="20247"/>
                    <a:pt x="43773" y="18657"/>
                    <a:pt x="43773" y="16219"/>
                  </a:cubicBezTo>
                  <a:cubicBezTo>
                    <a:pt x="43773" y="15371"/>
                    <a:pt x="36830" y="16219"/>
                    <a:pt x="35622" y="16219"/>
                  </a:cubicBezTo>
                  <a:cubicBezTo>
                    <a:pt x="34566" y="16219"/>
                    <a:pt x="33358" y="8162"/>
                    <a:pt x="32150" y="7314"/>
                  </a:cubicBezTo>
                  <a:cubicBezTo>
                    <a:pt x="28679" y="4134"/>
                    <a:pt x="24150" y="2438"/>
                    <a:pt x="20679" y="0"/>
                  </a:cubicBezTo>
                  <a:lnTo>
                    <a:pt x="20679" y="0"/>
                  </a:lnTo>
                  <a:cubicBezTo>
                    <a:pt x="18415" y="1696"/>
                    <a:pt x="14943" y="3286"/>
                    <a:pt x="13735" y="5724"/>
                  </a:cubicBezTo>
                  <a:cubicBezTo>
                    <a:pt x="13735" y="8904"/>
                    <a:pt x="14943" y="12190"/>
                    <a:pt x="17207" y="15371"/>
                  </a:cubicBezTo>
                  <a:cubicBezTo>
                    <a:pt x="19471" y="18657"/>
                    <a:pt x="26415" y="21095"/>
                    <a:pt x="27622" y="25123"/>
                  </a:cubicBezTo>
                  <a:cubicBezTo>
                    <a:pt x="27622" y="27561"/>
                    <a:pt x="20679" y="27561"/>
                    <a:pt x="19471" y="29151"/>
                  </a:cubicBezTo>
                  <a:cubicBezTo>
                    <a:pt x="16150" y="31590"/>
                    <a:pt x="17207" y="35618"/>
                    <a:pt x="13735" y="38056"/>
                  </a:cubicBezTo>
                  <a:cubicBezTo>
                    <a:pt x="10264" y="41342"/>
                    <a:pt x="4528" y="42932"/>
                    <a:pt x="0" y="45371"/>
                  </a:cubicBezTo>
                  <a:lnTo>
                    <a:pt x="0" y="45371"/>
                  </a:lnTo>
                  <a:cubicBezTo>
                    <a:pt x="1056" y="47809"/>
                    <a:pt x="0" y="49399"/>
                    <a:pt x="1056" y="50989"/>
                  </a:cubicBezTo>
                  <a:cubicBezTo>
                    <a:pt x="2264" y="51837"/>
                    <a:pt x="3471" y="51837"/>
                    <a:pt x="4528" y="51837"/>
                  </a:cubicBezTo>
                  <a:lnTo>
                    <a:pt x="4528" y="51837"/>
                  </a:lnTo>
                  <a:cubicBezTo>
                    <a:pt x="9207" y="52685"/>
                    <a:pt x="13735" y="51837"/>
                    <a:pt x="17207" y="52685"/>
                  </a:cubicBezTo>
                  <a:cubicBezTo>
                    <a:pt x="20679" y="53427"/>
                    <a:pt x="22943" y="55123"/>
                    <a:pt x="25358" y="56713"/>
                  </a:cubicBezTo>
                  <a:cubicBezTo>
                    <a:pt x="26415" y="57561"/>
                    <a:pt x="25358" y="59151"/>
                    <a:pt x="26415" y="60742"/>
                  </a:cubicBezTo>
                  <a:cubicBezTo>
                    <a:pt x="26415" y="60742"/>
                    <a:pt x="28679" y="70494"/>
                    <a:pt x="29886" y="71236"/>
                  </a:cubicBezTo>
                  <a:cubicBezTo>
                    <a:pt x="31094" y="71236"/>
                    <a:pt x="38037" y="72932"/>
                    <a:pt x="38037" y="72932"/>
                  </a:cubicBezTo>
                  <a:cubicBezTo>
                    <a:pt x="38037" y="74522"/>
                    <a:pt x="36830" y="76113"/>
                    <a:pt x="38037" y="77703"/>
                  </a:cubicBezTo>
                  <a:cubicBezTo>
                    <a:pt x="39094" y="78551"/>
                    <a:pt x="43773" y="77703"/>
                    <a:pt x="43773" y="79399"/>
                  </a:cubicBezTo>
                  <a:cubicBezTo>
                    <a:pt x="43773" y="81837"/>
                    <a:pt x="36830" y="82579"/>
                    <a:pt x="36830" y="85017"/>
                  </a:cubicBezTo>
                  <a:cubicBezTo>
                    <a:pt x="38037" y="89045"/>
                    <a:pt x="43773" y="92332"/>
                    <a:pt x="47245" y="96360"/>
                  </a:cubicBezTo>
                  <a:lnTo>
                    <a:pt x="47245" y="96360"/>
                  </a:lnTo>
                  <a:cubicBezTo>
                    <a:pt x="49509" y="97208"/>
                    <a:pt x="51773" y="98798"/>
                    <a:pt x="54188" y="98798"/>
                  </a:cubicBezTo>
                  <a:cubicBezTo>
                    <a:pt x="62188" y="97208"/>
                    <a:pt x="69132" y="91484"/>
                    <a:pt x="77132" y="91484"/>
                  </a:cubicBezTo>
                  <a:cubicBezTo>
                    <a:pt x="81811" y="91484"/>
                    <a:pt x="85283" y="95618"/>
                    <a:pt x="84075" y="98056"/>
                  </a:cubicBezTo>
                  <a:cubicBezTo>
                    <a:pt x="82867" y="102826"/>
                    <a:pt x="73660" y="104522"/>
                    <a:pt x="72603" y="109293"/>
                  </a:cubicBezTo>
                  <a:cubicBezTo>
                    <a:pt x="71396" y="110989"/>
                    <a:pt x="84075" y="118197"/>
                    <a:pt x="86339" y="119893"/>
                  </a:cubicBezTo>
                  <a:lnTo>
                    <a:pt x="86339" y="119893"/>
                  </a:lnTo>
                  <a:cubicBezTo>
                    <a:pt x="92226" y="116607"/>
                    <a:pt x="99169" y="113427"/>
                    <a:pt x="105962" y="110989"/>
                  </a:cubicBezTo>
                  <a:cubicBezTo>
                    <a:pt x="111698" y="109293"/>
                    <a:pt x="115169" y="106113"/>
                    <a:pt x="117584" y="102826"/>
                  </a:cubicBezTo>
                  <a:lnTo>
                    <a:pt x="117584" y="102826"/>
                  </a:lnTo>
                  <a:cubicBezTo>
                    <a:pt x="116377" y="98798"/>
                    <a:pt x="116377" y="98798"/>
                    <a:pt x="116377" y="98798"/>
                  </a:cubicBezTo>
                  <a:cubicBezTo>
                    <a:pt x="116377" y="98056"/>
                    <a:pt x="116377" y="96360"/>
                    <a:pt x="116377" y="96360"/>
                  </a:cubicBezTo>
                  <a:cubicBezTo>
                    <a:pt x="116377" y="95618"/>
                    <a:pt x="116377" y="95618"/>
                    <a:pt x="116377" y="95618"/>
                  </a:cubicBezTo>
                  <a:cubicBezTo>
                    <a:pt x="117584" y="95618"/>
                    <a:pt x="117584" y="93922"/>
                    <a:pt x="116377" y="93180"/>
                  </a:cubicBezTo>
                  <a:cubicBezTo>
                    <a:pt x="116377" y="92332"/>
                    <a:pt x="116377" y="92332"/>
                    <a:pt x="115169" y="91484"/>
                  </a:cubicBezTo>
                  <a:cubicBezTo>
                    <a:pt x="114113" y="89893"/>
                    <a:pt x="112905" y="87455"/>
                    <a:pt x="115169" y="86713"/>
                  </a:cubicBezTo>
                  <a:lnTo>
                    <a:pt x="116377" y="85865"/>
                  </a:lnTo>
                  <a:cubicBezTo>
                    <a:pt x="116377" y="85017"/>
                    <a:pt x="116377" y="85017"/>
                    <a:pt x="116377" y="84275"/>
                  </a:cubicBezTo>
                  <a:lnTo>
                    <a:pt x="116377" y="84275"/>
                  </a:lnTo>
                  <a:lnTo>
                    <a:pt x="116377" y="83427"/>
                  </a:lnTo>
                  <a:cubicBezTo>
                    <a:pt x="114113" y="76113"/>
                    <a:pt x="114113" y="76113"/>
                    <a:pt x="114113" y="76113"/>
                  </a:cubicBezTo>
                  <a:cubicBezTo>
                    <a:pt x="114113" y="75371"/>
                    <a:pt x="115169" y="72932"/>
                    <a:pt x="112905" y="72932"/>
                  </a:cubicBezTo>
                  <a:cubicBezTo>
                    <a:pt x="112905" y="68904"/>
                    <a:pt x="111698" y="68904"/>
                    <a:pt x="115169" y="65618"/>
                  </a:cubicBezTo>
                  <a:cubicBezTo>
                    <a:pt x="118641" y="63180"/>
                    <a:pt x="118641" y="60742"/>
                    <a:pt x="114113" y="58303"/>
                  </a:cubicBezTo>
                  <a:cubicBezTo>
                    <a:pt x="114113" y="56713"/>
                    <a:pt x="115169" y="55865"/>
                    <a:pt x="115169" y="53427"/>
                  </a:cubicBezTo>
                  <a:cubicBezTo>
                    <a:pt x="115169" y="51837"/>
                    <a:pt x="112905" y="50989"/>
                    <a:pt x="112905" y="49399"/>
                  </a:cubicBezTo>
                  <a:cubicBezTo>
                    <a:pt x="112905" y="46961"/>
                    <a:pt x="119849" y="45371"/>
                    <a:pt x="119849" y="4134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1" name="Shape 11161"/>
            <p:cNvSpPr/>
            <p:nvPr/>
          </p:nvSpPr>
          <p:spPr>
            <a:xfrm rot="3648446">
              <a:off x="6718186" y="4902236"/>
              <a:ext cx="69975" cy="1250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452"/>
                  </a:moveTo>
                  <a:lnTo>
                    <a:pt x="0" y="11452"/>
                  </a:lnTo>
                  <a:cubicBezTo>
                    <a:pt x="7137" y="7468"/>
                    <a:pt x="13828" y="0"/>
                    <a:pt x="24089" y="0"/>
                  </a:cubicBezTo>
                  <a:cubicBezTo>
                    <a:pt x="30780" y="0"/>
                    <a:pt x="27211" y="7468"/>
                    <a:pt x="30780" y="11452"/>
                  </a:cubicBezTo>
                  <a:cubicBezTo>
                    <a:pt x="37472" y="13195"/>
                    <a:pt x="47732" y="11452"/>
                    <a:pt x="54423" y="13195"/>
                  </a:cubicBezTo>
                  <a:cubicBezTo>
                    <a:pt x="57992" y="16929"/>
                    <a:pt x="54423" y="22655"/>
                    <a:pt x="57992" y="26639"/>
                  </a:cubicBezTo>
                  <a:cubicBezTo>
                    <a:pt x="64684" y="28381"/>
                    <a:pt x="71821" y="28381"/>
                    <a:pt x="78513" y="28381"/>
                  </a:cubicBezTo>
                  <a:lnTo>
                    <a:pt x="78513" y="28381"/>
                  </a:lnTo>
                  <a:cubicBezTo>
                    <a:pt x="82081" y="36099"/>
                    <a:pt x="78513" y="43568"/>
                    <a:pt x="85204" y="51286"/>
                  </a:cubicBezTo>
                  <a:cubicBezTo>
                    <a:pt x="92342" y="66473"/>
                    <a:pt x="115985" y="81659"/>
                    <a:pt x="119553" y="98838"/>
                  </a:cubicBezTo>
                  <a:cubicBezTo>
                    <a:pt x="119553" y="106556"/>
                    <a:pt x="102602" y="112033"/>
                    <a:pt x="95464" y="119751"/>
                  </a:cubicBezTo>
                  <a:lnTo>
                    <a:pt x="95464" y="119751"/>
                  </a:lnTo>
                  <a:cubicBezTo>
                    <a:pt x="92342" y="116016"/>
                    <a:pt x="85204" y="110290"/>
                    <a:pt x="78513" y="106556"/>
                  </a:cubicBezTo>
                  <a:cubicBezTo>
                    <a:pt x="68252" y="98838"/>
                    <a:pt x="54423" y="93112"/>
                    <a:pt x="47732" y="87385"/>
                  </a:cubicBezTo>
                  <a:cubicBezTo>
                    <a:pt x="30780" y="74190"/>
                    <a:pt x="10260" y="60746"/>
                    <a:pt x="0" y="45560"/>
                  </a:cubicBezTo>
                  <a:cubicBezTo>
                    <a:pt x="0" y="41825"/>
                    <a:pt x="13828" y="39834"/>
                    <a:pt x="13828" y="36099"/>
                  </a:cubicBezTo>
                  <a:cubicBezTo>
                    <a:pt x="13828" y="26639"/>
                    <a:pt x="3568" y="18921"/>
                    <a:pt x="0" y="1145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2" name="Shape 11162"/>
            <p:cNvSpPr/>
            <p:nvPr/>
          </p:nvSpPr>
          <p:spPr>
            <a:xfrm rot="3648446">
              <a:off x="6751235" y="4965456"/>
              <a:ext cx="81446" cy="9980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479" y="7206"/>
                  </a:moveTo>
                  <a:lnTo>
                    <a:pt x="90479" y="7206"/>
                  </a:lnTo>
                  <a:cubicBezTo>
                    <a:pt x="93162" y="14412"/>
                    <a:pt x="90479" y="19112"/>
                    <a:pt x="93162" y="23812"/>
                  </a:cubicBezTo>
                  <a:cubicBezTo>
                    <a:pt x="96230" y="26318"/>
                    <a:pt x="99297" y="26318"/>
                    <a:pt x="101980" y="26318"/>
                  </a:cubicBezTo>
                  <a:lnTo>
                    <a:pt x="101980" y="26318"/>
                  </a:lnTo>
                  <a:cubicBezTo>
                    <a:pt x="107731" y="36031"/>
                    <a:pt x="113865" y="43237"/>
                    <a:pt x="116549" y="52637"/>
                  </a:cubicBezTo>
                  <a:cubicBezTo>
                    <a:pt x="119616" y="74255"/>
                    <a:pt x="116549" y="93368"/>
                    <a:pt x="116549" y="114986"/>
                  </a:cubicBezTo>
                  <a:lnTo>
                    <a:pt x="116549" y="114986"/>
                  </a:lnTo>
                  <a:cubicBezTo>
                    <a:pt x="110798" y="114986"/>
                    <a:pt x="105047" y="119686"/>
                    <a:pt x="99297" y="114986"/>
                  </a:cubicBezTo>
                  <a:cubicBezTo>
                    <a:pt x="96230" y="112480"/>
                    <a:pt x="107731" y="109973"/>
                    <a:pt x="107731" y="105274"/>
                  </a:cubicBezTo>
                  <a:cubicBezTo>
                    <a:pt x="105047" y="102767"/>
                    <a:pt x="99297" y="100574"/>
                    <a:pt x="96230" y="95874"/>
                  </a:cubicBezTo>
                  <a:cubicBezTo>
                    <a:pt x="84345" y="86161"/>
                    <a:pt x="75527" y="69556"/>
                    <a:pt x="57891" y="62349"/>
                  </a:cubicBezTo>
                  <a:cubicBezTo>
                    <a:pt x="52523" y="59843"/>
                    <a:pt x="60958" y="81462"/>
                    <a:pt x="52523" y="78955"/>
                  </a:cubicBezTo>
                  <a:cubicBezTo>
                    <a:pt x="41022" y="76762"/>
                    <a:pt x="37955" y="64543"/>
                    <a:pt x="29137" y="57336"/>
                  </a:cubicBezTo>
                  <a:cubicBezTo>
                    <a:pt x="17635" y="47937"/>
                    <a:pt x="8817" y="36031"/>
                    <a:pt x="0" y="23812"/>
                  </a:cubicBezTo>
                  <a:lnTo>
                    <a:pt x="0" y="23812"/>
                  </a:lnTo>
                  <a:cubicBezTo>
                    <a:pt x="3067" y="16605"/>
                    <a:pt x="3067" y="4699"/>
                    <a:pt x="11501" y="2506"/>
                  </a:cubicBezTo>
                  <a:cubicBezTo>
                    <a:pt x="23386" y="0"/>
                    <a:pt x="34888" y="11906"/>
                    <a:pt x="46773" y="11906"/>
                  </a:cubicBezTo>
                  <a:cubicBezTo>
                    <a:pt x="60958" y="14412"/>
                    <a:pt x="75527" y="9712"/>
                    <a:pt x="90479" y="720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3" name="Shape 11163"/>
            <p:cNvSpPr/>
            <p:nvPr/>
          </p:nvSpPr>
          <p:spPr>
            <a:xfrm rot="3648446">
              <a:off x="6759823" y="5027966"/>
              <a:ext cx="73415" cy="11816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13098" y="2123"/>
                    <a:pt x="25774" y="0"/>
                    <a:pt x="35492" y="2123"/>
                  </a:cubicBezTo>
                  <a:cubicBezTo>
                    <a:pt x="45211" y="3982"/>
                    <a:pt x="51549" y="8230"/>
                    <a:pt x="58309" y="12212"/>
                  </a:cubicBezTo>
                  <a:cubicBezTo>
                    <a:pt x="61267" y="14336"/>
                    <a:pt x="58309" y="18318"/>
                    <a:pt x="61267" y="22300"/>
                  </a:cubicBezTo>
                  <a:cubicBezTo>
                    <a:pt x="61267" y="22300"/>
                    <a:pt x="67605" y="46725"/>
                    <a:pt x="70985" y="48584"/>
                  </a:cubicBezTo>
                  <a:cubicBezTo>
                    <a:pt x="74366" y="48584"/>
                    <a:pt x="93802" y="52831"/>
                    <a:pt x="93802" y="52831"/>
                  </a:cubicBezTo>
                  <a:cubicBezTo>
                    <a:pt x="93802" y="56814"/>
                    <a:pt x="90422" y="60796"/>
                    <a:pt x="93802" y="64778"/>
                  </a:cubicBezTo>
                  <a:cubicBezTo>
                    <a:pt x="96760" y="66902"/>
                    <a:pt x="109859" y="64778"/>
                    <a:pt x="109859" y="69026"/>
                  </a:cubicBezTo>
                  <a:cubicBezTo>
                    <a:pt x="109859" y="75132"/>
                    <a:pt x="90422" y="76991"/>
                    <a:pt x="90422" y="83097"/>
                  </a:cubicBezTo>
                  <a:cubicBezTo>
                    <a:pt x="93802" y="93185"/>
                    <a:pt x="109859" y="101415"/>
                    <a:pt x="119577" y="111504"/>
                  </a:cubicBezTo>
                  <a:lnTo>
                    <a:pt x="119577" y="111504"/>
                  </a:lnTo>
                  <a:cubicBezTo>
                    <a:pt x="106478" y="113628"/>
                    <a:pt x="93802" y="117610"/>
                    <a:pt x="77323" y="119734"/>
                  </a:cubicBezTo>
                  <a:cubicBezTo>
                    <a:pt x="64647" y="119734"/>
                    <a:pt x="51549" y="119734"/>
                    <a:pt x="38873" y="119734"/>
                  </a:cubicBezTo>
                  <a:lnTo>
                    <a:pt x="38873" y="119734"/>
                  </a:lnTo>
                  <a:cubicBezTo>
                    <a:pt x="32535" y="115752"/>
                    <a:pt x="25774" y="111504"/>
                    <a:pt x="25774" y="107522"/>
                  </a:cubicBezTo>
                  <a:cubicBezTo>
                    <a:pt x="25774" y="101415"/>
                    <a:pt x="38873" y="99292"/>
                    <a:pt x="41830" y="93185"/>
                  </a:cubicBezTo>
                  <a:cubicBezTo>
                    <a:pt x="41830" y="85221"/>
                    <a:pt x="45211" y="76991"/>
                    <a:pt x="38873" y="73008"/>
                  </a:cubicBezTo>
                  <a:cubicBezTo>
                    <a:pt x="32535" y="69026"/>
                    <a:pt x="22816" y="73008"/>
                    <a:pt x="16056" y="75132"/>
                  </a:cubicBezTo>
                  <a:lnTo>
                    <a:pt x="16056" y="75132"/>
                  </a:lnTo>
                  <a:cubicBezTo>
                    <a:pt x="16056" y="56814"/>
                    <a:pt x="19436" y="40619"/>
                    <a:pt x="16056" y="22300"/>
                  </a:cubicBezTo>
                  <a:cubicBezTo>
                    <a:pt x="13098" y="14336"/>
                    <a:pt x="6338" y="8230"/>
                    <a:pt x="0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4" name="Shape 11164"/>
            <p:cNvSpPr/>
            <p:nvPr/>
          </p:nvSpPr>
          <p:spPr>
            <a:xfrm rot="3648446">
              <a:off x="6691019" y="4960196"/>
              <a:ext cx="108976" cy="16749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4292"/>
                  </a:moveTo>
                  <a:lnTo>
                    <a:pt x="0" y="4292"/>
                  </a:lnTo>
                  <a:cubicBezTo>
                    <a:pt x="13142" y="0"/>
                    <a:pt x="13142" y="0"/>
                    <a:pt x="13142" y="0"/>
                  </a:cubicBezTo>
                  <a:lnTo>
                    <a:pt x="13142" y="0"/>
                  </a:lnTo>
                  <a:cubicBezTo>
                    <a:pt x="19714" y="7278"/>
                    <a:pt x="26285" y="14370"/>
                    <a:pt x="34857" y="19968"/>
                  </a:cubicBezTo>
                  <a:cubicBezTo>
                    <a:pt x="41428" y="24261"/>
                    <a:pt x="43714" y="31539"/>
                    <a:pt x="52285" y="32846"/>
                  </a:cubicBezTo>
                  <a:cubicBezTo>
                    <a:pt x="58571" y="34339"/>
                    <a:pt x="52285" y="21461"/>
                    <a:pt x="56285" y="22954"/>
                  </a:cubicBezTo>
                  <a:cubicBezTo>
                    <a:pt x="69428" y="27247"/>
                    <a:pt x="76000" y="37138"/>
                    <a:pt x="84857" y="42923"/>
                  </a:cubicBezTo>
                  <a:cubicBezTo>
                    <a:pt x="87142" y="45723"/>
                    <a:pt x="91428" y="47029"/>
                    <a:pt x="93428" y="48522"/>
                  </a:cubicBezTo>
                  <a:cubicBezTo>
                    <a:pt x="93428" y="51321"/>
                    <a:pt x="84857" y="52814"/>
                    <a:pt x="87142" y="54307"/>
                  </a:cubicBezTo>
                  <a:cubicBezTo>
                    <a:pt x="91428" y="57107"/>
                    <a:pt x="95714" y="54307"/>
                    <a:pt x="100000" y="54307"/>
                  </a:cubicBezTo>
                  <a:lnTo>
                    <a:pt x="100000" y="54307"/>
                  </a:lnTo>
                  <a:cubicBezTo>
                    <a:pt x="104571" y="52814"/>
                    <a:pt x="111142" y="50015"/>
                    <a:pt x="115428" y="52814"/>
                  </a:cubicBezTo>
                  <a:cubicBezTo>
                    <a:pt x="119714" y="55614"/>
                    <a:pt x="117428" y="61399"/>
                    <a:pt x="117428" y="66998"/>
                  </a:cubicBezTo>
                  <a:cubicBezTo>
                    <a:pt x="115428" y="71290"/>
                    <a:pt x="106571" y="72783"/>
                    <a:pt x="106571" y="77076"/>
                  </a:cubicBezTo>
                  <a:cubicBezTo>
                    <a:pt x="106571" y="79875"/>
                    <a:pt x="111142" y="82861"/>
                    <a:pt x="115428" y="85660"/>
                  </a:cubicBezTo>
                  <a:lnTo>
                    <a:pt x="115428" y="85660"/>
                  </a:lnTo>
                  <a:cubicBezTo>
                    <a:pt x="108857" y="89953"/>
                    <a:pt x="100000" y="94245"/>
                    <a:pt x="98000" y="99844"/>
                  </a:cubicBezTo>
                  <a:cubicBezTo>
                    <a:pt x="98000" y="102643"/>
                    <a:pt x="111142" y="104136"/>
                    <a:pt x="111142" y="108429"/>
                  </a:cubicBezTo>
                  <a:cubicBezTo>
                    <a:pt x="111142" y="112721"/>
                    <a:pt x="104571" y="117013"/>
                    <a:pt x="100000" y="119813"/>
                  </a:cubicBezTo>
                  <a:lnTo>
                    <a:pt x="100000" y="119813"/>
                  </a:lnTo>
                  <a:cubicBezTo>
                    <a:pt x="91428" y="118320"/>
                    <a:pt x="84857" y="114027"/>
                    <a:pt x="78285" y="114027"/>
                  </a:cubicBezTo>
                  <a:cubicBezTo>
                    <a:pt x="67428" y="112721"/>
                    <a:pt x="56285" y="115520"/>
                    <a:pt x="45714" y="117013"/>
                  </a:cubicBezTo>
                  <a:lnTo>
                    <a:pt x="45714" y="117013"/>
                  </a:lnTo>
                  <a:cubicBezTo>
                    <a:pt x="37142" y="111228"/>
                    <a:pt x="26285" y="105629"/>
                    <a:pt x="19714" y="99844"/>
                  </a:cubicBezTo>
                  <a:cubicBezTo>
                    <a:pt x="15428" y="91259"/>
                    <a:pt x="15428" y="81368"/>
                    <a:pt x="10857" y="72783"/>
                  </a:cubicBezTo>
                  <a:lnTo>
                    <a:pt x="10857" y="72783"/>
                  </a:lnTo>
                  <a:cubicBezTo>
                    <a:pt x="15428" y="66998"/>
                    <a:pt x="26285" y="62892"/>
                    <a:pt x="26285" y="57107"/>
                  </a:cubicBezTo>
                  <a:cubicBezTo>
                    <a:pt x="24000" y="44230"/>
                    <a:pt x="8857" y="32846"/>
                    <a:pt x="4285" y="21461"/>
                  </a:cubicBezTo>
                  <a:cubicBezTo>
                    <a:pt x="0" y="15676"/>
                    <a:pt x="2285" y="10077"/>
                    <a:pt x="0" y="429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5" name="Shape 11165"/>
            <p:cNvSpPr/>
            <p:nvPr/>
          </p:nvSpPr>
          <p:spPr>
            <a:xfrm rot="3648446">
              <a:off x="6671906" y="5114276"/>
              <a:ext cx="133065" cy="9980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296" y="24125"/>
                  </a:moveTo>
                  <a:lnTo>
                    <a:pt x="14296" y="24125"/>
                  </a:lnTo>
                  <a:cubicBezTo>
                    <a:pt x="21328" y="24125"/>
                    <a:pt x="28593" y="24125"/>
                    <a:pt x="35625" y="24125"/>
                  </a:cubicBezTo>
                  <a:cubicBezTo>
                    <a:pt x="44765" y="21618"/>
                    <a:pt x="51796" y="16919"/>
                    <a:pt x="59062" y="14412"/>
                  </a:cubicBezTo>
                  <a:lnTo>
                    <a:pt x="59062" y="14412"/>
                  </a:lnTo>
                  <a:cubicBezTo>
                    <a:pt x="62578" y="16919"/>
                    <a:pt x="66093" y="21618"/>
                    <a:pt x="69843" y="21618"/>
                  </a:cubicBezTo>
                  <a:cubicBezTo>
                    <a:pt x="82265" y="16919"/>
                    <a:pt x="93046" y="0"/>
                    <a:pt x="105468" y="0"/>
                  </a:cubicBezTo>
                  <a:cubicBezTo>
                    <a:pt x="112734" y="0"/>
                    <a:pt x="118125" y="12219"/>
                    <a:pt x="116250" y="19425"/>
                  </a:cubicBezTo>
                  <a:cubicBezTo>
                    <a:pt x="114375" y="33524"/>
                    <a:pt x="100078" y="38537"/>
                    <a:pt x="98437" y="52637"/>
                  </a:cubicBezTo>
                  <a:cubicBezTo>
                    <a:pt x="96562" y="57650"/>
                    <a:pt x="116250" y="78955"/>
                    <a:pt x="119765" y="83968"/>
                  </a:cubicBezTo>
                  <a:lnTo>
                    <a:pt x="119765" y="83968"/>
                  </a:lnTo>
                  <a:cubicBezTo>
                    <a:pt x="110859" y="91174"/>
                    <a:pt x="101953" y="98381"/>
                    <a:pt x="93046" y="103080"/>
                  </a:cubicBezTo>
                  <a:cubicBezTo>
                    <a:pt x="66093" y="114986"/>
                    <a:pt x="37500" y="107780"/>
                    <a:pt x="15937" y="119686"/>
                  </a:cubicBezTo>
                  <a:lnTo>
                    <a:pt x="15937" y="119686"/>
                  </a:lnTo>
                  <a:cubicBezTo>
                    <a:pt x="14296" y="107780"/>
                    <a:pt x="15937" y="95874"/>
                    <a:pt x="12421" y="86161"/>
                  </a:cubicBezTo>
                  <a:cubicBezTo>
                    <a:pt x="10781" y="81462"/>
                    <a:pt x="5390" y="83968"/>
                    <a:pt x="1640" y="81462"/>
                  </a:cubicBezTo>
                  <a:lnTo>
                    <a:pt x="1640" y="81462"/>
                  </a:lnTo>
                  <a:cubicBezTo>
                    <a:pt x="5390" y="76762"/>
                    <a:pt x="10781" y="69556"/>
                    <a:pt x="10781" y="62349"/>
                  </a:cubicBezTo>
                  <a:cubicBezTo>
                    <a:pt x="10781" y="55143"/>
                    <a:pt x="0" y="52637"/>
                    <a:pt x="0" y="47937"/>
                  </a:cubicBezTo>
                  <a:cubicBezTo>
                    <a:pt x="1640" y="38537"/>
                    <a:pt x="8906" y="31331"/>
                    <a:pt x="14296" y="2412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6" name="Shape 11166"/>
            <p:cNvSpPr/>
            <p:nvPr/>
          </p:nvSpPr>
          <p:spPr>
            <a:xfrm rot="3648446">
              <a:off x="6526487" y="4867003"/>
              <a:ext cx="126183" cy="127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453" y="1959"/>
                  </a:moveTo>
                  <a:lnTo>
                    <a:pt x="87453" y="1959"/>
                  </a:lnTo>
                  <a:cubicBezTo>
                    <a:pt x="94906" y="7591"/>
                    <a:pt x="104347" y="13224"/>
                    <a:pt x="112049" y="20571"/>
                  </a:cubicBezTo>
                  <a:cubicBezTo>
                    <a:pt x="115776" y="26204"/>
                    <a:pt x="117763" y="33551"/>
                    <a:pt x="117763" y="39183"/>
                  </a:cubicBezTo>
                  <a:cubicBezTo>
                    <a:pt x="119751" y="44816"/>
                    <a:pt x="117763" y="48734"/>
                    <a:pt x="117763" y="54122"/>
                  </a:cubicBezTo>
                  <a:cubicBezTo>
                    <a:pt x="117763" y="63673"/>
                    <a:pt x="117763" y="71020"/>
                    <a:pt x="117763" y="80571"/>
                  </a:cubicBezTo>
                  <a:lnTo>
                    <a:pt x="117763" y="80571"/>
                  </a:lnTo>
                  <a:cubicBezTo>
                    <a:pt x="110062" y="85959"/>
                    <a:pt x="104347" y="95510"/>
                    <a:pt x="96894" y="99183"/>
                  </a:cubicBezTo>
                  <a:cubicBezTo>
                    <a:pt x="92919" y="100897"/>
                    <a:pt x="87453" y="93551"/>
                    <a:pt x="83478" y="95510"/>
                  </a:cubicBezTo>
                  <a:cubicBezTo>
                    <a:pt x="72049" y="99183"/>
                    <a:pt x="56894" y="114122"/>
                    <a:pt x="47453" y="119755"/>
                  </a:cubicBezTo>
                  <a:lnTo>
                    <a:pt x="47453" y="119755"/>
                  </a:lnTo>
                  <a:cubicBezTo>
                    <a:pt x="32298" y="114122"/>
                    <a:pt x="15155" y="117795"/>
                    <a:pt x="7701" y="95510"/>
                  </a:cubicBezTo>
                  <a:cubicBezTo>
                    <a:pt x="5714" y="89877"/>
                    <a:pt x="3726" y="82285"/>
                    <a:pt x="0" y="71020"/>
                  </a:cubicBezTo>
                  <a:lnTo>
                    <a:pt x="0" y="71020"/>
                  </a:lnTo>
                  <a:cubicBezTo>
                    <a:pt x="11428" y="71020"/>
                    <a:pt x="34285" y="72979"/>
                    <a:pt x="45714" y="69306"/>
                  </a:cubicBezTo>
                  <a:cubicBezTo>
                    <a:pt x="49440" y="67346"/>
                    <a:pt x="51428" y="59755"/>
                    <a:pt x="49440" y="54122"/>
                  </a:cubicBezTo>
                  <a:cubicBezTo>
                    <a:pt x="47453" y="43102"/>
                    <a:pt x="38012" y="35510"/>
                    <a:pt x="36024" y="24244"/>
                  </a:cubicBezTo>
                  <a:cubicBezTo>
                    <a:pt x="36024" y="16897"/>
                    <a:pt x="38012" y="7591"/>
                    <a:pt x="45714" y="3673"/>
                  </a:cubicBezTo>
                  <a:cubicBezTo>
                    <a:pt x="51428" y="0"/>
                    <a:pt x="60869" y="5632"/>
                    <a:pt x="68322" y="5632"/>
                  </a:cubicBezTo>
                  <a:cubicBezTo>
                    <a:pt x="76024" y="5632"/>
                    <a:pt x="81739" y="1959"/>
                    <a:pt x="87453" y="195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7" name="Shape 11167"/>
            <p:cNvSpPr/>
            <p:nvPr/>
          </p:nvSpPr>
          <p:spPr>
            <a:xfrm rot="3648446">
              <a:off x="6626641" y="4859761"/>
              <a:ext cx="149125" cy="2168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9547" y="5611"/>
                  </a:moveTo>
                  <a:lnTo>
                    <a:pt x="49547" y="5611"/>
                  </a:lnTo>
                  <a:cubicBezTo>
                    <a:pt x="51219" y="9928"/>
                    <a:pt x="56027" y="14388"/>
                    <a:pt x="56027" y="19856"/>
                  </a:cubicBezTo>
                  <a:cubicBezTo>
                    <a:pt x="56027" y="22014"/>
                    <a:pt x="49547" y="23165"/>
                    <a:pt x="49547" y="25323"/>
                  </a:cubicBezTo>
                  <a:cubicBezTo>
                    <a:pt x="54355" y="34100"/>
                    <a:pt x="63972" y="41870"/>
                    <a:pt x="71916" y="49496"/>
                  </a:cubicBezTo>
                  <a:cubicBezTo>
                    <a:pt x="75052" y="52805"/>
                    <a:pt x="81533" y="56115"/>
                    <a:pt x="86341" y="60575"/>
                  </a:cubicBezTo>
                  <a:cubicBezTo>
                    <a:pt x="89477" y="62733"/>
                    <a:pt x="92822" y="66043"/>
                    <a:pt x="94285" y="68201"/>
                  </a:cubicBezTo>
                  <a:lnTo>
                    <a:pt x="94285" y="68201"/>
                  </a:lnTo>
                  <a:cubicBezTo>
                    <a:pt x="97630" y="74820"/>
                    <a:pt x="97630" y="82446"/>
                    <a:pt x="100766" y="89064"/>
                  </a:cubicBezTo>
                  <a:cubicBezTo>
                    <a:pt x="105574" y="93525"/>
                    <a:pt x="113519" y="97841"/>
                    <a:pt x="119790" y="102302"/>
                  </a:cubicBezTo>
                  <a:lnTo>
                    <a:pt x="119790" y="102302"/>
                  </a:lnTo>
                  <a:cubicBezTo>
                    <a:pt x="116655" y="103309"/>
                    <a:pt x="116655" y="107769"/>
                    <a:pt x="111846" y="107769"/>
                  </a:cubicBezTo>
                  <a:cubicBezTo>
                    <a:pt x="108710" y="107769"/>
                    <a:pt x="105574" y="103309"/>
                    <a:pt x="100766" y="103309"/>
                  </a:cubicBezTo>
                  <a:cubicBezTo>
                    <a:pt x="95958" y="103309"/>
                    <a:pt x="89477" y="104460"/>
                    <a:pt x="86341" y="107769"/>
                  </a:cubicBezTo>
                  <a:cubicBezTo>
                    <a:pt x="84668" y="111079"/>
                    <a:pt x="86341" y="114388"/>
                    <a:pt x="86341" y="117697"/>
                  </a:cubicBezTo>
                  <a:lnTo>
                    <a:pt x="86341" y="117697"/>
                  </a:lnTo>
                  <a:cubicBezTo>
                    <a:pt x="78397" y="118705"/>
                    <a:pt x="68780" y="119856"/>
                    <a:pt x="60836" y="119856"/>
                  </a:cubicBezTo>
                  <a:cubicBezTo>
                    <a:pt x="52891" y="119856"/>
                    <a:pt x="44738" y="116546"/>
                    <a:pt x="38466" y="115539"/>
                  </a:cubicBezTo>
                  <a:lnTo>
                    <a:pt x="38466" y="115539"/>
                  </a:lnTo>
                  <a:cubicBezTo>
                    <a:pt x="38466" y="109928"/>
                    <a:pt x="38466" y="105611"/>
                    <a:pt x="38466" y="99999"/>
                  </a:cubicBezTo>
                  <a:cubicBezTo>
                    <a:pt x="38466" y="96834"/>
                    <a:pt x="40139" y="94532"/>
                    <a:pt x="38466" y="91223"/>
                  </a:cubicBezTo>
                  <a:cubicBezTo>
                    <a:pt x="38466" y="87913"/>
                    <a:pt x="36794" y="83597"/>
                    <a:pt x="33658" y="80287"/>
                  </a:cubicBezTo>
                  <a:cubicBezTo>
                    <a:pt x="27177" y="75971"/>
                    <a:pt x="19233" y="72661"/>
                    <a:pt x="12961" y="69352"/>
                  </a:cubicBezTo>
                  <a:lnTo>
                    <a:pt x="12961" y="69352"/>
                  </a:lnTo>
                  <a:cubicBezTo>
                    <a:pt x="0" y="49496"/>
                    <a:pt x="0" y="49496"/>
                    <a:pt x="0" y="49496"/>
                  </a:cubicBezTo>
                  <a:cubicBezTo>
                    <a:pt x="0" y="26474"/>
                    <a:pt x="0" y="26474"/>
                    <a:pt x="0" y="26474"/>
                  </a:cubicBezTo>
                  <a:lnTo>
                    <a:pt x="0" y="26474"/>
                  </a:lnTo>
                  <a:cubicBezTo>
                    <a:pt x="6480" y="23165"/>
                    <a:pt x="12961" y="21007"/>
                    <a:pt x="17560" y="17697"/>
                  </a:cubicBezTo>
                  <a:cubicBezTo>
                    <a:pt x="25714" y="12086"/>
                    <a:pt x="33658" y="4460"/>
                    <a:pt x="43275" y="1151"/>
                  </a:cubicBezTo>
                  <a:cubicBezTo>
                    <a:pt x="46411" y="0"/>
                    <a:pt x="48083" y="3309"/>
                    <a:pt x="49547" y="561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8" name="Shape 11168"/>
            <p:cNvSpPr/>
            <p:nvPr/>
          </p:nvSpPr>
          <p:spPr>
            <a:xfrm rot="3648446">
              <a:off x="6462730" y="4651259"/>
              <a:ext cx="192716" cy="1697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253" y="83133"/>
                  </a:moveTo>
                  <a:lnTo>
                    <a:pt x="106253" y="83133"/>
                  </a:lnTo>
                  <a:cubicBezTo>
                    <a:pt x="109973" y="71889"/>
                    <a:pt x="118544" y="54930"/>
                    <a:pt x="119838" y="42211"/>
                  </a:cubicBezTo>
                  <a:cubicBezTo>
                    <a:pt x="119838" y="36682"/>
                    <a:pt x="112398" y="33917"/>
                    <a:pt x="109973" y="29677"/>
                  </a:cubicBezTo>
                  <a:cubicBezTo>
                    <a:pt x="104959" y="21198"/>
                    <a:pt x="102533" y="12718"/>
                    <a:pt x="97520" y="4239"/>
                  </a:cubicBezTo>
                  <a:lnTo>
                    <a:pt x="97520" y="4239"/>
                  </a:lnTo>
                  <a:cubicBezTo>
                    <a:pt x="95094" y="5714"/>
                    <a:pt x="92668" y="8479"/>
                    <a:pt x="90242" y="7004"/>
                  </a:cubicBezTo>
                  <a:cubicBezTo>
                    <a:pt x="86522" y="7004"/>
                    <a:pt x="83935" y="0"/>
                    <a:pt x="80377" y="1474"/>
                  </a:cubicBezTo>
                  <a:cubicBezTo>
                    <a:pt x="75363" y="2949"/>
                    <a:pt x="75363" y="9953"/>
                    <a:pt x="72938" y="15483"/>
                  </a:cubicBezTo>
                  <a:cubicBezTo>
                    <a:pt x="69218" y="23963"/>
                    <a:pt x="67924" y="32442"/>
                    <a:pt x="64204" y="39447"/>
                  </a:cubicBezTo>
                  <a:cubicBezTo>
                    <a:pt x="60485" y="46451"/>
                    <a:pt x="55633" y="50691"/>
                    <a:pt x="51913" y="56405"/>
                  </a:cubicBezTo>
                  <a:cubicBezTo>
                    <a:pt x="16010" y="54930"/>
                    <a:pt x="16010" y="54930"/>
                    <a:pt x="16010" y="54930"/>
                  </a:cubicBezTo>
                  <a:lnTo>
                    <a:pt x="16010" y="54930"/>
                  </a:lnTo>
                  <a:cubicBezTo>
                    <a:pt x="16010" y="63410"/>
                    <a:pt x="17304" y="66175"/>
                    <a:pt x="11159" y="74654"/>
                  </a:cubicBezTo>
                  <a:cubicBezTo>
                    <a:pt x="9865" y="77419"/>
                    <a:pt x="0" y="84608"/>
                    <a:pt x="0" y="85898"/>
                  </a:cubicBezTo>
                  <a:cubicBezTo>
                    <a:pt x="0" y="94377"/>
                    <a:pt x="6145" y="107096"/>
                    <a:pt x="12291" y="111336"/>
                  </a:cubicBezTo>
                  <a:cubicBezTo>
                    <a:pt x="23450" y="118341"/>
                    <a:pt x="27169" y="115576"/>
                    <a:pt x="40754" y="119815"/>
                  </a:cubicBezTo>
                  <a:cubicBezTo>
                    <a:pt x="40754" y="97142"/>
                    <a:pt x="71644" y="107096"/>
                    <a:pt x="85229" y="107096"/>
                  </a:cubicBezTo>
                  <a:cubicBezTo>
                    <a:pt x="80377" y="90138"/>
                    <a:pt x="92668" y="84608"/>
                    <a:pt x="106253" y="8313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69" name="Shape 11169"/>
            <p:cNvSpPr/>
            <p:nvPr/>
          </p:nvSpPr>
          <p:spPr>
            <a:xfrm rot="3648446">
              <a:off x="6561388" y="4754391"/>
              <a:ext cx="153713" cy="1904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8637"/>
                  </a:moveTo>
                  <a:lnTo>
                    <a:pt x="0" y="18637"/>
                  </a:lnTo>
                  <a:cubicBezTo>
                    <a:pt x="4677" y="18637"/>
                    <a:pt x="10983" y="21089"/>
                    <a:pt x="12610" y="18637"/>
                  </a:cubicBezTo>
                  <a:cubicBezTo>
                    <a:pt x="15661" y="13732"/>
                    <a:pt x="6305" y="7356"/>
                    <a:pt x="9355" y="3596"/>
                  </a:cubicBezTo>
                  <a:cubicBezTo>
                    <a:pt x="12610" y="0"/>
                    <a:pt x="20338" y="1144"/>
                    <a:pt x="25016" y="2452"/>
                  </a:cubicBezTo>
                  <a:cubicBezTo>
                    <a:pt x="31118" y="3596"/>
                    <a:pt x="34372" y="7356"/>
                    <a:pt x="38847" y="9972"/>
                  </a:cubicBezTo>
                  <a:lnTo>
                    <a:pt x="38847" y="9972"/>
                  </a:lnTo>
                  <a:cubicBezTo>
                    <a:pt x="42101" y="12425"/>
                    <a:pt x="43525" y="16185"/>
                    <a:pt x="46779" y="18637"/>
                  </a:cubicBezTo>
                  <a:cubicBezTo>
                    <a:pt x="49830" y="21089"/>
                    <a:pt x="51254" y="26158"/>
                    <a:pt x="55932" y="26158"/>
                  </a:cubicBezTo>
                  <a:cubicBezTo>
                    <a:pt x="60610" y="26158"/>
                    <a:pt x="59186" y="18637"/>
                    <a:pt x="63864" y="17493"/>
                  </a:cubicBezTo>
                  <a:cubicBezTo>
                    <a:pt x="69966" y="13732"/>
                    <a:pt x="77694" y="12425"/>
                    <a:pt x="85627" y="12425"/>
                  </a:cubicBezTo>
                  <a:cubicBezTo>
                    <a:pt x="93355" y="12425"/>
                    <a:pt x="101084" y="14877"/>
                    <a:pt x="107186" y="17493"/>
                  </a:cubicBezTo>
                  <a:cubicBezTo>
                    <a:pt x="108813" y="18637"/>
                    <a:pt x="107186" y="21089"/>
                    <a:pt x="107186" y="23705"/>
                  </a:cubicBezTo>
                  <a:lnTo>
                    <a:pt x="107186" y="23705"/>
                  </a:lnTo>
                  <a:cubicBezTo>
                    <a:pt x="107186" y="49863"/>
                    <a:pt x="107186" y="49863"/>
                    <a:pt x="107186" y="49863"/>
                  </a:cubicBezTo>
                  <a:cubicBezTo>
                    <a:pt x="119796" y="72425"/>
                    <a:pt x="119796" y="72425"/>
                    <a:pt x="119796" y="72425"/>
                  </a:cubicBezTo>
                  <a:lnTo>
                    <a:pt x="119796" y="72425"/>
                  </a:lnTo>
                  <a:cubicBezTo>
                    <a:pt x="115118" y="72425"/>
                    <a:pt x="110440" y="74877"/>
                    <a:pt x="104135" y="74877"/>
                  </a:cubicBezTo>
                  <a:cubicBezTo>
                    <a:pt x="98033" y="74877"/>
                    <a:pt x="90305" y="71117"/>
                    <a:pt x="85627" y="73569"/>
                  </a:cubicBezTo>
                  <a:cubicBezTo>
                    <a:pt x="79322" y="76185"/>
                    <a:pt x="77694" y="82397"/>
                    <a:pt x="77694" y="87302"/>
                  </a:cubicBezTo>
                  <a:cubicBezTo>
                    <a:pt x="79322" y="94822"/>
                    <a:pt x="87050" y="99891"/>
                    <a:pt x="88677" y="107247"/>
                  </a:cubicBezTo>
                  <a:cubicBezTo>
                    <a:pt x="90305" y="111008"/>
                    <a:pt x="88677" y="116076"/>
                    <a:pt x="85627" y="117384"/>
                  </a:cubicBezTo>
                  <a:cubicBezTo>
                    <a:pt x="76271" y="119836"/>
                    <a:pt x="57559" y="118528"/>
                    <a:pt x="48203" y="118528"/>
                  </a:cubicBezTo>
                  <a:lnTo>
                    <a:pt x="48203" y="118528"/>
                  </a:lnTo>
                  <a:cubicBezTo>
                    <a:pt x="40474" y="104795"/>
                    <a:pt x="29694" y="88610"/>
                    <a:pt x="15661" y="88610"/>
                  </a:cubicBezTo>
                  <a:cubicBezTo>
                    <a:pt x="14033" y="88610"/>
                    <a:pt x="12610" y="88610"/>
                    <a:pt x="10983" y="88610"/>
                  </a:cubicBezTo>
                  <a:lnTo>
                    <a:pt x="10983" y="88610"/>
                  </a:lnTo>
                  <a:cubicBezTo>
                    <a:pt x="15661" y="78637"/>
                    <a:pt x="26440" y="63596"/>
                    <a:pt x="28067" y="52316"/>
                  </a:cubicBezTo>
                  <a:cubicBezTo>
                    <a:pt x="28067" y="47411"/>
                    <a:pt x="18711" y="44959"/>
                    <a:pt x="15661" y="41198"/>
                  </a:cubicBezTo>
                  <a:cubicBezTo>
                    <a:pt x="9355" y="33678"/>
                    <a:pt x="6305" y="26158"/>
                    <a:pt x="0" y="18637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0" name="Shape 11170"/>
            <p:cNvSpPr/>
            <p:nvPr/>
          </p:nvSpPr>
          <p:spPr>
            <a:xfrm rot="3648446">
              <a:off x="6332750" y="4202606"/>
              <a:ext cx="347576" cy="3544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654" y="87553"/>
                  </a:moveTo>
                  <a:lnTo>
                    <a:pt x="98654" y="87553"/>
                  </a:lnTo>
                  <a:cubicBezTo>
                    <a:pt x="98026" y="84202"/>
                    <a:pt x="98026" y="78824"/>
                    <a:pt x="97309" y="75473"/>
                  </a:cubicBezTo>
                  <a:lnTo>
                    <a:pt x="97309" y="74768"/>
                  </a:lnTo>
                  <a:cubicBezTo>
                    <a:pt x="98026" y="71418"/>
                    <a:pt x="101434" y="67362"/>
                    <a:pt x="98654" y="65334"/>
                  </a:cubicBezTo>
                  <a:cubicBezTo>
                    <a:pt x="93901" y="61366"/>
                    <a:pt x="85650" y="64717"/>
                    <a:pt x="80179" y="61366"/>
                  </a:cubicBezTo>
                  <a:cubicBezTo>
                    <a:pt x="78116" y="59955"/>
                    <a:pt x="85650" y="59338"/>
                    <a:pt x="86367" y="56605"/>
                  </a:cubicBezTo>
                  <a:cubicBezTo>
                    <a:pt x="86995" y="54577"/>
                    <a:pt x="82242" y="52549"/>
                    <a:pt x="82959" y="49904"/>
                  </a:cubicBezTo>
                  <a:cubicBezTo>
                    <a:pt x="84932" y="45848"/>
                    <a:pt x="89058" y="42498"/>
                    <a:pt x="93183" y="39764"/>
                  </a:cubicBezTo>
                  <a:cubicBezTo>
                    <a:pt x="94529" y="39059"/>
                    <a:pt x="96591" y="42498"/>
                    <a:pt x="98026" y="41792"/>
                  </a:cubicBezTo>
                  <a:cubicBezTo>
                    <a:pt x="102780" y="40470"/>
                    <a:pt x="106905" y="35709"/>
                    <a:pt x="111031" y="33681"/>
                  </a:cubicBezTo>
                  <a:cubicBezTo>
                    <a:pt x="113721" y="32358"/>
                    <a:pt x="119910" y="33681"/>
                    <a:pt x="119910" y="31036"/>
                  </a:cubicBezTo>
                  <a:cubicBezTo>
                    <a:pt x="119910" y="26274"/>
                    <a:pt x="114439" y="22924"/>
                    <a:pt x="112376" y="18868"/>
                  </a:cubicBezTo>
                  <a:cubicBezTo>
                    <a:pt x="111031" y="17545"/>
                    <a:pt x="110313" y="16223"/>
                    <a:pt x="109596" y="14812"/>
                  </a:cubicBezTo>
                  <a:lnTo>
                    <a:pt x="109596" y="14812"/>
                  </a:lnTo>
                  <a:cubicBezTo>
                    <a:pt x="108968" y="13490"/>
                    <a:pt x="109596" y="11462"/>
                    <a:pt x="108251" y="11462"/>
                  </a:cubicBezTo>
                  <a:cubicBezTo>
                    <a:pt x="105560" y="10139"/>
                    <a:pt x="102062" y="12167"/>
                    <a:pt x="99372" y="11462"/>
                  </a:cubicBezTo>
                  <a:cubicBezTo>
                    <a:pt x="98026" y="10844"/>
                    <a:pt x="98026" y="7494"/>
                    <a:pt x="96591" y="7494"/>
                  </a:cubicBezTo>
                  <a:cubicBezTo>
                    <a:pt x="94529" y="6789"/>
                    <a:pt x="94529" y="10139"/>
                    <a:pt x="93183" y="10844"/>
                  </a:cubicBezTo>
                  <a:cubicBezTo>
                    <a:pt x="91838" y="10844"/>
                    <a:pt x="89775" y="9434"/>
                    <a:pt x="89775" y="8111"/>
                  </a:cubicBezTo>
                  <a:cubicBezTo>
                    <a:pt x="89058" y="7494"/>
                    <a:pt x="91838" y="6789"/>
                    <a:pt x="91838" y="5466"/>
                  </a:cubicBezTo>
                  <a:cubicBezTo>
                    <a:pt x="91838" y="3438"/>
                    <a:pt x="90403" y="2027"/>
                    <a:pt x="90403" y="0"/>
                  </a:cubicBezTo>
                  <a:lnTo>
                    <a:pt x="90403" y="0"/>
                  </a:lnTo>
                  <a:cubicBezTo>
                    <a:pt x="84304" y="1410"/>
                    <a:pt x="84304" y="1410"/>
                    <a:pt x="84304" y="1410"/>
                  </a:cubicBezTo>
                  <a:cubicBezTo>
                    <a:pt x="82242" y="1410"/>
                    <a:pt x="77488" y="12872"/>
                    <a:pt x="73363" y="14812"/>
                  </a:cubicBezTo>
                  <a:cubicBezTo>
                    <a:pt x="69237" y="16223"/>
                    <a:pt x="65739" y="14812"/>
                    <a:pt x="67174" y="20191"/>
                  </a:cubicBezTo>
                  <a:cubicBezTo>
                    <a:pt x="67802" y="23629"/>
                    <a:pt x="62331" y="22924"/>
                    <a:pt x="61704" y="21601"/>
                  </a:cubicBezTo>
                  <a:cubicBezTo>
                    <a:pt x="60986" y="21601"/>
                    <a:pt x="60986" y="20896"/>
                    <a:pt x="60986" y="20896"/>
                  </a:cubicBezTo>
                  <a:cubicBezTo>
                    <a:pt x="60986" y="20896"/>
                    <a:pt x="60986" y="20896"/>
                    <a:pt x="60269" y="20896"/>
                  </a:cubicBezTo>
                  <a:lnTo>
                    <a:pt x="59641" y="21601"/>
                  </a:lnTo>
                  <a:cubicBezTo>
                    <a:pt x="57578" y="27685"/>
                    <a:pt x="48699" y="33681"/>
                    <a:pt x="48699" y="22924"/>
                  </a:cubicBezTo>
                  <a:cubicBezTo>
                    <a:pt x="45919" y="22218"/>
                    <a:pt x="35605" y="22218"/>
                    <a:pt x="32914" y="22924"/>
                  </a:cubicBezTo>
                  <a:cubicBezTo>
                    <a:pt x="32914" y="26980"/>
                    <a:pt x="37040" y="33681"/>
                    <a:pt x="30852" y="36414"/>
                  </a:cubicBezTo>
                  <a:cubicBezTo>
                    <a:pt x="23318" y="39059"/>
                    <a:pt x="17130" y="41087"/>
                    <a:pt x="9596" y="45848"/>
                  </a:cubicBezTo>
                  <a:cubicBezTo>
                    <a:pt x="2062" y="49904"/>
                    <a:pt x="0" y="48493"/>
                    <a:pt x="0" y="58633"/>
                  </a:cubicBezTo>
                  <a:cubicBezTo>
                    <a:pt x="12376" y="58633"/>
                    <a:pt x="17130" y="53254"/>
                    <a:pt x="26726" y="64717"/>
                  </a:cubicBezTo>
                  <a:cubicBezTo>
                    <a:pt x="29506" y="67362"/>
                    <a:pt x="32197" y="79529"/>
                    <a:pt x="26098" y="79529"/>
                  </a:cubicBezTo>
                  <a:cubicBezTo>
                    <a:pt x="16502" y="79529"/>
                    <a:pt x="23318" y="78824"/>
                    <a:pt x="17130" y="84908"/>
                  </a:cubicBezTo>
                  <a:cubicBezTo>
                    <a:pt x="9596" y="91609"/>
                    <a:pt x="6188" y="83585"/>
                    <a:pt x="16502" y="90991"/>
                  </a:cubicBezTo>
                  <a:cubicBezTo>
                    <a:pt x="18565" y="92314"/>
                    <a:pt x="17847" y="97692"/>
                    <a:pt x="20538" y="97692"/>
                  </a:cubicBezTo>
                  <a:cubicBezTo>
                    <a:pt x="21255" y="97692"/>
                    <a:pt x="24035" y="90991"/>
                    <a:pt x="27443" y="90286"/>
                  </a:cubicBezTo>
                  <a:cubicBezTo>
                    <a:pt x="38385" y="92314"/>
                    <a:pt x="43139" y="93637"/>
                    <a:pt x="54170" y="93637"/>
                  </a:cubicBezTo>
                  <a:cubicBezTo>
                    <a:pt x="54170" y="96987"/>
                    <a:pt x="32914" y="97692"/>
                    <a:pt x="30134" y="97692"/>
                  </a:cubicBezTo>
                  <a:cubicBezTo>
                    <a:pt x="23318" y="99015"/>
                    <a:pt x="33632" y="101748"/>
                    <a:pt x="34977" y="102365"/>
                  </a:cubicBezTo>
                  <a:cubicBezTo>
                    <a:pt x="40448" y="105099"/>
                    <a:pt x="32914" y="111182"/>
                    <a:pt x="41165" y="113828"/>
                  </a:cubicBezTo>
                  <a:cubicBezTo>
                    <a:pt x="53452" y="117883"/>
                    <a:pt x="53452" y="117883"/>
                    <a:pt x="53452" y="117883"/>
                  </a:cubicBezTo>
                  <a:cubicBezTo>
                    <a:pt x="59641" y="119911"/>
                    <a:pt x="63766" y="107832"/>
                    <a:pt x="71300" y="108449"/>
                  </a:cubicBezTo>
                  <a:cubicBezTo>
                    <a:pt x="80179" y="108449"/>
                    <a:pt x="82242" y="105804"/>
                    <a:pt x="90403" y="103776"/>
                  </a:cubicBezTo>
                  <a:cubicBezTo>
                    <a:pt x="90403" y="94959"/>
                    <a:pt x="91838" y="88963"/>
                    <a:pt x="98654" y="8755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1" name="Shape 11171"/>
            <p:cNvSpPr/>
            <p:nvPr/>
          </p:nvSpPr>
          <p:spPr>
            <a:xfrm rot="3648446">
              <a:off x="6444870" y="4444494"/>
              <a:ext cx="457699" cy="33039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5631" y="101843"/>
                  </a:moveTo>
                  <a:lnTo>
                    <a:pt x="15631" y="101843"/>
                  </a:lnTo>
                  <a:cubicBezTo>
                    <a:pt x="15153" y="98250"/>
                    <a:pt x="15153" y="92482"/>
                    <a:pt x="14607" y="88888"/>
                  </a:cubicBezTo>
                  <a:lnTo>
                    <a:pt x="14607" y="88132"/>
                  </a:lnTo>
                  <a:cubicBezTo>
                    <a:pt x="15153" y="84539"/>
                    <a:pt x="17747" y="80189"/>
                    <a:pt x="15631" y="78014"/>
                  </a:cubicBezTo>
                  <a:cubicBezTo>
                    <a:pt x="12013" y="73758"/>
                    <a:pt x="5733" y="77352"/>
                    <a:pt x="1569" y="73758"/>
                  </a:cubicBezTo>
                  <a:cubicBezTo>
                    <a:pt x="0" y="72245"/>
                    <a:pt x="5733" y="71583"/>
                    <a:pt x="6279" y="68652"/>
                  </a:cubicBezTo>
                  <a:cubicBezTo>
                    <a:pt x="6757" y="66477"/>
                    <a:pt x="3139" y="64302"/>
                    <a:pt x="3686" y="61465"/>
                  </a:cubicBezTo>
                  <a:cubicBezTo>
                    <a:pt x="5187" y="57115"/>
                    <a:pt x="8327" y="53522"/>
                    <a:pt x="11467" y="50591"/>
                  </a:cubicBezTo>
                  <a:cubicBezTo>
                    <a:pt x="12491" y="49834"/>
                    <a:pt x="14061" y="53522"/>
                    <a:pt x="15153" y="52765"/>
                  </a:cubicBezTo>
                  <a:cubicBezTo>
                    <a:pt x="18771" y="51347"/>
                    <a:pt x="21911" y="46241"/>
                    <a:pt x="25051" y="44066"/>
                  </a:cubicBezTo>
                  <a:cubicBezTo>
                    <a:pt x="27098" y="42647"/>
                    <a:pt x="31808" y="44066"/>
                    <a:pt x="31808" y="41229"/>
                  </a:cubicBezTo>
                  <a:cubicBezTo>
                    <a:pt x="31808" y="36122"/>
                    <a:pt x="27645" y="32529"/>
                    <a:pt x="26075" y="28179"/>
                  </a:cubicBezTo>
                  <a:cubicBezTo>
                    <a:pt x="25051" y="26761"/>
                    <a:pt x="24505" y="25342"/>
                    <a:pt x="23959" y="23829"/>
                  </a:cubicBezTo>
                  <a:lnTo>
                    <a:pt x="23959" y="23829"/>
                  </a:lnTo>
                  <a:cubicBezTo>
                    <a:pt x="28122" y="23829"/>
                    <a:pt x="32832" y="23829"/>
                    <a:pt x="37542" y="24586"/>
                  </a:cubicBezTo>
                  <a:cubicBezTo>
                    <a:pt x="39658" y="25342"/>
                    <a:pt x="41706" y="28179"/>
                    <a:pt x="43822" y="27517"/>
                  </a:cubicBezTo>
                  <a:cubicBezTo>
                    <a:pt x="46416" y="26761"/>
                    <a:pt x="47986" y="21749"/>
                    <a:pt x="50580" y="21749"/>
                  </a:cubicBezTo>
                  <a:cubicBezTo>
                    <a:pt x="53174" y="20992"/>
                    <a:pt x="55767" y="26004"/>
                    <a:pt x="57883" y="24586"/>
                  </a:cubicBezTo>
                  <a:cubicBezTo>
                    <a:pt x="64641" y="20992"/>
                    <a:pt x="68805" y="11631"/>
                    <a:pt x="75085" y="7281"/>
                  </a:cubicBezTo>
                  <a:cubicBezTo>
                    <a:pt x="77201" y="5768"/>
                    <a:pt x="79249" y="10874"/>
                    <a:pt x="81365" y="10118"/>
                  </a:cubicBezTo>
                  <a:cubicBezTo>
                    <a:pt x="84436" y="8699"/>
                    <a:pt x="85529" y="2931"/>
                    <a:pt x="88600" y="1513"/>
                  </a:cubicBezTo>
                  <a:cubicBezTo>
                    <a:pt x="90170" y="756"/>
                    <a:pt x="91262" y="5106"/>
                    <a:pt x="92832" y="5106"/>
                  </a:cubicBezTo>
                  <a:cubicBezTo>
                    <a:pt x="94402" y="4349"/>
                    <a:pt x="94880" y="0"/>
                    <a:pt x="96450" y="0"/>
                  </a:cubicBezTo>
                  <a:cubicBezTo>
                    <a:pt x="100614" y="1513"/>
                    <a:pt x="102730" y="7943"/>
                    <a:pt x="106348" y="8699"/>
                  </a:cubicBezTo>
                  <a:cubicBezTo>
                    <a:pt x="107918" y="9456"/>
                    <a:pt x="107918" y="5106"/>
                    <a:pt x="108464" y="3687"/>
                  </a:cubicBezTo>
                  <a:lnTo>
                    <a:pt x="108464" y="3687"/>
                  </a:lnTo>
                  <a:cubicBezTo>
                    <a:pt x="110034" y="4349"/>
                    <a:pt x="111604" y="4349"/>
                    <a:pt x="112627" y="5768"/>
                  </a:cubicBezTo>
                  <a:cubicBezTo>
                    <a:pt x="113174" y="7943"/>
                    <a:pt x="111604" y="10874"/>
                    <a:pt x="112081" y="13049"/>
                  </a:cubicBezTo>
                  <a:cubicBezTo>
                    <a:pt x="113174" y="15224"/>
                    <a:pt x="116245" y="13806"/>
                    <a:pt x="117337" y="15981"/>
                  </a:cubicBezTo>
                  <a:cubicBezTo>
                    <a:pt x="118907" y="18817"/>
                    <a:pt x="119931" y="23167"/>
                    <a:pt x="119931" y="26761"/>
                  </a:cubicBezTo>
                  <a:cubicBezTo>
                    <a:pt x="118907" y="33947"/>
                    <a:pt x="115767" y="40472"/>
                    <a:pt x="114197" y="47754"/>
                  </a:cubicBezTo>
                  <a:cubicBezTo>
                    <a:pt x="113174" y="52765"/>
                    <a:pt x="114197" y="58534"/>
                    <a:pt x="113174" y="62884"/>
                  </a:cubicBezTo>
                  <a:cubicBezTo>
                    <a:pt x="112081" y="66477"/>
                    <a:pt x="108941" y="67234"/>
                    <a:pt x="107918" y="70827"/>
                  </a:cubicBezTo>
                  <a:cubicBezTo>
                    <a:pt x="105870" y="75177"/>
                    <a:pt x="104778" y="80189"/>
                    <a:pt x="103208" y="85295"/>
                  </a:cubicBezTo>
                  <a:lnTo>
                    <a:pt x="103208" y="85295"/>
                  </a:lnTo>
                  <a:cubicBezTo>
                    <a:pt x="101706" y="83782"/>
                    <a:pt x="100614" y="81607"/>
                    <a:pt x="98566" y="80945"/>
                  </a:cubicBezTo>
                  <a:cubicBezTo>
                    <a:pt x="96996" y="80189"/>
                    <a:pt x="94402" y="79527"/>
                    <a:pt x="93310" y="81607"/>
                  </a:cubicBezTo>
                  <a:cubicBezTo>
                    <a:pt x="92286" y="83782"/>
                    <a:pt x="95426" y="87470"/>
                    <a:pt x="94402" y="90307"/>
                  </a:cubicBezTo>
                  <a:cubicBezTo>
                    <a:pt x="93856" y="91725"/>
                    <a:pt x="91740" y="90307"/>
                    <a:pt x="90170" y="90307"/>
                  </a:cubicBezTo>
                  <a:lnTo>
                    <a:pt x="90170" y="90307"/>
                  </a:lnTo>
                  <a:cubicBezTo>
                    <a:pt x="89146" y="91063"/>
                    <a:pt x="88122" y="92482"/>
                    <a:pt x="87098" y="91725"/>
                  </a:cubicBezTo>
                  <a:cubicBezTo>
                    <a:pt x="85529" y="91725"/>
                    <a:pt x="84436" y="88132"/>
                    <a:pt x="82935" y="88888"/>
                  </a:cubicBezTo>
                  <a:cubicBezTo>
                    <a:pt x="80819" y="89645"/>
                    <a:pt x="80819" y="93238"/>
                    <a:pt x="79795" y="96075"/>
                  </a:cubicBezTo>
                  <a:cubicBezTo>
                    <a:pt x="78225" y="100425"/>
                    <a:pt x="77679" y="104775"/>
                    <a:pt x="76109" y="108368"/>
                  </a:cubicBezTo>
                  <a:cubicBezTo>
                    <a:pt x="74539" y="111962"/>
                    <a:pt x="72491" y="114137"/>
                    <a:pt x="70921" y="117068"/>
                  </a:cubicBezTo>
                  <a:cubicBezTo>
                    <a:pt x="55767" y="116312"/>
                    <a:pt x="55767" y="116312"/>
                    <a:pt x="55767" y="116312"/>
                  </a:cubicBezTo>
                  <a:lnTo>
                    <a:pt x="55767" y="116312"/>
                  </a:lnTo>
                  <a:cubicBezTo>
                    <a:pt x="51604" y="116312"/>
                    <a:pt x="48464" y="119905"/>
                    <a:pt x="45392" y="111300"/>
                  </a:cubicBezTo>
                  <a:cubicBezTo>
                    <a:pt x="43822" y="109787"/>
                    <a:pt x="39658" y="103356"/>
                    <a:pt x="39112" y="100425"/>
                  </a:cubicBezTo>
                  <a:cubicBezTo>
                    <a:pt x="36996" y="100425"/>
                    <a:pt x="33924" y="104018"/>
                    <a:pt x="31808" y="104775"/>
                  </a:cubicBezTo>
                  <a:cubicBezTo>
                    <a:pt x="28122" y="106193"/>
                    <a:pt x="25529" y="102600"/>
                    <a:pt x="22935" y="101843"/>
                  </a:cubicBezTo>
                  <a:cubicBezTo>
                    <a:pt x="19795" y="101182"/>
                    <a:pt x="17201" y="101182"/>
                    <a:pt x="15631" y="10184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2" name="Shape 11172"/>
            <p:cNvSpPr/>
            <p:nvPr/>
          </p:nvSpPr>
          <p:spPr>
            <a:xfrm rot="3648446">
              <a:off x="6704198" y="4310814"/>
              <a:ext cx="423285" cy="36136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982" y="7246"/>
                  </a:moveTo>
                  <a:lnTo>
                    <a:pt x="70982" y="7246"/>
                  </a:lnTo>
                  <a:cubicBezTo>
                    <a:pt x="89557" y="690"/>
                    <a:pt x="89557" y="690"/>
                    <a:pt x="89557" y="690"/>
                  </a:cubicBezTo>
                  <a:lnTo>
                    <a:pt x="89557" y="690"/>
                  </a:lnTo>
                  <a:cubicBezTo>
                    <a:pt x="92948" y="1294"/>
                    <a:pt x="96855" y="0"/>
                    <a:pt x="99140" y="2674"/>
                  </a:cubicBezTo>
                  <a:cubicBezTo>
                    <a:pt x="100835" y="4658"/>
                    <a:pt x="98550" y="7936"/>
                    <a:pt x="98550" y="10524"/>
                  </a:cubicBezTo>
                  <a:cubicBezTo>
                    <a:pt x="99140" y="13199"/>
                    <a:pt x="98550" y="18461"/>
                    <a:pt x="101351" y="19151"/>
                  </a:cubicBezTo>
                  <a:cubicBezTo>
                    <a:pt x="104742" y="19755"/>
                    <a:pt x="107542" y="15183"/>
                    <a:pt x="110343" y="12508"/>
                  </a:cubicBezTo>
                  <a:lnTo>
                    <a:pt x="110933" y="17771"/>
                  </a:lnTo>
                  <a:cubicBezTo>
                    <a:pt x="110343" y="18461"/>
                    <a:pt x="108648" y="21739"/>
                    <a:pt x="108648" y="21739"/>
                  </a:cubicBezTo>
                  <a:cubicBezTo>
                    <a:pt x="108648" y="21739"/>
                    <a:pt x="108132" y="26398"/>
                    <a:pt x="108132" y="27002"/>
                  </a:cubicBezTo>
                  <a:lnTo>
                    <a:pt x="112039" y="32264"/>
                  </a:lnTo>
                  <a:cubicBezTo>
                    <a:pt x="113734" y="35629"/>
                    <a:pt x="114840" y="39511"/>
                    <a:pt x="116019" y="42875"/>
                  </a:cubicBezTo>
                  <a:cubicBezTo>
                    <a:pt x="116019" y="42875"/>
                    <a:pt x="119926" y="47447"/>
                    <a:pt x="119410" y="47447"/>
                  </a:cubicBezTo>
                  <a:cubicBezTo>
                    <a:pt x="118820" y="48138"/>
                    <a:pt x="112628" y="52710"/>
                    <a:pt x="112628" y="52710"/>
                  </a:cubicBezTo>
                  <a:cubicBezTo>
                    <a:pt x="111523" y="54004"/>
                    <a:pt x="109238" y="54694"/>
                    <a:pt x="109238" y="55988"/>
                  </a:cubicBezTo>
                  <a:cubicBezTo>
                    <a:pt x="109828" y="59352"/>
                    <a:pt x="114324" y="60647"/>
                    <a:pt x="114324" y="63925"/>
                  </a:cubicBezTo>
                  <a:cubicBezTo>
                    <a:pt x="114324" y="65909"/>
                    <a:pt x="110343" y="65219"/>
                    <a:pt x="109828" y="67203"/>
                  </a:cubicBezTo>
                  <a:cubicBezTo>
                    <a:pt x="108648" y="70481"/>
                    <a:pt x="109828" y="73846"/>
                    <a:pt x="109828" y="77124"/>
                  </a:cubicBezTo>
                  <a:cubicBezTo>
                    <a:pt x="110343" y="81696"/>
                    <a:pt x="111523" y="86959"/>
                    <a:pt x="111523" y="91617"/>
                  </a:cubicBezTo>
                  <a:cubicBezTo>
                    <a:pt x="110933" y="94205"/>
                    <a:pt x="109238" y="95585"/>
                    <a:pt x="108132" y="97570"/>
                  </a:cubicBezTo>
                  <a:lnTo>
                    <a:pt x="108132" y="97570"/>
                  </a:lnTo>
                  <a:cubicBezTo>
                    <a:pt x="107542" y="98864"/>
                    <a:pt x="107542" y="102832"/>
                    <a:pt x="105847" y="102142"/>
                  </a:cubicBezTo>
                  <a:cubicBezTo>
                    <a:pt x="101941" y="101452"/>
                    <a:pt x="99656" y="95585"/>
                    <a:pt x="95159" y="94205"/>
                  </a:cubicBezTo>
                  <a:cubicBezTo>
                    <a:pt x="93464" y="94205"/>
                    <a:pt x="92948" y="98173"/>
                    <a:pt x="91253" y="98864"/>
                  </a:cubicBezTo>
                  <a:cubicBezTo>
                    <a:pt x="89557" y="98864"/>
                    <a:pt x="88378" y="94895"/>
                    <a:pt x="86683" y="95585"/>
                  </a:cubicBezTo>
                  <a:cubicBezTo>
                    <a:pt x="83366" y="96879"/>
                    <a:pt x="82186" y="102142"/>
                    <a:pt x="78869" y="103436"/>
                  </a:cubicBezTo>
                  <a:cubicBezTo>
                    <a:pt x="76584" y="104126"/>
                    <a:pt x="74373" y="99468"/>
                    <a:pt x="72088" y="100848"/>
                  </a:cubicBezTo>
                  <a:cubicBezTo>
                    <a:pt x="65307" y="104816"/>
                    <a:pt x="60810" y="113357"/>
                    <a:pt x="53513" y="116635"/>
                  </a:cubicBezTo>
                  <a:cubicBezTo>
                    <a:pt x="51228" y="117929"/>
                    <a:pt x="48427" y="113357"/>
                    <a:pt x="45626" y="114047"/>
                  </a:cubicBezTo>
                  <a:cubicBezTo>
                    <a:pt x="42825" y="114047"/>
                    <a:pt x="41130" y="118619"/>
                    <a:pt x="38329" y="119309"/>
                  </a:cubicBezTo>
                  <a:cubicBezTo>
                    <a:pt x="36044" y="119913"/>
                    <a:pt x="33832" y="117325"/>
                    <a:pt x="31547" y="116635"/>
                  </a:cubicBezTo>
                  <a:cubicBezTo>
                    <a:pt x="26461" y="115945"/>
                    <a:pt x="21375" y="115945"/>
                    <a:pt x="16879" y="115945"/>
                  </a:cubicBezTo>
                  <a:lnTo>
                    <a:pt x="16879" y="115945"/>
                  </a:lnTo>
                  <a:cubicBezTo>
                    <a:pt x="16363" y="114651"/>
                    <a:pt x="16879" y="112667"/>
                    <a:pt x="15773" y="112667"/>
                  </a:cubicBezTo>
                  <a:cubicBezTo>
                    <a:pt x="13562" y="111373"/>
                    <a:pt x="10687" y="113357"/>
                    <a:pt x="8476" y="112667"/>
                  </a:cubicBezTo>
                  <a:cubicBezTo>
                    <a:pt x="7371" y="112063"/>
                    <a:pt x="7371" y="108785"/>
                    <a:pt x="6191" y="108785"/>
                  </a:cubicBezTo>
                  <a:cubicBezTo>
                    <a:pt x="4496" y="108094"/>
                    <a:pt x="4496" y="111373"/>
                    <a:pt x="3390" y="112063"/>
                  </a:cubicBezTo>
                  <a:cubicBezTo>
                    <a:pt x="2285" y="112063"/>
                    <a:pt x="589" y="110682"/>
                    <a:pt x="589" y="109388"/>
                  </a:cubicBezTo>
                  <a:cubicBezTo>
                    <a:pt x="0" y="108785"/>
                    <a:pt x="2285" y="108094"/>
                    <a:pt x="2285" y="106800"/>
                  </a:cubicBezTo>
                  <a:cubicBezTo>
                    <a:pt x="2285" y="104816"/>
                    <a:pt x="1105" y="103436"/>
                    <a:pt x="1105" y="101452"/>
                  </a:cubicBezTo>
                  <a:lnTo>
                    <a:pt x="1105" y="101452"/>
                  </a:lnTo>
                  <a:cubicBezTo>
                    <a:pt x="12972" y="98173"/>
                    <a:pt x="12972" y="98173"/>
                    <a:pt x="12972" y="98173"/>
                  </a:cubicBezTo>
                  <a:cubicBezTo>
                    <a:pt x="15773" y="97570"/>
                    <a:pt x="18058" y="101452"/>
                    <a:pt x="21375" y="97570"/>
                  </a:cubicBezTo>
                  <a:cubicBezTo>
                    <a:pt x="24766" y="94205"/>
                    <a:pt x="29852" y="90927"/>
                    <a:pt x="32137" y="87649"/>
                  </a:cubicBezTo>
                  <a:cubicBezTo>
                    <a:pt x="33832" y="85061"/>
                    <a:pt x="34348" y="81696"/>
                    <a:pt x="37149" y="80402"/>
                  </a:cubicBezTo>
                  <a:cubicBezTo>
                    <a:pt x="40540" y="79108"/>
                    <a:pt x="43341" y="80402"/>
                    <a:pt x="46216" y="77728"/>
                  </a:cubicBezTo>
                  <a:cubicBezTo>
                    <a:pt x="48427" y="74450"/>
                    <a:pt x="51818" y="71171"/>
                    <a:pt x="54103" y="67893"/>
                  </a:cubicBezTo>
                  <a:cubicBezTo>
                    <a:pt x="60810" y="57368"/>
                    <a:pt x="64201" y="50726"/>
                    <a:pt x="68697" y="38217"/>
                  </a:cubicBezTo>
                  <a:cubicBezTo>
                    <a:pt x="69287" y="36232"/>
                    <a:pt x="69287" y="31660"/>
                    <a:pt x="69803" y="28986"/>
                  </a:cubicBezTo>
                  <a:cubicBezTo>
                    <a:pt x="70393" y="26398"/>
                    <a:pt x="71498" y="26398"/>
                    <a:pt x="72678" y="23723"/>
                  </a:cubicBezTo>
                  <a:cubicBezTo>
                    <a:pt x="74373" y="21049"/>
                    <a:pt x="72678" y="13889"/>
                    <a:pt x="72678" y="10524"/>
                  </a:cubicBezTo>
                  <a:cubicBezTo>
                    <a:pt x="74889" y="9920"/>
                    <a:pt x="77174" y="9920"/>
                    <a:pt x="79385" y="9230"/>
                  </a:cubicBezTo>
                  <a:cubicBezTo>
                    <a:pt x="79385" y="8626"/>
                    <a:pt x="79385" y="8626"/>
                    <a:pt x="79385" y="8626"/>
                  </a:cubicBezTo>
                  <a:cubicBezTo>
                    <a:pt x="77690" y="8626"/>
                    <a:pt x="71498" y="7936"/>
                    <a:pt x="70982" y="724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3" name="Shape 11173"/>
            <p:cNvSpPr/>
            <p:nvPr/>
          </p:nvSpPr>
          <p:spPr>
            <a:xfrm rot="3648446">
              <a:off x="6592256" y="5056914"/>
              <a:ext cx="108976" cy="791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000" y="9019"/>
                  </a:moveTo>
                  <a:lnTo>
                    <a:pt x="48000" y="9019"/>
                  </a:lnTo>
                  <a:cubicBezTo>
                    <a:pt x="58571" y="5882"/>
                    <a:pt x="69714" y="0"/>
                    <a:pt x="80571" y="2745"/>
                  </a:cubicBezTo>
                  <a:cubicBezTo>
                    <a:pt x="87142" y="2745"/>
                    <a:pt x="93714" y="11764"/>
                    <a:pt x="102285" y="14901"/>
                  </a:cubicBezTo>
                  <a:lnTo>
                    <a:pt x="102285" y="14901"/>
                  </a:lnTo>
                  <a:cubicBezTo>
                    <a:pt x="106857" y="18039"/>
                    <a:pt x="113428" y="14901"/>
                    <a:pt x="115428" y="20784"/>
                  </a:cubicBezTo>
                  <a:cubicBezTo>
                    <a:pt x="119714" y="32941"/>
                    <a:pt x="117714" y="47843"/>
                    <a:pt x="119714" y="62745"/>
                  </a:cubicBezTo>
                  <a:lnTo>
                    <a:pt x="119714" y="62745"/>
                  </a:lnTo>
                  <a:cubicBezTo>
                    <a:pt x="102285" y="71764"/>
                    <a:pt x="89428" y="86666"/>
                    <a:pt x="78285" y="119607"/>
                  </a:cubicBezTo>
                  <a:lnTo>
                    <a:pt x="78285" y="119607"/>
                  </a:lnTo>
                  <a:cubicBezTo>
                    <a:pt x="69714" y="107843"/>
                    <a:pt x="65142" y="89803"/>
                    <a:pt x="54571" y="83921"/>
                  </a:cubicBezTo>
                  <a:cubicBezTo>
                    <a:pt x="46000" y="80784"/>
                    <a:pt x="39428" y="98823"/>
                    <a:pt x="32857" y="95686"/>
                  </a:cubicBezTo>
                  <a:cubicBezTo>
                    <a:pt x="24000" y="89803"/>
                    <a:pt x="26285" y="71764"/>
                    <a:pt x="22000" y="65882"/>
                  </a:cubicBezTo>
                  <a:cubicBezTo>
                    <a:pt x="17714" y="56862"/>
                    <a:pt x="8857" y="56862"/>
                    <a:pt x="2285" y="50980"/>
                  </a:cubicBezTo>
                  <a:lnTo>
                    <a:pt x="2285" y="50980"/>
                  </a:lnTo>
                  <a:cubicBezTo>
                    <a:pt x="2285" y="41960"/>
                    <a:pt x="0" y="32941"/>
                    <a:pt x="2285" y="23921"/>
                  </a:cubicBezTo>
                  <a:cubicBezTo>
                    <a:pt x="6571" y="14901"/>
                    <a:pt x="15428" y="11764"/>
                    <a:pt x="22000" y="11764"/>
                  </a:cubicBezTo>
                  <a:cubicBezTo>
                    <a:pt x="28571" y="11764"/>
                    <a:pt x="32857" y="23921"/>
                    <a:pt x="37142" y="23921"/>
                  </a:cubicBezTo>
                  <a:cubicBezTo>
                    <a:pt x="43714" y="23921"/>
                    <a:pt x="43714" y="11764"/>
                    <a:pt x="48000" y="901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4" name="Shape 11174"/>
            <p:cNvSpPr/>
            <p:nvPr/>
          </p:nvSpPr>
          <p:spPr>
            <a:xfrm rot="3648446">
              <a:off x="6467826" y="4993335"/>
              <a:ext cx="203040" cy="10095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594" y="0"/>
                  </a:moveTo>
                  <a:lnTo>
                    <a:pt x="43594" y="0"/>
                  </a:lnTo>
                  <a:cubicBezTo>
                    <a:pt x="48215" y="2153"/>
                    <a:pt x="54223" y="9230"/>
                    <a:pt x="60077" y="9230"/>
                  </a:cubicBezTo>
                  <a:cubicBezTo>
                    <a:pt x="65930" y="9230"/>
                    <a:pt x="73016" y="6769"/>
                    <a:pt x="78870" y="4615"/>
                  </a:cubicBezTo>
                  <a:lnTo>
                    <a:pt x="78870" y="4615"/>
                  </a:lnTo>
                  <a:cubicBezTo>
                    <a:pt x="82413" y="9230"/>
                    <a:pt x="87188" y="9230"/>
                    <a:pt x="89499" y="16307"/>
                  </a:cubicBezTo>
                  <a:cubicBezTo>
                    <a:pt x="91810" y="20923"/>
                    <a:pt x="90577" y="35076"/>
                    <a:pt x="95353" y="39692"/>
                  </a:cubicBezTo>
                  <a:cubicBezTo>
                    <a:pt x="98896" y="42153"/>
                    <a:pt x="102439" y="28000"/>
                    <a:pt x="107060" y="30461"/>
                  </a:cubicBezTo>
                  <a:cubicBezTo>
                    <a:pt x="112759" y="35076"/>
                    <a:pt x="115224" y="49230"/>
                    <a:pt x="119845" y="58461"/>
                  </a:cubicBezTo>
                  <a:lnTo>
                    <a:pt x="119845" y="58461"/>
                  </a:lnTo>
                  <a:cubicBezTo>
                    <a:pt x="119845" y="60923"/>
                    <a:pt x="119845" y="63384"/>
                    <a:pt x="118767" y="65538"/>
                  </a:cubicBezTo>
                  <a:cubicBezTo>
                    <a:pt x="109216" y="119692"/>
                    <a:pt x="112759" y="100923"/>
                    <a:pt x="82413" y="112615"/>
                  </a:cubicBezTo>
                  <a:cubicBezTo>
                    <a:pt x="63620" y="119692"/>
                    <a:pt x="20025" y="117230"/>
                    <a:pt x="12939" y="72615"/>
                  </a:cubicBezTo>
                  <a:cubicBezTo>
                    <a:pt x="9396" y="58461"/>
                    <a:pt x="4775" y="53846"/>
                    <a:pt x="0" y="49230"/>
                  </a:cubicBezTo>
                  <a:lnTo>
                    <a:pt x="0" y="49230"/>
                  </a:lnTo>
                  <a:cubicBezTo>
                    <a:pt x="5853" y="42153"/>
                    <a:pt x="15250" y="23384"/>
                    <a:pt x="22336" y="18769"/>
                  </a:cubicBezTo>
                  <a:cubicBezTo>
                    <a:pt x="24801" y="16307"/>
                    <a:pt x="28189" y="25538"/>
                    <a:pt x="30654" y="23384"/>
                  </a:cubicBezTo>
                  <a:cubicBezTo>
                    <a:pt x="35275" y="18769"/>
                    <a:pt x="38818" y="6769"/>
                    <a:pt x="43594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5" name="Shape 11175"/>
            <p:cNvSpPr/>
            <p:nvPr/>
          </p:nvSpPr>
          <p:spPr>
            <a:xfrm rot="3648446">
              <a:off x="6731025" y="5267679"/>
              <a:ext cx="170920" cy="1617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762" y="0"/>
                  </a:moveTo>
                  <a:lnTo>
                    <a:pt x="41762" y="0"/>
                  </a:lnTo>
                  <a:cubicBezTo>
                    <a:pt x="37568" y="6000"/>
                    <a:pt x="32097" y="11806"/>
                    <a:pt x="29179" y="19354"/>
                  </a:cubicBezTo>
                  <a:cubicBezTo>
                    <a:pt x="26443" y="29612"/>
                    <a:pt x="13860" y="32516"/>
                    <a:pt x="9665" y="42967"/>
                  </a:cubicBezTo>
                  <a:cubicBezTo>
                    <a:pt x="6930" y="50322"/>
                    <a:pt x="4194" y="59225"/>
                    <a:pt x="1276" y="66580"/>
                  </a:cubicBezTo>
                  <a:lnTo>
                    <a:pt x="1276" y="66580"/>
                  </a:lnTo>
                  <a:cubicBezTo>
                    <a:pt x="4194" y="73935"/>
                    <a:pt x="0" y="69483"/>
                    <a:pt x="5471" y="73935"/>
                  </a:cubicBezTo>
                  <a:cubicBezTo>
                    <a:pt x="11124" y="76838"/>
                    <a:pt x="16595" y="72580"/>
                    <a:pt x="22249" y="73935"/>
                  </a:cubicBezTo>
                  <a:cubicBezTo>
                    <a:pt x="26443" y="75483"/>
                    <a:pt x="26443" y="81290"/>
                    <a:pt x="30638" y="82838"/>
                  </a:cubicBezTo>
                  <a:cubicBezTo>
                    <a:pt x="33373" y="84387"/>
                    <a:pt x="39027" y="81290"/>
                    <a:pt x="41762" y="84387"/>
                  </a:cubicBezTo>
                  <a:cubicBezTo>
                    <a:pt x="44498" y="87290"/>
                    <a:pt x="44498" y="91741"/>
                    <a:pt x="44498" y="96193"/>
                  </a:cubicBezTo>
                  <a:cubicBezTo>
                    <a:pt x="44498" y="99096"/>
                    <a:pt x="40303" y="99096"/>
                    <a:pt x="40303" y="102000"/>
                  </a:cubicBezTo>
                  <a:cubicBezTo>
                    <a:pt x="39027" y="106451"/>
                    <a:pt x="40303" y="110903"/>
                    <a:pt x="41762" y="115354"/>
                  </a:cubicBezTo>
                  <a:lnTo>
                    <a:pt x="41762" y="115354"/>
                  </a:lnTo>
                  <a:cubicBezTo>
                    <a:pt x="48693" y="116903"/>
                    <a:pt x="54346" y="119806"/>
                    <a:pt x="62553" y="119806"/>
                  </a:cubicBezTo>
                  <a:cubicBezTo>
                    <a:pt x="70942" y="119806"/>
                    <a:pt x="79331" y="112451"/>
                    <a:pt x="89179" y="112451"/>
                  </a:cubicBezTo>
                  <a:cubicBezTo>
                    <a:pt x="94650" y="112451"/>
                    <a:pt x="100303" y="115354"/>
                    <a:pt x="105775" y="116903"/>
                  </a:cubicBezTo>
                  <a:lnTo>
                    <a:pt x="105775" y="116903"/>
                  </a:lnTo>
                  <a:cubicBezTo>
                    <a:pt x="105775" y="109354"/>
                    <a:pt x="108510" y="100451"/>
                    <a:pt x="107234" y="93096"/>
                  </a:cubicBezTo>
                  <a:cubicBezTo>
                    <a:pt x="105775" y="87290"/>
                    <a:pt x="96109" y="85741"/>
                    <a:pt x="97386" y="81290"/>
                  </a:cubicBezTo>
                  <a:cubicBezTo>
                    <a:pt x="100303" y="73935"/>
                    <a:pt x="112705" y="75483"/>
                    <a:pt x="115623" y="68129"/>
                  </a:cubicBezTo>
                  <a:cubicBezTo>
                    <a:pt x="119817" y="59225"/>
                    <a:pt x="114164" y="51677"/>
                    <a:pt x="112705" y="42967"/>
                  </a:cubicBezTo>
                  <a:lnTo>
                    <a:pt x="112705" y="42967"/>
                  </a:lnTo>
                  <a:cubicBezTo>
                    <a:pt x="101580" y="39870"/>
                    <a:pt x="89179" y="41419"/>
                    <a:pt x="80790" y="34064"/>
                  </a:cubicBezTo>
                  <a:cubicBezTo>
                    <a:pt x="75136" y="29612"/>
                    <a:pt x="80790" y="16258"/>
                    <a:pt x="75136" y="11806"/>
                  </a:cubicBezTo>
                  <a:cubicBezTo>
                    <a:pt x="69665" y="7354"/>
                    <a:pt x="59817" y="13354"/>
                    <a:pt x="52887" y="10451"/>
                  </a:cubicBezTo>
                  <a:cubicBezTo>
                    <a:pt x="50151" y="10451"/>
                    <a:pt x="54346" y="6000"/>
                    <a:pt x="52887" y="4451"/>
                  </a:cubicBezTo>
                  <a:cubicBezTo>
                    <a:pt x="45957" y="0"/>
                    <a:pt x="48693" y="2903"/>
                    <a:pt x="41762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6" name="Shape 11176"/>
            <p:cNvSpPr/>
            <p:nvPr/>
          </p:nvSpPr>
          <p:spPr>
            <a:xfrm rot="3648446">
              <a:off x="6704749" y="5279143"/>
              <a:ext cx="75710" cy="860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855" y="0"/>
                  </a:moveTo>
                  <a:lnTo>
                    <a:pt x="21855" y="0"/>
                  </a:lnTo>
                  <a:cubicBezTo>
                    <a:pt x="28453" y="13860"/>
                    <a:pt x="18969" y="5471"/>
                    <a:pt x="31340" y="13860"/>
                  </a:cubicBezTo>
                  <a:cubicBezTo>
                    <a:pt x="44123" y="19331"/>
                    <a:pt x="56494" y="11306"/>
                    <a:pt x="69278" y="13860"/>
                  </a:cubicBezTo>
                  <a:cubicBezTo>
                    <a:pt x="78762" y="16778"/>
                    <a:pt x="78762" y="27720"/>
                    <a:pt x="88247" y="30638"/>
                  </a:cubicBezTo>
                  <a:cubicBezTo>
                    <a:pt x="94432" y="33556"/>
                    <a:pt x="107216" y="27720"/>
                    <a:pt x="113402" y="33556"/>
                  </a:cubicBezTo>
                  <a:cubicBezTo>
                    <a:pt x="119587" y="39027"/>
                    <a:pt x="119587" y="47416"/>
                    <a:pt x="119587" y="55805"/>
                  </a:cubicBezTo>
                  <a:cubicBezTo>
                    <a:pt x="119587" y="61276"/>
                    <a:pt x="110103" y="61276"/>
                    <a:pt x="110103" y="66747"/>
                  </a:cubicBezTo>
                  <a:cubicBezTo>
                    <a:pt x="107216" y="75136"/>
                    <a:pt x="110103" y="83525"/>
                    <a:pt x="113402" y="91914"/>
                  </a:cubicBezTo>
                  <a:lnTo>
                    <a:pt x="113402" y="91914"/>
                  </a:lnTo>
                  <a:cubicBezTo>
                    <a:pt x="110103" y="97386"/>
                    <a:pt x="110103" y="105775"/>
                    <a:pt x="103917" y="108693"/>
                  </a:cubicBezTo>
                  <a:cubicBezTo>
                    <a:pt x="100618" y="111610"/>
                    <a:pt x="94432" y="105775"/>
                    <a:pt x="88247" y="108693"/>
                  </a:cubicBezTo>
                  <a:cubicBezTo>
                    <a:pt x="82061" y="108693"/>
                    <a:pt x="78762" y="114164"/>
                    <a:pt x="75463" y="119635"/>
                  </a:cubicBezTo>
                  <a:lnTo>
                    <a:pt x="75463" y="119635"/>
                  </a:lnTo>
                  <a:cubicBezTo>
                    <a:pt x="63092" y="114164"/>
                    <a:pt x="47010" y="117082"/>
                    <a:pt x="40824" y="105775"/>
                  </a:cubicBezTo>
                  <a:cubicBezTo>
                    <a:pt x="34639" y="100303"/>
                    <a:pt x="44123" y="91914"/>
                    <a:pt x="44123" y="83525"/>
                  </a:cubicBezTo>
                  <a:cubicBezTo>
                    <a:pt x="44123" y="75136"/>
                    <a:pt x="47010" y="63829"/>
                    <a:pt x="40824" y="55805"/>
                  </a:cubicBezTo>
                  <a:cubicBezTo>
                    <a:pt x="37525" y="49969"/>
                    <a:pt x="25154" y="49969"/>
                    <a:pt x="18969" y="44498"/>
                  </a:cubicBezTo>
                  <a:cubicBezTo>
                    <a:pt x="6185" y="36109"/>
                    <a:pt x="9484" y="39027"/>
                    <a:pt x="0" y="27720"/>
                  </a:cubicBezTo>
                  <a:lnTo>
                    <a:pt x="0" y="27720"/>
                  </a:lnTo>
                  <a:cubicBezTo>
                    <a:pt x="9484" y="22249"/>
                    <a:pt x="15670" y="11306"/>
                    <a:pt x="21855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7" name="Shape 11177"/>
            <p:cNvSpPr/>
            <p:nvPr/>
          </p:nvSpPr>
          <p:spPr>
            <a:xfrm rot="3648446">
              <a:off x="6953701" y="5539637"/>
              <a:ext cx="97504" cy="1353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148" y="12437"/>
                  </a:moveTo>
                  <a:lnTo>
                    <a:pt x="34148" y="12437"/>
                  </a:lnTo>
                  <a:cubicBezTo>
                    <a:pt x="38936" y="14049"/>
                    <a:pt x="44042" y="15892"/>
                    <a:pt x="48829" y="15892"/>
                  </a:cubicBezTo>
                  <a:cubicBezTo>
                    <a:pt x="56170" y="15892"/>
                    <a:pt x="63510" y="15892"/>
                    <a:pt x="68297" y="12437"/>
                  </a:cubicBezTo>
                  <a:cubicBezTo>
                    <a:pt x="73404" y="10595"/>
                    <a:pt x="73404" y="3454"/>
                    <a:pt x="75638" y="1842"/>
                  </a:cubicBezTo>
                  <a:cubicBezTo>
                    <a:pt x="80425" y="0"/>
                    <a:pt x="82978" y="0"/>
                    <a:pt x="87765" y="0"/>
                  </a:cubicBezTo>
                  <a:lnTo>
                    <a:pt x="87765" y="0"/>
                  </a:lnTo>
                  <a:cubicBezTo>
                    <a:pt x="85531" y="1842"/>
                    <a:pt x="82978" y="5297"/>
                    <a:pt x="82978" y="7140"/>
                  </a:cubicBezTo>
                  <a:cubicBezTo>
                    <a:pt x="80425" y="12437"/>
                    <a:pt x="80425" y="17735"/>
                    <a:pt x="80425" y="21190"/>
                  </a:cubicBezTo>
                  <a:cubicBezTo>
                    <a:pt x="82978" y="26487"/>
                    <a:pt x="95106" y="29942"/>
                    <a:pt x="95106" y="35239"/>
                  </a:cubicBezTo>
                  <a:cubicBezTo>
                    <a:pt x="92872" y="42380"/>
                    <a:pt x="78191" y="43992"/>
                    <a:pt x="75638" y="49289"/>
                  </a:cubicBezTo>
                  <a:cubicBezTo>
                    <a:pt x="75638" y="56429"/>
                    <a:pt x="75638" y="63339"/>
                    <a:pt x="82978" y="68637"/>
                  </a:cubicBezTo>
                  <a:cubicBezTo>
                    <a:pt x="87765" y="73934"/>
                    <a:pt x="97659" y="72092"/>
                    <a:pt x="105000" y="77389"/>
                  </a:cubicBezTo>
                  <a:cubicBezTo>
                    <a:pt x="112340" y="82687"/>
                    <a:pt x="114574" y="93282"/>
                    <a:pt x="119680" y="100422"/>
                  </a:cubicBezTo>
                  <a:lnTo>
                    <a:pt x="119680" y="100422"/>
                  </a:lnTo>
                  <a:cubicBezTo>
                    <a:pt x="97659" y="105719"/>
                    <a:pt x="78191" y="114472"/>
                    <a:pt x="53617" y="117927"/>
                  </a:cubicBezTo>
                  <a:cubicBezTo>
                    <a:pt x="44042" y="119769"/>
                    <a:pt x="29361" y="119769"/>
                    <a:pt x="19468" y="114472"/>
                  </a:cubicBezTo>
                  <a:cubicBezTo>
                    <a:pt x="12446" y="109174"/>
                    <a:pt x="9893" y="100422"/>
                    <a:pt x="7340" y="93282"/>
                  </a:cubicBezTo>
                  <a:cubicBezTo>
                    <a:pt x="2553" y="86142"/>
                    <a:pt x="0" y="77389"/>
                    <a:pt x="2553" y="70479"/>
                  </a:cubicBezTo>
                  <a:cubicBezTo>
                    <a:pt x="2553" y="66794"/>
                    <a:pt x="9893" y="65182"/>
                    <a:pt x="9893" y="61497"/>
                  </a:cubicBezTo>
                  <a:cubicBezTo>
                    <a:pt x="12446" y="52744"/>
                    <a:pt x="2553" y="45834"/>
                    <a:pt x="7340" y="38694"/>
                  </a:cubicBezTo>
                  <a:cubicBezTo>
                    <a:pt x="12446" y="33397"/>
                    <a:pt x="26808" y="37082"/>
                    <a:pt x="31914" y="33397"/>
                  </a:cubicBezTo>
                  <a:cubicBezTo>
                    <a:pt x="36702" y="29942"/>
                    <a:pt x="26808" y="26487"/>
                    <a:pt x="26808" y="22802"/>
                  </a:cubicBezTo>
                  <a:cubicBezTo>
                    <a:pt x="29361" y="19347"/>
                    <a:pt x="31914" y="15892"/>
                    <a:pt x="34148" y="12437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8" name="Shape 11178"/>
            <p:cNvSpPr/>
            <p:nvPr/>
          </p:nvSpPr>
          <p:spPr>
            <a:xfrm rot="3648446">
              <a:off x="6886032" y="5734327"/>
              <a:ext cx="238600" cy="15142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918" y="116494"/>
                  </a:moveTo>
                  <a:lnTo>
                    <a:pt x="14918" y="116494"/>
                  </a:lnTo>
                  <a:cubicBezTo>
                    <a:pt x="15965" y="110309"/>
                    <a:pt x="17928" y="103917"/>
                    <a:pt x="15965" y="97731"/>
                  </a:cubicBezTo>
                  <a:cubicBezTo>
                    <a:pt x="14918" y="92989"/>
                    <a:pt x="9945" y="91340"/>
                    <a:pt x="7982" y="86597"/>
                  </a:cubicBezTo>
                  <a:cubicBezTo>
                    <a:pt x="6019" y="82061"/>
                    <a:pt x="1962" y="77319"/>
                    <a:pt x="1962" y="72577"/>
                  </a:cubicBezTo>
                  <a:cubicBezTo>
                    <a:pt x="3009" y="67835"/>
                    <a:pt x="9029" y="70927"/>
                    <a:pt x="9945" y="67835"/>
                  </a:cubicBezTo>
                  <a:cubicBezTo>
                    <a:pt x="11908" y="64536"/>
                    <a:pt x="11908" y="59793"/>
                    <a:pt x="10992" y="55051"/>
                  </a:cubicBezTo>
                  <a:cubicBezTo>
                    <a:pt x="9029" y="50515"/>
                    <a:pt x="4972" y="47216"/>
                    <a:pt x="3925" y="42474"/>
                  </a:cubicBezTo>
                  <a:cubicBezTo>
                    <a:pt x="1962" y="34639"/>
                    <a:pt x="916" y="25360"/>
                    <a:pt x="0" y="17319"/>
                  </a:cubicBezTo>
                  <a:lnTo>
                    <a:pt x="0" y="17319"/>
                  </a:lnTo>
                  <a:cubicBezTo>
                    <a:pt x="1962" y="12577"/>
                    <a:pt x="1962" y="4742"/>
                    <a:pt x="4972" y="3092"/>
                  </a:cubicBezTo>
                  <a:cubicBezTo>
                    <a:pt x="9029" y="1649"/>
                    <a:pt x="11908" y="4742"/>
                    <a:pt x="14918" y="6391"/>
                  </a:cubicBezTo>
                  <a:cubicBezTo>
                    <a:pt x="18974" y="7835"/>
                    <a:pt x="20937" y="14226"/>
                    <a:pt x="24994" y="14226"/>
                  </a:cubicBezTo>
                  <a:cubicBezTo>
                    <a:pt x="28920" y="14226"/>
                    <a:pt x="33893" y="11134"/>
                    <a:pt x="37949" y="7835"/>
                  </a:cubicBezTo>
                  <a:cubicBezTo>
                    <a:pt x="40959" y="7835"/>
                    <a:pt x="43969" y="4742"/>
                    <a:pt x="46979" y="4742"/>
                  </a:cubicBezTo>
                  <a:cubicBezTo>
                    <a:pt x="46979" y="4742"/>
                    <a:pt x="47895" y="6391"/>
                    <a:pt x="48942" y="6391"/>
                  </a:cubicBezTo>
                  <a:cubicBezTo>
                    <a:pt x="49989" y="4742"/>
                    <a:pt x="49989" y="0"/>
                    <a:pt x="51952" y="0"/>
                  </a:cubicBezTo>
                  <a:cubicBezTo>
                    <a:pt x="57971" y="1649"/>
                    <a:pt x="63991" y="7835"/>
                    <a:pt x="69880" y="12577"/>
                  </a:cubicBezTo>
                  <a:cubicBezTo>
                    <a:pt x="71973" y="14226"/>
                    <a:pt x="74983" y="17319"/>
                    <a:pt x="77862" y="17319"/>
                  </a:cubicBezTo>
                  <a:cubicBezTo>
                    <a:pt x="81919" y="15876"/>
                    <a:pt x="85976" y="7835"/>
                    <a:pt x="89901" y="9484"/>
                  </a:cubicBezTo>
                  <a:cubicBezTo>
                    <a:pt x="92911" y="11134"/>
                    <a:pt x="88985" y="18969"/>
                    <a:pt x="89901" y="22061"/>
                  </a:cubicBezTo>
                  <a:cubicBezTo>
                    <a:pt x="90948" y="28453"/>
                    <a:pt x="93958" y="36288"/>
                    <a:pt x="97884" y="39381"/>
                  </a:cubicBezTo>
                  <a:cubicBezTo>
                    <a:pt x="100894" y="41030"/>
                    <a:pt x="104950" y="34639"/>
                    <a:pt x="107960" y="36288"/>
                  </a:cubicBezTo>
                  <a:cubicBezTo>
                    <a:pt x="109923" y="37938"/>
                    <a:pt x="109923" y="42474"/>
                    <a:pt x="110970" y="45773"/>
                  </a:cubicBezTo>
                  <a:lnTo>
                    <a:pt x="110970" y="45773"/>
                  </a:lnTo>
                  <a:cubicBezTo>
                    <a:pt x="109923" y="48865"/>
                    <a:pt x="107960" y="51958"/>
                    <a:pt x="107960" y="56701"/>
                  </a:cubicBezTo>
                  <a:cubicBezTo>
                    <a:pt x="107960" y="59793"/>
                    <a:pt x="111886" y="58350"/>
                    <a:pt x="112933" y="59793"/>
                  </a:cubicBezTo>
                  <a:cubicBezTo>
                    <a:pt x="114896" y="64536"/>
                    <a:pt x="115943" y="69278"/>
                    <a:pt x="117906" y="74020"/>
                  </a:cubicBezTo>
                  <a:lnTo>
                    <a:pt x="117906" y="74020"/>
                  </a:lnTo>
                  <a:cubicBezTo>
                    <a:pt x="116859" y="77319"/>
                    <a:pt x="114896" y="80412"/>
                    <a:pt x="115943" y="85154"/>
                  </a:cubicBezTo>
                  <a:cubicBezTo>
                    <a:pt x="115943" y="88247"/>
                    <a:pt x="118953" y="89896"/>
                    <a:pt x="118953" y="94639"/>
                  </a:cubicBezTo>
                  <a:cubicBezTo>
                    <a:pt x="119869" y="97731"/>
                    <a:pt x="118953" y="100824"/>
                    <a:pt x="117906" y="103917"/>
                  </a:cubicBezTo>
                  <a:lnTo>
                    <a:pt x="117906" y="103917"/>
                  </a:lnTo>
                  <a:cubicBezTo>
                    <a:pt x="114896" y="103917"/>
                    <a:pt x="111886" y="107216"/>
                    <a:pt x="108876" y="105567"/>
                  </a:cubicBezTo>
                  <a:cubicBezTo>
                    <a:pt x="104950" y="103917"/>
                    <a:pt x="102988" y="94639"/>
                    <a:pt x="98931" y="92989"/>
                  </a:cubicBezTo>
                  <a:cubicBezTo>
                    <a:pt x="97884" y="91340"/>
                    <a:pt x="95921" y="92989"/>
                    <a:pt x="93958" y="96082"/>
                  </a:cubicBezTo>
                  <a:cubicBezTo>
                    <a:pt x="92911" y="97731"/>
                    <a:pt x="93958" y="103917"/>
                    <a:pt x="92911" y="103917"/>
                  </a:cubicBezTo>
                  <a:cubicBezTo>
                    <a:pt x="88985" y="105567"/>
                    <a:pt x="85976" y="102474"/>
                    <a:pt x="81919" y="100824"/>
                  </a:cubicBezTo>
                  <a:cubicBezTo>
                    <a:pt x="65954" y="99175"/>
                    <a:pt x="50905" y="94639"/>
                    <a:pt x="34940" y="96082"/>
                  </a:cubicBezTo>
                  <a:cubicBezTo>
                    <a:pt x="31930" y="96082"/>
                    <a:pt x="28920" y="102474"/>
                    <a:pt x="28004" y="107216"/>
                  </a:cubicBezTo>
                  <a:cubicBezTo>
                    <a:pt x="28004" y="110309"/>
                    <a:pt x="31930" y="115051"/>
                    <a:pt x="29967" y="116494"/>
                  </a:cubicBezTo>
                  <a:cubicBezTo>
                    <a:pt x="25910" y="119793"/>
                    <a:pt x="20021" y="116494"/>
                    <a:pt x="14918" y="11649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79" name="Shape 11179"/>
            <p:cNvSpPr/>
            <p:nvPr/>
          </p:nvSpPr>
          <p:spPr>
            <a:xfrm rot="3648446">
              <a:off x="7041935" y="5883537"/>
              <a:ext cx="48179" cy="5850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5000" y="29058"/>
                  </a:moveTo>
                  <a:lnTo>
                    <a:pt x="15000" y="29058"/>
                  </a:lnTo>
                  <a:cubicBezTo>
                    <a:pt x="24782" y="32825"/>
                    <a:pt x="34565" y="41434"/>
                    <a:pt x="44347" y="37130"/>
                  </a:cubicBezTo>
                  <a:cubicBezTo>
                    <a:pt x="54782" y="32825"/>
                    <a:pt x="44347" y="20448"/>
                    <a:pt x="54782" y="16681"/>
                  </a:cubicBezTo>
                  <a:cubicBezTo>
                    <a:pt x="64565" y="8609"/>
                    <a:pt x="79565" y="0"/>
                    <a:pt x="94565" y="4304"/>
                  </a:cubicBezTo>
                  <a:cubicBezTo>
                    <a:pt x="104347" y="4304"/>
                    <a:pt x="94565" y="20448"/>
                    <a:pt x="99782" y="24753"/>
                  </a:cubicBezTo>
                  <a:cubicBezTo>
                    <a:pt x="104347" y="37130"/>
                    <a:pt x="109565" y="41434"/>
                    <a:pt x="119347" y="49506"/>
                  </a:cubicBezTo>
                  <a:lnTo>
                    <a:pt x="119347" y="49506"/>
                  </a:lnTo>
                  <a:cubicBezTo>
                    <a:pt x="109565" y="57578"/>
                    <a:pt x="104347" y="61883"/>
                    <a:pt x="99782" y="69955"/>
                  </a:cubicBezTo>
                  <a:cubicBezTo>
                    <a:pt x="99782" y="74260"/>
                    <a:pt x="109565" y="82331"/>
                    <a:pt x="109565" y="86636"/>
                  </a:cubicBezTo>
                  <a:cubicBezTo>
                    <a:pt x="99782" y="99013"/>
                    <a:pt x="94565" y="111390"/>
                    <a:pt x="79565" y="115156"/>
                  </a:cubicBezTo>
                  <a:cubicBezTo>
                    <a:pt x="69782" y="119461"/>
                    <a:pt x="59347" y="107085"/>
                    <a:pt x="49565" y="102780"/>
                  </a:cubicBezTo>
                  <a:lnTo>
                    <a:pt x="49565" y="102780"/>
                  </a:lnTo>
                  <a:cubicBezTo>
                    <a:pt x="39782" y="90403"/>
                    <a:pt x="34565" y="78026"/>
                    <a:pt x="24782" y="65650"/>
                  </a:cubicBezTo>
                  <a:cubicBezTo>
                    <a:pt x="19565" y="61883"/>
                    <a:pt x="0" y="65650"/>
                    <a:pt x="0" y="57578"/>
                  </a:cubicBezTo>
                  <a:cubicBezTo>
                    <a:pt x="0" y="45201"/>
                    <a:pt x="9782" y="37130"/>
                    <a:pt x="15000" y="2905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0" name="Shape 11180"/>
            <p:cNvSpPr/>
            <p:nvPr/>
          </p:nvSpPr>
          <p:spPr>
            <a:xfrm rot="3648446">
              <a:off x="7041577" y="5872043"/>
              <a:ext cx="89475" cy="1376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1217" y="10454"/>
                  </a:moveTo>
                  <a:lnTo>
                    <a:pt x="61217" y="10454"/>
                  </a:lnTo>
                  <a:cubicBezTo>
                    <a:pt x="66434" y="7045"/>
                    <a:pt x="69217" y="0"/>
                    <a:pt x="77217" y="0"/>
                  </a:cubicBezTo>
                  <a:cubicBezTo>
                    <a:pt x="85217" y="0"/>
                    <a:pt x="87652" y="8636"/>
                    <a:pt x="92869" y="12272"/>
                  </a:cubicBezTo>
                  <a:lnTo>
                    <a:pt x="92869" y="12272"/>
                  </a:lnTo>
                  <a:cubicBezTo>
                    <a:pt x="92869" y="15681"/>
                    <a:pt x="90434" y="19090"/>
                    <a:pt x="90434" y="24318"/>
                  </a:cubicBezTo>
                  <a:cubicBezTo>
                    <a:pt x="92869" y="27954"/>
                    <a:pt x="103652" y="27954"/>
                    <a:pt x="106434" y="32954"/>
                  </a:cubicBezTo>
                  <a:cubicBezTo>
                    <a:pt x="108869" y="41818"/>
                    <a:pt x="100869" y="50454"/>
                    <a:pt x="100869" y="59090"/>
                  </a:cubicBezTo>
                  <a:cubicBezTo>
                    <a:pt x="98434" y="59090"/>
                    <a:pt x="98434" y="59090"/>
                    <a:pt x="98434" y="59090"/>
                  </a:cubicBezTo>
                  <a:cubicBezTo>
                    <a:pt x="114434" y="69545"/>
                    <a:pt x="114434" y="69545"/>
                    <a:pt x="114434" y="69545"/>
                  </a:cubicBezTo>
                  <a:lnTo>
                    <a:pt x="114434" y="69545"/>
                  </a:lnTo>
                  <a:cubicBezTo>
                    <a:pt x="114434" y="74772"/>
                    <a:pt x="116869" y="78181"/>
                    <a:pt x="116869" y="83409"/>
                  </a:cubicBezTo>
                  <a:cubicBezTo>
                    <a:pt x="116869" y="92045"/>
                    <a:pt x="119652" y="100681"/>
                    <a:pt x="116869" y="109318"/>
                  </a:cubicBezTo>
                  <a:cubicBezTo>
                    <a:pt x="116869" y="111136"/>
                    <a:pt x="108869" y="107727"/>
                    <a:pt x="106434" y="109318"/>
                  </a:cubicBezTo>
                  <a:cubicBezTo>
                    <a:pt x="100869" y="111136"/>
                    <a:pt x="100869" y="116363"/>
                    <a:pt x="98434" y="119772"/>
                  </a:cubicBezTo>
                  <a:lnTo>
                    <a:pt x="98434" y="119772"/>
                  </a:lnTo>
                  <a:cubicBezTo>
                    <a:pt x="77217" y="116363"/>
                    <a:pt x="58434" y="112954"/>
                    <a:pt x="40000" y="111136"/>
                  </a:cubicBezTo>
                  <a:cubicBezTo>
                    <a:pt x="34782" y="111136"/>
                    <a:pt x="32000" y="114545"/>
                    <a:pt x="29217" y="114545"/>
                  </a:cubicBezTo>
                  <a:cubicBezTo>
                    <a:pt x="21217" y="114545"/>
                    <a:pt x="16000" y="114545"/>
                    <a:pt x="8000" y="114545"/>
                  </a:cubicBezTo>
                  <a:lnTo>
                    <a:pt x="8000" y="114545"/>
                  </a:lnTo>
                  <a:cubicBezTo>
                    <a:pt x="10782" y="111136"/>
                    <a:pt x="13217" y="107727"/>
                    <a:pt x="10782" y="104318"/>
                  </a:cubicBezTo>
                  <a:cubicBezTo>
                    <a:pt x="10782" y="99090"/>
                    <a:pt x="2782" y="97272"/>
                    <a:pt x="2782" y="93863"/>
                  </a:cubicBezTo>
                  <a:cubicBezTo>
                    <a:pt x="0" y="88636"/>
                    <a:pt x="5217" y="85227"/>
                    <a:pt x="8000" y="81590"/>
                  </a:cubicBezTo>
                  <a:lnTo>
                    <a:pt x="8000" y="81590"/>
                  </a:lnTo>
                  <a:cubicBezTo>
                    <a:pt x="13217" y="83409"/>
                    <a:pt x="18782" y="88636"/>
                    <a:pt x="24000" y="86818"/>
                  </a:cubicBezTo>
                  <a:cubicBezTo>
                    <a:pt x="32000" y="85227"/>
                    <a:pt x="34782" y="80000"/>
                    <a:pt x="40000" y="74772"/>
                  </a:cubicBezTo>
                  <a:cubicBezTo>
                    <a:pt x="40000" y="72954"/>
                    <a:pt x="34782" y="69545"/>
                    <a:pt x="34782" y="67727"/>
                  </a:cubicBezTo>
                  <a:cubicBezTo>
                    <a:pt x="37217" y="64318"/>
                    <a:pt x="40000" y="62500"/>
                    <a:pt x="45217" y="59090"/>
                  </a:cubicBezTo>
                  <a:lnTo>
                    <a:pt x="45217" y="59090"/>
                  </a:lnTo>
                  <a:cubicBezTo>
                    <a:pt x="50434" y="53863"/>
                    <a:pt x="53217" y="50454"/>
                    <a:pt x="58434" y="45227"/>
                  </a:cubicBezTo>
                  <a:cubicBezTo>
                    <a:pt x="64000" y="41818"/>
                    <a:pt x="74434" y="38181"/>
                    <a:pt x="74434" y="34772"/>
                  </a:cubicBezTo>
                  <a:cubicBezTo>
                    <a:pt x="74434" y="26136"/>
                    <a:pt x="66434" y="19090"/>
                    <a:pt x="61217" y="1045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1" name="Shape 11181"/>
            <p:cNvSpPr/>
            <p:nvPr/>
          </p:nvSpPr>
          <p:spPr>
            <a:xfrm rot="3648446">
              <a:off x="7072936" y="5947706"/>
              <a:ext cx="133065" cy="13192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087" y="45386"/>
                  </a:moveTo>
                  <a:lnTo>
                    <a:pt x="75087" y="45386"/>
                  </a:lnTo>
                  <a:cubicBezTo>
                    <a:pt x="73216" y="47049"/>
                    <a:pt x="73216" y="52514"/>
                    <a:pt x="71345" y="52514"/>
                  </a:cubicBezTo>
                  <a:cubicBezTo>
                    <a:pt x="64327" y="48950"/>
                    <a:pt x="55438" y="45386"/>
                    <a:pt x="51695" y="38019"/>
                  </a:cubicBezTo>
                  <a:cubicBezTo>
                    <a:pt x="48187" y="28990"/>
                    <a:pt x="57076" y="18059"/>
                    <a:pt x="57076" y="7128"/>
                  </a:cubicBezTo>
                  <a:cubicBezTo>
                    <a:pt x="55438" y="3564"/>
                    <a:pt x="51695" y="0"/>
                    <a:pt x="46549" y="0"/>
                  </a:cubicBezTo>
                  <a:cubicBezTo>
                    <a:pt x="41169" y="0"/>
                    <a:pt x="35789" y="3564"/>
                    <a:pt x="28538" y="7128"/>
                  </a:cubicBezTo>
                  <a:cubicBezTo>
                    <a:pt x="25029" y="7128"/>
                    <a:pt x="21520" y="10693"/>
                    <a:pt x="17777" y="12594"/>
                  </a:cubicBezTo>
                  <a:cubicBezTo>
                    <a:pt x="12397" y="14495"/>
                    <a:pt x="7017" y="18059"/>
                    <a:pt x="1637" y="19960"/>
                  </a:cubicBezTo>
                  <a:lnTo>
                    <a:pt x="1637" y="19960"/>
                  </a:lnTo>
                  <a:cubicBezTo>
                    <a:pt x="1637" y="23524"/>
                    <a:pt x="0" y="27089"/>
                    <a:pt x="0" y="32554"/>
                  </a:cubicBezTo>
                  <a:cubicBezTo>
                    <a:pt x="1637" y="36356"/>
                    <a:pt x="8888" y="36356"/>
                    <a:pt x="10760" y="41584"/>
                  </a:cubicBezTo>
                  <a:cubicBezTo>
                    <a:pt x="12397" y="50851"/>
                    <a:pt x="7017" y="59881"/>
                    <a:pt x="7017" y="68910"/>
                  </a:cubicBezTo>
                  <a:cubicBezTo>
                    <a:pt x="5380" y="68910"/>
                    <a:pt x="5380" y="68910"/>
                    <a:pt x="5380" y="68910"/>
                  </a:cubicBezTo>
                  <a:cubicBezTo>
                    <a:pt x="16140" y="79841"/>
                    <a:pt x="16140" y="79841"/>
                    <a:pt x="16140" y="79841"/>
                  </a:cubicBezTo>
                  <a:lnTo>
                    <a:pt x="16140" y="79841"/>
                  </a:lnTo>
                  <a:cubicBezTo>
                    <a:pt x="19649" y="74376"/>
                    <a:pt x="21520" y="65346"/>
                    <a:pt x="28538" y="63445"/>
                  </a:cubicBezTo>
                  <a:cubicBezTo>
                    <a:pt x="33918" y="61544"/>
                    <a:pt x="37426" y="68910"/>
                    <a:pt x="42807" y="70574"/>
                  </a:cubicBezTo>
                  <a:cubicBezTo>
                    <a:pt x="48187" y="70574"/>
                    <a:pt x="51695" y="68910"/>
                    <a:pt x="57076" y="68910"/>
                  </a:cubicBezTo>
                  <a:cubicBezTo>
                    <a:pt x="60818" y="68910"/>
                    <a:pt x="65964" y="67009"/>
                    <a:pt x="67836" y="68910"/>
                  </a:cubicBezTo>
                  <a:cubicBezTo>
                    <a:pt x="69707" y="70574"/>
                    <a:pt x="65964" y="76039"/>
                    <a:pt x="67836" y="77940"/>
                  </a:cubicBezTo>
                  <a:cubicBezTo>
                    <a:pt x="69707" y="79841"/>
                    <a:pt x="75087" y="77940"/>
                    <a:pt x="76725" y="81504"/>
                  </a:cubicBezTo>
                  <a:cubicBezTo>
                    <a:pt x="78596" y="85306"/>
                    <a:pt x="82105" y="92435"/>
                    <a:pt x="78596" y="94336"/>
                  </a:cubicBezTo>
                  <a:cubicBezTo>
                    <a:pt x="71345" y="96237"/>
                    <a:pt x="65964" y="85306"/>
                    <a:pt x="60818" y="86970"/>
                  </a:cubicBezTo>
                  <a:cubicBezTo>
                    <a:pt x="57076" y="86970"/>
                    <a:pt x="57076" y="94336"/>
                    <a:pt x="57076" y="97900"/>
                  </a:cubicBezTo>
                  <a:cubicBezTo>
                    <a:pt x="58947" y="103366"/>
                    <a:pt x="62456" y="108831"/>
                    <a:pt x="64327" y="114297"/>
                  </a:cubicBezTo>
                  <a:lnTo>
                    <a:pt x="64327" y="114297"/>
                  </a:lnTo>
                  <a:cubicBezTo>
                    <a:pt x="71345" y="114297"/>
                    <a:pt x="78596" y="119762"/>
                    <a:pt x="83976" y="114297"/>
                  </a:cubicBezTo>
                  <a:cubicBezTo>
                    <a:pt x="90994" y="105267"/>
                    <a:pt x="85614" y="86970"/>
                    <a:pt x="96374" y="77940"/>
                  </a:cubicBezTo>
                  <a:cubicBezTo>
                    <a:pt x="101754" y="72475"/>
                    <a:pt x="110877" y="86970"/>
                    <a:pt x="116023" y="83405"/>
                  </a:cubicBezTo>
                  <a:cubicBezTo>
                    <a:pt x="119766" y="79841"/>
                    <a:pt x="110877" y="72475"/>
                    <a:pt x="110877" y="67009"/>
                  </a:cubicBezTo>
                  <a:cubicBezTo>
                    <a:pt x="112514" y="65346"/>
                    <a:pt x="116023" y="63445"/>
                    <a:pt x="117894" y="63445"/>
                  </a:cubicBezTo>
                  <a:lnTo>
                    <a:pt x="117894" y="63445"/>
                  </a:lnTo>
                  <a:cubicBezTo>
                    <a:pt x="114385" y="57980"/>
                    <a:pt x="112514" y="54415"/>
                    <a:pt x="107134" y="50851"/>
                  </a:cubicBezTo>
                  <a:cubicBezTo>
                    <a:pt x="101754" y="47049"/>
                    <a:pt x="92865" y="47049"/>
                    <a:pt x="85614" y="45386"/>
                  </a:cubicBezTo>
                  <a:cubicBezTo>
                    <a:pt x="82105" y="45386"/>
                    <a:pt x="78596" y="45386"/>
                    <a:pt x="75087" y="4538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2" name="Shape 11182"/>
            <p:cNvSpPr/>
            <p:nvPr/>
          </p:nvSpPr>
          <p:spPr>
            <a:xfrm rot="3648446">
              <a:off x="7143135" y="6020194"/>
              <a:ext cx="67680" cy="435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390" y="119289"/>
                  </a:moveTo>
                  <a:lnTo>
                    <a:pt x="98390" y="119289"/>
                  </a:lnTo>
                  <a:cubicBezTo>
                    <a:pt x="91494" y="102958"/>
                    <a:pt x="87816" y="92307"/>
                    <a:pt x="77241" y="81656"/>
                  </a:cubicBezTo>
                  <a:cubicBezTo>
                    <a:pt x="66666" y="70295"/>
                    <a:pt x="49195" y="70295"/>
                    <a:pt x="34942" y="65325"/>
                  </a:cubicBezTo>
                  <a:cubicBezTo>
                    <a:pt x="28045" y="65325"/>
                    <a:pt x="21149" y="65325"/>
                    <a:pt x="14252" y="65325"/>
                  </a:cubicBezTo>
                  <a:lnTo>
                    <a:pt x="14252" y="65325"/>
                  </a:lnTo>
                  <a:cubicBezTo>
                    <a:pt x="10574" y="53964"/>
                    <a:pt x="0" y="38343"/>
                    <a:pt x="3678" y="22011"/>
                  </a:cubicBezTo>
                  <a:cubicBezTo>
                    <a:pt x="3678" y="10650"/>
                    <a:pt x="10574" y="0"/>
                    <a:pt x="17471" y="0"/>
                  </a:cubicBezTo>
                  <a:cubicBezTo>
                    <a:pt x="28045" y="0"/>
                    <a:pt x="38620" y="16331"/>
                    <a:pt x="49195" y="16331"/>
                  </a:cubicBezTo>
                  <a:cubicBezTo>
                    <a:pt x="52873" y="16331"/>
                    <a:pt x="59770" y="10650"/>
                    <a:pt x="63448" y="10650"/>
                  </a:cubicBezTo>
                  <a:cubicBezTo>
                    <a:pt x="74022" y="16331"/>
                    <a:pt x="84597" y="26982"/>
                    <a:pt x="91494" y="43313"/>
                  </a:cubicBezTo>
                  <a:cubicBezTo>
                    <a:pt x="94712" y="48994"/>
                    <a:pt x="87816" y="65325"/>
                    <a:pt x="94712" y="70295"/>
                  </a:cubicBezTo>
                  <a:cubicBezTo>
                    <a:pt x="102068" y="81656"/>
                    <a:pt x="108965" y="75976"/>
                    <a:pt x="119540" y="75976"/>
                  </a:cubicBezTo>
                  <a:lnTo>
                    <a:pt x="119540" y="75976"/>
                  </a:lnTo>
                  <a:cubicBezTo>
                    <a:pt x="112643" y="119289"/>
                    <a:pt x="112643" y="119289"/>
                    <a:pt x="112643" y="119289"/>
                  </a:cubicBezTo>
                  <a:lnTo>
                    <a:pt x="112643" y="119289"/>
                  </a:lnTo>
                  <a:cubicBezTo>
                    <a:pt x="98390" y="119289"/>
                    <a:pt x="98390" y="119289"/>
                    <a:pt x="98390" y="11928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3" name="Shape 11183"/>
            <p:cNvSpPr/>
            <p:nvPr/>
          </p:nvSpPr>
          <p:spPr>
            <a:xfrm rot="3648446">
              <a:off x="7046219" y="5975481"/>
              <a:ext cx="86034" cy="917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778" y="26175"/>
                  </a:moveTo>
                  <a:lnTo>
                    <a:pt x="16778" y="26175"/>
                  </a:lnTo>
                  <a:cubicBezTo>
                    <a:pt x="22249" y="18356"/>
                    <a:pt x="25167" y="5439"/>
                    <a:pt x="36109" y="2719"/>
                  </a:cubicBezTo>
                  <a:cubicBezTo>
                    <a:pt x="44498" y="0"/>
                    <a:pt x="49969" y="10538"/>
                    <a:pt x="58358" y="12917"/>
                  </a:cubicBezTo>
                  <a:cubicBezTo>
                    <a:pt x="66747" y="12917"/>
                    <a:pt x="72218" y="10538"/>
                    <a:pt x="80607" y="10538"/>
                  </a:cubicBezTo>
                  <a:cubicBezTo>
                    <a:pt x="86443" y="10538"/>
                    <a:pt x="94468" y="7818"/>
                    <a:pt x="97386" y="10538"/>
                  </a:cubicBezTo>
                  <a:cubicBezTo>
                    <a:pt x="100303" y="12917"/>
                    <a:pt x="94468" y="20736"/>
                    <a:pt x="97386" y="23456"/>
                  </a:cubicBezTo>
                  <a:cubicBezTo>
                    <a:pt x="100303" y="26175"/>
                    <a:pt x="108693" y="23456"/>
                    <a:pt x="111246" y="28555"/>
                  </a:cubicBezTo>
                  <a:cubicBezTo>
                    <a:pt x="114164" y="33994"/>
                    <a:pt x="119635" y="44192"/>
                    <a:pt x="114164" y="46912"/>
                  </a:cubicBezTo>
                  <a:cubicBezTo>
                    <a:pt x="102857" y="49631"/>
                    <a:pt x="94468" y="33994"/>
                    <a:pt x="86443" y="36373"/>
                  </a:cubicBezTo>
                  <a:cubicBezTo>
                    <a:pt x="80607" y="36373"/>
                    <a:pt x="80607" y="46912"/>
                    <a:pt x="80607" y="52011"/>
                  </a:cubicBezTo>
                  <a:cubicBezTo>
                    <a:pt x="83525" y="59830"/>
                    <a:pt x="88996" y="67648"/>
                    <a:pt x="91914" y="75467"/>
                  </a:cubicBezTo>
                  <a:lnTo>
                    <a:pt x="91914" y="75467"/>
                  </a:lnTo>
                  <a:cubicBezTo>
                    <a:pt x="80607" y="80566"/>
                    <a:pt x="66747" y="83286"/>
                    <a:pt x="58358" y="91104"/>
                  </a:cubicBezTo>
                  <a:cubicBezTo>
                    <a:pt x="47416" y="98923"/>
                    <a:pt x="39027" y="109121"/>
                    <a:pt x="30638" y="119660"/>
                  </a:cubicBezTo>
                  <a:lnTo>
                    <a:pt x="30638" y="119660"/>
                  </a:lnTo>
                  <a:cubicBezTo>
                    <a:pt x="0" y="101303"/>
                    <a:pt x="0" y="101303"/>
                    <a:pt x="0" y="101303"/>
                  </a:cubicBezTo>
                  <a:lnTo>
                    <a:pt x="0" y="101303"/>
                  </a:lnTo>
                  <a:cubicBezTo>
                    <a:pt x="2553" y="96203"/>
                    <a:pt x="2553" y="88385"/>
                    <a:pt x="8389" y="85665"/>
                  </a:cubicBezTo>
                  <a:cubicBezTo>
                    <a:pt x="10942" y="83286"/>
                    <a:pt x="19331" y="88385"/>
                    <a:pt x="19331" y="85665"/>
                  </a:cubicBezTo>
                  <a:cubicBezTo>
                    <a:pt x="22249" y="72747"/>
                    <a:pt x="19331" y="59830"/>
                    <a:pt x="19331" y="46912"/>
                  </a:cubicBezTo>
                  <a:cubicBezTo>
                    <a:pt x="19331" y="39093"/>
                    <a:pt x="16778" y="33994"/>
                    <a:pt x="16778" y="2617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4" name="Shape 11184"/>
            <p:cNvSpPr/>
            <p:nvPr/>
          </p:nvSpPr>
          <p:spPr>
            <a:xfrm rot="3648446">
              <a:off x="7093586" y="6092848"/>
              <a:ext cx="344135" cy="2604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64975"/>
                  </a:moveTo>
                  <a:lnTo>
                    <a:pt x="0" y="64975"/>
                  </a:lnTo>
                  <a:cubicBezTo>
                    <a:pt x="1361" y="57662"/>
                    <a:pt x="1361" y="57662"/>
                    <a:pt x="1361" y="57662"/>
                  </a:cubicBezTo>
                  <a:lnTo>
                    <a:pt x="1361" y="57662"/>
                  </a:lnTo>
                  <a:cubicBezTo>
                    <a:pt x="1996" y="55864"/>
                    <a:pt x="2723" y="53106"/>
                    <a:pt x="2723" y="51308"/>
                  </a:cubicBezTo>
                  <a:cubicBezTo>
                    <a:pt x="2723" y="48551"/>
                    <a:pt x="1361" y="45794"/>
                    <a:pt x="1361" y="43036"/>
                  </a:cubicBezTo>
                  <a:cubicBezTo>
                    <a:pt x="1361" y="41118"/>
                    <a:pt x="3449" y="39320"/>
                    <a:pt x="3449" y="37522"/>
                  </a:cubicBezTo>
                  <a:cubicBezTo>
                    <a:pt x="3449" y="33806"/>
                    <a:pt x="1361" y="30209"/>
                    <a:pt x="635" y="26493"/>
                  </a:cubicBezTo>
                  <a:lnTo>
                    <a:pt x="635" y="26493"/>
                  </a:lnTo>
                  <a:cubicBezTo>
                    <a:pt x="1361" y="23736"/>
                    <a:pt x="635" y="19180"/>
                    <a:pt x="3449" y="18341"/>
                  </a:cubicBezTo>
                  <a:cubicBezTo>
                    <a:pt x="4810" y="17382"/>
                    <a:pt x="5537" y="21938"/>
                    <a:pt x="6898" y="22897"/>
                  </a:cubicBezTo>
                  <a:cubicBezTo>
                    <a:pt x="10347" y="23736"/>
                    <a:pt x="13797" y="22897"/>
                    <a:pt x="16611" y="21938"/>
                  </a:cubicBezTo>
                  <a:cubicBezTo>
                    <a:pt x="20060" y="20979"/>
                    <a:pt x="23509" y="17382"/>
                    <a:pt x="26959" y="15584"/>
                  </a:cubicBezTo>
                  <a:cubicBezTo>
                    <a:pt x="30499" y="14625"/>
                    <a:pt x="33222" y="15584"/>
                    <a:pt x="36036" y="14625"/>
                  </a:cubicBezTo>
                  <a:cubicBezTo>
                    <a:pt x="39485" y="12827"/>
                    <a:pt x="42208" y="9110"/>
                    <a:pt x="45748" y="6353"/>
                  </a:cubicBezTo>
                  <a:cubicBezTo>
                    <a:pt x="45748" y="6353"/>
                    <a:pt x="47836" y="839"/>
                    <a:pt x="48472" y="839"/>
                  </a:cubicBezTo>
                  <a:cubicBezTo>
                    <a:pt x="49924" y="839"/>
                    <a:pt x="63086" y="0"/>
                    <a:pt x="63086" y="0"/>
                  </a:cubicBezTo>
                  <a:cubicBezTo>
                    <a:pt x="65083" y="839"/>
                    <a:pt x="67170" y="1798"/>
                    <a:pt x="69258" y="2757"/>
                  </a:cubicBezTo>
                  <a:lnTo>
                    <a:pt x="69258" y="2757"/>
                  </a:lnTo>
                  <a:cubicBezTo>
                    <a:pt x="69258" y="6353"/>
                    <a:pt x="67897" y="10069"/>
                    <a:pt x="69258" y="12827"/>
                  </a:cubicBezTo>
                  <a:cubicBezTo>
                    <a:pt x="69984" y="14625"/>
                    <a:pt x="72798" y="12827"/>
                    <a:pt x="74160" y="13666"/>
                  </a:cubicBezTo>
                  <a:cubicBezTo>
                    <a:pt x="76883" y="16423"/>
                    <a:pt x="78335" y="23736"/>
                    <a:pt x="81785" y="24695"/>
                  </a:cubicBezTo>
                  <a:cubicBezTo>
                    <a:pt x="85960" y="25654"/>
                    <a:pt x="89409" y="19180"/>
                    <a:pt x="93585" y="18341"/>
                  </a:cubicBezTo>
                  <a:cubicBezTo>
                    <a:pt x="95673" y="17382"/>
                    <a:pt x="97760" y="19180"/>
                    <a:pt x="99848" y="18341"/>
                  </a:cubicBezTo>
                  <a:cubicBezTo>
                    <a:pt x="101210" y="18341"/>
                    <a:pt x="102571" y="15584"/>
                    <a:pt x="103933" y="16423"/>
                  </a:cubicBezTo>
                  <a:cubicBezTo>
                    <a:pt x="106021" y="18341"/>
                    <a:pt x="107382" y="21938"/>
                    <a:pt x="108108" y="24695"/>
                  </a:cubicBezTo>
                  <a:cubicBezTo>
                    <a:pt x="108835" y="26493"/>
                    <a:pt x="107382" y="27452"/>
                    <a:pt x="108108" y="29250"/>
                  </a:cubicBezTo>
                  <a:cubicBezTo>
                    <a:pt x="110196" y="32007"/>
                    <a:pt x="112919" y="34765"/>
                    <a:pt x="115007" y="37522"/>
                  </a:cubicBezTo>
                  <a:cubicBezTo>
                    <a:pt x="114372" y="37522"/>
                    <a:pt x="114372" y="37522"/>
                    <a:pt x="114372" y="37522"/>
                  </a:cubicBezTo>
                  <a:cubicBezTo>
                    <a:pt x="115733" y="39320"/>
                    <a:pt x="119909" y="42077"/>
                    <a:pt x="118547" y="43876"/>
                  </a:cubicBezTo>
                  <a:cubicBezTo>
                    <a:pt x="117095" y="47592"/>
                    <a:pt x="113645" y="45794"/>
                    <a:pt x="110922" y="45794"/>
                  </a:cubicBezTo>
                  <a:cubicBezTo>
                    <a:pt x="108835" y="45794"/>
                    <a:pt x="106021" y="44835"/>
                    <a:pt x="104659" y="46633"/>
                  </a:cubicBezTo>
                  <a:cubicBezTo>
                    <a:pt x="102571" y="48551"/>
                    <a:pt x="103298" y="52147"/>
                    <a:pt x="103298" y="54905"/>
                  </a:cubicBezTo>
                  <a:cubicBezTo>
                    <a:pt x="102571" y="56703"/>
                    <a:pt x="102571" y="59460"/>
                    <a:pt x="102571" y="61258"/>
                  </a:cubicBezTo>
                  <a:lnTo>
                    <a:pt x="102571" y="61258"/>
                  </a:lnTo>
                  <a:cubicBezTo>
                    <a:pt x="101210" y="64015"/>
                    <a:pt x="101210" y="67732"/>
                    <a:pt x="99848" y="69530"/>
                  </a:cubicBezTo>
                  <a:cubicBezTo>
                    <a:pt x="98396" y="72287"/>
                    <a:pt x="94947" y="72287"/>
                    <a:pt x="93585" y="75044"/>
                  </a:cubicBezTo>
                  <a:cubicBezTo>
                    <a:pt x="92859" y="78761"/>
                    <a:pt x="94220" y="82357"/>
                    <a:pt x="93585" y="86073"/>
                  </a:cubicBezTo>
                  <a:cubicBezTo>
                    <a:pt x="93585" y="87872"/>
                    <a:pt x="92133" y="88831"/>
                    <a:pt x="92133" y="89670"/>
                  </a:cubicBezTo>
                  <a:cubicBezTo>
                    <a:pt x="91497" y="93386"/>
                    <a:pt x="92133" y="97942"/>
                    <a:pt x="91497" y="101538"/>
                  </a:cubicBezTo>
                  <a:cubicBezTo>
                    <a:pt x="90771" y="104295"/>
                    <a:pt x="89409" y="105254"/>
                    <a:pt x="88683" y="107052"/>
                  </a:cubicBezTo>
                  <a:cubicBezTo>
                    <a:pt x="87322" y="108011"/>
                    <a:pt x="85234" y="108011"/>
                    <a:pt x="84508" y="109810"/>
                  </a:cubicBezTo>
                  <a:cubicBezTo>
                    <a:pt x="83146" y="111728"/>
                    <a:pt x="84508" y="116283"/>
                    <a:pt x="82420" y="118081"/>
                  </a:cubicBezTo>
                  <a:cubicBezTo>
                    <a:pt x="81785" y="119040"/>
                    <a:pt x="79697" y="118081"/>
                    <a:pt x="77609" y="118081"/>
                  </a:cubicBezTo>
                  <a:lnTo>
                    <a:pt x="77609" y="118081"/>
                  </a:lnTo>
                  <a:cubicBezTo>
                    <a:pt x="76883" y="116283"/>
                    <a:pt x="76883" y="113526"/>
                    <a:pt x="75521" y="112567"/>
                  </a:cubicBezTo>
                  <a:cubicBezTo>
                    <a:pt x="74886" y="112567"/>
                    <a:pt x="74160" y="116283"/>
                    <a:pt x="73434" y="115324"/>
                  </a:cubicBezTo>
                  <a:cubicBezTo>
                    <a:pt x="70711" y="112567"/>
                    <a:pt x="71346" y="104295"/>
                    <a:pt x="67897" y="104295"/>
                  </a:cubicBezTo>
                  <a:cubicBezTo>
                    <a:pt x="63721" y="103456"/>
                    <a:pt x="62360" y="110769"/>
                    <a:pt x="59546" y="113526"/>
                  </a:cubicBezTo>
                  <a:cubicBezTo>
                    <a:pt x="57458" y="116283"/>
                    <a:pt x="56096" y="119880"/>
                    <a:pt x="53373" y="119040"/>
                  </a:cubicBezTo>
                  <a:cubicBezTo>
                    <a:pt x="51285" y="119040"/>
                    <a:pt x="49924" y="115324"/>
                    <a:pt x="48472" y="112567"/>
                  </a:cubicBezTo>
                  <a:cubicBezTo>
                    <a:pt x="47110" y="109810"/>
                    <a:pt x="47110" y="105254"/>
                    <a:pt x="45022" y="103456"/>
                  </a:cubicBezTo>
                  <a:cubicBezTo>
                    <a:pt x="43661" y="102497"/>
                    <a:pt x="40847" y="107052"/>
                    <a:pt x="39485" y="105254"/>
                  </a:cubicBezTo>
                  <a:cubicBezTo>
                    <a:pt x="37397" y="102497"/>
                    <a:pt x="39485" y="94225"/>
                    <a:pt x="36036" y="92427"/>
                  </a:cubicBezTo>
                  <a:cubicBezTo>
                    <a:pt x="33222" y="90629"/>
                    <a:pt x="31134" y="96983"/>
                    <a:pt x="29046" y="99740"/>
                  </a:cubicBezTo>
                  <a:cubicBezTo>
                    <a:pt x="27685" y="102497"/>
                    <a:pt x="26959" y="107052"/>
                    <a:pt x="24962" y="108011"/>
                  </a:cubicBezTo>
                  <a:cubicBezTo>
                    <a:pt x="22874" y="108011"/>
                    <a:pt x="24236" y="103456"/>
                    <a:pt x="24962" y="101538"/>
                  </a:cubicBezTo>
                  <a:cubicBezTo>
                    <a:pt x="24962" y="96983"/>
                    <a:pt x="27685" y="93386"/>
                    <a:pt x="26323" y="89670"/>
                  </a:cubicBezTo>
                  <a:cubicBezTo>
                    <a:pt x="24962" y="85114"/>
                    <a:pt x="20060" y="84275"/>
                    <a:pt x="16611" y="81518"/>
                  </a:cubicBezTo>
                  <a:cubicBezTo>
                    <a:pt x="13797" y="78761"/>
                    <a:pt x="10347" y="76843"/>
                    <a:pt x="7534" y="73246"/>
                  </a:cubicBezTo>
                  <a:cubicBezTo>
                    <a:pt x="6898" y="72287"/>
                    <a:pt x="6898" y="70489"/>
                    <a:pt x="6172" y="69530"/>
                  </a:cubicBezTo>
                  <a:cubicBezTo>
                    <a:pt x="4810" y="67732"/>
                    <a:pt x="1996" y="66773"/>
                    <a:pt x="0" y="6497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5" name="Shape 11185"/>
            <p:cNvSpPr/>
            <p:nvPr/>
          </p:nvSpPr>
          <p:spPr>
            <a:xfrm rot="3648446">
              <a:off x="6898625" y="6050894"/>
              <a:ext cx="365930" cy="25697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3470" y="26044"/>
                  </a:moveTo>
                  <a:lnTo>
                    <a:pt x="23470" y="26044"/>
                  </a:lnTo>
                  <a:cubicBezTo>
                    <a:pt x="26031" y="26044"/>
                    <a:pt x="28677" y="28843"/>
                    <a:pt x="30640" y="26044"/>
                  </a:cubicBezTo>
                  <a:cubicBezTo>
                    <a:pt x="33200" y="21419"/>
                    <a:pt x="31237" y="12048"/>
                    <a:pt x="35163" y="7423"/>
                  </a:cubicBezTo>
                  <a:cubicBezTo>
                    <a:pt x="37126" y="4624"/>
                    <a:pt x="40455" y="12048"/>
                    <a:pt x="42332" y="10223"/>
                  </a:cubicBezTo>
                  <a:cubicBezTo>
                    <a:pt x="43698" y="8397"/>
                    <a:pt x="40455" y="4624"/>
                    <a:pt x="40455" y="1825"/>
                  </a:cubicBezTo>
                  <a:cubicBezTo>
                    <a:pt x="41052" y="973"/>
                    <a:pt x="42332" y="0"/>
                    <a:pt x="43015" y="0"/>
                  </a:cubicBezTo>
                  <a:lnTo>
                    <a:pt x="43015" y="0"/>
                  </a:lnTo>
                  <a:cubicBezTo>
                    <a:pt x="45661" y="0"/>
                    <a:pt x="45661" y="0"/>
                    <a:pt x="45661" y="0"/>
                  </a:cubicBezTo>
                  <a:lnTo>
                    <a:pt x="45661" y="0"/>
                  </a:lnTo>
                  <a:cubicBezTo>
                    <a:pt x="47539" y="1825"/>
                    <a:pt x="50184" y="2799"/>
                    <a:pt x="51465" y="4624"/>
                  </a:cubicBezTo>
                  <a:cubicBezTo>
                    <a:pt x="52147" y="5598"/>
                    <a:pt x="52147" y="7423"/>
                    <a:pt x="52745" y="8397"/>
                  </a:cubicBezTo>
                  <a:cubicBezTo>
                    <a:pt x="55391" y="12048"/>
                    <a:pt x="58634" y="13995"/>
                    <a:pt x="61280" y="16795"/>
                  </a:cubicBezTo>
                  <a:cubicBezTo>
                    <a:pt x="64523" y="19594"/>
                    <a:pt x="69132" y="20446"/>
                    <a:pt x="70412" y="25070"/>
                  </a:cubicBezTo>
                  <a:cubicBezTo>
                    <a:pt x="71692" y="28843"/>
                    <a:pt x="69132" y="32494"/>
                    <a:pt x="69132" y="37119"/>
                  </a:cubicBezTo>
                  <a:cubicBezTo>
                    <a:pt x="68449" y="39066"/>
                    <a:pt x="67169" y="43691"/>
                    <a:pt x="69132" y="43691"/>
                  </a:cubicBezTo>
                  <a:cubicBezTo>
                    <a:pt x="71009" y="42718"/>
                    <a:pt x="71692" y="38093"/>
                    <a:pt x="72972" y="35294"/>
                  </a:cubicBezTo>
                  <a:cubicBezTo>
                    <a:pt x="74935" y="32494"/>
                    <a:pt x="76899" y="26044"/>
                    <a:pt x="79544" y="27870"/>
                  </a:cubicBezTo>
                  <a:cubicBezTo>
                    <a:pt x="82788" y="29695"/>
                    <a:pt x="80825" y="38093"/>
                    <a:pt x="82788" y="40892"/>
                  </a:cubicBezTo>
                  <a:cubicBezTo>
                    <a:pt x="84068" y="42718"/>
                    <a:pt x="86714" y="38093"/>
                    <a:pt x="87994" y="39066"/>
                  </a:cubicBezTo>
                  <a:cubicBezTo>
                    <a:pt x="89957" y="40892"/>
                    <a:pt x="89957" y="45517"/>
                    <a:pt x="91237" y="48316"/>
                  </a:cubicBezTo>
                  <a:cubicBezTo>
                    <a:pt x="92603" y="51115"/>
                    <a:pt x="93883" y="54888"/>
                    <a:pt x="95846" y="54888"/>
                  </a:cubicBezTo>
                  <a:cubicBezTo>
                    <a:pt x="98406" y="55740"/>
                    <a:pt x="99687" y="52089"/>
                    <a:pt x="101650" y="49290"/>
                  </a:cubicBezTo>
                  <a:cubicBezTo>
                    <a:pt x="104295" y="46490"/>
                    <a:pt x="105576" y="39066"/>
                    <a:pt x="109502" y="39918"/>
                  </a:cubicBezTo>
                  <a:cubicBezTo>
                    <a:pt x="112745" y="39918"/>
                    <a:pt x="112147" y="48316"/>
                    <a:pt x="114708" y="51115"/>
                  </a:cubicBezTo>
                  <a:cubicBezTo>
                    <a:pt x="115391" y="52089"/>
                    <a:pt x="116073" y="48316"/>
                    <a:pt x="116671" y="48316"/>
                  </a:cubicBezTo>
                  <a:cubicBezTo>
                    <a:pt x="117951" y="49290"/>
                    <a:pt x="117951" y="52089"/>
                    <a:pt x="118634" y="53914"/>
                  </a:cubicBezTo>
                  <a:lnTo>
                    <a:pt x="118634" y="53914"/>
                  </a:lnTo>
                  <a:cubicBezTo>
                    <a:pt x="119317" y="57687"/>
                    <a:pt x="119914" y="61338"/>
                    <a:pt x="119914" y="65963"/>
                  </a:cubicBezTo>
                  <a:cubicBezTo>
                    <a:pt x="119914" y="69736"/>
                    <a:pt x="118634" y="73387"/>
                    <a:pt x="117951" y="77160"/>
                  </a:cubicBezTo>
                  <a:cubicBezTo>
                    <a:pt x="117354" y="78985"/>
                    <a:pt x="117951" y="80933"/>
                    <a:pt x="117951" y="83732"/>
                  </a:cubicBezTo>
                  <a:cubicBezTo>
                    <a:pt x="117951" y="88356"/>
                    <a:pt x="118634" y="93955"/>
                    <a:pt x="119317" y="99432"/>
                  </a:cubicBezTo>
                  <a:cubicBezTo>
                    <a:pt x="115391" y="101379"/>
                    <a:pt x="115391" y="101379"/>
                    <a:pt x="115391" y="101379"/>
                  </a:cubicBezTo>
                  <a:cubicBezTo>
                    <a:pt x="111465" y="101379"/>
                    <a:pt x="107539" y="100405"/>
                    <a:pt x="103015" y="100405"/>
                  </a:cubicBezTo>
                  <a:cubicBezTo>
                    <a:pt x="100369" y="101379"/>
                    <a:pt x="97809" y="103204"/>
                    <a:pt x="95163" y="101379"/>
                  </a:cubicBezTo>
                  <a:cubicBezTo>
                    <a:pt x="93200" y="100405"/>
                    <a:pt x="93200" y="96632"/>
                    <a:pt x="91920" y="93955"/>
                  </a:cubicBezTo>
                  <a:cubicBezTo>
                    <a:pt x="91920" y="93955"/>
                    <a:pt x="87311" y="92981"/>
                    <a:pt x="86714" y="92981"/>
                  </a:cubicBezTo>
                  <a:cubicBezTo>
                    <a:pt x="86031" y="92981"/>
                    <a:pt x="78179" y="101379"/>
                    <a:pt x="78179" y="101379"/>
                  </a:cubicBezTo>
                  <a:cubicBezTo>
                    <a:pt x="70412" y="105030"/>
                    <a:pt x="63243" y="108803"/>
                    <a:pt x="55391" y="112454"/>
                  </a:cubicBezTo>
                  <a:cubicBezTo>
                    <a:pt x="49502" y="114401"/>
                    <a:pt x="43698" y="117079"/>
                    <a:pt x="37809" y="118052"/>
                  </a:cubicBezTo>
                  <a:cubicBezTo>
                    <a:pt x="35163" y="118052"/>
                    <a:pt x="31920" y="116227"/>
                    <a:pt x="29274" y="117079"/>
                  </a:cubicBezTo>
                  <a:cubicBezTo>
                    <a:pt x="26031" y="117079"/>
                    <a:pt x="23470" y="119878"/>
                    <a:pt x="20227" y="119878"/>
                  </a:cubicBezTo>
                  <a:cubicBezTo>
                    <a:pt x="16984" y="119878"/>
                    <a:pt x="14338" y="118052"/>
                    <a:pt x="11692" y="117079"/>
                  </a:cubicBezTo>
                  <a:lnTo>
                    <a:pt x="11692" y="117079"/>
                  </a:lnTo>
                  <a:cubicBezTo>
                    <a:pt x="11692" y="114401"/>
                    <a:pt x="13655" y="111602"/>
                    <a:pt x="13058" y="108803"/>
                  </a:cubicBezTo>
                  <a:cubicBezTo>
                    <a:pt x="11095" y="104056"/>
                    <a:pt x="8449" y="99432"/>
                    <a:pt x="5206" y="96632"/>
                  </a:cubicBezTo>
                  <a:cubicBezTo>
                    <a:pt x="3926" y="95780"/>
                    <a:pt x="1963" y="100405"/>
                    <a:pt x="1280" y="98580"/>
                  </a:cubicBezTo>
                  <a:cubicBezTo>
                    <a:pt x="0" y="94807"/>
                    <a:pt x="1963" y="90182"/>
                    <a:pt x="1963" y="86409"/>
                  </a:cubicBezTo>
                  <a:cubicBezTo>
                    <a:pt x="1963" y="83732"/>
                    <a:pt x="0" y="81784"/>
                    <a:pt x="0" y="78985"/>
                  </a:cubicBezTo>
                  <a:cubicBezTo>
                    <a:pt x="0" y="76186"/>
                    <a:pt x="597" y="73387"/>
                    <a:pt x="1963" y="70588"/>
                  </a:cubicBezTo>
                  <a:cubicBezTo>
                    <a:pt x="3243" y="68762"/>
                    <a:pt x="5206" y="66937"/>
                    <a:pt x="7169" y="67910"/>
                  </a:cubicBezTo>
                  <a:cubicBezTo>
                    <a:pt x="9132" y="67910"/>
                    <a:pt x="11095" y="71561"/>
                    <a:pt x="13655" y="71561"/>
                  </a:cubicBezTo>
                  <a:cubicBezTo>
                    <a:pt x="15021" y="71561"/>
                    <a:pt x="14338" y="68762"/>
                    <a:pt x="15021" y="66937"/>
                  </a:cubicBezTo>
                  <a:cubicBezTo>
                    <a:pt x="15021" y="63164"/>
                    <a:pt x="15021" y="58539"/>
                    <a:pt x="14338" y="54888"/>
                  </a:cubicBezTo>
                  <a:cubicBezTo>
                    <a:pt x="13058" y="50263"/>
                    <a:pt x="11095" y="45517"/>
                    <a:pt x="9132" y="41866"/>
                  </a:cubicBezTo>
                  <a:lnTo>
                    <a:pt x="9132" y="41866"/>
                  </a:lnTo>
                  <a:cubicBezTo>
                    <a:pt x="11095" y="38093"/>
                    <a:pt x="13058" y="34442"/>
                    <a:pt x="15618" y="31643"/>
                  </a:cubicBezTo>
                  <a:cubicBezTo>
                    <a:pt x="17581" y="28843"/>
                    <a:pt x="20825" y="27870"/>
                    <a:pt x="23470" y="2604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6" name="Shape 11186"/>
            <p:cNvSpPr/>
            <p:nvPr/>
          </p:nvSpPr>
          <p:spPr>
            <a:xfrm rot="3648446">
              <a:off x="7299691" y="6344972"/>
              <a:ext cx="139948" cy="81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6716" y="116560"/>
                  </a:moveTo>
                  <a:lnTo>
                    <a:pt x="66716" y="116560"/>
                  </a:lnTo>
                  <a:cubicBezTo>
                    <a:pt x="70074" y="110828"/>
                    <a:pt x="73432" y="104713"/>
                    <a:pt x="75223" y="96305"/>
                  </a:cubicBezTo>
                  <a:cubicBezTo>
                    <a:pt x="80373" y="66878"/>
                    <a:pt x="83731" y="69936"/>
                    <a:pt x="102537" y="69936"/>
                  </a:cubicBezTo>
                  <a:cubicBezTo>
                    <a:pt x="107686" y="69936"/>
                    <a:pt x="112835" y="69936"/>
                    <a:pt x="119776" y="66878"/>
                  </a:cubicBezTo>
                  <a:lnTo>
                    <a:pt x="119776" y="66878"/>
                  </a:lnTo>
                  <a:cubicBezTo>
                    <a:pt x="109477" y="52356"/>
                    <a:pt x="95820" y="20254"/>
                    <a:pt x="83731" y="11464"/>
                  </a:cubicBezTo>
                  <a:cubicBezTo>
                    <a:pt x="78582" y="8407"/>
                    <a:pt x="73432" y="17197"/>
                    <a:pt x="66716" y="14522"/>
                  </a:cubicBezTo>
                  <a:cubicBezTo>
                    <a:pt x="63358" y="14522"/>
                    <a:pt x="61567" y="2675"/>
                    <a:pt x="58208" y="2675"/>
                  </a:cubicBezTo>
                  <a:cubicBezTo>
                    <a:pt x="47910" y="0"/>
                    <a:pt x="39402" y="2675"/>
                    <a:pt x="29104" y="5732"/>
                  </a:cubicBezTo>
                  <a:lnTo>
                    <a:pt x="29104" y="5732"/>
                  </a:lnTo>
                  <a:cubicBezTo>
                    <a:pt x="32462" y="11464"/>
                    <a:pt x="42761" y="20254"/>
                    <a:pt x="39402" y="25987"/>
                  </a:cubicBezTo>
                  <a:cubicBezTo>
                    <a:pt x="35820" y="37834"/>
                    <a:pt x="27313" y="32101"/>
                    <a:pt x="20597" y="32101"/>
                  </a:cubicBezTo>
                  <a:cubicBezTo>
                    <a:pt x="15447" y="32101"/>
                    <a:pt x="8507" y="29044"/>
                    <a:pt x="5149" y="34777"/>
                  </a:cubicBezTo>
                  <a:cubicBezTo>
                    <a:pt x="0" y="40891"/>
                    <a:pt x="1791" y="52356"/>
                    <a:pt x="1791" y="61146"/>
                  </a:cubicBezTo>
                  <a:cubicBezTo>
                    <a:pt x="0" y="66878"/>
                    <a:pt x="0" y="75668"/>
                    <a:pt x="0" y="81401"/>
                  </a:cubicBezTo>
                  <a:lnTo>
                    <a:pt x="0" y="81401"/>
                  </a:lnTo>
                  <a:cubicBezTo>
                    <a:pt x="5149" y="90191"/>
                    <a:pt x="11865" y="102038"/>
                    <a:pt x="18805" y="104713"/>
                  </a:cubicBezTo>
                  <a:cubicBezTo>
                    <a:pt x="23955" y="107770"/>
                    <a:pt x="27313" y="90191"/>
                    <a:pt x="32462" y="93248"/>
                  </a:cubicBezTo>
                  <a:cubicBezTo>
                    <a:pt x="37611" y="93248"/>
                    <a:pt x="35820" y="110828"/>
                    <a:pt x="40970" y="113503"/>
                  </a:cubicBezTo>
                  <a:cubicBezTo>
                    <a:pt x="51268" y="119617"/>
                    <a:pt x="54626" y="113503"/>
                    <a:pt x="66716" y="11656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7" name="Shape 11187"/>
            <p:cNvSpPr/>
            <p:nvPr/>
          </p:nvSpPr>
          <p:spPr>
            <a:xfrm rot="3648446">
              <a:off x="7414161" y="6459352"/>
              <a:ext cx="91769" cy="5391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5637" y="110769"/>
                  </a:moveTo>
                  <a:lnTo>
                    <a:pt x="15637" y="110769"/>
                  </a:lnTo>
                  <a:cubicBezTo>
                    <a:pt x="23456" y="101538"/>
                    <a:pt x="33994" y="97500"/>
                    <a:pt x="41813" y="101538"/>
                  </a:cubicBezTo>
                  <a:cubicBezTo>
                    <a:pt x="59830" y="106153"/>
                    <a:pt x="80566" y="119423"/>
                    <a:pt x="98923" y="114807"/>
                  </a:cubicBezTo>
                  <a:cubicBezTo>
                    <a:pt x="106742" y="110769"/>
                    <a:pt x="111841" y="106153"/>
                    <a:pt x="119660" y="97500"/>
                  </a:cubicBezTo>
                  <a:lnTo>
                    <a:pt x="119660" y="97500"/>
                  </a:lnTo>
                  <a:cubicBezTo>
                    <a:pt x="109121" y="84230"/>
                    <a:pt x="91104" y="44423"/>
                    <a:pt x="78186" y="35769"/>
                  </a:cubicBezTo>
                  <a:cubicBezTo>
                    <a:pt x="57110" y="22500"/>
                    <a:pt x="33994" y="0"/>
                    <a:pt x="10538" y="13269"/>
                  </a:cubicBezTo>
                  <a:cubicBezTo>
                    <a:pt x="0" y="17884"/>
                    <a:pt x="15637" y="92884"/>
                    <a:pt x="15637" y="11076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8" name="Shape 11188"/>
            <p:cNvSpPr/>
            <p:nvPr/>
          </p:nvSpPr>
          <p:spPr>
            <a:xfrm rot="3648446">
              <a:off x="6962036" y="6433456"/>
              <a:ext cx="610266" cy="38430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373" y="5609"/>
                  </a:moveTo>
                  <a:lnTo>
                    <a:pt x="34373" y="5609"/>
                  </a:lnTo>
                  <a:cubicBezTo>
                    <a:pt x="32787" y="7479"/>
                    <a:pt x="31611" y="10000"/>
                    <a:pt x="28900" y="10000"/>
                  </a:cubicBezTo>
                  <a:cubicBezTo>
                    <a:pt x="25780" y="10569"/>
                    <a:pt x="19130" y="10000"/>
                    <a:pt x="16777" y="6829"/>
                  </a:cubicBezTo>
                  <a:cubicBezTo>
                    <a:pt x="20664" y="6829"/>
                    <a:pt x="26547" y="10000"/>
                    <a:pt x="30076" y="7479"/>
                  </a:cubicBezTo>
                  <a:lnTo>
                    <a:pt x="30076" y="7479"/>
                  </a:lnTo>
                  <a:cubicBezTo>
                    <a:pt x="27314" y="6829"/>
                    <a:pt x="26547" y="8130"/>
                    <a:pt x="24194" y="6829"/>
                  </a:cubicBezTo>
                  <a:cubicBezTo>
                    <a:pt x="23017" y="6260"/>
                    <a:pt x="23427" y="2520"/>
                    <a:pt x="22250" y="2520"/>
                  </a:cubicBezTo>
                  <a:cubicBezTo>
                    <a:pt x="21074" y="1869"/>
                    <a:pt x="20306" y="5609"/>
                    <a:pt x="19130" y="4959"/>
                  </a:cubicBezTo>
                  <a:cubicBezTo>
                    <a:pt x="17544" y="4390"/>
                    <a:pt x="16010" y="1869"/>
                    <a:pt x="14833" y="0"/>
                  </a:cubicBezTo>
                  <a:lnTo>
                    <a:pt x="14833" y="0"/>
                  </a:lnTo>
                  <a:cubicBezTo>
                    <a:pt x="14066" y="1869"/>
                    <a:pt x="14066" y="4390"/>
                    <a:pt x="13299" y="5609"/>
                  </a:cubicBezTo>
                  <a:cubicBezTo>
                    <a:pt x="12480" y="7479"/>
                    <a:pt x="10537" y="7479"/>
                    <a:pt x="9769" y="9349"/>
                  </a:cubicBezTo>
                  <a:cubicBezTo>
                    <a:pt x="9360" y="11869"/>
                    <a:pt x="10127" y="14308"/>
                    <a:pt x="9769" y="16829"/>
                  </a:cubicBezTo>
                  <a:cubicBezTo>
                    <a:pt x="9769" y="18048"/>
                    <a:pt x="8951" y="18699"/>
                    <a:pt x="8951" y="19268"/>
                  </a:cubicBezTo>
                  <a:cubicBezTo>
                    <a:pt x="8593" y="21788"/>
                    <a:pt x="8951" y="24878"/>
                    <a:pt x="8593" y="27317"/>
                  </a:cubicBezTo>
                  <a:cubicBezTo>
                    <a:pt x="8184" y="29186"/>
                    <a:pt x="7416" y="29837"/>
                    <a:pt x="7007" y="31056"/>
                  </a:cubicBezTo>
                  <a:cubicBezTo>
                    <a:pt x="6240" y="31707"/>
                    <a:pt x="5063" y="31707"/>
                    <a:pt x="4654" y="32926"/>
                  </a:cubicBezTo>
                  <a:cubicBezTo>
                    <a:pt x="3887" y="34227"/>
                    <a:pt x="4654" y="37317"/>
                    <a:pt x="3478" y="38536"/>
                  </a:cubicBezTo>
                  <a:cubicBezTo>
                    <a:pt x="3120" y="39186"/>
                    <a:pt x="1943" y="38536"/>
                    <a:pt x="767" y="38536"/>
                  </a:cubicBezTo>
                  <a:lnTo>
                    <a:pt x="767" y="38536"/>
                  </a:lnTo>
                  <a:cubicBezTo>
                    <a:pt x="1176" y="41056"/>
                    <a:pt x="1534" y="43495"/>
                    <a:pt x="1534" y="46585"/>
                  </a:cubicBezTo>
                  <a:cubicBezTo>
                    <a:pt x="1534" y="49105"/>
                    <a:pt x="767" y="51544"/>
                    <a:pt x="358" y="54065"/>
                  </a:cubicBezTo>
                  <a:cubicBezTo>
                    <a:pt x="0" y="55284"/>
                    <a:pt x="358" y="56585"/>
                    <a:pt x="358" y="58455"/>
                  </a:cubicBezTo>
                  <a:cubicBezTo>
                    <a:pt x="358" y="61544"/>
                    <a:pt x="767" y="65284"/>
                    <a:pt x="1176" y="68943"/>
                  </a:cubicBezTo>
                  <a:lnTo>
                    <a:pt x="1176" y="68943"/>
                  </a:lnTo>
                  <a:cubicBezTo>
                    <a:pt x="3887" y="68943"/>
                    <a:pt x="7007" y="67073"/>
                    <a:pt x="9360" y="68373"/>
                  </a:cubicBezTo>
                  <a:cubicBezTo>
                    <a:pt x="10537" y="69593"/>
                    <a:pt x="8951" y="73902"/>
                    <a:pt x="10127" y="74552"/>
                  </a:cubicBezTo>
                  <a:cubicBezTo>
                    <a:pt x="12480" y="75772"/>
                    <a:pt x="15242" y="74552"/>
                    <a:pt x="17544" y="73902"/>
                  </a:cubicBezTo>
                  <a:cubicBezTo>
                    <a:pt x="19539" y="73902"/>
                    <a:pt x="21483" y="72682"/>
                    <a:pt x="23427" y="73902"/>
                  </a:cubicBezTo>
                  <a:cubicBezTo>
                    <a:pt x="25012" y="75203"/>
                    <a:pt x="25780" y="78292"/>
                    <a:pt x="26956" y="80162"/>
                  </a:cubicBezTo>
                  <a:cubicBezTo>
                    <a:pt x="28900" y="82601"/>
                    <a:pt x="30843" y="83902"/>
                    <a:pt x="32787" y="85772"/>
                  </a:cubicBezTo>
                  <a:cubicBezTo>
                    <a:pt x="33964" y="87642"/>
                    <a:pt x="34373" y="90081"/>
                    <a:pt x="35549" y="91300"/>
                  </a:cubicBezTo>
                  <a:cubicBezTo>
                    <a:pt x="37493" y="93821"/>
                    <a:pt x="39846" y="96260"/>
                    <a:pt x="42557" y="97560"/>
                  </a:cubicBezTo>
                  <a:cubicBezTo>
                    <a:pt x="44552" y="97560"/>
                    <a:pt x="46086" y="94390"/>
                    <a:pt x="48030" y="94390"/>
                  </a:cubicBezTo>
                  <a:cubicBezTo>
                    <a:pt x="49616" y="94390"/>
                    <a:pt x="50792" y="96910"/>
                    <a:pt x="52327" y="97560"/>
                  </a:cubicBezTo>
                  <a:cubicBezTo>
                    <a:pt x="53913" y="97560"/>
                    <a:pt x="55856" y="95040"/>
                    <a:pt x="57442" y="96260"/>
                  </a:cubicBezTo>
                  <a:cubicBezTo>
                    <a:pt x="59744" y="98780"/>
                    <a:pt x="60562" y="104959"/>
                    <a:pt x="62864" y="108130"/>
                  </a:cubicBezTo>
                  <a:cubicBezTo>
                    <a:pt x="63682" y="109349"/>
                    <a:pt x="65626" y="106260"/>
                    <a:pt x="66393" y="108130"/>
                  </a:cubicBezTo>
                  <a:cubicBezTo>
                    <a:pt x="66803" y="110000"/>
                    <a:pt x="65217" y="114959"/>
                    <a:pt x="65217" y="116747"/>
                  </a:cubicBezTo>
                  <a:lnTo>
                    <a:pt x="65217" y="116747"/>
                  </a:lnTo>
                  <a:cubicBezTo>
                    <a:pt x="65984" y="117398"/>
                    <a:pt x="66803" y="117398"/>
                    <a:pt x="67570" y="117398"/>
                  </a:cubicBezTo>
                  <a:cubicBezTo>
                    <a:pt x="69923" y="117398"/>
                    <a:pt x="72276" y="119918"/>
                    <a:pt x="74629" y="119918"/>
                  </a:cubicBezTo>
                  <a:cubicBezTo>
                    <a:pt x="74629" y="116747"/>
                    <a:pt x="74219" y="112439"/>
                    <a:pt x="73810" y="108699"/>
                  </a:cubicBezTo>
                  <a:cubicBezTo>
                    <a:pt x="75805" y="100000"/>
                    <a:pt x="75396" y="93170"/>
                    <a:pt x="81636" y="89430"/>
                  </a:cubicBezTo>
                  <a:cubicBezTo>
                    <a:pt x="87109" y="85772"/>
                    <a:pt x="92173" y="82032"/>
                    <a:pt x="97647" y="80162"/>
                  </a:cubicBezTo>
                  <a:cubicBezTo>
                    <a:pt x="110946" y="75772"/>
                    <a:pt x="110946" y="54065"/>
                    <a:pt x="106240" y="38536"/>
                  </a:cubicBezTo>
                  <a:cubicBezTo>
                    <a:pt x="105063" y="33577"/>
                    <a:pt x="109360" y="34796"/>
                    <a:pt x="110946" y="31707"/>
                  </a:cubicBezTo>
                  <a:cubicBezTo>
                    <a:pt x="119948" y="18048"/>
                    <a:pt x="100409" y="21788"/>
                    <a:pt x="96470" y="23658"/>
                  </a:cubicBezTo>
                  <a:cubicBezTo>
                    <a:pt x="90230" y="26097"/>
                    <a:pt x="83222" y="23658"/>
                    <a:pt x="77749" y="29186"/>
                  </a:cubicBezTo>
                  <a:cubicBezTo>
                    <a:pt x="76163" y="30487"/>
                    <a:pt x="66393" y="32926"/>
                    <a:pt x="70690" y="27967"/>
                  </a:cubicBezTo>
                  <a:cubicBezTo>
                    <a:pt x="76572" y="21788"/>
                    <a:pt x="55447" y="3170"/>
                    <a:pt x="55089" y="13739"/>
                  </a:cubicBezTo>
                  <a:cubicBezTo>
                    <a:pt x="55089" y="21788"/>
                    <a:pt x="51150" y="21788"/>
                    <a:pt x="48030" y="21138"/>
                  </a:cubicBezTo>
                  <a:lnTo>
                    <a:pt x="48030" y="21138"/>
                  </a:lnTo>
                  <a:cubicBezTo>
                    <a:pt x="47672" y="23658"/>
                    <a:pt x="47263" y="23658"/>
                    <a:pt x="46854" y="25528"/>
                  </a:cubicBezTo>
                  <a:cubicBezTo>
                    <a:pt x="46496" y="27317"/>
                    <a:pt x="47263" y="29837"/>
                    <a:pt x="46496" y="30487"/>
                  </a:cubicBezTo>
                  <a:cubicBezTo>
                    <a:pt x="44143" y="31707"/>
                    <a:pt x="41790" y="31056"/>
                    <a:pt x="39437" y="29837"/>
                  </a:cubicBezTo>
                  <a:cubicBezTo>
                    <a:pt x="38260" y="29186"/>
                    <a:pt x="37902" y="27317"/>
                    <a:pt x="36726" y="26097"/>
                  </a:cubicBezTo>
                  <a:cubicBezTo>
                    <a:pt x="35907" y="24878"/>
                    <a:pt x="34373" y="22357"/>
                    <a:pt x="33606" y="23658"/>
                  </a:cubicBezTo>
                  <a:cubicBezTo>
                    <a:pt x="32429" y="24227"/>
                    <a:pt x="33964" y="27967"/>
                    <a:pt x="32787" y="28617"/>
                  </a:cubicBezTo>
                  <a:cubicBezTo>
                    <a:pt x="31611" y="29837"/>
                    <a:pt x="29667" y="29186"/>
                    <a:pt x="28491" y="27967"/>
                  </a:cubicBezTo>
                  <a:cubicBezTo>
                    <a:pt x="27723" y="27317"/>
                    <a:pt x="28900" y="25528"/>
                    <a:pt x="29309" y="24878"/>
                  </a:cubicBezTo>
                  <a:cubicBezTo>
                    <a:pt x="30076" y="23008"/>
                    <a:pt x="30076" y="21138"/>
                    <a:pt x="30843" y="19918"/>
                  </a:cubicBezTo>
                  <a:cubicBezTo>
                    <a:pt x="32429" y="16829"/>
                    <a:pt x="34731" y="16178"/>
                    <a:pt x="35907" y="13089"/>
                  </a:cubicBezTo>
                  <a:cubicBezTo>
                    <a:pt x="36726" y="11869"/>
                    <a:pt x="35907" y="9349"/>
                    <a:pt x="35549" y="8130"/>
                  </a:cubicBezTo>
                  <a:cubicBezTo>
                    <a:pt x="34731" y="6260"/>
                    <a:pt x="35140" y="7479"/>
                    <a:pt x="34373" y="560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89" name="Shape 11189"/>
            <p:cNvSpPr/>
            <p:nvPr/>
          </p:nvSpPr>
          <p:spPr>
            <a:xfrm rot="3648446">
              <a:off x="7269730" y="6431745"/>
              <a:ext cx="146831" cy="952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169" y="77282"/>
                  </a:moveTo>
                  <a:lnTo>
                    <a:pt x="84169" y="77282"/>
                  </a:lnTo>
                  <a:cubicBezTo>
                    <a:pt x="74416" y="75000"/>
                    <a:pt x="66360" y="67500"/>
                    <a:pt x="68056" y="67500"/>
                  </a:cubicBezTo>
                  <a:cubicBezTo>
                    <a:pt x="71236" y="62282"/>
                    <a:pt x="76113" y="49891"/>
                    <a:pt x="80989" y="49891"/>
                  </a:cubicBezTo>
                  <a:cubicBezTo>
                    <a:pt x="87349" y="47608"/>
                    <a:pt x="119787" y="45000"/>
                    <a:pt x="108551" y="19891"/>
                  </a:cubicBezTo>
                  <a:cubicBezTo>
                    <a:pt x="98798" y="0"/>
                    <a:pt x="74416" y="10108"/>
                    <a:pt x="58303" y="5217"/>
                  </a:cubicBezTo>
                  <a:cubicBezTo>
                    <a:pt x="40494" y="0"/>
                    <a:pt x="33922" y="7500"/>
                    <a:pt x="27561" y="15000"/>
                  </a:cubicBezTo>
                  <a:lnTo>
                    <a:pt x="27561" y="15000"/>
                  </a:lnTo>
                  <a:cubicBezTo>
                    <a:pt x="30742" y="22500"/>
                    <a:pt x="29045" y="17608"/>
                    <a:pt x="32438" y="25108"/>
                  </a:cubicBezTo>
                  <a:cubicBezTo>
                    <a:pt x="33922" y="30000"/>
                    <a:pt x="37314" y="40108"/>
                    <a:pt x="33922" y="45000"/>
                  </a:cubicBezTo>
                  <a:cubicBezTo>
                    <a:pt x="29045" y="57391"/>
                    <a:pt x="19505" y="60000"/>
                    <a:pt x="12932" y="72391"/>
                  </a:cubicBezTo>
                  <a:cubicBezTo>
                    <a:pt x="9752" y="77282"/>
                    <a:pt x="9752" y="84782"/>
                    <a:pt x="6572" y="92282"/>
                  </a:cubicBezTo>
                  <a:cubicBezTo>
                    <a:pt x="4876" y="94891"/>
                    <a:pt x="0" y="102065"/>
                    <a:pt x="3180" y="104673"/>
                  </a:cubicBezTo>
                  <a:cubicBezTo>
                    <a:pt x="8056" y="109565"/>
                    <a:pt x="16113" y="112173"/>
                    <a:pt x="20989" y="107282"/>
                  </a:cubicBezTo>
                  <a:cubicBezTo>
                    <a:pt x="25865" y="104673"/>
                    <a:pt x="19505" y="89673"/>
                    <a:pt x="24381" y="87391"/>
                  </a:cubicBezTo>
                  <a:cubicBezTo>
                    <a:pt x="27561" y="82173"/>
                    <a:pt x="33922" y="92282"/>
                    <a:pt x="37314" y="97173"/>
                  </a:cubicBezTo>
                  <a:cubicBezTo>
                    <a:pt x="42190" y="102065"/>
                    <a:pt x="43674" y="109565"/>
                    <a:pt x="48551" y="112173"/>
                  </a:cubicBezTo>
                  <a:cubicBezTo>
                    <a:pt x="58303" y="117065"/>
                    <a:pt x="68056" y="119673"/>
                    <a:pt x="77809" y="114782"/>
                  </a:cubicBezTo>
                  <a:cubicBezTo>
                    <a:pt x="80989" y="112173"/>
                    <a:pt x="77809" y="102065"/>
                    <a:pt x="79293" y="94891"/>
                  </a:cubicBezTo>
                  <a:cubicBezTo>
                    <a:pt x="80989" y="87391"/>
                    <a:pt x="82685" y="87391"/>
                    <a:pt x="84169" y="7728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0" name="Shape 11190"/>
            <p:cNvSpPr/>
            <p:nvPr/>
          </p:nvSpPr>
          <p:spPr>
            <a:xfrm rot="3648446">
              <a:off x="8454494" y="4984215"/>
              <a:ext cx="122742" cy="1227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46" y="44303"/>
                  </a:moveTo>
                  <a:lnTo>
                    <a:pt x="119746" y="44303"/>
                  </a:lnTo>
                  <a:cubicBezTo>
                    <a:pt x="117974" y="59746"/>
                    <a:pt x="113924" y="73417"/>
                    <a:pt x="113924" y="88860"/>
                  </a:cubicBezTo>
                  <a:cubicBezTo>
                    <a:pt x="113924" y="98481"/>
                    <a:pt x="115949" y="106329"/>
                    <a:pt x="117974" y="115949"/>
                  </a:cubicBezTo>
                  <a:lnTo>
                    <a:pt x="117974" y="115949"/>
                  </a:lnTo>
                  <a:cubicBezTo>
                    <a:pt x="108101" y="115949"/>
                    <a:pt x="98481" y="117721"/>
                    <a:pt x="90886" y="117721"/>
                  </a:cubicBezTo>
                  <a:cubicBezTo>
                    <a:pt x="81012" y="117721"/>
                    <a:pt x="71392" y="117721"/>
                    <a:pt x="63797" y="119746"/>
                  </a:cubicBezTo>
                  <a:cubicBezTo>
                    <a:pt x="57974" y="119746"/>
                    <a:pt x="52151" y="119746"/>
                    <a:pt x="46329" y="117721"/>
                  </a:cubicBezTo>
                  <a:cubicBezTo>
                    <a:pt x="36708" y="113924"/>
                    <a:pt x="26835" y="110126"/>
                    <a:pt x="21265" y="102278"/>
                  </a:cubicBezTo>
                  <a:cubicBezTo>
                    <a:pt x="11392" y="90632"/>
                    <a:pt x="9620" y="77215"/>
                    <a:pt x="5822" y="63797"/>
                  </a:cubicBezTo>
                  <a:cubicBezTo>
                    <a:pt x="3797" y="59746"/>
                    <a:pt x="0" y="52151"/>
                    <a:pt x="3797" y="48101"/>
                  </a:cubicBezTo>
                  <a:cubicBezTo>
                    <a:pt x="7594" y="44303"/>
                    <a:pt x="15443" y="52151"/>
                    <a:pt x="19240" y="50126"/>
                  </a:cubicBezTo>
                  <a:cubicBezTo>
                    <a:pt x="23037" y="46329"/>
                    <a:pt x="15443" y="38481"/>
                    <a:pt x="17215" y="36708"/>
                  </a:cubicBezTo>
                  <a:cubicBezTo>
                    <a:pt x="21265" y="34683"/>
                    <a:pt x="28860" y="44303"/>
                    <a:pt x="30886" y="40506"/>
                  </a:cubicBezTo>
                  <a:cubicBezTo>
                    <a:pt x="34683" y="34683"/>
                    <a:pt x="26835" y="25063"/>
                    <a:pt x="30886" y="19240"/>
                  </a:cubicBezTo>
                  <a:cubicBezTo>
                    <a:pt x="36708" y="11392"/>
                    <a:pt x="48354" y="9620"/>
                    <a:pt x="57974" y="5569"/>
                  </a:cubicBezTo>
                  <a:cubicBezTo>
                    <a:pt x="63797" y="3797"/>
                    <a:pt x="71392" y="0"/>
                    <a:pt x="79240" y="1772"/>
                  </a:cubicBezTo>
                  <a:cubicBezTo>
                    <a:pt x="86835" y="1772"/>
                    <a:pt x="92658" y="5569"/>
                    <a:pt x="96455" y="11392"/>
                  </a:cubicBezTo>
                  <a:cubicBezTo>
                    <a:pt x="98481" y="17215"/>
                    <a:pt x="96455" y="23037"/>
                    <a:pt x="96455" y="26835"/>
                  </a:cubicBezTo>
                  <a:cubicBezTo>
                    <a:pt x="94683" y="34683"/>
                    <a:pt x="90886" y="40506"/>
                    <a:pt x="92658" y="46329"/>
                  </a:cubicBezTo>
                  <a:cubicBezTo>
                    <a:pt x="92658" y="50126"/>
                    <a:pt x="96455" y="48101"/>
                    <a:pt x="100506" y="48101"/>
                  </a:cubicBezTo>
                  <a:cubicBezTo>
                    <a:pt x="106329" y="48101"/>
                    <a:pt x="112151" y="46329"/>
                    <a:pt x="119746" y="4430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1" name="Shape 11191"/>
            <p:cNvSpPr/>
            <p:nvPr/>
          </p:nvSpPr>
          <p:spPr>
            <a:xfrm rot="3648446">
              <a:off x="8319635" y="5090931"/>
              <a:ext cx="520791" cy="4118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174" y="530"/>
                  </a:moveTo>
                  <a:lnTo>
                    <a:pt x="85174" y="530"/>
                  </a:lnTo>
                  <a:cubicBezTo>
                    <a:pt x="84695" y="2882"/>
                    <a:pt x="85174" y="5158"/>
                    <a:pt x="83316" y="5764"/>
                  </a:cubicBezTo>
                  <a:cubicBezTo>
                    <a:pt x="79660" y="7509"/>
                    <a:pt x="75584" y="6371"/>
                    <a:pt x="72347" y="5158"/>
                  </a:cubicBezTo>
                  <a:cubicBezTo>
                    <a:pt x="69590" y="4627"/>
                    <a:pt x="68211" y="0"/>
                    <a:pt x="65454" y="0"/>
                  </a:cubicBezTo>
                  <a:cubicBezTo>
                    <a:pt x="63176" y="530"/>
                    <a:pt x="62757" y="4627"/>
                    <a:pt x="61378" y="6371"/>
                  </a:cubicBezTo>
                  <a:cubicBezTo>
                    <a:pt x="59100" y="9785"/>
                    <a:pt x="56763" y="13881"/>
                    <a:pt x="53586" y="15625"/>
                  </a:cubicBezTo>
                  <a:cubicBezTo>
                    <a:pt x="51728" y="16763"/>
                    <a:pt x="49450" y="14487"/>
                    <a:pt x="47592" y="15018"/>
                  </a:cubicBezTo>
                  <a:cubicBezTo>
                    <a:pt x="45314" y="16156"/>
                    <a:pt x="43516" y="19115"/>
                    <a:pt x="41658" y="20859"/>
                  </a:cubicBezTo>
                  <a:cubicBezTo>
                    <a:pt x="40759" y="21997"/>
                    <a:pt x="39380" y="23135"/>
                    <a:pt x="38961" y="24879"/>
                  </a:cubicBezTo>
                  <a:cubicBezTo>
                    <a:pt x="38481" y="27231"/>
                    <a:pt x="39860" y="31251"/>
                    <a:pt x="38481" y="31858"/>
                  </a:cubicBezTo>
                  <a:cubicBezTo>
                    <a:pt x="36623" y="32996"/>
                    <a:pt x="35244" y="28369"/>
                    <a:pt x="32967" y="27762"/>
                  </a:cubicBezTo>
                  <a:cubicBezTo>
                    <a:pt x="29790" y="27762"/>
                    <a:pt x="26133" y="28369"/>
                    <a:pt x="22897" y="30113"/>
                  </a:cubicBezTo>
                  <a:cubicBezTo>
                    <a:pt x="20139" y="31251"/>
                    <a:pt x="18341" y="34134"/>
                    <a:pt x="16483" y="35878"/>
                  </a:cubicBezTo>
                  <a:lnTo>
                    <a:pt x="16483" y="35878"/>
                  </a:lnTo>
                  <a:cubicBezTo>
                    <a:pt x="16063" y="40505"/>
                    <a:pt x="15104" y="44601"/>
                    <a:pt x="15104" y="49228"/>
                  </a:cubicBezTo>
                  <a:cubicBezTo>
                    <a:pt x="15104" y="52111"/>
                    <a:pt x="15584" y="54462"/>
                    <a:pt x="16063" y="57345"/>
                  </a:cubicBezTo>
                  <a:lnTo>
                    <a:pt x="16063" y="57345"/>
                  </a:lnTo>
                  <a:cubicBezTo>
                    <a:pt x="15584" y="59620"/>
                    <a:pt x="14685" y="61972"/>
                    <a:pt x="14685" y="64323"/>
                  </a:cubicBezTo>
                  <a:cubicBezTo>
                    <a:pt x="14685" y="66599"/>
                    <a:pt x="16063" y="68343"/>
                    <a:pt x="16063" y="70619"/>
                  </a:cubicBezTo>
                  <a:cubicBezTo>
                    <a:pt x="16483" y="73577"/>
                    <a:pt x="16063" y="76991"/>
                    <a:pt x="15104" y="79949"/>
                  </a:cubicBezTo>
                  <a:cubicBezTo>
                    <a:pt x="14685" y="81694"/>
                    <a:pt x="12827" y="81694"/>
                    <a:pt x="11928" y="83438"/>
                  </a:cubicBezTo>
                  <a:cubicBezTo>
                    <a:pt x="11928" y="83969"/>
                    <a:pt x="12347" y="85183"/>
                    <a:pt x="12827" y="85714"/>
                  </a:cubicBezTo>
                  <a:cubicBezTo>
                    <a:pt x="14205" y="86852"/>
                    <a:pt x="16483" y="86321"/>
                    <a:pt x="17442" y="87458"/>
                  </a:cubicBezTo>
                  <a:cubicBezTo>
                    <a:pt x="18341" y="88065"/>
                    <a:pt x="18341" y="89810"/>
                    <a:pt x="17442" y="89810"/>
                  </a:cubicBezTo>
                  <a:cubicBezTo>
                    <a:pt x="16063" y="90948"/>
                    <a:pt x="14205" y="90341"/>
                    <a:pt x="12827" y="90948"/>
                  </a:cubicBezTo>
                  <a:cubicBezTo>
                    <a:pt x="11928" y="91479"/>
                    <a:pt x="10969" y="93223"/>
                    <a:pt x="10069" y="93830"/>
                  </a:cubicBezTo>
                  <a:cubicBezTo>
                    <a:pt x="7792" y="93830"/>
                    <a:pt x="5514" y="90948"/>
                    <a:pt x="3656" y="92085"/>
                  </a:cubicBezTo>
                  <a:cubicBezTo>
                    <a:pt x="1858" y="93223"/>
                    <a:pt x="0" y="95575"/>
                    <a:pt x="0" y="98457"/>
                  </a:cubicBezTo>
                  <a:cubicBezTo>
                    <a:pt x="479" y="100809"/>
                    <a:pt x="3236" y="100809"/>
                    <a:pt x="5034" y="101946"/>
                  </a:cubicBezTo>
                  <a:lnTo>
                    <a:pt x="5034" y="101946"/>
                  </a:lnTo>
                  <a:cubicBezTo>
                    <a:pt x="8271" y="101946"/>
                    <a:pt x="11448" y="100809"/>
                    <a:pt x="14685" y="101340"/>
                  </a:cubicBezTo>
                  <a:cubicBezTo>
                    <a:pt x="17442" y="101946"/>
                    <a:pt x="19240" y="104298"/>
                    <a:pt x="21518" y="105436"/>
                  </a:cubicBezTo>
                  <a:lnTo>
                    <a:pt x="21518" y="105436"/>
                  </a:lnTo>
                  <a:cubicBezTo>
                    <a:pt x="22897" y="105967"/>
                    <a:pt x="23796" y="107180"/>
                    <a:pt x="24755" y="106573"/>
                  </a:cubicBezTo>
                  <a:cubicBezTo>
                    <a:pt x="29310" y="104298"/>
                    <a:pt x="33446" y="100809"/>
                    <a:pt x="37102" y="96713"/>
                  </a:cubicBezTo>
                  <a:cubicBezTo>
                    <a:pt x="38481" y="94968"/>
                    <a:pt x="38001" y="94437"/>
                    <a:pt x="39380" y="92692"/>
                  </a:cubicBezTo>
                  <a:lnTo>
                    <a:pt x="39380" y="92692"/>
                  </a:lnTo>
                  <a:cubicBezTo>
                    <a:pt x="39860" y="91479"/>
                    <a:pt x="43936" y="88596"/>
                    <a:pt x="44415" y="88596"/>
                  </a:cubicBezTo>
                  <a:cubicBezTo>
                    <a:pt x="46273" y="87458"/>
                    <a:pt x="49930" y="87458"/>
                    <a:pt x="51308" y="89203"/>
                  </a:cubicBezTo>
                  <a:cubicBezTo>
                    <a:pt x="52207" y="90948"/>
                    <a:pt x="54065" y="91479"/>
                    <a:pt x="55444" y="91479"/>
                  </a:cubicBezTo>
                  <a:cubicBezTo>
                    <a:pt x="57722" y="91479"/>
                    <a:pt x="59520" y="89810"/>
                    <a:pt x="61798" y="89810"/>
                  </a:cubicBezTo>
                  <a:cubicBezTo>
                    <a:pt x="62277" y="89810"/>
                    <a:pt x="62757" y="89810"/>
                    <a:pt x="63176" y="89810"/>
                  </a:cubicBezTo>
                  <a:lnTo>
                    <a:pt x="63176" y="89810"/>
                  </a:lnTo>
                  <a:cubicBezTo>
                    <a:pt x="63656" y="85183"/>
                    <a:pt x="63656" y="81087"/>
                    <a:pt x="65034" y="76991"/>
                  </a:cubicBezTo>
                  <a:cubicBezTo>
                    <a:pt x="65454" y="75246"/>
                    <a:pt x="66413" y="73577"/>
                    <a:pt x="67312" y="72364"/>
                  </a:cubicBezTo>
                  <a:cubicBezTo>
                    <a:pt x="68691" y="71226"/>
                    <a:pt x="70549" y="70619"/>
                    <a:pt x="71928" y="71226"/>
                  </a:cubicBezTo>
                  <a:cubicBezTo>
                    <a:pt x="74205" y="72364"/>
                    <a:pt x="76903" y="73577"/>
                    <a:pt x="78761" y="76460"/>
                  </a:cubicBezTo>
                  <a:cubicBezTo>
                    <a:pt x="79660" y="78204"/>
                    <a:pt x="78281" y="83438"/>
                    <a:pt x="77862" y="85714"/>
                  </a:cubicBezTo>
                  <a:lnTo>
                    <a:pt x="77862" y="85714"/>
                  </a:lnTo>
                  <a:cubicBezTo>
                    <a:pt x="79660" y="86852"/>
                    <a:pt x="81038" y="88065"/>
                    <a:pt x="82897" y="90948"/>
                  </a:cubicBezTo>
                  <a:cubicBezTo>
                    <a:pt x="86553" y="96713"/>
                    <a:pt x="92967" y="109456"/>
                    <a:pt x="99380" y="107711"/>
                  </a:cubicBezTo>
                  <a:cubicBezTo>
                    <a:pt x="104835" y="106573"/>
                    <a:pt x="107172" y="104298"/>
                    <a:pt x="112207" y="107180"/>
                  </a:cubicBezTo>
                  <a:cubicBezTo>
                    <a:pt x="119940" y="111201"/>
                    <a:pt x="114905" y="114083"/>
                    <a:pt x="114905" y="119924"/>
                  </a:cubicBezTo>
                  <a:cubicBezTo>
                    <a:pt x="115384" y="118179"/>
                    <a:pt x="118141" y="117572"/>
                    <a:pt x="118561" y="113552"/>
                  </a:cubicBezTo>
                  <a:cubicBezTo>
                    <a:pt x="118561" y="108925"/>
                    <a:pt x="117662" y="106573"/>
                    <a:pt x="116283" y="103084"/>
                  </a:cubicBezTo>
                  <a:cubicBezTo>
                    <a:pt x="113526" y="93830"/>
                    <a:pt x="107172" y="85714"/>
                    <a:pt x="103456" y="77597"/>
                  </a:cubicBezTo>
                  <a:cubicBezTo>
                    <a:pt x="100759" y="71226"/>
                    <a:pt x="94345" y="62579"/>
                    <a:pt x="92967" y="56738"/>
                  </a:cubicBezTo>
                  <a:cubicBezTo>
                    <a:pt x="87932" y="43994"/>
                    <a:pt x="78761" y="24879"/>
                    <a:pt x="89310" y="13274"/>
                  </a:cubicBezTo>
                  <a:cubicBezTo>
                    <a:pt x="90689" y="12136"/>
                    <a:pt x="97042" y="12136"/>
                    <a:pt x="97522" y="10391"/>
                  </a:cubicBezTo>
                  <a:cubicBezTo>
                    <a:pt x="98421" y="8040"/>
                    <a:pt x="90689" y="4627"/>
                    <a:pt x="89310" y="3413"/>
                  </a:cubicBezTo>
                  <a:cubicBezTo>
                    <a:pt x="87932" y="2275"/>
                    <a:pt x="86553" y="1137"/>
                    <a:pt x="85174" y="53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2" name="Shape 11192"/>
            <p:cNvSpPr/>
            <p:nvPr/>
          </p:nvSpPr>
          <p:spPr>
            <a:xfrm rot="3648446">
              <a:off x="8507645" y="5340997"/>
              <a:ext cx="72268" cy="665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9527"/>
                  </a:moveTo>
                  <a:lnTo>
                    <a:pt x="0" y="119527"/>
                  </a:lnTo>
                  <a:cubicBezTo>
                    <a:pt x="43478" y="115748"/>
                    <a:pt x="73043" y="83149"/>
                    <a:pt x="106521" y="94015"/>
                  </a:cubicBezTo>
                  <a:lnTo>
                    <a:pt x="106521" y="94015"/>
                  </a:lnTo>
                  <a:cubicBezTo>
                    <a:pt x="109565" y="79842"/>
                    <a:pt x="119565" y="47244"/>
                    <a:pt x="113043" y="36377"/>
                  </a:cubicBezTo>
                  <a:cubicBezTo>
                    <a:pt x="99565" y="18425"/>
                    <a:pt x="80000" y="10866"/>
                    <a:pt x="63478" y="3779"/>
                  </a:cubicBezTo>
                  <a:cubicBezTo>
                    <a:pt x="53478" y="0"/>
                    <a:pt x="40000" y="3779"/>
                    <a:pt x="30000" y="10866"/>
                  </a:cubicBezTo>
                  <a:cubicBezTo>
                    <a:pt x="23478" y="18425"/>
                    <a:pt x="16521" y="28818"/>
                    <a:pt x="13478" y="39685"/>
                  </a:cubicBezTo>
                  <a:cubicBezTo>
                    <a:pt x="3478" y="65196"/>
                    <a:pt x="3478" y="90708"/>
                    <a:pt x="0" y="119527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3" name="Shape 11193"/>
            <p:cNvSpPr/>
            <p:nvPr/>
          </p:nvSpPr>
          <p:spPr>
            <a:xfrm rot="3648446">
              <a:off x="8708010" y="4628700"/>
              <a:ext cx="122742" cy="10898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822" y="62992"/>
                  </a:moveTo>
                  <a:lnTo>
                    <a:pt x="5822" y="62992"/>
                  </a:lnTo>
                  <a:cubicBezTo>
                    <a:pt x="13417" y="65273"/>
                    <a:pt x="23037" y="69548"/>
                    <a:pt x="30886" y="71828"/>
                  </a:cubicBezTo>
                  <a:cubicBezTo>
                    <a:pt x="34683" y="73824"/>
                    <a:pt x="40506" y="76104"/>
                    <a:pt x="44303" y="80380"/>
                  </a:cubicBezTo>
                  <a:cubicBezTo>
                    <a:pt x="50126" y="84940"/>
                    <a:pt x="52151" y="93491"/>
                    <a:pt x="55949" y="100047"/>
                  </a:cubicBezTo>
                  <a:cubicBezTo>
                    <a:pt x="59746" y="104323"/>
                    <a:pt x="61772" y="108883"/>
                    <a:pt x="67594" y="110878"/>
                  </a:cubicBezTo>
                  <a:cubicBezTo>
                    <a:pt x="71392" y="110878"/>
                    <a:pt x="73417" y="104323"/>
                    <a:pt x="77215" y="104323"/>
                  </a:cubicBezTo>
                  <a:cubicBezTo>
                    <a:pt x="85063" y="106603"/>
                    <a:pt x="88860" y="119714"/>
                    <a:pt x="96708" y="119714"/>
                  </a:cubicBezTo>
                  <a:cubicBezTo>
                    <a:pt x="100506" y="117434"/>
                    <a:pt x="102531" y="108883"/>
                    <a:pt x="102531" y="102327"/>
                  </a:cubicBezTo>
                  <a:cubicBezTo>
                    <a:pt x="102531" y="95771"/>
                    <a:pt x="92658" y="89216"/>
                    <a:pt x="96708" y="84940"/>
                  </a:cubicBezTo>
                  <a:cubicBezTo>
                    <a:pt x="102531" y="82660"/>
                    <a:pt x="106329" y="91496"/>
                    <a:pt x="110126" y="95771"/>
                  </a:cubicBezTo>
                  <a:lnTo>
                    <a:pt x="110126" y="95771"/>
                  </a:lnTo>
                  <a:cubicBezTo>
                    <a:pt x="110126" y="89216"/>
                    <a:pt x="113924" y="80380"/>
                    <a:pt x="112151" y="71828"/>
                  </a:cubicBezTo>
                  <a:cubicBezTo>
                    <a:pt x="112151" y="65273"/>
                    <a:pt x="102531" y="58717"/>
                    <a:pt x="102531" y="52161"/>
                  </a:cubicBezTo>
                  <a:cubicBezTo>
                    <a:pt x="104303" y="43325"/>
                    <a:pt x="113924" y="43325"/>
                    <a:pt x="115949" y="37054"/>
                  </a:cubicBezTo>
                  <a:cubicBezTo>
                    <a:pt x="119746" y="32494"/>
                    <a:pt x="119746" y="23942"/>
                    <a:pt x="115949" y="17387"/>
                  </a:cubicBezTo>
                  <a:cubicBezTo>
                    <a:pt x="115949" y="15106"/>
                    <a:pt x="110126" y="17387"/>
                    <a:pt x="106329" y="17387"/>
                  </a:cubicBezTo>
                  <a:lnTo>
                    <a:pt x="106329" y="17387"/>
                  </a:lnTo>
                  <a:cubicBezTo>
                    <a:pt x="104303" y="19667"/>
                    <a:pt x="100506" y="21662"/>
                    <a:pt x="98481" y="21662"/>
                  </a:cubicBezTo>
                  <a:cubicBezTo>
                    <a:pt x="92658" y="19667"/>
                    <a:pt x="88860" y="13111"/>
                    <a:pt x="83037" y="13111"/>
                  </a:cubicBezTo>
                  <a:cubicBezTo>
                    <a:pt x="75443" y="13111"/>
                    <a:pt x="67594" y="17387"/>
                    <a:pt x="61772" y="21662"/>
                  </a:cubicBezTo>
                  <a:cubicBezTo>
                    <a:pt x="57974" y="21662"/>
                    <a:pt x="57974" y="32494"/>
                    <a:pt x="55949" y="30498"/>
                  </a:cubicBezTo>
                  <a:cubicBezTo>
                    <a:pt x="46329" y="23942"/>
                    <a:pt x="46329" y="8551"/>
                    <a:pt x="36708" y="4275"/>
                  </a:cubicBezTo>
                  <a:cubicBezTo>
                    <a:pt x="30886" y="0"/>
                    <a:pt x="21265" y="0"/>
                    <a:pt x="15443" y="4275"/>
                  </a:cubicBezTo>
                  <a:cubicBezTo>
                    <a:pt x="9620" y="8551"/>
                    <a:pt x="15443" y="17387"/>
                    <a:pt x="11645" y="23942"/>
                  </a:cubicBezTo>
                  <a:cubicBezTo>
                    <a:pt x="11645" y="25938"/>
                    <a:pt x="3797" y="25938"/>
                    <a:pt x="1772" y="28218"/>
                  </a:cubicBezTo>
                  <a:cubicBezTo>
                    <a:pt x="0" y="39049"/>
                    <a:pt x="3797" y="52161"/>
                    <a:pt x="5822" y="6299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4" name="Shape 11194"/>
            <p:cNvSpPr/>
            <p:nvPr/>
          </p:nvSpPr>
          <p:spPr>
            <a:xfrm rot="3648446">
              <a:off x="8810633" y="4767103"/>
              <a:ext cx="64238" cy="642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780" y="108244"/>
                  </a:moveTo>
                  <a:lnTo>
                    <a:pt x="48780" y="108244"/>
                  </a:lnTo>
                  <a:cubicBezTo>
                    <a:pt x="115609" y="119510"/>
                    <a:pt x="115609" y="119510"/>
                    <a:pt x="115609" y="119510"/>
                  </a:cubicBezTo>
                  <a:lnTo>
                    <a:pt x="115609" y="119510"/>
                  </a:lnTo>
                  <a:cubicBezTo>
                    <a:pt x="115609" y="112163"/>
                    <a:pt x="119512" y="104816"/>
                    <a:pt x="115609" y="96979"/>
                  </a:cubicBezTo>
                  <a:cubicBezTo>
                    <a:pt x="111707" y="89632"/>
                    <a:pt x="97073" y="93551"/>
                    <a:pt x="89756" y="85714"/>
                  </a:cubicBezTo>
                  <a:cubicBezTo>
                    <a:pt x="81951" y="82285"/>
                    <a:pt x="74634" y="71020"/>
                    <a:pt x="74634" y="63673"/>
                  </a:cubicBezTo>
                  <a:cubicBezTo>
                    <a:pt x="78536" y="55836"/>
                    <a:pt x="97073" y="59755"/>
                    <a:pt x="97073" y="52408"/>
                  </a:cubicBezTo>
                  <a:cubicBezTo>
                    <a:pt x="97073" y="37224"/>
                    <a:pt x="81951" y="29877"/>
                    <a:pt x="74634" y="18612"/>
                  </a:cubicBezTo>
                  <a:lnTo>
                    <a:pt x="74634" y="18612"/>
                  </a:lnTo>
                  <a:cubicBezTo>
                    <a:pt x="60000" y="14693"/>
                    <a:pt x="48780" y="0"/>
                    <a:pt x="33658" y="3918"/>
                  </a:cubicBezTo>
                  <a:cubicBezTo>
                    <a:pt x="26341" y="3918"/>
                    <a:pt x="30243" y="22530"/>
                    <a:pt x="22439" y="29877"/>
                  </a:cubicBezTo>
                  <a:cubicBezTo>
                    <a:pt x="19024" y="33795"/>
                    <a:pt x="15121" y="33795"/>
                    <a:pt x="15121" y="37224"/>
                  </a:cubicBezTo>
                  <a:cubicBezTo>
                    <a:pt x="11219" y="41142"/>
                    <a:pt x="22439" y="44571"/>
                    <a:pt x="22439" y="48489"/>
                  </a:cubicBezTo>
                  <a:cubicBezTo>
                    <a:pt x="19024" y="67102"/>
                    <a:pt x="0" y="82285"/>
                    <a:pt x="7804" y="100897"/>
                  </a:cubicBezTo>
                  <a:cubicBezTo>
                    <a:pt x="11219" y="112163"/>
                    <a:pt x="33658" y="104816"/>
                    <a:pt x="48780" y="10824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5" name="Shape 11195"/>
            <p:cNvSpPr/>
            <p:nvPr/>
          </p:nvSpPr>
          <p:spPr>
            <a:xfrm rot="3648446">
              <a:off x="8864972" y="4697639"/>
              <a:ext cx="95211" cy="791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673" y="89803"/>
                  </a:moveTo>
                  <a:lnTo>
                    <a:pt x="119673" y="89803"/>
                  </a:lnTo>
                  <a:cubicBezTo>
                    <a:pt x="112152" y="116862"/>
                    <a:pt x="112152" y="116862"/>
                    <a:pt x="112152" y="116862"/>
                  </a:cubicBezTo>
                  <a:lnTo>
                    <a:pt x="112152" y="116862"/>
                  </a:lnTo>
                  <a:cubicBezTo>
                    <a:pt x="99727" y="116862"/>
                    <a:pt x="89918" y="119607"/>
                    <a:pt x="77493" y="119607"/>
                  </a:cubicBezTo>
                  <a:cubicBezTo>
                    <a:pt x="69972" y="119607"/>
                    <a:pt x="65068" y="119607"/>
                    <a:pt x="59836" y="119607"/>
                  </a:cubicBezTo>
                  <a:cubicBezTo>
                    <a:pt x="50027" y="113725"/>
                    <a:pt x="44795" y="104705"/>
                    <a:pt x="34986" y="101960"/>
                  </a:cubicBezTo>
                  <a:cubicBezTo>
                    <a:pt x="32370" y="98823"/>
                    <a:pt x="32370" y="110980"/>
                    <a:pt x="27465" y="110980"/>
                  </a:cubicBezTo>
                  <a:cubicBezTo>
                    <a:pt x="17329" y="110980"/>
                    <a:pt x="9809" y="104705"/>
                    <a:pt x="0" y="101960"/>
                  </a:cubicBezTo>
                  <a:lnTo>
                    <a:pt x="0" y="101960"/>
                  </a:lnTo>
                  <a:cubicBezTo>
                    <a:pt x="4904" y="92941"/>
                    <a:pt x="12425" y="83921"/>
                    <a:pt x="15040" y="74901"/>
                  </a:cubicBezTo>
                  <a:cubicBezTo>
                    <a:pt x="17329" y="65882"/>
                    <a:pt x="17329" y="53725"/>
                    <a:pt x="19945" y="45098"/>
                  </a:cubicBezTo>
                  <a:cubicBezTo>
                    <a:pt x="27465" y="32941"/>
                    <a:pt x="39891" y="20784"/>
                    <a:pt x="50027" y="12156"/>
                  </a:cubicBezTo>
                  <a:cubicBezTo>
                    <a:pt x="59836" y="3137"/>
                    <a:pt x="69972" y="3137"/>
                    <a:pt x="79782" y="0"/>
                  </a:cubicBezTo>
                  <a:lnTo>
                    <a:pt x="79782" y="0"/>
                  </a:lnTo>
                  <a:cubicBezTo>
                    <a:pt x="92207" y="9019"/>
                    <a:pt x="102343" y="18039"/>
                    <a:pt x="102343" y="23921"/>
                  </a:cubicBezTo>
                  <a:cubicBezTo>
                    <a:pt x="104959" y="23921"/>
                    <a:pt x="104959" y="27058"/>
                    <a:pt x="104959" y="29803"/>
                  </a:cubicBezTo>
                  <a:cubicBezTo>
                    <a:pt x="82397" y="36078"/>
                    <a:pt x="117384" y="77647"/>
                    <a:pt x="119673" y="8980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6" name="Shape 11196"/>
            <p:cNvSpPr/>
            <p:nvPr/>
          </p:nvSpPr>
          <p:spPr>
            <a:xfrm rot="3648446">
              <a:off x="8769350" y="4703552"/>
              <a:ext cx="117005" cy="1238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119" y="32842"/>
                  </a:moveTo>
                  <a:lnTo>
                    <a:pt x="6119" y="32842"/>
                  </a:lnTo>
                  <a:cubicBezTo>
                    <a:pt x="6119" y="29052"/>
                    <a:pt x="0" y="25010"/>
                    <a:pt x="3991" y="21221"/>
                  </a:cubicBezTo>
                  <a:cubicBezTo>
                    <a:pt x="8248" y="17431"/>
                    <a:pt x="18359" y="21221"/>
                    <a:pt x="22350" y="17431"/>
                  </a:cubicBezTo>
                  <a:cubicBezTo>
                    <a:pt x="28470" y="13389"/>
                    <a:pt x="26341" y="5810"/>
                    <a:pt x="28470" y="2021"/>
                  </a:cubicBezTo>
                  <a:lnTo>
                    <a:pt x="28470" y="2021"/>
                  </a:lnTo>
                  <a:cubicBezTo>
                    <a:pt x="36452" y="3789"/>
                    <a:pt x="42572" y="7831"/>
                    <a:pt x="50820" y="7831"/>
                  </a:cubicBezTo>
                  <a:cubicBezTo>
                    <a:pt x="54811" y="7831"/>
                    <a:pt x="54811" y="0"/>
                    <a:pt x="56940" y="2021"/>
                  </a:cubicBezTo>
                  <a:cubicBezTo>
                    <a:pt x="64922" y="3789"/>
                    <a:pt x="69179" y="9600"/>
                    <a:pt x="77161" y="13389"/>
                  </a:cubicBezTo>
                  <a:cubicBezTo>
                    <a:pt x="81419" y="13389"/>
                    <a:pt x="85410" y="13389"/>
                    <a:pt x="91529" y="13389"/>
                  </a:cubicBezTo>
                  <a:cubicBezTo>
                    <a:pt x="101640" y="13389"/>
                    <a:pt x="109623" y="11621"/>
                    <a:pt x="119733" y="11621"/>
                  </a:cubicBezTo>
                  <a:lnTo>
                    <a:pt x="119733" y="11621"/>
                  </a:lnTo>
                  <a:cubicBezTo>
                    <a:pt x="117871" y="25010"/>
                    <a:pt x="117871" y="25010"/>
                    <a:pt x="117871" y="25010"/>
                  </a:cubicBezTo>
                  <a:cubicBezTo>
                    <a:pt x="105631" y="42442"/>
                    <a:pt x="105631" y="42442"/>
                    <a:pt x="105631" y="42442"/>
                  </a:cubicBezTo>
                  <a:lnTo>
                    <a:pt x="105631" y="42442"/>
                  </a:lnTo>
                  <a:cubicBezTo>
                    <a:pt x="97649" y="40421"/>
                    <a:pt x="91529" y="32842"/>
                    <a:pt x="83281" y="34863"/>
                  </a:cubicBezTo>
                  <a:cubicBezTo>
                    <a:pt x="79290" y="34863"/>
                    <a:pt x="81419" y="44463"/>
                    <a:pt x="77161" y="48252"/>
                  </a:cubicBezTo>
                  <a:cubicBezTo>
                    <a:pt x="75299" y="50273"/>
                    <a:pt x="73170" y="50273"/>
                    <a:pt x="73170" y="52042"/>
                  </a:cubicBezTo>
                  <a:cubicBezTo>
                    <a:pt x="71042" y="54063"/>
                    <a:pt x="77161" y="55831"/>
                    <a:pt x="77161" y="57852"/>
                  </a:cubicBezTo>
                  <a:cubicBezTo>
                    <a:pt x="75299" y="67452"/>
                    <a:pt x="64922" y="75284"/>
                    <a:pt x="69179" y="84884"/>
                  </a:cubicBezTo>
                  <a:cubicBezTo>
                    <a:pt x="71042" y="90694"/>
                    <a:pt x="83281" y="86905"/>
                    <a:pt x="91529" y="88673"/>
                  </a:cubicBezTo>
                  <a:lnTo>
                    <a:pt x="91529" y="88673"/>
                  </a:lnTo>
                  <a:cubicBezTo>
                    <a:pt x="89401" y="92715"/>
                    <a:pt x="89401" y="96505"/>
                    <a:pt x="85410" y="100294"/>
                  </a:cubicBezTo>
                  <a:cubicBezTo>
                    <a:pt x="83281" y="102315"/>
                    <a:pt x="77161" y="104336"/>
                    <a:pt x="73170" y="106105"/>
                  </a:cubicBezTo>
                  <a:cubicBezTo>
                    <a:pt x="64922" y="109894"/>
                    <a:pt x="56940" y="115705"/>
                    <a:pt x="46829" y="119747"/>
                  </a:cubicBezTo>
                  <a:cubicBezTo>
                    <a:pt x="46829" y="119747"/>
                    <a:pt x="46829" y="115705"/>
                    <a:pt x="44700" y="115705"/>
                  </a:cubicBezTo>
                  <a:cubicBezTo>
                    <a:pt x="42572" y="115705"/>
                    <a:pt x="38580" y="119747"/>
                    <a:pt x="36452" y="117726"/>
                  </a:cubicBezTo>
                  <a:cubicBezTo>
                    <a:pt x="32461" y="113936"/>
                    <a:pt x="36452" y="108126"/>
                    <a:pt x="34589" y="104336"/>
                  </a:cubicBezTo>
                  <a:cubicBezTo>
                    <a:pt x="32461" y="102315"/>
                    <a:pt x="28470" y="106105"/>
                    <a:pt x="26341" y="104336"/>
                  </a:cubicBezTo>
                  <a:cubicBezTo>
                    <a:pt x="24478" y="104336"/>
                    <a:pt x="22350" y="100294"/>
                    <a:pt x="20221" y="100294"/>
                  </a:cubicBezTo>
                  <a:cubicBezTo>
                    <a:pt x="18359" y="104336"/>
                    <a:pt x="22350" y="111915"/>
                    <a:pt x="18359" y="111915"/>
                  </a:cubicBezTo>
                  <a:cubicBezTo>
                    <a:pt x="14101" y="111915"/>
                    <a:pt x="12239" y="106105"/>
                    <a:pt x="10110" y="102315"/>
                  </a:cubicBezTo>
                  <a:lnTo>
                    <a:pt x="10110" y="102315"/>
                  </a:lnTo>
                  <a:cubicBezTo>
                    <a:pt x="10110" y="96505"/>
                    <a:pt x="14101" y="88673"/>
                    <a:pt x="12239" y="81094"/>
                  </a:cubicBezTo>
                  <a:cubicBezTo>
                    <a:pt x="12239" y="75284"/>
                    <a:pt x="2128" y="69473"/>
                    <a:pt x="2128" y="63663"/>
                  </a:cubicBezTo>
                  <a:cubicBezTo>
                    <a:pt x="3991" y="55831"/>
                    <a:pt x="14101" y="55831"/>
                    <a:pt x="16230" y="50273"/>
                  </a:cubicBezTo>
                  <a:cubicBezTo>
                    <a:pt x="20221" y="46231"/>
                    <a:pt x="20221" y="38652"/>
                    <a:pt x="16230" y="32842"/>
                  </a:cubicBezTo>
                  <a:cubicBezTo>
                    <a:pt x="16230" y="30821"/>
                    <a:pt x="10110" y="32842"/>
                    <a:pt x="6119" y="3284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7" name="Shape 11197"/>
            <p:cNvSpPr/>
            <p:nvPr/>
          </p:nvSpPr>
          <p:spPr>
            <a:xfrm rot="3648446">
              <a:off x="8817466" y="4813554"/>
              <a:ext cx="162890" cy="11357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8" y="60961"/>
                  </a:moveTo>
                  <a:lnTo>
                    <a:pt x="119808" y="60961"/>
                  </a:lnTo>
                  <a:cubicBezTo>
                    <a:pt x="114066" y="69199"/>
                    <a:pt x="109665" y="71395"/>
                    <a:pt x="106794" y="79633"/>
                  </a:cubicBezTo>
                  <a:cubicBezTo>
                    <a:pt x="102392" y="88146"/>
                    <a:pt x="102392" y="96384"/>
                    <a:pt x="100861" y="104897"/>
                  </a:cubicBezTo>
                  <a:cubicBezTo>
                    <a:pt x="100861" y="109016"/>
                    <a:pt x="105263" y="113409"/>
                    <a:pt x="103732" y="115331"/>
                  </a:cubicBezTo>
                  <a:cubicBezTo>
                    <a:pt x="100861" y="117528"/>
                    <a:pt x="96459" y="113409"/>
                    <a:pt x="92057" y="113409"/>
                  </a:cubicBezTo>
                  <a:cubicBezTo>
                    <a:pt x="86315" y="113409"/>
                    <a:pt x="81913" y="119725"/>
                    <a:pt x="75980" y="119725"/>
                  </a:cubicBezTo>
                  <a:cubicBezTo>
                    <a:pt x="70239" y="117528"/>
                    <a:pt x="67177" y="111212"/>
                    <a:pt x="62775" y="109016"/>
                  </a:cubicBezTo>
                  <a:cubicBezTo>
                    <a:pt x="58564" y="107093"/>
                    <a:pt x="54162" y="104897"/>
                    <a:pt x="51100" y="107093"/>
                  </a:cubicBezTo>
                  <a:cubicBezTo>
                    <a:pt x="49760" y="107093"/>
                    <a:pt x="49760" y="113409"/>
                    <a:pt x="48229" y="113409"/>
                  </a:cubicBezTo>
                  <a:cubicBezTo>
                    <a:pt x="43827" y="113409"/>
                    <a:pt x="38086" y="109016"/>
                    <a:pt x="33684" y="107093"/>
                  </a:cubicBezTo>
                  <a:cubicBezTo>
                    <a:pt x="33684" y="107093"/>
                    <a:pt x="27751" y="111212"/>
                    <a:pt x="26411" y="111212"/>
                  </a:cubicBezTo>
                  <a:cubicBezTo>
                    <a:pt x="24880" y="111212"/>
                    <a:pt x="16076" y="109016"/>
                    <a:pt x="16076" y="109016"/>
                  </a:cubicBezTo>
                  <a:lnTo>
                    <a:pt x="16076" y="109016"/>
                  </a:lnTo>
                  <a:cubicBezTo>
                    <a:pt x="16076" y="104897"/>
                    <a:pt x="17607" y="100778"/>
                    <a:pt x="16076" y="96384"/>
                  </a:cubicBezTo>
                  <a:cubicBezTo>
                    <a:pt x="14545" y="92265"/>
                    <a:pt x="8803" y="94462"/>
                    <a:pt x="5933" y="90068"/>
                  </a:cubicBezTo>
                  <a:cubicBezTo>
                    <a:pt x="2870" y="88146"/>
                    <a:pt x="0" y="81830"/>
                    <a:pt x="0" y="77711"/>
                  </a:cubicBezTo>
                  <a:cubicBezTo>
                    <a:pt x="1531" y="73318"/>
                    <a:pt x="8803" y="75514"/>
                    <a:pt x="8803" y="71395"/>
                  </a:cubicBezTo>
                  <a:cubicBezTo>
                    <a:pt x="8803" y="62883"/>
                    <a:pt x="2870" y="58764"/>
                    <a:pt x="0" y="52448"/>
                  </a:cubicBezTo>
                  <a:lnTo>
                    <a:pt x="0" y="52448"/>
                  </a:lnTo>
                  <a:cubicBezTo>
                    <a:pt x="8803" y="33501"/>
                    <a:pt x="8803" y="33501"/>
                    <a:pt x="8803" y="33501"/>
                  </a:cubicBezTo>
                  <a:cubicBezTo>
                    <a:pt x="10143" y="18947"/>
                    <a:pt x="10143" y="18947"/>
                    <a:pt x="10143" y="18947"/>
                  </a:cubicBezTo>
                  <a:lnTo>
                    <a:pt x="10143" y="18947"/>
                  </a:lnTo>
                  <a:cubicBezTo>
                    <a:pt x="14545" y="0"/>
                    <a:pt x="14545" y="0"/>
                    <a:pt x="14545" y="0"/>
                  </a:cubicBezTo>
                  <a:lnTo>
                    <a:pt x="14545" y="0"/>
                  </a:lnTo>
                  <a:cubicBezTo>
                    <a:pt x="20478" y="0"/>
                    <a:pt x="43827" y="16750"/>
                    <a:pt x="49760" y="20869"/>
                  </a:cubicBezTo>
                  <a:cubicBezTo>
                    <a:pt x="70239" y="37894"/>
                    <a:pt x="96459" y="46132"/>
                    <a:pt x="119808" y="6096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8" name="Shape 11198"/>
            <p:cNvSpPr/>
            <p:nvPr/>
          </p:nvSpPr>
          <p:spPr>
            <a:xfrm rot="3648446">
              <a:off x="8885197" y="3857592"/>
              <a:ext cx="512761" cy="7491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182" y="98333"/>
                  </a:moveTo>
                  <a:lnTo>
                    <a:pt x="90182" y="98333"/>
                  </a:lnTo>
                  <a:cubicBezTo>
                    <a:pt x="89208" y="98333"/>
                    <a:pt x="88296" y="98041"/>
                    <a:pt x="87870" y="98041"/>
                  </a:cubicBezTo>
                  <a:cubicBezTo>
                    <a:pt x="86896" y="98333"/>
                    <a:pt x="86470" y="98666"/>
                    <a:pt x="85983" y="98958"/>
                  </a:cubicBezTo>
                  <a:cubicBezTo>
                    <a:pt x="85070" y="99916"/>
                    <a:pt x="84158" y="100583"/>
                    <a:pt x="83671" y="101541"/>
                  </a:cubicBezTo>
                  <a:cubicBezTo>
                    <a:pt x="83671" y="102166"/>
                    <a:pt x="85070" y="102458"/>
                    <a:pt x="84584" y="103083"/>
                  </a:cubicBezTo>
                  <a:cubicBezTo>
                    <a:pt x="84158" y="103708"/>
                    <a:pt x="82271" y="104041"/>
                    <a:pt x="82271" y="104666"/>
                  </a:cubicBezTo>
                  <a:cubicBezTo>
                    <a:pt x="82271" y="105625"/>
                    <a:pt x="83671" y="105958"/>
                    <a:pt x="84584" y="106583"/>
                  </a:cubicBezTo>
                  <a:lnTo>
                    <a:pt x="84584" y="106583"/>
                  </a:lnTo>
                  <a:cubicBezTo>
                    <a:pt x="84158" y="107208"/>
                    <a:pt x="83184" y="107833"/>
                    <a:pt x="82271" y="108500"/>
                  </a:cubicBezTo>
                  <a:cubicBezTo>
                    <a:pt x="81359" y="109750"/>
                    <a:pt x="81359" y="111333"/>
                    <a:pt x="79959" y="112291"/>
                  </a:cubicBezTo>
                  <a:cubicBezTo>
                    <a:pt x="79472" y="113250"/>
                    <a:pt x="78073" y="113916"/>
                    <a:pt x="76673" y="113916"/>
                  </a:cubicBezTo>
                  <a:cubicBezTo>
                    <a:pt x="75760" y="113916"/>
                    <a:pt x="75273" y="112625"/>
                    <a:pt x="74361" y="112291"/>
                  </a:cubicBezTo>
                  <a:cubicBezTo>
                    <a:pt x="72961" y="111666"/>
                    <a:pt x="71135" y="110708"/>
                    <a:pt x="69249" y="110708"/>
                  </a:cubicBezTo>
                  <a:cubicBezTo>
                    <a:pt x="67423" y="111041"/>
                    <a:pt x="66450" y="112625"/>
                    <a:pt x="65050" y="112958"/>
                  </a:cubicBezTo>
                  <a:cubicBezTo>
                    <a:pt x="63651" y="113583"/>
                    <a:pt x="62251" y="113916"/>
                    <a:pt x="60851" y="113916"/>
                  </a:cubicBezTo>
                  <a:cubicBezTo>
                    <a:pt x="59026" y="114208"/>
                    <a:pt x="57139" y="113250"/>
                    <a:pt x="55314" y="113916"/>
                  </a:cubicBezTo>
                  <a:cubicBezTo>
                    <a:pt x="54827" y="114208"/>
                    <a:pt x="55314" y="115166"/>
                    <a:pt x="54827" y="115833"/>
                  </a:cubicBezTo>
                  <a:cubicBezTo>
                    <a:pt x="54401" y="116458"/>
                    <a:pt x="53427" y="116750"/>
                    <a:pt x="53002" y="117416"/>
                  </a:cubicBezTo>
                  <a:cubicBezTo>
                    <a:pt x="53002" y="117416"/>
                    <a:pt x="50689" y="117083"/>
                    <a:pt x="50202" y="117083"/>
                  </a:cubicBezTo>
                  <a:cubicBezTo>
                    <a:pt x="49716" y="117083"/>
                    <a:pt x="48803" y="119958"/>
                    <a:pt x="48803" y="119958"/>
                  </a:cubicBezTo>
                  <a:cubicBezTo>
                    <a:pt x="46916" y="119625"/>
                    <a:pt x="45517" y="118666"/>
                    <a:pt x="43691" y="118333"/>
                  </a:cubicBezTo>
                  <a:cubicBezTo>
                    <a:pt x="41805" y="118333"/>
                    <a:pt x="40405" y="119000"/>
                    <a:pt x="39006" y="119000"/>
                  </a:cubicBezTo>
                  <a:lnTo>
                    <a:pt x="39006" y="119000"/>
                  </a:lnTo>
                  <a:cubicBezTo>
                    <a:pt x="38580" y="118666"/>
                    <a:pt x="37667" y="118666"/>
                    <a:pt x="36693" y="118333"/>
                  </a:cubicBezTo>
                  <a:cubicBezTo>
                    <a:pt x="36267" y="117708"/>
                    <a:pt x="36267" y="117083"/>
                    <a:pt x="35780" y="116750"/>
                  </a:cubicBezTo>
                  <a:cubicBezTo>
                    <a:pt x="34868" y="115833"/>
                    <a:pt x="33468" y="115166"/>
                    <a:pt x="32068" y="114208"/>
                  </a:cubicBezTo>
                  <a:cubicBezTo>
                    <a:pt x="31582" y="113583"/>
                    <a:pt x="31156" y="112625"/>
                    <a:pt x="30182" y="112000"/>
                  </a:cubicBezTo>
                  <a:cubicBezTo>
                    <a:pt x="29756" y="111666"/>
                    <a:pt x="30182" y="112625"/>
                    <a:pt x="29756" y="112958"/>
                  </a:cubicBezTo>
                  <a:cubicBezTo>
                    <a:pt x="28843" y="113583"/>
                    <a:pt x="26957" y="113583"/>
                    <a:pt x="26044" y="114208"/>
                  </a:cubicBezTo>
                  <a:cubicBezTo>
                    <a:pt x="24645" y="115166"/>
                    <a:pt x="24158" y="116458"/>
                    <a:pt x="22758" y="117083"/>
                  </a:cubicBezTo>
                  <a:cubicBezTo>
                    <a:pt x="21845" y="117708"/>
                    <a:pt x="20446" y="117708"/>
                    <a:pt x="19046" y="117416"/>
                  </a:cubicBezTo>
                  <a:cubicBezTo>
                    <a:pt x="18133" y="117083"/>
                    <a:pt x="17221" y="116125"/>
                    <a:pt x="16247" y="115500"/>
                  </a:cubicBezTo>
                  <a:cubicBezTo>
                    <a:pt x="15334" y="114541"/>
                    <a:pt x="15334" y="113583"/>
                    <a:pt x="14847" y="112625"/>
                  </a:cubicBezTo>
                  <a:cubicBezTo>
                    <a:pt x="14847" y="112000"/>
                    <a:pt x="14847" y="111333"/>
                    <a:pt x="14421" y="111041"/>
                  </a:cubicBezTo>
                  <a:cubicBezTo>
                    <a:pt x="13935" y="110083"/>
                    <a:pt x="12109" y="109458"/>
                    <a:pt x="12535" y="108500"/>
                  </a:cubicBezTo>
                  <a:cubicBezTo>
                    <a:pt x="12535" y="107833"/>
                    <a:pt x="13935" y="107208"/>
                    <a:pt x="14847" y="106583"/>
                  </a:cubicBezTo>
                  <a:cubicBezTo>
                    <a:pt x="15821" y="105625"/>
                    <a:pt x="17221" y="104666"/>
                    <a:pt x="17647" y="103416"/>
                  </a:cubicBezTo>
                  <a:cubicBezTo>
                    <a:pt x="17647" y="102166"/>
                    <a:pt x="16247" y="101208"/>
                    <a:pt x="15334" y="100250"/>
                  </a:cubicBezTo>
                  <a:cubicBezTo>
                    <a:pt x="14847" y="99625"/>
                    <a:pt x="13022" y="99916"/>
                    <a:pt x="13022" y="99625"/>
                  </a:cubicBezTo>
                  <a:cubicBezTo>
                    <a:pt x="13022" y="98958"/>
                    <a:pt x="14421" y="98958"/>
                    <a:pt x="14847" y="98333"/>
                  </a:cubicBezTo>
                  <a:cubicBezTo>
                    <a:pt x="15821" y="97083"/>
                    <a:pt x="14847" y="95166"/>
                    <a:pt x="16247" y="94208"/>
                  </a:cubicBezTo>
                  <a:cubicBezTo>
                    <a:pt x="18133" y="92625"/>
                    <a:pt x="21845" y="92958"/>
                    <a:pt x="24158" y="91666"/>
                  </a:cubicBezTo>
                  <a:cubicBezTo>
                    <a:pt x="24645" y="91333"/>
                    <a:pt x="24158" y="90375"/>
                    <a:pt x="23671" y="89750"/>
                  </a:cubicBezTo>
                  <a:cubicBezTo>
                    <a:pt x="23671" y="89125"/>
                    <a:pt x="22758" y="88791"/>
                    <a:pt x="22271" y="88166"/>
                  </a:cubicBezTo>
                  <a:cubicBezTo>
                    <a:pt x="22271" y="87541"/>
                    <a:pt x="23245" y="86250"/>
                    <a:pt x="22271" y="86250"/>
                  </a:cubicBezTo>
                  <a:cubicBezTo>
                    <a:pt x="20933" y="85625"/>
                    <a:pt x="19046" y="86875"/>
                    <a:pt x="17221" y="86875"/>
                  </a:cubicBezTo>
                  <a:cubicBezTo>
                    <a:pt x="16247" y="86875"/>
                    <a:pt x="16247" y="86250"/>
                    <a:pt x="15821" y="85916"/>
                  </a:cubicBezTo>
                  <a:cubicBezTo>
                    <a:pt x="14847" y="84666"/>
                    <a:pt x="14421" y="83083"/>
                    <a:pt x="13022" y="82125"/>
                  </a:cubicBezTo>
                  <a:cubicBezTo>
                    <a:pt x="12109" y="81500"/>
                    <a:pt x="10709" y="82125"/>
                    <a:pt x="9736" y="81500"/>
                  </a:cubicBezTo>
                  <a:cubicBezTo>
                    <a:pt x="8823" y="81166"/>
                    <a:pt x="7910" y="80541"/>
                    <a:pt x="7423" y="79875"/>
                  </a:cubicBezTo>
                  <a:cubicBezTo>
                    <a:pt x="6511" y="78625"/>
                    <a:pt x="7423" y="77041"/>
                    <a:pt x="6024" y="75750"/>
                  </a:cubicBezTo>
                  <a:cubicBezTo>
                    <a:pt x="4624" y="74458"/>
                    <a:pt x="1825" y="74166"/>
                    <a:pt x="0" y="73500"/>
                  </a:cubicBezTo>
                  <a:lnTo>
                    <a:pt x="0" y="73500"/>
                  </a:lnTo>
                  <a:cubicBezTo>
                    <a:pt x="486" y="73208"/>
                    <a:pt x="486" y="72875"/>
                    <a:pt x="486" y="72875"/>
                  </a:cubicBezTo>
                  <a:cubicBezTo>
                    <a:pt x="912" y="71916"/>
                    <a:pt x="2799" y="68416"/>
                    <a:pt x="4198" y="68416"/>
                  </a:cubicBezTo>
                  <a:cubicBezTo>
                    <a:pt x="5111" y="68125"/>
                    <a:pt x="6937" y="68125"/>
                    <a:pt x="6937" y="67166"/>
                  </a:cubicBezTo>
                  <a:cubicBezTo>
                    <a:pt x="6937" y="66208"/>
                    <a:pt x="7910" y="65583"/>
                    <a:pt x="7910" y="64916"/>
                  </a:cubicBezTo>
                  <a:cubicBezTo>
                    <a:pt x="4624" y="64291"/>
                    <a:pt x="8336" y="62041"/>
                    <a:pt x="8823" y="61125"/>
                  </a:cubicBezTo>
                  <a:cubicBezTo>
                    <a:pt x="11135" y="59833"/>
                    <a:pt x="12535" y="59208"/>
                    <a:pt x="14421" y="57625"/>
                  </a:cubicBezTo>
                  <a:cubicBezTo>
                    <a:pt x="16247" y="56041"/>
                    <a:pt x="20933" y="52833"/>
                    <a:pt x="23671" y="52208"/>
                  </a:cubicBezTo>
                  <a:cubicBezTo>
                    <a:pt x="25557" y="51875"/>
                    <a:pt x="27444" y="51541"/>
                    <a:pt x="28843" y="52208"/>
                  </a:cubicBezTo>
                  <a:cubicBezTo>
                    <a:pt x="29269" y="52500"/>
                    <a:pt x="30182" y="53458"/>
                    <a:pt x="30669" y="53166"/>
                  </a:cubicBezTo>
                  <a:cubicBezTo>
                    <a:pt x="31156" y="53166"/>
                    <a:pt x="32555" y="52500"/>
                    <a:pt x="32981" y="52208"/>
                  </a:cubicBezTo>
                  <a:cubicBezTo>
                    <a:pt x="36267" y="51541"/>
                    <a:pt x="34381" y="46791"/>
                    <a:pt x="35780" y="46791"/>
                  </a:cubicBezTo>
                  <a:cubicBezTo>
                    <a:pt x="38580" y="45833"/>
                    <a:pt x="38580" y="45833"/>
                    <a:pt x="38580" y="45833"/>
                  </a:cubicBezTo>
                  <a:cubicBezTo>
                    <a:pt x="40405" y="45208"/>
                    <a:pt x="41805" y="43625"/>
                    <a:pt x="44178" y="43916"/>
                  </a:cubicBezTo>
                  <a:cubicBezTo>
                    <a:pt x="45517" y="44250"/>
                    <a:pt x="47890" y="42666"/>
                    <a:pt x="48803" y="42000"/>
                  </a:cubicBezTo>
                  <a:cubicBezTo>
                    <a:pt x="49290" y="41708"/>
                    <a:pt x="51602" y="39791"/>
                    <a:pt x="51602" y="39125"/>
                  </a:cubicBezTo>
                  <a:lnTo>
                    <a:pt x="51602" y="39125"/>
                  </a:lnTo>
                  <a:cubicBezTo>
                    <a:pt x="51115" y="39125"/>
                    <a:pt x="51115" y="39125"/>
                    <a:pt x="50689" y="39125"/>
                  </a:cubicBezTo>
                  <a:cubicBezTo>
                    <a:pt x="50689" y="38833"/>
                    <a:pt x="47403" y="37250"/>
                    <a:pt x="46916" y="36916"/>
                  </a:cubicBezTo>
                  <a:cubicBezTo>
                    <a:pt x="45517" y="35000"/>
                    <a:pt x="46490" y="33750"/>
                    <a:pt x="45517" y="31833"/>
                  </a:cubicBezTo>
                  <a:cubicBezTo>
                    <a:pt x="45517" y="30875"/>
                    <a:pt x="45091" y="29583"/>
                    <a:pt x="44178" y="28958"/>
                  </a:cubicBezTo>
                  <a:cubicBezTo>
                    <a:pt x="43691" y="28625"/>
                    <a:pt x="41805" y="27708"/>
                    <a:pt x="41379" y="27041"/>
                  </a:cubicBezTo>
                  <a:cubicBezTo>
                    <a:pt x="41379" y="27041"/>
                    <a:pt x="40892" y="26750"/>
                    <a:pt x="40405" y="26750"/>
                  </a:cubicBezTo>
                  <a:lnTo>
                    <a:pt x="39979" y="26750"/>
                  </a:lnTo>
                  <a:cubicBezTo>
                    <a:pt x="39979" y="26416"/>
                    <a:pt x="40405" y="24208"/>
                    <a:pt x="39492" y="23875"/>
                  </a:cubicBezTo>
                  <a:cubicBezTo>
                    <a:pt x="39006" y="23250"/>
                    <a:pt x="37667" y="22916"/>
                    <a:pt x="37667" y="22291"/>
                  </a:cubicBezTo>
                  <a:cubicBezTo>
                    <a:pt x="37180" y="21958"/>
                    <a:pt x="36693" y="21666"/>
                    <a:pt x="36693" y="21666"/>
                  </a:cubicBezTo>
                  <a:cubicBezTo>
                    <a:pt x="36267" y="21333"/>
                    <a:pt x="35294" y="19416"/>
                    <a:pt x="35294" y="19083"/>
                  </a:cubicBezTo>
                  <a:cubicBezTo>
                    <a:pt x="35780" y="19083"/>
                    <a:pt x="35780" y="19083"/>
                    <a:pt x="35780" y="19083"/>
                  </a:cubicBezTo>
                  <a:cubicBezTo>
                    <a:pt x="38093" y="19083"/>
                    <a:pt x="40892" y="19416"/>
                    <a:pt x="43204" y="19416"/>
                  </a:cubicBezTo>
                  <a:cubicBezTo>
                    <a:pt x="44604" y="18125"/>
                    <a:pt x="45517" y="15916"/>
                    <a:pt x="47403" y="14333"/>
                  </a:cubicBezTo>
                  <a:cubicBezTo>
                    <a:pt x="48316" y="13666"/>
                    <a:pt x="49716" y="13375"/>
                    <a:pt x="50689" y="12750"/>
                  </a:cubicBezTo>
                  <a:cubicBezTo>
                    <a:pt x="51602" y="11458"/>
                    <a:pt x="51602" y="11458"/>
                    <a:pt x="51602" y="10208"/>
                  </a:cubicBezTo>
                  <a:lnTo>
                    <a:pt x="51602" y="9875"/>
                  </a:lnTo>
                  <a:cubicBezTo>
                    <a:pt x="52028" y="9875"/>
                    <a:pt x="52515" y="9541"/>
                    <a:pt x="52515" y="9541"/>
                  </a:cubicBezTo>
                  <a:cubicBezTo>
                    <a:pt x="53002" y="9250"/>
                    <a:pt x="53914" y="8291"/>
                    <a:pt x="53914" y="7958"/>
                  </a:cubicBezTo>
                  <a:cubicBezTo>
                    <a:pt x="58113" y="7958"/>
                    <a:pt x="55740" y="5750"/>
                    <a:pt x="58539" y="5416"/>
                  </a:cubicBezTo>
                  <a:cubicBezTo>
                    <a:pt x="59026" y="4791"/>
                    <a:pt x="59026" y="3500"/>
                    <a:pt x="59513" y="3166"/>
                  </a:cubicBezTo>
                  <a:cubicBezTo>
                    <a:pt x="59513" y="2875"/>
                    <a:pt x="59513" y="2541"/>
                    <a:pt x="59513" y="2208"/>
                  </a:cubicBezTo>
                  <a:lnTo>
                    <a:pt x="59939" y="1916"/>
                  </a:lnTo>
                  <a:cubicBezTo>
                    <a:pt x="60425" y="1583"/>
                    <a:pt x="60851" y="1291"/>
                    <a:pt x="61338" y="1291"/>
                  </a:cubicBezTo>
                  <a:cubicBezTo>
                    <a:pt x="61338" y="958"/>
                    <a:pt x="61825" y="958"/>
                    <a:pt x="61825" y="958"/>
                  </a:cubicBezTo>
                  <a:cubicBezTo>
                    <a:pt x="62251" y="958"/>
                    <a:pt x="62738" y="625"/>
                    <a:pt x="62738" y="625"/>
                  </a:cubicBezTo>
                  <a:cubicBezTo>
                    <a:pt x="63651" y="0"/>
                    <a:pt x="63651" y="0"/>
                    <a:pt x="63651" y="0"/>
                  </a:cubicBezTo>
                  <a:lnTo>
                    <a:pt x="63651" y="0"/>
                  </a:lnTo>
                  <a:cubicBezTo>
                    <a:pt x="65050" y="1916"/>
                    <a:pt x="66937" y="3833"/>
                    <a:pt x="68336" y="5416"/>
                  </a:cubicBezTo>
                  <a:cubicBezTo>
                    <a:pt x="72474" y="10833"/>
                    <a:pt x="79472" y="12750"/>
                    <a:pt x="86896" y="14625"/>
                  </a:cubicBezTo>
                  <a:cubicBezTo>
                    <a:pt x="90182" y="15291"/>
                    <a:pt x="86470" y="16249"/>
                    <a:pt x="86470" y="17208"/>
                  </a:cubicBezTo>
                  <a:cubicBezTo>
                    <a:pt x="86470" y="17208"/>
                    <a:pt x="91095" y="21000"/>
                    <a:pt x="92008" y="21333"/>
                  </a:cubicBezTo>
                  <a:cubicBezTo>
                    <a:pt x="95294" y="22583"/>
                    <a:pt x="97119" y="22583"/>
                    <a:pt x="99492" y="25458"/>
                  </a:cubicBezTo>
                  <a:cubicBezTo>
                    <a:pt x="100831" y="27708"/>
                    <a:pt x="101805" y="28000"/>
                    <a:pt x="101805" y="30541"/>
                  </a:cubicBezTo>
                  <a:cubicBezTo>
                    <a:pt x="101805" y="32458"/>
                    <a:pt x="104117" y="33416"/>
                    <a:pt x="104117" y="35000"/>
                  </a:cubicBezTo>
                  <a:cubicBezTo>
                    <a:pt x="104117" y="36916"/>
                    <a:pt x="106430" y="36291"/>
                    <a:pt x="106430" y="38833"/>
                  </a:cubicBezTo>
                  <a:cubicBezTo>
                    <a:pt x="105943" y="41041"/>
                    <a:pt x="108742" y="45500"/>
                    <a:pt x="106430" y="47416"/>
                  </a:cubicBezTo>
                  <a:cubicBezTo>
                    <a:pt x="100831" y="52208"/>
                    <a:pt x="111541" y="55375"/>
                    <a:pt x="110628" y="56958"/>
                  </a:cubicBezTo>
                  <a:cubicBezTo>
                    <a:pt x="107829" y="60166"/>
                    <a:pt x="110141" y="65875"/>
                    <a:pt x="112941" y="68750"/>
                  </a:cubicBezTo>
                  <a:cubicBezTo>
                    <a:pt x="112941" y="69708"/>
                    <a:pt x="113853" y="70666"/>
                    <a:pt x="113853" y="71625"/>
                  </a:cubicBezTo>
                  <a:cubicBezTo>
                    <a:pt x="114827" y="72875"/>
                    <a:pt x="112028" y="73833"/>
                    <a:pt x="112941" y="75750"/>
                  </a:cubicBezTo>
                  <a:cubicBezTo>
                    <a:pt x="118052" y="84333"/>
                    <a:pt x="118052" y="84333"/>
                    <a:pt x="118052" y="84333"/>
                  </a:cubicBezTo>
                  <a:cubicBezTo>
                    <a:pt x="118965" y="85291"/>
                    <a:pt x="119452" y="86583"/>
                    <a:pt x="119939" y="87541"/>
                  </a:cubicBezTo>
                  <a:lnTo>
                    <a:pt x="119939" y="87541"/>
                  </a:lnTo>
                  <a:cubicBezTo>
                    <a:pt x="118539" y="87833"/>
                    <a:pt x="118965" y="87541"/>
                    <a:pt x="117565" y="88166"/>
                  </a:cubicBezTo>
                  <a:cubicBezTo>
                    <a:pt x="116653" y="88458"/>
                    <a:pt x="117139" y="89125"/>
                    <a:pt x="116166" y="89750"/>
                  </a:cubicBezTo>
                  <a:cubicBezTo>
                    <a:pt x="115740" y="90083"/>
                    <a:pt x="115253" y="90375"/>
                    <a:pt x="114340" y="90375"/>
                  </a:cubicBezTo>
                  <a:cubicBezTo>
                    <a:pt x="113427" y="90708"/>
                    <a:pt x="112454" y="90083"/>
                    <a:pt x="111541" y="89750"/>
                  </a:cubicBezTo>
                  <a:cubicBezTo>
                    <a:pt x="110141" y="89750"/>
                    <a:pt x="109229" y="90083"/>
                    <a:pt x="107829" y="90083"/>
                  </a:cubicBezTo>
                  <a:cubicBezTo>
                    <a:pt x="107342" y="90083"/>
                    <a:pt x="106430" y="89416"/>
                    <a:pt x="105943" y="89416"/>
                  </a:cubicBezTo>
                  <a:cubicBezTo>
                    <a:pt x="104604" y="89125"/>
                    <a:pt x="103630" y="89125"/>
                    <a:pt x="102718" y="89125"/>
                  </a:cubicBezTo>
                  <a:lnTo>
                    <a:pt x="102718" y="89125"/>
                  </a:lnTo>
                  <a:cubicBezTo>
                    <a:pt x="101805" y="88458"/>
                    <a:pt x="101318" y="87208"/>
                    <a:pt x="100405" y="87208"/>
                  </a:cubicBezTo>
                  <a:cubicBezTo>
                    <a:pt x="98519" y="87208"/>
                    <a:pt x="96693" y="87833"/>
                    <a:pt x="95720" y="89125"/>
                  </a:cubicBezTo>
                  <a:cubicBezTo>
                    <a:pt x="94807" y="89750"/>
                    <a:pt x="97119" y="91041"/>
                    <a:pt x="96693" y="92000"/>
                  </a:cubicBezTo>
                  <a:cubicBezTo>
                    <a:pt x="95720" y="92958"/>
                    <a:pt x="93407" y="92625"/>
                    <a:pt x="92008" y="93583"/>
                  </a:cubicBezTo>
                  <a:cubicBezTo>
                    <a:pt x="91095" y="94833"/>
                    <a:pt x="90608" y="96750"/>
                    <a:pt x="90182" y="9833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199" name="Shape 11199"/>
            <p:cNvSpPr/>
            <p:nvPr/>
          </p:nvSpPr>
          <p:spPr>
            <a:xfrm rot="3648446">
              <a:off x="8940567" y="4557139"/>
              <a:ext cx="97504" cy="10095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520" y="0"/>
                  </a:moveTo>
                  <a:lnTo>
                    <a:pt x="107520" y="0"/>
                  </a:lnTo>
                  <a:cubicBezTo>
                    <a:pt x="95360" y="4615"/>
                    <a:pt x="85440" y="9230"/>
                    <a:pt x="71040" y="11692"/>
                  </a:cubicBezTo>
                  <a:cubicBezTo>
                    <a:pt x="58560" y="11692"/>
                    <a:pt x="46400" y="9230"/>
                    <a:pt x="31680" y="9230"/>
                  </a:cubicBezTo>
                  <a:lnTo>
                    <a:pt x="31680" y="9230"/>
                  </a:lnTo>
                  <a:cubicBezTo>
                    <a:pt x="24320" y="9230"/>
                    <a:pt x="12160" y="4615"/>
                    <a:pt x="7360" y="11692"/>
                  </a:cubicBezTo>
                  <a:cubicBezTo>
                    <a:pt x="0" y="23384"/>
                    <a:pt x="7360" y="37538"/>
                    <a:pt x="7360" y="51692"/>
                  </a:cubicBezTo>
                  <a:lnTo>
                    <a:pt x="7360" y="51692"/>
                  </a:lnTo>
                  <a:cubicBezTo>
                    <a:pt x="9600" y="53846"/>
                    <a:pt x="9600" y="56307"/>
                    <a:pt x="12160" y="56307"/>
                  </a:cubicBezTo>
                  <a:cubicBezTo>
                    <a:pt x="19520" y="58461"/>
                    <a:pt x="24320" y="56307"/>
                    <a:pt x="31680" y="58461"/>
                  </a:cubicBezTo>
                  <a:cubicBezTo>
                    <a:pt x="31680" y="58461"/>
                    <a:pt x="39040" y="91692"/>
                    <a:pt x="39040" y="93846"/>
                  </a:cubicBezTo>
                  <a:cubicBezTo>
                    <a:pt x="39040" y="96307"/>
                    <a:pt x="43840" y="117230"/>
                    <a:pt x="43840" y="117230"/>
                  </a:cubicBezTo>
                  <a:cubicBezTo>
                    <a:pt x="53760" y="117230"/>
                    <a:pt x="63680" y="119692"/>
                    <a:pt x="73280" y="115076"/>
                  </a:cubicBezTo>
                  <a:cubicBezTo>
                    <a:pt x="78080" y="115076"/>
                    <a:pt x="78080" y="108000"/>
                    <a:pt x="78080" y="103384"/>
                  </a:cubicBezTo>
                  <a:cubicBezTo>
                    <a:pt x="80640" y="96307"/>
                    <a:pt x="75840" y="86769"/>
                    <a:pt x="80640" y="82153"/>
                  </a:cubicBezTo>
                  <a:cubicBezTo>
                    <a:pt x="83200" y="75076"/>
                    <a:pt x="92800" y="77538"/>
                    <a:pt x="97600" y="75076"/>
                  </a:cubicBezTo>
                  <a:cubicBezTo>
                    <a:pt x="107520" y="72615"/>
                    <a:pt x="110080" y="70461"/>
                    <a:pt x="119680" y="65538"/>
                  </a:cubicBezTo>
                  <a:lnTo>
                    <a:pt x="119680" y="65538"/>
                  </a:lnTo>
                  <a:cubicBezTo>
                    <a:pt x="112320" y="51692"/>
                    <a:pt x="107520" y="23384"/>
                    <a:pt x="107520" y="11692"/>
                  </a:cubicBezTo>
                  <a:cubicBezTo>
                    <a:pt x="107520" y="9230"/>
                    <a:pt x="107520" y="4615"/>
                    <a:pt x="107520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0" name="Shape 11200"/>
            <p:cNvSpPr/>
            <p:nvPr/>
          </p:nvSpPr>
          <p:spPr>
            <a:xfrm rot="3648446">
              <a:off x="8586783" y="4390510"/>
              <a:ext cx="450817" cy="32465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219" y="32359"/>
                  </a:moveTo>
                  <a:lnTo>
                    <a:pt x="4219" y="32359"/>
                  </a:lnTo>
                  <a:cubicBezTo>
                    <a:pt x="5809" y="32359"/>
                    <a:pt x="7400" y="30818"/>
                    <a:pt x="9544" y="30818"/>
                  </a:cubicBezTo>
                  <a:cubicBezTo>
                    <a:pt x="11619" y="31589"/>
                    <a:pt x="13210" y="33804"/>
                    <a:pt x="15354" y="34574"/>
                  </a:cubicBezTo>
                  <a:cubicBezTo>
                    <a:pt x="15354" y="34574"/>
                    <a:pt x="16391" y="27929"/>
                    <a:pt x="16945" y="27929"/>
                  </a:cubicBezTo>
                  <a:cubicBezTo>
                    <a:pt x="17498" y="27929"/>
                    <a:pt x="20126" y="28699"/>
                    <a:pt x="20126" y="28699"/>
                  </a:cubicBezTo>
                  <a:cubicBezTo>
                    <a:pt x="20610" y="27158"/>
                    <a:pt x="21717" y="26484"/>
                    <a:pt x="22201" y="25040"/>
                  </a:cubicBezTo>
                  <a:cubicBezTo>
                    <a:pt x="22755" y="23499"/>
                    <a:pt x="22201" y="21284"/>
                    <a:pt x="22755" y="20609"/>
                  </a:cubicBezTo>
                  <a:cubicBezTo>
                    <a:pt x="24829" y="19069"/>
                    <a:pt x="26974" y="21284"/>
                    <a:pt x="29048" y="20609"/>
                  </a:cubicBezTo>
                  <a:cubicBezTo>
                    <a:pt x="30639" y="20609"/>
                    <a:pt x="32230" y="19839"/>
                    <a:pt x="33821" y="18394"/>
                  </a:cubicBezTo>
                  <a:cubicBezTo>
                    <a:pt x="35412" y="17624"/>
                    <a:pt x="36518" y="13964"/>
                    <a:pt x="38593" y="13194"/>
                  </a:cubicBezTo>
                  <a:cubicBezTo>
                    <a:pt x="40737" y="13194"/>
                    <a:pt x="42812" y="15409"/>
                    <a:pt x="44403" y="16853"/>
                  </a:cubicBezTo>
                  <a:cubicBezTo>
                    <a:pt x="45440" y="17624"/>
                    <a:pt x="45994" y="20609"/>
                    <a:pt x="47031" y="20609"/>
                  </a:cubicBezTo>
                  <a:cubicBezTo>
                    <a:pt x="48622" y="20609"/>
                    <a:pt x="50213" y="19069"/>
                    <a:pt x="50766" y="16853"/>
                  </a:cubicBezTo>
                  <a:cubicBezTo>
                    <a:pt x="52357" y="14638"/>
                    <a:pt x="52357" y="10979"/>
                    <a:pt x="53394" y="8089"/>
                  </a:cubicBezTo>
                  <a:cubicBezTo>
                    <a:pt x="54432" y="6548"/>
                    <a:pt x="55538" y="5104"/>
                    <a:pt x="56023" y="3659"/>
                  </a:cubicBezTo>
                  <a:lnTo>
                    <a:pt x="56023" y="3659"/>
                  </a:lnTo>
                  <a:cubicBezTo>
                    <a:pt x="58167" y="3659"/>
                    <a:pt x="60795" y="3659"/>
                    <a:pt x="62386" y="2889"/>
                  </a:cubicBezTo>
                  <a:cubicBezTo>
                    <a:pt x="63423" y="2889"/>
                    <a:pt x="63423" y="674"/>
                    <a:pt x="63976" y="674"/>
                  </a:cubicBezTo>
                  <a:cubicBezTo>
                    <a:pt x="64461" y="0"/>
                    <a:pt x="65498" y="0"/>
                    <a:pt x="66051" y="674"/>
                  </a:cubicBezTo>
                  <a:cubicBezTo>
                    <a:pt x="66605" y="1444"/>
                    <a:pt x="67089" y="2889"/>
                    <a:pt x="68195" y="2889"/>
                  </a:cubicBezTo>
                  <a:cubicBezTo>
                    <a:pt x="69233" y="3659"/>
                    <a:pt x="70824" y="2215"/>
                    <a:pt x="71861" y="2889"/>
                  </a:cubicBezTo>
                  <a:cubicBezTo>
                    <a:pt x="72968" y="3659"/>
                    <a:pt x="72414" y="5104"/>
                    <a:pt x="72968" y="5874"/>
                  </a:cubicBezTo>
                  <a:cubicBezTo>
                    <a:pt x="73452" y="6548"/>
                    <a:pt x="74005" y="5874"/>
                    <a:pt x="74489" y="6548"/>
                  </a:cubicBezTo>
                  <a:cubicBezTo>
                    <a:pt x="75043" y="7319"/>
                    <a:pt x="74489" y="10304"/>
                    <a:pt x="75596" y="10304"/>
                  </a:cubicBezTo>
                  <a:cubicBezTo>
                    <a:pt x="77671" y="9534"/>
                    <a:pt x="78224" y="4430"/>
                    <a:pt x="80299" y="4430"/>
                  </a:cubicBezTo>
                  <a:cubicBezTo>
                    <a:pt x="81890" y="4430"/>
                    <a:pt x="80299" y="8764"/>
                    <a:pt x="81406" y="10304"/>
                  </a:cubicBezTo>
                  <a:cubicBezTo>
                    <a:pt x="81890" y="10979"/>
                    <a:pt x="82997" y="10304"/>
                    <a:pt x="84034" y="10304"/>
                  </a:cubicBezTo>
                  <a:lnTo>
                    <a:pt x="84034" y="10304"/>
                  </a:lnTo>
                  <a:cubicBezTo>
                    <a:pt x="84518" y="10979"/>
                    <a:pt x="84518" y="11749"/>
                    <a:pt x="85072" y="11749"/>
                  </a:cubicBezTo>
                  <a:cubicBezTo>
                    <a:pt x="86662" y="12423"/>
                    <a:pt x="87700" y="11749"/>
                    <a:pt x="89291" y="12423"/>
                  </a:cubicBezTo>
                  <a:cubicBezTo>
                    <a:pt x="89291" y="12423"/>
                    <a:pt x="90881" y="22825"/>
                    <a:pt x="90881" y="23499"/>
                  </a:cubicBezTo>
                  <a:cubicBezTo>
                    <a:pt x="90881" y="24269"/>
                    <a:pt x="91919" y="30818"/>
                    <a:pt x="91919" y="30818"/>
                  </a:cubicBezTo>
                  <a:cubicBezTo>
                    <a:pt x="94063" y="30818"/>
                    <a:pt x="96207" y="31589"/>
                    <a:pt x="98282" y="30144"/>
                  </a:cubicBezTo>
                  <a:cubicBezTo>
                    <a:pt x="99319" y="30144"/>
                    <a:pt x="99319" y="27929"/>
                    <a:pt x="99319" y="26484"/>
                  </a:cubicBezTo>
                  <a:cubicBezTo>
                    <a:pt x="99873" y="24269"/>
                    <a:pt x="98835" y="21284"/>
                    <a:pt x="99873" y="19839"/>
                  </a:cubicBezTo>
                  <a:cubicBezTo>
                    <a:pt x="100426" y="17624"/>
                    <a:pt x="102501" y="18394"/>
                    <a:pt x="103538" y="17624"/>
                  </a:cubicBezTo>
                  <a:cubicBezTo>
                    <a:pt x="105682" y="16853"/>
                    <a:pt x="106236" y="16179"/>
                    <a:pt x="108311" y="14638"/>
                  </a:cubicBezTo>
                  <a:lnTo>
                    <a:pt x="108311" y="14638"/>
                  </a:lnTo>
                  <a:cubicBezTo>
                    <a:pt x="108864" y="15409"/>
                    <a:pt x="108864" y="16179"/>
                    <a:pt x="109348" y="16853"/>
                  </a:cubicBezTo>
                  <a:cubicBezTo>
                    <a:pt x="108864" y="22054"/>
                    <a:pt x="111492" y="33033"/>
                    <a:pt x="113636" y="37463"/>
                  </a:cubicBezTo>
                  <a:cubicBezTo>
                    <a:pt x="114121" y="39678"/>
                    <a:pt x="117302" y="43338"/>
                    <a:pt x="119930" y="46324"/>
                  </a:cubicBezTo>
                  <a:lnTo>
                    <a:pt x="119930" y="46324"/>
                  </a:lnTo>
                  <a:cubicBezTo>
                    <a:pt x="117855" y="47094"/>
                    <a:pt x="115711" y="47094"/>
                    <a:pt x="113636" y="49309"/>
                  </a:cubicBezTo>
                  <a:cubicBezTo>
                    <a:pt x="111492" y="51428"/>
                    <a:pt x="108864" y="54414"/>
                    <a:pt x="107273" y="57399"/>
                  </a:cubicBezTo>
                  <a:cubicBezTo>
                    <a:pt x="106720" y="59518"/>
                    <a:pt x="106720" y="62504"/>
                    <a:pt x="106236" y="64719"/>
                  </a:cubicBezTo>
                  <a:cubicBezTo>
                    <a:pt x="105682" y="66934"/>
                    <a:pt x="104092" y="69149"/>
                    <a:pt x="103054" y="71364"/>
                  </a:cubicBezTo>
                  <a:lnTo>
                    <a:pt x="103054" y="71364"/>
                  </a:lnTo>
                  <a:cubicBezTo>
                    <a:pt x="102501" y="72808"/>
                    <a:pt x="103054" y="75698"/>
                    <a:pt x="101463" y="77239"/>
                  </a:cubicBezTo>
                  <a:cubicBezTo>
                    <a:pt x="100426" y="78683"/>
                    <a:pt x="97798" y="77239"/>
                    <a:pt x="96691" y="78683"/>
                  </a:cubicBezTo>
                  <a:cubicBezTo>
                    <a:pt x="95654" y="80128"/>
                    <a:pt x="97244" y="81669"/>
                    <a:pt x="97244" y="83113"/>
                  </a:cubicBezTo>
                  <a:lnTo>
                    <a:pt x="97244" y="83113"/>
                  </a:lnTo>
                  <a:cubicBezTo>
                    <a:pt x="96691" y="83884"/>
                    <a:pt x="95654" y="84558"/>
                    <a:pt x="95100" y="84558"/>
                  </a:cubicBezTo>
                  <a:cubicBezTo>
                    <a:pt x="93510" y="83884"/>
                    <a:pt x="92472" y="81669"/>
                    <a:pt x="90881" y="81669"/>
                  </a:cubicBezTo>
                  <a:cubicBezTo>
                    <a:pt x="88806" y="81669"/>
                    <a:pt x="86662" y="83113"/>
                    <a:pt x="85072" y="84558"/>
                  </a:cubicBezTo>
                  <a:cubicBezTo>
                    <a:pt x="84034" y="84558"/>
                    <a:pt x="84034" y="88218"/>
                    <a:pt x="83481" y="87544"/>
                  </a:cubicBezTo>
                  <a:cubicBezTo>
                    <a:pt x="80853" y="85329"/>
                    <a:pt x="80853" y="80128"/>
                    <a:pt x="78224" y="78683"/>
                  </a:cubicBezTo>
                  <a:cubicBezTo>
                    <a:pt x="76634" y="77239"/>
                    <a:pt x="74005" y="77239"/>
                    <a:pt x="72414" y="78683"/>
                  </a:cubicBezTo>
                  <a:cubicBezTo>
                    <a:pt x="70824" y="80128"/>
                    <a:pt x="72414" y="83113"/>
                    <a:pt x="71377" y="85329"/>
                  </a:cubicBezTo>
                  <a:cubicBezTo>
                    <a:pt x="71377" y="86003"/>
                    <a:pt x="69233" y="86003"/>
                    <a:pt x="68680" y="86773"/>
                  </a:cubicBezTo>
                  <a:cubicBezTo>
                    <a:pt x="68195" y="90433"/>
                    <a:pt x="69233" y="94863"/>
                    <a:pt x="69786" y="98523"/>
                  </a:cubicBezTo>
                  <a:lnTo>
                    <a:pt x="69786" y="98523"/>
                  </a:lnTo>
                  <a:cubicBezTo>
                    <a:pt x="68195" y="98523"/>
                    <a:pt x="67089" y="99293"/>
                    <a:pt x="66051" y="99967"/>
                  </a:cubicBezTo>
                  <a:cubicBezTo>
                    <a:pt x="64461" y="99967"/>
                    <a:pt x="62386" y="97849"/>
                    <a:pt x="61279" y="99293"/>
                  </a:cubicBezTo>
                  <a:cubicBezTo>
                    <a:pt x="59204" y="102182"/>
                    <a:pt x="61279" y="108154"/>
                    <a:pt x="58651" y="111043"/>
                  </a:cubicBezTo>
                  <a:cubicBezTo>
                    <a:pt x="57060" y="112487"/>
                    <a:pt x="55538" y="106613"/>
                    <a:pt x="53394" y="107383"/>
                  </a:cubicBezTo>
                  <a:cubicBezTo>
                    <a:pt x="51804" y="107383"/>
                    <a:pt x="53948" y="111813"/>
                    <a:pt x="52841" y="112487"/>
                  </a:cubicBezTo>
                  <a:cubicBezTo>
                    <a:pt x="49175" y="116243"/>
                    <a:pt x="44956" y="118362"/>
                    <a:pt x="41221" y="119903"/>
                  </a:cubicBezTo>
                  <a:cubicBezTo>
                    <a:pt x="40184" y="119903"/>
                    <a:pt x="40184" y="117688"/>
                    <a:pt x="39631" y="116918"/>
                  </a:cubicBezTo>
                  <a:cubicBezTo>
                    <a:pt x="37002" y="114703"/>
                    <a:pt x="34927" y="111813"/>
                    <a:pt x="32230" y="111813"/>
                  </a:cubicBezTo>
                  <a:cubicBezTo>
                    <a:pt x="30155" y="111813"/>
                    <a:pt x="29048" y="115473"/>
                    <a:pt x="26974" y="116243"/>
                  </a:cubicBezTo>
                  <a:cubicBezTo>
                    <a:pt x="24829" y="117688"/>
                    <a:pt x="21717" y="116918"/>
                    <a:pt x="19573" y="117688"/>
                  </a:cubicBezTo>
                  <a:lnTo>
                    <a:pt x="19573" y="117688"/>
                  </a:lnTo>
                  <a:cubicBezTo>
                    <a:pt x="19573" y="114028"/>
                    <a:pt x="20126" y="110369"/>
                    <a:pt x="20126" y="106613"/>
                  </a:cubicBezTo>
                  <a:cubicBezTo>
                    <a:pt x="20126" y="103723"/>
                    <a:pt x="19573" y="99967"/>
                    <a:pt x="18536" y="97849"/>
                  </a:cubicBezTo>
                  <a:cubicBezTo>
                    <a:pt x="17982" y="96308"/>
                    <a:pt x="16945" y="98523"/>
                    <a:pt x="16391" y="97849"/>
                  </a:cubicBezTo>
                  <a:cubicBezTo>
                    <a:pt x="15907" y="97078"/>
                    <a:pt x="15907" y="95634"/>
                    <a:pt x="15354" y="94093"/>
                  </a:cubicBezTo>
                  <a:cubicBezTo>
                    <a:pt x="12172" y="90433"/>
                    <a:pt x="8507" y="87544"/>
                    <a:pt x="5809" y="83113"/>
                  </a:cubicBezTo>
                  <a:cubicBezTo>
                    <a:pt x="4219" y="80128"/>
                    <a:pt x="3181" y="76468"/>
                    <a:pt x="3734" y="73579"/>
                  </a:cubicBezTo>
                  <a:cubicBezTo>
                    <a:pt x="3734" y="71364"/>
                    <a:pt x="6363" y="70593"/>
                    <a:pt x="6916" y="68378"/>
                  </a:cubicBezTo>
                  <a:cubicBezTo>
                    <a:pt x="6916" y="66934"/>
                    <a:pt x="6363" y="65393"/>
                    <a:pt x="5809" y="63948"/>
                  </a:cubicBezTo>
                  <a:cubicBezTo>
                    <a:pt x="5325" y="63274"/>
                    <a:pt x="3734" y="63948"/>
                    <a:pt x="2697" y="62504"/>
                  </a:cubicBezTo>
                  <a:cubicBezTo>
                    <a:pt x="1590" y="61059"/>
                    <a:pt x="553" y="58844"/>
                    <a:pt x="0" y="55858"/>
                  </a:cubicBezTo>
                  <a:cubicBezTo>
                    <a:pt x="0" y="54414"/>
                    <a:pt x="1590" y="53643"/>
                    <a:pt x="2144" y="52969"/>
                  </a:cubicBezTo>
                  <a:cubicBezTo>
                    <a:pt x="2697" y="50754"/>
                    <a:pt x="2144" y="48539"/>
                    <a:pt x="2144" y="47094"/>
                  </a:cubicBezTo>
                  <a:cubicBezTo>
                    <a:pt x="2697" y="44879"/>
                    <a:pt x="2697" y="43338"/>
                    <a:pt x="3181" y="41123"/>
                  </a:cubicBezTo>
                  <a:cubicBezTo>
                    <a:pt x="3181" y="39678"/>
                    <a:pt x="4219" y="38908"/>
                    <a:pt x="4219" y="37463"/>
                  </a:cubicBezTo>
                  <a:cubicBezTo>
                    <a:pt x="4772" y="36019"/>
                    <a:pt x="4219" y="33804"/>
                    <a:pt x="4219" y="3235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1" name="Shape 11201"/>
            <p:cNvSpPr/>
            <p:nvPr/>
          </p:nvSpPr>
          <p:spPr>
            <a:xfrm rot="3648446">
              <a:off x="8233882" y="3766010"/>
              <a:ext cx="616000" cy="8271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533" y="19634"/>
                  </a:moveTo>
                  <a:lnTo>
                    <a:pt x="47533" y="19634"/>
                  </a:lnTo>
                  <a:cubicBezTo>
                    <a:pt x="47533" y="19937"/>
                    <a:pt x="46773" y="21069"/>
                    <a:pt x="45608" y="21636"/>
                  </a:cubicBezTo>
                  <a:cubicBezTo>
                    <a:pt x="42922" y="24543"/>
                    <a:pt x="46773" y="23071"/>
                    <a:pt x="48699" y="23071"/>
                  </a:cubicBezTo>
                  <a:cubicBezTo>
                    <a:pt x="48699" y="27375"/>
                    <a:pt x="36334" y="22806"/>
                    <a:pt x="34814" y="23675"/>
                  </a:cubicBezTo>
                  <a:cubicBezTo>
                    <a:pt x="32888" y="24808"/>
                    <a:pt x="29797" y="23939"/>
                    <a:pt x="28631" y="25676"/>
                  </a:cubicBezTo>
                  <a:cubicBezTo>
                    <a:pt x="28277" y="25978"/>
                    <a:pt x="27871" y="27111"/>
                    <a:pt x="28277" y="27375"/>
                  </a:cubicBezTo>
                  <a:cubicBezTo>
                    <a:pt x="28631" y="27677"/>
                    <a:pt x="29391" y="27677"/>
                    <a:pt x="29797" y="27677"/>
                  </a:cubicBezTo>
                  <a:cubicBezTo>
                    <a:pt x="30202" y="27677"/>
                    <a:pt x="31722" y="27677"/>
                    <a:pt x="31722" y="27979"/>
                  </a:cubicBezTo>
                  <a:cubicBezTo>
                    <a:pt x="29391" y="28244"/>
                    <a:pt x="30962" y="32850"/>
                    <a:pt x="26300" y="29981"/>
                  </a:cubicBezTo>
                  <a:cubicBezTo>
                    <a:pt x="22449" y="27375"/>
                    <a:pt x="21283" y="32586"/>
                    <a:pt x="19358" y="35154"/>
                  </a:cubicBezTo>
                  <a:cubicBezTo>
                    <a:pt x="17787" y="37495"/>
                    <a:pt x="17432" y="38061"/>
                    <a:pt x="18192" y="40629"/>
                  </a:cubicBezTo>
                  <a:cubicBezTo>
                    <a:pt x="18547" y="42668"/>
                    <a:pt x="15861" y="44405"/>
                    <a:pt x="14695" y="46142"/>
                  </a:cubicBezTo>
                  <a:cubicBezTo>
                    <a:pt x="12770" y="49011"/>
                    <a:pt x="8513" y="51050"/>
                    <a:pt x="6942" y="54487"/>
                  </a:cubicBezTo>
                  <a:cubicBezTo>
                    <a:pt x="6182" y="56224"/>
                    <a:pt x="6587" y="57394"/>
                    <a:pt x="6587" y="59093"/>
                  </a:cubicBezTo>
                  <a:cubicBezTo>
                    <a:pt x="6587" y="60830"/>
                    <a:pt x="4611" y="63134"/>
                    <a:pt x="4611" y="65173"/>
                  </a:cubicBezTo>
                  <a:cubicBezTo>
                    <a:pt x="4611" y="66910"/>
                    <a:pt x="3091" y="67174"/>
                    <a:pt x="1520" y="67740"/>
                  </a:cubicBezTo>
                  <a:cubicBezTo>
                    <a:pt x="0" y="68344"/>
                    <a:pt x="5016" y="71818"/>
                    <a:pt x="5422" y="72951"/>
                  </a:cubicBezTo>
                  <a:cubicBezTo>
                    <a:pt x="6182" y="74688"/>
                    <a:pt x="7347" y="74386"/>
                    <a:pt x="8513" y="75556"/>
                  </a:cubicBezTo>
                  <a:cubicBezTo>
                    <a:pt x="9679" y="76689"/>
                    <a:pt x="10844" y="77860"/>
                    <a:pt x="11604" y="78993"/>
                  </a:cubicBezTo>
                  <a:cubicBezTo>
                    <a:pt x="12364" y="81598"/>
                    <a:pt x="15456" y="83335"/>
                    <a:pt x="17432" y="85336"/>
                  </a:cubicBezTo>
                  <a:cubicBezTo>
                    <a:pt x="18547" y="86809"/>
                    <a:pt x="18192" y="89679"/>
                    <a:pt x="18192" y="91113"/>
                  </a:cubicBezTo>
                  <a:cubicBezTo>
                    <a:pt x="18952" y="94285"/>
                    <a:pt x="23614" y="97193"/>
                    <a:pt x="25135" y="100062"/>
                  </a:cubicBezTo>
                  <a:cubicBezTo>
                    <a:pt x="27466" y="104405"/>
                    <a:pt x="29391" y="100629"/>
                    <a:pt x="32888" y="100629"/>
                  </a:cubicBezTo>
                  <a:cubicBezTo>
                    <a:pt x="32888" y="102932"/>
                    <a:pt x="27466" y="105538"/>
                    <a:pt x="29797" y="108407"/>
                  </a:cubicBezTo>
                  <a:cubicBezTo>
                    <a:pt x="30202" y="110446"/>
                    <a:pt x="35929" y="119962"/>
                    <a:pt x="39425" y="115921"/>
                  </a:cubicBezTo>
                  <a:cubicBezTo>
                    <a:pt x="41756" y="113316"/>
                    <a:pt x="46368" y="104405"/>
                    <a:pt x="49104" y="102932"/>
                  </a:cubicBezTo>
                  <a:cubicBezTo>
                    <a:pt x="49459" y="103536"/>
                    <a:pt x="52195" y="105538"/>
                    <a:pt x="52956" y="106104"/>
                  </a:cubicBezTo>
                  <a:cubicBezTo>
                    <a:pt x="54881" y="107841"/>
                    <a:pt x="53766" y="108407"/>
                    <a:pt x="55287" y="106406"/>
                  </a:cubicBezTo>
                  <a:cubicBezTo>
                    <a:pt x="56858" y="104971"/>
                    <a:pt x="61875" y="98628"/>
                    <a:pt x="62635" y="101497"/>
                  </a:cubicBezTo>
                  <a:cubicBezTo>
                    <a:pt x="63040" y="102101"/>
                    <a:pt x="63395" y="102668"/>
                    <a:pt x="63395" y="103536"/>
                  </a:cubicBezTo>
                  <a:lnTo>
                    <a:pt x="63395" y="103536"/>
                  </a:lnTo>
                  <a:cubicBezTo>
                    <a:pt x="65371" y="102932"/>
                    <a:pt x="66891" y="102932"/>
                    <a:pt x="68462" y="102366"/>
                  </a:cubicBezTo>
                  <a:cubicBezTo>
                    <a:pt x="68817" y="102101"/>
                    <a:pt x="68817" y="101233"/>
                    <a:pt x="69222" y="100931"/>
                  </a:cubicBezTo>
                  <a:cubicBezTo>
                    <a:pt x="70793" y="100629"/>
                    <a:pt x="72314" y="100931"/>
                    <a:pt x="73479" y="101497"/>
                  </a:cubicBezTo>
                  <a:cubicBezTo>
                    <a:pt x="74645" y="101799"/>
                    <a:pt x="74239" y="102932"/>
                    <a:pt x="75405" y="103536"/>
                  </a:cubicBezTo>
                  <a:cubicBezTo>
                    <a:pt x="76570" y="104103"/>
                    <a:pt x="78141" y="104405"/>
                    <a:pt x="79307" y="104103"/>
                  </a:cubicBezTo>
                  <a:cubicBezTo>
                    <a:pt x="80827" y="103234"/>
                    <a:pt x="80827" y="101233"/>
                    <a:pt x="82398" y="100629"/>
                  </a:cubicBezTo>
                  <a:cubicBezTo>
                    <a:pt x="83918" y="100365"/>
                    <a:pt x="85895" y="101497"/>
                    <a:pt x="87415" y="100931"/>
                  </a:cubicBezTo>
                  <a:cubicBezTo>
                    <a:pt x="89341" y="100629"/>
                    <a:pt x="90506" y="99194"/>
                    <a:pt x="92077" y="98628"/>
                  </a:cubicBezTo>
                  <a:cubicBezTo>
                    <a:pt x="93597" y="98325"/>
                    <a:pt x="95168" y="98023"/>
                    <a:pt x="96689" y="98325"/>
                  </a:cubicBezTo>
                  <a:cubicBezTo>
                    <a:pt x="97094" y="98325"/>
                    <a:pt x="97094" y="98628"/>
                    <a:pt x="97094" y="98892"/>
                  </a:cubicBezTo>
                  <a:lnTo>
                    <a:pt x="97094" y="98892"/>
                  </a:lnTo>
                  <a:cubicBezTo>
                    <a:pt x="98665" y="98628"/>
                    <a:pt x="99831" y="98628"/>
                    <a:pt x="100945" y="98023"/>
                  </a:cubicBezTo>
                  <a:cubicBezTo>
                    <a:pt x="102111" y="97457"/>
                    <a:pt x="102111" y="96022"/>
                    <a:pt x="103277" y="95720"/>
                  </a:cubicBezTo>
                  <a:cubicBezTo>
                    <a:pt x="104442" y="95456"/>
                    <a:pt x="105608" y="97457"/>
                    <a:pt x="106368" y="96891"/>
                  </a:cubicBezTo>
                  <a:cubicBezTo>
                    <a:pt x="107533" y="95154"/>
                    <a:pt x="107179" y="93152"/>
                    <a:pt x="107533" y="91113"/>
                  </a:cubicBezTo>
                  <a:cubicBezTo>
                    <a:pt x="107533" y="89981"/>
                    <a:pt x="108293" y="88810"/>
                    <a:pt x="107533" y="87640"/>
                  </a:cubicBezTo>
                  <a:cubicBezTo>
                    <a:pt x="107179" y="86507"/>
                    <a:pt x="104442" y="86205"/>
                    <a:pt x="104442" y="85072"/>
                  </a:cubicBezTo>
                  <a:cubicBezTo>
                    <a:pt x="104442" y="83901"/>
                    <a:pt x="106013" y="83637"/>
                    <a:pt x="107179" y="83033"/>
                  </a:cubicBezTo>
                  <a:cubicBezTo>
                    <a:pt x="107939" y="82769"/>
                    <a:pt x="109459" y="83033"/>
                    <a:pt x="109864" y="82466"/>
                  </a:cubicBezTo>
                  <a:cubicBezTo>
                    <a:pt x="110270" y="81598"/>
                    <a:pt x="108293" y="80730"/>
                    <a:pt x="108293" y="79861"/>
                  </a:cubicBezTo>
                  <a:cubicBezTo>
                    <a:pt x="108293" y="78993"/>
                    <a:pt x="109104" y="77860"/>
                    <a:pt x="109864" y="77256"/>
                  </a:cubicBezTo>
                  <a:cubicBezTo>
                    <a:pt x="110270" y="76425"/>
                    <a:pt x="111435" y="75556"/>
                    <a:pt x="112601" y="75254"/>
                  </a:cubicBezTo>
                  <a:cubicBezTo>
                    <a:pt x="114121" y="74952"/>
                    <a:pt x="116047" y="75821"/>
                    <a:pt x="117618" y="75556"/>
                  </a:cubicBezTo>
                  <a:cubicBezTo>
                    <a:pt x="118378" y="75556"/>
                    <a:pt x="118783" y="74952"/>
                    <a:pt x="119543" y="74688"/>
                  </a:cubicBezTo>
                  <a:lnTo>
                    <a:pt x="119543" y="74688"/>
                  </a:lnTo>
                  <a:cubicBezTo>
                    <a:pt x="119543" y="73253"/>
                    <a:pt x="119949" y="71818"/>
                    <a:pt x="119949" y="70346"/>
                  </a:cubicBezTo>
                  <a:cubicBezTo>
                    <a:pt x="119949" y="69213"/>
                    <a:pt x="119543" y="67740"/>
                    <a:pt x="118783" y="66910"/>
                  </a:cubicBezTo>
                  <a:cubicBezTo>
                    <a:pt x="118378" y="66305"/>
                    <a:pt x="117618" y="67174"/>
                    <a:pt x="117212" y="66910"/>
                  </a:cubicBezTo>
                  <a:cubicBezTo>
                    <a:pt x="116858" y="66607"/>
                    <a:pt x="116858" y="66041"/>
                    <a:pt x="116452" y="65437"/>
                  </a:cubicBezTo>
                  <a:cubicBezTo>
                    <a:pt x="114121" y="64002"/>
                    <a:pt x="111435" y="62869"/>
                    <a:pt x="109459" y="61132"/>
                  </a:cubicBezTo>
                  <a:cubicBezTo>
                    <a:pt x="108293" y="59962"/>
                    <a:pt x="107533" y="58527"/>
                    <a:pt x="107939" y="57394"/>
                  </a:cubicBezTo>
                  <a:cubicBezTo>
                    <a:pt x="107939" y="56526"/>
                    <a:pt x="109864" y="56224"/>
                    <a:pt x="110270" y="55355"/>
                  </a:cubicBezTo>
                  <a:cubicBezTo>
                    <a:pt x="110270" y="54789"/>
                    <a:pt x="109864" y="54185"/>
                    <a:pt x="109459" y="53618"/>
                  </a:cubicBezTo>
                  <a:cubicBezTo>
                    <a:pt x="109104" y="53354"/>
                    <a:pt x="107939" y="53618"/>
                    <a:pt x="107179" y="53052"/>
                  </a:cubicBezTo>
                  <a:cubicBezTo>
                    <a:pt x="106368" y="52485"/>
                    <a:pt x="105608" y="51617"/>
                    <a:pt x="105202" y="50446"/>
                  </a:cubicBezTo>
                  <a:cubicBezTo>
                    <a:pt x="105202" y="49880"/>
                    <a:pt x="106368" y="49578"/>
                    <a:pt x="106773" y="49314"/>
                  </a:cubicBezTo>
                  <a:cubicBezTo>
                    <a:pt x="107179" y="48445"/>
                    <a:pt x="106773" y="47577"/>
                    <a:pt x="106773" y="47010"/>
                  </a:cubicBezTo>
                  <a:cubicBezTo>
                    <a:pt x="107179" y="46142"/>
                    <a:pt x="107179" y="45538"/>
                    <a:pt x="107533" y="44669"/>
                  </a:cubicBezTo>
                  <a:cubicBezTo>
                    <a:pt x="107533" y="44103"/>
                    <a:pt x="108293" y="43801"/>
                    <a:pt x="108293" y="43234"/>
                  </a:cubicBezTo>
                  <a:cubicBezTo>
                    <a:pt x="108699" y="42668"/>
                    <a:pt x="108293" y="41799"/>
                    <a:pt x="108293" y="41233"/>
                  </a:cubicBezTo>
                  <a:lnTo>
                    <a:pt x="108293" y="41233"/>
                  </a:lnTo>
                  <a:cubicBezTo>
                    <a:pt x="107939" y="40931"/>
                    <a:pt x="107179" y="40931"/>
                    <a:pt x="106368" y="40629"/>
                  </a:cubicBezTo>
                  <a:cubicBezTo>
                    <a:pt x="106013" y="40062"/>
                    <a:pt x="106013" y="39496"/>
                    <a:pt x="105608" y="39194"/>
                  </a:cubicBezTo>
                  <a:cubicBezTo>
                    <a:pt x="104847" y="38363"/>
                    <a:pt x="103682" y="37759"/>
                    <a:pt x="102516" y="36891"/>
                  </a:cubicBezTo>
                  <a:cubicBezTo>
                    <a:pt x="102111" y="36324"/>
                    <a:pt x="101756" y="35456"/>
                    <a:pt x="100945" y="34889"/>
                  </a:cubicBezTo>
                  <a:cubicBezTo>
                    <a:pt x="100591" y="34587"/>
                    <a:pt x="100945" y="35456"/>
                    <a:pt x="100591" y="35758"/>
                  </a:cubicBezTo>
                  <a:cubicBezTo>
                    <a:pt x="99831" y="36324"/>
                    <a:pt x="98260" y="36324"/>
                    <a:pt x="97500" y="36891"/>
                  </a:cubicBezTo>
                  <a:cubicBezTo>
                    <a:pt x="96334" y="37759"/>
                    <a:pt x="95929" y="38930"/>
                    <a:pt x="94763" y="39496"/>
                  </a:cubicBezTo>
                  <a:cubicBezTo>
                    <a:pt x="94003" y="40062"/>
                    <a:pt x="92837" y="40062"/>
                    <a:pt x="91672" y="39798"/>
                  </a:cubicBezTo>
                  <a:cubicBezTo>
                    <a:pt x="90912" y="39496"/>
                    <a:pt x="90152" y="38628"/>
                    <a:pt x="89341" y="38061"/>
                  </a:cubicBezTo>
                  <a:cubicBezTo>
                    <a:pt x="88581" y="37193"/>
                    <a:pt x="88581" y="36324"/>
                    <a:pt x="88175" y="35456"/>
                  </a:cubicBezTo>
                  <a:cubicBezTo>
                    <a:pt x="88175" y="34889"/>
                    <a:pt x="88175" y="34285"/>
                    <a:pt x="87820" y="34021"/>
                  </a:cubicBezTo>
                  <a:cubicBezTo>
                    <a:pt x="87415" y="33152"/>
                    <a:pt x="85895" y="32586"/>
                    <a:pt x="86250" y="31718"/>
                  </a:cubicBezTo>
                  <a:cubicBezTo>
                    <a:pt x="86250" y="31113"/>
                    <a:pt x="87415" y="30547"/>
                    <a:pt x="88175" y="29981"/>
                  </a:cubicBezTo>
                  <a:cubicBezTo>
                    <a:pt x="88986" y="29112"/>
                    <a:pt x="90152" y="28244"/>
                    <a:pt x="90506" y="27111"/>
                  </a:cubicBezTo>
                  <a:cubicBezTo>
                    <a:pt x="90506" y="25978"/>
                    <a:pt x="89341" y="25110"/>
                    <a:pt x="88581" y="24241"/>
                  </a:cubicBezTo>
                  <a:cubicBezTo>
                    <a:pt x="88175" y="23675"/>
                    <a:pt x="86655" y="23939"/>
                    <a:pt x="86655" y="23675"/>
                  </a:cubicBezTo>
                  <a:cubicBezTo>
                    <a:pt x="86655" y="23071"/>
                    <a:pt x="87820" y="23071"/>
                    <a:pt x="88175" y="22504"/>
                  </a:cubicBezTo>
                  <a:cubicBezTo>
                    <a:pt x="88986" y="21371"/>
                    <a:pt x="88175" y="19634"/>
                    <a:pt x="89341" y="18766"/>
                  </a:cubicBezTo>
                  <a:cubicBezTo>
                    <a:pt x="90912" y="17331"/>
                    <a:pt x="94003" y="17633"/>
                    <a:pt x="95929" y="16463"/>
                  </a:cubicBezTo>
                  <a:cubicBezTo>
                    <a:pt x="96334" y="16161"/>
                    <a:pt x="95929" y="15292"/>
                    <a:pt x="95523" y="14726"/>
                  </a:cubicBezTo>
                  <a:cubicBezTo>
                    <a:pt x="95523" y="14159"/>
                    <a:pt x="94763" y="13857"/>
                    <a:pt x="94358" y="13291"/>
                  </a:cubicBezTo>
                  <a:cubicBezTo>
                    <a:pt x="94358" y="12724"/>
                    <a:pt x="95168" y="11554"/>
                    <a:pt x="94358" y="11554"/>
                  </a:cubicBezTo>
                  <a:cubicBezTo>
                    <a:pt x="93243" y="10988"/>
                    <a:pt x="91672" y="12120"/>
                    <a:pt x="90152" y="12120"/>
                  </a:cubicBezTo>
                  <a:cubicBezTo>
                    <a:pt x="89341" y="12120"/>
                    <a:pt x="89341" y="11554"/>
                    <a:pt x="88986" y="11252"/>
                  </a:cubicBezTo>
                  <a:cubicBezTo>
                    <a:pt x="88175" y="10119"/>
                    <a:pt x="87820" y="8684"/>
                    <a:pt x="86655" y="7816"/>
                  </a:cubicBezTo>
                  <a:cubicBezTo>
                    <a:pt x="85895" y="7249"/>
                    <a:pt x="84729" y="7816"/>
                    <a:pt x="83918" y="7249"/>
                  </a:cubicBezTo>
                  <a:cubicBezTo>
                    <a:pt x="83158" y="6947"/>
                    <a:pt x="82398" y="6381"/>
                    <a:pt x="81993" y="5777"/>
                  </a:cubicBezTo>
                  <a:cubicBezTo>
                    <a:pt x="81233" y="4644"/>
                    <a:pt x="81993" y="3209"/>
                    <a:pt x="80827" y="2039"/>
                  </a:cubicBezTo>
                  <a:cubicBezTo>
                    <a:pt x="79662" y="868"/>
                    <a:pt x="77331" y="604"/>
                    <a:pt x="75810" y="0"/>
                  </a:cubicBezTo>
                  <a:lnTo>
                    <a:pt x="75810" y="0"/>
                  </a:lnTo>
                  <a:cubicBezTo>
                    <a:pt x="75405" y="302"/>
                    <a:pt x="74239" y="604"/>
                    <a:pt x="73479" y="1170"/>
                  </a:cubicBezTo>
                  <a:cubicBezTo>
                    <a:pt x="72314" y="2039"/>
                    <a:pt x="70793" y="3209"/>
                    <a:pt x="68817" y="3473"/>
                  </a:cubicBezTo>
                  <a:cubicBezTo>
                    <a:pt x="68057" y="3775"/>
                    <a:pt x="66131" y="3775"/>
                    <a:pt x="66131" y="4342"/>
                  </a:cubicBezTo>
                  <a:lnTo>
                    <a:pt x="66131" y="4342"/>
                  </a:lnTo>
                  <a:cubicBezTo>
                    <a:pt x="65726" y="4342"/>
                    <a:pt x="65726" y="5210"/>
                    <a:pt x="65726" y="5512"/>
                  </a:cubicBezTo>
                  <a:cubicBezTo>
                    <a:pt x="65371" y="5777"/>
                    <a:pt x="64966" y="5777"/>
                    <a:pt x="64560" y="6079"/>
                  </a:cubicBezTo>
                  <a:cubicBezTo>
                    <a:pt x="63395" y="6947"/>
                    <a:pt x="63395" y="7514"/>
                    <a:pt x="62635" y="8382"/>
                  </a:cubicBezTo>
                  <a:cubicBezTo>
                    <a:pt x="60304" y="8949"/>
                    <a:pt x="58783" y="11856"/>
                    <a:pt x="55692" y="12120"/>
                  </a:cubicBezTo>
                  <a:cubicBezTo>
                    <a:pt x="55287" y="12724"/>
                    <a:pt x="49459" y="12422"/>
                    <a:pt x="49104" y="11856"/>
                  </a:cubicBezTo>
                  <a:lnTo>
                    <a:pt x="48699" y="12422"/>
                  </a:lnTo>
                  <a:lnTo>
                    <a:pt x="48699" y="12422"/>
                  </a:lnTo>
                  <a:cubicBezTo>
                    <a:pt x="48344" y="12724"/>
                    <a:pt x="48699" y="12724"/>
                    <a:pt x="48699" y="12989"/>
                  </a:cubicBezTo>
                  <a:cubicBezTo>
                    <a:pt x="50270" y="14159"/>
                    <a:pt x="50270" y="14159"/>
                    <a:pt x="50270" y="14159"/>
                  </a:cubicBezTo>
                  <a:cubicBezTo>
                    <a:pt x="51435" y="14159"/>
                    <a:pt x="49104" y="16765"/>
                    <a:pt x="48699" y="17029"/>
                  </a:cubicBezTo>
                  <a:cubicBezTo>
                    <a:pt x="48344" y="17633"/>
                    <a:pt x="48344" y="19332"/>
                    <a:pt x="47179" y="19634"/>
                  </a:cubicBezTo>
                  <a:lnTo>
                    <a:pt x="47533" y="19634"/>
                  </a:ln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2" name="Shape 11202"/>
            <p:cNvSpPr/>
            <p:nvPr/>
          </p:nvSpPr>
          <p:spPr>
            <a:xfrm rot="3648446">
              <a:off x="8913212" y="4471149"/>
              <a:ext cx="135360" cy="734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69" y="57872"/>
                  </a:moveTo>
                  <a:lnTo>
                    <a:pt x="119769" y="57872"/>
                  </a:lnTo>
                  <a:cubicBezTo>
                    <a:pt x="112846" y="22553"/>
                    <a:pt x="112846" y="22553"/>
                    <a:pt x="112846" y="22553"/>
                  </a:cubicBezTo>
                  <a:lnTo>
                    <a:pt x="112846" y="22553"/>
                  </a:lnTo>
                  <a:cubicBezTo>
                    <a:pt x="105692" y="19148"/>
                    <a:pt x="98769" y="16170"/>
                    <a:pt x="89769" y="16170"/>
                  </a:cubicBezTo>
                  <a:cubicBezTo>
                    <a:pt x="84692" y="16170"/>
                    <a:pt x="79384" y="25957"/>
                    <a:pt x="72230" y="25957"/>
                  </a:cubicBezTo>
                  <a:cubicBezTo>
                    <a:pt x="63461" y="25957"/>
                    <a:pt x="54692" y="25957"/>
                    <a:pt x="45692" y="22553"/>
                  </a:cubicBezTo>
                  <a:cubicBezTo>
                    <a:pt x="40384" y="16170"/>
                    <a:pt x="35307" y="9361"/>
                    <a:pt x="30000" y="2978"/>
                  </a:cubicBezTo>
                  <a:lnTo>
                    <a:pt x="30000" y="2978"/>
                  </a:lnTo>
                  <a:cubicBezTo>
                    <a:pt x="26307" y="2978"/>
                    <a:pt x="22846" y="0"/>
                    <a:pt x="21230" y="0"/>
                  </a:cubicBezTo>
                  <a:cubicBezTo>
                    <a:pt x="17538" y="2978"/>
                    <a:pt x="15923" y="6382"/>
                    <a:pt x="14076" y="9361"/>
                  </a:cubicBezTo>
                  <a:cubicBezTo>
                    <a:pt x="10615" y="19148"/>
                    <a:pt x="7153" y="25957"/>
                    <a:pt x="5307" y="35744"/>
                  </a:cubicBezTo>
                  <a:cubicBezTo>
                    <a:pt x="5307" y="42127"/>
                    <a:pt x="10615" y="45106"/>
                    <a:pt x="8769" y="51489"/>
                  </a:cubicBezTo>
                  <a:cubicBezTo>
                    <a:pt x="7153" y="57872"/>
                    <a:pt x="0" y="61276"/>
                    <a:pt x="0" y="67659"/>
                  </a:cubicBezTo>
                  <a:cubicBezTo>
                    <a:pt x="0" y="77446"/>
                    <a:pt x="5307" y="80851"/>
                    <a:pt x="8769" y="87234"/>
                  </a:cubicBezTo>
                  <a:lnTo>
                    <a:pt x="8769" y="87234"/>
                  </a:lnTo>
                  <a:cubicBezTo>
                    <a:pt x="15923" y="87234"/>
                    <a:pt x="24692" y="87234"/>
                    <a:pt x="30000" y="83829"/>
                  </a:cubicBezTo>
                  <a:cubicBezTo>
                    <a:pt x="33461" y="83829"/>
                    <a:pt x="33461" y="74042"/>
                    <a:pt x="35307" y="74042"/>
                  </a:cubicBezTo>
                  <a:cubicBezTo>
                    <a:pt x="36923" y="71063"/>
                    <a:pt x="40384" y="71063"/>
                    <a:pt x="42230" y="74042"/>
                  </a:cubicBezTo>
                  <a:cubicBezTo>
                    <a:pt x="44076" y="77446"/>
                    <a:pt x="45692" y="83829"/>
                    <a:pt x="49384" y="83829"/>
                  </a:cubicBezTo>
                  <a:cubicBezTo>
                    <a:pt x="52846" y="87234"/>
                    <a:pt x="58153" y="80851"/>
                    <a:pt x="61615" y="83829"/>
                  </a:cubicBezTo>
                  <a:cubicBezTo>
                    <a:pt x="65307" y="87234"/>
                    <a:pt x="63461" y="93617"/>
                    <a:pt x="65307" y="97021"/>
                  </a:cubicBezTo>
                  <a:cubicBezTo>
                    <a:pt x="66923" y="100000"/>
                    <a:pt x="68769" y="97021"/>
                    <a:pt x="70384" y="100000"/>
                  </a:cubicBezTo>
                  <a:cubicBezTo>
                    <a:pt x="72230" y="103404"/>
                    <a:pt x="70384" y="116595"/>
                    <a:pt x="74076" y="116595"/>
                  </a:cubicBezTo>
                  <a:cubicBezTo>
                    <a:pt x="81000" y="113191"/>
                    <a:pt x="82846" y="90638"/>
                    <a:pt x="89769" y="90638"/>
                  </a:cubicBezTo>
                  <a:cubicBezTo>
                    <a:pt x="95076" y="90638"/>
                    <a:pt x="89769" y="109787"/>
                    <a:pt x="93461" y="116595"/>
                  </a:cubicBezTo>
                  <a:cubicBezTo>
                    <a:pt x="95076" y="119574"/>
                    <a:pt x="98769" y="116595"/>
                    <a:pt x="102230" y="116595"/>
                  </a:cubicBezTo>
                  <a:lnTo>
                    <a:pt x="102230" y="116595"/>
                  </a:lnTo>
                  <a:cubicBezTo>
                    <a:pt x="102230" y="97021"/>
                    <a:pt x="96923" y="77446"/>
                    <a:pt x="102230" y="61276"/>
                  </a:cubicBezTo>
                  <a:cubicBezTo>
                    <a:pt x="105692" y="51489"/>
                    <a:pt x="114461" y="57872"/>
                    <a:pt x="119769" y="5787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3" name="Shape 11203"/>
            <p:cNvSpPr/>
            <p:nvPr/>
          </p:nvSpPr>
          <p:spPr>
            <a:xfrm rot="3648446">
              <a:off x="9015632" y="4549164"/>
              <a:ext cx="75710" cy="596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39825"/>
                  </a:moveTo>
                  <a:lnTo>
                    <a:pt x="0" y="39825"/>
                  </a:lnTo>
                  <a:cubicBezTo>
                    <a:pt x="0" y="71790"/>
                    <a:pt x="0" y="71790"/>
                    <a:pt x="0" y="71790"/>
                  </a:cubicBezTo>
                  <a:lnTo>
                    <a:pt x="0" y="71790"/>
                  </a:lnTo>
                  <a:cubicBezTo>
                    <a:pt x="12371" y="115283"/>
                    <a:pt x="12371" y="115283"/>
                    <a:pt x="12371" y="115283"/>
                  </a:cubicBezTo>
                  <a:lnTo>
                    <a:pt x="12371" y="115283"/>
                  </a:lnTo>
                  <a:cubicBezTo>
                    <a:pt x="31340" y="115283"/>
                    <a:pt x="47010" y="119475"/>
                    <a:pt x="63092" y="119475"/>
                  </a:cubicBezTo>
                  <a:cubicBezTo>
                    <a:pt x="81649" y="115283"/>
                    <a:pt x="94432" y="107423"/>
                    <a:pt x="110103" y="99563"/>
                  </a:cubicBezTo>
                  <a:lnTo>
                    <a:pt x="110103" y="99563"/>
                  </a:lnTo>
                  <a:cubicBezTo>
                    <a:pt x="113402" y="75982"/>
                    <a:pt x="119587" y="39825"/>
                    <a:pt x="110103" y="31965"/>
                  </a:cubicBezTo>
                  <a:cubicBezTo>
                    <a:pt x="103917" y="23580"/>
                    <a:pt x="94432" y="12052"/>
                    <a:pt x="88247" y="0"/>
                  </a:cubicBezTo>
                  <a:lnTo>
                    <a:pt x="88247" y="0"/>
                  </a:lnTo>
                  <a:cubicBezTo>
                    <a:pt x="75463" y="15720"/>
                    <a:pt x="72164" y="23580"/>
                    <a:pt x="56494" y="31965"/>
                  </a:cubicBezTo>
                  <a:cubicBezTo>
                    <a:pt x="37525" y="39825"/>
                    <a:pt x="18969" y="35633"/>
                    <a:pt x="0" y="3982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4" name="Shape 11204"/>
            <p:cNvSpPr/>
            <p:nvPr/>
          </p:nvSpPr>
          <p:spPr>
            <a:xfrm rot="3648446">
              <a:off x="8995154" y="4447510"/>
              <a:ext cx="94064" cy="8374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666" y="93913"/>
                  </a:moveTo>
                  <a:lnTo>
                    <a:pt x="119666" y="93913"/>
                  </a:lnTo>
                  <a:cubicBezTo>
                    <a:pt x="109333" y="85341"/>
                    <a:pt x="94000" y="82360"/>
                    <a:pt x="86333" y="71180"/>
                  </a:cubicBezTo>
                  <a:cubicBezTo>
                    <a:pt x="81333" y="62608"/>
                    <a:pt x="94000" y="54037"/>
                    <a:pt x="89000" y="45465"/>
                  </a:cubicBezTo>
                  <a:cubicBezTo>
                    <a:pt x="86333" y="39875"/>
                    <a:pt x="73666" y="42857"/>
                    <a:pt x="68666" y="36894"/>
                  </a:cubicBezTo>
                  <a:cubicBezTo>
                    <a:pt x="66000" y="31304"/>
                    <a:pt x="68666" y="22732"/>
                    <a:pt x="68666" y="17142"/>
                  </a:cubicBezTo>
                  <a:lnTo>
                    <a:pt x="68666" y="17142"/>
                  </a:lnTo>
                  <a:cubicBezTo>
                    <a:pt x="63666" y="11180"/>
                    <a:pt x="61000" y="0"/>
                    <a:pt x="56000" y="0"/>
                  </a:cubicBezTo>
                  <a:cubicBezTo>
                    <a:pt x="45666" y="0"/>
                    <a:pt x="35666" y="5590"/>
                    <a:pt x="30333" y="17142"/>
                  </a:cubicBezTo>
                  <a:cubicBezTo>
                    <a:pt x="25333" y="22732"/>
                    <a:pt x="38000" y="34285"/>
                    <a:pt x="35666" y="42857"/>
                  </a:cubicBezTo>
                  <a:cubicBezTo>
                    <a:pt x="30333" y="51428"/>
                    <a:pt x="17666" y="48447"/>
                    <a:pt x="10000" y="57018"/>
                  </a:cubicBezTo>
                  <a:cubicBezTo>
                    <a:pt x="5000" y="68198"/>
                    <a:pt x="2333" y="85341"/>
                    <a:pt x="0" y="99503"/>
                  </a:cubicBezTo>
                  <a:lnTo>
                    <a:pt x="0" y="99503"/>
                  </a:lnTo>
                  <a:cubicBezTo>
                    <a:pt x="7666" y="105093"/>
                    <a:pt x="15000" y="111055"/>
                    <a:pt x="22666" y="116645"/>
                  </a:cubicBezTo>
                  <a:cubicBezTo>
                    <a:pt x="35666" y="119627"/>
                    <a:pt x="48333" y="119627"/>
                    <a:pt x="61000" y="119627"/>
                  </a:cubicBezTo>
                  <a:cubicBezTo>
                    <a:pt x="71333" y="119627"/>
                    <a:pt x="79000" y="111055"/>
                    <a:pt x="86333" y="111055"/>
                  </a:cubicBezTo>
                  <a:cubicBezTo>
                    <a:pt x="99333" y="111055"/>
                    <a:pt x="109333" y="113664"/>
                    <a:pt x="119666" y="116645"/>
                  </a:cubicBezTo>
                  <a:lnTo>
                    <a:pt x="119666" y="116645"/>
                  </a:lnTo>
                  <a:cubicBezTo>
                    <a:pt x="119666" y="93913"/>
                    <a:pt x="119666" y="93913"/>
                    <a:pt x="119666" y="9391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5" name="Shape 11205"/>
            <p:cNvSpPr/>
            <p:nvPr/>
          </p:nvSpPr>
          <p:spPr>
            <a:xfrm rot="3648446">
              <a:off x="9025960" y="4500189"/>
              <a:ext cx="97505" cy="642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680" y="82285"/>
                  </a:moveTo>
                  <a:lnTo>
                    <a:pt x="119680" y="82285"/>
                  </a:lnTo>
                  <a:cubicBezTo>
                    <a:pt x="107234" y="59755"/>
                    <a:pt x="100212" y="29877"/>
                    <a:pt x="92872" y="0"/>
                  </a:cubicBezTo>
                  <a:lnTo>
                    <a:pt x="92872" y="0"/>
                  </a:lnTo>
                  <a:cubicBezTo>
                    <a:pt x="85531" y="3428"/>
                    <a:pt x="87765" y="0"/>
                    <a:pt x="80425" y="7346"/>
                  </a:cubicBezTo>
                  <a:cubicBezTo>
                    <a:pt x="75638" y="10775"/>
                    <a:pt x="78191" y="18612"/>
                    <a:pt x="73085" y="25959"/>
                  </a:cubicBezTo>
                  <a:cubicBezTo>
                    <a:pt x="70851" y="29877"/>
                    <a:pt x="68297" y="33306"/>
                    <a:pt x="63510" y="33306"/>
                  </a:cubicBezTo>
                  <a:cubicBezTo>
                    <a:pt x="58723" y="37224"/>
                    <a:pt x="53617" y="29877"/>
                    <a:pt x="48829" y="25959"/>
                  </a:cubicBezTo>
                  <a:cubicBezTo>
                    <a:pt x="41489" y="25959"/>
                    <a:pt x="36702" y="29877"/>
                    <a:pt x="29361" y="29877"/>
                  </a:cubicBezTo>
                  <a:cubicBezTo>
                    <a:pt x="26808" y="29877"/>
                    <a:pt x="22021" y="22040"/>
                    <a:pt x="19468" y="22040"/>
                  </a:cubicBezTo>
                  <a:cubicBezTo>
                    <a:pt x="12446" y="18612"/>
                    <a:pt x="7340" y="18612"/>
                    <a:pt x="2553" y="18612"/>
                  </a:cubicBezTo>
                  <a:lnTo>
                    <a:pt x="2553" y="18612"/>
                  </a:lnTo>
                  <a:cubicBezTo>
                    <a:pt x="2553" y="25959"/>
                    <a:pt x="0" y="37224"/>
                    <a:pt x="2553" y="44571"/>
                  </a:cubicBezTo>
                  <a:cubicBezTo>
                    <a:pt x="7340" y="52408"/>
                    <a:pt x="19468" y="48489"/>
                    <a:pt x="22021" y="55836"/>
                  </a:cubicBezTo>
                  <a:cubicBezTo>
                    <a:pt x="26808" y="67102"/>
                    <a:pt x="14680" y="78367"/>
                    <a:pt x="19468" y="89632"/>
                  </a:cubicBezTo>
                  <a:cubicBezTo>
                    <a:pt x="26808" y="104326"/>
                    <a:pt x="41489" y="108244"/>
                    <a:pt x="51382" y="119510"/>
                  </a:cubicBezTo>
                  <a:lnTo>
                    <a:pt x="51382" y="119510"/>
                  </a:lnTo>
                  <a:cubicBezTo>
                    <a:pt x="66063" y="115591"/>
                    <a:pt x="80425" y="119510"/>
                    <a:pt x="95106" y="112163"/>
                  </a:cubicBezTo>
                  <a:cubicBezTo>
                    <a:pt x="107234" y="104326"/>
                    <a:pt x="109787" y="96979"/>
                    <a:pt x="119680" y="8228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6" name="Shape 11206"/>
            <p:cNvSpPr/>
            <p:nvPr/>
          </p:nvSpPr>
          <p:spPr>
            <a:xfrm rot="3648446">
              <a:off x="8116877" y="3319463"/>
              <a:ext cx="975048" cy="6057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68" y="48772"/>
                  </a:moveTo>
                  <a:lnTo>
                    <a:pt x="119968" y="48772"/>
                  </a:lnTo>
                  <a:cubicBezTo>
                    <a:pt x="119712" y="48772"/>
                    <a:pt x="119712" y="49957"/>
                    <a:pt x="119712" y="50369"/>
                  </a:cubicBezTo>
                  <a:cubicBezTo>
                    <a:pt x="119488" y="50729"/>
                    <a:pt x="119232" y="50729"/>
                    <a:pt x="118976" y="51141"/>
                  </a:cubicBezTo>
                  <a:cubicBezTo>
                    <a:pt x="118240" y="52326"/>
                    <a:pt x="118240" y="53098"/>
                    <a:pt x="117760" y="54283"/>
                  </a:cubicBezTo>
                  <a:cubicBezTo>
                    <a:pt x="116288" y="55055"/>
                    <a:pt x="115328" y="59021"/>
                    <a:pt x="113376" y="59381"/>
                  </a:cubicBezTo>
                  <a:cubicBezTo>
                    <a:pt x="113120" y="60206"/>
                    <a:pt x="109440" y="59793"/>
                    <a:pt x="109216" y="59021"/>
                  </a:cubicBezTo>
                  <a:lnTo>
                    <a:pt x="108960" y="59793"/>
                  </a:lnTo>
                  <a:lnTo>
                    <a:pt x="108960" y="59793"/>
                  </a:lnTo>
                  <a:cubicBezTo>
                    <a:pt x="108736" y="60206"/>
                    <a:pt x="108960" y="60206"/>
                    <a:pt x="108960" y="60566"/>
                  </a:cubicBezTo>
                  <a:cubicBezTo>
                    <a:pt x="109952" y="62163"/>
                    <a:pt x="109952" y="62163"/>
                    <a:pt x="109952" y="62163"/>
                  </a:cubicBezTo>
                  <a:cubicBezTo>
                    <a:pt x="110688" y="62163"/>
                    <a:pt x="109216" y="65716"/>
                    <a:pt x="108960" y="66077"/>
                  </a:cubicBezTo>
                  <a:cubicBezTo>
                    <a:pt x="108736" y="66901"/>
                    <a:pt x="108736" y="69218"/>
                    <a:pt x="108000" y="69630"/>
                  </a:cubicBezTo>
                  <a:cubicBezTo>
                    <a:pt x="108224" y="69630"/>
                    <a:pt x="108224" y="69630"/>
                    <a:pt x="108224" y="69630"/>
                  </a:cubicBezTo>
                  <a:cubicBezTo>
                    <a:pt x="108000" y="69630"/>
                    <a:pt x="107488" y="70042"/>
                    <a:pt x="106528" y="70815"/>
                  </a:cubicBezTo>
                  <a:cubicBezTo>
                    <a:pt x="104320" y="73184"/>
                    <a:pt x="98496" y="73184"/>
                    <a:pt x="95552" y="72360"/>
                  </a:cubicBezTo>
                  <a:cubicBezTo>
                    <a:pt x="92384" y="71175"/>
                    <a:pt x="89216" y="72000"/>
                    <a:pt x="86016" y="72360"/>
                  </a:cubicBezTo>
                  <a:cubicBezTo>
                    <a:pt x="84064" y="72772"/>
                    <a:pt x="83584" y="70042"/>
                    <a:pt x="82368" y="70042"/>
                  </a:cubicBezTo>
                  <a:cubicBezTo>
                    <a:pt x="82368" y="72000"/>
                    <a:pt x="82592" y="73184"/>
                    <a:pt x="82112" y="75141"/>
                  </a:cubicBezTo>
                  <a:cubicBezTo>
                    <a:pt x="81632" y="77098"/>
                    <a:pt x="82592" y="78643"/>
                    <a:pt x="82592" y="80600"/>
                  </a:cubicBezTo>
                  <a:cubicBezTo>
                    <a:pt x="82592" y="86472"/>
                    <a:pt x="80160" y="84515"/>
                    <a:pt x="77952" y="86472"/>
                  </a:cubicBezTo>
                  <a:cubicBezTo>
                    <a:pt x="75040" y="86111"/>
                    <a:pt x="75744" y="84154"/>
                    <a:pt x="73056" y="87296"/>
                  </a:cubicBezTo>
                  <a:cubicBezTo>
                    <a:pt x="70880" y="89613"/>
                    <a:pt x="69888" y="92394"/>
                    <a:pt x="68192" y="94351"/>
                  </a:cubicBezTo>
                  <a:cubicBezTo>
                    <a:pt x="65984" y="97133"/>
                    <a:pt x="60128" y="102592"/>
                    <a:pt x="57664" y="99090"/>
                  </a:cubicBezTo>
                  <a:cubicBezTo>
                    <a:pt x="57440" y="98678"/>
                    <a:pt x="56704" y="95948"/>
                    <a:pt x="56448" y="96309"/>
                  </a:cubicBezTo>
                  <a:cubicBezTo>
                    <a:pt x="55968" y="99090"/>
                    <a:pt x="56448" y="99450"/>
                    <a:pt x="56448" y="101819"/>
                  </a:cubicBezTo>
                  <a:lnTo>
                    <a:pt x="56448" y="101819"/>
                  </a:lnTo>
                  <a:cubicBezTo>
                    <a:pt x="55968" y="99862"/>
                    <a:pt x="53024" y="98678"/>
                    <a:pt x="52064" y="97493"/>
                  </a:cubicBezTo>
                  <a:cubicBezTo>
                    <a:pt x="50816" y="95948"/>
                    <a:pt x="49376" y="93579"/>
                    <a:pt x="49120" y="90798"/>
                  </a:cubicBezTo>
                  <a:cubicBezTo>
                    <a:pt x="48864" y="88429"/>
                    <a:pt x="48384" y="91982"/>
                    <a:pt x="47648" y="91982"/>
                  </a:cubicBezTo>
                  <a:cubicBezTo>
                    <a:pt x="46912" y="91982"/>
                    <a:pt x="44480" y="88841"/>
                    <a:pt x="43488" y="88068"/>
                  </a:cubicBezTo>
                  <a:cubicBezTo>
                    <a:pt x="42016" y="87296"/>
                    <a:pt x="41056" y="82969"/>
                    <a:pt x="40800" y="87656"/>
                  </a:cubicBezTo>
                  <a:cubicBezTo>
                    <a:pt x="40576" y="90437"/>
                    <a:pt x="41536" y="91622"/>
                    <a:pt x="42528" y="92806"/>
                  </a:cubicBezTo>
                  <a:cubicBezTo>
                    <a:pt x="44704" y="95536"/>
                    <a:pt x="42016" y="102592"/>
                    <a:pt x="42272" y="105785"/>
                  </a:cubicBezTo>
                  <a:cubicBezTo>
                    <a:pt x="42752" y="108927"/>
                    <a:pt x="43008" y="110884"/>
                    <a:pt x="41312" y="113253"/>
                  </a:cubicBezTo>
                  <a:cubicBezTo>
                    <a:pt x="40320" y="114025"/>
                    <a:pt x="36640" y="110111"/>
                    <a:pt x="35424" y="109287"/>
                  </a:cubicBezTo>
                  <a:cubicBezTo>
                    <a:pt x="32000" y="106557"/>
                    <a:pt x="31520" y="101047"/>
                    <a:pt x="29088" y="98266"/>
                  </a:cubicBezTo>
                  <a:cubicBezTo>
                    <a:pt x="27104" y="96309"/>
                    <a:pt x="26144" y="95536"/>
                    <a:pt x="24672" y="93167"/>
                  </a:cubicBezTo>
                  <a:cubicBezTo>
                    <a:pt x="23936" y="91982"/>
                    <a:pt x="22464" y="92806"/>
                    <a:pt x="21504" y="92806"/>
                  </a:cubicBezTo>
                  <a:cubicBezTo>
                    <a:pt x="20768" y="92394"/>
                    <a:pt x="20032" y="90437"/>
                    <a:pt x="19552" y="89253"/>
                  </a:cubicBezTo>
                  <a:cubicBezTo>
                    <a:pt x="18080" y="86884"/>
                    <a:pt x="15136" y="91622"/>
                    <a:pt x="13920" y="92806"/>
                  </a:cubicBezTo>
                  <a:cubicBezTo>
                    <a:pt x="11232" y="95175"/>
                    <a:pt x="13920" y="99862"/>
                    <a:pt x="14400" y="103416"/>
                  </a:cubicBezTo>
                  <a:cubicBezTo>
                    <a:pt x="15136" y="109699"/>
                    <a:pt x="15136" y="109699"/>
                    <a:pt x="15136" y="109699"/>
                  </a:cubicBezTo>
                  <a:cubicBezTo>
                    <a:pt x="16608" y="112841"/>
                    <a:pt x="16608" y="112841"/>
                    <a:pt x="16608" y="112841"/>
                  </a:cubicBezTo>
                  <a:cubicBezTo>
                    <a:pt x="16352" y="116755"/>
                    <a:pt x="16352" y="116755"/>
                    <a:pt x="16352" y="116755"/>
                  </a:cubicBezTo>
                  <a:cubicBezTo>
                    <a:pt x="16128" y="118351"/>
                    <a:pt x="17568" y="119124"/>
                    <a:pt x="17824" y="119948"/>
                  </a:cubicBezTo>
                  <a:cubicBezTo>
                    <a:pt x="14656" y="119948"/>
                    <a:pt x="11232" y="115982"/>
                    <a:pt x="12704" y="110884"/>
                  </a:cubicBezTo>
                  <a:cubicBezTo>
                    <a:pt x="13184" y="109287"/>
                    <a:pt x="10240" y="99862"/>
                    <a:pt x="9280" y="98266"/>
                  </a:cubicBezTo>
                  <a:cubicBezTo>
                    <a:pt x="8064" y="95175"/>
                    <a:pt x="5376" y="93579"/>
                    <a:pt x="4160" y="90025"/>
                  </a:cubicBezTo>
                  <a:cubicBezTo>
                    <a:pt x="3424" y="85699"/>
                    <a:pt x="0" y="80188"/>
                    <a:pt x="960" y="74729"/>
                  </a:cubicBezTo>
                  <a:cubicBezTo>
                    <a:pt x="1440" y="71175"/>
                    <a:pt x="1952" y="64892"/>
                    <a:pt x="5120" y="64892"/>
                  </a:cubicBezTo>
                  <a:cubicBezTo>
                    <a:pt x="5120" y="66077"/>
                    <a:pt x="6336" y="68858"/>
                    <a:pt x="6592" y="70403"/>
                  </a:cubicBezTo>
                  <a:cubicBezTo>
                    <a:pt x="6816" y="72360"/>
                    <a:pt x="6592" y="74729"/>
                    <a:pt x="6592" y="76686"/>
                  </a:cubicBezTo>
                  <a:cubicBezTo>
                    <a:pt x="6816" y="80600"/>
                    <a:pt x="11712" y="81785"/>
                    <a:pt x="10496" y="77871"/>
                  </a:cubicBezTo>
                  <a:cubicBezTo>
                    <a:pt x="9024" y="73957"/>
                    <a:pt x="8064" y="70042"/>
                    <a:pt x="7808" y="66077"/>
                  </a:cubicBezTo>
                  <a:lnTo>
                    <a:pt x="7808" y="66077"/>
                  </a:lnTo>
                  <a:cubicBezTo>
                    <a:pt x="9504" y="64532"/>
                    <a:pt x="12224" y="63347"/>
                    <a:pt x="13440" y="61339"/>
                  </a:cubicBezTo>
                  <a:cubicBezTo>
                    <a:pt x="14656" y="59793"/>
                    <a:pt x="14400" y="56240"/>
                    <a:pt x="15616" y="55467"/>
                  </a:cubicBezTo>
                  <a:cubicBezTo>
                    <a:pt x="17088" y="55055"/>
                    <a:pt x="18080" y="58197"/>
                    <a:pt x="19296" y="59021"/>
                  </a:cubicBezTo>
                  <a:cubicBezTo>
                    <a:pt x="21024" y="59793"/>
                    <a:pt x="22976" y="60206"/>
                    <a:pt x="24672" y="59793"/>
                  </a:cubicBezTo>
                  <a:cubicBezTo>
                    <a:pt x="26368" y="59793"/>
                    <a:pt x="28096" y="59021"/>
                    <a:pt x="29568" y="57836"/>
                  </a:cubicBezTo>
                  <a:cubicBezTo>
                    <a:pt x="30048" y="57424"/>
                    <a:pt x="30048" y="55828"/>
                    <a:pt x="30304" y="55055"/>
                  </a:cubicBezTo>
                  <a:cubicBezTo>
                    <a:pt x="30304" y="55055"/>
                    <a:pt x="29088" y="53098"/>
                    <a:pt x="29088" y="52738"/>
                  </a:cubicBezTo>
                  <a:cubicBezTo>
                    <a:pt x="29088" y="52326"/>
                    <a:pt x="30048" y="47227"/>
                    <a:pt x="30048" y="47227"/>
                  </a:cubicBezTo>
                  <a:cubicBezTo>
                    <a:pt x="30304" y="46403"/>
                    <a:pt x="30784" y="45218"/>
                    <a:pt x="31264" y="44858"/>
                  </a:cubicBezTo>
                  <a:cubicBezTo>
                    <a:pt x="31520" y="44446"/>
                    <a:pt x="32000" y="45218"/>
                    <a:pt x="32256" y="45218"/>
                  </a:cubicBezTo>
                  <a:cubicBezTo>
                    <a:pt x="32992" y="44446"/>
                    <a:pt x="33216" y="42489"/>
                    <a:pt x="33952" y="42489"/>
                  </a:cubicBezTo>
                  <a:cubicBezTo>
                    <a:pt x="34944" y="42077"/>
                    <a:pt x="36160" y="43673"/>
                    <a:pt x="37152" y="43261"/>
                  </a:cubicBezTo>
                  <a:cubicBezTo>
                    <a:pt x="37888" y="43261"/>
                    <a:pt x="38592" y="42077"/>
                    <a:pt x="39104" y="41716"/>
                  </a:cubicBezTo>
                  <a:lnTo>
                    <a:pt x="39104" y="41716"/>
                  </a:lnTo>
                  <a:cubicBezTo>
                    <a:pt x="39328" y="42849"/>
                    <a:pt x="39104" y="45630"/>
                    <a:pt x="40064" y="45630"/>
                  </a:cubicBezTo>
                  <a:cubicBezTo>
                    <a:pt x="40800" y="46042"/>
                    <a:pt x="41056" y="43673"/>
                    <a:pt x="41312" y="42077"/>
                  </a:cubicBezTo>
                  <a:cubicBezTo>
                    <a:pt x="41792" y="40532"/>
                    <a:pt x="41536" y="38523"/>
                    <a:pt x="42016" y="36978"/>
                  </a:cubicBezTo>
                  <a:cubicBezTo>
                    <a:pt x="42272" y="36206"/>
                    <a:pt x="43008" y="36978"/>
                    <a:pt x="43264" y="36566"/>
                  </a:cubicBezTo>
                  <a:cubicBezTo>
                    <a:pt x="43744" y="34248"/>
                    <a:pt x="43744" y="31467"/>
                    <a:pt x="44224" y="29098"/>
                  </a:cubicBezTo>
                  <a:cubicBezTo>
                    <a:pt x="44960" y="26369"/>
                    <a:pt x="45696" y="24000"/>
                    <a:pt x="46912" y="22403"/>
                  </a:cubicBezTo>
                  <a:cubicBezTo>
                    <a:pt x="47392" y="21630"/>
                    <a:pt x="48128" y="22403"/>
                    <a:pt x="48864" y="22403"/>
                  </a:cubicBezTo>
                  <a:cubicBezTo>
                    <a:pt x="49376" y="22042"/>
                    <a:pt x="49600" y="20858"/>
                    <a:pt x="50112" y="20858"/>
                  </a:cubicBezTo>
                  <a:cubicBezTo>
                    <a:pt x="50336" y="20446"/>
                    <a:pt x="50816" y="20446"/>
                    <a:pt x="51328" y="20858"/>
                  </a:cubicBezTo>
                  <a:cubicBezTo>
                    <a:pt x="52768" y="22042"/>
                    <a:pt x="53504" y="24772"/>
                    <a:pt x="55232" y="25545"/>
                  </a:cubicBezTo>
                  <a:cubicBezTo>
                    <a:pt x="55712" y="25957"/>
                    <a:pt x="55968" y="24412"/>
                    <a:pt x="56192" y="23587"/>
                  </a:cubicBezTo>
                  <a:cubicBezTo>
                    <a:pt x="56192" y="23587"/>
                    <a:pt x="56192" y="21270"/>
                    <a:pt x="56192" y="20858"/>
                  </a:cubicBezTo>
                  <a:cubicBezTo>
                    <a:pt x="56192" y="20085"/>
                    <a:pt x="57920" y="16532"/>
                    <a:pt x="57920" y="16532"/>
                  </a:cubicBezTo>
                  <a:cubicBezTo>
                    <a:pt x="57664" y="15347"/>
                    <a:pt x="56928" y="14523"/>
                    <a:pt x="56928" y="13390"/>
                  </a:cubicBezTo>
                  <a:cubicBezTo>
                    <a:pt x="56928" y="11381"/>
                    <a:pt x="56928" y="9064"/>
                    <a:pt x="57664" y="7879"/>
                  </a:cubicBezTo>
                  <a:cubicBezTo>
                    <a:pt x="58656" y="5922"/>
                    <a:pt x="60608" y="6283"/>
                    <a:pt x="61824" y="4738"/>
                  </a:cubicBezTo>
                  <a:cubicBezTo>
                    <a:pt x="62304" y="4326"/>
                    <a:pt x="61344" y="3141"/>
                    <a:pt x="61568" y="2729"/>
                  </a:cubicBezTo>
                  <a:cubicBezTo>
                    <a:pt x="61824" y="1545"/>
                    <a:pt x="62560" y="772"/>
                    <a:pt x="63040" y="0"/>
                  </a:cubicBezTo>
                  <a:lnTo>
                    <a:pt x="63040" y="0"/>
                  </a:lnTo>
                  <a:cubicBezTo>
                    <a:pt x="63520" y="360"/>
                    <a:pt x="63776" y="1184"/>
                    <a:pt x="64256" y="1184"/>
                  </a:cubicBezTo>
                  <a:cubicBezTo>
                    <a:pt x="65504" y="1545"/>
                    <a:pt x="66720" y="772"/>
                    <a:pt x="67936" y="1184"/>
                  </a:cubicBezTo>
                  <a:cubicBezTo>
                    <a:pt x="69152" y="1184"/>
                    <a:pt x="70144" y="1957"/>
                    <a:pt x="71104" y="3141"/>
                  </a:cubicBezTo>
                  <a:cubicBezTo>
                    <a:pt x="71840" y="4326"/>
                    <a:pt x="72320" y="5922"/>
                    <a:pt x="72832" y="7107"/>
                  </a:cubicBezTo>
                  <a:cubicBezTo>
                    <a:pt x="73312" y="7879"/>
                    <a:pt x="73568" y="9064"/>
                    <a:pt x="73792" y="9836"/>
                  </a:cubicBezTo>
                  <a:cubicBezTo>
                    <a:pt x="74304" y="11381"/>
                    <a:pt x="74784" y="12978"/>
                    <a:pt x="75264" y="14163"/>
                  </a:cubicBezTo>
                  <a:cubicBezTo>
                    <a:pt x="75744" y="15347"/>
                    <a:pt x="76480" y="16120"/>
                    <a:pt x="76736" y="17304"/>
                  </a:cubicBezTo>
                  <a:cubicBezTo>
                    <a:pt x="76992" y="18077"/>
                    <a:pt x="76736" y="19673"/>
                    <a:pt x="76992" y="20446"/>
                  </a:cubicBezTo>
                  <a:cubicBezTo>
                    <a:pt x="76992" y="21270"/>
                    <a:pt x="77728" y="22042"/>
                    <a:pt x="77952" y="22403"/>
                  </a:cubicBezTo>
                  <a:cubicBezTo>
                    <a:pt x="78464" y="23227"/>
                    <a:pt x="78944" y="24412"/>
                    <a:pt x="79680" y="24772"/>
                  </a:cubicBezTo>
                  <a:cubicBezTo>
                    <a:pt x="79904" y="25184"/>
                    <a:pt x="80640" y="25184"/>
                    <a:pt x="80896" y="24772"/>
                  </a:cubicBezTo>
                  <a:cubicBezTo>
                    <a:pt x="81376" y="23227"/>
                    <a:pt x="81120" y="21270"/>
                    <a:pt x="81856" y="20085"/>
                  </a:cubicBezTo>
                  <a:cubicBezTo>
                    <a:pt x="82112" y="19673"/>
                    <a:pt x="83104" y="20858"/>
                    <a:pt x="83328" y="20085"/>
                  </a:cubicBezTo>
                  <a:cubicBezTo>
                    <a:pt x="83808" y="18901"/>
                    <a:pt x="83328" y="16892"/>
                    <a:pt x="83328" y="15347"/>
                  </a:cubicBezTo>
                  <a:cubicBezTo>
                    <a:pt x="83328" y="13751"/>
                    <a:pt x="82848" y="12206"/>
                    <a:pt x="83328" y="11021"/>
                  </a:cubicBezTo>
                  <a:cubicBezTo>
                    <a:pt x="83584" y="10248"/>
                    <a:pt x="84320" y="10248"/>
                    <a:pt x="84800" y="9836"/>
                  </a:cubicBezTo>
                  <a:cubicBezTo>
                    <a:pt x="85536" y="9064"/>
                    <a:pt x="86272" y="8652"/>
                    <a:pt x="86752" y="7879"/>
                  </a:cubicBezTo>
                  <a:lnTo>
                    <a:pt x="86752" y="7879"/>
                  </a:lnTo>
                  <a:cubicBezTo>
                    <a:pt x="87264" y="8240"/>
                    <a:pt x="87488" y="8652"/>
                    <a:pt x="87968" y="8652"/>
                  </a:cubicBezTo>
                  <a:cubicBezTo>
                    <a:pt x="88704" y="8652"/>
                    <a:pt x="89696" y="8240"/>
                    <a:pt x="90656" y="7879"/>
                  </a:cubicBezTo>
                  <a:cubicBezTo>
                    <a:pt x="92128" y="7467"/>
                    <a:pt x="93856" y="7879"/>
                    <a:pt x="95072" y="6695"/>
                  </a:cubicBezTo>
                  <a:cubicBezTo>
                    <a:pt x="95808" y="5922"/>
                    <a:pt x="95328" y="3914"/>
                    <a:pt x="96064" y="3141"/>
                  </a:cubicBezTo>
                  <a:cubicBezTo>
                    <a:pt x="96288" y="2729"/>
                    <a:pt x="96768" y="3914"/>
                    <a:pt x="97280" y="3914"/>
                  </a:cubicBezTo>
                  <a:cubicBezTo>
                    <a:pt x="98240" y="4738"/>
                    <a:pt x="99456" y="3914"/>
                    <a:pt x="100192" y="5098"/>
                  </a:cubicBezTo>
                  <a:cubicBezTo>
                    <a:pt x="100448" y="6283"/>
                    <a:pt x="99232" y="6695"/>
                    <a:pt x="98720" y="7467"/>
                  </a:cubicBezTo>
                  <a:cubicBezTo>
                    <a:pt x="98016" y="8240"/>
                    <a:pt x="97504" y="9064"/>
                    <a:pt x="97024" y="10248"/>
                  </a:cubicBezTo>
                  <a:cubicBezTo>
                    <a:pt x="96768" y="11381"/>
                    <a:pt x="96544" y="12978"/>
                    <a:pt x="96544" y="14163"/>
                  </a:cubicBezTo>
                  <a:cubicBezTo>
                    <a:pt x="96544" y="15347"/>
                    <a:pt x="96288" y="16892"/>
                    <a:pt x="96768" y="17716"/>
                  </a:cubicBezTo>
                  <a:cubicBezTo>
                    <a:pt x="97504" y="18077"/>
                    <a:pt x="98016" y="16532"/>
                    <a:pt x="98720" y="15708"/>
                  </a:cubicBezTo>
                  <a:cubicBezTo>
                    <a:pt x="99232" y="14935"/>
                    <a:pt x="99712" y="13390"/>
                    <a:pt x="100640" y="12978"/>
                  </a:cubicBezTo>
                  <a:cubicBezTo>
                    <a:pt x="101152" y="12566"/>
                    <a:pt x="101632" y="13390"/>
                    <a:pt x="102112" y="14163"/>
                  </a:cubicBezTo>
                  <a:cubicBezTo>
                    <a:pt x="102624" y="14523"/>
                    <a:pt x="102624" y="16532"/>
                    <a:pt x="103360" y="16532"/>
                  </a:cubicBezTo>
                  <a:cubicBezTo>
                    <a:pt x="104320" y="16892"/>
                    <a:pt x="105536" y="14935"/>
                    <a:pt x="106784" y="15347"/>
                  </a:cubicBezTo>
                  <a:cubicBezTo>
                    <a:pt x="107264" y="15708"/>
                    <a:pt x="107008" y="16892"/>
                    <a:pt x="107008" y="17716"/>
                  </a:cubicBezTo>
                  <a:cubicBezTo>
                    <a:pt x="107488" y="18901"/>
                    <a:pt x="107744" y="19673"/>
                    <a:pt x="108000" y="20858"/>
                  </a:cubicBezTo>
                  <a:cubicBezTo>
                    <a:pt x="108480" y="22042"/>
                    <a:pt x="109216" y="22815"/>
                    <a:pt x="109696" y="24000"/>
                  </a:cubicBezTo>
                  <a:cubicBezTo>
                    <a:pt x="109952" y="24772"/>
                    <a:pt x="109440" y="26369"/>
                    <a:pt x="109952" y="27141"/>
                  </a:cubicBezTo>
                  <a:cubicBezTo>
                    <a:pt x="110176" y="27553"/>
                    <a:pt x="110688" y="27141"/>
                    <a:pt x="111168" y="27141"/>
                  </a:cubicBezTo>
                  <a:cubicBezTo>
                    <a:pt x="111424" y="27141"/>
                    <a:pt x="111648" y="27914"/>
                    <a:pt x="111904" y="27553"/>
                  </a:cubicBezTo>
                  <a:cubicBezTo>
                    <a:pt x="112864" y="27141"/>
                    <a:pt x="113376" y="25545"/>
                    <a:pt x="114336" y="25184"/>
                  </a:cubicBezTo>
                  <a:cubicBezTo>
                    <a:pt x="114848" y="25184"/>
                    <a:pt x="115328" y="25957"/>
                    <a:pt x="115808" y="26369"/>
                  </a:cubicBezTo>
                  <a:cubicBezTo>
                    <a:pt x="116544" y="26369"/>
                    <a:pt x="117024" y="25184"/>
                    <a:pt x="117536" y="25545"/>
                  </a:cubicBezTo>
                  <a:cubicBezTo>
                    <a:pt x="118016" y="25957"/>
                    <a:pt x="118496" y="27553"/>
                    <a:pt x="118240" y="28326"/>
                  </a:cubicBezTo>
                  <a:cubicBezTo>
                    <a:pt x="118016" y="29871"/>
                    <a:pt x="116064" y="30283"/>
                    <a:pt x="116288" y="31879"/>
                  </a:cubicBezTo>
                  <a:cubicBezTo>
                    <a:pt x="116544" y="33424"/>
                    <a:pt x="118240" y="31467"/>
                    <a:pt x="119232" y="32240"/>
                  </a:cubicBezTo>
                  <a:cubicBezTo>
                    <a:pt x="119488" y="32652"/>
                    <a:pt x="119488" y="33836"/>
                    <a:pt x="119232" y="34609"/>
                  </a:cubicBezTo>
                  <a:cubicBezTo>
                    <a:pt x="118976" y="35381"/>
                    <a:pt x="118240" y="35381"/>
                    <a:pt x="118240" y="36206"/>
                  </a:cubicBezTo>
                  <a:cubicBezTo>
                    <a:pt x="117760" y="39347"/>
                    <a:pt x="117024" y="42489"/>
                    <a:pt x="117280" y="45218"/>
                  </a:cubicBezTo>
                  <a:cubicBezTo>
                    <a:pt x="117536" y="47227"/>
                    <a:pt x="118976" y="47587"/>
                    <a:pt x="119968" y="4877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7" name="Shape 11207"/>
            <p:cNvSpPr/>
            <p:nvPr/>
          </p:nvSpPr>
          <p:spPr>
            <a:xfrm rot="3648446">
              <a:off x="8488322" y="3067803"/>
              <a:ext cx="284484" cy="4359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9928"/>
                  </a:moveTo>
                  <a:lnTo>
                    <a:pt x="0" y="119928"/>
                  </a:lnTo>
                  <a:cubicBezTo>
                    <a:pt x="5818" y="117777"/>
                    <a:pt x="15150" y="116129"/>
                    <a:pt x="19322" y="113333"/>
                  </a:cubicBezTo>
                  <a:cubicBezTo>
                    <a:pt x="23494" y="111182"/>
                    <a:pt x="22616" y="106236"/>
                    <a:pt x="26788" y="105161"/>
                  </a:cubicBezTo>
                  <a:cubicBezTo>
                    <a:pt x="31838" y="104587"/>
                    <a:pt x="35242" y="108960"/>
                    <a:pt x="39414" y="110107"/>
                  </a:cubicBezTo>
                  <a:cubicBezTo>
                    <a:pt x="45343" y="111182"/>
                    <a:pt x="52040" y="111756"/>
                    <a:pt x="57859" y="111182"/>
                  </a:cubicBezTo>
                  <a:cubicBezTo>
                    <a:pt x="63677" y="111182"/>
                    <a:pt x="69606" y="110107"/>
                    <a:pt x="74656" y="108458"/>
                  </a:cubicBezTo>
                  <a:cubicBezTo>
                    <a:pt x="76303" y="107885"/>
                    <a:pt x="76303" y="105663"/>
                    <a:pt x="77182" y="104587"/>
                  </a:cubicBezTo>
                  <a:cubicBezTo>
                    <a:pt x="77182" y="104587"/>
                    <a:pt x="73010" y="101863"/>
                    <a:pt x="73010" y="101362"/>
                  </a:cubicBezTo>
                  <a:cubicBezTo>
                    <a:pt x="73010" y="100788"/>
                    <a:pt x="76303" y="93691"/>
                    <a:pt x="76303" y="93691"/>
                  </a:cubicBezTo>
                  <a:cubicBezTo>
                    <a:pt x="77182" y="92544"/>
                    <a:pt x="78828" y="90896"/>
                    <a:pt x="80475" y="90394"/>
                  </a:cubicBezTo>
                  <a:cubicBezTo>
                    <a:pt x="81354" y="89820"/>
                    <a:pt x="83000" y="90896"/>
                    <a:pt x="83879" y="90896"/>
                  </a:cubicBezTo>
                  <a:cubicBezTo>
                    <a:pt x="86404" y="89820"/>
                    <a:pt x="87172" y="87096"/>
                    <a:pt x="89698" y="87096"/>
                  </a:cubicBezTo>
                  <a:cubicBezTo>
                    <a:pt x="93101" y="86523"/>
                    <a:pt x="97273" y="88745"/>
                    <a:pt x="100677" y="88172"/>
                  </a:cubicBezTo>
                  <a:cubicBezTo>
                    <a:pt x="103202" y="88172"/>
                    <a:pt x="105617" y="86523"/>
                    <a:pt x="107374" y="86021"/>
                  </a:cubicBezTo>
                  <a:lnTo>
                    <a:pt x="107374" y="86021"/>
                  </a:lnTo>
                  <a:cubicBezTo>
                    <a:pt x="106495" y="83799"/>
                    <a:pt x="104849" y="81075"/>
                    <a:pt x="105617" y="78853"/>
                  </a:cubicBezTo>
                  <a:cubicBezTo>
                    <a:pt x="105617" y="77204"/>
                    <a:pt x="108142" y="75627"/>
                    <a:pt x="109899" y="73978"/>
                  </a:cubicBezTo>
                  <a:cubicBezTo>
                    <a:pt x="110667" y="72329"/>
                    <a:pt x="112424" y="70681"/>
                    <a:pt x="112424" y="68458"/>
                  </a:cubicBezTo>
                  <a:cubicBezTo>
                    <a:pt x="112424" y="68458"/>
                    <a:pt x="110667" y="69032"/>
                    <a:pt x="110667" y="68458"/>
                  </a:cubicBezTo>
                  <a:cubicBezTo>
                    <a:pt x="109899" y="67885"/>
                    <a:pt x="111546" y="66810"/>
                    <a:pt x="111546" y="66308"/>
                  </a:cubicBezTo>
                  <a:cubicBezTo>
                    <a:pt x="110667" y="65161"/>
                    <a:pt x="108142" y="64659"/>
                    <a:pt x="107374" y="63010"/>
                  </a:cubicBezTo>
                  <a:cubicBezTo>
                    <a:pt x="107374" y="61362"/>
                    <a:pt x="110667" y="60286"/>
                    <a:pt x="110667" y="58064"/>
                  </a:cubicBezTo>
                  <a:cubicBezTo>
                    <a:pt x="109899" y="56989"/>
                    <a:pt x="107374" y="55913"/>
                    <a:pt x="105617" y="55340"/>
                  </a:cubicBezTo>
                  <a:cubicBezTo>
                    <a:pt x="103970" y="54767"/>
                    <a:pt x="102323" y="55340"/>
                    <a:pt x="101445" y="55340"/>
                  </a:cubicBezTo>
                  <a:cubicBezTo>
                    <a:pt x="99798" y="54265"/>
                    <a:pt x="98920" y="52616"/>
                    <a:pt x="96395" y="50967"/>
                  </a:cubicBezTo>
                  <a:cubicBezTo>
                    <a:pt x="94748" y="49820"/>
                    <a:pt x="92223" y="49318"/>
                    <a:pt x="90576" y="47670"/>
                  </a:cubicBezTo>
                  <a:cubicBezTo>
                    <a:pt x="90576" y="47096"/>
                    <a:pt x="93101" y="47096"/>
                    <a:pt x="93870" y="46594"/>
                  </a:cubicBezTo>
                  <a:cubicBezTo>
                    <a:pt x="95626" y="45448"/>
                    <a:pt x="97273" y="44372"/>
                    <a:pt x="97273" y="42724"/>
                  </a:cubicBezTo>
                  <a:cubicBezTo>
                    <a:pt x="97273" y="42222"/>
                    <a:pt x="96395" y="41648"/>
                    <a:pt x="95626" y="41075"/>
                  </a:cubicBezTo>
                  <a:cubicBezTo>
                    <a:pt x="93101" y="41075"/>
                    <a:pt x="91454" y="42222"/>
                    <a:pt x="88929" y="41648"/>
                  </a:cubicBezTo>
                  <a:cubicBezTo>
                    <a:pt x="87172" y="41648"/>
                    <a:pt x="83879" y="41075"/>
                    <a:pt x="84757" y="40000"/>
                  </a:cubicBezTo>
                  <a:cubicBezTo>
                    <a:pt x="84757" y="38351"/>
                    <a:pt x="88929" y="38351"/>
                    <a:pt x="90576" y="37275"/>
                  </a:cubicBezTo>
                  <a:cubicBezTo>
                    <a:pt x="91454" y="36702"/>
                    <a:pt x="89698" y="34551"/>
                    <a:pt x="90576" y="34551"/>
                  </a:cubicBezTo>
                  <a:cubicBezTo>
                    <a:pt x="92223" y="33978"/>
                    <a:pt x="94748" y="34551"/>
                    <a:pt x="96395" y="35627"/>
                  </a:cubicBezTo>
                  <a:cubicBezTo>
                    <a:pt x="97273" y="36200"/>
                    <a:pt x="95626" y="37849"/>
                    <a:pt x="97273" y="38351"/>
                  </a:cubicBezTo>
                  <a:cubicBezTo>
                    <a:pt x="99798" y="39426"/>
                    <a:pt x="103202" y="39426"/>
                    <a:pt x="105617" y="39426"/>
                  </a:cubicBezTo>
                  <a:cubicBezTo>
                    <a:pt x="107374" y="38924"/>
                    <a:pt x="109021" y="38351"/>
                    <a:pt x="109899" y="37275"/>
                  </a:cubicBezTo>
                  <a:cubicBezTo>
                    <a:pt x="110667" y="36200"/>
                    <a:pt x="110667" y="35053"/>
                    <a:pt x="109899" y="34551"/>
                  </a:cubicBezTo>
                  <a:cubicBezTo>
                    <a:pt x="108142" y="33405"/>
                    <a:pt x="104849" y="33405"/>
                    <a:pt x="103202" y="32329"/>
                  </a:cubicBezTo>
                  <a:cubicBezTo>
                    <a:pt x="103202" y="31254"/>
                    <a:pt x="105617" y="30681"/>
                    <a:pt x="104849" y="30107"/>
                  </a:cubicBezTo>
                  <a:cubicBezTo>
                    <a:pt x="104849" y="29032"/>
                    <a:pt x="102323" y="29605"/>
                    <a:pt x="102323" y="28458"/>
                  </a:cubicBezTo>
                  <a:cubicBezTo>
                    <a:pt x="102323" y="26881"/>
                    <a:pt x="103970" y="25232"/>
                    <a:pt x="105617" y="23584"/>
                  </a:cubicBezTo>
                  <a:cubicBezTo>
                    <a:pt x="106495" y="23010"/>
                    <a:pt x="109021" y="24086"/>
                    <a:pt x="109899" y="23584"/>
                  </a:cubicBezTo>
                  <a:cubicBezTo>
                    <a:pt x="110667" y="23010"/>
                    <a:pt x="110667" y="21362"/>
                    <a:pt x="112424" y="20860"/>
                  </a:cubicBezTo>
                  <a:cubicBezTo>
                    <a:pt x="114071" y="19713"/>
                    <a:pt x="118243" y="20286"/>
                    <a:pt x="119121" y="18637"/>
                  </a:cubicBezTo>
                  <a:cubicBezTo>
                    <a:pt x="119890" y="15913"/>
                    <a:pt x="118243" y="12616"/>
                    <a:pt x="116596" y="9892"/>
                  </a:cubicBezTo>
                  <a:cubicBezTo>
                    <a:pt x="116596" y="8817"/>
                    <a:pt x="114949" y="8243"/>
                    <a:pt x="113193" y="7670"/>
                  </a:cubicBezTo>
                  <a:cubicBezTo>
                    <a:pt x="111546" y="7670"/>
                    <a:pt x="109021" y="8243"/>
                    <a:pt x="107374" y="8243"/>
                  </a:cubicBezTo>
                  <a:lnTo>
                    <a:pt x="98151" y="7168"/>
                  </a:lnTo>
                  <a:cubicBezTo>
                    <a:pt x="97273" y="6594"/>
                    <a:pt x="94748" y="2222"/>
                    <a:pt x="94748" y="2222"/>
                  </a:cubicBezTo>
                  <a:cubicBezTo>
                    <a:pt x="92223" y="1648"/>
                    <a:pt x="89698" y="573"/>
                    <a:pt x="88051" y="0"/>
                  </a:cubicBezTo>
                  <a:lnTo>
                    <a:pt x="88051" y="0"/>
                  </a:lnTo>
                  <a:cubicBezTo>
                    <a:pt x="84757" y="2222"/>
                    <a:pt x="82232" y="4372"/>
                    <a:pt x="78828" y="6021"/>
                  </a:cubicBezTo>
                  <a:cubicBezTo>
                    <a:pt x="76303" y="6594"/>
                    <a:pt x="74656" y="7168"/>
                    <a:pt x="72131" y="7168"/>
                  </a:cubicBezTo>
                  <a:cubicBezTo>
                    <a:pt x="70484" y="7168"/>
                    <a:pt x="65434" y="6594"/>
                    <a:pt x="63677" y="6021"/>
                  </a:cubicBezTo>
                  <a:lnTo>
                    <a:pt x="63677" y="6021"/>
                  </a:lnTo>
                  <a:cubicBezTo>
                    <a:pt x="64556" y="6594"/>
                    <a:pt x="64556" y="7168"/>
                    <a:pt x="64556" y="7670"/>
                  </a:cubicBezTo>
                  <a:cubicBezTo>
                    <a:pt x="64556" y="9318"/>
                    <a:pt x="67959" y="11541"/>
                    <a:pt x="67081" y="12616"/>
                  </a:cubicBezTo>
                  <a:cubicBezTo>
                    <a:pt x="64556" y="16989"/>
                    <a:pt x="64556" y="13691"/>
                    <a:pt x="69606" y="18064"/>
                  </a:cubicBezTo>
                  <a:cubicBezTo>
                    <a:pt x="73778" y="21362"/>
                    <a:pt x="73010" y="29605"/>
                    <a:pt x="69606" y="33405"/>
                  </a:cubicBezTo>
                  <a:cubicBezTo>
                    <a:pt x="64556" y="38351"/>
                    <a:pt x="58737" y="37275"/>
                    <a:pt x="52040" y="39426"/>
                  </a:cubicBezTo>
                  <a:cubicBezTo>
                    <a:pt x="47868" y="40573"/>
                    <a:pt x="49515" y="46021"/>
                    <a:pt x="48636" y="48745"/>
                  </a:cubicBezTo>
                  <a:cubicBezTo>
                    <a:pt x="46989" y="50967"/>
                    <a:pt x="35242" y="58064"/>
                    <a:pt x="35242" y="58064"/>
                  </a:cubicBezTo>
                  <a:cubicBezTo>
                    <a:pt x="36010" y="60788"/>
                    <a:pt x="36010" y="62437"/>
                    <a:pt x="36010" y="65734"/>
                  </a:cubicBezTo>
                  <a:cubicBezTo>
                    <a:pt x="36010" y="68458"/>
                    <a:pt x="32717" y="70107"/>
                    <a:pt x="32717" y="73405"/>
                  </a:cubicBezTo>
                  <a:cubicBezTo>
                    <a:pt x="30192" y="77204"/>
                    <a:pt x="24373" y="81577"/>
                    <a:pt x="21848" y="85448"/>
                  </a:cubicBezTo>
                  <a:cubicBezTo>
                    <a:pt x="18444" y="90896"/>
                    <a:pt x="14272" y="89820"/>
                    <a:pt x="10100" y="93691"/>
                  </a:cubicBezTo>
                  <a:cubicBezTo>
                    <a:pt x="8344" y="95268"/>
                    <a:pt x="10100" y="100788"/>
                    <a:pt x="7575" y="103512"/>
                  </a:cubicBezTo>
                  <a:cubicBezTo>
                    <a:pt x="1646" y="108960"/>
                    <a:pt x="0" y="114480"/>
                    <a:pt x="0" y="11992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8" name="Shape 11208"/>
            <p:cNvSpPr/>
            <p:nvPr/>
          </p:nvSpPr>
          <p:spPr>
            <a:xfrm rot="3648446">
              <a:off x="8914327" y="3206657"/>
              <a:ext cx="137654" cy="10324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32" y="62110"/>
                  </a:moveTo>
                  <a:lnTo>
                    <a:pt x="7032" y="62110"/>
                  </a:lnTo>
                  <a:cubicBezTo>
                    <a:pt x="0" y="43718"/>
                    <a:pt x="0" y="43718"/>
                    <a:pt x="0" y="43718"/>
                  </a:cubicBezTo>
                  <a:lnTo>
                    <a:pt x="0" y="43718"/>
                  </a:lnTo>
                  <a:cubicBezTo>
                    <a:pt x="3629" y="38894"/>
                    <a:pt x="7032" y="36783"/>
                    <a:pt x="10434" y="34371"/>
                  </a:cubicBezTo>
                  <a:cubicBezTo>
                    <a:pt x="15652" y="27437"/>
                    <a:pt x="17466" y="20502"/>
                    <a:pt x="22684" y="15979"/>
                  </a:cubicBezTo>
                  <a:cubicBezTo>
                    <a:pt x="29489" y="13567"/>
                    <a:pt x="36521" y="18391"/>
                    <a:pt x="43553" y="15979"/>
                  </a:cubicBezTo>
                  <a:cubicBezTo>
                    <a:pt x="50359" y="13567"/>
                    <a:pt x="55576" y="4522"/>
                    <a:pt x="62381" y="0"/>
                  </a:cubicBezTo>
                  <a:lnTo>
                    <a:pt x="62381" y="0"/>
                  </a:lnTo>
                  <a:cubicBezTo>
                    <a:pt x="62381" y="6934"/>
                    <a:pt x="60793" y="15979"/>
                    <a:pt x="64196" y="22914"/>
                  </a:cubicBezTo>
                  <a:cubicBezTo>
                    <a:pt x="66011" y="25326"/>
                    <a:pt x="71228" y="25326"/>
                    <a:pt x="74631" y="22914"/>
                  </a:cubicBezTo>
                  <a:cubicBezTo>
                    <a:pt x="78034" y="20502"/>
                    <a:pt x="78034" y="11457"/>
                    <a:pt x="83251" y="9045"/>
                  </a:cubicBezTo>
                  <a:cubicBezTo>
                    <a:pt x="86654" y="6934"/>
                    <a:pt x="93686" y="4522"/>
                    <a:pt x="97088" y="9045"/>
                  </a:cubicBezTo>
                  <a:cubicBezTo>
                    <a:pt x="102306" y="11457"/>
                    <a:pt x="98903" y="22914"/>
                    <a:pt x="100718" y="27437"/>
                  </a:cubicBezTo>
                  <a:cubicBezTo>
                    <a:pt x="102306" y="29849"/>
                    <a:pt x="105935" y="29849"/>
                    <a:pt x="107523" y="29849"/>
                  </a:cubicBezTo>
                  <a:lnTo>
                    <a:pt x="107523" y="29849"/>
                  </a:lnTo>
                  <a:cubicBezTo>
                    <a:pt x="107523" y="34371"/>
                    <a:pt x="107523" y="38894"/>
                    <a:pt x="104120" y="41306"/>
                  </a:cubicBezTo>
                  <a:cubicBezTo>
                    <a:pt x="102306" y="43718"/>
                    <a:pt x="95500" y="38894"/>
                    <a:pt x="95500" y="43718"/>
                  </a:cubicBezTo>
                  <a:cubicBezTo>
                    <a:pt x="95500" y="50653"/>
                    <a:pt x="100718" y="57587"/>
                    <a:pt x="104120" y="64522"/>
                  </a:cubicBezTo>
                  <a:cubicBezTo>
                    <a:pt x="107523" y="69045"/>
                    <a:pt x="114555" y="71155"/>
                    <a:pt x="117958" y="78090"/>
                  </a:cubicBezTo>
                  <a:cubicBezTo>
                    <a:pt x="119773" y="85025"/>
                    <a:pt x="119773" y="94371"/>
                    <a:pt x="117958" y="101306"/>
                  </a:cubicBezTo>
                  <a:cubicBezTo>
                    <a:pt x="116143" y="108241"/>
                    <a:pt x="110926" y="112763"/>
                    <a:pt x="107523" y="119698"/>
                  </a:cubicBezTo>
                  <a:lnTo>
                    <a:pt x="107523" y="119698"/>
                  </a:lnTo>
                  <a:cubicBezTo>
                    <a:pt x="104120" y="117286"/>
                    <a:pt x="100718" y="114874"/>
                    <a:pt x="98903" y="112763"/>
                  </a:cubicBezTo>
                  <a:cubicBezTo>
                    <a:pt x="91871" y="112763"/>
                    <a:pt x="85066" y="112763"/>
                    <a:pt x="78034" y="110351"/>
                  </a:cubicBezTo>
                  <a:cubicBezTo>
                    <a:pt x="76446" y="108241"/>
                    <a:pt x="78034" y="103417"/>
                    <a:pt x="76446" y="101306"/>
                  </a:cubicBezTo>
                  <a:cubicBezTo>
                    <a:pt x="71228" y="94371"/>
                    <a:pt x="66011" y="87437"/>
                    <a:pt x="58979" y="82914"/>
                  </a:cubicBezTo>
                  <a:cubicBezTo>
                    <a:pt x="57391" y="80502"/>
                    <a:pt x="55576" y="87437"/>
                    <a:pt x="53761" y="87437"/>
                  </a:cubicBezTo>
                  <a:cubicBezTo>
                    <a:pt x="48544" y="82914"/>
                    <a:pt x="48544" y="75979"/>
                    <a:pt x="43553" y="73567"/>
                  </a:cubicBezTo>
                  <a:cubicBezTo>
                    <a:pt x="39924" y="71155"/>
                    <a:pt x="33119" y="75979"/>
                    <a:pt x="29489" y="71155"/>
                  </a:cubicBezTo>
                  <a:cubicBezTo>
                    <a:pt x="27901" y="69045"/>
                    <a:pt x="34706" y="62110"/>
                    <a:pt x="33119" y="59698"/>
                  </a:cubicBezTo>
                  <a:cubicBezTo>
                    <a:pt x="29489" y="52763"/>
                    <a:pt x="24272" y="45829"/>
                    <a:pt x="19281" y="45829"/>
                  </a:cubicBezTo>
                  <a:cubicBezTo>
                    <a:pt x="12249" y="45829"/>
                    <a:pt x="10434" y="55175"/>
                    <a:pt x="7032" y="62110"/>
                  </a:cubicBezTo>
                  <a:lnTo>
                    <a:pt x="7032" y="62110"/>
                  </a:lnTo>
                  <a:cubicBezTo>
                    <a:pt x="0" y="43718"/>
                    <a:pt x="0" y="43718"/>
                    <a:pt x="0" y="43718"/>
                  </a:cubicBezTo>
                  <a:lnTo>
                    <a:pt x="7032" y="62110"/>
                  </a:ln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09" name="Shape 11209"/>
            <p:cNvSpPr/>
            <p:nvPr/>
          </p:nvSpPr>
          <p:spPr>
            <a:xfrm rot="3648446">
              <a:off x="8677451" y="3167048"/>
              <a:ext cx="271866" cy="4496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111" y="17013"/>
                  </a:moveTo>
                  <a:lnTo>
                    <a:pt x="69111" y="17013"/>
                  </a:lnTo>
                  <a:cubicBezTo>
                    <a:pt x="67392" y="16458"/>
                    <a:pt x="65673" y="15902"/>
                    <a:pt x="64756" y="15416"/>
                  </a:cubicBezTo>
                  <a:cubicBezTo>
                    <a:pt x="61203" y="15416"/>
                    <a:pt x="57765" y="15416"/>
                    <a:pt x="54212" y="14861"/>
                  </a:cubicBezTo>
                  <a:cubicBezTo>
                    <a:pt x="53409" y="14375"/>
                    <a:pt x="54212" y="13263"/>
                    <a:pt x="53409" y="12777"/>
                  </a:cubicBezTo>
                  <a:cubicBezTo>
                    <a:pt x="50773" y="11180"/>
                    <a:pt x="48137" y="9583"/>
                    <a:pt x="44584" y="8541"/>
                  </a:cubicBezTo>
                  <a:cubicBezTo>
                    <a:pt x="43782" y="7986"/>
                    <a:pt x="42865" y="9583"/>
                    <a:pt x="41948" y="9583"/>
                  </a:cubicBezTo>
                  <a:cubicBezTo>
                    <a:pt x="39312" y="8541"/>
                    <a:pt x="39312" y="6944"/>
                    <a:pt x="36790" y="6388"/>
                  </a:cubicBezTo>
                  <a:cubicBezTo>
                    <a:pt x="34957" y="5833"/>
                    <a:pt x="31518" y="6944"/>
                    <a:pt x="29684" y="5833"/>
                  </a:cubicBezTo>
                  <a:cubicBezTo>
                    <a:pt x="28882" y="5347"/>
                    <a:pt x="32320" y="3750"/>
                    <a:pt x="31518" y="3194"/>
                  </a:cubicBezTo>
                  <a:cubicBezTo>
                    <a:pt x="29684" y="1597"/>
                    <a:pt x="27048" y="0"/>
                    <a:pt x="24527" y="0"/>
                  </a:cubicBezTo>
                  <a:cubicBezTo>
                    <a:pt x="20974" y="0"/>
                    <a:pt x="20057" y="2152"/>
                    <a:pt x="18338" y="3750"/>
                  </a:cubicBezTo>
                  <a:lnTo>
                    <a:pt x="18338" y="3750"/>
                  </a:lnTo>
                  <a:cubicBezTo>
                    <a:pt x="16618" y="4791"/>
                    <a:pt x="14785" y="5833"/>
                    <a:pt x="13065" y="7430"/>
                  </a:cubicBezTo>
                  <a:cubicBezTo>
                    <a:pt x="10429" y="9583"/>
                    <a:pt x="8710" y="12777"/>
                    <a:pt x="6074" y="14861"/>
                  </a:cubicBezTo>
                  <a:cubicBezTo>
                    <a:pt x="4355" y="15902"/>
                    <a:pt x="1719" y="16458"/>
                    <a:pt x="802" y="17500"/>
                  </a:cubicBezTo>
                  <a:cubicBezTo>
                    <a:pt x="0" y="18055"/>
                    <a:pt x="2636" y="18611"/>
                    <a:pt x="3438" y="19652"/>
                  </a:cubicBezTo>
                  <a:cubicBezTo>
                    <a:pt x="4355" y="20208"/>
                    <a:pt x="6074" y="22291"/>
                    <a:pt x="7793" y="22291"/>
                  </a:cubicBezTo>
                  <a:cubicBezTo>
                    <a:pt x="11346" y="22291"/>
                    <a:pt x="13065" y="19097"/>
                    <a:pt x="15702" y="18611"/>
                  </a:cubicBezTo>
                  <a:cubicBezTo>
                    <a:pt x="17421" y="18055"/>
                    <a:pt x="18338" y="19097"/>
                    <a:pt x="19255" y="19652"/>
                  </a:cubicBezTo>
                  <a:cubicBezTo>
                    <a:pt x="20974" y="19652"/>
                    <a:pt x="22693" y="18611"/>
                    <a:pt x="24527" y="19097"/>
                  </a:cubicBezTo>
                  <a:cubicBezTo>
                    <a:pt x="25329" y="19097"/>
                    <a:pt x="25329" y="20208"/>
                    <a:pt x="24527" y="20694"/>
                  </a:cubicBezTo>
                  <a:cubicBezTo>
                    <a:pt x="21891" y="21805"/>
                    <a:pt x="17421" y="21250"/>
                    <a:pt x="14785" y="22291"/>
                  </a:cubicBezTo>
                  <a:cubicBezTo>
                    <a:pt x="13065" y="23333"/>
                    <a:pt x="13982" y="24930"/>
                    <a:pt x="12263" y="26041"/>
                  </a:cubicBezTo>
                  <a:cubicBezTo>
                    <a:pt x="12263" y="26527"/>
                    <a:pt x="10429" y="27083"/>
                    <a:pt x="9627" y="27638"/>
                  </a:cubicBezTo>
                  <a:lnTo>
                    <a:pt x="9627" y="27638"/>
                  </a:lnTo>
                  <a:cubicBezTo>
                    <a:pt x="8710" y="30763"/>
                    <a:pt x="8710" y="30763"/>
                    <a:pt x="8710" y="30763"/>
                  </a:cubicBezTo>
                  <a:lnTo>
                    <a:pt x="8710" y="30763"/>
                  </a:lnTo>
                  <a:cubicBezTo>
                    <a:pt x="10429" y="31319"/>
                    <a:pt x="13065" y="32361"/>
                    <a:pt x="15702" y="32916"/>
                  </a:cubicBezTo>
                  <a:cubicBezTo>
                    <a:pt x="15702" y="32916"/>
                    <a:pt x="18338" y="37152"/>
                    <a:pt x="19255" y="37708"/>
                  </a:cubicBezTo>
                  <a:lnTo>
                    <a:pt x="28882" y="38750"/>
                  </a:lnTo>
                  <a:cubicBezTo>
                    <a:pt x="30601" y="38750"/>
                    <a:pt x="33237" y="38194"/>
                    <a:pt x="34957" y="38194"/>
                  </a:cubicBezTo>
                  <a:cubicBezTo>
                    <a:pt x="36790" y="38750"/>
                    <a:pt x="38510" y="39305"/>
                    <a:pt x="38510" y="40347"/>
                  </a:cubicBezTo>
                  <a:cubicBezTo>
                    <a:pt x="40229" y="42986"/>
                    <a:pt x="41948" y="46180"/>
                    <a:pt x="41146" y="48819"/>
                  </a:cubicBezTo>
                  <a:cubicBezTo>
                    <a:pt x="40229" y="50416"/>
                    <a:pt x="35873" y="49861"/>
                    <a:pt x="34154" y="50972"/>
                  </a:cubicBezTo>
                  <a:cubicBezTo>
                    <a:pt x="32320" y="51458"/>
                    <a:pt x="32320" y="53055"/>
                    <a:pt x="31518" y="53611"/>
                  </a:cubicBezTo>
                  <a:cubicBezTo>
                    <a:pt x="30601" y="54097"/>
                    <a:pt x="27965" y="53055"/>
                    <a:pt x="27048" y="53611"/>
                  </a:cubicBezTo>
                  <a:cubicBezTo>
                    <a:pt x="25329" y="55208"/>
                    <a:pt x="23610" y="56805"/>
                    <a:pt x="23610" y="58333"/>
                  </a:cubicBezTo>
                  <a:cubicBezTo>
                    <a:pt x="23610" y="59444"/>
                    <a:pt x="26246" y="58888"/>
                    <a:pt x="26246" y="59930"/>
                  </a:cubicBezTo>
                  <a:cubicBezTo>
                    <a:pt x="27048" y="60486"/>
                    <a:pt x="24527" y="61041"/>
                    <a:pt x="24527" y="62083"/>
                  </a:cubicBezTo>
                  <a:cubicBezTo>
                    <a:pt x="26246" y="63125"/>
                    <a:pt x="29684" y="63125"/>
                    <a:pt x="31518" y="64236"/>
                  </a:cubicBezTo>
                  <a:cubicBezTo>
                    <a:pt x="32320" y="64722"/>
                    <a:pt x="32320" y="65833"/>
                    <a:pt x="31518" y="66875"/>
                  </a:cubicBezTo>
                  <a:cubicBezTo>
                    <a:pt x="30601" y="67916"/>
                    <a:pt x="28882" y="68472"/>
                    <a:pt x="27048" y="68958"/>
                  </a:cubicBezTo>
                  <a:cubicBezTo>
                    <a:pt x="24527" y="68958"/>
                    <a:pt x="20974" y="68958"/>
                    <a:pt x="18338" y="67916"/>
                  </a:cubicBezTo>
                  <a:cubicBezTo>
                    <a:pt x="16618" y="67430"/>
                    <a:pt x="18338" y="65833"/>
                    <a:pt x="17421" y="65277"/>
                  </a:cubicBezTo>
                  <a:cubicBezTo>
                    <a:pt x="15702" y="64236"/>
                    <a:pt x="13065" y="63680"/>
                    <a:pt x="11346" y="64236"/>
                  </a:cubicBezTo>
                  <a:cubicBezTo>
                    <a:pt x="10429" y="64236"/>
                    <a:pt x="12263" y="66319"/>
                    <a:pt x="11346" y="66875"/>
                  </a:cubicBezTo>
                  <a:cubicBezTo>
                    <a:pt x="9627" y="67916"/>
                    <a:pt x="5272" y="67916"/>
                    <a:pt x="5272" y="69513"/>
                  </a:cubicBezTo>
                  <a:cubicBezTo>
                    <a:pt x="4355" y="70555"/>
                    <a:pt x="7793" y="71111"/>
                    <a:pt x="9627" y="71111"/>
                  </a:cubicBezTo>
                  <a:cubicBezTo>
                    <a:pt x="12263" y="71666"/>
                    <a:pt x="13982" y="70555"/>
                    <a:pt x="16618" y="70555"/>
                  </a:cubicBezTo>
                  <a:cubicBezTo>
                    <a:pt x="17421" y="71111"/>
                    <a:pt x="18338" y="71666"/>
                    <a:pt x="18338" y="72152"/>
                  </a:cubicBezTo>
                  <a:cubicBezTo>
                    <a:pt x="18338" y="73750"/>
                    <a:pt x="16618" y="74791"/>
                    <a:pt x="14785" y="75902"/>
                  </a:cubicBezTo>
                  <a:cubicBezTo>
                    <a:pt x="13982" y="76388"/>
                    <a:pt x="11346" y="76388"/>
                    <a:pt x="11346" y="76944"/>
                  </a:cubicBezTo>
                  <a:cubicBezTo>
                    <a:pt x="13065" y="78541"/>
                    <a:pt x="15702" y="79027"/>
                    <a:pt x="17421" y="80138"/>
                  </a:cubicBezTo>
                  <a:cubicBezTo>
                    <a:pt x="20057" y="81736"/>
                    <a:pt x="20974" y="83333"/>
                    <a:pt x="22693" y="84375"/>
                  </a:cubicBezTo>
                  <a:cubicBezTo>
                    <a:pt x="23610" y="84375"/>
                    <a:pt x="25329" y="83819"/>
                    <a:pt x="27048" y="84375"/>
                  </a:cubicBezTo>
                  <a:cubicBezTo>
                    <a:pt x="28882" y="84930"/>
                    <a:pt x="31518" y="85972"/>
                    <a:pt x="32320" y="87013"/>
                  </a:cubicBezTo>
                  <a:cubicBezTo>
                    <a:pt x="32320" y="89166"/>
                    <a:pt x="28882" y="90208"/>
                    <a:pt x="28882" y="91805"/>
                  </a:cubicBezTo>
                  <a:cubicBezTo>
                    <a:pt x="29684" y="93402"/>
                    <a:pt x="32320" y="93888"/>
                    <a:pt x="33237" y="95000"/>
                  </a:cubicBezTo>
                  <a:cubicBezTo>
                    <a:pt x="33237" y="95486"/>
                    <a:pt x="31518" y="96527"/>
                    <a:pt x="32320" y="97083"/>
                  </a:cubicBezTo>
                  <a:cubicBezTo>
                    <a:pt x="32320" y="97638"/>
                    <a:pt x="34154" y="97083"/>
                    <a:pt x="34154" y="97083"/>
                  </a:cubicBezTo>
                  <a:cubicBezTo>
                    <a:pt x="34154" y="99236"/>
                    <a:pt x="32320" y="100833"/>
                    <a:pt x="31518" y="102430"/>
                  </a:cubicBezTo>
                  <a:cubicBezTo>
                    <a:pt x="29684" y="104027"/>
                    <a:pt x="27048" y="105555"/>
                    <a:pt x="27048" y="107152"/>
                  </a:cubicBezTo>
                  <a:cubicBezTo>
                    <a:pt x="26246" y="109305"/>
                    <a:pt x="27965" y="111944"/>
                    <a:pt x="28882" y="114097"/>
                  </a:cubicBezTo>
                  <a:lnTo>
                    <a:pt x="28882" y="114097"/>
                  </a:lnTo>
                  <a:cubicBezTo>
                    <a:pt x="29684" y="115625"/>
                    <a:pt x="28882" y="119375"/>
                    <a:pt x="32320" y="119375"/>
                  </a:cubicBezTo>
                  <a:cubicBezTo>
                    <a:pt x="34957" y="119930"/>
                    <a:pt x="35873" y="116736"/>
                    <a:pt x="36790" y="114583"/>
                  </a:cubicBezTo>
                  <a:cubicBezTo>
                    <a:pt x="38510" y="112500"/>
                    <a:pt x="37593" y="109791"/>
                    <a:pt x="39312" y="107708"/>
                  </a:cubicBezTo>
                  <a:cubicBezTo>
                    <a:pt x="40229" y="106666"/>
                    <a:pt x="42865" y="107708"/>
                    <a:pt x="43782" y="107152"/>
                  </a:cubicBezTo>
                  <a:cubicBezTo>
                    <a:pt x="45501" y="104027"/>
                    <a:pt x="45501" y="100277"/>
                    <a:pt x="47220" y="97083"/>
                  </a:cubicBezTo>
                  <a:cubicBezTo>
                    <a:pt x="49856" y="93402"/>
                    <a:pt x="52492" y="90208"/>
                    <a:pt x="56848" y="88055"/>
                  </a:cubicBezTo>
                  <a:cubicBezTo>
                    <a:pt x="58567" y="87013"/>
                    <a:pt x="61203" y="88055"/>
                    <a:pt x="63839" y="88055"/>
                  </a:cubicBezTo>
                  <a:cubicBezTo>
                    <a:pt x="65673" y="87569"/>
                    <a:pt x="66475" y="85972"/>
                    <a:pt x="68309" y="85972"/>
                  </a:cubicBezTo>
                  <a:cubicBezTo>
                    <a:pt x="69111" y="85416"/>
                    <a:pt x="70830" y="85416"/>
                    <a:pt x="72664" y="85972"/>
                  </a:cubicBezTo>
                  <a:cubicBezTo>
                    <a:pt x="77822" y="87569"/>
                    <a:pt x="80458" y="91250"/>
                    <a:pt x="86647" y="92291"/>
                  </a:cubicBezTo>
                  <a:cubicBezTo>
                    <a:pt x="88366" y="92847"/>
                    <a:pt x="89283" y="90763"/>
                    <a:pt x="90085" y="89652"/>
                  </a:cubicBezTo>
                  <a:cubicBezTo>
                    <a:pt x="90085" y="89652"/>
                    <a:pt x="90085" y="86527"/>
                    <a:pt x="90085" y="85972"/>
                  </a:cubicBezTo>
                  <a:cubicBezTo>
                    <a:pt x="90085" y="84930"/>
                    <a:pt x="96275" y="80138"/>
                    <a:pt x="96275" y="80138"/>
                  </a:cubicBezTo>
                  <a:cubicBezTo>
                    <a:pt x="95358" y="78541"/>
                    <a:pt x="92722" y="77430"/>
                    <a:pt x="92722" y="75902"/>
                  </a:cubicBezTo>
                  <a:cubicBezTo>
                    <a:pt x="92722" y="73194"/>
                    <a:pt x="92722" y="70069"/>
                    <a:pt x="95358" y="68472"/>
                  </a:cubicBezTo>
                  <a:cubicBezTo>
                    <a:pt x="98911" y="65833"/>
                    <a:pt x="105902" y="66319"/>
                    <a:pt x="110257" y="64236"/>
                  </a:cubicBezTo>
                  <a:cubicBezTo>
                    <a:pt x="111977" y="63680"/>
                    <a:pt x="108538" y="62083"/>
                    <a:pt x="109340" y="61527"/>
                  </a:cubicBezTo>
                  <a:cubicBezTo>
                    <a:pt x="110257" y="59930"/>
                    <a:pt x="112893" y="58888"/>
                    <a:pt x="114613" y="57847"/>
                  </a:cubicBezTo>
                  <a:lnTo>
                    <a:pt x="114613" y="57847"/>
                  </a:lnTo>
                  <a:cubicBezTo>
                    <a:pt x="108538" y="53611"/>
                    <a:pt x="108538" y="53611"/>
                    <a:pt x="108538" y="53611"/>
                  </a:cubicBezTo>
                  <a:lnTo>
                    <a:pt x="108538" y="53611"/>
                  </a:lnTo>
                  <a:cubicBezTo>
                    <a:pt x="109340" y="52013"/>
                    <a:pt x="110257" y="49861"/>
                    <a:pt x="111977" y="48263"/>
                  </a:cubicBezTo>
                  <a:cubicBezTo>
                    <a:pt x="113810" y="46736"/>
                    <a:pt x="117249" y="46180"/>
                    <a:pt x="118968" y="44583"/>
                  </a:cubicBezTo>
                  <a:cubicBezTo>
                    <a:pt x="119885" y="43541"/>
                    <a:pt x="119885" y="41944"/>
                    <a:pt x="119885" y="40833"/>
                  </a:cubicBezTo>
                  <a:cubicBezTo>
                    <a:pt x="119885" y="40833"/>
                    <a:pt x="111174" y="38750"/>
                    <a:pt x="111174" y="38194"/>
                  </a:cubicBezTo>
                  <a:lnTo>
                    <a:pt x="109340" y="36111"/>
                  </a:lnTo>
                  <a:cubicBezTo>
                    <a:pt x="108538" y="35555"/>
                    <a:pt x="107621" y="33958"/>
                    <a:pt x="105902" y="33958"/>
                  </a:cubicBezTo>
                  <a:cubicBezTo>
                    <a:pt x="102349" y="34513"/>
                    <a:pt x="99828" y="37152"/>
                    <a:pt x="95358" y="37708"/>
                  </a:cubicBezTo>
                  <a:cubicBezTo>
                    <a:pt x="92722" y="38194"/>
                    <a:pt x="89283" y="37152"/>
                    <a:pt x="85730" y="37152"/>
                  </a:cubicBezTo>
                  <a:cubicBezTo>
                    <a:pt x="83094" y="37708"/>
                    <a:pt x="80458" y="38194"/>
                    <a:pt x="77822" y="38750"/>
                  </a:cubicBezTo>
                  <a:cubicBezTo>
                    <a:pt x="76103" y="39305"/>
                    <a:pt x="75300" y="40833"/>
                    <a:pt x="72664" y="40833"/>
                  </a:cubicBezTo>
                  <a:cubicBezTo>
                    <a:pt x="71747" y="40833"/>
                    <a:pt x="70028" y="39791"/>
                    <a:pt x="70830" y="38750"/>
                  </a:cubicBezTo>
                  <a:cubicBezTo>
                    <a:pt x="71747" y="36597"/>
                    <a:pt x="74383" y="35000"/>
                    <a:pt x="76103" y="33472"/>
                  </a:cubicBezTo>
                  <a:cubicBezTo>
                    <a:pt x="77822" y="32361"/>
                    <a:pt x="80458" y="32361"/>
                    <a:pt x="80458" y="30763"/>
                  </a:cubicBezTo>
                  <a:cubicBezTo>
                    <a:pt x="80458" y="29722"/>
                    <a:pt x="77822" y="29722"/>
                    <a:pt x="77020" y="28680"/>
                  </a:cubicBezTo>
                  <a:cubicBezTo>
                    <a:pt x="75300" y="26527"/>
                    <a:pt x="74383" y="23888"/>
                    <a:pt x="72664" y="21250"/>
                  </a:cubicBezTo>
                  <a:cubicBezTo>
                    <a:pt x="71747" y="19652"/>
                    <a:pt x="70028" y="18055"/>
                    <a:pt x="69111" y="1701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0" name="Shape 11210"/>
            <p:cNvSpPr/>
            <p:nvPr/>
          </p:nvSpPr>
          <p:spPr>
            <a:xfrm rot="3648446">
              <a:off x="8795543" y="3315700"/>
              <a:ext cx="355606" cy="3980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824" y="76756"/>
                  </a:moveTo>
                  <a:lnTo>
                    <a:pt x="34824" y="76756"/>
                  </a:lnTo>
                  <a:cubicBezTo>
                    <a:pt x="35438" y="74950"/>
                    <a:pt x="36140" y="72517"/>
                    <a:pt x="37456" y="70712"/>
                  </a:cubicBezTo>
                  <a:cubicBezTo>
                    <a:pt x="38859" y="68986"/>
                    <a:pt x="41491" y="68358"/>
                    <a:pt x="42807" y="66553"/>
                  </a:cubicBezTo>
                  <a:cubicBezTo>
                    <a:pt x="43508" y="65376"/>
                    <a:pt x="43508" y="63570"/>
                    <a:pt x="43508" y="62315"/>
                  </a:cubicBezTo>
                  <a:cubicBezTo>
                    <a:pt x="43508" y="62315"/>
                    <a:pt x="36842" y="59960"/>
                    <a:pt x="36842" y="59332"/>
                  </a:cubicBezTo>
                  <a:lnTo>
                    <a:pt x="35438" y="56978"/>
                  </a:lnTo>
                  <a:cubicBezTo>
                    <a:pt x="34824" y="56350"/>
                    <a:pt x="34122" y="54545"/>
                    <a:pt x="32807" y="54545"/>
                  </a:cubicBezTo>
                  <a:cubicBezTo>
                    <a:pt x="30087" y="55173"/>
                    <a:pt x="28157" y="58155"/>
                    <a:pt x="24736" y="58783"/>
                  </a:cubicBezTo>
                  <a:cubicBezTo>
                    <a:pt x="22719" y="59332"/>
                    <a:pt x="20087" y="58155"/>
                    <a:pt x="17368" y="58155"/>
                  </a:cubicBezTo>
                  <a:cubicBezTo>
                    <a:pt x="15350" y="58783"/>
                    <a:pt x="13333" y="59332"/>
                    <a:pt x="11315" y="59960"/>
                  </a:cubicBezTo>
                  <a:cubicBezTo>
                    <a:pt x="10000" y="60588"/>
                    <a:pt x="9385" y="62315"/>
                    <a:pt x="7368" y="62315"/>
                  </a:cubicBezTo>
                  <a:cubicBezTo>
                    <a:pt x="6666" y="62315"/>
                    <a:pt x="5350" y="61137"/>
                    <a:pt x="5964" y="59960"/>
                  </a:cubicBezTo>
                  <a:cubicBezTo>
                    <a:pt x="6666" y="57527"/>
                    <a:pt x="8684" y="55722"/>
                    <a:pt x="10000" y="53996"/>
                  </a:cubicBezTo>
                  <a:cubicBezTo>
                    <a:pt x="11315" y="52740"/>
                    <a:pt x="13333" y="52740"/>
                    <a:pt x="13333" y="50935"/>
                  </a:cubicBezTo>
                  <a:cubicBezTo>
                    <a:pt x="13333" y="49758"/>
                    <a:pt x="11315" y="49758"/>
                    <a:pt x="10701" y="48580"/>
                  </a:cubicBezTo>
                  <a:cubicBezTo>
                    <a:pt x="9385" y="46147"/>
                    <a:pt x="8684" y="43165"/>
                    <a:pt x="7368" y="40183"/>
                  </a:cubicBezTo>
                  <a:cubicBezTo>
                    <a:pt x="6666" y="38378"/>
                    <a:pt x="5350" y="36572"/>
                    <a:pt x="4649" y="35395"/>
                  </a:cubicBezTo>
                  <a:lnTo>
                    <a:pt x="4649" y="35395"/>
                  </a:lnTo>
                  <a:cubicBezTo>
                    <a:pt x="5964" y="33590"/>
                    <a:pt x="7982" y="32413"/>
                    <a:pt x="8684" y="30608"/>
                  </a:cubicBezTo>
                  <a:cubicBezTo>
                    <a:pt x="9385" y="28803"/>
                    <a:pt x="9385" y="26370"/>
                    <a:pt x="8684" y="24565"/>
                  </a:cubicBezTo>
                  <a:cubicBezTo>
                    <a:pt x="7368" y="22759"/>
                    <a:pt x="4649" y="22210"/>
                    <a:pt x="3333" y="21033"/>
                  </a:cubicBezTo>
                  <a:cubicBezTo>
                    <a:pt x="2017" y="19228"/>
                    <a:pt x="0" y="17423"/>
                    <a:pt x="0" y="15618"/>
                  </a:cubicBezTo>
                  <a:cubicBezTo>
                    <a:pt x="0" y="14362"/>
                    <a:pt x="2631" y="15618"/>
                    <a:pt x="3333" y="14990"/>
                  </a:cubicBezTo>
                  <a:cubicBezTo>
                    <a:pt x="4649" y="14362"/>
                    <a:pt x="4649" y="13185"/>
                    <a:pt x="4649" y="12007"/>
                  </a:cubicBezTo>
                  <a:lnTo>
                    <a:pt x="4649" y="12007"/>
                  </a:lnTo>
                  <a:cubicBezTo>
                    <a:pt x="6666" y="11379"/>
                    <a:pt x="9385" y="10830"/>
                    <a:pt x="10000" y="9025"/>
                  </a:cubicBezTo>
                  <a:cubicBezTo>
                    <a:pt x="10701" y="7220"/>
                    <a:pt x="7368" y="6043"/>
                    <a:pt x="6666" y="4238"/>
                  </a:cubicBezTo>
                  <a:cubicBezTo>
                    <a:pt x="5964" y="2982"/>
                    <a:pt x="6666" y="1177"/>
                    <a:pt x="7368" y="627"/>
                  </a:cubicBezTo>
                  <a:cubicBezTo>
                    <a:pt x="9385" y="0"/>
                    <a:pt x="11315" y="0"/>
                    <a:pt x="12719" y="627"/>
                  </a:cubicBezTo>
                  <a:cubicBezTo>
                    <a:pt x="14035" y="1177"/>
                    <a:pt x="14035" y="3610"/>
                    <a:pt x="15350" y="3610"/>
                  </a:cubicBezTo>
                  <a:cubicBezTo>
                    <a:pt x="17368" y="4787"/>
                    <a:pt x="19385" y="4787"/>
                    <a:pt x="21403" y="4238"/>
                  </a:cubicBezTo>
                  <a:cubicBezTo>
                    <a:pt x="22105" y="3610"/>
                    <a:pt x="22719" y="2432"/>
                    <a:pt x="23421" y="1805"/>
                  </a:cubicBezTo>
                  <a:cubicBezTo>
                    <a:pt x="23421" y="1177"/>
                    <a:pt x="23421" y="1177"/>
                    <a:pt x="23421" y="1177"/>
                  </a:cubicBezTo>
                  <a:cubicBezTo>
                    <a:pt x="26754" y="3610"/>
                    <a:pt x="30087" y="4787"/>
                    <a:pt x="32807" y="7220"/>
                  </a:cubicBezTo>
                  <a:cubicBezTo>
                    <a:pt x="33508" y="7769"/>
                    <a:pt x="31491" y="9025"/>
                    <a:pt x="32105" y="9574"/>
                  </a:cubicBezTo>
                  <a:cubicBezTo>
                    <a:pt x="36842" y="13812"/>
                    <a:pt x="42192" y="16167"/>
                    <a:pt x="46842" y="20405"/>
                  </a:cubicBezTo>
                  <a:cubicBezTo>
                    <a:pt x="48245" y="21033"/>
                    <a:pt x="48245" y="24015"/>
                    <a:pt x="50263" y="24015"/>
                  </a:cubicBezTo>
                  <a:cubicBezTo>
                    <a:pt x="52192" y="23387"/>
                    <a:pt x="51578" y="19777"/>
                    <a:pt x="52894" y="19228"/>
                  </a:cubicBezTo>
                  <a:cubicBezTo>
                    <a:pt x="55614" y="17423"/>
                    <a:pt x="58245" y="17972"/>
                    <a:pt x="60964" y="17423"/>
                  </a:cubicBezTo>
                  <a:cubicBezTo>
                    <a:pt x="64912" y="16167"/>
                    <a:pt x="68947" y="14990"/>
                    <a:pt x="72982" y="13812"/>
                  </a:cubicBezTo>
                  <a:lnTo>
                    <a:pt x="72982" y="13812"/>
                  </a:lnTo>
                  <a:cubicBezTo>
                    <a:pt x="74298" y="13185"/>
                    <a:pt x="75701" y="13812"/>
                    <a:pt x="76315" y="13185"/>
                  </a:cubicBezTo>
                  <a:cubicBezTo>
                    <a:pt x="78333" y="12557"/>
                    <a:pt x="79736" y="10830"/>
                    <a:pt x="81754" y="10202"/>
                  </a:cubicBezTo>
                  <a:cubicBezTo>
                    <a:pt x="85701" y="9025"/>
                    <a:pt x="89736" y="7769"/>
                    <a:pt x="93771" y="7769"/>
                  </a:cubicBezTo>
                  <a:cubicBezTo>
                    <a:pt x="95789" y="8397"/>
                    <a:pt x="97105" y="10830"/>
                    <a:pt x="99122" y="11379"/>
                  </a:cubicBezTo>
                  <a:cubicBezTo>
                    <a:pt x="102456" y="13185"/>
                    <a:pt x="106491" y="14362"/>
                    <a:pt x="109824" y="15618"/>
                  </a:cubicBezTo>
                  <a:lnTo>
                    <a:pt x="109824" y="15618"/>
                  </a:lnTo>
                  <a:cubicBezTo>
                    <a:pt x="111228" y="17423"/>
                    <a:pt x="112543" y="19228"/>
                    <a:pt x="113157" y="21033"/>
                  </a:cubicBezTo>
                  <a:cubicBezTo>
                    <a:pt x="114561" y="23387"/>
                    <a:pt x="114561" y="25820"/>
                    <a:pt x="116578" y="27625"/>
                  </a:cubicBezTo>
                  <a:cubicBezTo>
                    <a:pt x="117192" y="28175"/>
                    <a:pt x="119210" y="26998"/>
                    <a:pt x="119912" y="28175"/>
                  </a:cubicBezTo>
                  <a:cubicBezTo>
                    <a:pt x="119912" y="29352"/>
                    <a:pt x="119210" y="30608"/>
                    <a:pt x="117894" y="31785"/>
                  </a:cubicBezTo>
                  <a:cubicBezTo>
                    <a:pt x="115175" y="34767"/>
                    <a:pt x="111228" y="36572"/>
                    <a:pt x="109210" y="39555"/>
                  </a:cubicBezTo>
                  <a:cubicBezTo>
                    <a:pt x="107192" y="42537"/>
                    <a:pt x="109824" y="46147"/>
                    <a:pt x="107807" y="48580"/>
                  </a:cubicBezTo>
                  <a:cubicBezTo>
                    <a:pt x="107192" y="50385"/>
                    <a:pt x="102456" y="47952"/>
                    <a:pt x="102456" y="49758"/>
                  </a:cubicBezTo>
                  <a:cubicBezTo>
                    <a:pt x="101842" y="53368"/>
                    <a:pt x="105877" y="56978"/>
                    <a:pt x="106491" y="60588"/>
                  </a:cubicBezTo>
                  <a:cubicBezTo>
                    <a:pt x="106491" y="61765"/>
                    <a:pt x="105175" y="62315"/>
                    <a:pt x="105175" y="63570"/>
                  </a:cubicBezTo>
                  <a:cubicBezTo>
                    <a:pt x="105175" y="65925"/>
                    <a:pt x="107192" y="68358"/>
                    <a:pt x="107807" y="70712"/>
                  </a:cubicBezTo>
                  <a:cubicBezTo>
                    <a:pt x="107807" y="71340"/>
                    <a:pt x="106491" y="71340"/>
                    <a:pt x="105877" y="71968"/>
                  </a:cubicBezTo>
                  <a:cubicBezTo>
                    <a:pt x="103859" y="76756"/>
                    <a:pt x="100438" y="81543"/>
                    <a:pt x="99824" y="86958"/>
                  </a:cubicBezTo>
                  <a:cubicBezTo>
                    <a:pt x="99824" y="89941"/>
                    <a:pt x="103157" y="91118"/>
                    <a:pt x="104473" y="93551"/>
                  </a:cubicBezTo>
                  <a:lnTo>
                    <a:pt x="104473" y="93551"/>
                  </a:lnTo>
                  <a:cubicBezTo>
                    <a:pt x="103157" y="94728"/>
                    <a:pt x="101140" y="95356"/>
                    <a:pt x="99122" y="96533"/>
                  </a:cubicBezTo>
                  <a:cubicBezTo>
                    <a:pt x="97807" y="97161"/>
                    <a:pt x="95789" y="97161"/>
                    <a:pt x="95087" y="98338"/>
                  </a:cubicBezTo>
                  <a:cubicBezTo>
                    <a:pt x="93771" y="100143"/>
                    <a:pt x="95087" y="102498"/>
                    <a:pt x="95087" y="104931"/>
                  </a:cubicBezTo>
                  <a:cubicBezTo>
                    <a:pt x="95087" y="107285"/>
                    <a:pt x="96403" y="110346"/>
                    <a:pt x="95087" y="112151"/>
                  </a:cubicBezTo>
                  <a:cubicBezTo>
                    <a:pt x="94473" y="113328"/>
                    <a:pt x="91754" y="111523"/>
                    <a:pt x="91052" y="112151"/>
                  </a:cubicBezTo>
                  <a:cubicBezTo>
                    <a:pt x="89035" y="113956"/>
                    <a:pt x="89736" y="116939"/>
                    <a:pt x="88421" y="119293"/>
                  </a:cubicBezTo>
                  <a:cubicBezTo>
                    <a:pt x="87719" y="119921"/>
                    <a:pt x="85701" y="119921"/>
                    <a:pt x="85087" y="119293"/>
                  </a:cubicBezTo>
                  <a:cubicBezTo>
                    <a:pt x="83070" y="118744"/>
                    <a:pt x="81754" y="116939"/>
                    <a:pt x="80350" y="115683"/>
                  </a:cubicBezTo>
                  <a:cubicBezTo>
                    <a:pt x="79736" y="115134"/>
                    <a:pt x="77719" y="113956"/>
                    <a:pt x="77719" y="112701"/>
                  </a:cubicBezTo>
                  <a:cubicBezTo>
                    <a:pt x="77017" y="111523"/>
                    <a:pt x="77719" y="109090"/>
                    <a:pt x="77017" y="107913"/>
                  </a:cubicBezTo>
                  <a:cubicBezTo>
                    <a:pt x="76315" y="106108"/>
                    <a:pt x="74298" y="104931"/>
                    <a:pt x="72982" y="103126"/>
                  </a:cubicBezTo>
                  <a:cubicBezTo>
                    <a:pt x="71666" y="101321"/>
                    <a:pt x="70350" y="98888"/>
                    <a:pt x="68947" y="96533"/>
                  </a:cubicBezTo>
                  <a:cubicBezTo>
                    <a:pt x="68333" y="95356"/>
                    <a:pt x="67631" y="93551"/>
                    <a:pt x="66315" y="92374"/>
                  </a:cubicBezTo>
                  <a:cubicBezTo>
                    <a:pt x="64912" y="90568"/>
                    <a:pt x="63596" y="88136"/>
                    <a:pt x="61578" y="86330"/>
                  </a:cubicBezTo>
                  <a:cubicBezTo>
                    <a:pt x="58947" y="84525"/>
                    <a:pt x="56228" y="83348"/>
                    <a:pt x="52894" y="83348"/>
                  </a:cubicBezTo>
                  <a:cubicBezTo>
                    <a:pt x="49561" y="82720"/>
                    <a:pt x="46228" y="83897"/>
                    <a:pt x="42807" y="83348"/>
                  </a:cubicBezTo>
                  <a:cubicBezTo>
                    <a:pt x="41491" y="83348"/>
                    <a:pt x="40789" y="82092"/>
                    <a:pt x="39473" y="81543"/>
                  </a:cubicBezTo>
                  <a:lnTo>
                    <a:pt x="39473" y="81543"/>
                  </a:lnTo>
                  <a:cubicBezTo>
                    <a:pt x="34824" y="76756"/>
                    <a:pt x="34824" y="76756"/>
                    <a:pt x="34824" y="7675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1" name="Shape 11211"/>
            <p:cNvSpPr/>
            <p:nvPr/>
          </p:nvSpPr>
          <p:spPr>
            <a:xfrm rot="3648446">
              <a:off x="9226562" y="3529759"/>
              <a:ext cx="149125" cy="13192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58" y="5465"/>
                  </a:moveTo>
                  <a:lnTo>
                    <a:pt x="7958" y="5465"/>
                  </a:lnTo>
                  <a:cubicBezTo>
                    <a:pt x="4816" y="10693"/>
                    <a:pt x="3141" y="14495"/>
                    <a:pt x="1465" y="21623"/>
                  </a:cubicBezTo>
                  <a:cubicBezTo>
                    <a:pt x="1465" y="23524"/>
                    <a:pt x="4816" y="27089"/>
                    <a:pt x="4816" y="28990"/>
                  </a:cubicBezTo>
                  <a:cubicBezTo>
                    <a:pt x="4816" y="32554"/>
                    <a:pt x="0" y="34455"/>
                    <a:pt x="1465" y="36356"/>
                  </a:cubicBezTo>
                  <a:cubicBezTo>
                    <a:pt x="1465" y="39920"/>
                    <a:pt x="7958" y="39920"/>
                    <a:pt x="7958" y="43485"/>
                  </a:cubicBezTo>
                  <a:cubicBezTo>
                    <a:pt x="7958" y="50851"/>
                    <a:pt x="1465" y="57980"/>
                    <a:pt x="4816" y="63445"/>
                  </a:cubicBezTo>
                  <a:cubicBezTo>
                    <a:pt x="6282" y="67009"/>
                    <a:pt x="15916" y="61544"/>
                    <a:pt x="19057" y="67009"/>
                  </a:cubicBezTo>
                  <a:cubicBezTo>
                    <a:pt x="20732" y="72475"/>
                    <a:pt x="15916" y="81504"/>
                    <a:pt x="14240" y="88871"/>
                  </a:cubicBezTo>
                  <a:cubicBezTo>
                    <a:pt x="12774" y="94336"/>
                    <a:pt x="11099" y="97900"/>
                    <a:pt x="11099" y="103366"/>
                  </a:cubicBezTo>
                  <a:cubicBezTo>
                    <a:pt x="12774" y="108831"/>
                    <a:pt x="15916" y="114297"/>
                    <a:pt x="19057" y="119762"/>
                  </a:cubicBezTo>
                  <a:lnTo>
                    <a:pt x="19057" y="119762"/>
                  </a:lnTo>
                  <a:cubicBezTo>
                    <a:pt x="27225" y="117861"/>
                    <a:pt x="27225" y="117861"/>
                    <a:pt x="27225" y="117861"/>
                  </a:cubicBezTo>
                  <a:lnTo>
                    <a:pt x="27225" y="117861"/>
                  </a:lnTo>
                  <a:cubicBezTo>
                    <a:pt x="35183" y="106930"/>
                    <a:pt x="43141" y="97900"/>
                    <a:pt x="51099" y="88871"/>
                  </a:cubicBezTo>
                  <a:cubicBezTo>
                    <a:pt x="52774" y="86970"/>
                    <a:pt x="54450" y="85306"/>
                    <a:pt x="57591" y="83405"/>
                  </a:cubicBezTo>
                  <a:cubicBezTo>
                    <a:pt x="59057" y="83405"/>
                    <a:pt x="62408" y="85306"/>
                    <a:pt x="65549" y="83405"/>
                  </a:cubicBezTo>
                  <a:cubicBezTo>
                    <a:pt x="68691" y="83405"/>
                    <a:pt x="71623" y="81504"/>
                    <a:pt x="74973" y="77940"/>
                  </a:cubicBezTo>
                  <a:cubicBezTo>
                    <a:pt x="76439" y="77940"/>
                    <a:pt x="76439" y="74376"/>
                    <a:pt x="78115" y="74376"/>
                  </a:cubicBezTo>
                  <a:cubicBezTo>
                    <a:pt x="87748" y="70811"/>
                    <a:pt x="98848" y="74376"/>
                    <a:pt x="107015" y="70811"/>
                  </a:cubicBezTo>
                  <a:cubicBezTo>
                    <a:pt x="110157" y="67009"/>
                    <a:pt x="105340" y="59881"/>
                    <a:pt x="107015" y="56316"/>
                  </a:cubicBezTo>
                  <a:cubicBezTo>
                    <a:pt x="110157" y="50851"/>
                    <a:pt x="114973" y="50851"/>
                    <a:pt x="118115" y="47049"/>
                  </a:cubicBezTo>
                  <a:lnTo>
                    <a:pt x="118115" y="47049"/>
                  </a:lnTo>
                  <a:cubicBezTo>
                    <a:pt x="119790" y="38019"/>
                    <a:pt x="119790" y="38019"/>
                    <a:pt x="119790" y="38019"/>
                  </a:cubicBezTo>
                  <a:lnTo>
                    <a:pt x="119790" y="38019"/>
                  </a:lnTo>
                  <a:cubicBezTo>
                    <a:pt x="105340" y="34455"/>
                    <a:pt x="90890" y="21623"/>
                    <a:pt x="82931" y="10693"/>
                  </a:cubicBezTo>
                  <a:cubicBezTo>
                    <a:pt x="79790" y="7128"/>
                    <a:pt x="49633" y="16158"/>
                    <a:pt x="38324" y="12594"/>
                  </a:cubicBezTo>
                  <a:cubicBezTo>
                    <a:pt x="33507" y="10693"/>
                    <a:pt x="23874" y="0"/>
                    <a:pt x="22408" y="0"/>
                  </a:cubicBezTo>
                  <a:cubicBezTo>
                    <a:pt x="17591" y="3564"/>
                    <a:pt x="12774" y="3564"/>
                    <a:pt x="7958" y="546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2" name="Shape 11212"/>
            <p:cNvSpPr/>
            <p:nvPr/>
          </p:nvSpPr>
          <p:spPr>
            <a:xfrm rot="3648446">
              <a:off x="8854814" y="3600900"/>
              <a:ext cx="605677" cy="5862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169" y="17462"/>
                  </a:moveTo>
                  <a:lnTo>
                    <a:pt x="14169" y="17462"/>
                  </a:lnTo>
                  <a:cubicBezTo>
                    <a:pt x="12159" y="17888"/>
                    <a:pt x="12159" y="17888"/>
                    <a:pt x="12159" y="17888"/>
                  </a:cubicBezTo>
                  <a:lnTo>
                    <a:pt x="12159" y="17888"/>
                  </a:lnTo>
                  <a:cubicBezTo>
                    <a:pt x="10974" y="18314"/>
                    <a:pt x="9841" y="18686"/>
                    <a:pt x="9016" y="19485"/>
                  </a:cubicBezTo>
                  <a:cubicBezTo>
                    <a:pt x="8243" y="20337"/>
                    <a:pt x="9016" y="21561"/>
                    <a:pt x="8243" y="22360"/>
                  </a:cubicBezTo>
                  <a:cubicBezTo>
                    <a:pt x="7831" y="23158"/>
                    <a:pt x="6698" y="23957"/>
                    <a:pt x="5873" y="24809"/>
                  </a:cubicBezTo>
                  <a:lnTo>
                    <a:pt x="5873" y="24809"/>
                  </a:lnTo>
                  <a:cubicBezTo>
                    <a:pt x="6698" y="26033"/>
                    <a:pt x="7471" y="27258"/>
                    <a:pt x="7831" y="28482"/>
                  </a:cubicBezTo>
                  <a:cubicBezTo>
                    <a:pt x="8656" y="30079"/>
                    <a:pt x="8656" y="31730"/>
                    <a:pt x="9841" y="32954"/>
                  </a:cubicBezTo>
                  <a:cubicBezTo>
                    <a:pt x="10201" y="33327"/>
                    <a:pt x="11386" y="32528"/>
                    <a:pt x="11799" y="33327"/>
                  </a:cubicBezTo>
                  <a:cubicBezTo>
                    <a:pt x="11799" y="34125"/>
                    <a:pt x="11386" y="34977"/>
                    <a:pt x="10613" y="35776"/>
                  </a:cubicBezTo>
                  <a:cubicBezTo>
                    <a:pt x="9016" y="37799"/>
                    <a:pt x="6698" y="39023"/>
                    <a:pt x="5513" y="41047"/>
                  </a:cubicBezTo>
                  <a:cubicBezTo>
                    <a:pt x="4328" y="43070"/>
                    <a:pt x="5873" y="45519"/>
                    <a:pt x="4688" y="47169"/>
                  </a:cubicBezTo>
                  <a:cubicBezTo>
                    <a:pt x="4328" y="48393"/>
                    <a:pt x="1545" y="46743"/>
                    <a:pt x="1545" y="47968"/>
                  </a:cubicBezTo>
                  <a:cubicBezTo>
                    <a:pt x="1185" y="50417"/>
                    <a:pt x="3555" y="52866"/>
                    <a:pt x="3915" y="55314"/>
                  </a:cubicBezTo>
                  <a:cubicBezTo>
                    <a:pt x="3915" y="56113"/>
                    <a:pt x="3142" y="56486"/>
                    <a:pt x="3142" y="57338"/>
                  </a:cubicBezTo>
                  <a:cubicBezTo>
                    <a:pt x="3142" y="58935"/>
                    <a:pt x="4328" y="60585"/>
                    <a:pt x="4688" y="62182"/>
                  </a:cubicBezTo>
                  <a:cubicBezTo>
                    <a:pt x="4688" y="62608"/>
                    <a:pt x="3915" y="62608"/>
                    <a:pt x="3555" y="63034"/>
                  </a:cubicBezTo>
                  <a:cubicBezTo>
                    <a:pt x="2370" y="66282"/>
                    <a:pt x="360" y="69529"/>
                    <a:pt x="0" y="73203"/>
                  </a:cubicBezTo>
                  <a:cubicBezTo>
                    <a:pt x="0" y="75226"/>
                    <a:pt x="1957" y="76024"/>
                    <a:pt x="2730" y="77675"/>
                  </a:cubicBezTo>
                  <a:lnTo>
                    <a:pt x="2730" y="77675"/>
                  </a:lnTo>
                  <a:cubicBezTo>
                    <a:pt x="3555" y="78047"/>
                    <a:pt x="3915" y="78473"/>
                    <a:pt x="4688" y="78473"/>
                  </a:cubicBezTo>
                  <a:cubicBezTo>
                    <a:pt x="5873" y="78473"/>
                    <a:pt x="7471" y="78047"/>
                    <a:pt x="9016" y="77675"/>
                  </a:cubicBezTo>
                  <a:cubicBezTo>
                    <a:pt x="11386" y="77249"/>
                    <a:pt x="14169" y="77675"/>
                    <a:pt x="16127" y="76450"/>
                  </a:cubicBezTo>
                  <a:cubicBezTo>
                    <a:pt x="17312" y="75652"/>
                    <a:pt x="16539" y="73575"/>
                    <a:pt x="17724" y="72777"/>
                  </a:cubicBezTo>
                  <a:cubicBezTo>
                    <a:pt x="18085" y="72351"/>
                    <a:pt x="18857" y="73575"/>
                    <a:pt x="19682" y="73575"/>
                  </a:cubicBezTo>
                  <a:cubicBezTo>
                    <a:pt x="21227" y="74427"/>
                    <a:pt x="23185" y="73575"/>
                    <a:pt x="24370" y="74800"/>
                  </a:cubicBezTo>
                  <a:cubicBezTo>
                    <a:pt x="24783" y="76024"/>
                    <a:pt x="22825" y="76450"/>
                    <a:pt x="22000" y="77249"/>
                  </a:cubicBezTo>
                  <a:cubicBezTo>
                    <a:pt x="20867" y="78047"/>
                    <a:pt x="20042" y="78899"/>
                    <a:pt x="19270" y="80124"/>
                  </a:cubicBezTo>
                  <a:cubicBezTo>
                    <a:pt x="18857" y="81295"/>
                    <a:pt x="18497" y="82945"/>
                    <a:pt x="18497" y="84170"/>
                  </a:cubicBezTo>
                  <a:cubicBezTo>
                    <a:pt x="18497" y="85394"/>
                    <a:pt x="18085" y="86992"/>
                    <a:pt x="18857" y="87843"/>
                  </a:cubicBezTo>
                  <a:cubicBezTo>
                    <a:pt x="20042" y="88216"/>
                    <a:pt x="20867" y="86619"/>
                    <a:pt x="22000" y="85767"/>
                  </a:cubicBezTo>
                  <a:cubicBezTo>
                    <a:pt x="22825" y="84968"/>
                    <a:pt x="23598" y="83371"/>
                    <a:pt x="25092" y="82945"/>
                  </a:cubicBezTo>
                  <a:cubicBezTo>
                    <a:pt x="25916" y="82519"/>
                    <a:pt x="26689" y="83371"/>
                    <a:pt x="27462" y="84170"/>
                  </a:cubicBezTo>
                  <a:cubicBezTo>
                    <a:pt x="28286" y="84543"/>
                    <a:pt x="28286" y="86619"/>
                    <a:pt x="29471" y="86619"/>
                  </a:cubicBezTo>
                  <a:cubicBezTo>
                    <a:pt x="31017" y="86992"/>
                    <a:pt x="32975" y="84968"/>
                    <a:pt x="34984" y="85394"/>
                  </a:cubicBezTo>
                  <a:cubicBezTo>
                    <a:pt x="35757" y="85767"/>
                    <a:pt x="35345" y="86992"/>
                    <a:pt x="35345" y="87843"/>
                  </a:cubicBezTo>
                  <a:cubicBezTo>
                    <a:pt x="36118" y="89068"/>
                    <a:pt x="36530" y="89866"/>
                    <a:pt x="36942" y="91091"/>
                  </a:cubicBezTo>
                  <a:cubicBezTo>
                    <a:pt x="37715" y="92315"/>
                    <a:pt x="38900" y="93114"/>
                    <a:pt x="39673" y="94338"/>
                  </a:cubicBezTo>
                  <a:cubicBezTo>
                    <a:pt x="40085" y="95137"/>
                    <a:pt x="39261" y="96787"/>
                    <a:pt x="40085" y="97586"/>
                  </a:cubicBezTo>
                  <a:cubicBezTo>
                    <a:pt x="40446" y="98012"/>
                    <a:pt x="41270" y="97586"/>
                    <a:pt x="42043" y="97586"/>
                  </a:cubicBezTo>
                  <a:cubicBezTo>
                    <a:pt x="42455" y="97586"/>
                    <a:pt x="42816" y="98385"/>
                    <a:pt x="43228" y="98012"/>
                  </a:cubicBezTo>
                  <a:cubicBezTo>
                    <a:pt x="44774" y="97586"/>
                    <a:pt x="45598" y="95936"/>
                    <a:pt x="47144" y="95563"/>
                  </a:cubicBezTo>
                  <a:cubicBezTo>
                    <a:pt x="47969" y="95563"/>
                    <a:pt x="48741" y="96362"/>
                    <a:pt x="49514" y="96787"/>
                  </a:cubicBezTo>
                  <a:cubicBezTo>
                    <a:pt x="50699" y="96787"/>
                    <a:pt x="51472" y="95563"/>
                    <a:pt x="52297" y="95936"/>
                  </a:cubicBezTo>
                  <a:cubicBezTo>
                    <a:pt x="53069" y="96362"/>
                    <a:pt x="53842" y="98012"/>
                    <a:pt x="53430" y="98811"/>
                  </a:cubicBezTo>
                  <a:cubicBezTo>
                    <a:pt x="53069" y="100408"/>
                    <a:pt x="49927" y="100834"/>
                    <a:pt x="50287" y="102484"/>
                  </a:cubicBezTo>
                  <a:cubicBezTo>
                    <a:pt x="50699" y="104081"/>
                    <a:pt x="53430" y="102058"/>
                    <a:pt x="55027" y="102857"/>
                  </a:cubicBezTo>
                  <a:cubicBezTo>
                    <a:pt x="55440" y="103283"/>
                    <a:pt x="55440" y="104507"/>
                    <a:pt x="55027" y="105306"/>
                  </a:cubicBezTo>
                  <a:cubicBezTo>
                    <a:pt x="54615" y="106104"/>
                    <a:pt x="53430" y="106104"/>
                    <a:pt x="53430" y="106956"/>
                  </a:cubicBezTo>
                  <a:cubicBezTo>
                    <a:pt x="52657" y="110204"/>
                    <a:pt x="51472" y="113451"/>
                    <a:pt x="51884" y="116273"/>
                  </a:cubicBezTo>
                  <a:cubicBezTo>
                    <a:pt x="52297" y="118349"/>
                    <a:pt x="54615" y="118722"/>
                    <a:pt x="56212" y="119946"/>
                  </a:cubicBezTo>
                  <a:lnTo>
                    <a:pt x="56212" y="119946"/>
                  </a:lnTo>
                  <a:cubicBezTo>
                    <a:pt x="56212" y="119148"/>
                    <a:pt x="58170" y="119148"/>
                    <a:pt x="58943" y="118722"/>
                  </a:cubicBezTo>
                  <a:cubicBezTo>
                    <a:pt x="60953" y="118349"/>
                    <a:pt x="62498" y="116699"/>
                    <a:pt x="63683" y="115474"/>
                  </a:cubicBezTo>
                  <a:cubicBezTo>
                    <a:pt x="64456" y="114676"/>
                    <a:pt x="65641" y="114250"/>
                    <a:pt x="66054" y="113824"/>
                  </a:cubicBezTo>
                  <a:lnTo>
                    <a:pt x="66054" y="113824"/>
                  </a:lnTo>
                  <a:cubicBezTo>
                    <a:pt x="66466" y="113451"/>
                    <a:pt x="66466" y="113025"/>
                    <a:pt x="66466" y="113025"/>
                  </a:cubicBezTo>
                  <a:cubicBezTo>
                    <a:pt x="66826" y="111801"/>
                    <a:pt x="68424" y="107329"/>
                    <a:pt x="69609" y="107329"/>
                  </a:cubicBezTo>
                  <a:cubicBezTo>
                    <a:pt x="70382" y="106956"/>
                    <a:pt x="71927" y="106956"/>
                    <a:pt x="71927" y="105732"/>
                  </a:cubicBezTo>
                  <a:cubicBezTo>
                    <a:pt x="71927" y="104507"/>
                    <a:pt x="72752" y="103708"/>
                    <a:pt x="72752" y="102857"/>
                  </a:cubicBezTo>
                  <a:cubicBezTo>
                    <a:pt x="69969" y="102058"/>
                    <a:pt x="73112" y="99183"/>
                    <a:pt x="73525" y="98012"/>
                  </a:cubicBezTo>
                  <a:cubicBezTo>
                    <a:pt x="75483" y="96362"/>
                    <a:pt x="76668" y="95563"/>
                    <a:pt x="78265" y="93540"/>
                  </a:cubicBezTo>
                  <a:cubicBezTo>
                    <a:pt x="79811" y="91517"/>
                    <a:pt x="83778" y="87417"/>
                    <a:pt x="86097" y="86619"/>
                  </a:cubicBezTo>
                  <a:cubicBezTo>
                    <a:pt x="87694" y="86193"/>
                    <a:pt x="89291" y="85767"/>
                    <a:pt x="90476" y="86619"/>
                  </a:cubicBezTo>
                  <a:cubicBezTo>
                    <a:pt x="90837" y="86992"/>
                    <a:pt x="91610" y="88216"/>
                    <a:pt x="92022" y="87843"/>
                  </a:cubicBezTo>
                  <a:cubicBezTo>
                    <a:pt x="92434" y="87843"/>
                    <a:pt x="93619" y="86992"/>
                    <a:pt x="93980" y="86619"/>
                  </a:cubicBezTo>
                  <a:cubicBezTo>
                    <a:pt x="96762" y="85767"/>
                    <a:pt x="95165" y="79698"/>
                    <a:pt x="96350" y="79698"/>
                  </a:cubicBezTo>
                  <a:cubicBezTo>
                    <a:pt x="98720" y="78473"/>
                    <a:pt x="98720" y="78473"/>
                    <a:pt x="98720" y="78473"/>
                  </a:cubicBezTo>
                  <a:cubicBezTo>
                    <a:pt x="100266" y="77675"/>
                    <a:pt x="101451" y="75652"/>
                    <a:pt x="103460" y="76024"/>
                  </a:cubicBezTo>
                  <a:cubicBezTo>
                    <a:pt x="104594" y="76450"/>
                    <a:pt x="106603" y="74427"/>
                    <a:pt x="107376" y="73575"/>
                  </a:cubicBezTo>
                  <a:cubicBezTo>
                    <a:pt x="107788" y="73203"/>
                    <a:pt x="109746" y="70754"/>
                    <a:pt x="109746" y="69902"/>
                  </a:cubicBezTo>
                  <a:lnTo>
                    <a:pt x="109746" y="69902"/>
                  </a:lnTo>
                  <a:cubicBezTo>
                    <a:pt x="109334" y="69902"/>
                    <a:pt x="109334" y="69902"/>
                    <a:pt x="108973" y="69902"/>
                  </a:cubicBezTo>
                  <a:cubicBezTo>
                    <a:pt x="108973" y="69529"/>
                    <a:pt x="106191" y="67506"/>
                    <a:pt x="105779" y="67080"/>
                  </a:cubicBezTo>
                  <a:cubicBezTo>
                    <a:pt x="104594" y="64631"/>
                    <a:pt x="105418" y="63034"/>
                    <a:pt x="104594" y="60585"/>
                  </a:cubicBezTo>
                  <a:cubicBezTo>
                    <a:pt x="104594" y="59361"/>
                    <a:pt x="104233" y="57710"/>
                    <a:pt x="103460" y="56912"/>
                  </a:cubicBezTo>
                  <a:cubicBezTo>
                    <a:pt x="103048" y="56486"/>
                    <a:pt x="101451" y="55314"/>
                    <a:pt x="101090" y="54463"/>
                  </a:cubicBezTo>
                  <a:cubicBezTo>
                    <a:pt x="101090" y="54463"/>
                    <a:pt x="100678" y="54090"/>
                    <a:pt x="100266" y="54090"/>
                  </a:cubicBezTo>
                  <a:lnTo>
                    <a:pt x="99905" y="54090"/>
                  </a:lnTo>
                  <a:cubicBezTo>
                    <a:pt x="99905" y="53664"/>
                    <a:pt x="100266" y="50842"/>
                    <a:pt x="99493" y="50417"/>
                  </a:cubicBezTo>
                  <a:cubicBezTo>
                    <a:pt x="99081" y="49618"/>
                    <a:pt x="97947" y="49192"/>
                    <a:pt x="97947" y="48393"/>
                  </a:cubicBezTo>
                  <a:cubicBezTo>
                    <a:pt x="97535" y="47968"/>
                    <a:pt x="97123" y="47595"/>
                    <a:pt x="97123" y="47595"/>
                  </a:cubicBezTo>
                  <a:cubicBezTo>
                    <a:pt x="96762" y="47169"/>
                    <a:pt x="95938" y="44720"/>
                    <a:pt x="95938" y="44294"/>
                  </a:cubicBezTo>
                  <a:cubicBezTo>
                    <a:pt x="96350" y="44294"/>
                    <a:pt x="96350" y="44294"/>
                    <a:pt x="96350" y="44294"/>
                  </a:cubicBezTo>
                  <a:cubicBezTo>
                    <a:pt x="98308" y="44294"/>
                    <a:pt x="100678" y="44720"/>
                    <a:pt x="102636" y="44720"/>
                  </a:cubicBezTo>
                  <a:cubicBezTo>
                    <a:pt x="103821" y="43070"/>
                    <a:pt x="104594" y="40248"/>
                    <a:pt x="106191" y="38225"/>
                  </a:cubicBezTo>
                  <a:cubicBezTo>
                    <a:pt x="106964" y="37373"/>
                    <a:pt x="108149" y="37000"/>
                    <a:pt x="108973" y="36202"/>
                  </a:cubicBezTo>
                  <a:cubicBezTo>
                    <a:pt x="109746" y="34551"/>
                    <a:pt x="109746" y="34551"/>
                    <a:pt x="109746" y="32954"/>
                  </a:cubicBezTo>
                  <a:lnTo>
                    <a:pt x="109746" y="32528"/>
                  </a:lnTo>
                  <a:cubicBezTo>
                    <a:pt x="110107" y="32528"/>
                    <a:pt x="110519" y="32102"/>
                    <a:pt x="110519" y="32102"/>
                  </a:cubicBezTo>
                  <a:cubicBezTo>
                    <a:pt x="110931" y="31730"/>
                    <a:pt x="111704" y="30505"/>
                    <a:pt x="111704" y="30079"/>
                  </a:cubicBezTo>
                  <a:cubicBezTo>
                    <a:pt x="115259" y="30079"/>
                    <a:pt x="113250" y="27258"/>
                    <a:pt x="115620" y="26832"/>
                  </a:cubicBezTo>
                  <a:cubicBezTo>
                    <a:pt x="116032" y="26033"/>
                    <a:pt x="116032" y="24383"/>
                    <a:pt x="116444" y="23957"/>
                  </a:cubicBezTo>
                  <a:cubicBezTo>
                    <a:pt x="116444" y="23584"/>
                    <a:pt x="116444" y="23158"/>
                    <a:pt x="116444" y="22732"/>
                  </a:cubicBezTo>
                  <a:lnTo>
                    <a:pt x="116805" y="22360"/>
                  </a:lnTo>
                  <a:cubicBezTo>
                    <a:pt x="117217" y="21934"/>
                    <a:pt x="117578" y="21561"/>
                    <a:pt x="117990" y="21561"/>
                  </a:cubicBezTo>
                  <a:cubicBezTo>
                    <a:pt x="117990" y="21135"/>
                    <a:pt x="118402" y="21135"/>
                    <a:pt x="118402" y="21135"/>
                  </a:cubicBezTo>
                  <a:cubicBezTo>
                    <a:pt x="118763" y="21135"/>
                    <a:pt x="119175" y="20709"/>
                    <a:pt x="119175" y="20709"/>
                  </a:cubicBezTo>
                  <a:cubicBezTo>
                    <a:pt x="119948" y="19911"/>
                    <a:pt x="119948" y="19911"/>
                    <a:pt x="119948" y="19911"/>
                  </a:cubicBezTo>
                  <a:lnTo>
                    <a:pt x="119948" y="19911"/>
                  </a:lnTo>
                  <a:cubicBezTo>
                    <a:pt x="118763" y="17888"/>
                    <a:pt x="117578" y="15865"/>
                    <a:pt x="117217" y="14214"/>
                  </a:cubicBezTo>
                  <a:cubicBezTo>
                    <a:pt x="117217" y="8944"/>
                    <a:pt x="112889" y="9742"/>
                    <a:pt x="111704" y="5270"/>
                  </a:cubicBezTo>
                  <a:cubicBezTo>
                    <a:pt x="111292" y="4046"/>
                    <a:pt x="103460" y="2023"/>
                    <a:pt x="102275" y="2448"/>
                  </a:cubicBezTo>
                  <a:cubicBezTo>
                    <a:pt x="98720" y="3247"/>
                    <a:pt x="95165" y="2448"/>
                    <a:pt x="92795" y="0"/>
                  </a:cubicBezTo>
                  <a:lnTo>
                    <a:pt x="92795" y="0"/>
                  </a:lnTo>
                  <a:cubicBezTo>
                    <a:pt x="90837" y="2448"/>
                    <a:pt x="90476" y="3247"/>
                    <a:pt x="88467" y="5270"/>
                  </a:cubicBezTo>
                  <a:cubicBezTo>
                    <a:pt x="87282" y="6069"/>
                    <a:pt x="86509" y="7719"/>
                    <a:pt x="85324" y="7293"/>
                  </a:cubicBezTo>
                  <a:cubicBezTo>
                    <a:pt x="84139" y="6921"/>
                    <a:pt x="84139" y="4844"/>
                    <a:pt x="82954" y="4046"/>
                  </a:cubicBezTo>
                  <a:cubicBezTo>
                    <a:pt x="81768" y="3673"/>
                    <a:pt x="80635" y="3247"/>
                    <a:pt x="79450" y="3673"/>
                  </a:cubicBezTo>
                  <a:cubicBezTo>
                    <a:pt x="78626" y="3673"/>
                    <a:pt x="79450" y="4844"/>
                    <a:pt x="79038" y="5270"/>
                  </a:cubicBezTo>
                  <a:cubicBezTo>
                    <a:pt x="78626" y="6069"/>
                    <a:pt x="76668" y="6069"/>
                    <a:pt x="77080" y="6921"/>
                  </a:cubicBezTo>
                  <a:cubicBezTo>
                    <a:pt x="77080" y="8518"/>
                    <a:pt x="79450" y="8944"/>
                    <a:pt x="80223" y="10168"/>
                  </a:cubicBezTo>
                  <a:cubicBezTo>
                    <a:pt x="80635" y="11393"/>
                    <a:pt x="80635" y="13416"/>
                    <a:pt x="79811" y="14214"/>
                  </a:cubicBezTo>
                  <a:cubicBezTo>
                    <a:pt x="79038" y="15013"/>
                    <a:pt x="77853" y="12990"/>
                    <a:pt x="77080" y="13416"/>
                  </a:cubicBezTo>
                  <a:cubicBezTo>
                    <a:pt x="76307" y="13842"/>
                    <a:pt x="77080" y="15865"/>
                    <a:pt x="76307" y="16237"/>
                  </a:cubicBezTo>
                  <a:cubicBezTo>
                    <a:pt x="75122" y="16663"/>
                    <a:pt x="73525" y="15865"/>
                    <a:pt x="72340" y="15439"/>
                  </a:cubicBezTo>
                  <a:cubicBezTo>
                    <a:pt x="71567" y="15439"/>
                    <a:pt x="71567" y="14640"/>
                    <a:pt x="71155" y="14214"/>
                  </a:cubicBezTo>
                  <a:cubicBezTo>
                    <a:pt x="70742" y="14214"/>
                    <a:pt x="69969" y="13842"/>
                    <a:pt x="69609" y="13842"/>
                  </a:cubicBezTo>
                  <a:cubicBezTo>
                    <a:pt x="67599" y="14214"/>
                    <a:pt x="65641" y="15865"/>
                    <a:pt x="63683" y="15865"/>
                  </a:cubicBezTo>
                  <a:cubicBezTo>
                    <a:pt x="62911" y="15865"/>
                    <a:pt x="62138" y="14214"/>
                    <a:pt x="60953" y="14214"/>
                  </a:cubicBezTo>
                  <a:cubicBezTo>
                    <a:pt x="59768" y="14214"/>
                    <a:pt x="58583" y="15013"/>
                    <a:pt x="57398" y="15865"/>
                  </a:cubicBezTo>
                  <a:cubicBezTo>
                    <a:pt x="56625" y="16237"/>
                    <a:pt x="56985" y="17888"/>
                    <a:pt x="56212" y="17888"/>
                  </a:cubicBezTo>
                  <a:cubicBezTo>
                    <a:pt x="55440" y="18314"/>
                    <a:pt x="55027" y="17089"/>
                    <a:pt x="54615" y="16663"/>
                  </a:cubicBezTo>
                  <a:lnTo>
                    <a:pt x="54615" y="16663"/>
                  </a:lnTo>
                  <a:cubicBezTo>
                    <a:pt x="53842" y="17462"/>
                    <a:pt x="53430" y="18686"/>
                    <a:pt x="52297" y="19485"/>
                  </a:cubicBezTo>
                  <a:cubicBezTo>
                    <a:pt x="51112" y="20337"/>
                    <a:pt x="49927" y="21561"/>
                    <a:pt x="48329" y="21135"/>
                  </a:cubicBezTo>
                  <a:cubicBezTo>
                    <a:pt x="47556" y="21135"/>
                    <a:pt x="48741" y="17462"/>
                    <a:pt x="47556" y="17888"/>
                  </a:cubicBezTo>
                  <a:cubicBezTo>
                    <a:pt x="43228" y="20337"/>
                    <a:pt x="39261" y="23957"/>
                    <a:pt x="36118" y="28056"/>
                  </a:cubicBezTo>
                  <a:cubicBezTo>
                    <a:pt x="35345" y="28855"/>
                    <a:pt x="36942" y="30878"/>
                    <a:pt x="36530" y="31730"/>
                  </a:cubicBezTo>
                  <a:cubicBezTo>
                    <a:pt x="35757" y="32954"/>
                    <a:pt x="34160" y="33327"/>
                    <a:pt x="32975" y="33327"/>
                  </a:cubicBezTo>
                  <a:cubicBezTo>
                    <a:pt x="32202" y="32954"/>
                    <a:pt x="31429" y="31730"/>
                    <a:pt x="31429" y="30878"/>
                  </a:cubicBezTo>
                  <a:cubicBezTo>
                    <a:pt x="31429" y="30079"/>
                    <a:pt x="32202" y="29653"/>
                    <a:pt x="32202" y="28855"/>
                  </a:cubicBezTo>
                  <a:cubicBezTo>
                    <a:pt x="31790" y="28056"/>
                    <a:pt x="30656" y="28056"/>
                    <a:pt x="30656" y="27258"/>
                  </a:cubicBezTo>
                  <a:cubicBezTo>
                    <a:pt x="30244" y="26832"/>
                    <a:pt x="31017" y="26033"/>
                    <a:pt x="30656" y="25607"/>
                  </a:cubicBezTo>
                  <a:cubicBezTo>
                    <a:pt x="30244" y="23957"/>
                    <a:pt x="30244" y="20709"/>
                    <a:pt x="28647" y="20337"/>
                  </a:cubicBezTo>
                  <a:cubicBezTo>
                    <a:pt x="25916" y="19911"/>
                    <a:pt x="24370" y="23957"/>
                    <a:pt x="21640" y="23957"/>
                  </a:cubicBezTo>
                  <a:cubicBezTo>
                    <a:pt x="20867" y="24383"/>
                    <a:pt x="20867" y="21934"/>
                    <a:pt x="20042" y="21561"/>
                  </a:cubicBezTo>
                  <a:cubicBezTo>
                    <a:pt x="19270" y="20709"/>
                    <a:pt x="17724" y="21561"/>
                    <a:pt x="16899" y="21135"/>
                  </a:cubicBezTo>
                  <a:cubicBezTo>
                    <a:pt x="15714" y="20337"/>
                    <a:pt x="14942" y="18686"/>
                    <a:pt x="14169" y="1746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3" name="Shape 11213"/>
            <p:cNvSpPr/>
            <p:nvPr/>
          </p:nvSpPr>
          <p:spPr>
            <a:xfrm rot="3648446">
              <a:off x="9173603" y="3602136"/>
              <a:ext cx="204187" cy="15487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47" y="56884"/>
                  </a:moveTo>
                  <a:lnTo>
                    <a:pt x="119847" y="56884"/>
                  </a:lnTo>
                  <a:cubicBezTo>
                    <a:pt x="117557" y="59899"/>
                    <a:pt x="116335" y="64522"/>
                    <a:pt x="112977" y="67537"/>
                  </a:cubicBezTo>
                  <a:cubicBezTo>
                    <a:pt x="109465" y="70753"/>
                    <a:pt x="105954" y="75376"/>
                    <a:pt x="101221" y="73768"/>
                  </a:cubicBezTo>
                  <a:cubicBezTo>
                    <a:pt x="98931" y="73768"/>
                    <a:pt x="102442" y="59899"/>
                    <a:pt x="98931" y="61507"/>
                  </a:cubicBezTo>
                  <a:cubicBezTo>
                    <a:pt x="86106" y="70753"/>
                    <a:pt x="74351" y="84422"/>
                    <a:pt x="65038" y="99899"/>
                  </a:cubicBezTo>
                  <a:cubicBezTo>
                    <a:pt x="62748" y="102914"/>
                    <a:pt x="67480" y="110552"/>
                    <a:pt x="66259" y="113768"/>
                  </a:cubicBezTo>
                  <a:cubicBezTo>
                    <a:pt x="63969" y="118391"/>
                    <a:pt x="59236" y="119798"/>
                    <a:pt x="55725" y="119798"/>
                  </a:cubicBezTo>
                  <a:cubicBezTo>
                    <a:pt x="53435" y="118391"/>
                    <a:pt x="51145" y="113768"/>
                    <a:pt x="51145" y="110552"/>
                  </a:cubicBezTo>
                  <a:cubicBezTo>
                    <a:pt x="51145" y="107537"/>
                    <a:pt x="53435" y="105929"/>
                    <a:pt x="53435" y="102914"/>
                  </a:cubicBezTo>
                  <a:cubicBezTo>
                    <a:pt x="52213" y="99899"/>
                    <a:pt x="48854" y="99899"/>
                    <a:pt x="48854" y="96884"/>
                  </a:cubicBezTo>
                  <a:cubicBezTo>
                    <a:pt x="47633" y="95276"/>
                    <a:pt x="49923" y="92261"/>
                    <a:pt x="48854" y="90653"/>
                  </a:cubicBezTo>
                  <a:cubicBezTo>
                    <a:pt x="47633" y="84422"/>
                    <a:pt x="47633" y="72160"/>
                    <a:pt x="42900" y="70753"/>
                  </a:cubicBezTo>
                  <a:cubicBezTo>
                    <a:pt x="34809" y="69145"/>
                    <a:pt x="30229" y="84422"/>
                    <a:pt x="22137" y="84422"/>
                  </a:cubicBezTo>
                  <a:cubicBezTo>
                    <a:pt x="19847" y="86030"/>
                    <a:pt x="19847" y="76783"/>
                    <a:pt x="17404" y="75376"/>
                  </a:cubicBezTo>
                  <a:cubicBezTo>
                    <a:pt x="15114" y="72160"/>
                    <a:pt x="10534" y="75376"/>
                    <a:pt x="8091" y="73768"/>
                  </a:cubicBezTo>
                  <a:cubicBezTo>
                    <a:pt x="4580" y="70753"/>
                    <a:pt x="2290" y="64522"/>
                    <a:pt x="0" y="59899"/>
                  </a:cubicBezTo>
                  <a:lnTo>
                    <a:pt x="0" y="59899"/>
                  </a:lnTo>
                  <a:cubicBezTo>
                    <a:pt x="5801" y="50653"/>
                    <a:pt x="11603" y="43015"/>
                    <a:pt x="17404" y="35376"/>
                  </a:cubicBezTo>
                  <a:cubicBezTo>
                    <a:pt x="18625" y="33768"/>
                    <a:pt x="19847" y="32361"/>
                    <a:pt x="22137" y="30753"/>
                  </a:cubicBezTo>
                  <a:cubicBezTo>
                    <a:pt x="23206" y="30753"/>
                    <a:pt x="25648" y="32361"/>
                    <a:pt x="27938" y="30753"/>
                  </a:cubicBezTo>
                  <a:cubicBezTo>
                    <a:pt x="30229" y="30753"/>
                    <a:pt x="32366" y="29145"/>
                    <a:pt x="34809" y="26130"/>
                  </a:cubicBezTo>
                  <a:cubicBezTo>
                    <a:pt x="35877" y="26130"/>
                    <a:pt x="35877" y="23115"/>
                    <a:pt x="37099" y="23115"/>
                  </a:cubicBezTo>
                  <a:cubicBezTo>
                    <a:pt x="44122" y="20100"/>
                    <a:pt x="52213" y="23115"/>
                    <a:pt x="58167" y="20100"/>
                  </a:cubicBezTo>
                  <a:cubicBezTo>
                    <a:pt x="60458" y="16884"/>
                    <a:pt x="56946" y="10854"/>
                    <a:pt x="58167" y="7839"/>
                  </a:cubicBezTo>
                  <a:cubicBezTo>
                    <a:pt x="60458" y="3216"/>
                    <a:pt x="63969" y="3216"/>
                    <a:pt x="66259" y="0"/>
                  </a:cubicBezTo>
                  <a:lnTo>
                    <a:pt x="66259" y="0"/>
                  </a:lnTo>
                  <a:cubicBezTo>
                    <a:pt x="72061" y="6231"/>
                    <a:pt x="76793" y="13869"/>
                    <a:pt x="83816" y="16884"/>
                  </a:cubicBezTo>
                  <a:cubicBezTo>
                    <a:pt x="84885" y="18492"/>
                    <a:pt x="83816" y="12261"/>
                    <a:pt x="84885" y="10854"/>
                  </a:cubicBezTo>
                  <a:cubicBezTo>
                    <a:pt x="87328" y="9246"/>
                    <a:pt x="90687" y="6231"/>
                    <a:pt x="91908" y="9246"/>
                  </a:cubicBezTo>
                  <a:cubicBezTo>
                    <a:pt x="96641" y="13869"/>
                    <a:pt x="96641" y="23115"/>
                    <a:pt x="100152" y="30753"/>
                  </a:cubicBezTo>
                  <a:cubicBezTo>
                    <a:pt x="101221" y="32361"/>
                    <a:pt x="103664" y="33768"/>
                    <a:pt x="105954" y="35376"/>
                  </a:cubicBezTo>
                  <a:cubicBezTo>
                    <a:pt x="109465" y="38391"/>
                    <a:pt x="112977" y="41608"/>
                    <a:pt x="116335" y="44623"/>
                  </a:cubicBezTo>
                  <a:cubicBezTo>
                    <a:pt x="118778" y="47638"/>
                    <a:pt x="118778" y="52261"/>
                    <a:pt x="119847" y="5688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4" name="Shape 11214"/>
            <p:cNvSpPr/>
            <p:nvPr/>
          </p:nvSpPr>
          <p:spPr>
            <a:xfrm rot="3648446">
              <a:off x="9283038" y="3682594"/>
              <a:ext cx="284484" cy="1789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8" y="58519"/>
                  </a:moveTo>
                  <a:lnTo>
                    <a:pt x="878" y="58519"/>
                  </a:lnTo>
                  <a:cubicBezTo>
                    <a:pt x="0" y="65137"/>
                    <a:pt x="0" y="65137"/>
                    <a:pt x="0" y="65137"/>
                  </a:cubicBezTo>
                  <a:lnTo>
                    <a:pt x="0" y="65137"/>
                  </a:lnTo>
                  <a:cubicBezTo>
                    <a:pt x="4172" y="70537"/>
                    <a:pt x="7575" y="77155"/>
                    <a:pt x="12625" y="79767"/>
                  </a:cubicBezTo>
                  <a:cubicBezTo>
                    <a:pt x="13394" y="81161"/>
                    <a:pt x="12625" y="75761"/>
                    <a:pt x="13394" y="74542"/>
                  </a:cubicBezTo>
                  <a:cubicBezTo>
                    <a:pt x="15150" y="73149"/>
                    <a:pt x="17566" y="70537"/>
                    <a:pt x="18444" y="73149"/>
                  </a:cubicBezTo>
                  <a:cubicBezTo>
                    <a:pt x="21848" y="77155"/>
                    <a:pt x="21848" y="85166"/>
                    <a:pt x="24373" y="91785"/>
                  </a:cubicBezTo>
                  <a:cubicBezTo>
                    <a:pt x="25141" y="93178"/>
                    <a:pt x="26898" y="94397"/>
                    <a:pt x="28545" y="95791"/>
                  </a:cubicBezTo>
                  <a:cubicBezTo>
                    <a:pt x="31070" y="98403"/>
                    <a:pt x="33595" y="101190"/>
                    <a:pt x="36010" y="103802"/>
                  </a:cubicBezTo>
                  <a:cubicBezTo>
                    <a:pt x="37767" y="106415"/>
                    <a:pt x="37767" y="110420"/>
                    <a:pt x="38536" y="114426"/>
                  </a:cubicBezTo>
                  <a:lnTo>
                    <a:pt x="38536" y="114426"/>
                  </a:lnTo>
                  <a:cubicBezTo>
                    <a:pt x="39414" y="115820"/>
                    <a:pt x="40292" y="119825"/>
                    <a:pt x="41939" y="118432"/>
                  </a:cubicBezTo>
                  <a:cubicBezTo>
                    <a:pt x="43586" y="118432"/>
                    <a:pt x="42817" y="113033"/>
                    <a:pt x="44464" y="111814"/>
                  </a:cubicBezTo>
                  <a:cubicBezTo>
                    <a:pt x="46989" y="109027"/>
                    <a:pt x="49515" y="106415"/>
                    <a:pt x="52040" y="106415"/>
                  </a:cubicBezTo>
                  <a:cubicBezTo>
                    <a:pt x="54565" y="106415"/>
                    <a:pt x="56212" y="111814"/>
                    <a:pt x="57859" y="111814"/>
                  </a:cubicBezTo>
                  <a:cubicBezTo>
                    <a:pt x="62031" y="111814"/>
                    <a:pt x="66203" y="106415"/>
                    <a:pt x="70484" y="105195"/>
                  </a:cubicBezTo>
                  <a:cubicBezTo>
                    <a:pt x="71253" y="105195"/>
                    <a:pt x="72900" y="106415"/>
                    <a:pt x="73778" y="106415"/>
                  </a:cubicBezTo>
                  <a:cubicBezTo>
                    <a:pt x="74656" y="107808"/>
                    <a:pt x="74656" y="110420"/>
                    <a:pt x="76303" y="110420"/>
                  </a:cubicBezTo>
                  <a:cubicBezTo>
                    <a:pt x="78828" y="111814"/>
                    <a:pt x="82232" y="114426"/>
                    <a:pt x="84757" y="113033"/>
                  </a:cubicBezTo>
                  <a:cubicBezTo>
                    <a:pt x="86404" y="111814"/>
                    <a:pt x="84757" y="105195"/>
                    <a:pt x="86404" y="103802"/>
                  </a:cubicBezTo>
                  <a:cubicBezTo>
                    <a:pt x="88051" y="102409"/>
                    <a:pt x="90576" y="109027"/>
                    <a:pt x="92223" y="106415"/>
                  </a:cubicBezTo>
                  <a:cubicBezTo>
                    <a:pt x="93979" y="103802"/>
                    <a:pt x="93979" y="97184"/>
                    <a:pt x="93101" y="93178"/>
                  </a:cubicBezTo>
                  <a:cubicBezTo>
                    <a:pt x="91454" y="89172"/>
                    <a:pt x="86404" y="87779"/>
                    <a:pt x="86404" y="82554"/>
                  </a:cubicBezTo>
                  <a:cubicBezTo>
                    <a:pt x="85526" y="79767"/>
                    <a:pt x="89698" y="79767"/>
                    <a:pt x="90576" y="77155"/>
                  </a:cubicBezTo>
                  <a:cubicBezTo>
                    <a:pt x="91454" y="75761"/>
                    <a:pt x="89698" y="71930"/>
                    <a:pt x="91454" y="71930"/>
                  </a:cubicBezTo>
                  <a:cubicBezTo>
                    <a:pt x="93979" y="70537"/>
                    <a:pt x="96395" y="71930"/>
                    <a:pt x="98920" y="73149"/>
                  </a:cubicBezTo>
                  <a:cubicBezTo>
                    <a:pt x="101445" y="75761"/>
                    <a:pt x="101445" y="82554"/>
                    <a:pt x="103970" y="83773"/>
                  </a:cubicBezTo>
                  <a:cubicBezTo>
                    <a:pt x="106495" y="85166"/>
                    <a:pt x="108142" y="79767"/>
                    <a:pt x="110667" y="77155"/>
                  </a:cubicBezTo>
                  <a:cubicBezTo>
                    <a:pt x="114949" y="70537"/>
                    <a:pt x="115718" y="67924"/>
                    <a:pt x="119890" y="59912"/>
                  </a:cubicBezTo>
                  <a:lnTo>
                    <a:pt x="119890" y="59912"/>
                  </a:lnTo>
                  <a:cubicBezTo>
                    <a:pt x="119121" y="58519"/>
                    <a:pt x="118243" y="57300"/>
                    <a:pt x="117365" y="55907"/>
                  </a:cubicBezTo>
                  <a:cubicBezTo>
                    <a:pt x="109899" y="41277"/>
                    <a:pt x="104849" y="41277"/>
                    <a:pt x="94748" y="35878"/>
                  </a:cubicBezTo>
                  <a:cubicBezTo>
                    <a:pt x="80475" y="27866"/>
                    <a:pt x="82232" y="4005"/>
                    <a:pt x="69606" y="2612"/>
                  </a:cubicBezTo>
                  <a:cubicBezTo>
                    <a:pt x="47758" y="1393"/>
                    <a:pt x="47758" y="1393"/>
                    <a:pt x="47758" y="1393"/>
                  </a:cubicBezTo>
                  <a:cubicBezTo>
                    <a:pt x="37767" y="0"/>
                    <a:pt x="40292" y="14629"/>
                    <a:pt x="32717" y="20029"/>
                  </a:cubicBezTo>
                  <a:cubicBezTo>
                    <a:pt x="24373" y="29259"/>
                    <a:pt x="35242" y="42496"/>
                    <a:pt x="19322" y="43889"/>
                  </a:cubicBezTo>
                  <a:cubicBezTo>
                    <a:pt x="17566" y="43889"/>
                    <a:pt x="13394" y="53294"/>
                    <a:pt x="10869" y="54513"/>
                  </a:cubicBezTo>
                  <a:cubicBezTo>
                    <a:pt x="7575" y="58519"/>
                    <a:pt x="4172" y="59912"/>
                    <a:pt x="878" y="5851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5" name="Shape 11215"/>
            <p:cNvSpPr/>
            <p:nvPr/>
          </p:nvSpPr>
          <p:spPr>
            <a:xfrm rot="3648446">
              <a:off x="9153786" y="3315910"/>
              <a:ext cx="205334" cy="1456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6954" y="16529"/>
                  </a:moveTo>
                  <a:lnTo>
                    <a:pt x="56954" y="16529"/>
                  </a:lnTo>
                  <a:cubicBezTo>
                    <a:pt x="40659" y="0"/>
                    <a:pt x="40659" y="0"/>
                    <a:pt x="40659" y="0"/>
                  </a:cubicBezTo>
                  <a:lnTo>
                    <a:pt x="40659" y="0"/>
                  </a:lnTo>
                  <a:cubicBezTo>
                    <a:pt x="38375" y="4937"/>
                    <a:pt x="34873" y="9874"/>
                    <a:pt x="34873" y="16529"/>
                  </a:cubicBezTo>
                  <a:cubicBezTo>
                    <a:pt x="36091" y="21466"/>
                    <a:pt x="40659" y="22969"/>
                    <a:pt x="40659" y="26404"/>
                  </a:cubicBezTo>
                  <a:cubicBezTo>
                    <a:pt x="41878" y="27906"/>
                    <a:pt x="40659" y="31341"/>
                    <a:pt x="38375" y="31341"/>
                  </a:cubicBezTo>
                  <a:cubicBezTo>
                    <a:pt x="34873" y="34561"/>
                    <a:pt x="30152" y="34561"/>
                    <a:pt x="26802" y="34561"/>
                  </a:cubicBezTo>
                  <a:cubicBezTo>
                    <a:pt x="19796" y="34561"/>
                    <a:pt x="12791" y="31341"/>
                    <a:pt x="7005" y="32844"/>
                  </a:cubicBezTo>
                  <a:cubicBezTo>
                    <a:pt x="4568" y="32844"/>
                    <a:pt x="3502" y="37781"/>
                    <a:pt x="2284" y="41001"/>
                  </a:cubicBezTo>
                  <a:lnTo>
                    <a:pt x="2284" y="41001"/>
                  </a:lnTo>
                  <a:cubicBezTo>
                    <a:pt x="2284" y="45939"/>
                    <a:pt x="0" y="49373"/>
                    <a:pt x="1065" y="52593"/>
                  </a:cubicBezTo>
                  <a:cubicBezTo>
                    <a:pt x="2284" y="55813"/>
                    <a:pt x="5786" y="52593"/>
                    <a:pt x="8071" y="55813"/>
                  </a:cubicBezTo>
                  <a:cubicBezTo>
                    <a:pt x="10355" y="55813"/>
                    <a:pt x="11573" y="59033"/>
                    <a:pt x="11573" y="60751"/>
                  </a:cubicBezTo>
                  <a:cubicBezTo>
                    <a:pt x="11573" y="63971"/>
                    <a:pt x="9289" y="67191"/>
                    <a:pt x="10355" y="67191"/>
                  </a:cubicBezTo>
                  <a:cubicBezTo>
                    <a:pt x="12791" y="70626"/>
                    <a:pt x="16294" y="65688"/>
                    <a:pt x="18578" y="68908"/>
                  </a:cubicBezTo>
                  <a:cubicBezTo>
                    <a:pt x="20862" y="70626"/>
                    <a:pt x="18578" y="78783"/>
                    <a:pt x="22081" y="80500"/>
                  </a:cubicBezTo>
                  <a:cubicBezTo>
                    <a:pt x="26802" y="83720"/>
                    <a:pt x="36091" y="75563"/>
                    <a:pt x="39593" y="82003"/>
                  </a:cubicBezTo>
                  <a:cubicBezTo>
                    <a:pt x="41878" y="86940"/>
                    <a:pt x="27868" y="88658"/>
                    <a:pt x="29086" y="95313"/>
                  </a:cubicBezTo>
                  <a:cubicBezTo>
                    <a:pt x="29086" y="103470"/>
                    <a:pt x="37157" y="104973"/>
                    <a:pt x="40659" y="111627"/>
                  </a:cubicBezTo>
                  <a:cubicBezTo>
                    <a:pt x="42944" y="113130"/>
                    <a:pt x="42944" y="116565"/>
                    <a:pt x="44162" y="118067"/>
                  </a:cubicBezTo>
                  <a:cubicBezTo>
                    <a:pt x="45380" y="119785"/>
                    <a:pt x="46446" y="119785"/>
                    <a:pt x="47664" y="119785"/>
                  </a:cubicBezTo>
                  <a:lnTo>
                    <a:pt x="47664" y="119785"/>
                  </a:lnTo>
                  <a:cubicBezTo>
                    <a:pt x="52233" y="118067"/>
                    <a:pt x="58172" y="119785"/>
                    <a:pt x="61675" y="116565"/>
                  </a:cubicBezTo>
                  <a:cubicBezTo>
                    <a:pt x="65177" y="111627"/>
                    <a:pt x="65177" y="103470"/>
                    <a:pt x="68527" y="100035"/>
                  </a:cubicBezTo>
                  <a:cubicBezTo>
                    <a:pt x="73248" y="95313"/>
                    <a:pt x="79035" y="95313"/>
                    <a:pt x="83756" y="91878"/>
                  </a:cubicBezTo>
                  <a:cubicBezTo>
                    <a:pt x="84822" y="91878"/>
                    <a:pt x="83756" y="88658"/>
                    <a:pt x="83756" y="86940"/>
                  </a:cubicBezTo>
                  <a:cubicBezTo>
                    <a:pt x="84822" y="83720"/>
                    <a:pt x="87258" y="80500"/>
                    <a:pt x="88324" y="78783"/>
                  </a:cubicBezTo>
                  <a:cubicBezTo>
                    <a:pt x="93045" y="72128"/>
                    <a:pt x="95329" y="63971"/>
                    <a:pt x="101116" y="62468"/>
                  </a:cubicBezTo>
                  <a:cubicBezTo>
                    <a:pt x="105837" y="60751"/>
                    <a:pt x="110406" y="70626"/>
                    <a:pt x="115126" y="68908"/>
                  </a:cubicBezTo>
                  <a:cubicBezTo>
                    <a:pt x="119847" y="67191"/>
                    <a:pt x="118629" y="62468"/>
                    <a:pt x="119847" y="57531"/>
                  </a:cubicBezTo>
                  <a:lnTo>
                    <a:pt x="119847" y="57531"/>
                  </a:lnTo>
                  <a:cubicBezTo>
                    <a:pt x="112842" y="54096"/>
                    <a:pt x="104619" y="50876"/>
                    <a:pt x="95329" y="49373"/>
                  </a:cubicBezTo>
                  <a:cubicBezTo>
                    <a:pt x="82538" y="47656"/>
                    <a:pt x="75532" y="36279"/>
                    <a:pt x="63959" y="32844"/>
                  </a:cubicBezTo>
                  <a:lnTo>
                    <a:pt x="63959" y="32844"/>
                  </a:lnTo>
                  <a:cubicBezTo>
                    <a:pt x="56954" y="16529"/>
                    <a:pt x="56954" y="16529"/>
                    <a:pt x="56954" y="1652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6" name="Shape 11216"/>
            <p:cNvSpPr/>
            <p:nvPr/>
          </p:nvSpPr>
          <p:spPr>
            <a:xfrm rot="3648446">
              <a:off x="9132548" y="3402569"/>
              <a:ext cx="175508" cy="16519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945" y="4346"/>
                  </a:moveTo>
                  <a:lnTo>
                    <a:pt x="108945" y="4346"/>
                  </a:lnTo>
                  <a:cubicBezTo>
                    <a:pt x="100742" y="4346"/>
                    <a:pt x="92540" y="2834"/>
                    <a:pt x="84517" y="0"/>
                  </a:cubicBezTo>
                  <a:lnTo>
                    <a:pt x="84517" y="0"/>
                  </a:lnTo>
                  <a:cubicBezTo>
                    <a:pt x="83090" y="4346"/>
                    <a:pt x="84517" y="8503"/>
                    <a:pt x="78989" y="10015"/>
                  </a:cubicBezTo>
                  <a:cubicBezTo>
                    <a:pt x="73462" y="11527"/>
                    <a:pt x="68112" y="2834"/>
                    <a:pt x="62585" y="4346"/>
                  </a:cubicBezTo>
                  <a:cubicBezTo>
                    <a:pt x="55809" y="5669"/>
                    <a:pt x="53135" y="12850"/>
                    <a:pt x="47607" y="18708"/>
                  </a:cubicBezTo>
                  <a:cubicBezTo>
                    <a:pt x="46359" y="20220"/>
                    <a:pt x="43506" y="23055"/>
                    <a:pt x="42258" y="25889"/>
                  </a:cubicBezTo>
                  <a:cubicBezTo>
                    <a:pt x="42258" y="27401"/>
                    <a:pt x="43506" y="30236"/>
                    <a:pt x="42258" y="30236"/>
                  </a:cubicBezTo>
                  <a:cubicBezTo>
                    <a:pt x="36731" y="33259"/>
                    <a:pt x="29955" y="33259"/>
                    <a:pt x="24427" y="37417"/>
                  </a:cubicBezTo>
                  <a:cubicBezTo>
                    <a:pt x="20505" y="40440"/>
                    <a:pt x="20505" y="47622"/>
                    <a:pt x="16404" y="51968"/>
                  </a:cubicBezTo>
                  <a:cubicBezTo>
                    <a:pt x="12303" y="54803"/>
                    <a:pt x="5349" y="53291"/>
                    <a:pt x="0" y="54803"/>
                  </a:cubicBezTo>
                  <a:lnTo>
                    <a:pt x="0" y="54803"/>
                  </a:lnTo>
                  <a:cubicBezTo>
                    <a:pt x="2674" y="59149"/>
                    <a:pt x="4101" y="66330"/>
                    <a:pt x="8202" y="66330"/>
                  </a:cubicBezTo>
                  <a:cubicBezTo>
                    <a:pt x="14977" y="67842"/>
                    <a:pt x="21753" y="60472"/>
                    <a:pt x="28528" y="59149"/>
                  </a:cubicBezTo>
                  <a:cubicBezTo>
                    <a:pt x="29955" y="59149"/>
                    <a:pt x="31381" y="63496"/>
                    <a:pt x="29955" y="64818"/>
                  </a:cubicBezTo>
                  <a:cubicBezTo>
                    <a:pt x="27280" y="67842"/>
                    <a:pt x="20505" y="69165"/>
                    <a:pt x="19078" y="73511"/>
                  </a:cubicBezTo>
                  <a:cubicBezTo>
                    <a:pt x="17652" y="77858"/>
                    <a:pt x="21753" y="83716"/>
                    <a:pt x="23179" y="89385"/>
                  </a:cubicBezTo>
                  <a:cubicBezTo>
                    <a:pt x="24427" y="92409"/>
                    <a:pt x="28528" y="92409"/>
                    <a:pt x="29955" y="96755"/>
                  </a:cubicBezTo>
                  <a:cubicBezTo>
                    <a:pt x="29955" y="98078"/>
                    <a:pt x="25854" y="99590"/>
                    <a:pt x="24427" y="102425"/>
                  </a:cubicBezTo>
                  <a:cubicBezTo>
                    <a:pt x="23179" y="106771"/>
                    <a:pt x="23179" y="111118"/>
                    <a:pt x="21753" y="115464"/>
                  </a:cubicBezTo>
                  <a:lnTo>
                    <a:pt x="21753" y="115464"/>
                  </a:lnTo>
                  <a:cubicBezTo>
                    <a:pt x="24427" y="113952"/>
                    <a:pt x="27280" y="115464"/>
                    <a:pt x="28528" y="113952"/>
                  </a:cubicBezTo>
                  <a:cubicBezTo>
                    <a:pt x="32630" y="112440"/>
                    <a:pt x="35482" y="108283"/>
                    <a:pt x="39583" y="106771"/>
                  </a:cubicBezTo>
                  <a:cubicBezTo>
                    <a:pt x="47607" y="103937"/>
                    <a:pt x="55809" y="100913"/>
                    <a:pt x="64011" y="100913"/>
                  </a:cubicBezTo>
                  <a:cubicBezTo>
                    <a:pt x="68112" y="102425"/>
                    <a:pt x="70787" y="108283"/>
                    <a:pt x="74888" y="109606"/>
                  </a:cubicBezTo>
                  <a:cubicBezTo>
                    <a:pt x="81664" y="113952"/>
                    <a:pt x="89866" y="116787"/>
                    <a:pt x="96641" y="119811"/>
                  </a:cubicBezTo>
                  <a:lnTo>
                    <a:pt x="96641" y="119811"/>
                  </a:lnTo>
                  <a:cubicBezTo>
                    <a:pt x="99494" y="116787"/>
                    <a:pt x="103417" y="113952"/>
                    <a:pt x="104843" y="111118"/>
                  </a:cubicBezTo>
                  <a:cubicBezTo>
                    <a:pt x="107518" y="108283"/>
                    <a:pt x="104843" y="103937"/>
                    <a:pt x="107518" y="100913"/>
                  </a:cubicBezTo>
                  <a:cubicBezTo>
                    <a:pt x="110371" y="98078"/>
                    <a:pt x="114294" y="96755"/>
                    <a:pt x="118395" y="95244"/>
                  </a:cubicBezTo>
                  <a:lnTo>
                    <a:pt x="118395" y="95244"/>
                  </a:lnTo>
                  <a:cubicBezTo>
                    <a:pt x="115720" y="90897"/>
                    <a:pt x="113046" y="86551"/>
                    <a:pt x="111619" y="82204"/>
                  </a:cubicBezTo>
                  <a:cubicBezTo>
                    <a:pt x="111619" y="77858"/>
                    <a:pt x="113046" y="75023"/>
                    <a:pt x="114294" y="70677"/>
                  </a:cubicBezTo>
                  <a:cubicBezTo>
                    <a:pt x="115720" y="64818"/>
                    <a:pt x="119821" y="57637"/>
                    <a:pt x="118395" y="53291"/>
                  </a:cubicBezTo>
                  <a:cubicBezTo>
                    <a:pt x="115720" y="48944"/>
                    <a:pt x="107518" y="53291"/>
                    <a:pt x="106270" y="50456"/>
                  </a:cubicBezTo>
                  <a:cubicBezTo>
                    <a:pt x="103417" y="46110"/>
                    <a:pt x="108945" y="40440"/>
                    <a:pt x="108945" y="34582"/>
                  </a:cubicBezTo>
                  <a:cubicBezTo>
                    <a:pt x="108945" y="31748"/>
                    <a:pt x="103417" y="31748"/>
                    <a:pt x="103417" y="28913"/>
                  </a:cubicBezTo>
                  <a:cubicBezTo>
                    <a:pt x="102169" y="27401"/>
                    <a:pt x="106270" y="25889"/>
                    <a:pt x="106270" y="23055"/>
                  </a:cubicBezTo>
                  <a:cubicBezTo>
                    <a:pt x="106270" y="21543"/>
                    <a:pt x="103417" y="18708"/>
                    <a:pt x="103417" y="17196"/>
                  </a:cubicBezTo>
                  <a:cubicBezTo>
                    <a:pt x="104843" y="11527"/>
                    <a:pt x="106270" y="8503"/>
                    <a:pt x="108945" y="434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7" name="Shape 11217"/>
            <p:cNvSpPr/>
            <p:nvPr/>
          </p:nvSpPr>
          <p:spPr>
            <a:xfrm rot="3648446">
              <a:off x="9044838" y="3255540"/>
              <a:ext cx="203040" cy="21337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6923" y="0"/>
                  </a:moveTo>
                  <a:lnTo>
                    <a:pt x="46923" y="0"/>
                  </a:lnTo>
                  <a:cubicBezTo>
                    <a:pt x="46923" y="3369"/>
                    <a:pt x="44615" y="5714"/>
                    <a:pt x="45692" y="7912"/>
                  </a:cubicBezTo>
                  <a:cubicBezTo>
                    <a:pt x="46923" y="10109"/>
                    <a:pt x="50461" y="7912"/>
                    <a:pt x="52769" y="10109"/>
                  </a:cubicBezTo>
                  <a:cubicBezTo>
                    <a:pt x="55076" y="10109"/>
                    <a:pt x="56307" y="12307"/>
                    <a:pt x="56307" y="13479"/>
                  </a:cubicBezTo>
                  <a:cubicBezTo>
                    <a:pt x="56307" y="15677"/>
                    <a:pt x="54000" y="17875"/>
                    <a:pt x="55076" y="17875"/>
                  </a:cubicBezTo>
                  <a:cubicBezTo>
                    <a:pt x="57538" y="20219"/>
                    <a:pt x="61076" y="16849"/>
                    <a:pt x="63384" y="19047"/>
                  </a:cubicBezTo>
                  <a:cubicBezTo>
                    <a:pt x="65692" y="20219"/>
                    <a:pt x="63384" y="25787"/>
                    <a:pt x="66923" y="26959"/>
                  </a:cubicBezTo>
                  <a:cubicBezTo>
                    <a:pt x="71692" y="29157"/>
                    <a:pt x="81076" y="23589"/>
                    <a:pt x="84615" y="27985"/>
                  </a:cubicBezTo>
                  <a:cubicBezTo>
                    <a:pt x="86923" y="31355"/>
                    <a:pt x="72769" y="32527"/>
                    <a:pt x="74000" y="37069"/>
                  </a:cubicBezTo>
                  <a:cubicBezTo>
                    <a:pt x="74000" y="42637"/>
                    <a:pt x="82153" y="43663"/>
                    <a:pt x="85692" y="48205"/>
                  </a:cubicBezTo>
                  <a:cubicBezTo>
                    <a:pt x="88000" y="49230"/>
                    <a:pt x="88000" y="51575"/>
                    <a:pt x="89230" y="52600"/>
                  </a:cubicBezTo>
                  <a:cubicBezTo>
                    <a:pt x="90461" y="53772"/>
                    <a:pt x="91538" y="53772"/>
                    <a:pt x="92769" y="53772"/>
                  </a:cubicBezTo>
                  <a:lnTo>
                    <a:pt x="92769" y="53772"/>
                  </a:lnTo>
                  <a:cubicBezTo>
                    <a:pt x="95076" y="57142"/>
                    <a:pt x="96307" y="62710"/>
                    <a:pt x="99846" y="62710"/>
                  </a:cubicBezTo>
                  <a:cubicBezTo>
                    <a:pt x="105692" y="63882"/>
                    <a:pt x="111538" y="58168"/>
                    <a:pt x="117384" y="57142"/>
                  </a:cubicBezTo>
                  <a:cubicBezTo>
                    <a:pt x="118615" y="57142"/>
                    <a:pt x="119846" y="60512"/>
                    <a:pt x="118615" y="61538"/>
                  </a:cubicBezTo>
                  <a:cubicBezTo>
                    <a:pt x="116307" y="63882"/>
                    <a:pt x="110461" y="64908"/>
                    <a:pt x="109230" y="68278"/>
                  </a:cubicBezTo>
                  <a:cubicBezTo>
                    <a:pt x="108000" y="71648"/>
                    <a:pt x="111538" y="76190"/>
                    <a:pt x="112769" y="80586"/>
                  </a:cubicBezTo>
                  <a:cubicBezTo>
                    <a:pt x="113846" y="82930"/>
                    <a:pt x="117384" y="82930"/>
                    <a:pt x="118615" y="86300"/>
                  </a:cubicBezTo>
                  <a:cubicBezTo>
                    <a:pt x="118615" y="87326"/>
                    <a:pt x="115076" y="88498"/>
                    <a:pt x="113846" y="90695"/>
                  </a:cubicBezTo>
                  <a:cubicBezTo>
                    <a:pt x="112769" y="94065"/>
                    <a:pt x="112769" y="97435"/>
                    <a:pt x="111538" y="100805"/>
                  </a:cubicBezTo>
                  <a:lnTo>
                    <a:pt x="111538" y="100805"/>
                  </a:lnTo>
                  <a:cubicBezTo>
                    <a:pt x="104461" y="103003"/>
                    <a:pt x="97384" y="105201"/>
                    <a:pt x="90461" y="107545"/>
                  </a:cubicBezTo>
                  <a:cubicBezTo>
                    <a:pt x="85692" y="108571"/>
                    <a:pt x="81076" y="107545"/>
                    <a:pt x="76307" y="110915"/>
                  </a:cubicBezTo>
                  <a:cubicBezTo>
                    <a:pt x="74000" y="111941"/>
                    <a:pt x="75076" y="118681"/>
                    <a:pt x="71692" y="119853"/>
                  </a:cubicBezTo>
                  <a:cubicBezTo>
                    <a:pt x="68153" y="119853"/>
                    <a:pt x="68153" y="114285"/>
                    <a:pt x="65692" y="113113"/>
                  </a:cubicBezTo>
                  <a:cubicBezTo>
                    <a:pt x="57538" y="105201"/>
                    <a:pt x="48153" y="100805"/>
                    <a:pt x="39846" y="92893"/>
                  </a:cubicBezTo>
                  <a:cubicBezTo>
                    <a:pt x="38769" y="91868"/>
                    <a:pt x="42307" y="89523"/>
                    <a:pt x="41076" y="88498"/>
                  </a:cubicBezTo>
                  <a:cubicBezTo>
                    <a:pt x="36307" y="83956"/>
                    <a:pt x="30461" y="81758"/>
                    <a:pt x="24615" y="77216"/>
                  </a:cubicBezTo>
                  <a:lnTo>
                    <a:pt x="24615" y="77216"/>
                  </a:lnTo>
                  <a:cubicBezTo>
                    <a:pt x="14000" y="69450"/>
                    <a:pt x="14000" y="69450"/>
                    <a:pt x="14000" y="69450"/>
                  </a:cubicBezTo>
                  <a:cubicBezTo>
                    <a:pt x="10461" y="62710"/>
                    <a:pt x="10461" y="62710"/>
                    <a:pt x="10461" y="62710"/>
                  </a:cubicBezTo>
                  <a:cubicBezTo>
                    <a:pt x="0" y="60512"/>
                    <a:pt x="0" y="60512"/>
                    <a:pt x="0" y="60512"/>
                  </a:cubicBezTo>
                  <a:cubicBezTo>
                    <a:pt x="0" y="52600"/>
                    <a:pt x="0" y="52600"/>
                    <a:pt x="0" y="52600"/>
                  </a:cubicBezTo>
                  <a:lnTo>
                    <a:pt x="0" y="52600"/>
                  </a:lnTo>
                  <a:cubicBezTo>
                    <a:pt x="3384" y="52600"/>
                    <a:pt x="6923" y="51575"/>
                    <a:pt x="9384" y="51575"/>
                  </a:cubicBezTo>
                  <a:lnTo>
                    <a:pt x="9384" y="51575"/>
                  </a:lnTo>
                  <a:cubicBezTo>
                    <a:pt x="8153" y="49230"/>
                    <a:pt x="3384" y="46007"/>
                    <a:pt x="5846" y="46007"/>
                  </a:cubicBezTo>
                  <a:cubicBezTo>
                    <a:pt x="11692" y="43663"/>
                    <a:pt x="17538" y="48205"/>
                    <a:pt x="22307" y="47032"/>
                  </a:cubicBezTo>
                  <a:cubicBezTo>
                    <a:pt x="24615" y="47032"/>
                    <a:pt x="23384" y="43663"/>
                    <a:pt x="24615" y="42637"/>
                  </a:cubicBezTo>
                  <a:cubicBezTo>
                    <a:pt x="28153" y="41465"/>
                    <a:pt x="34000" y="43663"/>
                    <a:pt x="37538" y="40293"/>
                  </a:cubicBezTo>
                  <a:cubicBezTo>
                    <a:pt x="39846" y="39267"/>
                    <a:pt x="35230" y="35897"/>
                    <a:pt x="35230" y="32527"/>
                  </a:cubicBezTo>
                  <a:cubicBezTo>
                    <a:pt x="36307" y="31355"/>
                    <a:pt x="38769" y="30329"/>
                    <a:pt x="39846" y="29157"/>
                  </a:cubicBezTo>
                  <a:cubicBezTo>
                    <a:pt x="39846" y="26959"/>
                    <a:pt x="39846" y="23589"/>
                    <a:pt x="38769" y="24615"/>
                  </a:cubicBezTo>
                  <a:cubicBezTo>
                    <a:pt x="32923" y="24615"/>
                    <a:pt x="28153" y="30329"/>
                    <a:pt x="22307" y="31355"/>
                  </a:cubicBezTo>
                  <a:cubicBezTo>
                    <a:pt x="21076" y="31355"/>
                    <a:pt x="24615" y="27985"/>
                    <a:pt x="24615" y="25787"/>
                  </a:cubicBezTo>
                  <a:cubicBezTo>
                    <a:pt x="24615" y="23589"/>
                    <a:pt x="24615" y="21245"/>
                    <a:pt x="23384" y="20219"/>
                  </a:cubicBezTo>
                  <a:cubicBezTo>
                    <a:pt x="22307" y="16849"/>
                    <a:pt x="18769" y="15677"/>
                    <a:pt x="17538" y="12307"/>
                  </a:cubicBezTo>
                  <a:cubicBezTo>
                    <a:pt x="16307" y="11282"/>
                    <a:pt x="16307" y="10109"/>
                    <a:pt x="16307" y="7912"/>
                  </a:cubicBezTo>
                  <a:lnTo>
                    <a:pt x="16307" y="7912"/>
                  </a:lnTo>
                  <a:cubicBezTo>
                    <a:pt x="19846" y="6739"/>
                    <a:pt x="23384" y="6739"/>
                    <a:pt x="26923" y="4542"/>
                  </a:cubicBezTo>
                  <a:cubicBezTo>
                    <a:pt x="28153" y="4542"/>
                    <a:pt x="28153" y="1172"/>
                    <a:pt x="29384" y="1172"/>
                  </a:cubicBezTo>
                  <a:cubicBezTo>
                    <a:pt x="35230" y="0"/>
                    <a:pt x="41076" y="1172"/>
                    <a:pt x="46923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8" name="Shape 11218"/>
            <p:cNvSpPr/>
            <p:nvPr/>
          </p:nvSpPr>
          <p:spPr>
            <a:xfrm rot="3648446">
              <a:off x="9050544" y="3064196"/>
              <a:ext cx="108976" cy="1376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3942" y="0"/>
                  </a:moveTo>
                  <a:lnTo>
                    <a:pt x="23942" y="0"/>
                  </a:lnTo>
                  <a:cubicBezTo>
                    <a:pt x="30498" y="1818"/>
                    <a:pt x="37054" y="3409"/>
                    <a:pt x="45605" y="5227"/>
                  </a:cubicBezTo>
                  <a:cubicBezTo>
                    <a:pt x="47885" y="5227"/>
                    <a:pt x="52161" y="3409"/>
                    <a:pt x="54441" y="5227"/>
                  </a:cubicBezTo>
                  <a:cubicBezTo>
                    <a:pt x="58717" y="5227"/>
                    <a:pt x="58717" y="8636"/>
                    <a:pt x="63277" y="10454"/>
                  </a:cubicBezTo>
                  <a:cubicBezTo>
                    <a:pt x="67553" y="12272"/>
                    <a:pt x="76104" y="8636"/>
                    <a:pt x="78384" y="13863"/>
                  </a:cubicBezTo>
                  <a:cubicBezTo>
                    <a:pt x="80665" y="15681"/>
                    <a:pt x="69548" y="15681"/>
                    <a:pt x="67553" y="19090"/>
                  </a:cubicBezTo>
                  <a:cubicBezTo>
                    <a:pt x="67553" y="29545"/>
                    <a:pt x="71828" y="38181"/>
                    <a:pt x="76104" y="46818"/>
                  </a:cubicBezTo>
                  <a:cubicBezTo>
                    <a:pt x="78384" y="48636"/>
                    <a:pt x="82660" y="45227"/>
                    <a:pt x="84940" y="46818"/>
                  </a:cubicBezTo>
                  <a:cubicBezTo>
                    <a:pt x="91496" y="52045"/>
                    <a:pt x="91496" y="59090"/>
                    <a:pt x="98052" y="64318"/>
                  </a:cubicBezTo>
                  <a:cubicBezTo>
                    <a:pt x="100047" y="65909"/>
                    <a:pt x="104608" y="65909"/>
                    <a:pt x="106603" y="67727"/>
                  </a:cubicBezTo>
                  <a:lnTo>
                    <a:pt x="106603" y="67727"/>
                  </a:lnTo>
                  <a:cubicBezTo>
                    <a:pt x="115439" y="81590"/>
                    <a:pt x="115439" y="81590"/>
                    <a:pt x="115439" y="81590"/>
                  </a:cubicBezTo>
                  <a:cubicBezTo>
                    <a:pt x="117434" y="99090"/>
                    <a:pt x="117434" y="99090"/>
                    <a:pt x="117434" y="99090"/>
                  </a:cubicBezTo>
                  <a:lnTo>
                    <a:pt x="117434" y="99090"/>
                  </a:lnTo>
                  <a:cubicBezTo>
                    <a:pt x="117434" y="104318"/>
                    <a:pt x="119714" y="107727"/>
                    <a:pt x="119714" y="112954"/>
                  </a:cubicBezTo>
                  <a:cubicBezTo>
                    <a:pt x="119714" y="114545"/>
                    <a:pt x="115439" y="116363"/>
                    <a:pt x="113159" y="119772"/>
                  </a:cubicBezTo>
                  <a:lnTo>
                    <a:pt x="113159" y="119772"/>
                  </a:lnTo>
                  <a:cubicBezTo>
                    <a:pt x="106603" y="116363"/>
                    <a:pt x="100047" y="112954"/>
                    <a:pt x="93776" y="109318"/>
                  </a:cubicBezTo>
                  <a:cubicBezTo>
                    <a:pt x="84940" y="104318"/>
                    <a:pt x="80665" y="97272"/>
                    <a:pt x="71828" y="93863"/>
                  </a:cubicBezTo>
                  <a:cubicBezTo>
                    <a:pt x="50166" y="88636"/>
                    <a:pt x="28218" y="90454"/>
                    <a:pt x="6555" y="88636"/>
                  </a:cubicBezTo>
                  <a:lnTo>
                    <a:pt x="6555" y="88636"/>
                  </a:lnTo>
                  <a:cubicBezTo>
                    <a:pt x="10831" y="83409"/>
                    <a:pt x="17387" y="78181"/>
                    <a:pt x="17387" y="72954"/>
                  </a:cubicBezTo>
                  <a:cubicBezTo>
                    <a:pt x="19667" y="69545"/>
                    <a:pt x="17387" y="64318"/>
                    <a:pt x="15391" y="60681"/>
                  </a:cubicBezTo>
                  <a:cubicBezTo>
                    <a:pt x="10831" y="55681"/>
                    <a:pt x="0" y="52045"/>
                    <a:pt x="0" y="46818"/>
                  </a:cubicBezTo>
                  <a:cubicBezTo>
                    <a:pt x="0" y="43409"/>
                    <a:pt x="10831" y="46818"/>
                    <a:pt x="15391" y="45227"/>
                  </a:cubicBezTo>
                  <a:cubicBezTo>
                    <a:pt x="19667" y="43409"/>
                    <a:pt x="23942" y="40000"/>
                    <a:pt x="23942" y="36590"/>
                  </a:cubicBezTo>
                  <a:cubicBezTo>
                    <a:pt x="26223" y="31363"/>
                    <a:pt x="19667" y="26136"/>
                    <a:pt x="17387" y="20909"/>
                  </a:cubicBezTo>
                  <a:cubicBezTo>
                    <a:pt x="17387" y="13863"/>
                    <a:pt x="21662" y="7045"/>
                    <a:pt x="23942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19" name="Shape 11219"/>
            <p:cNvSpPr/>
            <p:nvPr/>
          </p:nvSpPr>
          <p:spPr>
            <a:xfrm rot="3648446">
              <a:off x="9021194" y="3216736"/>
              <a:ext cx="111270" cy="10324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95" y="6934"/>
                  </a:moveTo>
                  <a:lnTo>
                    <a:pt x="4195" y="6934"/>
                  </a:lnTo>
                  <a:cubicBezTo>
                    <a:pt x="8671" y="9045"/>
                    <a:pt x="15104" y="6934"/>
                    <a:pt x="19300" y="11457"/>
                  </a:cubicBezTo>
                  <a:cubicBezTo>
                    <a:pt x="21538" y="11457"/>
                    <a:pt x="17062" y="15979"/>
                    <a:pt x="19300" y="20502"/>
                  </a:cubicBezTo>
                  <a:cubicBezTo>
                    <a:pt x="19300" y="22914"/>
                    <a:pt x="23496" y="22914"/>
                    <a:pt x="25734" y="22914"/>
                  </a:cubicBezTo>
                  <a:cubicBezTo>
                    <a:pt x="32167" y="22914"/>
                    <a:pt x="38601" y="20502"/>
                    <a:pt x="40559" y="15979"/>
                  </a:cubicBezTo>
                  <a:cubicBezTo>
                    <a:pt x="42797" y="13869"/>
                    <a:pt x="38601" y="6934"/>
                    <a:pt x="42797" y="2110"/>
                  </a:cubicBezTo>
                  <a:cubicBezTo>
                    <a:pt x="42797" y="0"/>
                    <a:pt x="46993" y="0"/>
                    <a:pt x="49230" y="2110"/>
                  </a:cubicBezTo>
                  <a:cubicBezTo>
                    <a:pt x="55664" y="6934"/>
                    <a:pt x="57902" y="13869"/>
                    <a:pt x="62097" y="20502"/>
                  </a:cubicBezTo>
                  <a:cubicBezTo>
                    <a:pt x="64055" y="22914"/>
                    <a:pt x="64055" y="27437"/>
                    <a:pt x="66293" y="27437"/>
                  </a:cubicBezTo>
                  <a:cubicBezTo>
                    <a:pt x="68531" y="27437"/>
                    <a:pt x="72727" y="27437"/>
                    <a:pt x="74965" y="27437"/>
                  </a:cubicBezTo>
                  <a:lnTo>
                    <a:pt x="74965" y="27437"/>
                  </a:lnTo>
                  <a:cubicBezTo>
                    <a:pt x="74965" y="43718"/>
                    <a:pt x="74965" y="43718"/>
                    <a:pt x="74965" y="43718"/>
                  </a:cubicBezTo>
                  <a:cubicBezTo>
                    <a:pt x="93986" y="48241"/>
                    <a:pt x="93986" y="48241"/>
                    <a:pt x="93986" y="48241"/>
                  </a:cubicBezTo>
                  <a:cubicBezTo>
                    <a:pt x="100419" y="62110"/>
                    <a:pt x="100419" y="62110"/>
                    <a:pt x="100419" y="62110"/>
                  </a:cubicBezTo>
                  <a:cubicBezTo>
                    <a:pt x="119720" y="78090"/>
                    <a:pt x="119720" y="78090"/>
                    <a:pt x="119720" y="78090"/>
                  </a:cubicBezTo>
                  <a:cubicBezTo>
                    <a:pt x="119720" y="80502"/>
                    <a:pt x="119720" y="80502"/>
                    <a:pt x="119720" y="80502"/>
                  </a:cubicBezTo>
                  <a:cubicBezTo>
                    <a:pt x="117482" y="82914"/>
                    <a:pt x="115524" y="87437"/>
                    <a:pt x="113286" y="89849"/>
                  </a:cubicBezTo>
                  <a:cubicBezTo>
                    <a:pt x="106853" y="91959"/>
                    <a:pt x="100419" y="91959"/>
                    <a:pt x="93986" y="87437"/>
                  </a:cubicBezTo>
                  <a:cubicBezTo>
                    <a:pt x="89790" y="87437"/>
                    <a:pt x="89790" y="78090"/>
                    <a:pt x="85594" y="75979"/>
                  </a:cubicBezTo>
                  <a:cubicBezTo>
                    <a:pt x="81118" y="73567"/>
                    <a:pt x="74965" y="73567"/>
                    <a:pt x="68531" y="75979"/>
                  </a:cubicBezTo>
                  <a:cubicBezTo>
                    <a:pt x="66293" y="78090"/>
                    <a:pt x="64055" y="85025"/>
                    <a:pt x="66293" y="89849"/>
                  </a:cubicBezTo>
                  <a:cubicBezTo>
                    <a:pt x="68531" y="96783"/>
                    <a:pt x="79160" y="101306"/>
                    <a:pt x="76923" y="108241"/>
                  </a:cubicBezTo>
                  <a:cubicBezTo>
                    <a:pt x="74965" y="115175"/>
                    <a:pt x="66293" y="117286"/>
                    <a:pt x="59860" y="119698"/>
                  </a:cubicBezTo>
                  <a:lnTo>
                    <a:pt x="59860" y="119698"/>
                  </a:lnTo>
                  <a:cubicBezTo>
                    <a:pt x="57902" y="119698"/>
                    <a:pt x="53426" y="119698"/>
                    <a:pt x="51468" y="117286"/>
                  </a:cubicBezTo>
                  <a:cubicBezTo>
                    <a:pt x="49230" y="112763"/>
                    <a:pt x="53426" y="101306"/>
                    <a:pt x="46993" y="98894"/>
                  </a:cubicBezTo>
                  <a:cubicBezTo>
                    <a:pt x="42797" y="94371"/>
                    <a:pt x="34125" y="96783"/>
                    <a:pt x="29930" y="98894"/>
                  </a:cubicBezTo>
                  <a:cubicBezTo>
                    <a:pt x="23496" y="101306"/>
                    <a:pt x="23496" y="110351"/>
                    <a:pt x="19300" y="112763"/>
                  </a:cubicBezTo>
                  <a:cubicBezTo>
                    <a:pt x="15104" y="115175"/>
                    <a:pt x="8671" y="115175"/>
                    <a:pt x="6433" y="112763"/>
                  </a:cubicBezTo>
                  <a:cubicBezTo>
                    <a:pt x="2237" y="105829"/>
                    <a:pt x="4195" y="96783"/>
                    <a:pt x="4195" y="89849"/>
                  </a:cubicBezTo>
                  <a:lnTo>
                    <a:pt x="4195" y="89849"/>
                  </a:lnTo>
                  <a:cubicBezTo>
                    <a:pt x="4195" y="82914"/>
                    <a:pt x="6433" y="75979"/>
                    <a:pt x="6433" y="69045"/>
                  </a:cubicBezTo>
                  <a:cubicBezTo>
                    <a:pt x="6433" y="66633"/>
                    <a:pt x="4195" y="64522"/>
                    <a:pt x="4195" y="62110"/>
                  </a:cubicBezTo>
                  <a:cubicBezTo>
                    <a:pt x="4195" y="59698"/>
                    <a:pt x="8671" y="59698"/>
                    <a:pt x="10629" y="57587"/>
                  </a:cubicBezTo>
                  <a:cubicBezTo>
                    <a:pt x="10629" y="52763"/>
                    <a:pt x="10629" y="48241"/>
                    <a:pt x="8671" y="43718"/>
                  </a:cubicBezTo>
                  <a:cubicBezTo>
                    <a:pt x="6433" y="38894"/>
                    <a:pt x="2237" y="36783"/>
                    <a:pt x="0" y="34371"/>
                  </a:cubicBezTo>
                  <a:lnTo>
                    <a:pt x="0" y="34371"/>
                  </a:lnTo>
                  <a:cubicBezTo>
                    <a:pt x="2237" y="29849"/>
                    <a:pt x="6433" y="27437"/>
                    <a:pt x="6433" y="25326"/>
                  </a:cubicBezTo>
                  <a:cubicBezTo>
                    <a:pt x="6433" y="18391"/>
                    <a:pt x="4195" y="13869"/>
                    <a:pt x="4195" y="693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0" name="Shape 11220"/>
            <p:cNvSpPr/>
            <p:nvPr/>
          </p:nvSpPr>
          <p:spPr>
            <a:xfrm rot="3648446">
              <a:off x="9074765" y="3193673"/>
              <a:ext cx="143390" cy="9521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6660" y="114782"/>
                  </a:moveTo>
                  <a:lnTo>
                    <a:pt x="76660" y="114782"/>
                  </a:lnTo>
                  <a:cubicBezTo>
                    <a:pt x="74918" y="109565"/>
                    <a:pt x="68166" y="102391"/>
                    <a:pt x="71651" y="102391"/>
                  </a:cubicBezTo>
                  <a:cubicBezTo>
                    <a:pt x="79927" y="97173"/>
                    <a:pt x="88203" y="107282"/>
                    <a:pt x="94954" y="104673"/>
                  </a:cubicBezTo>
                  <a:cubicBezTo>
                    <a:pt x="98221" y="104673"/>
                    <a:pt x="96479" y="97173"/>
                    <a:pt x="98221" y="94891"/>
                  </a:cubicBezTo>
                  <a:cubicBezTo>
                    <a:pt x="103230" y="92282"/>
                    <a:pt x="111506" y="97173"/>
                    <a:pt x="116515" y="89673"/>
                  </a:cubicBezTo>
                  <a:cubicBezTo>
                    <a:pt x="119782" y="87391"/>
                    <a:pt x="113248" y="79891"/>
                    <a:pt x="113248" y="72391"/>
                  </a:cubicBezTo>
                  <a:cubicBezTo>
                    <a:pt x="114773" y="69782"/>
                    <a:pt x="118257" y="67500"/>
                    <a:pt x="119782" y="64891"/>
                  </a:cubicBezTo>
                  <a:cubicBezTo>
                    <a:pt x="119782" y="60000"/>
                    <a:pt x="119782" y="52500"/>
                    <a:pt x="118257" y="54782"/>
                  </a:cubicBezTo>
                  <a:cubicBezTo>
                    <a:pt x="109981" y="54782"/>
                    <a:pt x="103230" y="67500"/>
                    <a:pt x="94954" y="69782"/>
                  </a:cubicBezTo>
                  <a:cubicBezTo>
                    <a:pt x="93212" y="69782"/>
                    <a:pt x="98221" y="62282"/>
                    <a:pt x="98221" y="57391"/>
                  </a:cubicBezTo>
                  <a:cubicBezTo>
                    <a:pt x="98221" y="52500"/>
                    <a:pt x="98221" y="47282"/>
                    <a:pt x="96479" y="45000"/>
                  </a:cubicBezTo>
                  <a:cubicBezTo>
                    <a:pt x="94954" y="37500"/>
                    <a:pt x="89945" y="34891"/>
                    <a:pt x="88203" y="27391"/>
                  </a:cubicBezTo>
                  <a:cubicBezTo>
                    <a:pt x="86460" y="25108"/>
                    <a:pt x="86460" y="22500"/>
                    <a:pt x="86460" y="17608"/>
                  </a:cubicBezTo>
                  <a:lnTo>
                    <a:pt x="86460" y="17608"/>
                  </a:lnTo>
                  <a:cubicBezTo>
                    <a:pt x="84936" y="12717"/>
                    <a:pt x="86460" y="0"/>
                    <a:pt x="83194" y="0"/>
                  </a:cubicBezTo>
                  <a:cubicBezTo>
                    <a:pt x="78185" y="0"/>
                    <a:pt x="76660" y="12717"/>
                    <a:pt x="71651" y="15000"/>
                  </a:cubicBezTo>
                  <a:cubicBezTo>
                    <a:pt x="68166" y="17608"/>
                    <a:pt x="64900" y="10108"/>
                    <a:pt x="63375" y="7500"/>
                  </a:cubicBezTo>
                  <a:cubicBezTo>
                    <a:pt x="59891" y="7500"/>
                    <a:pt x="54882" y="10108"/>
                    <a:pt x="53357" y="7500"/>
                  </a:cubicBezTo>
                  <a:cubicBezTo>
                    <a:pt x="48348" y="7500"/>
                    <a:pt x="45081" y="2608"/>
                    <a:pt x="41597" y="0"/>
                  </a:cubicBezTo>
                  <a:cubicBezTo>
                    <a:pt x="40072" y="0"/>
                    <a:pt x="38330" y="2608"/>
                    <a:pt x="38330" y="5217"/>
                  </a:cubicBezTo>
                  <a:cubicBezTo>
                    <a:pt x="38330" y="12717"/>
                    <a:pt x="43339" y="22500"/>
                    <a:pt x="43339" y="30000"/>
                  </a:cubicBezTo>
                  <a:cubicBezTo>
                    <a:pt x="45081" y="34891"/>
                    <a:pt x="45081" y="42391"/>
                    <a:pt x="45081" y="45000"/>
                  </a:cubicBezTo>
                  <a:cubicBezTo>
                    <a:pt x="41597" y="52500"/>
                    <a:pt x="40072" y="60000"/>
                    <a:pt x="35063" y="62282"/>
                  </a:cubicBezTo>
                  <a:cubicBezTo>
                    <a:pt x="31578" y="64891"/>
                    <a:pt x="26569" y="64891"/>
                    <a:pt x="25045" y="60000"/>
                  </a:cubicBezTo>
                  <a:cubicBezTo>
                    <a:pt x="20036" y="57391"/>
                    <a:pt x="18294" y="45000"/>
                    <a:pt x="13284" y="42391"/>
                  </a:cubicBezTo>
                  <a:cubicBezTo>
                    <a:pt x="8275" y="39782"/>
                    <a:pt x="5009" y="47282"/>
                    <a:pt x="0" y="49891"/>
                  </a:cubicBezTo>
                  <a:lnTo>
                    <a:pt x="0" y="49891"/>
                  </a:lnTo>
                  <a:cubicBezTo>
                    <a:pt x="6751" y="69782"/>
                    <a:pt x="6751" y="69782"/>
                    <a:pt x="6751" y="69782"/>
                  </a:cubicBezTo>
                  <a:cubicBezTo>
                    <a:pt x="8275" y="94891"/>
                    <a:pt x="8275" y="94891"/>
                    <a:pt x="8275" y="94891"/>
                  </a:cubicBezTo>
                  <a:lnTo>
                    <a:pt x="8275" y="94891"/>
                  </a:lnTo>
                  <a:cubicBezTo>
                    <a:pt x="11760" y="97173"/>
                    <a:pt x="16769" y="94891"/>
                    <a:pt x="20036" y="99782"/>
                  </a:cubicBezTo>
                  <a:cubicBezTo>
                    <a:pt x="21778" y="99782"/>
                    <a:pt x="18294" y="104673"/>
                    <a:pt x="20036" y="109565"/>
                  </a:cubicBezTo>
                  <a:cubicBezTo>
                    <a:pt x="20036" y="112173"/>
                    <a:pt x="23303" y="112173"/>
                    <a:pt x="25045" y="112173"/>
                  </a:cubicBezTo>
                  <a:cubicBezTo>
                    <a:pt x="30054" y="112173"/>
                    <a:pt x="35063" y="109565"/>
                    <a:pt x="36588" y="104673"/>
                  </a:cubicBezTo>
                  <a:cubicBezTo>
                    <a:pt x="38330" y="102391"/>
                    <a:pt x="35063" y="94891"/>
                    <a:pt x="38330" y="89673"/>
                  </a:cubicBezTo>
                  <a:cubicBezTo>
                    <a:pt x="38330" y="87391"/>
                    <a:pt x="41597" y="87391"/>
                    <a:pt x="43339" y="89673"/>
                  </a:cubicBezTo>
                  <a:cubicBezTo>
                    <a:pt x="48348" y="94891"/>
                    <a:pt x="50090" y="102391"/>
                    <a:pt x="53357" y="109565"/>
                  </a:cubicBezTo>
                  <a:cubicBezTo>
                    <a:pt x="54882" y="112173"/>
                    <a:pt x="54882" y="117065"/>
                    <a:pt x="56624" y="117065"/>
                  </a:cubicBezTo>
                  <a:cubicBezTo>
                    <a:pt x="63375" y="119673"/>
                    <a:pt x="69909" y="114782"/>
                    <a:pt x="76660" y="11478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1" name="Shape 11221"/>
            <p:cNvSpPr/>
            <p:nvPr/>
          </p:nvSpPr>
          <p:spPr>
            <a:xfrm rot="3648446">
              <a:off x="8932551" y="3030316"/>
              <a:ext cx="137654" cy="8603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727" y="36363"/>
                  </a:moveTo>
                  <a:lnTo>
                    <a:pt x="107727" y="36363"/>
                  </a:lnTo>
                  <a:cubicBezTo>
                    <a:pt x="107727" y="38909"/>
                    <a:pt x="107727" y="38909"/>
                    <a:pt x="109545" y="41818"/>
                  </a:cubicBezTo>
                  <a:cubicBezTo>
                    <a:pt x="109545" y="47272"/>
                    <a:pt x="114772" y="44727"/>
                    <a:pt x="114772" y="50181"/>
                  </a:cubicBezTo>
                  <a:cubicBezTo>
                    <a:pt x="116363" y="55636"/>
                    <a:pt x="114772" y="64000"/>
                    <a:pt x="114772" y="72363"/>
                  </a:cubicBezTo>
                  <a:cubicBezTo>
                    <a:pt x="114772" y="77818"/>
                    <a:pt x="119772" y="83272"/>
                    <a:pt x="118181" y="89090"/>
                  </a:cubicBezTo>
                  <a:cubicBezTo>
                    <a:pt x="116363" y="94545"/>
                    <a:pt x="111136" y="94545"/>
                    <a:pt x="109545" y="100000"/>
                  </a:cubicBezTo>
                  <a:cubicBezTo>
                    <a:pt x="105909" y="102909"/>
                    <a:pt x="109545" y="114181"/>
                    <a:pt x="104318" y="116727"/>
                  </a:cubicBezTo>
                  <a:cubicBezTo>
                    <a:pt x="99090" y="119636"/>
                    <a:pt x="92045" y="116727"/>
                    <a:pt x="85227" y="111272"/>
                  </a:cubicBezTo>
                  <a:cubicBezTo>
                    <a:pt x="81590" y="111272"/>
                    <a:pt x="80000" y="102909"/>
                    <a:pt x="76363" y="102909"/>
                  </a:cubicBezTo>
                  <a:cubicBezTo>
                    <a:pt x="72954" y="100000"/>
                    <a:pt x="67727" y="102909"/>
                    <a:pt x="64318" y="102909"/>
                  </a:cubicBezTo>
                  <a:lnTo>
                    <a:pt x="64318" y="102909"/>
                  </a:lnTo>
                  <a:cubicBezTo>
                    <a:pt x="62500" y="97454"/>
                    <a:pt x="60909" y="91636"/>
                    <a:pt x="59090" y="89090"/>
                  </a:cubicBezTo>
                  <a:cubicBezTo>
                    <a:pt x="57272" y="86181"/>
                    <a:pt x="53863" y="86181"/>
                    <a:pt x="50454" y="80727"/>
                  </a:cubicBezTo>
                  <a:cubicBezTo>
                    <a:pt x="48636" y="74909"/>
                    <a:pt x="50454" y="64000"/>
                    <a:pt x="47045" y="61090"/>
                  </a:cubicBezTo>
                  <a:cubicBezTo>
                    <a:pt x="41818" y="61090"/>
                    <a:pt x="41818" y="72363"/>
                    <a:pt x="36590" y="74909"/>
                  </a:cubicBezTo>
                  <a:cubicBezTo>
                    <a:pt x="33181" y="77818"/>
                    <a:pt x="27954" y="80727"/>
                    <a:pt x="24318" y="80727"/>
                  </a:cubicBezTo>
                  <a:cubicBezTo>
                    <a:pt x="15681" y="80727"/>
                    <a:pt x="8636" y="74909"/>
                    <a:pt x="0" y="74909"/>
                  </a:cubicBezTo>
                  <a:lnTo>
                    <a:pt x="0" y="74909"/>
                  </a:lnTo>
                  <a:cubicBezTo>
                    <a:pt x="0" y="64000"/>
                    <a:pt x="0" y="55636"/>
                    <a:pt x="1818" y="44727"/>
                  </a:cubicBezTo>
                  <a:cubicBezTo>
                    <a:pt x="5227" y="36363"/>
                    <a:pt x="1818" y="22545"/>
                    <a:pt x="8636" y="14181"/>
                  </a:cubicBezTo>
                  <a:cubicBezTo>
                    <a:pt x="12272" y="8363"/>
                    <a:pt x="17500" y="8363"/>
                    <a:pt x="22727" y="5818"/>
                  </a:cubicBezTo>
                  <a:cubicBezTo>
                    <a:pt x="33181" y="0"/>
                    <a:pt x="47045" y="14181"/>
                    <a:pt x="57272" y="22545"/>
                  </a:cubicBezTo>
                  <a:cubicBezTo>
                    <a:pt x="71136" y="30545"/>
                    <a:pt x="90454" y="33454"/>
                    <a:pt x="107727" y="3636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2" name="Shape 11222"/>
            <p:cNvSpPr/>
            <p:nvPr/>
          </p:nvSpPr>
          <p:spPr>
            <a:xfrm rot="3648446">
              <a:off x="8924081" y="3093635"/>
              <a:ext cx="170920" cy="1250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4566" y="1991"/>
                  </a:moveTo>
                  <a:lnTo>
                    <a:pt x="44566" y="1991"/>
                  </a:lnTo>
                  <a:cubicBezTo>
                    <a:pt x="54246" y="3734"/>
                    <a:pt x="64109" y="7468"/>
                    <a:pt x="68310" y="11452"/>
                  </a:cubicBezTo>
                  <a:cubicBezTo>
                    <a:pt x="61369" y="11452"/>
                    <a:pt x="52968" y="11452"/>
                    <a:pt x="44566" y="11452"/>
                  </a:cubicBezTo>
                  <a:lnTo>
                    <a:pt x="44566" y="11452"/>
                  </a:lnTo>
                  <a:cubicBezTo>
                    <a:pt x="44566" y="13195"/>
                    <a:pt x="44566" y="13195"/>
                    <a:pt x="46027" y="15186"/>
                  </a:cubicBezTo>
                  <a:cubicBezTo>
                    <a:pt x="46027" y="18921"/>
                    <a:pt x="50228" y="17178"/>
                    <a:pt x="50228" y="20912"/>
                  </a:cubicBezTo>
                  <a:cubicBezTo>
                    <a:pt x="51506" y="24647"/>
                    <a:pt x="50228" y="30373"/>
                    <a:pt x="50228" y="36099"/>
                  </a:cubicBezTo>
                  <a:cubicBezTo>
                    <a:pt x="50228" y="39834"/>
                    <a:pt x="54246" y="43568"/>
                    <a:pt x="52968" y="47551"/>
                  </a:cubicBezTo>
                  <a:cubicBezTo>
                    <a:pt x="51506" y="51286"/>
                    <a:pt x="47305" y="51286"/>
                    <a:pt x="46027" y="55020"/>
                  </a:cubicBezTo>
                  <a:cubicBezTo>
                    <a:pt x="43105" y="57012"/>
                    <a:pt x="46027" y="64730"/>
                    <a:pt x="41826" y="66473"/>
                  </a:cubicBezTo>
                  <a:cubicBezTo>
                    <a:pt x="37625" y="68464"/>
                    <a:pt x="31963" y="66473"/>
                    <a:pt x="26484" y="62738"/>
                  </a:cubicBezTo>
                  <a:cubicBezTo>
                    <a:pt x="23561" y="62738"/>
                    <a:pt x="22283" y="57012"/>
                    <a:pt x="19360" y="57012"/>
                  </a:cubicBezTo>
                  <a:cubicBezTo>
                    <a:pt x="16621" y="55020"/>
                    <a:pt x="12420" y="57012"/>
                    <a:pt x="9680" y="57012"/>
                  </a:cubicBezTo>
                  <a:lnTo>
                    <a:pt x="9680" y="57012"/>
                  </a:lnTo>
                  <a:cubicBezTo>
                    <a:pt x="6940" y="59004"/>
                    <a:pt x="0" y="60746"/>
                    <a:pt x="1278" y="64730"/>
                  </a:cubicBezTo>
                  <a:cubicBezTo>
                    <a:pt x="4018" y="72199"/>
                    <a:pt x="12420" y="74190"/>
                    <a:pt x="16621" y="79917"/>
                  </a:cubicBezTo>
                  <a:cubicBezTo>
                    <a:pt x="19360" y="81659"/>
                    <a:pt x="16621" y="85643"/>
                    <a:pt x="18082" y="87385"/>
                  </a:cubicBezTo>
                  <a:cubicBezTo>
                    <a:pt x="20821" y="91120"/>
                    <a:pt x="23561" y="89377"/>
                    <a:pt x="26484" y="91120"/>
                  </a:cubicBezTo>
                  <a:cubicBezTo>
                    <a:pt x="29223" y="93112"/>
                    <a:pt x="30684" y="96846"/>
                    <a:pt x="31963" y="100829"/>
                  </a:cubicBezTo>
                  <a:cubicBezTo>
                    <a:pt x="34885" y="106307"/>
                    <a:pt x="31963" y="114024"/>
                    <a:pt x="34885" y="116016"/>
                  </a:cubicBezTo>
                  <a:cubicBezTo>
                    <a:pt x="37625" y="117759"/>
                    <a:pt x="37625" y="110290"/>
                    <a:pt x="40365" y="110290"/>
                  </a:cubicBezTo>
                  <a:cubicBezTo>
                    <a:pt x="43105" y="110290"/>
                    <a:pt x="44566" y="119751"/>
                    <a:pt x="48767" y="119751"/>
                  </a:cubicBezTo>
                  <a:cubicBezTo>
                    <a:pt x="52968" y="117759"/>
                    <a:pt x="55707" y="108298"/>
                    <a:pt x="61369" y="108298"/>
                  </a:cubicBezTo>
                  <a:cubicBezTo>
                    <a:pt x="62648" y="108298"/>
                    <a:pt x="64109" y="112033"/>
                    <a:pt x="65388" y="116016"/>
                  </a:cubicBezTo>
                  <a:lnTo>
                    <a:pt x="65388" y="116016"/>
                  </a:lnTo>
                  <a:cubicBezTo>
                    <a:pt x="68310" y="112033"/>
                    <a:pt x="71050" y="110290"/>
                    <a:pt x="73789" y="108298"/>
                  </a:cubicBezTo>
                  <a:cubicBezTo>
                    <a:pt x="77990" y="102572"/>
                    <a:pt x="79452" y="96846"/>
                    <a:pt x="83652" y="93112"/>
                  </a:cubicBezTo>
                  <a:cubicBezTo>
                    <a:pt x="89132" y="91120"/>
                    <a:pt x="94794" y="95103"/>
                    <a:pt x="100456" y="93112"/>
                  </a:cubicBezTo>
                  <a:cubicBezTo>
                    <a:pt x="105936" y="91120"/>
                    <a:pt x="110136" y="83651"/>
                    <a:pt x="115616" y="79917"/>
                  </a:cubicBezTo>
                  <a:lnTo>
                    <a:pt x="115616" y="79917"/>
                  </a:lnTo>
                  <a:cubicBezTo>
                    <a:pt x="115616" y="74190"/>
                    <a:pt x="117077" y="68464"/>
                    <a:pt x="117077" y="62738"/>
                  </a:cubicBezTo>
                  <a:cubicBezTo>
                    <a:pt x="117077" y="60746"/>
                    <a:pt x="115616" y="59004"/>
                    <a:pt x="115616" y="57012"/>
                  </a:cubicBezTo>
                  <a:cubicBezTo>
                    <a:pt x="115616" y="55020"/>
                    <a:pt x="118538" y="55020"/>
                    <a:pt x="119817" y="53278"/>
                  </a:cubicBezTo>
                  <a:cubicBezTo>
                    <a:pt x="119817" y="49294"/>
                    <a:pt x="119817" y="45560"/>
                    <a:pt x="118538" y="41825"/>
                  </a:cubicBezTo>
                  <a:cubicBezTo>
                    <a:pt x="117077" y="37842"/>
                    <a:pt x="114337" y="36099"/>
                    <a:pt x="112876" y="34107"/>
                  </a:cubicBezTo>
                  <a:lnTo>
                    <a:pt x="112876" y="34107"/>
                  </a:lnTo>
                  <a:cubicBezTo>
                    <a:pt x="108675" y="30373"/>
                    <a:pt x="104474" y="26639"/>
                    <a:pt x="100456" y="22655"/>
                  </a:cubicBezTo>
                  <a:cubicBezTo>
                    <a:pt x="94794" y="17178"/>
                    <a:pt x="92054" y="9460"/>
                    <a:pt x="86392" y="5726"/>
                  </a:cubicBezTo>
                  <a:cubicBezTo>
                    <a:pt x="72511" y="0"/>
                    <a:pt x="58447" y="1991"/>
                    <a:pt x="44566" y="0"/>
                  </a:cubicBezTo>
                  <a:lnTo>
                    <a:pt x="44566" y="0"/>
                  </a:lnTo>
                  <a:cubicBezTo>
                    <a:pt x="44566" y="0"/>
                    <a:pt x="44566" y="0"/>
                    <a:pt x="44566" y="199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3" name="Shape 11223"/>
            <p:cNvSpPr/>
            <p:nvPr/>
          </p:nvSpPr>
          <p:spPr>
            <a:xfrm rot="3648446">
              <a:off x="9224060" y="2840526"/>
              <a:ext cx="679093" cy="59424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39" y="48157"/>
                  </a:moveTo>
                  <a:lnTo>
                    <a:pt x="8039" y="48157"/>
                  </a:lnTo>
                  <a:cubicBezTo>
                    <a:pt x="8039" y="46529"/>
                    <a:pt x="9096" y="44113"/>
                    <a:pt x="8039" y="42538"/>
                  </a:cubicBezTo>
                  <a:cubicBezTo>
                    <a:pt x="7350" y="41750"/>
                    <a:pt x="5926" y="44113"/>
                    <a:pt x="4869" y="44533"/>
                  </a:cubicBezTo>
                  <a:cubicBezTo>
                    <a:pt x="3813" y="44533"/>
                    <a:pt x="2067" y="44954"/>
                    <a:pt x="1010" y="43746"/>
                  </a:cubicBezTo>
                  <a:cubicBezTo>
                    <a:pt x="321" y="42538"/>
                    <a:pt x="0" y="40122"/>
                    <a:pt x="1010" y="39334"/>
                  </a:cubicBezTo>
                  <a:cubicBezTo>
                    <a:pt x="2434" y="38126"/>
                    <a:pt x="4548" y="39334"/>
                    <a:pt x="6294" y="38914"/>
                  </a:cubicBezTo>
                  <a:cubicBezTo>
                    <a:pt x="8039" y="38494"/>
                    <a:pt x="9464" y="38126"/>
                    <a:pt x="10842" y="37286"/>
                  </a:cubicBezTo>
                  <a:cubicBezTo>
                    <a:pt x="11209" y="36919"/>
                    <a:pt x="10842" y="36131"/>
                    <a:pt x="10842" y="35291"/>
                  </a:cubicBezTo>
                  <a:cubicBezTo>
                    <a:pt x="10520" y="34923"/>
                    <a:pt x="9464" y="34923"/>
                    <a:pt x="9785" y="34503"/>
                  </a:cubicBezTo>
                  <a:cubicBezTo>
                    <a:pt x="9785" y="32875"/>
                    <a:pt x="10842" y="32087"/>
                    <a:pt x="11209" y="30512"/>
                  </a:cubicBezTo>
                  <a:cubicBezTo>
                    <a:pt x="11577" y="29304"/>
                    <a:pt x="10842" y="28096"/>
                    <a:pt x="11209" y="26888"/>
                  </a:cubicBezTo>
                  <a:cubicBezTo>
                    <a:pt x="11898" y="25680"/>
                    <a:pt x="13323" y="26100"/>
                    <a:pt x="14012" y="25260"/>
                  </a:cubicBezTo>
                  <a:cubicBezTo>
                    <a:pt x="15068" y="24052"/>
                    <a:pt x="14701" y="21269"/>
                    <a:pt x="16125" y="20481"/>
                  </a:cubicBezTo>
                  <a:cubicBezTo>
                    <a:pt x="17182" y="20061"/>
                    <a:pt x="17871" y="22056"/>
                    <a:pt x="18560" y="22897"/>
                  </a:cubicBezTo>
                  <a:cubicBezTo>
                    <a:pt x="19617" y="23684"/>
                    <a:pt x="20352" y="26100"/>
                    <a:pt x="21362" y="25260"/>
                  </a:cubicBezTo>
                  <a:cubicBezTo>
                    <a:pt x="24211" y="23264"/>
                    <a:pt x="24532" y="18853"/>
                    <a:pt x="27013" y="16857"/>
                  </a:cubicBezTo>
                  <a:cubicBezTo>
                    <a:pt x="27702" y="16070"/>
                    <a:pt x="28759" y="18433"/>
                    <a:pt x="29448" y="18065"/>
                  </a:cubicBezTo>
                  <a:cubicBezTo>
                    <a:pt x="30505" y="17277"/>
                    <a:pt x="30505" y="15229"/>
                    <a:pt x="31562" y="14074"/>
                  </a:cubicBezTo>
                  <a:cubicBezTo>
                    <a:pt x="32251" y="13234"/>
                    <a:pt x="33675" y="13234"/>
                    <a:pt x="34364" y="13234"/>
                  </a:cubicBezTo>
                  <a:cubicBezTo>
                    <a:pt x="35421" y="13234"/>
                    <a:pt x="36110" y="13654"/>
                    <a:pt x="36845" y="13234"/>
                  </a:cubicBezTo>
                  <a:cubicBezTo>
                    <a:pt x="37534" y="12866"/>
                    <a:pt x="37901" y="12026"/>
                    <a:pt x="38591" y="11238"/>
                  </a:cubicBezTo>
                  <a:cubicBezTo>
                    <a:pt x="38912" y="10818"/>
                    <a:pt x="39647" y="10818"/>
                    <a:pt x="39969" y="10030"/>
                  </a:cubicBezTo>
                  <a:cubicBezTo>
                    <a:pt x="39969" y="9242"/>
                    <a:pt x="38912" y="8822"/>
                    <a:pt x="38912" y="8035"/>
                  </a:cubicBezTo>
                  <a:cubicBezTo>
                    <a:pt x="39280" y="7247"/>
                    <a:pt x="39647" y="6039"/>
                    <a:pt x="40336" y="6039"/>
                  </a:cubicBezTo>
                  <a:cubicBezTo>
                    <a:pt x="42771" y="6039"/>
                    <a:pt x="44517" y="8035"/>
                    <a:pt x="46630" y="8035"/>
                  </a:cubicBezTo>
                  <a:cubicBezTo>
                    <a:pt x="48055" y="8455"/>
                    <a:pt x="49479" y="7247"/>
                    <a:pt x="50857" y="7247"/>
                  </a:cubicBezTo>
                  <a:cubicBezTo>
                    <a:pt x="51546" y="7247"/>
                    <a:pt x="51546" y="8822"/>
                    <a:pt x="51914" y="8822"/>
                  </a:cubicBezTo>
                  <a:cubicBezTo>
                    <a:pt x="52603" y="8822"/>
                    <a:pt x="52970" y="7614"/>
                    <a:pt x="53660" y="7247"/>
                  </a:cubicBezTo>
                  <a:cubicBezTo>
                    <a:pt x="54027" y="7247"/>
                    <a:pt x="54349" y="8455"/>
                    <a:pt x="55084" y="8035"/>
                  </a:cubicBezTo>
                  <a:cubicBezTo>
                    <a:pt x="55773" y="7614"/>
                    <a:pt x="55773" y="6407"/>
                    <a:pt x="56140" y="5199"/>
                  </a:cubicBezTo>
                  <a:cubicBezTo>
                    <a:pt x="56140" y="3991"/>
                    <a:pt x="55405" y="2835"/>
                    <a:pt x="55773" y="1628"/>
                  </a:cubicBezTo>
                  <a:cubicBezTo>
                    <a:pt x="56140" y="787"/>
                    <a:pt x="56830" y="0"/>
                    <a:pt x="57519" y="0"/>
                  </a:cubicBezTo>
                  <a:cubicBezTo>
                    <a:pt x="58575" y="420"/>
                    <a:pt x="59264" y="1628"/>
                    <a:pt x="59999" y="2415"/>
                  </a:cubicBezTo>
                  <a:cubicBezTo>
                    <a:pt x="60689" y="2835"/>
                    <a:pt x="61056" y="3623"/>
                    <a:pt x="61745" y="3991"/>
                  </a:cubicBezTo>
                  <a:cubicBezTo>
                    <a:pt x="62434" y="3991"/>
                    <a:pt x="63124" y="3991"/>
                    <a:pt x="63859" y="3623"/>
                  </a:cubicBezTo>
                  <a:cubicBezTo>
                    <a:pt x="64548" y="3203"/>
                    <a:pt x="64548" y="1628"/>
                    <a:pt x="65237" y="1628"/>
                  </a:cubicBezTo>
                  <a:cubicBezTo>
                    <a:pt x="65972" y="1207"/>
                    <a:pt x="66661" y="1995"/>
                    <a:pt x="67350" y="2415"/>
                  </a:cubicBezTo>
                  <a:lnTo>
                    <a:pt x="67350" y="2415"/>
                  </a:lnTo>
                  <a:cubicBezTo>
                    <a:pt x="68039" y="2835"/>
                    <a:pt x="68407" y="3991"/>
                    <a:pt x="69096" y="3991"/>
                  </a:cubicBezTo>
                  <a:cubicBezTo>
                    <a:pt x="70153" y="3991"/>
                    <a:pt x="70842" y="1995"/>
                    <a:pt x="72266" y="1995"/>
                  </a:cubicBezTo>
                  <a:cubicBezTo>
                    <a:pt x="72955" y="2415"/>
                    <a:pt x="72955" y="3991"/>
                    <a:pt x="73690" y="4831"/>
                  </a:cubicBezTo>
                  <a:cubicBezTo>
                    <a:pt x="74379" y="5199"/>
                    <a:pt x="75436" y="5199"/>
                    <a:pt x="76125" y="4831"/>
                  </a:cubicBezTo>
                  <a:cubicBezTo>
                    <a:pt x="76814" y="4411"/>
                    <a:pt x="76493" y="2835"/>
                    <a:pt x="77182" y="2415"/>
                  </a:cubicBezTo>
                  <a:cubicBezTo>
                    <a:pt x="77871" y="1995"/>
                    <a:pt x="78606" y="3203"/>
                    <a:pt x="79295" y="3203"/>
                  </a:cubicBezTo>
                  <a:cubicBezTo>
                    <a:pt x="80673" y="3203"/>
                    <a:pt x="82098" y="1995"/>
                    <a:pt x="83154" y="2835"/>
                  </a:cubicBezTo>
                  <a:cubicBezTo>
                    <a:pt x="84532" y="3623"/>
                    <a:pt x="84532" y="5619"/>
                    <a:pt x="84532" y="7247"/>
                  </a:cubicBezTo>
                  <a:cubicBezTo>
                    <a:pt x="84900" y="7614"/>
                    <a:pt x="84532" y="8035"/>
                    <a:pt x="84532" y="8455"/>
                  </a:cubicBezTo>
                  <a:cubicBezTo>
                    <a:pt x="84532" y="8822"/>
                    <a:pt x="84211" y="9242"/>
                    <a:pt x="84532" y="9242"/>
                  </a:cubicBezTo>
                  <a:cubicBezTo>
                    <a:pt x="85267" y="9242"/>
                    <a:pt x="85957" y="8455"/>
                    <a:pt x="86646" y="8822"/>
                  </a:cubicBezTo>
                  <a:cubicBezTo>
                    <a:pt x="88070" y="8822"/>
                    <a:pt x="89448" y="10818"/>
                    <a:pt x="91240" y="10818"/>
                  </a:cubicBezTo>
                  <a:cubicBezTo>
                    <a:pt x="91929" y="10818"/>
                    <a:pt x="92251" y="9242"/>
                    <a:pt x="93307" y="9242"/>
                  </a:cubicBezTo>
                  <a:cubicBezTo>
                    <a:pt x="94732" y="9242"/>
                    <a:pt x="96110" y="10450"/>
                    <a:pt x="97534" y="11238"/>
                  </a:cubicBezTo>
                  <a:lnTo>
                    <a:pt x="97534" y="11238"/>
                  </a:lnTo>
                  <a:cubicBezTo>
                    <a:pt x="97534" y="12866"/>
                    <a:pt x="96845" y="14442"/>
                    <a:pt x="97166" y="16070"/>
                  </a:cubicBezTo>
                  <a:cubicBezTo>
                    <a:pt x="97166" y="17277"/>
                    <a:pt x="98591" y="17277"/>
                    <a:pt x="98912" y="18065"/>
                  </a:cubicBezTo>
                  <a:cubicBezTo>
                    <a:pt x="99647" y="18853"/>
                    <a:pt x="99647" y="20061"/>
                    <a:pt x="99647" y="21269"/>
                  </a:cubicBezTo>
                  <a:cubicBezTo>
                    <a:pt x="98912" y="23264"/>
                    <a:pt x="97534" y="24892"/>
                    <a:pt x="97166" y="26888"/>
                  </a:cubicBezTo>
                  <a:cubicBezTo>
                    <a:pt x="97166" y="28096"/>
                    <a:pt x="98591" y="28516"/>
                    <a:pt x="98912" y="29304"/>
                  </a:cubicBezTo>
                  <a:cubicBezTo>
                    <a:pt x="99647" y="30879"/>
                    <a:pt x="99647" y="32875"/>
                    <a:pt x="100704" y="34083"/>
                  </a:cubicBezTo>
                  <a:cubicBezTo>
                    <a:pt x="101026" y="34923"/>
                    <a:pt x="101761" y="35291"/>
                    <a:pt x="102450" y="35711"/>
                  </a:cubicBezTo>
                  <a:cubicBezTo>
                    <a:pt x="102450" y="35711"/>
                    <a:pt x="102082" y="39702"/>
                    <a:pt x="104885" y="40910"/>
                  </a:cubicBezTo>
                  <a:cubicBezTo>
                    <a:pt x="108055" y="42118"/>
                    <a:pt x="111500" y="42118"/>
                    <a:pt x="113981" y="44113"/>
                  </a:cubicBezTo>
                  <a:cubicBezTo>
                    <a:pt x="114670" y="44533"/>
                    <a:pt x="113292" y="45741"/>
                    <a:pt x="113292" y="46949"/>
                  </a:cubicBezTo>
                  <a:cubicBezTo>
                    <a:pt x="112924" y="47317"/>
                    <a:pt x="112924" y="48157"/>
                    <a:pt x="112924" y="48945"/>
                  </a:cubicBezTo>
                  <a:cubicBezTo>
                    <a:pt x="112924" y="49733"/>
                    <a:pt x="112557" y="51361"/>
                    <a:pt x="113292" y="51361"/>
                  </a:cubicBezTo>
                  <a:cubicBezTo>
                    <a:pt x="114670" y="51728"/>
                    <a:pt x="116416" y="49733"/>
                    <a:pt x="117840" y="49733"/>
                  </a:cubicBezTo>
                  <a:cubicBezTo>
                    <a:pt x="118529" y="50153"/>
                    <a:pt x="117840" y="51361"/>
                    <a:pt x="117473" y="51728"/>
                  </a:cubicBezTo>
                  <a:cubicBezTo>
                    <a:pt x="115727" y="53356"/>
                    <a:pt x="112924" y="53776"/>
                    <a:pt x="111868" y="56192"/>
                  </a:cubicBezTo>
                  <a:cubicBezTo>
                    <a:pt x="111179" y="57400"/>
                    <a:pt x="112557" y="58975"/>
                    <a:pt x="112924" y="60183"/>
                  </a:cubicBezTo>
                  <a:cubicBezTo>
                    <a:pt x="112924" y="60971"/>
                    <a:pt x="112924" y="61759"/>
                    <a:pt x="112557" y="61759"/>
                  </a:cubicBezTo>
                  <a:cubicBezTo>
                    <a:pt x="111868" y="62599"/>
                    <a:pt x="110444" y="61759"/>
                    <a:pt x="110444" y="62599"/>
                  </a:cubicBezTo>
                  <a:cubicBezTo>
                    <a:pt x="109800" y="63807"/>
                    <a:pt x="110168" y="65382"/>
                    <a:pt x="111179" y="65803"/>
                  </a:cubicBezTo>
                  <a:cubicBezTo>
                    <a:pt x="112924" y="67378"/>
                    <a:pt x="115405" y="67010"/>
                    <a:pt x="117473" y="67798"/>
                  </a:cubicBezTo>
                  <a:lnTo>
                    <a:pt x="117473" y="67798"/>
                  </a:lnTo>
                  <a:cubicBezTo>
                    <a:pt x="119954" y="72210"/>
                    <a:pt x="119954" y="72210"/>
                    <a:pt x="119954" y="72210"/>
                  </a:cubicBezTo>
                  <a:lnTo>
                    <a:pt x="119954" y="72210"/>
                  </a:lnTo>
                  <a:cubicBezTo>
                    <a:pt x="118208" y="72630"/>
                    <a:pt x="116784" y="74205"/>
                    <a:pt x="114670" y="77409"/>
                  </a:cubicBezTo>
                  <a:cubicBezTo>
                    <a:pt x="113981" y="79037"/>
                    <a:pt x="108422" y="84236"/>
                    <a:pt x="108055" y="85076"/>
                  </a:cubicBezTo>
                  <a:lnTo>
                    <a:pt x="108055" y="85076"/>
                  </a:lnTo>
                  <a:cubicBezTo>
                    <a:pt x="105941" y="86231"/>
                    <a:pt x="106676" y="88280"/>
                    <a:pt x="106309" y="89487"/>
                  </a:cubicBezTo>
                  <a:cubicBezTo>
                    <a:pt x="105941" y="90275"/>
                    <a:pt x="104885" y="90643"/>
                    <a:pt x="104563" y="91851"/>
                  </a:cubicBezTo>
                  <a:cubicBezTo>
                    <a:pt x="103874" y="93479"/>
                    <a:pt x="104196" y="95474"/>
                    <a:pt x="103506" y="96682"/>
                  </a:cubicBezTo>
                  <a:cubicBezTo>
                    <a:pt x="103139" y="97470"/>
                    <a:pt x="102450" y="97470"/>
                    <a:pt x="101761" y="97890"/>
                  </a:cubicBezTo>
                  <a:cubicBezTo>
                    <a:pt x="101026" y="97890"/>
                    <a:pt x="99969" y="96682"/>
                    <a:pt x="99280" y="97102"/>
                  </a:cubicBezTo>
                  <a:cubicBezTo>
                    <a:pt x="98591" y="97890"/>
                    <a:pt x="97534" y="99098"/>
                    <a:pt x="97534" y="100306"/>
                  </a:cubicBezTo>
                  <a:cubicBezTo>
                    <a:pt x="97534" y="101094"/>
                    <a:pt x="98912" y="101094"/>
                    <a:pt x="99280" y="101881"/>
                  </a:cubicBezTo>
                  <a:cubicBezTo>
                    <a:pt x="99280" y="102722"/>
                    <a:pt x="98591" y="103929"/>
                    <a:pt x="99280" y="104297"/>
                  </a:cubicBezTo>
                  <a:cubicBezTo>
                    <a:pt x="100704" y="105085"/>
                    <a:pt x="102450" y="103929"/>
                    <a:pt x="103874" y="104717"/>
                  </a:cubicBezTo>
                  <a:cubicBezTo>
                    <a:pt x="104563" y="105085"/>
                    <a:pt x="105252" y="105925"/>
                    <a:pt x="105620" y="106713"/>
                  </a:cubicBezTo>
                  <a:cubicBezTo>
                    <a:pt x="105941" y="107921"/>
                    <a:pt x="106676" y="109496"/>
                    <a:pt x="105941" y="110704"/>
                  </a:cubicBezTo>
                  <a:cubicBezTo>
                    <a:pt x="105620" y="111912"/>
                    <a:pt x="103506" y="111124"/>
                    <a:pt x="103139" y="112332"/>
                  </a:cubicBezTo>
                  <a:cubicBezTo>
                    <a:pt x="102817" y="112752"/>
                    <a:pt x="103874" y="113540"/>
                    <a:pt x="103874" y="114328"/>
                  </a:cubicBezTo>
                  <a:cubicBezTo>
                    <a:pt x="103874" y="114748"/>
                    <a:pt x="103139" y="114748"/>
                    <a:pt x="102817" y="114748"/>
                  </a:cubicBezTo>
                  <a:cubicBezTo>
                    <a:pt x="102082" y="114748"/>
                    <a:pt x="101026" y="113908"/>
                    <a:pt x="100336" y="113908"/>
                  </a:cubicBezTo>
                  <a:cubicBezTo>
                    <a:pt x="99647" y="114328"/>
                    <a:pt x="98591" y="114748"/>
                    <a:pt x="98223" y="115536"/>
                  </a:cubicBezTo>
                  <a:cubicBezTo>
                    <a:pt x="97856" y="115956"/>
                    <a:pt x="98591" y="117531"/>
                    <a:pt x="97856" y="117951"/>
                  </a:cubicBezTo>
                  <a:cubicBezTo>
                    <a:pt x="97166" y="118739"/>
                    <a:pt x="95788" y="119159"/>
                    <a:pt x="94732" y="119159"/>
                  </a:cubicBezTo>
                  <a:cubicBezTo>
                    <a:pt x="94042" y="119159"/>
                    <a:pt x="93307" y="117951"/>
                    <a:pt x="92251" y="117951"/>
                  </a:cubicBezTo>
                  <a:cubicBezTo>
                    <a:pt x="90183" y="117531"/>
                    <a:pt x="88070" y="118371"/>
                    <a:pt x="85957" y="117951"/>
                  </a:cubicBezTo>
                  <a:cubicBezTo>
                    <a:pt x="85589" y="117531"/>
                    <a:pt x="85589" y="116323"/>
                    <a:pt x="85267" y="115956"/>
                  </a:cubicBezTo>
                  <a:cubicBezTo>
                    <a:pt x="84532" y="115956"/>
                    <a:pt x="83843" y="115956"/>
                    <a:pt x="83476" y="116323"/>
                  </a:cubicBezTo>
                  <a:cubicBezTo>
                    <a:pt x="82787" y="117164"/>
                    <a:pt x="83476" y="118371"/>
                    <a:pt x="82787" y="119159"/>
                  </a:cubicBezTo>
                  <a:cubicBezTo>
                    <a:pt x="81730" y="119947"/>
                    <a:pt x="80352" y="119527"/>
                    <a:pt x="78928" y="119947"/>
                  </a:cubicBezTo>
                  <a:lnTo>
                    <a:pt x="78928" y="119947"/>
                  </a:lnTo>
                  <a:cubicBezTo>
                    <a:pt x="78928" y="118739"/>
                    <a:pt x="77871" y="117164"/>
                    <a:pt x="78606" y="115956"/>
                  </a:cubicBezTo>
                  <a:cubicBezTo>
                    <a:pt x="78928" y="114748"/>
                    <a:pt x="81041" y="115115"/>
                    <a:pt x="81730" y="113908"/>
                  </a:cubicBezTo>
                  <a:cubicBezTo>
                    <a:pt x="82419" y="113120"/>
                    <a:pt x="83476" y="111912"/>
                    <a:pt x="83154" y="110704"/>
                  </a:cubicBezTo>
                  <a:cubicBezTo>
                    <a:pt x="83154" y="109496"/>
                    <a:pt x="81730" y="109496"/>
                    <a:pt x="80673" y="109496"/>
                  </a:cubicBezTo>
                  <a:cubicBezTo>
                    <a:pt x="79984" y="109496"/>
                    <a:pt x="79984" y="110704"/>
                    <a:pt x="79295" y="110704"/>
                  </a:cubicBezTo>
                  <a:cubicBezTo>
                    <a:pt x="78606" y="110704"/>
                    <a:pt x="77871" y="110336"/>
                    <a:pt x="77549" y="110336"/>
                  </a:cubicBezTo>
                  <a:cubicBezTo>
                    <a:pt x="76814" y="110704"/>
                    <a:pt x="76814" y="111912"/>
                    <a:pt x="76125" y="111912"/>
                  </a:cubicBezTo>
                  <a:cubicBezTo>
                    <a:pt x="74701" y="111912"/>
                    <a:pt x="73323" y="111912"/>
                    <a:pt x="71898" y="111124"/>
                  </a:cubicBezTo>
                  <a:cubicBezTo>
                    <a:pt x="71209" y="110704"/>
                    <a:pt x="71209" y="109496"/>
                    <a:pt x="70520" y="108708"/>
                  </a:cubicBezTo>
                  <a:cubicBezTo>
                    <a:pt x="70153" y="108288"/>
                    <a:pt x="69785" y="107921"/>
                    <a:pt x="69464" y="108288"/>
                  </a:cubicBezTo>
                  <a:cubicBezTo>
                    <a:pt x="67718" y="108708"/>
                    <a:pt x="66294" y="109916"/>
                    <a:pt x="64548" y="110704"/>
                  </a:cubicBezTo>
                  <a:lnTo>
                    <a:pt x="64548" y="110704"/>
                  </a:lnTo>
                  <a:cubicBezTo>
                    <a:pt x="64180" y="109496"/>
                    <a:pt x="64548" y="107501"/>
                    <a:pt x="63491" y="106293"/>
                  </a:cubicBezTo>
                  <a:cubicBezTo>
                    <a:pt x="63124" y="105925"/>
                    <a:pt x="62434" y="107921"/>
                    <a:pt x="61745" y="107501"/>
                  </a:cubicBezTo>
                  <a:cubicBezTo>
                    <a:pt x="61056" y="107501"/>
                    <a:pt x="61056" y="105925"/>
                    <a:pt x="60321" y="105505"/>
                  </a:cubicBezTo>
                  <a:cubicBezTo>
                    <a:pt x="59264" y="105085"/>
                    <a:pt x="58208" y="106293"/>
                    <a:pt x="57151" y="105505"/>
                  </a:cubicBezTo>
                  <a:cubicBezTo>
                    <a:pt x="55405" y="103929"/>
                    <a:pt x="54716" y="100673"/>
                    <a:pt x="52603" y="98678"/>
                  </a:cubicBezTo>
                  <a:cubicBezTo>
                    <a:pt x="51914" y="98310"/>
                    <a:pt x="50535" y="99098"/>
                    <a:pt x="49479" y="99098"/>
                  </a:cubicBezTo>
                  <a:cubicBezTo>
                    <a:pt x="48422" y="98678"/>
                    <a:pt x="48055" y="97102"/>
                    <a:pt x="47366" y="97102"/>
                  </a:cubicBezTo>
                  <a:cubicBezTo>
                    <a:pt x="46309" y="97102"/>
                    <a:pt x="45941" y="98678"/>
                    <a:pt x="45252" y="98310"/>
                  </a:cubicBezTo>
                  <a:cubicBezTo>
                    <a:pt x="42771" y="97470"/>
                    <a:pt x="40704" y="95894"/>
                    <a:pt x="38591" y="93846"/>
                  </a:cubicBezTo>
                  <a:cubicBezTo>
                    <a:pt x="37534" y="93059"/>
                    <a:pt x="36477" y="92271"/>
                    <a:pt x="35788" y="91063"/>
                  </a:cubicBezTo>
                  <a:cubicBezTo>
                    <a:pt x="35421" y="90275"/>
                    <a:pt x="36845" y="89855"/>
                    <a:pt x="36845" y="89067"/>
                  </a:cubicBezTo>
                  <a:cubicBezTo>
                    <a:pt x="36845" y="88280"/>
                    <a:pt x="35421" y="87859"/>
                    <a:pt x="35421" y="87072"/>
                  </a:cubicBezTo>
                  <a:cubicBezTo>
                    <a:pt x="35053" y="85864"/>
                    <a:pt x="34732" y="84236"/>
                    <a:pt x="35421" y="83028"/>
                  </a:cubicBezTo>
                  <a:cubicBezTo>
                    <a:pt x="36110" y="82240"/>
                    <a:pt x="38223" y="83868"/>
                    <a:pt x="38591" y="82660"/>
                  </a:cubicBezTo>
                  <a:cubicBezTo>
                    <a:pt x="39647" y="79037"/>
                    <a:pt x="37534" y="75413"/>
                    <a:pt x="38591" y="71842"/>
                  </a:cubicBezTo>
                  <a:cubicBezTo>
                    <a:pt x="38912" y="70634"/>
                    <a:pt x="40336" y="73838"/>
                    <a:pt x="41393" y="73838"/>
                  </a:cubicBezTo>
                  <a:cubicBezTo>
                    <a:pt x="42082" y="73838"/>
                    <a:pt x="42082" y="72210"/>
                    <a:pt x="43139" y="71842"/>
                  </a:cubicBezTo>
                  <a:cubicBezTo>
                    <a:pt x="43506" y="71422"/>
                    <a:pt x="44885" y="71842"/>
                    <a:pt x="45252" y="71002"/>
                  </a:cubicBezTo>
                  <a:cubicBezTo>
                    <a:pt x="45574" y="69794"/>
                    <a:pt x="45252" y="67798"/>
                    <a:pt x="44885" y="66590"/>
                  </a:cubicBezTo>
                  <a:cubicBezTo>
                    <a:pt x="44196" y="65382"/>
                    <a:pt x="43139" y="64175"/>
                    <a:pt x="42082" y="64175"/>
                  </a:cubicBezTo>
                  <a:cubicBezTo>
                    <a:pt x="38223" y="64962"/>
                    <a:pt x="35053" y="69794"/>
                    <a:pt x="31194" y="69426"/>
                  </a:cubicBezTo>
                  <a:cubicBezTo>
                    <a:pt x="29448" y="69006"/>
                    <a:pt x="31562" y="64962"/>
                    <a:pt x="30872" y="62967"/>
                  </a:cubicBezTo>
                  <a:cubicBezTo>
                    <a:pt x="30505" y="61759"/>
                    <a:pt x="29448" y="60971"/>
                    <a:pt x="28759" y="60183"/>
                  </a:cubicBezTo>
                  <a:cubicBezTo>
                    <a:pt x="28070" y="59396"/>
                    <a:pt x="27335" y="58555"/>
                    <a:pt x="26646" y="58975"/>
                  </a:cubicBezTo>
                  <a:cubicBezTo>
                    <a:pt x="25957" y="58975"/>
                    <a:pt x="25957" y="60183"/>
                    <a:pt x="25267" y="60603"/>
                  </a:cubicBezTo>
                  <a:cubicBezTo>
                    <a:pt x="22787" y="61759"/>
                    <a:pt x="20673" y="62599"/>
                    <a:pt x="17871" y="63387"/>
                  </a:cubicBezTo>
                  <a:cubicBezTo>
                    <a:pt x="17503" y="63387"/>
                    <a:pt x="17182" y="62179"/>
                    <a:pt x="16814" y="61759"/>
                  </a:cubicBezTo>
                  <a:cubicBezTo>
                    <a:pt x="15758" y="61759"/>
                    <a:pt x="14701" y="61759"/>
                    <a:pt x="14379" y="62599"/>
                  </a:cubicBezTo>
                  <a:cubicBezTo>
                    <a:pt x="14012" y="63387"/>
                    <a:pt x="15758" y="64595"/>
                    <a:pt x="15068" y="64962"/>
                  </a:cubicBezTo>
                  <a:cubicBezTo>
                    <a:pt x="13644" y="65803"/>
                    <a:pt x="11898" y="64595"/>
                    <a:pt x="10520" y="64962"/>
                  </a:cubicBezTo>
                  <a:cubicBezTo>
                    <a:pt x="9785" y="65382"/>
                    <a:pt x="9096" y="65803"/>
                    <a:pt x="8407" y="66590"/>
                  </a:cubicBezTo>
                  <a:cubicBezTo>
                    <a:pt x="8039" y="67010"/>
                    <a:pt x="8407" y="67798"/>
                    <a:pt x="8039" y="68586"/>
                  </a:cubicBezTo>
                  <a:cubicBezTo>
                    <a:pt x="7718" y="69006"/>
                    <a:pt x="6983" y="68586"/>
                    <a:pt x="6294" y="68586"/>
                  </a:cubicBezTo>
                  <a:lnTo>
                    <a:pt x="6294" y="68586"/>
                  </a:lnTo>
                  <a:cubicBezTo>
                    <a:pt x="5237" y="68218"/>
                    <a:pt x="3491" y="68218"/>
                    <a:pt x="3491" y="66590"/>
                  </a:cubicBezTo>
                  <a:cubicBezTo>
                    <a:pt x="3124" y="64595"/>
                    <a:pt x="5926" y="62967"/>
                    <a:pt x="5604" y="60603"/>
                  </a:cubicBezTo>
                  <a:cubicBezTo>
                    <a:pt x="5604" y="59396"/>
                    <a:pt x="3491" y="59763"/>
                    <a:pt x="2802" y="58555"/>
                  </a:cubicBezTo>
                  <a:cubicBezTo>
                    <a:pt x="2434" y="58188"/>
                    <a:pt x="2434" y="57400"/>
                    <a:pt x="3124" y="56980"/>
                  </a:cubicBezTo>
                  <a:cubicBezTo>
                    <a:pt x="5237" y="56192"/>
                    <a:pt x="7350" y="55352"/>
                    <a:pt x="9785" y="54564"/>
                  </a:cubicBezTo>
                  <a:cubicBezTo>
                    <a:pt x="10842" y="54564"/>
                    <a:pt x="12955" y="56192"/>
                    <a:pt x="12955" y="54564"/>
                  </a:cubicBezTo>
                  <a:cubicBezTo>
                    <a:pt x="13323" y="52936"/>
                    <a:pt x="11577" y="51361"/>
                    <a:pt x="10520" y="50153"/>
                  </a:cubicBezTo>
                  <a:cubicBezTo>
                    <a:pt x="9785" y="49365"/>
                    <a:pt x="8774" y="48945"/>
                    <a:pt x="8039" y="48157"/>
                  </a:cubicBezTo>
                </a:path>
              </a:pathLst>
            </a:custGeom>
            <a:solidFill>
              <a:srgbClr val="FF0000"/>
            </a:solidFill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4" name="Shape 11224"/>
            <p:cNvSpPr/>
            <p:nvPr/>
          </p:nvSpPr>
          <p:spPr>
            <a:xfrm rot="3648446">
              <a:off x="9274815" y="3350387"/>
              <a:ext cx="493260" cy="3338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01401"/>
                  </a:moveTo>
                  <a:lnTo>
                    <a:pt x="0" y="101401"/>
                  </a:lnTo>
                  <a:cubicBezTo>
                    <a:pt x="950" y="99252"/>
                    <a:pt x="950" y="95700"/>
                    <a:pt x="2407" y="94953"/>
                  </a:cubicBezTo>
                  <a:cubicBezTo>
                    <a:pt x="4815" y="92803"/>
                    <a:pt x="8236" y="95700"/>
                    <a:pt x="10200" y="94205"/>
                  </a:cubicBezTo>
                  <a:cubicBezTo>
                    <a:pt x="11151" y="93551"/>
                    <a:pt x="7729" y="92803"/>
                    <a:pt x="7729" y="90654"/>
                  </a:cubicBezTo>
                  <a:cubicBezTo>
                    <a:pt x="7729" y="89252"/>
                    <a:pt x="9693" y="88504"/>
                    <a:pt x="10644" y="87102"/>
                  </a:cubicBezTo>
                  <a:lnTo>
                    <a:pt x="10644" y="87102"/>
                  </a:lnTo>
                  <a:cubicBezTo>
                    <a:pt x="12608" y="86355"/>
                    <a:pt x="14508" y="87102"/>
                    <a:pt x="15966" y="85700"/>
                  </a:cubicBezTo>
                  <a:cubicBezTo>
                    <a:pt x="16916" y="84299"/>
                    <a:pt x="15966" y="82149"/>
                    <a:pt x="16916" y="80654"/>
                  </a:cubicBezTo>
                  <a:cubicBezTo>
                    <a:pt x="17423" y="80000"/>
                    <a:pt x="18373" y="80000"/>
                    <a:pt x="19387" y="80000"/>
                  </a:cubicBezTo>
                  <a:cubicBezTo>
                    <a:pt x="19831" y="80654"/>
                    <a:pt x="19831" y="82803"/>
                    <a:pt x="20337" y="83551"/>
                  </a:cubicBezTo>
                  <a:cubicBezTo>
                    <a:pt x="23252" y="84299"/>
                    <a:pt x="26166" y="82803"/>
                    <a:pt x="29017" y="83551"/>
                  </a:cubicBezTo>
                  <a:cubicBezTo>
                    <a:pt x="30475" y="83551"/>
                    <a:pt x="31488" y="85700"/>
                    <a:pt x="32439" y="85700"/>
                  </a:cubicBezTo>
                  <a:cubicBezTo>
                    <a:pt x="33896" y="85700"/>
                    <a:pt x="35797" y="84953"/>
                    <a:pt x="36747" y="83551"/>
                  </a:cubicBezTo>
                  <a:cubicBezTo>
                    <a:pt x="37761" y="82803"/>
                    <a:pt x="36747" y="80000"/>
                    <a:pt x="37254" y="79252"/>
                  </a:cubicBezTo>
                  <a:cubicBezTo>
                    <a:pt x="37761" y="77850"/>
                    <a:pt x="39218" y="77102"/>
                    <a:pt x="40168" y="76355"/>
                  </a:cubicBezTo>
                  <a:cubicBezTo>
                    <a:pt x="41119" y="76355"/>
                    <a:pt x="42576" y="77850"/>
                    <a:pt x="43590" y="77850"/>
                  </a:cubicBezTo>
                  <a:cubicBezTo>
                    <a:pt x="44033" y="77850"/>
                    <a:pt x="45047" y="77850"/>
                    <a:pt x="45047" y="77102"/>
                  </a:cubicBezTo>
                  <a:cubicBezTo>
                    <a:pt x="45047" y="75700"/>
                    <a:pt x="43590" y="74299"/>
                    <a:pt x="44033" y="73551"/>
                  </a:cubicBezTo>
                  <a:cubicBezTo>
                    <a:pt x="44540" y="71401"/>
                    <a:pt x="47455" y="72803"/>
                    <a:pt x="47898" y="70654"/>
                  </a:cubicBezTo>
                  <a:cubicBezTo>
                    <a:pt x="48912" y="68504"/>
                    <a:pt x="47898" y="65700"/>
                    <a:pt x="47455" y="63551"/>
                  </a:cubicBezTo>
                  <a:cubicBezTo>
                    <a:pt x="46948" y="62149"/>
                    <a:pt x="45997" y="60654"/>
                    <a:pt x="45047" y="60000"/>
                  </a:cubicBezTo>
                  <a:cubicBezTo>
                    <a:pt x="43083" y="58598"/>
                    <a:pt x="40675" y="60654"/>
                    <a:pt x="38711" y="59252"/>
                  </a:cubicBezTo>
                  <a:cubicBezTo>
                    <a:pt x="37761" y="58598"/>
                    <a:pt x="38711" y="56448"/>
                    <a:pt x="38711" y="54953"/>
                  </a:cubicBezTo>
                  <a:cubicBezTo>
                    <a:pt x="38204" y="53551"/>
                    <a:pt x="36304" y="53551"/>
                    <a:pt x="36304" y="52149"/>
                  </a:cubicBezTo>
                  <a:cubicBezTo>
                    <a:pt x="36304" y="50000"/>
                    <a:pt x="37761" y="47850"/>
                    <a:pt x="38711" y="46448"/>
                  </a:cubicBezTo>
                  <a:cubicBezTo>
                    <a:pt x="39662" y="45700"/>
                    <a:pt x="41119" y="47850"/>
                    <a:pt x="42133" y="47850"/>
                  </a:cubicBezTo>
                  <a:cubicBezTo>
                    <a:pt x="43083" y="47102"/>
                    <a:pt x="44033" y="47102"/>
                    <a:pt x="44540" y="45700"/>
                  </a:cubicBezTo>
                  <a:cubicBezTo>
                    <a:pt x="45491" y="43551"/>
                    <a:pt x="45047" y="40000"/>
                    <a:pt x="45997" y="37102"/>
                  </a:cubicBezTo>
                  <a:cubicBezTo>
                    <a:pt x="46441" y="34953"/>
                    <a:pt x="47898" y="34299"/>
                    <a:pt x="48405" y="32897"/>
                  </a:cubicBezTo>
                  <a:cubicBezTo>
                    <a:pt x="48912" y="30747"/>
                    <a:pt x="47898" y="27102"/>
                    <a:pt x="50813" y="25046"/>
                  </a:cubicBezTo>
                  <a:lnTo>
                    <a:pt x="50813" y="25046"/>
                  </a:lnTo>
                  <a:cubicBezTo>
                    <a:pt x="62851" y="25046"/>
                    <a:pt x="74445" y="2149"/>
                    <a:pt x="86103" y="2149"/>
                  </a:cubicBezTo>
                  <a:cubicBezTo>
                    <a:pt x="93833" y="2149"/>
                    <a:pt x="94276" y="0"/>
                    <a:pt x="93326" y="13551"/>
                  </a:cubicBezTo>
                  <a:cubicBezTo>
                    <a:pt x="92882" y="23551"/>
                    <a:pt x="93833" y="32149"/>
                    <a:pt x="101562" y="32897"/>
                  </a:cubicBezTo>
                  <a:cubicBezTo>
                    <a:pt x="105427" y="34299"/>
                    <a:pt x="119936" y="46448"/>
                    <a:pt x="113157" y="51401"/>
                  </a:cubicBezTo>
                  <a:cubicBezTo>
                    <a:pt x="110749" y="52803"/>
                    <a:pt x="108342" y="58598"/>
                    <a:pt x="105934" y="60654"/>
                  </a:cubicBezTo>
                  <a:cubicBezTo>
                    <a:pt x="103526" y="64299"/>
                    <a:pt x="95290" y="70654"/>
                    <a:pt x="92375" y="71401"/>
                  </a:cubicBezTo>
                  <a:cubicBezTo>
                    <a:pt x="86103" y="72149"/>
                    <a:pt x="87053" y="68504"/>
                    <a:pt x="82682" y="65700"/>
                  </a:cubicBezTo>
                  <a:cubicBezTo>
                    <a:pt x="79324" y="63551"/>
                    <a:pt x="69123" y="78504"/>
                    <a:pt x="66272" y="81401"/>
                  </a:cubicBezTo>
                  <a:cubicBezTo>
                    <a:pt x="64308" y="83551"/>
                    <a:pt x="60950" y="87102"/>
                    <a:pt x="59936" y="90000"/>
                  </a:cubicBezTo>
                  <a:cubicBezTo>
                    <a:pt x="58479" y="94953"/>
                    <a:pt x="60443" y="99252"/>
                    <a:pt x="57022" y="103551"/>
                  </a:cubicBezTo>
                  <a:cubicBezTo>
                    <a:pt x="55564" y="106355"/>
                    <a:pt x="52270" y="107850"/>
                    <a:pt x="49862" y="106355"/>
                  </a:cubicBezTo>
                  <a:cubicBezTo>
                    <a:pt x="46948" y="104953"/>
                    <a:pt x="40675" y="110000"/>
                    <a:pt x="38204" y="112056"/>
                  </a:cubicBezTo>
                  <a:cubicBezTo>
                    <a:pt x="35797" y="112803"/>
                    <a:pt x="37254" y="119906"/>
                    <a:pt x="32882" y="115700"/>
                  </a:cubicBezTo>
                  <a:cubicBezTo>
                    <a:pt x="30982" y="113551"/>
                    <a:pt x="27117" y="112056"/>
                    <a:pt x="24709" y="112056"/>
                  </a:cubicBezTo>
                  <a:cubicBezTo>
                    <a:pt x="20337" y="111401"/>
                    <a:pt x="18373" y="107102"/>
                    <a:pt x="13558" y="107102"/>
                  </a:cubicBezTo>
                  <a:cubicBezTo>
                    <a:pt x="10200" y="107102"/>
                    <a:pt x="6272" y="108504"/>
                    <a:pt x="2914" y="108504"/>
                  </a:cubicBezTo>
                  <a:lnTo>
                    <a:pt x="2914" y="108504"/>
                  </a:lnTo>
                  <a:cubicBezTo>
                    <a:pt x="0" y="101401"/>
                    <a:pt x="0" y="101401"/>
                    <a:pt x="0" y="10140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5" name="Shape 11225"/>
            <p:cNvSpPr/>
            <p:nvPr/>
          </p:nvSpPr>
          <p:spPr>
            <a:xfrm rot="3648446">
              <a:off x="9284627" y="3289497"/>
              <a:ext cx="125036" cy="9980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3278" y="119686"/>
                  </a:moveTo>
                  <a:lnTo>
                    <a:pt x="53278" y="119686"/>
                  </a:lnTo>
                  <a:cubicBezTo>
                    <a:pt x="57012" y="112480"/>
                    <a:pt x="57012" y="100574"/>
                    <a:pt x="62738" y="98067"/>
                  </a:cubicBezTo>
                  <a:cubicBezTo>
                    <a:pt x="72199" y="90861"/>
                    <a:pt x="85643" y="100574"/>
                    <a:pt x="93360" y="95561"/>
                  </a:cubicBezTo>
                  <a:cubicBezTo>
                    <a:pt x="97095" y="93368"/>
                    <a:pt x="83651" y="90861"/>
                    <a:pt x="83651" y="83655"/>
                  </a:cubicBezTo>
                  <a:cubicBezTo>
                    <a:pt x="83651" y="78955"/>
                    <a:pt x="91369" y="76449"/>
                    <a:pt x="95103" y="71749"/>
                  </a:cubicBezTo>
                  <a:lnTo>
                    <a:pt x="95103" y="71749"/>
                  </a:lnTo>
                  <a:cubicBezTo>
                    <a:pt x="95103" y="64543"/>
                    <a:pt x="89377" y="55143"/>
                    <a:pt x="93360" y="47937"/>
                  </a:cubicBezTo>
                  <a:cubicBezTo>
                    <a:pt x="95103" y="40731"/>
                    <a:pt x="106556" y="42924"/>
                    <a:pt x="110290" y="35718"/>
                  </a:cubicBezTo>
                  <a:cubicBezTo>
                    <a:pt x="114024" y="31018"/>
                    <a:pt x="119751" y="23812"/>
                    <a:pt x="118008" y="16605"/>
                  </a:cubicBezTo>
                  <a:cubicBezTo>
                    <a:pt x="118008" y="9399"/>
                    <a:pt x="110290" y="9399"/>
                    <a:pt x="104564" y="9399"/>
                  </a:cubicBezTo>
                  <a:cubicBezTo>
                    <a:pt x="100829" y="9399"/>
                    <a:pt x="100829" y="16605"/>
                    <a:pt x="97095" y="16605"/>
                  </a:cubicBezTo>
                  <a:cubicBezTo>
                    <a:pt x="93360" y="16605"/>
                    <a:pt x="89377" y="14412"/>
                    <a:pt x="87634" y="14412"/>
                  </a:cubicBezTo>
                  <a:cubicBezTo>
                    <a:pt x="83651" y="16605"/>
                    <a:pt x="83651" y="23812"/>
                    <a:pt x="79917" y="23812"/>
                  </a:cubicBezTo>
                  <a:cubicBezTo>
                    <a:pt x="72199" y="23812"/>
                    <a:pt x="64730" y="23812"/>
                    <a:pt x="57012" y="19112"/>
                  </a:cubicBezTo>
                  <a:cubicBezTo>
                    <a:pt x="53278" y="16605"/>
                    <a:pt x="53278" y="9399"/>
                    <a:pt x="49543" y="4699"/>
                  </a:cubicBezTo>
                  <a:cubicBezTo>
                    <a:pt x="47551" y="2193"/>
                    <a:pt x="45560" y="0"/>
                    <a:pt x="43817" y="2193"/>
                  </a:cubicBezTo>
                  <a:cubicBezTo>
                    <a:pt x="34356" y="4699"/>
                    <a:pt x="26639" y="11906"/>
                    <a:pt x="17178" y="16605"/>
                  </a:cubicBezTo>
                  <a:lnTo>
                    <a:pt x="17178" y="16605"/>
                  </a:lnTo>
                  <a:cubicBezTo>
                    <a:pt x="15186" y="21618"/>
                    <a:pt x="9460" y="23812"/>
                    <a:pt x="7717" y="28825"/>
                  </a:cubicBezTo>
                  <a:cubicBezTo>
                    <a:pt x="5726" y="38224"/>
                    <a:pt x="7717" y="45430"/>
                    <a:pt x="7717" y="55143"/>
                  </a:cubicBezTo>
                  <a:cubicBezTo>
                    <a:pt x="7717" y="59843"/>
                    <a:pt x="7717" y="64543"/>
                    <a:pt x="7717" y="67049"/>
                  </a:cubicBezTo>
                  <a:cubicBezTo>
                    <a:pt x="5726" y="71749"/>
                    <a:pt x="1991" y="69242"/>
                    <a:pt x="0" y="71749"/>
                  </a:cubicBezTo>
                  <a:cubicBezTo>
                    <a:pt x="0" y="76449"/>
                    <a:pt x="1991" y="81462"/>
                    <a:pt x="3983" y="83655"/>
                  </a:cubicBezTo>
                  <a:cubicBezTo>
                    <a:pt x="9460" y="88355"/>
                    <a:pt x="19170" y="90861"/>
                    <a:pt x="26639" y="95561"/>
                  </a:cubicBezTo>
                  <a:lnTo>
                    <a:pt x="26639" y="95561"/>
                  </a:lnTo>
                  <a:cubicBezTo>
                    <a:pt x="53278" y="119686"/>
                    <a:pt x="53278" y="119686"/>
                    <a:pt x="53278" y="11968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6" name="Shape 11226"/>
            <p:cNvSpPr/>
            <p:nvPr/>
          </p:nvSpPr>
          <p:spPr>
            <a:xfrm rot="3648446">
              <a:off x="9086286" y="2873567"/>
              <a:ext cx="425581" cy="42560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5867" y="94694"/>
                  </a:moveTo>
                  <a:lnTo>
                    <a:pt x="35867" y="94694"/>
                  </a:lnTo>
                  <a:cubicBezTo>
                    <a:pt x="37555" y="95281"/>
                    <a:pt x="39242" y="95794"/>
                    <a:pt x="41442" y="96381"/>
                  </a:cubicBezTo>
                  <a:cubicBezTo>
                    <a:pt x="42029" y="96381"/>
                    <a:pt x="43129" y="95794"/>
                    <a:pt x="43716" y="96381"/>
                  </a:cubicBezTo>
                  <a:cubicBezTo>
                    <a:pt x="44816" y="96381"/>
                    <a:pt x="44816" y="97481"/>
                    <a:pt x="45990" y="98068"/>
                  </a:cubicBezTo>
                  <a:cubicBezTo>
                    <a:pt x="47090" y="98655"/>
                    <a:pt x="49290" y="97481"/>
                    <a:pt x="49877" y="99168"/>
                  </a:cubicBezTo>
                  <a:cubicBezTo>
                    <a:pt x="50464" y="99755"/>
                    <a:pt x="47603" y="99755"/>
                    <a:pt x="47090" y="100855"/>
                  </a:cubicBezTo>
                  <a:cubicBezTo>
                    <a:pt x="47090" y="104229"/>
                    <a:pt x="48190" y="107017"/>
                    <a:pt x="49290" y="109804"/>
                  </a:cubicBezTo>
                  <a:cubicBezTo>
                    <a:pt x="49877" y="110391"/>
                    <a:pt x="50977" y="109290"/>
                    <a:pt x="51564" y="109804"/>
                  </a:cubicBezTo>
                  <a:cubicBezTo>
                    <a:pt x="53251" y="111491"/>
                    <a:pt x="53251" y="113765"/>
                    <a:pt x="54938" y="115452"/>
                  </a:cubicBezTo>
                  <a:cubicBezTo>
                    <a:pt x="55452" y="115965"/>
                    <a:pt x="56625" y="115965"/>
                    <a:pt x="57139" y="116552"/>
                  </a:cubicBezTo>
                  <a:lnTo>
                    <a:pt x="57139" y="116552"/>
                  </a:lnTo>
                  <a:cubicBezTo>
                    <a:pt x="58826" y="115965"/>
                    <a:pt x="59926" y="114278"/>
                    <a:pt x="61613" y="114865"/>
                  </a:cubicBezTo>
                  <a:cubicBezTo>
                    <a:pt x="63300" y="115452"/>
                    <a:pt x="63887" y="118239"/>
                    <a:pt x="65574" y="118826"/>
                  </a:cubicBezTo>
                  <a:cubicBezTo>
                    <a:pt x="66088" y="119926"/>
                    <a:pt x="67775" y="119926"/>
                    <a:pt x="68948" y="119339"/>
                  </a:cubicBezTo>
                  <a:cubicBezTo>
                    <a:pt x="70635" y="118826"/>
                    <a:pt x="71149" y="117139"/>
                    <a:pt x="72322" y="115452"/>
                  </a:cubicBezTo>
                  <a:cubicBezTo>
                    <a:pt x="72322" y="114865"/>
                    <a:pt x="72322" y="113178"/>
                    <a:pt x="71735" y="112078"/>
                  </a:cubicBezTo>
                  <a:cubicBezTo>
                    <a:pt x="71735" y="110391"/>
                    <a:pt x="70048" y="108190"/>
                    <a:pt x="70048" y="106503"/>
                  </a:cubicBezTo>
                  <a:cubicBezTo>
                    <a:pt x="70048" y="105916"/>
                    <a:pt x="70635" y="105330"/>
                    <a:pt x="71149" y="105330"/>
                  </a:cubicBezTo>
                  <a:cubicBezTo>
                    <a:pt x="72322" y="105916"/>
                    <a:pt x="73422" y="107017"/>
                    <a:pt x="75110" y="107017"/>
                  </a:cubicBezTo>
                  <a:cubicBezTo>
                    <a:pt x="75623" y="107603"/>
                    <a:pt x="77310" y="107017"/>
                    <a:pt x="78484" y="107017"/>
                  </a:cubicBezTo>
                  <a:cubicBezTo>
                    <a:pt x="78997" y="107603"/>
                    <a:pt x="80097" y="109290"/>
                    <a:pt x="81271" y="108704"/>
                  </a:cubicBezTo>
                  <a:cubicBezTo>
                    <a:pt x="82958" y="108190"/>
                    <a:pt x="83471" y="105330"/>
                    <a:pt x="85158" y="105330"/>
                  </a:cubicBezTo>
                  <a:cubicBezTo>
                    <a:pt x="86259" y="105330"/>
                    <a:pt x="85745" y="108190"/>
                    <a:pt x="86259" y="109290"/>
                  </a:cubicBezTo>
                  <a:lnTo>
                    <a:pt x="86259" y="109290"/>
                  </a:lnTo>
                  <a:cubicBezTo>
                    <a:pt x="87946" y="108704"/>
                    <a:pt x="89633" y="108704"/>
                    <a:pt x="91320" y="107603"/>
                  </a:cubicBezTo>
                  <a:cubicBezTo>
                    <a:pt x="91907" y="107603"/>
                    <a:pt x="91907" y="105916"/>
                    <a:pt x="92493" y="105916"/>
                  </a:cubicBezTo>
                  <a:cubicBezTo>
                    <a:pt x="95281" y="105330"/>
                    <a:pt x="98068" y="105916"/>
                    <a:pt x="100855" y="105330"/>
                  </a:cubicBezTo>
                  <a:lnTo>
                    <a:pt x="100855" y="105330"/>
                  </a:lnTo>
                  <a:cubicBezTo>
                    <a:pt x="101442" y="104229"/>
                    <a:pt x="101955" y="102542"/>
                    <a:pt x="103129" y="102542"/>
                  </a:cubicBezTo>
                  <a:cubicBezTo>
                    <a:pt x="105916" y="102029"/>
                    <a:pt x="109290" y="103129"/>
                    <a:pt x="112665" y="103129"/>
                  </a:cubicBezTo>
                  <a:cubicBezTo>
                    <a:pt x="114278" y="103129"/>
                    <a:pt x="116552" y="103129"/>
                    <a:pt x="118239" y="102029"/>
                  </a:cubicBezTo>
                  <a:cubicBezTo>
                    <a:pt x="119339" y="102029"/>
                    <a:pt x="119926" y="100855"/>
                    <a:pt x="119339" y="100342"/>
                  </a:cubicBezTo>
                  <a:cubicBezTo>
                    <a:pt x="119339" y="99168"/>
                    <a:pt x="117139" y="98655"/>
                    <a:pt x="116552" y="96968"/>
                  </a:cubicBezTo>
                  <a:cubicBezTo>
                    <a:pt x="116552" y="94694"/>
                    <a:pt x="118239" y="93007"/>
                    <a:pt x="119339" y="91320"/>
                  </a:cubicBezTo>
                  <a:lnTo>
                    <a:pt x="119339" y="91320"/>
                  </a:lnTo>
                  <a:cubicBezTo>
                    <a:pt x="117139" y="90220"/>
                    <a:pt x="114278" y="89633"/>
                    <a:pt x="112665" y="88533"/>
                  </a:cubicBezTo>
                  <a:cubicBezTo>
                    <a:pt x="112078" y="88019"/>
                    <a:pt x="111491" y="86845"/>
                    <a:pt x="111491" y="85745"/>
                  </a:cubicBezTo>
                  <a:cubicBezTo>
                    <a:pt x="112078" y="85158"/>
                    <a:pt x="113178" y="85745"/>
                    <a:pt x="113765" y="84645"/>
                  </a:cubicBezTo>
                  <a:cubicBezTo>
                    <a:pt x="113765" y="84058"/>
                    <a:pt x="113765" y="82958"/>
                    <a:pt x="113765" y="81858"/>
                  </a:cubicBezTo>
                  <a:cubicBezTo>
                    <a:pt x="113765" y="79584"/>
                    <a:pt x="113178" y="77897"/>
                    <a:pt x="113765" y="75696"/>
                  </a:cubicBezTo>
                  <a:cubicBezTo>
                    <a:pt x="114278" y="74523"/>
                    <a:pt x="115965" y="74009"/>
                    <a:pt x="116552" y="72836"/>
                  </a:cubicBezTo>
                  <a:lnTo>
                    <a:pt x="116552" y="72836"/>
                  </a:lnTo>
                  <a:cubicBezTo>
                    <a:pt x="115965" y="71149"/>
                    <a:pt x="116552" y="68361"/>
                    <a:pt x="114865" y="66674"/>
                  </a:cubicBezTo>
                  <a:cubicBezTo>
                    <a:pt x="114278" y="66161"/>
                    <a:pt x="113178" y="68948"/>
                    <a:pt x="112078" y="68361"/>
                  </a:cubicBezTo>
                  <a:cubicBezTo>
                    <a:pt x="110977" y="68361"/>
                    <a:pt x="110977" y="66161"/>
                    <a:pt x="109804" y="65574"/>
                  </a:cubicBezTo>
                  <a:cubicBezTo>
                    <a:pt x="108117" y="64987"/>
                    <a:pt x="106430" y="66674"/>
                    <a:pt x="104743" y="65574"/>
                  </a:cubicBezTo>
                  <a:cubicBezTo>
                    <a:pt x="101955" y="63374"/>
                    <a:pt x="100855" y="58826"/>
                    <a:pt x="97481" y="56039"/>
                  </a:cubicBezTo>
                  <a:cubicBezTo>
                    <a:pt x="96381" y="55525"/>
                    <a:pt x="94180" y="56625"/>
                    <a:pt x="92493" y="56625"/>
                  </a:cubicBezTo>
                  <a:cubicBezTo>
                    <a:pt x="90806" y="56039"/>
                    <a:pt x="90220" y="53838"/>
                    <a:pt x="89119" y="53838"/>
                  </a:cubicBezTo>
                  <a:cubicBezTo>
                    <a:pt x="87432" y="53838"/>
                    <a:pt x="86845" y="56039"/>
                    <a:pt x="85745" y="55525"/>
                  </a:cubicBezTo>
                  <a:cubicBezTo>
                    <a:pt x="81784" y="54352"/>
                    <a:pt x="78484" y="52151"/>
                    <a:pt x="75110" y="49290"/>
                  </a:cubicBezTo>
                  <a:cubicBezTo>
                    <a:pt x="73422" y="48190"/>
                    <a:pt x="71735" y="47090"/>
                    <a:pt x="70635" y="45403"/>
                  </a:cubicBezTo>
                  <a:cubicBezTo>
                    <a:pt x="70048" y="44303"/>
                    <a:pt x="72322" y="43716"/>
                    <a:pt x="72322" y="42616"/>
                  </a:cubicBezTo>
                  <a:cubicBezTo>
                    <a:pt x="72322" y="41515"/>
                    <a:pt x="70048" y="40929"/>
                    <a:pt x="70048" y="39828"/>
                  </a:cubicBezTo>
                  <a:cubicBezTo>
                    <a:pt x="69462" y="38141"/>
                    <a:pt x="68948" y="35867"/>
                    <a:pt x="70048" y="34180"/>
                  </a:cubicBezTo>
                  <a:cubicBezTo>
                    <a:pt x="71149" y="33080"/>
                    <a:pt x="74523" y="35354"/>
                    <a:pt x="75110" y="33667"/>
                  </a:cubicBezTo>
                  <a:cubicBezTo>
                    <a:pt x="76797" y="28606"/>
                    <a:pt x="73422" y="23545"/>
                    <a:pt x="75110" y="18557"/>
                  </a:cubicBezTo>
                  <a:cubicBezTo>
                    <a:pt x="75623" y="16870"/>
                    <a:pt x="77897" y="21344"/>
                    <a:pt x="79584" y="21344"/>
                  </a:cubicBezTo>
                  <a:cubicBezTo>
                    <a:pt x="80684" y="21344"/>
                    <a:pt x="80684" y="19070"/>
                    <a:pt x="82371" y="18557"/>
                  </a:cubicBezTo>
                  <a:cubicBezTo>
                    <a:pt x="82958" y="17970"/>
                    <a:pt x="85158" y="18557"/>
                    <a:pt x="85745" y="17383"/>
                  </a:cubicBezTo>
                  <a:cubicBezTo>
                    <a:pt x="86259" y="15696"/>
                    <a:pt x="85745" y="12909"/>
                    <a:pt x="85158" y="11222"/>
                  </a:cubicBezTo>
                  <a:cubicBezTo>
                    <a:pt x="84058" y="9535"/>
                    <a:pt x="82371" y="7848"/>
                    <a:pt x="80684" y="7848"/>
                  </a:cubicBezTo>
                  <a:cubicBezTo>
                    <a:pt x="74523" y="8948"/>
                    <a:pt x="69462" y="15696"/>
                    <a:pt x="63300" y="15183"/>
                  </a:cubicBezTo>
                  <a:cubicBezTo>
                    <a:pt x="60513" y="14596"/>
                    <a:pt x="63887" y="8948"/>
                    <a:pt x="62787" y="6161"/>
                  </a:cubicBezTo>
                  <a:cubicBezTo>
                    <a:pt x="62200" y="4474"/>
                    <a:pt x="60513" y="3374"/>
                    <a:pt x="59413" y="2273"/>
                  </a:cubicBezTo>
                  <a:cubicBezTo>
                    <a:pt x="58312" y="1173"/>
                    <a:pt x="57139" y="0"/>
                    <a:pt x="56039" y="586"/>
                  </a:cubicBezTo>
                  <a:cubicBezTo>
                    <a:pt x="54938" y="586"/>
                    <a:pt x="54938" y="2273"/>
                    <a:pt x="53838" y="2860"/>
                  </a:cubicBezTo>
                  <a:cubicBezTo>
                    <a:pt x="49877" y="4474"/>
                    <a:pt x="46503" y="5647"/>
                    <a:pt x="42029" y="6748"/>
                  </a:cubicBezTo>
                  <a:cubicBezTo>
                    <a:pt x="41442" y="6748"/>
                    <a:pt x="40929" y="5061"/>
                    <a:pt x="40342" y="4474"/>
                  </a:cubicBezTo>
                  <a:cubicBezTo>
                    <a:pt x="38655" y="4474"/>
                    <a:pt x="36968" y="4474"/>
                    <a:pt x="36454" y="5647"/>
                  </a:cubicBezTo>
                  <a:cubicBezTo>
                    <a:pt x="35867" y="6748"/>
                    <a:pt x="38655" y="8435"/>
                    <a:pt x="37555" y="8948"/>
                  </a:cubicBezTo>
                  <a:cubicBezTo>
                    <a:pt x="35281" y="10122"/>
                    <a:pt x="32493" y="8435"/>
                    <a:pt x="30293" y="8948"/>
                  </a:cubicBezTo>
                  <a:cubicBezTo>
                    <a:pt x="29119" y="9535"/>
                    <a:pt x="28019" y="10122"/>
                    <a:pt x="26919" y="11222"/>
                  </a:cubicBezTo>
                  <a:cubicBezTo>
                    <a:pt x="26332" y="11809"/>
                    <a:pt x="26919" y="12909"/>
                    <a:pt x="26332" y="14009"/>
                  </a:cubicBezTo>
                  <a:cubicBezTo>
                    <a:pt x="25819" y="14596"/>
                    <a:pt x="24645" y="14009"/>
                    <a:pt x="23545" y="14009"/>
                  </a:cubicBezTo>
                  <a:lnTo>
                    <a:pt x="23545" y="14009"/>
                  </a:lnTo>
                  <a:cubicBezTo>
                    <a:pt x="22444" y="15183"/>
                    <a:pt x="21858" y="17383"/>
                    <a:pt x="20171" y="17383"/>
                  </a:cubicBezTo>
                  <a:cubicBezTo>
                    <a:pt x="19070" y="17970"/>
                    <a:pt x="17970" y="16283"/>
                    <a:pt x="16283" y="16283"/>
                  </a:cubicBezTo>
                  <a:cubicBezTo>
                    <a:pt x="15110" y="16283"/>
                    <a:pt x="14596" y="16870"/>
                    <a:pt x="14009" y="17383"/>
                  </a:cubicBezTo>
                  <a:cubicBezTo>
                    <a:pt x="12909" y="18557"/>
                    <a:pt x="14009" y="20757"/>
                    <a:pt x="12909" y="21858"/>
                  </a:cubicBezTo>
                  <a:cubicBezTo>
                    <a:pt x="12322" y="23031"/>
                    <a:pt x="10635" y="21344"/>
                    <a:pt x="10122" y="21858"/>
                  </a:cubicBezTo>
                  <a:cubicBezTo>
                    <a:pt x="7334" y="24132"/>
                    <a:pt x="5061" y="27506"/>
                    <a:pt x="2787" y="30293"/>
                  </a:cubicBezTo>
                  <a:cubicBezTo>
                    <a:pt x="2273" y="31393"/>
                    <a:pt x="0" y="33080"/>
                    <a:pt x="586" y="34767"/>
                  </a:cubicBezTo>
                  <a:cubicBezTo>
                    <a:pt x="1687" y="37555"/>
                    <a:pt x="5647" y="38655"/>
                    <a:pt x="7334" y="41515"/>
                  </a:cubicBezTo>
                  <a:cubicBezTo>
                    <a:pt x="7848" y="42029"/>
                    <a:pt x="6161" y="43716"/>
                    <a:pt x="7334" y="44303"/>
                  </a:cubicBezTo>
                  <a:cubicBezTo>
                    <a:pt x="9022" y="44816"/>
                    <a:pt x="11222" y="43202"/>
                    <a:pt x="13496" y="43716"/>
                  </a:cubicBezTo>
                  <a:cubicBezTo>
                    <a:pt x="15696" y="43716"/>
                    <a:pt x="19070" y="43202"/>
                    <a:pt x="21271" y="44816"/>
                  </a:cubicBezTo>
                  <a:cubicBezTo>
                    <a:pt x="22444" y="45990"/>
                    <a:pt x="19584" y="47677"/>
                    <a:pt x="19584" y="49290"/>
                  </a:cubicBezTo>
                  <a:cubicBezTo>
                    <a:pt x="19584" y="50977"/>
                    <a:pt x="21858" y="52665"/>
                    <a:pt x="20757" y="54352"/>
                  </a:cubicBezTo>
                  <a:cubicBezTo>
                    <a:pt x="20757" y="55525"/>
                    <a:pt x="17383" y="53251"/>
                    <a:pt x="17383" y="54352"/>
                  </a:cubicBezTo>
                  <a:cubicBezTo>
                    <a:pt x="16283" y="57726"/>
                    <a:pt x="18484" y="61100"/>
                    <a:pt x="18484" y="64474"/>
                  </a:cubicBezTo>
                  <a:cubicBezTo>
                    <a:pt x="18484" y="66674"/>
                    <a:pt x="17383" y="68948"/>
                    <a:pt x="17970" y="70635"/>
                  </a:cubicBezTo>
                  <a:cubicBezTo>
                    <a:pt x="17970" y="73422"/>
                    <a:pt x="19584" y="75696"/>
                    <a:pt x="20757" y="77897"/>
                  </a:cubicBezTo>
                  <a:cubicBezTo>
                    <a:pt x="21858" y="80684"/>
                    <a:pt x="21858" y="84645"/>
                    <a:pt x="24132" y="86845"/>
                  </a:cubicBezTo>
                  <a:cubicBezTo>
                    <a:pt x="26332" y="89119"/>
                    <a:pt x="30293" y="86845"/>
                    <a:pt x="32493" y="88533"/>
                  </a:cubicBezTo>
                  <a:cubicBezTo>
                    <a:pt x="34180" y="89633"/>
                    <a:pt x="34767" y="92493"/>
                    <a:pt x="35867" y="94694"/>
                  </a:cubicBezTo>
                </a:path>
              </a:pathLst>
            </a:custGeom>
            <a:solidFill>
              <a:srgbClr val="FF0000"/>
            </a:solidFill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7" name="Shape 11227"/>
            <p:cNvSpPr/>
            <p:nvPr/>
          </p:nvSpPr>
          <p:spPr>
            <a:xfrm rot="3648446">
              <a:off x="6838594" y="6375594"/>
              <a:ext cx="95210" cy="676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673" y="119540"/>
                  </a:moveTo>
                  <a:lnTo>
                    <a:pt x="104673" y="119540"/>
                  </a:lnTo>
                  <a:cubicBezTo>
                    <a:pt x="109565" y="108965"/>
                    <a:pt x="119673" y="91494"/>
                    <a:pt x="119673" y="80919"/>
                  </a:cubicBezTo>
                  <a:cubicBezTo>
                    <a:pt x="119673" y="70344"/>
                    <a:pt x="117065" y="59770"/>
                    <a:pt x="109565" y="56551"/>
                  </a:cubicBezTo>
                  <a:cubicBezTo>
                    <a:pt x="104673" y="52873"/>
                    <a:pt x="94565" y="63448"/>
                    <a:pt x="89673" y="56551"/>
                  </a:cubicBezTo>
                  <a:cubicBezTo>
                    <a:pt x="84782" y="49195"/>
                    <a:pt x="89673" y="31724"/>
                    <a:pt x="84782" y="24827"/>
                  </a:cubicBezTo>
                  <a:cubicBezTo>
                    <a:pt x="79565" y="14252"/>
                    <a:pt x="67173" y="14252"/>
                    <a:pt x="59673" y="10574"/>
                  </a:cubicBezTo>
                  <a:lnTo>
                    <a:pt x="59673" y="10574"/>
                  </a:lnTo>
                  <a:cubicBezTo>
                    <a:pt x="52500" y="6896"/>
                    <a:pt x="45000" y="0"/>
                    <a:pt x="37500" y="3678"/>
                  </a:cubicBezTo>
                  <a:cubicBezTo>
                    <a:pt x="32282" y="3678"/>
                    <a:pt x="34891" y="21149"/>
                    <a:pt x="30000" y="24827"/>
                  </a:cubicBezTo>
                  <a:cubicBezTo>
                    <a:pt x="22500" y="31724"/>
                    <a:pt x="7500" y="14252"/>
                    <a:pt x="4891" y="24827"/>
                  </a:cubicBezTo>
                  <a:cubicBezTo>
                    <a:pt x="0" y="42298"/>
                    <a:pt x="15000" y="74022"/>
                    <a:pt x="19891" y="91494"/>
                  </a:cubicBezTo>
                  <a:lnTo>
                    <a:pt x="19891" y="91494"/>
                  </a:lnTo>
                  <a:cubicBezTo>
                    <a:pt x="49891" y="95172"/>
                    <a:pt x="77282" y="105287"/>
                    <a:pt x="104673" y="11954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8" name="Shape 11228"/>
            <p:cNvSpPr/>
            <p:nvPr/>
          </p:nvSpPr>
          <p:spPr>
            <a:xfrm rot="3648446">
              <a:off x="6833107" y="6413472"/>
              <a:ext cx="409521" cy="29023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666" y="4189"/>
                  </a:moveTo>
                  <a:lnTo>
                    <a:pt x="18666" y="4189"/>
                  </a:lnTo>
                  <a:cubicBezTo>
                    <a:pt x="22171" y="2470"/>
                    <a:pt x="22171" y="2470"/>
                    <a:pt x="22171" y="2470"/>
                  </a:cubicBezTo>
                  <a:lnTo>
                    <a:pt x="22171" y="2470"/>
                  </a:lnTo>
                  <a:cubicBezTo>
                    <a:pt x="26209" y="2470"/>
                    <a:pt x="30857" y="0"/>
                    <a:pt x="34361" y="1718"/>
                  </a:cubicBezTo>
                  <a:cubicBezTo>
                    <a:pt x="36114" y="3330"/>
                    <a:pt x="33752" y="9024"/>
                    <a:pt x="35504" y="9883"/>
                  </a:cubicBezTo>
                  <a:cubicBezTo>
                    <a:pt x="39009" y="11495"/>
                    <a:pt x="43123" y="9883"/>
                    <a:pt x="46552" y="9024"/>
                  </a:cubicBezTo>
                  <a:cubicBezTo>
                    <a:pt x="49523" y="9024"/>
                    <a:pt x="52419" y="7412"/>
                    <a:pt x="55314" y="9024"/>
                  </a:cubicBezTo>
                  <a:cubicBezTo>
                    <a:pt x="57676" y="10743"/>
                    <a:pt x="58819" y="14825"/>
                    <a:pt x="60571" y="17296"/>
                  </a:cubicBezTo>
                  <a:cubicBezTo>
                    <a:pt x="63466" y="20519"/>
                    <a:pt x="66361" y="22238"/>
                    <a:pt x="69257" y="24709"/>
                  </a:cubicBezTo>
                  <a:cubicBezTo>
                    <a:pt x="71009" y="27179"/>
                    <a:pt x="71619" y="30402"/>
                    <a:pt x="73371" y="32014"/>
                  </a:cubicBezTo>
                  <a:cubicBezTo>
                    <a:pt x="76266" y="35344"/>
                    <a:pt x="79771" y="38567"/>
                    <a:pt x="83809" y="40286"/>
                  </a:cubicBezTo>
                  <a:cubicBezTo>
                    <a:pt x="86780" y="40286"/>
                    <a:pt x="89066" y="36096"/>
                    <a:pt x="91961" y="36096"/>
                  </a:cubicBezTo>
                  <a:cubicBezTo>
                    <a:pt x="94323" y="36096"/>
                    <a:pt x="96076" y="39427"/>
                    <a:pt x="98361" y="40286"/>
                  </a:cubicBezTo>
                  <a:cubicBezTo>
                    <a:pt x="100723" y="40286"/>
                    <a:pt x="103619" y="36956"/>
                    <a:pt x="105980" y="38567"/>
                  </a:cubicBezTo>
                  <a:cubicBezTo>
                    <a:pt x="109409" y="41897"/>
                    <a:pt x="110628" y="50062"/>
                    <a:pt x="114057" y="54252"/>
                  </a:cubicBezTo>
                  <a:cubicBezTo>
                    <a:pt x="115276" y="55863"/>
                    <a:pt x="118171" y="51781"/>
                    <a:pt x="119314" y="54252"/>
                  </a:cubicBezTo>
                  <a:cubicBezTo>
                    <a:pt x="119923" y="56723"/>
                    <a:pt x="117561" y="63276"/>
                    <a:pt x="117561" y="65640"/>
                  </a:cubicBezTo>
                  <a:lnTo>
                    <a:pt x="117561" y="65640"/>
                  </a:lnTo>
                  <a:cubicBezTo>
                    <a:pt x="113523" y="64888"/>
                    <a:pt x="108876" y="63276"/>
                    <a:pt x="105980" y="64888"/>
                  </a:cubicBezTo>
                  <a:cubicBezTo>
                    <a:pt x="99504" y="68111"/>
                    <a:pt x="96609" y="78854"/>
                    <a:pt x="90819" y="83795"/>
                  </a:cubicBezTo>
                  <a:cubicBezTo>
                    <a:pt x="88457" y="85407"/>
                    <a:pt x="88457" y="85407"/>
                    <a:pt x="88457" y="85407"/>
                  </a:cubicBezTo>
                  <a:cubicBezTo>
                    <a:pt x="71009" y="89489"/>
                    <a:pt x="63466" y="88630"/>
                    <a:pt x="50057" y="107538"/>
                  </a:cubicBezTo>
                  <a:cubicBezTo>
                    <a:pt x="41371" y="119892"/>
                    <a:pt x="33752" y="112479"/>
                    <a:pt x="24457" y="104207"/>
                  </a:cubicBezTo>
                  <a:cubicBezTo>
                    <a:pt x="22171" y="101736"/>
                    <a:pt x="18057" y="103455"/>
                    <a:pt x="15161" y="101736"/>
                  </a:cubicBezTo>
                  <a:cubicBezTo>
                    <a:pt x="13409" y="100125"/>
                    <a:pt x="12266" y="99373"/>
                    <a:pt x="10514" y="98513"/>
                  </a:cubicBezTo>
                  <a:lnTo>
                    <a:pt x="10514" y="98513"/>
                  </a:lnTo>
                  <a:cubicBezTo>
                    <a:pt x="11657" y="96042"/>
                    <a:pt x="14019" y="91960"/>
                    <a:pt x="14019" y="89489"/>
                  </a:cubicBezTo>
                  <a:cubicBezTo>
                    <a:pt x="14019" y="87018"/>
                    <a:pt x="13409" y="84547"/>
                    <a:pt x="11657" y="83795"/>
                  </a:cubicBezTo>
                  <a:cubicBezTo>
                    <a:pt x="10514" y="82936"/>
                    <a:pt x="8152" y="85407"/>
                    <a:pt x="7009" y="83795"/>
                  </a:cubicBezTo>
                  <a:cubicBezTo>
                    <a:pt x="5866" y="82076"/>
                    <a:pt x="7009" y="77994"/>
                    <a:pt x="5866" y="76383"/>
                  </a:cubicBezTo>
                  <a:cubicBezTo>
                    <a:pt x="4647" y="73912"/>
                    <a:pt x="1752" y="73912"/>
                    <a:pt x="0" y="73052"/>
                  </a:cubicBezTo>
                  <a:lnTo>
                    <a:pt x="0" y="73052"/>
                  </a:lnTo>
                  <a:cubicBezTo>
                    <a:pt x="609" y="67358"/>
                    <a:pt x="2361" y="61557"/>
                    <a:pt x="2971" y="55863"/>
                  </a:cubicBezTo>
                  <a:cubicBezTo>
                    <a:pt x="3504" y="53393"/>
                    <a:pt x="1752" y="50062"/>
                    <a:pt x="2361" y="47591"/>
                  </a:cubicBezTo>
                  <a:cubicBezTo>
                    <a:pt x="2971" y="45980"/>
                    <a:pt x="4114" y="43509"/>
                    <a:pt x="5866" y="43509"/>
                  </a:cubicBezTo>
                  <a:cubicBezTo>
                    <a:pt x="8761" y="42757"/>
                    <a:pt x="12266" y="49310"/>
                    <a:pt x="14552" y="46839"/>
                  </a:cubicBezTo>
                  <a:cubicBezTo>
                    <a:pt x="17523" y="42757"/>
                    <a:pt x="16914" y="34485"/>
                    <a:pt x="16914" y="28791"/>
                  </a:cubicBezTo>
                  <a:cubicBezTo>
                    <a:pt x="16304" y="24709"/>
                    <a:pt x="11657" y="21378"/>
                    <a:pt x="12266" y="17296"/>
                  </a:cubicBezTo>
                  <a:cubicBezTo>
                    <a:pt x="13409" y="13213"/>
                    <a:pt x="19276" y="15684"/>
                    <a:pt x="20952" y="12354"/>
                  </a:cubicBezTo>
                  <a:cubicBezTo>
                    <a:pt x="22171" y="9883"/>
                    <a:pt x="19809" y="6553"/>
                    <a:pt x="18666" y="418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29" name="Shape 11229"/>
            <p:cNvSpPr/>
            <p:nvPr/>
          </p:nvSpPr>
          <p:spPr>
            <a:xfrm rot="3648446">
              <a:off x="6669646" y="6115472"/>
              <a:ext cx="411815" cy="30285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7850" y="73321"/>
                  </a:moveTo>
                  <a:lnTo>
                    <a:pt x="97850" y="73321"/>
                  </a:lnTo>
                  <a:cubicBezTo>
                    <a:pt x="98457" y="67848"/>
                    <a:pt x="100202" y="62271"/>
                    <a:pt x="100809" y="56798"/>
                  </a:cubicBezTo>
                  <a:cubicBezTo>
                    <a:pt x="101340" y="54423"/>
                    <a:pt x="99595" y="51222"/>
                    <a:pt x="100202" y="48846"/>
                  </a:cubicBezTo>
                  <a:cubicBezTo>
                    <a:pt x="100809" y="47297"/>
                    <a:pt x="101946" y="44922"/>
                    <a:pt x="103691" y="44922"/>
                  </a:cubicBezTo>
                  <a:cubicBezTo>
                    <a:pt x="106573" y="44199"/>
                    <a:pt x="110063" y="50499"/>
                    <a:pt x="112338" y="48123"/>
                  </a:cubicBezTo>
                  <a:cubicBezTo>
                    <a:pt x="115297" y="44199"/>
                    <a:pt x="114690" y="36247"/>
                    <a:pt x="114690" y="30774"/>
                  </a:cubicBezTo>
                  <a:cubicBezTo>
                    <a:pt x="114083" y="26850"/>
                    <a:pt x="109456" y="23648"/>
                    <a:pt x="110063" y="19724"/>
                  </a:cubicBezTo>
                  <a:cubicBezTo>
                    <a:pt x="111201" y="15800"/>
                    <a:pt x="117041" y="18175"/>
                    <a:pt x="118710" y="14974"/>
                  </a:cubicBezTo>
                  <a:cubicBezTo>
                    <a:pt x="119924" y="12598"/>
                    <a:pt x="117572" y="9397"/>
                    <a:pt x="116434" y="7125"/>
                  </a:cubicBezTo>
                  <a:lnTo>
                    <a:pt x="116434" y="7125"/>
                  </a:lnTo>
                  <a:cubicBezTo>
                    <a:pt x="112945" y="7125"/>
                    <a:pt x="109456" y="6299"/>
                    <a:pt x="105436" y="6299"/>
                  </a:cubicBezTo>
                  <a:cubicBezTo>
                    <a:pt x="103084" y="7125"/>
                    <a:pt x="100809" y="8674"/>
                    <a:pt x="98457" y="7125"/>
                  </a:cubicBezTo>
                  <a:cubicBezTo>
                    <a:pt x="96713" y="6299"/>
                    <a:pt x="96713" y="3098"/>
                    <a:pt x="95575" y="826"/>
                  </a:cubicBezTo>
                  <a:cubicBezTo>
                    <a:pt x="95575" y="826"/>
                    <a:pt x="91479" y="0"/>
                    <a:pt x="90948" y="0"/>
                  </a:cubicBezTo>
                  <a:cubicBezTo>
                    <a:pt x="90341" y="0"/>
                    <a:pt x="83362" y="7125"/>
                    <a:pt x="83362" y="7125"/>
                  </a:cubicBezTo>
                  <a:cubicBezTo>
                    <a:pt x="76460" y="10223"/>
                    <a:pt x="70088" y="13425"/>
                    <a:pt x="63109" y="16523"/>
                  </a:cubicBezTo>
                  <a:cubicBezTo>
                    <a:pt x="57876" y="18175"/>
                    <a:pt x="52718" y="20447"/>
                    <a:pt x="47484" y="21273"/>
                  </a:cubicBezTo>
                  <a:cubicBezTo>
                    <a:pt x="45132" y="21273"/>
                    <a:pt x="42250" y="19724"/>
                    <a:pt x="39898" y="20447"/>
                  </a:cubicBezTo>
                  <a:cubicBezTo>
                    <a:pt x="37016" y="20447"/>
                    <a:pt x="34740" y="22822"/>
                    <a:pt x="31858" y="22822"/>
                  </a:cubicBezTo>
                  <a:cubicBezTo>
                    <a:pt x="28975" y="22822"/>
                    <a:pt x="26624" y="21273"/>
                    <a:pt x="24273" y="20447"/>
                  </a:cubicBezTo>
                  <a:lnTo>
                    <a:pt x="24273" y="20447"/>
                  </a:lnTo>
                  <a:cubicBezTo>
                    <a:pt x="21997" y="22099"/>
                    <a:pt x="19646" y="25197"/>
                    <a:pt x="17370" y="26850"/>
                  </a:cubicBezTo>
                  <a:cubicBezTo>
                    <a:pt x="16156" y="27573"/>
                    <a:pt x="14412" y="25197"/>
                    <a:pt x="13274" y="26024"/>
                  </a:cubicBezTo>
                  <a:cubicBezTo>
                    <a:pt x="10998" y="28399"/>
                    <a:pt x="9254" y="32323"/>
                    <a:pt x="8116" y="35524"/>
                  </a:cubicBezTo>
                  <a:cubicBezTo>
                    <a:pt x="6371" y="40998"/>
                    <a:pt x="5158" y="46471"/>
                    <a:pt x="3413" y="52048"/>
                  </a:cubicBezTo>
                  <a:cubicBezTo>
                    <a:pt x="2275" y="57624"/>
                    <a:pt x="530" y="63098"/>
                    <a:pt x="0" y="69397"/>
                  </a:cubicBezTo>
                  <a:cubicBezTo>
                    <a:pt x="0" y="71772"/>
                    <a:pt x="2882" y="73321"/>
                    <a:pt x="2882" y="76523"/>
                  </a:cubicBezTo>
                  <a:cubicBezTo>
                    <a:pt x="2882" y="79621"/>
                    <a:pt x="0" y="81996"/>
                    <a:pt x="0" y="85197"/>
                  </a:cubicBezTo>
                  <a:cubicBezTo>
                    <a:pt x="0" y="89948"/>
                    <a:pt x="2275" y="101721"/>
                    <a:pt x="2882" y="105645"/>
                  </a:cubicBezTo>
                  <a:lnTo>
                    <a:pt x="2882" y="105645"/>
                  </a:lnTo>
                  <a:cubicBezTo>
                    <a:pt x="4020" y="105645"/>
                    <a:pt x="4627" y="106471"/>
                    <a:pt x="5764" y="106471"/>
                  </a:cubicBezTo>
                  <a:cubicBezTo>
                    <a:pt x="9785" y="108020"/>
                    <a:pt x="15018" y="119896"/>
                    <a:pt x="17901" y="119896"/>
                  </a:cubicBezTo>
                  <a:lnTo>
                    <a:pt x="17901" y="119896"/>
                  </a:lnTo>
                  <a:cubicBezTo>
                    <a:pt x="17901" y="103270"/>
                    <a:pt x="36485" y="100172"/>
                    <a:pt x="45132" y="97796"/>
                  </a:cubicBezTo>
                  <a:cubicBezTo>
                    <a:pt x="57876" y="93872"/>
                    <a:pt x="68343" y="99345"/>
                    <a:pt x="81087" y="90671"/>
                  </a:cubicBezTo>
                  <a:cubicBezTo>
                    <a:pt x="83362" y="90671"/>
                    <a:pt x="86321" y="90671"/>
                    <a:pt x="88596" y="91497"/>
                  </a:cubicBezTo>
                  <a:lnTo>
                    <a:pt x="88596" y="91497"/>
                  </a:lnTo>
                  <a:cubicBezTo>
                    <a:pt x="87458" y="87573"/>
                    <a:pt x="83969" y="80447"/>
                    <a:pt x="85107" y="76523"/>
                  </a:cubicBezTo>
                  <a:cubicBezTo>
                    <a:pt x="85714" y="74148"/>
                    <a:pt x="89203" y="78072"/>
                    <a:pt x="90948" y="76523"/>
                  </a:cubicBezTo>
                  <a:cubicBezTo>
                    <a:pt x="92085" y="75697"/>
                    <a:pt x="91479" y="71772"/>
                    <a:pt x="92692" y="71772"/>
                  </a:cubicBezTo>
                  <a:cubicBezTo>
                    <a:pt x="94437" y="70946"/>
                    <a:pt x="96182" y="72495"/>
                    <a:pt x="97850" y="7332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0" name="Shape 11230"/>
            <p:cNvSpPr/>
            <p:nvPr/>
          </p:nvSpPr>
          <p:spPr>
            <a:xfrm rot="3648446">
              <a:off x="6114600" y="5126630"/>
              <a:ext cx="645826" cy="3338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890" y="2147"/>
                  </a:moveTo>
                  <a:lnTo>
                    <a:pt x="115890" y="2147"/>
                  </a:lnTo>
                  <a:cubicBezTo>
                    <a:pt x="116615" y="4295"/>
                    <a:pt x="117727" y="6443"/>
                    <a:pt x="118114" y="9338"/>
                  </a:cubicBezTo>
                  <a:cubicBezTo>
                    <a:pt x="118839" y="12887"/>
                    <a:pt x="119951" y="17836"/>
                    <a:pt x="119226" y="21385"/>
                  </a:cubicBezTo>
                  <a:cubicBezTo>
                    <a:pt x="117727" y="29976"/>
                    <a:pt x="114778" y="37167"/>
                    <a:pt x="112554" y="45011"/>
                  </a:cubicBezTo>
                  <a:cubicBezTo>
                    <a:pt x="111829" y="47066"/>
                    <a:pt x="110330" y="48560"/>
                    <a:pt x="110330" y="51361"/>
                  </a:cubicBezTo>
                  <a:cubicBezTo>
                    <a:pt x="110330" y="54256"/>
                    <a:pt x="112215" y="56404"/>
                    <a:pt x="112941" y="58552"/>
                  </a:cubicBezTo>
                  <a:lnTo>
                    <a:pt x="112941" y="58552"/>
                  </a:lnTo>
                  <a:cubicBezTo>
                    <a:pt x="112554" y="59206"/>
                    <a:pt x="111829" y="59953"/>
                    <a:pt x="111442" y="60700"/>
                  </a:cubicBezTo>
                  <a:cubicBezTo>
                    <a:pt x="111442" y="63501"/>
                    <a:pt x="112941" y="65649"/>
                    <a:pt x="112554" y="67797"/>
                  </a:cubicBezTo>
                  <a:cubicBezTo>
                    <a:pt x="111829" y="72093"/>
                    <a:pt x="108879" y="74241"/>
                    <a:pt x="108879" y="77789"/>
                  </a:cubicBezTo>
                  <a:cubicBezTo>
                    <a:pt x="108879" y="80591"/>
                    <a:pt x="113279" y="81338"/>
                    <a:pt x="112554" y="82739"/>
                  </a:cubicBezTo>
                  <a:cubicBezTo>
                    <a:pt x="110717" y="86381"/>
                    <a:pt x="107381" y="83486"/>
                    <a:pt x="105157" y="84887"/>
                  </a:cubicBezTo>
                  <a:cubicBezTo>
                    <a:pt x="104431" y="85634"/>
                    <a:pt x="104045" y="90677"/>
                    <a:pt x="103319" y="89929"/>
                  </a:cubicBezTo>
                  <a:cubicBezTo>
                    <a:pt x="101095" y="87782"/>
                    <a:pt x="101482" y="80591"/>
                    <a:pt x="99258" y="79190"/>
                  </a:cubicBezTo>
                  <a:cubicBezTo>
                    <a:pt x="97034" y="77789"/>
                    <a:pt x="94472" y="79937"/>
                    <a:pt x="92634" y="82739"/>
                  </a:cubicBezTo>
                  <a:cubicBezTo>
                    <a:pt x="91861" y="84233"/>
                    <a:pt x="92248" y="87782"/>
                    <a:pt x="92248" y="90677"/>
                  </a:cubicBezTo>
                  <a:cubicBezTo>
                    <a:pt x="91861" y="94879"/>
                    <a:pt x="92973" y="99922"/>
                    <a:pt x="91861" y="104124"/>
                  </a:cubicBezTo>
                  <a:cubicBezTo>
                    <a:pt x="91522" y="106272"/>
                    <a:pt x="89637" y="104871"/>
                    <a:pt x="88912" y="104871"/>
                  </a:cubicBezTo>
                  <a:cubicBezTo>
                    <a:pt x="84850" y="107019"/>
                    <a:pt x="80451" y="108420"/>
                    <a:pt x="76390" y="110568"/>
                  </a:cubicBezTo>
                  <a:cubicBezTo>
                    <a:pt x="75278" y="111315"/>
                    <a:pt x="74504" y="112062"/>
                    <a:pt x="73392" y="112715"/>
                  </a:cubicBezTo>
                  <a:cubicBezTo>
                    <a:pt x="71941" y="113463"/>
                    <a:pt x="70104" y="113463"/>
                    <a:pt x="68992" y="114863"/>
                  </a:cubicBezTo>
                  <a:cubicBezTo>
                    <a:pt x="67880" y="115610"/>
                    <a:pt x="67493" y="118412"/>
                    <a:pt x="66381" y="119906"/>
                  </a:cubicBezTo>
                  <a:lnTo>
                    <a:pt x="66381" y="119906"/>
                  </a:lnTo>
                  <a:cubicBezTo>
                    <a:pt x="65656" y="117011"/>
                    <a:pt x="65656" y="113463"/>
                    <a:pt x="64206" y="111315"/>
                  </a:cubicBezTo>
                  <a:cubicBezTo>
                    <a:pt x="63094" y="109914"/>
                    <a:pt x="61208" y="112715"/>
                    <a:pt x="60096" y="112062"/>
                  </a:cubicBezTo>
                  <a:cubicBezTo>
                    <a:pt x="59033" y="110568"/>
                    <a:pt x="58646" y="107766"/>
                    <a:pt x="58646" y="105618"/>
                  </a:cubicBezTo>
                  <a:cubicBezTo>
                    <a:pt x="58259" y="103470"/>
                    <a:pt x="59758" y="101322"/>
                    <a:pt x="59371" y="99922"/>
                  </a:cubicBezTo>
                  <a:cubicBezTo>
                    <a:pt x="59033" y="98428"/>
                    <a:pt x="57921" y="99175"/>
                    <a:pt x="57147" y="99175"/>
                  </a:cubicBezTo>
                  <a:cubicBezTo>
                    <a:pt x="55310" y="99922"/>
                    <a:pt x="53473" y="102070"/>
                    <a:pt x="51635" y="102070"/>
                  </a:cubicBezTo>
                  <a:cubicBezTo>
                    <a:pt x="50523" y="101322"/>
                    <a:pt x="49411" y="99922"/>
                    <a:pt x="49411" y="97774"/>
                  </a:cubicBezTo>
                  <a:cubicBezTo>
                    <a:pt x="49024" y="94879"/>
                    <a:pt x="51248" y="91330"/>
                    <a:pt x="50136" y="89182"/>
                  </a:cubicBezTo>
                  <a:cubicBezTo>
                    <a:pt x="48299" y="87035"/>
                    <a:pt x="45785" y="91330"/>
                    <a:pt x="43900" y="89929"/>
                  </a:cubicBezTo>
                  <a:cubicBezTo>
                    <a:pt x="41724" y="88529"/>
                    <a:pt x="40612" y="83486"/>
                    <a:pt x="38388" y="81338"/>
                  </a:cubicBezTo>
                  <a:cubicBezTo>
                    <a:pt x="37276" y="79937"/>
                    <a:pt x="35439" y="83486"/>
                    <a:pt x="34665" y="81338"/>
                  </a:cubicBezTo>
                  <a:cubicBezTo>
                    <a:pt x="33553" y="79190"/>
                    <a:pt x="35052" y="74894"/>
                    <a:pt x="34327" y="72093"/>
                  </a:cubicBezTo>
                  <a:cubicBezTo>
                    <a:pt x="33940" y="70692"/>
                    <a:pt x="32828" y="69945"/>
                    <a:pt x="31716" y="69945"/>
                  </a:cubicBezTo>
                  <a:cubicBezTo>
                    <a:pt x="30991" y="69945"/>
                    <a:pt x="29879" y="71346"/>
                    <a:pt x="28767" y="71346"/>
                  </a:cubicBezTo>
                  <a:cubicBezTo>
                    <a:pt x="28428" y="71346"/>
                    <a:pt x="28041" y="69198"/>
                    <a:pt x="27655" y="69198"/>
                  </a:cubicBezTo>
                  <a:cubicBezTo>
                    <a:pt x="26591" y="68544"/>
                    <a:pt x="25479" y="67797"/>
                    <a:pt x="24705" y="69198"/>
                  </a:cubicBezTo>
                  <a:cubicBezTo>
                    <a:pt x="23980" y="70692"/>
                    <a:pt x="23980" y="74894"/>
                    <a:pt x="22868" y="75642"/>
                  </a:cubicBezTo>
                  <a:cubicBezTo>
                    <a:pt x="21031" y="77042"/>
                    <a:pt x="18420" y="76389"/>
                    <a:pt x="16970" y="74241"/>
                  </a:cubicBezTo>
                  <a:cubicBezTo>
                    <a:pt x="16244" y="72747"/>
                    <a:pt x="17695" y="70692"/>
                    <a:pt x="17695" y="68544"/>
                  </a:cubicBezTo>
                  <a:cubicBezTo>
                    <a:pt x="18082" y="67050"/>
                    <a:pt x="18420" y="64996"/>
                    <a:pt x="17695" y="63501"/>
                  </a:cubicBezTo>
                  <a:cubicBezTo>
                    <a:pt x="17308" y="62101"/>
                    <a:pt x="16244" y="63501"/>
                    <a:pt x="15471" y="63501"/>
                  </a:cubicBezTo>
                  <a:cubicBezTo>
                    <a:pt x="13295" y="62101"/>
                    <a:pt x="11410" y="59953"/>
                    <a:pt x="9572" y="57805"/>
                  </a:cubicBezTo>
                  <a:cubicBezTo>
                    <a:pt x="6623" y="53509"/>
                    <a:pt x="3287" y="49961"/>
                    <a:pt x="1450" y="45011"/>
                  </a:cubicBezTo>
                  <a:cubicBezTo>
                    <a:pt x="338" y="42116"/>
                    <a:pt x="0" y="37821"/>
                    <a:pt x="725" y="35019"/>
                  </a:cubicBezTo>
                  <a:cubicBezTo>
                    <a:pt x="1063" y="33525"/>
                    <a:pt x="2562" y="34272"/>
                    <a:pt x="3287" y="34272"/>
                  </a:cubicBezTo>
                  <a:cubicBezTo>
                    <a:pt x="5124" y="33525"/>
                    <a:pt x="7348" y="35019"/>
                    <a:pt x="8847" y="33525"/>
                  </a:cubicBezTo>
                  <a:cubicBezTo>
                    <a:pt x="9572" y="32124"/>
                    <a:pt x="8847" y="32124"/>
                    <a:pt x="8847" y="29976"/>
                  </a:cubicBezTo>
                  <a:lnTo>
                    <a:pt x="8847" y="29976"/>
                  </a:lnTo>
                  <a:cubicBezTo>
                    <a:pt x="15132" y="30723"/>
                    <a:pt x="23255" y="25027"/>
                    <a:pt x="27655" y="28575"/>
                  </a:cubicBezTo>
                  <a:cubicBezTo>
                    <a:pt x="29153" y="30723"/>
                    <a:pt x="31716" y="35673"/>
                    <a:pt x="33940" y="35019"/>
                  </a:cubicBezTo>
                  <a:cubicBezTo>
                    <a:pt x="39113" y="37167"/>
                    <a:pt x="40950" y="35673"/>
                    <a:pt x="45398" y="33525"/>
                  </a:cubicBezTo>
                  <a:cubicBezTo>
                    <a:pt x="49024" y="31470"/>
                    <a:pt x="50136" y="25680"/>
                    <a:pt x="53859" y="29322"/>
                  </a:cubicBezTo>
                  <a:cubicBezTo>
                    <a:pt x="55697" y="30723"/>
                    <a:pt x="57147" y="32124"/>
                    <a:pt x="59033" y="28575"/>
                  </a:cubicBezTo>
                  <a:cubicBezTo>
                    <a:pt x="61208" y="25027"/>
                    <a:pt x="60870" y="20731"/>
                    <a:pt x="60870" y="15688"/>
                  </a:cubicBezTo>
                  <a:cubicBezTo>
                    <a:pt x="60870" y="9992"/>
                    <a:pt x="61208" y="5042"/>
                    <a:pt x="61982" y="0"/>
                  </a:cubicBezTo>
                  <a:lnTo>
                    <a:pt x="61982" y="0"/>
                  </a:lnTo>
                  <a:cubicBezTo>
                    <a:pt x="62320" y="747"/>
                    <a:pt x="63432" y="2894"/>
                    <a:pt x="64206" y="3642"/>
                  </a:cubicBezTo>
                  <a:cubicBezTo>
                    <a:pt x="64544" y="5042"/>
                    <a:pt x="64931" y="6443"/>
                    <a:pt x="65656" y="7190"/>
                  </a:cubicBezTo>
                  <a:cubicBezTo>
                    <a:pt x="67155" y="8591"/>
                    <a:pt x="68605" y="8591"/>
                    <a:pt x="70104" y="8591"/>
                  </a:cubicBezTo>
                  <a:cubicBezTo>
                    <a:pt x="70443" y="8591"/>
                    <a:pt x="70443" y="7190"/>
                    <a:pt x="71216" y="7190"/>
                  </a:cubicBezTo>
                  <a:cubicBezTo>
                    <a:pt x="73053" y="6443"/>
                    <a:pt x="75616" y="8591"/>
                    <a:pt x="77453" y="6443"/>
                  </a:cubicBezTo>
                  <a:cubicBezTo>
                    <a:pt x="78227" y="5789"/>
                    <a:pt x="76003" y="2147"/>
                    <a:pt x="76728" y="1494"/>
                  </a:cubicBezTo>
                  <a:cubicBezTo>
                    <a:pt x="80064" y="747"/>
                    <a:pt x="83013" y="2894"/>
                    <a:pt x="86349" y="3642"/>
                  </a:cubicBezTo>
                  <a:lnTo>
                    <a:pt x="86349" y="3642"/>
                  </a:lnTo>
                  <a:cubicBezTo>
                    <a:pt x="87800" y="5789"/>
                    <a:pt x="89637" y="8591"/>
                    <a:pt x="91136" y="10739"/>
                  </a:cubicBezTo>
                  <a:cubicBezTo>
                    <a:pt x="91136" y="10739"/>
                    <a:pt x="96309" y="7937"/>
                    <a:pt x="96696" y="7937"/>
                  </a:cubicBezTo>
                  <a:cubicBezTo>
                    <a:pt x="97034" y="7937"/>
                    <a:pt x="100370" y="9992"/>
                    <a:pt x="100370" y="9992"/>
                  </a:cubicBezTo>
                  <a:cubicBezTo>
                    <a:pt x="101482" y="11486"/>
                    <a:pt x="102207" y="14287"/>
                    <a:pt x="102933" y="13634"/>
                  </a:cubicBezTo>
                  <a:cubicBezTo>
                    <a:pt x="104818" y="12887"/>
                    <a:pt x="105543" y="8591"/>
                    <a:pt x="107381" y="7190"/>
                  </a:cubicBezTo>
                  <a:cubicBezTo>
                    <a:pt x="109991" y="4295"/>
                    <a:pt x="112941" y="3642"/>
                    <a:pt x="115890" y="2147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1" name="Shape 11231"/>
            <p:cNvSpPr/>
            <p:nvPr/>
          </p:nvSpPr>
          <p:spPr>
            <a:xfrm rot="3648446">
              <a:off x="6615705" y="5364789"/>
              <a:ext cx="373960" cy="4967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03" y="60408"/>
                  </a:moveTo>
                  <a:lnTo>
                    <a:pt x="9603" y="60408"/>
                  </a:lnTo>
                  <a:cubicBezTo>
                    <a:pt x="10855" y="61852"/>
                    <a:pt x="12776" y="63296"/>
                    <a:pt x="13444" y="65243"/>
                  </a:cubicBezTo>
                  <a:cubicBezTo>
                    <a:pt x="14697" y="67629"/>
                    <a:pt x="16617" y="70957"/>
                    <a:pt x="15365" y="73343"/>
                  </a:cubicBezTo>
                  <a:cubicBezTo>
                    <a:pt x="12776" y="79120"/>
                    <a:pt x="7682" y="83956"/>
                    <a:pt x="3841" y="89230"/>
                  </a:cubicBezTo>
                  <a:cubicBezTo>
                    <a:pt x="2588" y="90612"/>
                    <a:pt x="0" y="91616"/>
                    <a:pt x="0" y="93500"/>
                  </a:cubicBezTo>
                  <a:cubicBezTo>
                    <a:pt x="0" y="95447"/>
                    <a:pt x="3256" y="96891"/>
                    <a:pt x="4509" y="98335"/>
                  </a:cubicBezTo>
                  <a:lnTo>
                    <a:pt x="4509" y="98335"/>
                  </a:lnTo>
                  <a:cubicBezTo>
                    <a:pt x="8935" y="99277"/>
                    <a:pt x="13444" y="98775"/>
                    <a:pt x="16617" y="100219"/>
                  </a:cubicBezTo>
                  <a:cubicBezTo>
                    <a:pt x="19791" y="101224"/>
                    <a:pt x="21043" y="104050"/>
                    <a:pt x="22964" y="105996"/>
                  </a:cubicBezTo>
                  <a:cubicBezTo>
                    <a:pt x="24885" y="108383"/>
                    <a:pt x="26221" y="110769"/>
                    <a:pt x="28058" y="113155"/>
                  </a:cubicBezTo>
                  <a:cubicBezTo>
                    <a:pt x="28726" y="114160"/>
                    <a:pt x="30647" y="114160"/>
                    <a:pt x="31899" y="114599"/>
                  </a:cubicBezTo>
                  <a:cubicBezTo>
                    <a:pt x="33152" y="116043"/>
                    <a:pt x="33152" y="119434"/>
                    <a:pt x="35741" y="119434"/>
                  </a:cubicBezTo>
                  <a:cubicBezTo>
                    <a:pt x="38914" y="119434"/>
                    <a:pt x="41503" y="116546"/>
                    <a:pt x="44676" y="115604"/>
                  </a:cubicBezTo>
                  <a:cubicBezTo>
                    <a:pt x="47265" y="114599"/>
                    <a:pt x="50438" y="114160"/>
                    <a:pt x="52943" y="113155"/>
                  </a:cubicBezTo>
                  <a:lnTo>
                    <a:pt x="52943" y="113155"/>
                  </a:lnTo>
                  <a:cubicBezTo>
                    <a:pt x="56784" y="112213"/>
                    <a:pt x="59373" y="111271"/>
                    <a:pt x="63131" y="110769"/>
                  </a:cubicBezTo>
                  <a:cubicBezTo>
                    <a:pt x="64467" y="110329"/>
                    <a:pt x="66388" y="109827"/>
                    <a:pt x="68308" y="110329"/>
                  </a:cubicBezTo>
                  <a:cubicBezTo>
                    <a:pt x="75908" y="113155"/>
                    <a:pt x="82338" y="117990"/>
                    <a:pt x="90605" y="119434"/>
                  </a:cubicBezTo>
                  <a:cubicBezTo>
                    <a:pt x="93194" y="119937"/>
                    <a:pt x="94446" y="116546"/>
                    <a:pt x="95699" y="114599"/>
                  </a:cubicBezTo>
                  <a:cubicBezTo>
                    <a:pt x="96951" y="112213"/>
                    <a:pt x="99540" y="109324"/>
                    <a:pt x="98872" y="106938"/>
                  </a:cubicBezTo>
                  <a:cubicBezTo>
                    <a:pt x="98288" y="104552"/>
                    <a:pt x="93194" y="104552"/>
                    <a:pt x="93194" y="102668"/>
                  </a:cubicBezTo>
                  <a:cubicBezTo>
                    <a:pt x="91858" y="99277"/>
                    <a:pt x="95031" y="95447"/>
                    <a:pt x="95031" y="92056"/>
                  </a:cubicBezTo>
                  <a:cubicBezTo>
                    <a:pt x="95031" y="90612"/>
                    <a:pt x="92526" y="89670"/>
                    <a:pt x="91858" y="88226"/>
                  </a:cubicBezTo>
                  <a:cubicBezTo>
                    <a:pt x="89937" y="83956"/>
                    <a:pt x="84843" y="79120"/>
                    <a:pt x="87432" y="75290"/>
                  </a:cubicBezTo>
                  <a:cubicBezTo>
                    <a:pt x="89352" y="71962"/>
                    <a:pt x="96951" y="73343"/>
                    <a:pt x="101461" y="72401"/>
                  </a:cubicBezTo>
                  <a:cubicBezTo>
                    <a:pt x="103966" y="71459"/>
                    <a:pt x="107139" y="71962"/>
                    <a:pt x="108475" y="70015"/>
                  </a:cubicBezTo>
                  <a:cubicBezTo>
                    <a:pt x="109728" y="68131"/>
                    <a:pt x="107807" y="65682"/>
                    <a:pt x="107807" y="63799"/>
                  </a:cubicBezTo>
                  <a:cubicBezTo>
                    <a:pt x="107139" y="62354"/>
                    <a:pt x="106555" y="60910"/>
                    <a:pt x="107139" y="59968"/>
                  </a:cubicBezTo>
                  <a:cubicBezTo>
                    <a:pt x="107807" y="58963"/>
                    <a:pt x="116743" y="58021"/>
                    <a:pt x="117995" y="57519"/>
                  </a:cubicBezTo>
                  <a:lnTo>
                    <a:pt x="117995" y="57519"/>
                  </a:lnTo>
                  <a:cubicBezTo>
                    <a:pt x="118663" y="55635"/>
                    <a:pt x="119916" y="53689"/>
                    <a:pt x="118663" y="51805"/>
                  </a:cubicBezTo>
                  <a:cubicBezTo>
                    <a:pt x="117995" y="50361"/>
                    <a:pt x="114822" y="49858"/>
                    <a:pt x="113569" y="48414"/>
                  </a:cubicBezTo>
                  <a:cubicBezTo>
                    <a:pt x="112317" y="47032"/>
                    <a:pt x="109728" y="45588"/>
                    <a:pt x="109728" y="44144"/>
                  </a:cubicBezTo>
                  <a:cubicBezTo>
                    <a:pt x="110396" y="42700"/>
                    <a:pt x="114237" y="43642"/>
                    <a:pt x="114822" y="42700"/>
                  </a:cubicBezTo>
                  <a:cubicBezTo>
                    <a:pt x="116075" y="41695"/>
                    <a:pt x="116075" y="40251"/>
                    <a:pt x="115490" y="38806"/>
                  </a:cubicBezTo>
                  <a:cubicBezTo>
                    <a:pt x="114237" y="37425"/>
                    <a:pt x="111649" y="36420"/>
                    <a:pt x="110981" y="34976"/>
                  </a:cubicBezTo>
                  <a:cubicBezTo>
                    <a:pt x="109728" y="32590"/>
                    <a:pt x="109060" y="29764"/>
                    <a:pt x="108475" y="27315"/>
                  </a:cubicBezTo>
                  <a:lnTo>
                    <a:pt x="108475" y="27315"/>
                  </a:lnTo>
                  <a:cubicBezTo>
                    <a:pt x="105302" y="28320"/>
                    <a:pt x="105302" y="28320"/>
                    <a:pt x="105302" y="28320"/>
                  </a:cubicBezTo>
                  <a:lnTo>
                    <a:pt x="105302" y="28320"/>
                  </a:lnTo>
                  <a:cubicBezTo>
                    <a:pt x="99540" y="29764"/>
                    <a:pt x="94446" y="32150"/>
                    <a:pt x="88016" y="33092"/>
                  </a:cubicBezTo>
                  <a:cubicBezTo>
                    <a:pt x="85511" y="33594"/>
                    <a:pt x="81670" y="33594"/>
                    <a:pt x="79081" y="32150"/>
                  </a:cubicBezTo>
                  <a:cubicBezTo>
                    <a:pt x="77244" y="30706"/>
                    <a:pt x="76576" y="28320"/>
                    <a:pt x="75908" y="26373"/>
                  </a:cubicBezTo>
                  <a:cubicBezTo>
                    <a:pt x="74655" y="24427"/>
                    <a:pt x="73987" y="22040"/>
                    <a:pt x="74655" y="20156"/>
                  </a:cubicBezTo>
                  <a:cubicBezTo>
                    <a:pt x="74655" y="19152"/>
                    <a:pt x="76576" y="18712"/>
                    <a:pt x="76576" y="17708"/>
                  </a:cubicBezTo>
                  <a:cubicBezTo>
                    <a:pt x="77244" y="15321"/>
                    <a:pt x="74655" y="13437"/>
                    <a:pt x="75908" y="11491"/>
                  </a:cubicBezTo>
                  <a:cubicBezTo>
                    <a:pt x="77244" y="10047"/>
                    <a:pt x="81002" y="11051"/>
                    <a:pt x="82338" y="10047"/>
                  </a:cubicBezTo>
                  <a:cubicBezTo>
                    <a:pt x="83590" y="9105"/>
                    <a:pt x="81002" y="8163"/>
                    <a:pt x="81002" y="7158"/>
                  </a:cubicBezTo>
                  <a:cubicBezTo>
                    <a:pt x="81670" y="6216"/>
                    <a:pt x="82338" y="5274"/>
                    <a:pt x="82922" y="4332"/>
                  </a:cubicBezTo>
                  <a:lnTo>
                    <a:pt x="82922" y="4332"/>
                  </a:lnTo>
                  <a:cubicBezTo>
                    <a:pt x="81670" y="2888"/>
                    <a:pt x="81002" y="0"/>
                    <a:pt x="78496" y="0"/>
                  </a:cubicBezTo>
                  <a:cubicBezTo>
                    <a:pt x="75323" y="0"/>
                    <a:pt x="73987" y="3830"/>
                    <a:pt x="70229" y="4332"/>
                  </a:cubicBezTo>
                  <a:cubicBezTo>
                    <a:pt x="68308" y="4772"/>
                    <a:pt x="66388" y="1444"/>
                    <a:pt x="63799" y="2386"/>
                  </a:cubicBezTo>
                  <a:cubicBezTo>
                    <a:pt x="62546" y="2888"/>
                    <a:pt x="65052" y="6216"/>
                    <a:pt x="63131" y="6216"/>
                  </a:cubicBezTo>
                  <a:cubicBezTo>
                    <a:pt x="60626" y="6718"/>
                    <a:pt x="58037" y="3328"/>
                    <a:pt x="55532" y="3830"/>
                  </a:cubicBezTo>
                  <a:cubicBezTo>
                    <a:pt x="53611" y="4332"/>
                    <a:pt x="55532" y="8163"/>
                    <a:pt x="53611" y="8163"/>
                  </a:cubicBezTo>
                  <a:cubicBezTo>
                    <a:pt x="49185" y="7660"/>
                    <a:pt x="45344" y="1444"/>
                    <a:pt x="40835" y="2888"/>
                  </a:cubicBezTo>
                  <a:cubicBezTo>
                    <a:pt x="34488" y="4772"/>
                    <a:pt x="33820" y="12496"/>
                    <a:pt x="28058" y="15824"/>
                  </a:cubicBezTo>
                  <a:cubicBezTo>
                    <a:pt x="26805" y="16766"/>
                    <a:pt x="24300" y="14379"/>
                    <a:pt x="22379" y="14882"/>
                  </a:cubicBezTo>
                  <a:cubicBezTo>
                    <a:pt x="18538" y="15824"/>
                    <a:pt x="15365" y="18210"/>
                    <a:pt x="12108" y="20156"/>
                  </a:cubicBezTo>
                  <a:lnTo>
                    <a:pt x="12108" y="20156"/>
                  </a:lnTo>
                  <a:cubicBezTo>
                    <a:pt x="12776" y="22982"/>
                    <a:pt x="15365" y="25431"/>
                    <a:pt x="13444" y="28320"/>
                  </a:cubicBezTo>
                  <a:cubicBezTo>
                    <a:pt x="12108" y="30706"/>
                    <a:pt x="6430" y="30204"/>
                    <a:pt x="5093" y="32590"/>
                  </a:cubicBezTo>
                  <a:cubicBezTo>
                    <a:pt x="4509" y="34034"/>
                    <a:pt x="8935" y="34536"/>
                    <a:pt x="9603" y="36420"/>
                  </a:cubicBezTo>
                  <a:cubicBezTo>
                    <a:pt x="10187" y="38806"/>
                    <a:pt x="8935" y="41695"/>
                    <a:pt x="8935" y="44144"/>
                  </a:cubicBezTo>
                  <a:lnTo>
                    <a:pt x="8935" y="44144"/>
                  </a:lnTo>
                  <a:cubicBezTo>
                    <a:pt x="9603" y="45086"/>
                    <a:pt x="10187" y="45588"/>
                    <a:pt x="10187" y="46530"/>
                  </a:cubicBezTo>
                  <a:cubicBezTo>
                    <a:pt x="10187" y="48916"/>
                    <a:pt x="10855" y="51302"/>
                    <a:pt x="9603" y="53249"/>
                  </a:cubicBezTo>
                  <a:cubicBezTo>
                    <a:pt x="8350" y="54693"/>
                    <a:pt x="3256" y="54191"/>
                    <a:pt x="3256" y="56075"/>
                  </a:cubicBezTo>
                  <a:cubicBezTo>
                    <a:pt x="3256" y="58021"/>
                    <a:pt x="7682" y="58963"/>
                    <a:pt x="9603" y="6040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2" name="Shape 11232"/>
            <p:cNvSpPr/>
            <p:nvPr/>
          </p:nvSpPr>
          <p:spPr>
            <a:xfrm rot="3648446">
              <a:off x="6619211" y="5344274"/>
              <a:ext cx="167479" cy="10783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803" y="86585"/>
                  </a:moveTo>
                  <a:lnTo>
                    <a:pt x="2803" y="86585"/>
                  </a:lnTo>
                  <a:cubicBezTo>
                    <a:pt x="8411" y="93268"/>
                    <a:pt x="15514" y="101985"/>
                    <a:pt x="21308" y="108668"/>
                  </a:cubicBezTo>
                  <a:cubicBezTo>
                    <a:pt x="21308" y="108668"/>
                    <a:pt x="41308" y="99951"/>
                    <a:pt x="42803" y="99951"/>
                  </a:cubicBezTo>
                  <a:cubicBezTo>
                    <a:pt x="44112" y="99951"/>
                    <a:pt x="57009" y="106343"/>
                    <a:pt x="57009" y="106343"/>
                  </a:cubicBezTo>
                  <a:cubicBezTo>
                    <a:pt x="61308" y="110992"/>
                    <a:pt x="64112" y="119709"/>
                    <a:pt x="66915" y="117675"/>
                  </a:cubicBezTo>
                  <a:cubicBezTo>
                    <a:pt x="74205" y="115351"/>
                    <a:pt x="77009" y="101985"/>
                    <a:pt x="84112" y="97627"/>
                  </a:cubicBezTo>
                  <a:cubicBezTo>
                    <a:pt x="94205" y="88619"/>
                    <a:pt x="105607" y="86585"/>
                    <a:pt x="117009" y="81937"/>
                  </a:cubicBezTo>
                  <a:lnTo>
                    <a:pt x="117009" y="81937"/>
                  </a:lnTo>
                  <a:cubicBezTo>
                    <a:pt x="112710" y="75254"/>
                    <a:pt x="102803" y="70895"/>
                    <a:pt x="102803" y="61888"/>
                  </a:cubicBezTo>
                  <a:cubicBezTo>
                    <a:pt x="102803" y="53171"/>
                    <a:pt x="114205" y="55496"/>
                    <a:pt x="117009" y="48813"/>
                  </a:cubicBezTo>
                  <a:cubicBezTo>
                    <a:pt x="119813" y="39806"/>
                    <a:pt x="118317" y="28765"/>
                    <a:pt x="118317" y="17723"/>
                  </a:cubicBezTo>
                  <a:cubicBezTo>
                    <a:pt x="118317" y="13365"/>
                    <a:pt x="117009" y="11041"/>
                    <a:pt x="115514" y="6682"/>
                  </a:cubicBezTo>
                  <a:lnTo>
                    <a:pt x="115514" y="6682"/>
                  </a:lnTo>
                  <a:cubicBezTo>
                    <a:pt x="109906" y="4358"/>
                    <a:pt x="104112" y="0"/>
                    <a:pt x="98504" y="0"/>
                  </a:cubicBezTo>
                  <a:cubicBezTo>
                    <a:pt x="88411" y="0"/>
                    <a:pt x="79813" y="11041"/>
                    <a:pt x="71214" y="11041"/>
                  </a:cubicBezTo>
                  <a:cubicBezTo>
                    <a:pt x="62803" y="11041"/>
                    <a:pt x="57009" y="6682"/>
                    <a:pt x="49906" y="4358"/>
                  </a:cubicBezTo>
                  <a:lnTo>
                    <a:pt x="49906" y="4358"/>
                  </a:lnTo>
                  <a:cubicBezTo>
                    <a:pt x="48411" y="8716"/>
                    <a:pt x="48411" y="15399"/>
                    <a:pt x="45607" y="17723"/>
                  </a:cubicBezTo>
                  <a:cubicBezTo>
                    <a:pt x="44112" y="20048"/>
                    <a:pt x="41308" y="15399"/>
                    <a:pt x="38504" y="17723"/>
                  </a:cubicBezTo>
                  <a:cubicBezTo>
                    <a:pt x="35700" y="17723"/>
                    <a:pt x="34205" y="22082"/>
                    <a:pt x="32710" y="26440"/>
                  </a:cubicBezTo>
                  <a:lnTo>
                    <a:pt x="32710" y="26440"/>
                  </a:lnTo>
                  <a:cubicBezTo>
                    <a:pt x="27102" y="31089"/>
                    <a:pt x="19813" y="35447"/>
                    <a:pt x="15514" y="42130"/>
                  </a:cubicBezTo>
                  <a:cubicBezTo>
                    <a:pt x="12710" y="50847"/>
                    <a:pt x="18504" y="66537"/>
                    <a:pt x="12710" y="70895"/>
                  </a:cubicBezTo>
                  <a:cubicBezTo>
                    <a:pt x="8411" y="73220"/>
                    <a:pt x="7102" y="55496"/>
                    <a:pt x="2803" y="50847"/>
                  </a:cubicBezTo>
                  <a:cubicBezTo>
                    <a:pt x="1308" y="48813"/>
                    <a:pt x="0" y="55496"/>
                    <a:pt x="0" y="57530"/>
                  </a:cubicBezTo>
                  <a:cubicBezTo>
                    <a:pt x="0" y="66537"/>
                    <a:pt x="1308" y="77578"/>
                    <a:pt x="2803" y="8658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3" name="Shape 11233"/>
            <p:cNvSpPr/>
            <p:nvPr/>
          </p:nvSpPr>
          <p:spPr>
            <a:xfrm rot="3648446">
              <a:off x="6581235" y="5210014"/>
              <a:ext cx="173215" cy="1330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6796" y="0"/>
                  </a:moveTo>
                  <a:lnTo>
                    <a:pt x="86796" y="0"/>
                  </a:lnTo>
                  <a:cubicBezTo>
                    <a:pt x="90947" y="7251"/>
                    <a:pt x="89503" y="5380"/>
                    <a:pt x="95097" y="10760"/>
                  </a:cubicBezTo>
                  <a:cubicBezTo>
                    <a:pt x="97804" y="14269"/>
                    <a:pt x="103218" y="14269"/>
                    <a:pt x="104661" y="18011"/>
                  </a:cubicBezTo>
                  <a:cubicBezTo>
                    <a:pt x="107368" y="23157"/>
                    <a:pt x="106105" y="30409"/>
                    <a:pt x="106105" y="35789"/>
                  </a:cubicBezTo>
                  <a:cubicBezTo>
                    <a:pt x="106105" y="41169"/>
                    <a:pt x="101954" y="46549"/>
                    <a:pt x="104661" y="50058"/>
                  </a:cubicBezTo>
                  <a:cubicBezTo>
                    <a:pt x="107368" y="57309"/>
                    <a:pt x="114406" y="55438"/>
                    <a:pt x="119819" y="58947"/>
                  </a:cubicBezTo>
                  <a:lnTo>
                    <a:pt x="119819" y="58947"/>
                  </a:lnTo>
                  <a:cubicBezTo>
                    <a:pt x="114406" y="62690"/>
                    <a:pt x="107368" y="66198"/>
                    <a:pt x="103218" y="71578"/>
                  </a:cubicBezTo>
                  <a:cubicBezTo>
                    <a:pt x="100511" y="78596"/>
                    <a:pt x="106105" y="91228"/>
                    <a:pt x="100511" y="94736"/>
                  </a:cubicBezTo>
                  <a:cubicBezTo>
                    <a:pt x="96360" y="96608"/>
                    <a:pt x="95097" y="82339"/>
                    <a:pt x="90947" y="78596"/>
                  </a:cubicBezTo>
                  <a:cubicBezTo>
                    <a:pt x="89503" y="76959"/>
                    <a:pt x="88240" y="82339"/>
                    <a:pt x="88240" y="83976"/>
                  </a:cubicBezTo>
                  <a:cubicBezTo>
                    <a:pt x="88240" y="91228"/>
                    <a:pt x="89503" y="100116"/>
                    <a:pt x="90947" y="107368"/>
                  </a:cubicBezTo>
                  <a:lnTo>
                    <a:pt x="90947" y="107368"/>
                  </a:lnTo>
                  <a:cubicBezTo>
                    <a:pt x="78496" y="105497"/>
                    <a:pt x="67488" y="100116"/>
                    <a:pt x="55037" y="101988"/>
                  </a:cubicBezTo>
                  <a:cubicBezTo>
                    <a:pt x="52330" y="103625"/>
                    <a:pt x="60631" y="112748"/>
                    <a:pt x="57744" y="114385"/>
                  </a:cubicBezTo>
                  <a:cubicBezTo>
                    <a:pt x="50887" y="119766"/>
                    <a:pt x="41323" y="114385"/>
                    <a:pt x="34466" y="116257"/>
                  </a:cubicBezTo>
                  <a:cubicBezTo>
                    <a:pt x="31578" y="116257"/>
                    <a:pt x="31578" y="119766"/>
                    <a:pt x="30315" y="119766"/>
                  </a:cubicBezTo>
                  <a:cubicBezTo>
                    <a:pt x="24721" y="119766"/>
                    <a:pt x="19308" y="119766"/>
                    <a:pt x="13714" y="116257"/>
                  </a:cubicBezTo>
                  <a:cubicBezTo>
                    <a:pt x="11007" y="114385"/>
                    <a:pt x="9563" y="110877"/>
                    <a:pt x="8300" y="107368"/>
                  </a:cubicBezTo>
                  <a:cubicBezTo>
                    <a:pt x="5413" y="105497"/>
                    <a:pt x="1263" y="100116"/>
                    <a:pt x="0" y="98245"/>
                  </a:cubicBezTo>
                  <a:lnTo>
                    <a:pt x="0" y="98245"/>
                  </a:lnTo>
                  <a:cubicBezTo>
                    <a:pt x="1263" y="92865"/>
                    <a:pt x="2706" y="87485"/>
                    <a:pt x="4150" y="82339"/>
                  </a:cubicBezTo>
                  <a:cubicBezTo>
                    <a:pt x="9563" y="66198"/>
                    <a:pt x="33022" y="64327"/>
                    <a:pt x="39879" y="43040"/>
                  </a:cubicBezTo>
                  <a:cubicBezTo>
                    <a:pt x="52330" y="19649"/>
                    <a:pt x="64781" y="14269"/>
                    <a:pt x="82646" y="3742"/>
                  </a:cubicBezTo>
                  <a:cubicBezTo>
                    <a:pt x="84090" y="1871"/>
                    <a:pt x="85353" y="1871"/>
                    <a:pt x="86796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4" name="Shape 11234"/>
            <p:cNvSpPr/>
            <p:nvPr/>
          </p:nvSpPr>
          <p:spPr>
            <a:xfrm rot="3648446">
              <a:off x="6500399" y="5683343"/>
              <a:ext cx="515056" cy="4496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696" y="108750"/>
                  </a:moveTo>
                  <a:lnTo>
                    <a:pt x="91696" y="108750"/>
                  </a:lnTo>
                  <a:cubicBezTo>
                    <a:pt x="94909" y="108750"/>
                    <a:pt x="97696" y="108750"/>
                    <a:pt x="100484" y="109791"/>
                  </a:cubicBezTo>
                  <a:lnTo>
                    <a:pt x="100484" y="109791"/>
                  </a:lnTo>
                  <a:cubicBezTo>
                    <a:pt x="100000" y="107152"/>
                    <a:pt x="98181" y="99236"/>
                    <a:pt x="98181" y="96041"/>
                  </a:cubicBezTo>
                  <a:cubicBezTo>
                    <a:pt x="98181" y="93888"/>
                    <a:pt x="100484" y="92291"/>
                    <a:pt x="100484" y="90208"/>
                  </a:cubicBezTo>
                  <a:cubicBezTo>
                    <a:pt x="100484" y="88055"/>
                    <a:pt x="98181" y="87013"/>
                    <a:pt x="98181" y="85416"/>
                  </a:cubicBezTo>
                  <a:cubicBezTo>
                    <a:pt x="98606" y="81180"/>
                    <a:pt x="100000" y="77500"/>
                    <a:pt x="100909" y="73750"/>
                  </a:cubicBezTo>
                  <a:cubicBezTo>
                    <a:pt x="102303" y="70000"/>
                    <a:pt x="103272" y="66319"/>
                    <a:pt x="104666" y="62638"/>
                  </a:cubicBezTo>
                  <a:cubicBezTo>
                    <a:pt x="105575" y="60486"/>
                    <a:pt x="106969" y="57847"/>
                    <a:pt x="108787" y="56250"/>
                  </a:cubicBezTo>
                  <a:cubicBezTo>
                    <a:pt x="109696" y="55694"/>
                    <a:pt x="111090" y="57291"/>
                    <a:pt x="112060" y="56805"/>
                  </a:cubicBezTo>
                  <a:cubicBezTo>
                    <a:pt x="113878" y="55694"/>
                    <a:pt x="115757" y="53611"/>
                    <a:pt x="117575" y="52500"/>
                  </a:cubicBezTo>
                  <a:lnTo>
                    <a:pt x="117575" y="52500"/>
                  </a:lnTo>
                  <a:cubicBezTo>
                    <a:pt x="117575" y="50972"/>
                    <a:pt x="118969" y="49375"/>
                    <a:pt x="118545" y="47777"/>
                  </a:cubicBezTo>
                  <a:cubicBezTo>
                    <a:pt x="117151" y="45069"/>
                    <a:pt x="115272" y="42430"/>
                    <a:pt x="112969" y="40833"/>
                  </a:cubicBezTo>
                  <a:cubicBezTo>
                    <a:pt x="112060" y="40347"/>
                    <a:pt x="110666" y="42986"/>
                    <a:pt x="110181" y="41944"/>
                  </a:cubicBezTo>
                  <a:cubicBezTo>
                    <a:pt x="109272" y="39791"/>
                    <a:pt x="110666" y="37152"/>
                    <a:pt x="110666" y="35000"/>
                  </a:cubicBezTo>
                  <a:cubicBezTo>
                    <a:pt x="110666" y="33472"/>
                    <a:pt x="109272" y="32361"/>
                    <a:pt x="109272" y="30763"/>
                  </a:cubicBezTo>
                  <a:cubicBezTo>
                    <a:pt x="109272" y="29166"/>
                    <a:pt x="109696" y="27569"/>
                    <a:pt x="110666" y="25972"/>
                  </a:cubicBezTo>
                  <a:cubicBezTo>
                    <a:pt x="111575" y="24930"/>
                    <a:pt x="112969" y="23888"/>
                    <a:pt x="114363" y="24444"/>
                  </a:cubicBezTo>
                  <a:cubicBezTo>
                    <a:pt x="115757" y="24444"/>
                    <a:pt x="117151" y="26527"/>
                    <a:pt x="118969" y="26527"/>
                  </a:cubicBezTo>
                  <a:cubicBezTo>
                    <a:pt x="119939" y="26527"/>
                    <a:pt x="119454" y="24930"/>
                    <a:pt x="119939" y="23888"/>
                  </a:cubicBezTo>
                  <a:cubicBezTo>
                    <a:pt x="119939" y="21736"/>
                    <a:pt x="119939" y="19097"/>
                    <a:pt x="119454" y="17013"/>
                  </a:cubicBezTo>
                  <a:cubicBezTo>
                    <a:pt x="118545" y="14375"/>
                    <a:pt x="117151" y="11666"/>
                    <a:pt x="115757" y="9583"/>
                  </a:cubicBezTo>
                  <a:lnTo>
                    <a:pt x="115757" y="9583"/>
                  </a:lnTo>
                  <a:cubicBezTo>
                    <a:pt x="110666" y="5833"/>
                    <a:pt x="110666" y="5833"/>
                    <a:pt x="110666" y="5833"/>
                  </a:cubicBezTo>
                  <a:lnTo>
                    <a:pt x="110666" y="5833"/>
                  </a:lnTo>
                  <a:cubicBezTo>
                    <a:pt x="106969" y="4791"/>
                    <a:pt x="103696" y="3750"/>
                    <a:pt x="100484" y="3194"/>
                  </a:cubicBezTo>
                  <a:cubicBezTo>
                    <a:pt x="99575" y="3194"/>
                    <a:pt x="99090" y="4236"/>
                    <a:pt x="98606" y="4236"/>
                  </a:cubicBezTo>
                  <a:cubicBezTo>
                    <a:pt x="97212" y="4236"/>
                    <a:pt x="96303" y="4236"/>
                    <a:pt x="94909" y="4236"/>
                  </a:cubicBezTo>
                  <a:lnTo>
                    <a:pt x="94909" y="4236"/>
                  </a:lnTo>
                  <a:cubicBezTo>
                    <a:pt x="93515" y="4236"/>
                    <a:pt x="92121" y="5347"/>
                    <a:pt x="90727" y="4791"/>
                  </a:cubicBezTo>
                  <a:cubicBezTo>
                    <a:pt x="88909" y="4236"/>
                    <a:pt x="88000" y="1111"/>
                    <a:pt x="86121" y="555"/>
                  </a:cubicBezTo>
                  <a:cubicBezTo>
                    <a:pt x="85636" y="0"/>
                    <a:pt x="84727" y="555"/>
                    <a:pt x="83818" y="1597"/>
                  </a:cubicBezTo>
                  <a:cubicBezTo>
                    <a:pt x="83333" y="2152"/>
                    <a:pt x="83818" y="4236"/>
                    <a:pt x="83333" y="4236"/>
                  </a:cubicBezTo>
                  <a:cubicBezTo>
                    <a:pt x="81515" y="4791"/>
                    <a:pt x="80121" y="3750"/>
                    <a:pt x="78242" y="3194"/>
                  </a:cubicBezTo>
                  <a:cubicBezTo>
                    <a:pt x="70848" y="2638"/>
                    <a:pt x="63878" y="1111"/>
                    <a:pt x="56484" y="1597"/>
                  </a:cubicBezTo>
                  <a:cubicBezTo>
                    <a:pt x="55090" y="1597"/>
                    <a:pt x="53696" y="3750"/>
                    <a:pt x="53272" y="5347"/>
                  </a:cubicBezTo>
                  <a:cubicBezTo>
                    <a:pt x="53272" y="6388"/>
                    <a:pt x="55090" y="7986"/>
                    <a:pt x="54181" y="8472"/>
                  </a:cubicBezTo>
                  <a:cubicBezTo>
                    <a:pt x="52303" y="9583"/>
                    <a:pt x="49575" y="8472"/>
                    <a:pt x="47212" y="8472"/>
                  </a:cubicBezTo>
                  <a:lnTo>
                    <a:pt x="47212" y="8472"/>
                  </a:lnTo>
                  <a:cubicBezTo>
                    <a:pt x="46303" y="9027"/>
                    <a:pt x="39818" y="10069"/>
                    <a:pt x="39333" y="11180"/>
                  </a:cubicBezTo>
                  <a:cubicBezTo>
                    <a:pt x="38909" y="12222"/>
                    <a:pt x="39333" y="13819"/>
                    <a:pt x="39818" y="15416"/>
                  </a:cubicBezTo>
                  <a:cubicBezTo>
                    <a:pt x="39818" y="17500"/>
                    <a:pt x="41212" y="20208"/>
                    <a:pt x="40303" y="22291"/>
                  </a:cubicBezTo>
                  <a:cubicBezTo>
                    <a:pt x="39333" y="24444"/>
                    <a:pt x="37030" y="23888"/>
                    <a:pt x="35212" y="24930"/>
                  </a:cubicBezTo>
                  <a:cubicBezTo>
                    <a:pt x="31939" y="25972"/>
                    <a:pt x="26424" y="24444"/>
                    <a:pt x="25030" y="28125"/>
                  </a:cubicBezTo>
                  <a:cubicBezTo>
                    <a:pt x="23151" y="32361"/>
                    <a:pt x="26848" y="37708"/>
                    <a:pt x="28242" y="42430"/>
                  </a:cubicBezTo>
                  <a:cubicBezTo>
                    <a:pt x="28727" y="44027"/>
                    <a:pt x="30545" y="45069"/>
                    <a:pt x="30545" y="46666"/>
                  </a:cubicBezTo>
                  <a:cubicBezTo>
                    <a:pt x="30545" y="50416"/>
                    <a:pt x="28242" y="54652"/>
                    <a:pt x="29212" y="58402"/>
                  </a:cubicBezTo>
                  <a:cubicBezTo>
                    <a:pt x="29212" y="60486"/>
                    <a:pt x="32909" y="60486"/>
                    <a:pt x="33333" y="63125"/>
                  </a:cubicBezTo>
                  <a:cubicBezTo>
                    <a:pt x="33818" y="65763"/>
                    <a:pt x="31939" y="68958"/>
                    <a:pt x="31030" y="71597"/>
                  </a:cubicBezTo>
                  <a:cubicBezTo>
                    <a:pt x="30121" y="73750"/>
                    <a:pt x="29212" y="77500"/>
                    <a:pt x="27333" y="76944"/>
                  </a:cubicBezTo>
                  <a:cubicBezTo>
                    <a:pt x="21333" y="75347"/>
                    <a:pt x="16666" y="70000"/>
                    <a:pt x="11151" y="66875"/>
                  </a:cubicBezTo>
                  <a:cubicBezTo>
                    <a:pt x="9757" y="66319"/>
                    <a:pt x="8363" y="66875"/>
                    <a:pt x="7393" y="67361"/>
                  </a:cubicBezTo>
                  <a:cubicBezTo>
                    <a:pt x="4666" y="67916"/>
                    <a:pt x="2787" y="68958"/>
                    <a:pt x="0" y="70000"/>
                  </a:cubicBezTo>
                  <a:lnTo>
                    <a:pt x="0" y="70000"/>
                  </a:lnTo>
                  <a:cubicBezTo>
                    <a:pt x="2303" y="74305"/>
                    <a:pt x="3272" y="79027"/>
                    <a:pt x="6484" y="81736"/>
                  </a:cubicBezTo>
                  <a:cubicBezTo>
                    <a:pt x="8363" y="83263"/>
                    <a:pt x="9757" y="79583"/>
                    <a:pt x="11575" y="79027"/>
                  </a:cubicBezTo>
                  <a:cubicBezTo>
                    <a:pt x="12060" y="79027"/>
                    <a:pt x="13939" y="79027"/>
                    <a:pt x="13939" y="80138"/>
                  </a:cubicBezTo>
                  <a:cubicBezTo>
                    <a:pt x="14363" y="81736"/>
                    <a:pt x="12969" y="83263"/>
                    <a:pt x="12060" y="84861"/>
                  </a:cubicBezTo>
                  <a:cubicBezTo>
                    <a:pt x="11575" y="85416"/>
                    <a:pt x="11151" y="85972"/>
                    <a:pt x="10666" y="86458"/>
                  </a:cubicBezTo>
                  <a:cubicBezTo>
                    <a:pt x="10181" y="88611"/>
                    <a:pt x="9757" y="90694"/>
                    <a:pt x="10666" y="91805"/>
                  </a:cubicBezTo>
                  <a:cubicBezTo>
                    <a:pt x="11575" y="93402"/>
                    <a:pt x="13939" y="90694"/>
                    <a:pt x="14848" y="91805"/>
                  </a:cubicBezTo>
                  <a:cubicBezTo>
                    <a:pt x="15757" y="92847"/>
                    <a:pt x="14848" y="95486"/>
                    <a:pt x="14848" y="97083"/>
                  </a:cubicBezTo>
                  <a:cubicBezTo>
                    <a:pt x="15272" y="100277"/>
                    <a:pt x="14363" y="103958"/>
                    <a:pt x="15757" y="106597"/>
                  </a:cubicBezTo>
                  <a:cubicBezTo>
                    <a:pt x="16666" y="107708"/>
                    <a:pt x="18545" y="104513"/>
                    <a:pt x="19939" y="105555"/>
                  </a:cubicBezTo>
                  <a:cubicBezTo>
                    <a:pt x="20848" y="106111"/>
                    <a:pt x="19454" y="109791"/>
                    <a:pt x="20848" y="110347"/>
                  </a:cubicBezTo>
                  <a:cubicBezTo>
                    <a:pt x="22666" y="111388"/>
                    <a:pt x="25030" y="107708"/>
                    <a:pt x="26424" y="109305"/>
                  </a:cubicBezTo>
                  <a:cubicBezTo>
                    <a:pt x="27818" y="110347"/>
                    <a:pt x="25939" y="114583"/>
                    <a:pt x="25454" y="116180"/>
                  </a:cubicBezTo>
                  <a:lnTo>
                    <a:pt x="25454" y="116180"/>
                  </a:lnTo>
                  <a:cubicBezTo>
                    <a:pt x="26848" y="116180"/>
                    <a:pt x="28727" y="116180"/>
                    <a:pt x="30121" y="116736"/>
                  </a:cubicBezTo>
                  <a:cubicBezTo>
                    <a:pt x="34303" y="115694"/>
                    <a:pt x="35636" y="118819"/>
                    <a:pt x="38000" y="119930"/>
                  </a:cubicBezTo>
                  <a:cubicBezTo>
                    <a:pt x="38000" y="116736"/>
                    <a:pt x="49575" y="110347"/>
                    <a:pt x="52303" y="109791"/>
                  </a:cubicBezTo>
                  <a:cubicBezTo>
                    <a:pt x="56000" y="108750"/>
                    <a:pt x="57878" y="107708"/>
                    <a:pt x="61090" y="104513"/>
                  </a:cubicBezTo>
                  <a:cubicBezTo>
                    <a:pt x="66242" y="99236"/>
                    <a:pt x="52787" y="91805"/>
                    <a:pt x="50484" y="87013"/>
                  </a:cubicBezTo>
                  <a:lnTo>
                    <a:pt x="50484" y="87013"/>
                  </a:lnTo>
                  <a:cubicBezTo>
                    <a:pt x="50000" y="87013"/>
                    <a:pt x="49575" y="86458"/>
                    <a:pt x="49575" y="86458"/>
                  </a:cubicBezTo>
                  <a:cubicBezTo>
                    <a:pt x="47212" y="84861"/>
                    <a:pt x="44909" y="83819"/>
                    <a:pt x="45818" y="81180"/>
                  </a:cubicBezTo>
                  <a:cubicBezTo>
                    <a:pt x="47212" y="74305"/>
                    <a:pt x="53696" y="74305"/>
                    <a:pt x="56969" y="74791"/>
                  </a:cubicBezTo>
                  <a:cubicBezTo>
                    <a:pt x="57878" y="75347"/>
                    <a:pt x="58363" y="76388"/>
                    <a:pt x="58363" y="77500"/>
                  </a:cubicBezTo>
                  <a:cubicBezTo>
                    <a:pt x="59757" y="79583"/>
                    <a:pt x="62060" y="82222"/>
                    <a:pt x="60666" y="84375"/>
                  </a:cubicBezTo>
                  <a:cubicBezTo>
                    <a:pt x="59272" y="87013"/>
                    <a:pt x="55575" y="87500"/>
                    <a:pt x="52787" y="88055"/>
                  </a:cubicBezTo>
                  <a:lnTo>
                    <a:pt x="52787" y="88055"/>
                  </a:lnTo>
                  <a:cubicBezTo>
                    <a:pt x="55575" y="89652"/>
                    <a:pt x="58787" y="92847"/>
                    <a:pt x="59757" y="93888"/>
                  </a:cubicBezTo>
                  <a:cubicBezTo>
                    <a:pt x="62484" y="96041"/>
                    <a:pt x="64848" y="98680"/>
                    <a:pt x="67151" y="100833"/>
                  </a:cubicBezTo>
                  <a:cubicBezTo>
                    <a:pt x="68969" y="102361"/>
                    <a:pt x="71757" y="102916"/>
                    <a:pt x="73151" y="104513"/>
                  </a:cubicBezTo>
                  <a:cubicBezTo>
                    <a:pt x="74545" y="106597"/>
                    <a:pt x="77333" y="111388"/>
                    <a:pt x="79636" y="108194"/>
                  </a:cubicBezTo>
                  <a:cubicBezTo>
                    <a:pt x="81515" y="106111"/>
                    <a:pt x="81939" y="107152"/>
                    <a:pt x="82909" y="107708"/>
                  </a:cubicBezTo>
                  <a:lnTo>
                    <a:pt x="82909" y="107708"/>
                  </a:lnTo>
                  <a:cubicBezTo>
                    <a:pt x="81939" y="105069"/>
                    <a:pt x="80121" y="99236"/>
                    <a:pt x="79151" y="97083"/>
                  </a:cubicBezTo>
                  <a:cubicBezTo>
                    <a:pt x="79151" y="96041"/>
                    <a:pt x="77757" y="95000"/>
                    <a:pt x="78727" y="94444"/>
                  </a:cubicBezTo>
                  <a:cubicBezTo>
                    <a:pt x="79636" y="93402"/>
                    <a:pt x="81515" y="95000"/>
                    <a:pt x="82424" y="93888"/>
                  </a:cubicBezTo>
                  <a:cubicBezTo>
                    <a:pt x="83333" y="93402"/>
                    <a:pt x="82909" y="90694"/>
                    <a:pt x="83818" y="90694"/>
                  </a:cubicBezTo>
                  <a:cubicBezTo>
                    <a:pt x="86606" y="90208"/>
                    <a:pt x="90303" y="90208"/>
                    <a:pt x="92121" y="92847"/>
                  </a:cubicBezTo>
                  <a:cubicBezTo>
                    <a:pt x="93515" y="94444"/>
                    <a:pt x="91212" y="97638"/>
                    <a:pt x="91212" y="99722"/>
                  </a:cubicBezTo>
                  <a:cubicBezTo>
                    <a:pt x="91212" y="101319"/>
                    <a:pt x="91696" y="107152"/>
                    <a:pt x="91696" y="10875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5" name="Shape 11235"/>
            <p:cNvSpPr/>
            <p:nvPr/>
          </p:nvSpPr>
          <p:spPr>
            <a:xfrm rot="3648446">
              <a:off x="6648108" y="6041799"/>
              <a:ext cx="67680" cy="6997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080" y="112835"/>
                  </a:moveTo>
                  <a:lnTo>
                    <a:pt x="39080" y="112835"/>
                  </a:lnTo>
                  <a:cubicBezTo>
                    <a:pt x="42298" y="115970"/>
                    <a:pt x="49655" y="115970"/>
                    <a:pt x="63448" y="112835"/>
                  </a:cubicBezTo>
                  <a:cubicBezTo>
                    <a:pt x="77701" y="115970"/>
                    <a:pt x="91494" y="119552"/>
                    <a:pt x="105747" y="119552"/>
                  </a:cubicBezTo>
                  <a:lnTo>
                    <a:pt x="105747" y="119552"/>
                  </a:lnTo>
                  <a:cubicBezTo>
                    <a:pt x="105747" y="109253"/>
                    <a:pt x="102068" y="71641"/>
                    <a:pt x="102068" y="61343"/>
                  </a:cubicBezTo>
                  <a:cubicBezTo>
                    <a:pt x="102068" y="47910"/>
                    <a:pt x="119540" y="27313"/>
                    <a:pt x="108965" y="17014"/>
                  </a:cubicBezTo>
                  <a:cubicBezTo>
                    <a:pt x="95172" y="0"/>
                    <a:pt x="67126" y="0"/>
                    <a:pt x="45977" y="3134"/>
                  </a:cubicBezTo>
                  <a:cubicBezTo>
                    <a:pt x="39080" y="3134"/>
                    <a:pt x="42298" y="20597"/>
                    <a:pt x="35402" y="23731"/>
                  </a:cubicBezTo>
                  <a:cubicBezTo>
                    <a:pt x="28505" y="30895"/>
                    <a:pt x="14252" y="20597"/>
                    <a:pt x="7356" y="27313"/>
                  </a:cubicBezTo>
                  <a:cubicBezTo>
                    <a:pt x="0" y="30895"/>
                    <a:pt x="10574" y="37611"/>
                    <a:pt x="10574" y="44328"/>
                  </a:cubicBezTo>
                  <a:cubicBezTo>
                    <a:pt x="17931" y="58208"/>
                    <a:pt x="31724" y="95820"/>
                    <a:pt x="39080" y="11283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6" name="Shape 11236"/>
            <p:cNvSpPr/>
            <p:nvPr/>
          </p:nvSpPr>
          <p:spPr>
            <a:xfrm rot="3648446">
              <a:off x="6637909" y="5896734"/>
              <a:ext cx="73415" cy="516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8873" y="110351"/>
                  </a:moveTo>
                  <a:lnTo>
                    <a:pt x="38873" y="110351"/>
                  </a:lnTo>
                  <a:cubicBezTo>
                    <a:pt x="35492" y="110351"/>
                    <a:pt x="35492" y="105527"/>
                    <a:pt x="35492" y="105527"/>
                  </a:cubicBezTo>
                  <a:cubicBezTo>
                    <a:pt x="38873" y="105527"/>
                    <a:pt x="48591" y="110351"/>
                    <a:pt x="54929" y="119396"/>
                  </a:cubicBezTo>
                  <a:lnTo>
                    <a:pt x="54929" y="119396"/>
                  </a:lnTo>
                  <a:cubicBezTo>
                    <a:pt x="74366" y="114572"/>
                    <a:pt x="100140" y="110351"/>
                    <a:pt x="109859" y="87437"/>
                  </a:cubicBezTo>
                  <a:cubicBezTo>
                    <a:pt x="119577" y="68743"/>
                    <a:pt x="103521" y="45829"/>
                    <a:pt x="93802" y="27738"/>
                  </a:cubicBezTo>
                  <a:cubicBezTo>
                    <a:pt x="93802" y="18090"/>
                    <a:pt x="90422" y="9045"/>
                    <a:pt x="84084" y="4221"/>
                  </a:cubicBezTo>
                  <a:cubicBezTo>
                    <a:pt x="61267" y="0"/>
                    <a:pt x="16056" y="0"/>
                    <a:pt x="6338" y="59698"/>
                  </a:cubicBezTo>
                  <a:cubicBezTo>
                    <a:pt x="0" y="82613"/>
                    <a:pt x="16056" y="91658"/>
                    <a:pt x="32535" y="105527"/>
                  </a:cubicBezTo>
                  <a:cubicBezTo>
                    <a:pt x="32535" y="105527"/>
                    <a:pt x="35492" y="110351"/>
                    <a:pt x="38873" y="11035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7" name="Shape 11237"/>
            <p:cNvSpPr/>
            <p:nvPr/>
          </p:nvSpPr>
          <p:spPr>
            <a:xfrm rot="3648446">
              <a:off x="6161750" y="5453839"/>
              <a:ext cx="523085" cy="36939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7" y="55482"/>
                  </a:moveTo>
                  <a:lnTo>
                    <a:pt x="417" y="55482"/>
                  </a:lnTo>
                  <a:cubicBezTo>
                    <a:pt x="1791" y="54130"/>
                    <a:pt x="2268" y="51597"/>
                    <a:pt x="3641" y="50921"/>
                  </a:cubicBezTo>
                  <a:cubicBezTo>
                    <a:pt x="5014" y="49655"/>
                    <a:pt x="7283" y="49655"/>
                    <a:pt x="9074" y="48979"/>
                  </a:cubicBezTo>
                  <a:cubicBezTo>
                    <a:pt x="10447" y="48388"/>
                    <a:pt x="11402" y="47712"/>
                    <a:pt x="12776" y="47037"/>
                  </a:cubicBezTo>
                  <a:cubicBezTo>
                    <a:pt x="17791" y="45095"/>
                    <a:pt x="23223" y="43828"/>
                    <a:pt x="28238" y="41885"/>
                  </a:cubicBezTo>
                  <a:cubicBezTo>
                    <a:pt x="29134" y="41885"/>
                    <a:pt x="31462" y="43152"/>
                    <a:pt x="31880" y="41210"/>
                  </a:cubicBezTo>
                  <a:cubicBezTo>
                    <a:pt x="33253" y="37410"/>
                    <a:pt x="31880" y="32850"/>
                    <a:pt x="32358" y="29049"/>
                  </a:cubicBezTo>
                  <a:cubicBezTo>
                    <a:pt x="32358" y="26432"/>
                    <a:pt x="31880" y="23223"/>
                    <a:pt x="32835" y="21871"/>
                  </a:cubicBezTo>
                  <a:cubicBezTo>
                    <a:pt x="35104" y="19338"/>
                    <a:pt x="38268" y="17396"/>
                    <a:pt x="41014" y="18662"/>
                  </a:cubicBezTo>
                  <a:cubicBezTo>
                    <a:pt x="43761" y="19929"/>
                    <a:pt x="43283" y="26432"/>
                    <a:pt x="46029" y="28374"/>
                  </a:cubicBezTo>
                  <a:cubicBezTo>
                    <a:pt x="46925" y="29049"/>
                    <a:pt x="47402" y="24489"/>
                    <a:pt x="48298" y="23814"/>
                  </a:cubicBezTo>
                  <a:cubicBezTo>
                    <a:pt x="51044" y="22547"/>
                    <a:pt x="55164" y="25165"/>
                    <a:pt x="57432" y="21871"/>
                  </a:cubicBezTo>
                  <a:cubicBezTo>
                    <a:pt x="58328" y="20605"/>
                    <a:pt x="52895" y="19929"/>
                    <a:pt x="52895" y="17396"/>
                  </a:cubicBezTo>
                  <a:cubicBezTo>
                    <a:pt x="52895" y="14187"/>
                    <a:pt x="56537" y="12244"/>
                    <a:pt x="57432" y="8360"/>
                  </a:cubicBezTo>
                  <a:cubicBezTo>
                    <a:pt x="57910" y="6418"/>
                    <a:pt x="56059" y="4475"/>
                    <a:pt x="56059" y="1942"/>
                  </a:cubicBezTo>
                  <a:cubicBezTo>
                    <a:pt x="56537" y="1266"/>
                    <a:pt x="57432" y="591"/>
                    <a:pt x="57910" y="0"/>
                  </a:cubicBezTo>
                  <a:lnTo>
                    <a:pt x="57910" y="0"/>
                  </a:lnTo>
                  <a:cubicBezTo>
                    <a:pt x="61074" y="1266"/>
                    <a:pt x="64298" y="591"/>
                    <a:pt x="66567" y="2533"/>
                  </a:cubicBezTo>
                  <a:cubicBezTo>
                    <a:pt x="68835" y="3884"/>
                    <a:pt x="69731" y="7684"/>
                    <a:pt x="71104" y="10302"/>
                  </a:cubicBezTo>
                  <a:cubicBezTo>
                    <a:pt x="72477" y="13511"/>
                    <a:pt x="73432" y="16720"/>
                    <a:pt x="74746" y="19929"/>
                  </a:cubicBezTo>
                  <a:cubicBezTo>
                    <a:pt x="75223" y="21280"/>
                    <a:pt x="76597" y="21280"/>
                    <a:pt x="77492" y="21871"/>
                  </a:cubicBezTo>
                  <a:cubicBezTo>
                    <a:pt x="78388" y="23814"/>
                    <a:pt x="78388" y="28374"/>
                    <a:pt x="80238" y="28374"/>
                  </a:cubicBezTo>
                  <a:cubicBezTo>
                    <a:pt x="82507" y="28374"/>
                    <a:pt x="84358" y="24489"/>
                    <a:pt x="86626" y="23223"/>
                  </a:cubicBezTo>
                  <a:cubicBezTo>
                    <a:pt x="88477" y="21871"/>
                    <a:pt x="90746" y="21280"/>
                    <a:pt x="92537" y="19929"/>
                  </a:cubicBezTo>
                  <a:lnTo>
                    <a:pt x="92537" y="19929"/>
                  </a:lnTo>
                  <a:cubicBezTo>
                    <a:pt x="94805" y="25165"/>
                    <a:pt x="95761" y="30907"/>
                    <a:pt x="98925" y="34201"/>
                  </a:cubicBezTo>
                  <a:cubicBezTo>
                    <a:pt x="100776" y="36059"/>
                    <a:pt x="102149" y="31583"/>
                    <a:pt x="103940" y="30907"/>
                  </a:cubicBezTo>
                  <a:cubicBezTo>
                    <a:pt x="104417" y="30907"/>
                    <a:pt x="106268" y="30907"/>
                    <a:pt x="106268" y="32258"/>
                  </a:cubicBezTo>
                  <a:cubicBezTo>
                    <a:pt x="106686" y="34201"/>
                    <a:pt x="105313" y="36059"/>
                    <a:pt x="104417" y="38001"/>
                  </a:cubicBezTo>
                  <a:cubicBezTo>
                    <a:pt x="103940" y="38676"/>
                    <a:pt x="103522" y="39352"/>
                    <a:pt x="103044" y="39943"/>
                  </a:cubicBezTo>
                  <a:cubicBezTo>
                    <a:pt x="102567" y="42561"/>
                    <a:pt x="102149" y="45095"/>
                    <a:pt x="103044" y="46446"/>
                  </a:cubicBezTo>
                  <a:cubicBezTo>
                    <a:pt x="103940" y="48388"/>
                    <a:pt x="106268" y="45095"/>
                    <a:pt x="107164" y="46446"/>
                  </a:cubicBezTo>
                  <a:cubicBezTo>
                    <a:pt x="108059" y="47712"/>
                    <a:pt x="107164" y="50921"/>
                    <a:pt x="107164" y="52864"/>
                  </a:cubicBezTo>
                  <a:cubicBezTo>
                    <a:pt x="107582" y="56748"/>
                    <a:pt x="106686" y="61224"/>
                    <a:pt x="108059" y="64433"/>
                  </a:cubicBezTo>
                  <a:cubicBezTo>
                    <a:pt x="108955" y="65784"/>
                    <a:pt x="110805" y="61900"/>
                    <a:pt x="112179" y="63166"/>
                  </a:cubicBezTo>
                  <a:cubicBezTo>
                    <a:pt x="113074" y="63842"/>
                    <a:pt x="111701" y="68318"/>
                    <a:pt x="113074" y="68993"/>
                  </a:cubicBezTo>
                  <a:cubicBezTo>
                    <a:pt x="114865" y="70260"/>
                    <a:pt x="117194" y="65784"/>
                    <a:pt x="118567" y="67726"/>
                  </a:cubicBezTo>
                  <a:cubicBezTo>
                    <a:pt x="119940" y="68993"/>
                    <a:pt x="118089" y="74144"/>
                    <a:pt x="117611" y="76087"/>
                  </a:cubicBezTo>
                  <a:lnTo>
                    <a:pt x="117611" y="76087"/>
                  </a:lnTo>
                  <a:cubicBezTo>
                    <a:pt x="116238" y="76762"/>
                    <a:pt x="114447" y="77353"/>
                    <a:pt x="113074" y="79971"/>
                  </a:cubicBezTo>
                  <a:cubicBezTo>
                    <a:pt x="112597" y="80647"/>
                    <a:pt x="111701" y="80647"/>
                    <a:pt x="110328" y="80647"/>
                  </a:cubicBezTo>
                  <a:lnTo>
                    <a:pt x="110328" y="80647"/>
                  </a:lnTo>
                  <a:cubicBezTo>
                    <a:pt x="108955" y="78029"/>
                    <a:pt x="106686" y="72202"/>
                    <a:pt x="105313" y="69669"/>
                  </a:cubicBezTo>
                  <a:cubicBezTo>
                    <a:pt x="104417" y="68993"/>
                    <a:pt x="104417" y="67051"/>
                    <a:pt x="103522" y="66375"/>
                  </a:cubicBezTo>
                  <a:cubicBezTo>
                    <a:pt x="103044" y="65784"/>
                    <a:pt x="101671" y="66375"/>
                    <a:pt x="101194" y="66375"/>
                  </a:cubicBezTo>
                  <a:cubicBezTo>
                    <a:pt x="99402" y="65784"/>
                    <a:pt x="98029" y="65109"/>
                    <a:pt x="96656" y="64433"/>
                  </a:cubicBezTo>
                  <a:lnTo>
                    <a:pt x="96656" y="64433"/>
                  </a:lnTo>
                  <a:cubicBezTo>
                    <a:pt x="95283" y="63166"/>
                    <a:pt x="94388" y="59957"/>
                    <a:pt x="92537" y="59957"/>
                  </a:cubicBezTo>
                  <a:cubicBezTo>
                    <a:pt x="91164" y="59282"/>
                    <a:pt x="89373" y="60633"/>
                    <a:pt x="88477" y="62575"/>
                  </a:cubicBezTo>
                  <a:cubicBezTo>
                    <a:pt x="87522" y="64433"/>
                    <a:pt x="88000" y="67726"/>
                    <a:pt x="87522" y="70260"/>
                  </a:cubicBezTo>
                  <a:cubicBezTo>
                    <a:pt x="87104" y="72202"/>
                    <a:pt x="84358" y="80647"/>
                    <a:pt x="83880" y="82505"/>
                  </a:cubicBezTo>
                  <a:lnTo>
                    <a:pt x="83880" y="82505"/>
                  </a:lnTo>
                  <a:cubicBezTo>
                    <a:pt x="83880" y="85123"/>
                    <a:pt x="92537" y="90950"/>
                    <a:pt x="94388" y="90274"/>
                  </a:cubicBezTo>
                  <a:cubicBezTo>
                    <a:pt x="95761" y="89598"/>
                    <a:pt x="94805" y="92216"/>
                    <a:pt x="94805" y="93483"/>
                  </a:cubicBezTo>
                  <a:cubicBezTo>
                    <a:pt x="95283" y="97368"/>
                    <a:pt x="98029" y="96776"/>
                    <a:pt x="93492" y="99310"/>
                  </a:cubicBezTo>
                  <a:cubicBezTo>
                    <a:pt x="91641" y="99985"/>
                    <a:pt x="94388" y="106403"/>
                    <a:pt x="93014" y="106403"/>
                  </a:cubicBezTo>
                  <a:cubicBezTo>
                    <a:pt x="90746" y="106403"/>
                    <a:pt x="85731" y="105137"/>
                    <a:pt x="85253" y="109021"/>
                  </a:cubicBezTo>
                  <a:cubicBezTo>
                    <a:pt x="83880" y="109612"/>
                    <a:pt x="83402" y="107670"/>
                    <a:pt x="82985" y="105728"/>
                  </a:cubicBezTo>
                  <a:cubicBezTo>
                    <a:pt x="80238" y="105728"/>
                    <a:pt x="78865" y="103194"/>
                    <a:pt x="76119" y="101928"/>
                  </a:cubicBezTo>
                  <a:cubicBezTo>
                    <a:pt x="73432" y="100577"/>
                    <a:pt x="70208" y="101928"/>
                    <a:pt x="67462" y="100577"/>
                  </a:cubicBezTo>
                  <a:cubicBezTo>
                    <a:pt x="61074" y="99310"/>
                    <a:pt x="55641" y="96776"/>
                    <a:pt x="49253" y="96776"/>
                  </a:cubicBezTo>
                  <a:cubicBezTo>
                    <a:pt x="49253" y="98634"/>
                    <a:pt x="47402" y="101928"/>
                    <a:pt x="46507" y="103786"/>
                  </a:cubicBezTo>
                  <a:cubicBezTo>
                    <a:pt x="46507" y="105137"/>
                    <a:pt x="46507" y="105137"/>
                    <a:pt x="46507" y="105137"/>
                  </a:cubicBezTo>
                  <a:cubicBezTo>
                    <a:pt x="46507" y="107079"/>
                    <a:pt x="47402" y="108346"/>
                    <a:pt x="48298" y="109612"/>
                  </a:cubicBezTo>
                  <a:cubicBezTo>
                    <a:pt x="48776" y="110879"/>
                    <a:pt x="50149" y="112821"/>
                    <a:pt x="50149" y="114173"/>
                  </a:cubicBezTo>
                  <a:cubicBezTo>
                    <a:pt x="50149" y="115439"/>
                    <a:pt x="49253" y="116706"/>
                    <a:pt x="48776" y="118057"/>
                  </a:cubicBezTo>
                  <a:cubicBezTo>
                    <a:pt x="48298" y="118648"/>
                    <a:pt x="48298" y="119915"/>
                    <a:pt x="48298" y="119915"/>
                  </a:cubicBezTo>
                  <a:cubicBezTo>
                    <a:pt x="47880" y="118057"/>
                    <a:pt x="47402" y="117382"/>
                    <a:pt x="47402" y="115439"/>
                  </a:cubicBezTo>
                  <a:cubicBezTo>
                    <a:pt x="47402" y="114173"/>
                    <a:pt x="47880" y="112230"/>
                    <a:pt x="47402" y="110879"/>
                  </a:cubicBezTo>
                  <a:cubicBezTo>
                    <a:pt x="46925" y="110288"/>
                    <a:pt x="46507" y="109612"/>
                    <a:pt x="46029" y="108346"/>
                  </a:cubicBezTo>
                  <a:cubicBezTo>
                    <a:pt x="45552" y="107670"/>
                    <a:pt x="45552" y="106403"/>
                    <a:pt x="45134" y="105137"/>
                  </a:cubicBezTo>
                  <a:cubicBezTo>
                    <a:pt x="39641" y="96101"/>
                    <a:pt x="20955" y="87065"/>
                    <a:pt x="16835" y="81914"/>
                  </a:cubicBezTo>
                  <a:cubicBezTo>
                    <a:pt x="14089" y="80647"/>
                    <a:pt x="7761" y="76087"/>
                    <a:pt x="5014" y="76762"/>
                  </a:cubicBezTo>
                  <a:cubicBezTo>
                    <a:pt x="3641" y="77353"/>
                    <a:pt x="2268" y="78029"/>
                    <a:pt x="895" y="79296"/>
                  </a:cubicBezTo>
                  <a:lnTo>
                    <a:pt x="895" y="79296"/>
                  </a:lnTo>
                  <a:cubicBezTo>
                    <a:pt x="895" y="77353"/>
                    <a:pt x="895" y="72878"/>
                    <a:pt x="1373" y="70935"/>
                  </a:cubicBezTo>
                  <a:cubicBezTo>
                    <a:pt x="1373" y="69669"/>
                    <a:pt x="2268" y="68993"/>
                    <a:pt x="2268" y="68318"/>
                  </a:cubicBezTo>
                  <a:cubicBezTo>
                    <a:pt x="1791" y="67051"/>
                    <a:pt x="0" y="67051"/>
                    <a:pt x="417" y="66375"/>
                  </a:cubicBezTo>
                  <a:cubicBezTo>
                    <a:pt x="1791" y="63166"/>
                    <a:pt x="6388" y="63842"/>
                    <a:pt x="6388" y="60633"/>
                  </a:cubicBezTo>
                  <a:cubicBezTo>
                    <a:pt x="6388" y="57424"/>
                    <a:pt x="2746" y="57424"/>
                    <a:pt x="417" y="5548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8" name="Shape 11238"/>
            <p:cNvSpPr/>
            <p:nvPr/>
          </p:nvSpPr>
          <p:spPr>
            <a:xfrm rot="3648446">
              <a:off x="6442554" y="5792168"/>
              <a:ext cx="69974" cy="5391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552" y="110769"/>
                  </a:moveTo>
                  <a:lnTo>
                    <a:pt x="119552" y="110769"/>
                  </a:lnTo>
                  <a:cubicBezTo>
                    <a:pt x="109253" y="92884"/>
                    <a:pt x="92238" y="53076"/>
                    <a:pt x="81940" y="35769"/>
                  </a:cubicBezTo>
                  <a:cubicBezTo>
                    <a:pt x="75223" y="31153"/>
                    <a:pt x="75223" y="17884"/>
                    <a:pt x="68507" y="13269"/>
                  </a:cubicBezTo>
                  <a:cubicBezTo>
                    <a:pt x="64925" y="9230"/>
                    <a:pt x="54626" y="13269"/>
                    <a:pt x="51044" y="13269"/>
                  </a:cubicBezTo>
                  <a:cubicBezTo>
                    <a:pt x="37611" y="9230"/>
                    <a:pt x="27313" y="4615"/>
                    <a:pt x="17014" y="0"/>
                  </a:cubicBezTo>
                  <a:lnTo>
                    <a:pt x="17014" y="0"/>
                  </a:lnTo>
                  <a:cubicBezTo>
                    <a:pt x="13432" y="9230"/>
                    <a:pt x="0" y="17884"/>
                    <a:pt x="3134" y="31153"/>
                  </a:cubicBezTo>
                  <a:cubicBezTo>
                    <a:pt x="6716" y="39807"/>
                    <a:pt x="27313" y="35769"/>
                    <a:pt x="30447" y="49038"/>
                  </a:cubicBezTo>
                  <a:cubicBezTo>
                    <a:pt x="37611" y="66346"/>
                    <a:pt x="30447" y="101538"/>
                    <a:pt x="27313" y="119423"/>
                  </a:cubicBezTo>
                  <a:lnTo>
                    <a:pt x="27313" y="119423"/>
                  </a:lnTo>
                  <a:cubicBezTo>
                    <a:pt x="44328" y="101538"/>
                    <a:pt x="68507" y="92884"/>
                    <a:pt x="95820" y="101538"/>
                  </a:cubicBezTo>
                  <a:cubicBezTo>
                    <a:pt x="102537" y="101538"/>
                    <a:pt x="112835" y="106153"/>
                    <a:pt x="119552" y="11076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39" name="Shape 11239"/>
            <p:cNvSpPr/>
            <p:nvPr/>
          </p:nvSpPr>
          <p:spPr>
            <a:xfrm rot="3648446">
              <a:off x="6423289" y="5958167"/>
              <a:ext cx="232864" cy="14913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134" y="86341"/>
                  </a:moveTo>
                  <a:lnTo>
                    <a:pt x="48134" y="86341"/>
                  </a:lnTo>
                  <a:cubicBezTo>
                    <a:pt x="44111" y="82996"/>
                    <a:pt x="41027" y="81533"/>
                    <a:pt x="36871" y="76724"/>
                  </a:cubicBezTo>
                  <a:cubicBezTo>
                    <a:pt x="33787" y="73588"/>
                    <a:pt x="30703" y="60627"/>
                    <a:pt x="26681" y="62299"/>
                  </a:cubicBezTo>
                  <a:cubicBezTo>
                    <a:pt x="0" y="73588"/>
                    <a:pt x="13273" y="63972"/>
                    <a:pt x="15418" y="49547"/>
                  </a:cubicBezTo>
                  <a:cubicBezTo>
                    <a:pt x="17430" y="35121"/>
                    <a:pt x="36871" y="39930"/>
                    <a:pt x="44111" y="33658"/>
                  </a:cubicBezTo>
                  <a:cubicBezTo>
                    <a:pt x="52290" y="27177"/>
                    <a:pt x="58458" y="24041"/>
                    <a:pt x="64491" y="12752"/>
                  </a:cubicBezTo>
                  <a:cubicBezTo>
                    <a:pt x="71731" y="0"/>
                    <a:pt x="72804" y="12752"/>
                    <a:pt x="80983" y="19233"/>
                  </a:cubicBezTo>
                  <a:cubicBezTo>
                    <a:pt x="87016" y="24041"/>
                    <a:pt x="91173" y="24041"/>
                    <a:pt x="98279" y="24041"/>
                  </a:cubicBezTo>
                  <a:cubicBezTo>
                    <a:pt x="102435" y="24041"/>
                    <a:pt x="110614" y="46411"/>
                    <a:pt x="113698" y="52682"/>
                  </a:cubicBezTo>
                  <a:cubicBezTo>
                    <a:pt x="119865" y="62299"/>
                    <a:pt x="104446" y="65435"/>
                    <a:pt x="102435" y="67108"/>
                  </a:cubicBezTo>
                  <a:cubicBezTo>
                    <a:pt x="94256" y="70243"/>
                    <a:pt x="97340" y="75052"/>
                    <a:pt x="95195" y="82996"/>
                  </a:cubicBezTo>
                  <a:cubicBezTo>
                    <a:pt x="92245" y="99094"/>
                    <a:pt x="85005" y="92613"/>
                    <a:pt x="77899" y="103902"/>
                  </a:cubicBezTo>
                  <a:cubicBezTo>
                    <a:pt x="66636" y="119790"/>
                    <a:pt x="65564" y="102229"/>
                    <a:pt x="55374" y="95749"/>
                  </a:cubicBezTo>
                  <a:lnTo>
                    <a:pt x="48134" y="86341"/>
                  </a:ln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0" name="Shape 11240"/>
            <p:cNvSpPr/>
            <p:nvPr/>
          </p:nvSpPr>
          <p:spPr>
            <a:xfrm rot="3648446">
              <a:off x="6418257" y="5733580"/>
              <a:ext cx="67680" cy="917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93484"/>
                  </a:moveTo>
                  <a:lnTo>
                    <a:pt x="0" y="93484"/>
                  </a:lnTo>
                  <a:cubicBezTo>
                    <a:pt x="14252" y="93484"/>
                    <a:pt x="24827" y="96203"/>
                    <a:pt x="38620" y="96203"/>
                  </a:cubicBezTo>
                  <a:cubicBezTo>
                    <a:pt x="52873" y="93484"/>
                    <a:pt x="63448" y="91104"/>
                    <a:pt x="74022" y="93484"/>
                  </a:cubicBezTo>
                  <a:cubicBezTo>
                    <a:pt x="77241" y="101303"/>
                    <a:pt x="70344" y="104022"/>
                    <a:pt x="70344" y="111841"/>
                  </a:cubicBezTo>
                  <a:cubicBezTo>
                    <a:pt x="70344" y="114220"/>
                    <a:pt x="84137" y="119660"/>
                    <a:pt x="84137" y="119660"/>
                  </a:cubicBezTo>
                  <a:cubicBezTo>
                    <a:pt x="87816" y="109121"/>
                    <a:pt x="98390" y="98923"/>
                    <a:pt x="108965" y="91104"/>
                  </a:cubicBezTo>
                  <a:lnTo>
                    <a:pt x="108965" y="91104"/>
                  </a:lnTo>
                  <a:cubicBezTo>
                    <a:pt x="112183" y="80566"/>
                    <a:pt x="119540" y="59830"/>
                    <a:pt x="112183" y="49631"/>
                  </a:cubicBezTo>
                  <a:cubicBezTo>
                    <a:pt x="108965" y="41813"/>
                    <a:pt x="87816" y="44192"/>
                    <a:pt x="84137" y="39093"/>
                  </a:cubicBezTo>
                  <a:cubicBezTo>
                    <a:pt x="80919" y="31274"/>
                    <a:pt x="94712" y="26175"/>
                    <a:pt x="98390" y="20736"/>
                  </a:cubicBezTo>
                  <a:lnTo>
                    <a:pt x="98390" y="20736"/>
                  </a:lnTo>
                  <a:cubicBezTo>
                    <a:pt x="87816" y="15637"/>
                    <a:pt x="80919" y="2719"/>
                    <a:pt x="66666" y="2719"/>
                  </a:cubicBezTo>
                  <a:cubicBezTo>
                    <a:pt x="56091" y="0"/>
                    <a:pt x="42298" y="5439"/>
                    <a:pt x="35402" y="13257"/>
                  </a:cubicBezTo>
                  <a:cubicBezTo>
                    <a:pt x="28045" y="20736"/>
                    <a:pt x="31724" y="33994"/>
                    <a:pt x="28045" y="44192"/>
                  </a:cubicBezTo>
                  <a:cubicBezTo>
                    <a:pt x="24827" y="52011"/>
                    <a:pt x="3678" y="86005"/>
                    <a:pt x="0" y="9348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1" name="Shape 11241"/>
            <p:cNvSpPr/>
            <p:nvPr/>
          </p:nvSpPr>
          <p:spPr>
            <a:xfrm rot="3648446">
              <a:off x="5946404" y="5264935"/>
              <a:ext cx="61944" cy="917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773" y="0"/>
                  </a:moveTo>
                  <a:lnTo>
                    <a:pt x="92773" y="0"/>
                  </a:lnTo>
                  <a:cubicBezTo>
                    <a:pt x="77142" y="7840"/>
                    <a:pt x="50420" y="12954"/>
                    <a:pt x="38823" y="20795"/>
                  </a:cubicBezTo>
                  <a:cubicBezTo>
                    <a:pt x="30756" y="25909"/>
                    <a:pt x="34789" y="36477"/>
                    <a:pt x="30756" y="41590"/>
                  </a:cubicBezTo>
                  <a:cubicBezTo>
                    <a:pt x="23193" y="49431"/>
                    <a:pt x="8067" y="52159"/>
                    <a:pt x="4033" y="57272"/>
                  </a:cubicBezTo>
                  <a:cubicBezTo>
                    <a:pt x="0" y="62386"/>
                    <a:pt x="0" y="70227"/>
                    <a:pt x="4033" y="75340"/>
                  </a:cubicBezTo>
                  <a:cubicBezTo>
                    <a:pt x="11596" y="83181"/>
                    <a:pt x="30756" y="88295"/>
                    <a:pt x="38823" y="96136"/>
                  </a:cubicBezTo>
                  <a:cubicBezTo>
                    <a:pt x="46386" y="101590"/>
                    <a:pt x="38823" y="111818"/>
                    <a:pt x="46386" y="114545"/>
                  </a:cubicBezTo>
                  <a:cubicBezTo>
                    <a:pt x="65546" y="119659"/>
                    <a:pt x="84705" y="114545"/>
                    <a:pt x="107899" y="111818"/>
                  </a:cubicBezTo>
                  <a:lnTo>
                    <a:pt x="107899" y="111818"/>
                  </a:lnTo>
                  <a:cubicBezTo>
                    <a:pt x="107899" y="109431"/>
                    <a:pt x="107899" y="106704"/>
                    <a:pt x="111932" y="103977"/>
                  </a:cubicBezTo>
                  <a:cubicBezTo>
                    <a:pt x="53949" y="103977"/>
                    <a:pt x="15630" y="65113"/>
                    <a:pt x="81176" y="65113"/>
                  </a:cubicBezTo>
                  <a:cubicBezTo>
                    <a:pt x="104369" y="65113"/>
                    <a:pt x="119495" y="62386"/>
                    <a:pt x="100336" y="46704"/>
                  </a:cubicBezTo>
                  <a:cubicBezTo>
                    <a:pt x="81176" y="36477"/>
                    <a:pt x="84705" y="15681"/>
                    <a:pt x="92773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2" name="Shape 11242"/>
            <p:cNvSpPr/>
            <p:nvPr/>
          </p:nvSpPr>
          <p:spPr>
            <a:xfrm rot="3648446">
              <a:off x="5711904" y="4801583"/>
              <a:ext cx="737596" cy="67569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35" y="8822"/>
                  </a:moveTo>
                  <a:lnTo>
                    <a:pt x="635" y="8822"/>
                  </a:lnTo>
                  <a:cubicBezTo>
                    <a:pt x="635" y="8498"/>
                    <a:pt x="296" y="8129"/>
                    <a:pt x="296" y="7806"/>
                  </a:cubicBezTo>
                  <a:cubicBezTo>
                    <a:pt x="296" y="7436"/>
                    <a:pt x="296" y="7066"/>
                    <a:pt x="296" y="6743"/>
                  </a:cubicBezTo>
                  <a:cubicBezTo>
                    <a:pt x="296" y="6374"/>
                    <a:pt x="0" y="5311"/>
                    <a:pt x="635" y="4942"/>
                  </a:cubicBezTo>
                  <a:cubicBezTo>
                    <a:pt x="973" y="4942"/>
                    <a:pt x="973" y="5681"/>
                    <a:pt x="973" y="6004"/>
                  </a:cubicBezTo>
                  <a:cubicBezTo>
                    <a:pt x="973" y="6374"/>
                    <a:pt x="1270" y="7436"/>
                    <a:pt x="1609" y="7806"/>
                  </a:cubicBezTo>
                  <a:cubicBezTo>
                    <a:pt x="1609" y="8129"/>
                    <a:pt x="1609" y="8498"/>
                    <a:pt x="1609" y="8498"/>
                  </a:cubicBezTo>
                  <a:cubicBezTo>
                    <a:pt x="1609" y="8822"/>
                    <a:pt x="1270" y="9191"/>
                    <a:pt x="635" y="9561"/>
                  </a:cubicBezTo>
                  <a:cubicBezTo>
                    <a:pt x="635" y="8822"/>
                    <a:pt x="635" y="8822"/>
                    <a:pt x="635" y="8822"/>
                  </a:cubicBezTo>
                  <a:close/>
                  <a:moveTo>
                    <a:pt x="37515" y="101986"/>
                  </a:moveTo>
                  <a:lnTo>
                    <a:pt x="37515" y="101986"/>
                  </a:lnTo>
                  <a:cubicBezTo>
                    <a:pt x="37515" y="110438"/>
                    <a:pt x="43655" y="108683"/>
                    <a:pt x="49456" y="108683"/>
                  </a:cubicBezTo>
                  <a:cubicBezTo>
                    <a:pt x="51404" y="109745"/>
                    <a:pt x="54029" y="110808"/>
                    <a:pt x="54326" y="113256"/>
                  </a:cubicBezTo>
                  <a:cubicBezTo>
                    <a:pt x="54326" y="116073"/>
                    <a:pt x="56273" y="117875"/>
                    <a:pt x="58517" y="119260"/>
                  </a:cubicBezTo>
                  <a:cubicBezTo>
                    <a:pt x="59491" y="119630"/>
                    <a:pt x="63387" y="116073"/>
                    <a:pt x="64700" y="119953"/>
                  </a:cubicBezTo>
                  <a:cubicBezTo>
                    <a:pt x="65335" y="119953"/>
                    <a:pt x="65631" y="118568"/>
                    <a:pt x="66605" y="118198"/>
                  </a:cubicBezTo>
                  <a:cubicBezTo>
                    <a:pt x="67282" y="118198"/>
                    <a:pt x="68256" y="117875"/>
                    <a:pt x="69230" y="117875"/>
                  </a:cubicBezTo>
                  <a:cubicBezTo>
                    <a:pt x="69230" y="114318"/>
                    <a:pt x="68553" y="112240"/>
                    <a:pt x="70839" y="108683"/>
                  </a:cubicBezTo>
                  <a:cubicBezTo>
                    <a:pt x="72745" y="105173"/>
                    <a:pt x="73719" y="104110"/>
                    <a:pt x="77614" y="104110"/>
                  </a:cubicBezTo>
                  <a:lnTo>
                    <a:pt x="77614" y="104110"/>
                  </a:lnTo>
                  <a:cubicBezTo>
                    <a:pt x="77614" y="101293"/>
                    <a:pt x="79223" y="99861"/>
                    <a:pt x="80197" y="97736"/>
                  </a:cubicBezTo>
                  <a:lnTo>
                    <a:pt x="80197" y="97736"/>
                  </a:lnTo>
                  <a:cubicBezTo>
                    <a:pt x="78249" y="98106"/>
                    <a:pt x="76640" y="98799"/>
                    <a:pt x="75031" y="98106"/>
                  </a:cubicBezTo>
                  <a:cubicBezTo>
                    <a:pt x="74396" y="97736"/>
                    <a:pt x="75031" y="96351"/>
                    <a:pt x="74396" y="95612"/>
                  </a:cubicBezTo>
                  <a:cubicBezTo>
                    <a:pt x="73719" y="94549"/>
                    <a:pt x="72110" y="93856"/>
                    <a:pt x="71474" y="92794"/>
                  </a:cubicBezTo>
                  <a:cubicBezTo>
                    <a:pt x="71136" y="92101"/>
                    <a:pt x="71136" y="91039"/>
                    <a:pt x="71474" y="90346"/>
                  </a:cubicBezTo>
                  <a:cubicBezTo>
                    <a:pt x="71813" y="89653"/>
                    <a:pt x="73083" y="89284"/>
                    <a:pt x="73719" y="88221"/>
                  </a:cubicBezTo>
                  <a:cubicBezTo>
                    <a:pt x="74057" y="87528"/>
                    <a:pt x="73719" y="86096"/>
                    <a:pt x="74396" y="85404"/>
                  </a:cubicBezTo>
                  <a:cubicBezTo>
                    <a:pt x="75370" y="84341"/>
                    <a:pt x="77614" y="83648"/>
                    <a:pt x="78927" y="82586"/>
                  </a:cubicBezTo>
                  <a:lnTo>
                    <a:pt x="78927" y="82586"/>
                  </a:lnTo>
                  <a:cubicBezTo>
                    <a:pt x="78927" y="81524"/>
                    <a:pt x="82145" y="75889"/>
                    <a:pt x="82780" y="74457"/>
                  </a:cubicBezTo>
                  <a:cubicBezTo>
                    <a:pt x="84093" y="72702"/>
                    <a:pt x="89258" y="73764"/>
                    <a:pt x="91841" y="71270"/>
                  </a:cubicBezTo>
                  <a:cubicBezTo>
                    <a:pt x="94424" y="68452"/>
                    <a:pt x="95737" y="66004"/>
                    <a:pt x="99548" y="65265"/>
                  </a:cubicBezTo>
                  <a:cubicBezTo>
                    <a:pt x="101496" y="64942"/>
                    <a:pt x="104756" y="65635"/>
                    <a:pt x="105730" y="64249"/>
                  </a:cubicBezTo>
                  <a:cubicBezTo>
                    <a:pt x="107000" y="62817"/>
                    <a:pt x="108609" y="62817"/>
                    <a:pt x="110218" y="63187"/>
                  </a:cubicBezTo>
                  <a:cubicBezTo>
                    <a:pt x="112505" y="63510"/>
                    <a:pt x="114114" y="62124"/>
                    <a:pt x="116062" y="60692"/>
                  </a:cubicBezTo>
                  <a:lnTo>
                    <a:pt x="116062" y="60692"/>
                  </a:lnTo>
                  <a:cubicBezTo>
                    <a:pt x="116062" y="59630"/>
                    <a:pt x="116062" y="57182"/>
                    <a:pt x="116400" y="56120"/>
                  </a:cubicBezTo>
                  <a:cubicBezTo>
                    <a:pt x="116400" y="55427"/>
                    <a:pt x="117035" y="55057"/>
                    <a:pt x="117035" y="54688"/>
                  </a:cubicBezTo>
                  <a:cubicBezTo>
                    <a:pt x="116697" y="53995"/>
                    <a:pt x="115426" y="53995"/>
                    <a:pt x="115723" y="53625"/>
                  </a:cubicBezTo>
                  <a:cubicBezTo>
                    <a:pt x="116697" y="51870"/>
                    <a:pt x="119957" y="52240"/>
                    <a:pt x="119957" y="50484"/>
                  </a:cubicBezTo>
                  <a:cubicBezTo>
                    <a:pt x="119957" y="48729"/>
                    <a:pt x="117374" y="48729"/>
                    <a:pt x="115723" y="47667"/>
                  </a:cubicBezTo>
                  <a:lnTo>
                    <a:pt x="115723" y="47667"/>
                  </a:lnTo>
                  <a:cubicBezTo>
                    <a:pt x="115088" y="46235"/>
                    <a:pt x="115088" y="44480"/>
                    <a:pt x="113817" y="43418"/>
                  </a:cubicBezTo>
                  <a:cubicBezTo>
                    <a:pt x="112844" y="42725"/>
                    <a:pt x="111192" y="44110"/>
                    <a:pt x="110218" y="43787"/>
                  </a:cubicBezTo>
                  <a:cubicBezTo>
                    <a:pt x="109287" y="43048"/>
                    <a:pt x="108948" y="41662"/>
                    <a:pt x="108948" y="40600"/>
                  </a:cubicBezTo>
                  <a:cubicBezTo>
                    <a:pt x="108609" y="39538"/>
                    <a:pt x="109922" y="38475"/>
                    <a:pt x="109583" y="37782"/>
                  </a:cubicBezTo>
                  <a:cubicBezTo>
                    <a:pt x="109287" y="37043"/>
                    <a:pt x="108313" y="37413"/>
                    <a:pt x="107635" y="37413"/>
                  </a:cubicBezTo>
                  <a:cubicBezTo>
                    <a:pt x="106026" y="37782"/>
                    <a:pt x="104417" y="38845"/>
                    <a:pt x="102808" y="38845"/>
                  </a:cubicBezTo>
                  <a:cubicBezTo>
                    <a:pt x="101834" y="38475"/>
                    <a:pt x="100860" y="37782"/>
                    <a:pt x="100860" y="36720"/>
                  </a:cubicBezTo>
                  <a:cubicBezTo>
                    <a:pt x="100522" y="35288"/>
                    <a:pt x="102470" y="33533"/>
                    <a:pt x="101496" y="32471"/>
                  </a:cubicBezTo>
                  <a:cubicBezTo>
                    <a:pt x="99887" y="31408"/>
                    <a:pt x="97685" y="33533"/>
                    <a:pt x="96033" y="32840"/>
                  </a:cubicBezTo>
                  <a:cubicBezTo>
                    <a:pt x="94128" y="32147"/>
                    <a:pt x="93154" y="29653"/>
                    <a:pt x="91206" y="28591"/>
                  </a:cubicBezTo>
                  <a:cubicBezTo>
                    <a:pt x="90232" y="27898"/>
                    <a:pt x="88623" y="29653"/>
                    <a:pt x="87946" y="28591"/>
                  </a:cubicBezTo>
                  <a:cubicBezTo>
                    <a:pt x="86972" y="27528"/>
                    <a:pt x="88285" y="25404"/>
                    <a:pt x="87649" y="24018"/>
                  </a:cubicBezTo>
                  <a:cubicBezTo>
                    <a:pt x="87311" y="23325"/>
                    <a:pt x="86337" y="22956"/>
                    <a:pt x="85363" y="22956"/>
                  </a:cubicBezTo>
                  <a:cubicBezTo>
                    <a:pt x="84728" y="22956"/>
                    <a:pt x="83754" y="23648"/>
                    <a:pt x="82780" y="23648"/>
                  </a:cubicBezTo>
                  <a:cubicBezTo>
                    <a:pt x="82484" y="23648"/>
                    <a:pt x="82145" y="22586"/>
                    <a:pt x="81806" y="22586"/>
                  </a:cubicBezTo>
                  <a:cubicBezTo>
                    <a:pt x="80875" y="22263"/>
                    <a:pt x="79901" y="21893"/>
                    <a:pt x="79223" y="22586"/>
                  </a:cubicBezTo>
                  <a:cubicBezTo>
                    <a:pt x="78588" y="23325"/>
                    <a:pt x="78588" y="25404"/>
                    <a:pt x="77614" y="25773"/>
                  </a:cubicBezTo>
                  <a:cubicBezTo>
                    <a:pt x="76005" y="26466"/>
                    <a:pt x="73719" y="26143"/>
                    <a:pt x="72448" y="25080"/>
                  </a:cubicBezTo>
                  <a:cubicBezTo>
                    <a:pt x="71813" y="24341"/>
                    <a:pt x="73083" y="23325"/>
                    <a:pt x="73083" y="22263"/>
                  </a:cubicBezTo>
                  <a:cubicBezTo>
                    <a:pt x="73422" y="21524"/>
                    <a:pt x="73719" y="20508"/>
                    <a:pt x="73083" y="19769"/>
                  </a:cubicBezTo>
                  <a:cubicBezTo>
                    <a:pt x="72745" y="19076"/>
                    <a:pt x="71813" y="19769"/>
                    <a:pt x="71136" y="19769"/>
                  </a:cubicBezTo>
                  <a:cubicBezTo>
                    <a:pt x="69230" y="19076"/>
                    <a:pt x="67579" y="18013"/>
                    <a:pt x="65970" y="16951"/>
                  </a:cubicBezTo>
                  <a:cubicBezTo>
                    <a:pt x="63387" y="14826"/>
                    <a:pt x="60465" y="13071"/>
                    <a:pt x="58856" y="10623"/>
                  </a:cubicBezTo>
                  <a:cubicBezTo>
                    <a:pt x="57882" y="9191"/>
                    <a:pt x="57586" y="7066"/>
                    <a:pt x="58221" y="5681"/>
                  </a:cubicBezTo>
                  <a:cubicBezTo>
                    <a:pt x="58517" y="4942"/>
                    <a:pt x="59830" y="5311"/>
                    <a:pt x="60465" y="5311"/>
                  </a:cubicBezTo>
                  <a:cubicBezTo>
                    <a:pt x="62074" y="4942"/>
                    <a:pt x="64022" y="5681"/>
                    <a:pt x="65335" y="4942"/>
                  </a:cubicBezTo>
                  <a:cubicBezTo>
                    <a:pt x="65970" y="4249"/>
                    <a:pt x="65335" y="4249"/>
                    <a:pt x="65335" y="3187"/>
                  </a:cubicBezTo>
                  <a:lnTo>
                    <a:pt x="65335" y="3187"/>
                  </a:lnTo>
                  <a:cubicBezTo>
                    <a:pt x="63048" y="2863"/>
                    <a:pt x="60804" y="2124"/>
                    <a:pt x="59491" y="0"/>
                  </a:cubicBezTo>
                  <a:lnTo>
                    <a:pt x="59491" y="0"/>
                  </a:lnTo>
                  <a:cubicBezTo>
                    <a:pt x="59195" y="369"/>
                    <a:pt x="59195" y="369"/>
                    <a:pt x="59195" y="369"/>
                  </a:cubicBezTo>
                  <a:lnTo>
                    <a:pt x="59195" y="369"/>
                  </a:lnTo>
                  <a:cubicBezTo>
                    <a:pt x="56273" y="2494"/>
                    <a:pt x="50430" y="2124"/>
                    <a:pt x="46873" y="3556"/>
                  </a:cubicBezTo>
                  <a:cubicBezTo>
                    <a:pt x="43655" y="4618"/>
                    <a:pt x="39124" y="4618"/>
                    <a:pt x="35906" y="4942"/>
                  </a:cubicBezTo>
                  <a:cubicBezTo>
                    <a:pt x="34297" y="5311"/>
                    <a:pt x="31376" y="5311"/>
                    <a:pt x="31714" y="7066"/>
                  </a:cubicBezTo>
                  <a:cubicBezTo>
                    <a:pt x="32350" y="8822"/>
                    <a:pt x="31037" y="9884"/>
                    <a:pt x="30063" y="10946"/>
                  </a:cubicBezTo>
                  <a:cubicBezTo>
                    <a:pt x="29089" y="12378"/>
                    <a:pt x="30063" y="16951"/>
                    <a:pt x="29767" y="19076"/>
                  </a:cubicBezTo>
                  <a:cubicBezTo>
                    <a:pt x="29089" y="22586"/>
                    <a:pt x="27480" y="25080"/>
                    <a:pt x="25871" y="27898"/>
                  </a:cubicBezTo>
                  <a:cubicBezTo>
                    <a:pt x="22949" y="29653"/>
                    <a:pt x="20070" y="31085"/>
                    <a:pt x="17784" y="27205"/>
                  </a:cubicBezTo>
                  <a:cubicBezTo>
                    <a:pt x="17148" y="25773"/>
                    <a:pt x="12279" y="25773"/>
                    <a:pt x="10670" y="25773"/>
                  </a:cubicBezTo>
                  <a:cubicBezTo>
                    <a:pt x="10670" y="28960"/>
                    <a:pt x="9696" y="31778"/>
                    <a:pt x="8722" y="34595"/>
                  </a:cubicBezTo>
                  <a:lnTo>
                    <a:pt x="8722" y="34595"/>
                  </a:lnTo>
                  <a:cubicBezTo>
                    <a:pt x="10035" y="34595"/>
                    <a:pt x="10670" y="34595"/>
                    <a:pt x="11940" y="34595"/>
                  </a:cubicBezTo>
                  <a:cubicBezTo>
                    <a:pt x="13253" y="34595"/>
                    <a:pt x="14862" y="33903"/>
                    <a:pt x="16175" y="34595"/>
                  </a:cubicBezTo>
                  <a:cubicBezTo>
                    <a:pt x="16810" y="34965"/>
                    <a:pt x="16471" y="36027"/>
                    <a:pt x="16810" y="36720"/>
                  </a:cubicBezTo>
                  <a:cubicBezTo>
                    <a:pt x="17445" y="38475"/>
                    <a:pt x="18419" y="39861"/>
                    <a:pt x="18757" y="41293"/>
                  </a:cubicBezTo>
                  <a:cubicBezTo>
                    <a:pt x="19096" y="41662"/>
                    <a:pt x="18419" y="41986"/>
                    <a:pt x="18122" y="42355"/>
                  </a:cubicBezTo>
                  <a:cubicBezTo>
                    <a:pt x="17784" y="44110"/>
                    <a:pt x="18122" y="46605"/>
                    <a:pt x="17445" y="48360"/>
                  </a:cubicBezTo>
                  <a:cubicBezTo>
                    <a:pt x="16810" y="49422"/>
                    <a:pt x="15539" y="49053"/>
                    <a:pt x="14565" y="49745"/>
                  </a:cubicBezTo>
                  <a:cubicBezTo>
                    <a:pt x="14227" y="49745"/>
                    <a:pt x="13888" y="50115"/>
                    <a:pt x="13888" y="50484"/>
                  </a:cubicBezTo>
                  <a:cubicBezTo>
                    <a:pt x="14227" y="51177"/>
                    <a:pt x="14862" y="50808"/>
                    <a:pt x="15201" y="51177"/>
                  </a:cubicBezTo>
                  <a:cubicBezTo>
                    <a:pt x="16810" y="51870"/>
                    <a:pt x="17784" y="53302"/>
                    <a:pt x="19393" y="53625"/>
                  </a:cubicBezTo>
                  <a:cubicBezTo>
                    <a:pt x="20070" y="53995"/>
                    <a:pt x="20705" y="51547"/>
                    <a:pt x="21002" y="52240"/>
                  </a:cubicBezTo>
                  <a:cubicBezTo>
                    <a:pt x="22314" y="54364"/>
                    <a:pt x="21976" y="57182"/>
                    <a:pt x="22314" y="59630"/>
                  </a:cubicBezTo>
                  <a:cubicBezTo>
                    <a:pt x="22653" y="60000"/>
                    <a:pt x="22314" y="60692"/>
                    <a:pt x="22653" y="61062"/>
                  </a:cubicBezTo>
                  <a:cubicBezTo>
                    <a:pt x="22949" y="61755"/>
                    <a:pt x="23585" y="62448"/>
                    <a:pt x="23923" y="63187"/>
                  </a:cubicBezTo>
                  <a:cubicBezTo>
                    <a:pt x="24558" y="64572"/>
                    <a:pt x="24262" y="66327"/>
                    <a:pt x="24897" y="67759"/>
                  </a:cubicBezTo>
                  <a:cubicBezTo>
                    <a:pt x="25236" y="68452"/>
                    <a:pt x="26210" y="67759"/>
                    <a:pt x="26210" y="68452"/>
                  </a:cubicBezTo>
                  <a:cubicBezTo>
                    <a:pt x="26506" y="70254"/>
                    <a:pt x="25532" y="72332"/>
                    <a:pt x="26210" y="74087"/>
                  </a:cubicBezTo>
                  <a:cubicBezTo>
                    <a:pt x="26210" y="75150"/>
                    <a:pt x="27819" y="74087"/>
                    <a:pt x="28115" y="74457"/>
                  </a:cubicBezTo>
                  <a:cubicBezTo>
                    <a:pt x="28793" y="75150"/>
                    <a:pt x="28793" y="75889"/>
                    <a:pt x="28793" y="76581"/>
                  </a:cubicBezTo>
                  <a:cubicBezTo>
                    <a:pt x="28793" y="77644"/>
                    <a:pt x="28115" y="78706"/>
                    <a:pt x="28454" y="79030"/>
                  </a:cubicBezTo>
                  <a:cubicBezTo>
                    <a:pt x="29428" y="80092"/>
                    <a:pt x="31037" y="79399"/>
                    <a:pt x="32011" y="80092"/>
                  </a:cubicBezTo>
                  <a:cubicBezTo>
                    <a:pt x="32985" y="80831"/>
                    <a:pt x="34594" y="82217"/>
                    <a:pt x="34594" y="83648"/>
                  </a:cubicBezTo>
                  <a:cubicBezTo>
                    <a:pt x="34297" y="85034"/>
                    <a:pt x="32350" y="84711"/>
                    <a:pt x="31714" y="85773"/>
                  </a:cubicBezTo>
                  <a:cubicBezTo>
                    <a:pt x="31037" y="86466"/>
                    <a:pt x="30402" y="87528"/>
                    <a:pt x="30741" y="88591"/>
                  </a:cubicBezTo>
                  <a:cubicBezTo>
                    <a:pt x="31037" y="89284"/>
                    <a:pt x="32350" y="88591"/>
                    <a:pt x="32646" y="89284"/>
                  </a:cubicBezTo>
                  <a:cubicBezTo>
                    <a:pt x="33323" y="89976"/>
                    <a:pt x="32985" y="91408"/>
                    <a:pt x="33323" y="92101"/>
                  </a:cubicBezTo>
                  <a:lnTo>
                    <a:pt x="33323" y="92101"/>
                  </a:lnTo>
                  <a:cubicBezTo>
                    <a:pt x="34297" y="92101"/>
                    <a:pt x="34932" y="91732"/>
                    <a:pt x="35906" y="91408"/>
                  </a:cubicBezTo>
                  <a:cubicBezTo>
                    <a:pt x="36880" y="91039"/>
                    <a:pt x="38151" y="90346"/>
                    <a:pt x="39124" y="90669"/>
                  </a:cubicBezTo>
                  <a:cubicBezTo>
                    <a:pt x="40098" y="91408"/>
                    <a:pt x="40437" y="93163"/>
                    <a:pt x="41411" y="94226"/>
                  </a:cubicBezTo>
                  <a:cubicBezTo>
                    <a:pt x="42385" y="94919"/>
                    <a:pt x="44629" y="94549"/>
                    <a:pt x="44968" y="95981"/>
                  </a:cubicBezTo>
                  <a:cubicBezTo>
                    <a:pt x="45264" y="97043"/>
                    <a:pt x="43359" y="97413"/>
                    <a:pt x="42681" y="98475"/>
                  </a:cubicBezTo>
                  <a:cubicBezTo>
                    <a:pt x="42385" y="98799"/>
                    <a:pt x="43020" y="99538"/>
                    <a:pt x="42681" y="100230"/>
                  </a:cubicBezTo>
                  <a:cubicBezTo>
                    <a:pt x="42046" y="100923"/>
                    <a:pt x="41072" y="101293"/>
                    <a:pt x="40098" y="101616"/>
                  </a:cubicBezTo>
                  <a:cubicBezTo>
                    <a:pt x="39463" y="101986"/>
                    <a:pt x="38489" y="101986"/>
                    <a:pt x="37515" y="101986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3" name="Shape 11243"/>
            <p:cNvSpPr/>
            <p:nvPr/>
          </p:nvSpPr>
          <p:spPr>
            <a:xfrm rot="3648446">
              <a:off x="5797933" y="5092172"/>
              <a:ext cx="81446" cy="6538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9681" y="119525"/>
                  </a:moveTo>
                  <a:lnTo>
                    <a:pt x="49681" y="119525"/>
                  </a:lnTo>
                  <a:cubicBezTo>
                    <a:pt x="58471" y="119525"/>
                    <a:pt x="67261" y="119525"/>
                    <a:pt x="72993" y="115731"/>
                  </a:cubicBezTo>
                  <a:cubicBezTo>
                    <a:pt x="81783" y="112411"/>
                    <a:pt x="90573" y="108616"/>
                    <a:pt x="96305" y="101501"/>
                  </a:cubicBezTo>
                  <a:cubicBezTo>
                    <a:pt x="99363" y="94387"/>
                    <a:pt x="93630" y="86798"/>
                    <a:pt x="96305" y="83478"/>
                  </a:cubicBezTo>
                  <a:cubicBezTo>
                    <a:pt x="102420" y="72569"/>
                    <a:pt x="119617" y="68774"/>
                    <a:pt x="116942" y="57865"/>
                  </a:cubicBezTo>
                  <a:cubicBezTo>
                    <a:pt x="113885" y="43162"/>
                    <a:pt x="93630" y="46956"/>
                    <a:pt x="84840" y="39841"/>
                  </a:cubicBezTo>
                  <a:cubicBezTo>
                    <a:pt x="76050" y="28932"/>
                    <a:pt x="72993" y="10909"/>
                    <a:pt x="64203" y="3320"/>
                  </a:cubicBezTo>
                  <a:cubicBezTo>
                    <a:pt x="55414" y="0"/>
                    <a:pt x="43949" y="7114"/>
                    <a:pt x="35159" y="10909"/>
                  </a:cubicBezTo>
                  <a:cubicBezTo>
                    <a:pt x="26369" y="14229"/>
                    <a:pt x="20636" y="18023"/>
                    <a:pt x="11847" y="18023"/>
                  </a:cubicBezTo>
                  <a:lnTo>
                    <a:pt x="11847" y="18023"/>
                  </a:lnTo>
                  <a:cubicBezTo>
                    <a:pt x="8789" y="32727"/>
                    <a:pt x="0" y="46956"/>
                    <a:pt x="3057" y="57865"/>
                  </a:cubicBezTo>
                  <a:cubicBezTo>
                    <a:pt x="5732" y="72569"/>
                    <a:pt x="17579" y="108616"/>
                    <a:pt x="23312" y="119525"/>
                  </a:cubicBezTo>
                  <a:lnTo>
                    <a:pt x="23312" y="119525"/>
                  </a:lnTo>
                  <a:cubicBezTo>
                    <a:pt x="32101" y="115731"/>
                    <a:pt x="37834" y="112411"/>
                    <a:pt x="49681" y="115731"/>
                  </a:cubicBezTo>
                  <a:lnTo>
                    <a:pt x="49681" y="115731"/>
                  </a:lnTo>
                  <a:cubicBezTo>
                    <a:pt x="49681" y="119525"/>
                    <a:pt x="49681" y="119525"/>
                    <a:pt x="49681" y="11952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4" name="Shape 11244"/>
            <p:cNvSpPr/>
            <p:nvPr/>
          </p:nvSpPr>
          <p:spPr>
            <a:xfrm rot="3648446">
              <a:off x="5184806" y="4376259"/>
              <a:ext cx="880985" cy="66995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83" y="118881"/>
                  </a:moveTo>
                  <a:lnTo>
                    <a:pt x="283" y="118881"/>
                  </a:lnTo>
                  <a:cubicBezTo>
                    <a:pt x="815" y="118881"/>
                    <a:pt x="815" y="117110"/>
                    <a:pt x="815" y="116737"/>
                  </a:cubicBezTo>
                  <a:cubicBezTo>
                    <a:pt x="1098" y="116365"/>
                    <a:pt x="3261" y="117110"/>
                    <a:pt x="2446" y="118182"/>
                  </a:cubicBezTo>
                  <a:cubicBezTo>
                    <a:pt x="2197" y="118508"/>
                    <a:pt x="1914" y="118881"/>
                    <a:pt x="1630" y="119580"/>
                  </a:cubicBezTo>
                  <a:cubicBezTo>
                    <a:pt x="1382" y="119953"/>
                    <a:pt x="283" y="119580"/>
                    <a:pt x="0" y="119580"/>
                  </a:cubicBezTo>
                  <a:cubicBezTo>
                    <a:pt x="283" y="118881"/>
                    <a:pt x="283" y="118881"/>
                    <a:pt x="283" y="118881"/>
                  </a:cubicBezTo>
                  <a:close/>
                  <a:moveTo>
                    <a:pt x="119964" y="68691"/>
                  </a:moveTo>
                  <a:lnTo>
                    <a:pt x="119964" y="68691"/>
                  </a:lnTo>
                  <a:cubicBezTo>
                    <a:pt x="119432" y="67619"/>
                    <a:pt x="118333" y="64077"/>
                    <a:pt x="118085" y="62633"/>
                  </a:cubicBezTo>
                  <a:cubicBezTo>
                    <a:pt x="117802" y="61561"/>
                    <a:pt x="118617" y="60163"/>
                    <a:pt x="118901" y="58718"/>
                  </a:cubicBezTo>
                  <a:lnTo>
                    <a:pt x="118901" y="58718"/>
                  </a:lnTo>
                  <a:cubicBezTo>
                    <a:pt x="118617" y="58019"/>
                    <a:pt x="118901" y="56574"/>
                    <a:pt x="118333" y="55875"/>
                  </a:cubicBezTo>
                  <a:cubicBezTo>
                    <a:pt x="118085" y="55176"/>
                    <a:pt x="116986" y="55875"/>
                    <a:pt x="116738" y="55176"/>
                  </a:cubicBezTo>
                  <a:cubicBezTo>
                    <a:pt x="116454" y="54104"/>
                    <a:pt x="116986" y="53033"/>
                    <a:pt x="117553" y="52333"/>
                  </a:cubicBezTo>
                  <a:cubicBezTo>
                    <a:pt x="118085" y="51262"/>
                    <a:pt x="119716" y="51588"/>
                    <a:pt x="119964" y="50190"/>
                  </a:cubicBezTo>
                  <a:cubicBezTo>
                    <a:pt x="119964" y="48745"/>
                    <a:pt x="118617" y="47347"/>
                    <a:pt x="117802" y="46601"/>
                  </a:cubicBezTo>
                  <a:cubicBezTo>
                    <a:pt x="116986" y="45902"/>
                    <a:pt x="115639" y="46601"/>
                    <a:pt x="114824" y="45530"/>
                  </a:cubicBezTo>
                  <a:cubicBezTo>
                    <a:pt x="114540" y="45203"/>
                    <a:pt x="115107" y="44132"/>
                    <a:pt x="115107" y="43060"/>
                  </a:cubicBezTo>
                  <a:cubicBezTo>
                    <a:pt x="115107" y="42361"/>
                    <a:pt x="115107" y="41615"/>
                    <a:pt x="114540" y="40916"/>
                  </a:cubicBezTo>
                  <a:cubicBezTo>
                    <a:pt x="114292" y="40543"/>
                    <a:pt x="112945" y="41615"/>
                    <a:pt x="112945" y="40543"/>
                  </a:cubicBezTo>
                  <a:cubicBezTo>
                    <a:pt x="112378" y="38772"/>
                    <a:pt x="113193" y="36675"/>
                    <a:pt x="112945" y="34858"/>
                  </a:cubicBezTo>
                  <a:cubicBezTo>
                    <a:pt x="112945" y="34159"/>
                    <a:pt x="112129" y="34858"/>
                    <a:pt x="111846" y="34159"/>
                  </a:cubicBezTo>
                  <a:cubicBezTo>
                    <a:pt x="111314" y="32714"/>
                    <a:pt x="111562" y="30943"/>
                    <a:pt x="111031" y="29545"/>
                  </a:cubicBezTo>
                  <a:cubicBezTo>
                    <a:pt x="110747" y="28800"/>
                    <a:pt x="110215" y="28100"/>
                    <a:pt x="109967" y="27401"/>
                  </a:cubicBezTo>
                  <a:cubicBezTo>
                    <a:pt x="109683" y="27029"/>
                    <a:pt x="109967" y="26330"/>
                    <a:pt x="109683" y="25957"/>
                  </a:cubicBezTo>
                  <a:cubicBezTo>
                    <a:pt x="109400" y="23487"/>
                    <a:pt x="109683" y="20644"/>
                    <a:pt x="108584" y="18500"/>
                  </a:cubicBezTo>
                  <a:cubicBezTo>
                    <a:pt x="108336" y="17801"/>
                    <a:pt x="107805" y="20271"/>
                    <a:pt x="107237" y="19899"/>
                  </a:cubicBezTo>
                  <a:cubicBezTo>
                    <a:pt x="105890" y="19572"/>
                    <a:pt x="105075" y="18128"/>
                    <a:pt x="103728" y="17429"/>
                  </a:cubicBezTo>
                  <a:cubicBezTo>
                    <a:pt x="103444" y="17056"/>
                    <a:pt x="102912" y="17429"/>
                    <a:pt x="102629" y="16730"/>
                  </a:cubicBezTo>
                  <a:cubicBezTo>
                    <a:pt x="102629" y="16357"/>
                    <a:pt x="102912" y="15984"/>
                    <a:pt x="103196" y="15984"/>
                  </a:cubicBezTo>
                  <a:cubicBezTo>
                    <a:pt x="104011" y="15285"/>
                    <a:pt x="105075" y="15658"/>
                    <a:pt x="105607" y="14586"/>
                  </a:cubicBezTo>
                  <a:cubicBezTo>
                    <a:pt x="106174" y="12815"/>
                    <a:pt x="105890" y="10299"/>
                    <a:pt x="106174" y="8528"/>
                  </a:cubicBezTo>
                  <a:cubicBezTo>
                    <a:pt x="106422" y="8155"/>
                    <a:pt x="106989" y="7829"/>
                    <a:pt x="106706" y="7456"/>
                  </a:cubicBezTo>
                  <a:cubicBezTo>
                    <a:pt x="106422" y="6011"/>
                    <a:pt x="105607" y="4613"/>
                    <a:pt x="105075" y="2842"/>
                  </a:cubicBezTo>
                  <a:cubicBezTo>
                    <a:pt x="104791" y="2143"/>
                    <a:pt x="105075" y="1071"/>
                    <a:pt x="104543" y="699"/>
                  </a:cubicBezTo>
                  <a:cubicBezTo>
                    <a:pt x="103444" y="0"/>
                    <a:pt x="102097" y="699"/>
                    <a:pt x="100998" y="699"/>
                  </a:cubicBezTo>
                  <a:cubicBezTo>
                    <a:pt x="99935" y="699"/>
                    <a:pt x="99403" y="699"/>
                    <a:pt x="98304" y="699"/>
                  </a:cubicBezTo>
                  <a:lnTo>
                    <a:pt x="98304" y="699"/>
                  </a:lnTo>
                  <a:cubicBezTo>
                    <a:pt x="98056" y="2143"/>
                    <a:pt x="97488" y="3541"/>
                    <a:pt x="97488" y="5312"/>
                  </a:cubicBezTo>
                  <a:cubicBezTo>
                    <a:pt x="97240" y="9227"/>
                    <a:pt x="98587" y="13141"/>
                    <a:pt x="98304" y="17429"/>
                  </a:cubicBezTo>
                  <a:cubicBezTo>
                    <a:pt x="98056" y="21343"/>
                    <a:pt x="96425" y="20271"/>
                    <a:pt x="94794" y="22042"/>
                  </a:cubicBezTo>
                  <a:cubicBezTo>
                    <a:pt x="92348" y="24932"/>
                    <a:pt x="93163" y="28473"/>
                    <a:pt x="89654" y="30943"/>
                  </a:cubicBezTo>
                  <a:cubicBezTo>
                    <a:pt x="88555" y="31642"/>
                    <a:pt x="85861" y="31316"/>
                    <a:pt x="86392" y="33087"/>
                  </a:cubicBezTo>
                  <a:cubicBezTo>
                    <a:pt x="86924" y="34858"/>
                    <a:pt x="86392" y="37700"/>
                    <a:pt x="85329" y="39145"/>
                  </a:cubicBezTo>
                  <a:cubicBezTo>
                    <a:pt x="83131" y="42361"/>
                    <a:pt x="80437" y="41988"/>
                    <a:pt x="77459" y="41988"/>
                  </a:cubicBezTo>
                  <a:cubicBezTo>
                    <a:pt x="77459" y="44458"/>
                    <a:pt x="77742" y="44831"/>
                    <a:pt x="75828" y="44831"/>
                  </a:cubicBezTo>
                  <a:cubicBezTo>
                    <a:pt x="75296" y="47347"/>
                    <a:pt x="73134" y="46601"/>
                    <a:pt x="71503" y="46601"/>
                  </a:cubicBezTo>
                  <a:cubicBezTo>
                    <a:pt x="70971" y="50516"/>
                    <a:pt x="72035" y="62260"/>
                    <a:pt x="67426" y="61933"/>
                  </a:cubicBezTo>
                  <a:cubicBezTo>
                    <a:pt x="63917" y="61561"/>
                    <a:pt x="65016" y="67992"/>
                    <a:pt x="63633" y="70834"/>
                  </a:cubicBezTo>
                  <a:cubicBezTo>
                    <a:pt x="62286" y="74003"/>
                    <a:pt x="60939" y="71906"/>
                    <a:pt x="59840" y="75448"/>
                  </a:cubicBezTo>
                  <a:cubicBezTo>
                    <a:pt x="59060" y="77592"/>
                    <a:pt x="57146" y="79036"/>
                    <a:pt x="56082" y="80434"/>
                  </a:cubicBezTo>
                  <a:cubicBezTo>
                    <a:pt x="53636" y="83650"/>
                    <a:pt x="53353" y="81133"/>
                    <a:pt x="50906" y="83650"/>
                  </a:cubicBezTo>
                  <a:cubicBezTo>
                    <a:pt x="49311" y="85747"/>
                    <a:pt x="48212" y="89335"/>
                    <a:pt x="46865" y="84349"/>
                  </a:cubicBezTo>
                  <a:cubicBezTo>
                    <a:pt x="46050" y="84349"/>
                    <a:pt x="45518" y="83976"/>
                    <a:pt x="44419" y="84722"/>
                  </a:cubicBezTo>
                  <a:cubicBezTo>
                    <a:pt x="41725" y="86120"/>
                    <a:pt x="39810" y="89708"/>
                    <a:pt x="37116" y="90407"/>
                  </a:cubicBezTo>
                  <a:cubicBezTo>
                    <a:pt x="35769" y="90780"/>
                    <a:pt x="33323" y="93250"/>
                    <a:pt x="34138" y="95720"/>
                  </a:cubicBezTo>
                  <a:cubicBezTo>
                    <a:pt x="34670" y="97864"/>
                    <a:pt x="33039" y="101452"/>
                    <a:pt x="33323" y="101778"/>
                  </a:cubicBezTo>
                  <a:cubicBezTo>
                    <a:pt x="34954" y="103223"/>
                    <a:pt x="34954" y="105693"/>
                    <a:pt x="37116" y="104295"/>
                  </a:cubicBezTo>
                  <a:cubicBezTo>
                    <a:pt x="38747" y="103223"/>
                    <a:pt x="40909" y="102151"/>
                    <a:pt x="42788" y="101778"/>
                  </a:cubicBezTo>
                  <a:cubicBezTo>
                    <a:pt x="43887" y="101452"/>
                    <a:pt x="42788" y="99308"/>
                    <a:pt x="43604" y="97864"/>
                  </a:cubicBezTo>
                  <a:cubicBezTo>
                    <a:pt x="44703" y="95394"/>
                    <a:pt x="47397" y="94695"/>
                    <a:pt x="48744" y="96792"/>
                  </a:cubicBezTo>
                  <a:cubicBezTo>
                    <a:pt x="51190" y="100706"/>
                    <a:pt x="56082" y="99308"/>
                    <a:pt x="57961" y="104621"/>
                  </a:cubicBezTo>
                  <a:cubicBezTo>
                    <a:pt x="59308" y="107836"/>
                    <a:pt x="58493" y="113196"/>
                    <a:pt x="62286" y="114267"/>
                  </a:cubicBezTo>
                  <a:cubicBezTo>
                    <a:pt x="62570" y="111751"/>
                    <a:pt x="63633" y="111378"/>
                    <a:pt x="65016" y="109980"/>
                  </a:cubicBezTo>
                  <a:cubicBezTo>
                    <a:pt x="66079" y="108908"/>
                    <a:pt x="68242" y="109281"/>
                    <a:pt x="68242" y="108908"/>
                  </a:cubicBezTo>
                  <a:cubicBezTo>
                    <a:pt x="68809" y="107137"/>
                    <a:pt x="70156" y="104994"/>
                    <a:pt x="70156" y="103223"/>
                  </a:cubicBezTo>
                  <a:cubicBezTo>
                    <a:pt x="70156" y="101778"/>
                    <a:pt x="68525" y="100007"/>
                    <a:pt x="67994" y="98935"/>
                  </a:cubicBezTo>
                  <a:cubicBezTo>
                    <a:pt x="67426" y="97864"/>
                    <a:pt x="69057" y="97537"/>
                    <a:pt x="69057" y="96093"/>
                  </a:cubicBezTo>
                  <a:cubicBezTo>
                    <a:pt x="69341" y="93949"/>
                    <a:pt x="70156" y="92877"/>
                    <a:pt x="70404" y="91479"/>
                  </a:cubicBezTo>
                  <a:cubicBezTo>
                    <a:pt x="70688" y="89708"/>
                    <a:pt x="70688" y="87891"/>
                    <a:pt x="70971" y="86120"/>
                  </a:cubicBezTo>
                  <a:cubicBezTo>
                    <a:pt x="72567" y="86493"/>
                    <a:pt x="71787" y="92877"/>
                    <a:pt x="72567" y="93949"/>
                  </a:cubicBezTo>
                  <a:cubicBezTo>
                    <a:pt x="73134" y="92877"/>
                    <a:pt x="73666" y="92877"/>
                    <a:pt x="74197" y="92551"/>
                  </a:cubicBezTo>
                  <a:cubicBezTo>
                    <a:pt x="75296" y="91106"/>
                    <a:pt x="74481" y="87565"/>
                    <a:pt x="75828" y="86493"/>
                  </a:cubicBezTo>
                  <a:cubicBezTo>
                    <a:pt x="76927" y="85421"/>
                    <a:pt x="77175" y="87192"/>
                    <a:pt x="77991" y="87192"/>
                  </a:cubicBezTo>
                  <a:cubicBezTo>
                    <a:pt x="78274" y="87192"/>
                    <a:pt x="80437" y="83650"/>
                    <a:pt x="81252" y="83277"/>
                  </a:cubicBezTo>
                  <a:cubicBezTo>
                    <a:pt x="83415" y="82205"/>
                    <a:pt x="83698" y="84349"/>
                    <a:pt x="84762" y="84722"/>
                  </a:cubicBezTo>
                  <a:cubicBezTo>
                    <a:pt x="84762" y="83650"/>
                    <a:pt x="85861" y="82578"/>
                    <a:pt x="85861" y="81133"/>
                  </a:cubicBezTo>
                  <a:cubicBezTo>
                    <a:pt x="85861" y="79363"/>
                    <a:pt x="85861" y="77965"/>
                    <a:pt x="85861" y="76147"/>
                  </a:cubicBezTo>
                  <a:cubicBezTo>
                    <a:pt x="86392" y="75821"/>
                    <a:pt x="86676" y="75448"/>
                    <a:pt x="86924" y="75448"/>
                  </a:cubicBezTo>
                  <a:cubicBezTo>
                    <a:pt x="87208" y="75075"/>
                    <a:pt x="87208" y="74376"/>
                    <a:pt x="86924" y="74003"/>
                  </a:cubicBezTo>
                  <a:cubicBezTo>
                    <a:pt x="86392" y="70834"/>
                    <a:pt x="91001" y="68318"/>
                    <a:pt x="91001" y="73304"/>
                  </a:cubicBezTo>
                  <a:cubicBezTo>
                    <a:pt x="92064" y="74003"/>
                    <a:pt x="95610" y="71161"/>
                    <a:pt x="97772" y="71906"/>
                  </a:cubicBezTo>
                  <a:cubicBezTo>
                    <a:pt x="101565" y="72932"/>
                    <a:pt x="104259" y="69763"/>
                    <a:pt x="107805" y="68691"/>
                  </a:cubicBezTo>
                  <a:cubicBezTo>
                    <a:pt x="109400" y="68318"/>
                    <a:pt x="111314" y="68691"/>
                    <a:pt x="112945" y="69064"/>
                  </a:cubicBezTo>
                  <a:cubicBezTo>
                    <a:pt x="114008" y="69390"/>
                    <a:pt x="115639" y="71906"/>
                    <a:pt x="116171" y="71906"/>
                  </a:cubicBezTo>
                  <a:cubicBezTo>
                    <a:pt x="116171" y="72233"/>
                    <a:pt x="116738" y="72605"/>
                    <a:pt x="116738" y="72932"/>
                  </a:cubicBezTo>
                  <a:cubicBezTo>
                    <a:pt x="116738" y="72932"/>
                    <a:pt x="116738" y="72932"/>
                    <a:pt x="116986" y="72932"/>
                  </a:cubicBezTo>
                  <a:cubicBezTo>
                    <a:pt x="116986" y="73304"/>
                    <a:pt x="117802" y="73304"/>
                    <a:pt x="118085" y="73304"/>
                  </a:cubicBezTo>
                  <a:cubicBezTo>
                    <a:pt x="118333" y="71533"/>
                    <a:pt x="118901" y="69390"/>
                    <a:pt x="119964" y="68691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5" name="Shape 11245"/>
            <p:cNvSpPr/>
            <p:nvPr/>
          </p:nvSpPr>
          <p:spPr>
            <a:xfrm rot="3648446">
              <a:off x="7432784" y="3044278"/>
              <a:ext cx="322339" cy="1709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02" y="47416"/>
                  </a:moveTo>
                  <a:lnTo>
                    <a:pt x="3002" y="47416"/>
                  </a:lnTo>
                  <a:cubicBezTo>
                    <a:pt x="5230" y="43221"/>
                    <a:pt x="8910" y="33556"/>
                    <a:pt x="11138" y="30638"/>
                  </a:cubicBezTo>
                  <a:cubicBezTo>
                    <a:pt x="12590" y="29361"/>
                    <a:pt x="14043" y="30638"/>
                    <a:pt x="14818" y="29361"/>
                  </a:cubicBezTo>
                  <a:cubicBezTo>
                    <a:pt x="17723" y="27902"/>
                    <a:pt x="19951" y="23708"/>
                    <a:pt x="22953" y="19513"/>
                  </a:cubicBezTo>
                  <a:lnTo>
                    <a:pt x="25859" y="22249"/>
                  </a:lnTo>
                  <a:cubicBezTo>
                    <a:pt x="26634" y="22249"/>
                    <a:pt x="31864" y="12583"/>
                    <a:pt x="31864" y="12583"/>
                  </a:cubicBezTo>
                  <a:cubicBezTo>
                    <a:pt x="32542" y="11124"/>
                    <a:pt x="33317" y="12583"/>
                    <a:pt x="34092" y="11124"/>
                  </a:cubicBezTo>
                  <a:cubicBezTo>
                    <a:pt x="34769" y="9848"/>
                    <a:pt x="34769" y="5653"/>
                    <a:pt x="36319" y="4194"/>
                  </a:cubicBezTo>
                  <a:cubicBezTo>
                    <a:pt x="38450" y="1458"/>
                    <a:pt x="40677" y="0"/>
                    <a:pt x="42905" y="0"/>
                  </a:cubicBezTo>
                  <a:cubicBezTo>
                    <a:pt x="44358" y="1458"/>
                    <a:pt x="44358" y="5653"/>
                    <a:pt x="45907" y="5653"/>
                  </a:cubicBezTo>
                  <a:cubicBezTo>
                    <a:pt x="47360" y="5653"/>
                    <a:pt x="48135" y="1458"/>
                    <a:pt x="48813" y="0"/>
                  </a:cubicBezTo>
                  <a:lnTo>
                    <a:pt x="48813" y="0"/>
                  </a:lnTo>
                  <a:cubicBezTo>
                    <a:pt x="52493" y="2917"/>
                    <a:pt x="56271" y="5653"/>
                    <a:pt x="59176" y="5653"/>
                  </a:cubicBezTo>
                  <a:cubicBezTo>
                    <a:pt x="59951" y="5653"/>
                    <a:pt x="59951" y="1458"/>
                    <a:pt x="60726" y="2917"/>
                  </a:cubicBezTo>
                  <a:cubicBezTo>
                    <a:pt x="63631" y="2917"/>
                    <a:pt x="65859" y="7112"/>
                    <a:pt x="68087" y="8389"/>
                  </a:cubicBezTo>
                  <a:cubicBezTo>
                    <a:pt x="68861" y="8389"/>
                    <a:pt x="70314" y="8389"/>
                    <a:pt x="70992" y="8389"/>
                  </a:cubicBezTo>
                  <a:cubicBezTo>
                    <a:pt x="73220" y="9848"/>
                    <a:pt x="74769" y="11124"/>
                    <a:pt x="75447" y="14042"/>
                  </a:cubicBezTo>
                  <a:cubicBezTo>
                    <a:pt x="77675" y="16778"/>
                    <a:pt x="76900" y="25167"/>
                    <a:pt x="79128" y="25167"/>
                  </a:cubicBezTo>
                  <a:cubicBezTo>
                    <a:pt x="81355" y="26443"/>
                    <a:pt x="82130" y="18237"/>
                    <a:pt x="84358" y="15319"/>
                  </a:cubicBezTo>
                  <a:cubicBezTo>
                    <a:pt x="86585" y="12583"/>
                    <a:pt x="89491" y="11124"/>
                    <a:pt x="91719" y="9848"/>
                  </a:cubicBezTo>
                  <a:cubicBezTo>
                    <a:pt x="93946" y="9848"/>
                    <a:pt x="94721" y="12583"/>
                    <a:pt x="96174" y="14042"/>
                  </a:cubicBezTo>
                  <a:lnTo>
                    <a:pt x="96174" y="14042"/>
                  </a:lnTo>
                  <a:cubicBezTo>
                    <a:pt x="95496" y="15319"/>
                    <a:pt x="93946" y="16778"/>
                    <a:pt x="93268" y="19513"/>
                  </a:cubicBezTo>
                  <a:cubicBezTo>
                    <a:pt x="92493" y="20972"/>
                    <a:pt x="93946" y="20972"/>
                    <a:pt x="93946" y="22249"/>
                  </a:cubicBezTo>
                  <a:cubicBezTo>
                    <a:pt x="96174" y="32097"/>
                    <a:pt x="96174" y="44680"/>
                    <a:pt x="99854" y="51610"/>
                  </a:cubicBezTo>
                  <a:cubicBezTo>
                    <a:pt x="101404" y="54346"/>
                    <a:pt x="102082" y="44680"/>
                    <a:pt x="103535" y="43221"/>
                  </a:cubicBezTo>
                  <a:cubicBezTo>
                    <a:pt x="104309" y="41945"/>
                    <a:pt x="105762" y="44680"/>
                    <a:pt x="106537" y="43221"/>
                  </a:cubicBezTo>
                  <a:cubicBezTo>
                    <a:pt x="107312" y="43221"/>
                    <a:pt x="107990" y="40486"/>
                    <a:pt x="109539" y="40486"/>
                  </a:cubicBezTo>
                  <a:cubicBezTo>
                    <a:pt x="111767" y="41945"/>
                    <a:pt x="116900" y="45957"/>
                    <a:pt x="119128" y="45957"/>
                  </a:cubicBezTo>
                  <a:lnTo>
                    <a:pt x="119128" y="45957"/>
                  </a:lnTo>
                  <a:cubicBezTo>
                    <a:pt x="119903" y="57264"/>
                    <a:pt x="118353" y="78054"/>
                    <a:pt x="116900" y="80790"/>
                  </a:cubicBezTo>
                  <a:cubicBezTo>
                    <a:pt x="111767" y="89179"/>
                    <a:pt x="105762" y="103221"/>
                    <a:pt x="99176" y="108693"/>
                  </a:cubicBezTo>
                  <a:cubicBezTo>
                    <a:pt x="96949" y="112887"/>
                    <a:pt x="93268" y="119817"/>
                    <a:pt x="90266" y="118541"/>
                  </a:cubicBezTo>
                  <a:cubicBezTo>
                    <a:pt x="79903" y="111428"/>
                    <a:pt x="94721" y="107416"/>
                    <a:pt x="82905" y="103221"/>
                  </a:cubicBezTo>
                  <a:cubicBezTo>
                    <a:pt x="79128" y="103221"/>
                    <a:pt x="78450" y="103221"/>
                    <a:pt x="75447" y="100303"/>
                  </a:cubicBezTo>
                  <a:cubicBezTo>
                    <a:pt x="71767" y="94832"/>
                    <a:pt x="76900" y="89179"/>
                    <a:pt x="70992" y="86443"/>
                  </a:cubicBezTo>
                  <a:cubicBezTo>
                    <a:pt x="68861" y="86443"/>
                    <a:pt x="61404" y="80790"/>
                    <a:pt x="60726" y="82249"/>
                  </a:cubicBezTo>
                  <a:lnTo>
                    <a:pt x="60726" y="82249"/>
                  </a:lnTo>
                  <a:cubicBezTo>
                    <a:pt x="56271" y="82249"/>
                    <a:pt x="53268" y="89179"/>
                    <a:pt x="51041" y="82249"/>
                  </a:cubicBezTo>
                  <a:cubicBezTo>
                    <a:pt x="47360" y="71124"/>
                    <a:pt x="45907" y="83708"/>
                    <a:pt x="45133" y="90638"/>
                  </a:cubicBezTo>
                  <a:cubicBezTo>
                    <a:pt x="42905" y="117082"/>
                    <a:pt x="34769" y="91914"/>
                    <a:pt x="28087" y="99027"/>
                  </a:cubicBezTo>
                  <a:cubicBezTo>
                    <a:pt x="20726" y="105957"/>
                    <a:pt x="22179" y="107416"/>
                    <a:pt x="13365" y="107416"/>
                  </a:cubicBezTo>
                  <a:cubicBezTo>
                    <a:pt x="10363" y="107416"/>
                    <a:pt x="7457" y="112887"/>
                    <a:pt x="5907" y="111428"/>
                  </a:cubicBezTo>
                  <a:cubicBezTo>
                    <a:pt x="5230" y="110151"/>
                    <a:pt x="774" y="97568"/>
                    <a:pt x="0" y="96109"/>
                  </a:cubicBezTo>
                  <a:cubicBezTo>
                    <a:pt x="0" y="90638"/>
                    <a:pt x="3002" y="89179"/>
                    <a:pt x="2227" y="80790"/>
                  </a:cubicBezTo>
                  <a:cubicBezTo>
                    <a:pt x="1452" y="73860"/>
                    <a:pt x="2227" y="71124"/>
                    <a:pt x="3002" y="62735"/>
                  </a:cubicBezTo>
                  <a:cubicBezTo>
                    <a:pt x="3680" y="55805"/>
                    <a:pt x="3680" y="50151"/>
                    <a:pt x="3002" y="4741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6" name="Shape 11246"/>
            <p:cNvSpPr/>
            <p:nvPr/>
          </p:nvSpPr>
          <p:spPr>
            <a:xfrm rot="3648446">
              <a:off x="7632418" y="3029523"/>
              <a:ext cx="189275" cy="15946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39" y="91372"/>
                  </a:moveTo>
                  <a:lnTo>
                    <a:pt x="11239" y="91372"/>
                  </a:lnTo>
                  <a:cubicBezTo>
                    <a:pt x="17520" y="94509"/>
                    <a:pt x="23966" y="97450"/>
                    <a:pt x="28925" y="97450"/>
                  </a:cubicBezTo>
                  <a:cubicBezTo>
                    <a:pt x="30247" y="97450"/>
                    <a:pt x="30247" y="92941"/>
                    <a:pt x="31570" y="94509"/>
                  </a:cubicBezTo>
                  <a:cubicBezTo>
                    <a:pt x="36528" y="94509"/>
                    <a:pt x="40330" y="99019"/>
                    <a:pt x="44132" y="100392"/>
                  </a:cubicBezTo>
                  <a:cubicBezTo>
                    <a:pt x="45454" y="100392"/>
                    <a:pt x="47933" y="100392"/>
                    <a:pt x="49090" y="100392"/>
                  </a:cubicBezTo>
                  <a:cubicBezTo>
                    <a:pt x="52892" y="101960"/>
                    <a:pt x="55537" y="103333"/>
                    <a:pt x="56694" y="106470"/>
                  </a:cubicBezTo>
                  <a:cubicBezTo>
                    <a:pt x="60495" y="109411"/>
                    <a:pt x="59173" y="118431"/>
                    <a:pt x="62975" y="118431"/>
                  </a:cubicBezTo>
                  <a:cubicBezTo>
                    <a:pt x="66776" y="119803"/>
                    <a:pt x="68099" y="110980"/>
                    <a:pt x="71900" y="107843"/>
                  </a:cubicBezTo>
                  <a:cubicBezTo>
                    <a:pt x="75702" y="104901"/>
                    <a:pt x="80661" y="103333"/>
                    <a:pt x="84462" y="101960"/>
                  </a:cubicBezTo>
                  <a:cubicBezTo>
                    <a:pt x="88264" y="101960"/>
                    <a:pt x="89586" y="104901"/>
                    <a:pt x="92066" y="106470"/>
                  </a:cubicBezTo>
                  <a:lnTo>
                    <a:pt x="92066" y="106470"/>
                  </a:lnTo>
                  <a:cubicBezTo>
                    <a:pt x="92066" y="106470"/>
                    <a:pt x="94545" y="97450"/>
                    <a:pt x="94545" y="95882"/>
                  </a:cubicBezTo>
                  <a:lnTo>
                    <a:pt x="105950" y="107843"/>
                  </a:lnTo>
                  <a:cubicBezTo>
                    <a:pt x="109752" y="106470"/>
                    <a:pt x="113553" y="106470"/>
                    <a:pt x="114876" y="101960"/>
                  </a:cubicBezTo>
                  <a:cubicBezTo>
                    <a:pt x="116033" y="100392"/>
                    <a:pt x="111074" y="99019"/>
                    <a:pt x="111074" y="97450"/>
                  </a:cubicBezTo>
                  <a:cubicBezTo>
                    <a:pt x="111074" y="94509"/>
                    <a:pt x="113553" y="94509"/>
                    <a:pt x="114876" y="91372"/>
                  </a:cubicBezTo>
                  <a:cubicBezTo>
                    <a:pt x="114876" y="90000"/>
                    <a:pt x="112231" y="87058"/>
                    <a:pt x="113553" y="85490"/>
                  </a:cubicBezTo>
                  <a:cubicBezTo>
                    <a:pt x="114876" y="83921"/>
                    <a:pt x="117355" y="83921"/>
                    <a:pt x="118677" y="82549"/>
                  </a:cubicBezTo>
                  <a:cubicBezTo>
                    <a:pt x="118677" y="82549"/>
                    <a:pt x="112231" y="65882"/>
                    <a:pt x="112231" y="64509"/>
                  </a:cubicBezTo>
                  <a:cubicBezTo>
                    <a:pt x="112231" y="62941"/>
                    <a:pt x="112231" y="53921"/>
                    <a:pt x="112231" y="53921"/>
                  </a:cubicBezTo>
                  <a:cubicBezTo>
                    <a:pt x="114876" y="50980"/>
                    <a:pt x="118677" y="48039"/>
                    <a:pt x="119834" y="43529"/>
                  </a:cubicBezTo>
                  <a:cubicBezTo>
                    <a:pt x="119834" y="40588"/>
                    <a:pt x="118677" y="37450"/>
                    <a:pt x="117355" y="34509"/>
                  </a:cubicBezTo>
                  <a:lnTo>
                    <a:pt x="117355" y="34509"/>
                  </a:lnTo>
                  <a:cubicBezTo>
                    <a:pt x="114876" y="33137"/>
                    <a:pt x="113553" y="31568"/>
                    <a:pt x="111074" y="31568"/>
                  </a:cubicBezTo>
                  <a:cubicBezTo>
                    <a:pt x="107272" y="31568"/>
                    <a:pt x="103471" y="36078"/>
                    <a:pt x="99669" y="36078"/>
                  </a:cubicBezTo>
                  <a:cubicBezTo>
                    <a:pt x="97190" y="34509"/>
                    <a:pt x="95867" y="31568"/>
                    <a:pt x="93388" y="30000"/>
                  </a:cubicBezTo>
                  <a:cubicBezTo>
                    <a:pt x="92066" y="30000"/>
                    <a:pt x="89586" y="31568"/>
                    <a:pt x="88264" y="30000"/>
                  </a:cubicBezTo>
                  <a:cubicBezTo>
                    <a:pt x="87107" y="28627"/>
                    <a:pt x="87107" y="25490"/>
                    <a:pt x="88264" y="24117"/>
                  </a:cubicBezTo>
                  <a:cubicBezTo>
                    <a:pt x="88264" y="22549"/>
                    <a:pt x="92066" y="20980"/>
                    <a:pt x="90909" y="19607"/>
                  </a:cubicBezTo>
                  <a:cubicBezTo>
                    <a:pt x="88264" y="16470"/>
                    <a:pt x="84462" y="18039"/>
                    <a:pt x="81983" y="16470"/>
                  </a:cubicBezTo>
                  <a:cubicBezTo>
                    <a:pt x="77024" y="11960"/>
                    <a:pt x="74380" y="6078"/>
                    <a:pt x="69421" y="3137"/>
                  </a:cubicBezTo>
                  <a:cubicBezTo>
                    <a:pt x="68099" y="1568"/>
                    <a:pt x="65619" y="4509"/>
                    <a:pt x="64297" y="3137"/>
                  </a:cubicBezTo>
                  <a:cubicBezTo>
                    <a:pt x="62975" y="3137"/>
                    <a:pt x="64297" y="0"/>
                    <a:pt x="62975" y="0"/>
                  </a:cubicBezTo>
                  <a:cubicBezTo>
                    <a:pt x="58016" y="0"/>
                    <a:pt x="54214" y="3137"/>
                    <a:pt x="49090" y="4509"/>
                  </a:cubicBezTo>
                  <a:lnTo>
                    <a:pt x="49090" y="4509"/>
                  </a:lnTo>
                  <a:cubicBezTo>
                    <a:pt x="46611" y="9019"/>
                    <a:pt x="44132" y="13529"/>
                    <a:pt x="42809" y="19607"/>
                  </a:cubicBezTo>
                  <a:cubicBezTo>
                    <a:pt x="42809" y="20980"/>
                    <a:pt x="45454" y="24117"/>
                    <a:pt x="44132" y="25490"/>
                  </a:cubicBezTo>
                  <a:cubicBezTo>
                    <a:pt x="39008" y="28627"/>
                    <a:pt x="32727" y="28627"/>
                    <a:pt x="27768" y="27058"/>
                  </a:cubicBezTo>
                  <a:cubicBezTo>
                    <a:pt x="25123" y="27058"/>
                    <a:pt x="25123" y="22549"/>
                    <a:pt x="23966" y="24117"/>
                  </a:cubicBezTo>
                  <a:cubicBezTo>
                    <a:pt x="21322" y="24117"/>
                    <a:pt x="21322" y="27058"/>
                    <a:pt x="20165" y="28627"/>
                  </a:cubicBezTo>
                  <a:cubicBezTo>
                    <a:pt x="16363" y="28627"/>
                    <a:pt x="12561" y="28627"/>
                    <a:pt x="10082" y="27058"/>
                  </a:cubicBezTo>
                  <a:cubicBezTo>
                    <a:pt x="7438" y="25490"/>
                    <a:pt x="6280" y="24117"/>
                    <a:pt x="3636" y="24117"/>
                  </a:cubicBezTo>
                  <a:cubicBezTo>
                    <a:pt x="2479" y="22549"/>
                    <a:pt x="1157" y="24117"/>
                    <a:pt x="0" y="25490"/>
                  </a:cubicBezTo>
                  <a:lnTo>
                    <a:pt x="0" y="25490"/>
                  </a:lnTo>
                  <a:cubicBezTo>
                    <a:pt x="2479" y="34509"/>
                    <a:pt x="6280" y="45098"/>
                    <a:pt x="8760" y="53921"/>
                  </a:cubicBezTo>
                  <a:cubicBezTo>
                    <a:pt x="10082" y="60000"/>
                    <a:pt x="10082" y="65882"/>
                    <a:pt x="10082" y="70392"/>
                  </a:cubicBezTo>
                  <a:cubicBezTo>
                    <a:pt x="10082" y="74901"/>
                    <a:pt x="7438" y="78039"/>
                    <a:pt x="7438" y="80980"/>
                  </a:cubicBezTo>
                  <a:cubicBezTo>
                    <a:pt x="8760" y="85490"/>
                    <a:pt x="10082" y="88431"/>
                    <a:pt x="11239" y="9137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7" name="Shape 11247"/>
            <p:cNvSpPr/>
            <p:nvPr/>
          </p:nvSpPr>
          <p:spPr>
            <a:xfrm rot="3648446">
              <a:off x="7518298" y="2846205"/>
              <a:ext cx="222541" cy="20534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327" y="29086"/>
                  </a:moveTo>
                  <a:lnTo>
                    <a:pt x="110327" y="29086"/>
                  </a:lnTo>
                  <a:cubicBezTo>
                    <a:pt x="112429" y="36091"/>
                    <a:pt x="115654" y="44314"/>
                    <a:pt x="117757" y="51167"/>
                  </a:cubicBezTo>
                  <a:cubicBezTo>
                    <a:pt x="118878" y="55888"/>
                    <a:pt x="118878" y="60456"/>
                    <a:pt x="118878" y="63959"/>
                  </a:cubicBezTo>
                  <a:cubicBezTo>
                    <a:pt x="118878" y="67461"/>
                    <a:pt x="116635" y="69898"/>
                    <a:pt x="116635" y="72182"/>
                  </a:cubicBezTo>
                  <a:cubicBezTo>
                    <a:pt x="117757" y="75685"/>
                    <a:pt x="118878" y="77969"/>
                    <a:pt x="119859" y="80253"/>
                  </a:cubicBezTo>
                  <a:lnTo>
                    <a:pt x="119859" y="80253"/>
                  </a:lnTo>
                  <a:cubicBezTo>
                    <a:pt x="118878" y="81472"/>
                    <a:pt x="117757" y="84974"/>
                    <a:pt x="115654" y="84974"/>
                  </a:cubicBezTo>
                  <a:cubicBezTo>
                    <a:pt x="113411" y="84974"/>
                    <a:pt x="113411" y="81472"/>
                    <a:pt x="111308" y="80253"/>
                  </a:cubicBezTo>
                  <a:cubicBezTo>
                    <a:pt x="108084" y="80253"/>
                    <a:pt x="104859" y="81472"/>
                    <a:pt x="101775" y="83756"/>
                  </a:cubicBezTo>
                  <a:cubicBezTo>
                    <a:pt x="99532" y="84974"/>
                    <a:pt x="99532" y="88477"/>
                    <a:pt x="98551" y="89543"/>
                  </a:cubicBezTo>
                  <a:cubicBezTo>
                    <a:pt x="97429" y="90761"/>
                    <a:pt x="96308" y="89543"/>
                    <a:pt x="95327" y="90761"/>
                  </a:cubicBezTo>
                  <a:cubicBezTo>
                    <a:pt x="95327" y="90761"/>
                    <a:pt x="87757" y="98832"/>
                    <a:pt x="86635" y="98832"/>
                  </a:cubicBezTo>
                  <a:lnTo>
                    <a:pt x="82429" y="96548"/>
                  </a:lnTo>
                  <a:cubicBezTo>
                    <a:pt x="78084" y="100050"/>
                    <a:pt x="74859" y="103553"/>
                    <a:pt x="70654" y="104771"/>
                  </a:cubicBezTo>
                  <a:cubicBezTo>
                    <a:pt x="69532" y="105837"/>
                    <a:pt x="67429" y="104771"/>
                    <a:pt x="65327" y="105837"/>
                  </a:cubicBezTo>
                  <a:cubicBezTo>
                    <a:pt x="62102" y="108274"/>
                    <a:pt x="56775" y="116345"/>
                    <a:pt x="53551" y="119847"/>
                  </a:cubicBezTo>
                  <a:lnTo>
                    <a:pt x="53551" y="119847"/>
                  </a:lnTo>
                  <a:cubicBezTo>
                    <a:pt x="52429" y="114060"/>
                    <a:pt x="47102" y="114060"/>
                    <a:pt x="39532" y="107055"/>
                  </a:cubicBezTo>
                  <a:cubicBezTo>
                    <a:pt x="35327" y="110558"/>
                    <a:pt x="37429" y="118629"/>
                    <a:pt x="28878" y="111776"/>
                  </a:cubicBezTo>
                  <a:cubicBezTo>
                    <a:pt x="24672" y="108274"/>
                    <a:pt x="20327" y="102335"/>
                    <a:pt x="17102" y="98832"/>
                  </a:cubicBezTo>
                  <a:cubicBezTo>
                    <a:pt x="13878" y="90761"/>
                    <a:pt x="16121" y="84974"/>
                    <a:pt x="9672" y="80253"/>
                  </a:cubicBezTo>
                  <a:cubicBezTo>
                    <a:pt x="0" y="73401"/>
                    <a:pt x="7429" y="72182"/>
                    <a:pt x="5327" y="63959"/>
                  </a:cubicBezTo>
                  <a:cubicBezTo>
                    <a:pt x="4205" y="59390"/>
                    <a:pt x="4205" y="59390"/>
                    <a:pt x="4205" y="59390"/>
                  </a:cubicBezTo>
                  <a:lnTo>
                    <a:pt x="4205" y="59390"/>
                  </a:lnTo>
                  <a:cubicBezTo>
                    <a:pt x="6448" y="55888"/>
                    <a:pt x="13878" y="52385"/>
                    <a:pt x="16121" y="48883"/>
                  </a:cubicBezTo>
                  <a:cubicBezTo>
                    <a:pt x="18224" y="45380"/>
                    <a:pt x="19205" y="40812"/>
                    <a:pt x="20327" y="37309"/>
                  </a:cubicBezTo>
                  <a:cubicBezTo>
                    <a:pt x="21448" y="31522"/>
                    <a:pt x="19205" y="24517"/>
                    <a:pt x="22429" y="22081"/>
                  </a:cubicBezTo>
                  <a:cubicBezTo>
                    <a:pt x="25654" y="18578"/>
                    <a:pt x="30981" y="22081"/>
                    <a:pt x="35327" y="23299"/>
                  </a:cubicBezTo>
                  <a:cubicBezTo>
                    <a:pt x="37429" y="24517"/>
                    <a:pt x="37429" y="26802"/>
                    <a:pt x="39532" y="26802"/>
                  </a:cubicBezTo>
                  <a:cubicBezTo>
                    <a:pt x="40654" y="26802"/>
                    <a:pt x="43878" y="26802"/>
                    <a:pt x="43878" y="24517"/>
                  </a:cubicBezTo>
                  <a:cubicBezTo>
                    <a:pt x="45000" y="22081"/>
                    <a:pt x="42757" y="18578"/>
                    <a:pt x="42757" y="15076"/>
                  </a:cubicBezTo>
                  <a:cubicBezTo>
                    <a:pt x="42757" y="14010"/>
                    <a:pt x="42757" y="11725"/>
                    <a:pt x="43878" y="10507"/>
                  </a:cubicBezTo>
                  <a:cubicBezTo>
                    <a:pt x="45981" y="8223"/>
                    <a:pt x="48224" y="9289"/>
                    <a:pt x="50327" y="7005"/>
                  </a:cubicBezTo>
                  <a:cubicBezTo>
                    <a:pt x="51308" y="5786"/>
                    <a:pt x="50327" y="1218"/>
                    <a:pt x="52429" y="0"/>
                  </a:cubicBezTo>
                  <a:cubicBezTo>
                    <a:pt x="55654" y="0"/>
                    <a:pt x="57757" y="4720"/>
                    <a:pt x="60981" y="4720"/>
                  </a:cubicBezTo>
                  <a:cubicBezTo>
                    <a:pt x="63224" y="4720"/>
                    <a:pt x="65327" y="3502"/>
                    <a:pt x="67429" y="2436"/>
                  </a:cubicBezTo>
                  <a:cubicBezTo>
                    <a:pt x="69532" y="2436"/>
                    <a:pt x="70654" y="1218"/>
                    <a:pt x="72757" y="1218"/>
                  </a:cubicBezTo>
                  <a:lnTo>
                    <a:pt x="72757" y="1218"/>
                  </a:lnTo>
                  <a:cubicBezTo>
                    <a:pt x="75981" y="4720"/>
                    <a:pt x="78084" y="9289"/>
                    <a:pt x="81308" y="12791"/>
                  </a:cubicBezTo>
                  <a:cubicBezTo>
                    <a:pt x="82429" y="15076"/>
                    <a:pt x="84532" y="17512"/>
                    <a:pt x="86635" y="19796"/>
                  </a:cubicBezTo>
                  <a:cubicBezTo>
                    <a:pt x="87757" y="19796"/>
                    <a:pt x="89859" y="17512"/>
                    <a:pt x="90981" y="18578"/>
                  </a:cubicBezTo>
                  <a:cubicBezTo>
                    <a:pt x="92102" y="19796"/>
                    <a:pt x="90981" y="23299"/>
                    <a:pt x="90981" y="24517"/>
                  </a:cubicBezTo>
                  <a:cubicBezTo>
                    <a:pt x="92102" y="28020"/>
                    <a:pt x="90981" y="30304"/>
                    <a:pt x="93084" y="32588"/>
                  </a:cubicBezTo>
                  <a:cubicBezTo>
                    <a:pt x="94205" y="35025"/>
                    <a:pt x="97429" y="36091"/>
                    <a:pt x="99532" y="36091"/>
                  </a:cubicBezTo>
                  <a:cubicBezTo>
                    <a:pt x="101775" y="37309"/>
                    <a:pt x="103878" y="36091"/>
                    <a:pt x="104859" y="35025"/>
                  </a:cubicBezTo>
                  <a:cubicBezTo>
                    <a:pt x="107102" y="33807"/>
                    <a:pt x="108084" y="31522"/>
                    <a:pt x="110327" y="29086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8" name="Shape 11248"/>
            <p:cNvSpPr/>
            <p:nvPr/>
          </p:nvSpPr>
          <p:spPr>
            <a:xfrm rot="3648446">
              <a:off x="7699888" y="2895985"/>
              <a:ext cx="154860" cy="15487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40" y="72160"/>
                  </a:moveTo>
                  <a:lnTo>
                    <a:pt x="6040" y="72160"/>
                  </a:lnTo>
                  <a:cubicBezTo>
                    <a:pt x="10671" y="76783"/>
                    <a:pt x="13691" y="82814"/>
                    <a:pt x="18322" y="87437"/>
                  </a:cubicBezTo>
                  <a:cubicBezTo>
                    <a:pt x="19932" y="90452"/>
                    <a:pt x="22953" y="93668"/>
                    <a:pt x="25973" y="96683"/>
                  </a:cubicBezTo>
                  <a:cubicBezTo>
                    <a:pt x="27583" y="96683"/>
                    <a:pt x="30604" y="93668"/>
                    <a:pt x="32214" y="95075"/>
                  </a:cubicBezTo>
                  <a:cubicBezTo>
                    <a:pt x="33825" y="96683"/>
                    <a:pt x="32214" y="101306"/>
                    <a:pt x="32214" y="102914"/>
                  </a:cubicBezTo>
                  <a:cubicBezTo>
                    <a:pt x="33825" y="107537"/>
                    <a:pt x="32214" y="110552"/>
                    <a:pt x="35234" y="113567"/>
                  </a:cubicBezTo>
                  <a:cubicBezTo>
                    <a:pt x="36845" y="116783"/>
                    <a:pt x="41476" y="118190"/>
                    <a:pt x="44496" y="118190"/>
                  </a:cubicBezTo>
                  <a:cubicBezTo>
                    <a:pt x="47718" y="119798"/>
                    <a:pt x="50738" y="118190"/>
                    <a:pt x="52147" y="116783"/>
                  </a:cubicBezTo>
                  <a:cubicBezTo>
                    <a:pt x="55369" y="115175"/>
                    <a:pt x="56778" y="112160"/>
                    <a:pt x="60000" y="108944"/>
                  </a:cubicBezTo>
                  <a:lnTo>
                    <a:pt x="60000" y="108944"/>
                  </a:lnTo>
                  <a:cubicBezTo>
                    <a:pt x="61409" y="107537"/>
                    <a:pt x="63020" y="105929"/>
                    <a:pt x="64429" y="107537"/>
                  </a:cubicBezTo>
                  <a:cubicBezTo>
                    <a:pt x="67651" y="107537"/>
                    <a:pt x="69060" y="108944"/>
                    <a:pt x="72281" y="110552"/>
                  </a:cubicBezTo>
                  <a:cubicBezTo>
                    <a:pt x="75302" y="112160"/>
                    <a:pt x="79932" y="112160"/>
                    <a:pt x="84563" y="112160"/>
                  </a:cubicBezTo>
                  <a:cubicBezTo>
                    <a:pt x="85973" y="110552"/>
                    <a:pt x="85973" y="107537"/>
                    <a:pt x="89194" y="107537"/>
                  </a:cubicBezTo>
                  <a:cubicBezTo>
                    <a:pt x="90604" y="105929"/>
                    <a:pt x="90604" y="110552"/>
                    <a:pt x="93825" y="110552"/>
                  </a:cubicBezTo>
                  <a:cubicBezTo>
                    <a:pt x="99865" y="112160"/>
                    <a:pt x="107516" y="112160"/>
                    <a:pt x="113758" y="108944"/>
                  </a:cubicBezTo>
                  <a:cubicBezTo>
                    <a:pt x="115369" y="107537"/>
                    <a:pt x="112147" y="104321"/>
                    <a:pt x="112147" y="102914"/>
                  </a:cubicBezTo>
                  <a:cubicBezTo>
                    <a:pt x="113758" y="96683"/>
                    <a:pt x="116778" y="92060"/>
                    <a:pt x="119798" y="87437"/>
                  </a:cubicBezTo>
                  <a:lnTo>
                    <a:pt x="119798" y="87437"/>
                  </a:lnTo>
                  <a:cubicBezTo>
                    <a:pt x="116778" y="82814"/>
                    <a:pt x="113758" y="78190"/>
                    <a:pt x="110738" y="73768"/>
                  </a:cubicBezTo>
                  <a:cubicBezTo>
                    <a:pt x="109127" y="70552"/>
                    <a:pt x="106107" y="65929"/>
                    <a:pt x="106107" y="61507"/>
                  </a:cubicBezTo>
                  <a:cubicBezTo>
                    <a:pt x="106107" y="58291"/>
                    <a:pt x="112147" y="56884"/>
                    <a:pt x="110738" y="53668"/>
                  </a:cubicBezTo>
                  <a:cubicBezTo>
                    <a:pt x="109127" y="47638"/>
                    <a:pt x="101476" y="46030"/>
                    <a:pt x="99865" y="41407"/>
                  </a:cubicBezTo>
                  <a:cubicBezTo>
                    <a:pt x="98456" y="35376"/>
                    <a:pt x="101476" y="27537"/>
                    <a:pt x="98456" y="21507"/>
                  </a:cubicBezTo>
                  <a:cubicBezTo>
                    <a:pt x="96845" y="16884"/>
                    <a:pt x="92214" y="13869"/>
                    <a:pt x="89194" y="10653"/>
                  </a:cubicBezTo>
                  <a:lnTo>
                    <a:pt x="89194" y="10653"/>
                  </a:lnTo>
                  <a:cubicBezTo>
                    <a:pt x="85973" y="7638"/>
                    <a:pt x="85973" y="0"/>
                    <a:pt x="82953" y="1608"/>
                  </a:cubicBezTo>
                  <a:cubicBezTo>
                    <a:pt x="72281" y="1608"/>
                    <a:pt x="61409" y="9246"/>
                    <a:pt x="50738" y="13869"/>
                  </a:cubicBezTo>
                  <a:lnTo>
                    <a:pt x="50738" y="13869"/>
                  </a:lnTo>
                  <a:cubicBezTo>
                    <a:pt x="13691" y="29145"/>
                    <a:pt x="13691" y="29145"/>
                    <a:pt x="13691" y="29145"/>
                  </a:cubicBezTo>
                  <a:lnTo>
                    <a:pt x="13691" y="29145"/>
                  </a:lnTo>
                  <a:cubicBezTo>
                    <a:pt x="9060" y="35376"/>
                    <a:pt x="3020" y="39798"/>
                    <a:pt x="1409" y="46030"/>
                  </a:cubicBezTo>
                  <a:cubicBezTo>
                    <a:pt x="0" y="55276"/>
                    <a:pt x="4630" y="62914"/>
                    <a:pt x="6040" y="7216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49" name="Shape 11249"/>
            <p:cNvSpPr/>
            <p:nvPr/>
          </p:nvSpPr>
          <p:spPr>
            <a:xfrm rot="3648446">
              <a:off x="7692062" y="3119552"/>
              <a:ext cx="212217" cy="23632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8019" y="42329"/>
                  </a:moveTo>
                  <a:lnTo>
                    <a:pt x="28019" y="42329"/>
                  </a:lnTo>
                  <a:cubicBezTo>
                    <a:pt x="29193" y="44307"/>
                    <a:pt x="30220" y="46417"/>
                    <a:pt x="30220" y="48395"/>
                  </a:cubicBezTo>
                  <a:cubicBezTo>
                    <a:pt x="29193" y="51428"/>
                    <a:pt x="25819" y="53406"/>
                    <a:pt x="23471" y="55384"/>
                  </a:cubicBezTo>
                  <a:cubicBezTo>
                    <a:pt x="23471" y="55384"/>
                    <a:pt x="23471" y="61450"/>
                    <a:pt x="23471" y="62505"/>
                  </a:cubicBezTo>
                  <a:cubicBezTo>
                    <a:pt x="23471" y="63428"/>
                    <a:pt x="29193" y="74637"/>
                    <a:pt x="29193" y="74637"/>
                  </a:cubicBezTo>
                  <a:cubicBezTo>
                    <a:pt x="28019" y="75560"/>
                    <a:pt x="25819" y="75560"/>
                    <a:pt x="24645" y="76615"/>
                  </a:cubicBezTo>
                  <a:cubicBezTo>
                    <a:pt x="23471" y="77670"/>
                    <a:pt x="25819" y="79648"/>
                    <a:pt x="25819" y="80571"/>
                  </a:cubicBezTo>
                  <a:cubicBezTo>
                    <a:pt x="24645" y="82681"/>
                    <a:pt x="22444" y="82681"/>
                    <a:pt x="22444" y="84659"/>
                  </a:cubicBezTo>
                  <a:cubicBezTo>
                    <a:pt x="22444" y="85714"/>
                    <a:pt x="26845" y="86637"/>
                    <a:pt x="25819" y="87692"/>
                  </a:cubicBezTo>
                  <a:cubicBezTo>
                    <a:pt x="24645" y="90725"/>
                    <a:pt x="21271" y="90725"/>
                    <a:pt x="17897" y="91648"/>
                  </a:cubicBezTo>
                  <a:lnTo>
                    <a:pt x="7775" y="83604"/>
                  </a:lnTo>
                  <a:cubicBezTo>
                    <a:pt x="7775" y="84659"/>
                    <a:pt x="5574" y="90725"/>
                    <a:pt x="5574" y="90725"/>
                  </a:cubicBezTo>
                  <a:lnTo>
                    <a:pt x="5574" y="90725"/>
                  </a:lnTo>
                  <a:cubicBezTo>
                    <a:pt x="4547" y="91648"/>
                    <a:pt x="2200" y="92703"/>
                    <a:pt x="1173" y="94681"/>
                  </a:cubicBezTo>
                  <a:cubicBezTo>
                    <a:pt x="0" y="95736"/>
                    <a:pt x="2200" y="95736"/>
                    <a:pt x="2200" y="96659"/>
                  </a:cubicBezTo>
                  <a:cubicBezTo>
                    <a:pt x="5574" y="103780"/>
                    <a:pt x="5574" y="112879"/>
                    <a:pt x="11149" y="117890"/>
                  </a:cubicBezTo>
                  <a:cubicBezTo>
                    <a:pt x="13496" y="119868"/>
                    <a:pt x="14523" y="112879"/>
                    <a:pt x="16723" y="111824"/>
                  </a:cubicBezTo>
                  <a:cubicBezTo>
                    <a:pt x="17897" y="110901"/>
                    <a:pt x="20097" y="112879"/>
                    <a:pt x="21271" y="111824"/>
                  </a:cubicBezTo>
                  <a:cubicBezTo>
                    <a:pt x="22444" y="111824"/>
                    <a:pt x="23471" y="109846"/>
                    <a:pt x="25819" y="109846"/>
                  </a:cubicBezTo>
                  <a:cubicBezTo>
                    <a:pt x="29193" y="110901"/>
                    <a:pt x="36968" y="113802"/>
                    <a:pt x="40342" y="113802"/>
                  </a:cubicBezTo>
                  <a:lnTo>
                    <a:pt x="40342" y="113802"/>
                  </a:lnTo>
                  <a:cubicBezTo>
                    <a:pt x="40342" y="110901"/>
                    <a:pt x="40342" y="108791"/>
                    <a:pt x="39168" y="107868"/>
                  </a:cubicBezTo>
                  <a:cubicBezTo>
                    <a:pt x="32420" y="100747"/>
                    <a:pt x="43716" y="94681"/>
                    <a:pt x="51491" y="92703"/>
                  </a:cubicBezTo>
                  <a:cubicBezTo>
                    <a:pt x="58239" y="91648"/>
                    <a:pt x="85232" y="82681"/>
                    <a:pt x="88459" y="92703"/>
                  </a:cubicBezTo>
                  <a:cubicBezTo>
                    <a:pt x="90806" y="101802"/>
                    <a:pt x="94180" y="95736"/>
                    <a:pt x="96381" y="91648"/>
                  </a:cubicBezTo>
                  <a:cubicBezTo>
                    <a:pt x="97408" y="90725"/>
                    <a:pt x="97408" y="85714"/>
                    <a:pt x="97408" y="85714"/>
                  </a:cubicBezTo>
                  <a:cubicBezTo>
                    <a:pt x="100782" y="95736"/>
                    <a:pt x="118826" y="67516"/>
                    <a:pt x="119853" y="61450"/>
                  </a:cubicBezTo>
                  <a:cubicBezTo>
                    <a:pt x="119853" y="54461"/>
                    <a:pt x="119853" y="48395"/>
                    <a:pt x="114278" y="43384"/>
                  </a:cubicBezTo>
                  <a:cubicBezTo>
                    <a:pt x="107530" y="36263"/>
                    <a:pt x="98581" y="45362"/>
                    <a:pt x="91833" y="46417"/>
                  </a:cubicBezTo>
                  <a:cubicBezTo>
                    <a:pt x="84058" y="48395"/>
                    <a:pt x="89633" y="40351"/>
                    <a:pt x="93007" y="38373"/>
                  </a:cubicBezTo>
                  <a:cubicBezTo>
                    <a:pt x="96381" y="35340"/>
                    <a:pt x="96381" y="24131"/>
                    <a:pt x="96381" y="19120"/>
                  </a:cubicBezTo>
                  <a:cubicBezTo>
                    <a:pt x="96381" y="18197"/>
                    <a:pt x="95207" y="15164"/>
                    <a:pt x="95207" y="12131"/>
                  </a:cubicBezTo>
                  <a:lnTo>
                    <a:pt x="95207" y="12131"/>
                  </a:lnTo>
                  <a:cubicBezTo>
                    <a:pt x="93007" y="13186"/>
                    <a:pt x="82885" y="17142"/>
                    <a:pt x="80684" y="16087"/>
                  </a:cubicBezTo>
                  <a:cubicBezTo>
                    <a:pt x="78484" y="15164"/>
                    <a:pt x="80684" y="11076"/>
                    <a:pt x="78484" y="10153"/>
                  </a:cubicBezTo>
                  <a:cubicBezTo>
                    <a:pt x="73936" y="9098"/>
                    <a:pt x="69388" y="12131"/>
                    <a:pt x="64987" y="10153"/>
                  </a:cubicBezTo>
                  <a:cubicBezTo>
                    <a:pt x="62787" y="9098"/>
                    <a:pt x="61613" y="7120"/>
                    <a:pt x="60440" y="5142"/>
                  </a:cubicBezTo>
                  <a:cubicBezTo>
                    <a:pt x="59413" y="3032"/>
                    <a:pt x="58239" y="1054"/>
                    <a:pt x="57066" y="0"/>
                  </a:cubicBezTo>
                  <a:lnTo>
                    <a:pt x="57066" y="0"/>
                  </a:lnTo>
                  <a:cubicBezTo>
                    <a:pt x="45916" y="5142"/>
                    <a:pt x="45916" y="5142"/>
                    <a:pt x="45916" y="5142"/>
                  </a:cubicBezTo>
                  <a:lnTo>
                    <a:pt x="45916" y="5142"/>
                  </a:lnTo>
                  <a:cubicBezTo>
                    <a:pt x="43716" y="7120"/>
                    <a:pt x="40342" y="9098"/>
                    <a:pt x="38141" y="12131"/>
                  </a:cubicBezTo>
                  <a:cubicBezTo>
                    <a:pt x="36968" y="13186"/>
                    <a:pt x="36968" y="15164"/>
                    <a:pt x="35794" y="17142"/>
                  </a:cubicBezTo>
                  <a:cubicBezTo>
                    <a:pt x="35794" y="18197"/>
                    <a:pt x="35794" y="20175"/>
                    <a:pt x="34767" y="21230"/>
                  </a:cubicBezTo>
                  <a:cubicBezTo>
                    <a:pt x="34767" y="22153"/>
                    <a:pt x="33594" y="22153"/>
                    <a:pt x="32420" y="23208"/>
                  </a:cubicBezTo>
                  <a:cubicBezTo>
                    <a:pt x="31393" y="25186"/>
                    <a:pt x="30220" y="27164"/>
                    <a:pt x="30220" y="29274"/>
                  </a:cubicBezTo>
                  <a:cubicBezTo>
                    <a:pt x="29193" y="30197"/>
                    <a:pt x="29193" y="32307"/>
                    <a:pt x="30220" y="33230"/>
                  </a:cubicBezTo>
                  <a:cubicBezTo>
                    <a:pt x="30220" y="34285"/>
                    <a:pt x="31393" y="35340"/>
                    <a:pt x="31393" y="36263"/>
                  </a:cubicBezTo>
                  <a:cubicBezTo>
                    <a:pt x="30220" y="38373"/>
                    <a:pt x="29193" y="40351"/>
                    <a:pt x="28019" y="4232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0" name="Shape 11250"/>
            <p:cNvSpPr/>
            <p:nvPr/>
          </p:nvSpPr>
          <p:spPr>
            <a:xfrm rot="3648446">
              <a:off x="7760184" y="2988721"/>
              <a:ext cx="178950" cy="1789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5253"/>
                  </a:moveTo>
                  <a:lnTo>
                    <a:pt x="0" y="25253"/>
                  </a:lnTo>
                  <a:cubicBezTo>
                    <a:pt x="2616" y="28040"/>
                    <a:pt x="6627" y="30653"/>
                    <a:pt x="8023" y="34658"/>
                  </a:cubicBezTo>
                  <a:cubicBezTo>
                    <a:pt x="10639" y="39883"/>
                    <a:pt x="8023" y="46676"/>
                    <a:pt x="9244" y="51901"/>
                  </a:cubicBezTo>
                  <a:cubicBezTo>
                    <a:pt x="10639" y="55907"/>
                    <a:pt x="17267" y="57300"/>
                    <a:pt x="18662" y="62525"/>
                  </a:cubicBezTo>
                  <a:cubicBezTo>
                    <a:pt x="19883" y="65312"/>
                    <a:pt x="14651" y="66531"/>
                    <a:pt x="14651" y="69317"/>
                  </a:cubicBezTo>
                  <a:cubicBezTo>
                    <a:pt x="14651" y="73149"/>
                    <a:pt x="17267" y="77155"/>
                    <a:pt x="18662" y="79941"/>
                  </a:cubicBezTo>
                  <a:cubicBezTo>
                    <a:pt x="21279" y="83773"/>
                    <a:pt x="23895" y="87779"/>
                    <a:pt x="26511" y="91785"/>
                  </a:cubicBezTo>
                  <a:lnTo>
                    <a:pt x="26511" y="91785"/>
                  </a:lnTo>
                  <a:cubicBezTo>
                    <a:pt x="31918" y="90566"/>
                    <a:pt x="35930" y="87779"/>
                    <a:pt x="41162" y="87779"/>
                  </a:cubicBezTo>
                  <a:cubicBezTo>
                    <a:pt x="42558" y="87779"/>
                    <a:pt x="41162" y="90566"/>
                    <a:pt x="42558" y="90566"/>
                  </a:cubicBezTo>
                  <a:cubicBezTo>
                    <a:pt x="43953" y="91785"/>
                    <a:pt x="46569" y="89172"/>
                    <a:pt x="47965" y="90566"/>
                  </a:cubicBezTo>
                  <a:cubicBezTo>
                    <a:pt x="53197" y="93178"/>
                    <a:pt x="55988" y="98403"/>
                    <a:pt x="61220" y="102409"/>
                  </a:cubicBezTo>
                  <a:cubicBezTo>
                    <a:pt x="63837" y="103802"/>
                    <a:pt x="67848" y="102409"/>
                    <a:pt x="70639" y="105195"/>
                  </a:cubicBezTo>
                  <a:cubicBezTo>
                    <a:pt x="71860" y="106415"/>
                    <a:pt x="67848" y="107808"/>
                    <a:pt x="67848" y="109201"/>
                  </a:cubicBezTo>
                  <a:cubicBezTo>
                    <a:pt x="66627" y="110420"/>
                    <a:pt x="66627" y="113207"/>
                    <a:pt x="67848" y="114426"/>
                  </a:cubicBezTo>
                  <a:cubicBezTo>
                    <a:pt x="69244" y="115820"/>
                    <a:pt x="71860" y="114426"/>
                    <a:pt x="73255" y="114426"/>
                  </a:cubicBezTo>
                  <a:cubicBezTo>
                    <a:pt x="75872" y="115820"/>
                    <a:pt x="77267" y="118432"/>
                    <a:pt x="79883" y="119825"/>
                  </a:cubicBezTo>
                  <a:cubicBezTo>
                    <a:pt x="83895" y="119825"/>
                    <a:pt x="87906" y="115820"/>
                    <a:pt x="91918" y="115820"/>
                  </a:cubicBezTo>
                  <a:cubicBezTo>
                    <a:pt x="94534" y="115820"/>
                    <a:pt x="95930" y="117213"/>
                    <a:pt x="98546" y="118432"/>
                  </a:cubicBezTo>
                  <a:lnTo>
                    <a:pt x="98546" y="118432"/>
                  </a:lnTo>
                  <a:cubicBezTo>
                    <a:pt x="99941" y="115820"/>
                    <a:pt x="101162" y="113207"/>
                    <a:pt x="102558" y="110420"/>
                  </a:cubicBezTo>
                  <a:cubicBezTo>
                    <a:pt x="102558" y="109201"/>
                    <a:pt x="101162" y="107808"/>
                    <a:pt x="101162" y="106415"/>
                  </a:cubicBezTo>
                  <a:cubicBezTo>
                    <a:pt x="99941" y="105195"/>
                    <a:pt x="99941" y="102409"/>
                    <a:pt x="101162" y="101190"/>
                  </a:cubicBezTo>
                  <a:cubicBezTo>
                    <a:pt x="101162" y="98403"/>
                    <a:pt x="102558" y="95791"/>
                    <a:pt x="103779" y="93178"/>
                  </a:cubicBezTo>
                  <a:cubicBezTo>
                    <a:pt x="105174" y="91785"/>
                    <a:pt x="106569" y="91785"/>
                    <a:pt x="106569" y="90566"/>
                  </a:cubicBezTo>
                  <a:cubicBezTo>
                    <a:pt x="107790" y="89172"/>
                    <a:pt x="107790" y="86560"/>
                    <a:pt x="107790" y="85166"/>
                  </a:cubicBezTo>
                  <a:cubicBezTo>
                    <a:pt x="109186" y="82554"/>
                    <a:pt x="109186" y="79941"/>
                    <a:pt x="110581" y="78548"/>
                  </a:cubicBezTo>
                  <a:cubicBezTo>
                    <a:pt x="113197" y="74542"/>
                    <a:pt x="117209" y="71930"/>
                    <a:pt x="119825" y="69317"/>
                  </a:cubicBezTo>
                  <a:lnTo>
                    <a:pt x="119825" y="69317"/>
                  </a:lnTo>
                  <a:cubicBezTo>
                    <a:pt x="118604" y="69317"/>
                    <a:pt x="117209" y="69317"/>
                    <a:pt x="115813" y="67924"/>
                  </a:cubicBezTo>
                  <a:cubicBezTo>
                    <a:pt x="115813" y="65312"/>
                    <a:pt x="115813" y="62525"/>
                    <a:pt x="114593" y="61306"/>
                  </a:cubicBezTo>
                  <a:cubicBezTo>
                    <a:pt x="114593" y="59912"/>
                    <a:pt x="111802" y="61306"/>
                    <a:pt x="111802" y="59912"/>
                  </a:cubicBezTo>
                  <a:cubicBezTo>
                    <a:pt x="111802" y="58519"/>
                    <a:pt x="113197" y="57300"/>
                    <a:pt x="113197" y="55907"/>
                  </a:cubicBezTo>
                  <a:cubicBezTo>
                    <a:pt x="111802" y="54513"/>
                    <a:pt x="107790" y="53294"/>
                    <a:pt x="107790" y="51901"/>
                  </a:cubicBezTo>
                  <a:cubicBezTo>
                    <a:pt x="106569" y="49288"/>
                    <a:pt x="107790" y="45283"/>
                    <a:pt x="106569" y="42670"/>
                  </a:cubicBezTo>
                  <a:cubicBezTo>
                    <a:pt x="103779" y="38664"/>
                    <a:pt x="99941" y="38664"/>
                    <a:pt x="97151" y="35878"/>
                  </a:cubicBezTo>
                  <a:lnTo>
                    <a:pt x="97151" y="35878"/>
                  </a:lnTo>
                  <a:cubicBezTo>
                    <a:pt x="95930" y="38664"/>
                    <a:pt x="95930" y="42670"/>
                    <a:pt x="91918" y="43889"/>
                  </a:cubicBezTo>
                  <a:cubicBezTo>
                    <a:pt x="90523" y="45283"/>
                    <a:pt x="87906" y="41277"/>
                    <a:pt x="86511" y="39883"/>
                  </a:cubicBezTo>
                  <a:cubicBezTo>
                    <a:pt x="85116" y="35878"/>
                    <a:pt x="85116" y="32046"/>
                    <a:pt x="83895" y="29259"/>
                  </a:cubicBezTo>
                  <a:cubicBezTo>
                    <a:pt x="81279" y="25253"/>
                    <a:pt x="75872" y="25253"/>
                    <a:pt x="74476" y="22641"/>
                  </a:cubicBezTo>
                  <a:cubicBezTo>
                    <a:pt x="71860" y="18635"/>
                    <a:pt x="71860" y="13410"/>
                    <a:pt x="71860" y="8011"/>
                  </a:cubicBezTo>
                  <a:lnTo>
                    <a:pt x="71860" y="8011"/>
                  </a:lnTo>
                  <a:cubicBezTo>
                    <a:pt x="66627" y="5399"/>
                    <a:pt x="63837" y="1393"/>
                    <a:pt x="58604" y="0"/>
                  </a:cubicBezTo>
                  <a:cubicBezTo>
                    <a:pt x="53197" y="0"/>
                    <a:pt x="49186" y="1393"/>
                    <a:pt x="43953" y="4005"/>
                  </a:cubicBezTo>
                  <a:cubicBezTo>
                    <a:pt x="42558" y="4005"/>
                    <a:pt x="46569" y="6618"/>
                    <a:pt x="45174" y="6618"/>
                  </a:cubicBezTo>
                  <a:cubicBezTo>
                    <a:pt x="38546" y="10624"/>
                    <a:pt x="30523" y="9404"/>
                    <a:pt x="23895" y="12017"/>
                  </a:cubicBezTo>
                  <a:cubicBezTo>
                    <a:pt x="21279" y="13410"/>
                    <a:pt x="21279" y="17416"/>
                    <a:pt x="18662" y="18635"/>
                  </a:cubicBezTo>
                  <a:cubicBezTo>
                    <a:pt x="15872" y="18635"/>
                    <a:pt x="13255" y="14629"/>
                    <a:pt x="10639" y="14629"/>
                  </a:cubicBezTo>
                  <a:cubicBezTo>
                    <a:pt x="9244" y="14629"/>
                    <a:pt x="5232" y="14629"/>
                    <a:pt x="5232" y="16023"/>
                  </a:cubicBezTo>
                  <a:cubicBezTo>
                    <a:pt x="4011" y="17416"/>
                    <a:pt x="8023" y="20029"/>
                    <a:pt x="6627" y="22641"/>
                  </a:cubicBezTo>
                  <a:cubicBezTo>
                    <a:pt x="5232" y="24034"/>
                    <a:pt x="2616" y="24034"/>
                    <a:pt x="0" y="2525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1" name="Shape 11251"/>
            <p:cNvSpPr/>
            <p:nvPr/>
          </p:nvSpPr>
          <p:spPr>
            <a:xfrm rot="3648446">
              <a:off x="7852730" y="3117454"/>
              <a:ext cx="167479" cy="25811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1321" y="70140"/>
                  </a:moveTo>
                  <a:lnTo>
                    <a:pt x="51321" y="70140"/>
                  </a:lnTo>
                  <a:cubicBezTo>
                    <a:pt x="48522" y="71106"/>
                    <a:pt x="35645" y="74728"/>
                    <a:pt x="32846" y="73762"/>
                  </a:cubicBezTo>
                  <a:cubicBezTo>
                    <a:pt x="30046" y="72917"/>
                    <a:pt x="32846" y="69175"/>
                    <a:pt x="30046" y="68329"/>
                  </a:cubicBezTo>
                  <a:cubicBezTo>
                    <a:pt x="24261" y="67364"/>
                    <a:pt x="18475" y="70140"/>
                    <a:pt x="12877" y="68329"/>
                  </a:cubicBezTo>
                  <a:cubicBezTo>
                    <a:pt x="10077" y="67364"/>
                    <a:pt x="8584" y="65553"/>
                    <a:pt x="7091" y="63742"/>
                  </a:cubicBezTo>
                  <a:cubicBezTo>
                    <a:pt x="5785" y="61810"/>
                    <a:pt x="4292" y="60000"/>
                    <a:pt x="2799" y="59034"/>
                  </a:cubicBezTo>
                  <a:lnTo>
                    <a:pt x="2799" y="59034"/>
                  </a:lnTo>
                  <a:cubicBezTo>
                    <a:pt x="2799" y="57223"/>
                    <a:pt x="1493" y="56257"/>
                    <a:pt x="0" y="55412"/>
                  </a:cubicBezTo>
                  <a:cubicBezTo>
                    <a:pt x="0" y="53480"/>
                    <a:pt x="0" y="50704"/>
                    <a:pt x="1493" y="49859"/>
                  </a:cubicBezTo>
                  <a:cubicBezTo>
                    <a:pt x="4292" y="46116"/>
                    <a:pt x="8584" y="43340"/>
                    <a:pt x="11384" y="39718"/>
                  </a:cubicBezTo>
                  <a:cubicBezTo>
                    <a:pt x="12877" y="38752"/>
                    <a:pt x="10077" y="36941"/>
                    <a:pt x="11384" y="35130"/>
                  </a:cubicBezTo>
                  <a:cubicBezTo>
                    <a:pt x="12877" y="32354"/>
                    <a:pt x="18475" y="31388"/>
                    <a:pt x="21461" y="28611"/>
                  </a:cubicBezTo>
                  <a:cubicBezTo>
                    <a:pt x="21461" y="27766"/>
                    <a:pt x="18475" y="26800"/>
                    <a:pt x="18475" y="25835"/>
                  </a:cubicBezTo>
                  <a:cubicBezTo>
                    <a:pt x="17169" y="23058"/>
                    <a:pt x="17169" y="21247"/>
                    <a:pt x="17169" y="18470"/>
                  </a:cubicBezTo>
                  <a:lnTo>
                    <a:pt x="17169" y="18470"/>
                  </a:lnTo>
                  <a:cubicBezTo>
                    <a:pt x="19968" y="17625"/>
                    <a:pt x="21461" y="16659"/>
                    <a:pt x="24261" y="15694"/>
                  </a:cubicBezTo>
                  <a:cubicBezTo>
                    <a:pt x="25754" y="14849"/>
                    <a:pt x="27060" y="12917"/>
                    <a:pt x="30046" y="12917"/>
                  </a:cubicBezTo>
                  <a:cubicBezTo>
                    <a:pt x="34339" y="13883"/>
                    <a:pt x="37138" y="15694"/>
                    <a:pt x="41430" y="16659"/>
                  </a:cubicBezTo>
                  <a:cubicBezTo>
                    <a:pt x="42737" y="16659"/>
                    <a:pt x="44230" y="14849"/>
                    <a:pt x="45723" y="14849"/>
                  </a:cubicBezTo>
                  <a:cubicBezTo>
                    <a:pt x="47029" y="14849"/>
                    <a:pt x="48522" y="17625"/>
                    <a:pt x="50015" y="16659"/>
                  </a:cubicBezTo>
                  <a:cubicBezTo>
                    <a:pt x="54121" y="16659"/>
                    <a:pt x="58413" y="14849"/>
                    <a:pt x="61399" y="12917"/>
                  </a:cubicBezTo>
                  <a:cubicBezTo>
                    <a:pt x="62706" y="11106"/>
                    <a:pt x="61399" y="8329"/>
                    <a:pt x="62706" y="6519"/>
                  </a:cubicBezTo>
                  <a:cubicBezTo>
                    <a:pt x="64199" y="5553"/>
                    <a:pt x="66998" y="6519"/>
                    <a:pt x="68491" y="5553"/>
                  </a:cubicBezTo>
                  <a:cubicBezTo>
                    <a:pt x="71290" y="3742"/>
                    <a:pt x="71290" y="2776"/>
                    <a:pt x="72783" y="0"/>
                  </a:cubicBezTo>
                  <a:lnTo>
                    <a:pt x="72783" y="0"/>
                  </a:lnTo>
                  <a:cubicBezTo>
                    <a:pt x="84167" y="3742"/>
                    <a:pt x="79875" y="11106"/>
                    <a:pt x="84167" y="18470"/>
                  </a:cubicBezTo>
                  <a:cubicBezTo>
                    <a:pt x="88460" y="25835"/>
                    <a:pt x="98351" y="30543"/>
                    <a:pt x="101337" y="38752"/>
                  </a:cubicBezTo>
                  <a:cubicBezTo>
                    <a:pt x="105443" y="52635"/>
                    <a:pt x="119813" y="64587"/>
                    <a:pt x="104136" y="76539"/>
                  </a:cubicBezTo>
                  <a:cubicBezTo>
                    <a:pt x="98351" y="80281"/>
                    <a:pt x="106936" y="83903"/>
                    <a:pt x="106936" y="88611"/>
                  </a:cubicBezTo>
                  <a:cubicBezTo>
                    <a:pt x="106936" y="92233"/>
                    <a:pt x="98351" y="106116"/>
                    <a:pt x="97045" y="110704"/>
                  </a:cubicBezTo>
                  <a:cubicBezTo>
                    <a:pt x="92752" y="119879"/>
                    <a:pt x="85660" y="100563"/>
                    <a:pt x="79875" y="95975"/>
                  </a:cubicBezTo>
                  <a:cubicBezTo>
                    <a:pt x="72783" y="90422"/>
                    <a:pt x="85660" y="82092"/>
                    <a:pt x="85660" y="74728"/>
                  </a:cubicBezTo>
                  <a:cubicBezTo>
                    <a:pt x="85660" y="54446"/>
                    <a:pt x="75583" y="45271"/>
                    <a:pt x="51321" y="35975"/>
                  </a:cubicBezTo>
                  <a:cubicBezTo>
                    <a:pt x="39937" y="31388"/>
                    <a:pt x="44230" y="35130"/>
                    <a:pt x="35645" y="40563"/>
                  </a:cubicBezTo>
                  <a:cubicBezTo>
                    <a:pt x="27060" y="47082"/>
                    <a:pt x="32846" y="45271"/>
                    <a:pt x="42737" y="49859"/>
                  </a:cubicBezTo>
                  <a:cubicBezTo>
                    <a:pt x="47029" y="52635"/>
                    <a:pt x="50015" y="62776"/>
                    <a:pt x="51321" y="7014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2" name="Shape 11252"/>
            <p:cNvSpPr/>
            <p:nvPr/>
          </p:nvSpPr>
          <p:spPr>
            <a:xfrm rot="3648446">
              <a:off x="7884639" y="3095557"/>
              <a:ext cx="81446" cy="975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191" y="0"/>
                  </a:moveTo>
                  <a:lnTo>
                    <a:pt x="90191" y="0"/>
                  </a:lnTo>
                  <a:cubicBezTo>
                    <a:pt x="110828" y="0"/>
                    <a:pt x="110828" y="0"/>
                    <a:pt x="110828" y="0"/>
                  </a:cubicBezTo>
                  <a:lnTo>
                    <a:pt x="110828" y="0"/>
                  </a:lnTo>
                  <a:cubicBezTo>
                    <a:pt x="110828" y="7340"/>
                    <a:pt x="110828" y="12127"/>
                    <a:pt x="113503" y="19468"/>
                  </a:cubicBezTo>
                  <a:cubicBezTo>
                    <a:pt x="113503" y="22021"/>
                    <a:pt x="119617" y="24574"/>
                    <a:pt x="119617" y="26808"/>
                  </a:cubicBezTo>
                  <a:cubicBezTo>
                    <a:pt x="113503" y="34148"/>
                    <a:pt x="102038" y="36702"/>
                    <a:pt x="98980" y="44042"/>
                  </a:cubicBezTo>
                  <a:cubicBezTo>
                    <a:pt x="96305" y="48829"/>
                    <a:pt x="102038" y="53617"/>
                    <a:pt x="98980" y="56170"/>
                  </a:cubicBezTo>
                  <a:cubicBezTo>
                    <a:pt x="93248" y="65744"/>
                    <a:pt x="84458" y="73085"/>
                    <a:pt x="78726" y="82978"/>
                  </a:cubicBezTo>
                  <a:cubicBezTo>
                    <a:pt x="75668" y="85212"/>
                    <a:pt x="75668" y="92553"/>
                    <a:pt x="75668" y="97659"/>
                  </a:cubicBezTo>
                  <a:cubicBezTo>
                    <a:pt x="78726" y="99893"/>
                    <a:pt x="81401" y="102446"/>
                    <a:pt x="81401" y="107234"/>
                  </a:cubicBezTo>
                  <a:lnTo>
                    <a:pt x="81401" y="107234"/>
                  </a:lnTo>
                  <a:cubicBezTo>
                    <a:pt x="52356" y="119680"/>
                    <a:pt x="52356" y="119680"/>
                    <a:pt x="52356" y="119680"/>
                  </a:cubicBezTo>
                  <a:lnTo>
                    <a:pt x="52356" y="119680"/>
                  </a:lnTo>
                  <a:cubicBezTo>
                    <a:pt x="49681" y="119680"/>
                    <a:pt x="46624" y="119680"/>
                    <a:pt x="43566" y="117127"/>
                  </a:cubicBezTo>
                  <a:cubicBezTo>
                    <a:pt x="43566" y="112340"/>
                    <a:pt x="43566" y="107234"/>
                    <a:pt x="40891" y="105000"/>
                  </a:cubicBezTo>
                  <a:cubicBezTo>
                    <a:pt x="40891" y="102446"/>
                    <a:pt x="34777" y="105000"/>
                    <a:pt x="34777" y="102446"/>
                  </a:cubicBezTo>
                  <a:cubicBezTo>
                    <a:pt x="34777" y="99893"/>
                    <a:pt x="37834" y="97659"/>
                    <a:pt x="37834" y="95106"/>
                  </a:cubicBezTo>
                  <a:cubicBezTo>
                    <a:pt x="34777" y="92553"/>
                    <a:pt x="25987" y="90319"/>
                    <a:pt x="25987" y="87765"/>
                  </a:cubicBezTo>
                  <a:cubicBezTo>
                    <a:pt x="23312" y="82978"/>
                    <a:pt x="25987" y="75638"/>
                    <a:pt x="23312" y="70851"/>
                  </a:cubicBezTo>
                  <a:cubicBezTo>
                    <a:pt x="17197" y="63510"/>
                    <a:pt x="8789" y="63510"/>
                    <a:pt x="2675" y="58404"/>
                  </a:cubicBezTo>
                  <a:lnTo>
                    <a:pt x="2675" y="58404"/>
                  </a:lnTo>
                  <a:cubicBezTo>
                    <a:pt x="2675" y="56170"/>
                    <a:pt x="0" y="53617"/>
                    <a:pt x="0" y="51382"/>
                  </a:cubicBezTo>
                  <a:cubicBezTo>
                    <a:pt x="8789" y="46276"/>
                    <a:pt x="20254" y="46276"/>
                    <a:pt x="25987" y="41489"/>
                  </a:cubicBezTo>
                  <a:cubicBezTo>
                    <a:pt x="32101" y="38936"/>
                    <a:pt x="29044" y="31914"/>
                    <a:pt x="34777" y="31914"/>
                  </a:cubicBezTo>
                  <a:cubicBezTo>
                    <a:pt x="43566" y="26808"/>
                    <a:pt x="52356" y="31914"/>
                    <a:pt x="58089" y="29361"/>
                  </a:cubicBezTo>
                  <a:cubicBezTo>
                    <a:pt x="64203" y="29361"/>
                    <a:pt x="64203" y="22021"/>
                    <a:pt x="69936" y="19468"/>
                  </a:cubicBezTo>
                  <a:cubicBezTo>
                    <a:pt x="72993" y="19468"/>
                    <a:pt x="78726" y="22021"/>
                    <a:pt x="81401" y="19468"/>
                  </a:cubicBezTo>
                  <a:cubicBezTo>
                    <a:pt x="87515" y="14680"/>
                    <a:pt x="87515" y="7340"/>
                    <a:pt x="90191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3" name="Shape 11253"/>
            <p:cNvSpPr/>
            <p:nvPr/>
          </p:nvSpPr>
          <p:spPr>
            <a:xfrm rot="3648446">
              <a:off x="7959735" y="3135467"/>
              <a:ext cx="111271" cy="458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258" y="119318"/>
                  </a:moveTo>
                  <a:lnTo>
                    <a:pt x="21258" y="119318"/>
                  </a:lnTo>
                  <a:cubicBezTo>
                    <a:pt x="36363" y="119318"/>
                    <a:pt x="36363" y="119318"/>
                    <a:pt x="36363" y="119318"/>
                  </a:cubicBezTo>
                  <a:lnTo>
                    <a:pt x="36363" y="119318"/>
                  </a:lnTo>
                  <a:cubicBezTo>
                    <a:pt x="40559" y="114545"/>
                    <a:pt x="42797" y="109090"/>
                    <a:pt x="46993" y="103636"/>
                  </a:cubicBezTo>
                  <a:cubicBezTo>
                    <a:pt x="49230" y="98863"/>
                    <a:pt x="51188" y="87954"/>
                    <a:pt x="55664" y="87954"/>
                  </a:cubicBezTo>
                  <a:cubicBezTo>
                    <a:pt x="62097" y="93409"/>
                    <a:pt x="66293" y="103636"/>
                    <a:pt x="72727" y="109090"/>
                  </a:cubicBezTo>
                  <a:cubicBezTo>
                    <a:pt x="74685" y="109090"/>
                    <a:pt x="76923" y="98863"/>
                    <a:pt x="79160" y="98863"/>
                  </a:cubicBezTo>
                  <a:cubicBezTo>
                    <a:pt x="81118" y="98863"/>
                    <a:pt x="83356" y="114545"/>
                    <a:pt x="85594" y="109090"/>
                  </a:cubicBezTo>
                  <a:cubicBezTo>
                    <a:pt x="91748" y="109090"/>
                    <a:pt x="98181" y="98863"/>
                    <a:pt x="102657" y="87954"/>
                  </a:cubicBezTo>
                  <a:cubicBezTo>
                    <a:pt x="104615" y="77727"/>
                    <a:pt x="102657" y="62045"/>
                    <a:pt x="104615" y="51818"/>
                  </a:cubicBezTo>
                  <a:cubicBezTo>
                    <a:pt x="106853" y="46363"/>
                    <a:pt x="111048" y="51818"/>
                    <a:pt x="113286" y="46363"/>
                  </a:cubicBezTo>
                  <a:cubicBezTo>
                    <a:pt x="117482" y="36136"/>
                    <a:pt x="117482" y="30681"/>
                    <a:pt x="119720" y="15000"/>
                  </a:cubicBezTo>
                  <a:lnTo>
                    <a:pt x="119720" y="15000"/>
                  </a:lnTo>
                  <a:cubicBezTo>
                    <a:pt x="117482" y="15000"/>
                    <a:pt x="113286" y="10227"/>
                    <a:pt x="108811" y="10227"/>
                  </a:cubicBezTo>
                  <a:cubicBezTo>
                    <a:pt x="87552" y="0"/>
                    <a:pt x="53426" y="4772"/>
                    <a:pt x="34125" y="25909"/>
                  </a:cubicBezTo>
                  <a:cubicBezTo>
                    <a:pt x="27692" y="36136"/>
                    <a:pt x="12867" y="62045"/>
                    <a:pt x="0" y="83181"/>
                  </a:cubicBezTo>
                  <a:lnTo>
                    <a:pt x="0" y="83181"/>
                  </a:lnTo>
                  <a:cubicBezTo>
                    <a:pt x="0" y="93409"/>
                    <a:pt x="0" y="98863"/>
                    <a:pt x="0" y="103636"/>
                  </a:cubicBezTo>
                  <a:cubicBezTo>
                    <a:pt x="2237" y="114545"/>
                    <a:pt x="4195" y="119318"/>
                    <a:pt x="8671" y="119318"/>
                  </a:cubicBezTo>
                  <a:cubicBezTo>
                    <a:pt x="10629" y="119318"/>
                    <a:pt x="14825" y="114545"/>
                    <a:pt x="17062" y="114545"/>
                  </a:cubicBezTo>
                  <a:cubicBezTo>
                    <a:pt x="19300" y="114545"/>
                    <a:pt x="19300" y="119318"/>
                    <a:pt x="21258" y="11931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4" name="Shape 11254"/>
            <p:cNvSpPr/>
            <p:nvPr/>
          </p:nvSpPr>
          <p:spPr>
            <a:xfrm rot="3648446">
              <a:off x="7895229" y="3052470"/>
              <a:ext cx="97504" cy="9980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360" y="28825"/>
                  </a:moveTo>
                  <a:lnTo>
                    <a:pt x="95360" y="28825"/>
                  </a:lnTo>
                  <a:cubicBezTo>
                    <a:pt x="95360" y="33524"/>
                    <a:pt x="95360" y="36031"/>
                    <a:pt x="95360" y="38224"/>
                  </a:cubicBezTo>
                  <a:cubicBezTo>
                    <a:pt x="97920" y="43237"/>
                    <a:pt x="100160" y="45430"/>
                    <a:pt x="105280" y="45430"/>
                  </a:cubicBezTo>
                  <a:cubicBezTo>
                    <a:pt x="107520" y="45430"/>
                    <a:pt x="112320" y="43237"/>
                    <a:pt x="114880" y="43237"/>
                  </a:cubicBezTo>
                  <a:cubicBezTo>
                    <a:pt x="117440" y="43237"/>
                    <a:pt x="117440" y="45430"/>
                    <a:pt x="119680" y="45430"/>
                  </a:cubicBezTo>
                  <a:lnTo>
                    <a:pt x="119680" y="45430"/>
                  </a:lnTo>
                  <a:cubicBezTo>
                    <a:pt x="117440" y="52637"/>
                    <a:pt x="117440" y="59843"/>
                    <a:pt x="112320" y="64543"/>
                  </a:cubicBezTo>
                  <a:cubicBezTo>
                    <a:pt x="110080" y="67049"/>
                    <a:pt x="105280" y="64543"/>
                    <a:pt x="102720" y="64543"/>
                  </a:cubicBezTo>
                  <a:cubicBezTo>
                    <a:pt x="97920" y="67049"/>
                    <a:pt x="97920" y="74255"/>
                    <a:pt x="92800" y="74255"/>
                  </a:cubicBezTo>
                  <a:cubicBezTo>
                    <a:pt x="88000" y="76762"/>
                    <a:pt x="80640" y="71749"/>
                    <a:pt x="73280" y="76762"/>
                  </a:cubicBezTo>
                  <a:cubicBezTo>
                    <a:pt x="68480" y="76762"/>
                    <a:pt x="71040" y="83655"/>
                    <a:pt x="65920" y="86161"/>
                  </a:cubicBezTo>
                  <a:cubicBezTo>
                    <a:pt x="61120" y="90861"/>
                    <a:pt x="51520" y="90861"/>
                    <a:pt x="44160" y="95874"/>
                  </a:cubicBezTo>
                  <a:cubicBezTo>
                    <a:pt x="44160" y="98067"/>
                    <a:pt x="46400" y="100574"/>
                    <a:pt x="46400" y="102767"/>
                  </a:cubicBezTo>
                  <a:lnTo>
                    <a:pt x="46400" y="102767"/>
                  </a:lnTo>
                  <a:cubicBezTo>
                    <a:pt x="44160" y="107780"/>
                    <a:pt x="44160" y="114986"/>
                    <a:pt x="36800" y="117180"/>
                  </a:cubicBezTo>
                  <a:cubicBezTo>
                    <a:pt x="34240" y="119686"/>
                    <a:pt x="29440" y="112480"/>
                    <a:pt x="26880" y="109973"/>
                  </a:cubicBezTo>
                  <a:cubicBezTo>
                    <a:pt x="24320" y="102767"/>
                    <a:pt x="24320" y="95874"/>
                    <a:pt x="22080" y="90861"/>
                  </a:cubicBezTo>
                  <a:cubicBezTo>
                    <a:pt x="17280" y="83655"/>
                    <a:pt x="7360" y="83655"/>
                    <a:pt x="4800" y="78955"/>
                  </a:cubicBezTo>
                  <a:cubicBezTo>
                    <a:pt x="0" y="71749"/>
                    <a:pt x="0" y="62349"/>
                    <a:pt x="0" y="52637"/>
                  </a:cubicBezTo>
                  <a:lnTo>
                    <a:pt x="0" y="52637"/>
                  </a:lnTo>
                  <a:cubicBezTo>
                    <a:pt x="4800" y="52637"/>
                    <a:pt x="12160" y="52637"/>
                    <a:pt x="17280" y="47937"/>
                  </a:cubicBezTo>
                  <a:cubicBezTo>
                    <a:pt x="19520" y="43237"/>
                    <a:pt x="12160" y="38224"/>
                    <a:pt x="12160" y="33524"/>
                  </a:cubicBezTo>
                  <a:cubicBezTo>
                    <a:pt x="14720" y="23812"/>
                    <a:pt x="22080" y="16605"/>
                    <a:pt x="26880" y="9712"/>
                  </a:cubicBezTo>
                  <a:lnTo>
                    <a:pt x="26880" y="9712"/>
                  </a:lnTo>
                  <a:cubicBezTo>
                    <a:pt x="31680" y="11906"/>
                    <a:pt x="34240" y="16605"/>
                    <a:pt x="39040" y="19112"/>
                  </a:cubicBezTo>
                  <a:cubicBezTo>
                    <a:pt x="41600" y="19112"/>
                    <a:pt x="44160" y="16605"/>
                    <a:pt x="46400" y="14412"/>
                  </a:cubicBezTo>
                  <a:cubicBezTo>
                    <a:pt x="48960" y="9712"/>
                    <a:pt x="44160" y="0"/>
                    <a:pt x="46400" y="2506"/>
                  </a:cubicBezTo>
                  <a:cubicBezTo>
                    <a:pt x="56320" y="4699"/>
                    <a:pt x="58560" y="11906"/>
                    <a:pt x="65920" y="19112"/>
                  </a:cubicBezTo>
                  <a:lnTo>
                    <a:pt x="65920" y="19112"/>
                  </a:lnTo>
                  <a:cubicBezTo>
                    <a:pt x="63680" y="26318"/>
                    <a:pt x="61120" y="38224"/>
                    <a:pt x="61120" y="50130"/>
                  </a:cubicBezTo>
                  <a:cubicBezTo>
                    <a:pt x="65920" y="50130"/>
                    <a:pt x="80640" y="40731"/>
                    <a:pt x="95360" y="2882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5" name="Shape 11255"/>
            <p:cNvSpPr/>
            <p:nvPr/>
          </p:nvSpPr>
          <p:spPr>
            <a:xfrm rot="3648446">
              <a:off x="7833116" y="2866056"/>
              <a:ext cx="208775" cy="1789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5728" y="117039"/>
                  </a:moveTo>
                  <a:lnTo>
                    <a:pt x="45728" y="117039"/>
                  </a:lnTo>
                  <a:cubicBezTo>
                    <a:pt x="47970" y="115820"/>
                    <a:pt x="50211" y="115820"/>
                    <a:pt x="51407" y="114426"/>
                  </a:cubicBezTo>
                  <a:cubicBezTo>
                    <a:pt x="52602" y="111814"/>
                    <a:pt x="49165" y="109201"/>
                    <a:pt x="50211" y="107808"/>
                  </a:cubicBezTo>
                  <a:cubicBezTo>
                    <a:pt x="50211" y="106415"/>
                    <a:pt x="53648" y="106415"/>
                    <a:pt x="54844" y="106415"/>
                  </a:cubicBezTo>
                  <a:cubicBezTo>
                    <a:pt x="57085" y="106415"/>
                    <a:pt x="59327" y="110420"/>
                    <a:pt x="61718" y="110420"/>
                  </a:cubicBezTo>
                  <a:cubicBezTo>
                    <a:pt x="63960" y="109201"/>
                    <a:pt x="63960" y="105195"/>
                    <a:pt x="66201" y="103802"/>
                  </a:cubicBezTo>
                  <a:cubicBezTo>
                    <a:pt x="71880" y="101190"/>
                    <a:pt x="78754" y="102409"/>
                    <a:pt x="84433" y="98403"/>
                  </a:cubicBezTo>
                  <a:cubicBezTo>
                    <a:pt x="85628" y="98403"/>
                    <a:pt x="82191" y="95791"/>
                    <a:pt x="83387" y="95791"/>
                  </a:cubicBezTo>
                  <a:cubicBezTo>
                    <a:pt x="87870" y="93178"/>
                    <a:pt x="91307" y="91785"/>
                    <a:pt x="95940" y="91785"/>
                  </a:cubicBezTo>
                  <a:cubicBezTo>
                    <a:pt x="100423" y="93178"/>
                    <a:pt x="102814" y="97184"/>
                    <a:pt x="107297" y="99796"/>
                  </a:cubicBezTo>
                  <a:lnTo>
                    <a:pt x="107297" y="99796"/>
                  </a:lnTo>
                  <a:cubicBezTo>
                    <a:pt x="109539" y="99796"/>
                    <a:pt x="112976" y="99796"/>
                    <a:pt x="115367" y="97184"/>
                  </a:cubicBezTo>
                  <a:cubicBezTo>
                    <a:pt x="116413" y="94571"/>
                    <a:pt x="112976" y="91785"/>
                    <a:pt x="112976" y="89172"/>
                  </a:cubicBezTo>
                  <a:cubicBezTo>
                    <a:pt x="114171" y="83773"/>
                    <a:pt x="117608" y="79767"/>
                    <a:pt x="119850" y="75936"/>
                  </a:cubicBezTo>
                  <a:lnTo>
                    <a:pt x="119850" y="75936"/>
                  </a:lnTo>
                  <a:cubicBezTo>
                    <a:pt x="118655" y="74542"/>
                    <a:pt x="118655" y="73149"/>
                    <a:pt x="117608" y="71930"/>
                  </a:cubicBezTo>
                  <a:cubicBezTo>
                    <a:pt x="112976" y="70537"/>
                    <a:pt x="107297" y="74542"/>
                    <a:pt x="103860" y="70537"/>
                  </a:cubicBezTo>
                  <a:cubicBezTo>
                    <a:pt x="100423" y="69143"/>
                    <a:pt x="100423" y="63918"/>
                    <a:pt x="100423" y="61306"/>
                  </a:cubicBezTo>
                  <a:cubicBezTo>
                    <a:pt x="101618" y="55907"/>
                    <a:pt x="108493" y="51901"/>
                    <a:pt x="107297" y="45283"/>
                  </a:cubicBezTo>
                  <a:cubicBezTo>
                    <a:pt x="107297" y="38664"/>
                    <a:pt x="101618" y="33265"/>
                    <a:pt x="99377" y="26647"/>
                  </a:cubicBezTo>
                  <a:cubicBezTo>
                    <a:pt x="98181" y="24034"/>
                    <a:pt x="98181" y="20029"/>
                    <a:pt x="96986" y="17242"/>
                  </a:cubicBezTo>
                  <a:cubicBezTo>
                    <a:pt x="95940" y="14629"/>
                    <a:pt x="94744" y="13410"/>
                    <a:pt x="93698" y="10624"/>
                  </a:cubicBezTo>
                  <a:lnTo>
                    <a:pt x="93698" y="10624"/>
                  </a:lnTo>
                  <a:cubicBezTo>
                    <a:pt x="92503" y="8011"/>
                    <a:pt x="92503" y="4005"/>
                    <a:pt x="90261" y="2786"/>
                  </a:cubicBezTo>
                  <a:cubicBezTo>
                    <a:pt x="87870" y="0"/>
                    <a:pt x="85628" y="1393"/>
                    <a:pt x="83387" y="1393"/>
                  </a:cubicBezTo>
                  <a:cubicBezTo>
                    <a:pt x="79950" y="2786"/>
                    <a:pt x="76513" y="2786"/>
                    <a:pt x="73075" y="4005"/>
                  </a:cubicBezTo>
                  <a:lnTo>
                    <a:pt x="63960" y="12017"/>
                  </a:lnTo>
                  <a:cubicBezTo>
                    <a:pt x="62764" y="12017"/>
                    <a:pt x="54844" y="9404"/>
                    <a:pt x="54844" y="9404"/>
                  </a:cubicBezTo>
                  <a:cubicBezTo>
                    <a:pt x="54844" y="10624"/>
                    <a:pt x="57085" y="12017"/>
                    <a:pt x="56039" y="12017"/>
                  </a:cubicBezTo>
                  <a:cubicBezTo>
                    <a:pt x="52602" y="13410"/>
                    <a:pt x="49165" y="12017"/>
                    <a:pt x="44533" y="12017"/>
                  </a:cubicBezTo>
                  <a:cubicBezTo>
                    <a:pt x="42291" y="10624"/>
                    <a:pt x="38854" y="6792"/>
                    <a:pt x="35417" y="8011"/>
                  </a:cubicBezTo>
                  <a:cubicBezTo>
                    <a:pt x="31980" y="9404"/>
                    <a:pt x="31980" y="16023"/>
                    <a:pt x="28542" y="17242"/>
                  </a:cubicBezTo>
                  <a:cubicBezTo>
                    <a:pt x="25105" y="18635"/>
                    <a:pt x="22864" y="16023"/>
                    <a:pt x="19427" y="16023"/>
                  </a:cubicBezTo>
                  <a:cubicBezTo>
                    <a:pt x="14943" y="14629"/>
                    <a:pt x="9115" y="16023"/>
                    <a:pt x="4632" y="16023"/>
                  </a:cubicBezTo>
                  <a:lnTo>
                    <a:pt x="4632" y="16023"/>
                  </a:lnTo>
                  <a:cubicBezTo>
                    <a:pt x="5678" y="20029"/>
                    <a:pt x="6874" y="24034"/>
                    <a:pt x="6874" y="26647"/>
                  </a:cubicBezTo>
                  <a:cubicBezTo>
                    <a:pt x="6874" y="29259"/>
                    <a:pt x="5678" y="33265"/>
                    <a:pt x="5678" y="35878"/>
                  </a:cubicBezTo>
                  <a:cubicBezTo>
                    <a:pt x="3437" y="39883"/>
                    <a:pt x="2241" y="45283"/>
                    <a:pt x="0" y="49288"/>
                  </a:cubicBezTo>
                  <a:lnTo>
                    <a:pt x="0" y="49288"/>
                  </a:lnTo>
                  <a:cubicBezTo>
                    <a:pt x="2241" y="53294"/>
                    <a:pt x="3437" y="58519"/>
                    <a:pt x="5678" y="62525"/>
                  </a:cubicBezTo>
                  <a:cubicBezTo>
                    <a:pt x="10311" y="69143"/>
                    <a:pt x="19427" y="71930"/>
                    <a:pt x="21668" y="79767"/>
                  </a:cubicBezTo>
                  <a:cubicBezTo>
                    <a:pt x="24059" y="93178"/>
                    <a:pt x="18231" y="106415"/>
                    <a:pt x="17185" y="119825"/>
                  </a:cubicBezTo>
                  <a:lnTo>
                    <a:pt x="17185" y="119825"/>
                  </a:lnTo>
                  <a:cubicBezTo>
                    <a:pt x="25105" y="115820"/>
                    <a:pt x="33175" y="109201"/>
                    <a:pt x="41095" y="109201"/>
                  </a:cubicBezTo>
                  <a:cubicBezTo>
                    <a:pt x="43337" y="107808"/>
                    <a:pt x="43337" y="114426"/>
                    <a:pt x="45728" y="11703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6" name="Shape 11256"/>
            <p:cNvSpPr/>
            <p:nvPr/>
          </p:nvSpPr>
          <p:spPr>
            <a:xfrm rot="3648446">
              <a:off x="7962476" y="2980559"/>
              <a:ext cx="94064" cy="11127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000" y="119719"/>
                  </a:moveTo>
                  <a:lnTo>
                    <a:pt x="99000" y="119719"/>
                  </a:lnTo>
                  <a:cubicBezTo>
                    <a:pt x="91333" y="113271"/>
                    <a:pt x="89000" y="106822"/>
                    <a:pt x="78666" y="104859"/>
                  </a:cubicBezTo>
                  <a:cubicBezTo>
                    <a:pt x="76333" y="102616"/>
                    <a:pt x="81333" y="111308"/>
                    <a:pt x="78666" y="115514"/>
                  </a:cubicBezTo>
                  <a:cubicBezTo>
                    <a:pt x="76333" y="117476"/>
                    <a:pt x="73666" y="119719"/>
                    <a:pt x="71000" y="119719"/>
                  </a:cubicBezTo>
                  <a:cubicBezTo>
                    <a:pt x="66000" y="117476"/>
                    <a:pt x="63333" y="113271"/>
                    <a:pt x="58333" y="111308"/>
                  </a:cubicBezTo>
                  <a:lnTo>
                    <a:pt x="58333" y="111308"/>
                  </a:lnTo>
                  <a:cubicBezTo>
                    <a:pt x="55666" y="109065"/>
                    <a:pt x="55666" y="106822"/>
                    <a:pt x="53333" y="104859"/>
                  </a:cubicBezTo>
                  <a:cubicBezTo>
                    <a:pt x="43000" y="102616"/>
                    <a:pt x="30333" y="109065"/>
                    <a:pt x="22666" y="102616"/>
                  </a:cubicBezTo>
                  <a:cubicBezTo>
                    <a:pt x="15000" y="100373"/>
                    <a:pt x="15000" y="91962"/>
                    <a:pt x="15000" y="87757"/>
                  </a:cubicBezTo>
                  <a:cubicBezTo>
                    <a:pt x="17666" y="79065"/>
                    <a:pt x="33000" y="72616"/>
                    <a:pt x="30333" y="61962"/>
                  </a:cubicBezTo>
                  <a:cubicBezTo>
                    <a:pt x="30333" y="51308"/>
                    <a:pt x="17666" y="42616"/>
                    <a:pt x="12666" y="31962"/>
                  </a:cubicBezTo>
                  <a:cubicBezTo>
                    <a:pt x="10000" y="27757"/>
                    <a:pt x="10000" y="21308"/>
                    <a:pt x="7333" y="16822"/>
                  </a:cubicBezTo>
                  <a:cubicBezTo>
                    <a:pt x="5000" y="12616"/>
                    <a:pt x="2333" y="10654"/>
                    <a:pt x="0" y="6168"/>
                  </a:cubicBezTo>
                  <a:lnTo>
                    <a:pt x="0" y="6168"/>
                  </a:lnTo>
                  <a:cubicBezTo>
                    <a:pt x="7333" y="4205"/>
                    <a:pt x="12666" y="1962"/>
                    <a:pt x="20333" y="4205"/>
                  </a:cubicBezTo>
                  <a:cubicBezTo>
                    <a:pt x="22666" y="4205"/>
                    <a:pt x="22666" y="8411"/>
                    <a:pt x="25333" y="6168"/>
                  </a:cubicBezTo>
                  <a:cubicBezTo>
                    <a:pt x="28000" y="6168"/>
                    <a:pt x="28000" y="1962"/>
                    <a:pt x="30333" y="1962"/>
                  </a:cubicBezTo>
                  <a:cubicBezTo>
                    <a:pt x="35333" y="0"/>
                    <a:pt x="40666" y="0"/>
                    <a:pt x="45666" y="0"/>
                  </a:cubicBezTo>
                  <a:lnTo>
                    <a:pt x="45666" y="0"/>
                  </a:lnTo>
                  <a:cubicBezTo>
                    <a:pt x="45666" y="1962"/>
                    <a:pt x="45666" y="6168"/>
                    <a:pt x="48333" y="10654"/>
                  </a:cubicBezTo>
                  <a:cubicBezTo>
                    <a:pt x="50666" y="14859"/>
                    <a:pt x="53333" y="19065"/>
                    <a:pt x="58333" y="19065"/>
                  </a:cubicBezTo>
                  <a:cubicBezTo>
                    <a:pt x="61000" y="19065"/>
                    <a:pt x="63333" y="14859"/>
                    <a:pt x="66000" y="12616"/>
                  </a:cubicBezTo>
                  <a:cubicBezTo>
                    <a:pt x="66000" y="12616"/>
                    <a:pt x="66000" y="21308"/>
                    <a:pt x="68666" y="21308"/>
                  </a:cubicBezTo>
                  <a:cubicBezTo>
                    <a:pt x="68666" y="19065"/>
                    <a:pt x="78666" y="14859"/>
                    <a:pt x="78666" y="14859"/>
                  </a:cubicBezTo>
                  <a:cubicBezTo>
                    <a:pt x="81333" y="16822"/>
                    <a:pt x="84000" y="19065"/>
                    <a:pt x="86333" y="19065"/>
                  </a:cubicBezTo>
                  <a:cubicBezTo>
                    <a:pt x="91333" y="19065"/>
                    <a:pt x="96666" y="12616"/>
                    <a:pt x="99000" y="14859"/>
                  </a:cubicBezTo>
                  <a:cubicBezTo>
                    <a:pt x="104333" y="14859"/>
                    <a:pt x="106666" y="19065"/>
                    <a:pt x="112000" y="21308"/>
                  </a:cubicBezTo>
                  <a:lnTo>
                    <a:pt x="112000" y="21308"/>
                  </a:lnTo>
                  <a:cubicBezTo>
                    <a:pt x="106666" y="23271"/>
                    <a:pt x="104333" y="25514"/>
                    <a:pt x="101666" y="27757"/>
                  </a:cubicBezTo>
                  <a:cubicBezTo>
                    <a:pt x="99000" y="29719"/>
                    <a:pt x="101666" y="31962"/>
                    <a:pt x="101666" y="34205"/>
                  </a:cubicBezTo>
                  <a:cubicBezTo>
                    <a:pt x="101666" y="36168"/>
                    <a:pt x="106666" y="38411"/>
                    <a:pt x="106666" y="40373"/>
                  </a:cubicBezTo>
                  <a:cubicBezTo>
                    <a:pt x="104333" y="49065"/>
                    <a:pt x="99000" y="55514"/>
                    <a:pt x="99000" y="64205"/>
                  </a:cubicBezTo>
                  <a:cubicBezTo>
                    <a:pt x="99000" y="66168"/>
                    <a:pt x="106666" y="66168"/>
                    <a:pt x="106666" y="68411"/>
                  </a:cubicBezTo>
                  <a:cubicBezTo>
                    <a:pt x="112000" y="74859"/>
                    <a:pt x="114333" y="83271"/>
                    <a:pt x="119666" y="89719"/>
                  </a:cubicBezTo>
                  <a:lnTo>
                    <a:pt x="119666" y="89719"/>
                  </a:lnTo>
                  <a:cubicBezTo>
                    <a:pt x="109333" y="98411"/>
                    <a:pt x="101666" y="106822"/>
                    <a:pt x="99000" y="11971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7" name="Shape 11257"/>
            <p:cNvSpPr/>
            <p:nvPr/>
          </p:nvSpPr>
          <p:spPr>
            <a:xfrm rot="3648446">
              <a:off x="7687811" y="2732523"/>
              <a:ext cx="254660" cy="14913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143" y="19233"/>
                  </a:moveTo>
                  <a:lnTo>
                    <a:pt x="100143" y="19233"/>
                  </a:lnTo>
                  <a:cubicBezTo>
                    <a:pt x="101981" y="24041"/>
                    <a:pt x="102962" y="30313"/>
                    <a:pt x="104800" y="35121"/>
                  </a:cubicBezTo>
                  <a:cubicBezTo>
                    <a:pt x="108600" y="43066"/>
                    <a:pt x="116077" y="46411"/>
                    <a:pt x="117916" y="55818"/>
                  </a:cubicBezTo>
                  <a:cubicBezTo>
                    <a:pt x="119877" y="71916"/>
                    <a:pt x="115097" y="87804"/>
                    <a:pt x="114239" y="103902"/>
                  </a:cubicBezTo>
                  <a:lnTo>
                    <a:pt x="114239" y="103902"/>
                  </a:lnTo>
                  <a:cubicBezTo>
                    <a:pt x="91685" y="119790"/>
                    <a:pt x="91685" y="119790"/>
                    <a:pt x="91685" y="119790"/>
                  </a:cubicBezTo>
                  <a:lnTo>
                    <a:pt x="91685" y="119790"/>
                  </a:lnTo>
                  <a:cubicBezTo>
                    <a:pt x="88008" y="114982"/>
                    <a:pt x="83350" y="108710"/>
                    <a:pt x="78692" y="105365"/>
                  </a:cubicBezTo>
                  <a:cubicBezTo>
                    <a:pt x="76731" y="103902"/>
                    <a:pt x="74892" y="102229"/>
                    <a:pt x="73912" y="102229"/>
                  </a:cubicBezTo>
                  <a:cubicBezTo>
                    <a:pt x="73054" y="103902"/>
                    <a:pt x="73912" y="105365"/>
                    <a:pt x="73054" y="107038"/>
                  </a:cubicBezTo>
                  <a:cubicBezTo>
                    <a:pt x="71092" y="107038"/>
                    <a:pt x="69254" y="107038"/>
                    <a:pt x="67415" y="107038"/>
                  </a:cubicBezTo>
                  <a:cubicBezTo>
                    <a:pt x="65577" y="107038"/>
                    <a:pt x="64596" y="102229"/>
                    <a:pt x="62757" y="103902"/>
                  </a:cubicBezTo>
                  <a:cubicBezTo>
                    <a:pt x="60796" y="105365"/>
                    <a:pt x="61777" y="113310"/>
                    <a:pt x="58958" y="113310"/>
                  </a:cubicBezTo>
                  <a:cubicBezTo>
                    <a:pt x="56138" y="111846"/>
                    <a:pt x="57119" y="102229"/>
                    <a:pt x="54300" y="100557"/>
                  </a:cubicBezTo>
                  <a:cubicBezTo>
                    <a:pt x="51481" y="99094"/>
                    <a:pt x="48661" y="103902"/>
                    <a:pt x="45842" y="103902"/>
                  </a:cubicBezTo>
                  <a:cubicBezTo>
                    <a:pt x="44984" y="103902"/>
                    <a:pt x="43023" y="103902"/>
                    <a:pt x="42165" y="102229"/>
                  </a:cubicBezTo>
                  <a:cubicBezTo>
                    <a:pt x="40204" y="100557"/>
                    <a:pt x="40204" y="97421"/>
                    <a:pt x="38365" y="97421"/>
                  </a:cubicBezTo>
                  <a:cubicBezTo>
                    <a:pt x="35546" y="97421"/>
                    <a:pt x="31869" y="100557"/>
                    <a:pt x="29050" y="102229"/>
                  </a:cubicBezTo>
                  <a:cubicBezTo>
                    <a:pt x="26230" y="103902"/>
                    <a:pt x="24269" y="105365"/>
                    <a:pt x="21450" y="103902"/>
                  </a:cubicBezTo>
                  <a:cubicBezTo>
                    <a:pt x="18753" y="103902"/>
                    <a:pt x="15934" y="102229"/>
                    <a:pt x="13115" y="100557"/>
                  </a:cubicBezTo>
                  <a:cubicBezTo>
                    <a:pt x="12134" y="100557"/>
                    <a:pt x="11276" y="99094"/>
                    <a:pt x="9315" y="97421"/>
                  </a:cubicBezTo>
                  <a:lnTo>
                    <a:pt x="9315" y="97421"/>
                  </a:lnTo>
                  <a:cubicBezTo>
                    <a:pt x="10296" y="92613"/>
                    <a:pt x="13115" y="87804"/>
                    <a:pt x="12134" y="81533"/>
                  </a:cubicBezTo>
                  <a:cubicBezTo>
                    <a:pt x="11276" y="73588"/>
                    <a:pt x="6496" y="65435"/>
                    <a:pt x="4657" y="57491"/>
                  </a:cubicBezTo>
                  <a:cubicBezTo>
                    <a:pt x="4657" y="54355"/>
                    <a:pt x="8457" y="52682"/>
                    <a:pt x="8457" y="49547"/>
                  </a:cubicBezTo>
                  <a:cubicBezTo>
                    <a:pt x="7477" y="46411"/>
                    <a:pt x="3799" y="44738"/>
                    <a:pt x="2819" y="39930"/>
                  </a:cubicBezTo>
                  <a:cubicBezTo>
                    <a:pt x="1838" y="35121"/>
                    <a:pt x="3799" y="30313"/>
                    <a:pt x="3799" y="25505"/>
                  </a:cubicBezTo>
                  <a:cubicBezTo>
                    <a:pt x="2819" y="20905"/>
                    <a:pt x="0" y="14425"/>
                    <a:pt x="1838" y="9616"/>
                  </a:cubicBezTo>
                  <a:cubicBezTo>
                    <a:pt x="2819" y="6480"/>
                    <a:pt x="5638" y="4808"/>
                    <a:pt x="8457" y="3135"/>
                  </a:cubicBezTo>
                  <a:lnTo>
                    <a:pt x="8457" y="3135"/>
                  </a:lnTo>
                  <a:cubicBezTo>
                    <a:pt x="11276" y="6480"/>
                    <a:pt x="14954" y="9616"/>
                    <a:pt x="17773" y="11289"/>
                  </a:cubicBezTo>
                  <a:cubicBezTo>
                    <a:pt x="20592" y="12752"/>
                    <a:pt x="23411" y="14425"/>
                    <a:pt x="26230" y="12752"/>
                  </a:cubicBezTo>
                  <a:cubicBezTo>
                    <a:pt x="29908" y="11289"/>
                    <a:pt x="32727" y="1672"/>
                    <a:pt x="37507" y="1672"/>
                  </a:cubicBezTo>
                  <a:cubicBezTo>
                    <a:pt x="40204" y="0"/>
                    <a:pt x="42165" y="9616"/>
                    <a:pt x="45842" y="9616"/>
                  </a:cubicBezTo>
                  <a:cubicBezTo>
                    <a:pt x="46823" y="9616"/>
                    <a:pt x="45842" y="3135"/>
                    <a:pt x="46823" y="1672"/>
                  </a:cubicBezTo>
                  <a:cubicBezTo>
                    <a:pt x="46823" y="0"/>
                    <a:pt x="48661" y="0"/>
                    <a:pt x="49642" y="1672"/>
                  </a:cubicBezTo>
                  <a:cubicBezTo>
                    <a:pt x="52461" y="7944"/>
                    <a:pt x="54300" y="16097"/>
                    <a:pt x="57119" y="22369"/>
                  </a:cubicBezTo>
                  <a:cubicBezTo>
                    <a:pt x="58958" y="25505"/>
                    <a:pt x="61777" y="30313"/>
                    <a:pt x="64596" y="30313"/>
                  </a:cubicBezTo>
                  <a:cubicBezTo>
                    <a:pt x="67415" y="30313"/>
                    <a:pt x="70234" y="27177"/>
                    <a:pt x="72073" y="24041"/>
                  </a:cubicBezTo>
                  <a:cubicBezTo>
                    <a:pt x="75873" y="22369"/>
                    <a:pt x="78692" y="17560"/>
                    <a:pt x="81389" y="16097"/>
                  </a:cubicBezTo>
                  <a:cubicBezTo>
                    <a:pt x="83350" y="16097"/>
                    <a:pt x="85188" y="19233"/>
                    <a:pt x="87027" y="19233"/>
                  </a:cubicBezTo>
                  <a:cubicBezTo>
                    <a:pt x="88008" y="19233"/>
                    <a:pt x="88866" y="16097"/>
                    <a:pt x="89846" y="16097"/>
                  </a:cubicBezTo>
                  <a:cubicBezTo>
                    <a:pt x="93646" y="16097"/>
                    <a:pt x="97323" y="17560"/>
                    <a:pt x="100143" y="19233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8" name="Shape 11258"/>
            <p:cNvSpPr/>
            <p:nvPr/>
          </p:nvSpPr>
          <p:spPr>
            <a:xfrm rot="3648446">
              <a:off x="7819034" y="2649494"/>
              <a:ext cx="211069" cy="1824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97638"/>
                  </a:moveTo>
                  <a:lnTo>
                    <a:pt x="0" y="97638"/>
                  </a:lnTo>
                  <a:cubicBezTo>
                    <a:pt x="3407" y="100369"/>
                    <a:pt x="7851" y="102930"/>
                    <a:pt x="11259" y="104295"/>
                  </a:cubicBezTo>
                  <a:cubicBezTo>
                    <a:pt x="14666" y="105490"/>
                    <a:pt x="18074" y="106856"/>
                    <a:pt x="21481" y="105490"/>
                  </a:cubicBezTo>
                  <a:cubicBezTo>
                    <a:pt x="25925" y="104295"/>
                    <a:pt x="29333" y="96443"/>
                    <a:pt x="35111" y="96443"/>
                  </a:cubicBezTo>
                  <a:cubicBezTo>
                    <a:pt x="38370" y="95078"/>
                    <a:pt x="40740" y="102930"/>
                    <a:pt x="45185" y="102930"/>
                  </a:cubicBezTo>
                  <a:cubicBezTo>
                    <a:pt x="46370" y="102930"/>
                    <a:pt x="45185" y="97638"/>
                    <a:pt x="46370" y="96443"/>
                  </a:cubicBezTo>
                  <a:cubicBezTo>
                    <a:pt x="46370" y="95078"/>
                    <a:pt x="48592" y="95078"/>
                    <a:pt x="49777" y="96443"/>
                  </a:cubicBezTo>
                  <a:cubicBezTo>
                    <a:pt x="53185" y="101564"/>
                    <a:pt x="55407" y="108221"/>
                    <a:pt x="58814" y="113342"/>
                  </a:cubicBezTo>
                  <a:cubicBezTo>
                    <a:pt x="61037" y="115903"/>
                    <a:pt x="64444" y="119829"/>
                    <a:pt x="67851" y="119829"/>
                  </a:cubicBezTo>
                  <a:cubicBezTo>
                    <a:pt x="71259" y="119829"/>
                    <a:pt x="74666" y="117268"/>
                    <a:pt x="76888" y="114708"/>
                  </a:cubicBezTo>
                  <a:cubicBezTo>
                    <a:pt x="81481" y="113342"/>
                    <a:pt x="84888" y="109416"/>
                    <a:pt x="88148" y="108221"/>
                  </a:cubicBezTo>
                  <a:cubicBezTo>
                    <a:pt x="90518" y="108221"/>
                    <a:pt x="92740" y="110782"/>
                    <a:pt x="94962" y="110782"/>
                  </a:cubicBezTo>
                  <a:cubicBezTo>
                    <a:pt x="96148" y="110782"/>
                    <a:pt x="97185" y="108221"/>
                    <a:pt x="98370" y="108221"/>
                  </a:cubicBezTo>
                  <a:cubicBezTo>
                    <a:pt x="102962" y="108221"/>
                    <a:pt x="107407" y="109416"/>
                    <a:pt x="110814" y="110782"/>
                  </a:cubicBezTo>
                  <a:lnTo>
                    <a:pt x="110814" y="110782"/>
                  </a:lnTo>
                  <a:cubicBezTo>
                    <a:pt x="113037" y="106856"/>
                    <a:pt x="114222" y="101564"/>
                    <a:pt x="116444" y="97638"/>
                  </a:cubicBezTo>
                  <a:cubicBezTo>
                    <a:pt x="116444" y="95078"/>
                    <a:pt x="117629" y="91152"/>
                    <a:pt x="117629" y="88591"/>
                  </a:cubicBezTo>
                  <a:cubicBezTo>
                    <a:pt x="117629" y="86031"/>
                    <a:pt x="116444" y="82105"/>
                    <a:pt x="115407" y="78179"/>
                  </a:cubicBezTo>
                  <a:lnTo>
                    <a:pt x="115407" y="78179"/>
                  </a:lnTo>
                  <a:cubicBezTo>
                    <a:pt x="116444" y="74253"/>
                    <a:pt x="116444" y="69132"/>
                    <a:pt x="117629" y="63840"/>
                  </a:cubicBezTo>
                  <a:cubicBezTo>
                    <a:pt x="117629" y="62475"/>
                    <a:pt x="119851" y="61280"/>
                    <a:pt x="119851" y="58549"/>
                  </a:cubicBezTo>
                  <a:cubicBezTo>
                    <a:pt x="118814" y="52062"/>
                    <a:pt x="116444" y="45576"/>
                    <a:pt x="115407" y="40284"/>
                  </a:cubicBezTo>
                  <a:cubicBezTo>
                    <a:pt x="113037" y="35163"/>
                    <a:pt x="110814" y="32603"/>
                    <a:pt x="109629" y="28677"/>
                  </a:cubicBezTo>
                  <a:cubicBezTo>
                    <a:pt x="108592" y="23385"/>
                    <a:pt x="109629" y="19459"/>
                    <a:pt x="109629" y="14338"/>
                  </a:cubicBezTo>
                  <a:lnTo>
                    <a:pt x="109629" y="14338"/>
                  </a:lnTo>
                  <a:cubicBezTo>
                    <a:pt x="101777" y="0"/>
                    <a:pt x="101777" y="0"/>
                    <a:pt x="101777" y="0"/>
                  </a:cubicBezTo>
                  <a:lnTo>
                    <a:pt x="101777" y="0"/>
                  </a:lnTo>
                  <a:cubicBezTo>
                    <a:pt x="100592" y="2731"/>
                    <a:pt x="99555" y="5291"/>
                    <a:pt x="97185" y="6657"/>
                  </a:cubicBezTo>
                  <a:cubicBezTo>
                    <a:pt x="94962" y="7852"/>
                    <a:pt x="91555" y="7852"/>
                    <a:pt x="88148" y="7852"/>
                  </a:cubicBezTo>
                  <a:cubicBezTo>
                    <a:pt x="85925" y="7852"/>
                    <a:pt x="84888" y="6657"/>
                    <a:pt x="82518" y="5291"/>
                  </a:cubicBezTo>
                  <a:cubicBezTo>
                    <a:pt x="80296" y="5291"/>
                    <a:pt x="79111" y="5291"/>
                    <a:pt x="78074" y="6657"/>
                  </a:cubicBezTo>
                  <a:cubicBezTo>
                    <a:pt x="75703" y="7852"/>
                    <a:pt x="75703" y="11778"/>
                    <a:pt x="74666" y="13143"/>
                  </a:cubicBezTo>
                  <a:cubicBezTo>
                    <a:pt x="72296" y="14338"/>
                    <a:pt x="70074" y="15533"/>
                    <a:pt x="67851" y="15533"/>
                  </a:cubicBezTo>
                  <a:cubicBezTo>
                    <a:pt x="65629" y="14338"/>
                    <a:pt x="64444" y="9217"/>
                    <a:pt x="62222" y="9217"/>
                  </a:cubicBezTo>
                  <a:cubicBezTo>
                    <a:pt x="56444" y="9217"/>
                    <a:pt x="50814" y="13143"/>
                    <a:pt x="46370" y="15533"/>
                  </a:cubicBezTo>
                  <a:lnTo>
                    <a:pt x="46370" y="15533"/>
                  </a:lnTo>
                  <a:cubicBezTo>
                    <a:pt x="47407" y="18264"/>
                    <a:pt x="48592" y="20825"/>
                    <a:pt x="49777" y="23385"/>
                  </a:cubicBezTo>
                  <a:cubicBezTo>
                    <a:pt x="50814" y="27311"/>
                    <a:pt x="50814" y="31237"/>
                    <a:pt x="49777" y="35163"/>
                  </a:cubicBezTo>
                  <a:cubicBezTo>
                    <a:pt x="48592" y="37724"/>
                    <a:pt x="45185" y="35163"/>
                    <a:pt x="45185" y="36358"/>
                  </a:cubicBezTo>
                  <a:cubicBezTo>
                    <a:pt x="41777" y="40284"/>
                    <a:pt x="44148" y="48136"/>
                    <a:pt x="40740" y="49502"/>
                  </a:cubicBezTo>
                  <a:cubicBezTo>
                    <a:pt x="35111" y="50697"/>
                    <a:pt x="30518" y="44210"/>
                    <a:pt x="25925" y="43015"/>
                  </a:cubicBezTo>
                  <a:cubicBezTo>
                    <a:pt x="23703" y="43015"/>
                    <a:pt x="22518" y="43015"/>
                    <a:pt x="21481" y="44210"/>
                  </a:cubicBezTo>
                  <a:cubicBezTo>
                    <a:pt x="20296" y="46770"/>
                    <a:pt x="22518" y="50697"/>
                    <a:pt x="21481" y="53428"/>
                  </a:cubicBezTo>
                  <a:cubicBezTo>
                    <a:pt x="20296" y="57354"/>
                    <a:pt x="18074" y="58549"/>
                    <a:pt x="15703" y="61280"/>
                  </a:cubicBezTo>
                  <a:lnTo>
                    <a:pt x="15703" y="61280"/>
                  </a:lnTo>
                  <a:cubicBezTo>
                    <a:pt x="14666" y="63840"/>
                    <a:pt x="12444" y="66401"/>
                    <a:pt x="12444" y="70327"/>
                  </a:cubicBezTo>
                  <a:cubicBezTo>
                    <a:pt x="12444" y="72887"/>
                    <a:pt x="16888" y="74253"/>
                    <a:pt x="18074" y="78179"/>
                  </a:cubicBezTo>
                  <a:cubicBezTo>
                    <a:pt x="18074" y="79374"/>
                    <a:pt x="16888" y="82105"/>
                    <a:pt x="14666" y="83300"/>
                  </a:cubicBezTo>
                  <a:cubicBezTo>
                    <a:pt x="13481" y="83300"/>
                    <a:pt x="11259" y="83300"/>
                    <a:pt x="9037" y="83300"/>
                  </a:cubicBezTo>
                  <a:lnTo>
                    <a:pt x="9037" y="83300"/>
                  </a:lnTo>
                  <a:cubicBezTo>
                    <a:pt x="7851" y="87226"/>
                    <a:pt x="9037" y="91152"/>
                    <a:pt x="7851" y="93712"/>
                  </a:cubicBezTo>
                  <a:cubicBezTo>
                    <a:pt x="5629" y="96443"/>
                    <a:pt x="2222" y="96443"/>
                    <a:pt x="0" y="97638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59" name="Shape 11259"/>
            <p:cNvSpPr/>
            <p:nvPr/>
          </p:nvSpPr>
          <p:spPr>
            <a:xfrm rot="3648446">
              <a:off x="7960582" y="2791291"/>
              <a:ext cx="228276" cy="18699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645" y="112144"/>
                  </a:moveTo>
                  <a:lnTo>
                    <a:pt x="87645" y="112144"/>
                  </a:lnTo>
                  <a:cubicBezTo>
                    <a:pt x="90648" y="110974"/>
                    <a:pt x="92832" y="109637"/>
                    <a:pt x="95972" y="110974"/>
                  </a:cubicBezTo>
                  <a:cubicBezTo>
                    <a:pt x="96928" y="110974"/>
                    <a:pt x="96928" y="113481"/>
                    <a:pt x="98020" y="112144"/>
                  </a:cubicBezTo>
                  <a:cubicBezTo>
                    <a:pt x="99112" y="112144"/>
                    <a:pt x="99112" y="109637"/>
                    <a:pt x="100068" y="109637"/>
                  </a:cubicBezTo>
                  <a:cubicBezTo>
                    <a:pt x="102116" y="108467"/>
                    <a:pt x="104300" y="108467"/>
                    <a:pt x="106348" y="108467"/>
                  </a:cubicBezTo>
                  <a:lnTo>
                    <a:pt x="106348" y="108467"/>
                  </a:lnTo>
                  <a:cubicBezTo>
                    <a:pt x="105255" y="104623"/>
                    <a:pt x="101160" y="99442"/>
                    <a:pt x="103208" y="96935"/>
                  </a:cubicBezTo>
                  <a:cubicBezTo>
                    <a:pt x="107440" y="93091"/>
                    <a:pt x="112627" y="96935"/>
                    <a:pt x="116723" y="95598"/>
                  </a:cubicBezTo>
                  <a:cubicBezTo>
                    <a:pt x="118907" y="95598"/>
                    <a:pt x="119863" y="94261"/>
                    <a:pt x="119863" y="93091"/>
                  </a:cubicBezTo>
                  <a:cubicBezTo>
                    <a:pt x="119863" y="89247"/>
                    <a:pt x="117815" y="85403"/>
                    <a:pt x="115767" y="82896"/>
                  </a:cubicBezTo>
                  <a:cubicBezTo>
                    <a:pt x="114675" y="81559"/>
                    <a:pt x="112627" y="84066"/>
                    <a:pt x="111535" y="82896"/>
                  </a:cubicBezTo>
                  <a:cubicBezTo>
                    <a:pt x="110443" y="82896"/>
                    <a:pt x="110443" y="80222"/>
                    <a:pt x="109488" y="80222"/>
                  </a:cubicBezTo>
                  <a:cubicBezTo>
                    <a:pt x="107440" y="79052"/>
                    <a:pt x="105255" y="81559"/>
                    <a:pt x="104300" y="80222"/>
                  </a:cubicBezTo>
                  <a:cubicBezTo>
                    <a:pt x="102116" y="76378"/>
                    <a:pt x="102116" y="70027"/>
                    <a:pt x="100068" y="65013"/>
                  </a:cubicBezTo>
                  <a:lnTo>
                    <a:pt x="99112" y="63676"/>
                  </a:lnTo>
                  <a:cubicBezTo>
                    <a:pt x="99112" y="61169"/>
                    <a:pt x="100068" y="59832"/>
                    <a:pt x="101160" y="57325"/>
                  </a:cubicBezTo>
                  <a:cubicBezTo>
                    <a:pt x="102116" y="53649"/>
                    <a:pt x="103208" y="48467"/>
                    <a:pt x="103208" y="44623"/>
                  </a:cubicBezTo>
                  <a:cubicBezTo>
                    <a:pt x="103208" y="42116"/>
                    <a:pt x="101160" y="42116"/>
                    <a:pt x="100068" y="40779"/>
                  </a:cubicBezTo>
                  <a:cubicBezTo>
                    <a:pt x="95972" y="35766"/>
                    <a:pt x="91740" y="29415"/>
                    <a:pt x="87645" y="24233"/>
                  </a:cubicBezTo>
                  <a:lnTo>
                    <a:pt x="87645" y="24233"/>
                  </a:lnTo>
                  <a:cubicBezTo>
                    <a:pt x="84505" y="23064"/>
                    <a:pt x="81365" y="23064"/>
                    <a:pt x="79180" y="20389"/>
                  </a:cubicBezTo>
                  <a:cubicBezTo>
                    <a:pt x="76040" y="15376"/>
                    <a:pt x="77133" y="6350"/>
                    <a:pt x="73993" y="1337"/>
                  </a:cubicBezTo>
                  <a:cubicBezTo>
                    <a:pt x="72901" y="0"/>
                    <a:pt x="69897" y="1337"/>
                    <a:pt x="68805" y="1337"/>
                  </a:cubicBezTo>
                  <a:lnTo>
                    <a:pt x="68805" y="1337"/>
                  </a:lnTo>
                  <a:cubicBezTo>
                    <a:pt x="64573" y="5181"/>
                    <a:pt x="60477" y="7688"/>
                    <a:pt x="55290" y="10194"/>
                  </a:cubicBezTo>
                  <a:cubicBezTo>
                    <a:pt x="53242" y="12869"/>
                    <a:pt x="51058" y="14038"/>
                    <a:pt x="47918" y="14038"/>
                  </a:cubicBezTo>
                  <a:cubicBezTo>
                    <a:pt x="44778" y="15376"/>
                    <a:pt x="41638" y="11532"/>
                    <a:pt x="39590" y="12869"/>
                  </a:cubicBezTo>
                  <a:cubicBezTo>
                    <a:pt x="37542" y="16713"/>
                    <a:pt x="40682" y="21727"/>
                    <a:pt x="39590" y="25571"/>
                  </a:cubicBezTo>
                  <a:cubicBezTo>
                    <a:pt x="38498" y="26908"/>
                    <a:pt x="35358" y="24233"/>
                    <a:pt x="34402" y="24233"/>
                  </a:cubicBezTo>
                  <a:cubicBezTo>
                    <a:pt x="32354" y="25571"/>
                    <a:pt x="32354" y="28077"/>
                    <a:pt x="31262" y="28077"/>
                  </a:cubicBezTo>
                  <a:cubicBezTo>
                    <a:pt x="29215" y="28077"/>
                    <a:pt x="27030" y="26908"/>
                    <a:pt x="24982" y="26908"/>
                  </a:cubicBezTo>
                  <a:cubicBezTo>
                    <a:pt x="22935" y="28077"/>
                    <a:pt x="21843" y="30584"/>
                    <a:pt x="19795" y="31922"/>
                  </a:cubicBezTo>
                  <a:cubicBezTo>
                    <a:pt x="17747" y="33259"/>
                    <a:pt x="12559" y="31922"/>
                    <a:pt x="12559" y="34428"/>
                  </a:cubicBezTo>
                  <a:cubicBezTo>
                    <a:pt x="13515" y="39610"/>
                    <a:pt x="19795" y="39610"/>
                    <a:pt x="20887" y="44623"/>
                  </a:cubicBezTo>
                  <a:cubicBezTo>
                    <a:pt x="21843" y="45961"/>
                    <a:pt x="18703" y="45961"/>
                    <a:pt x="17747" y="47298"/>
                  </a:cubicBezTo>
                  <a:cubicBezTo>
                    <a:pt x="16655" y="49805"/>
                    <a:pt x="19795" y="54818"/>
                    <a:pt x="17747" y="55988"/>
                  </a:cubicBezTo>
                  <a:cubicBezTo>
                    <a:pt x="14607" y="57325"/>
                    <a:pt x="10375" y="53649"/>
                    <a:pt x="7235" y="53649"/>
                  </a:cubicBezTo>
                  <a:cubicBezTo>
                    <a:pt x="5187" y="53649"/>
                    <a:pt x="3139" y="54818"/>
                    <a:pt x="955" y="54818"/>
                  </a:cubicBezTo>
                  <a:lnTo>
                    <a:pt x="955" y="54818"/>
                  </a:lnTo>
                  <a:cubicBezTo>
                    <a:pt x="955" y="59832"/>
                    <a:pt x="0" y="63676"/>
                    <a:pt x="955" y="68857"/>
                  </a:cubicBezTo>
                  <a:cubicBezTo>
                    <a:pt x="2047" y="72701"/>
                    <a:pt x="4095" y="75208"/>
                    <a:pt x="6279" y="80222"/>
                  </a:cubicBezTo>
                  <a:cubicBezTo>
                    <a:pt x="7235" y="85403"/>
                    <a:pt x="9419" y="91754"/>
                    <a:pt x="10375" y="98105"/>
                  </a:cubicBezTo>
                  <a:cubicBezTo>
                    <a:pt x="10375" y="100779"/>
                    <a:pt x="8327" y="101949"/>
                    <a:pt x="8327" y="103286"/>
                  </a:cubicBezTo>
                  <a:cubicBezTo>
                    <a:pt x="7235" y="108467"/>
                    <a:pt x="7235" y="113481"/>
                    <a:pt x="6279" y="117325"/>
                  </a:cubicBezTo>
                  <a:lnTo>
                    <a:pt x="6279" y="117325"/>
                  </a:lnTo>
                  <a:cubicBezTo>
                    <a:pt x="10375" y="117325"/>
                    <a:pt x="15699" y="115988"/>
                    <a:pt x="19795" y="117325"/>
                  </a:cubicBezTo>
                  <a:cubicBezTo>
                    <a:pt x="22935" y="117325"/>
                    <a:pt x="24982" y="119832"/>
                    <a:pt x="28122" y="118495"/>
                  </a:cubicBezTo>
                  <a:cubicBezTo>
                    <a:pt x="31262" y="117325"/>
                    <a:pt x="31262" y="110974"/>
                    <a:pt x="34402" y="109637"/>
                  </a:cubicBezTo>
                  <a:cubicBezTo>
                    <a:pt x="37542" y="108467"/>
                    <a:pt x="40682" y="112144"/>
                    <a:pt x="42730" y="113481"/>
                  </a:cubicBezTo>
                  <a:cubicBezTo>
                    <a:pt x="46962" y="113481"/>
                    <a:pt x="50102" y="114818"/>
                    <a:pt x="53242" y="113481"/>
                  </a:cubicBezTo>
                  <a:cubicBezTo>
                    <a:pt x="54197" y="113481"/>
                    <a:pt x="52150" y="112144"/>
                    <a:pt x="52150" y="110974"/>
                  </a:cubicBezTo>
                  <a:cubicBezTo>
                    <a:pt x="52150" y="110974"/>
                    <a:pt x="59385" y="113481"/>
                    <a:pt x="60477" y="113481"/>
                  </a:cubicBezTo>
                  <a:lnTo>
                    <a:pt x="68805" y="105793"/>
                  </a:lnTo>
                  <a:cubicBezTo>
                    <a:pt x="71945" y="104623"/>
                    <a:pt x="75085" y="104623"/>
                    <a:pt x="78225" y="103286"/>
                  </a:cubicBezTo>
                  <a:cubicBezTo>
                    <a:pt x="80273" y="103286"/>
                    <a:pt x="82320" y="101949"/>
                    <a:pt x="84505" y="104623"/>
                  </a:cubicBezTo>
                  <a:cubicBezTo>
                    <a:pt x="86552" y="105793"/>
                    <a:pt x="86552" y="109637"/>
                    <a:pt x="87645" y="112144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0" name="Shape 11260"/>
            <p:cNvSpPr/>
            <p:nvPr/>
          </p:nvSpPr>
          <p:spPr>
            <a:xfrm rot="3648446">
              <a:off x="8007440" y="3062442"/>
              <a:ext cx="88328" cy="6997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2011" y="119552"/>
                  </a:moveTo>
                  <a:lnTo>
                    <a:pt x="22011" y="119552"/>
                  </a:lnTo>
                  <a:cubicBezTo>
                    <a:pt x="16331" y="109253"/>
                    <a:pt x="13846" y="95820"/>
                    <a:pt x="8165" y="85522"/>
                  </a:cubicBezTo>
                  <a:cubicBezTo>
                    <a:pt x="8165" y="81940"/>
                    <a:pt x="0" y="81940"/>
                    <a:pt x="0" y="78805"/>
                  </a:cubicBezTo>
                  <a:cubicBezTo>
                    <a:pt x="0" y="64925"/>
                    <a:pt x="5680" y="54626"/>
                    <a:pt x="8165" y="40746"/>
                  </a:cubicBezTo>
                  <a:cubicBezTo>
                    <a:pt x="8165" y="37611"/>
                    <a:pt x="2840" y="34029"/>
                    <a:pt x="2840" y="30895"/>
                  </a:cubicBezTo>
                  <a:cubicBezTo>
                    <a:pt x="2840" y="27313"/>
                    <a:pt x="0" y="23731"/>
                    <a:pt x="2840" y="20597"/>
                  </a:cubicBezTo>
                  <a:cubicBezTo>
                    <a:pt x="5680" y="17014"/>
                    <a:pt x="8165" y="13432"/>
                    <a:pt x="13846" y="10298"/>
                  </a:cubicBezTo>
                  <a:lnTo>
                    <a:pt x="13846" y="10298"/>
                  </a:lnTo>
                  <a:cubicBezTo>
                    <a:pt x="19171" y="6716"/>
                    <a:pt x="24497" y="0"/>
                    <a:pt x="29822" y="0"/>
                  </a:cubicBezTo>
                  <a:cubicBezTo>
                    <a:pt x="37988" y="0"/>
                    <a:pt x="46153" y="0"/>
                    <a:pt x="54319" y="0"/>
                  </a:cubicBezTo>
                  <a:cubicBezTo>
                    <a:pt x="62485" y="3134"/>
                    <a:pt x="73491" y="3134"/>
                    <a:pt x="78816" y="10298"/>
                  </a:cubicBezTo>
                  <a:cubicBezTo>
                    <a:pt x="84142" y="13432"/>
                    <a:pt x="81301" y="27313"/>
                    <a:pt x="86982" y="27313"/>
                  </a:cubicBezTo>
                  <a:cubicBezTo>
                    <a:pt x="92307" y="27313"/>
                    <a:pt x="92307" y="13432"/>
                    <a:pt x="97633" y="10298"/>
                  </a:cubicBezTo>
                  <a:cubicBezTo>
                    <a:pt x="105798" y="6716"/>
                    <a:pt x="111479" y="10298"/>
                    <a:pt x="119644" y="10298"/>
                  </a:cubicBezTo>
                  <a:lnTo>
                    <a:pt x="119644" y="10298"/>
                  </a:lnTo>
                  <a:cubicBezTo>
                    <a:pt x="119644" y="13432"/>
                    <a:pt x="119644" y="17014"/>
                    <a:pt x="119644" y="20597"/>
                  </a:cubicBezTo>
                  <a:cubicBezTo>
                    <a:pt x="119644" y="30895"/>
                    <a:pt x="103313" y="54626"/>
                    <a:pt x="97633" y="61343"/>
                  </a:cubicBezTo>
                  <a:cubicBezTo>
                    <a:pt x="92307" y="68507"/>
                    <a:pt x="84142" y="71641"/>
                    <a:pt x="78816" y="75223"/>
                  </a:cubicBezTo>
                  <a:cubicBezTo>
                    <a:pt x="75976" y="78805"/>
                    <a:pt x="73491" y="78805"/>
                    <a:pt x="70650" y="78805"/>
                  </a:cubicBezTo>
                  <a:cubicBezTo>
                    <a:pt x="62485" y="81940"/>
                    <a:pt x="57159" y="89104"/>
                    <a:pt x="51479" y="92238"/>
                  </a:cubicBezTo>
                  <a:cubicBezTo>
                    <a:pt x="37988" y="102537"/>
                    <a:pt x="29822" y="109253"/>
                    <a:pt x="22011" y="11955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1" name="Shape 11261"/>
            <p:cNvSpPr/>
            <p:nvPr/>
          </p:nvSpPr>
          <p:spPr>
            <a:xfrm rot="3648446">
              <a:off x="8056927" y="2901046"/>
              <a:ext cx="165185" cy="20649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5889" y="102619"/>
                  </a:moveTo>
                  <a:lnTo>
                    <a:pt x="25889" y="102619"/>
                  </a:lnTo>
                  <a:cubicBezTo>
                    <a:pt x="25889" y="103677"/>
                    <a:pt x="25889" y="105944"/>
                    <a:pt x="27401" y="108362"/>
                  </a:cubicBezTo>
                  <a:cubicBezTo>
                    <a:pt x="28724" y="110629"/>
                    <a:pt x="30236" y="112896"/>
                    <a:pt x="33070" y="112896"/>
                  </a:cubicBezTo>
                  <a:cubicBezTo>
                    <a:pt x="34582" y="112896"/>
                    <a:pt x="35905" y="110629"/>
                    <a:pt x="37417" y="109420"/>
                  </a:cubicBezTo>
                  <a:cubicBezTo>
                    <a:pt x="37417" y="109420"/>
                    <a:pt x="37417" y="114105"/>
                    <a:pt x="38929" y="114105"/>
                  </a:cubicBezTo>
                  <a:cubicBezTo>
                    <a:pt x="38929" y="112896"/>
                    <a:pt x="44598" y="110629"/>
                    <a:pt x="44598" y="110629"/>
                  </a:cubicBezTo>
                  <a:cubicBezTo>
                    <a:pt x="46110" y="111687"/>
                    <a:pt x="47622" y="112896"/>
                    <a:pt x="48944" y="112896"/>
                  </a:cubicBezTo>
                  <a:cubicBezTo>
                    <a:pt x="51779" y="112896"/>
                    <a:pt x="54803" y="109420"/>
                    <a:pt x="56125" y="110629"/>
                  </a:cubicBezTo>
                  <a:cubicBezTo>
                    <a:pt x="59149" y="110629"/>
                    <a:pt x="60472" y="112896"/>
                    <a:pt x="63496" y="114105"/>
                  </a:cubicBezTo>
                  <a:lnTo>
                    <a:pt x="63496" y="114105"/>
                  </a:lnTo>
                  <a:cubicBezTo>
                    <a:pt x="66330" y="112896"/>
                    <a:pt x="69165" y="110629"/>
                    <a:pt x="72000" y="110629"/>
                  </a:cubicBezTo>
                  <a:cubicBezTo>
                    <a:pt x="76346" y="110629"/>
                    <a:pt x="80692" y="110629"/>
                    <a:pt x="85039" y="110629"/>
                  </a:cubicBezTo>
                  <a:cubicBezTo>
                    <a:pt x="89385" y="111687"/>
                    <a:pt x="95244" y="111687"/>
                    <a:pt x="98078" y="114105"/>
                  </a:cubicBezTo>
                  <a:cubicBezTo>
                    <a:pt x="100913" y="115163"/>
                    <a:pt x="99401" y="119848"/>
                    <a:pt x="102425" y="119848"/>
                  </a:cubicBezTo>
                  <a:cubicBezTo>
                    <a:pt x="105259" y="119848"/>
                    <a:pt x="105259" y="115163"/>
                    <a:pt x="108094" y="114105"/>
                  </a:cubicBezTo>
                  <a:cubicBezTo>
                    <a:pt x="112440" y="112896"/>
                    <a:pt x="115464" y="114105"/>
                    <a:pt x="119811" y="114105"/>
                  </a:cubicBezTo>
                  <a:lnTo>
                    <a:pt x="119811" y="114105"/>
                  </a:lnTo>
                  <a:cubicBezTo>
                    <a:pt x="118299" y="110629"/>
                    <a:pt x="116787" y="107153"/>
                    <a:pt x="116787" y="103677"/>
                  </a:cubicBezTo>
                  <a:cubicBezTo>
                    <a:pt x="116787" y="100201"/>
                    <a:pt x="113952" y="97934"/>
                    <a:pt x="113952" y="94458"/>
                  </a:cubicBezTo>
                  <a:cubicBezTo>
                    <a:pt x="111118" y="85239"/>
                    <a:pt x="102425" y="81763"/>
                    <a:pt x="92220" y="81763"/>
                  </a:cubicBezTo>
                  <a:cubicBezTo>
                    <a:pt x="92220" y="90982"/>
                    <a:pt x="103748" y="96725"/>
                    <a:pt x="102425" y="105944"/>
                  </a:cubicBezTo>
                  <a:cubicBezTo>
                    <a:pt x="99401" y="103677"/>
                    <a:pt x="98078" y="99143"/>
                    <a:pt x="95244" y="95667"/>
                  </a:cubicBezTo>
                  <a:cubicBezTo>
                    <a:pt x="89385" y="92191"/>
                    <a:pt x="85039" y="92191"/>
                    <a:pt x="82204" y="86297"/>
                  </a:cubicBezTo>
                  <a:cubicBezTo>
                    <a:pt x="77858" y="76020"/>
                    <a:pt x="83527" y="67858"/>
                    <a:pt x="67842" y="61057"/>
                  </a:cubicBezTo>
                  <a:cubicBezTo>
                    <a:pt x="56125" y="55163"/>
                    <a:pt x="60472" y="44886"/>
                    <a:pt x="51779" y="38085"/>
                  </a:cubicBezTo>
                  <a:cubicBezTo>
                    <a:pt x="38929" y="28866"/>
                    <a:pt x="25889" y="31133"/>
                    <a:pt x="34582" y="12695"/>
                  </a:cubicBezTo>
                  <a:cubicBezTo>
                    <a:pt x="43275" y="5743"/>
                    <a:pt x="37417" y="2267"/>
                    <a:pt x="31559" y="0"/>
                  </a:cubicBezTo>
                  <a:lnTo>
                    <a:pt x="31559" y="0"/>
                  </a:lnTo>
                  <a:cubicBezTo>
                    <a:pt x="25889" y="4534"/>
                    <a:pt x="27401" y="2267"/>
                    <a:pt x="21543" y="5743"/>
                  </a:cubicBezTo>
                  <a:cubicBezTo>
                    <a:pt x="17196" y="9219"/>
                    <a:pt x="12850" y="11486"/>
                    <a:pt x="10015" y="14962"/>
                  </a:cubicBezTo>
                  <a:cubicBezTo>
                    <a:pt x="5669" y="18438"/>
                    <a:pt x="2834" y="22972"/>
                    <a:pt x="0" y="26448"/>
                  </a:cubicBezTo>
                  <a:lnTo>
                    <a:pt x="0" y="26448"/>
                  </a:lnTo>
                  <a:cubicBezTo>
                    <a:pt x="5669" y="31133"/>
                    <a:pt x="11527" y="36876"/>
                    <a:pt x="17196" y="41410"/>
                  </a:cubicBezTo>
                  <a:cubicBezTo>
                    <a:pt x="18708" y="42619"/>
                    <a:pt x="21543" y="42619"/>
                    <a:pt x="21543" y="44886"/>
                  </a:cubicBezTo>
                  <a:cubicBezTo>
                    <a:pt x="21543" y="48362"/>
                    <a:pt x="20031" y="53047"/>
                    <a:pt x="18708" y="56372"/>
                  </a:cubicBezTo>
                  <a:cubicBezTo>
                    <a:pt x="17196" y="58639"/>
                    <a:pt x="15874" y="59848"/>
                    <a:pt x="15874" y="62115"/>
                  </a:cubicBezTo>
                  <a:lnTo>
                    <a:pt x="17196" y="63324"/>
                  </a:lnTo>
                  <a:cubicBezTo>
                    <a:pt x="20031" y="67858"/>
                    <a:pt x="20031" y="73602"/>
                    <a:pt x="23055" y="77078"/>
                  </a:cubicBezTo>
                  <a:cubicBezTo>
                    <a:pt x="24377" y="78287"/>
                    <a:pt x="27401" y="76020"/>
                    <a:pt x="30236" y="77078"/>
                  </a:cubicBezTo>
                  <a:cubicBezTo>
                    <a:pt x="31559" y="77078"/>
                    <a:pt x="31559" y="79496"/>
                    <a:pt x="33070" y="79496"/>
                  </a:cubicBezTo>
                  <a:cubicBezTo>
                    <a:pt x="34582" y="80554"/>
                    <a:pt x="37417" y="78287"/>
                    <a:pt x="38929" y="79496"/>
                  </a:cubicBezTo>
                  <a:cubicBezTo>
                    <a:pt x="41763" y="81763"/>
                    <a:pt x="44598" y="85239"/>
                    <a:pt x="44598" y="88715"/>
                  </a:cubicBezTo>
                  <a:cubicBezTo>
                    <a:pt x="44598" y="89773"/>
                    <a:pt x="43275" y="90982"/>
                    <a:pt x="40251" y="90982"/>
                  </a:cubicBezTo>
                  <a:cubicBezTo>
                    <a:pt x="34582" y="92191"/>
                    <a:pt x="27401" y="88715"/>
                    <a:pt x="21543" y="92191"/>
                  </a:cubicBezTo>
                  <a:cubicBezTo>
                    <a:pt x="18708" y="94458"/>
                    <a:pt x="24377" y="99143"/>
                    <a:pt x="25889" y="10261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2" name="Shape 11262"/>
            <p:cNvSpPr/>
            <p:nvPr/>
          </p:nvSpPr>
          <p:spPr>
            <a:xfrm rot="3648446">
              <a:off x="8036163" y="2690766"/>
              <a:ext cx="173215" cy="1766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571" y="102352"/>
                  </a:moveTo>
                  <a:lnTo>
                    <a:pt x="20571" y="102352"/>
                  </a:lnTo>
                  <a:cubicBezTo>
                    <a:pt x="19127" y="98470"/>
                    <a:pt x="19127" y="93000"/>
                    <a:pt x="16421" y="87705"/>
                  </a:cubicBezTo>
                  <a:cubicBezTo>
                    <a:pt x="14977" y="86294"/>
                    <a:pt x="12270" y="86294"/>
                    <a:pt x="11007" y="84882"/>
                  </a:cubicBezTo>
                  <a:cubicBezTo>
                    <a:pt x="8120" y="82235"/>
                    <a:pt x="6857" y="78176"/>
                    <a:pt x="6857" y="74117"/>
                  </a:cubicBezTo>
                  <a:cubicBezTo>
                    <a:pt x="5413" y="66000"/>
                    <a:pt x="8120" y="57882"/>
                    <a:pt x="6857" y="48529"/>
                  </a:cubicBezTo>
                  <a:cubicBezTo>
                    <a:pt x="5413" y="44470"/>
                    <a:pt x="0" y="41823"/>
                    <a:pt x="1263" y="37764"/>
                  </a:cubicBezTo>
                  <a:cubicBezTo>
                    <a:pt x="1263" y="35117"/>
                    <a:pt x="6857" y="37764"/>
                    <a:pt x="8120" y="35117"/>
                  </a:cubicBezTo>
                  <a:cubicBezTo>
                    <a:pt x="11007" y="28411"/>
                    <a:pt x="9563" y="20294"/>
                    <a:pt x="12270" y="13411"/>
                  </a:cubicBezTo>
                  <a:cubicBezTo>
                    <a:pt x="12270" y="12176"/>
                    <a:pt x="13714" y="9529"/>
                    <a:pt x="14977" y="9529"/>
                  </a:cubicBezTo>
                  <a:cubicBezTo>
                    <a:pt x="19127" y="8117"/>
                    <a:pt x="22015" y="8117"/>
                    <a:pt x="26165" y="8117"/>
                  </a:cubicBezTo>
                  <a:lnTo>
                    <a:pt x="26165" y="8117"/>
                  </a:lnTo>
                  <a:cubicBezTo>
                    <a:pt x="30135" y="5470"/>
                    <a:pt x="34285" y="0"/>
                    <a:pt x="39879" y="0"/>
                  </a:cubicBezTo>
                  <a:cubicBezTo>
                    <a:pt x="42586" y="0"/>
                    <a:pt x="42586" y="5470"/>
                    <a:pt x="44030" y="6705"/>
                  </a:cubicBezTo>
                  <a:cubicBezTo>
                    <a:pt x="45473" y="8117"/>
                    <a:pt x="48180" y="5470"/>
                    <a:pt x="49624" y="5470"/>
                  </a:cubicBezTo>
                  <a:cubicBezTo>
                    <a:pt x="50887" y="8117"/>
                    <a:pt x="50887" y="12176"/>
                    <a:pt x="53593" y="13411"/>
                  </a:cubicBezTo>
                  <a:cubicBezTo>
                    <a:pt x="57744" y="13411"/>
                    <a:pt x="61894" y="8117"/>
                    <a:pt x="66045" y="9529"/>
                  </a:cubicBezTo>
                  <a:cubicBezTo>
                    <a:pt x="70195" y="10764"/>
                    <a:pt x="74345" y="14823"/>
                    <a:pt x="77052" y="17470"/>
                  </a:cubicBezTo>
                  <a:cubicBezTo>
                    <a:pt x="78496" y="18882"/>
                    <a:pt x="77052" y="22941"/>
                    <a:pt x="79759" y="24352"/>
                  </a:cubicBezTo>
                  <a:cubicBezTo>
                    <a:pt x="83909" y="25588"/>
                    <a:pt x="88060" y="24352"/>
                    <a:pt x="93654" y="22941"/>
                  </a:cubicBezTo>
                  <a:cubicBezTo>
                    <a:pt x="96360" y="21529"/>
                    <a:pt x="99248" y="20294"/>
                    <a:pt x="101954" y="18882"/>
                  </a:cubicBezTo>
                  <a:cubicBezTo>
                    <a:pt x="103218" y="18882"/>
                    <a:pt x="107368" y="14823"/>
                    <a:pt x="107368" y="17470"/>
                  </a:cubicBezTo>
                  <a:cubicBezTo>
                    <a:pt x="110255" y="24352"/>
                    <a:pt x="107368" y="31058"/>
                    <a:pt x="107368" y="37764"/>
                  </a:cubicBezTo>
                  <a:cubicBezTo>
                    <a:pt x="108812" y="41823"/>
                    <a:pt x="111518" y="45882"/>
                    <a:pt x="112962" y="49941"/>
                  </a:cubicBezTo>
                  <a:cubicBezTo>
                    <a:pt x="114225" y="54000"/>
                    <a:pt x="117112" y="56647"/>
                    <a:pt x="119819" y="60705"/>
                  </a:cubicBezTo>
                  <a:lnTo>
                    <a:pt x="119819" y="60705"/>
                  </a:lnTo>
                  <a:cubicBezTo>
                    <a:pt x="114225" y="64764"/>
                    <a:pt x="108812" y="67411"/>
                    <a:pt x="101954" y="70058"/>
                  </a:cubicBezTo>
                  <a:cubicBezTo>
                    <a:pt x="99248" y="72882"/>
                    <a:pt x="96360" y="74117"/>
                    <a:pt x="92210" y="74117"/>
                  </a:cubicBezTo>
                  <a:cubicBezTo>
                    <a:pt x="88060" y="75529"/>
                    <a:pt x="83909" y="71470"/>
                    <a:pt x="81203" y="72882"/>
                  </a:cubicBezTo>
                  <a:cubicBezTo>
                    <a:pt x="78496" y="76941"/>
                    <a:pt x="82646" y="82235"/>
                    <a:pt x="81203" y="86294"/>
                  </a:cubicBezTo>
                  <a:cubicBezTo>
                    <a:pt x="79759" y="87705"/>
                    <a:pt x="75609" y="84882"/>
                    <a:pt x="74345" y="84882"/>
                  </a:cubicBezTo>
                  <a:cubicBezTo>
                    <a:pt x="71639" y="86294"/>
                    <a:pt x="71639" y="88941"/>
                    <a:pt x="70195" y="88941"/>
                  </a:cubicBezTo>
                  <a:cubicBezTo>
                    <a:pt x="67488" y="88941"/>
                    <a:pt x="64601" y="87705"/>
                    <a:pt x="61894" y="87705"/>
                  </a:cubicBezTo>
                  <a:cubicBezTo>
                    <a:pt x="59187" y="88941"/>
                    <a:pt x="57744" y="91588"/>
                    <a:pt x="55037" y="93000"/>
                  </a:cubicBezTo>
                  <a:cubicBezTo>
                    <a:pt x="52330" y="94411"/>
                    <a:pt x="45473" y="93000"/>
                    <a:pt x="45473" y="95647"/>
                  </a:cubicBezTo>
                  <a:cubicBezTo>
                    <a:pt x="46736" y="101117"/>
                    <a:pt x="55037" y="101117"/>
                    <a:pt x="56481" y="106411"/>
                  </a:cubicBezTo>
                  <a:cubicBezTo>
                    <a:pt x="57744" y="107823"/>
                    <a:pt x="53593" y="107823"/>
                    <a:pt x="52330" y="109235"/>
                  </a:cubicBezTo>
                  <a:cubicBezTo>
                    <a:pt x="50887" y="111882"/>
                    <a:pt x="55037" y="117176"/>
                    <a:pt x="52330" y="118411"/>
                  </a:cubicBezTo>
                  <a:cubicBezTo>
                    <a:pt x="48180" y="119823"/>
                    <a:pt x="42586" y="115941"/>
                    <a:pt x="38436" y="115941"/>
                  </a:cubicBezTo>
                  <a:cubicBezTo>
                    <a:pt x="35729" y="115941"/>
                    <a:pt x="33022" y="117176"/>
                    <a:pt x="30135" y="117176"/>
                  </a:cubicBezTo>
                  <a:lnTo>
                    <a:pt x="30135" y="117176"/>
                  </a:lnTo>
                  <a:cubicBezTo>
                    <a:pt x="20571" y="102352"/>
                    <a:pt x="20571" y="102352"/>
                    <a:pt x="20571" y="102352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3" name="Shape 11263"/>
            <p:cNvSpPr/>
            <p:nvPr/>
          </p:nvSpPr>
          <p:spPr>
            <a:xfrm rot="3648446">
              <a:off x="7476953" y="2695395"/>
              <a:ext cx="336106" cy="1835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374" y="54715"/>
                  </a:moveTo>
                  <a:lnTo>
                    <a:pt x="116374" y="54715"/>
                  </a:lnTo>
                  <a:cubicBezTo>
                    <a:pt x="115724" y="46875"/>
                    <a:pt x="113586" y="40397"/>
                    <a:pt x="114237" y="32556"/>
                  </a:cubicBezTo>
                  <a:cubicBezTo>
                    <a:pt x="114980" y="27272"/>
                    <a:pt x="117769" y="23522"/>
                    <a:pt x="119907" y="18238"/>
                  </a:cubicBezTo>
                  <a:lnTo>
                    <a:pt x="119907" y="18238"/>
                  </a:lnTo>
                  <a:cubicBezTo>
                    <a:pt x="117118" y="14318"/>
                    <a:pt x="113586" y="9204"/>
                    <a:pt x="110054" y="6477"/>
                  </a:cubicBezTo>
                  <a:cubicBezTo>
                    <a:pt x="108567" y="5284"/>
                    <a:pt x="107172" y="3920"/>
                    <a:pt x="106429" y="3920"/>
                  </a:cubicBezTo>
                  <a:cubicBezTo>
                    <a:pt x="105778" y="5284"/>
                    <a:pt x="106429" y="6477"/>
                    <a:pt x="105778" y="7840"/>
                  </a:cubicBezTo>
                  <a:cubicBezTo>
                    <a:pt x="104291" y="7840"/>
                    <a:pt x="102896" y="7840"/>
                    <a:pt x="101502" y="7840"/>
                  </a:cubicBezTo>
                  <a:cubicBezTo>
                    <a:pt x="100108" y="7840"/>
                    <a:pt x="99364" y="3920"/>
                    <a:pt x="97970" y="5284"/>
                  </a:cubicBezTo>
                  <a:cubicBezTo>
                    <a:pt x="96483" y="6477"/>
                    <a:pt x="97226" y="12954"/>
                    <a:pt x="95089" y="12954"/>
                  </a:cubicBezTo>
                  <a:cubicBezTo>
                    <a:pt x="92951" y="11761"/>
                    <a:pt x="93694" y="3920"/>
                    <a:pt x="91556" y="2556"/>
                  </a:cubicBezTo>
                  <a:cubicBezTo>
                    <a:pt x="89419" y="1363"/>
                    <a:pt x="87281" y="5284"/>
                    <a:pt x="85143" y="5284"/>
                  </a:cubicBezTo>
                  <a:cubicBezTo>
                    <a:pt x="84492" y="5284"/>
                    <a:pt x="83005" y="5284"/>
                    <a:pt x="82354" y="3920"/>
                  </a:cubicBezTo>
                  <a:cubicBezTo>
                    <a:pt x="80867" y="2556"/>
                    <a:pt x="80867" y="0"/>
                    <a:pt x="79473" y="0"/>
                  </a:cubicBezTo>
                  <a:cubicBezTo>
                    <a:pt x="77335" y="0"/>
                    <a:pt x="74546" y="2556"/>
                    <a:pt x="72408" y="3920"/>
                  </a:cubicBezTo>
                  <a:cubicBezTo>
                    <a:pt x="70271" y="5284"/>
                    <a:pt x="68783" y="6477"/>
                    <a:pt x="66646" y="5284"/>
                  </a:cubicBezTo>
                  <a:cubicBezTo>
                    <a:pt x="64601" y="5284"/>
                    <a:pt x="62463" y="3920"/>
                    <a:pt x="60325" y="2556"/>
                  </a:cubicBezTo>
                  <a:cubicBezTo>
                    <a:pt x="59581" y="2556"/>
                    <a:pt x="58931" y="1363"/>
                    <a:pt x="57443" y="0"/>
                  </a:cubicBezTo>
                  <a:lnTo>
                    <a:pt x="57443" y="0"/>
                  </a:lnTo>
                  <a:cubicBezTo>
                    <a:pt x="56793" y="2556"/>
                    <a:pt x="56049" y="5284"/>
                    <a:pt x="56049" y="9204"/>
                  </a:cubicBezTo>
                  <a:cubicBezTo>
                    <a:pt x="55305" y="11761"/>
                    <a:pt x="56793" y="15681"/>
                    <a:pt x="56049" y="18238"/>
                  </a:cubicBezTo>
                  <a:cubicBezTo>
                    <a:pt x="54655" y="22159"/>
                    <a:pt x="51123" y="22159"/>
                    <a:pt x="48985" y="26079"/>
                  </a:cubicBezTo>
                  <a:cubicBezTo>
                    <a:pt x="48241" y="28636"/>
                    <a:pt x="48985" y="33920"/>
                    <a:pt x="47498" y="35113"/>
                  </a:cubicBezTo>
                  <a:cubicBezTo>
                    <a:pt x="45360" y="37840"/>
                    <a:pt x="43222" y="33920"/>
                    <a:pt x="41084" y="35113"/>
                  </a:cubicBezTo>
                  <a:cubicBezTo>
                    <a:pt x="38295" y="37840"/>
                    <a:pt x="37552" y="44318"/>
                    <a:pt x="34763" y="46875"/>
                  </a:cubicBezTo>
                  <a:cubicBezTo>
                    <a:pt x="31231" y="49431"/>
                    <a:pt x="26955" y="46875"/>
                    <a:pt x="22680" y="49431"/>
                  </a:cubicBezTo>
                  <a:cubicBezTo>
                    <a:pt x="21936" y="49431"/>
                    <a:pt x="21936" y="53352"/>
                    <a:pt x="21285" y="53352"/>
                  </a:cubicBezTo>
                  <a:cubicBezTo>
                    <a:pt x="19798" y="54715"/>
                    <a:pt x="18404" y="52159"/>
                    <a:pt x="17010" y="53352"/>
                  </a:cubicBezTo>
                  <a:cubicBezTo>
                    <a:pt x="14872" y="56079"/>
                    <a:pt x="12734" y="59829"/>
                    <a:pt x="9852" y="62556"/>
                  </a:cubicBezTo>
                  <a:cubicBezTo>
                    <a:pt x="7064" y="63750"/>
                    <a:pt x="3532" y="65113"/>
                    <a:pt x="0" y="66477"/>
                  </a:cubicBezTo>
                  <a:lnTo>
                    <a:pt x="0" y="66477"/>
                  </a:lnTo>
                  <a:cubicBezTo>
                    <a:pt x="0" y="69034"/>
                    <a:pt x="0" y="71590"/>
                    <a:pt x="0" y="74147"/>
                  </a:cubicBezTo>
                  <a:cubicBezTo>
                    <a:pt x="650" y="76875"/>
                    <a:pt x="2137" y="76875"/>
                    <a:pt x="2788" y="79431"/>
                  </a:cubicBezTo>
                  <a:cubicBezTo>
                    <a:pt x="3532" y="81988"/>
                    <a:pt x="2788" y="84715"/>
                    <a:pt x="2788" y="88636"/>
                  </a:cubicBezTo>
                  <a:cubicBezTo>
                    <a:pt x="3532" y="91193"/>
                    <a:pt x="2788" y="95113"/>
                    <a:pt x="4182" y="97670"/>
                  </a:cubicBezTo>
                  <a:cubicBezTo>
                    <a:pt x="5670" y="99034"/>
                    <a:pt x="8458" y="95113"/>
                    <a:pt x="9852" y="97670"/>
                  </a:cubicBezTo>
                  <a:cubicBezTo>
                    <a:pt x="11990" y="100227"/>
                    <a:pt x="11990" y="105511"/>
                    <a:pt x="13477" y="109431"/>
                  </a:cubicBezTo>
                  <a:cubicBezTo>
                    <a:pt x="14872" y="111988"/>
                    <a:pt x="16266" y="117102"/>
                    <a:pt x="18404" y="118465"/>
                  </a:cubicBezTo>
                  <a:cubicBezTo>
                    <a:pt x="21285" y="118465"/>
                    <a:pt x="21936" y="111988"/>
                    <a:pt x="24817" y="109431"/>
                  </a:cubicBezTo>
                  <a:lnTo>
                    <a:pt x="24817" y="109431"/>
                  </a:lnTo>
                  <a:cubicBezTo>
                    <a:pt x="36901" y="109431"/>
                    <a:pt x="34020" y="105511"/>
                    <a:pt x="41084" y="89829"/>
                  </a:cubicBezTo>
                  <a:cubicBezTo>
                    <a:pt x="41828" y="87272"/>
                    <a:pt x="44709" y="70227"/>
                    <a:pt x="46847" y="72954"/>
                  </a:cubicBezTo>
                  <a:cubicBezTo>
                    <a:pt x="49635" y="75511"/>
                    <a:pt x="51773" y="78068"/>
                    <a:pt x="54655" y="80795"/>
                  </a:cubicBezTo>
                  <a:cubicBezTo>
                    <a:pt x="58931" y="83352"/>
                    <a:pt x="63113" y="92556"/>
                    <a:pt x="63113" y="100227"/>
                  </a:cubicBezTo>
                  <a:cubicBezTo>
                    <a:pt x="63113" y="105511"/>
                    <a:pt x="68783" y="102954"/>
                    <a:pt x="69527" y="110625"/>
                  </a:cubicBezTo>
                  <a:cubicBezTo>
                    <a:pt x="70921" y="119829"/>
                    <a:pt x="70921" y="119829"/>
                    <a:pt x="70921" y="119829"/>
                  </a:cubicBezTo>
                  <a:lnTo>
                    <a:pt x="70921" y="119829"/>
                  </a:lnTo>
                  <a:cubicBezTo>
                    <a:pt x="72408" y="115909"/>
                    <a:pt x="77335" y="111988"/>
                    <a:pt x="78822" y="108068"/>
                  </a:cubicBezTo>
                  <a:cubicBezTo>
                    <a:pt x="80216" y="104147"/>
                    <a:pt x="80867" y="99034"/>
                    <a:pt x="81611" y="95113"/>
                  </a:cubicBezTo>
                  <a:cubicBezTo>
                    <a:pt x="82354" y="88636"/>
                    <a:pt x="80867" y="80795"/>
                    <a:pt x="83005" y="78068"/>
                  </a:cubicBezTo>
                  <a:cubicBezTo>
                    <a:pt x="85143" y="74147"/>
                    <a:pt x="88675" y="78068"/>
                    <a:pt x="91556" y="79431"/>
                  </a:cubicBezTo>
                  <a:cubicBezTo>
                    <a:pt x="92951" y="80795"/>
                    <a:pt x="92951" y="83352"/>
                    <a:pt x="94345" y="83352"/>
                  </a:cubicBezTo>
                  <a:cubicBezTo>
                    <a:pt x="95089" y="83352"/>
                    <a:pt x="97226" y="83352"/>
                    <a:pt x="97226" y="80795"/>
                  </a:cubicBezTo>
                  <a:cubicBezTo>
                    <a:pt x="97970" y="78068"/>
                    <a:pt x="96483" y="74147"/>
                    <a:pt x="96483" y="70227"/>
                  </a:cubicBezTo>
                  <a:cubicBezTo>
                    <a:pt x="96483" y="69034"/>
                    <a:pt x="96483" y="66477"/>
                    <a:pt x="97226" y="65113"/>
                  </a:cubicBezTo>
                  <a:cubicBezTo>
                    <a:pt x="98621" y="62556"/>
                    <a:pt x="100108" y="63750"/>
                    <a:pt x="101502" y="61193"/>
                  </a:cubicBezTo>
                  <a:cubicBezTo>
                    <a:pt x="102153" y="59829"/>
                    <a:pt x="101502" y="54715"/>
                    <a:pt x="102896" y="53352"/>
                  </a:cubicBezTo>
                  <a:cubicBezTo>
                    <a:pt x="105034" y="53352"/>
                    <a:pt x="106429" y="58636"/>
                    <a:pt x="108567" y="58636"/>
                  </a:cubicBezTo>
                  <a:cubicBezTo>
                    <a:pt x="110054" y="58636"/>
                    <a:pt x="111448" y="57272"/>
                    <a:pt x="112842" y="56079"/>
                  </a:cubicBezTo>
                  <a:cubicBezTo>
                    <a:pt x="114237" y="56079"/>
                    <a:pt x="114980" y="54715"/>
                    <a:pt x="116374" y="5471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4" name="Shape 11264"/>
            <p:cNvSpPr/>
            <p:nvPr/>
          </p:nvSpPr>
          <p:spPr>
            <a:xfrm rot="3648446">
              <a:off x="7501850" y="2469403"/>
              <a:ext cx="317750" cy="2684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01" y="2671"/>
                  </a:moveTo>
                  <a:lnTo>
                    <a:pt x="119901" y="2671"/>
                  </a:lnTo>
                  <a:cubicBezTo>
                    <a:pt x="119116" y="5343"/>
                    <a:pt x="119901" y="8015"/>
                    <a:pt x="119116" y="9757"/>
                  </a:cubicBezTo>
                  <a:cubicBezTo>
                    <a:pt x="117645" y="11616"/>
                    <a:pt x="115388" y="11616"/>
                    <a:pt x="113916" y="12429"/>
                  </a:cubicBezTo>
                  <a:lnTo>
                    <a:pt x="113916" y="12429"/>
                  </a:lnTo>
                  <a:cubicBezTo>
                    <a:pt x="111659" y="13359"/>
                    <a:pt x="109403" y="14288"/>
                    <a:pt x="108618" y="16030"/>
                  </a:cubicBezTo>
                  <a:cubicBezTo>
                    <a:pt x="107146" y="18702"/>
                    <a:pt x="109403" y="22303"/>
                    <a:pt x="110188" y="24859"/>
                  </a:cubicBezTo>
                  <a:cubicBezTo>
                    <a:pt x="110188" y="27531"/>
                    <a:pt x="108618" y="30203"/>
                    <a:pt x="109403" y="32875"/>
                  </a:cubicBezTo>
                  <a:cubicBezTo>
                    <a:pt x="110188" y="35546"/>
                    <a:pt x="113131" y="36476"/>
                    <a:pt x="113916" y="38218"/>
                  </a:cubicBezTo>
                  <a:cubicBezTo>
                    <a:pt x="113916" y="39961"/>
                    <a:pt x="110874" y="40890"/>
                    <a:pt x="110874" y="42633"/>
                  </a:cubicBezTo>
                  <a:cubicBezTo>
                    <a:pt x="112346" y="47047"/>
                    <a:pt x="116173" y="51577"/>
                    <a:pt x="116860" y="55992"/>
                  </a:cubicBezTo>
                  <a:cubicBezTo>
                    <a:pt x="117645" y="59477"/>
                    <a:pt x="115388" y="62149"/>
                    <a:pt x="114603" y="64820"/>
                  </a:cubicBezTo>
                  <a:lnTo>
                    <a:pt x="114603" y="64820"/>
                  </a:lnTo>
                  <a:cubicBezTo>
                    <a:pt x="113916" y="66563"/>
                    <a:pt x="113131" y="68422"/>
                    <a:pt x="113131" y="71093"/>
                  </a:cubicBezTo>
                  <a:cubicBezTo>
                    <a:pt x="112346" y="72836"/>
                    <a:pt x="113916" y="75508"/>
                    <a:pt x="113131" y="77250"/>
                  </a:cubicBezTo>
                  <a:cubicBezTo>
                    <a:pt x="111659" y="79922"/>
                    <a:pt x="107931" y="79922"/>
                    <a:pt x="105674" y="82594"/>
                  </a:cubicBezTo>
                  <a:cubicBezTo>
                    <a:pt x="104889" y="84336"/>
                    <a:pt x="105674" y="87938"/>
                    <a:pt x="104104" y="88751"/>
                  </a:cubicBezTo>
                  <a:cubicBezTo>
                    <a:pt x="101847" y="90609"/>
                    <a:pt x="99591" y="87938"/>
                    <a:pt x="97334" y="88751"/>
                  </a:cubicBezTo>
                  <a:cubicBezTo>
                    <a:pt x="94390" y="90609"/>
                    <a:pt x="93605" y="95024"/>
                    <a:pt x="90662" y="96766"/>
                  </a:cubicBezTo>
                  <a:cubicBezTo>
                    <a:pt x="86933" y="98509"/>
                    <a:pt x="82420" y="96766"/>
                    <a:pt x="77906" y="98509"/>
                  </a:cubicBezTo>
                  <a:cubicBezTo>
                    <a:pt x="77121" y="98509"/>
                    <a:pt x="77121" y="101181"/>
                    <a:pt x="76434" y="101181"/>
                  </a:cubicBezTo>
                  <a:cubicBezTo>
                    <a:pt x="74865" y="102110"/>
                    <a:pt x="73393" y="100367"/>
                    <a:pt x="71921" y="101181"/>
                  </a:cubicBezTo>
                  <a:cubicBezTo>
                    <a:pt x="69664" y="103039"/>
                    <a:pt x="67408" y="105595"/>
                    <a:pt x="64366" y="107454"/>
                  </a:cubicBezTo>
                  <a:cubicBezTo>
                    <a:pt x="61422" y="108267"/>
                    <a:pt x="57694" y="109196"/>
                    <a:pt x="53965" y="110125"/>
                  </a:cubicBezTo>
                  <a:lnTo>
                    <a:pt x="53965" y="110125"/>
                  </a:lnTo>
                  <a:cubicBezTo>
                    <a:pt x="50923" y="109196"/>
                    <a:pt x="47195" y="107454"/>
                    <a:pt x="44153" y="108267"/>
                  </a:cubicBezTo>
                  <a:cubicBezTo>
                    <a:pt x="43466" y="109196"/>
                    <a:pt x="43466" y="111868"/>
                    <a:pt x="42681" y="112681"/>
                  </a:cubicBezTo>
                  <a:cubicBezTo>
                    <a:pt x="38953" y="115353"/>
                    <a:pt x="35224" y="119883"/>
                    <a:pt x="30711" y="119883"/>
                  </a:cubicBezTo>
                  <a:cubicBezTo>
                    <a:pt x="27669" y="119883"/>
                    <a:pt x="25412" y="115353"/>
                    <a:pt x="23941" y="111868"/>
                  </a:cubicBezTo>
                  <a:cubicBezTo>
                    <a:pt x="22469" y="108267"/>
                    <a:pt x="21684" y="103039"/>
                    <a:pt x="20997" y="98509"/>
                  </a:cubicBezTo>
                  <a:cubicBezTo>
                    <a:pt x="20997" y="95024"/>
                    <a:pt x="20997" y="92352"/>
                    <a:pt x="20997" y="88751"/>
                  </a:cubicBezTo>
                  <a:cubicBezTo>
                    <a:pt x="21684" y="84336"/>
                    <a:pt x="23254" y="80851"/>
                    <a:pt x="24726" y="76321"/>
                  </a:cubicBezTo>
                  <a:cubicBezTo>
                    <a:pt x="25412" y="74578"/>
                    <a:pt x="27669" y="73649"/>
                    <a:pt x="28454" y="71093"/>
                  </a:cubicBezTo>
                  <a:cubicBezTo>
                    <a:pt x="28454" y="69235"/>
                    <a:pt x="26982" y="68422"/>
                    <a:pt x="26982" y="66563"/>
                  </a:cubicBezTo>
                  <a:cubicBezTo>
                    <a:pt x="26982" y="66563"/>
                    <a:pt x="19427" y="68422"/>
                    <a:pt x="18740" y="68422"/>
                  </a:cubicBezTo>
                  <a:lnTo>
                    <a:pt x="14227" y="63078"/>
                  </a:lnTo>
                  <a:cubicBezTo>
                    <a:pt x="11970" y="63078"/>
                    <a:pt x="9713" y="64007"/>
                    <a:pt x="8242" y="63078"/>
                  </a:cubicBezTo>
                  <a:cubicBezTo>
                    <a:pt x="5985" y="61335"/>
                    <a:pt x="5200" y="58664"/>
                    <a:pt x="4415" y="55992"/>
                  </a:cubicBezTo>
                  <a:cubicBezTo>
                    <a:pt x="3728" y="55062"/>
                    <a:pt x="686" y="54133"/>
                    <a:pt x="0" y="53320"/>
                  </a:cubicBezTo>
                  <a:lnTo>
                    <a:pt x="0" y="53320"/>
                  </a:lnTo>
                  <a:cubicBezTo>
                    <a:pt x="2256" y="51577"/>
                    <a:pt x="6672" y="49719"/>
                    <a:pt x="8242" y="48906"/>
                  </a:cubicBezTo>
                  <a:cubicBezTo>
                    <a:pt x="11970" y="47976"/>
                    <a:pt x="15699" y="48906"/>
                    <a:pt x="19427" y="47047"/>
                  </a:cubicBezTo>
                  <a:cubicBezTo>
                    <a:pt x="20997" y="46234"/>
                    <a:pt x="22469" y="43562"/>
                    <a:pt x="23941" y="43562"/>
                  </a:cubicBezTo>
                  <a:cubicBezTo>
                    <a:pt x="24726" y="42633"/>
                    <a:pt x="26197" y="44375"/>
                    <a:pt x="26982" y="43562"/>
                  </a:cubicBezTo>
                  <a:cubicBezTo>
                    <a:pt x="29926" y="43562"/>
                    <a:pt x="31398" y="40890"/>
                    <a:pt x="34439" y="40890"/>
                  </a:cubicBezTo>
                  <a:cubicBezTo>
                    <a:pt x="36696" y="40890"/>
                    <a:pt x="39640" y="44375"/>
                    <a:pt x="41896" y="43562"/>
                  </a:cubicBezTo>
                  <a:cubicBezTo>
                    <a:pt x="44153" y="41703"/>
                    <a:pt x="44938" y="37289"/>
                    <a:pt x="46410" y="34617"/>
                  </a:cubicBezTo>
                  <a:cubicBezTo>
                    <a:pt x="47195" y="32875"/>
                    <a:pt x="47195" y="30203"/>
                    <a:pt x="48667" y="28460"/>
                  </a:cubicBezTo>
                  <a:cubicBezTo>
                    <a:pt x="50923" y="26718"/>
                    <a:pt x="53180" y="26718"/>
                    <a:pt x="55437" y="24859"/>
                  </a:cubicBezTo>
                  <a:cubicBezTo>
                    <a:pt x="57694" y="24046"/>
                    <a:pt x="59950" y="23117"/>
                    <a:pt x="60637" y="21374"/>
                  </a:cubicBezTo>
                  <a:cubicBezTo>
                    <a:pt x="62207" y="19632"/>
                    <a:pt x="59950" y="16030"/>
                    <a:pt x="61422" y="14288"/>
                  </a:cubicBezTo>
                  <a:cubicBezTo>
                    <a:pt x="62894" y="13359"/>
                    <a:pt x="65151" y="13359"/>
                    <a:pt x="66623" y="13359"/>
                  </a:cubicBezTo>
                  <a:cubicBezTo>
                    <a:pt x="67408" y="13359"/>
                    <a:pt x="68192" y="15101"/>
                    <a:pt x="68879" y="15101"/>
                  </a:cubicBezTo>
                  <a:cubicBezTo>
                    <a:pt x="71136" y="14288"/>
                    <a:pt x="72608" y="9757"/>
                    <a:pt x="75650" y="9757"/>
                  </a:cubicBezTo>
                  <a:cubicBezTo>
                    <a:pt x="80948" y="8015"/>
                    <a:pt x="86148" y="11616"/>
                    <a:pt x="91349" y="10687"/>
                  </a:cubicBezTo>
                  <a:cubicBezTo>
                    <a:pt x="93605" y="9757"/>
                    <a:pt x="95175" y="6272"/>
                    <a:pt x="97334" y="5343"/>
                  </a:cubicBezTo>
                  <a:cubicBezTo>
                    <a:pt x="101847" y="2671"/>
                    <a:pt x="106361" y="929"/>
                    <a:pt x="110874" y="929"/>
                  </a:cubicBezTo>
                  <a:cubicBezTo>
                    <a:pt x="113916" y="0"/>
                    <a:pt x="116860" y="1858"/>
                    <a:pt x="119901" y="267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5" name="Shape 11265"/>
            <p:cNvSpPr/>
            <p:nvPr/>
          </p:nvSpPr>
          <p:spPr>
            <a:xfrm rot="3648446">
              <a:off x="7238146" y="2386182"/>
              <a:ext cx="429021" cy="35333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3858" y="0"/>
                  </a:moveTo>
                  <a:lnTo>
                    <a:pt x="53858" y="0"/>
                  </a:lnTo>
                  <a:cubicBezTo>
                    <a:pt x="54367" y="617"/>
                    <a:pt x="56620" y="1323"/>
                    <a:pt x="57129" y="2029"/>
                  </a:cubicBezTo>
                  <a:cubicBezTo>
                    <a:pt x="57710" y="4058"/>
                    <a:pt x="58291" y="6088"/>
                    <a:pt x="59963" y="7411"/>
                  </a:cubicBezTo>
                  <a:cubicBezTo>
                    <a:pt x="61053" y="8117"/>
                    <a:pt x="62725" y="7411"/>
                    <a:pt x="64397" y="7411"/>
                  </a:cubicBezTo>
                  <a:lnTo>
                    <a:pt x="67740" y="11470"/>
                  </a:lnTo>
                  <a:cubicBezTo>
                    <a:pt x="68249" y="11470"/>
                    <a:pt x="73846" y="10058"/>
                    <a:pt x="73846" y="10058"/>
                  </a:cubicBezTo>
                  <a:cubicBezTo>
                    <a:pt x="73846" y="11470"/>
                    <a:pt x="74936" y="12088"/>
                    <a:pt x="74936" y="13500"/>
                  </a:cubicBezTo>
                  <a:cubicBezTo>
                    <a:pt x="74354" y="15441"/>
                    <a:pt x="72683" y="16147"/>
                    <a:pt x="72174" y="17470"/>
                  </a:cubicBezTo>
                  <a:cubicBezTo>
                    <a:pt x="71084" y="20911"/>
                    <a:pt x="69921" y="23558"/>
                    <a:pt x="69412" y="26911"/>
                  </a:cubicBezTo>
                  <a:cubicBezTo>
                    <a:pt x="69412" y="29647"/>
                    <a:pt x="69412" y="31676"/>
                    <a:pt x="69412" y="34323"/>
                  </a:cubicBezTo>
                  <a:cubicBezTo>
                    <a:pt x="69921" y="37764"/>
                    <a:pt x="70502" y="41735"/>
                    <a:pt x="71592" y="44470"/>
                  </a:cubicBezTo>
                  <a:cubicBezTo>
                    <a:pt x="72683" y="47117"/>
                    <a:pt x="74354" y="50558"/>
                    <a:pt x="76608" y="50558"/>
                  </a:cubicBezTo>
                  <a:cubicBezTo>
                    <a:pt x="79951" y="50558"/>
                    <a:pt x="82713" y="47117"/>
                    <a:pt x="85475" y="45088"/>
                  </a:cubicBezTo>
                  <a:cubicBezTo>
                    <a:pt x="86056" y="44470"/>
                    <a:pt x="86056" y="42441"/>
                    <a:pt x="86565" y="41735"/>
                  </a:cubicBezTo>
                  <a:cubicBezTo>
                    <a:pt x="88818" y="41117"/>
                    <a:pt x="91580" y="42441"/>
                    <a:pt x="93834" y="43147"/>
                  </a:cubicBezTo>
                  <a:lnTo>
                    <a:pt x="93834" y="43147"/>
                  </a:lnTo>
                  <a:cubicBezTo>
                    <a:pt x="93834" y="44470"/>
                    <a:pt x="93834" y="45794"/>
                    <a:pt x="93834" y="47117"/>
                  </a:cubicBezTo>
                  <a:cubicBezTo>
                    <a:pt x="94342" y="48529"/>
                    <a:pt x="95505" y="48529"/>
                    <a:pt x="96014" y="49852"/>
                  </a:cubicBezTo>
                  <a:cubicBezTo>
                    <a:pt x="96596" y="51176"/>
                    <a:pt x="96014" y="52588"/>
                    <a:pt x="96014" y="54617"/>
                  </a:cubicBezTo>
                  <a:cubicBezTo>
                    <a:pt x="96596" y="55941"/>
                    <a:pt x="96014" y="57970"/>
                    <a:pt x="97104" y="59294"/>
                  </a:cubicBezTo>
                  <a:cubicBezTo>
                    <a:pt x="98267" y="60000"/>
                    <a:pt x="100448" y="57970"/>
                    <a:pt x="101538" y="59294"/>
                  </a:cubicBezTo>
                  <a:cubicBezTo>
                    <a:pt x="103210" y="60617"/>
                    <a:pt x="103210" y="63352"/>
                    <a:pt x="104373" y="65382"/>
                  </a:cubicBezTo>
                  <a:cubicBezTo>
                    <a:pt x="105463" y="66705"/>
                    <a:pt x="106553" y="69352"/>
                    <a:pt x="108225" y="70058"/>
                  </a:cubicBezTo>
                  <a:cubicBezTo>
                    <a:pt x="110478" y="70058"/>
                    <a:pt x="110987" y="66705"/>
                    <a:pt x="113240" y="65382"/>
                  </a:cubicBezTo>
                  <a:lnTo>
                    <a:pt x="113240" y="65382"/>
                  </a:lnTo>
                  <a:cubicBezTo>
                    <a:pt x="113240" y="66705"/>
                    <a:pt x="113821" y="68735"/>
                    <a:pt x="113821" y="70764"/>
                  </a:cubicBezTo>
                  <a:cubicBezTo>
                    <a:pt x="113821" y="73411"/>
                    <a:pt x="112150" y="72088"/>
                    <a:pt x="111568" y="73411"/>
                  </a:cubicBezTo>
                  <a:cubicBezTo>
                    <a:pt x="110987" y="74823"/>
                    <a:pt x="114912" y="80205"/>
                    <a:pt x="116002" y="81529"/>
                  </a:cubicBezTo>
                  <a:cubicBezTo>
                    <a:pt x="119927" y="87617"/>
                    <a:pt x="118764" y="95029"/>
                    <a:pt x="111568" y="95029"/>
                  </a:cubicBezTo>
                  <a:cubicBezTo>
                    <a:pt x="106553" y="95647"/>
                    <a:pt x="107135" y="106500"/>
                    <a:pt x="106044" y="110558"/>
                  </a:cubicBezTo>
                  <a:cubicBezTo>
                    <a:pt x="104881" y="113205"/>
                    <a:pt x="102119" y="115941"/>
                    <a:pt x="101538" y="118588"/>
                  </a:cubicBezTo>
                  <a:cubicBezTo>
                    <a:pt x="98267" y="118588"/>
                    <a:pt x="101029" y="109852"/>
                    <a:pt x="101029" y="108529"/>
                  </a:cubicBezTo>
                  <a:cubicBezTo>
                    <a:pt x="101029" y="104470"/>
                    <a:pt x="93834" y="107823"/>
                    <a:pt x="97686" y="114529"/>
                  </a:cubicBezTo>
                  <a:cubicBezTo>
                    <a:pt x="97686" y="115235"/>
                    <a:pt x="99357" y="117264"/>
                    <a:pt x="98776" y="117264"/>
                  </a:cubicBezTo>
                  <a:lnTo>
                    <a:pt x="98776" y="117264"/>
                  </a:lnTo>
                  <a:lnTo>
                    <a:pt x="98776" y="117264"/>
                  </a:lnTo>
                  <a:cubicBezTo>
                    <a:pt x="98267" y="117264"/>
                    <a:pt x="97104" y="118588"/>
                    <a:pt x="96596" y="118588"/>
                  </a:cubicBezTo>
                  <a:cubicBezTo>
                    <a:pt x="93834" y="118588"/>
                    <a:pt x="92671" y="117264"/>
                    <a:pt x="90999" y="115235"/>
                  </a:cubicBezTo>
                  <a:cubicBezTo>
                    <a:pt x="89909" y="113911"/>
                    <a:pt x="86056" y="113205"/>
                    <a:pt x="86056" y="111882"/>
                  </a:cubicBezTo>
                  <a:cubicBezTo>
                    <a:pt x="86056" y="105088"/>
                    <a:pt x="74936" y="119911"/>
                    <a:pt x="71084" y="117264"/>
                  </a:cubicBezTo>
                  <a:cubicBezTo>
                    <a:pt x="68249" y="115235"/>
                    <a:pt x="66577" y="111882"/>
                    <a:pt x="63815" y="111176"/>
                  </a:cubicBezTo>
                  <a:cubicBezTo>
                    <a:pt x="59382" y="109852"/>
                    <a:pt x="64397" y="103764"/>
                    <a:pt x="57710" y="103764"/>
                  </a:cubicBezTo>
                  <a:cubicBezTo>
                    <a:pt x="54367" y="103764"/>
                    <a:pt x="58291" y="99088"/>
                    <a:pt x="54948" y="98382"/>
                  </a:cubicBezTo>
                  <a:cubicBezTo>
                    <a:pt x="52186" y="98382"/>
                    <a:pt x="48261" y="97058"/>
                    <a:pt x="46081" y="97058"/>
                  </a:cubicBezTo>
                  <a:cubicBezTo>
                    <a:pt x="39394" y="97058"/>
                    <a:pt x="41574" y="99088"/>
                    <a:pt x="36050" y="95029"/>
                  </a:cubicBezTo>
                  <a:cubicBezTo>
                    <a:pt x="34960" y="94323"/>
                    <a:pt x="34960" y="84264"/>
                    <a:pt x="34379" y="82235"/>
                  </a:cubicBezTo>
                  <a:cubicBezTo>
                    <a:pt x="32707" y="72794"/>
                    <a:pt x="33288" y="78176"/>
                    <a:pt x="26602" y="74117"/>
                  </a:cubicBezTo>
                  <a:cubicBezTo>
                    <a:pt x="23331" y="72088"/>
                    <a:pt x="18824" y="60000"/>
                    <a:pt x="17734" y="60000"/>
                  </a:cubicBezTo>
                  <a:cubicBezTo>
                    <a:pt x="14391" y="59294"/>
                    <a:pt x="13882" y="61323"/>
                    <a:pt x="12719" y="55941"/>
                  </a:cubicBezTo>
                  <a:cubicBezTo>
                    <a:pt x="12719" y="55941"/>
                    <a:pt x="12719" y="55941"/>
                    <a:pt x="12719" y="56647"/>
                  </a:cubicBezTo>
                  <a:cubicBezTo>
                    <a:pt x="11629" y="51882"/>
                    <a:pt x="508" y="43147"/>
                    <a:pt x="2180" y="39088"/>
                  </a:cubicBezTo>
                  <a:cubicBezTo>
                    <a:pt x="3343" y="36352"/>
                    <a:pt x="1090" y="37764"/>
                    <a:pt x="0" y="35735"/>
                  </a:cubicBezTo>
                  <a:cubicBezTo>
                    <a:pt x="1090" y="35029"/>
                    <a:pt x="5015" y="35029"/>
                    <a:pt x="7195" y="34323"/>
                  </a:cubicBezTo>
                  <a:cubicBezTo>
                    <a:pt x="8867" y="33000"/>
                    <a:pt x="9957" y="29647"/>
                    <a:pt x="12210" y="29647"/>
                  </a:cubicBezTo>
                  <a:cubicBezTo>
                    <a:pt x="16062" y="29647"/>
                    <a:pt x="17734" y="21529"/>
                    <a:pt x="18824" y="17470"/>
                  </a:cubicBezTo>
                  <a:cubicBezTo>
                    <a:pt x="20496" y="13500"/>
                    <a:pt x="24930" y="19500"/>
                    <a:pt x="27183" y="19500"/>
                  </a:cubicBezTo>
                  <a:cubicBezTo>
                    <a:pt x="29436" y="19500"/>
                    <a:pt x="39394" y="18882"/>
                    <a:pt x="39975" y="16852"/>
                  </a:cubicBezTo>
                  <a:cubicBezTo>
                    <a:pt x="40484" y="14117"/>
                    <a:pt x="41066" y="10764"/>
                    <a:pt x="42737" y="8117"/>
                  </a:cubicBezTo>
                  <a:cubicBezTo>
                    <a:pt x="44409" y="6705"/>
                    <a:pt x="48261" y="4676"/>
                    <a:pt x="50514" y="2647"/>
                  </a:cubicBezTo>
                  <a:cubicBezTo>
                    <a:pt x="53276" y="617"/>
                    <a:pt x="53858" y="617"/>
                    <a:pt x="53858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6" name="Shape 11266"/>
            <p:cNvSpPr/>
            <p:nvPr/>
          </p:nvSpPr>
          <p:spPr>
            <a:xfrm rot="3648446">
              <a:off x="7543436" y="2380479"/>
              <a:ext cx="427874" cy="2489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766" y="0"/>
                  </a:moveTo>
                  <a:lnTo>
                    <a:pt x="60766" y="0"/>
                  </a:lnTo>
                  <a:cubicBezTo>
                    <a:pt x="60766" y="1884"/>
                    <a:pt x="60766" y="2890"/>
                    <a:pt x="58575" y="3769"/>
                  </a:cubicBezTo>
                  <a:cubicBezTo>
                    <a:pt x="55216" y="5780"/>
                    <a:pt x="55216" y="14324"/>
                    <a:pt x="55727" y="19979"/>
                  </a:cubicBezTo>
                  <a:cubicBezTo>
                    <a:pt x="56895" y="31539"/>
                    <a:pt x="52951" y="42094"/>
                    <a:pt x="48496" y="49759"/>
                  </a:cubicBezTo>
                  <a:cubicBezTo>
                    <a:pt x="45721" y="54534"/>
                    <a:pt x="43530" y="54534"/>
                    <a:pt x="43530" y="62198"/>
                  </a:cubicBezTo>
                  <a:cubicBezTo>
                    <a:pt x="43530" y="64209"/>
                    <a:pt x="45721" y="74764"/>
                    <a:pt x="42945" y="74764"/>
                  </a:cubicBezTo>
                  <a:lnTo>
                    <a:pt x="41265" y="72753"/>
                  </a:lnTo>
                  <a:lnTo>
                    <a:pt x="40681" y="73759"/>
                  </a:lnTo>
                  <a:lnTo>
                    <a:pt x="40681" y="73759"/>
                  </a:lnTo>
                  <a:cubicBezTo>
                    <a:pt x="37321" y="75643"/>
                    <a:pt x="35130" y="71874"/>
                    <a:pt x="32355" y="72753"/>
                  </a:cubicBezTo>
                  <a:cubicBezTo>
                    <a:pt x="32355" y="74764"/>
                    <a:pt x="27900" y="78534"/>
                    <a:pt x="27315" y="78534"/>
                  </a:cubicBezTo>
                  <a:cubicBezTo>
                    <a:pt x="21765" y="81424"/>
                    <a:pt x="18405" y="91099"/>
                    <a:pt x="13365" y="77654"/>
                  </a:cubicBezTo>
                  <a:cubicBezTo>
                    <a:pt x="11101" y="71874"/>
                    <a:pt x="10006" y="78534"/>
                    <a:pt x="8326" y="83434"/>
                  </a:cubicBezTo>
                  <a:cubicBezTo>
                    <a:pt x="6646" y="88209"/>
                    <a:pt x="3870" y="86198"/>
                    <a:pt x="1679" y="87204"/>
                  </a:cubicBezTo>
                  <a:cubicBezTo>
                    <a:pt x="1679" y="89089"/>
                    <a:pt x="4455" y="90094"/>
                    <a:pt x="2775" y="92984"/>
                  </a:cubicBezTo>
                  <a:cubicBezTo>
                    <a:pt x="0" y="99643"/>
                    <a:pt x="3870" y="100649"/>
                    <a:pt x="6646" y="102534"/>
                  </a:cubicBezTo>
                  <a:cubicBezTo>
                    <a:pt x="8910" y="105424"/>
                    <a:pt x="7230" y="109319"/>
                    <a:pt x="8910" y="111204"/>
                  </a:cubicBezTo>
                  <a:cubicBezTo>
                    <a:pt x="10590" y="113089"/>
                    <a:pt x="15045" y="104418"/>
                    <a:pt x="17821" y="112209"/>
                  </a:cubicBezTo>
                  <a:cubicBezTo>
                    <a:pt x="20596" y="119874"/>
                    <a:pt x="22860" y="112209"/>
                    <a:pt x="26220" y="111204"/>
                  </a:cubicBezTo>
                  <a:cubicBezTo>
                    <a:pt x="26220" y="114094"/>
                    <a:pt x="26220" y="115979"/>
                    <a:pt x="26220" y="116984"/>
                  </a:cubicBezTo>
                  <a:lnTo>
                    <a:pt x="26220" y="116984"/>
                  </a:lnTo>
                  <a:cubicBezTo>
                    <a:pt x="27900" y="115099"/>
                    <a:pt x="31186" y="113089"/>
                    <a:pt x="32355" y="112209"/>
                  </a:cubicBezTo>
                  <a:cubicBezTo>
                    <a:pt x="35130" y="111204"/>
                    <a:pt x="37906" y="112209"/>
                    <a:pt x="40681" y="110198"/>
                  </a:cubicBezTo>
                  <a:cubicBezTo>
                    <a:pt x="41850" y="109319"/>
                    <a:pt x="42945" y="106429"/>
                    <a:pt x="44041" y="106429"/>
                  </a:cubicBezTo>
                  <a:cubicBezTo>
                    <a:pt x="44625" y="105424"/>
                    <a:pt x="45721" y="107308"/>
                    <a:pt x="46305" y="106429"/>
                  </a:cubicBezTo>
                  <a:cubicBezTo>
                    <a:pt x="48496" y="106429"/>
                    <a:pt x="49592" y="103539"/>
                    <a:pt x="51856" y="103539"/>
                  </a:cubicBezTo>
                  <a:cubicBezTo>
                    <a:pt x="53536" y="103539"/>
                    <a:pt x="55727" y="107308"/>
                    <a:pt x="57407" y="106429"/>
                  </a:cubicBezTo>
                  <a:cubicBezTo>
                    <a:pt x="59087" y="104418"/>
                    <a:pt x="59671" y="99643"/>
                    <a:pt x="60766" y="96753"/>
                  </a:cubicBezTo>
                  <a:cubicBezTo>
                    <a:pt x="61351" y="94869"/>
                    <a:pt x="61351" y="91979"/>
                    <a:pt x="62446" y="90094"/>
                  </a:cubicBezTo>
                  <a:cubicBezTo>
                    <a:pt x="64126" y="88209"/>
                    <a:pt x="65806" y="88209"/>
                    <a:pt x="67486" y="86198"/>
                  </a:cubicBezTo>
                  <a:cubicBezTo>
                    <a:pt x="69166" y="85319"/>
                    <a:pt x="70846" y="84314"/>
                    <a:pt x="71357" y="82429"/>
                  </a:cubicBezTo>
                  <a:cubicBezTo>
                    <a:pt x="72525" y="80544"/>
                    <a:pt x="70846" y="76649"/>
                    <a:pt x="71941" y="74764"/>
                  </a:cubicBezTo>
                  <a:cubicBezTo>
                    <a:pt x="73037" y="73759"/>
                    <a:pt x="74716" y="73759"/>
                    <a:pt x="75812" y="73759"/>
                  </a:cubicBezTo>
                  <a:cubicBezTo>
                    <a:pt x="76396" y="73759"/>
                    <a:pt x="76981" y="75643"/>
                    <a:pt x="77492" y="75643"/>
                  </a:cubicBezTo>
                  <a:cubicBezTo>
                    <a:pt x="79172" y="74764"/>
                    <a:pt x="80267" y="69863"/>
                    <a:pt x="82531" y="69863"/>
                  </a:cubicBezTo>
                  <a:cubicBezTo>
                    <a:pt x="86475" y="67979"/>
                    <a:pt x="90346" y="71874"/>
                    <a:pt x="94217" y="70869"/>
                  </a:cubicBezTo>
                  <a:cubicBezTo>
                    <a:pt x="95897" y="69863"/>
                    <a:pt x="97066" y="66094"/>
                    <a:pt x="98673" y="65089"/>
                  </a:cubicBezTo>
                  <a:cubicBezTo>
                    <a:pt x="102032" y="62198"/>
                    <a:pt x="105392" y="60314"/>
                    <a:pt x="108752" y="60314"/>
                  </a:cubicBezTo>
                  <a:cubicBezTo>
                    <a:pt x="111016" y="59308"/>
                    <a:pt x="113207" y="61319"/>
                    <a:pt x="115471" y="62198"/>
                  </a:cubicBezTo>
                  <a:lnTo>
                    <a:pt x="115471" y="62198"/>
                  </a:lnTo>
                  <a:cubicBezTo>
                    <a:pt x="116567" y="62198"/>
                    <a:pt x="117662" y="62198"/>
                    <a:pt x="118247" y="62198"/>
                  </a:cubicBezTo>
                  <a:cubicBezTo>
                    <a:pt x="119342" y="61319"/>
                    <a:pt x="119926" y="59308"/>
                    <a:pt x="119926" y="58429"/>
                  </a:cubicBezTo>
                  <a:cubicBezTo>
                    <a:pt x="119342" y="55539"/>
                    <a:pt x="117151" y="54534"/>
                    <a:pt x="117151" y="52649"/>
                  </a:cubicBezTo>
                  <a:cubicBezTo>
                    <a:pt x="117151" y="49759"/>
                    <a:pt x="118247" y="47874"/>
                    <a:pt x="118758" y="45989"/>
                  </a:cubicBezTo>
                  <a:lnTo>
                    <a:pt x="118758" y="45989"/>
                  </a:lnTo>
                  <a:cubicBezTo>
                    <a:pt x="117662" y="43979"/>
                    <a:pt x="116567" y="42094"/>
                    <a:pt x="115471" y="41089"/>
                  </a:cubicBezTo>
                  <a:cubicBezTo>
                    <a:pt x="113791" y="41089"/>
                    <a:pt x="112111" y="41089"/>
                    <a:pt x="110432" y="42094"/>
                  </a:cubicBezTo>
                  <a:cubicBezTo>
                    <a:pt x="109336" y="43099"/>
                    <a:pt x="108752" y="43979"/>
                    <a:pt x="107656" y="44984"/>
                  </a:cubicBezTo>
                  <a:lnTo>
                    <a:pt x="107656" y="44984"/>
                  </a:lnTo>
                  <a:cubicBezTo>
                    <a:pt x="106561" y="45989"/>
                    <a:pt x="105392" y="44984"/>
                    <a:pt x="104297" y="45989"/>
                  </a:cubicBezTo>
                  <a:cubicBezTo>
                    <a:pt x="103712" y="45989"/>
                    <a:pt x="103201" y="47874"/>
                    <a:pt x="102617" y="47874"/>
                  </a:cubicBezTo>
                  <a:cubicBezTo>
                    <a:pt x="101521" y="47874"/>
                    <a:pt x="99841" y="46869"/>
                    <a:pt x="98673" y="46869"/>
                  </a:cubicBezTo>
                  <a:cubicBezTo>
                    <a:pt x="98161" y="46869"/>
                    <a:pt x="97577" y="48879"/>
                    <a:pt x="97066" y="48879"/>
                  </a:cubicBezTo>
                  <a:cubicBezTo>
                    <a:pt x="96482" y="47874"/>
                    <a:pt x="96482" y="44984"/>
                    <a:pt x="95897" y="43979"/>
                  </a:cubicBezTo>
                  <a:cubicBezTo>
                    <a:pt x="93706" y="40209"/>
                    <a:pt x="92026" y="35308"/>
                    <a:pt x="89251" y="33424"/>
                  </a:cubicBezTo>
                  <a:cubicBezTo>
                    <a:pt x="88155" y="32544"/>
                    <a:pt x="87571" y="35308"/>
                    <a:pt x="86475" y="36314"/>
                  </a:cubicBezTo>
                  <a:cubicBezTo>
                    <a:pt x="85307" y="36314"/>
                    <a:pt x="84796" y="34429"/>
                    <a:pt x="84796" y="33424"/>
                  </a:cubicBezTo>
                  <a:cubicBezTo>
                    <a:pt x="84796" y="32544"/>
                    <a:pt x="86987" y="33424"/>
                    <a:pt x="86987" y="31539"/>
                  </a:cubicBezTo>
                  <a:cubicBezTo>
                    <a:pt x="86987" y="28649"/>
                    <a:pt x="86987" y="23874"/>
                    <a:pt x="85307" y="21989"/>
                  </a:cubicBezTo>
                  <a:cubicBezTo>
                    <a:pt x="83116" y="19979"/>
                    <a:pt x="79172" y="25759"/>
                    <a:pt x="77492" y="22869"/>
                  </a:cubicBezTo>
                  <a:cubicBezTo>
                    <a:pt x="76396" y="19979"/>
                    <a:pt x="80267" y="15204"/>
                    <a:pt x="79172" y="11434"/>
                  </a:cubicBezTo>
                  <a:cubicBezTo>
                    <a:pt x="78076" y="9549"/>
                    <a:pt x="75812" y="10554"/>
                    <a:pt x="73621" y="10554"/>
                  </a:cubicBezTo>
                  <a:cubicBezTo>
                    <a:pt x="72525" y="10554"/>
                    <a:pt x="71941" y="13319"/>
                    <a:pt x="70846" y="13319"/>
                  </a:cubicBezTo>
                  <a:cubicBezTo>
                    <a:pt x="69677" y="13319"/>
                    <a:pt x="68581" y="14324"/>
                    <a:pt x="67486" y="12314"/>
                  </a:cubicBezTo>
                  <a:cubicBezTo>
                    <a:pt x="66390" y="10554"/>
                    <a:pt x="66390" y="6659"/>
                    <a:pt x="65222" y="4774"/>
                  </a:cubicBezTo>
                  <a:cubicBezTo>
                    <a:pt x="64126" y="2890"/>
                    <a:pt x="61935" y="1884"/>
                    <a:pt x="60766" y="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7" name="Shape 11267"/>
            <p:cNvSpPr/>
            <p:nvPr/>
          </p:nvSpPr>
          <p:spPr>
            <a:xfrm rot="3648446">
              <a:off x="7912795" y="2459936"/>
              <a:ext cx="159449" cy="2661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529" y="118945"/>
                  </a:moveTo>
                  <a:lnTo>
                    <a:pt x="43529" y="118945"/>
                  </a:lnTo>
                  <a:cubicBezTo>
                    <a:pt x="46470" y="118007"/>
                    <a:pt x="48039" y="117187"/>
                    <a:pt x="50980" y="116250"/>
                  </a:cubicBezTo>
                  <a:cubicBezTo>
                    <a:pt x="55490" y="115312"/>
                    <a:pt x="60000" y="115312"/>
                    <a:pt x="64509" y="115312"/>
                  </a:cubicBezTo>
                  <a:cubicBezTo>
                    <a:pt x="67450" y="116250"/>
                    <a:pt x="70392" y="118007"/>
                    <a:pt x="73333" y="119882"/>
                  </a:cubicBezTo>
                  <a:lnTo>
                    <a:pt x="73333" y="119882"/>
                  </a:lnTo>
                  <a:cubicBezTo>
                    <a:pt x="76470" y="118007"/>
                    <a:pt x="79411" y="117187"/>
                    <a:pt x="80980" y="114492"/>
                  </a:cubicBezTo>
                  <a:cubicBezTo>
                    <a:pt x="82352" y="112617"/>
                    <a:pt x="79411" y="109921"/>
                    <a:pt x="80980" y="108164"/>
                  </a:cubicBezTo>
                  <a:cubicBezTo>
                    <a:pt x="82352" y="107343"/>
                    <a:pt x="83921" y="107343"/>
                    <a:pt x="86862" y="107343"/>
                  </a:cubicBezTo>
                  <a:cubicBezTo>
                    <a:pt x="92941" y="108164"/>
                    <a:pt x="99019" y="112617"/>
                    <a:pt x="106470" y="111796"/>
                  </a:cubicBezTo>
                  <a:cubicBezTo>
                    <a:pt x="110980" y="110859"/>
                    <a:pt x="107843" y="105468"/>
                    <a:pt x="112352" y="102773"/>
                  </a:cubicBezTo>
                  <a:cubicBezTo>
                    <a:pt x="112352" y="101953"/>
                    <a:pt x="116862" y="103710"/>
                    <a:pt x="118431" y="101953"/>
                  </a:cubicBezTo>
                  <a:cubicBezTo>
                    <a:pt x="119803" y="99257"/>
                    <a:pt x="119803" y="96562"/>
                    <a:pt x="118431" y="93867"/>
                  </a:cubicBezTo>
                  <a:cubicBezTo>
                    <a:pt x="116862" y="92109"/>
                    <a:pt x="115294" y="90351"/>
                    <a:pt x="113921" y="88476"/>
                  </a:cubicBezTo>
                  <a:lnTo>
                    <a:pt x="113921" y="88476"/>
                  </a:lnTo>
                  <a:cubicBezTo>
                    <a:pt x="112352" y="87656"/>
                    <a:pt x="112352" y="86835"/>
                    <a:pt x="112352" y="85898"/>
                  </a:cubicBezTo>
                  <a:cubicBezTo>
                    <a:pt x="110980" y="82382"/>
                    <a:pt x="112352" y="78750"/>
                    <a:pt x="110980" y="75234"/>
                  </a:cubicBezTo>
                  <a:cubicBezTo>
                    <a:pt x="109411" y="73359"/>
                    <a:pt x="104901" y="73359"/>
                    <a:pt x="104901" y="71601"/>
                  </a:cubicBezTo>
                  <a:cubicBezTo>
                    <a:pt x="104901" y="68906"/>
                    <a:pt x="109411" y="65390"/>
                    <a:pt x="109411" y="62695"/>
                  </a:cubicBezTo>
                  <a:cubicBezTo>
                    <a:pt x="109411" y="60937"/>
                    <a:pt x="101960" y="62695"/>
                    <a:pt x="101960" y="60937"/>
                  </a:cubicBezTo>
                  <a:cubicBezTo>
                    <a:pt x="100392" y="53671"/>
                    <a:pt x="103333" y="46523"/>
                    <a:pt x="103333" y="39375"/>
                  </a:cubicBezTo>
                  <a:cubicBezTo>
                    <a:pt x="103333" y="35742"/>
                    <a:pt x="103333" y="31289"/>
                    <a:pt x="100392" y="27773"/>
                  </a:cubicBezTo>
                  <a:cubicBezTo>
                    <a:pt x="97450" y="25078"/>
                    <a:pt x="86862" y="25078"/>
                    <a:pt x="85490" y="21445"/>
                  </a:cubicBezTo>
                  <a:cubicBezTo>
                    <a:pt x="83921" y="16171"/>
                    <a:pt x="91372" y="11601"/>
                    <a:pt x="92941" y="7148"/>
                  </a:cubicBezTo>
                  <a:lnTo>
                    <a:pt x="92941" y="7148"/>
                  </a:lnTo>
                  <a:cubicBezTo>
                    <a:pt x="83921" y="7148"/>
                    <a:pt x="74901" y="8906"/>
                    <a:pt x="62941" y="3632"/>
                  </a:cubicBezTo>
                  <a:cubicBezTo>
                    <a:pt x="55490" y="0"/>
                    <a:pt x="53921" y="9843"/>
                    <a:pt x="50980" y="12539"/>
                  </a:cubicBezTo>
                  <a:cubicBezTo>
                    <a:pt x="34509" y="33164"/>
                    <a:pt x="34509" y="33164"/>
                    <a:pt x="34509" y="33164"/>
                  </a:cubicBezTo>
                  <a:cubicBezTo>
                    <a:pt x="31568" y="36679"/>
                    <a:pt x="30000" y="43828"/>
                    <a:pt x="25490" y="45703"/>
                  </a:cubicBezTo>
                  <a:cubicBezTo>
                    <a:pt x="16470" y="49218"/>
                    <a:pt x="7450" y="48281"/>
                    <a:pt x="0" y="46523"/>
                  </a:cubicBezTo>
                  <a:lnTo>
                    <a:pt x="0" y="46523"/>
                  </a:lnTo>
                  <a:cubicBezTo>
                    <a:pt x="1568" y="50976"/>
                    <a:pt x="1568" y="61757"/>
                    <a:pt x="7450" y="65390"/>
                  </a:cubicBezTo>
                  <a:cubicBezTo>
                    <a:pt x="10588" y="67148"/>
                    <a:pt x="18039" y="63515"/>
                    <a:pt x="20980" y="66210"/>
                  </a:cubicBezTo>
                  <a:cubicBezTo>
                    <a:pt x="23921" y="71601"/>
                    <a:pt x="15098" y="78750"/>
                    <a:pt x="18039" y="84140"/>
                  </a:cubicBezTo>
                  <a:cubicBezTo>
                    <a:pt x="20980" y="87656"/>
                    <a:pt x="30000" y="86835"/>
                    <a:pt x="32941" y="89414"/>
                  </a:cubicBezTo>
                  <a:cubicBezTo>
                    <a:pt x="34509" y="92109"/>
                    <a:pt x="31568" y="94804"/>
                    <a:pt x="32941" y="97500"/>
                  </a:cubicBezTo>
                  <a:cubicBezTo>
                    <a:pt x="32941" y="97500"/>
                    <a:pt x="37450" y="96562"/>
                    <a:pt x="37450" y="97500"/>
                  </a:cubicBezTo>
                  <a:cubicBezTo>
                    <a:pt x="37450" y="101953"/>
                    <a:pt x="34509" y="105468"/>
                    <a:pt x="34509" y="109101"/>
                  </a:cubicBezTo>
                  <a:cubicBezTo>
                    <a:pt x="36078" y="111796"/>
                    <a:pt x="39019" y="113554"/>
                    <a:pt x="41960" y="115312"/>
                  </a:cubicBezTo>
                  <a:cubicBezTo>
                    <a:pt x="41960" y="116250"/>
                    <a:pt x="41960" y="118007"/>
                    <a:pt x="43529" y="118945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8" name="Shape 11268"/>
            <p:cNvSpPr/>
            <p:nvPr/>
          </p:nvSpPr>
          <p:spPr>
            <a:xfrm rot="3648446">
              <a:off x="7806045" y="2435576"/>
              <a:ext cx="175508" cy="1755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237" y="4101"/>
                  </a:moveTo>
                  <a:lnTo>
                    <a:pt x="80237" y="4101"/>
                  </a:lnTo>
                  <a:cubicBezTo>
                    <a:pt x="74888" y="2852"/>
                    <a:pt x="69361" y="0"/>
                    <a:pt x="65260" y="0"/>
                  </a:cubicBezTo>
                  <a:cubicBezTo>
                    <a:pt x="55809" y="0"/>
                    <a:pt x="54383" y="2852"/>
                    <a:pt x="47607" y="5527"/>
                  </a:cubicBezTo>
                  <a:lnTo>
                    <a:pt x="47607" y="5527"/>
                  </a:lnTo>
                  <a:cubicBezTo>
                    <a:pt x="34056" y="2852"/>
                    <a:pt x="34056" y="2852"/>
                    <a:pt x="34056" y="2852"/>
                  </a:cubicBezTo>
                  <a:cubicBezTo>
                    <a:pt x="27102" y="8202"/>
                    <a:pt x="24427" y="2852"/>
                    <a:pt x="16225" y="8202"/>
                  </a:cubicBezTo>
                  <a:cubicBezTo>
                    <a:pt x="14977" y="10876"/>
                    <a:pt x="0" y="26032"/>
                    <a:pt x="6775" y="27280"/>
                  </a:cubicBezTo>
                  <a:cubicBezTo>
                    <a:pt x="6775" y="32808"/>
                    <a:pt x="4101" y="38157"/>
                    <a:pt x="4101" y="44933"/>
                  </a:cubicBezTo>
                  <a:cubicBezTo>
                    <a:pt x="4101" y="47786"/>
                    <a:pt x="4101" y="49034"/>
                    <a:pt x="5349" y="50460"/>
                  </a:cubicBezTo>
                  <a:lnTo>
                    <a:pt x="5349" y="50460"/>
                  </a:lnTo>
                  <a:cubicBezTo>
                    <a:pt x="8202" y="53135"/>
                    <a:pt x="13551" y="54561"/>
                    <a:pt x="16225" y="57236"/>
                  </a:cubicBezTo>
                  <a:cubicBezTo>
                    <a:pt x="19078" y="59910"/>
                    <a:pt x="19078" y="65438"/>
                    <a:pt x="21753" y="67934"/>
                  </a:cubicBezTo>
                  <a:cubicBezTo>
                    <a:pt x="24427" y="70787"/>
                    <a:pt x="27102" y="69361"/>
                    <a:pt x="29955" y="69361"/>
                  </a:cubicBezTo>
                  <a:cubicBezTo>
                    <a:pt x="32630" y="69361"/>
                    <a:pt x="34056" y="65438"/>
                    <a:pt x="36731" y="65438"/>
                  </a:cubicBezTo>
                  <a:cubicBezTo>
                    <a:pt x="42080" y="65438"/>
                    <a:pt x="47607" y="64011"/>
                    <a:pt x="50282" y="66686"/>
                  </a:cubicBezTo>
                  <a:cubicBezTo>
                    <a:pt x="52956" y="72035"/>
                    <a:pt x="43506" y="78811"/>
                    <a:pt x="46181" y="82912"/>
                  </a:cubicBezTo>
                  <a:cubicBezTo>
                    <a:pt x="50282" y="87013"/>
                    <a:pt x="59910" y="78811"/>
                    <a:pt x="65260" y="81664"/>
                  </a:cubicBezTo>
                  <a:cubicBezTo>
                    <a:pt x="69361" y="84338"/>
                    <a:pt x="69361" y="91114"/>
                    <a:pt x="69361" y="95215"/>
                  </a:cubicBezTo>
                  <a:cubicBezTo>
                    <a:pt x="69361" y="97890"/>
                    <a:pt x="64011" y="96641"/>
                    <a:pt x="64011" y="97890"/>
                  </a:cubicBezTo>
                  <a:cubicBezTo>
                    <a:pt x="64011" y="99316"/>
                    <a:pt x="65260" y="101991"/>
                    <a:pt x="68112" y="101991"/>
                  </a:cubicBezTo>
                  <a:cubicBezTo>
                    <a:pt x="70787" y="100564"/>
                    <a:pt x="72213" y="96641"/>
                    <a:pt x="74888" y="97890"/>
                  </a:cubicBezTo>
                  <a:cubicBezTo>
                    <a:pt x="81664" y="100564"/>
                    <a:pt x="85765" y="107518"/>
                    <a:pt x="91114" y="112867"/>
                  </a:cubicBezTo>
                  <a:cubicBezTo>
                    <a:pt x="92540" y="114294"/>
                    <a:pt x="92540" y="118395"/>
                    <a:pt x="93967" y="119821"/>
                  </a:cubicBezTo>
                  <a:cubicBezTo>
                    <a:pt x="95215" y="119821"/>
                    <a:pt x="96641" y="116968"/>
                    <a:pt x="97890" y="116968"/>
                  </a:cubicBezTo>
                  <a:cubicBezTo>
                    <a:pt x="100742" y="116968"/>
                    <a:pt x="104843" y="118395"/>
                    <a:pt x="107518" y="118395"/>
                  </a:cubicBezTo>
                  <a:cubicBezTo>
                    <a:pt x="108945" y="118395"/>
                    <a:pt x="110193" y="115720"/>
                    <a:pt x="111619" y="115720"/>
                  </a:cubicBezTo>
                  <a:cubicBezTo>
                    <a:pt x="114294" y="114294"/>
                    <a:pt x="117147" y="115720"/>
                    <a:pt x="119821" y="114294"/>
                  </a:cubicBezTo>
                  <a:lnTo>
                    <a:pt x="119821" y="114294"/>
                  </a:lnTo>
                  <a:cubicBezTo>
                    <a:pt x="118395" y="112867"/>
                    <a:pt x="118395" y="110193"/>
                    <a:pt x="118395" y="108766"/>
                  </a:cubicBezTo>
                  <a:cubicBezTo>
                    <a:pt x="115720" y="106092"/>
                    <a:pt x="113046" y="103417"/>
                    <a:pt x="111619" y="99316"/>
                  </a:cubicBezTo>
                  <a:cubicBezTo>
                    <a:pt x="111619" y="93789"/>
                    <a:pt x="114294" y="88439"/>
                    <a:pt x="114294" y="81664"/>
                  </a:cubicBezTo>
                  <a:cubicBezTo>
                    <a:pt x="114294" y="80237"/>
                    <a:pt x="110193" y="81664"/>
                    <a:pt x="110193" y="81664"/>
                  </a:cubicBezTo>
                  <a:cubicBezTo>
                    <a:pt x="108945" y="77563"/>
                    <a:pt x="111619" y="73462"/>
                    <a:pt x="110193" y="69361"/>
                  </a:cubicBezTo>
                  <a:cubicBezTo>
                    <a:pt x="107518" y="65438"/>
                    <a:pt x="99316" y="66686"/>
                    <a:pt x="96641" y="61337"/>
                  </a:cubicBezTo>
                  <a:cubicBezTo>
                    <a:pt x="93967" y="53135"/>
                    <a:pt x="101991" y="42258"/>
                    <a:pt x="99316" y="34056"/>
                  </a:cubicBezTo>
                  <a:cubicBezTo>
                    <a:pt x="96641" y="29955"/>
                    <a:pt x="89866" y="35482"/>
                    <a:pt x="87013" y="32808"/>
                  </a:cubicBezTo>
                  <a:cubicBezTo>
                    <a:pt x="81664" y="27280"/>
                    <a:pt x="81664" y="10876"/>
                    <a:pt x="80237" y="4101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69" name="Shape 11269"/>
            <p:cNvSpPr/>
            <p:nvPr/>
          </p:nvSpPr>
          <p:spPr>
            <a:xfrm rot="3648446">
              <a:off x="8009149" y="2554189"/>
              <a:ext cx="145684" cy="2168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74" y="19759"/>
                  </a:moveTo>
                  <a:lnTo>
                    <a:pt x="9874" y="19759"/>
                  </a:lnTo>
                  <a:cubicBezTo>
                    <a:pt x="8157" y="25240"/>
                    <a:pt x="0" y="30865"/>
                    <a:pt x="1717" y="37355"/>
                  </a:cubicBezTo>
                  <a:cubicBezTo>
                    <a:pt x="3220" y="41826"/>
                    <a:pt x="14812" y="41826"/>
                    <a:pt x="18032" y="45144"/>
                  </a:cubicBezTo>
                  <a:cubicBezTo>
                    <a:pt x="21252" y="49471"/>
                    <a:pt x="21252" y="54951"/>
                    <a:pt x="21252" y="59423"/>
                  </a:cubicBezTo>
                  <a:cubicBezTo>
                    <a:pt x="21252" y="68221"/>
                    <a:pt x="18032" y="77019"/>
                    <a:pt x="19749" y="85961"/>
                  </a:cubicBezTo>
                  <a:cubicBezTo>
                    <a:pt x="19749" y="88125"/>
                    <a:pt x="27906" y="85961"/>
                    <a:pt x="27906" y="88125"/>
                  </a:cubicBezTo>
                  <a:cubicBezTo>
                    <a:pt x="27906" y="91442"/>
                    <a:pt x="22969" y="95769"/>
                    <a:pt x="22969" y="99086"/>
                  </a:cubicBezTo>
                  <a:cubicBezTo>
                    <a:pt x="22969" y="101250"/>
                    <a:pt x="27906" y="101250"/>
                    <a:pt x="29624" y="103557"/>
                  </a:cubicBezTo>
                  <a:cubicBezTo>
                    <a:pt x="31127" y="107884"/>
                    <a:pt x="29624" y="112355"/>
                    <a:pt x="31127" y="116682"/>
                  </a:cubicBezTo>
                  <a:cubicBezTo>
                    <a:pt x="31127" y="117836"/>
                    <a:pt x="31127" y="118846"/>
                    <a:pt x="32844" y="119855"/>
                  </a:cubicBezTo>
                  <a:lnTo>
                    <a:pt x="32844" y="119855"/>
                  </a:lnTo>
                  <a:cubicBezTo>
                    <a:pt x="39284" y="117836"/>
                    <a:pt x="47441" y="114519"/>
                    <a:pt x="55813" y="114519"/>
                  </a:cubicBezTo>
                  <a:cubicBezTo>
                    <a:pt x="59033" y="114519"/>
                    <a:pt x="60751" y="118846"/>
                    <a:pt x="63971" y="119855"/>
                  </a:cubicBezTo>
                  <a:cubicBezTo>
                    <a:pt x="67191" y="119855"/>
                    <a:pt x="70411" y="118846"/>
                    <a:pt x="73846" y="117836"/>
                  </a:cubicBezTo>
                  <a:cubicBezTo>
                    <a:pt x="75348" y="116682"/>
                    <a:pt x="75348" y="113365"/>
                    <a:pt x="78783" y="112355"/>
                  </a:cubicBezTo>
                  <a:cubicBezTo>
                    <a:pt x="80286" y="111201"/>
                    <a:pt x="82003" y="111201"/>
                    <a:pt x="85223" y="111201"/>
                  </a:cubicBezTo>
                  <a:cubicBezTo>
                    <a:pt x="88658" y="112355"/>
                    <a:pt x="90161" y="113365"/>
                    <a:pt x="93381" y="113365"/>
                  </a:cubicBezTo>
                  <a:cubicBezTo>
                    <a:pt x="98318" y="113365"/>
                    <a:pt x="103255" y="113365"/>
                    <a:pt x="106475" y="112355"/>
                  </a:cubicBezTo>
                  <a:cubicBezTo>
                    <a:pt x="109910" y="111201"/>
                    <a:pt x="111413" y="109038"/>
                    <a:pt x="113130" y="106730"/>
                  </a:cubicBezTo>
                  <a:lnTo>
                    <a:pt x="113130" y="106730"/>
                  </a:lnTo>
                  <a:cubicBezTo>
                    <a:pt x="111413" y="103557"/>
                    <a:pt x="111413" y="99086"/>
                    <a:pt x="108193" y="94759"/>
                  </a:cubicBezTo>
                  <a:cubicBezTo>
                    <a:pt x="106475" y="93605"/>
                    <a:pt x="103255" y="93605"/>
                    <a:pt x="101753" y="92451"/>
                  </a:cubicBezTo>
                  <a:cubicBezTo>
                    <a:pt x="98318" y="90288"/>
                    <a:pt x="96815" y="86971"/>
                    <a:pt x="96815" y="83653"/>
                  </a:cubicBezTo>
                  <a:cubicBezTo>
                    <a:pt x="95098" y="77019"/>
                    <a:pt x="98318" y="70384"/>
                    <a:pt x="96815" y="62740"/>
                  </a:cubicBezTo>
                  <a:cubicBezTo>
                    <a:pt x="95098" y="59423"/>
                    <a:pt x="88658" y="57259"/>
                    <a:pt x="90161" y="53942"/>
                  </a:cubicBezTo>
                  <a:cubicBezTo>
                    <a:pt x="90161" y="51778"/>
                    <a:pt x="96815" y="53942"/>
                    <a:pt x="98318" y="51778"/>
                  </a:cubicBezTo>
                  <a:cubicBezTo>
                    <a:pt x="101753" y="46298"/>
                    <a:pt x="100035" y="39663"/>
                    <a:pt x="103255" y="34038"/>
                  </a:cubicBezTo>
                  <a:cubicBezTo>
                    <a:pt x="103255" y="33028"/>
                    <a:pt x="104973" y="30865"/>
                    <a:pt x="106475" y="30865"/>
                  </a:cubicBezTo>
                  <a:cubicBezTo>
                    <a:pt x="111413" y="29711"/>
                    <a:pt x="114847" y="29711"/>
                    <a:pt x="119785" y="29711"/>
                  </a:cubicBezTo>
                  <a:lnTo>
                    <a:pt x="119785" y="29711"/>
                  </a:lnTo>
                  <a:cubicBezTo>
                    <a:pt x="118067" y="24230"/>
                    <a:pt x="118067" y="19759"/>
                    <a:pt x="116350" y="14278"/>
                  </a:cubicBezTo>
                  <a:cubicBezTo>
                    <a:pt x="116350" y="12115"/>
                    <a:pt x="114847" y="8798"/>
                    <a:pt x="114847" y="6490"/>
                  </a:cubicBezTo>
                  <a:cubicBezTo>
                    <a:pt x="113130" y="3317"/>
                    <a:pt x="114847" y="3317"/>
                    <a:pt x="114847" y="0"/>
                  </a:cubicBezTo>
                  <a:lnTo>
                    <a:pt x="114847" y="0"/>
                  </a:lnTo>
                  <a:cubicBezTo>
                    <a:pt x="62254" y="9807"/>
                    <a:pt x="62254" y="9807"/>
                    <a:pt x="62254" y="9807"/>
                  </a:cubicBezTo>
                  <a:cubicBezTo>
                    <a:pt x="44221" y="15432"/>
                    <a:pt x="42719" y="23076"/>
                    <a:pt x="26189" y="20913"/>
                  </a:cubicBezTo>
                  <a:cubicBezTo>
                    <a:pt x="19749" y="19759"/>
                    <a:pt x="14812" y="19759"/>
                    <a:pt x="9874" y="19759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0" name="Shape 11270"/>
            <p:cNvSpPr/>
            <p:nvPr/>
          </p:nvSpPr>
          <p:spPr>
            <a:xfrm rot="3648446">
              <a:off x="8106678" y="2671898"/>
              <a:ext cx="222541" cy="23288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654" y="9127"/>
                  </a:moveTo>
                  <a:lnTo>
                    <a:pt x="70654" y="9127"/>
                  </a:lnTo>
                  <a:cubicBezTo>
                    <a:pt x="64205" y="7114"/>
                    <a:pt x="58878" y="9127"/>
                    <a:pt x="52429" y="9127"/>
                  </a:cubicBezTo>
                  <a:cubicBezTo>
                    <a:pt x="52429" y="7114"/>
                    <a:pt x="55654" y="5100"/>
                    <a:pt x="56775" y="4026"/>
                  </a:cubicBezTo>
                  <a:cubicBezTo>
                    <a:pt x="57897" y="3087"/>
                    <a:pt x="58878" y="0"/>
                    <a:pt x="61121" y="939"/>
                  </a:cubicBezTo>
                  <a:cubicBezTo>
                    <a:pt x="66448" y="3087"/>
                    <a:pt x="71775" y="5100"/>
                    <a:pt x="78224" y="5100"/>
                  </a:cubicBezTo>
                  <a:lnTo>
                    <a:pt x="78224" y="5100"/>
                  </a:lnTo>
                  <a:cubicBezTo>
                    <a:pt x="78224" y="7114"/>
                    <a:pt x="75981" y="9127"/>
                    <a:pt x="75981" y="12214"/>
                  </a:cubicBezTo>
                  <a:cubicBezTo>
                    <a:pt x="75000" y="14228"/>
                    <a:pt x="75000" y="17315"/>
                    <a:pt x="73878" y="19463"/>
                  </a:cubicBezTo>
                  <a:cubicBezTo>
                    <a:pt x="72757" y="21476"/>
                    <a:pt x="71775" y="21476"/>
                    <a:pt x="71775" y="19463"/>
                  </a:cubicBezTo>
                  <a:cubicBezTo>
                    <a:pt x="70654" y="17315"/>
                    <a:pt x="71775" y="14228"/>
                    <a:pt x="72757" y="12214"/>
                  </a:cubicBezTo>
                  <a:cubicBezTo>
                    <a:pt x="70654" y="9127"/>
                    <a:pt x="70654" y="9127"/>
                    <a:pt x="70654" y="9127"/>
                  </a:cubicBezTo>
                  <a:close/>
                  <a:moveTo>
                    <a:pt x="119859" y="96375"/>
                  </a:moveTo>
                  <a:lnTo>
                    <a:pt x="119859" y="96375"/>
                  </a:lnTo>
                  <a:cubicBezTo>
                    <a:pt x="116775" y="95302"/>
                    <a:pt x="112429" y="95302"/>
                    <a:pt x="110327" y="94228"/>
                  </a:cubicBezTo>
                  <a:cubicBezTo>
                    <a:pt x="99532" y="93288"/>
                    <a:pt x="105000" y="87114"/>
                    <a:pt x="107102" y="78926"/>
                  </a:cubicBezTo>
                  <a:cubicBezTo>
                    <a:pt x="114532" y="56375"/>
                    <a:pt x="107102" y="51140"/>
                    <a:pt x="88878" y="37852"/>
                  </a:cubicBezTo>
                  <a:cubicBezTo>
                    <a:pt x="77102" y="29664"/>
                    <a:pt x="71775" y="31677"/>
                    <a:pt x="56775" y="31677"/>
                  </a:cubicBezTo>
                  <a:cubicBezTo>
                    <a:pt x="51448" y="31677"/>
                    <a:pt x="45000" y="27651"/>
                    <a:pt x="39672" y="27651"/>
                  </a:cubicBezTo>
                  <a:cubicBezTo>
                    <a:pt x="32102" y="27651"/>
                    <a:pt x="23551" y="32751"/>
                    <a:pt x="17102" y="25637"/>
                  </a:cubicBezTo>
                  <a:cubicBezTo>
                    <a:pt x="12897" y="21476"/>
                    <a:pt x="1121" y="27651"/>
                    <a:pt x="1121" y="33825"/>
                  </a:cubicBezTo>
                  <a:lnTo>
                    <a:pt x="1121" y="33825"/>
                  </a:lnTo>
                  <a:cubicBezTo>
                    <a:pt x="1121" y="36912"/>
                    <a:pt x="0" y="36912"/>
                    <a:pt x="1121" y="39865"/>
                  </a:cubicBezTo>
                  <a:cubicBezTo>
                    <a:pt x="1121" y="42013"/>
                    <a:pt x="2102" y="45100"/>
                    <a:pt x="2102" y="47114"/>
                  </a:cubicBezTo>
                  <a:cubicBezTo>
                    <a:pt x="3224" y="52214"/>
                    <a:pt x="3224" y="56375"/>
                    <a:pt x="4345" y="61476"/>
                  </a:cubicBezTo>
                  <a:lnTo>
                    <a:pt x="4345" y="61476"/>
                  </a:lnTo>
                  <a:cubicBezTo>
                    <a:pt x="7429" y="59463"/>
                    <a:pt x="10654" y="55302"/>
                    <a:pt x="15000" y="55302"/>
                  </a:cubicBezTo>
                  <a:cubicBezTo>
                    <a:pt x="17102" y="55302"/>
                    <a:pt x="17102" y="59463"/>
                    <a:pt x="18224" y="60402"/>
                  </a:cubicBezTo>
                  <a:cubicBezTo>
                    <a:pt x="19345" y="61476"/>
                    <a:pt x="21448" y="59463"/>
                    <a:pt x="22570" y="59463"/>
                  </a:cubicBezTo>
                  <a:cubicBezTo>
                    <a:pt x="23551" y="61476"/>
                    <a:pt x="23551" y="64563"/>
                    <a:pt x="25654" y="65503"/>
                  </a:cubicBezTo>
                  <a:cubicBezTo>
                    <a:pt x="28878" y="65503"/>
                    <a:pt x="32102" y="61476"/>
                    <a:pt x="35327" y="62550"/>
                  </a:cubicBezTo>
                  <a:cubicBezTo>
                    <a:pt x="38551" y="63489"/>
                    <a:pt x="41775" y="66577"/>
                    <a:pt x="43878" y="68590"/>
                  </a:cubicBezTo>
                  <a:cubicBezTo>
                    <a:pt x="45000" y="69664"/>
                    <a:pt x="43878" y="72751"/>
                    <a:pt x="45981" y="73825"/>
                  </a:cubicBezTo>
                  <a:cubicBezTo>
                    <a:pt x="49205" y="74765"/>
                    <a:pt x="52429" y="73825"/>
                    <a:pt x="56775" y="72751"/>
                  </a:cubicBezTo>
                  <a:cubicBezTo>
                    <a:pt x="58878" y="71677"/>
                    <a:pt x="61121" y="70738"/>
                    <a:pt x="63224" y="69664"/>
                  </a:cubicBezTo>
                  <a:cubicBezTo>
                    <a:pt x="64205" y="69664"/>
                    <a:pt x="67429" y="66577"/>
                    <a:pt x="67429" y="68590"/>
                  </a:cubicBezTo>
                  <a:cubicBezTo>
                    <a:pt x="69672" y="73825"/>
                    <a:pt x="67429" y="78926"/>
                    <a:pt x="67429" y="84026"/>
                  </a:cubicBezTo>
                  <a:cubicBezTo>
                    <a:pt x="68551" y="87114"/>
                    <a:pt x="70654" y="90201"/>
                    <a:pt x="71775" y="93288"/>
                  </a:cubicBezTo>
                  <a:cubicBezTo>
                    <a:pt x="72757" y="96375"/>
                    <a:pt x="75000" y="98389"/>
                    <a:pt x="77102" y="101476"/>
                  </a:cubicBezTo>
                  <a:lnTo>
                    <a:pt x="77102" y="101476"/>
                  </a:lnTo>
                  <a:cubicBezTo>
                    <a:pt x="78224" y="101476"/>
                    <a:pt x="81308" y="100402"/>
                    <a:pt x="82429" y="101476"/>
                  </a:cubicBezTo>
                  <a:cubicBezTo>
                    <a:pt x="85654" y="105503"/>
                    <a:pt x="84532" y="112751"/>
                    <a:pt x="87757" y="116778"/>
                  </a:cubicBezTo>
                  <a:cubicBezTo>
                    <a:pt x="90000" y="118926"/>
                    <a:pt x="93224" y="118926"/>
                    <a:pt x="96448" y="119865"/>
                  </a:cubicBezTo>
                  <a:lnTo>
                    <a:pt x="96448" y="119865"/>
                  </a:lnTo>
                  <a:cubicBezTo>
                    <a:pt x="98551" y="116778"/>
                    <a:pt x="100654" y="112751"/>
                    <a:pt x="103878" y="109664"/>
                  </a:cubicBezTo>
                  <a:cubicBezTo>
                    <a:pt x="105981" y="106577"/>
                    <a:pt x="109205" y="104563"/>
                    <a:pt x="112429" y="101476"/>
                  </a:cubicBezTo>
                  <a:cubicBezTo>
                    <a:pt x="116775" y="98389"/>
                    <a:pt x="115654" y="100402"/>
                    <a:pt x="119859" y="96375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1" name="Shape 11271"/>
            <p:cNvSpPr/>
            <p:nvPr/>
          </p:nvSpPr>
          <p:spPr>
            <a:xfrm rot="3648446">
              <a:off x="8616390" y="2911951"/>
              <a:ext cx="387725" cy="3418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5382" y="116441"/>
                  </a:moveTo>
                  <a:lnTo>
                    <a:pt x="15382" y="116441"/>
                  </a:lnTo>
                  <a:cubicBezTo>
                    <a:pt x="14093" y="115711"/>
                    <a:pt x="11033" y="113612"/>
                    <a:pt x="9825" y="112973"/>
                  </a:cubicBezTo>
                  <a:cubicBezTo>
                    <a:pt x="9181" y="112243"/>
                    <a:pt x="9181" y="112973"/>
                    <a:pt x="9181" y="112243"/>
                  </a:cubicBezTo>
                  <a:cubicBezTo>
                    <a:pt x="8617" y="111513"/>
                    <a:pt x="8617" y="105307"/>
                    <a:pt x="8617" y="103847"/>
                  </a:cubicBezTo>
                  <a:cubicBezTo>
                    <a:pt x="4268" y="101749"/>
                    <a:pt x="6120" y="96912"/>
                    <a:pt x="6120" y="93444"/>
                  </a:cubicBezTo>
                  <a:cubicBezTo>
                    <a:pt x="6120" y="88517"/>
                    <a:pt x="6120" y="85779"/>
                    <a:pt x="4268" y="81581"/>
                  </a:cubicBezTo>
                  <a:cubicBezTo>
                    <a:pt x="0" y="73186"/>
                    <a:pt x="0" y="69718"/>
                    <a:pt x="5557" y="61414"/>
                  </a:cubicBezTo>
                  <a:cubicBezTo>
                    <a:pt x="8617" y="55756"/>
                    <a:pt x="11677" y="53019"/>
                    <a:pt x="14738" y="48091"/>
                  </a:cubicBezTo>
                  <a:cubicBezTo>
                    <a:pt x="21503" y="39057"/>
                    <a:pt x="25208" y="53657"/>
                    <a:pt x="28912" y="59954"/>
                  </a:cubicBezTo>
                  <a:cubicBezTo>
                    <a:pt x="33181" y="66980"/>
                    <a:pt x="29476" y="74646"/>
                    <a:pt x="30765" y="81581"/>
                  </a:cubicBezTo>
                  <a:cubicBezTo>
                    <a:pt x="36241" y="83680"/>
                    <a:pt x="38093" y="87148"/>
                    <a:pt x="35033" y="92714"/>
                  </a:cubicBezTo>
                  <a:cubicBezTo>
                    <a:pt x="30765" y="99741"/>
                    <a:pt x="35677" y="96182"/>
                    <a:pt x="38093" y="100380"/>
                  </a:cubicBezTo>
                  <a:cubicBezTo>
                    <a:pt x="38738" y="101110"/>
                    <a:pt x="36885" y="105307"/>
                    <a:pt x="37530" y="107406"/>
                  </a:cubicBezTo>
                  <a:cubicBezTo>
                    <a:pt x="38093" y="108775"/>
                    <a:pt x="41154" y="117809"/>
                    <a:pt x="36241" y="116441"/>
                  </a:cubicBezTo>
                  <a:cubicBezTo>
                    <a:pt x="32617" y="115711"/>
                    <a:pt x="33181" y="117171"/>
                    <a:pt x="30120" y="118539"/>
                  </a:cubicBezTo>
                  <a:cubicBezTo>
                    <a:pt x="25852" y="119908"/>
                    <a:pt x="26416" y="119269"/>
                    <a:pt x="22147" y="119269"/>
                  </a:cubicBezTo>
                  <a:cubicBezTo>
                    <a:pt x="15382" y="116441"/>
                    <a:pt x="15382" y="116441"/>
                    <a:pt x="15382" y="116441"/>
                  </a:cubicBezTo>
                  <a:close/>
                  <a:moveTo>
                    <a:pt x="57181" y="38418"/>
                  </a:moveTo>
                  <a:lnTo>
                    <a:pt x="57181" y="38418"/>
                  </a:lnTo>
                  <a:cubicBezTo>
                    <a:pt x="57181" y="36958"/>
                    <a:pt x="57825" y="35589"/>
                    <a:pt x="58389" y="34859"/>
                  </a:cubicBezTo>
                  <a:cubicBezTo>
                    <a:pt x="58389" y="33490"/>
                    <a:pt x="59033" y="32121"/>
                    <a:pt x="59677" y="31391"/>
                  </a:cubicBezTo>
                  <a:cubicBezTo>
                    <a:pt x="60241" y="30022"/>
                    <a:pt x="61530" y="27923"/>
                    <a:pt x="62738" y="29292"/>
                  </a:cubicBezTo>
                  <a:cubicBezTo>
                    <a:pt x="63302" y="30661"/>
                    <a:pt x="63302" y="32121"/>
                    <a:pt x="63302" y="33490"/>
                  </a:cubicBezTo>
                  <a:cubicBezTo>
                    <a:pt x="63946" y="34220"/>
                    <a:pt x="63946" y="35589"/>
                    <a:pt x="63946" y="36319"/>
                  </a:cubicBezTo>
                  <a:cubicBezTo>
                    <a:pt x="63302" y="36319"/>
                    <a:pt x="62738" y="36958"/>
                    <a:pt x="62093" y="36958"/>
                  </a:cubicBezTo>
                  <a:cubicBezTo>
                    <a:pt x="61530" y="37688"/>
                    <a:pt x="60885" y="38418"/>
                    <a:pt x="60241" y="39057"/>
                  </a:cubicBezTo>
                  <a:cubicBezTo>
                    <a:pt x="60241" y="39787"/>
                    <a:pt x="59677" y="39787"/>
                    <a:pt x="59033" y="39787"/>
                  </a:cubicBezTo>
                  <a:cubicBezTo>
                    <a:pt x="58389" y="40425"/>
                    <a:pt x="58389" y="41155"/>
                    <a:pt x="57825" y="41885"/>
                  </a:cubicBezTo>
                  <a:cubicBezTo>
                    <a:pt x="57181" y="38418"/>
                    <a:pt x="57181" y="38418"/>
                    <a:pt x="57181" y="38418"/>
                  </a:cubicBezTo>
                  <a:close/>
                  <a:moveTo>
                    <a:pt x="65154" y="3467"/>
                  </a:moveTo>
                  <a:lnTo>
                    <a:pt x="65154" y="3467"/>
                  </a:lnTo>
                  <a:lnTo>
                    <a:pt x="65154" y="3467"/>
                  </a:lnTo>
                  <a:cubicBezTo>
                    <a:pt x="64590" y="8395"/>
                    <a:pt x="64590" y="13323"/>
                    <a:pt x="65154" y="18159"/>
                  </a:cubicBezTo>
                  <a:cubicBezTo>
                    <a:pt x="67651" y="35589"/>
                    <a:pt x="67651" y="35589"/>
                    <a:pt x="67651" y="35589"/>
                  </a:cubicBezTo>
                  <a:cubicBezTo>
                    <a:pt x="68214" y="39057"/>
                    <a:pt x="65154" y="41155"/>
                    <a:pt x="63302" y="43254"/>
                  </a:cubicBezTo>
                  <a:cubicBezTo>
                    <a:pt x="61530" y="46083"/>
                    <a:pt x="62738" y="53657"/>
                    <a:pt x="65154" y="55117"/>
                  </a:cubicBezTo>
                  <a:cubicBezTo>
                    <a:pt x="69503" y="57855"/>
                    <a:pt x="72563" y="64152"/>
                    <a:pt x="73208" y="69079"/>
                  </a:cubicBezTo>
                  <a:cubicBezTo>
                    <a:pt x="79328" y="70448"/>
                    <a:pt x="87302" y="73916"/>
                    <a:pt x="90362" y="80851"/>
                  </a:cubicBezTo>
                  <a:lnTo>
                    <a:pt x="90362" y="80851"/>
                  </a:lnTo>
                  <a:cubicBezTo>
                    <a:pt x="91651" y="81581"/>
                    <a:pt x="95355" y="82311"/>
                    <a:pt x="96563" y="82311"/>
                  </a:cubicBezTo>
                  <a:cubicBezTo>
                    <a:pt x="98416" y="82311"/>
                    <a:pt x="99624" y="81581"/>
                    <a:pt x="101476" y="80851"/>
                  </a:cubicBezTo>
                  <a:cubicBezTo>
                    <a:pt x="103973" y="78752"/>
                    <a:pt x="105825" y="76015"/>
                    <a:pt x="108241" y="73186"/>
                  </a:cubicBezTo>
                  <a:lnTo>
                    <a:pt x="108241" y="73186"/>
                  </a:lnTo>
                  <a:cubicBezTo>
                    <a:pt x="108885" y="69079"/>
                    <a:pt x="108885" y="69079"/>
                    <a:pt x="108885" y="69079"/>
                  </a:cubicBezTo>
                  <a:lnTo>
                    <a:pt x="108885" y="69079"/>
                  </a:lnTo>
                  <a:cubicBezTo>
                    <a:pt x="109449" y="68349"/>
                    <a:pt x="110738" y="67619"/>
                    <a:pt x="110738" y="66980"/>
                  </a:cubicBezTo>
                  <a:cubicBezTo>
                    <a:pt x="111946" y="65520"/>
                    <a:pt x="111302" y="63422"/>
                    <a:pt x="112510" y="62053"/>
                  </a:cubicBezTo>
                  <a:cubicBezTo>
                    <a:pt x="114362" y="60684"/>
                    <a:pt x="117503" y="61414"/>
                    <a:pt x="119355" y="59954"/>
                  </a:cubicBezTo>
                  <a:cubicBezTo>
                    <a:pt x="119919" y="59315"/>
                    <a:pt x="119919" y="57855"/>
                    <a:pt x="119355" y="57855"/>
                  </a:cubicBezTo>
                  <a:cubicBezTo>
                    <a:pt x="118067" y="57216"/>
                    <a:pt x="116859" y="58585"/>
                    <a:pt x="115651" y="58585"/>
                  </a:cubicBezTo>
                  <a:cubicBezTo>
                    <a:pt x="115006" y="57855"/>
                    <a:pt x="114362" y="56486"/>
                    <a:pt x="113154" y="57216"/>
                  </a:cubicBezTo>
                  <a:cubicBezTo>
                    <a:pt x="111302" y="57855"/>
                    <a:pt x="110093" y="62053"/>
                    <a:pt x="107597" y="62053"/>
                  </a:cubicBezTo>
                  <a:cubicBezTo>
                    <a:pt x="106389" y="62053"/>
                    <a:pt x="105181" y="59315"/>
                    <a:pt x="104536" y="58585"/>
                  </a:cubicBezTo>
                  <a:cubicBezTo>
                    <a:pt x="103973" y="57216"/>
                    <a:pt x="102120" y="56486"/>
                    <a:pt x="102684" y="55756"/>
                  </a:cubicBezTo>
                  <a:cubicBezTo>
                    <a:pt x="103328" y="54387"/>
                    <a:pt x="105181" y="53657"/>
                    <a:pt x="106389" y="52288"/>
                  </a:cubicBezTo>
                  <a:cubicBezTo>
                    <a:pt x="108241" y="49551"/>
                    <a:pt x="109449" y="45353"/>
                    <a:pt x="111302" y="42524"/>
                  </a:cubicBezTo>
                  <a:cubicBezTo>
                    <a:pt x="112510" y="40425"/>
                    <a:pt x="113798" y="39057"/>
                    <a:pt x="115006" y="37688"/>
                  </a:cubicBezTo>
                  <a:cubicBezTo>
                    <a:pt x="112510" y="32121"/>
                    <a:pt x="112510" y="32121"/>
                    <a:pt x="112510" y="32121"/>
                  </a:cubicBezTo>
                  <a:cubicBezTo>
                    <a:pt x="111946" y="30661"/>
                    <a:pt x="111302" y="29292"/>
                    <a:pt x="110738" y="29292"/>
                  </a:cubicBezTo>
                  <a:cubicBezTo>
                    <a:pt x="108241" y="29292"/>
                    <a:pt x="107033" y="32760"/>
                    <a:pt x="105181" y="33490"/>
                  </a:cubicBezTo>
                  <a:cubicBezTo>
                    <a:pt x="103328" y="33490"/>
                    <a:pt x="102684" y="30022"/>
                    <a:pt x="101476" y="30022"/>
                  </a:cubicBezTo>
                  <a:cubicBezTo>
                    <a:pt x="100268" y="30022"/>
                    <a:pt x="100268" y="32760"/>
                    <a:pt x="99060" y="32121"/>
                  </a:cubicBezTo>
                  <a:cubicBezTo>
                    <a:pt x="97771" y="31391"/>
                    <a:pt x="99060" y="28562"/>
                    <a:pt x="97771" y="26555"/>
                  </a:cubicBezTo>
                  <a:cubicBezTo>
                    <a:pt x="97208" y="25095"/>
                    <a:pt x="96563" y="23726"/>
                    <a:pt x="95355" y="22996"/>
                  </a:cubicBezTo>
                  <a:cubicBezTo>
                    <a:pt x="94067" y="22357"/>
                    <a:pt x="92859" y="22996"/>
                    <a:pt x="91651" y="21627"/>
                  </a:cubicBezTo>
                  <a:cubicBezTo>
                    <a:pt x="91006" y="20988"/>
                    <a:pt x="92214" y="19528"/>
                    <a:pt x="91006" y="18889"/>
                  </a:cubicBezTo>
                  <a:cubicBezTo>
                    <a:pt x="89154" y="16790"/>
                    <a:pt x="85449" y="16060"/>
                    <a:pt x="84241" y="13323"/>
                  </a:cubicBezTo>
                  <a:cubicBezTo>
                    <a:pt x="83677" y="11863"/>
                    <a:pt x="86738" y="11224"/>
                    <a:pt x="87946" y="10494"/>
                  </a:cubicBezTo>
                  <a:lnTo>
                    <a:pt x="87946" y="10494"/>
                  </a:lnTo>
                  <a:cubicBezTo>
                    <a:pt x="87302" y="9125"/>
                    <a:pt x="86738" y="7665"/>
                    <a:pt x="86093" y="7026"/>
                  </a:cubicBezTo>
                  <a:cubicBezTo>
                    <a:pt x="85449" y="6296"/>
                    <a:pt x="84241" y="6296"/>
                    <a:pt x="83033" y="4927"/>
                  </a:cubicBezTo>
                  <a:cubicBezTo>
                    <a:pt x="82389" y="3467"/>
                    <a:pt x="83033" y="730"/>
                    <a:pt x="81825" y="0"/>
                  </a:cubicBezTo>
                  <a:cubicBezTo>
                    <a:pt x="79973" y="0"/>
                    <a:pt x="79973" y="2828"/>
                    <a:pt x="78120" y="3467"/>
                  </a:cubicBezTo>
                  <a:cubicBezTo>
                    <a:pt x="76912" y="4197"/>
                    <a:pt x="75060" y="4927"/>
                    <a:pt x="73771" y="4927"/>
                  </a:cubicBezTo>
                  <a:cubicBezTo>
                    <a:pt x="70711" y="4927"/>
                    <a:pt x="68214" y="3467"/>
                    <a:pt x="65154" y="3467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2" name="Shape 11272"/>
            <p:cNvSpPr/>
            <p:nvPr/>
          </p:nvSpPr>
          <p:spPr>
            <a:xfrm rot="3648446">
              <a:off x="8343210" y="2149161"/>
              <a:ext cx="1008315" cy="10336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4878" y="80976"/>
                  </a:moveTo>
                  <a:lnTo>
                    <a:pt x="94878" y="80976"/>
                  </a:lnTo>
                  <a:cubicBezTo>
                    <a:pt x="94166" y="80312"/>
                    <a:pt x="93918" y="79134"/>
                    <a:pt x="93236" y="78439"/>
                  </a:cubicBezTo>
                  <a:cubicBezTo>
                    <a:pt x="92741" y="77744"/>
                    <a:pt x="90851" y="75902"/>
                    <a:pt x="91099" y="74996"/>
                  </a:cubicBezTo>
                  <a:cubicBezTo>
                    <a:pt x="91347" y="72670"/>
                    <a:pt x="90635" y="72459"/>
                    <a:pt x="89210" y="70828"/>
                  </a:cubicBezTo>
                  <a:cubicBezTo>
                    <a:pt x="88714" y="70375"/>
                    <a:pt x="87785" y="69227"/>
                    <a:pt x="87537" y="68744"/>
                  </a:cubicBezTo>
                  <a:cubicBezTo>
                    <a:pt x="87537" y="68532"/>
                    <a:pt x="88497" y="66690"/>
                    <a:pt x="88714" y="66690"/>
                  </a:cubicBezTo>
                  <a:lnTo>
                    <a:pt x="88714" y="66690"/>
                  </a:lnTo>
                  <a:cubicBezTo>
                    <a:pt x="89210" y="66690"/>
                    <a:pt x="92741" y="69921"/>
                    <a:pt x="93236" y="70616"/>
                  </a:cubicBezTo>
                  <a:cubicBezTo>
                    <a:pt x="93701" y="71069"/>
                    <a:pt x="93918" y="71764"/>
                    <a:pt x="94166" y="72217"/>
                  </a:cubicBezTo>
                  <a:cubicBezTo>
                    <a:pt x="94414" y="72670"/>
                    <a:pt x="95126" y="72670"/>
                    <a:pt x="95591" y="73153"/>
                  </a:cubicBezTo>
                  <a:cubicBezTo>
                    <a:pt x="96303" y="73606"/>
                    <a:pt x="97232" y="78439"/>
                    <a:pt x="96768" y="79134"/>
                  </a:cubicBezTo>
                  <a:cubicBezTo>
                    <a:pt x="95838" y="80070"/>
                    <a:pt x="96520" y="80312"/>
                    <a:pt x="97232" y="80976"/>
                  </a:cubicBezTo>
                  <a:cubicBezTo>
                    <a:pt x="98193" y="82365"/>
                    <a:pt x="96055" y="82365"/>
                    <a:pt x="95126" y="82154"/>
                  </a:cubicBezTo>
                  <a:cubicBezTo>
                    <a:pt x="94878" y="80976"/>
                    <a:pt x="94878" y="80976"/>
                    <a:pt x="94878" y="80976"/>
                  </a:cubicBezTo>
                  <a:close/>
                  <a:moveTo>
                    <a:pt x="60092" y="89524"/>
                  </a:moveTo>
                  <a:lnTo>
                    <a:pt x="60092" y="89524"/>
                  </a:lnTo>
                  <a:cubicBezTo>
                    <a:pt x="59380" y="88587"/>
                    <a:pt x="59380" y="86987"/>
                    <a:pt x="60092" y="86050"/>
                  </a:cubicBezTo>
                  <a:cubicBezTo>
                    <a:pt x="60340" y="85597"/>
                    <a:pt x="60557" y="84903"/>
                    <a:pt x="60805" y="84450"/>
                  </a:cubicBezTo>
                  <a:cubicBezTo>
                    <a:pt x="60805" y="84208"/>
                    <a:pt x="60805" y="83996"/>
                    <a:pt x="61053" y="83755"/>
                  </a:cubicBezTo>
                  <a:cubicBezTo>
                    <a:pt x="61053" y="83513"/>
                    <a:pt x="61517" y="83060"/>
                    <a:pt x="61517" y="82849"/>
                  </a:cubicBezTo>
                  <a:lnTo>
                    <a:pt x="61517" y="82849"/>
                  </a:lnTo>
                  <a:cubicBezTo>
                    <a:pt x="61982" y="83996"/>
                    <a:pt x="61517" y="85356"/>
                    <a:pt x="61053" y="86534"/>
                  </a:cubicBezTo>
                  <a:cubicBezTo>
                    <a:pt x="61053" y="86987"/>
                    <a:pt x="61053" y="87228"/>
                    <a:pt x="61053" y="87681"/>
                  </a:cubicBezTo>
                  <a:cubicBezTo>
                    <a:pt x="61053" y="88376"/>
                    <a:pt x="60805" y="88829"/>
                    <a:pt x="60805" y="89282"/>
                  </a:cubicBezTo>
                  <a:cubicBezTo>
                    <a:pt x="60092" y="89524"/>
                    <a:pt x="60092" y="89524"/>
                    <a:pt x="60092" y="89524"/>
                  </a:cubicBezTo>
                  <a:close/>
                  <a:moveTo>
                    <a:pt x="23200" y="85356"/>
                  </a:moveTo>
                  <a:lnTo>
                    <a:pt x="23200" y="85356"/>
                  </a:lnTo>
                  <a:cubicBezTo>
                    <a:pt x="24130" y="84691"/>
                    <a:pt x="23913" y="82154"/>
                    <a:pt x="25090" y="80765"/>
                  </a:cubicBezTo>
                  <a:cubicBezTo>
                    <a:pt x="26019" y="79828"/>
                    <a:pt x="27444" y="77533"/>
                    <a:pt x="25090" y="77291"/>
                  </a:cubicBezTo>
                  <a:cubicBezTo>
                    <a:pt x="25090" y="77050"/>
                    <a:pt x="25090" y="77050"/>
                    <a:pt x="25090" y="77050"/>
                  </a:cubicBezTo>
                  <a:cubicBezTo>
                    <a:pt x="24842" y="77050"/>
                    <a:pt x="24842" y="77050"/>
                    <a:pt x="24842" y="76838"/>
                  </a:cubicBezTo>
                  <a:cubicBezTo>
                    <a:pt x="26732" y="76143"/>
                    <a:pt x="25802" y="72006"/>
                    <a:pt x="26732" y="71764"/>
                  </a:cubicBezTo>
                  <a:cubicBezTo>
                    <a:pt x="28404" y="71311"/>
                    <a:pt x="30758" y="71311"/>
                    <a:pt x="31471" y="69227"/>
                  </a:cubicBezTo>
                  <a:cubicBezTo>
                    <a:pt x="32400" y="69227"/>
                    <a:pt x="33825" y="70828"/>
                    <a:pt x="34785" y="69921"/>
                  </a:cubicBezTo>
                  <a:cubicBezTo>
                    <a:pt x="35498" y="69227"/>
                    <a:pt x="37387" y="66690"/>
                    <a:pt x="38100" y="66690"/>
                  </a:cubicBezTo>
                  <a:cubicBezTo>
                    <a:pt x="38347" y="65995"/>
                    <a:pt x="40702" y="65300"/>
                    <a:pt x="41414" y="65059"/>
                  </a:cubicBezTo>
                  <a:cubicBezTo>
                    <a:pt x="43056" y="64153"/>
                    <a:pt x="42127" y="65995"/>
                    <a:pt x="41879" y="67143"/>
                  </a:cubicBezTo>
                  <a:cubicBezTo>
                    <a:pt x="41631" y="67837"/>
                    <a:pt x="42591" y="72459"/>
                    <a:pt x="42839" y="73365"/>
                  </a:cubicBezTo>
                  <a:cubicBezTo>
                    <a:pt x="43551" y="75902"/>
                    <a:pt x="43768" y="77050"/>
                    <a:pt x="45441" y="78922"/>
                  </a:cubicBezTo>
                  <a:cubicBezTo>
                    <a:pt x="46153" y="79828"/>
                    <a:pt x="47795" y="85839"/>
                    <a:pt x="46618" y="86745"/>
                  </a:cubicBezTo>
                  <a:cubicBezTo>
                    <a:pt x="44481" y="88829"/>
                    <a:pt x="42839" y="91819"/>
                    <a:pt x="39277" y="90672"/>
                  </a:cubicBezTo>
                  <a:cubicBezTo>
                    <a:pt x="37852" y="90218"/>
                    <a:pt x="37387" y="93209"/>
                    <a:pt x="36675" y="94145"/>
                  </a:cubicBezTo>
                  <a:cubicBezTo>
                    <a:pt x="33825" y="97377"/>
                    <a:pt x="30046" y="92303"/>
                    <a:pt x="32648" y="90460"/>
                  </a:cubicBezTo>
                  <a:cubicBezTo>
                    <a:pt x="33608" y="89765"/>
                    <a:pt x="36210" y="89282"/>
                    <a:pt x="35745" y="87923"/>
                  </a:cubicBezTo>
                  <a:cubicBezTo>
                    <a:pt x="35250" y="86745"/>
                    <a:pt x="34321" y="85356"/>
                    <a:pt x="34073" y="84208"/>
                  </a:cubicBezTo>
                  <a:cubicBezTo>
                    <a:pt x="32648" y="83755"/>
                    <a:pt x="32400" y="82607"/>
                    <a:pt x="32896" y="81459"/>
                  </a:cubicBezTo>
                  <a:cubicBezTo>
                    <a:pt x="34785" y="81459"/>
                    <a:pt x="35745" y="79828"/>
                    <a:pt x="34537" y="78228"/>
                  </a:cubicBezTo>
                  <a:cubicBezTo>
                    <a:pt x="31719" y="74543"/>
                    <a:pt x="27692" y="91366"/>
                    <a:pt x="23417" y="86292"/>
                  </a:cubicBezTo>
                  <a:cubicBezTo>
                    <a:pt x="23200" y="85356"/>
                    <a:pt x="23200" y="85356"/>
                    <a:pt x="23200" y="85356"/>
                  </a:cubicBezTo>
                  <a:close/>
                  <a:moveTo>
                    <a:pt x="44481" y="73848"/>
                  </a:moveTo>
                  <a:lnTo>
                    <a:pt x="44481" y="73848"/>
                  </a:lnTo>
                  <a:cubicBezTo>
                    <a:pt x="45441" y="75690"/>
                    <a:pt x="45441" y="75690"/>
                    <a:pt x="45441" y="75690"/>
                  </a:cubicBezTo>
                  <a:cubicBezTo>
                    <a:pt x="46370" y="76838"/>
                    <a:pt x="49685" y="77050"/>
                    <a:pt x="50645" y="75902"/>
                  </a:cubicBezTo>
                  <a:cubicBezTo>
                    <a:pt x="51822" y="74301"/>
                    <a:pt x="51822" y="71764"/>
                    <a:pt x="52751" y="69921"/>
                  </a:cubicBezTo>
                  <a:cubicBezTo>
                    <a:pt x="53464" y="68290"/>
                    <a:pt x="54889" y="67596"/>
                    <a:pt x="55601" y="65753"/>
                  </a:cubicBezTo>
                  <a:cubicBezTo>
                    <a:pt x="56778" y="63458"/>
                    <a:pt x="57274" y="60921"/>
                    <a:pt x="58451" y="58595"/>
                  </a:cubicBezTo>
                  <a:cubicBezTo>
                    <a:pt x="59876" y="55846"/>
                    <a:pt x="62478" y="52373"/>
                    <a:pt x="63407" y="49836"/>
                  </a:cubicBezTo>
                  <a:cubicBezTo>
                    <a:pt x="63655" y="49141"/>
                    <a:pt x="62942" y="45909"/>
                    <a:pt x="62230" y="46846"/>
                  </a:cubicBezTo>
                  <a:cubicBezTo>
                    <a:pt x="58203" y="50531"/>
                    <a:pt x="58203" y="50531"/>
                    <a:pt x="58203" y="50531"/>
                  </a:cubicBezTo>
                  <a:cubicBezTo>
                    <a:pt x="56778" y="51920"/>
                    <a:pt x="45658" y="59984"/>
                    <a:pt x="48260" y="62068"/>
                  </a:cubicBezTo>
                  <a:cubicBezTo>
                    <a:pt x="49220" y="62522"/>
                    <a:pt x="50149" y="63005"/>
                    <a:pt x="51109" y="63458"/>
                  </a:cubicBezTo>
                  <a:cubicBezTo>
                    <a:pt x="49437" y="63458"/>
                    <a:pt x="45906" y="64394"/>
                    <a:pt x="45193" y="65753"/>
                  </a:cubicBezTo>
                  <a:cubicBezTo>
                    <a:pt x="44481" y="67384"/>
                    <a:pt x="43304" y="72217"/>
                    <a:pt x="44481" y="73848"/>
                  </a:cubicBezTo>
                  <a:close/>
                  <a:moveTo>
                    <a:pt x="35033" y="57447"/>
                  </a:moveTo>
                  <a:lnTo>
                    <a:pt x="35033" y="57447"/>
                  </a:lnTo>
                  <a:cubicBezTo>
                    <a:pt x="34537" y="55846"/>
                    <a:pt x="36210" y="52826"/>
                    <a:pt x="37139" y="51920"/>
                  </a:cubicBezTo>
                  <a:cubicBezTo>
                    <a:pt x="38100" y="50984"/>
                    <a:pt x="40237" y="48235"/>
                    <a:pt x="41414" y="48235"/>
                  </a:cubicBezTo>
                  <a:cubicBezTo>
                    <a:pt x="42127" y="50531"/>
                    <a:pt x="39525" y="52826"/>
                    <a:pt x="38812" y="55152"/>
                  </a:cubicBezTo>
                  <a:cubicBezTo>
                    <a:pt x="38564" y="56300"/>
                    <a:pt x="36675" y="60921"/>
                    <a:pt x="35033" y="58837"/>
                  </a:cubicBezTo>
                  <a:cubicBezTo>
                    <a:pt x="35033" y="57447"/>
                    <a:pt x="35033" y="57447"/>
                    <a:pt x="35033" y="57447"/>
                  </a:cubicBezTo>
                  <a:close/>
                  <a:moveTo>
                    <a:pt x="61270" y="44762"/>
                  </a:moveTo>
                  <a:lnTo>
                    <a:pt x="61270" y="44762"/>
                  </a:lnTo>
                  <a:cubicBezTo>
                    <a:pt x="60805" y="44067"/>
                    <a:pt x="62230" y="43614"/>
                    <a:pt x="62478" y="43161"/>
                  </a:cubicBezTo>
                  <a:cubicBezTo>
                    <a:pt x="62942" y="42225"/>
                    <a:pt x="62942" y="41318"/>
                    <a:pt x="63190" y="40382"/>
                  </a:cubicBezTo>
                  <a:cubicBezTo>
                    <a:pt x="63655" y="41077"/>
                    <a:pt x="63902" y="41771"/>
                    <a:pt x="64119" y="42466"/>
                  </a:cubicBezTo>
                  <a:cubicBezTo>
                    <a:pt x="64584" y="43372"/>
                    <a:pt x="65080" y="44067"/>
                    <a:pt x="64119" y="44762"/>
                  </a:cubicBezTo>
                  <a:cubicBezTo>
                    <a:pt x="63902" y="44762"/>
                    <a:pt x="63655" y="45215"/>
                    <a:pt x="63407" y="45215"/>
                  </a:cubicBezTo>
                  <a:cubicBezTo>
                    <a:pt x="63407" y="45456"/>
                    <a:pt x="62942" y="45456"/>
                    <a:pt x="62942" y="45456"/>
                  </a:cubicBezTo>
                  <a:cubicBezTo>
                    <a:pt x="62478" y="45456"/>
                    <a:pt x="62230" y="45698"/>
                    <a:pt x="61765" y="45698"/>
                  </a:cubicBezTo>
                  <a:cubicBezTo>
                    <a:pt x="61270" y="44762"/>
                    <a:pt x="61270" y="44762"/>
                    <a:pt x="61270" y="44762"/>
                  </a:cubicBezTo>
                  <a:close/>
                  <a:moveTo>
                    <a:pt x="960" y="19390"/>
                  </a:moveTo>
                  <a:lnTo>
                    <a:pt x="960" y="19390"/>
                  </a:lnTo>
                  <a:cubicBezTo>
                    <a:pt x="247" y="18937"/>
                    <a:pt x="0" y="15917"/>
                    <a:pt x="712" y="15464"/>
                  </a:cubicBezTo>
                  <a:cubicBezTo>
                    <a:pt x="1672" y="14558"/>
                    <a:pt x="3314" y="15011"/>
                    <a:pt x="4491" y="15222"/>
                  </a:cubicBezTo>
                  <a:cubicBezTo>
                    <a:pt x="6381" y="15464"/>
                    <a:pt x="6876" y="13863"/>
                    <a:pt x="8301" y="13863"/>
                  </a:cubicBezTo>
                  <a:cubicBezTo>
                    <a:pt x="9695" y="13863"/>
                    <a:pt x="10903" y="13380"/>
                    <a:pt x="11368" y="12021"/>
                  </a:cubicBezTo>
                  <a:lnTo>
                    <a:pt x="11368" y="12021"/>
                  </a:lnTo>
                  <a:cubicBezTo>
                    <a:pt x="11584" y="12715"/>
                    <a:pt x="12297" y="12927"/>
                    <a:pt x="12545" y="13863"/>
                  </a:cubicBezTo>
                  <a:cubicBezTo>
                    <a:pt x="11832" y="14316"/>
                    <a:pt x="7805" y="14316"/>
                    <a:pt x="9230" y="15917"/>
                  </a:cubicBezTo>
                  <a:cubicBezTo>
                    <a:pt x="9695" y="16612"/>
                    <a:pt x="8766" y="17548"/>
                    <a:pt x="8053" y="17306"/>
                  </a:cubicBezTo>
                  <a:cubicBezTo>
                    <a:pt x="7589" y="17065"/>
                    <a:pt x="5203" y="17759"/>
                    <a:pt x="5668" y="18454"/>
                  </a:cubicBezTo>
                  <a:cubicBezTo>
                    <a:pt x="4956" y="19632"/>
                    <a:pt x="6381" y="21021"/>
                    <a:pt x="4739" y="21686"/>
                  </a:cubicBezTo>
                  <a:cubicBezTo>
                    <a:pt x="4026" y="21928"/>
                    <a:pt x="3562" y="21474"/>
                    <a:pt x="3066" y="21021"/>
                  </a:cubicBezTo>
                  <a:cubicBezTo>
                    <a:pt x="2601" y="20327"/>
                    <a:pt x="2385" y="20538"/>
                    <a:pt x="1672" y="20538"/>
                  </a:cubicBezTo>
                  <a:cubicBezTo>
                    <a:pt x="1672" y="20780"/>
                    <a:pt x="960" y="21021"/>
                    <a:pt x="712" y="21021"/>
                  </a:cubicBezTo>
                  <a:cubicBezTo>
                    <a:pt x="960" y="19390"/>
                    <a:pt x="960" y="19390"/>
                    <a:pt x="960" y="19390"/>
                  </a:cubicBezTo>
                  <a:close/>
                  <a:moveTo>
                    <a:pt x="14434" y="9695"/>
                  </a:moveTo>
                  <a:lnTo>
                    <a:pt x="14434" y="9695"/>
                  </a:lnTo>
                  <a:cubicBezTo>
                    <a:pt x="15394" y="8547"/>
                    <a:pt x="16788" y="8759"/>
                    <a:pt x="17501" y="7399"/>
                  </a:cubicBezTo>
                  <a:cubicBezTo>
                    <a:pt x="17996" y="6463"/>
                    <a:pt x="18213" y="5768"/>
                    <a:pt x="19173" y="5074"/>
                  </a:cubicBezTo>
                  <a:cubicBezTo>
                    <a:pt x="20351" y="3926"/>
                    <a:pt x="21775" y="3231"/>
                    <a:pt x="22953" y="1842"/>
                  </a:cubicBezTo>
                  <a:cubicBezTo>
                    <a:pt x="23913" y="1147"/>
                    <a:pt x="25090" y="694"/>
                    <a:pt x="26019" y="0"/>
                  </a:cubicBezTo>
                  <a:cubicBezTo>
                    <a:pt x="26515" y="1147"/>
                    <a:pt x="26019" y="5074"/>
                    <a:pt x="24594" y="5557"/>
                  </a:cubicBezTo>
                  <a:cubicBezTo>
                    <a:pt x="23913" y="6010"/>
                    <a:pt x="23913" y="5557"/>
                    <a:pt x="23200" y="6252"/>
                  </a:cubicBezTo>
                  <a:cubicBezTo>
                    <a:pt x="21992" y="7611"/>
                    <a:pt x="20815" y="10631"/>
                    <a:pt x="18461" y="9937"/>
                  </a:cubicBezTo>
                  <a:cubicBezTo>
                    <a:pt x="17749" y="9695"/>
                    <a:pt x="16788" y="9000"/>
                    <a:pt x="16107" y="9937"/>
                  </a:cubicBezTo>
                  <a:cubicBezTo>
                    <a:pt x="15611" y="10631"/>
                    <a:pt x="16107" y="11779"/>
                    <a:pt x="14434" y="10631"/>
                  </a:cubicBezTo>
                  <a:cubicBezTo>
                    <a:pt x="14434" y="9695"/>
                    <a:pt x="14434" y="9695"/>
                    <a:pt x="14434" y="9695"/>
                  </a:cubicBezTo>
                  <a:close/>
                  <a:moveTo>
                    <a:pt x="48043" y="33012"/>
                  </a:moveTo>
                  <a:lnTo>
                    <a:pt x="48043" y="33012"/>
                  </a:lnTo>
                  <a:cubicBezTo>
                    <a:pt x="49437" y="32318"/>
                    <a:pt x="51574" y="32771"/>
                    <a:pt x="52287" y="31834"/>
                  </a:cubicBezTo>
                  <a:cubicBezTo>
                    <a:pt x="52534" y="31381"/>
                    <a:pt x="54889" y="27696"/>
                    <a:pt x="54889" y="29781"/>
                  </a:cubicBezTo>
                  <a:cubicBezTo>
                    <a:pt x="55136" y="31170"/>
                    <a:pt x="53959" y="32076"/>
                    <a:pt x="53959" y="32529"/>
                  </a:cubicBezTo>
                  <a:cubicBezTo>
                    <a:pt x="56313" y="32529"/>
                    <a:pt x="57490" y="33012"/>
                    <a:pt x="59380" y="31623"/>
                  </a:cubicBezTo>
                  <a:cubicBezTo>
                    <a:pt x="60092" y="31170"/>
                    <a:pt x="64832" y="27243"/>
                    <a:pt x="63902" y="27002"/>
                  </a:cubicBezTo>
                  <a:cubicBezTo>
                    <a:pt x="62478" y="27002"/>
                    <a:pt x="61517" y="27696"/>
                    <a:pt x="60340" y="27696"/>
                  </a:cubicBezTo>
                  <a:cubicBezTo>
                    <a:pt x="60340" y="26549"/>
                    <a:pt x="61765" y="23317"/>
                    <a:pt x="62694" y="25612"/>
                  </a:cubicBezTo>
                  <a:cubicBezTo>
                    <a:pt x="63190" y="27455"/>
                    <a:pt x="65296" y="25371"/>
                    <a:pt x="64584" y="23770"/>
                  </a:cubicBezTo>
                  <a:cubicBezTo>
                    <a:pt x="64119" y="22169"/>
                    <a:pt x="63407" y="22864"/>
                    <a:pt x="65080" y="23528"/>
                  </a:cubicBezTo>
                  <a:cubicBezTo>
                    <a:pt x="66009" y="23770"/>
                    <a:pt x="66009" y="23317"/>
                    <a:pt x="66009" y="22622"/>
                  </a:cubicBezTo>
                  <a:cubicBezTo>
                    <a:pt x="65544" y="17759"/>
                    <a:pt x="56066" y="15464"/>
                    <a:pt x="52070" y="14558"/>
                  </a:cubicBezTo>
                  <a:cubicBezTo>
                    <a:pt x="49932" y="14316"/>
                    <a:pt x="50149" y="12232"/>
                    <a:pt x="49437" y="10390"/>
                  </a:cubicBezTo>
                  <a:cubicBezTo>
                    <a:pt x="48755" y="8547"/>
                    <a:pt x="46370" y="7853"/>
                    <a:pt x="45906" y="5768"/>
                  </a:cubicBezTo>
                  <a:cubicBezTo>
                    <a:pt x="45658" y="4168"/>
                    <a:pt x="42127" y="3473"/>
                    <a:pt x="40702" y="4621"/>
                  </a:cubicBezTo>
                  <a:cubicBezTo>
                    <a:pt x="38347" y="6463"/>
                    <a:pt x="35962" y="4621"/>
                    <a:pt x="38100" y="8547"/>
                  </a:cubicBezTo>
                  <a:cubicBezTo>
                    <a:pt x="38100" y="8547"/>
                    <a:pt x="35033" y="6916"/>
                    <a:pt x="33360" y="7611"/>
                  </a:cubicBezTo>
                  <a:cubicBezTo>
                    <a:pt x="32896" y="7853"/>
                    <a:pt x="32648" y="9242"/>
                    <a:pt x="33113" y="9453"/>
                  </a:cubicBezTo>
                  <a:cubicBezTo>
                    <a:pt x="33608" y="9937"/>
                    <a:pt x="34073" y="9695"/>
                    <a:pt x="34537" y="9695"/>
                  </a:cubicBezTo>
                  <a:cubicBezTo>
                    <a:pt x="35250" y="10148"/>
                    <a:pt x="33608" y="11779"/>
                    <a:pt x="33113" y="12021"/>
                  </a:cubicBezTo>
                  <a:cubicBezTo>
                    <a:pt x="32896" y="12232"/>
                    <a:pt x="31471" y="12474"/>
                    <a:pt x="31471" y="12927"/>
                  </a:cubicBezTo>
                  <a:cubicBezTo>
                    <a:pt x="31719" y="13621"/>
                    <a:pt x="33608" y="13863"/>
                    <a:pt x="34073" y="14075"/>
                  </a:cubicBezTo>
                  <a:cubicBezTo>
                    <a:pt x="35033" y="14558"/>
                    <a:pt x="36210" y="14558"/>
                    <a:pt x="37387" y="14558"/>
                  </a:cubicBezTo>
                  <a:cubicBezTo>
                    <a:pt x="38812" y="14558"/>
                    <a:pt x="39525" y="15706"/>
                    <a:pt x="40454" y="16400"/>
                  </a:cubicBezTo>
                  <a:cubicBezTo>
                    <a:pt x="40918" y="16612"/>
                    <a:pt x="41414" y="17065"/>
                    <a:pt x="41879" y="17065"/>
                  </a:cubicBezTo>
                  <a:cubicBezTo>
                    <a:pt x="41879" y="17306"/>
                    <a:pt x="41879" y="17306"/>
                    <a:pt x="41879" y="17306"/>
                  </a:cubicBezTo>
                  <a:cubicBezTo>
                    <a:pt x="41631" y="17306"/>
                    <a:pt x="41414" y="17548"/>
                    <a:pt x="41414" y="17548"/>
                  </a:cubicBezTo>
                  <a:lnTo>
                    <a:pt x="41414" y="17548"/>
                  </a:lnTo>
                  <a:cubicBezTo>
                    <a:pt x="42839" y="18001"/>
                    <a:pt x="41879" y="19390"/>
                    <a:pt x="44016" y="18454"/>
                  </a:cubicBezTo>
                  <a:cubicBezTo>
                    <a:pt x="44945" y="18001"/>
                    <a:pt x="47083" y="16853"/>
                    <a:pt x="48260" y="16853"/>
                  </a:cubicBezTo>
                  <a:cubicBezTo>
                    <a:pt x="49437" y="22169"/>
                    <a:pt x="42591" y="20538"/>
                    <a:pt x="42343" y="21928"/>
                  </a:cubicBezTo>
                  <a:cubicBezTo>
                    <a:pt x="42343" y="24465"/>
                    <a:pt x="39029" y="25371"/>
                    <a:pt x="39277" y="27938"/>
                  </a:cubicBezTo>
                  <a:cubicBezTo>
                    <a:pt x="39277" y="29992"/>
                    <a:pt x="43768" y="27455"/>
                    <a:pt x="44728" y="27002"/>
                  </a:cubicBezTo>
                  <a:cubicBezTo>
                    <a:pt x="45193" y="26760"/>
                    <a:pt x="48260" y="25612"/>
                    <a:pt x="48260" y="26065"/>
                  </a:cubicBezTo>
                  <a:cubicBezTo>
                    <a:pt x="48043" y="28391"/>
                    <a:pt x="45658" y="29539"/>
                    <a:pt x="43304" y="29539"/>
                  </a:cubicBezTo>
                  <a:cubicBezTo>
                    <a:pt x="41631" y="29781"/>
                    <a:pt x="39525" y="33012"/>
                    <a:pt x="37852" y="29992"/>
                  </a:cubicBezTo>
                  <a:lnTo>
                    <a:pt x="37852" y="29992"/>
                  </a:lnTo>
                  <a:cubicBezTo>
                    <a:pt x="37852" y="32529"/>
                    <a:pt x="36923" y="32529"/>
                    <a:pt x="35250" y="30928"/>
                  </a:cubicBezTo>
                  <a:cubicBezTo>
                    <a:pt x="33608" y="29297"/>
                    <a:pt x="32400" y="29539"/>
                    <a:pt x="31006" y="30928"/>
                  </a:cubicBezTo>
                  <a:cubicBezTo>
                    <a:pt x="29581" y="33224"/>
                    <a:pt x="31223" y="33677"/>
                    <a:pt x="32400" y="35308"/>
                  </a:cubicBezTo>
                  <a:cubicBezTo>
                    <a:pt x="33360" y="36697"/>
                    <a:pt x="33608" y="36909"/>
                    <a:pt x="35250" y="36244"/>
                  </a:cubicBezTo>
                  <a:cubicBezTo>
                    <a:pt x="36458" y="35761"/>
                    <a:pt x="36923" y="35066"/>
                    <a:pt x="38564" y="34855"/>
                  </a:cubicBezTo>
                  <a:cubicBezTo>
                    <a:pt x="39277" y="34855"/>
                    <a:pt x="40237" y="34855"/>
                    <a:pt x="40918" y="35066"/>
                  </a:cubicBezTo>
                  <a:cubicBezTo>
                    <a:pt x="42127" y="35308"/>
                    <a:pt x="43056" y="33918"/>
                    <a:pt x="44264" y="33918"/>
                  </a:cubicBezTo>
                  <a:cubicBezTo>
                    <a:pt x="45658" y="33918"/>
                    <a:pt x="45906" y="35066"/>
                    <a:pt x="47083" y="33677"/>
                  </a:cubicBezTo>
                  <a:cubicBezTo>
                    <a:pt x="48043" y="33012"/>
                    <a:pt x="48043" y="33012"/>
                    <a:pt x="48043" y="33012"/>
                  </a:cubicBezTo>
                  <a:close/>
                  <a:moveTo>
                    <a:pt x="29334" y="29781"/>
                  </a:moveTo>
                  <a:lnTo>
                    <a:pt x="29334" y="29781"/>
                  </a:lnTo>
                  <a:cubicBezTo>
                    <a:pt x="29581" y="30475"/>
                    <a:pt x="29581" y="30475"/>
                    <a:pt x="29581" y="30475"/>
                  </a:cubicBezTo>
                  <a:cubicBezTo>
                    <a:pt x="29581" y="30928"/>
                    <a:pt x="29334" y="31381"/>
                    <a:pt x="29117" y="31834"/>
                  </a:cubicBezTo>
                  <a:cubicBezTo>
                    <a:pt x="29117" y="32076"/>
                    <a:pt x="29117" y="32318"/>
                    <a:pt x="28869" y="32529"/>
                  </a:cubicBezTo>
                  <a:cubicBezTo>
                    <a:pt x="28869" y="32771"/>
                    <a:pt x="28621" y="33012"/>
                    <a:pt x="28404" y="33012"/>
                  </a:cubicBezTo>
                  <a:cubicBezTo>
                    <a:pt x="27227" y="33465"/>
                    <a:pt x="26979" y="32529"/>
                    <a:pt x="27940" y="31834"/>
                  </a:cubicBezTo>
                  <a:cubicBezTo>
                    <a:pt x="28156" y="31623"/>
                    <a:pt x="28404" y="31381"/>
                    <a:pt x="28404" y="30928"/>
                  </a:cubicBezTo>
                  <a:cubicBezTo>
                    <a:pt x="28404" y="30234"/>
                    <a:pt x="29117" y="30234"/>
                    <a:pt x="29334" y="29781"/>
                  </a:cubicBezTo>
                  <a:close/>
                  <a:moveTo>
                    <a:pt x="39277" y="17306"/>
                  </a:moveTo>
                  <a:lnTo>
                    <a:pt x="39277" y="17306"/>
                  </a:lnTo>
                  <a:cubicBezTo>
                    <a:pt x="39741" y="17759"/>
                    <a:pt x="39741" y="17759"/>
                    <a:pt x="39741" y="17759"/>
                  </a:cubicBezTo>
                  <a:cubicBezTo>
                    <a:pt x="40237" y="18001"/>
                    <a:pt x="41414" y="18937"/>
                    <a:pt x="41166" y="19390"/>
                  </a:cubicBezTo>
                  <a:cubicBezTo>
                    <a:pt x="40918" y="19390"/>
                    <a:pt x="40702" y="19632"/>
                    <a:pt x="40237" y="19390"/>
                  </a:cubicBezTo>
                  <a:cubicBezTo>
                    <a:pt x="39741" y="19390"/>
                    <a:pt x="39029" y="19390"/>
                    <a:pt x="38564" y="19149"/>
                  </a:cubicBezTo>
                  <a:cubicBezTo>
                    <a:pt x="37387" y="19149"/>
                    <a:pt x="36458" y="18696"/>
                    <a:pt x="35250" y="18454"/>
                  </a:cubicBezTo>
                  <a:cubicBezTo>
                    <a:pt x="34785" y="18243"/>
                    <a:pt x="33360" y="18001"/>
                    <a:pt x="33360" y="17548"/>
                  </a:cubicBezTo>
                  <a:cubicBezTo>
                    <a:pt x="33608" y="16400"/>
                    <a:pt x="35498" y="17306"/>
                    <a:pt x="35962" y="17306"/>
                  </a:cubicBezTo>
                  <a:cubicBezTo>
                    <a:pt x="36675" y="17306"/>
                    <a:pt x="37139" y="17065"/>
                    <a:pt x="37635" y="16853"/>
                  </a:cubicBezTo>
                  <a:cubicBezTo>
                    <a:pt x="38347" y="16612"/>
                    <a:pt x="38564" y="17548"/>
                    <a:pt x="39277" y="17306"/>
                  </a:cubicBezTo>
                  <a:close/>
                  <a:moveTo>
                    <a:pt x="68859" y="19632"/>
                  </a:moveTo>
                  <a:lnTo>
                    <a:pt x="68859" y="19632"/>
                  </a:lnTo>
                  <a:cubicBezTo>
                    <a:pt x="68859" y="18937"/>
                    <a:pt x="69075" y="17759"/>
                    <a:pt x="69788" y="17306"/>
                  </a:cubicBezTo>
                  <a:cubicBezTo>
                    <a:pt x="70283" y="16853"/>
                    <a:pt x="70996" y="16400"/>
                    <a:pt x="71461" y="15917"/>
                  </a:cubicBezTo>
                  <a:cubicBezTo>
                    <a:pt x="72173" y="15222"/>
                    <a:pt x="72638" y="14075"/>
                    <a:pt x="73350" y="13621"/>
                  </a:cubicBezTo>
                  <a:cubicBezTo>
                    <a:pt x="73815" y="13168"/>
                    <a:pt x="75240" y="12021"/>
                    <a:pt x="75952" y="11779"/>
                  </a:cubicBezTo>
                  <a:cubicBezTo>
                    <a:pt x="75952" y="12715"/>
                    <a:pt x="74775" y="13380"/>
                    <a:pt x="74310" y="14075"/>
                  </a:cubicBezTo>
                  <a:cubicBezTo>
                    <a:pt x="73598" y="15011"/>
                    <a:pt x="72638" y="16159"/>
                    <a:pt x="71708" y="17065"/>
                  </a:cubicBezTo>
                  <a:cubicBezTo>
                    <a:pt x="70996" y="17759"/>
                    <a:pt x="70748" y="18454"/>
                    <a:pt x="70036" y="18937"/>
                  </a:cubicBezTo>
                  <a:cubicBezTo>
                    <a:pt x="68859" y="19632"/>
                    <a:pt x="68859" y="19632"/>
                    <a:pt x="68859" y="19632"/>
                  </a:cubicBezTo>
                  <a:close/>
                  <a:moveTo>
                    <a:pt x="81868" y="6010"/>
                  </a:moveTo>
                  <a:lnTo>
                    <a:pt x="81868" y="6010"/>
                  </a:lnTo>
                  <a:cubicBezTo>
                    <a:pt x="81156" y="6705"/>
                    <a:pt x="80227" y="7399"/>
                    <a:pt x="79731" y="7611"/>
                  </a:cubicBezTo>
                  <a:cubicBezTo>
                    <a:pt x="78306" y="8306"/>
                    <a:pt x="78802" y="9453"/>
                    <a:pt x="77842" y="10631"/>
                  </a:cubicBezTo>
                  <a:cubicBezTo>
                    <a:pt x="77129" y="12474"/>
                    <a:pt x="77377" y="15011"/>
                    <a:pt x="79731" y="13863"/>
                  </a:cubicBezTo>
                  <a:cubicBezTo>
                    <a:pt x="81868" y="12927"/>
                    <a:pt x="79266" y="16400"/>
                    <a:pt x="77594" y="14558"/>
                  </a:cubicBezTo>
                  <a:cubicBezTo>
                    <a:pt x="76417" y="13380"/>
                    <a:pt x="76200" y="14769"/>
                    <a:pt x="75487" y="16400"/>
                  </a:cubicBezTo>
                  <a:cubicBezTo>
                    <a:pt x="75240" y="16612"/>
                    <a:pt x="73598" y="18454"/>
                    <a:pt x="74527" y="18454"/>
                  </a:cubicBezTo>
                  <a:cubicBezTo>
                    <a:pt x="75952" y="18454"/>
                    <a:pt x="76664" y="16612"/>
                    <a:pt x="76664" y="18937"/>
                  </a:cubicBezTo>
                  <a:cubicBezTo>
                    <a:pt x="76664" y="20327"/>
                    <a:pt x="78089" y="20085"/>
                    <a:pt x="79019" y="19843"/>
                  </a:cubicBezTo>
                  <a:cubicBezTo>
                    <a:pt x="78306" y="20538"/>
                    <a:pt x="77377" y="20780"/>
                    <a:pt x="76200" y="20780"/>
                  </a:cubicBezTo>
                  <a:cubicBezTo>
                    <a:pt x="75952" y="20780"/>
                    <a:pt x="71708" y="24223"/>
                    <a:pt x="70500" y="24706"/>
                  </a:cubicBezTo>
                  <a:cubicBezTo>
                    <a:pt x="69323" y="25159"/>
                    <a:pt x="67434" y="27002"/>
                    <a:pt x="69571" y="27243"/>
                  </a:cubicBezTo>
                  <a:cubicBezTo>
                    <a:pt x="71708" y="27696"/>
                    <a:pt x="70283" y="27455"/>
                    <a:pt x="70748" y="28844"/>
                  </a:cubicBezTo>
                  <a:cubicBezTo>
                    <a:pt x="70996" y="29781"/>
                    <a:pt x="69075" y="32318"/>
                    <a:pt x="68146" y="32529"/>
                  </a:cubicBezTo>
                  <a:cubicBezTo>
                    <a:pt x="64832" y="33012"/>
                    <a:pt x="66473" y="33918"/>
                    <a:pt x="66009" y="36244"/>
                  </a:cubicBezTo>
                  <a:cubicBezTo>
                    <a:pt x="65080" y="37845"/>
                    <a:pt x="65296" y="39476"/>
                    <a:pt x="65544" y="40835"/>
                  </a:cubicBezTo>
                  <a:cubicBezTo>
                    <a:pt x="65792" y="41318"/>
                    <a:pt x="65544" y="43856"/>
                    <a:pt x="66009" y="43161"/>
                  </a:cubicBezTo>
                  <a:cubicBezTo>
                    <a:pt x="66969" y="41983"/>
                    <a:pt x="66721" y="38993"/>
                    <a:pt x="67434" y="37603"/>
                  </a:cubicBezTo>
                  <a:cubicBezTo>
                    <a:pt x="68146" y="35761"/>
                    <a:pt x="67681" y="37845"/>
                    <a:pt x="68363" y="38087"/>
                  </a:cubicBezTo>
                  <a:cubicBezTo>
                    <a:pt x="68859" y="38298"/>
                    <a:pt x="71213" y="37603"/>
                    <a:pt x="71708" y="37150"/>
                  </a:cubicBezTo>
                  <a:cubicBezTo>
                    <a:pt x="71708" y="38298"/>
                    <a:pt x="69571" y="40140"/>
                    <a:pt x="69571" y="41530"/>
                  </a:cubicBezTo>
                  <a:cubicBezTo>
                    <a:pt x="69571" y="43161"/>
                    <a:pt x="68363" y="45698"/>
                    <a:pt x="67681" y="47087"/>
                  </a:cubicBezTo>
                  <a:cubicBezTo>
                    <a:pt x="67186" y="47782"/>
                    <a:pt x="66721" y="49141"/>
                    <a:pt x="68146" y="48235"/>
                  </a:cubicBezTo>
                  <a:cubicBezTo>
                    <a:pt x="68859" y="47540"/>
                    <a:pt x="69571" y="45456"/>
                    <a:pt x="70500" y="45456"/>
                  </a:cubicBezTo>
                  <a:cubicBezTo>
                    <a:pt x="70036" y="46393"/>
                    <a:pt x="69323" y="47993"/>
                    <a:pt x="69323" y="49141"/>
                  </a:cubicBezTo>
                  <a:cubicBezTo>
                    <a:pt x="69323" y="49836"/>
                    <a:pt x="70283" y="50984"/>
                    <a:pt x="69788" y="51678"/>
                  </a:cubicBezTo>
                  <a:cubicBezTo>
                    <a:pt x="69323" y="52162"/>
                    <a:pt x="68363" y="52162"/>
                    <a:pt x="68146" y="52826"/>
                  </a:cubicBezTo>
                  <a:cubicBezTo>
                    <a:pt x="63655" y="60921"/>
                    <a:pt x="63655" y="60921"/>
                    <a:pt x="63655" y="60921"/>
                  </a:cubicBezTo>
                  <a:cubicBezTo>
                    <a:pt x="63655" y="61827"/>
                    <a:pt x="62478" y="63911"/>
                    <a:pt x="63190" y="64606"/>
                  </a:cubicBezTo>
                  <a:cubicBezTo>
                    <a:pt x="63902" y="65300"/>
                    <a:pt x="64367" y="69680"/>
                    <a:pt x="64832" y="68985"/>
                  </a:cubicBezTo>
                  <a:cubicBezTo>
                    <a:pt x="65080" y="68532"/>
                    <a:pt x="67681" y="64847"/>
                    <a:pt x="67434" y="66901"/>
                  </a:cubicBezTo>
                  <a:cubicBezTo>
                    <a:pt x="66969" y="68532"/>
                    <a:pt x="66721" y="69438"/>
                    <a:pt x="66009" y="70828"/>
                  </a:cubicBezTo>
                  <a:cubicBezTo>
                    <a:pt x="64832" y="73153"/>
                    <a:pt x="64119" y="74543"/>
                    <a:pt x="65296" y="76838"/>
                  </a:cubicBezTo>
                  <a:cubicBezTo>
                    <a:pt x="66009" y="78228"/>
                    <a:pt x="66721" y="79617"/>
                    <a:pt x="68146" y="79617"/>
                  </a:cubicBezTo>
                  <a:cubicBezTo>
                    <a:pt x="68146" y="80765"/>
                    <a:pt x="67681" y="84691"/>
                    <a:pt x="66257" y="84903"/>
                  </a:cubicBezTo>
                  <a:cubicBezTo>
                    <a:pt x="62230" y="85597"/>
                    <a:pt x="65792" y="87681"/>
                    <a:pt x="64119" y="89977"/>
                  </a:cubicBezTo>
                  <a:cubicBezTo>
                    <a:pt x="63902" y="90913"/>
                    <a:pt x="63902" y="91608"/>
                    <a:pt x="63902" y="92514"/>
                  </a:cubicBezTo>
                  <a:cubicBezTo>
                    <a:pt x="61270" y="95746"/>
                    <a:pt x="62942" y="101062"/>
                    <a:pt x="62478" y="104988"/>
                  </a:cubicBezTo>
                  <a:cubicBezTo>
                    <a:pt x="61982" y="108220"/>
                    <a:pt x="59380" y="107978"/>
                    <a:pt x="58451" y="110515"/>
                  </a:cubicBezTo>
                  <a:cubicBezTo>
                    <a:pt x="57738" y="112358"/>
                    <a:pt x="58203" y="116073"/>
                    <a:pt x="58203" y="117915"/>
                  </a:cubicBezTo>
                  <a:cubicBezTo>
                    <a:pt x="59628" y="118822"/>
                    <a:pt x="61517" y="119969"/>
                    <a:pt x="63407" y="118822"/>
                  </a:cubicBezTo>
                  <a:cubicBezTo>
                    <a:pt x="64367" y="118127"/>
                    <a:pt x="65792" y="117674"/>
                    <a:pt x="66721" y="117915"/>
                  </a:cubicBezTo>
                  <a:cubicBezTo>
                    <a:pt x="68611" y="117915"/>
                    <a:pt x="70500" y="115831"/>
                    <a:pt x="71461" y="114684"/>
                  </a:cubicBezTo>
                  <a:cubicBezTo>
                    <a:pt x="72885" y="113294"/>
                    <a:pt x="71213" y="110969"/>
                    <a:pt x="70996" y="109368"/>
                  </a:cubicBezTo>
                  <a:cubicBezTo>
                    <a:pt x="70283" y="108673"/>
                    <a:pt x="69323" y="108431"/>
                    <a:pt x="68363" y="108431"/>
                  </a:cubicBezTo>
                  <a:cubicBezTo>
                    <a:pt x="68363" y="107767"/>
                    <a:pt x="71708" y="107978"/>
                    <a:pt x="71213" y="105894"/>
                  </a:cubicBezTo>
                  <a:cubicBezTo>
                    <a:pt x="70996" y="104505"/>
                    <a:pt x="72421" y="103810"/>
                    <a:pt x="72638" y="102451"/>
                  </a:cubicBezTo>
                  <a:cubicBezTo>
                    <a:pt x="72885" y="100125"/>
                    <a:pt x="73598" y="98071"/>
                    <a:pt x="73598" y="95746"/>
                  </a:cubicBezTo>
                  <a:cubicBezTo>
                    <a:pt x="73598" y="93903"/>
                    <a:pt x="75704" y="96682"/>
                    <a:pt x="74775" y="93662"/>
                  </a:cubicBezTo>
                  <a:cubicBezTo>
                    <a:pt x="74062" y="90913"/>
                    <a:pt x="74992" y="87228"/>
                    <a:pt x="75952" y="84691"/>
                  </a:cubicBezTo>
                  <a:cubicBezTo>
                    <a:pt x="76664" y="83060"/>
                    <a:pt x="77377" y="81459"/>
                    <a:pt x="78802" y="80523"/>
                  </a:cubicBezTo>
                  <a:cubicBezTo>
                    <a:pt x="79979" y="79617"/>
                    <a:pt x="81621" y="79617"/>
                    <a:pt x="82116" y="77986"/>
                  </a:cubicBezTo>
                  <a:cubicBezTo>
                    <a:pt x="82116" y="74996"/>
                    <a:pt x="77842" y="70616"/>
                    <a:pt x="76881" y="67837"/>
                  </a:cubicBezTo>
                  <a:cubicBezTo>
                    <a:pt x="75704" y="64153"/>
                    <a:pt x="75487" y="61132"/>
                    <a:pt x="75487" y="57447"/>
                  </a:cubicBezTo>
                  <a:cubicBezTo>
                    <a:pt x="78802" y="59290"/>
                    <a:pt x="79731" y="58837"/>
                    <a:pt x="81156" y="55393"/>
                  </a:cubicBezTo>
                  <a:cubicBezTo>
                    <a:pt x="81621" y="54215"/>
                    <a:pt x="83045" y="54004"/>
                    <a:pt x="83510" y="52373"/>
                  </a:cubicBezTo>
                  <a:cubicBezTo>
                    <a:pt x="83758" y="51467"/>
                    <a:pt x="85183" y="50289"/>
                    <a:pt x="85647" y="49141"/>
                  </a:cubicBezTo>
                  <a:cubicBezTo>
                    <a:pt x="86360" y="47540"/>
                    <a:pt x="88249" y="46846"/>
                    <a:pt x="89674" y="46393"/>
                  </a:cubicBezTo>
                  <a:cubicBezTo>
                    <a:pt x="91812" y="45456"/>
                    <a:pt x="92276" y="41771"/>
                    <a:pt x="93236" y="40140"/>
                  </a:cubicBezTo>
                  <a:cubicBezTo>
                    <a:pt x="93701" y="39234"/>
                    <a:pt x="97945" y="38087"/>
                    <a:pt x="98657" y="38087"/>
                  </a:cubicBezTo>
                  <a:cubicBezTo>
                    <a:pt x="98440" y="38087"/>
                    <a:pt x="95591" y="40382"/>
                    <a:pt x="95126" y="40835"/>
                  </a:cubicBezTo>
                  <a:cubicBezTo>
                    <a:pt x="93236" y="43372"/>
                    <a:pt x="93453" y="45909"/>
                    <a:pt x="90139" y="47540"/>
                  </a:cubicBezTo>
                  <a:cubicBezTo>
                    <a:pt x="89426" y="47782"/>
                    <a:pt x="88249" y="47782"/>
                    <a:pt x="87785" y="48688"/>
                  </a:cubicBezTo>
                  <a:cubicBezTo>
                    <a:pt x="86824" y="50531"/>
                    <a:pt x="87072" y="50984"/>
                    <a:pt x="85183" y="52162"/>
                  </a:cubicBezTo>
                  <a:cubicBezTo>
                    <a:pt x="83758" y="53068"/>
                    <a:pt x="83045" y="56753"/>
                    <a:pt x="81868" y="58142"/>
                  </a:cubicBezTo>
                  <a:cubicBezTo>
                    <a:pt x="80443" y="59984"/>
                    <a:pt x="80227" y="63005"/>
                    <a:pt x="80227" y="65300"/>
                  </a:cubicBezTo>
                  <a:cubicBezTo>
                    <a:pt x="81156" y="68744"/>
                    <a:pt x="80443" y="70828"/>
                    <a:pt x="84223" y="72459"/>
                  </a:cubicBezTo>
                  <a:cubicBezTo>
                    <a:pt x="85183" y="72912"/>
                    <a:pt x="85895" y="73848"/>
                    <a:pt x="86824" y="74059"/>
                  </a:cubicBezTo>
                  <a:cubicBezTo>
                    <a:pt x="88249" y="74543"/>
                    <a:pt x="87072" y="72912"/>
                    <a:pt x="86608" y="72217"/>
                  </a:cubicBezTo>
                  <a:cubicBezTo>
                    <a:pt x="85647" y="70133"/>
                    <a:pt x="85400" y="68744"/>
                    <a:pt x="86824" y="67143"/>
                  </a:cubicBezTo>
                  <a:cubicBezTo>
                    <a:pt x="87537" y="65995"/>
                    <a:pt x="87072" y="62763"/>
                    <a:pt x="88962" y="65059"/>
                  </a:cubicBezTo>
                  <a:cubicBezTo>
                    <a:pt x="89922" y="65995"/>
                    <a:pt x="91099" y="66448"/>
                    <a:pt x="92276" y="67384"/>
                  </a:cubicBezTo>
                  <a:cubicBezTo>
                    <a:pt x="93918" y="69227"/>
                    <a:pt x="93701" y="66690"/>
                    <a:pt x="93236" y="65542"/>
                  </a:cubicBezTo>
                  <a:cubicBezTo>
                    <a:pt x="92741" y="64606"/>
                    <a:pt x="92524" y="63458"/>
                    <a:pt x="92028" y="62522"/>
                  </a:cubicBezTo>
                  <a:cubicBezTo>
                    <a:pt x="91347" y="61374"/>
                    <a:pt x="91099" y="59984"/>
                    <a:pt x="92524" y="62068"/>
                  </a:cubicBezTo>
                  <a:cubicBezTo>
                    <a:pt x="93918" y="63458"/>
                    <a:pt x="94630" y="65995"/>
                    <a:pt x="95126" y="67837"/>
                  </a:cubicBezTo>
                  <a:cubicBezTo>
                    <a:pt x="95591" y="68985"/>
                    <a:pt x="94414" y="70616"/>
                    <a:pt x="95838" y="70616"/>
                  </a:cubicBezTo>
                  <a:cubicBezTo>
                    <a:pt x="96520" y="70616"/>
                    <a:pt x="97945" y="71311"/>
                    <a:pt x="98440" y="70828"/>
                  </a:cubicBezTo>
                  <a:cubicBezTo>
                    <a:pt x="99370" y="69680"/>
                    <a:pt x="100082" y="66237"/>
                    <a:pt x="100795" y="64606"/>
                  </a:cubicBezTo>
                  <a:cubicBezTo>
                    <a:pt x="101259" y="63911"/>
                    <a:pt x="101507" y="63005"/>
                    <a:pt x="101507" y="62068"/>
                  </a:cubicBezTo>
                  <a:cubicBezTo>
                    <a:pt x="101755" y="61374"/>
                    <a:pt x="100330" y="61615"/>
                    <a:pt x="100082" y="60921"/>
                  </a:cubicBezTo>
                  <a:cubicBezTo>
                    <a:pt x="103149" y="61615"/>
                    <a:pt x="101972" y="59984"/>
                    <a:pt x="101755" y="57931"/>
                  </a:cubicBezTo>
                  <a:cubicBezTo>
                    <a:pt x="102219" y="55605"/>
                    <a:pt x="103397" y="53521"/>
                    <a:pt x="102684" y="51467"/>
                  </a:cubicBezTo>
                  <a:cubicBezTo>
                    <a:pt x="102219" y="49836"/>
                    <a:pt x="101972" y="49141"/>
                    <a:pt x="101972" y="47540"/>
                  </a:cubicBezTo>
                  <a:cubicBezTo>
                    <a:pt x="101755" y="43614"/>
                    <a:pt x="103397" y="49624"/>
                    <a:pt x="103861" y="50531"/>
                  </a:cubicBezTo>
                  <a:cubicBezTo>
                    <a:pt x="103861" y="50984"/>
                    <a:pt x="106246" y="45909"/>
                    <a:pt x="107176" y="45003"/>
                  </a:cubicBezTo>
                  <a:cubicBezTo>
                    <a:pt x="107176" y="46846"/>
                    <a:pt x="105286" y="50531"/>
                    <a:pt x="104574" y="52162"/>
                  </a:cubicBezTo>
                  <a:cubicBezTo>
                    <a:pt x="103861" y="53762"/>
                    <a:pt x="103397" y="61374"/>
                    <a:pt x="105286" y="60921"/>
                  </a:cubicBezTo>
                  <a:cubicBezTo>
                    <a:pt x="106711" y="60679"/>
                    <a:pt x="110025" y="60679"/>
                    <a:pt x="107671" y="59078"/>
                  </a:cubicBezTo>
                  <a:cubicBezTo>
                    <a:pt x="106463" y="58142"/>
                    <a:pt x="105534" y="56088"/>
                    <a:pt x="105534" y="54699"/>
                  </a:cubicBezTo>
                  <a:cubicBezTo>
                    <a:pt x="106711" y="55605"/>
                    <a:pt x="108384" y="58384"/>
                    <a:pt x="109561" y="58837"/>
                  </a:cubicBezTo>
                  <a:cubicBezTo>
                    <a:pt x="111202" y="59290"/>
                    <a:pt x="111202" y="59773"/>
                    <a:pt x="111667" y="61132"/>
                  </a:cubicBezTo>
                  <a:cubicBezTo>
                    <a:pt x="112379" y="63005"/>
                    <a:pt x="115229" y="63699"/>
                    <a:pt x="117831" y="64394"/>
                  </a:cubicBezTo>
                  <a:lnTo>
                    <a:pt x="117831" y="64394"/>
                  </a:lnTo>
                  <a:cubicBezTo>
                    <a:pt x="117831" y="64153"/>
                    <a:pt x="117831" y="64153"/>
                    <a:pt x="117831" y="64153"/>
                  </a:cubicBezTo>
                  <a:lnTo>
                    <a:pt x="117831" y="64153"/>
                  </a:lnTo>
                  <a:cubicBezTo>
                    <a:pt x="118296" y="63458"/>
                    <a:pt x="119008" y="62763"/>
                    <a:pt x="119008" y="62068"/>
                  </a:cubicBezTo>
                  <a:cubicBezTo>
                    <a:pt x="119256" y="61615"/>
                    <a:pt x="119008" y="60921"/>
                    <a:pt x="118791" y="60437"/>
                  </a:cubicBezTo>
                  <a:cubicBezTo>
                    <a:pt x="118296" y="59773"/>
                    <a:pt x="117119" y="59290"/>
                    <a:pt x="117119" y="58595"/>
                  </a:cubicBezTo>
                  <a:cubicBezTo>
                    <a:pt x="117119" y="58142"/>
                    <a:pt x="118296" y="58595"/>
                    <a:pt x="118791" y="58384"/>
                  </a:cubicBezTo>
                  <a:cubicBezTo>
                    <a:pt x="119256" y="58142"/>
                    <a:pt x="119721" y="57689"/>
                    <a:pt x="119721" y="57236"/>
                  </a:cubicBezTo>
                  <a:cubicBezTo>
                    <a:pt x="119969" y="56541"/>
                    <a:pt x="119256" y="55846"/>
                    <a:pt x="119008" y="55152"/>
                  </a:cubicBezTo>
                  <a:cubicBezTo>
                    <a:pt x="119008" y="54215"/>
                    <a:pt x="119473" y="53309"/>
                    <a:pt x="119721" y="52373"/>
                  </a:cubicBezTo>
                  <a:lnTo>
                    <a:pt x="119721" y="52373"/>
                  </a:lnTo>
                  <a:cubicBezTo>
                    <a:pt x="119256" y="51467"/>
                    <a:pt x="119008" y="50289"/>
                    <a:pt x="118296" y="49836"/>
                  </a:cubicBezTo>
                  <a:cubicBezTo>
                    <a:pt x="117367" y="49141"/>
                    <a:pt x="115694" y="50078"/>
                    <a:pt x="114765" y="49141"/>
                  </a:cubicBezTo>
                  <a:cubicBezTo>
                    <a:pt x="113804" y="48235"/>
                    <a:pt x="113804" y="46604"/>
                    <a:pt x="113340" y="45456"/>
                  </a:cubicBezTo>
                  <a:cubicBezTo>
                    <a:pt x="112844" y="44550"/>
                    <a:pt x="112163" y="43614"/>
                    <a:pt x="112163" y="42466"/>
                  </a:cubicBezTo>
                  <a:cubicBezTo>
                    <a:pt x="111915" y="41771"/>
                    <a:pt x="112379" y="40835"/>
                    <a:pt x="112379" y="39929"/>
                  </a:cubicBezTo>
                  <a:cubicBezTo>
                    <a:pt x="112379" y="38540"/>
                    <a:pt x="111450" y="37150"/>
                    <a:pt x="111915" y="35761"/>
                  </a:cubicBezTo>
                  <a:cubicBezTo>
                    <a:pt x="111915" y="35308"/>
                    <a:pt x="113340" y="36244"/>
                    <a:pt x="113340" y="35761"/>
                  </a:cubicBezTo>
                  <a:cubicBezTo>
                    <a:pt x="113804" y="35066"/>
                    <a:pt x="112844" y="34372"/>
                    <a:pt x="112844" y="33677"/>
                  </a:cubicBezTo>
                  <a:cubicBezTo>
                    <a:pt x="112844" y="33012"/>
                    <a:pt x="114052" y="32318"/>
                    <a:pt x="113557" y="31834"/>
                  </a:cubicBezTo>
                  <a:cubicBezTo>
                    <a:pt x="112627" y="31170"/>
                    <a:pt x="111202" y="31381"/>
                    <a:pt x="110273" y="31381"/>
                  </a:cubicBezTo>
                  <a:cubicBezTo>
                    <a:pt x="109313" y="31170"/>
                    <a:pt x="108384" y="31834"/>
                    <a:pt x="107671" y="31623"/>
                  </a:cubicBezTo>
                  <a:cubicBezTo>
                    <a:pt x="107176" y="31381"/>
                    <a:pt x="107888" y="30687"/>
                    <a:pt x="107671" y="30475"/>
                  </a:cubicBezTo>
                  <a:cubicBezTo>
                    <a:pt x="106959" y="29297"/>
                    <a:pt x="105286" y="28844"/>
                    <a:pt x="104821" y="27696"/>
                  </a:cubicBezTo>
                  <a:cubicBezTo>
                    <a:pt x="104574" y="27002"/>
                    <a:pt x="105534" y="26307"/>
                    <a:pt x="105751" y="25854"/>
                  </a:cubicBezTo>
                  <a:cubicBezTo>
                    <a:pt x="106711" y="24706"/>
                    <a:pt x="107671" y="23317"/>
                    <a:pt x="108848" y="22381"/>
                  </a:cubicBezTo>
                  <a:cubicBezTo>
                    <a:pt x="109065" y="22169"/>
                    <a:pt x="109778" y="22864"/>
                    <a:pt x="110025" y="22381"/>
                  </a:cubicBezTo>
                  <a:cubicBezTo>
                    <a:pt x="110490" y="21928"/>
                    <a:pt x="110025" y="21021"/>
                    <a:pt x="110490" y="20538"/>
                  </a:cubicBezTo>
                  <a:cubicBezTo>
                    <a:pt x="110738" y="20327"/>
                    <a:pt x="110955" y="20085"/>
                    <a:pt x="111450" y="20085"/>
                  </a:cubicBezTo>
                  <a:cubicBezTo>
                    <a:pt x="112163" y="20085"/>
                    <a:pt x="112627" y="20780"/>
                    <a:pt x="113092" y="20538"/>
                  </a:cubicBezTo>
                  <a:cubicBezTo>
                    <a:pt x="113804" y="20538"/>
                    <a:pt x="114052" y="19632"/>
                    <a:pt x="114517" y="19149"/>
                  </a:cubicBezTo>
                  <a:lnTo>
                    <a:pt x="114517" y="19149"/>
                  </a:lnTo>
                  <a:cubicBezTo>
                    <a:pt x="113804" y="18937"/>
                    <a:pt x="112627" y="18937"/>
                    <a:pt x="112627" y="18001"/>
                  </a:cubicBezTo>
                  <a:cubicBezTo>
                    <a:pt x="112379" y="16853"/>
                    <a:pt x="114269" y="15917"/>
                    <a:pt x="114052" y="14558"/>
                  </a:cubicBezTo>
                  <a:cubicBezTo>
                    <a:pt x="114052" y="13863"/>
                    <a:pt x="112627" y="14075"/>
                    <a:pt x="112163" y="13380"/>
                  </a:cubicBezTo>
                  <a:cubicBezTo>
                    <a:pt x="111915" y="13168"/>
                    <a:pt x="111915" y="12715"/>
                    <a:pt x="112379" y="12474"/>
                  </a:cubicBezTo>
                  <a:cubicBezTo>
                    <a:pt x="113804" y="12021"/>
                    <a:pt x="115229" y="11537"/>
                    <a:pt x="116871" y="11084"/>
                  </a:cubicBezTo>
                  <a:cubicBezTo>
                    <a:pt x="117583" y="11084"/>
                    <a:pt x="119008" y="12021"/>
                    <a:pt x="119008" y="11084"/>
                  </a:cubicBezTo>
                  <a:cubicBezTo>
                    <a:pt x="119256" y="10148"/>
                    <a:pt x="118079" y="9242"/>
                    <a:pt x="117367" y="8547"/>
                  </a:cubicBezTo>
                  <a:cubicBezTo>
                    <a:pt x="116871" y="8094"/>
                    <a:pt x="116189" y="7853"/>
                    <a:pt x="115694" y="7399"/>
                  </a:cubicBezTo>
                  <a:lnTo>
                    <a:pt x="115694" y="7399"/>
                  </a:lnTo>
                  <a:cubicBezTo>
                    <a:pt x="114517" y="7611"/>
                    <a:pt x="113092" y="7611"/>
                    <a:pt x="112163" y="8094"/>
                  </a:cubicBezTo>
                  <a:cubicBezTo>
                    <a:pt x="111450" y="8306"/>
                    <a:pt x="111202" y="9453"/>
                    <a:pt x="110490" y="9695"/>
                  </a:cubicBezTo>
                  <a:cubicBezTo>
                    <a:pt x="110025" y="9937"/>
                    <a:pt x="109065" y="9453"/>
                    <a:pt x="108384" y="9695"/>
                  </a:cubicBezTo>
                  <a:cubicBezTo>
                    <a:pt x="107671" y="9937"/>
                    <a:pt x="107423" y="10631"/>
                    <a:pt x="106711" y="10843"/>
                  </a:cubicBezTo>
                  <a:cubicBezTo>
                    <a:pt x="105751" y="11326"/>
                    <a:pt x="104574" y="11326"/>
                    <a:pt x="103644" y="11084"/>
                  </a:cubicBezTo>
                  <a:cubicBezTo>
                    <a:pt x="102684" y="11084"/>
                    <a:pt x="101507" y="10148"/>
                    <a:pt x="100330" y="10390"/>
                  </a:cubicBezTo>
                  <a:cubicBezTo>
                    <a:pt x="99617" y="10631"/>
                    <a:pt x="99617" y="11326"/>
                    <a:pt x="99153" y="11779"/>
                  </a:cubicBezTo>
                  <a:cubicBezTo>
                    <a:pt x="98440" y="12474"/>
                    <a:pt x="97728" y="13380"/>
                    <a:pt x="97016" y="13621"/>
                  </a:cubicBezTo>
                  <a:cubicBezTo>
                    <a:pt x="96055" y="14075"/>
                    <a:pt x="95126" y="14316"/>
                    <a:pt x="94166" y="14316"/>
                  </a:cubicBezTo>
                  <a:cubicBezTo>
                    <a:pt x="93701" y="14316"/>
                    <a:pt x="93236" y="14316"/>
                    <a:pt x="92741" y="14075"/>
                  </a:cubicBezTo>
                  <a:cubicBezTo>
                    <a:pt x="92276" y="13863"/>
                    <a:pt x="92028" y="13168"/>
                    <a:pt x="92028" y="12715"/>
                  </a:cubicBezTo>
                  <a:cubicBezTo>
                    <a:pt x="92028" y="12232"/>
                    <a:pt x="92741" y="12232"/>
                    <a:pt x="92741" y="11779"/>
                  </a:cubicBezTo>
                  <a:cubicBezTo>
                    <a:pt x="92989" y="11084"/>
                    <a:pt x="92028" y="10631"/>
                    <a:pt x="92028" y="9937"/>
                  </a:cubicBezTo>
                  <a:cubicBezTo>
                    <a:pt x="92276" y="9000"/>
                    <a:pt x="93453" y="8547"/>
                    <a:pt x="93453" y="7611"/>
                  </a:cubicBezTo>
                  <a:cubicBezTo>
                    <a:pt x="93453" y="7158"/>
                    <a:pt x="92741" y="7158"/>
                    <a:pt x="92276" y="7158"/>
                  </a:cubicBezTo>
                  <a:cubicBezTo>
                    <a:pt x="91564" y="6916"/>
                    <a:pt x="90851" y="7399"/>
                    <a:pt x="90139" y="6916"/>
                  </a:cubicBezTo>
                  <a:cubicBezTo>
                    <a:pt x="89922" y="6705"/>
                    <a:pt x="90635" y="6010"/>
                    <a:pt x="90139" y="6010"/>
                  </a:cubicBezTo>
                  <a:cubicBezTo>
                    <a:pt x="89426" y="5557"/>
                    <a:pt x="88249" y="5074"/>
                    <a:pt x="87320" y="5557"/>
                  </a:cubicBezTo>
                  <a:cubicBezTo>
                    <a:pt x="86824" y="6010"/>
                    <a:pt x="87537" y="6916"/>
                    <a:pt x="87320" y="7611"/>
                  </a:cubicBezTo>
                  <a:cubicBezTo>
                    <a:pt x="87320" y="7853"/>
                    <a:pt x="87320" y="8547"/>
                    <a:pt x="86824" y="8547"/>
                  </a:cubicBezTo>
                  <a:cubicBezTo>
                    <a:pt x="86112" y="8547"/>
                    <a:pt x="85400" y="8094"/>
                    <a:pt x="84470" y="8094"/>
                  </a:cubicBezTo>
                  <a:cubicBezTo>
                    <a:pt x="84223" y="8094"/>
                    <a:pt x="83758" y="8547"/>
                    <a:pt x="83293" y="8306"/>
                  </a:cubicBezTo>
                  <a:cubicBezTo>
                    <a:pt x="82581" y="7611"/>
                    <a:pt x="82333" y="6705"/>
                    <a:pt x="81868" y="6010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3" name="Shape 11273"/>
            <p:cNvSpPr/>
            <p:nvPr/>
          </p:nvSpPr>
          <p:spPr>
            <a:xfrm rot="3648446">
              <a:off x="9678241" y="3237283"/>
              <a:ext cx="395754" cy="3831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8605" y="116827"/>
                  </a:moveTo>
                  <a:lnTo>
                    <a:pt x="68605" y="116827"/>
                  </a:lnTo>
                  <a:cubicBezTo>
                    <a:pt x="67421" y="114955"/>
                    <a:pt x="65605" y="109342"/>
                    <a:pt x="63236" y="108691"/>
                  </a:cubicBezTo>
                  <a:cubicBezTo>
                    <a:pt x="58421" y="107471"/>
                    <a:pt x="52973" y="108691"/>
                    <a:pt x="47526" y="109342"/>
                  </a:cubicBezTo>
                  <a:cubicBezTo>
                    <a:pt x="45078" y="109342"/>
                    <a:pt x="43342" y="109993"/>
                    <a:pt x="41526" y="110562"/>
                  </a:cubicBezTo>
                  <a:cubicBezTo>
                    <a:pt x="39710" y="111213"/>
                    <a:pt x="37894" y="111864"/>
                    <a:pt x="35447" y="113084"/>
                  </a:cubicBezTo>
                  <a:lnTo>
                    <a:pt x="35447" y="113084"/>
                  </a:lnTo>
                  <a:cubicBezTo>
                    <a:pt x="31894" y="111864"/>
                    <a:pt x="27631" y="112433"/>
                    <a:pt x="24631" y="109993"/>
                  </a:cubicBezTo>
                  <a:cubicBezTo>
                    <a:pt x="22894" y="109342"/>
                    <a:pt x="22263" y="106901"/>
                    <a:pt x="23368" y="105030"/>
                  </a:cubicBezTo>
                  <a:cubicBezTo>
                    <a:pt x="23368" y="103728"/>
                    <a:pt x="25815" y="105030"/>
                    <a:pt x="27000" y="103728"/>
                  </a:cubicBezTo>
                  <a:cubicBezTo>
                    <a:pt x="27631" y="103728"/>
                    <a:pt x="27631" y="102508"/>
                    <a:pt x="27631" y="101288"/>
                  </a:cubicBezTo>
                  <a:cubicBezTo>
                    <a:pt x="27000" y="99416"/>
                    <a:pt x="24631" y="96976"/>
                    <a:pt x="25815" y="95105"/>
                  </a:cubicBezTo>
                  <a:cubicBezTo>
                    <a:pt x="27631" y="91362"/>
                    <a:pt x="32447" y="90711"/>
                    <a:pt x="35447" y="88189"/>
                  </a:cubicBezTo>
                  <a:cubicBezTo>
                    <a:pt x="36078" y="87620"/>
                    <a:pt x="37263" y="85749"/>
                    <a:pt x="36078" y="85098"/>
                  </a:cubicBezTo>
                  <a:cubicBezTo>
                    <a:pt x="33631" y="85098"/>
                    <a:pt x="30631" y="88189"/>
                    <a:pt x="28263" y="87620"/>
                  </a:cubicBezTo>
                  <a:cubicBezTo>
                    <a:pt x="27000" y="87620"/>
                    <a:pt x="27631" y="85098"/>
                    <a:pt x="27631" y="83877"/>
                  </a:cubicBezTo>
                  <a:cubicBezTo>
                    <a:pt x="27631" y="82657"/>
                    <a:pt x="27631" y="81355"/>
                    <a:pt x="28263" y="80786"/>
                  </a:cubicBezTo>
                  <a:cubicBezTo>
                    <a:pt x="28263" y="78915"/>
                    <a:pt x="30631" y="77044"/>
                    <a:pt x="29447" y="76393"/>
                  </a:cubicBezTo>
                  <a:cubicBezTo>
                    <a:pt x="25184" y="73301"/>
                    <a:pt x="19263" y="73301"/>
                    <a:pt x="13815" y="71430"/>
                  </a:cubicBezTo>
                  <a:cubicBezTo>
                    <a:pt x="9000" y="69559"/>
                    <a:pt x="9631" y="63376"/>
                    <a:pt x="9631" y="63376"/>
                  </a:cubicBezTo>
                  <a:cubicBezTo>
                    <a:pt x="8447" y="62725"/>
                    <a:pt x="7184" y="62155"/>
                    <a:pt x="6631" y="60854"/>
                  </a:cubicBezTo>
                  <a:cubicBezTo>
                    <a:pt x="4815" y="58983"/>
                    <a:pt x="4815" y="55891"/>
                    <a:pt x="3552" y="53450"/>
                  </a:cubicBezTo>
                  <a:cubicBezTo>
                    <a:pt x="3000" y="52230"/>
                    <a:pt x="552" y="51579"/>
                    <a:pt x="552" y="49708"/>
                  </a:cubicBezTo>
                  <a:cubicBezTo>
                    <a:pt x="1184" y="46616"/>
                    <a:pt x="3552" y="44094"/>
                    <a:pt x="4815" y="41003"/>
                  </a:cubicBezTo>
                  <a:cubicBezTo>
                    <a:pt x="4815" y="39132"/>
                    <a:pt x="4815" y="37261"/>
                    <a:pt x="3552" y="36040"/>
                  </a:cubicBezTo>
                  <a:cubicBezTo>
                    <a:pt x="3000" y="34820"/>
                    <a:pt x="552" y="34820"/>
                    <a:pt x="552" y="32949"/>
                  </a:cubicBezTo>
                  <a:cubicBezTo>
                    <a:pt x="0" y="30427"/>
                    <a:pt x="1184" y="27986"/>
                    <a:pt x="1184" y="25464"/>
                  </a:cubicBezTo>
                  <a:lnTo>
                    <a:pt x="1184" y="25464"/>
                  </a:lnTo>
                  <a:cubicBezTo>
                    <a:pt x="2368" y="23593"/>
                    <a:pt x="3552" y="21722"/>
                    <a:pt x="4815" y="20501"/>
                  </a:cubicBezTo>
                  <a:cubicBezTo>
                    <a:pt x="7184" y="19281"/>
                    <a:pt x="10815" y="19850"/>
                    <a:pt x="12631" y="17410"/>
                  </a:cubicBezTo>
                  <a:cubicBezTo>
                    <a:pt x="13263" y="16108"/>
                    <a:pt x="10815" y="13667"/>
                    <a:pt x="12078" y="13016"/>
                  </a:cubicBezTo>
                  <a:cubicBezTo>
                    <a:pt x="12631" y="11796"/>
                    <a:pt x="14447" y="14237"/>
                    <a:pt x="15631" y="14237"/>
                  </a:cubicBezTo>
                  <a:cubicBezTo>
                    <a:pt x="18631" y="15538"/>
                    <a:pt x="21078" y="16759"/>
                    <a:pt x="24000" y="17410"/>
                  </a:cubicBezTo>
                  <a:cubicBezTo>
                    <a:pt x="25184" y="17410"/>
                    <a:pt x="27000" y="16759"/>
                    <a:pt x="28815" y="17410"/>
                  </a:cubicBezTo>
                  <a:cubicBezTo>
                    <a:pt x="30078" y="18630"/>
                    <a:pt x="30078" y="21152"/>
                    <a:pt x="31894" y="21722"/>
                  </a:cubicBezTo>
                  <a:cubicBezTo>
                    <a:pt x="32447" y="22372"/>
                    <a:pt x="33631" y="21152"/>
                    <a:pt x="34263" y="20501"/>
                  </a:cubicBezTo>
                  <a:cubicBezTo>
                    <a:pt x="35447" y="17410"/>
                    <a:pt x="34894" y="14237"/>
                    <a:pt x="35447" y="11796"/>
                  </a:cubicBezTo>
                  <a:cubicBezTo>
                    <a:pt x="36078" y="9925"/>
                    <a:pt x="36710" y="8054"/>
                    <a:pt x="37894" y="6183"/>
                  </a:cubicBezTo>
                  <a:cubicBezTo>
                    <a:pt x="39078" y="4962"/>
                    <a:pt x="40263" y="4311"/>
                    <a:pt x="41526" y="4311"/>
                  </a:cubicBezTo>
                  <a:cubicBezTo>
                    <a:pt x="46342" y="3091"/>
                    <a:pt x="51789" y="2522"/>
                    <a:pt x="56605" y="1871"/>
                  </a:cubicBezTo>
                  <a:cubicBezTo>
                    <a:pt x="58421" y="1220"/>
                    <a:pt x="59605" y="0"/>
                    <a:pt x="61421" y="0"/>
                  </a:cubicBezTo>
                  <a:cubicBezTo>
                    <a:pt x="63789" y="0"/>
                    <a:pt x="66236" y="650"/>
                    <a:pt x="68052" y="1871"/>
                  </a:cubicBezTo>
                  <a:cubicBezTo>
                    <a:pt x="69868" y="2522"/>
                    <a:pt x="70421" y="4962"/>
                    <a:pt x="72236" y="5613"/>
                  </a:cubicBezTo>
                  <a:cubicBezTo>
                    <a:pt x="73421" y="6183"/>
                    <a:pt x="75868" y="4311"/>
                    <a:pt x="77684" y="5613"/>
                  </a:cubicBezTo>
                  <a:cubicBezTo>
                    <a:pt x="80131" y="7484"/>
                    <a:pt x="80131" y="11145"/>
                    <a:pt x="81947" y="13016"/>
                  </a:cubicBezTo>
                  <a:cubicBezTo>
                    <a:pt x="82500" y="14237"/>
                    <a:pt x="84947" y="14888"/>
                    <a:pt x="85500" y="16108"/>
                  </a:cubicBezTo>
                  <a:cubicBezTo>
                    <a:pt x="86131" y="17410"/>
                    <a:pt x="85500" y="19850"/>
                    <a:pt x="86763" y="21152"/>
                  </a:cubicBezTo>
                  <a:cubicBezTo>
                    <a:pt x="86763" y="22372"/>
                    <a:pt x="89131" y="21152"/>
                    <a:pt x="89131" y="21722"/>
                  </a:cubicBezTo>
                  <a:cubicBezTo>
                    <a:pt x="89131" y="24244"/>
                    <a:pt x="87315" y="26684"/>
                    <a:pt x="87315" y="29206"/>
                  </a:cubicBezTo>
                  <a:cubicBezTo>
                    <a:pt x="87315" y="32949"/>
                    <a:pt x="88500" y="36040"/>
                    <a:pt x="90315" y="39132"/>
                  </a:cubicBezTo>
                  <a:cubicBezTo>
                    <a:pt x="90947" y="41654"/>
                    <a:pt x="92131" y="44094"/>
                    <a:pt x="93947" y="45315"/>
                  </a:cubicBezTo>
                  <a:cubicBezTo>
                    <a:pt x="98210" y="47186"/>
                    <a:pt x="103657" y="45966"/>
                    <a:pt x="107842" y="47186"/>
                  </a:cubicBezTo>
                  <a:cubicBezTo>
                    <a:pt x="112026" y="49057"/>
                    <a:pt x="115657" y="52230"/>
                    <a:pt x="119289" y="54671"/>
                  </a:cubicBezTo>
                  <a:lnTo>
                    <a:pt x="119289" y="54671"/>
                  </a:lnTo>
                  <a:cubicBezTo>
                    <a:pt x="119289" y="58983"/>
                    <a:pt x="119921" y="62725"/>
                    <a:pt x="117473" y="65247"/>
                  </a:cubicBezTo>
                  <a:cubicBezTo>
                    <a:pt x="115026" y="67118"/>
                    <a:pt x="107210" y="73301"/>
                    <a:pt x="111473" y="76393"/>
                  </a:cubicBezTo>
                  <a:cubicBezTo>
                    <a:pt x="118105" y="82006"/>
                    <a:pt x="98210" y="95674"/>
                    <a:pt x="93315" y="100637"/>
                  </a:cubicBezTo>
                  <a:cubicBezTo>
                    <a:pt x="80684" y="114955"/>
                    <a:pt x="80684" y="114955"/>
                    <a:pt x="80684" y="114955"/>
                  </a:cubicBezTo>
                  <a:cubicBezTo>
                    <a:pt x="75868" y="119918"/>
                    <a:pt x="72868" y="117477"/>
                    <a:pt x="68605" y="116827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4" name="Shape 11274"/>
            <p:cNvSpPr/>
            <p:nvPr/>
          </p:nvSpPr>
          <p:spPr>
            <a:xfrm rot="3648446">
              <a:off x="9658040" y="3469965"/>
              <a:ext cx="108976" cy="4015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5391" y="119220"/>
                  </a:moveTo>
                  <a:lnTo>
                    <a:pt x="15391" y="119220"/>
                  </a:lnTo>
                  <a:cubicBezTo>
                    <a:pt x="21947" y="107532"/>
                    <a:pt x="30498" y="107532"/>
                    <a:pt x="41330" y="113766"/>
                  </a:cubicBezTo>
                  <a:cubicBezTo>
                    <a:pt x="59002" y="113766"/>
                    <a:pt x="69833" y="89610"/>
                    <a:pt x="84940" y="77922"/>
                  </a:cubicBezTo>
                  <a:cubicBezTo>
                    <a:pt x="91496" y="71688"/>
                    <a:pt x="102327" y="95844"/>
                    <a:pt x="106888" y="89610"/>
                  </a:cubicBezTo>
                  <a:cubicBezTo>
                    <a:pt x="111163" y="83376"/>
                    <a:pt x="115439" y="83376"/>
                    <a:pt x="119714" y="89610"/>
                  </a:cubicBezTo>
                  <a:lnTo>
                    <a:pt x="119714" y="89610"/>
                  </a:lnTo>
                  <a:cubicBezTo>
                    <a:pt x="115439" y="71688"/>
                    <a:pt x="108883" y="17922"/>
                    <a:pt x="100332" y="11688"/>
                  </a:cubicBezTo>
                  <a:cubicBezTo>
                    <a:pt x="82945" y="0"/>
                    <a:pt x="63277" y="11688"/>
                    <a:pt x="43610" y="17922"/>
                  </a:cubicBezTo>
                  <a:cubicBezTo>
                    <a:pt x="34774" y="17922"/>
                    <a:pt x="28503" y="24155"/>
                    <a:pt x="21947" y="29610"/>
                  </a:cubicBezTo>
                  <a:cubicBezTo>
                    <a:pt x="15391" y="35844"/>
                    <a:pt x="8836" y="42077"/>
                    <a:pt x="0" y="53766"/>
                  </a:cubicBezTo>
                  <a:lnTo>
                    <a:pt x="0" y="53766"/>
                  </a:lnTo>
                  <a:cubicBezTo>
                    <a:pt x="15391" y="119220"/>
                    <a:pt x="15391" y="119220"/>
                    <a:pt x="15391" y="119220"/>
                  </a:cubicBezTo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5" name="Shape 11275"/>
            <p:cNvSpPr/>
            <p:nvPr/>
          </p:nvSpPr>
          <p:spPr>
            <a:xfrm rot="3648446">
              <a:off x="9823206" y="2915558"/>
              <a:ext cx="838542" cy="74337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612" y="58698"/>
                  </a:moveTo>
                  <a:lnTo>
                    <a:pt x="102612" y="58698"/>
                  </a:lnTo>
                  <a:cubicBezTo>
                    <a:pt x="101756" y="58404"/>
                    <a:pt x="101197" y="58068"/>
                    <a:pt x="100341" y="58404"/>
                  </a:cubicBezTo>
                  <a:cubicBezTo>
                    <a:pt x="99484" y="58404"/>
                    <a:pt x="98926" y="60293"/>
                    <a:pt x="97809" y="60293"/>
                  </a:cubicBezTo>
                  <a:cubicBezTo>
                    <a:pt x="96655" y="59999"/>
                    <a:pt x="96357" y="58404"/>
                    <a:pt x="95538" y="57732"/>
                  </a:cubicBezTo>
                  <a:cubicBezTo>
                    <a:pt x="94384" y="57438"/>
                    <a:pt x="93229" y="56766"/>
                    <a:pt x="92373" y="57438"/>
                  </a:cubicBezTo>
                  <a:cubicBezTo>
                    <a:pt x="91554" y="58068"/>
                    <a:pt x="90698" y="59664"/>
                    <a:pt x="90958" y="61259"/>
                  </a:cubicBezTo>
                  <a:cubicBezTo>
                    <a:pt x="91256" y="63191"/>
                    <a:pt x="93229" y="64492"/>
                    <a:pt x="93527" y="66382"/>
                  </a:cubicBezTo>
                  <a:cubicBezTo>
                    <a:pt x="93527" y="67683"/>
                    <a:pt x="93229" y="68985"/>
                    <a:pt x="92373" y="69615"/>
                  </a:cubicBezTo>
                  <a:cubicBezTo>
                    <a:pt x="90958" y="70244"/>
                    <a:pt x="89246" y="68313"/>
                    <a:pt x="88129" y="69279"/>
                  </a:cubicBezTo>
                  <a:cubicBezTo>
                    <a:pt x="86974" y="70580"/>
                    <a:pt x="86714" y="73142"/>
                    <a:pt x="87570" y="74401"/>
                  </a:cubicBezTo>
                  <a:cubicBezTo>
                    <a:pt x="88389" y="75703"/>
                    <a:pt x="90400" y="73142"/>
                    <a:pt x="91815" y="74107"/>
                  </a:cubicBezTo>
                  <a:cubicBezTo>
                    <a:pt x="92373" y="74401"/>
                    <a:pt x="90698" y="75703"/>
                    <a:pt x="91256" y="76333"/>
                  </a:cubicBezTo>
                  <a:cubicBezTo>
                    <a:pt x="91554" y="76962"/>
                    <a:pt x="92373" y="76668"/>
                    <a:pt x="92969" y="76333"/>
                  </a:cubicBezTo>
                  <a:cubicBezTo>
                    <a:pt x="93825" y="75997"/>
                    <a:pt x="94384" y="75073"/>
                    <a:pt x="95240" y="74401"/>
                  </a:cubicBezTo>
                  <a:cubicBezTo>
                    <a:pt x="96953" y="73435"/>
                    <a:pt x="98367" y="71546"/>
                    <a:pt x="100341" y="71840"/>
                  </a:cubicBezTo>
                  <a:cubicBezTo>
                    <a:pt x="101495" y="71840"/>
                    <a:pt x="101197" y="73435"/>
                    <a:pt x="101756" y="74401"/>
                  </a:cubicBezTo>
                  <a:lnTo>
                    <a:pt x="101756" y="74401"/>
                  </a:lnTo>
                  <a:cubicBezTo>
                    <a:pt x="100639" y="78264"/>
                    <a:pt x="98926" y="82421"/>
                    <a:pt x="96655" y="85654"/>
                  </a:cubicBezTo>
                  <a:cubicBezTo>
                    <a:pt x="96953" y="86913"/>
                    <a:pt x="94942" y="91112"/>
                    <a:pt x="93825" y="91406"/>
                  </a:cubicBezTo>
                  <a:cubicBezTo>
                    <a:pt x="93825" y="91406"/>
                    <a:pt x="93825" y="91406"/>
                    <a:pt x="93825" y="91742"/>
                  </a:cubicBezTo>
                  <a:cubicBezTo>
                    <a:pt x="97809" y="92708"/>
                    <a:pt x="89543" y="107151"/>
                    <a:pt x="88687" y="109041"/>
                  </a:cubicBezTo>
                  <a:cubicBezTo>
                    <a:pt x="86714" y="111938"/>
                    <a:pt x="83586" y="112904"/>
                    <a:pt x="81576" y="115465"/>
                  </a:cubicBezTo>
                  <a:cubicBezTo>
                    <a:pt x="80459" y="116766"/>
                    <a:pt x="80161" y="118362"/>
                    <a:pt x="80161" y="119958"/>
                  </a:cubicBezTo>
                  <a:lnTo>
                    <a:pt x="80161" y="119958"/>
                  </a:lnTo>
                  <a:cubicBezTo>
                    <a:pt x="78448" y="118698"/>
                    <a:pt x="76735" y="117060"/>
                    <a:pt x="74762" y="116095"/>
                  </a:cubicBezTo>
                  <a:cubicBezTo>
                    <a:pt x="72789" y="115465"/>
                    <a:pt x="70220" y="116095"/>
                    <a:pt x="68209" y="115129"/>
                  </a:cubicBezTo>
                  <a:cubicBezTo>
                    <a:pt x="67353" y="114499"/>
                    <a:pt x="66794" y="113240"/>
                    <a:pt x="66497" y="111938"/>
                  </a:cubicBezTo>
                  <a:cubicBezTo>
                    <a:pt x="65640" y="110342"/>
                    <a:pt x="65082" y="108747"/>
                    <a:pt x="65082" y="106815"/>
                  </a:cubicBezTo>
                  <a:cubicBezTo>
                    <a:pt x="65082" y="105514"/>
                    <a:pt x="65938" y="104254"/>
                    <a:pt x="65938" y="102953"/>
                  </a:cubicBezTo>
                  <a:cubicBezTo>
                    <a:pt x="65938" y="102659"/>
                    <a:pt x="64821" y="103289"/>
                    <a:pt x="64821" y="102659"/>
                  </a:cubicBezTo>
                  <a:cubicBezTo>
                    <a:pt x="64225" y="101987"/>
                    <a:pt x="64523" y="100727"/>
                    <a:pt x="64225" y="100055"/>
                  </a:cubicBezTo>
                  <a:cubicBezTo>
                    <a:pt x="63965" y="99426"/>
                    <a:pt x="62811" y="99090"/>
                    <a:pt x="62550" y="98460"/>
                  </a:cubicBezTo>
                  <a:cubicBezTo>
                    <a:pt x="61694" y="97494"/>
                    <a:pt x="61694" y="95605"/>
                    <a:pt x="60539" y="94639"/>
                  </a:cubicBezTo>
                  <a:cubicBezTo>
                    <a:pt x="59683" y="93967"/>
                    <a:pt x="58529" y="94933"/>
                    <a:pt x="57970" y="94639"/>
                  </a:cubicBezTo>
                  <a:cubicBezTo>
                    <a:pt x="57114" y="94303"/>
                    <a:pt x="56853" y="93044"/>
                    <a:pt x="55997" y="92708"/>
                  </a:cubicBezTo>
                  <a:cubicBezTo>
                    <a:pt x="55141" y="92078"/>
                    <a:pt x="53986" y="91742"/>
                    <a:pt x="52869" y="91742"/>
                  </a:cubicBezTo>
                  <a:cubicBezTo>
                    <a:pt x="52013" y="91742"/>
                    <a:pt x="51455" y="92372"/>
                    <a:pt x="50598" y="92708"/>
                  </a:cubicBezTo>
                  <a:cubicBezTo>
                    <a:pt x="48327" y="93044"/>
                    <a:pt x="45758" y="93337"/>
                    <a:pt x="43487" y="93967"/>
                  </a:cubicBezTo>
                  <a:cubicBezTo>
                    <a:pt x="42891" y="93967"/>
                    <a:pt x="42333" y="94303"/>
                    <a:pt x="41774" y="94933"/>
                  </a:cubicBezTo>
                  <a:cubicBezTo>
                    <a:pt x="41216" y="95899"/>
                    <a:pt x="40918" y="96864"/>
                    <a:pt x="40620" y="97830"/>
                  </a:cubicBezTo>
                  <a:cubicBezTo>
                    <a:pt x="40359" y="99090"/>
                    <a:pt x="40620" y="100727"/>
                    <a:pt x="40062" y="102323"/>
                  </a:cubicBezTo>
                  <a:cubicBezTo>
                    <a:pt x="39764" y="102659"/>
                    <a:pt x="39205" y="103289"/>
                    <a:pt x="38945" y="102953"/>
                  </a:cubicBezTo>
                  <a:cubicBezTo>
                    <a:pt x="38088" y="102659"/>
                    <a:pt x="38088" y="101357"/>
                    <a:pt x="37493" y="100727"/>
                  </a:cubicBezTo>
                  <a:cubicBezTo>
                    <a:pt x="36636" y="100391"/>
                    <a:pt x="35780" y="100727"/>
                    <a:pt x="35221" y="100727"/>
                  </a:cubicBezTo>
                  <a:cubicBezTo>
                    <a:pt x="33844" y="100391"/>
                    <a:pt x="32690" y="99762"/>
                    <a:pt x="31275" y="99090"/>
                  </a:cubicBezTo>
                  <a:cubicBezTo>
                    <a:pt x="30716" y="99090"/>
                    <a:pt x="29860" y="97830"/>
                    <a:pt x="29599" y="98460"/>
                  </a:cubicBezTo>
                  <a:cubicBezTo>
                    <a:pt x="29004" y="98796"/>
                    <a:pt x="30158" y="100055"/>
                    <a:pt x="29860" y="100727"/>
                  </a:cubicBezTo>
                  <a:cubicBezTo>
                    <a:pt x="29004" y="101987"/>
                    <a:pt x="27291" y="101693"/>
                    <a:pt x="26174" y="102323"/>
                  </a:cubicBezTo>
                  <a:cubicBezTo>
                    <a:pt x="25578" y="102953"/>
                    <a:pt x="25020" y="103918"/>
                    <a:pt x="24461" y="104884"/>
                  </a:cubicBezTo>
                  <a:lnTo>
                    <a:pt x="24461" y="104884"/>
                  </a:lnTo>
                  <a:cubicBezTo>
                    <a:pt x="23307" y="104254"/>
                    <a:pt x="22190" y="103289"/>
                    <a:pt x="21036" y="103289"/>
                  </a:cubicBezTo>
                  <a:cubicBezTo>
                    <a:pt x="20179" y="103289"/>
                    <a:pt x="19919" y="104548"/>
                    <a:pt x="19360" y="104548"/>
                  </a:cubicBezTo>
                  <a:cubicBezTo>
                    <a:pt x="17908" y="104548"/>
                    <a:pt x="16791" y="102953"/>
                    <a:pt x="15637" y="102953"/>
                  </a:cubicBezTo>
                  <a:cubicBezTo>
                    <a:pt x="15079" y="102659"/>
                    <a:pt x="14520" y="103289"/>
                    <a:pt x="13924" y="103289"/>
                  </a:cubicBezTo>
                  <a:cubicBezTo>
                    <a:pt x="13664" y="103289"/>
                    <a:pt x="13924" y="102953"/>
                    <a:pt x="13924" y="102659"/>
                  </a:cubicBezTo>
                  <a:cubicBezTo>
                    <a:pt x="13924" y="102323"/>
                    <a:pt x="14222" y="101987"/>
                    <a:pt x="13924" y="101693"/>
                  </a:cubicBezTo>
                  <a:cubicBezTo>
                    <a:pt x="13924" y="100391"/>
                    <a:pt x="13924" y="98796"/>
                    <a:pt x="12807" y="98166"/>
                  </a:cubicBezTo>
                  <a:cubicBezTo>
                    <a:pt x="11951" y="97494"/>
                    <a:pt x="10797" y="98460"/>
                    <a:pt x="9680" y="98460"/>
                  </a:cubicBezTo>
                  <a:cubicBezTo>
                    <a:pt x="9121" y="98460"/>
                    <a:pt x="8526" y="97494"/>
                    <a:pt x="7967" y="97830"/>
                  </a:cubicBezTo>
                  <a:cubicBezTo>
                    <a:pt x="7409" y="98166"/>
                    <a:pt x="7669" y="99426"/>
                    <a:pt x="7111" y="99762"/>
                  </a:cubicBezTo>
                  <a:cubicBezTo>
                    <a:pt x="6552" y="100055"/>
                    <a:pt x="5696" y="100055"/>
                    <a:pt x="5138" y="99762"/>
                  </a:cubicBezTo>
                  <a:cubicBezTo>
                    <a:pt x="4542" y="99090"/>
                    <a:pt x="4542" y="97830"/>
                    <a:pt x="3983" y="97494"/>
                  </a:cubicBezTo>
                  <a:cubicBezTo>
                    <a:pt x="2829" y="97494"/>
                    <a:pt x="2271" y="99090"/>
                    <a:pt x="1414" y="99090"/>
                  </a:cubicBezTo>
                  <a:cubicBezTo>
                    <a:pt x="856" y="99090"/>
                    <a:pt x="558" y="98166"/>
                    <a:pt x="0" y="97830"/>
                  </a:cubicBezTo>
                  <a:lnTo>
                    <a:pt x="0" y="97830"/>
                  </a:lnTo>
                  <a:cubicBezTo>
                    <a:pt x="856" y="95899"/>
                    <a:pt x="1973" y="94639"/>
                    <a:pt x="2569" y="92708"/>
                  </a:cubicBezTo>
                  <a:cubicBezTo>
                    <a:pt x="3127" y="91112"/>
                    <a:pt x="3127" y="89181"/>
                    <a:pt x="3425" y="87543"/>
                  </a:cubicBezTo>
                  <a:cubicBezTo>
                    <a:pt x="3425" y="86913"/>
                    <a:pt x="3127" y="86284"/>
                    <a:pt x="3127" y="85654"/>
                  </a:cubicBezTo>
                  <a:cubicBezTo>
                    <a:pt x="3425" y="84982"/>
                    <a:pt x="3983" y="84352"/>
                    <a:pt x="3686" y="84058"/>
                  </a:cubicBezTo>
                  <a:cubicBezTo>
                    <a:pt x="3686" y="83093"/>
                    <a:pt x="2569" y="82127"/>
                    <a:pt x="3127" y="81161"/>
                  </a:cubicBezTo>
                  <a:cubicBezTo>
                    <a:pt x="3425" y="80195"/>
                    <a:pt x="4840" y="80195"/>
                    <a:pt x="5696" y="79860"/>
                  </a:cubicBezTo>
                  <a:cubicBezTo>
                    <a:pt x="5957" y="79566"/>
                    <a:pt x="6255" y="79230"/>
                    <a:pt x="6552" y="78894"/>
                  </a:cubicBezTo>
                  <a:lnTo>
                    <a:pt x="6552" y="78894"/>
                  </a:lnTo>
                  <a:cubicBezTo>
                    <a:pt x="7967" y="78600"/>
                    <a:pt x="9121" y="77634"/>
                    <a:pt x="10536" y="77634"/>
                  </a:cubicBezTo>
                  <a:cubicBezTo>
                    <a:pt x="10797" y="77634"/>
                    <a:pt x="11095" y="78264"/>
                    <a:pt x="11393" y="78264"/>
                  </a:cubicBezTo>
                  <a:cubicBezTo>
                    <a:pt x="13366" y="77928"/>
                    <a:pt x="14781" y="76668"/>
                    <a:pt x="16493" y="76333"/>
                  </a:cubicBezTo>
                  <a:cubicBezTo>
                    <a:pt x="17052" y="76333"/>
                    <a:pt x="17052" y="77298"/>
                    <a:pt x="17648" y="77298"/>
                  </a:cubicBezTo>
                  <a:cubicBezTo>
                    <a:pt x="19062" y="77634"/>
                    <a:pt x="20477" y="77298"/>
                    <a:pt x="21892" y="76962"/>
                  </a:cubicBezTo>
                  <a:cubicBezTo>
                    <a:pt x="23046" y="76668"/>
                    <a:pt x="24163" y="75367"/>
                    <a:pt x="25578" y="75073"/>
                  </a:cubicBezTo>
                  <a:cubicBezTo>
                    <a:pt x="26434" y="74737"/>
                    <a:pt x="27589" y="75367"/>
                    <a:pt x="28445" y="75073"/>
                  </a:cubicBezTo>
                  <a:cubicBezTo>
                    <a:pt x="29301" y="74737"/>
                    <a:pt x="30418" y="74107"/>
                    <a:pt x="30716" y="73142"/>
                  </a:cubicBezTo>
                  <a:cubicBezTo>
                    <a:pt x="31275" y="71546"/>
                    <a:pt x="30158" y="69951"/>
                    <a:pt x="29860" y="68313"/>
                  </a:cubicBezTo>
                  <a:cubicBezTo>
                    <a:pt x="29860" y="67347"/>
                    <a:pt x="29004" y="66088"/>
                    <a:pt x="29599" y="65416"/>
                  </a:cubicBezTo>
                  <a:cubicBezTo>
                    <a:pt x="31275" y="64156"/>
                    <a:pt x="33844" y="64786"/>
                    <a:pt x="35221" y="62855"/>
                  </a:cubicBezTo>
                  <a:cubicBezTo>
                    <a:pt x="36934" y="60965"/>
                    <a:pt x="35780" y="57438"/>
                    <a:pt x="37493" y="55507"/>
                  </a:cubicBezTo>
                  <a:cubicBezTo>
                    <a:pt x="39205" y="53575"/>
                    <a:pt x="42072" y="53240"/>
                    <a:pt x="44343" y="53240"/>
                  </a:cubicBezTo>
                  <a:cubicBezTo>
                    <a:pt x="45758" y="52946"/>
                    <a:pt x="47173" y="55171"/>
                    <a:pt x="48327" y="54835"/>
                  </a:cubicBezTo>
                  <a:cubicBezTo>
                    <a:pt x="49742" y="54541"/>
                    <a:pt x="50300" y="52610"/>
                    <a:pt x="51157" y="51308"/>
                  </a:cubicBezTo>
                  <a:cubicBezTo>
                    <a:pt x="51157" y="51308"/>
                    <a:pt x="51157" y="48453"/>
                    <a:pt x="51157" y="47781"/>
                  </a:cubicBezTo>
                  <a:cubicBezTo>
                    <a:pt x="51157" y="47151"/>
                    <a:pt x="51157" y="42995"/>
                    <a:pt x="51157" y="42995"/>
                  </a:cubicBezTo>
                  <a:cubicBezTo>
                    <a:pt x="51455" y="42029"/>
                    <a:pt x="52572" y="41399"/>
                    <a:pt x="52311" y="40727"/>
                  </a:cubicBezTo>
                  <a:cubicBezTo>
                    <a:pt x="51455" y="39132"/>
                    <a:pt x="48327" y="39132"/>
                    <a:pt x="48327" y="37200"/>
                  </a:cubicBezTo>
                  <a:cubicBezTo>
                    <a:pt x="48029" y="35311"/>
                    <a:pt x="51715" y="34975"/>
                    <a:pt x="52013" y="33044"/>
                  </a:cubicBezTo>
                  <a:cubicBezTo>
                    <a:pt x="52013" y="31784"/>
                    <a:pt x="48886" y="32750"/>
                    <a:pt x="48588" y="31448"/>
                  </a:cubicBezTo>
                  <a:cubicBezTo>
                    <a:pt x="48327" y="29853"/>
                    <a:pt x="49742" y="28215"/>
                    <a:pt x="50859" y="26955"/>
                  </a:cubicBezTo>
                  <a:cubicBezTo>
                    <a:pt x="51715" y="26326"/>
                    <a:pt x="53130" y="27249"/>
                    <a:pt x="53986" y="26620"/>
                  </a:cubicBezTo>
                  <a:cubicBezTo>
                    <a:pt x="55141" y="25654"/>
                    <a:pt x="55141" y="23428"/>
                    <a:pt x="56258" y="22463"/>
                  </a:cubicBezTo>
                  <a:cubicBezTo>
                    <a:pt x="57114" y="21833"/>
                    <a:pt x="58268" y="21203"/>
                    <a:pt x="59125" y="21497"/>
                  </a:cubicBezTo>
                  <a:cubicBezTo>
                    <a:pt x="60242" y="22127"/>
                    <a:pt x="60242" y="24058"/>
                    <a:pt x="61396" y="24688"/>
                  </a:cubicBezTo>
                  <a:cubicBezTo>
                    <a:pt x="61954" y="25024"/>
                    <a:pt x="61954" y="23428"/>
                    <a:pt x="62252" y="23428"/>
                  </a:cubicBezTo>
                  <a:cubicBezTo>
                    <a:pt x="63667" y="23428"/>
                    <a:pt x="64523" y="25360"/>
                    <a:pt x="65640" y="25360"/>
                  </a:cubicBezTo>
                  <a:cubicBezTo>
                    <a:pt x="66794" y="25360"/>
                    <a:pt x="67353" y="23764"/>
                    <a:pt x="68209" y="23093"/>
                  </a:cubicBezTo>
                  <a:cubicBezTo>
                    <a:pt x="68507" y="22799"/>
                    <a:pt x="69363" y="22463"/>
                    <a:pt x="69363" y="21833"/>
                  </a:cubicBezTo>
                  <a:cubicBezTo>
                    <a:pt x="69363" y="21203"/>
                    <a:pt x="68507" y="20867"/>
                    <a:pt x="67911" y="20867"/>
                  </a:cubicBezTo>
                  <a:cubicBezTo>
                    <a:pt x="67353" y="20531"/>
                    <a:pt x="66497" y="21497"/>
                    <a:pt x="65938" y="21203"/>
                  </a:cubicBezTo>
                  <a:cubicBezTo>
                    <a:pt x="65082" y="20867"/>
                    <a:pt x="63965" y="20531"/>
                    <a:pt x="63369" y="19566"/>
                  </a:cubicBezTo>
                  <a:cubicBezTo>
                    <a:pt x="62811" y="18306"/>
                    <a:pt x="64225" y="17004"/>
                    <a:pt x="63667" y="15703"/>
                  </a:cubicBezTo>
                  <a:cubicBezTo>
                    <a:pt x="62811" y="14107"/>
                    <a:pt x="60539" y="14107"/>
                    <a:pt x="60242" y="12512"/>
                  </a:cubicBezTo>
                  <a:cubicBezTo>
                    <a:pt x="59683" y="10286"/>
                    <a:pt x="61396" y="8355"/>
                    <a:pt x="61694" y="6424"/>
                  </a:cubicBezTo>
                  <a:cubicBezTo>
                    <a:pt x="61694" y="4492"/>
                    <a:pt x="61396" y="4828"/>
                    <a:pt x="61098" y="2897"/>
                  </a:cubicBezTo>
                  <a:lnTo>
                    <a:pt x="61098" y="2897"/>
                  </a:lnTo>
                  <a:cubicBezTo>
                    <a:pt x="61954" y="3233"/>
                    <a:pt x="62811" y="3233"/>
                    <a:pt x="63369" y="3233"/>
                  </a:cubicBezTo>
                  <a:cubicBezTo>
                    <a:pt x="67651" y="2267"/>
                    <a:pt x="86416" y="8985"/>
                    <a:pt x="88129" y="1595"/>
                  </a:cubicBezTo>
                  <a:lnTo>
                    <a:pt x="88129" y="1595"/>
                  </a:lnTo>
                  <a:cubicBezTo>
                    <a:pt x="89543" y="1595"/>
                    <a:pt x="91256" y="3862"/>
                    <a:pt x="92969" y="3862"/>
                  </a:cubicBezTo>
                  <a:cubicBezTo>
                    <a:pt x="95240" y="4198"/>
                    <a:pt x="96953" y="3862"/>
                    <a:pt x="98367" y="1595"/>
                  </a:cubicBezTo>
                  <a:cubicBezTo>
                    <a:pt x="99484" y="0"/>
                    <a:pt x="99484" y="0"/>
                    <a:pt x="99484" y="0"/>
                  </a:cubicBezTo>
                  <a:cubicBezTo>
                    <a:pt x="100937" y="0"/>
                    <a:pt x="102612" y="2561"/>
                    <a:pt x="104325" y="3233"/>
                  </a:cubicBezTo>
                  <a:cubicBezTo>
                    <a:pt x="106596" y="3862"/>
                    <a:pt x="108048" y="4492"/>
                    <a:pt x="110580" y="4492"/>
                  </a:cubicBezTo>
                  <a:cubicBezTo>
                    <a:pt x="110580" y="4492"/>
                    <a:pt x="110580" y="4492"/>
                    <a:pt x="110580" y="4828"/>
                  </a:cubicBezTo>
                  <a:cubicBezTo>
                    <a:pt x="111436" y="7053"/>
                    <a:pt x="111436" y="7053"/>
                    <a:pt x="111436" y="7053"/>
                  </a:cubicBezTo>
                  <a:cubicBezTo>
                    <a:pt x="111995" y="8985"/>
                    <a:pt x="114303" y="11252"/>
                    <a:pt x="116016" y="11882"/>
                  </a:cubicBezTo>
                  <a:cubicBezTo>
                    <a:pt x="116016" y="15409"/>
                    <a:pt x="116276" y="16039"/>
                    <a:pt x="117133" y="19566"/>
                  </a:cubicBezTo>
                  <a:cubicBezTo>
                    <a:pt x="117989" y="22463"/>
                    <a:pt x="117691" y="25360"/>
                    <a:pt x="118287" y="28215"/>
                  </a:cubicBezTo>
                  <a:cubicBezTo>
                    <a:pt x="119962" y="28551"/>
                    <a:pt x="116835" y="34345"/>
                    <a:pt x="116574" y="35605"/>
                  </a:cubicBezTo>
                  <a:cubicBezTo>
                    <a:pt x="116016" y="36571"/>
                    <a:pt x="114861" y="36906"/>
                    <a:pt x="114005" y="37872"/>
                  </a:cubicBezTo>
                  <a:cubicBezTo>
                    <a:pt x="113149" y="39132"/>
                    <a:pt x="114005" y="40727"/>
                    <a:pt x="111995" y="41693"/>
                  </a:cubicBezTo>
                  <a:cubicBezTo>
                    <a:pt x="111734" y="42659"/>
                    <a:pt x="109463" y="45220"/>
                    <a:pt x="108867" y="46186"/>
                  </a:cubicBezTo>
                  <a:cubicBezTo>
                    <a:pt x="106596" y="49713"/>
                    <a:pt x="104325" y="54205"/>
                    <a:pt x="102612" y="58698"/>
                  </a:cubicBezTo>
                </a:path>
              </a:pathLst>
            </a:custGeom>
            <a:solidFill>
              <a:srgbClr val="FF0000"/>
            </a:solidFill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6" name="Shape 11276"/>
            <p:cNvSpPr/>
            <p:nvPr/>
          </p:nvSpPr>
          <p:spPr>
            <a:xfrm rot="3648446">
              <a:off x="9296898" y="1555663"/>
              <a:ext cx="1544018" cy="16611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9309" y="99464"/>
                  </a:moveTo>
                  <a:lnTo>
                    <a:pt x="19309" y="99464"/>
                  </a:lnTo>
                  <a:cubicBezTo>
                    <a:pt x="18844" y="99464"/>
                    <a:pt x="18217" y="98600"/>
                    <a:pt x="18379" y="98168"/>
                  </a:cubicBezTo>
                  <a:cubicBezTo>
                    <a:pt x="18540" y="97886"/>
                    <a:pt x="18985" y="97736"/>
                    <a:pt x="19309" y="97736"/>
                  </a:cubicBezTo>
                  <a:cubicBezTo>
                    <a:pt x="20077" y="97736"/>
                    <a:pt x="19915" y="97153"/>
                    <a:pt x="20077" y="96589"/>
                  </a:cubicBezTo>
                  <a:cubicBezTo>
                    <a:pt x="20077" y="96439"/>
                    <a:pt x="20077" y="96007"/>
                    <a:pt x="20380" y="96007"/>
                  </a:cubicBezTo>
                  <a:cubicBezTo>
                    <a:pt x="20684" y="96007"/>
                    <a:pt x="21007" y="95875"/>
                    <a:pt x="21149" y="95875"/>
                  </a:cubicBezTo>
                  <a:cubicBezTo>
                    <a:pt x="21310" y="96589"/>
                    <a:pt x="21310" y="97886"/>
                    <a:pt x="21007" y="98449"/>
                  </a:cubicBezTo>
                  <a:cubicBezTo>
                    <a:pt x="21007" y="98600"/>
                    <a:pt x="20845" y="98731"/>
                    <a:pt x="20845" y="99032"/>
                  </a:cubicBezTo>
                  <a:cubicBezTo>
                    <a:pt x="20845" y="99314"/>
                    <a:pt x="21149" y="99464"/>
                    <a:pt x="20845" y="99596"/>
                  </a:cubicBezTo>
                  <a:cubicBezTo>
                    <a:pt x="20542" y="99896"/>
                    <a:pt x="20077" y="99896"/>
                    <a:pt x="19612" y="99746"/>
                  </a:cubicBezTo>
                  <a:cubicBezTo>
                    <a:pt x="19309" y="99464"/>
                    <a:pt x="19309" y="99464"/>
                    <a:pt x="19309" y="99464"/>
                  </a:cubicBezTo>
                  <a:close/>
                  <a:moveTo>
                    <a:pt x="17914" y="101324"/>
                  </a:moveTo>
                  <a:lnTo>
                    <a:pt x="17914" y="101324"/>
                  </a:lnTo>
                  <a:cubicBezTo>
                    <a:pt x="17752" y="101474"/>
                    <a:pt x="17610" y="101324"/>
                    <a:pt x="17449" y="101324"/>
                  </a:cubicBezTo>
                  <a:cubicBezTo>
                    <a:pt x="17307" y="101324"/>
                    <a:pt x="17145" y="101474"/>
                    <a:pt x="16983" y="101474"/>
                  </a:cubicBezTo>
                  <a:cubicBezTo>
                    <a:pt x="16842" y="101606"/>
                    <a:pt x="16983" y="102038"/>
                    <a:pt x="17145" y="102188"/>
                  </a:cubicBezTo>
                  <a:cubicBezTo>
                    <a:pt x="17449" y="102188"/>
                    <a:pt x="17449" y="102188"/>
                    <a:pt x="17752" y="102188"/>
                  </a:cubicBezTo>
                  <a:cubicBezTo>
                    <a:pt x="18075" y="102188"/>
                    <a:pt x="18217" y="101756"/>
                    <a:pt x="18379" y="101606"/>
                  </a:cubicBezTo>
                  <a:cubicBezTo>
                    <a:pt x="17914" y="101324"/>
                    <a:pt x="17914" y="101324"/>
                    <a:pt x="17914" y="101324"/>
                  </a:cubicBezTo>
                  <a:close/>
                  <a:moveTo>
                    <a:pt x="11120" y="92137"/>
                  </a:moveTo>
                  <a:lnTo>
                    <a:pt x="11120" y="92137"/>
                  </a:lnTo>
                  <a:cubicBezTo>
                    <a:pt x="12192" y="91855"/>
                    <a:pt x="13587" y="89262"/>
                    <a:pt x="14820" y="89844"/>
                  </a:cubicBezTo>
                  <a:cubicBezTo>
                    <a:pt x="15447" y="89995"/>
                    <a:pt x="16215" y="90427"/>
                    <a:pt x="16518" y="90840"/>
                  </a:cubicBezTo>
                  <a:cubicBezTo>
                    <a:pt x="17610" y="91855"/>
                    <a:pt x="16518" y="91272"/>
                    <a:pt x="16518" y="92137"/>
                  </a:cubicBezTo>
                  <a:cubicBezTo>
                    <a:pt x="17914" y="92418"/>
                    <a:pt x="17752" y="92851"/>
                    <a:pt x="17449" y="93997"/>
                  </a:cubicBezTo>
                  <a:cubicBezTo>
                    <a:pt x="17145" y="94861"/>
                    <a:pt x="16680" y="95011"/>
                    <a:pt x="16215" y="95725"/>
                  </a:cubicBezTo>
                  <a:cubicBezTo>
                    <a:pt x="15750" y="96308"/>
                    <a:pt x="15750" y="96871"/>
                    <a:pt x="14658" y="96439"/>
                  </a:cubicBezTo>
                  <a:cubicBezTo>
                    <a:pt x="13748" y="96007"/>
                    <a:pt x="13587" y="94579"/>
                    <a:pt x="12818" y="94147"/>
                  </a:cubicBezTo>
                  <a:cubicBezTo>
                    <a:pt x="12353" y="93715"/>
                    <a:pt x="11282" y="93001"/>
                    <a:pt x="10817" y="92569"/>
                  </a:cubicBezTo>
                  <a:cubicBezTo>
                    <a:pt x="11120" y="92137"/>
                    <a:pt x="11120" y="92137"/>
                    <a:pt x="11120" y="92137"/>
                  </a:cubicBezTo>
                  <a:close/>
                  <a:moveTo>
                    <a:pt x="6490" y="89563"/>
                  </a:moveTo>
                  <a:lnTo>
                    <a:pt x="6490" y="89563"/>
                  </a:lnTo>
                  <a:cubicBezTo>
                    <a:pt x="7096" y="89563"/>
                    <a:pt x="7865" y="89131"/>
                    <a:pt x="8491" y="89131"/>
                  </a:cubicBezTo>
                  <a:cubicBezTo>
                    <a:pt x="8795" y="89131"/>
                    <a:pt x="9118" y="89131"/>
                    <a:pt x="9260" y="89131"/>
                  </a:cubicBezTo>
                  <a:cubicBezTo>
                    <a:pt x="9563" y="89262"/>
                    <a:pt x="10352" y="89694"/>
                    <a:pt x="9422" y="89694"/>
                  </a:cubicBezTo>
                  <a:cubicBezTo>
                    <a:pt x="9118" y="89694"/>
                    <a:pt x="8653" y="89694"/>
                    <a:pt x="8330" y="89694"/>
                  </a:cubicBezTo>
                  <a:cubicBezTo>
                    <a:pt x="7865" y="89844"/>
                    <a:pt x="7561" y="90277"/>
                    <a:pt x="7258" y="90427"/>
                  </a:cubicBezTo>
                  <a:cubicBezTo>
                    <a:pt x="7096" y="90427"/>
                    <a:pt x="6793" y="90558"/>
                    <a:pt x="6490" y="90558"/>
                  </a:cubicBezTo>
                  <a:cubicBezTo>
                    <a:pt x="6187" y="90558"/>
                    <a:pt x="6187" y="90126"/>
                    <a:pt x="6187" y="89844"/>
                  </a:cubicBezTo>
                  <a:cubicBezTo>
                    <a:pt x="6490" y="89563"/>
                    <a:pt x="6490" y="89563"/>
                    <a:pt x="6490" y="89563"/>
                  </a:cubicBezTo>
                  <a:close/>
                  <a:moveTo>
                    <a:pt x="26102" y="78215"/>
                  </a:moveTo>
                  <a:lnTo>
                    <a:pt x="26102" y="78215"/>
                  </a:lnTo>
                  <a:cubicBezTo>
                    <a:pt x="25637" y="77933"/>
                    <a:pt x="25637" y="77933"/>
                    <a:pt x="25637" y="77933"/>
                  </a:cubicBezTo>
                  <a:cubicBezTo>
                    <a:pt x="25010" y="77782"/>
                    <a:pt x="24869" y="77501"/>
                    <a:pt x="24404" y="77501"/>
                  </a:cubicBezTo>
                  <a:cubicBezTo>
                    <a:pt x="23939" y="77501"/>
                    <a:pt x="23636" y="77933"/>
                    <a:pt x="23312" y="77933"/>
                  </a:cubicBezTo>
                  <a:cubicBezTo>
                    <a:pt x="23312" y="77219"/>
                    <a:pt x="23939" y="75340"/>
                    <a:pt x="22402" y="75641"/>
                  </a:cubicBezTo>
                  <a:cubicBezTo>
                    <a:pt x="20684" y="75922"/>
                    <a:pt x="22240" y="74495"/>
                    <a:pt x="21149" y="73630"/>
                  </a:cubicBezTo>
                  <a:cubicBezTo>
                    <a:pt x="20380" y="72766"/>
                    <a:pt x="21007" y="72334"/>
                    <a:pt x="21007" y="71470"/>
                  </a:cubicBezTo>
                  <a:cubicBezTo>
                    <a:pt x="21007" y="70605"/>
                    <a:pt x="18985" y="70474"/>
                    <a:pt x="19774" y="70042"/>
                  </a:cubicBezTo>
                  <a:cubicBezTo>
                    <a:pt x="20380" y="69760"/>
                    <a:pt x="20380" y="69610"/>
                    <a:pt x="20380" y="69027"/>
                  </a:cubicBezTo>
                  <a:cubicBezTo>
                    <a:pt x="20380" y="66021"/>
                    <a:pt x="21310" y="61136"/>
                    <a:pt x="19309" y="58562"/>
                  </a:cubicBezTo>
                  <a:cubicBezTo>
                    <a:pt x="18844" y="57848"/>
                    <a:pt x="17752" y="58694"/>
                    <a:pt x="17752" y="57698"/>
                  </a:cubicBezTo>
                  <a:cubicBezTo>
                    <a:pt x="17752" y="56120"/>
                    <a:pt x="16053" y="55688"/>
                    <a:pt x="15912" y="54391"/>
                  </a:cubicBezTo>
                  <a:cubicBezTo>
                    <a:pt x="15912" y="53828"/>
                    <a:pt x="14820" y="54673"/>
                    <a:pt x="14355" y="54673"/>
                  </a:cubicBezTo>
                  <a:lnTo>
                    <a:pt x="14355" y="54673"/>
                  </a:lnTo>
                  <a:cubicBezTo>
                    <a:pt x="14355" y="56402"/>
                    <a:pt x="13587" y="56984"/>
                    <a:pt x="11747" y="57416"/>
                  </a:cubicBezTo>
                  <a:cubicBezTo>
                    <a:pt x="11747" y="57848"/>
                    <a:pt x="12050" y="58280"/>
                    <a:pt x="12192" y="58562"/>
                  </a:cubicBezTo>
                  <a:cubicBezTo>
                    <a:pt x="12353" y="59126"/>
                    <a:pt x="12353" y="60422"/>
                    <a:pt x="12515" y="60704"/>
                  </a:cubicBezTo>
                  <a:cubicBezTo>
                    <a:pt x="12980" y="61286"/>
                    <a:pt x="14213" y="60986"/>
                    <a:pt x="13122" y="61850"/>
                  </a:cubicBezTo>
                  <a:cubicBezTo>
                    <a:pt x="11423" y="63147"/>
                    <a:pt x="14213" y="64593"/>
                    <a:pt x="14517" y="66153"/>
                  </a:cubicBezTo>
                  <a:cubicBezTo>
                    <a:pt x="14052" y="66153"/>
                    <a:pt x="12192" y="64875"/>
                    <a:pt x="12192" y="64293"/>
                  </a:cubicBezTo>
                  <a:cubicBezTo>
                    <a:pt x="12050" y="64443"/>
                    <a:pt x="12192" y="65439"/>
                    <a:pt x="11747" y="65589"/>
                  </a:cubicBezTo>
                  <a:cubicBezTo>
                    <a:pt x="11423" y="65739"/>
                    <a:pt x="10817" y="66153"/>
                    <a:pt x="10817" y="65871"/>
                  </a:cubicBezTo>
                  <a:cubicBezTo>
                    <a:pt x="10352" y="64875"/>
                    <a:pt x="9563" y="64011"/>
                    <a:pt x="8653" y="63447"/>
                  </a:cubicBezTo>
                  <a:cubicBezTo>
                    <a:pt x="7096" y="62714"/>
                    <a:pt x="7865" y="62583"/>
                    <a:pt x="6955" y="61418"/>
                  </a:cubicBezTo>
                  <a:cubicBezTo>
                    <a:pt x="6328" y="60573"/>
                    <a:pt x="5398" y="58694"/>
                    <a:pt x="4933" y="60422"/>
                  </a:cubicBezTo>
                  <a:cubicBezTo>
                    <a:pt x="4791" y="61286"/>
                    <a:pt x="4023" y="63015"/>
                    <a:pt x="5256" y="63015"/>
                  </a:cubicBezTo>
                  <a:cubicBezTo>
                    <a:pt x="5863" y="63015"/>
                    <a:pt x="6025" y="64011"/>
                    <a:pt x="6490" y="64293"/>
                  </a:cubicBezTo>
                  <a:cubicBezTo>
                    <a:pt x="7561" y="65157"/>
                    <a:pt x="7096" y="65007"/>
                    <a:pt x="7096" y="66153"/>
                  </a:cubicBezTo>
                  <a:cubicBezTo>
                    <a:pt x="6955" y="66153"/>
                    <a:pt x="6328" y="65589"/>
                    <a:pt x="6187" y="65439"/>
                  </a:cubicBezTo>
                  <a:cubicBezTo>
                    <a:pt x="5721" y="65007"/>
                    <a:pt x="5560" y="65439"/>
                    <a:pt x="4933" y="65439"/>
                  </a:cubicBezTo>
                  <a:cubicBezTo>
                    <a:pt x="4933" y="67017"/>
                    <a:pt x="6490" y="67449"/>
                    <a:pt x="5256" y="69178"/>
                  </a:cubicBezTo>
                  <a:cubicBezTo>
                    <a:pt x="4630" y="68614"/>
                    <a:pt x="1395" y="62151"/>
                    <a:pt x="1395" y="66453"/>
                  </a:cubicBezTo>
                  <a:cubicBezTo>
                    <a:pt x="1395" y="67167"/>
                    <a:pt x="2001" y="67881"/>
                    <a:pt x="2163" y="68464"/>
                  </a:cubicBezTo>
                  <a:cubicBezTo>
                    <a:pt x="1536" y="68464"/>
                    <a:pt x="768" y="67881"/>
                    <a:pt x="161" y="67881"/>
                  </a:cubicBezTo>
                  <a:cubicBezTo>
                    <a:pt x="0" y="67881"/>
                    <a:pt x="0" y="69459"/>
                    <a:pt x="0" y="69891"/>
                  </a:cubicBezTo>
                  <a:cubicBezTo>
                    <a:pt x="1233" y="69891"/>
                    <a:pt x="2001" y="68896"/>
                    <a:pt x="2001" y="71038"/>
                  </a:cubicBezTo>
                  <a:cubicBezTo>
                    <a:pt x="2001" y="72334"/>
                    <a:pt x="2931" y="73762"/>
                    <a:pt x="4630" y="73480"/>
                  </a:cubicBezTo>
                  <a:cubicBezTo>
                    <a:pt x="6025" y="74344"/>
                    <a:pt x="7420" y="75772"/>
                    <a:pt x="7561" y="73762"/>
                  </a:cubicBezTo>
                  <a:cubicBezTo>
                    <a:pt x="7561" y="72916"/>
                    <a:pt x="7096" y="71038"/>
                    <a:pt x="8026" y="71038"/>
                  </a:cubicBezTo>
                  <a:cubicBezTo>
                    <a:pt x="8653" y="71038"/>
                    <a:pt x="8330" y="72766"/>
                    <a:pt x="9118" y="72334"/>
                  </a:cubicBezTo>
                  <a:cubicBezTo>
                    <a:pt x="9725" y="72052"/>
                    <a:pt x="9887" y="71188"/>
                    <a:pt x="10028" y="72616"/>
                  </a:cubicBezTo>
                  <a:cubicBezTo>
                    <a:pt x="10190" y="73630"/>
                    <a:pt x="10493" y="74495"/>
                    <a:pt x="11282" y="73912"/>
                  </a:cubicBezTo>
                  <a:cubicBezTo>
                    <a:pt x="11888" y="73630"/>
                    <a:pt x="15750" y="77350"/>
                    <a:pt x="13283" y="75641"/>
                  </a:cubicBezTo>
                  <a:cubicBezTo>
                    <a:pt x="10958" y="74062"/>
                    <a:pt x="8957" y="75922"/>
                    <a:pt x="10817" y="78215"/>
                  </a:cubicBezTo>
                  <a:cubicBezTo>
                    <a:pt x="12980" y="81240"/>
                    <a:pt x="12980" y="81240"/>
                    <a:pt x="12980" y="81240"/>
                  </a:cubicBezTo>
                  <a:cubicBezTo>
                    <a:pt x="14355" y="82949"/>
                    <a:pt x="16215" y="81953"/>
                    <a:pt x="16053" y="82517"/>
                  </a:cubicBezTo>
                  <a:cubicBezTo>
                    <a:pt x="16053" y="82818"/>
                    <a:pt x="14820" y="84828"/>
                    <a:pt x="15588" y="84246"/>
                  </a:cubicBezTo>
                  <a:cubicBezTo>
                    <a:pt x="16215" y="83813"/>
                    <a:pt x="17145" y="83663"/>
                    <a:pt x="17752" y="83381"/>
                  </a:cubicBezTo>
                  <a:cubicBezTo>
                    <a:pt x="18844" y="82818"/>
                    <a:pt x="19450" y="83532"/>
                    <a:pt x="20380" y="83100"/>
                  </a:cubicBezTo>
                  <a:cubicBezTo>
                    <a:pt x="20684" y="82949"/>
                    <a:pt x="21007" y="81653"/>
                    <a:pt x="21614" y="83100"/>
                  </a:cubicBezTo>
                  <a:cubicBezTo>
                    <a:pt x="21775" y="83813"/>
                    <a:pt x="21472" y="86406"/>
                    <a:pt x="22544" y="86106"/>
                  </a:cubicBezTo>
                  <a:cubicBezTo>
                    <a:pt x="23009" y="85824"/>
                    <a:pt x="24545" y="80939"/>
                    <a:pt x="24545" y="81089"/>
                  </a:cubicBezTo>
                  <a:cubicBezTo>
                    <a:pt x="25172" y="81953"/>
                    <a:pt x="25010" y="83663"/>
                    <a:pt x="26102" y="83663"/>
                  </a:cubicBezTo>
                  <a:cubicBezTo>
                    <a:pt x="27336" y="83663"/>
                    <a:pt x="28872" y="83231"/>
                    <a:pt x="29964" y="83231"/>
                  </a:cubicBezTo>
                  <a:cubicBezTo>
                    <a:pt x="26709" y="84828"/>
                    <a:pt x="26709" y="84828"/>
                    <a:pt x="26709" y="84828"/>
                  </a:cubicBezTo>
                  <a:cubicBezTo>
                    <a:pt x="24707" y="85674"/>
                    <a:pt x="25779" y="87402"/>
                    <a:pt x="24869" y="88830"/>
                  </a:cubicBezTo>
                  <a:cubicBezTo>
                    <a:pt x="22705" y="91986"/>
                    <a:pt x="25779" y="92418"/>
                    <a:pt x="27639" y="90277"/>
                  </a:cubicBezTo>
                  <a:cubicBezTo>
                    <a:pt x="28266" y="89563"/>
                    <a:pt x="29802" y="86820"/>
                    <a:pt x="30429" y="86820"/>
                  </a:cubicBezTo>
                  <a:cubicBezTo>
                    <a:pt x="31036" y="86820"/>
                    <a:pt x="32269" y="85260"/>
                    <a:pt x="31966" y="84678"/>
                  </a:cubicBezTo>
                  <a:cubicBezTo>
                    <a:pt x="30894" y="82818"/>
                    <a:pt x="31966" y="83964"/>
                    <a:pt x="33199" y="83381"/>
                  </a:cubicBezTo>
                  <a:cubicBezTo>
                    <a:pt x="33664" y="83231"/>
                    <a:pt x="34291" y="82517"/>
                    <a:pt x="34756" y="82235"/>
                  </a:cubicBezTo>
                  <a:cubicBezTo>
                    <a:pt x="36131" y="81371"/>
                    <a:pt x="35828" y="80225"/>
                    <a:pt x="35828" y="78797"/>
                  </a:cubicBezTo>
                  <a:cubicBezTo>
                    <a:pt x="35989" y="78365"/>
                    <a:pt x="32734" y="77782"/>
                    <a:pt x="31966" y="78083"/>
                  </a:cubicBezTo>
                  <a:cubicBezTo>
                    <a:pt x="29196" y="79511"/>
                    <a:pt x="28731" y="80093"/>
                    <a:pt x="26102" y="78215"/>
                  </a:cubicBezTo>
                  <a:close/>
                  <a:moveTo>
                    <a:pt x="26871" y="75641"/>
                  </a:moveTo>
                  <a:lnTo>
                    <a:pt x="26871" y="75641"/>
                  </a:lnTo>
                  <a:cubicBezTo>
                    <a:pt x="27497" y="76204"/>
                    <a:pt x="27497" y="76204"/>
                    <a:pt x="27497" y="76204"/>
                  </a:cubicBezTo>
                  <a:cubicBezTo>
                    <a:pt x="27497" y="76636"/>
                    <a:pt x="27639" y="77219"/>
                    <a:pt x="27497" y="77651"/>
                  </a:cubicBezTo>
                  <a:cubicBezTo>
                    <a:pt x="27174" y="77933"/>
                    <a:pt x="26709" y="77782"/>
                    <a:pt x="26406" y="77782"/>
                  </a:cubicBezTo>
                  <a:cubicBezTo>
                    <a:pt x="26406" y="77501"/>
                    <a:pt x="25637" y="77069"/>
                    <a:pt x="25475" y="76918"/>
                  </a:cubicBezTo>
                  <a:cubicBezTo>
                    <a:pt x="25172" y="76636"/>
                    <a:pt x="24404" y="76204"/>
                    <a:pt x="24545" y="75922"/>
                  </a:cubicBezTo>
                  <a:cubicBezTo>
                    <a:pt x="24545" y="75641"/>
                    <a:pt x="24707" y="75490"/>
                    <a:pt x="25010" y="75340"/>
                  </a:cubicBezTo>
                  <a:cubicBezTo>
                    <a:pt x="25334" y="75340"/>
                    <a:pt x="25941" y="75209"/>
                    <a:pt x="26244" y="75340"/>
                  </a:cubicBezTo>
                  <a:cubicBezTo>
                    <a:pt x="26406" y="75340"/>
                    <a:pt x="26709" y="75641"/>
                    <a:pt x="26871" y="75641"/>
                  </a:cubicBezTo>
                  <a:close/>
                  <a:moveTo>
                    <a:pt x="25334" y="65739"/>
                  </a:moveTo>
                  <a:lnTo>
                    <a:pt x="25334" y="65739"/>
                  </a:lnTo>
                  <a:cubicBezTo>
                    <a:pt x="25475" y="65157"/>
                    <a:pt x="25475" y="65157"/>
                    <a:pt x="25475" y="65157"/>
                  </a:cubicBezTo>
                  <a:cubicBezTo>
                    <a:pt x="26567" y="65307"/>
                    <a:pt x="25637" y="66021"/>
                    <a:pt x="25637" y="66735"/>
                  </a:cubicBezTo>
                  <a:cubicBezTo>
                    <a:pt x="25637" y="67881"/>
                    <a:pt x="24707" y="68313"/>
                    <a:pt x="24242" y="69328"/>
                  </a:cubicBezTo>
                  <a:cubicBezTo>
                    <a:pt x="23939" y="70173"/>
                    <a:pt x="24242" y="70906"/>
                    <a:pt x="24545" y="71620"/>
                  </a:cubicBezTo>
                  <a:cubicBezTo>
                    <a:pt x="24545" y="72052"/>
                    <a:pt x="26244" y="73912"/>
                    <a:pt x="25172" y="74344"/>
                  </a:cubicBezTo>
                  <a:cubicBezTo>
                    <a:pt x="24869" y="74344"/>
                    <a:pt x="23939" y="75058"/>
                    <a:pt x="23777" y="75058"/>
                  </a:cubicBezTo>
                  <a:cubicBezTo>
                    <a:pt x="23171" y="75058"/>
                    <a:pt x="23171" y="74344"/>
                    <a:pt x="23009" y="74062"/>
                  </a:cubicBezTo>
                  <a:cubicBezTo>
                    <a:pt x="22847" y="73762"/>
                    <a:pt x="22705" y="73630"/>
                    <a:pt x="22544" y="73480"/>
                  </a:cubicBezTo>
                  <a:cubicBezTo>
                    <a:pt x="22544" y="73198"/>
                    <a:pt x="22705" y="73048"/>
                    <a:pt x="22705" y="72766"/>
                  </a:cubicBezTo>
                  <a:cubicBezTo>
                    <a:pt x="22705" y="71902"/>
                    <a:pt x="22847" y="71038"/>
                    <a:pt x="22544" y="70324"/>
                  </a:cubicBezTo>
                  <a:cubicBezTo>
                    <a:pt x="22402" y="69328"/>
                    <a:pt x="22847" y="68614"/>
                    <a:pt x="22847" y="67881"/>
                  </a:cubicBezTo>
                  <a:cubicBezTo>
                    <a:pt x="23636" y="67750"/>
                    <a:pt x="23474" y="68313"/>
                    <a:pt x="24101" y="68313"/>
                  </a:cubicBezTo>
                  <a:cubicBezTo>
                    <a:pt x="24545" y="68313"/>
                    <a:pt x="24707" y="67317"/>
                    <a:pt x="24707" y="66885"/>
                  </a:cubicBezTo>
                  <a:cubicBezTo>
                    <a:pt x="24707" y="66303"/>
                    <a:pt x="24869" y="66453"/>
                    <a:pt x="25172" y="66153"/>
                  </a:cubicBezTo>
                  <a:cubicBezTo>
                    <a:pt x="25334" y="66021"/>
                    <a:pt x="25172" y="65871"/>
                    <a:pt x="25334" y="65739"/>
                  </a:cubicBezTo>
                  <a:close/>
                  <a:moveTo>
                    <a:pt x="25334" y="63860"/>
                  </a:moveTo>
                  <a:lnTo>
                    <a:pt x="25334" y="63860"/>
                  </a:lnTo>
                  <a:cubicBezTo>
                    <a:pt x="25475" y="63297"/>
                    <a:pt x="25637" y="62714"/>
                    <a:pt x="25637" y="62151"/>
                  </a:cubicBezTo>
                  <a:cubicBezTo>
                    <a:pt x="25779" y="61719"/>
                    <a:pt x="25637" y="60986"/>
                    <a:pt x="26244" y="60986"/>
                  </a:cubicBezTo>
                  <a:cubicBezTo>
                    <a:pt x="26406" y="61136"/>
                    <a:pt x="26406" y="61136"/>
                    <a:pt x="26406" y="61286"/>
                  </a:cubicBezTo>
                  <a:cubicBezTo>
                    <a:pt x="26406" y="61719"/>
                    <a:pt x="26406" y="62151"/>
                    <a:pt x="26406" y="62583"/>
                  </a:cubicBezTo>
                  <a:cubicBezTo>
                    <a:pt x="26244" y="62865"/>
                    <a:pt x="26244" y="63297"/>
                    <a:pt x="26244" y="63729"/>
                  </a:cubicBezTo>
                  <a:cubicBezTo>
                    <a:pt x="26102" y="64011"/>
                    <a:pt x="26102" y="64293"/>
                    <a:pt x="26102" y="64593"/>
                  </a:cubicBezTo>
                  <a:lnTo>
                    <a:pt x="26102" y="64593"/>
                  </a:lnTo>
                  <a:cubicBezTo>
                    <a:pt x="25779" y="64593"/>
                    <a:pt x="25475" y="64725"/>
                    <a:pt x="25334" y="64443"/>
                  </a:cubicBezTo>
                  <a:cubicBezTo>
                    <a:pt x="25334" y="63860"/>
                    <a:pt x="25334" y="63860"/>
                    <a:pt x="25334" y="63860"/>
                  </a:cubicBezTo>
                  <a:close/>
                  <a:moveTo>
                    <a:pt x="17610" y="85542"/>
                  </a:moveTo>
                  <a:lnTo>
                    <a:pt x="17610" y="85542"/>
                  </a:lnTo>
                  <a:cubicBezTo>
                    <a:pt x="17449" y="85260"/>
                    <a:pt x="17307" y="84960"/>
                    <a:pt x="17449" y="84678"/>
                  </a:cubicBezTo>
                  <a:cubicBezTo>
                    <a:pt x="17449" y="84527"/>
                    <a:pt x="17610" y="84678"/>
                    <a:pt x="17752" y="84678"/>
                  </a:cubicBezTo>
                  <a:cubicBezTo>
                    <a:pt x="18075" y="84527"/>
                    <a:pt x="18075" y="84396"/>
                    <a:pt x="18217" y="84246"/>
                  </a:cubicBezTo>
                  <a:cubicBezTo>
                    <a:pt x="18540" y="83964"/>
                    <a:pt x="18985" y="83813"/>
                    <a:pt x="19309" y="84095"/>
                  </a:cubicBezTo>
                  <a:cubicBezTo>
                    <a:pt x="19612" y="84396"/>
                    <a:pt x="19450" y="84396"/>
                    <a:pt x="19147" y="84396"/>
                  </a:cubicBezTo>
                  <a:cubicBezTo>
                    <a:pt x="18540" y="84527"/>
                    <a:pt x="18844" y="84960"/>
                    <a:pt x="18844" y="85260"/>
                  </a:cubicBezTo>
                  <a:cubicBezTo>
                    <a:pt x="18844" y="85392"/>
                    <a:pt x="18682" y="85674"/>
                    <a:pt x="18540" y="85674"/>
                  </a:cubicBezTo>
                  <a:cubicBezTo>
                    <a:pt x="18379" y="85824"/>
                    <a:pt x="18075" y="85824"/>
                    <a:pt x="17752" y="85674"/>
                  </a:cubicBezTo>
                  <a:cubicBezTo>
                    <a:pt x="17610" y="85542"/>
                    <a:pt x="17610" y="85542"/>
                    <a:pt x="17610" y="85542"/>
                  </a:cubicBezTo>
                  <a:close/>
                  <a:moveTo>
                    <a:pt x="97294" y="57416"/>
                  </a:moveTo>
                  <a:lnTo>
                    <a:pt x="97294" y="57416"/>
                  </a:lnTo>
                  <a:cubicBezTo>
                    <a:pt x="96363" y="58130"/>
                    <a:pt x="95595" y="59126"/>
                    <a:pt x="94665" y="59708"/>
                  </a:cubicBezTo>
                  <a:cubicBezTo>
                    <a:pt x="92037" y="61136"/>
                    <a:pt x="91572" y="60422"/>
                    <a:pt x="89105" y="59990"/>
                  </a:cubicBezTo>
                  <a:cubicBezTo>
                    <a:pt x="88175" y="59840"/>
                    <a:pt x="87568" y="60704"/>
                    <a:pt x="86335" y="60704"/>
                  </a:cubicBezTo>
                  <a:cubicBezTo>
                    <a:pt x="86335" y="61418"/>
                    <a:pt x="88175" y="61568"/>
                    <a:pt x="87406" y="62433"/>
                  </a:cubicBezTo>
                  <a:cubicBezTo>
                    <a:pt x="85081" y="64593"/>
                    <a:pt x="85081" y="64593"/>
                    <a:pt x="85081" y="64593"/>
                  </a:cubicBezTo>
                  <a:cubicBezTo>
                    <a:pt x="84475" y="65157"/>
                    <a:pt x="83848" y="64293"/>
                    <a:pt x="83848" y="65439"/>
                  </a:cubicBezTo>
                  <a:cubicBezTo>
                    <a:pt x="83706" y="66885"/>
                    <a:pt x="82473" y="65871"/>
                    <a:pt x="81846" y="65871"/>
                  </a:cubicBezTo>
                  <a:cubicBezTo>
                    <a:pt x="80451" y="65871"/>
                    <a:pt x="79076" y="66453"/>
                    <a:pt x="77519" y="66453"/>
                  </a:cubicBezTo>
                  <a:cubicBezTo>
                    <a:pt x="76609" y="66453"/>
                    <a:pt x="76448" y="65589"/>
                    <a:pt x="75679" y="65439"/>
                  </a:cubicBezTo>
                  <a:cubicBezTo>
                    <a:pt x="75983" y="64293"/>
                    <a:pt x="80451" y="66021"/>
                    <a:pt x="81705" y="65157"/>
                  </a:cubicBezTo>
                  <a:cubicBezTo>
                    <a:pt x="83403" y="63729"/>
                    <a:pt x="82008" y="61418"/>
                    <a:pt x="85546" y="61418"/>
                  </a:cubicBezTo>
                  <a:cubicBezTo>
                    <a:pt x="84940" y="59708"/>
                    <a:pt x="86800" y="58280"/>
                    <a:pt x="88033" y="56834"/>
                  </a:cubicBezTo>
                  <a:cubicBezTo>
                    <a:pt x="88498" y="56683"/>
                    <a:pt x="89570" y="55969"/>
                    <a:pt x="88802" y="55688"/>
                  </a:cubicBezTo>
                  <a:cubicBezTo>
                    <a:pt x="87871" y="55406"/>
                    <a:pt x="87871" y="55255"/>
                    <a:pt x="86941" y="55688"/>
                  </a:cubicBezTo>
                  <a:cubicBezTo>
                    <a:pt x="86011" y="56251"/>
                    <a:pt x="84636" y="57266"/>
                    <a:pt x="83403" y="56251"/>
                  </a:cubicBezTo>
                  <a:cubicBezTo>
                    <a:pt x="82473" y="55255"/>
                    <a:pt x="79076" y="58280"/>
                    <a:pt x="78288" y="58994"/>
                  </a:cubicBezTo>
                  <a:cubicBezTo>
                    <a:pt x="77378" y="59840"/>
                    <a:pt x="76286" y="60573"/>
                    <a:pt x="75356" y="61418"/>
                  </a:cubicBezTo>
                  <a:cubicBezTo>
                    <a:pt x="75518" y="60704"/>
                    <a:pt x="75679" y="59990"/>
                    <a:pt x="76144" y="59408"/>
                  </a:cubicBezTo>
                  <a:cubicBezTo>
                    <a:pt x="76609" y="58844"/>
                    <a:pt x="77378" y="58562"/>
                    <a:pt x="77681" y="57848"/>
                  </a:cubicBezTo>
                  <a:cubicBezTo>
                    <a:pt x="77984" y="57266"/>
                    <a:pt x="78288" y="57266"/>
                    <a:pt x="78914" y="56834"/>
                  </a:cubicBezTo>
                  <a:cubicBezTo>
                    <a:pt x="79683" y="56402"/>
                    <a:pt x="79379" y="55838"/>
                    <a:pt x="80613" y="55537"/>
                  </a:cubicBezTo>
                  <a:cubicBezTo>
                    <a:pt x="84010" y="54974"/>
                    <a:pt x="84010" y="54974"/>
                    <a:pt x="84010" y="54974"/>
                  </a:cubicBezTo>
                  <a:cubicBezTo>
                    <a:pt x="85405" y="54823"/>
                    <a:pt x="85405" y="53677"/>
                    <a:pt x="86335" y="53114"/>
                  </a:cubicBezTo>
                  <a:cubicBezTo>
                    <a:pt x="86800" y="52813"/>
                    <a:pt x="87406" y="52963"/>
                    <a:pt x="88033" y="52963"/>
                  </a:cubicBezTo>
                  <a:cubicBezTo>
                    <a:pt x="88033" y="52813"/>
                    <a:pt x="88640" y="52381"/>
                    <a:pt x="88640" y="52531"/>
                  </a:cubicBezTo>
                  <a:cubicBezTo>
                    <a:pt x="88640" y="53245"/>
                    <a:pt x="88033" y="53959"/>
                    <a:pt x="88033" y="54542"/>
                  </a:cubicBezTo>
                  <a:cubicBezTo>
                    <a:pt x="88033" y="54823"/>
                    <a:pt x="89732" y="55969"/>
                    <a:pt x="89732" y="55255"/>
                  </a:cubicBezTo>
                  <a:cubicBezTo>
                    <a:pt x="89732" y="54823"/>
                    <a:pt x="90338" y="54260"/>
                    <a:pt x="90500" y="53828"/>
                  </a:cubicBezTo>
                  <a:cubicBezTo>
                    <a:pt x="91268" y="52249"/>
                    <a:pt x="92663" y="50521"/>
                    <a:pt x="93735" y="49093"/>
                  </a:cubicBezTo>
                  <a:cubicBezTo>
                    <a:pt x="94362" y="48229"/>
                    <a:pt x="97920" y="44340"/>
                    <a:pt x="94827" y="45786"/>
                  </a:cubicBezTo>
                  <a:cubicBezTo>
                    <a:pt x="93593" y="46218"/>
                    <a:pt x="94524" y="47515"/>
                    <a:pt x="92360" y="47515"/>
                  </a:cubicBezTo>
                  <a:cubicBezTo>
                    <a:pt x="90500" y="47515"/>
                    <a:pt x="90965" y="45786"/>
                    <a:pt x="88802" y="47214"/>
                  </a:cubicBezTo>
                  <a:cubicBezTo>
                    <a:pt x="87568" y="48078"/>
                    <a:pt x="87568" y="47515"/>
                    <a:pt x="86335" y="47083"/>
                  </a:cubicBezTo>
                  <a:cubicBezTo>
                    <a:pt x="85405" y="46782"/>
                    <a:pt x="83848" y="47083"/>
                    <a:pt x="83241" y="46369"/>
                  </a:cubicBezTo>
                  <a:cubicBezTo>
                    <a:pt x="82311" y="45636"/>
                    <a:pt x="81846" y="45786"/>
                    <a:pt x="80775" y="45636"/>
                  </a:cubicBezTo>
                  <a:cubicBezTo>
                    <a:pt x="79986" y="45504"/>
                    <a:pt x="77681" y="44772"/>
                    <a:pt x="77681" y="43907"/>
                  </a:cubicBezTo>
                  <a:cubicBezTo>
                    <a:pt x="77984" y="44640"/>
                    <a:pt x="83545" y="45504"/>
                    <a:pt x="84636" y="45636"/>
                  </a:cubicBezTo>
                  <a:cubicBezTo>
                    <a:pt x="85546" y="45937"/>
                    <a:pt x="86011" y="45504"/>
                    <a:pt x="86800" y="45204"/>
                  </a:cubicBezTo>
                  <a:cubicBezTo>
                    <a:pt x="88336" y="44772"/>
                    <a:pt x="88498" y="46218"/>
                    <a:pt x="88498" y="43907"/>
                  </a:cubicBezTo>
                  <a:cubicBezTo>
                    <a:pt x="88498" y="41766"/>
                    <a:pt x="89873" y="42480"/>
                    <a:pt x="87568" y="41202"/>
                  </a:cubicBezTo>
                  <a:cubicBezTo>
                    <a:pt x="86173" y="40338"/>
                    <a:pt x="88336" y="40901"/>
                    <a:pt x="88498" y="41052"/>
                  </a:cubicBezTo>
                  <a:cubicBezTo>
                    <a:pt x="89105" y="41615"/>
                    <a:pt x="89267" y="40187"/>
                    <a:pt x="89570" y="39605"/>
                  </a:cubicBezTo>
                  <a:cubicBezTo>
                    <a:pt x="91733" y="38327"/>
                    <a:pt x="93128" y="38891"/>
                    <a:pt x="93897" y="36317"/>
                  </a:cubicBezTo>
                  <a:cubicBezTo>
                    <a:pt x="94200" y="35302"/>
                    <a:pt x="98830" y="32296"/>
                    <a:pt x="99922" y="31864"/>
                  </a:cubicBezTo>
                  <a:cubicBezTo>
                    <a:pt x="100994" y="31301"/>
                    <a:pt x="102550" y="29140"/>
                    <a:pt x="103460" y="28990"/>
                  </a:cubicBezTo>
                  <a:cubicBezTo>
                    <a:pt x="103622" y="28708"/>
                    <a:pt x="105017" y="27994"/>
                    <a:pt x="105320" y="27280"/>
                  </a:cubicBezTo>
                  <a:cubicBezTo>
                    <a:pt x="106412" y="25270"/>
                    <a:pt x="106412" y="25270"/>
                    <a:pt x="106412" y="25270"/>
                  </a:cubicBezTo>
                  <a:cubicBezTo>
                    <a:pt x="106716" y="24537"/>
                    <a:pt x="109486" y="22527"/>
                    <a:pt x="109486" y="22395"/>
                  </a:cubicBezTo>
                  <a:cubicBezTo>
                    <a:pt x="109809" y="22395"/>
                    <a:pt x="110416" y="22113"/>
                    <a:pt x="110739" y="21963"/>
                  </a:cubicBezTo>
                  <a:cubicBezTo>
                    <a:pt x="111508" y="21813"/>
                    <a:pt x="112579" y="20817"/>
                    <a:pt x="113509" y="20666"/>
                  </a:cubicBezTo>
                  <a:cubicBezTo>
                    <a:pt x="114096" y="20666"/>
                    <a:pt x="114419" y="19671"/>
                    <a:pt x="114722" y="19239"/>
                  </a:cubicBezTo>
                  <a:cubicBezTo>
                    <a:pt x="115491" y="18656"/>
                    <a:pt x="117351" y="17360"/>
                    <a:pt x="117654" y="16514"/>
                  </a:cubicBezTo>
                  <a:cubicBezTo>
                    <a:pt x="117816" y="15650"/>
                    <a:pt x="118119" y="14635"/>
                    <a:pt x="118422" y="13790"/>
                  </a:cubicBezTo>
                  <a:cubicBezTo>
                    <a:pt x="118887" y="12494"/>
                    <a:pt x="118281" y="12343"/>
                    <a:pt x="117816" y="11479"/>
                  </a:cubicBezTo>
                  <a:cubicBezTo>
                    <a:pt x="116886" y="10201"/>
                    <a:pt x="116117" y="9619"/>
                    <a:pt x="116421" y="7759"/>
                  </a:cubicBezTo>
                  <a:cubicBezTo>
                    <a:pt x="118422" y="6744"/>
                    <a:pt x="119979" y="3457"/>
                    <a:pt x="119979" y="1296"/>
                  </a:cubicBezTo>
                  <a:cubicBezTo>
                    <a:pt x="117351" y="1014"/>
                    <a:pt x="117351" y="1014"/>
                    <a:pt x="117351" y="1014"/>
                  </a:cubicBezTo>
                  <a:cubicBezTo>
                    <a:pt x="116886" y="864"/>
                    <a:pt x="116421" y="1296"/>
                    <a:pt x="116117" y="2160"/>
                  </a:cubicBezTo>
                  <a:cubicBezTo>
                    <a:pt x="115187" y="2160"/>
                    <a:pt x="115187" y="713"/>
                    <a:pt x="113671" y="1014"/>
                  </a:cubicBezTo>
                  <a:cubicBezTo>
                    <a:pt x="112438" y="1146"/>
                    <a:pt x="111042" y="1578"/>
                    <a:pt x="109809" y="1296"/>
                  </a:cubicBezTo>
                  <a:cubicBezTo>
                    <a:pt x="109344" y="1146"/>
                    <a:pt x="108414" y="0"/>
                    <a:pt x="108252" y="300"/>
                  </a:cubicBezTo>
                  <a:cubicBezTo>
                    <a:pt x="107787" y="864"/>
                    <a:pt x="107181" y="2010"/>
                    <a:pt x="108111" y="2292"/>
                  </a:cubicBezTo>
                  <a:cubicBezTo>
                    <a:pt x="109486" y="2874"/>
                    <a:pt x="109182" y="3738"/>
                    <a:pt x="108879" y="4734"/>
                  </a:cubicBezTo>
                  <a:cubicBezTo>
                    <a:pt x="107949" y="4603"/>
                    <a:pt x="106554" y="2874"/>
                    <a:pt x="104855" y="3306"/>
                  </a:cubicBezTo>
                  <a:cubicBezTo>
                    <a:pt x="102085" y="4321"/>
                    <a:pt x="104855" y="2292"/>
                    <a:pt x="102085" y="2874"/>
                  </a:cubicBezTo>
                  <a:cubicBezTo>
                    <a:pt x="101155" y="3156"/>
                    <a:pt x="99760" y="3024"/>
                    <a:pt x="98992" y="3588"/>
                  </a:cubicBezTo>
                  <a:cubicBezTo>
                    <a:pt x="97920" y="4603"/>
                    <a:pt x="96202" y="5749"/>
                    <a:pt x="94665" y="5880"/>
                  </a:cubicBezTo>
                  <a:cubicBezTo>
                    <a:pt x="93735" y="5880"/>
                    <a:pt x="88498" y="6181"/>
                    <a:pt x="88175" y="4884"/>
                  </a:cubicBezTo>
                  <a:cubicBezTo>
                    <a:pt x="87871" y="2592"/>
                    <a:pt x="86800" y="7026"/>
                    <a:pt x="85546" y="6463"/>
                  </a:cubicBezTo>
                  <a:cubicBezTo>
                    <a:pt x="84171" y="5749"/>
                    <a:pt x="84010" y="7177"/>
                    <a:pt x="82614" y="7177"/>
                  </a:cubicBezTo>
                  <a:cubicBezTo>
                    <a:pt x="81543" y="7177"/>
                    <a:pt x="82008" y="7609"/>
                    <a:pt x="81381" y="8191"/>
                  </a:cubicBezTo>
                  <a:cubicBezTo>
                    <a:pt x="80775" y="8623"/>
                    <a:pt x="79541" y="7759"/>
                    <a:pt x="79076" y="7609"/>
                  </a:cubicBezTo>
                  <a:cubicBezTo>
                    <a:pt x="77519" y="6744"/>
                    <a:pt x="74284" y="11479"/>
                    <a:pt x="73981" y="12625"/>
                  </a:cubicBezTo>
                  <a:cubicBezTo>
                    <a:pt x="73981" y="12193"/>
                    <a:pt x="74284" y="9769"/>
                    <a:pt x="74446" y="9488"/>
                  </a:cubicBezTo>
                  <a:cubicBezTo>
                    <a:pt x="75356" y="8473"/>
                    <a:pt x="75518" y="8191"/>
                    <a:pt x="75053" y="6895"/>
                  </a:cubicBezTo>
                  <a:cubicBezTo>
                    <a:pt x="74588" y="5749"/>
                    <a:pt x="73354" y="5598"/>
                    <a:pt x="72121" y="5467"/>
                  </a:cubicBezTo>
                  <a:cubicBezTo>
                    <a:pt x="67491" y="4734"/>
                    <a:pt x="71352" y="8041"/>
                    <a:pt x="68724" y="8905"/>
                  </a:cubicBezTo>
                  <a:cubicBezTo>
                    <a:pt x="67167" y="9337"/>
                    <a:pt x="66722" y="11911"/>
                    <a:pt x="65024" y="12494"/>
                  </a:cubicBezTo>
                  <a:cubicBezTo>
                    <a:pt x="64559" y="12625"/>
                    <a:pt x="65024" y="11629"/>
                    <a:pt x="65165" y="11479"/>
                  </a:cubicBezTo>
                  <a:cubicBezTo>
                    <a:pt x="65792" y="10634"/>
                    <a:pt x="67167" y="9055"/>
                    <a:pt x="67491" y="8041"/>
                  </a:cubicBezTo>
                  <a:cubicBezTo>
                    <a:pt x="68259" y="6181"/>
                    <a:pt x="64700" y="5880"/>
                    <a:pt x="64094" y="4170"/>
                  </a:cubicBezTo>
                  <a:cubicBezTo>
                    <a:pt x="63932" y="4170"/>
                    <a:pt x="63932" y="5467"/>
                    <a:pt x="63791" y="5749"/>
                  </a:cubicBezTo>
                  <a:cubicBezTo>
                    <a:pt x="62699" y="8473"/>
                    <a:pt x="62699" y="8473"/>
                    <a:pt x="62699" y="8473"/>
                  </a:cubicBezTo>
                  <a:cubicBezTo>
                    <a:pt x="62860" y="7891"/>
                    <a:pt x="63002" y="7177"/>
                    <a:pt x="63002" y="6613"/>
                  </a:cubicBezTo>
                  <a:cubicBezTo>
                    <a:pt x="63002" y="6312"/>
                    <a:pt x="62395" y="5880"/>
                    <a:pt x="62234" y="5317"/>
                  </a:cubicBezTo>
                  <a:cubicBezTo>
                    <a:pt x="62072" y="3588"/>
                    <a:pt x="61000" y="3024"/>
                    <a:pt x="59140" y="3024"/>
                  </a:cubicBezTo>
                  <a:cubicBezTo>
                    <a:pt x="58230" y="3024"/>
                    <a:pt x="56835" y="2010"/>
                    <a:pt x="56835" y="3156"/>
                  </a:cubicBezTo>
                  <a:cubicBezTo>
                    <a:pt x="56835" y="4321"/>
                    <a:pt x="56673" y="6031"/>
                    <a:pt x="55905" y="6895"/>
                  </a:cubicBezTo>
                  <a:cubicBezTo>
                    <a:pt x="55440" y="7609"/>
                    <a:pt x="54510" y="7327"/>
                    <a:pt x="54045" y="7891"/>
                  </a:cubicBezTo>
                  <a:cubicBezTo>
                    <a:pt x="53438" y="8623"/>
                    <a:pt x="53580" y="9488"/>
                    <a:pt x="53135" y="10333"/>
                  </a:cubicBezTo>
                  <a:cubicBezTo>
                    <a:pt x="52812" y="10765"/>
                    <a:pt x="54207" y="11348"/>
                    <a:pt x="54672" y="11629"/>
                  </a:cubicBezTo>
                  <a:cubicBezTo>
                    <a:pt x="56370" y="12494"/>
                    <a:pt x="54368" y="12625"/>
                    <a:pt x="53580" y="13208"/>
                  </a:cubicBezTo>
                  <a:cubicBezTo>
                    <a:pt x="52205" y="14786"/>
                    <a:pt x="54672" y="14936"/>
                    <a:pt x="54975" y="15650"/>
                  </a:cubicBezTo>
                  <a:cubicBezTo>
                    <a:pt x="53580" y="15650"/>
                    <a:pt x="53438" y="14786"/>
                    <a:pt x="52670" y="14786"/>
                  </a:cubicBezTo>
                  <a:cubicBezTo>
                    <a:pt x="51882" y="14635"/>
                    <a:pt x="52812" y="16364"/>
                    <a:pt x="51113" y="16214"/>
                  </a:cubicBezTo>
                  <a:cubicBezTo>
                    <a:pt x="50183" y="16214"/>
                    <a:pt x="50345" y="16946"/>
                    <a:pt x="51113" y="16946"/>
                  </a:cubicBezTo>
                  <a:cubicBezTo>
                    <a:pt x="52043" y="16946"/>
                    <a:pt x="51417" y="17510"/>
                    <a:pt x="51417" y="18093"/>
                  </a:cubicBezTo>
                  <a:cubicBezTo>
                    <a:pt x="51417" y="19239"/>
                    <a:pt x="52205" y="19520"/>
                    <a:pt x="52205" y="20535"/>
                  </a:cubicBezTo>
                  <a:cubicBezTo>
                    <a:pt x="52205" y="22395"/>
                    <a:pt x="54045" y="22527"/>
                    <a:pt x="54510" y="23541"/>
                  </a:cubicBezTo>
                  <a:cubicBezTo>
                    <a:pt x="53438" y="23541"/>
                    <a:pt x="53277" y="22677"/>
                    <a:pt x="52205" y="23109"/>
                  </a:cubicBezTo>
                  <a:cubicBezTo>
                    <a:pt x="51417" y="23541"/>
                    <a:pt x="50345" y="23823"/>
                    <a:pt x="49415" y="23391"/>
                  </a:cubicBezTo>
                  <a:cubicBezTo>
                    <a:pt x="48647" y="23109"/>
                    <a:pt x="48020" y="22677"/>
                    <a:pt x="48808" y="23691"/>
                  </a:cubicBezTo>
                  <a:cubicBezTo>
                    <a:pt x="49112" y="24105"/>
                    <a:pt x="47413" y="24687"/>
                    <a:pt x="46948" y="24537"/>
                  </a:cubicBezTo>
                  <a:cubicBezTo>
                    <a:pt x="45553" y="23973"/>
                    <a:pt x="45553" y="22677"/>
                    <a:pt x="44481" y="23973"/>
                  </a:cubicBezTo>
                  <a:cubicBezTo>
                    <a:pt x="43855" y="24837"/>
                    <a:pt x="44320" y="24537"/>
                    <a:pt x="44946" y="24969"/>
                  </a:cubicBezTo>
                  <a:cubicBezTo>
                    <a:pt x="46483" y="25702"/>
                    <a:pt x="46180" y="28858"/>
                    <a:pt x="47413" y="29422"/>
                  </a:cubicBezTo>
                  <a:cubicBezTo>
                    <a:pt x="49253" y="30136"/>
                    <a:pt x="47110" y="29572"/>
                    <a:pt x="47878" y="31000"/>
                  </a:cubicBezTo>
                  <a:cubicBezTo>
                    <a:pt x="48181" y="31432"/>
                    <a:pt x="48485" y="33724"/>
                    <a:pt x="47716" y="34006"/>
                  </a:cubicBezTo>
                  <a:cubicBezTo>
                    <a:pt x="47413" y="34156"/>
                    <a:pt x="45250" y="33724"/>
                    <a:pt x="44946" y="33442"/>
                  </a:cubicBezTo>
                  <a:cubicBezTo>
                    <a:pt x="44481" y="33161"/>
                    <a:pt x="43693" y="32015"/>
                    <a:pt x="43248" y="31864"/>
                  </a:cubicBezTo>
                  <a:cubicBezTo>
                    <a:pt x="43248" y="32578"/>
                    <a:pt x="42015" y="33442"/>
                    <a:pt x="42783" y="33875"/>
                  </a:cubicBezTo>
                  <a:cubicBezTo>
                    <a:pt x="43855" y="34589"/>
                    <a:pt x="43248" y="34870"/>
                    <a:pt x="43248" y="35735"/>
                  </a:cubicBezTo>
                  <a:cubicBezTo>
                    <a:pt x="44946" y="35735"/>
                    <a:pt x="46018" y="36599"/>
                    <a:pt x="46645" y="37895"/>
                  </a:cubicBezTo>
                  <a:cubicBezTo>
                    <a:pt x="47575" y="39906"/>
                    <a:pt x="48950" y="39173"/>
                    <a:pt x="50648" y="40187"/>
                  </a:cubicBezTo>
                  <a:cubicBezTo>
                    <a:pt x="51882" y="40770"/>
                    <a:pt x="49880" y="42047"/>
                    <a:pt x="50042" y="42198"/>
                  </a:cubicBezTo>
                  <a:cubicBezTo>
                    <a:pt x="51417" y="43193"/>
                    <a:pt x="51417" y="43193"/>
                    <a:pt x="51417" y="43193"/>
                  </a:cubicBezTo>
                  <a:cubicBezTo>
                    <a:pt x="52347" y="44058"/>
                    <a:pt x="54510" y="46500"/>
                    <a:pt x="54510" y="47797"/>
                  </a:cubicBezTo>
                  <a:cubicBezTo>
                    <a:pt x="53903" y="47797"/>
                    <a:pt x="53135" y="45072"/>
                    <a:pt x="52347" y="44640"/>
                  </a:cubicBezTo>
                  <a:cubicBezTo>
                    <a:pt x="48808" y="42630"/>
                    <a:pt x="48808" y="42630"/>
                    <a:pt x="48808" y="42630"/>
                  </a:cubicBezTo>
                  <a:cubicBezTo>
                    <a:pt x="47716" y="42047"/>
                    <a:pt x="46645" y="43062"/>
                    <a:pt x="45715" y="41916"/>
                  </a:cubicBezTo>
                  <a:cubicBezTo>
                    <a:pt x="45250" y="41333"/>
                    <a:pt x="45088" y="41615"/>
                    <a:pt x="44320" y="41615"/>
                  </a:cubicBezTo>
                  <a:cubicBezTo>
                    <a:pt x="44320" y="43062"/>
                    <a:pt x="45877" y="42912"/>
                    <a:pt x="46645" y="43907"/>
                  </a:cubicBezTo>
                  <a:cubicBezTo>
                    <a:pt x="46948" y="44340"/>
                    <a:pt x="50345" y="46651"/>
                    <a:pt x="49253" y="46369"/>
                  </a:cubicBezTo>
                  <a:cubicBezTo>
                    <a:pt x="48343" y="46218"/>
                    <a:pt x="47878" y="45504"/>
                    <a:pt x="46948" y="45504"/>
                  </a:cubicBezTo>
                  <a:cubicBezTo>
                    <a:pt x="46321" y="45354"/>
                    <a:pt x="45553" y="44058"/>
                    <a:pt x="44623" y="43626"/>
                  </a:cubicBezTo>
                  <a:cubicBezTo>
                    <a:pt x="42015" y="42630"/>
                    <a:pt x="44016" y="44922"/>
                    <a:pt x="42015" y="45786"/>
                  </a:cubicBezTo>
                  <a:cubicBezTo>
                    <a:pt x="39528" y="46068"/>
                    <a:pt x="39063" y="44340"/>
                    <a:pt x="39063" y="42480"/>
                  </a:cubicBezTo>
                  <a:cubicBezTo>
                    <a:pt x="38294" y="42348"/>
                    <a:pt x="36899" y="41484"/>
                    <a:pt x="36758" y="42630"/>
                  </a:cubicBezTo>
                  <a:cubicBezTo>
                    <a:pt x="36758" y="43344"/>
                    <a:pt x="35989" y="44490"/>
                    <a:pt x="36596" y="45072"/>
                  </a:cubicBezTo>
                  <a:cubicBezTo>
                    <a:pt x="38294" y="46369"/>
                    <a:pt x="38294" y="47214"/>
                    <a:pt x="37688" y="48943"/>
                  </a:cubicBezTo>
                  <a:cubicBezTo>
                    <a:pt x="37526" y="49375"/>
                    <a:pt x="37688" y="49938"/>
                    <a:pt x="37829" y="50239"/>
                  </a:cubicBezTo>
                  <a:cubicBezTo>
                    <a:pt x="38294" y="51235"/>
                    <a:pt x="36131" y="50521"/>
                    <a:pt x="35828" y="49375"/>
                  </a:cubicBezTo>
                  <a:cubicBezTo>
                    <a:pt x="35666" y="48511"/>
                    <a:pt x="35666" y="48078"/>
                    <a:pt x="35363" y="47364"/>
                  </a:cubicBezTo>
                  <a:cubicBezTo>
                    <a:pt x="35059" y="46651"/>
                    <a:pt x="35363" y="44922"/>
                    <a:pt x="34291" y="45204"/>
                  </a:cubicBezTo>
                  <a:cubicBezTo>
                    <a:pt x="33037" y="45504"/>
                    <a:pt x="32431" y="45786"/>
                    <a:pt x="31197" y="45786"/>
                  </a:cubicBezTo>
                  <a:cubicBezTo>
                    <a:pt x="31197" y="46500"/>
                    <a:pt x="31339" y="51517"/>
                    <a:pt x="31663" y="51667"/>
                  </a:cubicBezTo>
                  <a:cubicBezTo>
                    <a:pt x="33199" y="52963"/>
                    <a:pt x="35221" y="52381"/>
                    <a:pt x="35221" y="54673"/>
                  </a:cubicBezTo>
                  <a:cubicBezTo>
                    <a:pt x="34898" y="54673"/>
                    <a:pt x="34433" y="54109"/>
                    <a:pt x="33826" y="54109"/>
                  </a:cubicBezTo>
                  <a:cubicBezTo>
                    <a:pt x="31501" y="54109"/>
                    <a:pt x="32128" y="55406"/>
                    <a:pt x="31036" y="56834"/>
                  </a:cubicBezTo>
                  <a:cubicBezTo>
                    <a:pt x="30106" y="58412"/>
                    <a:pt x="32431" y="57698"/>
                    <a:pt x="32896" y="58994"/>
                  </a:cubicBezTo>
                  <a:cubicBezTo>
                    <a:pt x="33037" y="59408"/>
                    <a:pt x="33502" y="60573"/>
                    <a:pt x="33967" y="60854"/>
                  </a:cubicBezTo>
                  <a:cubicBezTo>
                    <a:pt x="35221" y="61850"/>
                    <a:pt x="34594" y="62714"/>
                    <a:pt x="36454" y="62714"/>
                  </a:cubicBezTo>
                  <a:cubicBezTo>
                    <a:pt x="38294" y="62714"/>
                    <a:pt x="38456" y="62583"/>
                    <a:pt x="39993" y="63297"/>
                  </a:cubicBezTo>
                  <a:cubicBezTo>
                    <a:pt x="39993" y="63579"/>
                    <a:pt x="39993" y="63579"/>
                    <a:pt x="39993" y="63579"/>
                  </a:cubicBezTo>
                  <a:cubicBezTo>
                    <a:pt x="39224" y="63729"/>
                    <a:pt x="38598" y="63447"/>
                    <a:pt x="37688" y="63579"/>
                  </a:cubicBezTo>
                  <a:cubicBezTo>
                    <a:pt x="37364" y="63579"/>
                    <a:pt x="37364" y="64011"/>
                    <a:pt x="36899" y="63729"/>
                  </a:cubicBezTo>
                  <a:cubicBezTo>
                    <a:pt x="36596" y="63447"/>
                    <a:pt x="36131" y="63447"/>
                    <a:pt x="35828" y="63579"/>
                  </a:cubicBezTo>
                  <a:cubicBezTo>
                    <a:pt x="35828" y="64011"/>
                    <a:pt x="36131" y="64161"/>
                    <a:pt x="36131" y="64593"/>
                  </a:cubicBezTo>
                  <a:cubicBezTo>
                    <a:pt x="36131" y="65307"/>
                    <a:pt x="34898" y="64011"/>
                    <a:pt x="34898" y="63860"/>
                  </a:cubicBezTo>
                  <a:cubicBezTo>
                    <a:pt x="34291" y="63447"/>
                    <a:pt x="34756" y="63147"/>
                    <a:pt x="34291" y="62714"/>
                  </a:cubicBezTo>
                  <a:lnTo>
                    <a:pt x="34291" y="62714"/>
                  </a:lnTo>
                  <a:cubicBezTo>
                    <a:pt x="33967" y="64011"/>
                    <a:pt x="31197" y="61136"/>
                    <a:pt x="30571" y="60986"/>
                  </a:cubicBezTo>
                  <a:lnTo>
                    <a:pt x="30267" y="60986"/>
                  </a:lnTo>
                  <a:cubicBezTo>
                    <a:pt x="30267" y="60986"/>
                    <a:pt x="30267" y="60986"/>
                    <a:pt x="30106" y="60986"/>
                  </a:cubicBezTo>
                  <a:cubicBezTo>
                    <a:pt x="29499" y="63297"/>
                    <a:pt x="29196" y="66585"/>
                    <a:pt x="29661" y="68896"/>
                  </a:cubicBezTo>
                  <a:cubicBezTo>
                    <a:pt x="29964" y="69027"/>
                    <a:pt x="30571" y="68896"/>
                    <a:pt x="30732" y="69027"/>
                  </a:cubicBezTo>
                  <a:cubicBezTo>
                    <a:pt x="30894" y="69459"/>
                    <a:pt x="30571" y="70324"/>
                    <a:pt x="30732" y="70906"/>
                  </a:cubicBezTo>
                  <a:cubicBezTo>
                    <a:pt x="30732" y="71038"/>
                    <a:pt x="31501" y="73480"/>
                    <a:pt x="31663" y="73630"/>
                  </a:cubicBezTo>
                  <a:cubicBezTo>
                    <a:pt x="32269" y="74495"/>
                    <a:pt x="33664" y="73348"/>
                    <a:pt x="34291" y="72916"/>
                  </a:cubicBezTo>
                  <a:cubicBezTo>
                    <a:pt x="34898" y="72616"/>
                    <a:pt x="36293" y="71319"/>
                    <a:pt x="36899" y="71319"/>
                  </a:cubicBezTo>
                  <a:cubicBezTo>
                    <a:pt x="37061" y="71319"/>
                    <a:pt x="36758" y="72184"/>
                    <a:pt x="37364" y="72616"/>
                  </a:cubicBezTo>
                  <a:cubicBezTo>
                    <a:pt x="39851" y="74626"/>
                    <a:pt x="40316" y="71188"/>
                    <a:pt x="42015" y="70605"/>
                  </a:cubicBezTo>
                  <a:cubicBezTo>
                    <a:pt x="41226" y="71620"/>
                    <a:pt x="41226" y="72766"/>
                    <a:pt x="39993" y="73480"/>
                  </a:cubicBezTo>
                  <a:cubicBezTo>
                    <a:pt x="39386" y="73912"/>
                    <a:pt x="37526" y="75058"/>
                    <a:pt x="36758" y="74495"/>
                  </a:cubicBezTo>
                  <a:cubicBezTo>
                    <a:pt x="35524" y="73630"/>
                    <a:pt x="35059" y="75209"/>
                    <a:pt x="34433" y="76073"/>
                  </a:cubicBezTo>
                  <a:cubicBezTo>
                    <a:pt x="33199" y="77501"/>
                    <a:pt x="34756" y="77651"/>
                    <a:pt x="35989" y="77501"/>
                  </a:cubicBezTo>
                  <a:cubicBezTo>
                    <a:pt x="38133" y="77219"/>
                    <a:pt x="39993" y="77933"/>
                    <a:pt x="41550" y="78929"/>
                  </a:cubicBezTo>
                  <a:cubicBezTo>
                    <a:pt x="42156" y="79361"/>
                    <a:pt x="42621" y="79943"/>
                    <a:pt x="43248" y="80375"/>
                  </a:cubicBezTo>
                  <a:cubicBezTo>
                    <a:pt x="44158" y="80939"/>
                    <a:pt x="42621" y="80507"/>
                    <a:pt x="42156" y="80225"/>
                  </a:cubicBezTo>
                  <a:cubicBezTo>
                    <a:pt x="41226" y="79793"/>
                    <a:pt x="40316" y="77933"/>
                    <a:pt x="39224" y="78365"/>
                  </a:cubicBezTo>
                  <a:cubicBezTo>
                    <a:pt x="38294" y="78647"/>
                    <a:pt x="36899" y="78797"/>
                    <a:pt x="36454" y="79511"/>
                  </a:cubicBezTo>
                  <a:cubicBezTo>
                    <a:pt x="35828" y="80807"/>
                    <a:pt x="37688" y="80225"/>
                    <a:pt x="36899" y="81521"/>
                  </a:cubicBezTo>
                  <a:cubicBezTo>
                    <a:pt x="35666" y="83532"/>
                    <a:pt x="33502" y="84678"/>
                    <a:pt x="37688" y="84960"/>
                  </a:cubicBezTo>
                  <a:cubicBezTo>
                    <a:pt x="39063" y="85110"/>
                    <a:pt x="38456" y="87120"/>
                    <a:pt x="40923" y="87120"/>
                  </a:cubicBezTo>
                  <a:cubicBezTo>
                    <a:pt x="42318" y="87120"/>
                    <a:pt x="40620" y="87834"/>
                    <a:pt x="39851" y="87684"/>
                  </a:cubicBezTo>
                  <a:cubicBezTo>
                    <a:pt x="38759" y="87552"/>
                    <a:pt x="38456" y="86406"/>
                    <a:pt x="37223" y="86538"/>
                  </a:cubicBezTo>
                  <a:cubicBezTo>
                    <a:pt x="37061" y="86538"/>
                    <a:pt x="34129" y="85824"/>
                    <a:pt x="33967" y="86538"/>
                  </a:cubicBezTo>
                  <a:cubicBezTo>
                    <a:pt x="33967" y="87252"/>
                    <a:pt x="32269" y="88830"/>
                    <a:pt x="31804" y="89262"/>
                  </a:cubicBezTo>
                  <a:cubicBezTo>
                    <a:pt x="31804" y="90277"/>
                    <a:pt x="33199" y="91272"/>
                    <a:pt x="34129" y="90840"/>
                  </a:cubicBezTo>
                  <a:cubicBezTo>
                    <a:pt x="35363" y="90427"/>
                    <a:pt x="35059" y="91423"/>
                    <a:pt x="35363" y="92137"/>
                  </a:cubicBezTo>
                  <a:cubicBezTo>
                    <a:pt x="35524" y="92569"/>
                    <a:pt x="37829" y="94147"/>
                    <a:pt x="37223" y="94147"/>
                  </a:cubicBezTo>
                  <a:cubicBezTo>
                    <a:pt x="35666" y="94297"/>
                    <a:pt x="34291" y="93865"/>
                    <a:pt x="33826" y="92287"/>
                  </a:cubicBezTo>
                  <a:cubicBezTo>
                    <a:pt x="33199" y="92287"/>
                    <a:pt x="31966" y="92418"/>
                    <a:pt x="31339" y="92287"/>
                  </a:cubicBezTo>
                  <a:cubicBezTo>
                    <a:pt x="30267" y="91986"/>
                    <a:pt x="30429" y="94729"/>
                    <a:pt x="29964" y="95594"/>
                  </a:cubicBezTo>
                  <a:cubicBezTo>
                    <a:pt x="29661" y="96007"/>
                    <a:pt x="29337" y="96308"/>
                    <a:pt x="29034" y="96740"/>
                  </a:cubicBezTo>
                  <a:cubicBezTo>
                    <a:pt x="28569" y="97454"/>
                    <a:pt x="30571" y="97736"/>
                    <a:pt x="28872" y="98168"/>
                  </a:cubicBezTo>
                  <a:cubicBezTo>
                    <a:pt x="28104" y="98449"/>
                    <a:pt x="27032" y="99896"/>
                    <a:pt x="28731" y="99596"/>
                  </a:cubicBezTo>
                  <a:cubicBezTo>
                    <a:pt x="30429" y="99314"/>
                    <a:pt x="31663" y="98731"/>
                    <a:pt x="33361" y="98731"/>
                  </a:cubicBezTo>
                  <a:cubicBezTo>
                    <a:pt x="33361" y="99163"/>
                    <a:pt x="31501" y="99896"/>
                    <a:pt x="31966" y="100328"/>
                  </a:cubicBezTo>
                  <a:cubicBezTo>
                    <a:pt x="32128" y="100460"/>
                    <a:pt x="34291" y="100742"/>
                    <a:pt x="33502" y="101042"/>
                  </a:cubicBezTo>
                  <a:cubicBezTo>
                    <a:pt x="32734" y="101324"/>
                    <a:pt x="29802" y="101906"/>
                    <a:pt x="29661" y="102470"/>
                  </a:cubicBezTo>
                  <a:cubicBezTo>
                    <a:pt x="29499" y="103184"/>
                    <a:pt x="28569" y="104199"/>
                    <a:pt x="28731" y="104913"/>
                  </a:cubicBezTo>
                  <a:cubicBezTo>
                    <a:pt x="28731" y="105194"/>
                    <a:pt x="28731" y="106641"/>
                    <a:pt x="28407" y="106641"/>
                  </a:cubicBezTo>
                  <a:cubicBezTo>
                    <a:pt x="27336" y="106641"/>
                    <a:pt x="27336" y="104330"/>
                    <a:pt x="26102" y="105194"/>
                  </a:cubicBezTo>
                  <a:cubicBezTo>
                    <a:pt x="24869" y="106059"/>
                    <a:pt x="23009" y="105777"/>
                    <a:pt x="21472" y="105777"/>
                  </a:cubicBezTo>
                  <a:cubicBezTo>
                    <a:pt x="19450" y="106341"/>
                    <a:pt x="16983" y="106773"/>
                    <a:pt x="18844" y="109365"/>
                  </a:cubicBezTo>
                  <a:cubicBezTo>
                    <a:pt x="19612" y="110793"/>
                    <a:pt x="22847" y="109497"/>
                    <a:pt x="24545" y="110079"/>
                  </a:cubicBezTo>
                  <a:cubicBezTo>
                    <a:pt x="25941" y="110511"/>
                    <a:pt x="27174" y="110079"/>
                    <a:pt x="28569" y="110361"/>
                  </a:cubicBezTo>
                  <a:cubicBezTo>
                    <a:pt x="30571" y="110793"/>
                    <a:pt x="31501" y="108633"/>
                    <a:pt x="33826" y="108633"/>
                  </a:cubicBezTo>
                  <a:cubicBezTo>
                    <a:pt x="35221" y="108633"/>
                    <a:pt x="36758" y="109929"/>
                    <a:pt x="38598" y="109929"/>
                  </a:cubicBezTo>
                  <a:lnTo>
                    <a:pt x="38598" y="109929"/>
                  </a:lnTo>
                  <a:cubicBezTo>
                    <a:pt x="36899" y="110361"/>
                    <a:pt x="36131" y="110361"/>
                    <a:pt x="34433" y="109647"/>
                  </a:cubicBezTo>
                  <a:cubicBezTo>
                    <a:pt x="32269" y="108633"/>
                    <a:pt x="31036" y="112090"/>
                    <a:pt x="29196" y="111075"/>
                  </a:cubicBezTo>
                  <a:cubicBezTo>
                    <a:pt x="27942" y="110361"/>
                    <a:pt x="26102" y="111939"/>
                    <a:pt x="24869" y="111939"/>
                  </a:cubicBezTo>
                  <a:lnTo>
                    <a:pt x="24869" y="111939"/>
                  </a:lnTo>
                  <a:cubicBezTo>
                    <a:pt x="24869" y="112090"/>
                    <a:pt x="24869" y="112090"/>
                    <a:pt x="24869" y="112090"/>
                  </a:cubicBezTo>
                  <a:cubicBezTo>
                    <a:pt x="25941" y="112522"/>
                    <a:pt x="27336" y="116110"/>
                    <a:pt x="28731" y="116975"/>
                  </a:cubicBezTo>
                  <a:cubicBezTo>
                    <a:pt x="29964" y="117820"/>
                    <a:pt x="31663" y="118121"/>
                    <a:pt x="33199" y="118553"/>
                  </a:cubicBezTo>
                  <a:cubicBezTo>
                    <a:pt x="33826" y="118684"/>
                    <a:pt x="34898" y="119830"/>
                    <a:pt x="35059" y="119830"/>
                  </a:cubicBezTo>
                  <a:cubicBezTo>
                    <a:pt x="38133" y="119981"/>
                    <a:pt x="40781" y="115096"/>
                    <a:pt x="42318" y="113236"/>
                  </a:cubicBezTo>
                  <a:cubicBezTo>
                    <a:pt x="43390" y="112954"/>
                    <a:pt x="44623" y="111376"/>
                    <a:pt x="45553" y="110643"/>
                  </a:cubicBezTo>
                  <a:cubicBezTo>
                    <a:pt x="46180" y="110079"/>
                    <a:pt x="46321" y="109365"/>
                    <a:pt x="46948" y="108933"/>
                  </a:cubicBezTo>
                  <a:cubicBezTo>
                    <a:pt x="47251" y="108501"/>
                    <a:pt x="47575" y="109365"/>
                    <a:pt x="48343" y="108783"/>
                  </a:cubicBezTo>
                  <a:cubicBezTo>
                    <a:pt x="48647" y="108501"/>
                    <a:pt x="48808" y="107637"/>
                    <a:pt x="49112" y="107205"/>
                  </a:cubicBezTo>
                  <a:cubicBezTo>
                    <a:pt x="49577" y="106341"/>
                    <a:pt x="53742" y="102320"/>
                    <a:pt x="52508" y="101756"/>
                  </a:cubicBezTo>
                  <a:cubicBezTo>
                    <a:pt x="50810" y="101174"/>
                    <a:pt x="48485" y="101474"/>
                    <a:pt x="46483" y="101042"/>
                  </a:cubicBezTo>
                  <a:cubicBezTo>
                    <a:pt x="47413" y="100460"/>
                    <a:pt x="54045" y="101174"/>
                    <a:pt x="53580" y="102038"/>
                  </a:cubicBezTo>
                  <a:cubicBezTo>
                    <a:pt x="52812" y="103767"/>
                    <a:pt x="51578" y="105476"/>
                    <a:pt x="50507" y="107073"/>
                  </a:cubicBezTo>
                  <a:cubicBezTo>
                    <a:pt x="49718" y="108069"/>
                    <a:pt x="48343" y="108933"/>
                    <a:pt x="50183" y="109065"/>
                  </a:cubicBezTo>
                  <a:cubicBezTo>
                    <a:pt x="50972" y="109215"/>
                    <a:pt x="48950" y="110643"/>
                    <a:pt x="48808" y="110793"/>
                  </a:cubicBezTo>
                  <a:cubicBezTo>
                    <a:pt x="46948" y="111808"/>
                    <a:pt x="46948" y="111808"/>
                    <a:pt x="46948" y="111808"/>
                  </a:cubicBezTo>
                  <a:cubicBezTo>
                    <a:pt x="46018" y="112240"/>
                    <a:pt x="47251" y="111939"/>
                    <a:pt x="47413" y="112372"/>
                  </a:cubicBezTo>
                  <a:cubicBezTo>
                    <a:pt x="47413" y="112653"/>
                    <a:pt x="47110" y="112954"/>
                    <a:pt x="46948" y="113236"/>
                  </a:cubicBezTo>
                  <a:lnTo>
                    <a:pt x="46948" y="113236"/>
                  </a:lnTo>
                  <a:cubicBezTo>
                    <a:pt x="47251" y="113668"/>
                    <a:pt x="47413" y="114232"/>
                    <a:pt x="47878" y="114664"/>
                  </a:cubicBezTo>
                  <a:cubicBezTo>
                    <a:pt x="48181" y="114814"/>
                    <a:pt x="48485" y="114532"/>
                    <a:pt x="48647" y="114532"/>
                  </a:cubicBezTo>
                  <a:cubicBezTo>
                    <a:pt x="49253" y="114532"/>
                    <a:pt x="49718" y="114814"/>
                    <a:pt x="50183" y="114814"/>
                  </a:cubicBezTo>
                  <a:cubicBezTo>
                    <a:pt x="50507" y="114814"/>
                    <a:pt x="50507" y="114382"/>
                    <a:pt x="50507" y="114232"/>
                  </a:cubicBezTo>
                  <a:cubicBezTo>
                    <a:pt x="50648" y="113799"/>
                    <a:pt x="50183" y="113236"/>
                    <a:pt x="50507" y="112954"/>
                  </a:cubicBezTo>
                  <a:cubicBezTo>
                    <a:pt x="51113" y="112653"/>
                    <a:pt x="51882" y="112954"/>
                    <a:pt x="52347" y="113236"/>
                  </a:cubicBezTo>
                  <a:cubicBezTo>
                    <a:pt x="52670" y="113236"/>
                    <a:pt x="52205" y="113668"/>
                    <a:pt x="52347" y="113799"/>
                  </a:cubicBezTo>
                  <a:cubicBezTo>
                    <a:pt x="52812" y="114100"/>
                    <a:pt x="53277" y="113799"/>
                    <a:pt x="53742" y="113950"/>
                  </a:cubicBezTo>
                  <a:cubicBezTo>
                    <a:pt x="54045" y="113950"/>
                    <a:pt x="54510" y="113950"/>
                    <a:pt x="54510" y="114232"/>
                  </a:cubicBezTo>
                  <a:cubicBezTo>
                    <a:pt x="54510" y="114814"/>
                    <a:pt x="53742" y="115096"/>
                    <a:pt x="53580" y="115678"/>
                  </a:cubicBezTo>
                  <a:cubicBezTo>
                    <a:pt x="53580" y="116110"/>
                    <a:pt x="54207" y="116392"/>
                    <a:pt x="54045" y="116824"/>
                  </a:cubicBezTo>
                  <a:cubicBezTo>
                    <a:pt x="54045" y="117106"/>
                    <a:pt x="53580" y="117106"/>
                    <a:pt x="53580" y="117407"/>
                  </a:cubicBezTo>
                  <a:cubicBezTo>
                    <a:pt x="53580" y="117689"/>
                    <a:pt x="53742" y="118121"/>
                    <a:pt x="54045" y="118252"/>
                  </a:cubicBezTo>
                  <a:cubicBezTo>
                    <a:pt x="54368" y="118403"/>
                    <a:pt x="54672" y="118403"/>
                    <a:pt x="54975" y="118403"/>
                  </a:cubicBezTo>
                  <a:cubicBezTo>
                    <a:pt x="55602" y="118403"/>
                    <a:pt x="56208" y="118252"/>
                    <a:pt x="56835" y="117970"/>
                  </a:cubicBezTo>
                  <a:cubicBezTo>
                    <a:pt x="57300" y="117820"/>
                    <a:pt x="57765" y="117256"/>
                    <a:pt x="58230" y="116824"/>
                  </a:cubicBezTo>
                  <a:cubicBezTo>
                    <a:pt x="58534" y="116542"/>
                    <a:pt x="58534" y="116110"/>
                    <a:pt x="58999" y="115960"/>
                  </a:cubicBezTo>
                  <a:cubicBezTo>
                    <a:pt x="59767" y="115810"/>
                    <a:pt x="60535" y="116392"/>
                    <a:pt x="61162" y="116392"/>
                  </a:cubicBezTo>
                  <a:cubicBezTo>
                    <a:pt x="61769" y="116542"/>
                    <a:pt x="62537" y="116542"/>
                    <a:pt x="63164" y="116242"/>
                  </a:cubicBezTo>
                  <a:cubicBezTo>
                    <a:pt x="63629" y="116110"/>
                    <a:pt x="63791" y="115678"/>
                    <a:pt x="64256" y="115528"/>
                  </a:cubicBezTo>
                  <a:cubicBezTo>
                    <a:pt x="64700" y="115378"/>
                    <a:pt x="65327" y="115678"/>
                    <a:pt x="65631" y="115528"/>
                  </a:cubicBezTo>
                  <a:cubicBezTo>
                    <a:pt x="66096" y="115378"/>
                    <a:pt x="66257" y="114664"/>
                    <a:pt x="66722" y="114532"/>
                  </a:cubicBezTo>
                  <a:cubicBezTo>
                    <a:pt x="67329" y="114232"/>
                    <a:pt x="68259" y="114232"/>
                    <a:pt x="69027" y="114100"/>
                  </a:cubicBezTo>
                  <a:lnTo>
                    <a:pt x="69027" y="114100"/>
                  </a:lnTo>
                  <a:cubicBezTo>
                    <a:pt x="69027" y="113518"/>
                    <a:pt x="69492" y="112653"/>
                    <a:pt x="69027" y="112090"/>
                  </a:cubicBezTo>
                  <a:cubicBezTo>
                    <a:pt x="68724" y="111808"/>
                    <a:pt x="68097" y="112653"/>
                    <a:pt x="67632" y="112804"/>
                  </a:cubicBezTo>
                  <a:cubicBezTo>
                    <a:pt x="67167" y="112804"/>
                    <a:pt x="66399" y="112954"/>
                    <a:pt x="65934" y="112522"/>
                  </a:cubicBezTo>
                  <a:cubicBezTo>
                    <a:pt x="65631" y="112090"/>
                    <a:pt x="65489" y="111225"/>
                    <a:pt x="65934" y="110944"/>
                  </a:cubicBezTo>
                  <a:cubicBezTo>
                    <a:pt x="66561" y="110511"/>
                    <a:pt x="67491" y="110944"/>
                    <a:pt x="68259" y="110793"/>
                  </a:cubicBezTo>
                  <a:cubicBezTo>
                    <a:pt x="69027" y="110643"/>
                    <a:pt x="69654" y="110511"/>
                    <a:pt x="70261" y="110211"/>
                  </a:cubicBezTo>
                  <a:cubicBezTo>
                    <a:pt x="70422" y="110079"/>
                    <a:pt x="70261" y="109798"/>
                    <a:pt x="70261" y="109497"/>
                  </a:cubicBezTo>
                  <a:cubicBezTo>
                    <a:pt x="70119" y="109365"/>
                    <a:pt x="69654" y="109365"/>
                    <a:pt x="69796" y="109215"/>
                  </a:cubicBezTo>
                  <a:cubicBezTo>
                    <a:pt x="69796" y="108633"/>
                    <a:pt x="70261" y="108351"/>
                    <a:pt x="70422" y="107787"/>
                  </a:cubicBezTo>
                  <a:cubicBezTo>
                    <a:pt x="70584" y="107355"/>
                    <a:pt x="70261" y="106923"/>
                    <a:pt x="70422" y="106491"/>
                  </a:cubicBezTo>
                  <a:cubicBezTo>
                    <a:pt x="70726" y="106059"/>
                    <a:pt x="71352" y="106209"/>
                    <a:pt x="71656" y="105908"/>
                  </a:cubicBezTo>
                  <a:cubicBezTo>
                    <a:pt x="72121" y="105476"/>
                    <a:pt x="71959" y="104480"/>
                    <a:pt x="72586" y="104199"/>
                  </a:cubicBezTo>
                  <a:cubicBezTo>
                    <a:pt x="73051" y="104048"/>
                    <a:pt x="73354" y="104762"/>
                    <a:pt x="73657" y="105063"/>
                  </a:cubicBezTo>
                  <a:cubicBezTo>
                    <a:pt x="74122" y="105345"/>
                    <a:pt x="74446" y="106209"/>
                    <a:pt x="74891" y="105908"/>
                  </a:cubicBezTo>
                  <a:cubicBezTo>
                    <a:pt x="76144" y="105194"/>
                    <a:pt x="76286" y="103616"/>
                    <a:pt x="77378" y="102902"/>
                  </a:cubicBezTo>
                  <a:cubicBezTo>
                    <a:pt x="77681" y="102620"/>
                    <a:pt x="78146" y="103466"/>
                    <a:pt x="78449" y="103334"/>
                  </a:cubicBezTo>
                  <a:cubicBezTo>
                    <a:pt x="78914" y="103053"/>
                    <a:pt x="78914" y="102320"/>
                    <a:pt x="79379" y="101906"/>
                  </a:cubicBezTo>
                  <a:cubicBezTo>
                    <a:pt x="79683" y="101606"/>
                    <a:pt x="80310" y="101606"/>
                    <a:pt x="80613" y="101606"/>
                  </a:cubicBezTo>
                  <a:cubicBezTo>
                    <a:pt x="81078" y="101606"/>
                    <a:pt x="81381" y="101756"/>
                    <a:pt x="81705" y="101606"/>
                  </a:cubicBezTo>
                  <a:cubicBezTo>
                    <a:pt x="82008" y="101474"/>
                    <a:pt x="82170" y="101174"/>
                    <a:pt x="82473" y="100892"/>
                  </a:cubicBezTo>
                  <a:cubicBezTo>
                    <a:pt x="82614" y="100742"/>
                    <a:pt x="82938" y="100742"/>
                    <a:pt x="83080" y="100460"/>
                  </a:cubicBezTo>
                  <a:cubicBezTo>
                    <a:pt x="83080" y="100178"/>
                    <a:pt x="82614" y="100028"/>
                    <a:pt x="82614" y="99746"/>
                  </a:cubicBezTo>
                  <a:cubicBezTo>
                    <a:pt x="82776" y="99464"/>
                    <a:pt x="82938" y="99032"/>
                    <a:pt x="83241" y="99032"/>
                  </a:cubicBezTo>
                  <a:cubicBezTo>
                    <a:pt x="84313" y="99032"/>
                    <a:pt x="85081" y="99746"/>
                    <a:pt x="86011" y="99746"/>
                  </a:cubicBezTo>
                  <a:cubicBezTo>
                    <a:pt x="86638" y="99896"/>
                    <a:pt x="87265" y="99464"/>
                    <a:pt x="87871" y="99464"/>
                  </a:cubicBezTo>
                  <a:cubicBezTo>
                    <a:pt x="88175" y="99464"/>
                    <a:pt x="88175" y="100028"/>
                    <a:pt x="88336" y="100028"/>
                  </a:cubicBezTo>
                  <a:cubicBezTo>
                    <a:pt x="88640" y="100028"/>
                    <a:pt x="88802" y="99596"/>
                    <a:pt x="89105" y="99464"/>
                  </a:cubicBezTo>
                  <a:cubicBezTo>
                    <a:pt x="89267" y="99464"/>
                    <a:pt x="89408" y="99896"/>
                    <a:pt x="89732" y="99746"/>
                  </a:cubicBezTo>
                  <a:cubicBezTo>
                    <a:pt x="90035" y="99596"/>
                    <a:pt x="90035" y="99163"/>
                    <a:pt x="90197" y="98731"/>
                  </a:cubicBezTo>
                  <a:cubicBezTo>
                    <a:pt x="90197" y="98299"/>
                    <a:pt x="89873" y="97886"/>
                    <a:pt x="90035" y="97454"/>
                  </a:cubicBezTo>
                  <a:cubicBezTo>
                    <a:pt x="90197" y="97153"/>
                    <a:pt x="90500" y="96871"/>
                    <a:pt x="90803" y="96871"/>
                  </a:cubicBezTo>
                  <a:cubicBezTo>
                    <a:pt x="91268" y="97022"/>
                    <a:pt x="91572" y="97454"/>
                    <a:pt x="91895" y="97736"/>
                  </a:cubicBezTo>
                  <a:cubicBezTo>
                    <a:pt x="92198" y="97886"/>
                    <a:pt x="92360" y="98168"/>
                    <a:pt x="92663" y="98299"/>
                  </a:cubicBezTo>
                  <a:cubicBezTo>
                    <a:pt x="92967" y="98299"/>
                    <a:pt x="93270" y="98299"/>
                    <a:pt x="93593" y="98168"/>
                  </a:cubicBezTo>
                  <a:cubicBezTo>
                    <a:pt x="93897" y="98017"/>
                    <a:pt x="93897" y="97454"/>
                    <a:pt x="94200" y="97454"/>
                  </a:cubicBezTo>
                  <a:cubicBezTo>
                    <a:pt x="94524" y="97303"/>
                    <a:pt x="94827" y="97585"/>
                    <a:pt x="95130" y="97736"/>
                  </a:cubicBezTo>
                  <a:lnTo>
                    <a:pt x="95130" y="97736"/>
                  </a:lnTo>
                  <a:cubicBezTo>
                    <a:pt x="95595" y="96871"/>
                    <a:pt x="96202" y="96308"/>
                    <a:pt x="96525" y="95443"/>
                  </a:cubicBezTo>
                  <a:cubicBezTo>
                    <a:pt x="96828" y="94729"/>
                    <a:pt x="96828" y="93865"/>
                    <a:pt x="96990" y="93132"/>
                  </a:cubicBezTo>
                  <a:cubicBezTo>
                    <a:pt x="96990" y="92851"/>
                    <a:pt x="96828" y="92569"/>
                    <a:pt x="96828" y="92287"/>
                  </a:cubicBezTo>
                  <a:cubicBezTo>
                    <a:pt x="96990" y="91986"/>
                    <a:pt x="97294" y="91705"/>
                    <a:pt x="97132" y="91573"/>
                  </a:cubicBezTo>
                  <a:cubicBezTo>
                    <a:pt x="97132" y="91141"/>
                    <a:pt x="96525" y="90709"/>
                    <a:pt x="96828" y="90277"/>
                  </a:cubicBezTo>
                  <a:cubicBezTo>
                    <a:pt x="96990" y="89844"/>
                    <a:pt x="97759" y="89844"/>
                    <a:pt x="98224" y="89694"/>
                  </a:cubicBezTo>
                  <a:cubicBezTo>
                    <a:pt x="98365" y="89563"/>
                    <a:pt x="98527" y="89412"/>
                    <a:pt x="98689" y="89262"/>
                  </a:cubicBezTo>
                  <a:lnTo>
                    <a:pt x="98689" y="89262"/>
                  </a:lnTo>
                  <a:cubicBezTo>
                    <a:pt x="99457" y="88398"/>
                    <a:pt x="100225" y="87402"/>
                    <a:pt x="101155" y="86820"/>
                  </a:cubicBezTo>
                  <a:cubicBezTo>
                    <a:pt x="101620" y="86538"/>
                    <a:pt x="102227" y="86970"/>
                    <a:pt x="102854" y="86688"/>
                  </a:cubicBezTo>
                  <a:cubicBezTo>
                    <a:pt x="103460" y="86538"/>
                    <a:pt x="104087" y="86106"/>
                    <a:pt x="104714" y="85542"/>
                  </a:cubicBezTo>
                  <a:cubicBezTo>
                    <a:pt x="105017" y="85110"/>
                    <a:pt x="104714" y="84396"/>
                    <a:pt x="105179" y="84095"/>
                  </a:cubicBezTo>
                  <a:cubicBezTo>
                    <a:pt x="105947" y="83532"/>
                    <a:pt x="107019" y="84095"/>
                    <a:pt x="107646" y="83663"/>
                  </a:cubicBezTo>
                  <a:cubicBezTo>
                    <a:pt x="108111" y="83381"/>
                    <a:pt x="107949" y="82667"/>
                    <a:pt x="108111" y="82235"/>
                  </a:cubicBezTo>
                  <a:cubicBezTo>
                    <a:pt x="108252" y="81653"/>
                    <a:pt x="108556" y="81089"/>
                    <a:pt x="108414" y="80507"/>
                  </a:cubicBezTo>
                  <a:cubicBezTo>
                    <a:pt x="108414" y="80225"/>
                    <a:pt x="107646" y="80507"/>
                    <a:pt x="107484" y="80093"/>
                  </a:cubicBezTo>
                  <a:cubicBezTo>
                    <a:pt x="107322" y="79361"/>
                    <a:pt x="108111" y="78365"/>
                    <a:pt x="107787" y="77501"/>
                  </a:cubicBezTo>
                  <a:cubicBezTo>
                    <a:pt x="107646" y="77069"/>
                    <a:pt x="106412" y="77350"/>
                    <a:pt x="106412" y="76787"/>
                  </a:cubicBezTo>
                  <a:cubicBezTo>
                    <a:pt x="106412" y="76073"/>
                    <a:pt x="107322" y="75641"/>
                    <a:pt x="107787" y="74927"/>
                  </a:cubicBezTo>
                  <a:cubicBezTo>
                    <a:pt x="108414" y="74062"/>
                    <a:pt x="109486" y="73348"/>
                    <a:pt x="109647" y="72334"/>
                  </a:cubicBezTo>
                  <a:cubicBezTo>
                    <a:pt x="109809" y="71470"/>
                    <a:pt x="109344" y="70756"/>
                    <a:pt x="108717" y="70042"/>
                  </a:cubicBezTo>
                  <a:cubicBezTo>
                    <a:pt x="108414" y="69610"/>
                    <a:pt x="107646" y="69760"/>
                    <a:pt x="107181" y="69459"/>
                  </a:cubicBezTo>
                  <a:cubicBezTo>
                    <a:pt x="106716" y="69027"/>
                    <a:pt x="106554" y="68182"/>
                    <a:pt x="106089" y="68031"/>
                  </a:cubicBezTo>
                  <a:cubicBezTo>
                    <a:pt x="105644" y="67881"/>
                    <a:pt x="105482" y="68464"/>
                    <a:pt x="105017" y="68614"/>
                  </a:cubicBezTo>
                  <a:cubicBezTo>
                    <a:pt x="104249" y="68745"/>
                    <a:pt x="103319" y="68464"/>
                    <a:pt x="102550" y="68745"/>
                  </a:cubicBezTo>
                  <a:cubicBezTo>
                    <a:pt x="102085" y="68896"/>
                    <a:pt x="102227" y="69760"/>
                    <a:pt x="101762" y="69760"/>
                  </a:cubicBezTo>
                  <a:cubicBezTo>
                    <a:pt x="101155" y="69891"/>
                    <a:pt x="100225" y="69760"/>
                    <a:pt x="99922" y="69328"/>
                  </a:cubicBezTo>
                  <a:cubicBezTo>
                    <a:pt x="99457" y="68896"/>
                    <a:pt x="99922" y="68313"/>
                    <a:pt x="99922" y="67881"/>
                  </a:cubicBezTo>
                  <a:cubicBezTo>
                    <a:pt x="99922" y="66735"/>
                    <a:pt x="99922" y="65589"/>
                    <a:pt x="99619" y="64593"/>
                  </a:cubicBezTo>
                  <a:cubicBezTo>
                    <a:pt x="99619" y="64293"/>
                    <a:pt x="99154" y="64161"/>
                    <a:pt x="99154" y="63860"/>
                  </a:cubicBezTo>
                  <a:cubicBezTo>
                    <a:pt x="99154" y="63297"/>
                    <a:pt x="99457" y="62583"/>
                    <a:pt x="99295" y="62000"/>
                  </a:cubicBezTo>
                  <a:cubicBezTo>
                    <a:pt x="99154" y="61418"/>
                    <a:pt x="98365" y="61136"/>
                    <a:pt x="98224" y="60704"/>
                  </a:cubicBezTo>
                  <a:cubicBezTo>
                    <a:pt x="97759" y="59708"/>
                    <a:pt x="97597" y="58562"/>
                    <a:pt x="97294" y="57416"/>
                  </a:cubicBezTo>
                  <a:close/>
                </a:path>
              </a:pathLst>
            </a:custGeom>
            <a:solidFill>
              <a:srgbClr val="FF0000"/>
            </a:solidFill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7" name="Shape 11277"/>
            <p:cNvSpPr/>
            <p:nvPr/>
          </p:nvSpPr>
          <p:spPr>
            <a:xfrm rot="3648446">
              <a:off x="9404949" y="979552"/>
              <a:ext cx="626326" cy="13341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5396" y="56500"/>
                  </a:moveTo>
                  <a:lnTo>
                    <a:pt x="35396" y="56500"/>
                  </a:lnTo>
                  <a:cubicBezTo>
                    <a:pt x="35795" y="56337"/>
                    <a:pt x="37341" y="55424"/>
                    <a:pt x="38088" y="55424"/>
                  </a:cubicBezTo>
                  <a:cubicBezTo>
                    <a:pt x="38836" y="55424"/>
                    <a:pt x="40382" y="55424"/>
                    <a:pt x="40382" y="55798"/>
                  </a:cubicBezTo>
                  <a:cubicBezTo>
                    <a:pt x="40382" y="56149"/>
                    <a:pt x="40731" y="56337"/>
                    <a:pt x="39983" y="56500"/>
                  </a:cubicBezTo>
                  <a:cubicBezTo>
                    <a:pt x="39634" y="56500"/>
                    <a:pt x="38836" y="56688"/>
                    <a:pt x="38487" y="56851"/>
                  </a:cubicBezTo>
                  <a:cubicBezTo>
                    <a:pt x="38088" y="57039"/>
                    <a:pt x="38088" y="57226"/>
                    <a:pt x="37341" y="57390"/>
                  </a:cubicBezTo>
                  <a:cubicBezTo>
                    <a:pt x="36543" y="57577"/>
                    <a:pt x="35396" y="57928"/>
                    <a:pt x="34648" y="57390"/>
                  </a:cubicBezTo>
                  <a:cubicBezTo>
                    <a:pt x="35396" y="56500"/>
                    <a:pt x="35396" y="56500"/>
                    <a:pt x="35396" y="56500"/>
                  </a:cubicBezTo>
                  <a:close/>
                  <a:moveTo>
                    <a:pt x="9522" y="111386"/>
                  </a:moveTo>
                  <a:lnTo>
                    <a:pt x="9522" y="111386"/>
                  </a:lnTo>
                  <a:cubicBezTo>
                    <a:pt x="9173" y="110497"/>
                    <a:pt x="7627" y="109256"/>
                    <a:pt x="9522" y="108718"/>
                  </a:cubicBezTo>
                  <a:cubicBezTo>
                    <a:pt x="12214" y="107805"/>
                    <a:pt x="13311" y="105839"/>
                    <a:pt x="15604" y="104763"/>
                  </a:cubicBezTo>
                  <a:cubicBezTo>
                    <a:pt x="16352" y="104411"/>
                    <a:pt x="16751" y="103522"/>
                    <a:pt x="16751" y="102820"/>
                  </a:cubicBezTo>
                  <a:cubicBezTo>
                    <a:pt x="16751" y="102094"/>
                    <a:pt x="17498" y="102094"/>
                    <a:pt x="19443" y="101907"/>
                  </a:cubicBezTo>
                  <a:cubicBezTo>
                    <a:pt x="19443" y="102984"/>
                    <a:pt x="16751" y="104060"/>
                    <a:pt x="19044" y="104950"/>
                  </a:cubicBezTo>
                  <a:cubicBezTo>
                    <a:pt x="23980" y="106729"/>
                    <a:pt x="17897" y="107267"/>
                    <a:pt x="16352" y="108882"/>
                  </a:cubicBezTo>
                  <a:cubicBezTo>
                    <a:pt x="16003" y="109607"/>
                    <a:pt x="14457" y="109420"/>
                    <a:pt x="13710" y="109959"/>
                  </a:cubicBezTo>
                  <a:cubicBezTo>
                    <a:pt x="13311" y="110497"/>
                    <a:pt x="12962" y="111035"/>
                    <a:pt x="11815" y="111574"/>
                  </a:cubicBezTo>
                  <a:cubicBezTo>
                    <a:pt x="9522" y="111386"/>
                    <a:pt x="9522" y="111386"/>
                    <a:pt x="9522" y="111386"/>
                  </a:cubicBezTo>
                  <a:close/>
                  <a:moveTo>
                    <a:pt x="3041" y="118712"/>
                  </a:moveTo>
                  <a:lnTo>
                    <a:pt x="3041" y="118712"/>
                  </a:lnTo>
                  <a:cubicBezTo>
                    <a:pt x="3439" y="118361"/>
                    <a:pt x="3439" y="117823"/>
                    <a:pt x="3041" y="117284"/>
                  </a:cubicBezTo>
                  <a:cubicBezTo>
                    <a:pt x="3041" y="117284"/>
                    <a:pt x="2642" y="117472"/>
                    <a:pt x="2293" y="117472"/>
                  </a:cubicBezTo>
                  <a:cubicBezTo>
                    <a:pt x="1894" y="117472"/>
                    <a:pt x="1894" y="117472"/>
                    <a:pt x="1545" y="117636"/>
                  </a:cubicBezTo>
                  <a:cubicBezTo>
                    <a:pt x="747" y="117636"/>
                    <a:pt x="0" y="117823"/>
                    <a:pt x="0" y="118010"/>
                  </a:cubicBezTo>
                  <a:cubicBezTo>
                    <a:pt x="0" y="118174"/>
                    <a:pt x="0" y="118361"/>
                    <a:pt x="0" y="118548"/>
                  </a:cubicBezTo>
                  <a:cubicBezTo>
                    <a:pt x="0" y="118712"/>
                    <a:pt x="0" y="118712"/>
                    <a:pt x="398" y="118899"/>
                  </a:cubicBezTo>
                  <a:cubicBezTo>
                    <a:pt x="398" y="119063"/>
                    <a:pt x="398" y="119438"/>
                    <a:pt x="398" y="119602"/>
                  </a:cubicBezTo>
                  <a:cubicBezTo>
                    <a:pt x="747" y="119976"/>
                    <a:pt x="1894" y="119602"/>
                    <a:pt x="2642" y="119602"/>
                  </a:cubicBezTo>
                  <a:cubicBezTo>
                    <a:pt x="3041" y="118712"/>
                    <a:pt x="3041" y="118712"/>
                    <a:pt x="3041" y="118712"/>
                  </a:cubicBezTo>
                  <a:close/>
                  <a:moveTo>
                    <a:pt x="30461" y="99754"/>
                  </a:moveTo>
                  <a:lnTo>
                    <a:pt x="30461" y="99754"/>
                  </a:lnTo>
                  <a:cubicBezTo>
                    <a:pt x="30062" y="99754"/>
                    <a:pt x="29713" y="99754"/>
                    <a:pt x="29314" y="99754"/>
                  </a:cubicBezTo>
                  <a:cubicBezTo>
                    <a:pt x="28965" y="99754"/>
                    <a:pt x="28167" y="99754"/>
                    <a:pt x="27818" y="99754"/>
                  </a:cubicBezTo>
                  <a:cubicBezTo>
                    <a:pt x="27818" y="99941"/>
                    <a:pt x="27818" y="99941"/>
                    <a:pt x="27818" y="100292"/>
                  </a:cubicBezTo>
                  <a:cubicBezTo>
                    <a:pt x="27818" y="100479"/>
                    <a:pt x="27420" y="100479"/>
                    <a:pt x="27818" y="100667"/>
                  </a:cubicBezTo>
                  <a:cubicBezTo>
                    <a:pt x="27818" y="101018"/>
                    <a:pt x="28167" y="101205"/>
                    <a:pt x="28167" y="101556"/>
                  </a:cubicBezTo>
                  <a:cubicBezTo>
                    <a:pt x="28167" y="101743"/>
                    <a:pt x="28167" y="102445"/>
                    <a:pt x="28965" y="102282"/>
                  </a:cubicBezTo>
                  <a:cubicBezTo>
                    <a:pt x="29713" y="102282"/>
                    <a:pt x="29713" y="101907"/>
                    <a:pt x="29713" y="101743"/>
                  </a:cubicBezTo>
                  <a:cubicBezTo>
                    <a:pt x="30062" y="101369"/>
                    <a:pt x="30062" y="101018"/>
                    <a:pt x="30461" y="100479"/>
                  </a:cubicBezTo>
                  <a:cubicBezTo>
                    <a:pt x="30461" y="99754"/>
                    <a:pt x="30461" y="99754"/>
                    <a:pt x="30461" y="99754"/>
                  </a:cubicBezTo>
                  <a:close/>
                  <a:moveTo>
                    <a:pt x="41528" y="59356"/>
                  </a:moveTo>
                  <a:lnTo>
                    <a:pt x="41528" y="59356"/>
                  </a:lnTo>
                  <a:cubicBezTo>
                    <a:pt x="46065" y="60433"/>
                    <a:pt x="50253" y="59192"/>
                    <a:pt x="47212" y="62047"/>
                  </a:cubicBezTo>
                  <a:cubicBezTo>
                    <a:pt x="44570" y="64177"/>
                    <a:pt x="46065" y="63826"/>
                    <a:pt x="41130" y="64552"/>
                  </a:cubicBezTo>
                  <a:cubicBezTo>
                    <a:pt x="41528" y="65254"/>
                    <a:pt x="43772" y="65254"/>
                    <a:pt x="43423" y="66143"/>
                  </a:cubicBezTo>
                  <a:cubicBezTo>
                    <a:pt x="43024" y="66869"/>
                    <a:pt x="42675" y="67758"/>
                    <a:pt x="41528" y="68484"/>
                  </a:cubicBezTo>
                  <a:cubicBezTo>
                    <a:pt x="40382" y="69373"/>
                    <a:pt x="39634" y="72416"/>
                    <a:pt x="39235" y="73657"/>
                  </a:cubicBezTo>
                  <a:cubicBezTo>
                    <a:pt x="38487" y="75272"/>
                    <a:pt x="35396" y="73493"/>
                    <a:pt x="36194" y="75108"/>
                  </a:cubicBezTo>
                  <a:cubicBezTo>
                    <a:pt x="36543" y="75646"/>
                    <a:pt x="35047" y="76161"/>
                    <a:pt x="35396" y="76348"/>
                  </a:cubicBezTo>
                  <a:cubicBezTo>
                    <a:pt x="36543" y="77589"/>
                    <a:pt x="38836" y="79204"/>
                    <a:pt x="35396" y="80280"/>
                  </a:cubicBezTo>
                  <a:cubicBezTo>
                    <a:pt x="34648" y="80631"/>
                    <a:pt x="30859" y="80280"/>
                    <a:pt x="31607" y="81006"/>
                  </a:cubicBezTo>
                  <a:cubicBezTo>
                    <a:pt x="32754" y="81708"/>
                    <a:pt x="35047" y="82598"/>
                    <a:pt x="35396" y="83510"/>
                  </a:cubicBezTo>
                  <a:cubicBezTo>
                    <a:pt x="34250" y="84564"/>
                    <a:pt x="37341" y="85102"/>
                    <a:pt x="36942" y="85827"/>
                  </a:cubicBezTo>
                  <a:cubicBezTo>
                    <a:pt x="36942" y="86366"/>
                    <a:pt x="33901" y="86904"/>
                    <a:pt x="33153" y="87606"/>
                  </a:cubicBezTo>
                  <a:cubicBezTo>
                    <a:pt x="32355" y="88496"/>
                    <a:pt x="32006" y="89409"/>
                    <a:pt x="30859" y="90111"/>
                  </a:cubicBezTo>
                  <a:cubicBezTo>
                    <a:pt x="29314" y="91187"/>
                    <a:pt x="28965" y="90649"/>
                    <a:pt x="30859" y="91538"/>
                  </a:cubicBezTo>
                  <a:cubicBezTo>
                    <a:pt x="32754" y="92264"/>
                    <a:pt x="33153" y="94768"/>
                    <a:pt x="32006" y="95845"/>
                  </a:cubicBezTo>
                  <a:cubicBezTo>
                    <a:pt x="31208" y="96196"/>
                    <a:pt x="34648" y="97624"/>
                    <a:pt x="35047" y="98162"/>
                  </a:cubicBezTo>
                  <a:cubicBezTo>
                    <a:pt x="36194" y="100292"/>
                    <a:pt x="32006" y="98700"/>
                    <a:pt x="30461" y="98513"/>
                  </a:cubicBezTo>
                  <a:cubicBezTo>
                    <a:pt x="27420" y="98162"/>
                    <a:pt x="22085" y="99941"/>
                    <a:pt x="20938" y="97437"/>
                  </a:cubicBezTo>
                  <a:cubicBezTo>
                    <a:pt x="20191" y="95845"/>
                    <a:pt x="20191" y="93856"/>
                    <a:pt x="19044" y="92264"/>
                  </a:cubicBezTo>
                  <a:cubicBezTo>
                    <a:pt x="18645" y="91726"/>
                    <a:pt x="18296" y="91000"/>
                    <a:pt x="17498" y="90649"/>
                  </a:cubicBezTo>
                  <a:cubicBezTo>
                    <a:pt x="17149" y="90462"/>
                    <a:pt x="20938" y="84938"/>
                    <a:pt x="21337" y="84025"/>
                  </a:cubicBezTo>
                  <a:cubicBezTo>
                    <a:pt x="21337" y="83136"/>
                    <a:pt x="20589" y="82059"/>
                    <a:pt x="19443" y="81357"/>
                  </a:cubicBezTo>
                  <a:cubicBezTo>
                    <a:pt x="16751" y="79742"/>
                    <a:pt x="20191" y="80468"/>
                    <a:pt x="21337" y="78853"/>
                  </a:cubicBezTo>
                  <a:cubicBezTo>
                    <a:pt x="22484" y="78314"/>
                    <a:pt x="22833" y="77776"/>
                    <a:pt x="22484" y="77238"/>
                  </a:cubicBezTo>
                  <a:cubicBezTo>
                    <a:pt x="20938" y="77238"/>
                    <a:pt x="19443" y="74733"/>
                    <a:pt x="20589" y="74195"/>
                  </a:cubicBezTo>
                  <a:cubicBezTo>
                    <a:pt x="25126" y="72416"/>
                    <a:pt x="22484" y="69373"/>
                    <a:pt x="17897" y="68133"/>
                  </a:cubicBezTo>
                  <a:cubicBezTo>
                    <a:pt x="16751" y="67758"/>
                    <a:pt x="10270" y="65629"/>
                    <a:pt x="10668" y="65441"/>
                  </a:cubicBezTo>
                  <a:cubicBezTo>
                    <a:pt x="12563" y="64365"/>
                    <a:pt x="12962" y="62235"/>
                    <a:pt x="14856" y="60784"/>
                  </a:cubicBezTo>
                  <a:cubicBezTo>
                    <a:pt x="17149" y="59356"/>
                    <a:pt x="17897" y="60620"/>
                    <a:pt x="20589" y="60784"/>
                  </a:cubicBezTo>
                  <a:cubicBezTo>
                    <a:pt x="22484" y="60971"/>
                    <a:pt x="23631" y="59894"/>
                    <a:pt x="24777" y="59356"/>
                  </a:cubicBezTo>
                  <a:cubicBezTo>
                    <a:pt x="27021" y="58466"/>
                    <a:pt x="28167" y="61158"/>
                    <a:pt x="30461" y="59894"/>
                  </a:cubicBezTo>
                  <a:cubicBezTo>
                    <a:pt x="32006" y="59356"/>
                    <a:pt x="36194" y="58115"/>
                    <a:pt x="38487" y="59005"/>
                  </a:cubicBezTo>
                  <a:cubicBezTo>
                    <a:pt x="41528" y="59356"/>
                    <a:pt x="41528" y="59356"/>
                    <a:pt x="41528" y="59356"/>
                  </a:cubicBezTo>
                  <a:close/>
                  <a:moveTo>
                    <a:pt x="32754" y="53832"/>
                  </a:moveTo>
                  <a:lnTo>
                    <a:pt x="32754" y="53832"/>
                  </a:lnTo>
                  <a:cubicBezTo>
                    <a:pt x="32355" y="53832"/>
                    <a:pt x="31607" y="53294"/>
                    <a:pt x="31607" y="53107"/>
                  </a:cubicBezTo>
                  <a:cubicBezTo>
                    <a:pt x="31607" y="52568"/>
                    <a:pt x="32006" y="52568"/>
                    <a:pt x="33153" y="52381"/>
                  </a:cubicBezTo>
                  <a:cubicBezTo>
                    <a:pt x="33502" y="52217"/>
                    <a:pt x="34648" y="52030"/>
                    <a:pt x="35047" y="52030"/>
                  </a:cubicBezTo>
                  <a:cubicBezTo>
                    <a:pt x="36194" y="52217"/>
                    <a:pt x="36543" y="52919"/>
                    <a:pt x="36543" y="53294"/>
                  </a:cubicBezTo>
                  <a:cubicBezTo>
                    <a:pt x="36543" y="53645"/>
                    <a:pt x="36543" y="53645"/>
                    <a:pt x="35795" y="53832"/>
                  </a:cubicBezTo>
                  <a:cubicBezTo>
                    <a:pt x="35396" y="53832"/>
                    <a:pt x="34250" y="53832"/>
                    <a:pt x="33502" y="53832"/>
                  </a:cubicBezTo>
                  <a:cubicBezTo>
                    <a:pt x="32754" y="53832"/>
                    <a:pt x="32754" y="53832"/>
                    <a:pt x="32754" y="53832"/>
                  </a:cubicBezTo>
                  <a:close/>
                  <a:moveTo>
                    <a:pt x="51400" y="42925"/>
                  </a:moveTo>
                  <a:lnTo>
                    <a:pt x="51400" y="42925"/>
                  </a:lnTo>
                  <a:cubicBezTo>
                    <a:pt x="50652" y="43089"/>
                    <a:pt x="49505" y="43089"/>
                    <a:pt x="49106" y="43627"/>
                  </a:cubicBezTo>
                  <a:cubicBezTo>
                    <a:pt x="48757" y="43978"/>
                    <a:pt x="47960" y="44166"/>
                    <a:pt x="47212" y="44353"/>
                  </a:cubicBezTo>
                  <a:cubicBezTo>
                    <a:pt x="46813" y="44517"/>
                    <a:pt x="46065" y="44166"/>
                    <a:pt x="46065" y="44704"/>
                  </a:cubicBezTo>
                  <a:cubicBezTo>
                    <a:pt x="45716" y="44868"/>
                    <a:pt x="45317" y="46319"/>
                    <a:pt x="46464" y="45781"/>
                  </a:cubicBezTo>
                  <a:cubicBezTo>
                    <a:pt x="46813" y="45406"/>
                    <a:pt x="47611" y="44868"/>
                    <a:pt x="48757" y="44868"/>
                  </a:cubicBezTo>
                  <a:cubicBezTo>
                    <a:pt x="49505" y="44868"/>
                    <a:pt x="49505" y="44868"/>
                    <a:pt x="50253" y="45242"/>
                  </a:cubicBezTo>
                  <a:cubicBezTo>
                    <a:pt x="51051" y="45781"/>
                    <a:pt x="52197" y="45406"/>
                    <a:pt x="52197" y="44868"/>
                  </a:cubicBezTo>
                  <a:cubicBezTo>
                    <a:pt x="52546" y="44353"/>
                    <a:pt x="52546" y="43978"/>
                    <a:pt x="52546" y="43276"/>
                  </a:cubicBezTo>
                  <a:cubicBezTo>
                    <a:pt x="51400" y="42925"/>
                    <a:pt x="51400" y="42925"/>
                    <a:pt x="51400" y="42925"/>
                  </a:cubicBezTo>
                  <a:close/>
                  <a:moveTo>
                    <a:pt x="102052" y="36114"/>
                  </a:moveTo>
                  <a:lnTo>
                    <a:pt x="102052" y="36114"/>
                  </a:lnTo>
                  <a:cubicBezTo>
                    <a:pt x="102052" y="35225"/>
                    <a:pt x="102052" y="35225"/>
                    <a:pt x="102052" y="35225"/>
                  </a:cubicBezTo>
                  <a:cubicBezTo>
                    <a:pt x="103199" y="34335"/>
                    <a:pt x="100905" y="29327"/>
                    <a:pt x="99011" y="28788"/>
                  </a:cubicBezTo>
                  <a:cubicBezTo>
                    <a:pt x="98612" y="28624"/>
                    <a:pt x="101304" y="27712"/>
                    <a:pt x="101653" y="27548"/>
                  </a:cubicBezTo>
                  <a:cubicBezTo>
                    <a:pt x="102800" y="26822"/>
                    <a:pt x="101653" y="24856"/>
                    <a:pt x="101304" y="24154"/>
                  </a:cubicBezTo>
                  <a:cubicBezTo>
                    <a:pt x="100556" y="22539"/>
                    <a:pt x="105841" y="25746"/>
                    <a:pt x="105841" y="23616"/>
                  </a:cubicBezTo>
                  <a:cubicBezTo>
                    <a:pt x="105841" y="22726"/>
                    <a:pt x="106638" y="23077"/>
                    <a:pt x="108134" y="23077"/>
                  </a:cubicBezTo>
                  <a:lnTo>
                    <a:pt x="108134" y="23077"/>
                  </a:lnTo>
                  <a:cubicBezTo>
                    <a:pt x="110078" y="26635"/>
                    <a:pt x="116909" y="23241"/>
                    <a:pt x="118055" y="21275"/>
                  </a:cubicBezTo>
                  <a:cubicBezTo>
                    <a:pt x="118404" y="20737"/>
                    <a:pt x="119950" y="19309"/>
                    <a:pt x="119950" y="18958"/>
                  </a:cubicBezTo>
                  <a:cubicBezTo>
                    <a:pt x="119950" y="18771"/>
                    <a:pt x="118404" y="19145"/>
                    <a:pt x="118055" y="18958"/>
                  </a:cubicBezTo>
                  <a:cubicBezTo>
                    <a:pt x="117307" y="19684"/>
                    <a:pt x="115014" y="19684"/>
                    <a:pt x="114266" y="20573"/>
                  </a:cubicBezTo>
                  <a:cubicBezTo>
                    <a:pt x="113469" y="21462"/>
                    <a:pt x="111973" y="22188"/>
                    <a:pt x="110078" y="22352"/>
                  </a:cubicBezTo>
                  <a:cubicBezTo>
                    <a:pt x="105492" y="23241"/>
                    <a:pt x="103946" y="21275"/>
                    <a:pt x="105093" y="19684"/>
                  </a:cubicBezTo>
                  <a:cubicBezTo>
                    <a:pt x="105093" y="18232"/>
                    <a:pt x="107785" y="19309"/>
                    <a:pt x="108134" y="18232"/>
                  </a:cubicBezTo>
                  <a:cubicBezTo>
                    <a:pt x="108932" y="17179"/>
                    <a:pt x="108533" y="17179"/>
                    <a:pt x="111225" y="16805"/>
                  </a:cubicBezTo>
                  <a:cubicBezTo>
                    <a:pt x="112322" y="16805"/>
                    <a:pt x="114615" y="13598"/>
                    <a:pt x="117307" y="13247"/>
                  </a:cubicBezTo>
                  <a:cubicBezTo>
                    <a:pt x="117307" y="13060"/>
                    <a:pt x="117307" y="13060"/>
                    <a:pt x="117307" y="13060"/>
                  </a:cubicBezTo>
                  <a:cubicBezTo>
                    <a:pt x="108932" y="12170"/>
                    <a:pt x="117656" y="8589"/>
                    <a:pt x="116510" y="6811"/>
                  </a:cubicBezTo>
                  <a:cubicBezTo>
                    <a:pt x="115363" y="5734"/>
                    <a:pt x="116510" y="5898"/>
                    <a:pt x="116510" y="4844"/>
                  </a:cubicBezTo>
                  <a:cubicBezTo>
                    <a:pt x="116161" y="4119"/>
                    <a:pt x="112721" y="3042"/>
                    <a:pt x="111973" y="2153"/>
                  </a:cubicBezTo>
                  <a:cubicBezTo>
                    <a:pt x="109680" y="0"/>
                    <a:pt x="109281" y="2153"/>
                    <a:pt x="107785" y="3042"/>
                  </a:cubicBezTo>
                  <a:cubicBezTo>
                    <a:pt x="104694" y="4844"/>
                    <a:pt x="98612" y="5547"/>
                    <a:pt x="95222" y="7162"/>
                  </a:cubicBezTo>
                  <a:cubicBezTo>
                    <a:pt x="93277" y="8051"/>
                    <a:pt x="89887" y="10743"/>
                    <a:pt x="87943" y="11281"/>
                  </a:cubicBezTo>
                  <a:cubicBezTo>
                    <a:pt x="86846" y="11983"/>
                    <a:pt x="83007" y="13411"/>
                    <a:pt x="80714" y="13247"/>
                  </a:cubicBezTo>
                  <a:cubicBezTo>
                    <a:pt x="76925" y="13247"/>
                    <a:pt x="78072" y="13411"/>
                    <a:pt x="74632" y="14300"/>
                  </a:cubicBezTo>
                  <a:cubicBezTo>
                    <a:pt x="69696" y="15564"/>
                    <a:pt x="64761" y="15915"/>
                    <a:pt x="67054" y="19145"/>
                  </a:cubicBezTo>
                  <a:cubicBezTo>
                    <a:pt x="67802" y="19847"/>
                    <a:pt x="71990" y="22352"/>
                    <a:pt x="71990" y="22539"/>
                  </a:cubicBezTo>
                  <a:cubicBezTo>
                    <a:pt x="71192" y="22539"/>
                    <a:pt x="70095" y="22539"/>
                    <a:pt x="69297" y="22539"/>
                  </a:cubicBezTo>
                  <a:cubicBezTo>
                    <a:pt x="69297" y="22539"/>
                    <a:pt x="69297" y="22539"/>
                    <a:pt x="68948" y="22539"/>
                  </a:cubicBezTo>
                  <a:cubicBezTo>
                    <a:pt x="68948" y="22001"/>
                    <a:pt x="66256" y="20737"/>
                    <a:pt x="65508" y="20386"/>
                  </a:cubicBezTo>
                  <a:cubicBezTo>
                    <a:pt x="64761" y="20035"/>
                    <a:pt x="62068" y="17881"/>
                    <a:pt x="61321" y="18232"/>
                  </a:cubicBezTo>
                  <a:cubicBezTo>
                    <a:pt x="60922" y="18420"/>
                    <a:pt x="60174" y="19496"/>
                    <a:pt x="60523" y="19847"/>
                  </a:cubicBezTo>
                  <a:cubicBezTo>
                    <a:pt x="61670" y="20573"/>
                    <a:pt x="62816" y="21650"/>
                    <a:pt x="62816" y="22539"/>
                  </a:cubicBezTo>
                  <a:cubicBezTo>
                    <a:pt x="61670" y="22539"/>
                    <a:pt x="59775" y="23077"/>
                    <a:pt x="59426" y="23077"/>
                  </a:cubicBezTo>
                  <a:cubicBezTo>
                    <a:pt x="58628" y="22001"/>
                    <a:pt x="57482" y="21111"/>
                    <a:pt x="54840" y="21275"/>
                  </a:cubicBezTo>
                  <a:cubicBezTo>
                    <a:pt x="51051" y="21650"/>
                    <a:pt x="50253" y="19496"/>
                    <a:pt x="48757" y="21275"/>
                  </a:cubicBezTo>
                  <a:cubicBezTo>
                    <a:pt x="48358" y="21813"/>
                    <a:pt x="46813" y="22726"/>
                    <a:pt x="47611" y="23428"/>
                  </a:cubicBezTo>
                  <a:cubicBezTo>
                    <a:pt x="49505" y="25043"/>
                    <a:pt x="45317" y="23967"/>
                    <a:pt x="44570" y="24505"/>
                  </a:cubicBezTo>
                  <a:cubicBezTo>
                    <a:pt x="44171" y="25043"/>
                    <a:pt x="44570" y="26120"/>
                    <a:pt x="44171" y="26635"/>
                  </a:cubicBezTo>
                  <a:cubicBezTo>
                    <a:pt x="43772" y="27173"/>
                    <a:pt x="42276" y="27899"/>
                    <a:pt x="42276" y="28437"/>
                  </a:cubicBezTo>
                  <a:cubicBezTo>
                    <a:pt x="42276" y="29163"/>
                    <a:pt x="44171" y="29678"/>
                    <a:pt x="43024" y="30590"/>
                  </a:cubicBezTo>
                  <a:cubicBezTo>
                    <a:pt x="41528" y="32182"/>
                    <a:pt x="46065" y="32720"/>
                    <a:pt x="46813" y="33446"/>
                  </a:cubicBezTo>
                  <a:cubicBezTo>
                    <a:pt x="46813" y="33446"/>
                    <a:pt x="48757" y="35412"/>
                    <a:pt x="48757" y="35950"/>
                  </a:cubicBezTo>
                  <a:cubicBezTo>
                    <a:pt x="48757" y="36653"/>
                    <a:pt x="45716" y="35763"/>
                    <a:pt x="44918" y="35763"/>
                  </a:cubicBezTo>
                  <a:cubicBezTo>
                    <a:pt x="40731" y="34874"/>
                    <a:pt x="36543" y="35763"/>
                    <a:pt x="41877" y="36840"/>
                  </a:cubicBezTo>
                  <a:cubicBezTo>
                    <a:pt x="44918" y="37378"/>
                    <a:pt x="44171" y="37191"/>
                    <a:pt x="45716" y="38455"/>
                  </a:cubicBezTo>
                  <a:cubicBezTo>
                    <a:pt x="47212" y="40046"/>
                    <a:pt x="50253" y="40585"/>
                    <a:pt x="53693" y="40959"/>
                  </a:cubicBezTo>
                  <a:cubicBezTo>
                    <a:pt x="56734" y="41123"/>
                    <a:pt x="63963" y="41310"/>
                    <a:pt x="63963" y="43276"/>
                  </a:cubicBezTo>
                  <a:cubicBezTo>
                    <a:pt x="63614" y="44868"/>
                    <a:pt x="57133" y="41849"/>
                    <a:pt x="55587" y="45593"/>
                  </a:cubicBezTo>
                  <a:cubicBezTo>
                    <a:pt x="55238" y="46483"/>
                    <a:pt x="52546" y="47396"/>
                    <a:pt x="51400" y="48098"/>
                  </a:cubicBezTo>
                  <a:cubicBezTo>
                    <a:pt x="49505" y="49362"/>
                    <a:pt x="46813" y="50251"/>
                    <a:pt x="44171" y="48987"/>
                  </a:cubicBezTo>
                  <a:cubicBezTo>
                    <a:pt x="41130" y="47559"/>
                    <a:pt x="43024" y="49877"/>
                    <a:pt x="44570" y="50789"/>
                  </a:cubicBezTo>
                  <a:cubicBezTo>
                    <a:pt x="51400" y="54534"/>
                    <a:pt x="51400" y="54534"/>
                    <a:pt x="51400" y="54534"/>
                  </a:cubicBezTo>
                  <a:cubicBezTo>
                    <a:pt x="52197" y="54885"/>
                    <a:pt x="53693" y="55611"/>
                    <a:pt x="54092" y="55962"/>
                  </a:cubicBezTo>
                  <a:cubicBezTo>
                    <a:pt x="54092" y="55962"/>
                    <a:pt x="54092" y="56149"/>
                    <a:pt x="54441" y="56149"/>
                  </a:cubicBezTo>
                  <a:cubicBezTo>
                    <a:pt x="57881" y="56149"/>
                    <a:pt x="62467" y="51141"/>
                    <a:pt x="64761" y="50251"/>
                  </a:cubicBezTo>
                  <a:cubicBezTo>
                    <a:pt x="65907" y="49877"/>
                    <a:pt x="67054" y="50789"/>
                    <a:pt x="67802" y="50602"/>
                  </a:cubicBezTo>
                  <a:cubicBezTo>
                    <a:pt x="68151" y="50251"/>
                    <a:pt x="68550" y="49877"/>
                    <a:pt x="69696" y="49526"/>
                  </a:cubicBezTo>
                  <a:cubicBezTo>
                    <a:pt x="70843" y="49174"/>
                    <a:pt x="73884" y="49713"/>
                    <a:pt x="71990" y="48636"/>
                  </a:cubicBezTo>
                  <a:cubicBezTo>
                    <a:pt x="71192" y="48285"/>
                    <a:pt x="69696" y="46857"/>
                    <a:pt x="69696" y="46319"/>
                  </a:cubicBezTo>
                  <a:cubicBezTo>
                    <a:pt x="66655" y="46132"/>
                    <a:pt x="69297" y="45055"/>
                    <a:pt x="69696" y="44517"/>
                  </a:cubicBezTo>
                  <a:cubicBezTo>
                    <a:pt x="71591" y="44517"/>
                    <a:pt x="73884" y="45406"/>
                    <a:pt x="75778" y="45406"/>
                  </a:cubicBezTo>
                  <a:cubicBezTo>
                    <a:pt x="76177" y="46132"/>
                    <a:pt x="75380" y="46857"/>
                    <a:pt x="77324" y="47208"/>
                  </a:cubicBezTo>
                  <a:cubicBezTo>
                    <a:pt x="81512" y="48098"/>
                    <a:pt x="79567" y="45781"/>
                    <a:pt x="78471" y="44517"/>
                  </a:cubicBezTo>
                  <a:cubicBezTo>
                    <a:pt x="76526" y="42012"/>
                    <a:pt x="81512" y="44166"/>
                    <a:pt x="82658" y="42387"/>
                  </a:cubicBezTo>
                  <a:lnTo>
                    <a:pt x="82658" y="42387"/>
                  </a:lnTo>
                  <a:cubicBezTo>
                    <a:pt x="83007" y="42551"/>
                    <a:pt x="84154" y="42925"/>
                    <a:pt x="84154" y="43276"/>
                  </a:cubicBezTo>
                  <a:cubicBezTo>
                    <a:pt x="86846" y="43276"/>
                    <a:pt x="88342" y="44353"/>
                    <a:pt x="89488" y="42387"/>
                  </a:cubicBezTo>
                  <a:cubicBezTo>
                    <a:pt x="96368" y="41849"/>
                    <a:pt x="94075" y="39695"/>
                    <a:pt x="94823" y="37729"/>
                  </a:cubicBezTo>
                  <a:cubicBezTo>
                    <a:pt x="99410" y="37191"/>
                    <a:pt x="97515" y="38806"/>
                    <a:pt x="102052" y="36114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8" name="Shape 11278"/>
            <p:cNvSpPr/>
            <p:nvPr/>
          </p:nvSpPr>
          <p:spPr>
            <a:xfrm rot="3648446">
              <a:off x="11249351" y="2282352"/>
              <a:ext cx="429021" cy="5254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6036" y="96749"/>
                  </a:moveTo>
                  <a:lnTo>
                    <a:pt x="26036" y="96749"/>
                  </a:lnTo>
                  <a:cubicBezTo>
                    <a:pt x="22254" y="94965"/>
                    <a:pt x="25018" y="90445"/>
                    <a:pt x="19490" y="89078"/>
                  </a:cubicBezTo>
                  <a:cubicBezTo>
                    <a:pt x="18327" y="89078"/>
                    <a:pt x="15563" y="89078"/>
                    <a:pt x="15054" y="88126"/>
                  </a:cubicBezTo>
                  <a:cubicBezTo>
                    <a:pt x="12800" y="87234"/>
                    <a:pt x="12218" y="83131"/>
                    <a:pt x="9454" y="84023"/>
                  </a:cubicBezTo>
                  <a:cubicBezTo>
                    <a:pt x="7200" y="84975"/>
                    <a:pt x="3345" y="85867"/>
                    <a:pt x="2254" y="87234"/>
                  </a:cubicBezTo>
                  <a:cubicBezTo>
                    <a:pt x="1090" y="88602"/>
                    <a:pt x="0" y="91754"/>
                    <a:pt x="0" y="93597"/>
                  </a:cubicBezTo>
                  <a:cubicBezTo>
                    <a:pt x="0" y="94965"/>
                    <a:pt x="4436" y="94489"/>
                    <a:pt x="6109" y="95857"/>
                  </a:cubicBezTo>
                  <a:cubicBezTo>
                    <a:pt x="6690" y="96749"/>
                    <a:pt x="6690" y="99484"/>
                    <a:pt x="7200" y="100852"/>
                  </a:cubicBezTo>
                  <a:cubicBezTo>
                    <a:pt x="7781" y="103111"/>
                    <a:pt x="12218" y="104955"/>
                    <a:pt x="13890" y="107215"/>
                  </a:cubicBezTo>
                  <a:cubicBezTo>
                    <a:pt x="15054" y="108582"/>
                    <a:pt x="15563" y="111318"/>
                    <a:pt x="17818" y="111318"/>
                  </a:cubicBezTo>
                  <a:cubicBezTo>
                    <a:pt x="18909" y="110842"/>
                    <a:pt x="22763" y="112685"/>
                    <a:pt x="23345" y="112210"/>
                  </a:cubicBezTo>
                  <a:cubicBezTo>
                    <a:pt x="23345" y="110426"/>
                    <a:pt x="21090" y="109950"/>
                    <a:pt x="22763" y="107690"/>
                  </a:cubicBezTo>
                  <a:cubicBezTo>
                    <a:pt x="23927" y="106739"/>
                    <a:pt x="26618" y="106323"/>
                    <a:pt x="27709" y="104955"/>
                  </a:cubicBezTo>
                  <a:cubicBezTo>
                    <a:pt x="28290" y="103111"/>
                    <a:pt x="26618" y="100852"/>
                    <a:pt x="26618" y="99068"/>
                  </a:cubicBezTo>
                  <a:cubicBezTo>
                    <a:pt x="26036" y="96749"/>
                    <a:pt x="26036" y="96749"/>
                    <a:pt x="26036" y="96749"/>
                  </a:cubicBezTo>
                  <a:close/>
                  <a:moveTo>
                    <a:pt x="33309" y="106739"/>
                  </a:moveTo>
                  <a:lnTo>
                    <a:pt x="33309" y="106739"/>
                  </a:lnTo>
                  <a:cubicBezTo>
                    <a:pt x="33818" y="108107"/>
                    <a:pt x="33818" y="108107"/>
                    <a:pt x="33818" y="108107"/>
                  </a:cubicBezTo>
                  <a:cubicBezTo>
                    <a:pt x="33818" y="109058"/>
                    <a:pt x="33309" y="109950"/>
                    <a:pt x="32145" y="110426"/>
                  </a:cubicBezTo>
                  <a:cubicBezTo>
                    <a:pt x="31054" y="110842"/>
                    <a:pt x="29381" y="110426"/>
                    <a:pt x="28800" y="110842"/>
                  </a:cubicBezTo>
                  <a:cubicBezTo>
                    <a:pt x="27709" y="111318"/>
                    <a:pt x="27127" y="112210"/>
                    <a:pt x="26618" y="111318"/>
                  </a:cubicBezTo>
                  <a:cubicBezTo>
                    <a:pt x="26036" y="111318"/>
                    <a:pt x="24436" y="109950"/>
                    <a:pt x="24436" y="109474"/>
                  </a:cubicBezTo>
                  <a:cubicBezTo>
                    <a:pt x="24436" y="109058"/>
                    <a:pt x="25018" y="108107"/>
                    <a:pt x="25018" y="108107"/>
                  </a:cubicBezTo>
                  <a:cubicBezTo>
                    <a:pt x="26036" y="107215"/>
                    <a:pt x="27709" y="107690"/>
                    <a:pt x="29381" y="107690"/>
                  </a:cubicBezTo>
                  <a:cubicBezTo>
                    <a:pt x="30472" y="107690"/>
                    <a:pt x="31054" y="107215"/>
                    <a:pt x="32145" y="107215"/>
                  </a:cubicBezTo>
                  <a:cubicBezTo>
                    <a:pt x="32727" y="107215"/>
                    <a:pt x="32727" y="107215"/>
                    <a:pt x="33309" y="106739"/>
                  </a:cubicBezTo>
                  <a:close/>
                  <a:moveTo>
                    <a:pt x="38836" y="99068"/>
                  </a:moveTo>
                  <a:lnTo>
                    <a:pt x="38836" y="99068"/>
                  </a:lnTo>
                  <a:cubicBezTo>
                    <a:pt x="37745" y="99068"/>
                    <a:pt x="37163" y="99484"/>
                    <a:pt x="36581" y="99484"/>
                  </a:cubicBezTo>
                  <a:cubicBezTo>
                    <a:pt x="34909" y="99960"/>
                    <a:pt x="33818" y="100852"/>
                    <a:pt x="33309" y="102220"/>
                  </a:cubicBezTo>
                  <a:cubicBezTo>
                    <a:pt x="32727" y="103111"/>
                    <a:pt x="33818" y="104063"/>
                    <a:pt x="34400" y="104955"/>
                  </a:cubicBezTo>
                  <a:cubicBezTo>
                    <a:pt x="34909" y="105431"/>
                    <a:pt x="36581" y="104955"/>
                    <a:pt x="37163" y="105431"/>
                  </a:cubicBezTo>
                  <a:cubicBezTo>
                    <a:pt x="37745" y="105431"/>
                    <a:pt x="38836" y="105431"/>
                    <a:pt x="39418" y="104955"/>
                  </a:cubicBezTo>
                  <a:cubicBezTo>
                    <a:pt x="39927" y="104955"/>
                    <a:pt x="39927" y="104479"/>
                    <a:pt x="39927" y="104063"/>
                  </a:cubicBezTo>
                  <a:cubicBezTo>
                    <a:pt x="40509" y="103587"/>
                    <a:pt x="39418" y="103111"/>
                    <a:pt x="38836" y="103111"/>
                  </a:cubicBezTo>
                  <a:cubicBezTo>
                    <a:pt x="38254" y="103111"/>
                    <a:pt x="37745" y="102220"/>
                    <a:pt x="37163" y="102220"/>
                  </a:cubicBezTo>
                  <a:cubicBezTo>
                    <a:pt x="37163" y="101744"/>
                    <a:pt x="36581" y="101744"/>
                    <a:pt x="37163" y="101328"/>
                  </a:cubicBezTo>
                  <a:cubicBezTo>
                    <a:pt x="37745" y="100852"/>
                    <a:pt x="38254" y="100376"/>
                    <a:pt x="38836" y="99960"/>
                  </a:cubicBezTo>
                  <a:cubicBezTo>
                    <a:pt x="38836" y="99068"/>
                    <a:pt x="38836" y="99068"/>
                    <a:pt x="38836" y="99068"/>
                  </a:cubicBezTo>
                  <a:close/>
                  <a:moveTo>
                    <a:pt x="62181" y="101744"/>
                  </a:moveTo>
                  <a:lnTo>
                    <a:pt x="62181" y="101744"/>
                  </a:lnTo>
                  <a:cubicBezTo>
                    <a:pt x="61018" y="102220"/>
                    <a:pt x="61018" y="101328"/>
                    <a:pt x="59927" y="101328"/>
                  </a:cubicBezTo>
                  <a:cubicBezTo>
                    <a:pt x="58254" y="101744"/>
                    <a:pt x="57745" y="103587"/>
                    <a:pt x="55490" y="103587"/>
                  </a:cubicBezTo>
                  <a:cubicBezTo>
                    <a:pt x="54909" y="103587"/>
                    <a:pt x="53818" y="102695"/>
                    <a:pt x="53236" y="102220"/>
                  </a:cubicBezTo>
                  <a:cubicBezTo>
                    <a:pt x="52727" y="102220"/>
                    <a:pt x="49381" y="102695"/>
                    <a:pt x="48290" y="102695"/>
                  </a:cubicBezTo>
                  <a:cubicBezTo>
                    <a:pt x="47127" y="102695"/>
                    <a:pt x="50472" y="104955"/>
                    <a:pt x="50472" y="105847"/>
                  </a:cubicBezTo>
                  <a:cubicBezTo>
                    <a:pt x="44945" y="107215"/>
                    <a:pt x="51054" y="109058"/>
                    <a:pt x="51054" y="112210"/>
                  </a:cubicBezTo>
                  <a:cubicBezTo>
                    <a:pt x="51054" y="113102"/>
                    <a:pt x="50472" y="113577"/>
                    <a:pt x="51054" y="114945"/>
                  </a:cubicBezTo>
                  <a:cubicBezTo>
                    <a:pt x="51054" y="115837"/>
                    <a:pt x="52145" y="116313"/>
                    <a:pt x="53236" y="116729"/>
                  </a:cubicBezTo>
                  <a:cubicBezTo>
                    <a:pt x="54909" y="118097"/>
                    <a:pt x="53818" y="119940"/>
                    <a:pt x="57163" y="119464"/>
                  </a:cubicBezTo>
                  <a:cubicBezTo>
                    <a:pt x="59418" y="119464"/>
                    <a:pt x="58836" y="116313"/>
                    <a:pt x="58836" y="115421"/>
                  </a:cubicBezTo>
                  <a:cubicBezTo>
                    <a:pt x="58836" y="113577"/>
                    <a:pt x="58254" y="113102"/>
                    <a:pt x="57745" y="111793"/>
                  </a:cubicBezTo>
                  <a:cubicBezTo>
                    <a:pt x="57163" y="110426"/>
                    <a:pt x="58836" y="109058"/>
                    <a:pt x="59927" y="107690"/>
                  </a:cubicBezTo>
                  <a:cubicBezTo>
                    <a:pt x="61018" y="106739"/>
                    <a:pt x="61600" y="105431"/>
                    <a:pt x="62181" y="103587"/>
                  </a:cubicBezTo>
                  <a:cubicBezTo>
                    <a:pt x="62181" y="101744"/>
                    <a:pt x="62181" y="101744"/>
                    <a:pt x="62181" y="101744"/>
                  </a:cubicBezTo>
                  <a:close/>
                  <a:moveTo>
                    <a:pt x="62181" y="94489"/>
                  </a:moveTo>
                  <a:lnTo>
                    <a:pt x="62181" y="94489"/>
                  </a:lnTo>
                  <a:cubicBezTo>
                    <a:pt x="61600" y="94965"/>
                    <a:pt x="61018" y="94965"/>
                    <a:pt x="59927" y="95441"/>
                  </a:cubicBezTo>
                  <a:cubicBezTo>
                    <a:pt x="59418" y="95441"/>
                    <a:pt x="58836" y="95441"/>
                    <a:pt x="58254" y="95857"/>
                  </a:cubicBezTo>
                  <a:cubicBezTo>
                    <a:pt x="57163" y="96749"/>
                    <a:pt x="55490" y="96749"/>
                    <a:pt x="54400" y="97700"/>
                  </a:cubicBezTo>
                  <a:cubicBezTo>
                    <a:pt x="54400" y="97700"/>
                    <a:pt x="54400" y="98116"/>
                    <a:pt x="54400" y="98592"/>
                  </a:cubicBezTo>
                  <a:cubicBezTo>
                    <a:pt x="55490" y="99068"/>
                    <a:pt x="56581" y="99484"/>
                    <a:pt x="57745" y="99484"/>
                  </a:cubicBezTo>
                  <a:cubicBezTo>
                    <a:pt x="58254" y="99068"/>
                    <a:pt x="59418" y="99068"/>
                    <a:pt x="59927" y="99068"/>
                  </a:cubicBezTo>
                  <a:cubicBezTo>
                    <a:pt x="61018" y="99068"/>
                    <a:pt x="61600" y="99960"/>
                    <a:pt x="62690" y="99484"/>
                  </a:cubicBezTo>
                  <a:cubicBezTo>
                    <a:pt x="63272" y="99068"/>
                    <a:pt x="62690" y="98592"/>
                    <a:pt x="62690" y="98116"/>
                  </a:cubicBezTo>
                  <a:cubicBezTo>
                    <a:pt x="62690" y="97224"/>
                    <a:pt x="62690" y="96749"/>
                    <a:pt x="63272" y="96749"/>
                  </a:cubicBezTo>
                  <a:cubicBezTo>
                    <a:pt x="62181" y="94489"/>
                    <a:pt x="62181" y="94489"/>
                    <a:pt x="62181" y="94489"/>
                  </a:cubicBezTo>
                  <a:close/>
                  <a:moveTo>
                    <a:pt x="44945" y="53161"/>
                  </a:moveTo>
                  <a:lnTo>
                    <a:pt x="44945" y="53161"/>
                  </a:lnTo>
                  <a:cubicBezTo>
                    <a:pt x="46618" y="56372"/>
                    <a:pt x="49381" y="57740"/>
                    <a:pt x="48290" y="61783"/>
                  </a:cubicBezTo>
                  <a:cubicBezTo>
                    <a:pt x="47127" y="67254"/>
                    <a:pt x="42690" y="59524"/>
                    <a:pt x="43272" y="64519"/>
                  </a:cubicBezTo>
                  <a:cubicBezTo>
                    <a:pt x="43272" y="66778"/>
                    <a:pt x="39927" y="67670"/>
                    <a:pt x="37745" y="68146"/>
                  </a:cubicBezTo>
                  <a:cubicBezTo>
                    <a:pt x="37745" y="70406"/>
                    <a:pt x="46618" y="71357"/>
                    <a:pt x="48800" y="70882"/>
                  </a:cubicBezTo>
                  <a:cubicBezTo>
                    <a:pt x="53236" y="69514"/>
                    <a:pt x="56072" y="69038"/>
                    <a:pt x="60509" y="72249"/>
                  </a:cubicBezTo>
                  <a:cubicBezTo>
                    <a:pt x="62181" y="73617"/>
                    <a:pt x="59418" y="74509"/>
                    <a:pt x="59927" y="76769"/>
                  </a:cubicBezTo>
                  <a:cubicBezTo>
                    <a:pt x="59927" y="82239"/>
                    <a:pt x="67127" y="74985"/>
                    <a:pt x="68290" y="74985"/>
                  </a:cubicBezTo>
                  <a:cubicBezTo>
                    <a:pt x="69963" y="74985"/>
                    <a:pt x="72727" y="73617"/>
                    <a:pt x="72145" y="75877"/>
                  </a:cubicBezTo>
                  <a:cubicBezTo>
                    <a:pt x="71563" y="78136"/>
                    <a:pt x="68800" y="77244"/>
                    <a:pt x="68800" y="79980"/>
                  </a:cubicBezTo>
                  <a:cubicBezTo>
                    <a:pt x="68800" y="82715"/>
                    <a:pt x="68290" y="84023"/>
                    <a:pt x="71563" y="84975"/>
                  </a:cubicBezTo>
                  <a:cubicBezTo>
                    <a:pt x="74909" y="85867"/>
                    <a:pt x="71563" y="98592"/>
                    <a:pt x="66618" y="91754"/>
                  </a:cubicBezTo>
                  <a:cubicBezTo>
                    <a:pt x="63854" y="87710"/>
                    <a:pt x="59418" y="90445"/>
                    <a:pt x="57163" y="88602"/>
                  </a:cubicBezTo>
                  <a:cubicBezTo>
                    <a:pt x="53236" y="84975"/>
                    <a:pt x="53818" y="81764"/>
                    <a:pt x="52727" y="77720"/>
                  </a:cubicBezTo>
                  <a:cubicBezTo>
                    <a:pt x="51636" y="78136"/>
                    <a:pt x="48800" y="82715"/>
                    <a:pt x="46618" y="83607"/>
                  </a:cubicBezTo>
                  <a:cubicBezTo>
                    <a:pt x="43272" y="84499"/>
                    <a:pt x="41018" y="83607"/>
                    <a:pt x="37745" y="85391"/>
                  </a:cubicBezTo>
                  <a:cubicBezTo>
                    <a:pt x="35490" y="86759"/>
                    <a:pt x="33309" y="85867"/>
                    <a:pt x="30472" y="85867"/>
                  </a:cubicBezTo>
                  <a:cubicBezTo>
                    <a:pt x="24945" y="86342"/>
                    <a:pt x="27127" y="86342"/>
                    <a:pt x="24436" y="82715"/>
                  </a:cubicBezTo>
                  <a:cubicBezTo>
                    <a:pt x="22254" y="80396"/>
                    <a:pt x="21672" y="77244"/>
                    <a:pt x="23927" y="74509"/>
                  </a:cubicBezTo>
                  <a:cubicBezTo>
                    <a:pt x="25454" y="72725"/>
                    <a:pt x="25018" y="71357"/>
                    <a:pt x="26036" y="69038"/>
                  </a:cubicBezTo>
                  <a:cubicBezTo>
                    <a:pt x="26036" y="68146"/>
                    <a:pt x="23345" y="61783"/>
                    <a:pt x="21672" y="62735"/>
                  </a:cubicBezTo>
                  <a:cubicBezTo>
                    <a:pt x="20000" y="63151"/>
                    <a:pt x="22763" y="69514"/>
                    <a:pt x="22763" y="70406"/>
                  </a:cubicBezTo>
                  <a:cubicBezTo>
                    <a:pt x="21090" y="70406"/>
                    <a:pt x="17818" y="66778"/>
                    <a:pt x="16654" y="68146"/>
                  </a:cubicBezTo>
                  <a:cubicBezTo>
                    <a:pt x="16145" y="69514"/>
                    <a:pt x="21090" y="74985"/>
                    <a:pt x="19490" y="76769"/>
                  </a:cubicBezTo>
                  <a:cubicBezTo>
                    <a:pt x="18327" y="78612"/>
                    <a:pt x="15054" y="79504"/>
                    <a:pt x="12800" y="79504"/>
                  </a:cubicBezTo>
                  <a:cubicBezTo>
                    <a:pt x="8363" y="79504"/>
                    <a:pt x="9454" y="78136"/>
                    <a:pt x="8872" y="75460"/>
                  </a:cubicBezTo>
                  <a:cubicBezTo>
                    <a:pt x="7781" y="71774"/>
                    <a:pt x="8872" y="69990"/>
                    <a:pt x="9454" y="66362"/>
                  </a:cubicBezTo>
                  <a:cubicBezTo>
                    <a:pt x="10036" y="64995"/>
                    <a:pt x="10545" y="63627"/>
                    <a:pt x="10545" y="61783"/>
                  </a:cubicBezTo>
                  <a:cubicBezTo>
                    <a:pt x="11127" y="59108"/>
                    <a:pt x="10036" y="56372"/>
                    <a:pt x="10036" y="53637"/>
                  </a:cubicBezTo>
                  <a:cubicBezTo>
                    <a:pt x="11709" y="50426"/>
                    <a:pt x="10545" y="49058"/>
                    <a:pt x="15563" y="46798"/>
                  </a:cubicBezTo>
                  <a:cubicBezTo>
                    <a:pt x="17818" y="45906"/>
                    <a:pt x="21090" y="45014"/>
                    <a:pt x="23345" y="44539"/>
                  </a:cubicBezTo>
                  <a:cubicBezTo>
                    <a:pt x="28290" y="43171"/>
                    <a:pt x="29381" y="45906"/>
                    <a:pt x="33309" y="47274"/>
                  </a:cubicBezTo>
                  <a:cubicBezTo>
                    <a:pt x="34909" y="48166"/>
                    <a:pt x="36581" y="48166"/>
                    <a:pt x="38254" y="48642"/>
                  </a:cubicBezTo>
                  <a:cubicBezTo>
                    <a:pt x="39927" y="49534"/>
                    <a:pt x="41600" y="50426"/>
                    <a:pt x="43272" y="51318"/>
                  </a:cubicBezTo>
                  <a:cubicBezTo>
                    <a:pt x="44945" y="53161"/>
                    <a:pt x="44945" y="53161"/>
                    <a:pt x="44945" y="53161"/>
                  </a:cubicBezTo>
                  <a:close/>
                  <a:moveTo>
                    <a:pt x="81600" y="77244"/>
                  </a:moveTo>
                  <a:lnTo>
                    <a:pt x="81600" y="77244"/>
                  </a:lnTo>
                  <a:cubicBezTo>
                    <a:pt x="80509" y="78136"/>
                    <a:pt x="78836" y="78612"/>
                    <a:pt x="77745" y="79504"/>
                  </a:cubicBezTo>
                  <a:cubicBezTo>
                    <a:pt x="76581" y="79980"/>
                    <a:pt x="71563" y="79504"/>
                    <a:pt x="72727" y="81347"/>
                  </a:cubicBezTo>
                  <a:cubicBezTo>
                    <a:pt x="74400" y="82715"/>
                    <a:pt x="74909" y="84499"/>
                    <a:pt x="75490" y="86759"/>
                  </a:cubicBezTo>
                  <a:lnTo>
                    <a:pt x="75490" y="86759"/>
                  </a:lnTo>
                  <a:cubicBezTo>
                    <a:pt x="76072" y="86759"/>
                    <a:pt x="76581" y="86342"/>
                    <a:pt x="77163" y="85867"/>
                  </a:cubicBezTo>
                  <a:cubicBezTo>
                    <a:pt x="78836" y="85391"/>
                    <a:pt x="81018" y="85867"/>
                    <a:pt x="82690" y="85867"/>
                  </a:cubicBezTo>
                  <a:cubicBezTo>
                    <a:pt x="82690" y="85391"/>
                    <a:pt x="82690" y="84975"/>
                    <a:pt x="82690" y="84975"/>
                  </a:cubicBezTo>
                  <a:cubicBezTo>
                    <a:pt x="83272" y="83607"/>
                    <a:pt x="82181" y="82239"/>
                    <a:pt x="82181" y="80872"/>
                  </a:cubicBezTo>
                  <a:cubicBezTo>
                    <a:pt x="82181" y="80396"/>
                    <a:pt x="82690" y="79504"/>
                    <a:pt x="82690" y="79088"/>
                  </a:cubicBezTo>
                  <a:cubicBezTo>
                    <a:pt x="83272" y="78136"/>
                    <a:pt x="82690" y="78136"/>
                    <a:pt x="82690" y="77244"/>
                  </a:cubicBezTo>
                  <a:cubicBezTo>
                    <a:pt x="81600" y="77244"/>
                    <a:pt x="81600" y="77244"/>
                    <a:pt x="81600" y="77244"/>
                  </a:cubicBezTo>
                  <a:close/>
                  <a:moveTo>
                    <a:pt x="72145" y="55896"/>
                  </a:moveTo>
                  <a:lnTo>
                    <a:pt x="72145" y="55896"/>
                  </a:lnTo>
                  <a:cubicBezTo>
                    <a:pt x="70472" y="55896"/>
                    <a:pt x="70472" y="57264"/>
                    <a:pt x="69381" y="58156"/>
                  </a:cubicBezTo>
                  <a:cubicBezTo>
                    <a:pt x="68800" y="59524"/>
                    <a:pt x="67709" y="60891"/>
                    <a:pt x="65454" y="60891"/>
                  </a:cubicBezTo>
                  <a:cubicBezTo>
                    <a:pt x="63854" y="60891"/>
                    <a:pt x="61018" y="59524"/>
                    <a:pt x="60509" y="58156"/>
                  </a:cubicBezTo>
                  <a:lnTo>
                    <a:pt x="60509" y="58156"/>
                  </a:lnTo>
                  <a:cubicBezTo>
                    <a:pt x="60509" y="59524"/>
                    <a:pt x="59927" y="60000"/>
                    <a:pt x="59418" y="61367"/>
                  </a:cubicBezTo>
                  <a:cubicBezTo>
                    <a:pt x="58836" y="61783"/>
                    <a:pt x="57745" y="63151"/>
                    <a:pt x="58836" y="64043"/>
                  </a:cubicBezTo>
                  <a:cubicBezTo>
                    <a:pt x="59927" y="64519"/>
                    <a:pt x="61018" y="64519"/>
                    <a:pt x="62181" y="64995"/>
                  </a:cubicBezTo>
                  <a:cubicBezTo>
                    <a:pt x="64363" y="65411"/>
                    <a:pt x="65454" y="65887"/>
                    <a:pt x="67127" y="67254"/>
                  </a:cubicBezTo>
                  <a:cubicBezTo>
                    <a:pt x="68800" y="68146"/>
                    <a:pt x="69963" y="67670"/>
                    <a:pt x="71054" y="66362"/>
                  </a:cubicBezTo>
                  <a:cubicBezTo>
                    <a:pt x="72145" y="64995"/>
                    <a:pt x="70472" y="63151"/>
                    <a:pt x="70472" y="61783"/>
                  </a:cubicBezTo>
                  <a:cubicBezTo>
                    <a:pt x="70472" y="60891"/>
                    <a:pt x="71054" y="60416"/>
                    <a:pt x="71054" y="60000"/>
                  </a:cubicBezTo>
                  <a:cubicBezTo>
                    <a:pt x="71563" y="59524"/>
                    <a:pt x="72145" y="58632"/>
                    <a:pt x="72727" y="57740"/>
                  </a:cubicBezTo>
                  <a:cubicBezTo>
                    <a:pt x="72145" y="55896"/>
                    <a:pt x="72145" y="55896"/>
                    <a:pt x="72145" y="55896"/>
                  </a:cubicBezTo>
                  <a:close/>
                  <a:moveTo>
                    <a:pt x="101018" y="50009"/>
                  </a:moveTo>
                  <a:lnTo>
                    <a:pt x="101018" y="50009"/>
                  </a:lnTo>
                  <a:cubicBezTo>
                    <a:pt x="99418" y="50901"/>
                    <a:pt x="93236" y="50901"/>
                    <a:pt x="94400" y="48642"/>
                  </a:cubicBezTo>
                  <a:cubicBezTo>
                    <a:pt x="94909" y="47274"/>
                    <a:pt x="94909" y="47690"/>
                    <a:pt x="96581" y="46798"/>
                  </a:cubicBezTo>
                  <a:cubicBezTo>
                    <a:pt x="97163" y="46382"/>
                    <a:pt x="96581" y="45431"/>
                    <a:pt x="96072" y="45431"/>
                  </a:cubicBezTo>
                  <a:cubicBezTo>
                    <a:pt x="94909" y="45431"/>
                    <a:pt x="93236" y="45906"/>
                    <a:pt x="93236" y="45014"/>
                  </a:cubicBezTo>
                  <a:cubicBezTo>
                    <a:pt x="93236" y="43647"/>
                    <a:pt x="91054" y="40911"/>
                    <a:pt x="90472" y="43647"/>
                  </a:cubicBezTo>
                  <a:cubicBezTo>
                    <a:pt x="90472" y="45014"/>
                    <a:pt x="91054" y="47274"/>
                    <a:pt x="91563" y="48642"/>
                  </a:cubicBezTo>
                  <a:cubicBezTo>
                    <a:pt x="92727" y="52269"/>
                    <a:pt x="89890" y="49534"/>
                    <a:pt x="87709" y="51793"/>
                  </a:cubicBezTo>
                  <a:cubicBezTo>
                    <a:pt x="87127" y="52269"/>
                    <a:pt x="85454" y="55421"/>
                    <a:pt x="84945" y="56372"/>
                  </a:cubicBezTo>
                  <a:cubicBezTo>
                    <a:pt x="84945" y="57740"/>
                    <a:pt x="87127" y="57740"/>
                    <a:pt x="87709" y="56372"/>
                  </a:cubicBezTo>
                  <a:cubicBezTo>
                    <a:pt x="88290" y="54529"/>
                    <a:pt x="89890" y="52685"/>
                    <a:pt x="92727" y="53161"/>
                  </a:cubicBezTo>
                  <a:cubicBezTo>
                    <a:pt x="96072" y="53161"/>
                    <a:pt x="96072" y="55896"/>
                    <a:pt x="95490" y="57740"/>
                  </a:cubicBezTo>
                  <a:cubicBezTo>
                    <a:pt x="96581" y="57740"/>
                    <a:pt x="97163" y="56788"/>
                    <a:pt x="98836" y="56372"/>
                  </a:cubicBezTo>
                  <a:cubicBezTo>
                    <a:pt x="99418" y="56372"/>
                    <a:pt x="103854" y="56372"/>
                    <a:pt x="102181" y="55421"/>
                  </a:cubicBezTo>
                  <a:cubicBezTo>
                    <a:pt x="101600" y="54529"/>
                    <a:pt x="99418" y="52269"/>
                    <a:pt x="101018" y="51318"/>
                  </a:cubicBezTo>
                  <a:cubicBezTo>
                    <a:pt x="101018" y="50009"/>
                    <a:pt x="101018" y="50009"/>
                    <a:pt x="101018" y="50009"/>
                  </a:cubicBezTo>
                  <a:close/>
                  <a:moveTo>
                    <a:pt x="51636" y="38176"/>
                  </a:moveTo>
                  <a:lnTo>
                    <a:pt x="51636" y="38176"/>
                  </a:lnTo>
                  <a:cubicBezTo>
                    <a:pt x="49381" y="39544"/>
                    <a:pt x="46618" y="40019"/>
                    <a:pt x="44363" y="38176"/>
                  </a:cubicBezTo>
                  <a:cubicBezTo>
                    <a:pt x="42690" y="36333"/>
                    <a:pt x="44945" y="35441"/>
                    <a:pt x="41600" y="34549"/>
                  </a:cubicBezTo>
                  <a:cubicBezTo>
                    <a:pt x="38836" y="34073"/>
                    <a:pt x="39418" y="35024"/>
                    <a:pt x="38836" y="36808"/>
                  </a:cubicBezTo>
                  <a:cubicBezTo>
                    <a:pt x="37745" y="38176"/>
                    <a:pt x="36072" y="38652"/>
                    <a:pt x="36072" y="40911"/>
                  </a:cubicBezTo>
                  <a:cubicBezTo>
                    <a:pt x="36581" y="42755"/>
                    <a:pt x="40509" y="45906"/>
                    <a:pt x="42181" y="47274"/>
                  </a:cubicBezTo>
                  <a:cubicBezTo>
                    <a:pt x="44363" y="48642"/>
                    <a:pt x="46036" y="48642"/>
                    <a:pt x="48290" y="48166"/>
                  </a:cubicBezTo>
                  <a:cubicBezTo>
                    <a:pt x="49963" y="48166"/>
                    <a:pt x="52145" y="48166"/>
                    <a:pt x="52145" y="47274"/>
                  </a:cubicBezTo>
                  <a:cubicBezTo>
                    <a:pt x="53236" y="45431"/>
                    <a:pt x="51636" y="43171"/>
                    <a:pt x="52727" y="41803"/>
                  </a:cubicBezTo>
                  <a:cubicBezTo>
                    <a:pt x="53236" y="40911"/>
                    <a:pt x="55490" y="39068"/>
                    <a:pt x="53818" y="37700"/>
                  </a:cubicBezTo>
                  <a:cubicBezTo>
                    <a:pt x="51636" y="38176"/>
                    <a:pt x="51636" y="38176"/>
                    <a:pt x="51636" y="38176"/>
                  </a:cubicBezTo>
                  <a:close/>
                  <a:moveTo>
                    <a:pt x="60509" y="44063"/>
                  </a:moveTo>
                  <a:lnTo>
                    <a:pt x="60509" y="44063"/>
                  </a:lnTo>
                  <a:cubicBezTo>
                    <a:pt x="60509" y="43647"/>
                    <a:pt x="59927" y="42755"/>
                    <a:pt x="59927" y="42279"/>
                  </a:cubicBezTo>
                  <a:cubicBezTo>
                    <a:pt x="59418" y="41803"/>
                    <a:pt x="59927" y="41387"/>
                    <a:pt x="59418" y="40911"/>
                  </a:cubicBezTo>
                  <a:cubicBezTo>
                    <a:pt x="58836" y="40436"/>
                    <a:pt x="57745" y="40019"/>
                    <a:pt x="56581" y="40436"/>
                  </a:cubicBezTo>
                  <a:cubicBezTo>
                    <a:pt x="56072" y="40911"/>
                    <a:pt x="55490" y="42279"/>
                    <a:pt x="56072" y="42755"/>
                  </a:cubicBezTo>
                  <a:cubicBezTo>
                    <a:pt x="56072" y="43647"/>
                    <a:pt x="56581" y="44063"/>
                    <a:pt x="57163" y="44539"/>
                  </a:cubicBezTo>
                  <a:cubicBezTo>
                    <a:pt x="57163" y="45431"/>
                    <a:pt x="57745" y="46382"/>
                    <a:pt x="57745" y="46798"/>
                  </a:cubicBezTo>
                  <a:cubicBezTo>
                    <a:pt x="57745" y="47274"/>
                    <a:pt x="57745" y="47690"/>
                    <a:pt x="58254" y="47690"/>
                  </a:cubicBezTo>
                  <a:cubicBezTo>
                    <a:pt x="58836" y="47690"/>
                    <a:pt x="59927" y="46798"/>
                    <a:pt x="59927" y="46382"/>
                  </a:cubicBezTo>
                  <a:cubicBezTo>
                    <a:pt x="60509" y="44063"/>
                    <a:pt x="60509" y="44063"/>
                    <a:pt x="60509" y="44063"/>
                  </a:cubicBezTo>
                  <a:close/>
                  <a:moveTo>
                    <a:pt x="77745" y="39068"/>
                  </a:moveTo>
                  <a:lnTo>
                    <a:pt x="77745" y="39068"/>
                  </a:lnTo>
                  <a:cubicBezTo>
                    <a:pt x="76581" y="36333"/>
                    <a:pt x="78254" y="34549"/>
                    <a:pt x="78836" y="32289"/>
                  </a:cubicBezTo>
                  <a:cubicBezTo>
                    <a:pt x="79418" y="30921"/>
                    <a:pt x="80509" y="30921"/>
                    <a:pt x="78836" y="30029"/>
                  </a:cubicBezTo>
                  <a:cubicBezTo>
                    <a:pt x="78254" y="29078"/>
                    <a:pt x="77163" y="27710"/>
                    <a:pt x="77163" y="26818"/>
                  </a:cubicBezTo>
                  <a:cubicBezTo>
                    <a:pt x="74400" y="26818"/>
                    <a:pt x="75490" y="31813"/>
                    <a:pt x="75490" y="33181"/>
                  </a:cubicBezTo>
                  <a:cubicBezTo>
                    <a:pt x="74909" y="34073"/>
                    <a:pt x="74400" y="37284"/>
                    <a:pt x="74400" y="37700"/>
                  </a:cubicBezTo>
                  <a:cubicBezTo>
                    <a:pt x="73236" y="38652"/>
                    <a:pt x="71054" y="37700"/>
                    <a:pt x="70472" y="36808"/>
                  </a:cubicBezTo>
                  <a:cubicBezTo>
                    <a:pt x="69381" y="35441"/>
                    <a:pt x="69963" y="37700"/>
                    <a:pt x="69963" y="38176"/>
                  </a:cubicBezTo>
                  <a:cubicBezTo>
                    <a:pt x="70472" y="39544"/>
                    <a:pt x="71563" y="40436"/>
                    <a:pt x="72145" y="41387"/>
                  </a:cubicBezTo>
                  <a:cubicBezTo>
                    <a:pt x="72727" y="42279"/>
                    <a:pt x="72727" y="44063"/>
                    <a:pt x="72727" y="45014"/>
                  </a:cubicBezTo>
                  <a:cubicBezTo>
                    <a:pt x="74400" y="45014"/>
                    <a:pt x="76072" y="45431"/>
                    <a:pt x="77745" y="45431"/>
                  </a:cubicBezTo>
                  <a:cubicBezTo>
                    <a:pt x="77745" y="43647"/>
                    <a:pt x="77163" y="42279"/>
                    <a:pt x="77163" y="40436"/>
                  </a:cubicBezTo>
                  <a:cubicBezTo>
                    <a:pt x="77745" y="39068"/>
                    <a:pt x="77745" y="39068"/>
                    <a:pt x="77745" y="39068"/>
                  </a:cubicBezTo>
                  <a:close/>
                  <a:moveTo>
                    <a:pt x="58836" y="16352"/>
                  </a:moveTo>
                  <a:lnTo>
                    <a:pt x="58836" y="16352"/>
                  </a:lnTo>
                  <a:cubicBezTo>
                    <a:pt x="57163" y="15460"/>
                    <a:pt x="53236" y="14093"/>
                    <a:pt x="52145" y="12725"/>
                  </a:cubicBezTo>
                  <a:cubicBezTo>
                    <a:pt x="51636" y="12309"/>
                    <a:pt x="53236" y="11833"/>
                    <a:pt x="53818" y="10941"/>
                  </a:cubicBezTo>
                  <a:cubicBezTo>
                    <a:pt x="53818" y="10049"/>
                    <a:pt x="53818" y="8681"/>
                    <a:pt x="53818" y="7730"/>
                  </a:cubicBezTo>
                  <a:cubicBezTo>
                    <a:pt x="52727" y="7730"/>
                    <a:pt x="50472" y="10941"/>
                    <a:pt x="49381" y="11357"/>
                  </a:cubicBezTo>
                  <a:cubicBezTo>
                    <a:pt x="46618" y="12309"/>
                    <a:pt x="44945" y="10941"/>
                    <a:pt x="42181" y="10941"/>
                  </a:cubicBezTo>
                  <a:cubicBezTo>
                    <a:pt x="42181" y="11833"/>
                    <a:pt x="45454" y="13676"/>
                    <a:pt x="45454" y="14985"/>
                  </a:cubicBezTo>
                  <a:cubicBezTo>
                    <a:pt x="46618" y="17720"/>
                    <a:pt x="44363" y="19088"/>
                    <a:pt x="47709" y="20931"/>
                  </a:cubicBezTo>
                  <a:cubicBezTo>
                    <a:pt x="49963" y="21823"/>
                    <a:pt x="51636" y="25450"/>
                    <a:pt x="52145" y="22299"/>
                  </a:cubicBezTo>
                  <a:cubicBezTo>
                    <a:pt x="53236" y="18196"/>
                    <a:pt x="57163" y="19563"/>
                    <a:pt x="59927" y="21347"/>
                  </a:cubicBezTo>
                  <a:cubicBezTo>
                    <a:pt x="62690" y="23191"/>
                    <a:pt x="62181" y="25450"/>
                    <a:pt x="63272" y="28186"/>
                  </a:cubicBezTo>
                  <a:cubicBezTo>
                    <a:pt x="63854" y="28186"/>
                    <a:pt x="64363" y="25926"/>
                    <a:pt x="64945" y="25450"/>
                  </a:cubicBezTo>
                  <a:cubicBezTo>
                    <a:pt x="66036" y="24558"/>
                    <a:pt x="68290" y="23191"/>
                    <a:pt x="65454" y="21823"/>
                  </a:cubicBezTo>
                  <a:cubicBezTo>
                    <a:pt x="63854" y="20931"/>
                    <a:pt x="62181" y="19088"/>
                    <a:pt x="61600" y="17304"/>
                  </a:cubicBezTo>
                  <a:cubicBezTo>
                    <a:pt x="58836" y="16352"/>
                    <a:pt x="58836" y="16352"/>
                    <a:pt x="58836" y="16352"/>
                  </a:cubicBezTo>
                  <a:close/>
                  <a:moveTo>
                    <a:pt x="63854" y="9098"/>
                  </a:moveTo>
                  <a:lnTo>
                    <a:pt x="63854" y="9098"/>
                  </a:lnTo>
                  <a:cubicBezTo>
                    <a:pt x="63272" y="10941"/>
                    <a:pt x="63272" y="10941"/>
                    <a:pt x="63272" y="10941"/>
                  </a:cubicBezTo>
                  <a:cubicBezTo>
                    <a:pt x="61018" y="13676"/>
                    <a:pt x="61600" y="8206"/>
                    <a:pt x="59418" y="7730"/>
                  </a:cubicBezTo>
                  <a:cubicBezTo>
                    <a:pt x="59418" y="7314"/>
                    <a:pt x="58836" y="6838"/>
                    <a:pt x="59418" y="6362"/>
                  </a:cubicBezTo>
                  <a:cubicBezTo>
                    <a:pt x="59927" y="5470"/>
                    <a:pt x="60509" y="5054"/>
                    <a:pt x="61018" y="4578"/>
                  </a:cubicBezTo>
                  <a:cubicBezTo>
                    <a:pt x="61600" y="3686"/>
                    <a:pt x="62181" y="1843"/>
                    <a:pt x="63854" y="1843"/>
                  </a:cubicBezTo>
                  <a:lnTo>
                    <a:pt x="63854" y="1843"/>
                  </a:lnTo>
                  <a:cubicBezTo>
                    <a:pt x="64363" y="3211"/>
                    <a:pt x="64363" y="4103"/>
                    <a:pt x="63272" y="5054"/>
                  </a:cubicBezTo>
                  <a:cubicBezTo>
                    <a:pt x="62690" y="5946"/>
                    <a:pt x="62690" y="8206"/>
                    <a:pt x="63854" y="9098"/>
                  </a:cubicBezTo>
                  <a:close/>
                  <a:moveTo>
                    <a:pt x="114909" y="15460"/>
                  </a:moveTo>
                  <a:lnTo>
                    <a:pt x="114909" y="15460"/>
                  </a:lnTo>
                  <a:cubicBezTo>
                    <a:pt x="111054" y="16352"/>
                    <a:pt x="105454" y="24083"/>
                    <a:pt x="101600" y="24083"/>
                  </a:cubicBezTo>
                  <a:cubicBezTo>
                    <a:pt x="93818" y="24083"/>
                    <a:pt x="101600" y="20455"/>
                    <a:pt x="101600" y="16828"/>
                  </a:cubicBezTo>
                  <a:cubicBezTo>
                    <a:pt x="99927" y="17304"/>
                    <a:pt x="99418" y="18671"/>
                    <a:pt x="96581" y="18671"/>
                  </a:cubicBezTo>
                  <a:cubicBezTo>
                    <a:pt x="95490" y="18671"/>
                    <a:pt x="96581" y="20455"/>
                    <a:pt x="96581" y="21347"/>
                  </a:cubicBezTo>
                  <a:cubicBezTo>
                    <a:pt x="96072" y="23191"/>
                    <a:pt x="94909" y="23191"/>
                    <a:pt x="93236" y="23666"/>
                  </a:cubicBezTo>
                  <a:cubicBezTo>
                    <a:pt x="89890" y="25034"/>
                    <a:pt x="89381" y="26818"/>
                    <a:pt x="88290" y="28662"/>
                  </a:cubicBezTo>
                  <a:cubicBezTo>
                    <a:pt x="87709" y="30445"/>
                    <a:pt x="84363" y="30921"/>
                    <a:pt x="84363" y="31813"/>
                  </a:cubicBezTo>
                  <a:cubicBezTo>
                    <a:pt x="84363" y="32705"/>
                    <a:pt x="84363" y="37284"/>
                    <a:pt x="85454" y="35916"/>
                  </a:cubicBezTo>
                  <a:cubicBezTo>
                    <a:pt x="86618" y="33657"/>
                    <a:pt x="90472" y="27710"/>
                    <a:pt x="94400" y="28662"/>
                  </a:cubicBezTo>
                  <a:cubicBezTo>
                    <a:pt x="96072" y="29078"/>
                    <a:pt x="96581" y="28186"/>
                    <a:pt x="97745" y="27710"/>
                  </a:cubicBezTo>
                  <a:cubicBezTo>
                    <a:pt x="100509" y="26402"/>
                    <a:pt x="101018" y="29554"/>
                    <a:pt x="103272" y="26402"/>
                  </a:cubicBezTo>
                  <a:cubicBezTo>
                    <a:pt x="104945" y="24558"/>
                    <a:pt x="105454" y="24558"/>
                    <a:pt x="107709" y="23666"/>
                  </a:cubicBezTo>
                  <a:cubicBezTo>
                    <a:pt x="110472" y="22299"/>
                    <a:pt x="110472" y="20455"/>
                    <a:pt x="113818" y="20455"/>
                  </a:cubicBezTo>
                  <a:cubicBezTo>
                    <a:pt x="119345" y="20455"/>
                    <a:pt x="116581" y="20039"/>
                    <a:pt x="115490" y="17304"/>
                  </a:cubicBezTo>
                  <a:cubicBezTo>
                    <a:pt x="114909" y="15460"/>
                    <a:pt x="114909" y="15460"/>
                    <a:pt x="114909" y="15460"/>
                  </a:cubicBezTo>
                  <a:close/>
                  <a:moveTo>
                    <a:pt x="113236" y="4578"/>
                  </a:moveTo>
                  <a:lnTo>
                    <a:pt x="113236" y="4578"/>
                  </a:lnTo>
                  <a:cubicBezTo>
                    <a:pt x="113818" y="4578"/>
                    <a:pt x="113818" y="4103"/>
                    <a:pt x="113818" y="3686"/>
                  </a:cubicBezTo>
                  <a:cubicBezTo>
                    <a:pt x="114400" y="3211"/>
                    <a:pt x="114400" y="951"/>
                    <a:pt x="115490" y="951"/>
                  </a:cubicBezTo>
                  <a:cubicBezTo>
                    <a:pt x="116581" y="951"/>
                    <a:pt x="117163" y="951"/>
                    <a:pt x="118254" y="475"/>
                  </a:cubicBezTo>
                  <a:cubicBezTo>
                    <a:pt x="118254" y="475"/>
                    <a:pt x="119927" y="0"/>
                    <a:pt x="119927" y="475"/>
                  </a:cubicBezTo>
                  <a:cubicBezTo>
                    <a:pt x="119927" y="475"/>
                    <a:pt x="119345" y="951"/>
                    <a:pt x="118836" y="1367"/>
                  </a:cubicBezTo>
                  <a:cubicBezTo>
                    <a:pt x="118254" y="1843"/>
                    <a:pt x="117163" y="2319"/>
                    <a:pt x="117163" y="2735"/>
                  </a:cubicBezTo>
                  <a:cubicBezTo>
                    <a:pt x="117163" y="3686"/>
                    <a:pt x="118836" y="5054"/>
                    <a:pt x="117745" y="5946"/>
                  </a:cubicBezTo>
                  <a:cubicBezTo>
                    <a:pt x="116581" y="7314"/>
                    <a:pt x="115490" y="5470"/>
                    <a:pt x="113818" y="5946"/>
                  </a:cubicBezTo>
                  <a:lnTo>
                    <a:pt x="113236" y="4578"/>
                  </a:ln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79" name="Shape 11279"/>
            <p:cNvSpPr/>
            <p:nvPr/>
          </p:nvSpPr>
          <p:spPr>
            <a:xfrm rot="3648446">
              <a:off x="11768017" y="3523722"/>
              <a:ext cx="558646" cy="8110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62" y="89663"/>
                  </a:moveTo>
                  <a:lnTo>
                    <a:pt x="2962" y="89663"/>
                  </a:lnTo>
                  <a:cubicBezTo>
                    <a:pt x="2962" y="89085"/>
                    <a:pt x="2123" y="88508"/>
                    <a:pt x="1732" y="88200"/>
                  </a:cubicBezTo>
                  <a:cubicBezTo>
                    <a:pt x="1285" y="87892"/>
                    <a:pt x="0" y="87622"/>
                    <a:pt x="447" y="87006"/>
                  </a:cubicBezTo>
                  <a:cubicBezTo>
                    <a:pt x="838" y="86737"/>
                    <a:pt x="1285" y="86429"/>
                    <a:pt x="1732" y="86121"/>
                  </a:cubicBezTo>
                  <a:cubicBezTo>
                    <a:pt x="2123" y="85543"/>
                    <a:pt x="2123" y="85543"/>
                    <a:pt x="2571" y="85235"/>
                  </a:cubicBezTo>
                  <a:cubicBezTo>
                    <a:pt x="3409" y="84658"/>
                    <a:pt x="4694" y="84966"/>
                    <a:pt x="5142" y="85543"/>
                  </a:cubicBezTo>
                  <a:cubicBezTo>
                    <a:pt x="6371" y="86737"/>
                    <a:pt x="5980" y="87622"/>
                    <a:pt x="5980" y="88777"/>
                  </a:cubicBezTo>
                  <a:cubicBezTo>
                    <a:pt x="5980" y="89393"/>
                    <a:pt x="5980" y="89663"/>
                    <a:pt x="5980" y="89971"/>
                  </a:cubicBezTo>
                  <a:cubicBezTo>
                    <a:pt x="5980" y="90856"/>
                    <a:pt x="4247" y="90279"/>
                    <a:pt x="3856" y="90279"/>
                  </a:cubicBezTo>
                  <a:cubicBezTo>
                    <a:pt x="2962" y="89663"/>
                    <a:pt x="2962" y="89663"/>
                    <a:pt x="2962" y="89663"/>
                  </a:cubicBezTo>
                  <a:close/>
                  <a:moveTo>
                    <a:pt x="110163" y="17016"/>
                  </a:moveTo>
                  <a:lnTo>
                    <a:pt x="110163" y="17016"/>
                  </a:lnTo>
                  <a:cubicBezTo>
                    <a:pt x="111001" y="15283"/>
                    <a:pt x="113572" y="14398"/>
                    <a:pt x="114857" y="12935"/>
                  </a:cubicBezTo>
                  <a:cubicBezTo>
                    <a:pt x="116143" y="10856"/>
                    <a:pt x="111001" y="11164"/>
                    <a:pt x="111448" y="10856"/>
                  </a:cubicBezTo>
                  <a:cubicBezTo>
                    <a:pt x="111839" y="10548"/>
                    <a:pt x="113963" y="10279"/>
                    <a:pt x="114857" y="9971"/>
                  </a:cubicBezTo>
                  <a:cubicBezTo>
                    <a:pt x="116534" y="9701"/>
                    <a:pt x="114410" y="7930"/>
                    <a:pt x="113572" y="7622"/>
                  </a:cubicBezTo>
                  <a:cubicBezTo>
                    <a:pt x="113572" y="7314"/>
                    <a:pt x="119944" y="8508"/>
                    <a:pt x="117373" y="5582"/>
                  </a:cubicBezTo>
                  <a:cubicBezTo>
                    <a:pt x="116981" y="4696"/>
                    <a:pt x="113963" y="4080"/>
                    <a:pt x="117373" y="3503"/>
                  </a:cubicBezTo>
                  <a:cubicBezTo>
                    <a:pt x="119552" y="3503"/>
                    <a:pt x="119105" y="2925"/>
                    <a:pt x="117373" y="2348"/>
                  </a:cubicBezTo>
                  <a:cubicBezTo>
                    <a:pt x="113125" y="846"/>
                    <a:pt x="113125" y="846"/>
                    <a:pt x="113125" y="846"/>
                  </a:cubicBezTo>
                  <a:cubicBezTo>
                    <a:pt x="111001" y="269"/>
                    <a:pt x="111001" y="4388"/>
                    <a:pt x="109715" y="4696"/>
                  </a:cubicBezTo>
                  <a:cubicBezTo>
                    <a:pt x="109715" y="3811"/>
                    <a:pt x="109715" y="2925"/>
                    <a:pt x="109715" y="2348"/>
                  </a:cubicBezTo>
                  <a:cubicBezTo>
                    <a:pt x="109715" y="2040"/>
                    <a:pt x="109715" y="0"/>
                    <a:pt x="108877" y="269"/>
                  </a:cubicBezTo>
                  <a:cubicBezTo>
                    <a:pt x="107591" y="577"/>
                    <a:pt x="106306" y="2617"/>
                    <a:pt x="105859" y="3503"/>
                  </a:cubicBezTo>
                  <a:cubicBezTo>
                    <a:pt x="105020" y="4388"/>
                    <a:pt x="102897" y="5851"/>
                    <a:pt x="102897" y="6429"/>
                  </a:cubicBezTo>
                  <a:cubicBezTo>
                    <a:pt x="102897" y="6737"/>
                    <a:pt x="103735" y="7622"/>
                    <a:pt x="103735" y="8200"/>
                  </a:cubicBezTo>
                  <a:cubicBezTo>
                    <a:pt x="104182" y="8816"/>
                    <a:pt x="104182" y="9701"/>
                    <a:pt x="103735" y="10279"/>
                  </a:cubicBezTo>
                  <a:cubicBezTo>
                    <a:pt x="103735" y="12319"/>
                    <a:pt x="101164" y="13512"/>
                    <a:pt x="102002" y="15553"/>
                  </a:cubicBezTo>
                  <a:cubicBezTo>
                    <a:pt x="102449" y="16438"/>
                    <a:pt x="100773" y="15553"/>
                    <a:pt x="101164" y="16438"/>
                  </a:cubicBezTo>
                  <a:cubicBezTo>
                    <a:pt x="101164" y="17016"/>
                    <a:pt x="101611" y="17632"/>
                    <a:pt x="101164" y="18209"/>
                  </a:cubicBezTo>
                  <a:cubicBezTo>
                    <a:pt x="100773" y="18787"/>
                    <a:pt x="100326" y="18787"/>
                    <a:pt x="100773" y="19403"/>
                  </a:cubicBezTo>
                  <a:cubicBezTo>
                    <a:pt x="101611" y="20866"/>
                    <a:pt x="102002" y="20866"/>
                    <a:pt x="104182" y="19980"/>
                  </a:cubicBezTo>
                  <a:cubicBezTo>
                    <a:pt x="105020" y="19672"/>
                    <a:pt x="106306" y="19672"/>
                    <a:pt x="107591" y="19980"/>
                  </a:cubicBezTo>
                  <a:cubicBezTo>
                    <a:pt x="107983" y="20250"/>
                    <a:pt x="108877" y="20558"/>
                    <a:pt x="109268" y="20558"/>
                  </a:cubicBezTo>
                  <a:cubicBezTo>
                    <a:pt x="110163" y="20558"/>
                    <a:pt x="112286" y="20250"/>
                    <a:pt x="112734" y="19672"/>
                  </a:cubicBezTo>
                  <a:cubicBezTo>
                    <a:pt x="113125" y="19403"/>
                    <a:pt x="110163" y="18517"/>
                    <a:pt x="110163" y="17901"/>
                  </a:cubicBezTo>
                  <a:cubicBezTo>
                    <a:pt x="110163" y="17016"/>
                    <a:pt x="110163" y="17016"/>
                    <a:pt x="110163" y="17016"/>
                  </a:cubicBezTo>
                  <a:close/>
                  <a:moveTo>
                    <a:pt x="97363" y="34995"/>
                  </a:moveTo>
                  <a:lnTo>
                    <a:pt x="97363" y="34995"/>
                  </a:lnTo>
                  <a:cubicBezTo>
                    <a:pt x="97363" y="35572"/>
                    <a:pt x="97363" y="35572"/>
                    <a:pt x="97363" y="35572"/>
                  </a:cubicBezTo>
                  <a:cubicBezTo>
                    <a:pt x="97363" y="36458"/>
                    <a:pt x="96078" y="37035"/>
                    <a:pt x="94792" y="37343"/>
                  </a:cubicBezTo>
                  <a:cubicBezTo>
                    <a:pt x="93898" y="37921"/>
                    <a:pt x="95631" y="39384"/>
                    <a:pt x="96078" y="39961"/>
                  </a:cubicBezTo>
                  <a:cubicBezTo>
                    <a:pt x="96916" y="41154"/>
                    <a:pt x="95631" y="43811"/>
                    <a:pt x="93060" y="43811"/>
                  </a:cubicBezTo>
                  <a:cubicBezTo>
                    <a:pt x="92221" y="43811"/>
                    <a:pt x="89650" y="42925"/>
                    <a:pt x="89203" y="43195"/>
                  </a:cubicBezTo>
                  <a:cubicBezTo>
                    <a:pt x="88365" y="43503"/>
                    <a:pt x="89650" y="44080"/>
                    <a:pt x="89203" y="44696"/>
                  </a:cubicBezTo>
                  <a:lnTo>
                    <a:pt x="89203" y="44696"/>
                  </a:lnTo>
                  <a:cubicBezTo>
                    <a:pt x="85794" y="43195"/>
                    <a:pt x="83670" y="42925"/>
                    <a:pt x="83223" y="39692"/>
                  </a:cubicBezTo>
                  <a:cubicBezTo>
                    <a:pt x="83223" y="39076"/>
                    <a:pt x="82384" y="38498"/>
                    <a:pt x="82384" y="37613"/>
                  </a:cubicBezTo>
                  <a:cubicBezTo>
                    <a:pt x="81993" y="36727"/>
                    <a:pt x="81993" y="35572"/>
                    <a:pt x="81993" y="34379"/>
                  </a:cubicBezTo>
                  <a:cubicBezTo>
                    <a:pt x="81993" y="32030"/>
                    <a:pt x="79813" y="31453"/>
                    <a:pt x="80707" y="28796"/>
                  </a:cubicBezTo>
                  <a:cubicBezTo>
                    <a:pt x="81546" y="27333"/>
                    <a:pt x="83223" y="25563"/>
                    <a:pt x="83670" y="24100"/>
                  </a:cubicBezTo>
                  <a:cubicBezTo>
                    <a:pt x="84117" y="22637"/>
                    <a:pt x="85794" y="23792"/>
                    <a:pt x="86241" y="22906"/>
                  </a:cubicBezTo>
                  <a:cubicBezTo>
                    <a:pt x="87079" y="21443"/>
                    <a:pt x="86632" y="19403"/>
                    <a:pt x="87079" y="17901"/>
                  </a:cubicBezTo>
                  <a:cubicBezTo>
                    <a:pt x="88365" y="15553"/>
                    <a:pt x="87079" y="14090"/>
                    <a:pt x="91383" y="14667"/>
                  </a:cubicBezTo>
                  <a:cubicBezTo>
                    <a:pt x="92668" y="14667"/>
                    <a:pt x="93507" y="14090"/>
                    <a:pt x="94345" y="14090"/>
                  </a:cubicBezTo>
                  <a:cubicBezTo>
                    <a:pt x="99878" y="14975"/>
                    <a:pt x="96916" y="17901"/>
                    <a:pt x="98593" y="20250"/>
                  </a:cubicBezTo>
                  <a:cubicBezTo>
                    <a:pt x="99040" y="21135"/>
                    <a:pt x="99040" y="22021"/>
                    <a:pt x="99040" y="22906"/>
                  </a:cubicBezTo>
                  <a:cubicBezTo>
                    <a:pt x="99040" y="23792"/>
                    <a:pt x="99040" y="24677"/>
                    <a:pt x="99487" y="25255"/>
                  </a:cubicBezTo>
                  <a:cubicBezTo>
                    <a:pt x="100326" y="26756"/>
                    <a:pt x="96916" y="25563"/>
                    <a:pt x="96078" y="24985"/>
                  </a:cubicBezTo>
                  <a:cubicBezTo>
                    <a:pt x="95183" y="24677"/>
                    <a:pt x="94345" y="22906"/>
                    <a:pt x="93507" y="22906"/>
                  </a:cubicBezTo>
                  <a:cubicBezTo>
                    <a:pt x="93060" y="22906"/>
                    <a:pt x="93060" y="22906"/>
                    <a:pt x="93060" y="22906"/>
                  </a:cubicBezTo>
                  <a:cubicBezTo>
                    <a:pt x="93060" y="23522"/>
                    <a:pt x="95183" y="26448"/>
                    <a:pt x="95631" y="26756"/>
                  </a:cubicBezTo>
                  <a:cubicBezTo>
                    <a:pt x="96469" y="27333"/>
                    <a:pt x="97755" y="27911"/>
                    <a:pt x="96469" y="28796"/>
                  </a:cubicBezTo>
                  <a:cubicBezTo>
                    <a:pt x="96078" y="29374"/>
                    <a:pt x="94345" y="29374"/>
                    <a:pt x="93898" y="29682"/>
                  </a:cubicBezTo>
                  <a:cubicBezTo>
                    <a:pt x="93060" y="30259"/>
                    <a:pt x="96078" y="31453"/>
                    <a:pt x="96916" y="31722"/>
                  </a:cubicBezTo>
                  <a:cubicBezTo>
                    <a:pt x="98202" y="32916"/>
                    <a:pt x="98202" y="33801"/>
                    <a:pt x="97363" y="34995"/>
                  </a:cubicBezTo>
                  <a:close/>
                  <a:moveTo>
                    <a:pt x="106306" y="33493"/>
                  </a:moveTo>
                  <a:lnTo>
                    <a:pt x="106306" y="33493"/>
                  </a:lnTo>
                  <a:cubicBezTo>
                    <a:pt x="105859" y="32338"/>
                    <a:pt x="105020" y="31453"/>
                    <a:pt x="104573" y="30259"/>
                  </a:cubicBezTo>
                  <a:cubicBezTo>
                    <a:pt x="104573" y="29682"/>
                    <a:pt x="103288" y="28488"/>
                    <a:pt x="103288" y="28219"/>
                  </a:cubicBezTo>
                  <a:cubicBezTo>
                    <a:pt x="103735" y="27911"/>
                    <a:pt x="105020" y="27025"/>
                    <a:pt x="105468" y="27025"/>
                  </a:cubicBezTo>
                  <a:cubicBezTo>
                    <a:pt x="107144" y="27025"/>
                    <a:pt x="107591" y="28488"/>
                    <a:pt x="109268" y="26756"/>
                  </a:cubicBezTo>
                  <a:cubicBezTo>
                    <a:pt x="110163" y="26140"/>
                    <a:pt x="112734" y="26756"/>
                    <a:pt x="113572" y="27025"/>
                  </a:cubicBezTo>
                  <a:cubicBezTo>
                    <a:pt x="113572" y="27603"/>
                    <a:pt x="113963" y="28219"/>
                    <a:pt x="113963" y="28796"/>
                  </a:cubicBezTo>
                  <a:cubicBezTo>
                    <a:pt x="114410" y="29374"/>
                    <a:pt x="115249" y="29682"/>
                    <a:pt x="115249" y="30259"/>
                  </a:cubicBezTo>
                  <a:cubicBezTo>
                    <a:pt x="115696" y="30259"/>
                    <a:pt x="116143" y="29374"/>
                    <a:pt x="116981" y="29104"/>
                  </a:cubicBezTo>
                  <a:cubicBezTo>
                    <a:pt x="117373" y="28796"/>
                    <a:pt x="118267" y="28488"/>
                    <a:pt x="118658" y="28488"/>
                  </a:cubicBezTo>
                  <a:lnTo>
                    <a:pt x="118658" y="28488"/>
                  </a:lnTo>
                  <a:cubicBezTo>
                    <a:pt x="118658" y="30259"/>
                    <a:pt x="116981" y="31453"/>
                    <a:pt x="116981" y="32916"/>
                  </a:cubicBezTo>
                  <a:cubicBezTo>
                    <a:pt x="116981" y="35264"/>
                    <a:pt x="113963" y="33224"/>
                    <a:pt x="113125" y="32338"/>
                  </a:cubicBezTo>
                  <a:cubicBezTo>
                    <a:pt x="111839" y="31722"/>
                    <a:pt x="111448" y="32030"/>
                    <a:pt x="110163" y="31722"/>
                  </a:cubicBezTo>
                  <a:cubicBezTo>
                    <a:pt x="108877" y="31145"/>
                    <a:pt x="108877" y="31145"/>
                    <a:pt x="108877" y="31145"/>
                  </a:cubicBezTo>
                  <a:cubicBezTo>
                    <a:pt x="106753" y="30837"/>
                    <a:pt x="110554" y="33493"/>
                    <a:pt x="110554" y="33801"/>
                  </a:cubicBezTo>
                  <a:cubicBezTo>
                    <a:pt x="111001" y="34379"/>
                    <a:pt x="107591" y="35572"/>
                    <a:pt x="106753" y="34109"/>
                  </a:cubicBezTo>
                  <a:cubicBezTo>
                    <a:pt x="106306" y="33493"/>
                    <a:pt x="106306" y="33493"/>
                    <a:pt x="106306" y="33493"/>
                  </a:cubicBezTo>
                  <a:close/>
                  <a:moveTo>
                    <a:pt x="52091" y="44966"/>
                  </a:moveTo>
                  <a:lnTo>
                    <a:pt x="52091" y="44966"/>
                  </a:lnTo>
                  <a:cubicBezTo>
                    <a:pt x="55947" y="44966"/>
                    <a:pt x="54215" y="45582"/>
                    <a:pt x="54215" y="47314"/>
                  </a:cubicBezTo>
                  <a:cubicBezTo>
                    <a:pt x="54215" y="49393"/>
                    <a:pt x="56339" y="47045"/>
                    <a:pt x="56786" y="46429"/>
                  </a:cubicBezTo>
                  <a:cubicBezTo>
                    <a:pt x="56786" y="46159"/>
                    <a:pt x="57177" y="44080"/>
                    <a:pt x="57624" y="44388"/>
                  </a:cubicBezTo>
                  <a:cubicBezTo>
                    <a:pt x="57624" y="44966"/>
                    <a:pt x="58462" y="48200"/>
                    <a:pt x="58910" y="48508"/>
                  </a:cubicBezTo>
                  <a:cubicBezTo>
                    <a:pt x="60195" y="49663"/>
                    <a:pt x="57624" y="51126"/>
                    <a:pt x="59357" y="52627"/>
                  </a:cubicBezTo>
                  <a:cubicBezTo>
                    <a:pt x="60642" y="53782"/>
                    <a:pt x="61034" y="53205"/>
                    <a:pt x="62766" y="53512"/>
                  </a:cubicBezTo>
                  <a:cubicBezTo>
                    <a:pt x="62766" y="54090"/>
                    <a:pt x="61928" y="54667"/>
                    <a:pt x="61928" y="55553"/>
                  </a:cubicBezTo>
                  <a:cubicBezTo>
                    <a:pt x="62319" y="56130"/>
                    <a:pt x="62766" y="57016"/>
                    <a:pt x="61481" y="56746"/>
                  </a:cubicBezTo>
                  <a:cubicBezTo>
                    <a:pt x="58910" y="56438"/>
                    <a:pt x="57624" y="57632"/>
                    <a:pt x="58071" y="59364"/>
                  </a:cubicBezTo>
                  <a:cubicBezTo>
                    <a:pt x="58071" y="62021"/>
                    <a:pt x="64890" y="62329"/>
                    <a:pt x="64890" y="59672"/>
                  </a:cubicBezTo>
                  <a:cubicBezTo>
                    <a:pt x="64890" y="58517"/>
                    <a:pt x="66176" y="56130"/>
                    <a:pt x="64890" y="55553"/>
                  </a:cubicBezTo>
                  <a:cubicBezTo>
                    <a:pt x="64890" y="55283"/>
                    <a:pt x="64052" y="54398"/>
                    <a:pt x="64443" y="54090"/>
                  </a:cubicBezTo>
                  <a:cubicBezTo>
                    <a:pt x="65337" y="53782"/>
                    <a:pt x="66176" y="53512"/>
                    <a:pt x="66623" y="52897"/>
                  </a:cubicBezTo>
                  <a:cubicBezTo>
                    <a:pt x="67852" y="51742"/>
                    <a:pt x="67461" y="49663"/>
                    <a:pt x="68747" y="48200"/>
                  </a:cubicBezTo>
                  <a:cubicBezTo>
                    <a:pt x="69585" y="47045"/>
                    <a:pt x="70870" y="47045"/>
                    <a:pt x="69585" y="45582"/>
                  </a:cubicBezTo>
                  <a:cubicBezTo>
                    <a:pt x="68299" y="44966"/>
                    <a:pt x="68747" y="44966"/>
                    <a:pt x="68747" y="44080"/>
                  </a:cubicBezTo>
                  <a:cubicBezTo>
                    <a:pt x="68747" y="43195"/>
                    <a:pt x="70032" y="40846"/>
                    <a:pt x="69138" y="40269"/>
                  </a:cubicBezTo>
                  <a:cubicBezTo>
                    <a:pt x="68747" y="39692"/>
                    <a:pt x="66623" y="38806"/>
                    <a:pt x="68299" y="38190"/>
                  </a:cubicBezTo>
                  <a:cubicBezTo>
                    <a:pt x="70870" y="37035"/>
                    <a:pt x="70870" y="37613"/>
                    <a:pt x="70870" y="35572"/>
                  </a:cubicBezTo>
                  <a:cubicBezTo>
                    <a:pt x="70870" y="33493"/>
                    <a:pt x="67014" y="32608"/>
                    <a:pt x="70032" y="31722"/>
                  </a:cubicBezTo>
                  <a:cubicBezTo>
                    <a:pt x="71709" y="31453"/>
                    <a:pt x="71262" y="30259"/>
                    <a:pt x="71709" y="29374"/>
                  </a:cubicBezTo>
                  <a:cubicBezTo>
                    <a:pt x="71709" y="28488"/>
                    <a:pt x="72156" y="26140"/>
                    <a:pt x="70870" y="26756"/>
                  </a:cubicBezTo>
                  <a:cubicBezTo>
                    <a:pt x="67014" y="27911"/>
                    <a:pt x="69138" y="27603"/>
                    <a:pt x="68747" y="29682"/>
                  </a:cubicBezTo>
                  <a:cubicBezTo>
                    <a:pt x="67014" y="29682"/>
                    <a:pt x="64443" y="28796"/>
                    <a:pt x="62766" y="28796"/>
                  </a:cubicBezTo>
                  <a:cubicBezTo>
                    <a:pt x="61928" y="28488"/>
                    <a:pt x="59357" y="30837"/>
                    <a:pt x="59748" y="31453"/>
                  </a:cubicBezTo>
                  <a:cubicBezTo>
                    <a:pt x="59748" y="32916"/>
                    <a:pt x="60195" y="32916"/>
                    <a:pt x="58910" y="34379"/>
                  </a:cubicBezTo>
                  <a:cubicBezTo>
                    <a:pt x="57624" y="34995"/>
                    <a:pt x="55500" y="36458"/>
                    <a:pt x="55500" y="37343"/>
                  </a:cubicBezTo>
                  <a:cubicBezTo>
                    <a:pt x="55500" y="38806"/>
                    <a:pt x="58462" y="40846"/>
                    <a:pt x="58462" y="41732"/>
                  </a:cubicBezTo>
                  <a:cubicBezTo>
                    <a:pt x="57624" y="41732"/>
                    <a:pt x="52929" y="38190"/>
                    <a:pt x="52482" y="37921"/>
                  </a:cubicBezTo>
                  <a:cubicBezTo>
                    <a:pt x="52482" y="37343"/>
                    <a:pt x="52482" y="35842"/>
                    <a:pt x="51644" y="35842"/>
                  </a:cubicBezTo>
                  <a:cubicBezTo>
                    <a:pt x="50805" y="35842"/>
                    <a:pt x="49073" y="37613"/>
                    <a:pt x="48681" y="38190"/>
                  </a:cubicBezTo>
                  <a:cubicBezTo>
                    <a:pt x="48234" y="39076"/>
                    <a:pt x="47843" y="40846"/>
                    <a:pt x="47843" y="42040"/>
                  </a:cubicBezTo>
                  <a:cubicBezTo>
                    <a:pt x="46557" y="42309"/>
                    <a:pt x="46110" y="40846"/>
                    <a:pt x="44825" y="41732"/>
                  </a:cubicBezTo>
                  <a:cubicBezTo>
                    <a:pt x="43986" y="42309"/>
                    <a:pt x="43986" y="42617"/>
                    <a:pt x="43986" y="43503"/>
                  </a:cubicBezTo>
                  <a:cubicBezTo>
                    <a:pt x="43539" y="44388"/>
                    <a:pt x="43092" y="44696"/>
                    <a:pt x="44378" y="45274"/>
                  </a:cubicBezTo>
                  <a:cubicBezTo>
                    <a:pt x="45663" y="45851"/>
                    <a:pt x="46949" y="44696"/>
                    <a:pt x="47843" y="44388"/>
                  </a:cubicBezTo>
                  <a:cubicBezTo>
                    <a:pt x="49073" y="44080"/>
                    <a:pt x="50358" y="44388"/>
                    <a:pt x="51252" y="44696"/>
                  </a:cubicBezTo>
                  <a:cubicBezTo>
                    <a:pt x="52091" y="44966"/>
                    <a:pt x="52091" y="44966"/>
                    <a:pt x="52091" y="44966"/>
                  </a:cubicBezTo>
                  <a:close/>
                  <a:moveTo>
                    <a:pt x="80260" y="104677"/>
                  </a:moveTo>
                  <a:lnTo>
                    <a:pt x="80260" y="104677"/>
                  </a:lnTo>
                  <a:cubicBezTo>
                    <a:pt x="81546" y="103214"/>
                    <a:pt x="75565" y="101135"/>
                    <a:pt x="78975" y="99095"/>
                  </a:cubicBezTo>
                  <a:cubicBezTo>
                    <a:pt x="79813" y="98787"/>
                    <a:pt x="81099" y="98787"/>
                    <a:pt x="81993" y="98479"/>
                  </a:cubicBezTo>
                  <a:cubicBezTo>
                    <a:pt x="81993" y="98209"/>
                    <a:pt x="81099" y="97324"/>
                    <a:pt x="80707" y="97016"/>
                  </a:cubicBezTo>
                  <a:cubicBezTo>
                    <a:pt x="80260" y="96708"/>
                    <a:pt x="80260" y="95822"/>
                    <a:pt x="80260" y="95553"/>
                  </a:cubicBezTo>
                  <a:cubicBezTo>
                    <a:pt x="80260" y="94090"/>
                    <a:pt x="79422" y="92897"/>
                    <a:pt x="79422" y="91126"/>
                  </a:cubicBezTo>
                  <a:cubicBezTo>
                    <a:pt x="79813" y="90856"/>
                    <a:pt x="80707" y="89971"/>
                    <a:pt x="80707" y="89663"/>
                  </a:cubicBezTo>
                  <a:cubicBezTo>
                    <a:pt x="81099" y="89085"/>
                    <a:pt x="80260" y="88777"/>
                    <a:pt x="80707" y="88200"/>
                  </a:cubicBezTo>
                  <a:cubicBezTo>
                    <a:pt x="81993" y="87006"/>
                    <a:pt x="84117" y="87314"/>
                    <a:pt x="84117" y="85543"/>
                  </a:cubicBezTo>
                  <a:cubicBezTo>
                    <a:pt x="84117" y="84658"/>
                    <a:pt x="84508" y="83772"/>
                    <a:pt x="84117" y="82887"/>
                  </a:cubicBezTo>
                  <a:cubicBezTo>
                    <a:pt x="84117" y="82040"/>
                    <a:pt x="81993" y="81732"/>
                    <a:pt x="82384" y="80846"/>
                  </a:cubicBezTo>
                  <a:cubicBezTo>
                    <a:pt x="83223" y="79384"/>
                    <a:pt x="84117" y="79076"/>
                    <a:pt x="81993" y="77921"/>
                  </a:cubicBezTo>
                  <a:cubicBezTo>
                    <a:pt x="81099" y="77305"/>
                    <a:pt x="80707" y="77305"/>
                    <a:pt x="79813" y="76419"/>
                  </a:cubicBezTo>
                  <a:cubicBezTo>
                    <a:pt x="79813" y="75842"/>
                    <a:pt x="78584" y="75264"/>
                    <a:pt x="79422" y="74687"/>
                  </a:cubicBezTo>
                  <a:cubicBezTo>
                    <a:pt x="79813" y="74071"/>
                    <a:pt x="80707" y="73801"/>
                    <a:pt x="81099" y="73185"/>
                  </a:cubicBezTo>
                  <a:cubicBezTo>
                    <a:pt x="82384" y="71722"/>
                    <a:pt x="81993" y="73801"/>
                    <a:pt x="83670" y="74379"/>
                  </a:cubicBezTo>
                  <a:cubicBezTo>
                    <a:pt x="84508" y="74379"/>
                    <a:pt x="85402" y="73493"/>
                    <a:pt x="85794" y="73185"/>
                  </a:cubicBezTo>
                  <a:cubicBezTo>
                    <a:pt x="85794" y="71722"/>
                    <a:pt x="88365" y="72030"/>
                    <a:pt x="88365" y="71453"/>
                  </a:cubicBezTo>
                  <a:cubicBezTo>
                    <a:pt x="89203" y="69951"/>
                    <a:pt x="86632" y="70567"/>
                    <a:pt x="85402" y="69682"/>
                  </a:cubicBezTo>
                  <a:cubicBezTo>
                    <a:pt x="84117" y="68796"/>
                    <a:pt x="88812" y="66717"/>
                    <a:pt x="90097" y="66717"/>
                  </a:cubicBezTo>
                  <a:cubicBezTo>
                    <a:pt x="91383" y="66717"/>
                    <a:pt x="90489" y="65255"/>
                    <a:pt x="90489" y="64677"/>
                  </a:cubicBezTo>
                  <a:cubicBezTo>
                    <a:pt x="90936" y="63484"/>
                    <a:pt x="88365" y="64369"/>
                    <a:pt x="87079" y="64100"/>
                  </a:cubicBezTo>
                  <a:cubicBezTo>
                    <a:pt x="84955" y="63484"/>
                    <a:pt x="85402" y="63214"/>
                    <a:pt x="82831" y="63214"/>
                  </a:cubicBezTo>
                  <a:cubicBezTo>
                    <a:pt x="82831" y="62598"/>
                    <a:pt x="83223" y="61443"/>
                    <a:pt x="84117" y="61135"/>
                  </a:cubicBezTo>
                  <a:cubicBezTo>
                    <a:pt x="85794" y="60866"/>
                    <a:pt x="90097" y="62021"/>
                    <a:pt x="90936" y="60250"/>
                  </a:cubicBezTo>
                  <a:cubicBezTo>
                    <a:pt x="91383" y="59364"/>
                    <a:pt x="91383" y="57324"/>
                    <a:pt x="91383" y="56438"/>
                  </a:cubicBezTo>
                  <a:cubicBezTo>
                    <a:pt x="89650" y="56438"/>
                    <a:pt x="88812" y="56746"/>
                    <a:pt x="87526" y="57632"/>
                  </a:cubicBezTo>
                  <a:cubicBezTo>
                    <a:pt x="85794" y="59095"/>
                    <a:pt x="87918" y="56130"/>
                    <a:pt x="87918" y="55861"/>
                  </a:cubicBezTo>
                  <a:cubicBezTo>
                    <a:pt x="89203" y="54667"/>
                    <a:pt x="93898" y="49971"/>
                    <a:pt x="93898" y="49085"/>
                  </a:cubicBezTo>
                  <a:cubicBezTo>
                    <a:pt x="91774" y="49085"/>
                    <a:pt x="88812" y="52011"/>
                    <a:pt x="88365" y="53205"/>
                  </a:cubicBezTo>
                  <a:cubicBezTo>
                    <a:pt x="87918" y="54398"/>
                    <a:pt x="83223" y="58209"/>
                    <a:pt x="83223" y="54667"/>
                  </a:cubicBezTo>
                  <a:cubicBezTo>
                    <a:pt x="83223" y="52627"/>
                    <a:pt x="81099" y="53512"/>
                    <a:pt x="78975" y="52897"/>
                  </a:cubicBezTo>
                  <a:cubicBezTo>
                    <a:pt x="78584" y="52897"/>
                    <a:pt x="79813" y="51434"/>
                    <a:pt x="79813" y="51126"/>
                  </a:cubicBezTo>
                  <a:cubicBezTo>
                    <a:pt x="81099" y="50279"/>
                    <a:pt x="83223" y="47930"/>
                    <a:pt x="81546" y="47045"/>
                  </a:cubicBezTo>
                  <a:cubicBezTo>
                    <a:pt x="79422" y="46159"/>
                    <a:pt x="80260" y="45582"/>
                    <a:pt x="79813" y="44388"/>
                  </a:cubicBezTo>
                  <a:cubicBezTo>
                    <a:pt x="78975" y="42040"/>
                    <a:pt x="77298" y="44080"/>
                    <a:pt x="76013" y="44966"/>
                  </a:cubicBezTo>
                  <a:cubicBezTo>
                    <a:pt x="75565" y="45582"/>
                    <a:pt x="75118" y="44966"/>
                    <a:pt x="74280" y="44966"/>
                  </a:cubicBezTo>
                  <a:cubicBezTo>
                    <a:pt x="73442" y="44966"/>
                    <a:pt x="73442" y="46159"/>
                    <a:pt x="72994" y="46429"/>
                  </a:cubicBezTo>
                  <a:cubicBezTo>
                    <a:pt x="70870" y="48200"/>
                    <a:pt x="76013" y="48508"/>
                    <a:pt x="74727" y="49393"/>
                  </a:cubicBezTo>
                  <a:cubicBezTo>
                    <a:pt x="72156" y="50856"/>
                    <a:pt x="69585" y="49085"/>
                    <a:pt x="69138" y="52627"/>
                  </a:cubicBezTo>
                  <a:cubicBezTo>
                    <a:pt x="68299" y="54667"/>
                    <a:pt x="66176" y="57324"/>
                    <a:pt x="69585" y="58787"/>
                  </a:cubicBezTo>
                  <a:cubicBezTo>
                    <a:pt x="72156" y="59980"/>
                    <a:pt x="70870" y="59364"/>
                    <a:pt x="69585" y="60250"/>
                  </a:cubicBezTo>
                  <a:cubicBezTo>
                    <a:pt x="67852" y="61443"/>
                    <a:pt x="67852" y="63214"/>
                    <a:pt x="65337" y="64369"/>
                  </a:cubicBezTo>
                  <a:cubicBezTo>
                    <a:pt x="62319" y="65563"/>
                    <a:pt x="60195" y="62906"/>
                    <a:pt x="58071" y="62906"/>
                  </a:cubicBezTo>
                  <a:cubicBezTo>
                    <a:pt x="58071" y="63484"/>
                    <a:pt x="58910" y="65255"/>
                    <a:pt x="57177" y="65563"/>
                  </a:cubicBezTo>
                  <a:cubicBezTo>
                    <a:pt x="56339" y="65563"/>
                    <a:pt x="55053" y="64985"/>
                    <a:pt x="53768" y="64985"/>
                  </a:cubicBezTo>
                  <a:cubicBezTo>
                    <a:pt x="52929" y="64985"/>
                    <a:pt x="51644" y="66717"/>
                    <a:pt x="50358" y="67025"/>
                  </a:cubicBezTo>
                  <a:cubicBezTo>
                    <a:pt x="47843" y="68488"/>
                    <a:pt x="46557" y="66448"/>
                    <a:pt x="43986" y="66140"/>
                  </a:cubicBezTo>
                  <a:cubicBezTo>
                    <a:pt x="42701" y="66448"/>
                    <a:pt x="34149" y="66717"/>
                    <a:pt x="37559" y="68796"/>
                  </a:cubicBezTo>
                  <a:cubicBezTo>
                    <a:pt x="38844" y="69682"/>
                    <a:pt x="38397" y="69951"/>
                    <a:pt x="37559" y="71145"/>
                  </a:cubicBezTo>
                  <a:cubicBezTo>
                    <a:pt x="37112" y="72608"/>
                    <a:pt x="37559" y="74956"/>
                    <a:pt x="39683" y="75534"/>
                  </a:cubicBezTo>
                  <a:cubicBezTo>
                    <a:pt x="40577" y="75842"/>
                    <a:pt x="41863" y="75842"/>
                    <a:pt x="42254" y="76419"/>
                  </a:cubicBezTo>
                  <a:cubicBezTo>
                    <a:pt x="44378" y="79961"/>
                    <a:pt x="46557" y="75534"/>
                    <a:pt x="47843" y="78498"/>
                  </a:cubicBezTo>
                  <a:cubicBezTo>
                    <a:pt x="48234" y="79692"/>
                    <a:pt x="49520" y="79076"/>
                    <a:pt x="50358" y="78190"/>
                  </a:cubicBezTo>
                  <a:cubicBezTo>
                    <a:pt x="51252" y="77613"/>
                    <a:pt x="52482" y="77035"/>
                    <a:pt x="53376" y="76150"/>
                  </a:cubicBezTo>
                  <a:cubicBezTo>
                    <a:pt x="53376" y="76150"/>
                    <a:pt x="53376" y="76150"/>
                    <a:pt x="53768" y="76150"/>
                  </a:cubicBezTo>
                  <a:cubicBezTo>
                    <a:pt x="53768" y="77921"/>
                    <a:pt x="52091" y="78190"/>
                    <a:pt x="50358" y="79076"/>
                  </a:cubicBezTo>
                  <a:cubicBezTo>
                    <a:pt x="49967" y="79692"/>
                    <a:pt x="49520" y="80538"/>
                    <a:pt x="49967" y="80846"/>
                  </a:cubicBezTo>
                  <a:cubicBezTo>
                    <a:pt x="50358" y="82040"/>
                    <a:pt x="51644" y="81424"/>
                    <a:pt x="52929" y="81732"/>
                  </a:cubicBezTo>
                  <a:cubicBezTo>
                    <a:pt x="54662" y="82887"/>
                    <a:pt x="53376" y="83195"/>
                    <a:pt x="55947" y="83772"/>
                  </a:cubicBezTo>
                  <a:cubicBezTo>
                    <a:pt x="56339" y="83772"/>
                    <a:pt x="58462" y="85235"/>
                    <a:pt x="58462" y="85543"/>
                  </a:cubicBezTo>
                  <a:lnTo>
                    <a:pt x="58462" y="85543"/>
                  </a:lnTo>
                  <a:cubicBezTo>
                    <a:pt x="58462" y="85235"/>
                    <a:pt x="58071" y="82309"/>
                    <a:pt x="59357" y="82309"/>
                  </a:cubicBezTo>
                  <a:cubicBezTo>
                    <a:pt x="60195" y="82617"/>
                    <a:pt x="61928" y="84388"/>
                    <a:pt x="62319" y="83195"/>
                  </a:cubicBezTo>
                  <a:cubicBezTo>
                    <a:pt x="62766" y="82040"/>
                    <a:pt x="62319" y="80846"/>
                    <a:pt x="63605" y="80269"/>
                  </a:cubicBezTo>
                  <a:cubicBezTo>
                    <a:pt x="64443" y="79384"/>
                    <a:pt x="65337" y="80269"/>
                    <a:pt x="66623" y="79961"/>
                  </a:cubicBezTo>
                  <a:cubicBezTo>
                    <a:pt x="68299" y="79384"/>
                    <a:pt x="70032" y="77305"/>
                    <a:pt x="71262" y="76150"/>
                  </a:cubicBezTo>
                  <a:cubicBezTo>
                    <a:pt x="72547" y="74687"/>
                    <a:pt x="72156" y="76727"/>
                    <a:pt x="72156" y="77305"/>
                  </a:cubicBezTo>
                  <a:cubicBezTo>
                    <a:pt x="72156" y="79076"/>
                    <a:pt x="72994" y="80269"/>
                    <a:pt x="72994" y="81732"/>
                  </a:cubicBezTo>
                  <a:cubicBezTo>
                    <a:pt x="72994" y="83503"/>
                    <a:pt x="72156" y="85543"/>
                    <a:pt x="72547" y="87314"/>
                  </a:cubicBezTo>
                  <a:cubicBezTo>
                    <a:pt x="72547" y="87892"/>
                    <a:pt x="71709" y="89393"/>
                    <a:pt x="71709" y="89971"/>
                  </a:cubicBezTo>
                  <a:cubicBezTo>
                    <a:pt x="74280" y="88777"/>
                    <a:pt x="74280" y="88777"/>
                    <a:pt x="74280" y="88777"/>
                  </a:cubicBezTo>
                  <a:cubicBezTo>
                    <a:pt x="75118" y="89663"/>
                    <a:pt x="73442" y="94359"/>
                    <a:pt x="72547" y="95553"/>
                  </a:cubicBezTo>
                  <a:cubicBezTo>
                    <a:pt x="71262" y="99672"/>
                    <a:pt x="71262" y="99672"/>
                    <a:pt x="71262" y="99672"/>
                  </a:cubicBezTo>
                  <a:cubicBezTo>
                    <a:pt x="70423" y="101135"/>
                    <a:pt x="69138" y="102329"/>
                    <a:pt x="68747" y="103792"/>
                  </a:cubicBezTo>
                  <a:cubicBezTo>
                    <a:pt x="68299" y="105832"/>
                    <a:pt x="69585" y="107295"/>
                    <a:pt x="69585" y="109374"/>
                  </a:cubicBezTo>
                  <a:cubicBezTo>
                    <a:pt x="69585" y="110259"/>
                    <a:pt x="67852" y="109951"/>
                    <a:pt x="67014" y="110259"/>
                  </a:cubicBezTo>
                  <a:cubicBezTo>
                    <a:pt x="65728" y="110567"/>
                    <a:pt x="67461" y="112916"/>
                    <a:pt x="65337" y="113493"/>
                  </a:cubicBezTo>
                  <a:cubicBezTo>
                    <a:pt x="64443" y="113801"/>
                    <a:pt x="63605" y="113493"/>
                    <a:pt x="64443" y="114379"/>
                  </a:cubicBezTo>
                  <a:cubicBezTo>
                    <a:pt x="65337" y="115264"/>
                    <a:pt x="65337" y="117882"/>
                    <a:pt x="67014" y="116997"/>
                  </a:cubicBezTo>
                  <a:cubicBezTo>
                    <a:pt x="70032" y="115264"/>
                    <a:pt x="70870" y="116997"/>
                    <a:pt x="72156" y="118768"/>
                  </a:cubicBezTo>
                  <a:cubicBezTo>
                    <a:pt x="72156" y="119076"/>
                    <a:pt x="72994" y="119961"/>
                    <a:pt x="73833" y="119961"/>
                  </a:cubicBezTo>
                  <a:cubicBezTo>
                    <a:pt x="73833" y="119961"/>
                    <a:pt x="73442" y="118498"/>
                    <a:pt x="73442" y="118190"/>
                  </a:cubicBezTo>
                  <a:cubicBezTo>
                    <a:pt x="73442" y="117882"/>
                    <a:pt x="74280" y="116997"/>
                    <a:pt x="74727" y="116419"/>
                  </a:cubicBezTo>
                  <a:cubicBezTo>
                    <a:pt x="75118" y="114956"/>
                    <a:pt x="73833" y="113185"/>
                    <a:pt x="74280" y="112030"/>
                  </a:cubicBezTo>
                  <a:cubicBezTo>
                    <a:pt x="75565" y="109374"/>
                    <a:pt x="75118" y="108488"/>
                    <a:pt x="75118" y="106140"/>
                  </a:cubicBezTo>
                  <a:cubicBezTo>
                    <a:pt x="75118" y="103484"/>
                    <a:pt x="78136" y="105563"/>
                    <a:pt x="79813" y="105255"/>
                  </a:cubicBezTo>
                  <a:cubicBezTo>
                    <a:pt x="80260" y="104677"/>
                    <a:pt x="80260" y="104677"/>
                    <a:pt x="80260" y="104677"/>
                  </a:cubicBezTo>
                  <a:close/>
                  <a:moveTo>
                    <a:pt x="88365" y="86429"/>
                  </a:moveTo>
                  <a:lnTo>
                    <a:pt x="88365" y="86429"/>
                  </a:lnTo>
                  <a:cubicBezTo>
                    <a:pt x="89203" y="85543"/>
                    <a:pt x="86632" y="83772"/>
                    <a:pt x="86632" y="82617"/>
                  </a:cubicBezTo>
                  <a:cubicBezTo>
                    <a:pt x="86632" y="82309"/>
                    <a:pt x="86632" y="81154"/>
                    <a:pt x="87526" y="81424"/>
                  </a:cubicBezTo>
                  <a:cubicBezTo>
                    <a:pt x="88365" y="82040"/>
                    <a:pt x="89203" y="82617"/>
                    <a:pt x="90097" y="82617"/>
                  </a:cubicBezTo>
                  <a:cubicBezTo>
                    <a:pt x="90936" y="82617"/>
                    <a:pt x="93060" y="80846"/>
                    <a:pt x="92668" y="82617"/>
                  </a:cubicBezTo>
                  <a:cubicBezTo>
                    <a:pt x="92668" y="84080"/>
                    <a:pt x="92221" y="84080"/>
                    <a:pt x="94345" y="84388"/>
                  </a:cubicBezTo>
                  <a:cubicBezTo>
                    <a:pt x="95183" y="84658"/>
                    <a:pt x="95183" y="85235"/>
                    <a:pt x="96469" y="85235"/>
                  </a:cubicBezTo>
                  <a:cubicBezTo>
                    <a:pt x="97755" y="85235"/>
                    <a:pt x="97755" y="85235"/>
                    <a:pt x="97755" y="86121"/>
                  </a:cubicBezTo>
                  <a:cubicBezTo>
                    <a:pt x="97755" y="86737"/>
                    <a:pt x="97755" y="87892"/>
                    <a:pt x="96469" y="87314"/>
                  </a:cubicBezTo>
                  <a:cubicBezTo>
                    <a:pt x="95183" y="86429"/>
                    <a:pt x="94792" y="84658"/>
                    <a:pt x="93507" y="86429"/>
                  </a:cubicBezTo>
                  <a:cubicBezTo>
                    <a:pt x="93060" y="87314"/>
                    <a:pt x="92221" y="87892"/>
                    <a:pt x="92668" y="88777"/>
                  </a:cubicBezTo>
                  <a:cubicBezTo>
                    <a:pt x="92668" y="89971"/>
                    <a:pt x="91774" y="92011"/>
                    <a:pt x="90097" y="90279"/>
                  </a:cubicBezTo>
                  <a:cubicBezTo>
                    <a:pt x="89650" y="89663"/>
                    <a:pt x="89650" y="89085"/>
                    <a:pt x="88812" y="88777"/>
                  </a:cubicBezTo>
                  <a:cubicBezTo>
                    <a:pt x="87918" y="88508"/>
                    <a:pt x="87079" y="87892"/>
                    <a:pt x="87918" y="87006"/>
                  </a:cubicBezTo>
                  <a:cubicBezTo>
                    <a:pt x="88365" y="86429"/>
                    <a:pt x="88365" y="86429"/>
                    <a:pt x="88365" y="86429"/>
                  </a:cubicBezTo>
                  <a:close/>
                  <a:moveTo>
                    <a:pt x="99878" y="63484"/>
                  </a:moveTo>
                  <a:lnTo>
                    <a:pt x="99878" y="63484"/>
                  </a:lnTo>
                  <a:cubicBezTo>
                    <a:pt x="99040" y="64100"/>
                    <a:pt x="97363" y="63792"/>
                    <a:pt x="96469" y="63214"/>
                  </a:cubicBezTo>
                  <a:cubicBezTo>
                    <a:pt x="95631" y="62329"/>
                    <a:pt x="97363" y="62021"/>
                    <a:pt x="97363" y="61443"/>
                  </a:cubicBezTo>
                  <a:cubicBezTo>
                    <a:pt x="97755" y="60866"/>
                    <a:pt x="98202" y="59980"/>
                    <a:pt x="98593" y="59364"/>
                  </a:cubicBezTo>
                  <a:cubicBezTo>
                    <a:pt x="99487" y="59095"/>
                    <a:pt x="99878" y="59095"/>
                    <a:pt x="100773" y="58517"/>
                  </a:cubicBezTo>
                  <a:cubicBezTo>
                    <a:pt x="101164" y="58209"/>
                    <a:pt x="101611" y="57632"/>
                    <a:pt x="102002" y="57324"/>
                  </a:cubicBezTo>
                  <a:cubicBezTo>
                    <a:pt x="102449" y="57016"/>
                    <a:pt x="102897" y="57324"/>
                    <a:pt x="103288" y="57324"/>
                  </a:cubicBezTo>
                  <a:cubicBezTo>
                    <a:pt x="104182" y="57324"/>
                    <a:pt x="104573" y="57016"/>
                    <a:pt x="105020" y="57016"/>
                  </a:cubicBezTo>
                  <a:cubicBezTo>
                    <a:pt x="106753" y="56746"/>
                    <a:pt x="107144" y="56746"/>
                    <a:pt x="105859" y="57632"/>
                  </a:cubicBezTo>
                  <a:cubicBezTo>
                    <a:pt x="105020" y="58517"/>
                    <a:pt x="103735" y="59364"/>
                    <a:pt x="102897" y="60250"/>
                  </a:cubicBezTo>
                  <a:cubicBezTo>
                    <a:pt x="102002" y="61135"/>
                    <a:pt x="101164" y="62021"/>
                    <a:pt x="100326" y="62906"/>
                  </a:cubicBezTo>
                  <a:lnTo>
                    <a:pt x="99878" y="63484"/>
                  </a:lnTo>
                  <a:close/>
                </a:path>
              </a:pathLst>
            </a:custGeom>
            <a:grpFill/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280" name="Shape 11280"/>
            <p:cNvSpPr/>
            <p:nvPr/>
          </p:nvSpPr>
          <p:spPr>
            <a:xfrm rot="3648446">
              <a:off x="10052646" y="2824991"/>
              <a:ext cx="456552" cy="50705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12" y="119938"/>
                  </a:moveTo>
                  <a:lnTo>
                    <a:pt x="4712" y="119938"/>
                  </a:lnTo>
                  <a:cubicBezTo>
                    <a:pt x="7307" y="119507"/>
                    <a:pt x="9425" y="118090"/>
                    <a:pt x="12020" y="118090"/>
                  </a:cubicBezTo>
                  <a:cubicBezTo>
                    <a:pt x="12498" y="118090"/>
                    <a:pt x="13044" y="119014"/>
                    <a:pt x="13591" y="119014"/>
                  </a:cubicBezTo>
                  <a:cubicBezTo>
                    <a:pt x="17211" y="118521"/>
                    <a:pt x="19806" y="116673"/>
                    <a:pt x="22948" y="116180"/>
                  </a:cubicBezTo>
                  <a:cubicBezTo>
                    <a:pt x="23972" y="116180"/>
                    <a:pt x="23972" y="117597"/>
                    <a:pt x="25065" y="117597"/>
                  </a:cubicBezTo>
                  <a:cubicBezTo>
                    <a:pt x="27660" y="118090"/>
                    <a:pt x="30256" y="117597"/>
                    <a:pt x="32851" y="117104"/>
                  </a:cubicBezTo>
                  <a:cubicBezTo>
                    <a:pt x="34968" y="116673"/>
                    <a:pt x="37017" y="114763"/>
                    <a:pt x="39612" y="114332"/>
                  </a:cubicBezTo>
                  <a:cubicBezTo>
                    <a:pt x="41183" y="113839"/>
                    <a:pt x="43301" y="114763"/>
                    <a:pt x="44871" y="114332"/>
                  </a:cubicBezTo>
                  <a:cubicBezTo>
                    <a:pt x="46442" y="113839"/>
                    <a:pt x="48491" y="112915"/>
                    <a:pt x="49038" y="111498"/>
                  </a:cubicBezTo>
                  <a:cubicBezTo>
                    <a:pt x="50062" y="109158"/>
                    <a:pt x="48013" y="106817"/>
                    <a:pt x="47467" y="104414"/>
                  </a:cubicBezTo>
                  <a:cubicBezTo>
                    <a:pt x="47467" y="102997"/>
                    <a:pt x="45896" y="101149"/>
                    <a:pt x="46989" y="100164"/>
                  </a:cubicBezTo>
                  <a:cubicBezTo>
                    <a:pt x="50062" y="98316"/>
                    <a:pt x="54775" y="99240"/>
                    <a:pt x="57302" y="96406"/>
                  </a:cubicBezTo>
                  <a:cubicBezTo>
                    <a:pt x="60443" y="93634"/>
                    <a:pt x="58326" y="88459"/>
                    <a:pt x="61468" y="85626"/>
                  </a:cubicBezTo>
                  <a:cubicBezTo>
                    <a:pt x="64610" y="82792"/>
                    <a:pt x="69869" y="82299"/>
                    <a:pt x="74035" y="82299"/>
                  </a:cubicBezTo>
                  <a:cubicBezTo>
                    <a:pt x="76630" y="81868"/>
                    <a:pt x="79225" y="85133"/>
                    <a:pt x="81343" y="84640"/>
                  </a:cubicBezTo>
                  <a:cubicBezTo>
                    <a:pt x="83938" y="84209"/>
                    <a:pt x="84963" y="81375"/>
                    <a:pt x="86533" y="79466"/>
                  </a:cubicBezTo>
                  <a:cubicBezTo>
                    <a:pt x="86533" y="79466"/>
                    <a:pt x="86533" y="75277"/>
                    <a:pt x="86533" y="74291"/>
                  </a:cubicBezTo>
                  <a:cubicBezTo>
                    <a:pt x="86533" y="73367"/>
                    <a:pt x="86533" y="67268"/>
                    <a:pt x="86533" y="67268"/>
                  </a:cubicBezTo>
                  <a:cubicBezTo>
                    <a:pt x="87080" y="65852"/>
                    <a:pt x="89129" y="64928"/>
                    <a:pt x="88651" y="63942"/>
                  </a:cubicBezTo>
                  <a:cubicBezTo>
                    <a:pt x="87080" y="61601"/>
                    <a:pt x="81343" y="61601"/>
                    <a:pt x="81343" y="58767"/>
                  </a:cubicBezTo>
                  <a:cubicBezTo>
                    <a:pt x="80796" y="55995"/>
                    <a:pt x="87558" y="55503"/>
                    <a:pt x="88104" y="52669"/>
                  </a:cubicBezTo>
                  <a:cubicBezTo>
                    <a:pt x="88104" y="50821"/>
                    <a:pt x="82367" y="52238"/>
                    <a:pt x="81821" y="50328"/>
                  </a:cubicBezTo>
                  <a:cubicBezTo>
                    <a:pt x="81343" y="47987"/>
                    <a:pt x="83938" y="45585"/>
                    <a:pt x="85987" y="43737"/>
                  </a:cubicBezTo>
                  <a:cubicBezTo>
                    <a:pt x="87558" y="42813"/>
                    <a:pt x="90153" y="44168"/>
                    <a:pt x="91724" y="43244"/>
                  </a:cubicBezTo>
                  <a:cubicBezTo>
                    <a:pt x="93841" y="41827"/>
                    <a:pt x="93841" y="38562"/>
                    <a:pt x="95890" y="37145"/>
                  </a:cubicBezTo>
                  <a:cubicBezTo>
                    <a:pt x="97461" y="36221"/>
                    <a:pt x="99578" y="35297"/>
                    <a:pt x="101149" y="35728"/>
                  </a:cubicBezTo>
                  <a:cubicBezTo>
                    <a:pt x="103198" y="36652"/>
                    <a:pt x="103198" y="39486"/>
                    <a:pt x="105315" y="40410"/>
                  </a:cubicBezTo>
                  <a:cubicBezTo>
                    <a:pt x="106340" y="40903"/>
                    <a:pt x="106340" y="38562"/>
                    <a:pt x="106886" y="38562"/>
                  </a:cubicBezTo>
                  <a:cubicBezTo>
                    <a:pt x="109482" y="38562"/>
                    <a:pt x="111052" y="41396"/>
                    <a:pt x="113101" y="41396"/>
                  </a:cubicBezTo>
                  <a:cubicBezTo>
                    <a:pt x="115219" y="41396"/>
                    <a:pt x="116243" y="39055"/>
                    <a:pt x="117814" y="38069"/>
                  </a:cubicBezTo>
                  <a:cubicBezTo>
                    <a:pt x="118360" y="37638"/>
                    <a:pt x="119931" y="37145"/>
                    <a:pt x="119931" y="36221"/>
                  </a:cubicBezTo>
                  <a:cubicBezTo>
                    <a:pt x="119931" y="35297"/>
                    <a:pt x="118360" y="34804"/>
                    <a:pt x="117268" y="34804"/>
                  </a:cubicBezTo>
                  <a:cubicBezTo>
                    <a:pt x="116243" y="34312"/>
                    <a:pt x="114672" y="35728"/>
                    <a:pt x="113648" y="35297"/>
                  </a:cubicBezTo>
                  <a:cubicBezTo>
                    <a:pt x="112077" y="34804"/>
                    <a:pt x="110028" y="34312"/>
                    <a:pt x="108935" y="32895"/>
                  </a:cubicBezTo>
                  <a:cubicBezTo>
                    <a:pt x="107911" y="31047"/>
                    <a:pt x="110506" y="29137"/>
                    <a:pt x="109482" y="27227"/>
                  </a:cubicBezTo>
                  <a:cubicBezTo>
                    <a:pt x="107911" y="24887"/>
                    <a:pt x="103745" y="24887"/>
                    <a:pt x="103198" y="22546"/>
                  </a:cubicBezTo>
                  <a:cubicBezTo>
                    <a:pt x="102174" y="19281"/>
                    <a:pt x="105315" y="16447"/>
                    <a:pt x="105862" y="13613"/>
                  </a:cubicBezTo>
                  <a:cubicBezTo>
                    <a:pt x="105862" y="10780"/>
                    <a:pt x="105315" y="11273"/>
                    <a:pt x="104769" y="8439"/>
                  </a:cubicBezTo>
                  <a:lnTo>
                    <a:pt x="104769" y="8439"/>
                  </a:lnTo>
                  <a:cubicBezTo>
                    <a:pt x="101149" y="7515"/>
                    <a:pt x="96983" y="5605"/>
                    <a:pt x="93841" y="5605"/>
                  </a:cubicBezTo>
                  <a:cubicBezTo>
                    <a:pt x="88104" y="7515"/>
                    <a:pt x="85509" y="7515"/>
                    <a:pt x="80250" y="11273"/>
                  </a:cubicBezTo>
                  <a:cubicBezTo>
                    <a:pt x="76084" y="14106"/>
                    <a:pt x="69322" y="10780"/>
                    <a:pt x="65156" y="9363"/>
                  </a:cubicBezTo>
                  <a:cubicBezTo>
                    <a:pt x="59897" y="7946"/>
                    <a:pt x="45896" y="0"/>
                    <a:pt x="41730" y="1416"/>
                  </a:cubicBezTo>
                  <a:cubicBezTo>
                    <a:pt x="36539" y="3757"/>
                    <a:pt x="30256" y="5605"/>
                    <a:pt x="25065" y="5605"/>
                  </a:cubicBezTo>
                  <a:cubicBezTo>
                    <a:pt x="26089" y="8932"/>
                    <a:pt x="25065" y="13121"/>
                    <a:pt x="19806" y="13121"/>
                  </a:cubicBezTo>
                  <a:cubicBezTo>
                    <a:pt x="14069" y="13121"/>
                    <a:pt x="12498" y="11273"/>
                    <a:pt x="12498" y="16940"/>
                  </a:cubicBezTo>
                  <a:cubicBezTo>
                    <a:pt x="11474" y="16940"/>
                    <a:pt x="11474" y="13121"/>
                    <a:pt x="9903" y="13121"/>
                  </a:cubicBezTo>
                  <a:cubicBezTo>
                    <a:pt x="6761" y="13121"/>
                    <a:pt x="4166" y="13613"/>
                    <a:pt x="1024" y="15030"/>
                  </a:cubicBezTo>
                  <a:cubicBezTo>
                    <a:pt x="1024" y="15030"/>
                    <a:pt x="546" y="15523"/>
                    <a:pt x="0" y="15523"/>
                  </a:cubicBezTo>
                  <a:lnTo>
                    <a:pt x="0" y="15523"/>
                  </a:lnTo>
                  <a:cubicBezTo>
                    <a:pt x="1024" y="19281"/>
                    <a:pt x="1570" y="23039"/>
                    <a:pt x="3141" y="26303"/>
                  </a:cubicBezTo>
                  <a:cubicBezTo>
                    <a:pt x="3619" y="27720"/>
                    <a:pt x="6283" y="28644"/>
                    <a:pt x="6761" y="30554"/>
                  </a:cubicBezTo>
                  <a:cubicBezTo>
                    <a:pt x="7307" y="32464"/>
                    <a:pt x="6283" y="34804"/>
                    <a:pt x="6283" y="36652"/>
                  </a:cubicBezTo>
                  <a:cubicBezTo>
                    <a:pt x="6283" y="37638"/>
                    <a:pt x="7854" y="38069"/>
                    <a:pt x="7854" y="39055"/>
                  </a:cubicBezTo>
                  <a:cubicBezTo>
                    <a:pt x="8878" y="42320"/>
                    <a:pt x="8878" y="46078"/>
                    <a:pt x="8878" y="49835"/>
                  </a:cubicBezTo>
                  <a:cubicBezTo>
                    <a:pt x="8878" y="51252"/>
                    <a:pt x="7307" y="53162"/>
                    <a:pt x="8878" y="54579"/>
                  </a:cubicBezTo>
                  <a:cubicBezTo>
                    <a:pt x="9903" y="55995"/>
                    <a:pt x="13044" y="56427"/>
                    <a:pt x="15093" y="55995"/>
                  </a:cubicBezTo>
                  <a:cubicBezTo>
                    <a:pt x="16664" y="55995"/>
                    <a:pt x="16186" y="53162"/>
                    <a:pt x="17757" y="52669"/>
                  </a:cubicBezTo>
                  <a:cubicBezTo>
                    <a:pt x="20352" y="51745"/>
                    <a:pt x="23494" y="52669"/>
                    <a:pt x="26089" y="52238"/>
                  </a:cubicBezTo>
                  <a:cubicBezTo>
                    <a:pt x="27660" y="51745"/>
                    <a:pt x="28207" y="49835"/>
                    <a:pt x="29709" y="50328"/>
                  </a:cubicBezTo>
                  <a:cubicBezTo>
                    <a:pt x="31280" y="50821"/>
                    <a:pt x="31826" y="53593"/>
                    <a:pt x="33397" y="55010"/>
                  </a:cubicBezTo>
                  <a:cubicBezTo>
                    <a:pt x="34968" y="55995"/>
                    <a:pt x="37564" y="55503"/>
                    <a:pt x="38588" y="56919"/>
                  </a:cubicBezTo>
                  <a:cubicBezTo>
                    <a:pt x="40705" y="59260"/>
                    <a:pt x="42276" y="61601"/>
                    <a:pt x="41730" y="64435"/>
                  </a:cubicBezTo>
                  <a:cubicBezTo>
                    <a:pt x="41183" y="67761"/>
                    <a:pt x="37564" y="70102"/>
                    <a:pt x="35446" y="72936"/>
                  </a:cubicBezTo>
                  <a:cubicBezTo>
                    <a:pt x="33875" y="75277"/>
                    <a:pt x="30802" y="76694"/>
                    <a:pt x="30802" y="79034"/>
                  </a:cubicBezTo>
                  <a:cubicBezTo>
                    <a:pt x="30802" y="80882"/>
                    <a:pt x="34968" y="79958"/>
                    <a:pt x="35446" y="81375"/>
                  </a:cubicBezTo>
                  <a:cubicBezTo>
                    <a:pt x="36539" y="84209"/>
                    <a:pt x="33875" y="87474"/>
                    <a:pt x="34422" y="89876"/>
                  </a:cubicBezTo>
                  <a:cubicBezTo>
                    <a:pt x="34968" y="91232"/>
                    <a:pt x="37564" y="90308"/>
                    <a:pt x="37564" y="91232"/>
                  </a:cubicBezTo>
                  <a:cubicBezTo>
                    <a:pt x="38042" y="93141"/>
                    <a:pt x="37017" y="94989"/>
                    <a:pt x="36539" y="96899"/>
                  </a:cubicBezTo>
                  <a:cubicBezTo>
                    <a:pt x="35993" y="98316"/>
                    <a:pt x="36539" y="100657"/>
                    <a:pt x="34968" y="101581"/>
                  </a:cubicBezTo>
                  <a:cubicBezTo>
                    <a:pt x="32851" y="102997"/>
                    <a:pt x="29231" y="101149"/>
                    <a:pt x="26636" y="102997"/>
                  </a:cubicBezTo>
                  <a:cubicBezTo>
                    <a:pt x="25065" y="103983"/>
                    <a:pt x="26089" y="106324"/>
                    <a:pt x="25065" y="107741"/>
                  </a:cubicBezTo>
                  <a:cubicBezTo>
                    <a:pt x="22948" y="109589"/>
                    <a:pt x="20830" y="111006"/>
                    <a:pt x="18782" y="111498"/>
                  </a:cubicBezTo>
                  <a:cubicBezTo>
                    <a:pt x="16664" y="112422"/>
                    <a:pt x="14615" y="111006"/>
                    <a:pt x="13044" y="111930"/>
                  </a:cubicBezTo>
                  <a:cubicBezTo>
                    <a:pt x="9903" y="113839"/>
                    <a:pt x="7307" y="117104"/>
                    <a:pt x="4712" y="119938"/>
                  </a:cubicBezTo>
                </a:path>
              </a:pathLst>
            </a:custGeom>
            <a:solidFill>
              <a:srgbClr val="FF0000"/>
            </a:solidFill>
            <a:ln w="28575" cap="flat" cmpd="sng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242332" y="1661179"/>
            <a:ext cx="1707335" cy="65667"/>
            <a:chOff x="5242332" y="1714187"/>
            <a:chExt cx="1707335" cy="65667"/>
          </a:xfrm>
          <a:solidFill>
            <a:srgbClr val="FF0000"/>
          </a:solidFill>
        </p:grpSpPr>
        <p:sp>
          <p:nvSpPr>
            <p:cNvPr id="11282" name="Shape 11282"/>
            <p:cNvSpPr/>
            <p:nvPr/>
          </p:nvSpPr>
          <p:spPr>
            <a:xfrm>
              <a:off x="5242332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283" name="Shape 11283"/>
            <p:cNvSpPr/>
            <p:nvPr/>
          </p:nvSpPr>
          <p:spPr>
            <a:xfrm>
              <a:off x="5599851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284" name="Shape 11284"/>
            <p:cNvSpPr/>
            <p:nvPr/>
          </p:nvSpPr>
          <p:spPr>
            <a:xfrm>
              <a:off x="5957370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285" name="Shape 11285"/>
            <p:cNvSpPr/>
            <p:nvPr/>
          </p:nvSpPr>
          <p:spPr>
            <a:xfrm rot="10800000" flipH="1">
              <a:off x="6314888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286" name="Shape 11286"/>
            <p:cNvSpPr/>
            <p:nvPr/>
          </p:nvSpPr>
          <p:spPr>
            <a:xfrm rot="10800000" flipH="1">
              <a:off x="6672407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225" name="Rectangle 224">
            <a:extLst>
              <a:ext uri="{FF2B5EF4-FFF2-40B4-BE49-F238E27FC236}">
                <a16:creationId xmlns:a16="http://schemas.microsoft.com/office/drawing/2014/main" id="{5322AD49-E234-4514-8F93-5D7CFB885E7A}"/>
              </a:ext>
            </a:extLst>
          </p:cNvPr>
          <p:cNvSpPr/>
          <p:nvPr/>
        </p:nvSpPr>
        <p:spPr>
          <a:xfrm>
            <a:off x="1251689" y="2965086"/>
            <a:ext cx="34812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BD2F28F9-F485-4657-BF36-A9E9CE3586CC}"/>
              </a:ext>
            </a:extLst>
          </p:cNvPr>
          <p:cNvSpPr txBox="1"/>
          <p:nvPr/>
        </p:nvSpPr>
        <p:spPr>
          <a:xfrm>
            <a:off x="1271391" y="2480334"/>
            <a:ext cx="2346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grpSp>
        <p:nvGrpSpPr>
          <p:cNvPr id="227" name="Group 1136">
            <a:extLst>
              <a:ext uri="{FF2B5EF4-FFF2-40B4-BE49-F238E27FC236}">
                <a16:creationId xmlns:a16="http://schemas.microsoft.com/office/drawing/2014/main" id="{11842780-AB05-4427-BC29-C06B250D99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91845" y="2038781"/>
            <a:ext cx="365797" cy="441553"/>
            <a:chOff x="2712" y="795"/>
            <a:chExt cx="2255" cy="2722"/>
          </a:xfrm>
          <a:solidFill>
            <a:srgbClr val="FF0000"/>
          </a:solidFill>
        </p:grpSpPr>
        <p:sp>
          <p:nvSpPr>
            <p:cNvPr id="228" name="Freeform 1138">
              <a:extLst>
                <a:ext uri="{FF2B5EF4-FFF2-40B4-BE49-F238E27FC236}">
                  <a16:creationId xmlns:a16="http://schemas.microsoft.com/office/drawing/2014/main" id="{ECA58424-B567-40BA-A538-3F9842EFF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545"/>
              <a:ext cx="148" cy="243"/>
            </a:xfrm>
            <a:custGeom>
              <a:avLst/>
              <a:gdLst>
                <a:gd name="T0" fmla="*/ 0 w 298"/>
                <a:gd name="T1" fmla="*/ 0 h 487"/>
                <a:gd name="T2" fmla="*/ 63 w 298"/>
                <a:gd name="T3" fmla="*/ 17 h 487"/>
                <a:gd name="T4" fmla="*/ 124 w 298"/>
                <a:gd name="T5" fmla="*/ 38 h 487"/>
                <a:gd name="T6" fmla="*/ 184 w 298"/>
                <a:gd name="T7" fmla="*/ 65 h 487"/>
                <a:gd name="T8" fmla="*/ 210 w 298"/>
                <a:gd name="T9" fmla="*/ 80 h 487"/>
                <a:gd name="T10" fmla="*/ 235 w 298"/>
                <a:gd name="T11" fmla="*/ 96 h 487"/>
                <a:gd name="T12" fmla="*/ 257 w 298"/>
                <a:gd name="T13" fmla="*/ 118 h 487"/>
                <a:gd name="T14" fmla="*/ 273 w 298"/>
                <a:gd name="T15" fmla="*/ 139 h 487"/>
                <a:gd name="T16" fmla="*/ 285 w 298"/>
                <a:gd name="T17" fmla="*/ 164 h 487"/>
                <a:gd name="T18" fmla="*/ 293 w 298"/>
                <a:gd name="T19" fmla="*/ 191 h 487"/>
                <a:gd name="T20" fmla="*/ 298 w 298"/>
                <a:gd name="T21" fmla="*/ 229 h 487"/>
                <a:gd name="T22" fmla="*/ 296 w 298"/>
                <a:gd name="T23" fmla="*/ 268 h 487"/>
                <a:gd name="T24" fmla="*/ 288 w 298"/>
                <a:gd name="T25" fmla="*/ 306 h 487"/>
                <a:gd name="T26" fmla="*/ 271 w 298"/>
                <a:gd name="T27" fmla="*/ 343 h 487"/>
                <a:gd name="T28" fmla="*/ 250 w 298"/>
                <a:gd name="T29" fmla="*/ 376 h 487"/>
                <a:gd name="T30" fmla="*/ 222 w 298"/>
                <a:gd name="T31" fmla="*/ 404 h 487"/>
                <a:gd name="T32" fmla="*/ 189 w 298"/>
                <a:gd name="T33" fmla="*/ 427 h 487"/>
                <a:gd name="T34" fmla="*/ 154 w 298"/>
                <a:gd name="T35" fmla="*/ 445 h 487"/>
                <a:gd name="T36" fmla="*/ 116 w 298"/>
                <a:gd name="T37" fmla="*/ 460 h 487"/>
                <a:gd name="T38" fmla="*/ 78 w 298"/>
                <a:gd name="T39" fmla="*/ 472 h 487"/>
                <a:gd name="T40" fmla="*/ 38 w 298"/>
                <a:gd name="T41" fmla="*/ 480 h 487"/>
                <a:gd name="T42" fmla="*/ 0 w 298"/>
                <a:gd name="T43" fmla="*/ 487 h 487"/>
                <a:gd name="T44" fmla="*/ 0 w 298"/>
                <a:gd name="T45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8" h="487">
                  <a:moveTo>
                    <a:pt x="0" y="0"/>
                  </a:moveTo>
                  <a:lnTo>
                    <a:pt x="63" y="17"/>
                  </a:lnTo>
                  <a:lnTo>
                    <a:pt x="124" y="38"/>
                  </a:lnTo>
                  <a:lnTo>
                    <a:pt x="184" y="65"/>
                  </a:lnTo>
                  <a:lnTo>
                    <a:pt x="210" y="80"/>
                  </a:lnTo>
                  <a:lnTo>
                    <a:pt x="235" y="96"/>
                  </a:lnTo>
                  <a:lnTo>
                    <a:pt x="257" y="118"/>
                  </a:lnTo>
                  <a:lnTo>
                    <a:pt x="273" y="139"/>
                  </a:lnTo>
                  <a:lnTo>
                    <a:pt x="285" y="164"/>
                  </a:lnTo>
                  <a:lnTo>
                    <a:pt x="293" y="191"/>
                  </a:lnTo>
                  <a:lnTo>
                    <a:pt x="298" y="229"/>
                  </a:lnTo>
                  <a:lnTo>
                    <a:pt x="296" y="268"/>
                  </a:lnTo>
                  <a:lnTo>
                    <a:pt x="288" y="306"/>
                  </a:lnTo>
                  <a:lnTo>
                    <a:pt x="271" y="343"/>
                  </a:lnTo>
                  <a:lnTo>
                    <a:pt x="250" y="376"/>
                  </a:lnTo>
                  <a:lnTo>
                    <a:pt x="222" y="404"/>
                  </a:lnTo>
                  <a:lnTo>
                    <a:pt x="189" y="427"/>
                  </a:lnTo>
                  <a:lnTo>
                    <a:pt x="154" y="445"/>
                  </a:lnTo>
                  <a:lnTo>
                    <a:pt x="116" y="460"/>
                  </a:lnTo>
                  <a:lnTo>
                    <a:pt x="78" y="472"/>
                  </a:lnTo>
                  <a:lnTo>
                    <a:pt x="38" y="480"/>
                  </a:lnTo>
                  <a:lnTo>
                    <a:pt x="0" y="4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229" name="Freeform 1139">
              <a:extLst>
                <a:ext uri="{FF2B5EF4-FFF2-40B4-BE49-F238E27FC236}">
                  <a16:creationId xmlns:a16="http://schemas.microsoft.com/office/drawing/2014/main" id="{050821E5-D032-40F9-876A-1163449FE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2153"/>
              <a:ext cx="122" cy="221"/>
            </a:xfrm>
            <a:custGeom>
              <a:avLst/>
              <a:gdLst>
                <a:gd name="T0" fmla="*/ 243 w 243"/>
                <a:gd name="T1" fmla="*/ 0 h 442"/>
                <a:gd name="T2" fmla="*/ 243 w 243"/>
                <a:gd name="T3" fmla="*/ 442 h 442"/>
                <a:gd name="T4" fmla="*/ 199 w 243"/>
                <a:gd name="T5" fmla="*/ 427 h 442"/>
                <a:gd name="T6" fmla="*/ 157 w 243"/>
                <a:gd name="T7" fmla="*/ 412 h 442"/>
                <a:gd name="T8" fmla="*/ 113 w 243"/>
                <a:gd name="T9" fmla="*/ 390 h 442"/>
                <a:gd name="T10" fmla="*/ 70 w 243"/>
                <a:gd name="T11" fmla="*/ 365 h 442"/>
                <a:gd name="T12" fmla="*/ 47 w 243"/>
                <a:gd name="T13" fmla="*/ 347 h 442"/>
                <a:gd name="T14" fmla="*/ 27 w 243"/>
                <a:gd name="T15" fmla="*/ 327 h 442"/>
                <a:gd name="T16" fmla="*/ 12 w 243"/>
                <a:gd name="T17" fmla="*/ 301 h 442"/>
                <a:gd name="T18" fmla="*/ 4 w 243"/>
                <a:gd name="T19" fmla="*/ 271 h 442"/>
                <a:gd name="T20" fmla="*/ 0 w 243"/>
                <a:gd name="T21" fmla="*/ 238 h 442"/>
                <a:gd name="T22" fmla="*/ 0 w 243"/>
                <a:gd name="T23" fmla="*/ 207 h 442"/>
                <a:gd name="T24" fmla="*/ 7 w 243"/>
                <a:gd name="T25" fmla="*/ 177 h 442"/>
                <a:gd name="T26" fmla="*/ 17 w 243"/>
                <a:gd name="T27" fmla="*/ 147 h 442"/>
                <a:gd name="T28" fmla="*/ 33 w 243"/>
                <a:gd name="T29" fmla="*/ 121 h 442"/>
                <a:gd name="T30" fmla="*/ 58 w 243"/>
                <a:gd name="T31" fmla="*/ 89 h 442"/>
                <a:gd name="T32" fmla="*/ 91 w 243"/>
                <a:gd name="T33" fmla="*/ 63 h 442"/>
                <a:gd name="T34" fmla="*/ 126 w 243"/>
                <a:gd name="T35" fmla="*/ 41 h 442"/>
                <a:gd name="T36" fmla="*/ 164 w 243"/>
                <a:gd name="T37" fmla="*/ 23 h 442"/>
                <a:gd name="T38" fmla="*/ 204 w 243"/>
                <a:gd name="T39" fmla="*/ 10 h 442"/>
                <a:gd name="T40" fmla="*/ 243 w 243"/>
                <a:gd name="T41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442">
                  <a:moveTo>
                    <a:pt x="243" y="0"/>
                  </a:moveTo>
                  <a:lnTo>
                    <a:pt x="243" y="442"/>
                  </a:lnTo>
                  <a:lnTo>
                    <a:pt x="199" y="427"/>
                  </a:lnTo>
                  <a:lnTo>
                    <a:pt x="157" y="412"/>
                  </a:lnTo>
                  <a:lnTo>
                    <a:pt x="113" y="390"/>
                  </a:lnTo>
                  <a:lnTo>
                    <a:pt x="70" y="365"/>
                  </a:lnTo>
                  <a:lnTo>
                    <a:pt x="47" y="347"/>
                  </a:lnTo>
                  <a:lnTo>
                    <a:pt x="27" y="327"/>
                  </a:lnTo>
                  <a:lnTo>
                    <a:pt x="12" y="301"/>
                  </a:lnTo>
                  <a:lnTo>
                    <a:pt x="4" y="271"/>
                  </a:lnTo>
                  <a:lnTo>
                    <a:pt x="0" y="238"/>
                  </a:lnTo>
                  <a:lnTo>
                    <a:pt x="0" y="207"/>
                  </a:lnTo>
                  <a:lnTo>
                    <a:pt x="7" y="177"/>
                  </a:lnTo>
                  <a:lnTo>
                    <a:pt x="17" y="147"/>
                  </a:lnTo>
                  <a:lnTo>
                    <a:pt x="33" y="121"/>
                  </a:lnTo>
                  <a:lnTo>
                    <a:pt x="58" y="89"/>
                  </a:lnTo>
                  <a:lnTo>
                    <a:pt x="91" y="63"/>
                  </a:lnTo>
                  <a:lnTo>
                    <a:pt x="126" y="41"/>
                  </a:lnTo>
                  <a:lnTo>
                    <a:pt x="164" y="23"/>
                  </a:lnTo>
                  <a:lnTo>
                    <a:pt x="204" y="10"/>
                  </a:lnTo>
                  <a:lnTo>
                    <a:pt x="2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230" name="Freeform 1140">
              <a:extLst>
                <a:ext uri="{FF2B5EF4-FFF2-40B4-BE49-F238E27FC236}">
                  <a16:creationId xmlns:a16="http://schemas.microsoft.com/office/drawing/2014/main" id="{22527A4C-7158-4FB0-B40A-D157E5290A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2" y="795"/>
              <a:ext cx="2255" cy="2722"/>
            </a:xfrm>
            <a:custGeom>
              <a:avLst/>
              <a:gdLst>
                <a:gd name="T0" fmla="*/ 2105 w 4510"/>
                <a:gd name="T1" fmla="*/ 2268 h 5443"/>
                <a:gd name="T2" fmla="*/ 1792 w 4510"/>
                <a:gd name="T3" fmla="*/ 2563 h 5443"/>
                <a:gd name="T4" fmla="*/ 1592 w 4510"/>
                <a:gd name="T5" fmla="*/ 2900 h 5443"/>
                <a:gd name="T6" fmla="*/ 1683 w 4510"/>
                <a:gd name="T7" fmla="*/ 3220 h 5443"/>
                <a:gd name="T8" fmla="*/ 2040 w 4510"/>
                <a:gd name="T9" fmla="*/ 3420 h 5443"/>
                <a:gd name="T10" fmla="*/ 1898 w 4510"/>
                <a:gd name="T11" fmla="*/ 3837 h 5443"/>
                <a:gd name="T12" fmla="*/ 1781 w 4510"/>
                <a:gd name="T13" fmla="*/ 3635 h 5443"/>
                <a:gd name="T14" fmla="*/ 1592 w 4510"/>
                <a:gd name="T15" fmla="*/ 3688 h 5443"/>
                <a:gd name="T16" fmla="*/ 1632 w 4510"/>
                <a:gd name="T17" fmla="*/ 3916 h 5443"/>
                <a:gd name="T18" fmla="*/ 1971 w 4510"/>
                <a:gd name="T19" fmla="*/ 4206 h 5443"/>
                <a:gd name="T20" fmla="*/ 2153 w 4510"/>
                <a:gd name="T21" fmla="*/ 4502 h 5443"/>
                <a:gd name="T22" fmla="*/ 2343 w 4510"/>
                <a:gd name="T23" fmla="*/ 4476 h 5443"/>
                <a:gd name="T24" fmla="*/ 2568 w 4510"/>
                <a:gd name="T25" fmla="*/ 4214 h 5443"/>
                <a:gd name="T26" fmla="*/ 2900 w 4510"/>
                <a:gd name="T27" fmla="*/ 3920 h 5443"/>
                <a:gd name="T28" fmla="*/ 2877 w 4510"/>
                <a:gd name="T29" fmla="*/ 3511 h 5443"/>
                <a:gd name="T30" fmla="*/ 2887 w 4510"/>
                <a:gd name="T31" fmla="*/ 3529 h 5443"/>
                <a:gd name="T32" fmla="*/ 2869 w 4510"/>
                <a:gd name="T33" fmla="*/ 3496 h 5443"/>
                <a:gd name="T34" fmla="*/ 2870 w 4510"/>
                <a:gd name="T35" fmla="*/ 3498 h 5443"/>
                <a:gd name="T36" fmla="*/ 2735 w 4510"/>
                <a:gd name="T37" fmla="*/ 3362 h 5443"/>
                <a:gd name="T38" fmla="*/ 2369 w 4510"/>
                <a:gd name="T39" fmla="*/ 2715 h 5443"/>
                <a:gd name="T40" fmla="*/ 2627 w 4510"/>
                <a:gd name="T41" fmla="*/ 2874 h 5443"/>
                <a:gd name="T42" fmla="*/ 2740 w 4510"/>
                <a:gd name="T43" fmla="*/ 3021 h 5443"/>
                <a:gd name="T44" fmla="*/ 2907 w 4510"/>
                <a:gd name="T45" fmla="*/ 2925 h 5443"/>
                <a:gd name="T46" fmla="*/ 2812 w 4510"/>
                <a:gd name="T47" fmla="*/ 2669 h 5443"/>
                <a:gd name="T48" fmla="*/ 2421 w 4510"/>
                <a:gd name="T49" fmla="*/ 2452 h 5443"/>
                <a:gd name="T50" fmla="*/ 2292 w 4510"/>
                <a:gd name="T51" fmla="*/ 2176 h 5443"/>
                <a:gd name="T52" fmla="*/ 1528 w 4510"/>
                <a:gd name="T53" fmla="*/ 40 h 5443"/>
                <a:gd name="T54" fmla="*/ 1891 w 4510"/>
                <a:gd name="T55" fmla="*/ 185 h 5443"/>
                <a:gd name="T56" fmla="*/ 2263 w 4510"/>
                <a:gd name="T57" fmla="*/ 174 h 5443"/>
                <a:gd name="T58" fmla="*/ 2721 w 4510"/>
                <a:gd name="T59" fmla="*/ 50 h 5443"/>
                <a:gd name="T60" fmla="*/ 3079 w 4510"/>
                <a:gd name="T61" fmla="*/ 26 h 5443"/>
                <a:gd name="T62" fmla="*/ 3093 w 4510"/>
                <a:gd name="T63" fmla="*/ 260 h 5443"/>
                <a:gd name="T64" fmla="*/ 2931 w 4510"/>
                <a:gd name="T65" fmla="*/ 672 h 5443"/>
                <a:gd name="T66" fmla="*/ 2640 w 4510"/>
                <a:gd name="T67" fmla="*/ 1089 h 5443"/>
                <a:gd name="T68" fmla="*/ 2878 w 4510"/>
                <a:gd name="T69" fmla="*/ 1367 h 5443"/>
                <a:gd name="T70" fmla="*/ 3356 w 4510"/>
                <a:gd name="T71" fmla="*/ 1755 h 5443"/>
                <a:gd name="T72" fmla="*/ 3803 w 4510"/>
                <a:gd name="T73" fmla="*/ 2262 h 5443"/>
                <a:gd name="T74" fmla="*/ 4171 w 4510"/>
                <a:gd name="T75" fmla="*/ 2843 h 5443"/>
                <a:gd name="T76" fmla="*/ 4423 w 4510"/>
                <a:gd name="T77" fmla="*/ 3453 h 5443"/>
                <a:gd name="T78" fmla="*/ 4510 w 4510"/>
                <a:gd name="T79" fmla="*/ 4050 h 5443"/>
                <a:gd name="T80" fmla="*/ 4393 w 4510"/>
                <a:gd name="T81" fmla="*/ 4591 h 5443"/>
                <a:gd name="T82" fmla="*/ 4026 w 4510"/>
                <a:gd name="T83" fmla="*/ 5033 h 5443"/>
                <a:gd name="T84" fmla="*/ 3366 w 4510"/>
                <a:gd name="T85" fmla="*/ 5333 h 5443"/>
                <a:gd name="T86" fmla="*/ 2369 w 4510"/>
                <a:gd name="T87" fmla="*/ 5443 h 5443"/>
                <a:gd name="T88" fmla="*/ 1255 w 4510"/>
                <a:gd name="T89" fmla="*/ 5341 h 5443"/>
                <a:gd name="T90" fmla="*/ 536 w 4510"/>
                <a:gd name="T91" fmla="*/ 5038 h 5443"/>
                <a:gd name="T92" fmla="*/ 134 w 4510"/>
                <a:gd name="T93" fmla="*/ 4578 h 5443"/>
                <a:gd name="T94" fmla="*/ 0 w 4510"/>
                <a:gd name="T95" fmla="*/ 4011 h 5443"/>
                <a:gd name="T96" fmla="*/ 86 w 4510"/>
                <a:gd name="T97" fmla="*/ 3385 h 5443"/>
                <a:gd name="T98" fmla="*/ 341 w 4510"/>
                <a:gd name="T99" fmla="*/ 2750 h 5443"/>
                <a:gd name="T100" fmla="*/ 718 w 4510"/>
                <a:gd name="T101" fmla="*/ 2156 h 5443"/>
                <a:gd name="T102" fmla="*/ 1166 w 4510"/>
                <a:gd name="T103" fmla="*/ 1651 h 5443"/>
                <a:gd name="T104" fmla="*/ 1635 w 4510"/>
                <a:gd name="T105" fmla="*/ 1286 h 5443"/>
                <a:gd name="T106" fmla="*/ 1476 w 4510"/>
                <a:gd name="T107" fmla="*/ 953 h 5443"/>
                <a:gd name="T108" fmla="*/ 1209 w 4510"/>
                <a:gd name="T109" fmla="*/ 505 h 5443"/>
                <a:gd name="T110" fmla="*/ 1161 w 4510"/>
                <a:gd name="T111" fmla="*/ 134 h 5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510" h="5443">
                  <a:moveTo>
                    <a:pt x="2230" y="2164"/>
                  </a:moveTo>
                  <a:lnTo>
                    <a:pt x="2201" y="2167"/>
                  </a:lnTo>
                  <a:lnTo>
                    <a:pt x="2173" y="2179"/>
                  </a:lnTo>
                  <a:lnTo>
                    <a:pt x="2146" y="2197"/>
                  </a:lnTo>
                  <a:lnTo>
                    <a:pt x="2128" y="2219"/>
                  </a:lnTo>
                  <a:lnTo>
                    <a:pt x="2113" y="2242"/>
                  </a:lnTo>
                  <a:lnTo>
                    <a:pt x="2105" y="2268"/>
                  </a:lnTo>
                  <a:lnTo>
                    <a:pt x="2101" y="2297"/>
                  </a:lnTo>
                  <a:lnTo>
                    <a:pt x="2101" y="2445"/>
                  </a:lnTo>
                  <a:lnTo>
                    <a:pt x="2035" y="2457"/>
                  </a:lnTo>
                  <a:lnTo>
                    <a:pt x="1971" y="2475"/>
                  </a:lnTo>
                  <a:lnTo>
                    <a:pt x="1908" y="2498"/>
                  </a:lnTo>
                  <a:lnTo>
                    <a:pt x="1848" y="2528"/>
                  </a:lnTo>
                  <a:lnTo>
                    <a:pt x="1792" y="2563"/>
                  </a:lnTo>
                  <a:lnTo>
                    <a:pt x="1741" y="2606"/>
                  </a:lnTo>
                  <a:lnTo>
                    <a:pt x="1698" y="2651"/>
                  </a:lnTo>
                  <a:lnTo>
                    <a:pt x="1660" y="2702"/>
                  </a:lnTo>
                  <a:lnTo>
                    <a:pt x="1630" y="2756"/>
                  </a:lnTo>
                  <a:lnTo>
                    <a:pt x="1612" y="2803"/>
                  </a:lnTo>
                  <a:lnTo>
                    <a:pt x="1600" y="2851"/>
                  </a:lnTo>
                  <a:lnTo>
                    <a:pt x="1592" y="2900"/>
                  </a:lnTo>
                  <a:lnTo>
                    <a:pt x="1591" y="2950"/>
                  </a:lnTo>
                  <a:lnTo>
                    <a:pt x="1594" y="3000"/>
                  </a:lnTo>
                  <a:lnTo>
                    <a:pt x="1600" y="3048"/>
                  </a:lnTo>
                  <a:lnTo>
                    <a:pt x="1614" y="3096"/>
                  </a:lnTo>
                  <a:lnTo>
                    <a:pt x="1632" y="3142"/>
                  </a:lnTo>
                  <a:lnTo>
                    <a:pt x="1655" y="3183"/>
                  </a:lnTo>
                  <a:lnTo>
                    <a:pt x="1683" y="3220"/>
                  </a:lnTo>
                  <a:lnTo>
                    <a:pt x="1715" y="3254"/>
                  </a:lnTo>
                  <a:lnTo>
                    <a:pt x="1751" y="3284"/>
                  </a:lnTo>
                  <a:lnTo>
                    <a:pt x="1802" y="3321"/>
                  </a:lnTo>
                  <a:lnTo>
                    <a:pt x="1858" y="3352"/>
                  </a:lnTo>
                  <a:lnTo>
                    <a:pt x="1918" y="3379"/>
                  </a:lnTo>
                  <a:lnTo>
                    <a:pt x="1977" y="3400"/>
                  </a:lnTo>
                  <a:lnTo>
                    <a:pt x="2040" y="3420"/>
                  </a:lnTo>
                  <a:lnTo>
                    <a:pt x="2101" y="3436"/>
                  </a:lnTo>
                  <a:lnTo>
                    <a:pt x="2101" y="3966"/>
                  </a:lnTo>
                  <a:lnTo>
                    <a:pt x="2055" y="3951"/>
                  </a:lnTo>
                  <a:lnTo>
                    <a:pt x="2010" y="3930"/>
                  </a:lnTo>
                  <a:lnTo>
                    <a:pt x="1969" y="3905"/>
                  </a:lnTo>
                  <a:lnTo>
                    <a:pt x="1931" y="3873"/>
                  </a:lnTo>
                  <a:lnTo>
                    <a:pt x="1898" y="3837"/>
                  </a:lnTo>
                  <a:lnTo>
                    <a:pt x="1872" y="3797"/>
                  </a:lnTo>
                  <a:lnTo>
                    <a:pt x="1852" y="3754"/>
                  </a:lnTo>
                  <a:lnTo>
                    <a:pt x="1843" y="3731"/>
                  </a:lnTo>
                  <a:lnTo>
                    <a:pt x="1837" y="3708"/>
                  </a:lnTo>
                  <a:lnTo>
                    <a:pt x="1824" y="3680"/>
                  </a:lnTo>
                  <a:lnTo>
                    <a:pt x="1805" y="3655"/>
                  </a:lnTo>
                  <a:lnTo>
                    <a:pt x="1781" y="3635"/>
                  </a:lnTo>
                  <a:lnTo>
                    <a:pt x="1753" y="3622"/>
                  </a:lnTo>
                  <a:lnTo>
                    <a:pt x="1723" y="3617"/>
                  </a:lnTo>
                  <a:lnTo>
                    <a:pt x="1690" y="3617"/>
                  </a:lnTo>
                  <a:lnTo>
                    <a:pt x="1660" y="3625"/>
                  </a:lnTo>
                  <a:lnTo>
                    <a:pt x="1634" y="3640"/>
                  </a:lnTo>
                  <a:lnTo>
                    <a:pt x="1610" y="3662"/>
                  </a:lnTo>
                  <a:lnTo>
                    <a:pt x="1592" y="3688"/>
                  </a:lnTo>
                  <a:lnTo>
                    <a:pt x="1582" y="3711"/>
                  </a:lnTo>
                  <a:lnTo>
                    <a:pt x="1577" y="3738"/>
                  </a:lnTo>
                  <a:lnTo>
                    <a:pt x="1577" y="3762"/>
                  </a:lnTo>
                  <a:lnTo>
                    <a:pt x="1581" y="3786"/>
                  </a:lnTo>
                  <a:lnTo>
                    <a:pt x="1587" y="3809"/>
                  </a:lnTo>
                  <a:lnTo>
                    <a:pt x="1604" y="3857"/>
                  </a:lnTo>
                  <a:lnTo>
                    <a:pt x="1632" y="3916"/>
                  </a:lnTo>
                  <a:lnTo>
                    <a:pt x="1665" y="3973"/>
                  </a:lnTo>
                  <a:lnTo>
                    <a:pt x="1705" y="4024"/>
                  </a:lnTo>
                  <a:lnTo>
                    <a:pt x="1751" y="4070"/>
                  </a:lnTo>
                  <a:lnTo>
                    <a:pt x="1801" y="4113"/>
                  </a:lnTo>
                  <a:lnTo>
                    <a:pt x="1853" y="4148"/>
                  </a:lnTo>
                  <a:lnTo>
                    <a:pt x="1911" y="4179"/>
                  </a:lnTo>
                  <a:lnTo>
                    <a:pt x="1971" y="4206"/>
                  </a:lnTo>
                  <a:lnTo>
                    <a:pt x="2032" y="4226"/>
                  </a:lnTo>
                  <a:lnTo>
                    <a:pt x="2101" y="4241"/>
                  </a:lnTo>
                  <a:lnTo>
                    <a:pt x="2101" y="4396"/>
                  </a:lnTo>
                  <a:lnTo>
                    <a:pt x="2105" y="4428"/>
                  </a:lnTo>
                  <a:lnTo>
                    <a:pt x="2115" y="4456"/>
                  </a:lnTo>
                  <a:lnTo>
                    <a:pt x="2131" y="4481"/>
                  </a:lnTo>
                  <a:lnTo>
                    <a:pt x="2153" y="4502"/>
                  </a:lnTo>
                  <a:lnTo>
                    <a:pt x="2179" y="4519"/>
                  </a:lnTo>
                  <a:lnTo>
                    <a:pt x="2209" y="4528"/>
                  </a:lnTo>
                  <a:lnTo>
                    <a:pt x="2239" y="4530"/>
                  </a:lnTo>
                  <a:lnTo>
                    <a:pt x="2270" y="4525"/>
                  </a:lnTo>
                  <a:lnTo>
                    <a:pt x="2298" y="4515"/>
                  </a:lnTo>
                  <a:lnTo>
                    <a:pt x="2323" y="4497"/>
                  </a:lnTo>
                  <a:lnTo>
                    <a:pt x="2343" y="4476"/>
                  </a:lnTo>
                  <a:lnTo>
                    <a:pt x="2356" y="4452"/>
                  </a:lnTo>
                  <a:lnTo>
                    <a:pt x="2366" y="4424"/>
                  </a:lnTo>
                  <a:lnTo>
                    <a:pt x="2369" y="4396"/>
                  </a:lnTo>
                  <a:lnTo>
                    <a:pt x="2369" y="4254"/>
                  </a:lnTo>
                  <a:lnTo>
                    <a:pt x="2435" y="4246"/>
                  </a:lnTo>
                  <a:lnTo>
                    <a:pt x="2503" y="4234"/>
                  </a:lnTo>
                  <a:lnTo>
                    <a:pt x="2568" y="4214"/>
                  </a:lnTo>
                  <a:lnTo>
                    <a:pt x="2630" y="4189"/>
                  </a:lnTo>
                  <a:lnTo>
                    <a:pt x="2690" y="4160"/>
                  </a:lnTo>
                  <a:lnTo>
                    <a:pt x="2746" y="4120"/>
                  </a:lnTo>
                  <a:lnTo>
                    <a:pt x="2794" y="4078"/>
                  </a:lnTo>
                  <a:lnTo>
                    <a:pt x="2837" y="4030"/>
                  </a:lnTo>
                  <a:lnTo>
                    <a:pt x="2872" y="3978"/>
                  </a:lnTo>
                  <a:lnTo>
                    <a:pt x="2900" y="3920"/>
                  </a:lnTo>
                  <a:lnTo>
                    <a:pt x="2920" y="3858"/>
                  </a:lnTo>
                  <a:lnTo>
                    <a:pt x="2931" y="3796"/>
                  </a:lnTo>
                  <a:lnTo>
                    <a:pt x="2935" y="3738"/>
                  </a:lnTo>
                  <a:lnTo>
                    <a:pt x="2930" y="3678"/>
                  </a:lnTo>
                  <a:lnTo>
                    <a:pt x="2920" y="3620"/>
                  </a:lnTo>
                  <a:lnTo>
                    <a:pt x="2902" y="3564"/>
                  </a:lnTo>
                  <a:lnTo>
                    <a:pt x="2877" y="3511"/>
                  </a:lnTo>
                  <a:lnTo>
                    <a:pt x="2878" y="3514"/>
                  </a:lnTo>
                  <a:lnTo>
                    <a:pt x="2882" y="3518"/>
                  </a:lnTo>
                  <a:lnTo>
                    <a:pt x="2883" y="3521"/>
                  </a:lnTo>
                  <a:lnTo>
                    <a:pt x="2885" y="3524"/>
                  </a:lnTo>
                  <a:lnTo>
                    <a:pt x="2887" y="3527"/>
                  </a:lnTo>
                  <a:lnTo>
                    <a:pt x="2887" y="3527"/>
                  </a:lnTo>
                  <a:lnTo>
                    <a:pt x="2887" y="3529"/>
                  </a:lnTo>
                  <a:lnTo>
                    <a:pt x="2887" y="3527"/>
                  </a:lnTo>
                  <a:lnTo>
                    <a:pt x="2885" y="3526"/>
                  </a:lnTo>
                  <a:lnTo>
                    <a:pt x="2883" y="3523"/>
                  </a:lnTo>
                  <a:lnTo>
                    <a:pt x="2880" y="3516"/>
                  </a:lnTo>
                  <a:lnTo>
                    <a:pt x="2877" y="3509"/>
                  </a:lnTo>
                  <a:lnTo>
                    <a:pt x="2872" y="3503"/>
                  </a:lnTo>
                  <a:lnTo>
                    <a:pt x="2869" y="3496"/>
                  </a:lnTo>
                  <a:lnTo>
                    <a:pt x="2867" y="3493"/>
                  </a:lnTo>
                  <a:lnTo>
                    <a:pt x="2865" y="3491"/>
                  </a:lnTo>
                  <a:lnTo>
                    <a:pt x="2865" y="3489"/>
                  </a:lnTo>
                  <a:lnTo>
                    <a:pt x="2865" y="3491"/>
                  </a:lnTo>
                  <a:lnTo>
                    <a:pt x="2867" y="3491"/>
                  </a:lnTo>
                  <a:lnTo>
                    <a:pt x="2869" y="3494"/>
                  </a:lnTo>
                  <a:lnTo>
                    <a:pt x="2870" y="3498"/>
                  </a:lnTo>
                  <a:lnTo>
                    <a:pt x="2872" y="3501"/>
                  </a:lnTo>
                  <a:lnTo>
                    <a:pt x="2874" y="3504"/>
                  </a:lnTo>
                  <a:lnTo>
                    <a:pt x="2877" y="3509"/>
                  </a:lnTo>
                  <a:lnTo>
                    <a:pt x="2847" y="3466"/>
                  </a:lnTo>
                  <a:lnTo>
                    <a:pt x="2814" y="3427"/>
                  </a:lnTo>
                  <a:lnTo>
                    <a:pt x="2776" y="3392"/>
                  </a:lnTo>
                  <a:lnTo>
                    <a:pt x="2735" y="3362"/>
                  </a:lnTo>
                  <a:lnTo>
                    <a:pt x="2692" y="3334"/>
                  </a:lnTo>
                  <a:lnTo>
                    <a:pt x="2645" y="3311"/>
                  </a:lnTo>
                  <a:lnTo>
                    <a:pt x="2597" y="3291"/>
                  </a:lnTo>
                  <a:lnTo>
                    <a:pt x="2523" y="3264"/>
                  </a:lnTo>
                  <a:lnTo>
                    <a:pt x="2445" y="3241"/>
                  </a:lnTo>
                  <a:lnTo>
                    <a:pt x="2369" y="3223"/>
                  </a:lnTo>
                  <a:lnTo>
                    <a:pt x="2369" y="2715"/>
                  </a:lnTo>
                  <a:lnTo>
                    <a:pt x="2417" y="2727"/>
                  </a:lnTo>
                  <a:lnTo>
                    <a:pt x="2465" y="2742"/>
                  </a:lnTo>
                  <a:lnTo>
                    <a:pt x="2510" y="2761"/>
                  </a:lnTo>
                  <a:lnTo>
                    <a:pt x="2553" y="2788"/>
                  </a:lnTo>
                  <a:lnTo>
                    <a:pt x="2587" y="2818"/>
                  </a:lnTo>
                  <a:lnTo>
                    <a:pt x="2616" y="2854"/>
                  </a:lnTo>
                  <a:lnTo>
                    <a:pt x="2627" y="2874"/>
                  </a:lnTo>
                  <a:lnTo>
                    <a:pt x="2637" y="2895"/>
                  </a:lnTo>
                  <a:lnTo>
                    <a:pt x="2645" y="2919"/>
                  </a:lnTo>
                  <a:lnTo>
                    <a:pt x="2652" y="2940"/>
                  </a:lnTo>
                  <a:lnTo>
                    <a:pt x="2667" y="2968"/>
                  </a:lnTo>
                  <a:lnTo>
                    <a:pt x="2687" y="2991"/>
                  </a:lnTo>
                  <a:lnTo>
                    <a:pt x="2711" y="3010"/>
                  </a:lnTo>
                  <a:lnTo>
                    <a:pt x="2740" y="3021"/>
                  </a:lnTo>
                  <a:lnTo>
                    <a:pt x="2771" y="3026"/>
                  </a:lnTo>
                  <a:lnTo>
                    <a:pt x="2802" y="3025"/>
                  </a:lnTo>
                  <a:lnTo>
                    <a:pt x="2832" y="3015"/>
                  </a:lnTo>
                  <a:lnTo>
                    <a:pt x="2859" y="2998"/>
                  </a:lnTo>
                  <a:lnTo>
                    <a:pt x="2880" y="2977"/>
                  </a:lnTo>
                  <a:lnTo>
                    <a:pt x="2898" y="2948"/>
                  </a:lnTo>
                  <a:lnTo>
                    <a:pt x="2907" y="2925"/>
                  </a:lnTo>
                  <a:lnTo>
                    <a:pt x="2910" y="2899"/>
                  </a:lnTo>
                  <a:lnTo>
                    <a:pt x="2908" y="2872"/>
                  </a:lnTo>
                  <a:lnTo>
                    <a:pt x="2903" y="2849"/>
                  </a:lnTo>
                  <a:lnTo>
                    <a:pt x="2897" y="2824"/>
                  </a:lnTo>
                  <a:lnTo>
                    <a:pt x="2877" y="2776"/>
                  </a:lnTo>
                  <a:lnTo>
                    <a:pt x="2849" y="2720"/>
                  </a:lnTo>
                  <a:lnTo>
                    <a:pt x="2812" y="2669"/>
                  </a:lnTo>
                  <a:lnTo>
                    <a:pt x="2771" y="2622"/>
                  </a:lnTo>
                  <a:lnTo>
                    <a:pt x="2721" y="2579"/>
                  </a:lnTo>
                  <a:lnTo>
                    <a:pt x="2667" y="2541"/>
                  </a:lnTo>
                  <a:lnTo>
                    <a:pt x="2609" y="2512"/>
                  </a:lnTo>
                  <a:lnTo>
                    <a:pt x="2548" y="2487"/>
                  </a:lnTo>
                  <a:lnTo>
                    <a:pt x="2485" y="2467"/>
                  </a:lnTo>
                  <a:lnTo>
                    <a:pt x="2421" y="2452"/>
                  </a:lnTo>
                  <a:lnTo>
                    <a:pt x="2369" y="2444"/>
                  </a:lnTo>
                  <a:lnTo>
                    <a:pt x="2369" y="2297"/>
                  </a:lnTo>
                  <a:lnTo>
                    <a:pt x="2366" y="2267"/>
                  </a:lnTo>
                  <a:lnTo>
                    <a:pt x="2354" y="2239"/>
                  </a:lnTo>
                  <a:lnTo>
                    <a:pt x="2338" y="2212"/>
                  </a:lnTo>
                  <a:lnTo>
                    <a:pt x="2316" y="2192"/>
                  </a:lnTo>
                  <a:lnTo>
                    <a:pt x="2292" y="2176"/>
                  </a:lnTo>
                  <a:lnTo>
                    <a:pt x="2262" y="2166"/>
                  </a:lnTo>
                  <a:lnTo>
                    <a:pt x="2230" y="2164"/>
                  </a:lnTo>
                  <a:close/>
                  <a:moveTo>
                    <a:pt x="1346" y="0"/>
                  </a:moveTo>
                  <a:lnTo>
                    <a:pt x="1389" y="2"/>
                  </a:lnTo>
                  <a:lnTo>
                    <a:pt x="1433" y="10"/>
                  </a:lnTo>
                  <a:lnTo>
                    <a:pt x="1480" y="23"/>
                  </a:lnTo>
                  <a:lnTo>
                    <a:pt x="1528" y="40"/>
                  </a:lnTo>
                  <a:lnTo>
                    <a:pt x="1577" y="58"/>
                  </a:lnTo>
                  <a:lnTo>
                    <a:pt x="1627" y="79"/>
                  </a:lnTo>
                  <a:lnTo>
                    <a:pt x="1680" y="103"/>
                  </a:lnTo>
                  <a:lnTo>
                    <a:pt x="1731" y="126"/>
                  </a:lnTo>
                  <a:lnTo>
                    <a:pt x="1784" y="147"/>
                  </a:lnTo>
                  <a:lnTo>
                    <a:pt x="1837" y="167"/>
                  </a:lnTo>
                  <a:lnTo>
                    <a:pt x="1891" y="185"/>
                  </a:lnTo>
                  <a:lnTo>
                    <a:pt x="1944" y="199"/>
                  </a:lnTo>
                  <a:lnTo>
                    <a:pt x="1999" y="207"/>
                  </a:lnTo>
                  <a:lnTo>
                    <a:pt x="2052" y="212"/>
                  </a:lnTo>
                  <a:lnTo>
                    <a:pt x="2106" y="208"/>
                  </a:lnTo>
                  <a:lnTo>
                    <a:pt x="2153" y="200"/>
                  </a:lnTo>
                  <a:lnTo>
                    <a:pt x="2206" y="189"/>
                  </a:lnTo>
                  <a:lnTo>
                    <a:pt x="2263" y="174"/>
                  </a:lnTo>
                  <a:lnTo>
                    <a:pt x="2323" y="157"/>
                  </a:lnTo>
                  <a:lnTo>
                    <a:pt x="2387" y="139"/>
                  </a:lnTo>
                  <a:lnTo>
                    <a:pt x="2452" y="121"/>
                  </a:lnTo>
                  <a:lnTo>
                    <a:pt x="2520" y="103"/>
                  </a:lnTo>
                  <a:lnTo>
                    <a:pt x="2587" y="83"/>
                  </a:lnTo>
                  <a:lnTo>
                    <a:pt x="2655" y="66"/>
                  </a:lnTo>
                  <a:lnTo>
                    <a:pt x="2721" y="50"/>
                  </a:lnTo>
                  <a:lnTo>
                    <a:pt x="2786" y="35"/>
                  </a:lnTo>
                  <a:lnTo>
                    <a:pt x="2849" y="25"/>
                  </a:lnTo>
                  <a:lnTo>
                    <a:pt x="2908" y="17"/>
                  </a:lnTo>
                  <a:lnTo>
                    <a:pt x="2964" y="13"/>
                  </a:lnTo>
                  <a:lnTo>
                    <a:pt x="3016" y="13"/>
                  </a:lnTo>
                  <a:lnTo>
                    <a:pt x="3060" y="18"/>
                  </a:lnTo>
                  <a:lnTo>
                    <a:pt x="3079" y="26"/>
                  </a:lnTo>
                  <a:lnTo>
                    <a:pt x="3093" y="43"/>
                  </a:lnTo>
                  <a:lnTo>
                    <a:pt x="3103" y="65"/>
                  </a:lnTo>
                  <a:lnTo>
                    <a:pt x="3110" y="93"/>
                  </a:lnTo>
                  <a:lnTo>
                    <a:pt x="3112" y="127"/>
                  </a:lnTo>
                  <a:lnTo>
                    <a:pt x="3108" y="167"/>
                  </a:lnTo>
                  <a:lnTo>
                    <a:pt x="3103" y="210"/>
                  </a:lnTo>
                  <a:lnTo>
                    <a:pt x="3093" y="260"/>
                  </a:lnTo>
                  <a:lnTo>
                    <a:pt x="3080" y="311"/>
                  </a:lnTo>
                  <a:lnTo>
                    <a:pt x="3062" y="366"/>
                  </a:lnTo>
                  <a:lnTo>
                    <a:pt x="3042" y="424"/>
                  </a:lnTo>
                  <a:lnTo>
                    <a:pt x="3019" y="485"/>
                  </a:lnTo>
                  <a:lnTo>
                    <a:pt x="2993" y="546"/>
                  </a:lnTo>
                  <a:lnTo>
                    <a:pt x="2963" y="609"/>
                  </a:lnTo>
                  <a:lnTo>
                    <a:pt x="2931" y="672"/>
                  </a:lnTo>
                  <a:lnTo>
                    <a:pt x="2897" y="736"/>
                  </a:lnTo>
                  <a:lnTo>
                    <a:pt x="2860" y="799"/>
                  </a:lnTo>
                  <a:lnTo>
                    <a:pt x="2821" y="860"/>
                  </a:lnTo>
                  <a:lnTo>
                    <a:pt x="2778" y="922"/>
                  </a:lnTo>
                  <a:lnTo>
                    <a:pt x="2735" y="979"/>
                  </a:lnTo>
                  <a:lnTo>
                    <a:pt x="2688" y="1036"/>
                  </a:lnTo>
                  <a:lnTo>
                    <a:pt x="2640" y="1089"/>
                  </a:lnTo>
                  <a:lnTo>
                    <a:pt x="2591" y="1138"/>
                  </a:lnTo>
                  <a:lnTo>
                    <a:pt x="2540" y="1185"/>
                  </a:lnTo>
                  <a:lnTo>
                    <a:pt x="2606" y="1214"/>
                  </a:lnTo>
                  <a:lnTo>
                    <a:pt x="2673" y="1246"/>
                  </a:lnTo>
                  <a:lnTo>
                    <a:pt x="2741" y="1284"/>
                  </a:lnTo>
                  <a:lnTo>
                    <a:pt x="2809" y="1324"/>
                  </a:lnTo>
                  <a:lnTo>
                    <a:pt x="2878" y="1367"/>
                  </a:lnTo>
                  <a:lnTo>
                    <a:pt x="2946" y="1413"/>
                  </a:lnTo>
                  <a:lnTo>
                    <a:pt x="3016" y="1463"/>
                  </a:lnTo>
                  <a:lnTo>
                    <a:pt x="3084" y="1516"/>
                  </a:lnTo>
                  <a:lnTo>
                    <a:pt x="3153" y="1572"/>
                  </a:lnTo>
                  <a:lnTo>
                    <a:pt x="3221" y="1631"/>
                  </a:lnTo>
                  <a:lnTo>
                    <a:pt x="3289" y="1693"/>
                  </a:lnTo>
                  <a:lnTo>
                    <a:pt x="3356" y="1755"/>
                  </a:lnTo>
                  <a:lnTo>
                    <a:pt x="3422" y="1822"/>
                  </a:lnTo>
                  <a:lnTo>
                    <a:pt x="3489" y="1891"/>
                  </a:lnTo>
                  <a:lnTo>
                    <a:pt x="3553" y="1961"/>
                  </a:lnTo>
                  <a:lnTo>
                    <a:pt x="3618" y="2033"/>
                  </a:lnTo>
                  <a:lnTo>
                    <a:pt x="3680" y="2108"/>
                  </a:lnTo>
                  <a:lnTo>
                    <a:pt x="3742" y="2184"/>
                  </a:lnTo>
                  <a:lnTo>
                    <a:pt x="3803" y="2262"/>
                  </a:lnTo>
                  <a:lnTo>
                    <a:pt x="3861" y="2341"/>
                  </a:lnTo>
                  <a:lnTo>
                    <a:pt x="3917" y="2422"/>
                  </a:lnTo>
                  <a:lnTo>
                    <a:pt x="3973" y="2505"/>
                  </a:lnTo>
                  <a:lnTo>
                    <a:pt x="4026" y="2588"/>
                  </a:lnTo>
                  <a:lnTo>
                    <a:pt x="4077" y="2672"/>
                  </a:lnTo>
                  <a:lnTo>
                    <a:pt x="4125" y="2756"/>
                  </a:lnTo>
                  <a:lnTo>
                    <a:pt x="4171" y="2843"/>
                  </a:lnTo>
                  <a:lnTo>
                    <a:pt x="4216" y="2929"/>
                  </a:lnTo>
                  <a:lnTo>
                    <a:pt x="4257" y="3016"/>
                  </a:lnTo>
                  <a:lnTo>
                    <a:pt x="4297" y="3102"/>
                  </a:lnTo>
                  <a:lnTo>
                    <a:pt x="4333" y="3190"/>
                  </a:lnTo>
                  <a:lnTo>
                    <a:pt x="4367" y="3278"/>
                  </a:lnTo>
                  <a:lnTo>
                    <a:pt x="4396" y="3365"/>
                  </a:lnTo>
                  <a:lnTo>
                    <a:pt x="4423" y="3453"/>
                  </a:lnTo>
                  <a:lnTo>
                    <a:pt x="4446" y="3541"/>
                  </a:lnTo>
                  <a:lnTo>
                    <a:pt x="4467" y="3627"/>
                  </a:lnTo>
                  <a:lnTo>
                    <a:pt x="4484" y="3713"/>
                  </a:lnTo>
                  <a:lnTo>
                    <a:pt x="4495" y="3799"/>
                  </a:lnTo>
                  <a:lnTo>
                    <a:pt x="4505" y="3883"/>
                  </a:lnTo>
                  <a:lnTo>
                    <a:pt x="4510" y="3968"/>
                  </a:lnTo>
                  <a:lnTo>
                    <a:pt x="4510" y="4050"/>
                  </a:lnTo>
                  <a:lnTo>
                    <a:pt x="4509" y="4133"/>
                  </a:lnTo>
                  <a:lnTo>
                    <a:pt x="4500" y="4212"/>
                  </a:lnTo>
                  <a:lnTo>
                    <a:pt x="4489" y="4292"/>
                  </a:lnTo>
                  <a:lnTo>
                    <a:pt x="4472" y="4370"/>
                  </a:lnTo>
                  <a:lnTo>
                    <a:pt x="4451" y="4446"/>
                  </a:lnTo>
                  <a:lnTo>
                    <a:pt x="4424" y="4520"/>
                  </a:lnTo>
                  <a:lnTo>
                    <a:pt x="4393" y="4591"/>
                  </a:lnTo>
                  <a:lnTo>
                    <a:pt x="4357" y="4663"/>
                  </a:lnTo>
                  <a:lnTo>
                    <a:pt x="4315" y="4730"/>
                  </a:lnTo>
                  <a:lnTo>
                    <a:pt x="4269" y="4797"/>
                  </a:lnTo>
                  <a:lnTo>
                    <a:pt x="4216" y="4859"/>
                  </a:lnTo>
                  <a:lnTo>
                    <a:pt x="4158" y="4921"/>
                  </a:lnTo>
                  <a:lnTo>
                    <a:pt x="4095" y="4979"/>
                  </a:lnTo>
                  <a:lnTo>
                    <a:pt x="4026" y="5033"/>
                  </a:lnTo>
                  <a:lnTo>
                    <a:pt x="3950" y="5086"/>
                  </a:lnTo>
                  <a:lnTo>
                    <a:pt x="3869" y="5136"/>
                  </a:lnTo>
                  <a:lnTo>
                    <a:pt x="3781" y="5182"/>
                  </a:lnTo>
                  <a:lnTo>
                    <a:pt x="3687" y="5225"/>
                  </a:lnTo>
                  <a:lnTo>
                    <a:pt x="3586" y="5263"/>
                  </a:lnTo>
                  <a:lnTo>
                    <a:pt x="3480" y="5300"/>
                  </a:lnTo>
                  <a:lnTo>
                    <a:pt x="3366" y="5333"/>
                  </a:lnTo>
                  <a:lnTo>
                    <a:pt x="3246" y="5361"/>
                  </a:lnTo>
                  <a:lnTo>
                    <a:pt x="3117" y="5386"/>
                  </a:lnTo>
                  <a:lnTo>
                    <a:pt x="2983" y="5405"/>
                  </a:lnTo>
                  <a:lnTo>
                    <a:pt x="2840" y="5422"/>
                  </a:lnTo>
                  <a:lnTo>
                    <a:pt x="2692" y="5434"/>
                  </a:lnTo>
                  <a:lnTo>
                    <a:pt x="2535" y="5442"/>
                  </a:lnTo>
                  <a:lnTo>
                    <a:pt x="2369" y="5443"/>
                  </a:lnTo>
                  <a:lnTo>
                    <a:pt x="2197" y="5442"/>
                  </a:lnTo>
                  <a:lnTo>
                    <a:pt x="2017" y="5435"/>
                  </a:lnTo>
                  <a:lnTo>
                    <a:pt x="1829" y="5424"/>
                  </a:lnTo>
                  <a:lnTo>
                    <a:pt x="1673" y="5410"/>
                  </a:lnTo>
                  <a:lnTo>
                    <a:pt x="1526" y="5392"/>
                  </a:lnTo>
                  <a:lnTo>
                    <a:pt x="1387" y="5369"/>
                  </a:lnTo>
                  <a:lnTo>
                    <a:pt x="1255" y="5341"/>
                  </a:lnTo>
                  <a:lnTo>
                    <a:pt x="1131" y="5309"/>
                  </a:lnTo>
                  <a:lnTo>
                    <a:pt x="1015" y="5273"/>
                  </a:lnTo>
                  <a:lnTo>
                    <a:pt x="904" y="5233"/>
                  </a:lnTo>
                  <a:lnTo>
                    <a:pt x="802" y="5190"/>
                  </a:lnTo>
                  <a:lnTo>
                    <a:pt x="706" y="5142"/>
                  </a:lnTo>
                  <a:lnTo>
                    <a:pt x="618" y="5093"/>
                  </a:lnTo>
                  <a:lnTo>
                    <a:pt x="536" y="5038"/>
                  </a:lnTo>
                  <a:lnTo>
                    <a:pt x="460" y="4982"/>
                  </a:lnTo>
                  <a:lnTo>
                    <a:pt x="390" y="4921"/>
                  </a:lnTo>
                  <a:lnTo>
                    <a:pt x="327" y="4858"/>
                  </a:lnTo>
                  <a:lnTo>
                    <a:pt x="269" y="4792"/>
                  </a:lnTo>
                  <a:lnTo>
                    <a:pt x="218" y="4724"/>
                  </a:lnTo>
                  <a:lnTo>
                    <a:pt x="174" y="4653"/>
                  </a:lnTo>
                  <a:lnTo>
                    <a:pt x="134" y="4578"/>
                  </a:lnTo>
                  <a:lnTo>
                    <a:pt x="99" y="4504"/>
                  </a:lnTo>
                  <a:lnTo>
                    <a:pt x="69" y="4426"/>
                  </a:lnTo>
                  <a:lnTo>
                    <a:pt x="46" y="4345"/>
                  </a:lnTo>
                  <a:lnTo>
                    <a:pt x="26" y="4264"/>
                  </a:lnTo>
                  <a:lnTo>
                    <a:pt x="13" y="4181"/>
                  </a:lnTo>
                  <a:lnTo>
                    <a:pt x="5" y="4097"/>
                  </a:lnTo>
                  <a:lnTo>
                    <a:pt x="0" y="4011"/>
                  </a:lnTo>
                  <a:lnTo>
                    <a:pt x="0" y="3925"/>
                  </a:lnTo>
                  <a:lnTo>
                    <a:pt x="3" y="3835"/>
                  </a:lnTo>
                  <a:lnTo>
                    <a:pt x="13" y="3748"/>
                  </a:lnTo>
                  <a:lnTo>
                    <a:pt x="25" y="3657"/>
                  </a:lnTo>
                  <a:lnTo>
                    <a:pt x="41" y="3567"/>
                  </a:lnTo>
                  <a:lnTo>
                    <a:pt x="61" y="3476"/>
                  </a:lnTo>
                  <a:lnTo>
                    <a:pt x="86" y="3385"/>
                  </a:lnTo>
                  <a:lnTo>
                    <a:pt x="112" y="3294"/>
                  </a:lnTo>
                  <a:lnTo>
                    <a:pt x="144" y="3203"/>
                  </a:lnTo>
                  <a:lnTo>
                    <a:pt x="177" y="3111"/>
                  </a:lnTo>
                  <a:lnTo>
                    <a:pt x="215" y="3020"/>
                  </a:lnTo>
                  <a:lnTo>
                    <a:pt x="255" y="2930"/>
                  </a:lnTo>
                  <a:lnTo>
                    <a:pt x="296" y="2839"/>
                  </a:lnTo>
                  <a:lnTo>
                    <a:pt x="341" y="2750"/>
                  </a:lnTo>
                  <a:lnTo>
                    <a:pt x="389" y="2662"/>
                  </a:lnTo>
                  <a:lnTo>
                    <a:pt x="438" y="2574"/>
                  </a:lnTo>
                  <a:lnTo>
                    <a:pt x="491" y="2487"/>
                  </a:lnTo>
                  <a:lnTo>
                    <a:pt x="546" y="2402"/>
                  </a:lnTo>
                  <a:lnTo>
                    <a:pt x="600" y="2318"/>
                  </a:lnTo>
                  <a:lnTo>
                    <a:pt x="658" y="2237"/>
                  </a:lnTo>
                  <a:lnTo>
                    <a:pt x="718" y="2156"/>
                  </a:lnTo>
                  <a:lnTo>
                    <a:pt x="779" y="2076"/>
                  </a:lnTo>
                  <a:lnTo>
                    <a:pt x="840" y="2000"/>
                  </a:lnTo>
                  <a:lnTo>
                    <a:pt x="904" y="1926"/>
                  </a:lnTo>
                  <a:lnTo>
                    <a:pt x="969" y="1853"/>
                  </a:lnTo>
                  <a:lnTo>
                    <a:pt x="1033" y="1784"/>
                  </a:lnTo>
                  <a:lnTo>
                    <a:pt x="1099" y="1716"/>
                  </a:lnTo>
                  <a:lnTo>
                    <a:pt x="1166" y="1651"/>
                  </a:lnTo>
                  <a:lnTo>
                    <a:pt x="1232" y="1588"/>
                  </a:lnTo>
                  <a:lnTo>
                    <a:pt x="1300" y="1530"/>
                  </a:lnTo>
                  <a:lnTo>
                    <a:pt x="1367" y="1474"/>
                  </a:lnTo>
                  <a:lnTo>
                    <a:pt x="1435" y="1421"/>
                  </a:lnTo>
                  <a:lnTo>
                    <a:pt x="1501" y="1373"/>
                  </a:lnTo>
                  <a:lnTo>
                    <a:pt x="1569" y="1327"/>
                  </a:lnTo>
                  <a:lnTo>
                    <a:pt x="1635" y="1286"/>
                  </a:lnTo>
                  <a:lnTo>
                    <a:pt x="1701" y="1248"/>
                  </a:lnTo>
                  <a:lnTo>
                    <a:pt x="1766" y="1214"/>
                  </a:lnTo>
                  <a:lnTo>
                    <a:pt x="1703" y="1170"/>
                  </a:lnTo>
                  <a:lnTo>
                    <a:pt x="1642" y="1122"/>
                  </a:lnTo>
                  <a:lnTo>
                    <a:pt x="1584" y="1069"/>
                  </a:lnTo>
                  <a:lnTo>
                    <a:pt x="1529" y="1013"/>
                  </a:lnTo>
                  <a:lnTo>
                    <a:pt x="1476" y="953"/>
                  </a:lnTo>
                  <a:lnTo>
                    <a:pt x="1427" y="892"/>
                  </a:lnTo>
                  <a:lnTo>
                    <a:pt x="1382" y="829"/>
                  </a:lnTo>
                  <a:lnTo>
                    <a:pt x="1339" y="764"/>
                  </a:lnTo>
                  <a:lnTo>
                    <a:pt x="1301" y="698"/>
                  </a:lnTo>
                  <a:lnTo>
                    <a:pt x="1266" y="634"/>
                  </a:lnTo>
                  <a:lnTo>
                    <a:pt x="1235" y="569"/>
                  </a:lnTo>
                  <a:lnTo>
                    <a:pt x="1209" y="505"/>
                  </a:lnTo>
                  <a:lnTo>
                    <a:pt x="1187" y="443"/>
                  </a:lnTo>
                  <a:lnTo>
                    <a:pt x="1171" y="382"/>
                  </a:lnTo>
                  <a:lnTo>
                    <a:pt x="1157" y="326"/>
                  </a:lnTo>
                  <a:lnTo>
                    <a:pt x="1151" y="271"/>
                  </a:lnTo>
                  <a:lnTo>
                    <a:pt x="1149" y="222"/>
                  </a:lnTo>
                  <a:lnTo>
                    <a:pt x="1152" y="175"/>
                  </a:lnTo>
                  <a:lnTo>
                    <a:pt x="1161" y="134"/>
                  </a:lnTo>
                  <a:lnTo>
                    <a:pt x="1176" y="99"/>
                  </a:lnTo>
                  <a:lnTo>
                    <a:pt x="1197" y="69"/>
                  </a:lnTo>
                  <a:lnTo>
                    <a:pt x="1230" y="38"/>
                  </a:lnTo>
                  <a:lnTo>
                    <a:pt x="1266" y="18"/>
                  </a:lnTo>
                  <a:lnTo>
                    <a:pt x="1306" y="5"/>
                  </a:lnTo>
                  <a:lnTo>
                    <a:pt x="13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231" name="Freeform 1141">
              <a:extLst>
                <a:ext uri="{FF2B5EF4-FFF2-40B4-BE49-F238E27FC236}">
                  <a16:creationId xmlns:a16="http://schemas.microsoft.com/office/drawing/2014/main" id="{C7B9D126-E5DD-4156-88D8-EAF4E42F7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2718"/>
              <a:ext cx="0" cy="1"/>
            </a:xfrm>
            <a:custGeom>
              <a:avLst/>
              <a:gdLst>
                <a:gd name="T0" fmla="*/ 2 w 2"/>
                <a:gd name="T1" fmla="*/ 0 h 3"/>
                <a:gd name="T2" fmla="*/ 2 w 2"/>
                <a:gd name="T3" fmla="*/ 2 h 3"/>
                <a:gd name="T4" fmla="*/ 0 w 2"/>
                <a:gd name="T5" fmla="*/ 3 h 3"/>
                <a:gd name="T6" fmla="*/ 2 w 2"/>
                <a:gd name="T7" fmla="*/ 2 h 3"/>
                <a:gd name="T8" fmla="*/ 2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2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32" name="Rectangle 231">
            <a:extLst>
              <a:ext uri="{FF2B5EF4-FFF2-40B4-BE49-F238E27FC236}">
                <a16:creationId xmlns:a16="http://schemas.microsoft.com/office/drawing/2014/main" id="{A5728D07-209B-483A-98B6-B6F25D36E28D}"/>
              </a:ext>
            </a:extLst>
          </p:cNvPr>
          <p:cNvSpPr/>
          <p:nvPr/>
        </p:nvSpPr>
        <p:spPr>
          <a:xfrm>
            <a:off x="1271390" y="5311675"/>
            <a:ext cx="3481263" cy="88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E149F7AC-A094-4F8C-A67F-B6628854C24B}"/>
              </a:ext>
            </a:extLst>
          </p:cNvPr>
          <p:cNvSpPr txBox="1"/>
          <p:nvPr/>
        </p:nvSpPr>
        <p:spPr>
          <a:xfrm>
            <a:off x="1291092" y="4826923"/>
            <a:ext cx="2346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grpSp>
        <p:nvGrpSpPr>
          <p:cNvPr id="234" name="Group 1136">
            <a:extLst>
              <a:ext uri="{FF2B5EF4-FFF2-40B4-BE49-F238E27FC236}">
                <a16:creationId xmlns:a16="http://schemas.microsoft.com/office/drawing/2014/main" id="{57232374-2C4D-4057-B1C0-A88B08B634E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11546" y="4385370"/>
            <a:ext cx="365797" cy="441553"/>
            <a:chOff x="2712" y="795"/>
            <a:chExt cx="2255" cy="2722"/>
          </a:xfrm>
          <a:solidFill>
            <a:srgbClr val="FF0000"/>
          </a:solidFill>
        </p:grpSpPr>
        <p:sp>
          <p:nvSpPr>
            <p:cNvPr id="235" name="Freeform 1138">
              <a:extLst>
                <a:ext uri="{FF2B5EF4-FFF2-40B4-BE49-F238E27FC236}">
                  <a16:creationId xmlns:a16="http://schemas.microsoft.com/office/drawing/2014/main" id="{A8DAD41C-6E0D-46B7-81F7-490A0F9CB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545"/>
              <a:ext cx="148" cy="243"/>
            </a:xfrm>
            <a:custGeom>
              <a:avLst/>
              <a:gdLst>
                <a:gd name="T0" fmla="*/ 0 w 298"/>
                <a:gd name="T1" fmla="*/ 0 h 487"/>
                <a:gd name="T2" fmla="*/ 63 w 298"/>
                <a:gd name="T3" fmla="*/ 17 h 487"/>
                <a:gd name="T4" fmla="*/ 124 w 298"/>
                <a:gd name="T5" fmla="*/ 38 h 487"/>
                <a:gd name="T6" fmla="*/ 184 w 298"/>
                <a:gd name="T7" fmla="*/ 65 h 487"/>
                <a:gd name="T8" fmla="*/ 210 w 298"/>
                <a:gd name="T9" fmla="*/ 80 h 487"/>
                <a:gd name="T10" fmla="*/ 235 w 298"/>
                <a:gd name="T11" fmla="*/ 96 h 487"/>
                <a:gd name="T12" fmla="*/ 257 w 298"/>
                <a:gd name="T13" fmla="*/ 118 h 487"/>
                <a:gd name="T14" fmla="*/ 273 w 298"/>
                <a:gd name="T15" fmla="*/ 139 h 487"/>
                <a:gd name="T16" fmla="*/ 285 w 298"/>
                <a:gd name="T17" fmla="*/ 164 h 487"/>
                <a:gd name="T18" fmla="*/ 293 w 298"/>
                <a:gd name="T19" fmla="*/ 191 h 487"/>
                <a:gd name="T20" fmla="*/ 298 w 298"/>
                <a:gd name="T21" fmla="*/ 229 h 487"/>
                <a:gd name="T22" fmla="*/ 296 w 298"/>
                <a:gd name="T23" fmla="*/ 268 h 487"/>
                <a:gd name="T24" fmla="*/ 288 w 298"/>
                <a:gd name="T25" fmla="*/ 306 h 487"/>
                <a:gd name="T26" fmla="*/ 271 w 298"/>
                <a:gd name="T27" fmla="*/ 343 h 487"/>
                <a:gd name="T28" fmla="*/ 250 w 298"/>
                <a:gd name="T29" fmla="*/ 376 h 487"/>
                <a:gd name="T30" fmla="*/ 222 w 298"/>
                <a:gd name="T31" fmla="*/ 404 h 487"/>
                <a:gd name="T32" fmla="*/ 189 w 298"/>
                <a:gd name="T33" fmla="*/ 427 h 487"/>
                <a:gd name="T34" fmla="*/ 154 w 298"/>
                <a:gd name="T35" fmla="*/ 445 h 487"/>
                <a:gd name="T36" fmla="*/ 116 w 298"/>
                <a:gd name="T37" fmla="*/ 460 h 487"/>
                <a:gd name="T38" fmla="*/ 78 w 298"/>
                <a:gd name="T39" fmla="*/ 472 h 487"/>
                <a:gd name="T40" fmla="*/ 38 w 298"/>
                <a:gd name="T41" fmla="*/ 480 h 487"/>
                <a:gd name="T42" fmla="*/ 0 w 298"/>
                <a:gd name="T43" fmla="*/ 487 h 487"/>
                <a:gd name="T44" fmla="*/ 0 w 298"/>
                <a:gd name="T45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8" h="487">
                  <a:moveTo>
                    <a:pt x="0" y="0"/>
                  </a:moveTo>
                  <a:lnTo>
                    <a:pt x="63" y="17"/>
                  </a:lnTo>
                  <a:lnTo>
                    <a:pt x="124" y="38"/>
                  </a:lnTo>
                  <a:lnTo>
                    <a:pt x="184" y="65"/>
                  </a:lnTo>
                  <a:lnTo>
                    <a:pt x="210" y="80"/>
                  </a:lnTo>
                  <a:lnTo>
                    <a:pt x="235" y="96"/>
                  </a:lnTo>
                  <a:lnTo>
                    <a:pt x="257" y="118"/>
                  </a:lnTo>
                  <a:lnTo>
                    <a:pt x="273" y="139"/>
                  </a:lnTo>
                  <a:lnTo>
                    <a:pt x="285" y="164"/>
                  </a:lnTo>
                  <a:lnTo>
                    <a:pt x="293" y="191"/>
                  </a:lnTo>
                  <a:lnTo>
                    <a:pt x="298" y="229"/>
                  </a:lnTo>
                  <a:lnTo>
                    <a:pt x="296" y="268"/>
                  </a:lnTo>
                  <a:lnTo>
                    <a:pt x="288" y="306"/>
                  </a:lnTo>
                  <a:lnTo>
                    <a:pt x="271" y="343"/>
                  </a:lnTo>
                  <a:lnTo>
                    <a:pt x="250" y="376"/>
                  </a:lnTo>
                  <a:lnTo>
                    <a:pt x="222" y="404"/>
                  </a:lnTo>
                  <a:lnTo>
                    <a:pt x="189" y="427"/>
                  </a:lnTo>
                  <a:lnTo>
                    <a:pt x="154" y="445"/>
                  </a:lnTo>
                  <a:lnTo>
                    <a:pt x="116" y="460"/>
                  </a:lnTo>
                  <a:lnTo>
                    <a:pt x="78" y="472"/>
                  </a:lnTo>
                  <a:lnTo>
                    <a:pt x="38" y="480"/>
                  </a:lnTo>
                  <a:lnTo>
                    <a:pt x="0" y="4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236" name="Freeform 1139">
              <a:extLst>
                <a:ext uri="{FF2B5EF4-FFF2-40B4-BE49-F238E27FC236}">
                  <a16:creationId xmlns:a16="http://schemas.microsoft.com/office/drawing/2014/main" id="{F3371985-B4B0-40F6-A0D3-D9D096209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2153"/>
              <a:ext cx="122" cy="221"/>
            </a:xfrm>
            <a:custGeom>
              <a:avLst/>
              <a:gdLst>
                <a:gd name="T0" fmla="*/ 243 w 243"/>
                <a:gd name="T1" fmla="*/ 0 h 442"/>
                <a:gd name="T2" fmla="*/ 243 w 243"/>
                <a:gd name="T3" fmla="*/ 442 h 442"/>
                <a:gd name="T4" fmla="*/ 199 w 243"/>
                <a:gd name="T5" fmla="*/ 427 h 442"/>
                <a:gd name="T6" fmla="*/ 157 w 243"/>
                <a:gd name="T7" fmla="*/ 412 h 442"/>
                <a:gd name="T8" fmla="*/ 113 w 243"/>
                <a:gd name="T9" fmla="*/ 390 h 442"/>
                <a:gd name="T10" fmla="*/ 70 w 243"/>
                <a:gd name="T11" fmla="*/ 365 h 442"/>
                <a:gd name="T12" fmla="*/ 47 w 243"/>
                <a:gd name="T13" fmla="*/ 347 h 442"/>
                <a:gd name="T14" fmla="*/ 27 w 243"/>
                <a:gd name="T15" fmla="*/ 327 h 442"/>
                <a:gd name="T16" fmla="*/ 12 w 243"/>
                <a:gd name="T17" fmla="*/ 301 h 442"/>
                <a:gd name="T18" fmla="*/ 4 w 243"/>
                <a:gd name="T19" fmla="*/ 271 h 442"/>
                <a:gd name="T20" fmla="*/ 0 w 243"/>
                <a:gd name="T21" fmla="*/ 238 h 442"/>
                <a:gd name="T22" fmla="*/ 0 w 243"/>
                <a:gd name="T23" fmla="*/ 207 h 442"/>
                <a:gd name="T24" fmla="*/ 7 w 243"/>
                <a:gd name="T25" fmla="*/ 177 h 442"/>
                <a:gd name="T26" fmla="*/ 17 w 243"/>
                <a:gd name="T27" fmla="*/ 147 h 442"/>
                <a:gd name="T28" fmla="*/ 33 w 243"/>
                <a:gd name="T29" fmla="*/ 121 h 442"/>
                <a:gd name="T30" fmla="*/ 58 w 243"/>
                <a:gd name="T31" fmla="*/ 89 h 442"/>
                <a:gd name="T32" fmla="*/ 91 w 243"/>
                <a:gd name="T33" fmla="*/ 63 h 442"/>
                <a:gd name="T34" fmla="*/ 126 w 243"/>
                <a:gd name="T35" fmla="*/ 41 h 442"/>
                <a:gd name="T36" fmla="*/ 164 w 243"/>
                <a:gd name="T37" fmla="*/ 23 h 442"/>
                <a:gd name="T38" fmla="*/ 204 w 243"/>
                <a:gd name="T39" fmla="*/ 10 h 442"/>
                <a:gd name="T40" fmla="*/ 243 w 243"/>
                <a:gd name="T41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442">
                  <a:moveTo>
                    <a:pt x="243" y="0"/>
                  </a:moveTo>
                  <a:lnTo>
                    <a:pt x="243" y="442"/>
                  </a:lnTo>
                  <a:lnTo>
                    <a:pt x="199" y="427"/>
                  </a:lnTo>
                  <a:lnTo>
                    <a:pt x="157" y="412"/>
                  </a:lnTo>
                  <a:lnTo>
                    <a:pt x="113" y="390"/>
                  </a:lnTo>
                  <a:lnTo>
                    <a:pt x="70" y="365"/>
                  </a:lnTo>
                  <a:lnTo>
                    <a:pt x="47" y="347"/>
                  </a:lnTo>
                  <a:lnTo>
                    <a:pt x="27" y="327"/>
                  </a:lnTo>
                  <a:lnTo>
                    <a:pt x="12" y="301"/>
                  </a:lnTo>
                  <a:lnTo>
                    <a:pt x="4" y="271"/>
                  </a:lnTo>
                  <a:lnTo>
                    <a:pt x="0" y="238"/>
                  </a:lnTo>
                  <a:lnTo>
                    <a:pt x="0" y="207"/>
                  </a:lnTo>
                  <a:lnTo>
                    <a:pt x="7" y="177"/>
                  </a:lnTo>
                  <a:lnTo>
                    <a:pt x="17" y="147"/>
                  </a:lnTo>
                  <a:lnTo>
                    <a:pt x="33" y="121"/>
                  </a:lnTo>
                  <a:lnTo>
                    <a:pt x="58" y="89"/>
                  </a:lnTo>
                  <a:lnTo>
                    <a:pt x="91" y="63"/>
                  </a:lnTo>
                  <a:lnTo>
                    <a:pt x="126" y="41"/>
                  </a:lnTo>
                  <a:lnTo>
                    <a:pt x="164" y="23"/>
                  </a:lnTo>
                  <a:lnTo>
                    <a:pt x="204" y="10"/>
                  </a:lnTo>
                  <a:lnTo>
                    <a:pt x="2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237" name="Freeform 1140">
              <a:extLst>
                <a:ext uri="{FF2B5EF4-FFF2-40B4-BE49-F238E27FC236}">
                  <a16:creationId xmlns:a16="http://schemas.microsoft.com/office/drawing/2014/main" id="{9BD07783-5DC1-4672-B65D-45D136B093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2" y="795"/>
              <a:ext cx="2255" cy="2722"/>
            </a:xfrm>
            <a:custGeom>
              <a:avLst/>
              <a:gdLst>
                <a:gd name="T0" fmla="*/ 2105 w 4510"/>
                <a:gd name="T1" fmla="*/ 2268 h 5443"/>
                <a:gd name="T2" fmla="*/ 1792 w 4510"/>
                <a:gd name="T3" fmla="*/ 2563 h 5443"/>
                <a:gd name="T4" fmla="*/ 1592 w 4510"/>
                <a:gd name="T5" fmla="*/ 2900 h 5443"/>
                <a:gd name="T6" fmla="*/ 1683 w 4510"/>
                <a:gd name="T7" fmla="*/ 3220 h 5443"/>
                <a:gd name="T8" fmla="*/ 2040 w 4510"/>
                <a:gd name="T9" fmla="*/ 3420 h 5443"/>
                <a:gd name="T10" fmla="*/ 1898 w 4510"/>
                <a:gd name="T11" fmla="*/ 3837 h 5443"/>
                <a:gd name="T12" fmla="*/ 1781 w 4510"/>
                <a:gd name="T13" fmla="*/ 3635 h 5443"/>
                <a:gd name="T14" fmla="*/ 1592 w 4510"/>
                <a:gd name="T15" fmla="*/ 3688 h 5443"/>
                <a:gd name="T16" fmla="*/ 1632 w 4510"/>
                <a:gd name="T17" fmla="*/ 3916 h 5443"/>
                <a:gd name="T18" fmla="*/ 1971 w 4510"/>
                <a:gd name="T19" fmla="*/ 4206 h 5443"/>
                <a:gd name="T20" fmla="*/ 2153 w 4510"/>
                <a:gd name="T21" fmla="*/ 4502 h 5443"/>
                <a:gd name="T22" fmla="*/ 2343 w 4510"/>
                <a:gd name="T23" fmla="*/ 4476 h 5443"/>
                <a:gd name="T24" fmla="*/ 2568 w 4510"/>
                <a:gd name="T25" fmla="*/ 4214 h 5443"/>
                <a:gd name="T26" fmla="*/ 2900 w 4510"/>
                <a:gd name="T27" fmla="*/ 3920 h 5443"/>
                <a:gd name="T28" fmla="*/ 2877 w 4510"/>
                <a:gd name="T29" fmla="*/ 3511 h 5443"/>
                <a:gd name="T30" fmla="*/ 2887 w 4510"/>
                <a:gd name="T31" fmla="*/ 3529 h 5443"/>
                <a:gd name="T32" fmla="*/ 2869 w 4510"/>
                <a:gd name="T33" fmla="*/ 3496 h 5443"/>
                <a:gd name="T34" fmla="*/ 2870 w 4510"/>
                <a:gd name="T35" fmla="*/ 3498 h 5443"/>
                <a:gd name="T36" fmla="*/ 2735 w 4510"/>
                <a:gd name="T37" fmla="*/ 3362 h 5443"/>
                <a:gd name="T38" fmla="*/ 2369 w 4510"/>
                <a:gd name="T39" fmla="*/ 2715 h 5443"/>
                <a:gd name="T40" fmla="*/ 2627 w 4510"/>
                <a:gd name="T41" fmla="*/ 2874 h 5443"/>
                <a:gd name="T42" fmla="*/ 2740 w 4510"/>
                <a:gd name="T43" fmla="*/ 3021 h 5443"/>
                <a:gd name="T44" fmla="*/ 2907 w 4510"/>
                <a:gd name="T45" fmla="*/ 2925 h 5443"/>
                <a:gd name="T46" fmla="*/ 2812 w 4510"/>
                <a:gd name="T47" fmla="*/ 2669 h 5443"/>
                <a:gd name="T48" fmla="*/ 2421 w 4510"/>
                <a:gd name="T49" fmla="*/ 2452 h 5443"/>
                <a:gd name="T50" fmla="*/ 2292 w 4510"/>
                <a:gd name="T51" fmla="*/ 2176 h 5443"/>
                <a:gd name="T52" fmla="*/ 1528 w 4510"/>
                <a:gd name="T53" fmla="*/ 40 h 5443"/>
                <a:gd name="T54" fmla="*/ 1891 w 4510"/>
                <a:gd name="T55" fmla="*/ 185 h 5443"/>
                <a:gd name="T56" fmla="*/ 2263 w 4510"/>
                <a:gd name="T57" fmla="*/ 174 h 5443"/>
                <a:gd name="T58" fmla="*/ 2721 w 4510"/>
                <a:gd name="T59" fmla="*/ 50 h 5443"/>
                <a:gd name="T60" fmla="*/ 3079 w 4510"/>
                <a:gd name="T61" fmla="*/ 26 h 5443"/>
                <a:gd name="T62" fmla="*/ 3093 w 4510"/>
                <a:gd name="T63" fmla="*/ 260 h 5443"/>
                <a:gd name="T64" fmla="*/ 2931 w 4510"/>
                <a:gd name="T65" fmla="*/ 672 h 5443"/>
                <a:gd name="T66" fmla="*/ 2640 w 4510"/>
                <a:gd name="T67" fmla="*/ 1089 h 5443"/>
                <a:gd name="T68" fmla="*/ 2878 w 4510"/>
                <a:gd name="T69" fmla="*/ 1367 h 5443"/>
                <a:gd name="T70" fmla="*/ 3356 w 4510"/>
                <a:gd name="T71" fmla="*/ 1755 h 5443"/>
                <a:gd name="T72" fmla="*/ 3803 w 4510"/>
                <a:gd name="T73" fmla="*/ 2262 h 5443"/>
                <a:gd name="T74" fmla="*/ 4171 w 4510"/>
                <a:gd name="T75" fmla="*/ 2843 h 5443"/>
                <a:gd name="T76" fmla="*/ 4423 w 4510"/>
                <a:gd name="T77" fmla="*/ 3453 h 5443"/>
                <a:gd name="T78" fmla="*/ 4510 w 4510"/>
                <a:gd name="T79" fmla="*/ 4050 h 5443"/>
                <a:gd name="T80" fmla="*/ 4393 w 4510"/>
                <a:gd name="T81" fmla="*/ 4591 h 5443"/>
                <a:gd name="T82" fmla="*/ 4026 w 4510"/>
                <a:gd name="T83" fmla="*/ 5033 h 5443"/>
                <a:gd name="T84" fmla="*/ 3366 w 4510"/>
                <a:gd name="T85" fmla="*/ 5333 h 5443"/>
                <a:gd name="T86" fmla="*/ 2369 w 4510"/>
                <a:gd name="T87" fmla="*/ 5443 h 5443"/>
                <a:gd name="T88" fmla="*/ 1255 w 4510"/>
                <a:gd name="T89" fmla="*/ 5341 h 5443"/>
                <a:gd name="T90" fmla="*/ 536 w 4510"/>
                <a:gd name="T91" fmla="*/ 5038 h 5443"/>
                <a:gd name="T92" fmla="*/ 134 w 4510"/>
                <a:gd name="T93" fmla="*/ 4578 h 5443"/>
                <a:gd name="T94" fmla="*/ 0 w 4510"/>
                <a:gd name="T95" fmla="*/ 4011 h 5443"/>
                <a:gd name="T96" fmla="*/ 86 w 4510"/>
                <a:gd name="T97" fmla="*/ 3385 h 5443"/>
                <a:gd name="T98" fmla="*/ 341 w 4510"/>
                <a:gd name="T99" fmla="*/ 2750 h 5443"/>
                <a:gd name="T100" fmla="*/ 718 w 4510"/>
                <a:gd name="T101" fmla="*/ 2156 h 5443"/>
                <a:gd name="T102" fmla="*/ 1166 w 4510"/>
                <a:gd name="T103" fmla="*/ 1651 h 5443"/>
                <a:gd name="T104" fmla="*/ 1635 w 4510"/>
                <a:gd name="T105" fmla="*/ 1286 h 5443"/>
                <a:gd name="T106" fmla="*/ 1476 w 4510"/>
                <a:gd name="T107" fmla="*/ 953 h 5443"/>
                <a:gd name="T108" fmla="*/ 1209 w 4510"/>
                <a:gd name="T109" fmla="*/ 505 h 5443"/>
                <a:gd name="T110" fmla="*/ 1161 w 4510"/>
                <a:gd name="T111" fmla="*/ 134 h 5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510" h="5443">
                  <a:moveTo>
                    <a:pt x="2230" y="2164"/>
                  </a:moveTo>
                  <a:lnTo>
                    <a:pt x="2201" y="2167"/>
                  </a:lnTo>
                  <a:lnTo>
                    <a:pt x="2173" y="2179"/>
                  </a:lnTo>
                  <a:lnTo>
                    <a:pt x="2146" y="2197"/>
                  </a:lnTo>
                  <a:lnTo>
                    <a:pt x="2128" y="2219"/>
                  </a:lnTo>
                  <a:lnTo>
                    <a:pt x="2113" y="2242"/>
                  </a:lnTo>
                  <a:lnTo>
                    <a:pt x="2105" y="2268"/>
                  </a:lnTo>
                  <a:lnTo>
                    <a:pt x="2101" y="2297"/>
                  </a:lnTo>
                  <a:lnTo>
                    <a:pt x="2101" y="2445"/>
                  </a:lnTo>
                  <a:lnTo>
                    <a:pt x="2035" y="2457"/>
                  </a:lnTo>
                  <a:lnTo>
                    <a:pt x="1971" y="2475"/>
                  </a:lnTo>
                  <a:lnTo>
                    <a:pt x="1908" y="2498"/>
                  </a:lnTo>
                  <a:lnTo>
                    <a:pt x="1848" y="2528"/>
                  </a:lnTo>
                  <a:lnTo>
                    <a:pt x="1792" y="2563"/>
                  </a:lnTo>
                  <a:lnTo>
                    <a:pt x="1741" y="2606"/>
                  </a:lnTo>
                  <a:lnTo>
                    <a:pt x="1698" y="2651"/>
                  </a:lnTo>
                  <a:lnTo>
                    <a:pt x="1660" y="2702"/>
                  </a:lnTo>
                  <a:lnTo>
                    <a:pt x="1630" y="2756"/>
                  </a:lnTo>
                  <a:lnTo>
                    <a:pt x="1612" y="2803"/>
                  </a:lnTo>
                  <a:lnTo>
                    <a:pt x="1600" y="2851"/>
                  </a:lnTo>
                  <a:lnTo>
                    <a:pt x="1592" y="2900"/>
                  </a:lnTo>
                  <a:lnTo>
                    <a:pt x="1591" y="2950"/>
                  </a:lnTo>
                  <a:lnTo>
                    <a:pt x="1594" y="3000"/>
                  </a:lnTo>
                  <a:lnTo>
                    <a:pt x="1600" y="3048"/>
                  </a:lnTo>
                  <a:lnTo>
                    <a:pt x="1614" y="3096"/>
                  </a:lnTo>
                  <a:lnTo>
                    <a:pt x="1632" y="3142"/>
                  </a:lnTo>
                  <a:lnTo>
                    <a:pt x="1655" y="3183"/>
                  </a:lnTo>
                  <a:lnTo>
                    <a:pt x="1683" y="3220"/>
                  </a:lnTo>
                  <a:lnTo>
                    <a:pt x="1715" y="3254"/>
                  </a:lnTo>
                  <a:lnTo>
                    <a:pt x="1751" y="3284"/>
                  </a:lnTo>
                  <a:lnTo>
                    <a:pt x="1802" y="3321"/>
                  </a:lnTo>
                  <a:lnTo>
                    <a:pt x="1858" y="3352"/>
                  </a:lnTo>
                  <a:lnTo>
                    <a:pt x="1918" y="3379"/>
                  </a:lnTo>
                  <a:lnTo>
                    <a:pt x="1977" y="3400"/>
                  </a:lnTo>
                  <a:lnTo>
                    <a:pt x="2040" y="3420"/>
                  </a:lnTo>
                  <a:lnTo>
                    <a:pt x="2101" y="3436"/>
                  </a:lnTo>
                  <a:lnTo>
                    <a:pt x="2101" y="3966"/>
                  </a:lnTo>
                  <a:lnTo>
                    <a:pt x="2055" y="3951"/>
                  </a:lnTo>
                  <a:lnTo>
                    <a:pt x="2010" y="3930"/>
                  </a:lnTo>
                  <a:lnTo>
                    <a:pt x="1969" y="3905"/>
                  </a:lnTo>
                  <a:lnTo>
                    <a:pt x="1931" y="3873"/>
                  </a:lnTo>
                  <a:lnTo>
                    <a:pt x="1898" y="3837"/>
                  </a:lnTo>
                  <a:lnTo>
                    <a:pt x="1872" y="3797"/>
                  </a:lnTo>
                  <a:lnTo>
                    <a:pt x="1852" y="3754"/>
                  </a:lnTo>
                  <a:lnTo>
                    <a:pt x="1843" y="3731"/>
                  </a:lnTo>
                  <a:lnTo>
                    <a:pt x="1837" y="3708"/>
                  </a:lnTo>
                  <a:lnTo>
                    <a:pt x="1824" y="3680"/>
                  </a:lnTo>
                  <a:lnTo>
                    <a:pt x="1805" y="3655"/>
                  </a:lnTo>
                  <a:lnTo>
                    <a:pt x="1781" y="3635"/>
                  </a:lnTo>
                  <a:lnTo>
                    <a:pt x="1753" y="3622"/>
                  </a:lnTo>
                  <a:lnTo>
                    <a:pt x="1723" y="3617"/>
                  </a:lnTo>
                  <a:lnTo>
                    <a:pt x="1690" y="3617"/>
                  </a:lnTo>
                  <a:lnTo>
                    <a:pt x="1660" y="3625"/>
                  </a:lnTo>
                  <a:lnTo>
                    <a:pt x="1634" y="3640"/>
                  </a:lnTo>
                  <a:lnTo>
                    <a:pt x="1610" y="3662"/>
                  </a:lnTo>
                  <a:lnTo>
                    <a:pt x="1592" y="3688"/>
                  </a:lnTo>
                  <a:lnTo>
                    <a:pt x="1582" y="3711"/>
                  </a:lnTo>
                  <a:lnTo>
                    <a:pt x="1577" y="3738"/>
                  </a:lnTo>
                  <a:lnTo>
                    <a:pt x="1577" y="3762"/>
                  </a:lnTo>
                  <a:lnTo>
                    <a:pt x="1581" y="3786"/>
                  </a:lnTo>
                  <a:lnTo>
                    <a:pt x="1587" y="3809"/>
                  </a:lnTo>
                  <a:lnTo>
                    <a:pt x="1604" y="3857"/>
                  </a:lnTo>
                  <a:lnTo>
                    <a:pt x="1632" y="3916"/>
                  </a:lnTo>
                  <a:lnTo>
                    <a:pt x="1665" y="3973"/>
                  </a:lnTo>
                  <a:lnTo>
                    <a:pt x="1705" y="4024"/>
                  </a:lnTo>
                  <a:lnTo>
                    <a:pt x="1751" y="4070"/>
                  </a:lnTo>
                  <a:lnTo>
                    <a:pt x="1801" y="4113"/>
                  </a:lnTo>
                  <a:lnTo>
                    <a:pt x="1853" y="4148"/>
                  </a:lnTo>
                  <a:lnTo>
                    <a:pt x="1911" y="4179"/>
                  </a:lnTo>
                  <a:lnTo>
                    <a:pt x="1971" y="4206"/>
                  </a:lnTo>
                  <a:lnTo>
                    <a:pt x="2032" y="4226"/>
                  </a:lnTo>
                  <a:lnTo>
                    <a:pt x="2101" y="4241"/>
                  </a:lnTo>
                  <a:lnTo>
                    <a:pt x="2101" y="4396"/>
                  </a:lnTo>
                  <a:lnTo>
                    <a:pt x="2105" y="4428"/>
                  </a:lnTo>
                  <a:lnTo>
                    <a:pt x="2115" y="4456"/>
                  </a:lnTo>
                  <a:lnTo>
                    <a:pt x="2131" y="4481"/>
                  </a:lnTo>
                  <a:lnTo>
                    <a:pt x="2153" y="4502"/>
                  </a:lnTo>
                  <a:lnTo>
                    <a:pt x="2179" y="4519"/>
                  </a:lnTo>
                  <a:lnTo>
                    <a:pt x="2209" y="4528"/>
                  </a:lnTo>
                  <a:lnTo>
                    <a:pt x="2239" y="4530"/>
                  </a:lnTo>
                  <a:lnTo>
                    <a:pt x="2270" y="4525"/>
                  </a:lnTo>
                  <a:lnTo>
                    <a:pt x="2298" y="4515"/>
                  </a:lnTo>
                  <a:lnTo>
                    <a:pt x="2323" y="4497"/>
                  </a:lnTo>
                  <a:lnTo>
                    <a:pt x="2343" y="4476"/>
                  </a:lnTo>
                  <a:lnTo>
                    <a:pt x="2356" y="4452"/>
                  </a:lnTo>
                  <a:lnTo>
                    <a:pt x="2366" y="4424"/>
                  </a:lnTo>
                  <a:lnTo>
                    <a:pt x="2369" y="4396"/>
                  </a:lnTo>
                  <a:lnTo>
                    <a:pt x="2369" y="4254"/>
                  </a:lnTo>
                  <a:lnTo>
                    <a:pt x="2435" y="4246"/>
                  </a:lnTo>
                  <a:lnTo>
                    <a:pt x="2503" y="4234"/>
                  </a:lnTo>
                  <a:lnTo>
                    <a:pt x="2568" y="4214"/>
                  </a:lnTo>
                  <a:lnTo>
                    <a:pt x="2630" y="4189"/>
                  </a:lnTo>
                  <a:lnTo>
                    <a:pt x="2690" y="4160"/>
                  </a:lnTo>
                  <a:lnTo>
                    <a:pt x="2746" y="4120"/>
                  </a:lnTo>
                  <a:lnTo>
                    <a:pt x="2794" y="4078"/>
                  </a:lnTo>
                  <a:lnTo>
                    <a:pt x="2837" y="4030"/>
                  </a:lnTo>
                  <a:lnTo>
                    <a:pt x="2872" y="3978"/>
                  </a:lnTo>
                  <a:lnTo>
                    <a:pt x="2900" y="3920"/>
                  </a:lnTo>
                  <a:lnTo>
                    <a:pt x="2920" y="3858"/>
                  </a:lnTo>
                  <a:lnTo>
                    <a:pt x="2931" y="3796"/>
                  </a:lnTo>
                  <a:lnTo>
                    <a:pt x="2935" y="3738"/>
                  </a:lnTo>
                  <a:lnTo>
                    <a:pt x="2930" y="3678"/>
                  </a:lnTo>
                  <a:lnTo>
                    <a:pt x="2920" y="3620"/>
                  </a:lnTo>
                  <a:lnTo>
                    <a:pt x="2902" y="3564"/>
                  </a:lnTo>
                  <a:lnTo>
                    <a:pt x="2877" y="3511"/>
                  </a:lnTo>
                  <a:lnTo>
                    <a:pt x="2878" y="3514"/>
                  </a:lnTo>
                  <a:lnTo>
                    <a:pt x="2882" y="3518"/>
                  </a:lnTo>
                  <a:lnTo>
                    <a:pt x="2883" y="3521"/>
                  </a:lnTo>
                  <a:lnTo>
                    <a:pt x="2885" y="3524"/>
                  </a:lnTo>
                  <a:lnTo>
                    <a:pt x="2887" y="3527"/>
                  </a:lnTo>
                  <a:lnTo>
                    <a:pt x="2887" y="3527"/>
                  </a:lnTo>
                  <a:lnTo>
                    <a:pt x="2887" y="3529"/>
                  </a:lnTo>
                  <a:lnTo>
                    <a:pt x="2887" y="3527"/>
                  </a:lnTo>
                  <a:lnTo>
                    <a:pt x="2885" y="3526"/>
                  </a:lnTo>
                  <a:lnTo>
                    <a:pt x="2883" y="3523"/>
                  </a:lnTo>
                  <a:lnTo>
                    <a:pt x="2880" y="3516"/>
                  </a:lnTo>
                  <a:lnTo>
                    <a:pt x="2877" y="3509"/>
                  </a:lnTo>
                  <a:lnTo>
                    <a:pt x="2872" y="3503"/>
                  </a:lnTo>
                  <a:lnTo>
                    <a:pt x="2869" y="3496"/>
                  </a:lnTo>
                  <a:lnTo>
                    <a:pt x="2867" y="3493"/>
                  </a:lnTo>
                  <a:lnTo>
                    <a:pt x="2865" y="3491"/>
                  </a:lnTo>
                  <a:lnTo>
                    <a:pt x="2865" y="3489"/>
                  </a:lnTo>
                  <a:lnTo>
                    <a:pt x="2865" y="3491"/>
                  </a:lnTo>
                  <a:lnTo>
                    <a:pt x="2867" y="3491"/>
                  </a:lnTo>
                  <a:lnTo>
                    <a:pt x="2869" y="3494"/>
                  </a:lnTo>
                  <a:lnTo>
                    <a:pt x="2870" y="3498"/>
                  </a:lnTo>
                  <a:lnTo>
                    <a:pt x="2872" y="3501"/>
                  </a:lnTo>
                  <a:lnTo>
                    <a:pt x="2874" y="3504"/>
                  </a:lnTo>
                  <a:lnTo>
                    <a:pt x="2877" y="3509"/>
                  </a:lnTo>
                  <a:lnTo>
                    <a:pt x="2847" y="3466"/>
                  </a:lnTo>
                  <a:lnTo>
                    <a:pt x="2814" y="3427"/>
                  </a:lnTo>
                  <a:lnTo>
                    <a:pt x="2776" y="3392"/>
                  </a:lnTo>
                  <a:lnTo>
                    <a:pt x="2735" y="3362"/>
                  </a:lnTo>
                  <a:lnTo>
                    <a:pt x="2692" y="3334"/>
                  </a:lnTo>
                  <a:lnTo>
                    <a:pt x="2645" y="3311"/>
                  </a:lnTo>
                  <a:lnTo>
                    <a:pt x="2597" y="3291"/>
                  </a:lnTo>
                  <a:lnTo>
                    <a:pt x="2523" y="3264"/>
                  </a:lnTo>
                  <a:lnTo>
                    <a:pt x="2445" y="3241"/>
                  </a:lnTo>
                  <a:lnTo>
                    <a:pt x="2369" y="3223"/>
                  </a:lnTo>
                  <a:lnTo>
                    <a:pt x="2369" y="2715"/>
                  </a:lnTo>
                  <a:lnTo>
                    <a:pt x="2417" y="2727"/>
                  </a:lnTo>
                  <a:lnTo>
                    <a:pt x="2465" y="2742"/>
                  </a:lnTo>
                  <a:lnTo>
                    <a:pt x="2510" y="2761"/>
                  </a:lnTo>
                  <a:lnTo>
                    <a:pt x="2553" y="2788"/>
                  </a:lnTo>
                  <a:lnTo>
                    <a:pt x="2587" y="2818"/>
                  </a:lnTo>
                  <a:lnTo>
                    <a:pt x="2616" y="2854"/>
                  </a:lnTo>
                  <a:lnTo>
                    <a:pt x="2627" y="2874"/>
                  </a:lnTo>
                  <a:lnTo>
                    <a:pt x="2637" y="2895"/>
                  </a:lnTo>
                  <a:lnTo>
                    <a:pt x="2645" y="2919"/>
                  </a:lnTo>
                  <a:lnTo>
                    <a:pt x="2652" y="2940"/>
                  </a:lnTo>
                  <a:lnTo>
                    <a:pt x="2667" y="2968"/>
                  </a:lnTo>
                  <a:lnTo>
                    <a:pt x="2687" y="2991"/>
                  </a:lnTo>
                  <a:lnTo>
                    <a:pt x="2711" y="3010"/>
                  </a:lnTo>
                  <a:lnTo>
                    <a:pt x="2740" y="3021"/>
                  </a:lnTo>
                  <a:lnTo>
                    <a:pt x="2771" y="3026"/>
                  </a:lnTo>
                  <a:lnTo>
                    <a:pt x="2802" y="3025"/>
                  </a:lnTo>
                  <a:lnTo>
                    <a:pt x="2832" y="3015"/>
                  </a:lnTo>
                  <a:lnTo>
                    <a:pt x="2859" y="2998"/>
                  </a:lnTo>
                  <a:lnTo>
                    <a:pt x="2880" y="2977"/>
                  </a:lnTo>
                  <a:lnTo>
                    <a:pt x="2898" y="2948"/>
                  </a:lnTo>
                  <a:lnTo>
                    <a:pt x="2907" y="2925"/>
                  </a:lnTo>
                  <a:lnTo>
                    <a:pt x="2910" y="2899"/>
                  </a:lnTo>
                  <a:lnTo>
                    <a:pt x="2908" y="2872"/>
                  </a:lnTo>
                  <a:lnTo>
                    <a:pt x="2903" y="2849"/>
                  </a:lnTo>
                  <a:lnTo>
                    <a:pt x="2897" y="2824"/>
                  </a:lnTo>
                  <a:lnTo>
                    <a:pt x="2877" y="2776"/>
                  </a:lnTo>
                  <a:lnTo>
                    <a:pt x="2849" y="2720"/>
                  </a:lnTo>
                  <a:lnTo>
                    <a:pt x="2812" y="2669"/>
                  </a:lnTo>
                  <a:lnTo>
                    <a:pt x="2771" y="2622"/>
                  </a:lnTo>
                  <a:lnTo>
                    <a:pt x="2721" y="2579"/>
                  </a:lnTo>
                  <a:lnTo>
                    <a:pt x="2667" y="2541"/>
                  </a:lnTo>
                  <a:lnTo>
                    <a:pt x="2609" y="2512"/>
                  </a:lnTo>
                  <a:lnTo>
                    <a:pt x="2548" y="2487"/>
                  </a:lnTo>
                  <a:lnTo>
                    <a:pt x="2485" y="2467"/>
                  </a:lnTo>
                  <a:lnTo>
                    <a:pt x="2421" y="2452"/>
                  </a:lnTo>
                  <a:lnTo>
                    <a:pt x="2369" y="2444"/>
                  </a:lnTo>
                  <a:lnTo>
                    <a:pt x="2369" y="2297"/>
                  </a:lnTo>
                  <a:lnTo>
                    <a:pt x="2366" y="2267"/>
                  </a:lnTo>
                  <a:lnTo>
                    <a:pt x="2354" y="2239"/>
                  </a:lnTo>
                  <a:lnTo>
                    <a:pt x="2338" y="2212"/>
                  </a:lnTo>
                  <a:lnTo>
                    <a:pt x="2316" y="2192"/>
                  </a:lnTo>
                  <a:lnTo>
                    <a:pt x="2292" y="2176"/>
                  </a:lnTo>
                  <a:lnTo>
                    <a:pt x="2262" y="2166"/>
                  </a:lnTo>
                  <a:lnTo>
                    <a:pt x="2230" y="2164"/>
                  </a:lnTo>
                  <a:close/>
                  <a:moveTo>
                    <a:pt x="1346" y="0"/>
                  </a:moveTo>
                  <a:lnTo>
                    <a:pt x="1389" y="2"/>
                  </a:lnTo>
                  <a:lnTo>
                    <a:pt x="1433" y="10"/>
                  </a:lnTo>
                  <a:lnTo>
                    <a:pt x="1480" y="23"/>
                  </a:lnTo>
                  <a:lnTo>
                    <a:pt x="1528" y="40"/>
                  </a:lnTo>
                  <a:lnTo>
                    <a:pt x="1577" y="58"/>
                  </a:lnTo>
                  <a:lnTo>
                    <a:pt x="1627" y="79"/>
                  </a:lnTo>
                  <a:lnTo>
                    <a:pt x="1680" y="103"/>
                  </a:lnTo>
                  <a:lnTo>
                    <a:pt x="1731" y="126"/>
                  </a:lnTo>
                  <a:lnTo>
                    <a:pt x="1784" y="147"/>
                  </a:lnTo>
                  <a:lnTo>
                    <a:pt x="1837" y="167"/>
                  </a:lnTo>
                  <a:lnTo>
                    <a:pt x="1891" y="185"/>
                  </a:lnTo>
                  <a:lnTo>
                    <a:pt x="1944" y="199"/>
                  </a:lnTo>
                  <a:lnTo>
                    <a:pt x="1999" y="207"/>
                  </a:lnTo>
                  <a:lnTo>
                    <a:pt x="2052" y="212"/>
                  </a:lnTo>
                  <a:lnTo>
                    <a:pt x="2106" y="208"/>
                  </a:lnTo>
                  <a:lnTo>
                    <a:pt x="2153" y="200"/>
                  </a:lnTo>
                  <a:lnTo>
                    <a:pt x="2206" y="189"/>
                  </a:lnTo>
                  <a:lnTo>
                    <a:pt x="2263" y="174"/>
                  </a:lnTo>
                  <a:lnTo>
                    <a:pt x="2323" y="157"/>
                  </a:lnTo>
                  <a:lnTo>
                    <a:pt x="2387" y="139"/>
                  </a:lnTo>
                  <a:lnTo>
                    <a:pt x="2452" y="121"/>
                  </a:lnTo>
                  <a:lnTo>
                    <a:pt x="2520" y="103"/>
                  </a:lnTo>
                  <a:lnTo>
                    <a:pt x="2587" y="83"/>
                  </a:lnTo>
                  <a:lnTo>
                    <a:pt x="2655" y="66"/>
                  </a:lnTo>
                  <a:lnTo>
                    <a:pt x="2721" y="50"/>
                  </a:lnTo>
                  <a:lnTo>
                    <a:pt x="2786" y="35"/>
                  </a:lnTo>
                  <a:lnTo>
                    <a:pt x="2849" y="25"/>
                  </a:lnTo>
                  <a:lnTo>
                    <a:pt x="2908" y="17"/>
                  </a:lnTo>
                  <a:lnTo>
                    <a:pt x="2964" y="13"/>
                  </a:lnTo>
                  <a:lnTo>
                    <a:pt x="3016" y="13"/>
                  </a:lnTo>
                  <a:lnTo>
                    <a:pt x="3060" y="18"/>
                  </a:lnTo>
                  <a:lnTo>
                    <a:pt x="3079" y="26"/>
                  </a:lnTo>
                  <a:lnTo>
                    <a:pt x="3093" y="43"/>
                  </a:lnTo>
                  <a:lnTo>
                    <a:pt x="3103" y="65"/>
                  </a:lnTo>
                  <a:lnTo>
                    <a:pt x="3110" y="93"/>
                  </a:lnTo>
                  <a:lnTo>
                    <a:pt x="3112" y="127"/>
                  </a:lnTo>
                  <a:lnTo>
                    <a:pt x="3108" y="167"/>
                  </a:lnTo>
                  <a:lnTo>
                    <a:pt x="3103" y="210"/>
                  </a:lnTo>
                  <a:lnTo>
                    <a:pt x="3093" y="260"/>
                  </a:lnTo>
                  <a:lnTo>
                    <a:pt x="3080" y="311"/>
                  </a:lnTo>
                  <a:lnTo>
                    <a:pt x="3062" y="366"/>
                  </a:lnTo>
                  <a:lnTo>
                    <a:pt x="3042" y="424"/>
                  </a:lnTo>
                  <a:lnTo>
                    <a:pt x="3019" y="485"/>
                  </a:lnTo>
                  <a:lnTo>
                    <a:pt x="2993" y="546"/>
                  </a:lnTo>
                  <a:lnTo>
                    <a:pt x="2963" y="609"/>
                  </a:lnTo>
                  <a:lnTo>
                    <a:pt x="2931" y="672"/>
                  </a:lnTo>
                  <a:lnTo>
                    <a:pt x="2897" y="736"/>
                  </a:lnTo>
                  <a:lnTo>
                    <a:pt x="2860" y="799"/>
                  </a:lnTo>
                  <a:lnTo>
                    <a:pt x="2821" y="860"/>
                  </a:lnTo>
                  <a:lnTo>
                    <a:pt x="2778" y="922"/>
                  </a:lnTo>
                  <a:lnTo>
                    <a:pt x="2735" y="979"/>
                  </a:lnTo>
                  <a:lnTo>
                    <a:pt x="2688" y="1036"/>
                  </a:lnTo>
                  <a:lnTo>
                    <a:pt x="2640" y="1089"/>
                  </a:lnTo>
                  <a:lnTo>
                    <a:pt x="2591" y="1138"/>
                  </a:lnTo>
                  <a:lnTo>
                    <a:pt x="2540" y="1185"/>
                  </a:lnTo>
                  <a:lnTo>
                    <a:pt x="2606" y="1214"/>
                  </a:lnTo>
                  <a:lnTo>
                    <a:pt x="2673" y="1246"/>
                  </a:lnTo>
                  <a:lnTo>
                    <a:pt x="2741" y="1284"/>
                  </a:lnTo>
                  <a:lnTo>
                    <a:pt x="2809" y="1324"/>
                  </a:lnTo>
                  <a:lnTo>
                    <a:pt x="2878" y="1367"/>
                  </a:lnTo>
                  <a:lnTo>
                    <a:pt x="2946" y="1413"/>
                  </a:lnTo>
                  <a:lnTo>
                    <a:pt x="3016" y="1463"/>
                  </a:lnTo>
                  <a:lnTo>
                    <a:pt x="3084" y="1516"/>
                  </a:lnTo>
                  <a:lnTo>
                    <a:pt x="3153" y="1572"/>
                  </a:lnTo>
                  <a:lnTo>
                    <a:pt x="3221" y="1631"/>
                  </a:lnTo>
                  <a:lnTo>
                    <a:pt x="3289" y="1693"/>
                  </a:lnTo>
                  <a:lnTo>
                    <a:pt x="3356" y="1755"/>
                  </a:lnTo>
                  <a:lnTo>
                    <a:pt x="3422" y="1822"/>
                  </a:lnTo>
                  <a:lnTo>
                    <a:pt x="3489" y="1891"/>
                  </a:lnTo>
                  <a:lnTo>
                    <a:pt x="3553" y="1961"/>
                  </a:lnTo>
                  <a:lnTo>
                    <a:pt x="3618" y="2033"/>
                  </a:lnTo>
                  <a:lnTo>
                    <a:pt x="3680" y="2108"/>
                  </a:lnTo>
                  <a:lnTo>
                    <a:pt x="3742" y="2184"/>
                  </a:lnTo>
                  <a:lnTo>
                    <a:pt x="3803" y="2262"/>
                  </a:lnTo>
                  <a:lnTo>
                    <a:pt x="3861" y="2341"/>
                  </a:lnTo>
                  <a:lnTo>
                    <a:pt x="3917" y="2422"/>
                  </a:lnTo>
                  <a:lnTo>
                    <a:pt x="3973" y="2505"/>
                  </a:lnTo>
                  <a:lnTo>
                    <a:pt x="4026" y="2588"/>
                  </a:lnTo>
                  <a:lnTo>
                    <a:pt x="4077" y="2672"/>
                  </a:lnTo>
                  <a:lnTo>
                    <a:pt x="4125" y="2756"/>
                  </a:lnTo>
                  <a:lnTo>
                    <a:pt x="4171" y="2843"/>
                  </a:lnTo>
                  <a:lnTo>
                    <a:pt x="4216" y="2929"/>
                  </a:lnTo>
                  <a:lnTo>
                    <a:pt x="4257" y="3016"/>
                  </a:lnTo>
                  <a:lnTo>
                    <a:pt x="4297" y="3102"/>
                  </a:lnTo>
                  <a:lnTo>
                    <a:pt x="4333" y="3190"/>
                  </a:lnTo>
                  <a:lnTo>
                    <a:pt x="4367" y="3278"/>
                  </a:lnTo>
                  <a:lnTo>
                    <a:pt x="4396" y="3365"/>
                  </a:lnTo>
                  <a:lnTo>
                    <a:pt x="4423" y="3453"/>
                  </a:lnTo>
                  <a:lnTo>
                    <a:pt x="4446" y="3541"/>
                  </a:lnTo>
                  <a:lnTo>
                    <a:pt x="4467" y="3627"/>
                  </a:lnTo>
                  <a:lnTo>
                    <a:pt x="4484" y="3713"/>
                  </a:lnTo>
                  <a:lnTo>
                    <a:pt x="4495" y="3799"/>
                  </a:lnTo>
                  <a:lnTo>
                    <a:pt x="4505" y="3883"/>
                  </a:lnTo>
                  <a:lnTo>
                    <a:pt x="4510" y="3968"/>
                  </a:lnTo>
                  <a:lnTo>
                    <a:pt x="4510" y="4050"/>
                  </a:lnTo>
                  <a:lnTo>
                    <a:pt x="4509" y="4133"/>
                  </a:lnTo>
                  <a:lnTo>
                    <a:pt x="4500" y="4212"/>
                  </a:lnTo>
                  <a:lnTo>
                    <a:pt x="4489" y="4292"/>
                  </a:lnTo>
                  <a:lnTo>
                    <a:pt x="4472" y="4370"/>
                  </a:lnTo>
                  <a:lnTo>
                    <a:pt x="4451" y="4446"/>
                  </a:lnTo>
                  <a:lnTo>
                    <a:pt x="4424" y="4520"/>
                  </a:lnTo>
                  <a:lnTo>
                    <a:pt x="4393" y="4591"/>
                  </a:lnTo>
                  <a:lnTo>
                    <a:pt x="4357" y="4663"/>
                  </a:lnTo>
                  <a:lnTo>
                    <a:pt x="4315" y="4730"/>
                  </a:lnTo>
                  <a:lnTo>
                    <a:pt x="4269" y="4797"/>
                  </a:lnTo>
                  <a:lnTo>
                    <a:pt x="4216" y="4859"/>
                  </a:lnTo>
                  <a:lnTo>
                    <a:pt x="4158" y="4921"/>
                  </a:lnTo>
                  <a:lnTo>
                    <a:pt x="4095" y="4979"/>
                  </a:lnTo>
                  <a:lnTo>
                    <a:pt x="4026" y="5033"/>
                  </a:lnTo>
                  <a:lnTo>
                    <a:pt x="3950" y="5086"/>
                  </a:lnTo>
                  <a:lnTo>
                    <a:pt x="3869" y="5136"/>
                  </a:lnTo>
                  <a:lnTo>
                    <a:pt x="3781" y="5182"/>
                  </a:lnTo>
                  <a:lnTo>
                    <a:pt x="3687" y="5225"/>
                  </a:lnTo>
                  <a:lnTo>
                    <a:pt x="3586" y="5263"/>
                  </a:lnTo>
                  <a:lnTo>
                    <a:pt x="3480" y="5300"/>
                  </a:lnTo>
                  <a:lnTo>
                    <a:pt x="3366" y="5333"/>
                  </a:lnTo>
                  <a:lnTo>
                    <a:pt x="3246" y="5361"/>
                  </a:lnTo>
                  <a:lnTo>
                    <a:pt x="3117" y="5386"/>
                  </a:lnTo>
                  <a:lnTo>
                    <a:pt x="2983" y="5405"/>
                  </a:lnTo>
                  <a:lnTo>
                    <a:pt x="2840" y="5422"/>
                  </a:lnTo>
                  <a:lnTo>
                    <a:pt x="2692" y="5434"/>
                  </a:lnTo>
                  <a:lnTo>
                    <a:pt x="2535" y="5442"/>
                  </a:lnTo>
                  <a:lnTo>
                    <a:pt x="2369" y="5443"/>
                  </a:lnTo>
                  <a:lnTo>
                    <a:pt x="2197" y="5442"/>
                  </a:lnTo>
                  <a:lnTo>
                    <a:pt x="2017" y="5435"/>
                  </a:lnTo>
                  <a:lnTo>
                    <a:pt x="1829" y="5424"/>
                  </a:lnTo>
                  <a:lnTo>
                    <a:pt x="1673" y="5410"/>
                  </a:lnTo>
                  <a:lnTo>
                    <a:pt x="1526" y="5392"/>
                  </a:lnTo>
                  <a:lnTo>
                    <a:pt x="1387" y="5369"/>
                  </a:lnTo>
                  <a:lnTo>
                    <a:pt x="1255" y="5341"/>
                  </a:lnTo>
                  <a:lnTo>
                    <a:pt x="1131" y="5309"/>
                  </a:lnTo>
                  <a:lnTo>
                    <a:pt x="1015" y="5273"/>
                  </a:lnTo>
                  <a:lnTo>
                    <a:pt x="904" y="5233"/>
                  </a:lnTo>
                  <a:lnTo>
                    <a:pt x="802" y="5190"/>
                  </a:lnTo>
                  <a:lnTo>
                    <a:pt x="706" y="5142"/>
                  </a:lnTo>
                  <a:lnTo>
                    <a:pt x="618" y="5093"/>
                  </a:lnTo>
                  <a:lnTo>
                    <a:pt x="536" y="5038"/>
                  </a:lnTo>
                  <a:lnTo>
                    <a:pt x="460" y="4982"/>
                  </a:lnTo>
                  <a:lnTo>
                    <a:pt x="390" y="4921"/>
                  </a:lnTo>
                  <a:lnTo>
                    <a:pt x="327" y="4858"/>
                  </a:lnTo>
                  <a:lnTo>
                    <a:pt x="269" y="4792"/>
                  </a:lnTo>
                  <a:lnTo>
                    <a:pt x="218" y="4724"/>
                  </a:lnTo>
                  <a:lnTo>
                    <a:pt x="174" y="4653"/>
                  </a:lnTo>
                  <a:lnTo>
                    <a:pt x="134" y="4578"/>
                  </a:lnTo>
                  <a:lnTo>
                    <a:pt x="99" y="4504"/>
                  </a:lnTo>
                  <a:lnTo>
                    <a:pt x="69" y="4426"/>
                  </a:lnTo>
                  <a:lnTo>
                    <a:pt x="46" y="4345"/>
                  </a:lnTo>
                  <a:lnTo>
                    <a:pt x="26" y="4264"/>
                  </a:lnTo>
                  <a:lnTo>
                    <a:pt x="13" y="4181"/>
                  </a:lnTo>
                  <a:lnTo>
                    <a:pt x="5" y="4097"/>
                  </a:lnTo>
                  <a:lnTo>
                    <a:pt x="0" y="4011"/>
                  </a:lnTo>
                  <a:lnTo>
                    <a:pt x="0" y="3925"/>
                  </a:lnTo>
                  <a:lnTo>
                    <a:pt x="3" y="3835"/>
                  </a:lnTo>
                  <a:lnTo>
                    <a:pt x="13" y="3748"/>
                  </a:lnTo>
                  <a:lnTo>
                    <a:pt x="25" y="3657"/>
                  </a:lnTo>
                  <a:lnTo>
                    <a:pt x="41" y="3567"/>
                  </a:lnTo>
                  <a:lnTo>
                    <a:pt x="61" y="3476"/>
                  </a:lnTo>
                  <a:lnTo>
                    <a:pt x="86" y="3385"/>
                  </a:lnTo>
                  <a:lnTo>
                    <a:pt x="112" y="3294"/>
                  </a:lnTo>
                  <a:lnTo>
                    <a:pt x="144" y="3203"/>
                  </a:lnTo>
                  <a:lnTo>
                    <a:pt x="177" y="3111"/>
                  </a:lnTo>
                  <a:lnTo>
                    <a:pt x="215" y="3020"/>
                  </a:lnTo>
                  <a:lnTo>
                    <a:pt x="255" y="2930"/>
                  </a:lnTo>
                  <a:lnTo>
                    <a:pt x="296" y="2839"/>
                  </a:lnTo>
                  <a:lnTo>
                    <a:pt x="341" y="2750"/>
                  </a:lnTo>
                  <a:lnTo>
                    <a:pt x="389" y="2662"/>
                  </a:lnTo>
                  <a:lnTo>
                    <a:pt x="438" y="2574"/>
                  </a:lnTo>
                  <a:lnTo>
                    <a:pt x="491" y="2487"/>
                  </a:lnTo>
                  <a:lnTo>
                    <a:pt x="546" y="2402"/>
                  </a:lnTo>
                  <a:lnTo>
                    <a:pt x="600" y="2318"/>
                  </a:lnTo>
                  <a:lnTo>
                    <a:pt x="658" y="2237"/>
                  </a:lnTo>
                  <a:lnTo>
                    <a:pt x="718" y="2156"/>
                  </a:lnTo>
                  <a:lnTo>
                    <a:pt x="779" y="2076"/>
                  </a:lnTo>
                  <a:lnTo>
                    <a:pt x="840" y="2000"/>
                  </a:lnTo>
                  <a:lnTo>
                    <a:pt x="904" y="1926"/>
                  </a:lnTo>
                  <a:lnTo>
                    <a:pt x="969" y="1853"/>
                  </a:lnTo>
                  <a:lnTo>
                    <a:pt x="1033" y="1784"/>
                  </a:lnTo>
                  <a:lnTo>
                    <a:pt x="1099" y="1716"/>
                  </a:lnTo>
                  <a:lnTo>
                    <a:pt x="1166" y="1651"/>
                  </a:lnTo>
                  <a:lnTo>
                    <a:pt x="1232" y="1588"/>
                  </a:lnTo>
                  <a:lnTo>
                    <a:pt x="1300" y="1530"/>
                  </a:lnTo>
                  <a:lnTo>
                    <a:pt x="1367" y="1474"/>
                  </a:lnTo>
                  <a:lnTo>
                    <a:pt x="1435" y="1421"/>
                  </a:lnTo>
                  <a:lnTo>
                    <a:pt x="1501" y="1373"/>
                  </a:lnTo>
                  <a:lnTo>
                    <a:pt x="1569" y="1327"/>
                  </a:lnTo>
                  <a:lnTo>
                    <a:pt x="1635" y="1286"/>
                  </a:lnTo>
                  <a:lnTo>
                    <a:pt x="1701" y="1248"/>
                  </a:lnTo>
                  <a:lnTo>
                    <a:pt x="1766" y="1214"/>
                  </a:lnTo>
                  <a:lnTo>
                    <a:pt x="1703" y="1170"/>
                  </a:lnTo>
                  <a:lnTo>
                    <a:pt x="1642" y="1122"/>
                  </a:lnTo>
                  <a:lnTo>
                    <a:pt x="1584" y="1069"/>
                  </a:lnTo>
                  <a:lnTo>
                    <a:pt x="1529" y="1013"/>
                  </a:lnTo>
                  <a:lnTo>
                    <a:pt x="1476" y="953"/>
                  </a:lnTo>
                  <a:lnTo>
                    <a:pt x="1427" y="892"/>
                  </a:lnTo>
                  <a:lnTo>
                    <a:pt x="1382" y="829"/>
                  </a:lnTo>
                  <a:lnTo>
                    <a:pt x="1339" y="764"/>
                  </a:lnTo>
                  <a:lnTo>
                    <a:pt x="1301" y="698"/>
                  </a:lnTo>
                  <a:lnTo>
                    <a:pt x="1266" y="634"/>
                  </a:lnTo>
                  <a:lnTo>
                    <a:pt x="1235" y="569"/>
                  </a:lnTo>
                  <a:lnTo>
                    <a:pt x="1209" y="505"/>
                  </a:lnTo>
                  <a:lnTo>
                    <a:pt x="1187" y="443"/>
                  </a:lnTo>
                  <a:lnTo>
                    <a:pt x="1171" y="382"/>
                  </a:lnTo>
                  <a:lnTo>
                    <a:pt x="1157" y="326"/>
                  </a:lnTo>
                  <a:lnTo>
                    <a:pt x="1151" y="271"/>
                  </a:lnTo>
                  <a:lnTo>
                    <a:pt x="1149" y="222"/>
                  </a:lnTo>
                  <a:lnTo>
                    <a:pt x="1152" y="175"/>
                  </a:lnTo>
                  <a:lnTo>
                    <a:pt x="1161" y="134"/>
                  </a:lnTo>
                  <a:lnTo>
                    <a:pt x="1176" y="99"/>
                  </a:lnTo>
                  <a:lnTo>
                    <a:pt x="1197" y="69"/>
                  </a:lnTo>
                  <a:lnTo>
                    <a:pt x="1230" y="38"/>
                  </a:lnTo>
                  <a:lnTo>
                    <a:pt x="1266" y="18"/>
                  </a:lnTo>
                  <a:lnTo>
                    <a:pt x="1306" y="5"/>
                  </a:lnTo>
                  <a:lnTo>
                    <a:pt x="13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  <p:sp>
          <p:nvSpPr>
            <p:cNvPr id="238" name="Freeform 1141">
              <a:extLst>
                <a:ext uri="{FF2B5EF4-FFF2-40B4-BE49-F238E27FC236}">
                  <a16:creationId xmlns:a16="http://schemas.microsoft.com/office/drawing/2014/main" id="{C712C8D9-F1FC-49FD-945F-7D09AFA6C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2718"/>
              <a:ext cx="0" cy="1"/>
            </a:xfrm>
            <a:custGeom>
              <a:avLst/>
              <a:gdLst>
                <a:gd name="T0" fmla="*/ 2 w 2"/>
                <a:gd name="T1" fmla="*/ 0 h 3"/>
                <a:gd name="T2" fmla="*/ 2 w 2"/>
                <a:gd name="T3" fmla="*/ 2 h 3"/>
                <a:gd name="T4" fmla="*/ 0 w 2"/>
                <a:gd name="T5" fmla="*/ 3 h 3"/>
                <a:gd name="T6" fmla="*/ 2 w 2"/>
                <a:gd name="T7" fmla="*/ 2 h 3"/>
                <a:gd name="T8" fmla="*/ 2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2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endParaRPr>
            </a:p>
          </p:txBody>
        </p: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6F22A6F1-C26F-48F0-BE1F-40649F7EC38C}"/>
              </a:ext>
            </a:extLst>
          </p:cNvPr>
          <p:cNvSpPr txBox="1"/>
          <p:nvPr/>
        </p:nvSpPr>
        <p:spPr>
          <a:xfrm>
            <a:off x="3170463" y="691515"/>
            <a:ext cx="5851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HOW TO RUN A SUCCESSFUL UNITED KINGDOM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547830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6737035" y="-144223"/>
            <a:ext cx="6503836" cy="6163444"/>
            <a:chOff x="5509973" y="315901"/>
            <a:chExt cx="6503836" cy="6163444"/>
          </a:xfrm>
          <a:solidFill>
            <a:schemeClr val="bg1">
              <a:lumMod val="85000"/>
            </a:schemeClr>
          </a:solidFill>
        </p:grpSpPr>
        <p:sp>
          <p:nvSpPr>
            <p:cNvPr id="2" name="Shape 5603"/>
            <p:cNvSpPr/>
            <p:nvPr/>
          </p:nvSpPr>
          <p:spPr>
            <a:xfrm>
              <a:off x="11459792" y="5087259"/>
              <a:ext cx="507066" cy="5798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277" y="54206"/>
                  </a:moveTo>
                  <a:lnTo>
                    <a:pt x="84814" y="48696"/>
                  </a:lnTo>
                  <a:lnTo>
                    <a:pt x="81666" y="46995"/>
                  </a:lnTo>
                  <a:lnTo>
                    <a:pt x="79074" y="43916"/>
                  </a:lnTo>
                  <a:lnTo>
                    <a:pt x="74907" y="35975"/>
                  </a:lnTo>
                  <a:lnTo>
                    <a:pt x="72962" y="33787"/>
                  </a:lnTo>
                  <a:lnTo>
                    <a:pt x="66296" y="31519"/>
                  </a:lnTo>
                  <a:lnTo>
                    <a:pt x="53425" y="29493"/>
                  </a:lnTo>
                  <a:lnTo>
                    <a:pt x="44814" y="21958"/>
                  </a:lnTo>
                  <a:lnTo>
                    <a:pt x="38055" y="18636"/>
                  </a:lnTo>
                  <a:lnTo>
                    <a:pt x="34537" y="15151"/>
                  </a:lnTo>
                  <a:lnTo>
                    <a:pt x="24166" y="1944"/>
                  </a:lnTo>
                  <a:lnTo>
                    <a:pt x="20740" y="0"/>
                  </a:lnTo>
                  <a:lnTo>
                    <a:pt x="18518" y="4213"/>
                  </a:lnTo>
                  <a:lnTo>
                    <a:pt x="16666" y="10938"/>
                  </a:lnTo>
                  <a:lnTo>
                    <a:pt x="14722" y="16853"/>
                  </a:lnTo>
                  <a:lnTo>
                    <a:pt x="9537" y="24632"/>
                  </a:lnTo>
                  <a:lnTo>
                    <a:pt x="7222" y="28926"/>
                  </a:lnTo>
                  <a:lnTo>
                    <a:pt x="6296" y="32896"/>
                  </a:lnTo>
                  <a:lnTo>
                    <a:pt x="5462" y="56718"/>
                  </a:lnTo>
                  <a:lnTo>
                    <a:pt x="3518" y="69925"/>
                  </a:lnTo>
                  <a:lnTo>
                    <a:pt x="0" y="79972"/>
                  </a:lnTo>
                  <a:lnTo>
                    <a:pt x="5092" y="86212"/>
                  </a:lnTo>
                  <a:lnTo>
                    <a:pt x="48611" y="107846"/>
                  </a:lnTo>
                  <a:lnTo>
                    <a:pt x="63703" y="110925"/>
                  </a:lnTo>
                  <a:lnTo>
                    <a:pt x="78425" y="118298"/>
                  </a:lnTo>
                  <a:lnTo>
                    <a:pt x="86111" y="120000"/>
                  </a:lnTo>
                  <a:lnTo>
                    <a:pt x="99907" y="120000"/>
                  </a:lnTo>
                  <a:lnTo>
                    <a:pt x="102777" y="118622"/>
                  </a:lnTo>
                  <a:lnTo>
                    <a:pt x="105370" y="115543"/>
                  </a:lnTo>
                  <a:lnTo>
                    <a:pt x="107592" y="111816"/>
                  </a:lnTo>
                  <a:lnTo>
                    <a:pt x="109537" y="109385"/>
                  </a:lnTo>
                  <a:lnTo>
                    <a:pt x="109537" y="106792"/>
                  </a:lnTo>
                  <a:lnTo>
                    <a:pt x="108518" y="103389"/>
                  </a:lnTo>
                  <a:lnTo>
                    <a:pt x="110092" y="99419"/>
                  </a:lnTo>
                  <a:lnTo>
                    <a:pt x="115555" y="91640"/>
                  </a:lnTo>
                  <a:lnTo>
                    <a:pt x="118148" y="86860"/>
                  </a:lnTo>
                  <a:lnTo>
                    <a:pt x="118796" y="83457"/>
                  </a:lnTo>
                  <a:lnTo>
                    <a:pt x="118148" y="79810"/>
                  </a:lnTo>
                  <a:lnTo>
                    <a:pt x="116203" y="74139"/>
                  </a:lnTo>
                  <a:lnTo>
                    <a:pt x="117592" y="73085"/>
                  </a:lnTo>
                  <a:lnTo>
                    <a:pt x="118148" y="71951"/>
                  </a:lnTo>
                  <a:lnTo>
                    <a:pt x="118796" y="70573"/>
                  </a:lnTo>
                  <a:lnTo>
                    <a:pt x="120000" y="68629"/>
                  </a:lnTo>
                  <a:lnTo>
                    <a:pt x="114907" y="63848"/>
                  </a:lnTo>
                  <a:lnTo>
                    <a:pt x="100277" y="54206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Shape 5604"/>
            <p:cNvSpPr/>
            <p:nvPr/>
          </p:nvSpPr>
          <p:spPr>
            <a:xfrm>
              <a:off x="12011461" y="5062611"/>
              <a:ext cx="2348" cy="140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58285"/>
                  </a:lnTo>
                  <a:lnTo>
                    <a:pt x="119999" y="120000"/>
                  </a:lnTo>
                  <a:lnTo>
                    <a:pt x="119999" y="582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Shape 5605"/>
            <p:cNvSpPr/>
            <p:nvPr/>
          </p:nvSpPr>
          <p:spPr>
            <a:xfrm>
              <a:off x="7817596" y="4177591"/>
              <a:ext cx="96249" cy="880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102" y="3200"/>
                  </a:moveTo>
                  <a:lnTo>
                    <a:pt x="75918" y="55466"/>
                  </a:lnTo>
                  <a:lnTo>
                    <a:pt x="75918" y="64533"/>
                  </a:lnTo>
                  <a:lnTo>
                    <a:pt x="4897" y="78933"/>
                  </a:lnTo>
                  <a:lnTo>
                    <a:pt x="0" y="92800"/>
                  </a:lnTo>
                  <a:lnTo>
                    <a:pt x="9795" y="103466"/>
                  </a:lnTo>
                  <a:lnTo>
                    <a:pt x="101387" y="120000"/>
                  </a:lnTo>
                  <a:lnTo>
                    <a:pt x="111673" y="113066"/>
                  </a:lnTo>
                  <a:lnTo>
                    <a:pt x="120000" y="66666"/>
                  </a:lnTo>
                  <a:lnTo>
                    <a:pt x="113142" y="25066"/>
                  </a:lnTo>
                  <a:lnTo>
                    <a:pt x="101387" y="0"/>
                  </a:lnTo>
                  <a:lnTo>
                    <a:pt x="91102" y="3200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Shape 5606"/>
            <p:cNvSpPr/>
            <p:nvPr/>
          </p:nvSpPr>
          <p:spPr>
            <a:xfrm>
              <a:off x="9175644" y="5698792"/>
              <a:ext cx="71599" cy="704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852" y="66666"/>
                  </a:moveTo>
                  <a:lnTo>
                    <a:pt x="117377" y="55333"/>
                  </a:lnTo>
                  <a:lnTo>
                    <a:pt x="120000" y="39333"/>
                  </a:lnTo>
                  <a:lnTo>
                    <a:pt x="112786" y="18000"/>
                  </a:lnTo>
                  <a:lnTo>
                    <a:pt x="90491" y="0"/>
                  </a:lnTo>
                  <a:lnTo>
                    <a:pt x="38032" y="0"/>
                  </a:lnTo>
                  <a:lnTo>
                    <a:pt x="0" y="18000"/>
                  </a:lnTo>
                  <a:lnTo>
                    <a:pt x="65573" y="115333"/>
                  </a:lnTo>
                  <a:lnTo>
                    <a:pt x="74098" y="120000"/>
                  </a:lnTo>
                  <a:lnTo>
                    <a:pt x="108852" y="66666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Shape 5607"/>
            <p:cNvSpPr/>
            <p:nvPr/>
          </p:nvSpPr>
          <p:spPr>
            <a:xfrm>
              <a:off x="10510216" y="4400606"/>
              <a:ext cx="56340" cy="12207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251" y="45239"/>
                  </a:moveTo>
                  <a:lnTo>
                    <a:pt x="101538" y="20319"/>
                  </a:lnTo>
                  <a:lnTo>
                    <a:pt x="85594" y="5367"/>
                  </a:lnTo>
                  <a:lnTo>
                    <a:pt x="62097" y="0"/>
                  </a:lnTo>
                  <a:lnTo>
                    <a:pt x="41118" y="4217"/>
                  </a:lnTo>
                  <a:lnTo>
                    <a:pt x="20979" y="16102"/>
                  </a:lnTo>
                  <a:lnTo>
                    <a:pt x="0" y="60191"/>
                  </a:lnTo>
                  <a:lnTo>
                    <a:pt x="0" y="66709"/>
                  </a:lnTo>
                  <a:lnTo>
                    <a:pt x="20979" y="87795"/>
                  </a:lnTo>
                  <a:lnTo>
                    <a:pt x="36083" y="97380"/>
                  </a:lnTo>
                  <a:lnTo>
                    <a:pt x="50349" y="101597"/>
                  </a:lnTo>
                  <a:lnTo>
                    <a:pt x="58741" y="105431"/>
                  </a:lnTo>
                  <a:lnTo>
                    <a:pt x="62097" y="113099"/>
                  </a:lnTo>
                  <a:lnTo>
                    <a:pt x="73006" y="120000"/>
                  </a:lnTo>
                  <a:lnTo>
                    <a:pt x="88111" y="116166"/>
                  </a:lnTo>
                  <a:lnTo>
                    <a:pt x="114125" y="102364"/>
                  </a:lnTo>
                  <a:lnTo>
                    <a:pt x="120000" y="95846"/>
                  </a:lnTo>
                  <a:lnTo>
                    <a:pt x="120000" y="93546"/>
                  </a:lnTo>
                  <a:lnTo>
                    <a:pt x="108251" y="82811"/>
                  </a:lnTo>
                  <a:lnTo>
                    <a:pt x="108251" y="45239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Shape 5608"/>
            <p:cNvSpPr/>
            <p:nvPr/>
          </p:nvSpPr>
          <p:spPr>
            <a:xfrm>
              <a:off x="5798719" y="4787949"/>
              <a:ext cx="120897" cy="24296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739" y="106473"/>
                  </a:moveTo>
                  <a:lnTo>
                    <a:pt x="104180" y="89275"/>
                  </a:lnTo>
                  <a:lnTo>
                    <a:pt x="96077" y="79033"/>
                  </a:lnTo>
                  <a:lnTo>
                    <a:pt x="93376" y="69951"/>
                  </a:lnTo>
                  <a:lnTo>
                    <a:pt x="106881" y="49082"/>
                  </a:lnTo>
                  <a:lnTo>
                    <a:pt x="106881" y="38260"/>
                  </a:lnTo>
                  <a:lnTo>
                    <a:pt x="92218" y="30144"/>
                  </a:lnTo>
                  <a:lnTo>
                    <a:pt x="70610" y="32270"/>
                  </a:lnTo>
                  <a:lnTo>
                    <a:pt x="53247" y="27246"/>
                  </a:lnTo>
                  <a:lnTo>
                    <a:pt x="46688" y="0"/>
                  </a:lnTo>
                  <a:lnTo>
                    <a:pt x="10803" y="4830"/>
                  </a:lnTo>
                  <a:lnTo>
                    <a:pt x="0" y="18357"/>
                  </a:lnTo>
                  <a:lnTo>
                    <a:pt x="8102" y="38260"/>
                  </a:lnTo>
                  <a:lnTo>
                    <a:pt x="41286" y="82318"/>
                  </a:lnTo>
                  <a:lnTo>
                    <a:pt x="65594" y="105120"/>
                  </a:lnTo>
                  <a:lnTo>
                    <a:pt x="93376" y="120000"/>
                  </a:lnTo>
                  <a:lnTo>
                    <a:pt x="120000" y="114589"/>
                  </a:lnTo>
                  <a:lnTo>
                    <a:pt x="110739" y="106473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Shape 5609"/>
            <p:cNvSpPr/>
            <p:nvPr/>
          </p:nvSpPr>
          <p:spPr>
            <a:xfrm>
              <a:off x="9189729" y="2351211"/>
              <a:ext cx="150242" cy="10211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062" y="102461"/>
                  </a:moveTo>
                  <a:lnTo>
                    <a:pt x="30312" y="117230"/>
                  </a:lnTo>
                  <a:lnTo>
                    <a:pt x="47500" y="120000"/>
                  </a:lnTo>
                  <a:lnTo>
                    <a:pt x="61562" y="112153"/>
                  </a:lnTo>
                  <a:lnTo>
                    <a:pt x="71562" y="94615"/>
                  </a:lnTo>
                  <a:lnTo>
                    <a:pt x="80937" y="67384"/>
                  </a:lnTo>
                  <a:lnTo>
                    <a:pt x="92812" y="43846"/>
                  </a:lnTo>
                  <a:lnTo>
                    <a:pt x="108125" y="32307"/>
                  </a:lnTo>
                  <a:lnTo>
                    <a:pt x="113437" y="21230"/>
                  </a:lnTo>
                  <a:lnTo>
                    <a:pt x="115625" y="17538"/>
                  </a:lnTo>
                  <a:lnTo>
                    <a:pt x="120000" y="17538"/>
                  </a:lnTo>
                  <a:lnTo>
                    <a:pt x="120000" y="0"/>
                  </a:lnTo>
                  <a:lnTo>
                    <a:pt x="83125" y="21230"/>
                  </a:lnTo>
                  <a:lnTo>
                    <a:pt x="9687" y="32307"/>
                  </a:lnTo>
                  <a:lnTo>
                    <a:pt x="0" y="44769"/>
                  </a:lnTo>
                  <a:lnTo>
                    <a:pt x="3125" y="77076"/>
                  </a:lnTo>
                  <a:lnTo>
                    <a:pt x="14062" y="102461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Shape 5610"/>
            <p:cNvSpPr/>
            <p:nvPr/>
          </p:nvSpPr>
          <p:spPr>
            <a:xfrm>
              <a:off x="8487817" y="1157490"/>
              <a:ext cx="365041" cy="2183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79" y="87096"/>
                  </a:moveTo>
                  <a:lnTo>
                    <a:pt x="25283" y="82580"/>
                  </a:lnTo>
                  <a:lnTo>
                    <a:pt x="30673" y="88602"/>
                  </a:lnTo>
                  <a:lnTo>
                    <a:pt x="40427" y="113978"/>
                  </a:lnTo>
                  <a:lnTo>
                    <a:pt x="44406" y="120000"/>
                  </a:lnTo>
                  <a:lnTo>
                    <a:pt x="58652" y="112688"/>
                  </a:lnTo>
                  <a:lnTo>
                    <a:pt x="66737" y="105806"/>
                  </a:lnTo>
                  <a:lnTo>
                    <a:pt x="72513" y="98494"/>
                  </a:lnTo>
                  <a:lnTo>
                    <a:pt x="78288" y="84301"/>
                  </a:lnTo>
                  <a:lnTo>
                    <a:pt x="80983" y="67956"/>
                  </a:lnTo>
                  <a:lnTo>
                    <a:pt x="79957" y="53763"/>
                  </a:lnTo>
                  <a:lnTo>
                    <a:pt x="74181" y="45591"/>
                  </a:lnTo>
                  <a:lnTo>
                    <a:pt x="103572" y="24516"/>
                  </a:lnTo>
                  <a:lnTo>
                    <a:pt x="108449" y="26021"/>
                  </a:lnTo>
                  <a:lnTo>
                    <a:pt x="111016" y="20860"/>
                  </a:lnTo>
                  <a:lnTo>
                    <a:pt x="116406" y="22150"/>
                  </a:lnTo>
                  <a:lnTo>
                    <a:pt x="120000" y="20860"/>
                  </a:lnTo>
                  <a:lnTo>
                    <a:pt x="118716" y="7526"/>
                  </a:lnTo>
                  <a:lnTo>
                    <a:pt x="115636" y="2365"/>
                  </a:lnTo>
                  <a:lnTo>
                    <a:pt x="111657" y="0"/>
                  </a:lnTo>
                  <a:lnTo>
                    <a:pt x="101775" y="0"/>
                  </a:lnTo>
                  <a:lnTo>
                    <a:pt x="61860" y="7526"/>
                  </a:lnTo>
                  <a:lnTo>
                    <a:pt x="58395" y="9677"/>
                  </a:lnTo>
                  <a:lnTo>
                    <a:pt x="51336" y="19569"/>
                  </a:lnTo>
                  <a:lnTo>
                    <a:pt x="45818" y="23225"/>
                  </a:lnTo>
                  <a:lnTo>
                    <a:pt x="31187" y="24731"/>
                  </a:lnTo>
                  <a:lnTo>
                    <a:pt x="19636" y="38064"/>
                  </a:lnTo>
                  <a:lnTo>
                    <a:pt x="8085" y="62150"/>
                  </a:lnTo>
                  <a:lnTo>
                    <a:pt x="0" y="67956"/>
                  </a:lnTo>
                  <a:lnTo>
                    <a:pt x="0" y="74408"/>
                  </a:lnTo>
                  <a:lnTo>
                    <a:pt x="5775" y="85806"/>
                  </a:lnTo>
                  <a:lnTo>
                    <a:pt x="11679" y="87096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Shape 5611"/>
            <p:cNvSpPr/>
            <p:nvPr/>
          </p:nvSpPr>
          <p:spPr>
            <a:xfrm>
              <a:off x="8113386" y="3772641"/>
              <a:ext cx="172542" cy="45776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636" y="67339"/>
                  </a:moveTo>
                  <a:lnTo>
                    <a:pt x="120000" y="59743"/>
                  </a:lnTo>
                  <a:lnTo>
                    <a:pt x="117818" y="56253"/>
                  </a:lnTo>
                  <a:lnTo>
                    <a:pt x="112636" y="59435"/>
                  </a:lnTo>
                  <a:lnTo>
                    <a:pt x="105818" y="64773"/>
                  </a:lnTo>
                  <a:lnTo>
                    <a:pt x="96272" y="66928"/>
                  </a:lnTo>
                  <a:lnTo>
                    <a:pt x="83181" y="60153"/>
                  </a:lnTo>
                  <a:lnTo>
                    <a:pt x="76636" y="54405"/>
                  </a:lnTo>
                  <a:lnTo>
                    <a:pt x="75545" y="49067"/>
                  </a:lnTo>
                  <a:lnTo>
                    <a:pt x="78272" y="43729"/>
                  </a:lnTo>
                  <a:lnTo>
                    <a:pt x="84818" y="38802"/>
                  </a:lnTo>
                  <a:lnTo>
                    <a:pt x="66272" y="36646"/>
                  </a:lnTo>
                  <a:lnTo>
                    <a:pt x="49363" y="31000"/>
                  </a:lnTo>
                  <a:lnTo>
                    <a:pt x="37636" y="22070"/>
                  </a:lnTo>
                  <a:lnTo>
                    <a:pt x="31909" y="1129"/>
                  </a:lnTo>
                  <a:lnTo>
                    <a:pt x="22636" y="0"/>
                  </a:lnTo>
                  <a:lnTo>
                    <a:pt x="11181" y="4208"/>
                  </a:lnTo>
                  <a:lnTo>
                    <a:pt x="3545" y="10983"/>
                  </a:lnTo>
                  <a:lnTo>
                    <a:pt x="818" y="23404"/>
                  </a:lnTo>
                  <a:lnTo>
                    <a:pt x="11181" y="28845"/>
                  </a:lnTo>
                  <a:lnTo>
                    <a:pt x="26181" y="31411"/>
                  </a:lnTo>
                  <a:lnTo>
                    <a:pt x="40636" y="35312"/>
                  </a:lnTo>
                  <a:lnTo>
                    <a:pt x="51000" y="43832"/>
                  </a:lnTo>
                  <a:lnTo>
                    <a:pt x="51818" y="52352"/>
                  </a:lnTo>
                  <a:lnTo>
                    <a:pt x="46363" y="60153"/>
                  </a:lnTo>
                  <a:lnTo>
                    <a:pt x="36000" y="66518"/>
                  </a:lnTo>
                  <a:lnTo>
                    <a:pt x="22636" y="70419"/>
                  </a:lnTo>
                  <a:lnTo>
                    <a:pt x="12272" y="72574"/>
                  </a:lnTo>
                  <a:lnTo>
                    <a:pt x="3818" y="76886"/>
                  </a:lnTo>
                  <a:lnTo>
                    <a:pt x="0" y="87151"/>
                  </a:lnTo>
                  <a:lnTo>
                    <a:pt x="6545" y="105731"/>
                  </a:lnTo>
                  <a:lnTo>
                    <a:pt x="28363" y="117023"/>
                  </a:lnTo>
                  <a:lnTo>
                    <a:pt x="54545" y="120000"/>
                  </a:lnTo>
                  <a:lnTo>
                    <a:pt x="79090" y="111377"/>
                  </a:lnTo>
                  <a:lnTo>
                    <a:pt x="87000" y="102857"/>
                  </a:lnTo>
                  <a:lnTo>
                    <a:pt x="85909" y="86124"/>
                  </a:lnTo>
                  <a:lnTo>
                    <a:pt x="90000" y="77194"/>
                  </a:lnTo>
                  <a:lnTo>
                    <a:pt x="109636" y="67339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Shape 5612"/>
            <p:cNvSpPr/>
            <p:nvPr/>
          </p:nvSpPr>
          <p:spPr>
            <a:xfrm>
              <a:off x="7167330" y="5510989"/>
              <a:ext cx="462463" cy="42372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291" y="58949"/>
                  </a:moveTo>
                  <a:lnTo>
                    <a:pt x="98292" y="47225"/>
                  </a:lnTo>
                  <a:lnTo>
                    <a:pt x="91293" y="38046"/>
                  </a:lnTo>
                  <a:lnTo>
                    <a:pt x="82468" y="31741"/>
                  </a:lnTo>
                  <a:lnTo>
                    <a:pt x="70194" y="29419"/>
                  </a:lnTo>
                  <a:lnTo>
                    <a:pt x="61369" y="24221"/>
                  </a:lnTo>
                  <a:lnTo>
                    <a:pt x="44936" y="2654"/>
                  </a:lnTo>
                  <a:lnTo>
                    <a:pt x="34488" y="0"/>
                  </a:lnTo>
                  <a:lnTo>
                    <a:pt x="24547" y="1880"/>
                  </a:lnTo>
                  <a:lnTo>
                    <a:pt x="0" y="14488"/>
                  </a:lnTo>
                  <a:lnTo>
                    <a:pt x="0" y="18359"/>
                  </a:lnTo>
                  <a:lnTo>
                    <a:pt x="4666" y="21345"/>
                  </a:lnTo>
                  <a:lnTo>
                    <a:pt x="9230" y="20682"/>
                  </a:lnTo>
                  <a:lnTo>
                    <a:pt x="13693" y="18801"/>
                  </a:lnTo>
                  <a:lnTo>
                    <a:pt x="18968" y="18359"/>
                  </a:lnTo>
                  <a:lnTo>
                    <a:pt x="17548" y="22562"/>
                  </a:lnTo>
                  <a:lnTo>
                    <a:pt x="12273" y="27207"/>
                  </a:lnTo>
                  <a:lnTo>
                    <a:pt x="11360" y="29419"/>
                  </a:lnTo>
                  <a:lnTo>
                    <a:pt x="12679" y="34506"/>
                  </a:lnTo>
                  <a:lnTo>
                    <a:pt x="15519" y="35723"/>
                  </a:lnTo>
                  <a:lnTo>
                    <a:pt x="18968" y="36387"/>
                  </a:lnTo>
                  <a:lnTo>
                    <a:pt x="21910" y="38709"/>
                  </a:lnTo>
                  <a:lnTo>
                    <a:pt x="25663" y="39041"/>
                  </a:lnTo>
                  <a:lnTo>
                    <a:pt x="47371" y="36829"/>
                  </a:lnTo>
                  <a:lnTo>
                    <a:pt x="47371" y="40589"/>
                  </a:lnTo>
                  <a:lnTo>
                    <a:pt x="43922" y="45566"/>
                  </a:lnTo>
                  <a:lnTo>
                    <a:pt x="46052" y="49769"/>
                  </a:lnTo>
                  <a:lnTo>
                    <a:pt x="57717" y="58617"/>
                  </a:lnTo>
                  <a:lnTo>
                    <a:pt x="59644" y="61271"/>
                  </a:lnTo>
                  <a:lnTo>
                    <a:pt x="57920" y="62488"/>
                  </a:lnTo>
                  <a:lnTo>
                    <a:pt x="56906" y="64036"/>
                  </a:lnTo>
                  <a:lnTo>
                    <a:pt x="57920" y="67354"/>
                  </a:lnTo>
                  <a:lnTo>
                    <a:pt x="59644" y="71336"/>
                  </a:lnTo>
                  <a:lnTo>
                    <a:pt x="60760" y="73216"/>
                  </a:lnTo>
                  <a:lnTo>
                    <a:pt x="55181" y="74654"/>
                  </a:lnTo>
                  <a:lnTo>
                    <a:pt x="48486" y="68571"/>
                  </a:lnTo>
                  <a:lnTo>
                    <a:pt x="41792" y="60165"/>
                  </a:lnTo>
                  <a:lnTo>
                    <a:pt x="35502" y="55631"/>
                  </a:lnTo>
                  <a:lnTo>
                    <a:pt x="35502" y="58728"/>
                  </a:lnTo>
                  <a:lnTo>
                    <a:pt x="37227" y="58728"/>
                  </a:lnTo>
                  <a:lnTo>
                    <a:pt x="36213" y="75870"/>
                  </a:lnTo>
                  <a:lnTo>
                    <a:pt x="41792" y="89695"/>
                  </a:lnTo>
                  <a:lnTo>
                    <a:pt x="51225" y="98101"/>
                  </a:lnTo>
                  <a:lnTo>
                    <a:pt x="62180" y="98875"/>
                  </a:lnTo>
                  <a:lnTo>
                    <a:pt x="65021" y="96884"/>
                  </a:lnTo>
                  <a:lnTo>
                    <a:pt x="68875" y="92682"/>
                  </a:lnTo>
                  <a:lnTo>
                    <a:pt x="71715" y="91576"/>
                  </a:lnTo>
                  <a:lnTo>
                    <a:pt x="74454" y="92018"/>
                  </a:lnTo>
                  <a:lnTo>
                    <a:pt x="87032" y="96884"/>
                  </a:lnTo>
                  <a:lnTo>
                    <a:pt x="100422" y="109603"/>
                  </a:lnTo>
                  <a:lnTo>
                    <a:pt x="100422" y="113032"/>
                  </a:lnTo>
                  <a:lnTo>
                    <a:pt x="92713" y="109161"/>
                  </a:lnTo>
                  <a:lnTo>
                    <a:pt x="83989" y="102304"/>
                  </a:lnTo>
                  <a:lnTo>
                    <a:pt x="75164" y="98101"/>
                  </a:lnTo>
                  <a:lnTo>
                    <a:pt x="67759" y="102304"/>
                  </a:lnTo>
                  <a:lnTo>
                    <a:pt x="67759" y="105843"/>
                  </a:lnTo>
                  <a:lnTo>
                    <a:pt x="72324" y="109603"/>
                  </a:lnTo>
                  <a:lnTo>
                    <a:pt x="84598" y="114248"/>
                  </a:lnTo>
                  <a:lnTo>
                    <a:pt x="89163" y="118451"/>
                  </a:lnTo>
                  <a:lnTo>
                    <a:pt x="93017" y="120000"/>
                  </a:lnTo>
                  <a:lnTo>
                    <a:pt x="98292" y="116571"/>
                  </a:lnTo>
                  <a:lnTo>
                    <a:pt x="103871" y="111926"/>
                  </a:lnTo>
                  <a:lnTo>
                    <a:pt x="108131" y="109603"/>
                  </a:lnTo>
                  <a:lnTo>
                    <a:pt x="116145" y="110046"/>
                  </a:lnTo>
                  <a:lnTo>
                    <a:pt x="120000" y="108940"/>
                  </a:lnTo>
                  <a:lnTo>
                    <a:pt x="120000" y="103963"/>
                  </a:lnTo>
                  <a:lnTo>
                    <a:pt x="109247" y="67465"/>
                  </a:lnTo>
                  <a:lnTo>
                    <a:pt x="105291" y="58949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Shape 5613"/>
            <p:cNvSpPr/>
            <p:nvPr/>
          </p:nvSpPr>
          <p:spPr>
            <a:xfrm>
              <a:off x="7767125" y="5714050"/>
              <a:ext cx="354476" cy="2863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707" y="93114"/>
                  </a:moveTo>
                  <a:lnTo>
                    <a:pt x="112707" y="80655"/>
                  </a:lnTo>
                  <a:lnTo>
                    <a:pt x="107801" y="73278"/>
                  </a:lnTo>
                  <a:lnTo>
                    <a:pt x="100906" y="68196"/>
                  </a:lnTo>
                  <a:lnTo>
                    <a:pt x="94939" y="60819"/>
                  </a:lnTo>
                  <a:lnTo>
                    <a:pt x="99977" y="74426"/>
                  </a:lnTo>
                  <a:lnTo>
                    <a:pt x="99049" y="80655"/>
                  </a:lnTo>
                  <a:lnTo>
                    <a:pt x="94011" y="82295"/>
                  </a:lnTo>
                  <a:lnTo>
                    <a:pt x="86187" y="82295"/>
                  </a:lnTo>
                  <a:lnTo>
                    <a:pt x="82209" y="77868"/>
                  </a:lnTo>
                  <a:lnTo>
                    <a:pt x="77966" y="54590"/>
                  </a:lnTo>
                  <a:lnTo>
                    <a:pt x="72397" y="45573"/>
                  </a:lnTo>
                  <a:lnTo>
                    <a:pt x="75182" y="58524"/>
                  </a:lnTo>
                  <a:lnTo>
                    <a:pt x="73458" y="64754"/>
                  </a:lnTo>
                  <a:lnTo>
                    <a:pt x="68817" y="66557"/>
                  </a:lnTo>
                  <a:lnTo>
                    <a:pt x="63248" y="66557"/>
                  </a:lnTo>
                  <a:lnTo>
                    <a:pt x="58209" y="63606"/>
                  </a:lnTo>
                  <a:lnTo>
                    <a:pt x="54099" y="56393"/>
                  </a:lnTo>
                  <a:lnTo>
                    <a:pt x="45348" y="39344"/>
                  </a:lnTo>
                  <a:lnTo>
                    <a:pt x="36331" y="29016"/>
                  </a:lnTo>
                  <a:lnTo>
                    <a:pt x="5038" y="7377"/>
                  </a:lnTo>
                  <a:lnTo>
                    <a:pt x="0" y="0"/>
                  </a:lnTo>
                  <a:lnTo>
                    <a:pt x="2254" y="12622"/>
                  </a:lnTo>
                  <a:lnTo>
                    <a:pt x="8220" y="30000"/>
                  </a:lnTo>
                  <a:lnTo>
                    <a:pt x="71071" y="115409"/>
                  </a:lnTo>
                  <a:lnTo>
                    <a:pt x="79425" y="120000"/>
                  </a:lnTo>
                  <a:lnTo>
                    <a:pt x="83933" y="117704"/>
                  </a:lnTo>
                  <a:lnTo>
                    <a:pt x="91756" y="106885"/>
                  </a:lnTo>
                  <a:lnTo>
                    <a:pt x="120000" y="98360"/>
                  </a:lnTo>
                  <a:lnTo>
                    <a:pt x="116552" y="95901"/>
                  </a:lnTo>
                  <a:lnTo>
                    <a:pt x="112707" y="93114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Shape 5614"/>
            <p:cNvSpPr/>
            <p:nvPr/>
          </p:nvSpPr>
          <p:spPr>
            <a:xfrm>
              <a:off x="10278983" y="4345439"/>
              <a:ext cx="164327" cy="2863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3317" y="6721"/>
                  </a:moveTo>
                  <a:lnTo>
                    <a:pt x="72458" y="4426"/>
                  </a:lnTo>
                  <a:lnTo>
                    <a:pt x="69594" y="0"/>
                  </a:lnTo>
                  <a:lnTo>
                    <a:pt x="58424" y="7868"/>
                  </a:lnTo>
                  <a:lnTo>
                    <a:pt x="45536" y="28032"/>
                  </a:lnTo>
                  <a:lnTo>
                    <a:pt x="36658" y="37540"/>
                  </a:lnTo>
                  <a:lnTo>
                    <a:pt x="28639" y="43278"/>
                  </a:lnTo>
                  <a:lnTo>
                    <a:pt x="18902" y="48196"/>
                  </a:lnTo>
                  <a:lnTo>
                    <a:pt x="9164" y="55245"/>
                  </a:lnTo>
                  <a:lnTo>
                    <a:pt x="0" y="65409"/>
                  </a:lnTo>
                  <a:lnTo>
                    <a:pt x="0" y="83606"/>
                  </a:lnTo>
                  <a:lnTo>
                    <a:pt x="11742" y="105245"/>
                  </a:lnTo>
                  <a:lnTo>
                    <a:pt x="28926" y="120000"/>
                  </a:lnTo>
                  <a:lnTo>
                    <a:pt x="45823" y="117049"/>
                  </a:lnTo>
                  <a:lnTo>
                    <a:pt x="52410" y="111475"/>
                  </a:lnTo>
                  <a:lnTo>
                    <a:pt x="65298" y="105245"/>
                  </a:lnTo>
                  <a:lnTo>
                    <a:pt x="80477" y="100000"/>
                  </a:lnTo>
                  <a:lnTo>
                    <a:pt x="92219" y="97868"/>
                  </a:lnTo>
                  <a:lnTo>
                    <a:pt x="120000" y="79508"/>
                  </a:lnTo>
                  <a:lnTo>
                    <a:pt x="120000" y="76065"/>
                  </a:lnTo>
                  <a:lnTo>
                    <a:pt x="74463" y="10327"/>
                  </a:lnTo>
                  <a:lnTo>
                    <a:pt x="73317" y="6721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Shape 5615"/>
            <p:cNvSpPr/>
            <p:nvPr/>
          </p:nvSpPr>
          <p:spPr>
            <a:xfrm>
              <a:off x="9842342" y="5549723"/>
              <a:ext cx="473027" cy="3356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226" y="29615"/>
                  </a:moveTo>
                  <a:lnTo>
                    <a:pt x="82246" y="22770"/>
                  </a:lnTo>
                  <a:lnTo>
                    <a:pt x="59950" y="20814"/>
                  </a:lnTo>
                  <a:lnTo>
                    <a:pt x="50635" y="15087"/>
                  </a:lnTo>
                  <a:lnTo>
                    <a:pt x="44888" y="0"/>
                  </a:lnTo>
                  <a:lnTo>
                    <a:pt x="40726" y="0"/>
                  </a:lnTo>
                  <a:lnTo>
                    <a:pt x="37654" y="2374"/>
                  </a:lnTo>
                  <a:lnTo>
                    <a:pt x="36564" y="7124"/>
                  </a:lnTo>
                  <a:lnTo>
                    <a:pt x="38051" y="13969"/>
                  </a:lnTo>
                  <a:lnTo>
                    <a:pt x="40429" y="18998"/>
                  </a:lnTo>
                  <a:lnTo>
                    <a:pt x="49248" y="28079"/>
                  </a:lnTo>
                  <a:lnTo>
                    <a:pt x="49248" y="32549"/>
                  </a:lnTo>
                  <a:lnTo>
                    <a:pt x="46870" y="34924"/>
                  </a:lnTo>
                  <a:lnTo>
                    <a:pt x="45483" y="38835"/>
                  </a:lnTo>
                  <a:lnTo>
                    <a:pt x="45483" y="44144"/>
                  </a:lnTo>
                  <a:lnTo>
                    <a:pt x="46870" y="50989"/>
                  </a:lnTo>
                  <a:lnTo>
                    <a:pt x="43501" y="53923"/>
                  </a:lnTo>
                  <a:lnTo>
                    <a:pt x="34582" y="59231"/>
                  </a:lnTo>
                  <a:lnTo>
                    <a:pt x="31808" y="59511"/>
                  </a:lnTo>
                  <a:lnTo>
                    <a:pt x="27745" y="57694"/>
                  </a:lnTo>
                  <a:lnTo>
                    <a:pt x="21205" y="51268"/>
                  </a:lnTo>
                  <a:lnTo>
                    <a:pt x="16746" y="50989"/>
                  </a:lnTo>
                  <a:lnTo>
                    <a:pt x="18728" y="60209"/>
                  </a:lnTo>
                  <a:lnTo>
                    <a:pt x="16746" y="64959"/>
                  </a:lnTo>
                  <a:lnTo>
                    <a:pt x="13278" y="62025"/>
                  </a:lnTo>
                  <a:lnTo>
                    <a:pt x="9909" y="64540"/>
                  </a:lnTo>
                  <a:lnTo>
                    <a:pt x="3666" y="74039"/>
                  </a:lnTo>
                  <a:lnTo>
                    <a:pt x="5053" y="76135"/>
                  </a:lnTo>
                  <a:lnTo>
                    <a:pt x="7828" y="81443"/>
                  </a:lnTo>
                  <a:lnTo>
                    <a:pt x="9215" y="83259"/>
                  </a:lnTo>
                  <a:lnTo>
                    <a:pt x="6044" y="85634"/>
                  </a:lnTo>
                  <a:lnTo>
                    <a:pt x="3765" y="89545"/>
                  </a:lnTo>
                  <a:lnTo>
                    <a:pt x="2675" y="94854"/>
                  </a:lnTo>
                  <a:lnTo>
                    <a:pt x="3765" y="101699"/>
                  </a:lnTo>
                  <a:lnTo>
                    <a:pt x="0" y="101699"/>
                  </a:lnTo>
                  <a:lnTo>
                    <a:pt x="0" y="106030"/>
                  </a:lnTo>
                  <a:lnTo>
                    <a:pt x="17440" y="118183"/>
                  </a:lnTo>
                  <a:lnTo>
                    <a:pt x="25268" y="120000"/>
                  </a:lnTo>
                  <a:lnTo>
                    <a:pt x="30520" y="115809"/>
                  </a:lnTo>
                  <a:lnTo>
                    <a:pt x="44888" y="87729"/>
                  </a:lnTo>
                  <a:lnTo>
                    <a:pt x="54896" y="76135"/>
                  </a:lnTo>
                  <a:lnTo>
                    <a:pt x="64013" y="70267"/>
                  </a:lnTo>
                  <a:lnTo>
                    <a:pt x="74021" y="68451"/>
                  </a:lnTo>
                  <a:lnTo>
                    <a:pt x="106226" y="77951"/>
                  </a:lnTo>
                  <a:lnTo>
                    <a:pt x="112865" y="77532"/>
                  </a:lnTo>
                  <a:lnTo>
                    <a:pt x="117225" y="76135"/>
                  </a:lnTo>
                  <a:lnTo>
                    <a:pt x="119603" y="72223"/>
                  </a:lnTo>
                  <a:lnTo>
                    <a:pt x="120000" y="64959"/>
                  </a:lnTo>
                  <a:lnTo>
                    <a:pt x="115540" y="42188"/>
                  </a:lnTo>
                  <a:lnTo>
                    <a:pt x="106226" y="29615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Shape 5616"/>
            <p:cNvSpPr/>
            <p:nvPr/>
          </p:nvSpPr>
          <p:spPr>
            <a:xfrm>
              <a:off x="5960699" y="1859403"/>
              <a:ext cx="447204" cy="59392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349" y="86583"/>
                  </a:moveTo>
                  <a:lnTo>
                    <a:pt x="4724" y="87926"/>
                  </a:lnTo>
                  <a:lnTo>
                    <a:pt x="2624" y="89585"/>
                  </a:lnTo>
                  <a:lnTo>
                    <a:pt x="1154" y="91481"/>
                  </a:lnTo>
                  <a:lnTo>
                    <a:pt x="0" y="96142"/>
                  </a:lnTo>
                  <a:lnTo>
                    <a:pt x="2939" y="96379"/>
                  </a:lnTo>
                  <a:lnTo>
                    <a:pt x="12073" y="93693"/>
                  </a:lnTo>
                  <a:lnTo>
                    <a:pt x="13858" y="93930"/>
                  </a:lnTo>
                  <a:lnTo>
                    <a:pt x="20787" y="96695"/>
                  </a:lnTo>
                  <a:lnTo>
                    <a:pt x="28136" y="102541"/>
                  </a:lnTo>
                  <a:lnTo>
                    <a:pt x="31286" y="105780"/>
                  </a:lnTo>
                  <a:lnTo>
                    <a:pt x="38845" y="118973"/>
                  </a:lnTo>
                  <a:lnTo>
                    <a:pt x="41784" y="120000"/>
                  </a:lnTo>
                  <a:lnTo>
                    <a:pt x="49868" y="116761"/>
                  </a:lnTo>
                  <a:lnTo>
                    <a:pt x="73175" y="112021"/>
                  </a:lnTo>
                  <a:lnTo>
                    <a:pt x="74540" y="105227"/>
                  </a:lnTo>
                  <a:lnTo>
                    <a:pt x="86614" y="97801"/>
                  </a:lnTo>
                  <a:lnTo>
                    <a:pt x="90603" y="93930"/>
                  </a:lnTo>
                  <a:lnTo>
                    <a:pt x="94173" y="88795"/>
                  </a:lnTo>
                  <a:lnTo>
                    <a:pt x="98582" y="79710"/>
                  </a:lnTo>
                  <a:lnTo>
                    <a:pt x="102677" y="75365"/>
                  </a:lnTo>
                  <a:lnTo>
                    <a:pt x="100472" y="73706"/>
                  </a:lnTo>
                  <a:lnTo>
                    <a:pt x="98267" y="72521"/>
                  </a:lnTo>
                  <a:lnTo>
                    <a:pt x="100892" y="72521"/>
                  </a:lnTo>
                  <a:lnTo>
                    <a:pt x="102887" y="72363"/>
                  </a:lnTo>
                  <a:lnTo>
                    <a:pt x="104776" y="71494"/>
                  </a:lnTo>
                  <a:lnTo>
                    <a:pt x="106561" y="69519"/>
                  </a:lnTo>
                  <a:lnTo>
                    <a:pt x="101522" y="67860"/>
                  </a:lnTo>
                  <a:lnTo>
                    <a:pt x="98897" y="63831"/>
                  </a:lnTo>
                  <a:lnTo>
                    <a:pt x="96902" y="50638"/>
                  </a:lnTo>
                  <a:lnTo>
                    <a:pt x="95748" y="48663"/>
                  </a:lnTo>
                  <a:lnTo>
                    <a:pt x="94278" y="46846"/>
                  </a:lnTo>
                  <a:lnTo>
                    <a:pt x="93543" y="44002"/>
                  </a:lnTo>
                  <a:lnTo>
                    <a:pt x="95118" y="39973"/>
                  </a:lnTo>
                  <a:lnTo>
                    <a:pt x="96062" y="38551"/>
                  </a:lnTo>
                  <a:lnTo>
                    <a:pt x="102992" y="34206"/>
                  </a:lnTo>
                  <a:lnTo>
                    <a:pt x="105196" y="35312"/>
                  </a:lnTo>
                  <a:lnTo>
                    <a:pt x="107401" y="37208"/>
                  </a:lnTo>
                  <a:lnTo>
                    <a:pt x="108766" y="40210"/>
                  </a:lnTo>
                  <a:lnTo>
                    <a:pt x="108766" y="44871"/>
                  </a:lnTo>
                  <a:lnTo>
                    <a:pt x="110971" y="43528"/>
                  </a:lnTo>
                  <a:lnTo>
                    <a:pt x="112545" y="41553"/>
                  </a:lnTo>
                  <a:lnTo>
                    <a:pt x="114540" y="36655"/>
                  </a:lnTo>
                  <a:lnTo>
                    <a:pt x="118320" y="23541"/>
                  </a:lnTo>
                  <a:lnTo>
                    <a:pt x="118950" y="22751"/>
                  </a:lnTo>
                  <a:lnTo>
                    <a:pt x="118320" y="19433"/>
                  </a:lnTo>
                  <a:lnTo>
                    <a:pt x="115380" y="13903"/>
                  </a:lnTo>
                  <a:lnTo>
                    <a:pt x="114540" y="12323"/>
                  </a:lnTo>
                  <a:lnTo>
                    <a:pt x="115380" y="9321"/>
                  </a:lnTo>
                  <a:lnTo>
                    <a:pt x="118005" y="4423"/>
                  </a:lnTo>
                  <a:lnTo>
                    <a:pt x="120000" y="1184"/>
                  </a:lnTo>
                  <a:lnTo>
                    <a:pt x="116325" y="0"/>
                  </a:lnTo>
                  <a:lnTo>
                    <a:pt x="113070" y="5213"/>
                  </a:lnTo>
                  <a:lnTo>
                    <a:pt x="108661" y="9637"/>
                  </a:lnTo>
                  <a:lnTo>
                    <a:pt x="102152" y="6398"/>
                  </a:lnTo>
                  <a:lnTo>
                    <a:pt x="92388" y="21645"/>
                  </a:lnTo>
                  <a:lnTo>
                    <a:pt x="86509" y="27491"/>
                  </a:lnTo>
                  <a:lnTo>
                    <a:pt x="80314" y="25832"/>
                  </a:lnTo>
                  <a:lnTo>
                    <a:pt x="72020" y="29308"/>
                  </a:lnTo>
                  <a:lnTo>
                    <a:pt x="54908" y="31520"/>
                  </a:lnTo>
                  <a:lnTo>
                    <a:pt x="46614" y="33969"/>
                  </a:lnTo>
                  <a:lnTo>
                    <a:pt x="44829" y="33969"/>
                  </a:lnTo>
                  <a:lnTo>
                    <a:pt x="42204" y="33653"/>
                  </a:lnTo>
                  <a:lnTo>
                    <a:pt x="40000" y="33969"/>
                  </a:lnTo>
                  <a:lnTo>
                    <a:pt x="38845" y="35391"/>
                  </a:lnTo>
                  <a:lnTo>
                    <a:pt x="39370" y="41869"/>
                  </a:lnTo>
                  <a:lnTo>
                    <a:pt x="40000" y="45187"/>
                  </a:lnTo>
                  <a:lnTo>
                    <a:pt x="41154" y="44950"/>
                  </a:lnTo>
                  <a:lnTo>
                    <a:pt x="38635" y="49058"/>
                  </a:lnTo>
                  <a:lnTo>
                    <a:pt x="32860" y="54825"/>
                  </a:lnTo>
                  <a:lnTo>
                    <a:pt x="31286" y="58617"/>
                  </a:lnTo>
                  <a:lnTo>
                    <a:pt x="34225" y="60276"/>
                  </a:lnTo>
                  <a:lnTo>
                    <a:pt x="37900" y="60987"/>
                  </a:lnTo>
                  <a:lnTo>
                    <a:pt x="41469" y="61303"/>
                  </a:lnTo>
                  <a:lnTo>
                    <a:pt x="45144" y="60987"/>
                  </a:lnTo>
                  <a:lnTo>
                    <a:pt x="37900" y="68176"/>
                  </a:lnTo>
                  <a:lnTo>
                    <a:pt x="17532" y="70388"/>
                  </a:lnTo>
                  <a:lnTo>
                    <a:pt x="9448" y="75049"/>
                  </a:lnTo>
                  <a:lnTo>
                    <a:pt x="10288" y="76708"/>
                  </a:lnTo>
                  <a:lnTo>
                    <a:pt x="11338" y="80500"/>
                  </a:lnTo>
                  <a:lnTo>
                    <a:pt x="11653" y="84292"/>
                  </a:lnTo>
                  <a:lnTo>
                    <a:pt x="10288" y="86109"/>
                  </a:lnTo>
                  <a:lnTo>
                    <a:pt x="7349" y="86583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Shape 5617"/>
            <p:cNvSpPr/>
            <p:nvPr/>
          </p:nvSpPr>
          <p:spPr>
            <a:xfrm>
              <a:off x="8210808" y="5370137"/>
              <a:ext cx="381473" cy="7981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055" y="10823"/>
                  </a:moveTo>
                  <a:lnTo>
                    <a:pt x="87597" y="24941"/>
                  </a:lnTo>
                  <a:lnTo>
                    <a:pt x="85379" y="32823"/>
                  </a:lnTo>
                  <a:lnTo>
                    <a:pt x="66283" y="46117"/>
                  </a:lnTo>
                  <a:lnTo>
                    <a:pt x="58151" y="49000"/>
                  </a:lnTo>
                  <a:lnTo>
                    <a:pt x="39301" y="59588"/>
                  </a:lnTo>
                  <a:lnTo>
                    <a:pt x="32032" y="64647"/>
                  </a:lnTo>
                  <a:lnTo>
                    <a:pt x="27351" y="71352"/>
                  </a:lnTo>
                  <a:lnTo>
                    <a:pt x="30431" y="72588"/>
                  </a:lnTo>
                  <a:lnTo>
                    <a:pt x="33388" y="73000"/>
                  </a:lnTo>
                  <a:lnTo>
                    <a:pt x="36221" y="72588"/>
                  </a:lnTo>
                  <a:lnTo>
                    <a:pt x="39301" y="71352"/>
                  </a:lnTo>
                  <a:lnTo>
                    <a:pt x="40657" y="74470"/>
                  </a:lnTo>
                  <a:lnTo>
                    <a:pt x="41396" y="77352"/>
                  </a:lnTo>
                  <a:lnTo>
                    <a:pt x="33018" y="78764"/>
                  </a:lnTo>
                  <a:lnTo>
                    <a:pt x="31170" y="78352"/>
                  </a:lnTo>
                  <a:lnTo>
                    <a:pt x="28336" y="76941"/>
                  </a:lnTo>
                  <a:lnTo>
                    <a:pt x="26242" y="78352"/>
                  </a:lnTo>
                  <a:lnTo>
                    <a:pt x="23162" y="83058"/>
                  </a:lnTo>
                  <a:lnTo>
                    <a:pt x="17618" y="87058"/>
                  </a:lnTo>
                  <a:lnTo>
                    <a:pt x="13182" y="89588"/>
                  </a:lnTo>
                  <a:lnTo>
                    <a:pt x="8254" y="90588"/>
                  </a:lnTo>
                  <a:lnTo>
                    <a:pt x="0" y="90823"/>
                  </a:lnTo>
                  <a:lnTo>
                    <a:pt x="10349" y="95058"/>
                  </a:lnTo>
                  <a:lnTo>
                    <a:pt x="15030" y="97529"/>
                  </a:lnTo>
                  <a:lnTo>
                    <a:pt x="18357" y="100764"/>
                  </a:lnTo>
                  <a:lnTo>
                    <a:pt x="26981" y="117294"/>
                  </a:lnTo>
                  <a:lnTo>
                    <a:pt x="31170" y="120000"/>
                  </a:lnTo>
                  <a:lnTo>
                    <a:pt x="39301" y="119764"/>
                  </a:lnTo>
                  <a:lnTo>
                    <a:pt x="43983" y="118529"/>
                  </a:lnTo>
                  <a:lnTo>
                    <a:pt x="47433" y="115058"/>
                  </a:lnTo>
                  <a:lnTo>
                    <a:pt x="80205" y="63000"/>
                  </a:lnTo>
                  <a:lnTo>
                    <a:pt x="97453" y="45882"/>
                  </a:lnTo>
                  <a:lnTo>
                    <a:pt x="103737" y="36529"/>
                  </a:lnTo>
                  <a:lnTo>
                    <a:pt x="120000" y="1647"/>
                  </a:lnTo>
                  <a:lnTo>
                    <a:pt x="112361" y="0"/>
                  </a:lnTo>
                  <a:lnTo>
                    <a:pt x="99055" y="10823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Shape 5618"/>
            <p:cNvSpPr/>
            <p:nvPr/>
          </p:nvSpPr>
          <p:spPr>
            <a:xfrm>
              <a:off x="8639233" y="5743395"/>
              <a:ext cx="923753" cy="62679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085" y="67490"/>
                  </a:moveTo>
                  <a:lnTo>
                    <a:pt x="117509" y="64194"/>
                  </a:lnTo>
                  <a:lnTo>
                    <a:pt x="110495" y="55580"/>
                  </a:lnTo>
                  <a:lnTo>
                    <a:pt x="108360" y="49063"/>
                  </a:lnTo>
                  <a:lnTo>
                    <a:pt x="108869" y="48614"/>
                  </a:lnTo>
                  <a:lnTo>
                    <a:pt x="110648" y="46741"/>
                  </a:lnTo>
                  <a:lnTo>
                    <a:pt x="108360" y="45617"/>
                  </a:lnTo>
                  <a:lnTo>
                    <a:pt x="106277" y="43370"/>
                  </a:lnTo>
                  <a:lnTo>
                    <a:pt x="102922" y="37153"/>
                  </a:lnTo>
                  <a:lnTo>
                    <a:pt x="102007" y="31910"/>
                  </a:lnTo>
                  <a:lnTo>
                    <a:pt x="91283" y="17677"/>
                  </a:lnTo>
                  <a:lnTo>
                    <a:pt x="90724" y="21797"/>
                  </a:lnTo>
                  <a:lnTo>
                    <a:pt x="90622" y="26217"/>
                  </a:lnTo>
                  <a:lnTo>
                    <a:pt x="90927" y="30636"/>
                  </a:lnTo>
                  <a:lnTo>
                    <a:pt x="92147" y="34531"/>
                  </a:lnTo>
                  <a:lnTo>
                    <a:pt x="90724" y="34831"/>
                  </a:lnTo>
                  <a:lnTo>
                    <a:pt x="87369" y="37153"/>
                  </a:lnTo>
                  <a:lnTo>
                    <a:pt x="83506" y="37153"/>
                  </a:lnTo>
                  <a:lnTo>
                    <a:pt x="80355" y="41048"/>
                  </a:lnTo>
                  <a:lnTo>
                    <a:pt x="80559" y="44119"/>
                  </a:lnTo>
                  <a:lnTo>
                    <a:pt x="82083" y="48014"/>
                  </a:lnTo>
                  <a:lnTo>
                    <a:pt x="83506" y="54232"/>
                  </a:lnTo>
                  <a:lnTo>
                    <a:pt x="58551" y="33558"/>
                  </a:lnTo>
                  <a:lnTo>
                    <a:pt x="55196" y="32134"/>
                  </a:lnTo>
                  <a:lnTo>
                    <a:pt x="51842" y="29138"/>
                  </a:lnTo>
                  <a:lnTo>
                    <a:pt x="47623" y="15280"/>
                  </a:lnTo>
                  <a:lnTo>
                    <a:pt x="45133" y="12209"/>
                  </a:lnTo>
                  <a:lnTo>
                    <a:pt x="42693" y="10337"/>
                  </a:lnTo>
                  <a:lnTo>
                    <a:pt x="36035" y="2546"/>
                  </a:lnTo>
                  <a:lnTo>
                    <a:pt x="32528" y="0"/>
                  </a:lnTo>
                  <a:lnTo>
                    <a:pt x="12452" y="6217"/>
                  </a:lnTo>
                  <a:lnTo>
                    <a:pt x="10571" y="4644"/>
                  </a:lnTo>
                  <a:lnTo>
                    <a:pt x="4777" y="15056"/>
                  </a:lnTo>
                  <a:lnTo>
                    <a:pt x="2795" y="20823"/>
                  </a:lnTo>
                  <a:lnTo>
                    <a:pt x="2795" y="27041"/>
                  </a:lnTo>
                  <a:lnTo>
                    <a:pt x="3710" y="29288"/>
                  </a:lnTo>
                  <a:lnTo>
                    <a:pt x="11130" y="43071"/>
                  </a:lnTo>
                  <a:lnTo>
                    <a:pt x="13011" y="45168"/>
                  </a:lnTo>
                  <a:lnTo>
                    <a:pt x="15349" y="46441"/>
                  </a:lnTo>
                  <a:lnTo>
                    <a:pt x="12655" y="54007"/>
                  </a:lnTo>
                  <a:lnTo>
                    <a:pt x="8640" y="54531"/>
                  </a:lnTo>
                  <a:lnTo>
                    <a:pt x="4421" y="53558"/>
                  </a:lnTo>
                  <a:lnTo>
                    <a:pt x="864" y="56554"/>
                  </a:lnTo>
                  <a:lnTo>
                    <a:pt x="0" y="62546"/>
                  </a:lnTo>
                  <a:lnTo>
                    <a:pt x="1423" y="68014"/>
                  </a:lnTo>
                  <a:lnTo>
                    <a:pt x="4421" y="71985"/>
                  </a:lnTo>
                  <a:lnTo>
                    <a:pt x="11994" y="74531"/>
                  </a:lnTo>
                  <a:lnTo>
                    <a:pt x="19567" y="79700"/>
                  </a:lnTo>
                  <a:lnTo>
                    <a:pt x="26581" y="82022"/>
                  </a:lnTo>
                  <a:lnTo>
                    <a:pt x="41829" y="96629"/>
                  </a:lnTo>
                  <a:lnTo>
                    <a:pt x="50470" y="107715"/>
                  </a:lnTo>
                  <a:lnTo>
                    <a:pt x="63532" y="119176"/>
                  </a:lnTo>
                  <a:lnTo>
                    <a:pt x="66683" y="120000"/>
                  </a:lnTo>
                  <a:lnTo>
                    <a:pt x="71969" y="112659"/>
                  </a:lnTo>
                  <a:lnTo>
                    <a:pt x="78627" y="108014"/>
                  </a:lnTo>
                  <a:lnTo>
                    <a:pt x="85692" y="105692"/>
                  </a:lnTo>
                  <a:lnTo>
                    <a:pt x="107496" y="112659"/>
                  </a:lnTo>
                  <a:lnTo>
                    <a:pt x="113850" y="109588"/>
                  </a:lnTo>
                  <a:lnTo>
                    <a:pt x="118221" y="102022"/>
                  </a:lnTo>
                  <a:lnTo>
                    <a:pt x="118729" y="94232"/>
                  </a:lnTo>
                  <a:lnTo>
                    <a:pt x="113290" y="90561"/>
                  </a:lnTo>
                  <a:lnTo>
                    <a:pt x="114307" y="86741"/>
                  </a:lnTo>
                  <a:lnTo>
                    <a:pt x="115578" y="85468"/>
                  </a:lnTo>
                  <a:lnTo>
                    <a:pt x="117001" y="84644"/>
                  </a:lnTo>
                  <a:lnTo>
                    <a:pt x="118526" y="82022"/>
                  </a:lnTo>
                  <a:lnTo>
                    <a:pt x="120000" y="77902"/>
                  </a:lnTo>
                  <a:lnTo>
                    <a:pt x="120000" y="75805"/>
                  </a:lnTo>
                  <a:lnTo>
                    <a:pt x="119440" y="73258"/>
                  </a:lnTo>
                  <a:lnTo>
                    <a:pt x="119085" y="67490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Shape 5619"/>
            <p:cNvSpPr/>
            <p:nvPr/>
          </p:nvSpPr>
          <p:spPr>
            <a:xfrm>
              <a:off x="7214281" y="4501550"/>
              <a:ext cx="1248887" cy="110920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113" y="112931"/>
                  </a:moveTo>
                  <a:lnTo>
                    <a:pt x="102814" y="112931"/>
                  </a:lnTo>
                  <a:lnTo>
                    <a:pt x="106837" y="113269"/>
                  </a:lnTo>
                  <a:lnTo>
                    <a:pt x="108154" y="112931"/>
                  </a:lnTo>
                  <a:lnTo>
                    <a:pt x="109696" y="111492"/>
                  </a:lnTo>
                  <a:lnTo>
                    <a:pt x="110636" y="109417"/>
                  </a:lnTo>
                  <a:lnTo>
                    <a:pt x="111313" y="107089"/>
                  </a:lnTo>
                  <a:lnTo>
                    <a:pt x="112178" y="104592"/>
                  </a:lnTo>
                  <a:lnTo>
                    <a:pt x="114810" y="100783"/>
                  </a:lnTo>
                  <a:lnTo>
                    <a:pt x="115186" y="99724"/>
                  </a:lnTo>
                  <a:lnTo>
                    <a:pt x="115299" y="95576"/>
                  </a:lnTo>
                  <a:lnTo>
                    <a:pt x="115600" y="93968"/>
                  </a:lnTo>
                  <a:lnTo>
                    <a:pt x="117141" y="89862"/>
                  </a:lnTo>
                  <a:lnTo>
                    <a:pt x="117781" y="86349"/>
                  </a:lnTo>
                  <a:lnTo>
                    <a:pt x="118082" y="82285"/>
                  </a:lnTo>
                  <a:lnTo>
                    <a:pt x="117781" y="77883"/>
                  </a:lnTo>
                  <a:lnTo>
                    <a:pt x="116991" y="74751"/>
                  </a:lnTo>
                  <a:lnTo>
                    <a:pt x="114283" y="69798"/>
                  </a:lnTo>
                  <a:lnTo>
                    <a:pt x="113644" y="67301"/>
                  </a:lnTo>
                  <a:lnTo>
                    <a:pt x="114434" y="63619"/>
                  </a:lnTo>
                  <a:lnTo>
                    <a:pt x="116089" y="63026"/>
                  </a:lnTo>
                  <a:lnTo>
                    <a:pt x="117931" y="64338"/>
                  </a:lnTo>
                  <a:lnTo>
                    <a:pt x="119210" y="66497"/>
                  </a:lnTo>
                  <a:lnTo>
                    <a:pt x="120000" y="66497"/>
                  </a:lnTo>
                  <a:lnTo>
                    <a:pt x="119360" y="63153"/>
                  </a:lnTo>
                  <a:lnTo>
                    <a:pt x="116728" y="54391"/>
                  </a:lnTo>
                  <a:lnTo>
                    <a:pt x="116089" y="52613"/>
                  </a:lnTo>
                  <a:lnTo>
                    <a:pt x="105935" y="35894"/>
                  </a:lnTo>
                  <a:lnTo>
                    <a:pt x="104356" y="34243"/>
                  </a:lnTo>
                  <a:lnTo>
                    <a:pt x="97323" y="32507"/>
                  </a:lnTo>
                  <a:lnTo>
                    <a:pt x="95293" y="31915"/>
                  </a:lnTo>
                  <a:lnTo>
                    <a:pt x="94503" y="33989"/>
                  </a:lnTo>
                  <a:lnTo>
                    <a:pt x="94616" y="34708"/>
                  </a:lnTo>
                  <a:lnTo>
                    <a:pt x="95142" y="35724"/>
                  </a:lnTo>
                  <a:lnTo>
                    <a:pt x="93563" y="36783"/>
                  </a:lnTo>
                  <a:lnTo>
                    <a:pt x="91870" y="36783"/>
                  </a:lnTo>
                  <a:lnTo>
                    <a:pt x="90968" y="35428"/>
                  </a:lnTo>
                  <a:lnTo>
                    <a:pt x="91494" y="32846"/>
                  </a:lnTo>
                  <a:lnTo>
                    <a:pt x="92660" y="31661"/>
                  </a:lnTo>
                  <a:lnTo>
                    <a:pt x="94503" y="31195"/>
                  </a:lnTo>
                  <a:lnTo>
                    <a:pt x="101648" y="31915"/>
                  </a:lnTo>
                  <a:lnTo>
                    <a:pt x="106424" y="29587"/>
                  </a:lnTo>
                  <a:lnTo>
                    <a:pt x="109432" y="27386"/>
                  </a:lnTo>
                  <a:lnTo>
                    <a:pt x="110335" y="26201"/>
                  </a:lnTo>
                  <a:lnTo>
                    <a:pt x="110636" y="24592"/>
                  </a:lnTo>
                  <a:lnTo>
                    <a:pt x="109996" y="21798"/>
                  </a:lnTo>
                  <a:lnTo>
                    <a:pt x="107740" y="19301"/>
                  </a:lnTo>
                  <a:lnTo>
                    <a:pt x="107514" y="18835"/>
                  </a:lnTo>
                  <a:lnTo>
                    <a:pt x="106988" y="18116"/>
                  </a:lnTo>
                  <a:lnTo>
                    <a:pt x="106725" y="16507"/>
                  </a:lnTo>
                  <a:lnTo>
                    <a:pt x="106574" y="14772"/>
                  </a:lnTo>
                  <a:lnTo>
                    <a:pt x="106349" y="13417"/>
                  </a:lnTo>
                  <a:lnTo>
                    <a:pt x="101535" y="4317"/>
                  </a:lnTo>
                  <a:lnTo>
                    <a:pt x="98489" y="507"/>
                  </a:lnTo>
                  <a:lnTo>
                    <a:pt x="96571" y="677"/>
                  </a:lnTo>
                  <a:lnTo>
                    <a:pt x="96571" y="2116"/>
                  </a:lnTo>
                  <a:lnTo>
                    <a:pt x="97210" y="7280"/>
                  </a:lnTo>
                  <a:lnTo>
                    <a:pt x="97210" y="10751"/>
                  </a:lnTo>
                  <a:lnTo>
                    <a:pt x="95631" y="8846"/>
                  </a:lnTo>
                  <a:lnTo>
                    <a:pt x="95142" y="8000"/>
                  </a:lnTo>
                  <a:lnTo>
                    <a:pt x="95781" y="11555"/>
                  </a:lnTo>
                  <a:lnTo>
                    <a:pt x="96834" y="15153"/>
                  </a:lnTo>
                  <a:lnTo>
                    <a:pt x="97210" y="18412"/>
                  </a:lnTo>
                  <a:lnTo>
                    <a:pt x="95932" y="20783"/>
                  </a:lnTo>
                  <a:lnTo>
                    <a:pt x="95293" y="19894"/>
                  </a:lnTo>
                  <a:lnTo>
                    <a:pt x="93863" y="18285"/>
                  </a:lnTo>
                  <a:lnTo>
                    <a:pt x="92510" y="17566"/>
                  </a:lnTo>
                  <a:lnTo>
                    <a:pt x="92284" y="19259"/>
                  </a:lnTo>
                  <a:lnTo>
                    <a:pt x="92660" y="20359"/>
                  </a:lnTo>
                  <a:lnTo>
                    <a:pt x="93450" y="21164"/>
                  </a:lnTo>
                  <a:lnTo>
                    <a:pt x="94503" y="21968"/>
                  </a:lnTo>
                  <a:lnTo>
                    <a:pt x="95368" y="22264"/>
                  </a:lnTo>
                  <a:lnTo>
                    <a:pt x="95932" y="22984"/>
                  </a:lnTo>
                  <a:lnTo>
                    <a:pt x="96421" y="24423"/>
                  </a:lnTo>
                  <a:lnTo>
                    <a:pt x="96684" y="25904"/>
                  </a:lnTo>
                  <a:lnTo>
                    <a:pt x="96195" y="26455"/>
                  </a:lnTo>
                  <a:lnTo>
                    <a:pt x="92284" y="27809"/>
                  </a:lnTo>
                  <a:lnTo>
                    <a:pt x="85628" y="31746"/>
                  </a:lnTo>
                  <a:lnTo>
                    <a:pt x="84462" y="31492"/>
                  </a:lnTo>
                  <a:lnTo>
                    <a:pt x="82394" y="35978"/>
                  </a:lnTo>
                  <a:lnTo>
                    <a:pt x="78746" y="36148"/>
                  </a:lnTo>
                  <a:lnTo>
                    <a:pt x="77016" y="32804"/>
                  </a:lnTo>
                  <a:lnTo>
                    <a:pt x="80927" y="26455"/>
                  </a:lnTo>
                  <a:lnTo>
                    <a:pt x="81980" y="25904"/>
                  </a:lnTo>
                  <a:lnTo>
                    <a:pt x="83033" y="25904"/>
                  </a:lnTo>
                  <a:lnTo>
                    <a:pt x="83973" y="25481"/>
                  </a:lnTo>
                  <a:lnTo>
                    <a:pt x="84462" y="23703"/>
                  </a:lnTo>
                  <a:lnTo>
                    <a:pt x="84199" y="22518"/>
                  </a:lnTo>
                  <a:lnTo>
                    <a:pt x="82619" y="21079"/>
                  </a:lnTo>
                  <a:lnTo>
                    <a:pt x="82281" y="20190"/>
                  </a:lnTo>
                  <a:lnTo>
                    <a:pt x="82770" y="17693"/>
                  </a:lnTo>
                  <a:lnTo>
                    <a:pt x="83973" y="16677"/>
                  </a:lnTo>
                  <a:lnTo>
                    <a:pt x="85515" y="16677"/>
                  </a:lnTo>
                  <a:lnTo>
                    <a:pt x="87170" y="17396"/>
                  </a:lnTo>
                  <a:lnTo>
                    <a:pt x="84124" y="14899"/>
                  </a:lnTo>
                  <a:lnTo>
                    <a:pt x="82394" y="14179"/>
                  </a:lnTo>
                  <a:lnTo>
                    <a:pt x="80438" y="13883"/>
                  </a:lnTo>
                  <a:lnTo>
                    <a:pt x="79498" y="13291"/>
                  </a:lnTo>
                  <a:lnTo>
                    <a:pt x="78633" y="11936"/>
                  </a:lnTo>
                  <a:lnTo>
                    <a:pt x="77317" y="9481"/>
                  </a:lnTo>
                  <a:lnTo>
                    <a:pt x="75738" y="7280"/>
                  </a:lnTo>
                  <a:lnTo>
                    <a:pt x="68630" y="1693"/>
                  </a:lnTo>
                  <a:lnTo>
                    <a:pt x="65358" y="0"/>
                  </a:lnTo>
                  <a:lnTo>
                    <a:pt x="63929" y="380"/>
                  </a:lnTo>
                  <a:lnTo>
                    <a:pt x="64305" y="4656"/>
                  </a:lnTo>
                  <a:lnTo>
                    <a:pt x="63929" y="6264"/>
                  </a:lnTo>
                  <a:lnTo>
                    <a:pt x="62087" y="6391"/>
                  </a:lnTo>
                  <a:lnTo>
                    <a:pt x="62087" y="5671"/>
                  </a:lnTo>
                  <a:lnTo>
                    <a:pt x="61447" y="2793"/>
                  </a:lnTo>
                  <a:lnTo>
                    <a:pt x="61447" y="2158"/>
                  </a:lnTo>
                  <a:lnTo>
                    <a:pt x="60658" y="1862"/>
                  </a:lnTo>
                  <a:lnTo>
                    <a:pt x="57912" y="2158"/>
                  </a:lnTo>
                  <a:lnTo>
                    <a:pt x="55355" y="3216"/>
                  </a:lnTo>
                  <a:lnTo>
                    <a:pt x="50805" y="7026"/>
                  </a:lnTo>
                  <a:lnTo>
                    <a:pt x="37380" y="12148"/>
                  </a:lnTo>
                  <a:lnTo>
                    <a:pt x="27076" y="20105"/>
                  </a:lnTo>
                  <a:lnTo>
                    <a:pt x="21736" y="22264"/>
                  </a:lnTo>
                  <a:lnTo>
                    <a:pt x="16772" y="19216"/>
                  </a:lnTo>
                  <a:lnTo>
                    <a:pt x="15869" y="16973"/>
                  </a:lnTo>
                  <a:lnTo>
                    <a:pt x="15869" y="15238"/>
                  </a:lnTo>
                  <a:lnTo>
                    <a:pt x="15493" y="14179"/>
                  </a:lnTo>
                  <a:lnTo>
                    <a:pt x="13650" y="13756"/>
                  </a:lnTo>
                  <a:lnTo>
                    <a:pt x="8047" y="15068"/>
                  </a:lnTo>
                  <a:lnTo>
                    <a:pt x="4211" y="20656"/>
                  </a:lnTo>
                  <a:lnTo>
                    <a:pt x="2858" y="21544"/>
                  </a:lnTo>
                  <a:lnTo>
                    <a:pt x="1729" y="22010"/>
                  </a:lnTo>
                  <a:lnTo>
                    <a:pt x="789" y="22899"/>
                  </a:lnTo>
                  <a:lnTo>
                    <a:pt x="0" y="24973"/>
                  </a:lnTo>
                  <a:lnTo>
                    <a:pt x="3910" y="25947"/>
                  </a:lnTo>
                  <a:lnTo>
                    <a:pt x="14064" y="36275"/>
                  </a:lnTo>
                  <a:lnTo>
                    <a:pt x="11356" y="37121"/>
                  </a:lnTo>
                  <a:lnTo>
                    <a:pt x="8461" y="35047"/>
                  </a:lnTo>
                  <a:lnTo>
                    <a:pt x="5490" y="32169"/>
                  </a:lnTo>
                  <a:lnTo>
                    <a:pt x="2782" y="30645"/>
                  </a:lnTo>
                  <a:lnTo>
                    <a:pt x="2782" y="32000"/>
                  </a:lnTo>
                  <a:lnTo>
                    <a:pt x="6280" y="36994"/>
                  </a:lnTo>
                  <a:lnTo>
                    <a:pt x="7671" y="37714"/>
                  </a:lnTo>
                  <a:lnTo>
                    <a:pt x="11732" y="38264"/>
                  </a:lnTo>
                  <a:lnTo>
                    <a:pt x="13726" y="39619"/>
                  </a:lnTo>
                  <a:lnTo>
                    <a:pt x="14703" y="41947"/>
                  </a:lnTo>
                  <a:lnTo>
                    <a:pt x="11996" y="42116"/>
                  </a:lnTo>
                  <a:lnTo>
                    <a:pt x="11093" y="41947"/>
                  </a:lnTo>
                  <a:lnTo>
                    <a:pt x="16847" y="44740"/>
                  </a:lnTo>
                  <a:lnTo>
                    <a:pt x="15794" y="47068"/>
                  </a:lnTo>
                  <a:lnTo>
                    <a:pt x="14064" y="47873"/>
                  </a:lnTo>
                  <a:lnTo>
                    <a:pt x="12146" y="48126"/>
                  </a:lnTo>
                  <a:lnTo>
                    <a:pt x="10454" y="48846"/>
                  </a:lnTo>
                  <a:lnTo>
                    <a:pt x="12936" y="52529"/>
                  </a:lnTo>
                  <a:lnTo>
                    <a:pt x="14365" y="54010"/>
                  </a:lnTo>
                  <a:lnTo>
                    <a:pt x="15794" y="54603"/>
                  </a:lnTo>
                  <a:lnTo>
                    <a:pt x="18765" y="54306"/>
                  </a:lnTo>
                  <a:lnTo>
                    <a:pt x="20344" y="54433"/>
                  </a:lnTo>
                  <a:lnTo>
                    <a:pt x="21397" y="55322"/>
                  </a:lnTo>
                  <a:lnTo>
                    <a:pt x="21172" y="62349"/>
                  </a:lnTo>
                  <a:lnTo>
                    <a:pt x="21397" y="63492"/>
                  </a:lnTo>
                  <a:lnTo>
                    <a:pt x="22300" y="67047"/>
                  </a:lnTo>
                  <a:lnTo>
                    <a:pt x="22563" y="69248"/>
                  </a:lnTo>
                  <a:lnTo>
                    <a:pt x="22300" y="70433"/>
                  </a:lnTo>
                  <a:lnTo>
                    <a:pt x="21397" y="72338"/>
                  </a:lnTo>
                  <a:lnTo>
                    <a:pt x="21172" y="73650"/>
                  </a:lnTo>
                  <a:lnTo>
                    <a:pt x="21397" y="74793"/>
                  </a:lnTo>
                  <a:lnTo>
                    <a:pt x="22300" y="76571"/>
                  </a:lnTo>
                  <a:lnTo>
                    <a:pt x="22563" y="77756"/>
                  </a:lnTo>
                  <a:lnTo>
                    <a:pt x="23089" y="78814"/>
                  </a:lnTo>
                  <a:lnTo>
                    <a:pt x="24218" y="80000"/>
                  </a:lnTo>
                  <a:lnTo>
                    <a:pt x="25571" y="80804"/>
                  </a:lnTo>
                  <a:lnTo>
                    <a:pt x="29708" y="81989"/>
                  </a:lnTo>
                  <a:lnTo>
                    <a:pt x="31250" y="83047"/>
                  </a:lnTo>
                  <a:lnTo>
                    <a:pt x="31400" y="84656"/>
                  </a:lnTo>
                  <a:lnTo>
                    <a:pt x="30761" y="86560"/>
                  </a:lnTo>
                  <a:lnTo>
                    <a:pt x="30498" y="88804"/>
                  </a:lnTo>
                  <a:lnTo>
                    <a:pt x="30761" y="90962"/>
                  </a:lnTo>
                  <a:lnTo>
                    <a:pt x="32190" y="95534"/>
                  </a:lnTo>
                  <a:lnTo>
                    <a:pt x="32303" y="97312"/>
                  </a:lnTo>
                  <a:lnTo>
                    <a:pt x="32040" y="98158"/>
                  </a:lnTo>
                  <a:lnTo>
                    <a:pt x="31814" y="98031"/>
                  </a:lnTo>
                  <a:lnTo>
                    <a:pt x="31814" y="99216"/>
                  </a:lnTo>
                  <a:lnTo>
                    <a:pt x="31664" y="100105"/>
                  </a:lnTo>
                  <a:lnTo>
                    <a:pt x="31964" y="100656"/>
                  </a:lnTo>
                  <a:lnTo>
                    <a:pt x="35575" y="101375"/>
                  </a:lnTo>
                  <a:lnTo>
                    <a:pt x="36101" y="101121"/>
                  </a:lnTo>
                  <a:lnTo>
                    <a:pt x="36515" y="97693"/>
                  </a:lnTo>
                  <a:lnTo>
                    <a:pt x="32980" y="91555"/>
                  </a:lnTo>
                  <a:lnTo>
                    <a:pt x="32604" y="88338"/>
                  </a:lnTo>
                  <a:lnTo>
                    <a:pt x="33882" y="86560"/>
                  </a:lnTo>
                  <a:lnTo>
                    <a:pt x="35161" y="87153"/>
                  </a:lnTo>
                  <a:lnTo>
                    <a:pt x="37530" y="89777"/>
                  </a:lnTo>
                  <a:lnTo>
                    <a:pt x="39222" y="90074"/>
                  </a:lnTo>
                  <a:lnTo>
                    <a:pt x="40539" y="89608"/>
                  </a:lnTo>
                  <a:lnTo>
                    <a:pt x="41704" y="88888"/>
                  </a:lnTo>
                  <a:lnTo>
                    <a:pt x="43246" y="88338"/>
                  </a:lnTo>
                  <a:lnTo>
                    <a:pt x="45202" y="89227"/>
                  </a:lnTo>
                  <a:lnTo>
                    <a:pt x="46668" y="91851"/>
                  </a:lnTo>
                  <a:lnTo>
                    <a:pt x="47947" y="95238"/>
                  </a:lnTo>
                  <a:lnTo>
                    <a:pt x="49790" y="98116"/>
                  </a:lnTo>
                  <a:lnTo>
                    <a:pt x="48323" y="101079"/>
                  </a:lnTo>
                  <a:lnTo>
                    <a:pt x="40426" y="107978"/>
                  </a:lnTo>
                  <a:lnTo>
                    <a:pt x="42193" y="108994"/>
                  </a:lnTo>
                  <a:lnTo>
                    <a:pt x="46104" y="107809"/>
                  </a:lnTo>
                  <a:lnTo>
                    <a:pt x="48210" y="107809"/>
                  </a:lnTo>
                  <a:lnTo>
                    <a:pt x="49865" y="108994"/>
                  </a:lnTo>
                  <a:lnTo>
                    <a:pt x="52873" y="111788"/>
                  </a:lnTo>
                  <a:lnTo>
                    <a:pt x="54415" y="113100"/>
                  </a:lnTo>
                  <a:lnTo>
                    <a:pt x="54415" y="108698"/>
                  </a:lnTo>
                  <a:lnTo>
                    <a:pt x="55205" y="107089"/>
                  </a:lnTo>
                  <a:lnTo>
                    <a:pt x="58176" y="107386"/>
                  </a:lnTo>
                  <a:lnTo>
                    <a:pt x="66261" y="113269"/>
                  </a:lnTo>
                  <a:lnTo>
                    <a:pt x="67690" y="113396"/>
                  </a:lnTo>
                  <a:lnTo>
                    <a:pt x="70322" y="113100"/>
                  </a:lnTo>
                  <a:lnTo>
                    <a:pt x="71488" y="113396"/>
                  </a:lnTo>
                  <a:lnTo>
                    <a:pt x="72391" y="114116"/>
                  </a:lnTo>
                  <a:lnTo>
                    <a:pt x="73180" y="115005"/>
                  </a:lnTo>
                  <a:lnTo>
                    <a:pt x="74196" y="115724"/>
                  </a:lnTo>
                  <a:lnTo>
                    <a:pt x="76452" y="116444"/>
                  </a:lnTo>
                  <a:lnTo>
                    <a:pt x="83334" y="117206"/>
                  </a:lnTo>
                  <a:lnTo>
                    <a:pt x="87320" y="119661"/>
                  </a:lnTo>
                  <a:lnTo>
                    <a:pt x="89576" y="120000"/>
                  </a:lnTo>
                  <a:lnTo>
                    <a:pt x="91382" y="117925"/>
                  </a:lnTo>
                  <a:lnTo>
                    <a:pt x="92660" y="115894"/>
                  </a:lnTo>
                  <a:lnTo>
                    <a:pt x="94503" y="114370"/>
                  </a:lnTo>
                  <a:lnTo>
                    <a:pt x="96458" y="113396"/>
                  </a:lnTo>
                  <a:lnTo>
                    <a:pt x="98113" y="112931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Shape 5620"/>
            <p:cNvSpPr/>
            <p:nvPr/>
          </p:nvSpPr>
          <p:spPr>
            <a:xfrm>
              <a:off x="5509973" y="315901"/>
              <a:ext cx="3083482" cy="572563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091" y="112923"/>
                  </a:moveTo>
                  <a:lnTo>
                    <a:pt x="68771" y="112366"/>
                  </a:lnTo>
                  <a:lnTo>
                    <a:pt x="68177" y="112136"/>
                  </a:lnTo>
                  <a:lnTo>
                    <a:pt x="65878" y="111792"/>
                  </a:lnTo>
                  <a:lnTo>
                    <a:pt x="64979" y="111390"/>
                  </a:lnTo>
                  <a:lnTo>
                    <a:pt x="63289" y="110365"/>
                  </a:lnTo>
                  <a:lnTo>
                    <a:pt x="62390" y="110168"/>
                  </a:lnTo>
                  <a:lnTo>
                    <a:pt x="61934" y="110258"/>
                  </a:lnTo>
                  <a:lnTo>
                    <a:pt x="61553" y="110431"/>
                  </a:lnTo>
                  <a:lnTo>
                    <a:pt x="61233" y="110627"/>
                  </a:lnTo>
                  <a:lnTo>
                    <a:pt x="60928" y="110742"/>
                  </a:lnTo>
                  <a:lnTo>
                    <a:pt x="60548" y="110767"/>
                  </a:lnTo>
                  <a:lnTo>
                    <a:pt x="59512" y="110742"/>
                  </a:lnTo>
                  <a:lnTo>
                    <a:pt x="57121" y="111251"/>
                  </a:lnTo>
                  <a:lnTo>
                    <a:pt x="56604" y="111251"/>
                  </a:lnTo>
                  <a:lnTo>
                    <a:pt x="56238" y="110677"/>
                  </a:lnTo>
                  <a:lnTo>
                    <a:pt x="56984" y="110365"/>
                  </a:lnTo>
                  <a:lnTo>
                    <a:pt x="58873" y="110168"/>
                  </a:lnTo>
                  <a:lnTo>
                    <a:pt x="59664" y="109947"/>
                  </a:lnTo>
                  <a:lnTo>
                    <a:pt x="60395" y="109578"/>
                  </a:lnTo>
                  <a:lnTo>
                    <a:pt x="61461" y="108815"/>
                  </a:lnTo>
                  <a:lnTo>
                    <a:pt x="60456" y="107954"/>
                  </a:lnTo>
                  <a:lnTo>
                    <a:pt x="59802" y="107618"/>
                  </a:lnTo>
                  <a:lnTo>
                    <a:pt x="59223" y="107479"/>
                  </a:lnTo>
                  <a:lnTo>
                    <a:pt x="58020" y="107479"/>
                  </a:lnTo>
                  <a:lnTo>
                    <a:pt x="57502" y="107413"/>
                  </a:lnTo>
                  <a:lnTo>
                    <a:pt x="57076" y="107249"/>
                  </a:lnTo>
                  <a:lnTo>
                    <a:pt x="57609" y="107011"/>
                  </a:lnTo>
                  <a:lnTo>
                    <a:pt x="58187" y="106938"/>
                  </a:lnTo>
                  <a:lnTo>
                    <a:pt x="59390" y="106962"/>
                  </a:lnTo>
                  <a:lnTo>
                    <a:pt x="59390" y="106675"/>
                  </a:lnTo>
                  <a:lnTo>
                    <a:pt x="58659" y="106675"/>
                  </a:lnTo>
                  <a:lnTo>
                    <a:pt x="58279" y="106396"/>
                  </a:lnTo>
                  <a:lnTo>
                    <a:pt x="58279" y="106052"/>
                  </a:lnTo>
                  <a:lnTo>
                    <a:pt x="58598" y="105880"/>
                  </a:lnTo>
                  <a:lnTo>
                    <a:pt x="59131" y="105823"/>
                  </a:lnTo>
                  <a:lnTo>
                    <a:pt x="59710" y="105683"/>
                  </a:lnTo>
                  <a:lnTo>
                    <a:pt x="60715" y="105339"/>
                  </a:lnTo>
                  <a:lnTo>
                    <a:pt x="61065" y="105085"/>
                  </a:lnTo>
                  <a:lnTo>
                    <a:pt x="61355" y="104830"/>
                  </a:lnTo>
                  <a:lnTo>
                    <a:pt x="61720" y="104625"/>
                  </a:lnTo>
                  <a:lnTo>
                    <a:pt x="62299" y="104543"/>
                  </a:lnTo>
                  <a:lnTo>
                    <a:pt x="64781" y="104798"/>
                  </a:lnTo>
                  <a:lnTo>
                    <a:pt x="65345" y="104765"/>
                  </a:lnTo>
                  <a:lnTo>
                    <a:pt x="66045" y="104658"/>
                  </a:lnTo>
                  <a:lnTo>
                    <a:pt x="66563" y="104453"/>
                  </a:lnTo>
                  <a:lnTo>
                    <a:pt x="66791" y="104174"/>
                  </a:lnTo>
                  <a:lnTo>
                    <a:pt x="66883" y="103518"/>
                  </a:lnTo>
                  <a:lnTo>
                    <a:pt x="67142" y="103182"/>
                  </a:lnTo>
                  <a:lnTo>
                    <a:pt x="67461" y="102887"/>
                  </a:lnTo>
                  <a:lnTo>
                    <a:pt x="67629" y="102436"/>
                  </a:lnTo>
                  <a:lnTo>
                    <a:pt x="67461" y="101788"/>
                  </a:lnTo>
                  <a:lnTo>
                    <a:pt x="66989" y="101526"/>
                  </a:lnTo>
                  <a:lnTo>
                    <a:pt x="66472" y="101411"/>
                  </a:lnTo>
                  <a:lnTo>
                    <a:pt x="64888" y="99968"/>
                  </a:lnTo>
                  <a:lnTo>
                    <a:pt x="64461" y="99706"/>
                  </a:lnTo>
                  <a:lnTo>
                    <a:pt x="64461" y="99427"/>
                  </a:lnTo>
                  <a:lnTo>
                    <a:pt x="65040" y="99115"/>
                  </a:lnTo>
                  <a:lnTo>
                    <a:pt x="64888" y="98714"/>
                  </a:lnTo>
                  <a:lnTo>
                    <a:pt x="64401" y="98345"/>
                  </a:lnTo>
                  <a:lnTo>
                    <a:pt x="63883" y="98090"/>
                  </a:lnTo>
                  <a:lnTo>
                    <a:pt x="63045" y="97812"/>
                  </a:lnTo>
                  <a:lnTo>
                    <a:pt x="62984" y="97516"/>
                  </a:lnTo>
                  <a:lnTo>
                    <a:pt x="63243" y="97180"/>
                  </a:lnTo>
                  <a:lnTo>
                    <a:pt x="63365" y="96729"/>
                  </a:lnTo>
                  <a:lnTo>
                    <a:pt x="63197" y="96418"/>
                  </a:lnTo>
                  <a:lnTo>
                    <a:pt x="62664" y="95811"/>
                  </a:lnTo>
                  <a:lnTo>
                    <a:pt x="62451" y="95360"/>
                  </a:lnTo>
                  <a:lnTo>
                    <a:pt x="63045" y="95188"/>
                  </a:lnTo>
                  <a:lnTo>
                    <a:pt x="64461" y="95048"/>
                  </a:lnTo>
                  <a:lnTo>
                    <a:pt x="65040" y="94819"/>
                  </a:lnTo>
                  <a:lnTo>
                    <a:pt x="65512" y="94335"/>
                  </a:lnTo>
                  <a:lnTo>
                    <a:pt x="65725" y="93794"/>
                  </a:lnTo>
                  <a:lnTo>
                    <a:pt x="65558" y="93343"/>
                  </a:lnTo>
                  <a:lnTo>
                    <a:pt x="63137" y="92629"/>
                  </a:lnTo>
                  <a:lnTo>
                    <a:pt x="62725" y="92695"/>
                  </a:lnTo>
                  <a:lnTo>
                    <a:pt x="62360" y="92802"/>
                  </a:lnTo>
                  <a:lnTo>
                    <a:pt x="60289" y="93080"/>
                  </a:lnTo>
                  <a:lnTo>
                    <a:pt x="59512" y="93113"/>
                  </a:lnTo>
                  <a:lnTo>
                    <a:pt x="58766" y="92851"/>
                  </a:lnTo>
                  <a:lnTo>
                    <a:pt x="59451" y="92523"/>
                  </a:lnTo>
                  <a:lnTo>
                    <a:pt x="61035" y="92228"/>
                  </a:lnTo>
                  <a:lnTo>
                    <a:pt x="61675" y="91777"/>
                  </a:lnTo>
                  <a:lnTo>
                    <a:pt x="61507" y="91670"/>
                  </a:lnTo>
                  <a:lnTo>
                    <a:pt x="61401" y="91498"/>
                  </a:lnTo>
                  <a:lnTo>
                    <a:pt x="61979" y="91498"/>
                  </a:lnTo>
                  <a:lnTo>
                    <a:pt x="62969" y="91711"/>
                  </a:lnTo>
                  <a:lnTo>
                    <a:pt x="63502" y="91769"/>
                  </a:lnTo>
                  <a:lnTo>
                    <a:pt x="64233" y="91678"/>
                  </a:lnTo>
                  <a:lnTo>
                    <a:pt x="65177" y="91309"/>
                  </a:lnTo>
                  <a:lnTo>
                    <a:pt x="67827" y="90965"/>
                  </a:lnTo>
                  <a:lnTo>
                    <a:pt x="67979" y="90793"/>
                  </a:lnTo>
                  <a:lnTo>
                    <a:pt x="67979" y="90424"/>
                  </a:lnTo>
                  <a:lnTo>
                    <a:pt x="68055" y="90063"/>
                  </a:lnTo>
                  <a:lnTo>
                    <a:pt x="68406" y="89891"/>
                  </a:lnTo>
                  <a:lnTo>
                    <a:pt x="69350" y="89801"/>
                  </a:lnTo>
                  <a:lnTo>
                    <a:pt x="69928" y="89604"/>
                  </a:lnTo>
                  <a:lnTo>
                    <a:pt x="71101" y="88776"/>
                  </a:lnTo>
                  <a:lnTo>
                    <a:pt x="73263" y="87841"/>
                  </a:lnTo>
                  <a:lnTo>
                    <a:pt x="73949" y="87382"/>
                  </a:lnTo>
                  <a:lnTo>
                    <a:pt x="69928" y="87382"/>
                  </a:lnTo>
                  <a:lnTo>
                    <a:pt x="69091" y="87275"/>
                  </a:lnTo>
                  <a:lnTo>
                    <a:pt x="68664" y="86964"/>
                  </a:lnTo>
                  <a:lnTo>
                    <a:pt x="68345" y="86529"/>
                  </a:lnTo>
                  <a:lnTo>
                    <a:pt x="67888" y="86045"/>
                  </a:lnTo>
                  <a:lnTo>
                    <a:pt x="65725" y="84856"/>
                  </a:lnTo>
                  <a:lnTo>
                    <a:pt x="65147" y="84684"/>
                  </a:lnTo>
                  <a:lnTo>
                    <a:pt x="62147" y="84651"/>
                  </a:lnTo>
                  <a:lnTo>
                    <a:pt x="61233" y="84430"/>
                  </a:lnTo>
                  <a:lnTo>
                    <a:pt x="61233" y="84233"/>
                  </a:lnTo>
                  <a:lnTo>
                    <a:pt x="61294" y="84118"/>
                  </a:lnTo>
                  <a:lnTo>
                    <a:pt x="61355" y="84004"/>
                  </a:lnTo>
                  <a:lnTo>
                    <a:pt x="61461" y="83831"/>
                  </a:lnTo>
                  <a:lnTo>
                    <a:pt x="62467" y="84094"/>
                  </a:lnTo>
                  <a:lnTo>
                    <a:pt x="66791" y="84094"/>
                  </a:lnTo>
                  <a:lnTo>
                    <a:pt x="67157" y="84200"/>
                  </a:lnTo>
                  <a:lnTo>
                    <a:pt x="68634" y="84914"/>
                  </a:lnTo>
                  <a:lnTo>
                    <a:pt x="71208" y="85455"/>
                  </a:lnTo>
                  <a:lnTo>
                    <a:pt x="72472" y="85398"/>
                  </a:lnTo>
                  <a:lnTo>
                    <a:pt x="74588" y="84799"/>
                  </a:lnTo>
                  <a:lnTo>
                    <a:pt x="79172" y="84061"/>
                  </a:lnTo>
                  <a:lnTo>
                    <a:pt x="80162" y="84397"/>
                  </a:lnTo>
                  <a:lnTo>
                    <a:pt x="80543" y="84168"/>
                  </a:lnTo>
                  <a:lnTo>
                    <a:pt x="80710" y="84118"/>
                  </a:lnTo>
                  <a:lnTo>
                    <a:pt x="80223" y="83454"/>
                  </a:lnTo>
                  <a:lnTo>
                    <a:pt x="80756" y="83003"/>
                  </a:lnTo>
                  <a:lnTo>
                    <a:pt x="82492" y="82470"/>
                  </a:lnTo>
                  <a:lnTo>
                    <a:pt x="82492" y="82183"/>
                  </a:lnTo>
                  <a:lnTo>
                    <a:pt x="81395" y="82183"/>
                  </a:lnTo>
                  <a:lnTo>
                    <a:pt x="80802" y="82134"/>
                  </a:lnTo>
                  <a:lnTo>
                    <a:pt x="80710" y="81823"/>
                  </a:lnTo>
                  <a:lnTo>
                    <a:pt x="81076" y="81109"/>
                  </a:lnTo>
                  <a:lnTo>
                    <a:pt x="81761" y="80289"/>
                  </a:lnTo>
                  <a:lnTo>
                    <a:pt x="81913" y="79855"/>
                  </a:lnTo>
                  <a:lnTo>
                    <a:pt x="81487" y="79682"/>
                  </a:lnTo>
                  <a:lnTo>
                    <a:pt x="75472" y="78977"/>
                  </a:lnTo>
                  <a:lnTo>
                    <a:pt x="74436" y="78346"/>
                  </a:lnTo>
                  <a:lnTo>
                    <a:pt x="75441" y="78207"/>
                  </a:lnTo>
                  <a:lnTo>
                    <a:pt x="77573" y="78256"/>
                  </a:lnTo>
                  <a:lnTo>
                    <a:pt x="78700" y="78034"/>
                  </a:lnTo>
                  <a:lnTo>
                    <a:pt x="79005" y="77838"/>
                  </a:lnTo>
                  <a:lnTo>
                    <a:pt x="79263" y="77542"/>
                  </a:lnTo>
                  <a:lnTo>
                    <a:pt x="79553" y="77231"/>
                  </a:lnTo>
                  <a:lnTo>
                    <a:pt x="80071" y="77124"/>
                  </a:lnTo>
                  <a:lnTo>
                    <a:pt x="84121" y="77018"/>
                  </a:lnTo>
                  <a:lnTo>
                    <a:pt x="84654" y="77124"/>
                  </a:lnTo>
                  <a:lnTo>
                    <a:pt x="85020" y="77378"/>
                  </a:lnTo>
                  <a:lnTo>
                    <a:pt x="85187" y="77698"/>
                  </a:lnTo>
                  <a:lnTo>
                    <a:pt x="85279" y="77977"/>
                  </a:lnTo>
                  <a:lnTo>
                    <a:pt x="85492" y="78231"/>
                  </a:lnTo>
                  <a:lnTo>
                    <a:pt x="86116" y="78797"/>
                  </a:lnTo>
                  <a:lnTo>
                    <a:pt x="86543" y="79002"/>
                  </a:lnTo>
                  <a:lnTo>
                    <a:pt x="87060" y="79084"/>
                  </a:lnTo>
                  <a:lnTo>
                    <a:pt x="87502" y="79002"/>
                  </a:lnTo>
                  <a:lnTo>
                    <a:pt x="87715" y="78797"/>
                  </a:lnTo>
                  <a:lnTo>
                    <a:pt x="87868" y="78600"/>
                  </a:lnTo>
                  <a:lnTo>
                    <a:pt x="88233" y="78321"/>
                  </a:lnTo>
                  <a:lnTo>
                    <a:pt x="88096" y="77887"/>
                  </a:lnTo>
                  <a:lnTo>
                    <a:pt x="87776" y="77493"/>
                  </a:lnTo>
                  <a:lnTo>
                    <a:pt x="87548" y="77378"/>
                  </a:lnTo>
                  <a:lnTo>
                    <a:pt x="87868" y="77124"/>
                  </a:lnTo>
                  <a:lnTo>
                    <a:pt x="88340" y="76870"/>
                  </a:lnTo>
                  <a:lnTo>
                    <a:pt x="88812" y="76690"/>
                  </a:lnTo>
                  <a:lnTo>
                    <a:pt x="89025" y="76690"/>
                  </a:lnTo>
                  <a:lnTo>
                    <a:pt x="89192" y="76411"/>
                  </a:lnTo>
                  <a:lnTo>
                    <a:pt x="90182" y="75706"/>
                  </a:lnTo>
                  <a:lnTo>
                    <a:pt x="90350" y="75361"/>
                  </a:lnTo>
                  <a:lnTo>
                    <a:pt x="90395" y="75050"/>
                  </a:lnTo>
                  <a:lnTo>
                    <a:pt x="90456" y="74336"/>
                  </a:lnTo>
                  <a:lnTo>
                    <a:pt x="90395" y="73320"/>
                  </a:lnTo>
                  <a:lnTo>
                    <a:pt x="90517" y="72811"/>
                  </a:lnTo>
                  <a:lnTo>
                    <a:pt x="91553" y="71524"/>
                  </a:lnTo>
                  <a:lnTo>
                    <a:pt x="91340" y="71245"/>
                  </a:lnTo>
                  <a:lnTo>
                    <a:pt x="90609" y="71303"/>
                  </a:lnTo>
                  <a:lnTo>
                    <a:pt x="89604" y="71557"/>
                  </a:lnTo>
                  <a:lnTo>
                    <a:pt x="90350" y="70761"/>
                  </a:lnTo>
                  <a:lnTo>
                    <a:pt x="90868" y="70048"/>
                  </a:lnTo>
                  <a:lnTo>
                    <a:pt x="91005" y="69277"/>
                  </a:lnTo>
                  <a:lnTo>
                    <a:pt x="90746" y="68261"/>
                  </a:lnTo>
                  <a:lnTo>
                    <a:pt x="90121" y="67432"/>
                  </a:lnTo>
                  <a:lnTo>
                    <a:pt x="89436" y="66899"/>
                  </a:lnTo>
                  <a:lnTo>
                    <a:pt x="89177" y="66293"/>
                  </a:lnTo>
                  <a:lnTo>
                    <a:pt x="89771" y="65350"/>
                  </a:lnTo>
                  <a:lnTo>
                    <a:pt x="90746" y="64587"/>
                  </a:lnTo>
                  <a:lnTo>
                    <a:pt x="93015" y="63595"/>
                  </a:lnTo>
                  <a:lnTo>
                    <a:pt x="94081" y="62882"/>
                  </a:lnTo>
                  <a:lnTo>
                    <a:pt x="95177" y="61545"/>
                  </a:lnTo>
                  <a:lnTo>
                    <a:pt x="95497" y="61316"/>
                  </a:lnTo>
                  <a:lnTo>
                    <a:pt x="96076" y="61258"/>
                  </a:lnTo>
                  <a:lnTo>
                    <a:pt x="96441" y="61086"/>
                  </a:lnTo>
                  <a:lnTo>
                    <a:pt x="96700" y="60742"/>
                  </a:lnTo>
                  <a:lnTo>
                    <a:pt x="96868" y="60209"/>
                  </a:lnTo>
                  <a:lnTo>
                    <a:pt x="97446" y="60463"/>
                  </a:lnTo>
                  <a:lnTo>
                    <a:pt x="98512" y="60184"/>
                  </a:lnTo>
                  <a:lnTo>
                    <a:pt x="98969" y="60356"/>
                  </a:lnTo>
                  <a:lnTo>
                    <a:pt x="99380" y="60660"/>
                  </a:lnTo>
                  <a:lnTo>
                    <a:pt x="99974" y="60897"/>
                  </a:lnTo>
                  <a:lnTo>
                    <a:pt x="100553" y="61037"/>
                  </a:lnTo>
                  <a:lnTo>
                    <a:pt x="101131" y="61037"/>
                  </a:lnTo>
                  <a:lnTo>
                    <a:pt x="99928" y="62373"/>
                  </a:lnTo>
                  <a:lnTo>
                    <a:pt x="99868" y="62882"/>
                  </a:lnTo>
                  <a:lnTo>
                    <a:pt x="100553" y="63538"/>
                  </a:lnTo>
                  <a:lnTo>
                    <a:pt x="99974" y="64095"/>
                  </a:lnTo>
                  <a:lnTo>
                    <a:pt x="99243" y="63956"/>
                  </a:lnTo>
                  <a:lnTo>
                    <a:pt x="98512" y="63538"/>
                  </a:lnTo>
                  <a:lnTo>
                    <a:pt x="97918" y="63300"/>
                  </a:lnTo>
                  <a:lnTo>
                    <a:pt x="97142" y="63472"/>
                  </a:lnTo>
                  <a:lnTo>
                    <a:pt x="95695" y="64103"/>
                  </a:lnTo>
                  <a:lnTo>
                    <a:pt x="94751" y="64153"/>
                  </a:lnTo>
                  <a:lnTo>
                    <a:pt x="95649" y="64792"/>
                  </a:lnTo>
                  <a:lnTo>
                    <a:pt x="96304" y="65350"/>
                  </a:lnTo>
                  <a:lnTo>
                    <a:pt x="96974" y="65661"/>
                  </a:lnTo>
                  <a:lnTo>
                    <a:pt x="98131" y="65555"/>
                  </a:lnTo>
                  <a:lnTo>
                    <a:pt x="99091" y="65210"/>
                  </a:lnTo>
                  <a:lnTo>
                    <a:pt x="99456" y="65177"/>
                  </a:lnTo>
                  <a:lnTo>
                    <a:pt x="101192" y="65464"/>
                  </a:lnTo>
                  <a:lnTo>
                    <a:pt x="101558" y="65694"/>
                  </a:lnTo>
                  <a:lnTo>
                    <a:pt x="101878" y="66145"/>
                  </a:lnTo>
                  <a:lnTo>
                    <a:pt x="101512" y="66235"/>
                  </a:lnTo>
                  <a:lnTo>
                    <a:pt x="100812" y="66514"/>
                  </a:lnTo>
                  <a:lnTo>
                    <a:pt x="100507" y="66719"/>
                  </a:lnTo>
                  <a:lnTo>
                    <a:pt x="100812" y="67104"/>
                  </a:lnTo>
                  <a:lnTo>
                    <a:pt x="101253" y="67883"/>
                  </a:lnTo>
                  <a:lnTo>
                    <a:pt x="101680" y="68220"/>
                  </a:lnTo>
                  <a:lnTo>
                    <a:pt x="102197" y="68334"/>
                  </a:lnTo>
                  <a:lnTo>
                    <a:pt x="102928" y="68302"/>
                  </a:lnTo>
                  <a:lnTo>
                    <a:pt x="103614" y="68129"/>
                  </a:lnTo>
                  <a:lnTo>
                    <a:pt x="104040" y="67851"/>
                  </a:lnTo>
                  <a:lnTo>
                    <a:pt x="103827" y="67170"/>
                  </a:lnTo>
                  <a:lnTo>
                    <a:pt x="103294" y="66145"/>
                  </a:lnTo>
                  <a:lnTo>
                    <a:pt x="102989" y="65210"/>
                  </a:lnTo>
                  <a:lnTo>
                    <a:pt x="104360" y="64358"/>
                  </a:lnTo>
                  <a:lnTo>
                    <a:pt x="105304" y="63472"/>
                  </a:lnTo>
                  <a:lnTo>
                    <a:pt x="106370" y="62791"/>
                  </a:lnTo>
                  <a:lnTo>
                    <a:pt x="107375" y="62988"/>
                  </a:lnTo>
                  <a:lnTo>
                    <a:pt x="107832" y="63193"/>
                  </a:lnTo>
                  <a:lnTo>
                    <a:pt x="108380" y="63242"/>
                  </a:lnTo>
                  <a:lnTo>
                    <a:pt x="108776" y="63415"/>
                  </a:lnTo>
                  <a:lnTo>
                    <a:pt x="108898" y="63956"/>
                  </a:lnTo>
                  <a:lnTo>
                    <a:pt x="108670" y="64464"/>
                  </a:lnTo>
                  <a:lnTo>
                    <a:pt x="108258" y="64702"/>
                  </a:lnTo>
                  <a:lnTo>
                    <a:pt x="107208" y="64776"/>
                  </a:lnTo>
                  <a:lnTo>
                    <a:pt x="108152" y="65719"/>
                  </a:lnTo>
                  <a:lnTo>
                    <a:pt x="109614" y="66284"/>
                  </a:lnTo>
                  <a:lnTo>
                    <a:pt x="110939" y="66145"/>
                  </a:lnTo>
                  <a:lnTo>
                    <a:pt x="111517" y="64923"/>
                  </a:lnTo>
                  <a:lnTo>
                    <a:pt x="111426" y="63677"/>
                  </a:lnTo>
                  <a:lnTo>
                    <a:pt x="111624" y="63136"/>
                  </a:lnTo>
                  <a:lnTo>
                    <a:pt x="112370" y="62562"/>
                  </a:lnTo>
                  <a:lnTo>
                    <a:pt x="114335" y="61824"/>
                  </a:lnTo>
                  <a:lnTo>
                    <a:pt x="118157" y="58839"/>
                  </a:lnTo>
                  <a:lnTo>
                    <a:pt x="118644" y="57937"/>
                  </a:lnTo>
                  <a:lnTo>
                    <a:pt x="118279" y="57109"/>
                  </a:lnTo>
                  <a:lnTo>
                    <a:pt x="118477" y="56027"/>
                  </a:lnTo>
                  <a:lnTo>
                    <a:pt x="118994" y="55084"/>
                  </a:lnTo>
                  <a:lnTo>
                    <a:pt x="120000" y="54584"/>
                  </a:lnTo>
                  <a:lnTo>
                    <a:pt x="120000" y="54321"/>
                  </a:lnTo>
                  <a:lnTo>
                    <a:pt x="117441" y="52903"/>
                  </a:lnTo>
                  <a:lnTo>
                    <a:pt x="116055" y="51624"/>
                  </a:lnTo>
                  <a:lnTo>
                    <a:pt x="115431" y="51230"/>
                  </a:lnTo>
                  <a:lnTo>
                    <a:pt x="114045" y="50796"/>
                  </a:lnTo>
                  <a:lnTo>
                    <a:pt x="112675" y="50705"/>
                  </a:lnTo>
                  <a:lnTo>
                    <a:pt x="102715" y="51558"/>
                  </a:lnTo>
                  <a:lnTo>
                    <a:pt x="99289" y="51329"/>
                  </a:lnTo>
                  <a:lnTo>
                    <a:pt x="96182" y="50369"/>
                  </a:lnTo>
                  <a:lnTo>
                    <a:pt x="94918" y="49803"/>
                  </a:lnTo>
                  <a:lnTo>
                    <a:pt x="94720" y="49656"/>
                  </a:lnTo>
                  <a:lnTo>
                    <a:pt x="94659" y="49402"/>
                  </a:lnTo>
                  <a:lnTo>
                    <a:pt x="94431" y="48516"/>
                  </a:lnTo>
                  <a:lnTo>
                    <a:pt x="94294" y="48270"/>
                  </a:lnTo>
                  <a:lnTo>
                    <a:pt x="93456" y="47959"/>
                  </a:lnTo>
                  <a:lnTo>
                    <a:pt x="92710" y="48204"/>
                  </a:lnTo>
                  <a:lnTo>
                    <a:pt x="91324" y="49229"/>
                  </a:lnTo>
                  <a:lnTo>
                    <a:pt x="89604" y="49943"/>
                  </a:lnTo>
                  <a:lnTo>
                    <a:pt x="89177" y="50484"/>
                  </a:lnTo>
                  <a:lnTo>
                    <a:pt x="89025" y="51591"/>
                  </a:lnTo>
                  <a:lnTo>
                    <a:pt x="89071" y="53124"/>
                  </a:lnTo>
                  <a:lnTo>
                    <a:pt x="88598" y="53354"/>
                  </a:lnTo>
                  <a:lnTo>
                    <a:pt x="87335" y="53378"/>
                  </a:lnTo>
                  <a:lnTo>
                    <a:pt x="87852" y="53042"/>
                  </a:lnTo>
                  <a:lnTo>
                    <a:pt x="88340" y="52501"/>
                  </a:lnTo>
                  <a:lnTo>
                    <a:pt x="88538" y="51902"/>
                  </a:lnTo>
                  <a:lnTo>
                    <a:pt x="88218" y="51419"/>
                  </a:lnTo>
                  <a:lnTo>
                    <a:pt x="88385" y="51050"/>
                  </a:lnTo>
                  <a:lnTo>
                    <a:pt x="88705" y="49713"/>
                  </a:lnTo>
                  <a:lnTo>
                    <a:pt x="89071" y="49623"/>
                  </a:lnTo>
                  <a:lnTo>
                    <a:pt x="91172" y="48352"/>
                  </a:lnTo>
                  <a:lnTo>
                    <a:pt x="94020" y="47188"/>
                  </a:lnTo>
                  <a:lnTo>
                    <a:pt x="94751" y="46023"/>
                  </a:lnTo>
                  <a:lnTo>
                    <a:pt x="94553" y="44654"/>
                  </a:lnTo>
                  <a:lnTo>
                    <a:pt x="93761" y="43744"/>
                  </a:lnTo>
                  <a:lnTo>
                    <a:pt x="92756" y="43941"/>
                  </a:lnTo>
                  <a:lnTo>
                    <a:pt x="91644" y="44310"/>
                  </a:lnTo>
                  <a:lnTo>
                    <a:pt x="89908" y="44375"/>
                  </a:lnTo>
                  <a:lnTo>
                    <a:pt x="87121" y="44080"/>
                  </a:lnTo>
                  <a:lnTo>
                    <a:pt x="87335" y="43695"/>
                  </a:lnTo>
                  <a:lnTo>
                    <a:pt x="87441" y="43539"/>
                  </a:lnTo>
                  <a:lnTo>
                    <a:pt x="86055" y="43293"/>
                  </a:lnTo>
                  <a:lnTo>
                    <a:pt x="85431" y="43383"/>
                  </a:lnTo>
                  <a:lnTo>
                    <a:pt x="85111" y="43941"/>
                  </a:lnTo>
                  <a:lnTo>
                    <a:pt x="84944" y="44203"/>
                  </a:lnTo>
                  <a:lnTo>
                    <a:pt x="84532" y="44433"/>
                  </a:lnTo>
                  <a:lnTo>
                    <a:pt x="84015" y="44605"/>
                  </a:lnTo>
                  <a:lnTo>
                    <a:pt x="83527" y="44654"/>
                  </a:lnTo>
                  <a:lnTo>
                    <a:pt x="83269" y="44605"/>
                  </a:lnTo>
                  <a:lnTo>
                    <a:pt x="82675" y="44400"/>
                  </a:lnTo>
                  <a:lnTo>
                    <a:pt x="82324" y="44343"/>
                  </a:lnTo>
                  <a:lnTo>
                    <a:pt x="82005" y="44433"/>
                  </a:lnTo>
                  <a:lnTo>
                    <a:pt x="81898" y="44638"/>
                  </a:lnTo>
                  <a:lnTo>
                    <a:pt x="81898" y="44834"/>
                  </a:lnTo>
                  <a:lnTo>
                    <a:pt x="81746" y="44916"/>
                  </a:lnTo>
                  <a:lnTo>
                    <a:pt x="81106" y="45007"/>
                  </a:lnTo>
                  <a:lnTo>
                    <a:pt x="79675" y="45490"/>
                  </a:lnTo>
                  <a:lnTo>
                    <a:pt x="73355" y="46540"/>
                  </a:lnTo>
                  <a:lnTo>
                    <a:pt x="71451" y="46368"/>
                  </a:lnTo>
                  <a:lnTo>
                    <a:pt x="71451" y="46081"/>
                  </a:lnTo>
                  <a:lnTo>
                    <a:pt x="77314" y="45630"/>
                  </a:lnTo>
                  <a:lnTo>
                    <a:pt x="79218" y="44859"/>
                  </a:lnTo>
                  <a:lnTo>
                    <a:pt x="80741" y="44548"/>
                  </a:lnTo>
                  <a:lnTo>
                    <a:pt x="82005" y="43982"/>
                  </a:lnTo>
                  <a:lnTo>
                    <a:pt x="82644" y="43810"/>
                  </a:lnTo>
                  <a:lnTo>
                    <a:pt x="83329" y="43719"/>
                  </a:lnTo>
                  <a:lnTo>
                    <a:pt x="83695" y="43629"/>
                  </a:lnTo>
                  <a:lnTo>
                    <a:pt x="84654" y="43236"/>
                  </a:lnTo>
                  <a:lnTo>
                    <a:pt x="85690" y="42981"/>
                  </a:lnTo>
                  <a:lnTo>
                    <a:pt x="86588" y="43072"/>
                  </a:lnTo>
                  <a:lnTo>
                    <a:pt x="87380" y="43383"/>
                  </a:lnTo>
                  <a:lnTo>
                    <a:pt x="88065" y="43785"/>
                  </a:lnTo>
                  <a:lnTo>
                    <a:pt x="88796" y="43383"/>
                  </a:lnTo>
                  <a:lnTo>
                    <a:pt x="89436" y="43236"/>
                  </a:lnTo>
                  <a:lnTo>
                    <a:pt x="91324" y="43236"/>
                  </a:lnTo>
                  <a:lnTo>
                    <a:pt x="91873" y="43301"/>
                  </a:lnTo>
                  <a:lnTo>
                    <a:pt x="92878" y="43547"/>
                  </a:lnTo>
                  <a:lnTo>
                    <a:pt x="93182" y="43547"/>
                  </a:lnTo>
                  <a:lnTo>
                    <a:pt x="93761" y="43178"/>
                  </a:lnTo>
                  <a:lnTo>
                    <a:pt x="93654" y="42899"/>
                  </a:lnTo>
                  <a:lnTo>
                    <a:pt x="93228" y="42670"/>
                  </a:lnTo>
                  <a:lnTo>
                    <a:pt x="92878" y="42383"/>
                  </a:lnTo>
                  <a:lnTo>
                    <a:pt x="91873" y="40653"/>
                  </a:lnTo>
                  <a:lnTo>
                    <a:pt x="91553" y="39775"/>
                  </a:lnTo>
                  <a:lnTo>
                    <a:pt x="91385" y="38119"/>
                  </a:lnTo>
                  <a:lnTo>
                    <a:pt x="90913" y="36020"/>
                  </a:lnTo>
                  <a:lnTo>
                    <a:pt x="90609" y="35339"/>
                  </a:lnTo>
                  <a:lnTo>
                    <a:pt x="90746" y="35020"/>
                  </a:lnTo>
                  <a:lnTo>
                    <a:pt x="91035" y="33888"/>
                  </a:lnTo>
                  <a:lnTo>
                    <a:pt x="91233" y="33339"/>
                  </a:lnTo>
                  <a:lnTo>
                    <a:pt x="91492" y="33003"/>
                  </a:lnTo>
                  <a:lnTo>
                    <a:pt x="92664" y="32207"/>
                  </a:lnTo>
                  <a:lnTo>
                    <a:pt x="91873" y="31978"/>
                  </a:lnTo>
                  <a:lnTo>
                    <a:pt x="88507" y="31928"/>
                  </a:lnTo>
                  <a:lnTo>
                    <a:pt x="87609" y="31748"/>
                  </a:lnTo>
                  <a:lnTo>
                    <a:pt x="85964" y="30953"/>
                  </a:lnTo>
                  <a:lnTo>
                    <a:pt x="84593" y="30584"/>
                  </a:lnTo>
                  <a:lnTo>
                    <a:pt x="80482" y="28222"/>
                  </a:lnTo>
                  <a:lnTo>
                    <a:pt x="79583" y="28025"/>
                  </a:lnTo>
                  <a:lnTo>
                    <a:pt x="78868" y="28222"/>
                  </a:lnTo>
                  <a:lnTo>
                    <a:pt x="78121" y="28517"/>
                  </a:lnTo>
                  <a:lnTo>
                    <a:pt x="77223" y="29141"/>
                  </a:lnTo>
                  <a:lnTo>
                    <a:pt x="76416" y="29075"/>
                  </a:lnTo>
                  <a:lnTo>
                    <a:pt x="77223" y="28968"/>
                  </a:lnTo>
                  <a:lnTo>
                    <a:pt x="78426" y="27911"/>
                  </a:lnTo>
                  <a:lnTo>
                    <a:pt x="79263" y="27665"/>
                  </a:lnTo>
                  <a:lnTo>
                    <a:pt x="80329" y="27829"/>
                  </a:lnTo>
                  <a:lnTo>
                    <a:pt x="81746" y="28591"/>
                  </a:lnTo>
                  <a:lnTo>
                    <a:pt x="83497" y="28968"/>
                  </a:lnTo>
                  <a:lnTo>
                    <a:pt x="86055" y="30502"/>
                  </a:lnTo>
                  <a:lnTo>
                    <a:pt x="89604" y="31789"/>
                  </a:lnTo>
                  <a:lnTo>
                    <a:pt x="90350" y="31650"/>
                  </a:lnTo>
                  <a:lnTo>
                    <a:pt x="90974" y="31559"/>
                  </a:lnTo>
                  <a:lnTo>
                    <a:pt x="92969" y="31584"/>
                  </a:lnTo>
                  <a:lnTo>
                    <a:pt x="93456" y="31494"/>
                  </a:lnTo>
                  <a:lnTo>
                    <a:pt x="93822" y="31322"/>
                  </a:lnTo>
                  <a:lnTo>
                    <a:pt x="94172" y="31043"/>
                  </a:lnTo>
                  <a:lnTo>
                    <a:pt x="94720" y="30395"/>
                  </a:lnTo>
                  <a:lnTo>
                    <a:pt x="95756" y="28403"/>
                  </a:lnTo>
                  <a:lnTo>
                    <a:pt x="96243" y="26607"/>
                  </a:lnTo>
                  <a:lnTo>
                    <a:pt x="96913" y="25475"/>
                  </a:lnTo>
                  <a:lnTo>
                    <a:pt x="98406" y="23795"/>
                  </a:lnTo>
                  <a:lnTo>
                    <a:pt x="99380" y="23114"/>
                  </a:lnTo>
                  <a:lnTo>
                    <a:pt x="101558" y="22261"/>
                  </a:lnTo>
                  <a:lnTo>
                    <a:pt x="102289" y="21630"/>
                  </a:lnTo>
                  <a:lnTo>
                    <a:pt x="101390" y="17341"/>
                  </a:lnTo>
                  <a:lnTo>
                    <a:pt x="101390" y="15152"/>
                  </a:lnTo>
                  <a:lnTo>
                    <a:pt x="102609" y="13307"/>
                  </a:lnTo>
                  <a:lnTo>
                    <a:pt x="101025" y="11257"/>
                  </a:lnTo>
                  <a:lnTo>
                    <a:pt x="98923" y="9527"/>
                  </a:lnTo>
                  <a:lnTo>
                    <a:pt x="97751" y="7617"/>
                  </a:lnTo>
                  <a:lnTo>
                    <a:pt x="99030" y="5091"/>
                  </a:lnTo>
                  <a:lnTo>
                    <a:pt x="102456" y="2189"/>
                  </a:lnTo>
                  <a:lnTo>
                    <a:pt x="104619" y="1057"/>
                  </a:lnTo>
                  <a:lnTo>
                    <a:pt x="106918" y="590"/>
                  </a:lnTo>
                  <a:lnTo>
                    <a:pt x="105928" y="139"/>
                  </a:lnTo>
                  <a:lnTo>
                    <a:pt x="104725" y="0"/>
                  </a:lnTo>
                  <a:lnTo>
                    <a:pt x="103446" y="90"/>
                  </a:lnTo>
                  <a:lnTo>
                    <a:pt x="102350" y="311"/>
                  </a:lnTo>
                  <a:lnTo>
                    <a:pt x="99548" y="1451"/>
                  </a:lnTo>
                  <a:lnTo>
                    <a:pt x="94431" y="4312"/>
                  </a:lnTo>
                  <a:lnTo>
                    <a:pt x="91446" y="5518"/>
                  </a:lnTo>
                  <a:lnTo>
                    <a:pt x="88020" y="6346"/>
                  </a:lnTo>
                  <a:lnTo>
                    <a:pt x="84213" y="6674"/>
                  </a:lnTo>
                  <a:lnTo>
                    <a:pt x="80375" y="6535"/>
                  </a:lnTo>
                  <a:lnTo>
                    <a:pt x="78304" y="6764"/>
                  </a:lnTo>
                  <a:lnTo>
                    <a:pt x="77299" y="7568"/>
                  </a:lnTo>
                  <a:lnTo>
                    <a:pt x="76720" y="7789"/>
                  </a:lnTo>
                  <a:lnTo>
                    <a:pt x="75304" y="9298"/>
                  </a:lnTo>
                  <a:lnTo>
                    <a:pt x="72411" y="11061"/>
                  </a:lnTo>
                  <a:lnTo>
                    <a:pt x="70827" y="12332"/>
                  </a:lnTo>
                  <a:lnTo>
                    <a:pt x="61812" y="21376"/>
                  </a:lnTo>
                  <a:lnTo>
                    <a:pt x="58659" y="23278"/>
                  </a:lnTo>
                  <a:lnTo>
                    <a:pt x="55065" y="24590"/>
                  </a:lnTo>
                  <a:lnTo>
                    <a:pt x="51258" y="25352"/>
                  </a:lnTo>
                  <a:lnTo>
                    <a:pt x="47467" y="25607"/>
                  </a:lnTo>
                  <a:lnTo>
                    <a:pt x="36989" y="24795"/>
                  </a:lnTo>
                  <a:lnTo>
                    <a:pt x="36243" y="24959"/>
                  </a:lnTo>
                  <a:lnTo>
                    <a:pt x="34233" y="26172"/>
                  </a:lnTo>
                  <a:lnTo>
                    <a:pt x="32558" y="26664"/>
                  </a:lnTo>
                  <a:lnTo>
                    <a:pt x="28766" y="27124"/>
                  </a:lnTo>
                  <a:lnTo>
                    <a:pt x="26817" y="27066"/>
                  </a:lnTo>
                  <a:lnTo>
                    <a:pt x="23329" y="26377"/>
                  </a:lnTo>
                  <a:lnTo>
                    <a:pt x="21852" y="26353"/>
                  </a:lnTo>
                  <a:lnTo>
                    <a:pt x="20543" y="27033"/>
                  </a:lnTo>
                  <a:lnTo>
                    <a:pt x="17071" y="30018"/>
                  </a:lnTo>
                  <a:lnTo>
                    <a:pt x="14786" y="31297"/>
                  </a:lnTo>
                  <a:lnTo>
                    <a:pt x="7263" y="37947"/>
                  </a:lnTo>
                  <a:lnTo>
                    <a:pt x="6304" y="39226"/>
                  </a:lnTo>
                  <a:lnTo>
                    <a:pt x="5847" y="40932"/>
                  </a:lnTo>
                  <a:lnTo>
                    <a:pt x="5939" y="42834"/>
                  </a:lnTo>
                  <a:lnTo>
                    <a:pt x="6258" y="43695"/>
                  </a:lnTo>
                  <a:lnTo>
                    <a:pt x="6883" y="43629"/>
                  </a:lnTo>
                  <a:lnTo>
                    <a:pt x="6989" y="43072"/>
                  </a:lnTo>
                  <a:lnTo>
                    <a:pt x="6776" y="42178"/>
                  </a:lnTo>
                  <a:lnTo>
                    <a:pt x="6197" y="40669"/>
                  </a:lnTo>
                  <a:lnTo>
                    <a:pt x="6883" y="40702"/>
                  </a:lnTo>
                  <a:lnTo>
                    <a:pt x="8040" y="41128"/>
                  </a:lnTo>
                  <a:lnTo>
                    <a:pt x="8634" y="41243"/>
                  </a:lnTo>
                  <a:lnTo>
                    <a:pt x="8893" y="41473"/>
                  </a:lnTo>
                  <a:lnTo>
                    <a:pt x="9365" y="42949"/>
                  </a:lnTo>
                  <a:lnTo>
                    <a:pt x="9944" y="43506"/>
                  </a:lnTo>
                  <a:lnTo>
                    <a:pt x="10796" y="44146"/>
                  </a:lnTo>
                  <a:lnTo>
                    <a:pt x="11680" y="44654"/>
                  </a:lnTo>
                  <a:lnTo>
                    <a:pt x="12411" y="44843"/>
                  </a:lnTo>
                  <a:lnTo>
                    <a:pt x="13477" y="44966"/>
                  </a:lnTo>
                  <a:lnTo>
                    <a:pt x="14619" y="45310"/>
                  </a:lnTo>
                  <a:lnTo>
                    <a:pt x="15578" y="45786"/>
                  </a:lnTo>
                  <a:lnTo>
                    <a:pt x="15944" y="46417"/>
                  </a:lnTo>
                  <a:lnTo>
                    <a:pt x="16370" y="46901"/>
                  </a:lnTo>
                  <a:lnTo>
                    <a:pt x="17421" y="47639"/>
                  </a:lnTo>
                  <a:lnTo>
                    <a:pt x="18593" y="48204"/>
                  </a:lnTo>
                  <a:lnTo>
                    <a:pt x="19431" y="48204"/>
                  </a:lnTo>
                  <a:lnTo>
                    <a:pt x="18898" y="48040"/>
                  </a:lnTo>
                  <a:lnTo>
                    <a:pt x="18898" y="47868"/>
                  </a:lnTo>
                  <a:lnTo>
                    <a:pt x="19263" y="47729"/>
                  </a:lnTo>
                  <a:lnTo>
                    <a:pt x="19857" y="47663"/>
                  </a:lnTo>
                  <a:lnTo>
                    <a:pt x="20436" y="47524"/>
                  </a:lnTo>
                  <a:lnTo>
                    <a:pt x="20862" y="47245"/>
                  </a:lnTo>
                  <a:lnTo>
                    <a:pt x="21487" y="46638"/>
                  </a:lnTo>
                  <a:lnTo>
                    <a:pt x="21182" y="46237"/>
                  </a:lnTo>
                  <a:lnTo>
                    <a:pt x="20543" y="45695"/>
                  </a:lnTo>
                  <a:lnTo>
                    <a:pt x="20543" y="45359"/>
                  </a:lnTo>
                  <a:lnTo>
                    <a:pt x="20634" y="44564"/>
                  </a:lnTo>
                  <a:lnTo>
                    <a:pt x="20543" y="44252"/>
                  </a:lnTo>
                  <a:lnTo>
                    <a:pt x="19949" y="44113"/>
                  </a:lnTo>
                  <a:lnTo>
                    <a:pt x="17010" y="44793"/>
                  </a:lnTo>
                  <a:lnTo>
                    <a:pt x="16583" y="44703"/>
                  </a:lnTo>
                  <a:lnTo>
                    <a:pt x="15685" y="44334"/>
                  </a:lnTo>
                  <a:lnTo>
                    <a:pt x="15106" y="44220"/>
                  </a:lnTo>
                  <a:lnTo>
                    <a:pt x="13096" y="44531"/>
                  </a:lnTo>
                  <a:lnTo>
                    <a:pt x="13096" y="44220"/>
                  </a:lnTo>
                  <a:lnTo>
                    <a:pt x="13644" y="44113"/>
                  </a:lnTo>
                  <a:lnTo>
                    <a:pt x="14482" y="43744"/>
                  </a:lnTo>
                  <a:lnTo>
                    <a:pt x="15000" y="43654"/>
                  </a:lnTo>
                  <a:lnTo>
                    <a:pt x="15517" y="43744"/>
                  </a:lnTo>
                  <a:lnTo>
                    <a:pt x="16522" y="44146"/>
                  </a:lnTo>
                  <a:lnTo>
                    <a:pt x="17010" y="44220"/>
                  </a:lnTo>
                  <a:lnTo>
                    <a:pt x="17588" y="44170"/>
                  </a:lnTo>
                  <a:lnTo>
                    <a:pt x="18106" y="43974"/>
                  </a:lnTo>
                  <a:lnTo>
                    <a:pt x="18380" y="43629"/>
                  </a:lnTo>
                  <a:lnTo>
                    <a:pt x="18076" y="43121"/>
                  </a:lnTo>
                  <a:lnTo>
                    <a:pt x="17695" y="43031"/>
                  </a:lnTo>
                  <a:lnTo>
                    <a:pt x="16005" y="43121"/>
                  </a:lnTo>
                  <a:lnTo>
                    <a:pt x="16005" y="42867"/>
                  </a:lnTo>
                  <a:lnTo>
                    <a:pt x="16629" y="42498"/>
                  </a:lnTo>
                  <a:lnTo>
                    <a:pt x="16690" y="41842"/>
                  </a:lnTo>
                  <a:lnTo>
                    <a:pt x="16324" y="40448"/>
                  </a:lnTo>
                  <a:lnTo>
                    <a:pt x="16629" y="39907"/>
                  </a:lnTo>
                  <a:lnTo>
                    <a:pt x="17329" y="39628"/>
                  </a:lnTo>
                  <a:lnTo>
                    <a:pt x="18015" y="39472"/>
                  </a:lnTo>
                  <a:lnTo>
                    <a:pt x="18335" y="39316"/>
                  </a:lnTo>
                  <a:lnTo>
                    <a:pt x="18532" y="39087"/>
                  </a:lnTo>
                  <a:lnTo>
                    <a:pt x="18959" y="38972"/>
                  </a:lnTo>
                  <a:lnTo>
                    <a:pt x="19903" y="38947"/>
                  </a:lnTo>
                  <a:lnTo>
                    <a:pt x="21228" y="37840"/>
                  </a:lnTo>
                  <a:lnTo>
                    <a:pt x="21487" y="37668"/>
                  </a:lnTo>
                  <a:lnTo>
                    <a:pt x="21700" y="37471"/>
                  </a:lnTo>
                  <a:lnTo>
                    <a:pt x="21746" y="37094"/>
                  </a:lnTo>
                  <a:lnTo>
                    <a:pt x="21807" y="37004"/>
                  </a:lnTo>
                  <a:lnTo>
                    <a:pt x="22065" y="35840"/>
                  </a:lnTo>
                  <a:lnTo>
                    <a:pt x="22583" y="35389"/>
                  </a:lnTo>
                  <a:lnTo>
                    <a:pt x="23238" y="35020"/>
                  </a:lnTo>
                  <a:lnTo>
                    <a:pt x="23817" y="34536"/>
                  </a:lnTo>
                  <a:lnTo>
                    <a:pt x="24030" y="33732"/>
                  </a:lnTo>
                  <a:lnTo>
                    <a:pt x="24487" y="33421"/>
                  </a:lnTo>
                  <a:lnTo>
                    <a:pt x="25431" y="33175"/>
                  </a:lnTo>
                  <a:lnTo>
                    <a:pt x="26436" y="33060"/>
                  </a:lnTo>
                  <a:lnTo>
                    <a:pt x="27928" y="33290"/>
                  </a:lnTo>
                  <a:lnTo>
                    <a:pt x="30030" y="32691"/>
                  </a:lnTo>
                  <a:lnTo>
                    <a:pt x="31553" y="31920"/>
                  </a:lnTo>
                  <a:lnTo>
                    <a:pt x="30989" y="31559"/>
                  </a:lnTo>
                  <a:lnTo>
                    <a:pt x="31675" y="31297"/>
                  </a:lnTo>
                  <a:lnTo>
                    <a:pt x="32619" y="31231"/>
                  </a:lnTo>
                  <a:lnTo>
                    <a:pt x="33456" y="31469"/>
                  </a:lnTo>
                  <a:lnTo>
                    <a:pt x="33822" y="32010"/>
                  </a:lnTo>
                  <a:lnTo>
                    <a:pt x="34142" y="31920"/>
                  </a:lnTo>
                  <a:lnTo>
                    <a:pt x="34873" y="31404"/>
                  </a:lnTo>
                  <a:lnTo>
                    <a:pt x="35725" y="30953"/>
                  </a:lnTo>
                  <a:lnTo>
                    <a:pt x="36395" y="30985"/>
                  </a:lnTo>
                  <a:lnTo>
                    <a:pt x="37081" y="30559"/>
                  </a:lnTo>
                  <a:lnTo>
                    <a:pt x="37781" y="30239"/>
                  </a:lnTo>
                  <a:lnTo>
                    <a:pt x="38512" y="30157"/>
                  </a:lnTo>
                  <a:lnTo>
                    <a:pt x="39243" y="30412"/>
                  </a:lnTo>
                  <a:lnTo>
                    <a:pt x="38984" y="30674"/>
                  </a:lnTo>
                  <a:lnTo>
                    <a:pt x="39670" y="30674"/>
                  </a:lnTo>
                  <a:lnTo>
                    <a:pt x="40187" y="30535"/>
                  </a:lnTo>
                  <a:lnTo>
                    <a:pt x="41238" y="30100"/>
                  </a:lnTo>
                  <a:lnTo>
                    <a:pt x="42609" y="29788"/>
                  </a:lnTo>
                  <a:lnTo>
                    <a:pt x="42928" y="29510"/>
                  </a:lnTo>
                  <a:lnTo>
                    <a:pt x="42670" y="28968"/>
                  </a:lnTo>
                  <a:lnTo>
                    <a:pt x="47360" y="31092"/>
                  </a:lnTo>
                  <a:lnTo>
                    <a:pt x="48137" y="31297"/>
                  </a:lnTo>
                  <a:lnTo>
                    <a:pt x="48989" y="31231"/>
                  </a:lnTo>
                  <a:lnTo>
                    <a:pt x="58583" y="29370"/>
                  </a:lnTo>
                  <a:lnTo>
                    <a:pt x="62223" y="29337"/>
                  </a:lnTo>
                  <a:lnTo>
                    <a:pt x="63898" y="28936"/>
                  </a:lnTo>
                  <a:lnTo>
                    <a:pt x="65375" y="28198"/>
                  </a:lnTo>
                  <a:lnTo>
                    <a:pt x="66167" y="28083"/>
                  </a:lnTo>
                  <a:lnTo>
                    <a:pt x="66959" y="28517"/>
                  </a:lnTo>
                  <a:lnTo>
                    <a:pt x="67751" y="28829"/>
                  </a:lnTo>
                  <a:lnTo>
                    <a:pt x="68649" y="28591"/>
                  </a:lnTo>
                  <a:lnTo>
                    <a:pt x="69441" y="28140"/>
                  </a:lnTo>
                  <a:lnTo>
                    <a:pt x="70918" y="27058"/>
                  </a:lnTo>
                  <a:lnTo>
                    <a:pt x="71238" y="26951"/>
                  </a:lnTo>
                  <a:lnTo>
                    <a:pt x="71695" y="27033"/>
                  </a:lnTo>
                  <a:lnTo>
                    <a:pt x="72532" y="27427"/>
                  </a:lnTo>
                  <a:lnTo>
                    <a:pt x="73796" y="27689"/>
                  </a:lnTo>
                  <a:lnTo>
                    <a:pt x="76279" y="28936"/>
                  </a:lnTo>
                  <a:lnTo>
                    <a:pt x="71802" y="29231"/>
                  </a:lnTo>
                  <a:lnTo>
                    <a:pt x="69791" y="28936"/>
                  </a:lnTo>
                  <a:lnTo>
                    <a:pt x="68436" y="29419"/>
                  </a:lnTo>
                  <a:lnTo>
                    <a:pt x="66807" y="29772"/>
                  </a:lnTo>
                  <a:lnTo>
                    <a:pt x="66060" y="30362"/>
                  </a:lnTo>
                  <a:lnTo>
                    <a:pt x="65375" y="31100"/>
                  </a:lnTo>
                  <a:lnTo>
                    <a:pt x="63837" y="32412"/>
                  </a:lnTo>
                  <a:lnTo>
                    <a:pt x="63411" y="32634"/>
                  </a:lnTo>
                  <a:lnTo>
                    <a:pt x="62832" y="32658"/>
                  </a:lnTo>
                  <a:lnTo>
                    <a:pt x="62269" y="32486"/>
                  </a:lnTo>
                  <a:lnTo>
                    <a:pt x="61949" y="32240"/>
                  </a:lnTo>
                  <a:lnTo>
                    <a:pt x="61994" y="31986"/>
                  </a:lnTo>
                  <a:lnTo>
                    <a:pt x="62527" y="31789"/>
                  </a:lnTo>
                  <a:lnTo>
                    <a:pt x="62527" y="31469"/>
                  </a:lnTo>
                  <a:lnTo>
                    <a:pt x="57624" y="30362"/>
                  </a:lnTo>
                  <a:lnTo>
                    <a:pt x="56253" y="30330"/>
                  </a:lnTo>
                  <a:lnTo>
                    <a:pt x="50040" y="31469"/>
                  </a:lnTo>
                  <a:lnTo>
                    <a:pt x="49918" y="31617"/>
                  </a:lnTo>
                  <a:lnTo>
                    <a:pt x="49659" y="32207"/>
                  </a:lnTo>
                  <a:lnTo>
                    <a:pt x="49461" y="32347"/>
                  </a:lnTo>
                  <a:lnTo>
                    <a:pt x="49081" y="32379"/>
                  </a:lnTo>
                  <a:lnTo>
                    <a:pt x="48776" y="32429"/>
                  </a:lnTo>
                  <a:lnTo>
                    <a:pt x="48456" y="32519"/>
                  </a:lnTo>
                  <a:lnTo>
                    <a:pt x="47131" y="33232"/>
                  </a:lnTo>
                  <a:lnTo>
                    <a:pt x="46294" y="33913"/>
                  </a:lnTo>
                  <a:lnTo>
                    <a:pt x="45517" y="34741"/>
                  </a:lnTo>
                  <a:lnTo>
                    <a:pt x="44710" y="35758"/>
                  </a:lnTo>
                  <a:lnTo>
                    <a:pt x="45411" y="36159"/>
                  </a:lnTo>
                  <a:lnTo>
                    <a:pt x="45761" y="36307"/>
                  </a:lnTo>
                  <a:lnTo>
                    <a:pt x="46248" y="36356"/>
                  </a:lnTo>
                  <a:lnTo>
                    <a:pt x="46507" y="36586"/>
                  </a:lnTo>
                  <a:lnTo>
                    <a:pt x="46705" y="37078"/>
                  </a:lnTo>
                  <a:lnTo>
                    <a:pt x="46766" y="37562"/>
                  </a:lnTo>
                  <a:lnTo>
                    <a:pt x="46553" y="37783"/>
                  </a:lnTo>
                  <a:lnTo>
                    <a:pt x="46461" y="37980"/>
                  </a:lnTo>
                  <a:lnTo>
                    <a:pt x="45517" y="38800"/>
                  </a:lnTo>
                  <a:lnTo>
                    <a:pt x="45289" y="38947"/>
                  </a:lnTo>
                  <a:lnTo>
                    <a:pt x="45243" y="39456"/>
                  </a:lnTo>
                  <a:lnTo>
                    <a:pt x="45411" y="39939"/>
                  </a:lnTo>
                  <a:lnTo>
                    <a:pt x="45670" y="40366"/>
                  </a:lnTo>
                  <a:lnTo>
                    <a:pt x="45868" y="40653"/>
                  </a:lnTo>
                  <a:lnTo>
                    <a:pt x="46187" y="40932"/>
                  </a:lnTo>
                  <a:lnTo>
                    <a:pt x="46553" y="41218"/>
                  </a:lnTo>
                  <a:lnTo>
                    <a:pt x="46964" y="41423"/>
                  </a:lnTo>
                  <a:lnTo>
                    <a:pt x="48030" y="41620"/>
                  </a:lnTo>
                  <a:lnTo>
                    <a:pt x="48076" y="41907"/>
                  </a:lnTo>
                  <a:lnTo>
                    <a:pt x="47817" y="42465"/>
                  </a:lnTo>
                  <a:lnTo>
                    <a:pt x="47390" y="43145"/>
                  </a:lnTo>
                  <a:lnTo>
                    <a:pt x="45441" y="43785"/>
                  </a:lnTo>
                  <a:lnTo>
                    <a:pt x="44969" y="44293"/>
                  </a:lnTo>
                  <a:lnTo>
                    <a:pt x="45350" y="44834"/>
                  </a:lnTo>
                  <a:lnTo>
                    <a:pt x="46248" y="44802"/>
                  </a:lnTo>
                  <a:lnTo>
                    <a:pt x="47131" y="44482"/>
                  </a:lnTo>
                  <a:lnTo>
                    <a:pt x="47558" y="44170"/>
                  </a:lnTo>
                  <a:lnTo>
                    <a:pt x="49233" y="43752"/>
                  </a:lnTo>
                  <a:lnTo>
                    <a:pt x="50071" y="43695"/>
                  </a:lnTo>
                  <a:lnTo>
                    <a:pt x="50299" y="43785"/>
                  </a:lnTo>
                  <a:lnTo>
                    <a:pt x="50725" y="44031"/>
                  </a:lnTo>
                  <a:lnTo>
                    <a:pt x="51563" y="45113"/>
                  </a:lnTo>
                  <a:lnTo>
                    <a:pt x="51197" y="46278"/>
                  </a:lnTo>
                  <a:lnTo>
                    <a:pt x="50497" y="47581"/>
                  </a:lnTo>
                  <a:lnTo>
                    <a:pt x="50451" y="49123"/>
                  </a:lnTo>
                  <a:lnTo>
                    <a:pt x="50360" y="49123"/>
                  </a:lnTo>
                  <a:lnTo>
                    <a:pt x="50238" y="49320"/>
                  </a:lnTo>
                  <a:lnTo>
                    <a:pt x="50238" y="49549"/>
                  </a:lnTo>
                  <a:lnTo>
                    <a:pt x="50619" y="49664"/>
                  </a:lnTo>
                  <a:lnTo>
                    <a:pt x="51045" y="49697"/>
                  </a:lnTo>
                  <a:lnTo>
                    <a:pt x="51243" y="49664"/>
                  </a:lnTo>
                  <a:lnTo>
                    <a:pt x="51365" y="49549"/>
                  </a:lnTo>
                  <a:lnTo>
                    <a:pt x="52659" y="49123"/>
                  </a:lnTo>
                  <a:lnTo>
                    <a:pt x="53573" y="49459"/>
                  </a:lnTo>
                  <a:lnTo>
                    <a:pt x="53573" y="49976"/>
                  </a:lnTo>
                  <a:lnTo>
                    <a:pt x="53086" y="50287"/>
                  </a:lnTo>
                  <a:lnTo>
                    <a:pt x="52507" y="49976"/>
                  </a:lnTo>
                  <a:lnTo>
                    <a:pt x="52248" y="50172"/>
                  </a:lnTo>
                  <a:lnTo>
                    <a:pt x="51670" y="50861"/>
                  </a:lnTo>
                  <a:lnTo>
                    <a:pt x="51243" y="50828"/>
                  </a:lnTo>
                  <a:lnTo>
                    <a:pt x="51091" y="50656"/>
                  </a:lnTo>
                  <a:lnTo>
                    <a:pt x="50984" y="50435"/>
                  </a:lnTo>
                  <a:lnTo>
                    <a:pt x="50817" y="50263"/>
                  </a:lnTo>
                  <a:lnTo>
                    <a:pt x="49781" y="49926"/>
                  </a:lnTo>
                  <a:lnTo>
                    <a:pt x="49355" y="49697"/>
                  </a:lnTo>
                  <a:lnTo>
                    <a:pt x="49081" y="49385"/>
                  </a:lnTo>
                  <a:lnTo>
                    <a:pt x="49035" y="49123"/>
                  </a:lnTo>
                  <a:lnTo>
                    <a:pt x="48974" y="48918"/>
                  </a:lnTo>
                  <a:lnTo>
                    <a:pt x="48517" y="48836"/>
                  </a:lnTo>
                  <a:lnTo>
                    <a:pt x="48974" y="48295"/>
                  </a:lnTo>
                  <a:lnTo>
                    <a:pt x="49918" y="47524"/>
                  </a:lnTo>
                  <a:lnTo>
                    <a:pt x="50040" y="47130"/>
                  </a:lnTo>
                  <a:lnTo>
                    <a:pt x="49659" y="46622"/>
                  </a:lnTo>
                  <a:lnTo>
                    <a:pt x="49081" y="46589"/>
                  </a:lnTo>
                  <a:lnTo>
                    <a:pt x="48441" y="46655"/>
                  </a:lnTo>
                  <a:lnTo>
                    <a:pt x="47862" y="46450"/>
                  </a:lnTo>
                  <a:lnTo>
                    <a:pt x="46918" y="46392"/>
                  </a:lnTo>
                  <a:lnTo>
                    <a:pt x="45441" y="46532"/>
                  </a:lnTo>
                  <a:lnTo>
                    <a:pt x="44345" y="46392"/>
                  </a:lnTo>
                  <a:lnTo>
                    <a:pt x="44604" y="45490"/>
                  </a:lnTo>
                  <a:lnTo>
                    <a:pt x="44345" y="45490"/>
                  </a:lnTo>
                  <a:lnTo>
                    <a:pt x="44116" y="46048"/>
                  </a:lnTo>
                  <a:lnTo>
                    <a:pt x="43796" y="46417"/>
                  </a:lnTo>
                  <a:lnTo>
                    <a:pt x="43492" y="46729"/>
                  </a:lnTo>
                  <a:lnTo>
                    <a:pt x="43172" y="47188"/>
                  </a:lnTo>
                  <a:lnTo>
                    <a:pt x="43598" y="47016"/>
                  </a:lnTo>
                  <a:lnTo>
                    <a:pt x="44025" y="46966"/>
                  </a:lnTo>
                  <a:lnTo>
                    <a:pt x="44345" y="47106"/>
                  </a:lnTo>
                  <a:lnTo>
                    <a:pt x="44604" y="47508"/>
                  </a:lnTo>
                  <a:lnTo>
                    <a:pt x="43964" y="47598"/>
                  </a:lnTo>
                  <a:lnTo>
                    <a:pt x="43233" y="47508"/>
                  </a:lnTo>
                  <a:lnTo>
                    <a:pt x="42593" y="47598"/>
                  </a:lnTo>
                  <a:lnTo>
                    <a:pt x="42015" y="48934"/>
                  </a:lnTo>
                  <a:lnTo>
                    <a:pt x="41329" y="49352"/>
                  </a:lnTo>
                  <a:lnTo>
                    <a:pt x="40644" y="49402"/>
                  </a:lnTo>
                  <a:lnTo>
                    <a:pt x="40340" y="49008"/>
                  </a:lnTo>
                  <a:lnTo>
                    <a:pt x="40172" y="47704"/>
                  </a:lnTo>
                  <a:lnTo>
                    <a:pt x="40233" y="47196"/>
                  </a:lnTo>
                  <a:lnTo>
                    <a:pt x="40598" y="46589"/>
                  </a:lnTo>
                  <a:lnTo>
                    <a:pt x="41756" y="45966"/>
                  </a:lnTo>
                  <a:lnTo>
                    <a:pt x="42243" y="45597"/>
                  </a:lnTo>
                  <a:lnTo>
                    <a:pt x="42076" y="45228"/>
                  </a:lnTo>
                  <a:lnTo>
                    <a:pt x="42076" y="44916"/>
                  </a:lnTo>
                  <a:lnTo>
                    <a:pt x="43126" y="44777"/>
                  </a:lnTo>
                  <a:lnTo>
                    <a:pt x="44345" y="43719"/>
                  </a:lnTo>
                  <a:lnTo>
                    <a:pt x="45502" y="43547"/>
                  </a:lnTo>
                  <a:lnTo>
                    <a:pt x="44969" y="42670"/>
                  </a:lnTo>
                  <a:lnTo>
                    <a:pt x="44451" y="42219"/>
                  </a:lnTo>
                  <a:lnTo>
                    <a:pt x="43766" y="41817"/>
                  </a:lnTo>
                  <a:lnTo>
                    <a:pt x="43187" y="41251"/>
                  </a:lnTo>
                  <a:lnTo>
                    <a:pt x="42913" y="40292"/>
                  </a:lnTo>
                  <a:lnTo>
                    <a:pt x="42563" y="39775"/>
                  </a:lnTo>
                  <a:lnTo>
                    <a:pt x="41695" y="39423"/>
                  </a:lnTo>
                  <a:lnTo>
                    <a:pt x="40720" y="39251"/>
                  </a:lnTo>
                  <a:lnTo>
                    <a:pt x="39974" y="39283"/>
                  </a:lnTo>
                  <a:lnTo>
                    <a:pt x="39593" y="39423"/>
                  </a:lnTo>
                  <a:lnTo>
                    <a:pt x="39395" y="39628"/>
                  </a:lnTo>
                  <a:lnTo>
                    <a:pt x="39121" y="39800"/>
                  </a:lnTo>
                  <a:lnTo>
                    <a:pt x="38588" y="39890"/>
                  </a:lnTo>
                  <a:lnTo>
                    <a:pt x="38131" y="39825"/>
                  </a:lnTo>
                  <a:lnTo>
                    <a:pt x="37324" y="39636"/>
                  </a:lnTo>
                  <a:lnTo>
                    <a:pt x="36868" y="39579"/>
                  </a:lnTo>
                  <a:lnTo>
                    <a:pt x="36060" y="39669"/>
                  </a:lnTo>
                  <a:lnTo>
                    <a:pt x="34065" y="40710"/>
                  </a:lnTo>
                  <a:lnTo>
                    <a:pt x="32756" y="41251"/>
                  </a:lnTo>
                  <a:lnTo>
                    <a:pt x="32269" y="41596"/>
                  </a:lnTo>
                  <a:lnTo>
                    <a:pt x="31629" y="42243"/>
                  </a:lnTo>
                  <a:lnTo>
                    <a:pt x="31263" y="42990"/>
                  </a:lnTo>
                  <a:lnTo>
                    <a:pt x="31690" y="43219"/>
                  </a:lnTo>
                  <a:lnTo>
                    <a:pt x="33532" y="43252"/>
                  </a:lnTo>
                  <a:lnTo>
                    <a:pt x="34538" y="43441"/>
                  </a:lnTo>
                  <a:lnTo>
                    <a:pt x="34477" y="43531"/>
                  </a:lnTo>
                  <a:lnTo>
                    <a:pt x="32177" y="43580"/>
                  </a:lnTo>
                  <a:lnTo>
                    <a:pt x="30426" y="43875"/>
                  </a:lnTo>
                  <a:lnTo>
                    <a:pt x="29786" y="44072"/>
                  </a:lnTo>
                  <a:lnTo>
                    <a:pt x="27091" y="46540"/>
                  </a:lnTo>
                  <a:lnTo>
                    <a:pt x="25203" y="46606"/>
                  </a:lnTo>
                  <a:lnTo>
                    <a:pt x="24624" y="46884"/>
                  </a:lnTo>
                  <a:lnTo>
                    <a:pt x="24624" y="47303"/>
                  </a:lnTo>
                  <a:lnTo>
                    <a:pt x="25309" y="47508"/>
                  </a:lnTo>
                  <a:lnTo>
                    <a:pt x="25507" y="47877"/>
                  </a:lnTo>
                  <a:lnTo>
                    <a:pt x="25568" y="48245"/>
                  </a:lnTo>
                  <a:lnTo>
                    <a:pt x="25796" y="48450"/>
                  </a:lnTo>
                  <a:lnTo>
                    <a:pt x="26086" y="48532"/>
                  </a:lnTo>
                  <a:lnTo>
                    <a:pt x="26512" y="48557"/>
                  </a:lnTo>
                  <a:lnTo>
                    <a:pt x="27837" y="49131"/>
                  </a:lnTo>
                  <a:lnTo>
                    <a:pt x="27944" y="49475"/>
                  </a:lnTo>
                  <a:lnTo>
                    <a:pt x="27837" y="49615"/>
                  </a:lnTo>
                  <a:lnTo>
                    <a:pt x="27639" y="49697"/>
                  </a:lnTo>
                  <a:lnTo>
                    <a:pt x="27472" y="49926"/>
                  </a:lnTo>
                  <a:lnTo>
                    <a:pt x="27197" y="50779"/>
                  </a:lnTo>
                  <a:lnTo>
                    <a:pt x="27152" y="51181"/>
                  </a:lnTo>
                  <a:lnTo>
                    <a:pt x="27152" y="51779"/>
                  </a:lnTo>
                  <a:lnTo>
                    <a:pt x="27091" y="52173"/>
                  </a:lnTo>
                  <a:lnTo>
                    <a:pt x="26939" y="52485"/>
                  </a:lnTo>
                  <a:lnTo>
                    <a:pt x="26725" y="52681"/>
                  </a:lnTo>
                  <a:lnTo>
                    <a:pt x="26467" y="52772"/>
                  </a:lnTo>
                  <a:lnTo>
                    <a:pt x="23878" y="53059"/>
                  </a:lnTo>
                  <a:lnTo>
                    <a:pt x="23147" y="53059"/>
                  </a:lnTo>
                  <a:lnTo>
                    <a:pt x="22659" y="52886"/>
                  </a:lnTo>
                  <a:lnTo>
                    <a:pt x="21883" y="52312"/>
                  </a:lnTo>
                  <a:lnTo>
                    <a:pt x="21197" y="52009"/>
                  </a:lnTo>
                  <a:lnTo>
                    <a:pt x="20939" y="51607"/>
                  </a:lnTo>
                  <a:lnTo>
                    <a:pt x="20878" y="51238"/>
                  </a:lnTo>
                  <a:lnTo>
                    <a:pt x="21030" y="51066"/>
                  </a:lnTo>
                  <a:lnTo>
                    <a:pt x="21030" y="50755"/>
                  </a:lnTo>
                  <a:lnTo>
                    <a:pt x="19766" y="48819"/>
                  </a:lnTo>
                  <a:lnTo>
                    <a:pt x="19507" y="48819"/>
                  </a:lnTo>
                  <a:lnTo>
                    <a:pt x="19187" y="49270"/>
                  </a:lnTo>
                  <a:lnTo>
                    <a:pt x="18761" y="49730"/>
                  </a:lnTo>
                  <a:lnTo>
                    <a:pt x="18182" y="50107"/>
                  </a:lnTo>
                  <a:lnTo>
                    <a:pt x="17604" y="50246"/>
                  </a:lnTo>
                  <a:lnTo>
                    <a:pt x="15563" y="49328"/>
                  </a:lnTo>
                  <a:lnTo>
                    <a:pt x="15182" y="49270"/>
                  </a:lnTo>
                  <a:lnTo>
                    <a:pt x="14345" y="48787"/>
                  </a:lnTo>
                  <a:lnTo>
                    <a:pt x="12502" y="48590"/>
                  </a:lnTo>
                  <a:lnTo>
                    <a:pt x="10446" y="48623"/>
                  </a:lnTo>
                  <a:lnTo>
                    <a:pt x="9121" y="48852"/>
                  </a:lnTo>
                  <a:lnTo>
                    <a:pt x="9121" y="49131"/>
                  </a:lnTo>
                  <a:lnTo>
                    <a:pt x="9487" y="49533"/>
                  </a:lnTo>
                  <a:lnTo>
                    <a:pt x="9380" y="49812"/>
                  </a:lnTo>
                  <a:lnTo>
                    <a:pt x="9076" y="49926"/>
                  </a:lnTo>
                  <a:lnTo>
                    <a:pt x="8710" y="49762"/>
                  </a:lnTo>
                  <a:lnTo>
                    <a:pt x="8451" y="49393"/>
                  </a:lnTo>
                  <a:lnTo>
                    <a:pt x="8543" y="48737"/>
                  </a:lnTo>
                  <a:lnTo>
                    <a:pt x="8375" y="48368"/>
                  </a:lnTo>
                  <a:lnTo>
                    <a:pt x="8969" y="48163"/>
                  </a:lnTo>
                  <a:lnTo>
                    <a:pt x="8482" y="48000"/>
                  </a:lnTo>
                  <a:lnTo>
                    <a:pt x="6761" y="47827"/>
                  </a:lnTo>
                  <a:lnTo>
                    <a:pt x="6441" y="47655"/>
                  </a:lnTo>
                  <a:lnTo>
                    <a:pt x="6213" y="47253"/>
                  </a:lnTo>
                  <a:lnTo>
                    <a:pt x="6060" y="46852"/>
                  </a:lnTo>
                  <a:lnTo>
                    <a:pt x="5923" y="46679"/>
                  </a:lnTo>
                  <a:lnTo>
                    <a:pt x="5177" y="46663"/>
                  </a:lnTo>
                  <a:lnTo>
                    <a:pt x="4918" y="46573"/>
                  </a:lnTo>
                  <a:lnTo>
                    <a:pt x="4629" y="46433"/>
                  </a:lnTo>
                  <a:lnTo>
                    <a:pt x="4629" y="46146"/>
                  </a:lnTo>
                  <a:lnTo>
                    <a:pt x="4949" y="45777"/>
                  </a:lnTo>
                  <a:lnTo>
                    <a:pt x="5893" y="44441"/>
                  </a:lnTo>
                  <a:lnTo>
                    <a:pt x="5893" y="44162"/>
                  </a:lnTo>
                  <a:lnTo>
                    <a:pt x="5543" y="43965"/>
                  </a:lnTo>
                  <a:lnTo>
                    <a:pt x="5375" y="43621"/>
                  </a:lnTo>
                  <a:lnTo>
                    <a:pt x="5116" y="43506"/>
                  </a:lnTo>
                  <a:lnTo>
                    <a:pt x="4477" y="44039"/>
                  </a:lnTo>
                  <a:lnTo>
                    <a:pt x="3624" y="45154"/>
                  </a:lnTo>
                  <a:lnTo>
                    <a:pt x="1736" y="48713"/>
                  </a:lnTo>
                  <a:lnTo>
                    <a:pt x="1416" y="49410"/>
                  </a:lnTo>
                  <a:lnTo>
                    <a:pt x="1263" y="50099"/>
                  </a:lnTo>
                  <a:lnTo>
                    <a:pt x="1736" y="64194"/>
                  </a:lnTo>
                  <a:lnTo>
                    <a:pt x="1583" y="65169"/>
                  </a:lnTo>
                  <a:lnTo>
                    <a:pt x="578" y="67703"/>
                  </a:lnTo>
                  <a:lnTo>
                    <a:pt x="487" y="68605"/>
                  </a:lnTo>
                  <a:lnTo>
                    <a:pt x="685" y="71532"/>
                  </a:lnTo>
                  <a:lnTo>
                    <a:pt x="837" y="72016"/>
                  </a:lnTo>
                  <a:lnTo>
                    <a:pt x="1065" y="72450"/>
                  </a:lnTo>
                  <a:lnTo>
                    <a:pt x="1203" y="72647"/>
                  </a:lnTo>
                  <a:lnTo>
                    <a:pt x="1781" y="72762"/>
                  </a:lnTo>
                  <a:lnTo>
                    <a:pt x="1903" y="72508"/>
                  </a:lnTo>
                  <a:lnTo>
                    <a:pt x="1736" y="71811"/>
                  </a:lnTo>
                  <a:lnTo>
                    <a:pt x="2010" y="70909"/>
                  </a:lnTo>
                  <a:lnTo>
                    <a:pt x="2071" y="70089"/>
                  </a:lnTo>
                  <a:lnTo>
                    <a:pt x="2010" y="68351"/>
                  </a:lnTo>
                  <a:lnTo>
                    <a:pt x="2375" y="68015"/>
                  </a:lnTo>
                  <a:lnTo>
                    <a:pt x="3274" y="68064"/>
                  </a:lnTo>
                  <a:lnTo>
                    <a:pt x="6487" y="68867"/>
                  </a:lnTo>
                  <a:lnTo>
                    <a:pt x="7964" y="69425"/>
                  </a:lnTo>
                  <a:lnTo>
                    <a:pt x="9000" y="70368"/>
                  </a:lnTo>
                  <a:lnTo>
                    <a:pt x="9487" y="71811"/>
                  </a:lnTo>
                  <a:lnTo>
                    <a:pt x="9487" y="73065"/>
                  </a:lnTo>
                  <a:lnTo>
                    <a:pt x="11071" y="74181"/>
                  </a:lnTo>
                  <a:lnTo>
                    <a:pt x="11741" y="74804"/>
                  </a:lnTo>
                  <a:lnTo>
                    <a:pt x="12319" y="75484"/>
                  </a:lnTo>
                  <a:lnTo>
                    <a:pt x="12593" y="76198"/>
                  </a:lnTo>
                  <a:lnTo>
                    <a:pt x="12319" y="76854"/>
                  </a:lnTo>
                  <a:lnTo>
                    <a:pt x="10644" y="77788"/>
                  </a:lnTo>
                  <a:lnTo>
                    <a:pt x="9000" y="78502"/>
                  </a:lnTo>
                  <a:lnTo>
                    <a:pt x="8055" y="78674"/>
                  </a:lnTo>
                  <a:lnTo>
                    <a:pt x="6045" y="79527"/>
                  </a:lnTo>
                  <a:lnTo>
                    <a:pt x="4142" y="80092"/>
                  </a:lnTo>
                  <a:lnTo>
                    <a:pt x="3791" y="79978"/>
                  </a:lnTo>
                  <a:lnTo>
                    <a:pt x="3624" y="79436"/>
                  </a:lnTo>
                  <a:lnTo>
                    <a:pt x="3746" y="78977"/>
                  </a:lnTo>
                  <a:lnTo>
                    <a:pt x="4142" y="78436"/>
                  </a:lnTo>
                  <a:lnTo>
                    <a:pt x="4263" y="78051"/>
                  </a:lnTo>
                  <a:lnTo>
                    <a:pt x="4142" y="77583"/>
                  </a:lnTo>
                  <a:lnTo>
                    <a:pt x="3426" y="76509"/>
                  </a:lnTo>
                  <a:lnTo>
                    <a:pt x="2360" y="73410"/>
                  </a:lnTo>
                  <a:lnTo>
                    <a:pt x="2101" y="73213"/>
                  </a:lnTo>
                  <a:lnTo>
                    <a:pt x="2010" y="73147"/>
                  </a:lnTo>
                  <a:lnTo>
                    <a:pt x="1934" y="73041"/>
                  </a:lnTo>
                  <a:lnTo>
                    <a:pt x="1842" y="72926"/>
                  </a:lnTo>
                  <a:lnTo>
                    <a:pt x="1583" y="72869"/>
                  </a:lnTo>
                  <a:lnTo>
                    <a:pt x="1477" y="72959"/>
                  </a:lnTo>
                  <a:lnTo>
                    <a:pt x="1416" y="73156"/>
                  </a:lnTo>
                  <a:lnTo>
                    <a:pt x="1477" y="73361"/>
                  </a:lnTo>
                  <a:lnTo>
                    <a:pt x="1583" y="73443"/>
                  </a:lnTo>
                  <a:lnTo>
                    <a:pt x="1781" y="73844"/>
                  </a:lnTo>
                  <a:lnTo>
                    <a:pt x="3791" y="81741"/>
                  </a:lnTo>
                  <a:lnTo>
                    <a:pt x="3685" y="83364"/>
                  </a:lnTo>
                  <a:lnTo>
                    <a:pt x="3167" y="85012"/>
                  </a:lnTo>
                  <a:lnTo>
                    <a:pt x="2360" y="86578"/>
                  </a:lnTo>
                  <a:lnTo>
                    <a:pt x="0" y="89989"/>
                  </a:lnTo>
                  <a:lnTo>
                    <a:pt x="60" y="90588"/>
                  </a:lnTo>
                  <a:lnTo>
                    <a:pt x="685" y="90924"/>
                  </a:lnTo>
                  <a:lnTo>
                    <a:pt x="3167" y="91186"/>
                  </a:lnTo>
                  <a:lnTo>
                    <a:pt x="4218" y="91498"/>
                  </a:lnTo>
                  <a:lnTo>
                    <a:pt x="9228" y="93769"/>
                  </a:lnTo>
                  <a:lnTo>
                    <a:pt x="9746" y="93654"/>
                  </a:lnTo>
                  <a:lnTo>
                    <a:pt x="9380" y="92974"/>
                  </a:lnTo>
                  <a:lnTo>
                    <a:pt x="8436" y="92384"/>
                  </a:lnTo>
                  <a:lnTo>
                    <a:pt x="7279" y="91982"/>
                  </a:lnTo>
                  <a:lnTo>
                    <a:pt x="6319" y="91900"/>
                  </a:lnTo>
                  <a:lnTo>
                    <a:pt x="6852" y="91498"/>
                  </a:lnTo>
                  <a:lnTo>
                    <a:pt x="7111" y="91408"/>
                  </a:lnTo>
                  <a:lnTo>
                    <a:pt x="7477" y="91359"/>
                  </a:lnTo>
                  <a:lnTo>
                    <a:pt x="6213" y="90645"/>
                  </a:lnTo>
                  <a:lnTo>
                    <a:pt x="6121" y="90276"/>
                  </a:lnTo>
                  <a:lnTo>
                    <a:pt x="6593" y="89702"/>
                  </a:lnTo>
                  <a:lnTo>
                    <a:pt x="7324" y="89358"/>
                  </a:lnTo>
                  <a:lnTo>
                    <a:pt x="8284" y="89218"/>
                  </a:lnTo>
                  <a:lnTo>
                    <a:pt x="9228" y="89251"/>
                  </a:lnTo>
                  <a:lnTo>
                    <a:pt x="10005" y="89423"/>
                  </a:lnTo>
                  <a:lnTo>
                    <a:pt x="10005" y="89669"/>
                  </a:lnTo>
                  <a:lnTo>
                    <a:pt x="9121" y="89760"/>
                  </a:lnTo>
                  <a:lnTo>
                    <a:pt x="9121" y="90038"/>
                  </a:lnTo>
                  <a:lnTo>
                    <a:pt x="12913" y="93113"/>
                  </a:lnTo>
                  <a:lnTo>
                    <a:pt x="14604" y="93966"/>
                  </a:lnTo>
                  <a:lnTo>
                    <a:pt x="16598" y="94310"/>
                  </a:lnTo>
                  <a:lnTo>
                    <a:pt x="19401" y="94335"/>
                  </a:lnTo>
                  <a:lnTo>
                    <a:pt x="20939" y="94540"/>
                  </a:lnTo>
                  <a:lnTo>
                    <a:pt x="21974" y="94991"/>
                  </a:lnTo>
                  <a:lnTo>
                    <a:pt x="22553" y="95762"/>
                  </a:lnTo>
                  <a:lnTo>
                    <a:pt x="22888" y="96614"/>
                  </a:lnTo>
                  <a:lnTo>
                    <a:pt x="23238" y="98402"/>
                  </a:lnTo>
                  <a:lnTo>
                    <a:pt x="23725" y="99394"/>
                  </a:lnTo>
                  <a:lnTo>
                    <a:pt x="23786" y="99911"/>
                  </a:lnTo>
                  <a:lnTo>
                    <a:pt x="23725" y="100247"/>
                  </a:lnTo>
                  <a:lnTo>
                    <a:pt x="23360" y="100821"/>
                  </a:lnTo>
                  <a:lnTo>
                    <a:pt x="23238" y="101272"/>
                  </a:lnTo>
                  <a:lnTo>
                    <a:pt x="23558" y="102977"/>
                  </a:lnTo>
                  <a:lnTo>
                    <a:pt x="24076" y="104683"/>
                  </a:lnTo>
                  <a:lnTo>
                    <a:pt x="24883" y="106019"/>
                  </a:lnTo>
                  <a:lnTo>
                    <a:pt x="24974" y="106757"/>
                  </a:lnTo>
                  <a:lnTo>
                    <a:pt x="24137" y="106921"/>
                  </a:lnTo>
                  <a:lnTo>
                    <a:pt x="21868" y="106642"/>
                  </a:lnTo>
                  <a:lnTo>
                    <a:pt x="19355" y="106446"/>
                  </a:lnTo>
                  <a:lnTo>
                    <a:pt x="19233" y="105995"/>
                  </a:lnTo>
                  <a:lnTo>
                    <a:pt x="19979" y="105478"/>
                  </a:lnTo>
                  <a:lnTo>
                    <a:pt x="20451" y="105281"/>
                  </a:lnTo>
                  <a:lnTo>
                    <a:pt x="21030" y="105191"/>
                  </a:lnTo>
                  <a:lnTo>
                    <a:pt x="20131" y="104683"/>
                  </a:lnTo>
                  <a:lnTo>
                    <a:pt x="18350" y="104396"/>
                  </a:lnTo>
                  <a:lnTo>
                    <a:pt x="16598" y="104543"/>
                  </a:lnTo>
                  <a:lnTo>
                    <a:pt x="15822" y="105306"/>
                  </a:lnTo>
                  <a:lnTo>
                    <a:pt x="15654" y="106331"/>
                  </a:lnTo>
                  <a:lnTo>
                    <a:pt x="15395" y="107298"/>
                  </a:lnTo>
                  <a:lnTo>
                    <a:pt x="15335" y="108241"/>
                  </a:lnTo>
                  <a:lnTo>
                    <a:pt x="15822" y="109234"/>
                  </a:lnTo>
                  <a:lnTo>
                    <a:pt x="16401" y="109652"/>
                  </a:lnTo>
                  <a:lnTo>
                    <a:pt x="17025" y="109742"/>
                  </a:lnTo>
                  <a:lnTo>
                    <a:pt x="17664" y="109545"/>
                  </a:lnTo>
                  <a:lnTo>
                    <a:pt x="18228" y="109094"/>
                  </a:lnTo>
                  <a:lnTo>
                    <a:pt x="18761" y="108774"/>
                  </a:lnTo>
                  <a:lnTo>
                    <a:pt x="19187" y="108717"/>
                  </a:lnTo>
                  <a:lnTo>
                    <a:pt x="19446" y="108520"/>
                  </a:lnTo>
                  <a:lnTo>
                    <a:pt x="19553" y="106987"/>
                  </a:lnTo>
                  <a:lnTo>
                    <a:pt x="19705" y="106642"/>
                  </a:lnTo>
                  <a:lnTo>
                    <a:pt x="20238" y="106610"/>
                  </a:lnTo>
                  <a:lnTo>
                    <a:pt x="24670" y="107036"/>
                  </a:lnTo>
                  <a:lnTo>
                    <a:pt x="24197" y="108061"/>
                  </a:lnTo>
                  <a:lnTo>
                    <a:pt x="23558" y="109029"/>
                  </a:lnTo>
                  <a:lnTo>
                    <a:pt x="23086" y="110086"/>
                  </a:lnTo>
                  <a:lnTo>
                    <a:pt x="22918" y="111357"/>
                  </a:lnTo>
                  <a:lnTo>
                    <a:pt x="23360" y="112358"/>
                  </a:lnTo>
                  <a:lnTo>
                    <a:pt x="24045" y="113317"/>
                  </a:lnTo>
                  <a:lnTo>
                    <a:pt x="24411" y="114309"/>
                  </a:lnTo>
                  <a:lnTo>
                    <a:pt x="23817" y="115400"/>
                  </a:lnTo>
                  <a:lnTo>
                    <a:pt x="24137" y="115646"/>
                  </a:lnTo>
                  <a:lnTo>
                    <a:pt x="23817" y="116343"/>
                  </a:lnTo>
                  <a:lnTo>
                    <a:pt x="25248" y="116564"/>
                  </a:lnTo>
                  <a:lnTo>
                    <a:pt x="26771" y="116588"/>
                  </a:lnTo>
                  <a:lnTo>
                    <a:pt x="29619" y="116015"/>
                  </a:lnTo>
                  <a:lnTo>
                    <a:pt x="30578" y="115941"/>
                  </a:lnTo>
                  <a:lnTo>
                    <a:pt x="33944" y="116220"/>
                  </a:lnTo>
                  <a:lnTo>
                    <a:pt x="37279" y="116957"/>
                  </a:lnTo>
                  <a:lnTo>
                    <a:pt x="46172" y="118097"/>
                  </a:lnTo>
                  <a:lnTo>
                    <a:pt x="46857" y="118450"/>
                  </a:lnTo>
                  <a:lnTo>
                    <a:pt x="47086" y="118835"/>
                  </a:lnTo>
                  <a:lnTo>
                    <a:pt x="47177" y="119376"/>
                  </a:lnTo>
                  <a:lnTo>
                    <a:pt x="47482" y="119860"/>
                  </a:lnTo>
                  <a:lnTo>
                    <a:pt x="48228" y="120000"/>
                  </a:lnTo>
                  <a:lnTo>
                    <a:pt x="51289" y="120000"/>
                  </a:lnTo>
                  <a:lnTo>
                    <a:pt x="51913" y="119950"/>
                  </a:lnTo>
                  <a:lnTo>
                    <a:pt x="52340" y="119721"/>
                  </a:lnTo>
                  <a:lnTo>
                    <a:pt x="52918" y="119631"/>
                  </a:lnTo>
                  <a:lnTo>
                    <a:pt x="53390" y="119409"/>
                  </a:lnTo>
                  <a:lnTo>
                    <a:pt x="54137" y="119327"/>
                  </a:lnTo>
                  <a:lnTo>
                    <a:pt x="54974" y="119754"/>
                  </a:lnTo>
                  <a:lnTo>
                    <a:pt x="55659" y="119803"/>
                  </a:lnTo>
                  <a:lnTo>
                    <a:pt x="56284" y="119688"/>
                  </a:lnTo>
                  <a:lnTo>
                    <a:pt x="56482" y="118868"/>
                  </a:lnTo>
                  <a:lnTo>
                    <a:pt x="57076" y="118384"/>
                  </a:lnTo>
                  <a:lnTo>
                    <a:pt x="58796" y="117597"/>
                  </a:lnTo>
                  <a:lnTo>
                    <a:pt x="59543" y="117146"/>
                  </a:lnTo>
                  <a:lnTo>
                    <a:pt x="59954" y="116908"/>
                  </a:lnTo>
                  <a:lnTo>
                    <a:pt x="60639" y="116974"/>
                  </a:lnTo>
                  <a:lnTo>
                    <a:pt x="60959" y="116908"/>
                  </a:lnTo>
                  <a:lnTo>
                    <a:pt x="61172" y="116769"/>
                  </a:lnTo>
                  <a:lnTo>
                    <a:pt x="61446" y="116457"/>
                  </a:lnTo>
                  <a:lnTo>
                    <a:pt x="61903" y="116031"/>
                  </a:lnTo>
                  <a:lnTo>
                    <a:pt x="62482" y="115227"/>
                  </a:lnTo>
                  <a:lnTo>
                    <a:pt x="62741" y="115006"/>
                  </a:lnTo>
                  <a:lnTo>
                    <a:pt x="63974" y="114801"/>
                  </a:lnTo>
                  <a:lnTo>
                    <a:pt x="64964" y="115113"/>
                  </a:lnTo>
                  <a:lnTo>
                    <a:pt x="65177" y="115564"/>
                  </a:lnTo>
                  <a:lnTo>
                    <a:pt x="64065" y="115793"/>
                  </a:lnTo>
                  <a:lnTo>
                    <a:pt x="63746" y="115941"/>
                  </a:lnTo>
                  <a:lnTo>
                    <a:pt x="64035" y="116285"/>
                  </a:lnTo>
                  <a:lnTo>
                    <a:pt x="64751" y="116851"/>
                  </a:lnTo>
                  <a:lnTo>
                    <a:pt x="64705" y="117105"/>
                  </a:lnTo>
                  <a:lnTo>
                    <a:pt x="64385" y="117253"/>
                  </a:lnTo>
                  <a:lnTo>
                    <a:pt x="64340" y="117425"/>
                  </a:lnTo>
                  <a:lnTo>
                    <a:pt x="65131" y="117671"/>
                  </a:lnTo>
                  <a:lnTo>
                    <a:pt x="65649" y="117761"/>
                  </a:lnTo>
                  <a:lnTo>
                    <a:pt x="67401" y="117671"/>
                  </a:lnTo>
                  <a:lnTo>
                    <a:pt x="67766" y="117843"/>
                  </a:lnTo>
                  <a:lnTo>
                    <a:pt x="68345" y="118589"/>
                  </a:lnTo>
                  <a:lnTo>
                    <a:pt x="68817" y="118761"/>
                  </a:lnTo>
                  <a:lnTo>
                    <a:pt x="69441" y="118589"/>
                  </a:lnTo>
                  <a:lnTo>
                    <a:pt x="69609" y="118187"/>
                  </a:lnTo>
                  <a:lnTo>
                    <a:pt x="69502" y="117736"/>
                  </a:lnTo>
                  <a:lnTo>
                    <a:pt x="69350" y="117392"/>
                  </a:lnTo>
                  <a:lnTo>
                    <a:pt x="69076" y="117105"/>
                  </a:lnTo>
                  <a:lnTo>
                    <a:pt x="68664" y="116884"/>
                  </a:lnTo>
                  <a:lnTo>
                    <a:pt x="68177" y="116711"/>
                  </a:lnTo>
                  <a:lnTo>
                    <a:pt x="67659" y="116621"/>
                  </a:lnTo>
                  <a:lnTo>
                    <a:pt x="67979" y="116138"/>
                  </a:lnTo>
                  <a:lnTo>
                    <a:pt x="68467" y="116170"/>
                  </a:lnTo>
                  <a:lnTo>
                    <a:pt x="69030" y="116367"/>
                  </a:lnTo>
                  <a:lnTo>
                    <a:pt x="69670" y="116367"/>
                  </a:lnTo>
                  <a:lnTo>
                    <a:pt x="70096" y="116195"/>
                  </a:lnTo>
                  <a:lnTo>
                    <a:pt x="70126" y="116088"/>
                  </a:lnTo>
                  <a:lnTo>
                    <a:pt x="70035" y="115916"/>
                  </a:lnTo>
                  <a:lnTo>
                    <a:pt x="69091" y="112923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Shape 5621"/>
            <p:cNvSpPr/>
            <p:nvPr/>
          </p:nvSpPr>
          <p:spPr>
            <a:xfrm>
              <a:off x="8506596" y="3522630"/>
              <a:ext cx="1880372" cy="29567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868" y="95549"/>
                  </a:moveTo>
                  <a:lnTo>
                    <a:pt x="83820" y="94945"/>
                  </a:lnTo>
                  <a:lnTo>
                    <a:pt x="82496" y="94945"/>
                  </a:lnTo>
                  <a:lnTo>
                    <a:pt x="81223" y="95231"/>
                  </a:lnTo>
                  <a:lnTo>
                    <a:pt x="79925" y="95342"/>
                  </a:lnTo>
                  <a:lnTo>
                    <a:pt x="78826" y="94945"/>
                  </a:lnTo>
                  <a:lnTo>
                    <a:pt x="76554" y="93580"/>
                  </a:lnTo>
                  <a:lnTo>
                    <a:pt x="75955" y="93231"/>
                  </a:lnTo>
                  <a:lnTo>
                    <a:pt x="75855" y="92913"/>
                  </a:lnTo>
                  <a:lnTo>
                    <a:pt x="74906" y="91548"/>
                  </a:lnTo>
                  <a:lnTo>
                    <a:pt x="74307" y="91103"/>
                  </a:lnTo>
                  <a:lnTo>
                    <a:pt x="72559" y="91579"/>
                  </a:lnTo>
                  <a:lnTo>
                    <a:pt x="71985" y="91643"/>
                  </a:lnTo>
                  <a:lnTo>
                    <a:pt x="72309" y="92357"/>
                  </a:lnTo>
                  <a:lnTo>
                    <a:pt x="72509" y="92627"/>
                  </a:lnTo>
                  <a:lnTo>
                    <a:pt x="71610" y="93088"/>
                  </a:lnTo>
                  <a:lnTo>
                    <a:pt x="70586" y="93024"/>
                  </a:lnTo>
                  <a:lnTo>
                    <a:pt x="69637" y="92532"/>
                  </a:lnTo>
                  <a:lnTo>
                    <a:pt x="69113" y="91706"/>
                  </a:lnTo>
                  <a:lnTo>
                    <a:pt x="69288" y="90611"/>
                  </a:lnTo>
                  <a:lnTo>
                    <a:pt x="69887" y="89896"/>
                  </a:lnTo>
                  <a:lnTo>
                    <a:pt x="70387" y="89023"/>
                  </a:lnTo>
                  <a:lnTo>
                    <a:pt x="70162" y="87578"/>
                  </a:lnTo>
                  <a:lnTo>
                    <a:pt x="70661" y="87467"/>
                  </a:lnTo>
                  <a:lnTo>
                    <a:pt x="70911" y="87308"/>
                  </a:lnTo>
                  <a:lnTo>
                    <a:pt x="71086" y="87134"/>
                  </a:lnTo>
                  <a:lnTo>
                    <a:pt x="71435" y="86975"/>
                  </a:lnTo>
                  <a:lnTo>
                    <a:pt x="71285" y="86927"/>
                  </a:lnTo>
                  <a:lnTo>
                    <a:pt x="71086" y="86927"/>
                  </a:lnTo>
                  <a:lnTo>
                    <a:pt x="71011" y="86800"/>
                  </a:lnTo>
                  <a:lnTo>
                    <a:pt x="71011" y="86467"/>
                  </a:lnTo>
                  <a:lnTo>
                    <a:pt x="73358" y="86753"/>
                  </a:lnTo>
                  <a:lnTo>
                    <a:pt x="77053" y="89007"/>
                  </a:lnTo>
                  <a:lnTo>
                    <a:pt x="79475" y="89674"/>
                  </a:lnTo>
                  <a:lnTo>
                    <a:pt x="81048" y="89452"/>
                  </a:lnTo>
                  <a:lnTo>
                    <a:pt x="83370" y="88293"/>
                  </a:lnTo>
                  <a:lnTo>
                    <a:pt x="84394" y="88023"/>
                  </a:lnTo>
                  <a:lnTo>
                    <a:pt x="86042" y="87975"/>
                  </a:lnTo>
                  <a:lnTo>
                    <a:pt x="87415" y="87642"/>
                  </a:lnTo>
                  <a:lnTo>
                    <a:pt x="88389" y="86864"/>
                  </a:lnTo>
                  <a:lnTo>
                    <a:pt x="88464" y="85419"/>
                  </a:lnTo>
                  <a:lnTo>
                    <a:pt x="85867" y="81783"/>
                  </a:lnTo>
                  <a:lnTo>
                    <a:pt x="85368" y="81640"/>
                  </a:lnTo>
                  <a:lnTo>
                    <a:pt x="86042" y="81243"/>
                  </a:lnTo>
                  <a:lnTo>
                    <a:pt x="87440" y="80767"/>
                  </a:lnTo>
                  <a:lnTo>
                    <a:pt x="88039" y="80465"/>
                  </a:lnTo>
                  <a:lnTo>
                    <a:pt x="88539" y="80306"/>
                  </a:lnTo>
                  <a:lnTo>
                    <a:pt x="89013" y="79989"/>
                  </a:lnTo>
                  <a:lnTo>
                    <a:pt x="89438" y="79211"/>
                  </a:lnTo>
                  <a:lnTo>
                    <a:pt x="88813" y="77433"/>
                  </a:lnTo>
                  <a:lnTo>
                    <a:pt x="86242" y="76893"/>
                  </a:lnTo>
                  <a:lnTo>
                    <a:pt x="80424" y="76559"/>
                  </a:lnTo>
                  <a:lnTo>
                    <a:pt x="78451" y="75575"/>
                  </a:lnTo>
                  <a:lnTo>
                    <a:pt x="78102" y="75242"/>
                  </a:lnTo>
                  <a:lnTo>
                    <a:pt x="78277" y="74464"/>
                  </a:lnTo>
                  <a:lnTo>
                    <a:pt x="78726" y="74194"/>
                  </a:lnTo>
                  <a:lnTo>
                    <a:pt x="79200" y="74098"/>
                  </a:lnTo>
                  <a:lnTo>
                    <a:pt x="79575" y="73702"/>
                  </a:lnTo>
                  <a:lnTo>
                    <a:pt x="80948" y="73098"/>
                  </a:lnTo>
                  <a:lnTo>
                    <a:pt x="82322" y="73368"/>
                  </a:lnTo>
                  <a:lnTo>
                    <a:pt x="83121" y="74400"/>
                  </a:lnTo>
                  <a:lnTo>
                    <a:pt x="82596" y="76051"/>
                  </a:lnTo>
                  <a:lnTo>
                    <a:pt x="83171" y="76385"/>
                  </a:lnTo>
                  <a:lnTo>
                    <a:pt x="83795" y="76448"/>
                  </a:lnTo>
                  <a:lnTo>
                    <a:pt x="84394" y="76178"/>
                  </a:lnTo>
                  <a:lnTo>
                    <a:pt x="84918" y="75512"/>
                  </a:lnTo>
                  <a:lnTo>
                    <a:pt x="84494" y="74194"/>
                  </a:lnTo>
                  <a:lnTo>
                    <a:pt x="85343" y="72654"/>
                  </a:lnTo>
                  <a:lnTo>
                    <a:pt x="86716" y="71336"/>
                  </a:lnTo>
                  <a:lnTo>
                    <a:pt x="88464" y="70621"/>
                  </a:lnTo>
                  <a:lnTo>
                    <a:pt x="89588" y="69891"/>
                  </a:lnTo>
                  <a:lnTo>
                    <a:pt x="103995" y="67763"/>
                  </a:lnTo>
                  <a:lnTo>
                    <a:pt x="107615" y="66112"/>
                  </a:lnTo>
                  <a:lnTo>
                    <a:pt x="108064" y="65890"/>
                  </a:lnTo>
                  <a:lnTo>
                    <a:pt x="109113" y="65048"/>
                  </a:lnTo>
                  <a:lnTo>
                    <a:pt x="108164" y="63016"/>
                  </a:lnTo>
                  <a:lnTo>
                    <a:pt x="107790" y="61921"/>
                  </a:lnTo>
                  <a:lnTo>
                    <a:pt x="107715" y="60603"/>
                  </a:lnTo>
                  <a:lnTo>
                    <a:pt x="107041" y="59491"/>
                  </a:lnTo>
                  <a:lnTo>
                    <a:pt x="105493" y="58285"/>
                  </a:lnTo>
                  <a:lnTo>
                    <a:pt x="102521" y="56697"/>
                  </a:lnTo>
                  <a:lnTo>
                    <a:pt x="101423" y="56364"/>
                  </a:lnTo>
                  <a:lnTo>
                    <a:pt x="97178" y="56141"/>
                  </a:lnTo>
                  <a:lnTo>
                    <a:pt x="95955" y="55856"/>
                  </a:lnTo>
                  <a:lnTo>
                    <a:pt x="92609" y="53998"/>
                  </a:lnTo>
                  <a:lnTo>
                    <a:pt x="90786" y="49933"/>
                  </a:lnTo>
                  <a:lnTo>
                    <a:pt x="94257" y="45361"/>
                  </a:lnTo>
                  <a:lnTo>
                    <a:pt x="99950" y="41566"/>
                  </a:lnTo>
                  <a:lnTo>
                    <a:pt x="104968" y="39756"/>
                  </a:lnTo>
                  <a:lnTo>
                    <a:pt x="106342" y="39756"/>
                  </a:lnTo>
                  <a:lnTo>
                    <a:pt x="107215" y="40074"/>
                  </a:lnTo>
                  <a:lnTo>
                    <a:pt x="107990" y="40502"/>
                  </a:lnTo>
                  <a:lnTo>
                    <a:pt x="109113" y="40788"/>
                  </a:lnTo>
                  <a:lnTo>
                    <a:pt x="110661" y="40455"/>
                  </a:lnTo>
                  <a:lnTo>
                    <a:pt x="111335" y="39518"/>
                  </a:lnTo>
                  <a:lnTo>
                    <a:pt x="111810" y="38581"/>
                  </a:lnTo>
                  <a:lnTo>
                    <a:pt x="114382" y="37438"/>
                  </a:lnTo>
                  <a:lnTo>
                    <a:pt x="117128" y="34024"/>
                  </a:lnTo>
                  <a:lnTo>
                    <a:pt x="118601" y="32786"/>
                  </a:lnTo>
                  <a:lnTo>
                    <a:pt x="118002" y="31976"/>
                  </a:lnTo>
                  <a:lnTo>
                    <a:pt x="117752" y="31595"/>
                  </a:lnTo>
                  <a:lnTo>
                    <a:pt x="117652" y="31198"/>
                  </a:lnTo>
                  <a:lnTo>
                    <a:pt x="117752" y="30706"/>
                  </a:lnTo>
                  <a:lnTo>
                    <a:pt x="118177" y="29388"/>
                  </a:lnTo>
                  <a:lnTo>
                    <a:pt x="118277" y="27737"/>
                  </a:lnTo>
                  <a:lnTo>
                    <a:pt x="118451" y="26689"/>
                  </a:lnTo>
                  <a:lnTo>
                    <a:pt x="118701" y="25911"/>
                  </a:lnTo>
                  <a:lnTo>
                    <a:pt x="117827" y="24974"/>
                  </a:lnTo>
                  <a:lnTo>
                    <a:pt x="116903" y="23418"/>
                  </a:lnTo>
                  <a:lnTo>
                    <a:pt x="116104" y="21735"/>
                  </a:lnTo>
                  <a:lnTo>
                    <a:pt x="115755" y="20243"/>
                  </a:lnTo>
                  <a:lnTo>
                    <a:pt x="115330" y="19259"/>
                  </a:lnTo>
                  <a:lnTo>
                    <a:pt x="114382" y="18036"/>
                  </a:lnTo>
                  <a:lnTo>
                    <a:pt x="112459" y="16274"/>
                  </a:lnTo>
                  <a:lnTo>
                    <a:pt x="112459" y="15670"/>
                  </a:lnTo>
                  <a:lnTo>
                    <a:pt x="113333" y="14797"/>
                  </a:lnTo>
                  <a:lnTo>
                    <a:pt x="115255" y="11669"/>
                  </a:lnTo>
                  <a:lnTo>
                    <a:pt x="116179" y="10351"/>
                  </a:lnTo>
                  <a:lnTo>
                    <a:pt x="119026" y="7859"/>
                  </a:lnTo>
                  <a:lnTo>
                    <a:pt x="120000" y="6652"/>
                  </a:lnTo>
                  <a:lnTo>
                    <a:pt x="116454" y="4731"/>
                  </a:lnTo>
                  <a:lnTo>
                    <a:pt x="114481" y="4159"/>
                  </a:lnTo>
                  <a:lnTo>
                    <a:pt x="112084" y="2778"/>
                  </a:lnTo>
                  <a:lnTo>
                    <a:pt x="110761" y="2349"/>
                  </a:lnTo>
                  <a:lnTo>
                    <a:pt x="105817" y="2349"/>
                  </a:lnTo>
                  <a:lnTo>
                    <a:pt x="99875" y="158"/>
                  </a:lnTo>
                  <a:lnTo>
                    <a:pt x="94232" y="0"/>
                  </a:lnTo>
                  <a:lnTo>
                    <a:pt x="88689" y="1984"/>
                  </a:lnTo>
                  <a:lnTo>
                    <a:pt x="78152" y="7700"/>
                  </a:lnTo>
                  <a:lnTo>
                    <a:pt x="71585" y="10304"/>
                  </a:lnTo>
                  <a:lnTo>
                    <a:pt x="68039" y="12225"/>
                  </a:lnTo>
                  <a:lnTo>
                    <a:pt x="66816" y="14162"/>
                  </a:lnTo>
                  <a:lnTo>
                    <a:pt x="67965" y="14813"/>
                  </a:lnTo>
                  <a:lnTo>
                    <a:pt x="69937" y="14607"/>
                  </a:lnTo>
                  <a:lnTo>
                    <a:pt x="75131" y="13400"/>
                  </a:lnTo>
                  <a:lnTo>
                    <a:pt x="76579" y="13320"/>
                  </a:lnTo>
                  <a:lnTo>
                    <a:pt x="77802" y="13765"/>
                  </a:lnTo>
                  <a:lnTo>
                    <a:pt x="78851" y="14876"/>
                  </a:lnTo>
                  <a:lnTo>
                    <a:pt x="80499" y="19052"/>
                  </a:lnTo>
                  <a:lnTo>
                    <a:pt x="80749" y="20164"/>
                  </a:lnTo>
                  <a:lnTo>
                    <a:pt x="80749" y="22894"/>
                  </a:lnTo>
                  <a:lnTo>
                    <a:pt x="83595" y="31373"/>
                  </a:lnTo>
                  <a:lnTo>
                    <a:pt x="83445" y="33088"/>
                  </a:lnTo>
                  <a:lnTo>
                    <a:pt x="81872" y="35549"/>
                  </a:lnTo>
                  <a:lnTo>
                    <a:pt x="81298" y="37152"/>
                  </a:lnTo>
                  <a:lnTo>
                    <a:pt x="78926" y="36549"/>
                  </a:lnTo>
                  <a:lnTo>
                    <a:pt x="77902" y="35993"/>
                  </a:lnTo>
                  <a:lnTo>
                    <a:pt x="77478" y="35279"/>
                  </a:lnTo>
                  <a:lnTo>
                    <a:pt x="77727" y="35120"/>
                  </a:lnTo>
                  <a:lnTo>
                    <a:pt x="79875" y="35549"/>
                  </a:lnTo>
                  <a:lnTo>
                    <a:pt x="79275" y="34580"/>
                  </a:lnTo>
                  <a:lnTo>
                    <a:pt x="78327" y="33913"/>
                  </a:lnTo>
                  <a:lnTo>
                    <a:pt x="77203" y="33691"/>
                  </a:lnTo>
                  <a:lnTo>
                    <a:pt x="76154" y="33961"/>
                  </a:lnTo>
                  <a:lnTo>
                    <a:pt x="76004" y="35215"/>
                  </a:lnTo>
                  <a:lnTo>
                    <a:pt x="74456" y="36279"/>
                  </a:lnTo>
                  <a:lnTo>
                    <a:pt x="72459" y="36882"/>
                  </a:lnTo>
                  <a:lnTo>
                    <a:pt x="71086" y="36660"/>
                  </a:lnTo>
                  <a:lnTo>
                    <a:pt x="71960" y="35549"/>
                  </a:lnTo>
                  <a:lnTo>
                    <a:pt x="74357" y="34072"/>
                  </a:lnTo>
                  <a:lnTo>
                    <a:pt x="74881" y="33199"/>
                  </a:lnTo>
                  <a:lnTo>
                    <a:pt x="75405" y="31881"/>
                  </a:lnTo>
                  <a:lnTo>
                    <a:pt x="76629" y="31770"/>
                  </a:lnTo>
                  <a:lnTo>
                    <a:pt x="79126" y="32310"/>
                  </a:lnTo>
                  <a:lnTo>
                    <a:pt x="80823" y="30658"/>
                  </a:lnTo>
                  <a:lnTo>
                    <a:pt x="80674" y="27689"/>
                  </a:lnTo>
                  <a:lnTo>
                    <a:pt x="79450" y="24498"/>
                  </a:lnTo>
                  <a:lnTo>
                    <a:pt x="78177" y="22243"/>
                  </a:lnTo>
                  <a:lnTo>
                    <a:pt x="77652" y="21640"/>
                  </a:lnTo>
                  <a:lnTo>
                    <a:pt x="77278" y="21402"/>
                  </a:lnTo>
                  <a:lnTo>
                    <a:pt x="77053" y="21100"/>
                  </a:lnTo>
                  <a:lnTo>
                    <a:pt x="76704" y="20084"/>
                  </a:lnTo>
                  <a:lnTo>
                    <a:pt x="76779" y="19481"/>
                  </a:lnTo>
                  <a:lnTo>
                    <a:pt x="77053" y="18608"/>
                  </a:lnTo>
                  <a:lnTo>
                    <a:pt x="77053" y="17830"/>
                  </a:lnTo>
                  <a:lnTo>
                    <a:pt x="76354" y="17496"/>
                  </a:lnTo>
                  <a:lnTo>
                    <a:pt x="75056" y="17052"/>
                  </a:lnTo>
                  <a:lnTo>
                    <a:pt x="72634" y="15416"/>
                  </a:lnTo>
                  <a:lnTo>
                    <a:pt x="71435" y="15353"/>
                  </a:lnTo>
                  <a:lnTo>
                    <a:pt x="70911" y="16829"/>
                  </a:lnTo>
                  <a:lnTo>
                    <a:pt x="72559" y="19147"/>
                  </a:lnTo>
                  <a:lnTo>
                    <a:pt x="73932" y="21688"/>
                  </a:lnTo>
                  <a:lnTo>
                    <a:pt x="72808" y="23895"/>
                  </a:lnTo>
                  <a:lnTo>
                    <a:pt x="71585" y="24323"/>
                  </a:lnTo>
                  <a:lnTo>
                    <a:pt x="69163" y="24768"/>
                  </a:lnTo>
                  <a:lnTo>
                    <a:pt x="68139" y="25435"/>
                  </a:lnTo>
                  <a:lnTo>
                    <a:pt x="67016" y="27197"/>
                  </a:lnTo>
                  <a:lnTo>
                    <a:pt x="66491" y="28277"/>
                  </a:lnTo>
                  <a:lnTo>
                    <a:pt x="66242" y="29182"/>
                  </a:lnTo>
                  <a:lnTo>
                    <a:pt x="66416" y="29452"/>
                  </a:lnTo>
                  <a:lnTo>
                    <a:pt x="67016" y="30436"/>
                  </a:lnTo>
                  <a:lnTo>
                    <a:pt x="67191" y="30992"/>
                  </a:lnTo>
                  <a:lnTo>
                    <a:pt x="66916" y="31166"/>
                  </a:lnTo>
                  <a:lnTo>
                    <a:pt x="64069" y="35168"/>
                  </a:lnTo>
                  <a:lnTo>
                    <a:pt x="63196" y="35882"/>
                  </a:lnTo>
                  <a:lnTo>
                    <a:pt x="61997" y="36596"/>
                  </a:lnTo>
                  <a:lnTo>
                    <a:pt x="62621" y="35279"/>
                  </a:lnTo>
                  <a:lnTo>
                    <a:pt x="63046" y="34834"/>
                  </a:lnTo>
                  <a:lnTo>
                    <a:pt x="63046" y="34437"/>
                  </a:lnTo>
                  <a:lnTo>
                    <a:pt x="62521" y="33453"/>
                  </a:lnTo>
                  <a:lnTo>
                    <a:pt x="60873" y="31865"/>
                  </a:lnTo>
                  <a:lnTo>
                    <a:pt x="59775" y="31135"/>
                  </a:lnTo>
                  <a:lnTo>
                    <a:pt x="59225" y="31532"/>
                  </a:lnTo>
                  <a:lnTo>
                    <a:pt x="58551" y="31706"/>
                  </a:lnTo>
                  <a:lnTo>
                    <a:pt x="55455" y="31865"/>
                  </a:lnTo>
                  <a:lnTo>
                    <a:pt x="54506" y="31770"/>
                  </a:lnTo>
                  <a:lnTo>
                    <a:pt x="53607" y="31135"/>
                  </a:lnTo>
                  <a:lnTo>
                    <a:pt x="54132" y="30658"/>
                  </a:lnTo>
                  <a:lnTo>
                    <a:pt x="55355" y="30325"/>
                  </a:lnTo>
                  <a:lnTo>
                    <a:pt x="60873" y="29658"/>
                  </a:lnTo>
                  <a:lnTo>
                    <a:pt x="60973" y="29102"/>
                  </a:lnTo>
                  <a:lnTo>
                    <a:pt x="60449" y="27832"/>
                  </a:lnTo>
                  <a:lnTo>
                    <a:pt x="59775" y="26594"/>
                  </a:lnTo>
                  <a:lnTo>
                    <a:pt x="59325" y="25975"/>
                  </a:lnTo>
                  <a:lnTo>
                    <a:pt x="58027" y="25879"/>
                  </a:lnTo>
                  <a:lnTo>
                    <a:pt x="56828" y="26260"/>
                  </a:lnTo>
                  <a:lnTo>
                    <a:pt x="55780" y="26800"/>
                  </a:lnTo>
                  <a:lnTo>
                    <a:pt x="54831" y="27086"/>
                  </a:lnTo>
                  <a:lnTo>
                    <a:pt x="51460" y="27308"/>
                  </a:lnTo>
                  <a:lnTo>
                    <a:pt x="50362" y="27086"/>
                  </a:lnTo>
                  <a:lnTo>
                    <a:pt x="50362" y="26483"/>
                  </a:lnTo>
                  <a:lnTo>
                    <a:pt x="51635" y="26483"/>
                  </a:lnTo>
                  <a:lnTo>
                    <a:pt x="52434" y="26022"/>
                  </a:lnTo>
                  <a:lnTo>
                    <a:pt x="53607" y="24879"/>
                  </a:lnTo>
                  <a:lnTo>
                    <a:pt x="54656" y="24593"/>
                  </a:lnTo>
                  <a:lnTo>
                    <a:pt x="56828" y="25006"/>
                  </a:lnTo>
                  <a:lnTo>
                    <a:pt x="57852" y="24879"/>
                  </a:lnTo>
                  <a:lnTo>
                    <a:pt x="58801" y="23323"/>
                  </a:lnTo>
                  <a:lnTo>
                    <a:pt x="57528" y="21196"/>
                  </a:lnTo>
                  <a:lnTo>
                    <a:pt x="54132" y="17337"/>
                  </a:lnTo>
                  <a:lnTo>
                    <a:pt x="54831" y="16686"/>
                  </a:lnTo>
                  <a:lnTo>
                    <a:pt x="55680" y="16353"/>
                  </a:lnTo>
                  <a:lnTo>
                    <a:pt x="57852" y="16242"/>
                  </a:lnTo>
                  <a:lnTo>
                    <a:pt x="57578" y="17004"/>
                  </a:lnTo>
                  <a:lnTo>
                    <a:pt x="57428" y="17290"/>
                  </a:lnTo>
                  <a:lnTo>
                    <a:pt x="58551" y="17671"/>
                  </a:lnTo>
                  <a:lnTo>
                    <a:pt x="59675" y="17560"/>
                  </a:lnTo>
                  <a:lnTo>
                    <a:pt x="60124" y="17068"/>
                  </a:lnTo>
                  <a:lnTo>
                    <a:pt x="59325" y="16242"/>
                  </a:lnTo>
                  <a:lnTo>
                    <a:pt x="59925" y="15416"/>
                  </a:lnTo>
                  <a:lnTo>
                    <a:pt x="61847" y="13924"/>
                  </a:lnTo>
                  <a:lnTo>
                    <a:pt x="62097" y="13162"/>
                  </a:lnTo>
                  <a:lnTo>
                    <a:pt x="61323" y="12479"/>
                  </a:lnTo>
                  <a:lnTo>
                    <a:pt x="59925" y="12654"/>
                  </a:lnTo>
                  <a:lnTo>
                    <a:pt x="57428" y="13654"/>
                  </a:lnTo>
                  <a:lnTo>
                    <a:pt x="52609" y="14575"/>
                  </a:lnTo>
                  <a:lnTo>
                    <a:pt x="49737" y="14702"/>
                  </a:lnTo>
                  <a:lnTo>
                    <a:pt x="48464" y="13924"/>
                  </a:lnTo>
                  <a:lnTo>
                    <a:pt x="37802" y="12876"/>
                  </a:lnTo>
                  <a:lnTo>
                    <a:pt x="36004" y="13162"/>
                  </a:lnTo>
                  <a:lnTo>
                    <a:pt x="27191" y="10463"/>
                  </a:lnTo>
                  <a:lnTo>
                    <a:pt x="27815" y="11844"/>
                  </a:lnTo>
                  <a:lnTo>
                    <a:pt x="29363" y="12717"/>
                  </a:lnTo>
                  <a:lnTo>
                    <a:pt x="34881" y="14035"/>
                  </a:lnTo>
                  <a:lnTo>
                    <a:pt x="39300" y="14257"/>
                  </a:lnTo>
                  <a:lnTo>
                    <a:pt x="41298" y="14797"/>
                  </a:lnTo>
                  <a:lnTo>
                    <a:pt x="43520" y="17385"/>
                  </a:lnTo>
                  <a:lnTo>
                    <a:pt x="43171" y="20465"/>
                  </a:lnTo>
                  <a:lnTo>
                    <a:pt x="41298" y="22577"/>
                  </a:lnTo>
                  <a:lnTo>
                    <a:pt x="38976" y="22243"/>
                  </a:lnTo>
                  <a:lnTo>
                    <a:pt x="37478" y="23275"/>
                  </a:lnTo>
                  <a:lnTo>
                    <a:pt x="35930" y="23720"/>
                  </a:lnTo>
                  <a:lnTo>
                    <a:pt x="34207" y="23561"/>
                  </a:lnTo>
                  <a:lnTo>
                    <a:pt x="32459" y="22783"/>
                  </a:lnTo>
                  <a:lnTo>
                    <a:pt x="32908" y="23387"/>
                  </a:lnTo>
                  <a:lnTo>
                    <a:pt x="34107" y="24498"/>
                  </a:lnTo>
                  <a:lnTo>
                    <a:pt x="34382" y="25101"/>
                  </a:lnTo>
                  <a:lnTo>
                    <a:pt x="34282" y="25578"/>
                  </a:lnTo>
                  <a:lnTo>
                    <a:pt x="33932" y="26626"/>
                  </a:lnTo>
                  <a:lnTo>
                    <a:pt x="33832" y="27229"/>
                  </a:lnTo>
                  <a:lnTo>
                    <a:pt x="33508" y="28404"/>
                  </a:lnTo>
                  <a:lnTo>
                    <a:pt x="32709" y="29118"/>
                  </a:lnTo>
                  <a:lnTo>
                    <a:pt x="31685" y="29483"/>
                  </a:lnTo>
                  <a:lnTo>
                    <a:pt x="29363" y="29817"/>
                  </a:lnTo>
                  <a:lnTo>
                    <a:pt x="27041" y="30865"/>
                  </a:lnTo>
                  <a:lnTo>
                    <a:pt x="25917" y="31135"/>
                  </a:lnTo>
                  <a:lnTo>
                    <a:pt x="23420" y="31135"/>
                  </a:lnTo>
                  <a:lnTo>
                    <a:pt x="22272" y="30992"/>
                  </a:lnTo>
                  <a:lnTo>
                    <a:pt x="21672" y="30531"/>
                  </a:lnTo>
                  <a:lnTo>
                    <a:pt x="20724" y="31087"/>
                  </a:lnTo>
                  <a:lnTo>
                    <a:pt x="23570" y="32675"/>
                  </a:lnTo>
                  <a:lnTo>
                    <a:pt x="21847" y="33358"/>
                  </a:lnTo>
                  <a:lnTo>
                    <a:pt x="19875" y="32961"/>
                  </a:lnTo>
                  <a:lnTo>
                    <a:pt x="18127" y="31913"/>
                  </a:lnTo>
                  <a:lnTo>
                    <a:pt x="17028" y="30595"/>
                  </a:lnTo>
                  <a:lnTo>
                    <a:pt x="17602" y="30261"/>
                  </a:lnTo>
                  <a:lnTo>
                    <a:pt x="18302" y="30087"/>
                  </a:lnTo>
                  <a:lnTo>
                    <a:pt x="19026" y="30087"/>
                  </a:lnTo>
                  <a:lnTo>
                    <a:pt x="19775" y="30150"/>
                  </a:lnTo>
                  <a:lnTo>
                    <a:pt x="19775" y="29611"/>
                  </a:lnTo>
                  <a:lnTo>
                    <a:pt x="17453" y="29880"/>
                  </a:lnTo>
                  <a:lnTo>
                    <a:pt x="13133" y="30992"/>
                  </a:lnTo>
                  <a:lnTo>
                    <a:pt x="10911" y="31198"/>
                  </a:lnTo>
                  <a:lnTo>
                    <a:pt x="0" y="30150"/>
                  </a:lnTo>
                  <a:lnTo>
                    <a:pt x="0" y="30658"/>
                  </a:lnTo>
                  <a:lnTo>
                    <a:pt x="1148" y="31039"/>
                  </a:lnTo>
                  <a:lnTo>
                    <a:pt x="4744" y="31198"/>
                  </a:lnTo>
                  <a:lnTo>
                    <a:pt x="5867" y="31595"/>
                  </a:lnTo>
                  <a:lnTo>
                    <a:pt x="6392" y="32008"/>
                  </a:lnTo>
                  <a:lnTo>
                    <a:pt x="6816" y="32643"/>
                  </a:lnTo>
                  <a:lnTo>
                    <a:pt x="7515" y="33389"/>
                  </a:lnTo>
                  <a:lnTo>
                    <a:pt x="9163" y="34056"/>
                  </a:lnTo>
                  <a:lnTo>
                    <a:pt x="13483" y="35215"/>
                  </a:lnTo>
                  <a:lnTo>
                    <a:pt x="14581" y="36549"/>
                  </a:lnTo>
                  <a:lnTo>
                    <a:pt x="3795" y="35946"/>
                  </a:lnTo>
                  <a:lnTo>
                    <a:pt x="3795" y="36549"/>
                  </a:lnTo>
                  <a:lnTo>
                    <a:pt x="11285" y="37851"/>
                  </a:lnTo>
                  <a:lnTo>
                    <a:pt x="14681" y="39137"/>
                  </a:lnTo>
                  <a:lnTo>
                    <a:pt x="17702" y="41566"/>
                  </a:lnTo>
                  <a:lnTo>
                    <a:pt x="18651" y="43043"/>
                  </a:lnTo>
                  <a:lnTo>
                    <a:pt x="18826" y="44535"/>
                  </a:lnTo>
                  <a:lnTo>
                    <a:pt x="18127" y="45615"/>
                  </a:lnTo>
                  <a:lnTo>
                    <a:pt x="16329" y="46075"/>
                  </a:lnTo>
                  <a:lnTo>
                    <a:pt x="15355" y="46075"/>
                  </a:lnTo>
                  <a:lnTo>
                    <a:pt x="14681" y="46282"/>
                  </a:lnTo>
                  <a:lnTo>
                    <a:pt x="14232" y="46837"/>
                  </a:lnTo>
                  <a:lnTo>
                    <a:pt x="14132" y="47901"/>
                  </a:lnTo>
                  <a:lnTo>
                    <a:pt x="14506" y="48330"/>
                  </a:lnTo>
                  <a:lnTo>
                    <a:pt x="15255" y="48171"/>
                  </a:lnTo>
                  <a:lnTo>
                    <a:pt x="16479" y="47615"/>
                  </a:lnTo>
                  <a:lnTo>
                    <a:pt x="18651" y="47726"/>
                  </a:lnTo>
                  <a:lnTo>
                    <a:pt x="19675" y="48107"/>
                  </a:lnTo>
                  <a:lnTo>
                    <a:pt x="20549" y="48774"/>
                  </a:lnTo>
                  <a:lnTo>
                    <a:pt x="21398" y="49759"/>
                  </a:lnTo>
                  <a:lnTo>
                    <a:pt x="22796" y="52505"/>
                  </a:lnTo>
                  <a:lnTo>
                    <a:pt x="23295" y="54268"/>
                  </a:lnTo>
                  <a:lnTo>
                    <a:pt x="23046" y="55046"/>
                  </a:lnTo>
                  <a:lnTo>
                    <a:pt x="23895" y="55474"/>
                  </a:lnTo>
                  <a:lnTo>
                    <a:pt x="23995" y="56427"/>
                  </a:lnTo>
                  <a:lnTo>
                    <a:pt x="23295" y="57364"/>
                  </a:lnTo>
                  <a:lnTo>
                    <a:pt x="21847" y="57808"/>
                  </a:lnTo>
                  <a:lnTo>
                    <a:pt x="21048" y="57904"/>
                  </a:lnTo>
                  <a:lnTo>
                    <a:pt x="20199" y="58174"/>
                  </a:lnTo>
                  <a:lnTo>
                    <a:pt x="19400" y="58571"/>
                  </a:lnTo>
                  <a:lnTo>
                    <a:pt x="18826" y="59063"/>
                  </a:lnTo>
                  <a:lnTo>
                    <a:pt x="18127" y="59380"/>
                  </a:lnTo>
                  <a:lnTo>
                    <a:pt x="17103" y="59444"/>
                  </a:lnTo>
                  <a:lnTo>
                    <a:pt x="15255" y="59349"/>
                  </a:lnTo>
                  <a:lnTo>
                    <a:pt x="15255" y="59888"/>
                  </a:lnTo>
                  <a:lnTo>
                    <a:pt x="16229" y="61603"/>
                  </a:lnTo>
                  <a:lnTo>
                    <a:pt x="16679" y="61921"/>
                  </a:lnTo>
                  <a:lnTo>
                    <a:pt x="17702" y="61921"/>
                  </a:lnTo>
                  <a:lnTo>
                    <a:pt x="18227" y="61444"/>
                  </a:lnTo>
                  <a:lnTo>
                    <a:pt x="18551" y="60777"/>
                  </a:lnTo>
                  <a:lnTo>
                    <a:pt x="18976" y="60333"/>
                  </a:lnTo>
                  <a:lnTo>
                    <a:pt x="19675" y="60269"/>
                  </a:lnTo>
                  <a:lnTo>
                    <a:pt x="20724" y="60269"/>
                  </a:lnTo>
                  <a:lnTo>
                    <a:pt x="21672" y="60492"/>
                  </a:lnTo>
                  <a:lnTo>
                    <a:pt x="22197" y="60873"/>
                  </a:lnTo>
                  <a:lnTo>
                    <a:pt x="22122" y="61651"/>
                  </a:lnTo>
                  <a:lnTo>
                    <a:pt x="21248" y="61921"/>
                  </a:lnTo>
                  <a:lnTo>
                    <a:pt x="20299" y="61984"/>
                  </a:lnTo>
                  <a:lnTo>
                    <a:pt x="19675" y="62206"/>
                  </a:lnTo>
                  <a:lnTo>
                    <a:pt x="20299" y="62921"/>
                  </a:lnTo>
                  <a:lnTo>
                    <a:pt x="24119" y="65175"/>
                  </a:lnTo>
                  <a:lnTo>
                    <a:pt x="25293" y="65620"/>
                  </a:lnTo>
                  <a:lnTo>
                    <a:pt x="25767" y="66049"/>
                  </a:lnTo>
                  <a:lnTo>
                    <a:pt x="25568" y="67906"/>
                  </a:lnTo>
                  <a:lnTo>
                    <a:pt x="25767" y="68367"/>
                  </a:lnTo>
                  <a:lnTo>
                    <a:pt x="27365" y="68319"/>
                  </a:lnTo>
                  <a:lnTo>
                    <a:pt x="28164" y="68145"/>
                  </a:lnTo>
                  <a:lnTo>
                    <a:pt x="28863" y="67811"/>
                  </a:lnTo>
                  <a:lnTo>
                    <a:pt x="28414" y="68859"/>
                  </a:lnTo>
                  <a:lnTo>
                    <a:pt x="27565" y="69351"/>
                  </a:lnTo>
                  <a:lnTo>
                    <a:pt x="26516" y="69351"/>
                  </a:lnTo>
                  <a:lnTo>
                    <a:pt x="25568" y="68859"/>
                  </a:lnTo>
                  <a:lnTo>
                    <a:pt x="25992" y="70939"/>
                  </a:lnTo>
                  <a:lnTo>
                    <a:pt x="27141" y="72050"/>
                  </a:lnTo>
                  <a:lnTo>
                    <a:pt x="28838" y="72447"/>
                  </a:lnTo>
                  <a:lnTo>
                    <a:pt x="31285" y="72495"/>
                  </a:lnTo>
                  <a:lnTo>
                    <a:pt x="29887" y="71987"/>
                  </a:lnTo>
                  <a:lnTo>
                    <a:pt x="29887" y="71447"/>
                  </a:lnTo>
                  <a:lnTo>
                    <a:pt x="34631" y="71447"/>
                  </a:lnTo>
                  <a:lnTo>
                    <a:pt x="35580" y="71241"/>
                  </a:lnTo>
                  <a:lnTo>
                    <a:pt x="37503" y="70574"/>
                  </a:lnTo>
                  <a:lnTo>
                    <a:pt x="38352" y="70463"/>
                  </a:lnTo>
                  <a:lnTo>
                    <a:pt x="43121" y="71844"/>
                  </a:lnTo>
                  <a:lnTo>
                    <a:pt x="44069" y="71510"/>
                  </a:lnTo>
                  <a:lnTo>
                    <a:pt x="45293" y="71987"/>
                  </a:lnTo>
                  <a:lnTo>
                    <a:pt x="50436" y="72828"/>
                  </a:lnTo>
                  <a:lnTo>
                    <a:pt x="52983" y="73527"/>
                  </a:lnTo>
                  <a:lnTo>
                    <a:pt x="53907" y="73590"/>
                  </a:lnTo>
                  <a:lnTo>
                    <a:pt x="54856" y="73051"/>
                  </a:lnTo>
                  <a:lnTo>
                    <a:pt x="55805" y="72225"/>
                  </a:lnTo>
                  <a:lnTo>
                    <a:pt x="56928" y="71574"/>
                  </a:lnTo>
                  <a:lnTo>
                    <a:pt x="58501" y="71574"/>
                  </a:lnTo>
                  <a:lnTo>
                    <a:pt x="59525" y="72161"/>
                  </a:lnTo>
                  <a:lnTo>
                    <a:pt x="59625" y="73051"/>
                  </a:lnTo>
                  <a:lnTo>
                    <a:pt x="59026" y="73924"/>
                  </a:lnTo>
                  <a:lnTo>
                    <a:pt x="57977" y="74638"/>
                  </a:lnTo>
                  <a:lnTo>
                    <a:pt x="59101" y="75623"/>
                  </a:lnTo>
                  <a:lnTo>
                    <a:pt x="62971" y="75480"/>
                  </a:lnTo>
                  <a:lnTo>
                    <a:pt x="64444" y="76226"/>
                  </a:lnTo>
                  <a:lnTo>
                    <a:pt x="64619" y="76845"/>
                  </a:lnTo>
                  <a:lnTo>
                    <a:pt x="64194" y="77163"/>
                  </a:lnTo>
                  <a:lnTo>
                    <a:pt x="58227" y="77877"/>
                  </a:lnTo>
                  <a:lnTo>
                    <a:pt x="59950" y="79814"/>
                  </a:lnTo>
                  <a:lnTo>
                    <a:pt x="64194" y="81847"/>
                  </a:lnTo>
                  <a:lnTo>
                    <a:pt x="65767" y="83609"/>
                  </a:lnTo>
                  <a:lnTo>
                    <a:pt x="62122" y="83117"/>
                  </a:lnTo>
                  <a:lnTo>
                    <a:pt x="54856" y="80973"/>
                  </a:lnTo>
                  <a:lnTo>
                    <a:pt x="51136" y="80481"/>
                  </a:lnTo>
                  <a:lnTo>
                    <a:pt x="52184" y="81307"/>
                  </a:lnTo>
                  <a:lnTo>
                    <a:pt x="53308" y="81958"/>
                  </a:lnTo>
                  <a:lnTo>
                    <a:pt x="54581" y="82418"/>
                  </a:lnTo>
                  <a:lnTo>
                    <a:pt x="58926" y="82561"/>
                  </a:lnTo>
                  <a:lnTo>
                    <a:pt x="59450" y="82736"/>
                  </a:lnTo>
                  <a:lnTo>
                    <a:pt x="60399" y="83466"/>
                  </a:lnTo>
                  <a:lnTo>
                    <a:pt x="60724" y="83609"/>
                  </a:lnTo>
                  <a:lnTo>
                    <a:pt x="62047" y="83784"/>
                  </a:lnTo>
                  <a:lnTo>
                    <a:pt x="66616" y="85165"/>
                  </a:lnTo>
                  <a:lnTo>
                    <a:pt x="67415" y="85927"/>
                  </a:lnTo>
                  <a:lnTo>
                    <a:pt x="68689" y="88245"/>
                  </a:lnTo>
                  <a:lnTo>
                    <a:pt x="69388" y="88848"/>
                  </a:lnTo>
                  <a:lnTo>
                    <a:pt x="69388" y="89293"/>
                  </a:lnTo>
                  <a:lnTo>
                    <a:pt x="67990" y="90166"/>
                  </a:lnTo>
                  <a:lnTo>
                    <a:pt x="67041" y="90500"/>
                  </a:lnTo>
                  <a:lnTo>
                    <a:pt x="66616" y="90055"/>
                  </a:lnTo>
                  <a:lnTo>
                    <a:pt x="66367" y="89960"/>
                  </a:lnTo>
                  <a:lnTo>
                    <a:pt x="64818" y="90976"/>
                  </a:lnTo>
                  <a:lnTo>
                    <a:pt x="64019" y="91325"/>
                  </a:lnTo>
                  <a:lnTo>
                    <a:pt x="63245" y="91103"/>
                  </a:lnTo>
                  <a:lnTo>
                    <a:pt x="61872" y="90055"/>
                  </a:lnTo>
                  <a:lnTo>
                    <a:pt x="60948" y="89833"/>
                  </a:lnTo>
                  <a:lnTo>
                    <a:pt x="60224" y="90007"/>
                  </a:lnTo>
                  <a:lnTo>
                    <a:pt x="57553" y="91325"/>
                  </a:lnTo>
                  <a:lnTo>
                    <a:pt x="57553" y="91881"/>
                  </a:lnTo>
                  <a:lnTo>
                    <a:pt x="58926" y="92262"/>
                  </a:lnTo>
                  <a:lnTo>
                    <a:pt x="59625" y="93040"/>
                  </a:lnTo>
                  <a:lnTo>
                    <a:pt x="59900" y="94072"/>
                  </a:lnTo>
                  <a:lnTo>
                    <a:pt x="59900" y="95517"/>
                  </a:lnTo>
                  <a:lnTo>
                    <a:pt x="60149" y="96993"/>
                  </a:lnTo>
                  <a:lnTo>
                    <a:pt x="60898" y="97771"/>
                  </a:lnTo>
                  <a:lnTo>
                    <a:pt x="61947" y="98311"/>
                  </a:lnTo>
                  <a:lnTo>
                    <a:pt x="63171" y="99200"/>
                  </a:lnTo>
                  <a:lnTo>
                    <a:pt x="63595" y="99788"/>
                  </a:lnTo>
                  <a:lnTo>
                    <a:pt x="63595" y="100201"/>
                  </a:lnTo>
                  <a:lnTo>
                    <a:pt x="63495" y="100566"/>
                  </a:lnTo>
                  <a:lnTo>
                    <a:pt x="63695" y="101185"/>
                  </a:lnTo>
                  <a:lnTo>
                    <a:pt x="64019" y="101820"/>
                  </a:lnTo>
                  <a:lnTo>
                    <a:pt x="64294" y="102169"/>
                  </a:lnTo>
                  <a:lnTo>
                    <a:pt x="67490" y="104249"/>
                  </a:lnTo>
                  <a:lnTo>
                    <a:pt x="68189" y="105138"/>
                  </a:lnTo>
                  <a:lnTo>
                    <a:pt x="68589" y="105519"/>
                  </a:lnTo>
                  <a:lnTo>
                    <a:pt x="69388" y="105789"/>
                  </a:lnTo>
                  <a:lnTo>
                    <a:pt x="68689" y="107075"/>
                  </a:lnTo>
                  <a:lnTo>
                    <a:pt x="68963" y="107838"/>
                  </a:lnTo>
                  <a:lnTo>
                    <a:pt x="69912" y="108282"/>
                  </a:lnTo>
                  <a:lnTo>
                    <a:pt x="71285" y="108441"/>
                  </a:lnTo>
                  <a:lnTo>
                    <a:pt x="69388" y="110362"/>
                  </a:lnTo>
                  <a:lnTo>
                    <a:pt x="68539" y="111585"/>
                  </a:lnTo>
                  <a:lnTo>
                    <a:pt x="68439" y="113125"/>
                  </a:lnTo>
                  <a:lnTo>
                    <a:pt x="68938" y="114046"/>
                  </a:lnTo>
                  <a:lnTo>
                    <a:pt x="71186" y="116903"/>
                  </a:lnTo>
                  <a:lnTo>
                    <a:pt x="72134" y="117808"/>
                  </a:lnTo>
                  <a:lnTo>
                    <a:pt x="72509" y="118856"/>
                  </a:lnTo>
                  <a:lnTo>
                    <a:pt x="73957" y="120000"/>
                  </a:lnTo>
                  <a:lnTo>
                    <a:pt x="75330" y="119888"/>
                  </a:lnTo>
                  <a:lnTo>
                    <a:pt x="75530" y="117205"/>
                  </a:lnTo>
                  <a:lnTo>
                    <a:pt x="74731" y="112902"/>
                  </a:lnTo>
                  <a:lnTo>
                    <a:pt x="74731" y="110473"/>
                  </a:lnTo>
                  <a:lnTo>
                    <a:pt x="75680" y="109425"/>
                  </a:lnTo>
                  <a:lnTo>
                    <a:pt x="76379" y="109092"/>
                  </a:lnTo>
                  <a:lnTo>
                    <a:pt x="78202" y="107663"/>
                  </a:lnTo>
                  <a:lnTo>
                    <a:pt x="78876" y="107329"/>
                  </a:lnTo>
                  <a:lnTo>
                    <a:pt x="79250" y="106726"/>
                  </a:lnTo>
                  <a:lnTo>
                    <a:pt x="81747" y="103360"/>
                  </a:lnTo>
                  <a:lnTo>
                    <a:pt x="82771" y="102662"/>
                  </a:lnTo>
                  <a:lnTo>
                    <a:pt x="88813" y="99454"/>
                  </a:lnTo>
                  <a:lnTo>
                    <a:pt x="88813" y="98978"/>
                  </a:lnTo>
                  <a:lnTo>
                    <a:pt x="86741" y="97438"/>
                  </a:lnTo>
                  <a:lnTo>
                    <a:pt x="84868" y="95549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B739BB0-E326-48AF-AE16-1ACC2B3B9290}"/>
              </a:ext>
            </a:extLst>
          </p:cNvPr>
          <p:cNvSpPr/>
          <p:nvPr/>
        </p:nvSpPr>
        <p:spPr>
          <a:xfrm>
            <a:off x="798071" y="4142697"/>
            <a:ext cx="31092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5E3B16-A86B-4BF5-A1CE-0AB9D84EA016}"/>
              </a:ext>
            </a:extLst>
          </p:cNvPr>
          <p:cNvSpPr txBox="1"/>
          <p:nvPr/>
        </p:nvSpPr>
        <p:spPr>
          <a:xfrm>
            <a:off x="817771" y="3614403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2A1754-2077-4F03-AA4A-780241FD50B3}"/>
              </a:ext>
            </a:extLst>
          </p:cNvPr>
          <p:cNvSpPr/>
          <p:nvPr/>
        </p:nvSpPr>
        <p:spPr>
          <a:xfrm>
            <a:off x="814047" y="3162357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85CBA5-DD8C-49A3-A309-42CA52AD9495}"/>
              </a:ext>
            </a:extLst>
          </p:cNvPr>
          <p:cNvSpPr/>
          <p:nvPr/>
        </p:nvSpPr>
        <p:spPr>
          <a:xfrm>
            <a:off x="4361352" y="4128536"/>
            <a:ext cx="31220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ABE42B-81AC-4830-94F3-9DB1708A6103}"/>
              </a:ext>
            </a:extLst>
          </p:cNvPr>
          <p:cNvSpPr txBox="1"/>
          <p:nvPr/>
        </p:nvSpPr>
        <p:spPr>
          <a:xfrm>
            <a:off x="4381052" y="3600242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A7F1D2-3417-4EE6-B448-665CAEE76CB1}"/>
              </a:ext>
            </a:extLst>
          </p:cNvPr>
          <p:cNvSpPr/>
          <p:nvPr/>
        </p:nvSpPr>
        <p:spPr>
          <a:xfrm>
            <a:off x="4457864" y="3164129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grpSp>
        <p:nvGrpSpPr>
          <p:cNvPr id="36" name="Shape 11006"/>
          <p:cNvGrpSpPr/>
          <p:nvPr/>
        </p:nvGrpSpPr>
        <p:grpSpPr>
          <a:xfrm>
            <a:off x="829379" y="2425282"/>
            <a:ext cx="1707335" cy="65667"/>
            <a:chOff x="-1033671" y="1470991"/>
            <a:chExt cx="3101007" cy="119270"/>
          </a:xfrm>
          <a:solidFill>
            <a:srgbClr val="FF0000"/>
          </a:solidFill>
        </p:grpSpPr>
        <p:sp>
          <p:nvSpPr>
            <p:cNvPr id="37" name="Shape 11007"/>
            <p:cNvSpPr/>
            <p:nvPr/>
          </p:nvSpPr>
          <p:spPr>
            <a:xfrm>
              <a:off x="-103367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38" name="Shape 11008"/>
            <p:cNvSpPr/>
            <p:nvPr/>
          </p:nvSpPr>
          <p:spPr>
            <a:xfrm>
              <a:off x="-384315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39" name="Shape 11009"/>
            <p:cNvSpPr/>
            <p:nvPr/>
          </p:nvSpPr>
          <p:spPr>
            <a:xfrm>
              <a:off x="26504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40" name="Shape 11010"/>
            <p:cNvSpPr/>
            <p:nvPr/>
          </p:nvSpPr>
          <p:spPr>
            <a:xfrm rot="10800000" flipH="1">
              <a:off x="914397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41" name="Shape 11011"/>
            <p:cNvSpPr/>
            <p:nvPr/>
          </p:nvSpPr>
          <p:spPr>
            <a:xfrm rot="10800000" flipH="1">
              <a:off x="1563753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42" name="Title 11"/>
          <p:cNvSpPr txBox="1">
            <a:spLocks/>
          </p:cNvSpPr>
          <p:nvPr/>
        </p:nvSpPr>
        <p:spPr>
          <a:xfrm>
            <a:off x="728228" y="1226258"/>
            <a:ext cx="4410115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3590925" algn="l"/>
              </a:tabLst>
            </a:pPr>
            <a:r>
              <a:rPr lang="id-ID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HOW TO RUN A SUCCESSFUL DENMARK</a:t>
            </a:r>
          </a:p>
        </p:txBody>
      </p:sp>
    </p:spTree>
    <p:extLst>
      <p:ext uri="{BB962C8B-B14F-4D97-AF65-F5344CB8AC3E}">
        <p14:creationId xmlns:p14="http://schemas.microsoft.com/office/powerpoint/2010/main" val="13829681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6259259" y="97804"/>
            <a:ext cx="7178418" cy="5895349"/>
            <a:chOff x="7509132" y="1719607"/>
            <a:chExt cx="9423400" cy="7739063"/>
          </a:xfrm>
          <a:solidFill>
            <a:schemeClr val="bg1">
              <a:lumMod val="85000"/>
            </a:schemeClr>
          </a:solidFill>
        </p:grpSpPr>
        <p:sp>
          <p:nvSpPr>
            <p:cNvPr id="20" name="Shape 4955"/>
            <p:cNvSpPr/>
            <p:nvPr/>
          </p:nvSpPr>
          <p:spPr>
            <a:xfrm>
              <a:off x="7509132" y="3624607"/>
              <a:ext cx="1428749" cy="22288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66" y="119572"/>
                  </a:moveTo>
                  <a:lnTo>
                    <a:pt x="119644" y="119458"/>
                  </a:lnTo>
                  <a:lnTo>
                    <a:pt x="119377" y="119487"/>
                  </a:lnTo>
                  <a:lnTo>
                    <a:pt x="119110" y="119572"/>
                  </a:lnTo>
                  <a:lnTo>
                    <a:pt x="118754" y="119572"/>
                  </a:lnTo>
                  <a:lnTo>
                    <a:pt x="118576" y="119458"/>
                  </a:lnTo>
                  <a:lnTo>
                    <a:pt x="118665" y="119230"/>
                  </a:lnTo>
                  <a:lnTo>
                    <a:pt x="119021" y="119031"/>
                  </a:lnTo>
                  <a:lnTo>
                    <a:pt x="119199" y="118917"/>
                  </a:lnTo>
                  <a:lnTo>
                    <a:pt x="119332" y="118775"/>
                  </a:lnTo>
                  <a:lnTo>
                    <a:pt x="119332" y="118490"/>
                  </a:lnTo>
                  <a:lnTo>
                    <a:pt x="119332" y="118376"/>
                  </a:lnTo>
                  <a:lnTo>
                    <a:pt x="119377" y="118291"/>
                  </a:lnTo>
                  <a:lnTo>
                    <a:pt x="119377" y="118205"/>
                  </a:lnTo>
                  <a:lnTo>
                    <a:pt x="119377" y="118091"/>
                  </a:lnTo>
                  <a:lnTo>
                    <a:pt x="119332" y="117977"/>
                  </a:lnTo>
                  <a:lnTo>
                    <a:pt x="119243" y="117863"/>
                  </a:lnTo>
                  <a:lnTo>
                    <a:pt x="119154" y="117721"/>
                  </a:lnTo>
                  <a:lnTo>
                    <a:pt x="119110" y="117635"/>
                  </a:lnTo>
                  <a:lnTo>
                    <a:pt x="119065" y="117408"/>
                  </a:lnTo>
                  <a:lnTo>
                    <a:pt x="119065" y="117208"/>
                  </a:lnTo>
                  <a:lnTo>
                    <a:pt x="119065" y="116980"/>
                  </a:lnTo>
                  <a:lnTo>
                    <a:pt x="119110" y="116752"/>
                  </a:lnTo>
                  <a:lnTo>
                    <a:pt x="119065" y="116553"/>
                  </a:lnTo>
                  <a:lnTo>
                    <a:pt x="119021" y="116354"/>
                  </a:lnTo>
                  <a:lnTo>
                    <a:pt x="119021" y="116183"/>
                  </a:lnTo>
                  <a:lnTo>
                    <a:pt x="119065" y="115926"/>
                  </a:lnTo>
                  <a:lnTo>
                    <a:pt x="119110" y="115727"/>
                  </a:lnTo>
                  <a:lnTo>
                    <a:pt x="119199" y="115528"/>
                  </a:lnTo>
                  <a:lnTo>
                    <a:pt x="119377" y="115385"/>
                  </a:lnTo>
                  <a:lnTo>
                    <a:pt x="119510" y="115157"/>
                  </a:lnTo>
                  <a:lnTo>
                    <a:pt x="119599" y="114873"/>
                  </a:lnTo>
                  <a:lnTo>
                    <a:pt x="119466" y="114645"/>
                  </a:lnTo>
                  <a:lnTo>
                    <a:pt x="119199" y="114531"/>
                  </a:lnTo>
                  <a:lnTo>
                    <a:pt x="118977" y="114502"/>
                  </a:lnTo>
                  <a:lnTo>
                    <a:pt x="118754" y="114502"/>
                  </a:lnTo>
                  <a:lnTo>
                    <a:pt x="118576" y="114417"/>
                  </a:lnTo>
                  <a:lnTo>
                    <a:pt x="118354" y="114388"/>
                  </a:lnTo>
                  <a:lnTo>
                    <a:pt x="118220" y="114360"/>
                  </a:lnTo>
                  <a:lnTo>
                    <a:pt x="118176" y="114303"/>
                  </a:lnTo>
                  <a:lnTo>
                    <a:pt x="118220" y="114160"/>
                  </a:lnTo>
                  <a:lnTo>
                    <a:pt x="118265" y="114046"/>
                  </a:lnTo>
                  <a:lnTo>
                    <a:pt x="118309" y="113961"/>
                  </a:lnTo>
                  <a:lnTo>
                    <a:pt x="118354" y="113762"/>
                  </a:lnTo>
                  <a:lnTo>
                    <a:pt x="118443" y="113591"/>
                  </a:lnTo>
                  <a:lnTo>
                    <a:pt x="118443" y="113420"/>
                  </a:lnTo>
                  <a:lnTo>
                    <a:pt x="118354" y="113277"/>
                  </a:lnTo>
                  <a:lnTo>
                    <a:pt x="118176" y="112993"/>
                  </a:lnTo>
                  <a:lnTo>
                    <a:pt x="117909" y="112537"/>
                  </a:lnTo>
                  <a:lnTo>
                    <a:pt x="117865" y="112053"/>
                  </a:lnTo>
                  <a:lnTo>
                    <a:pt x="118176" y="111739"/>
                  </a:lnTo>
                  <a:lnTo>
                    <a:pt x="118532" y="111682"/>
                  </a:lnTo>
                  <a:lnTo>
                    <a:pt x="118799" y="111568"/>
                  </a:lnTo>
                  <a:lnTo>
                    <a:pt x="119154" y="111483"/>
                  </a:lnTo>
                  <a:lnTo>
                    <a:pt x="119510" y="111255"/>
                  </a:lnTo>
                  <a:lnTo>
                    <a:pt x="119555" y="111141"/>
                  </a:lnTo>
                  <a:lnTo>
                    <a:pt x="119510" y="110942"/>
                  </a:lnTo>
                  <a:lnTo>
                    <a:pt x="119466" y="110714"/>
                  </a:lnTo>
                  <a:lnTo>
                    <a:pt x="119466" y="110543"/>
                  </a:lnTo>
                  <a:lnTo>
                    <a:pt x="119644" y="110087"/>
                  </a:lnTo>
                  <a:lnTo>
                    <a:pt x="119688" y="109660"/>
                  </a:lnTo>
                  <a:lnTo>
                    <a:pt x="119644" y="109347"/>
                  </a:lnTo>
                  <a:lnTo>
                    <a:pt x="119243" y="109318"/>
                  </a:lnTo>
                  <a:lnTo>
                    <a:pt x="119110" y="109347"/>
                  </a:lnTo>
                  <a:lnTo>
                    <a:pt x="118977" y="109318"/>
                  </a:lnTo>
                  <a:lnTo>
                    <a:pt x="118888" y="109261"/>
                  </a:lnTo>
                  <a:lnTo>
                    <a:pt x="118754" y="109233"/>
                  </a:lnTo>
                  <a:lnTo>
                    <a:pt x="118621" y="109233"/>
                  </a:lnTo>
                  <a:lnTo>
                    <a:pt x="118487" y="109204"/>
                  </a:lnTo>
                  <a:lnTo>
                    <a:pt x="118354" y="109176"/>
                  </a:lnTo>
                  <a:lnTo>
                    <a:pt x="118265" y="109062"/>
                  </a:lnTo>
                  <a:lnTo>
                    <a:pt x="118131" y="108976"/>
                  </a:lnTo>
                  <a:lnTo>
                    <a:pt x="117909" y="109005"/>
                  </a:lnTo>
                  <a:lnTo>
                    <a:pt x="117687" y="109147"/>
                  </a:lnTo>
                  <a:lnTo>
                    <a:pt x="117420" y="109290"/>
                  </a:lnTo>
                  <a:lnTo>
                    <a:pt x="117242" y="109489"/>
                  </a:lnTo>
                  <a:lnTo>
                    <a:pt x="117153" y="109717"/>
                  </a:lnTo>
                  <a:lnTo>
                    <a:pt x="117020" y="109888"/>
                  </a:lnTo>
                  <a:lnTo>
                    <a:pt x="116842" y="109916"/>
                  </a:lnTo>
                  <a:lnTo>
                    <a:pt x="116619" y="109888"/>
                  </a:lnTo>
                  <a:lnTo>
                    <a:pt x="116441" y="109831"/>
                  </a:lnTo>
                  <a:lnTo>
                    <a:pt x="116308" y="109774"/>
                  </a:lnTo>
                  <a:lnTo>
                    <a:pt x="116085" y="109717"/>
                  </a:lnTo>
                  <a:lnTo>
                    <a:pt x="115908" y="109660"/>
                  </a:lnTo>
                  <a:lnTo>
                    <a:pt x="115685" y="109660"/>
                  </a:lnTo>
                  <a:lnTo>
                    <a:pt x="115507" y="109660"/>
                  </a:lnTo>
                  <a:lnTo>
                    <a:pt x="115285" y="109632"/>
                  </a:lnTo>
                  <a:lnTo>
                    <a:pt x="115151" y="109603"/>
                  </a:lnTo>
                  <a:lnTo>
                    <a:pt x="115018" y="109546"/>
                  </a:lnTo>
                  <a:lnTo>
                    <a:pt x="114840" y="109518"/>
                  </a:lnTo>
                  <a:lnTo>
                    <a:pt x="114707" y="109518"/>
                  </a:lnTo>
                  <a:lnTo>
                    <a:pt x="114529" y="109546"/>
                  </a:lnTo>
                  <a:lnTo>
                    <a:pt x="114351" y="109603"/>
                  </a:lnTo>
                  <a:lnTo>
                    <a:pt x="114217" y="109660"/>
                  </a:lnTo>
                  <a:lnTo>
                    <a:pt x="114084" y="109746"/>
                  </a:lnTo>
                  <a:lnTo>
                    <a:pt x="113684" y="109831"/>
                  </a:lnTo>
                  <a:lnTo>
                    <a:pt x="113283" y="109859"/>
                  </a:lnTo>
                  <a:lnTo>
                    <a:pt x="112928" y="109859"/>
                  </a:lnTo>
                  <a:lnTo>
                    <a:pt x="112616" y="109746"/>
                  </a:lnTo>
                  <a:lnTo>
                    <a:pt x="112394" y="109546"/>
                  </a:lnTo>
                  <a:lnTo>
                    <a:pt x="112083" y="109347"/>
                  </a:lnTo>
                  <a:lnTo>
                    <a:pt x="111816" y="109176"/>
                  </a:lnTo>
                  <a:lnTo>
                    <a:pt x="111504" y="109033"/>
                  </a:lnTo>
                  <a:lnTo>
                    <a:pt x="111193" y="108976"/>
                  </a:lnTo>
                  <a:lnTo>
                    <a:pt x="110882" y="108891"/>
                  </a:lnTo>
                  <a:lnTo>
                    <a:pt x="110659" y="108777"/>
                  </a:lnTo>
                  <a:lnTo>
                    <a:pt x="110437" y="108578"/>
                  </a:lnTo>
                  <a:lnTo>
                    <a:pt x="110303" y="108350"/>
                  </a:lnTo>
                  <a:lnTo>
                    <a:pt x="110170" y="108093"/>
                  </a:lnTo>
                  <a:lnTo>
                    <a:pt x="109903" y="107923"/>
                  </a:lnTo>
                  <a:lnTo>
                    <a:pt x="109636" y="107866"/>
                  </a:lnTo>
                  <a:lnTo>
                    <a:pt x="109325" y="107894"/>
                  </a:lnTo>
                  <a:lnTo>
                    <a:pt x="109058" y="108037"/>
                  </a:lnTo>
                  <a:lnTo>
                    <a:pt x="108836" y="108207"/>
                  </a:lnTo>
                  <a:lnTo>
                    <a:pt x="108480" y="108492"/>
                  </a:lnTo>
                  <a:lnTo>
                    <a:pt x="108257" y="108578"/>
                  </a:lnTo>
                  <a:lnTo>
                    <a:pt x="107991" y="108464"/>
                  </a:lnTo>
                  <a:lnTo>
                    <a:pt x="107768" y="108321"/>
                  </a:lnTo>
                  <a:lnTo>
                    <a:pt x="107679" y="108150"/>
                  </a:lnTo>
                  <a:lnTo>
                    <a:pt x="107724" y="108093"/>
                  </a:lnTo>
                  <a:lnTo>
                    <a:pt x="107813" y="107980"/>
                  </a:lnTo>
                  <a:lnTo>
                    <a:pt x="107857" y="107923"/>
                  </a:lnTo>
                  <a:lnTo>
                    <a:pt x="107902" y="107866"/>
                  </a:lnTo>
                  <a:lnTo>
                    <a:pt x="107857" y="107780"/>
                  </a:lnTo>
                  <a:lnTo>
                    <a:pt x="107724" y="107695"/>
                  </a:lnTo>
                  <a:lnTo>
                    <a:pt x="107546" y="107666"/>
                  </a:lnTo>
                  <a:lnTo>
                    <a:pt x="107368" y="107666"/>
                  </a:lnTo>
                  <a:lnTo>
                    <a:pt x="107279" y="107638"/>
                  </a:lnTo>
                  <a:lnTo>
                    <a:pt x="107146" y="107609"/>
                  </a:lnTo>
                  <a:lnTo>
                    <a:pt x="106968" y="107638"/>
                  </a:lnTo>
                  <a:lnTo>
                    <a:pt x="106834" y="107752"/>
                  </a:lnTo>
                  <a:lnTo>
                    <a:pt x="106834" y="107866"/>
                  </a:lnTo>
                  <a:lnTo>
                    <a:pt x="106879" y="107923"/>
                  </a:lnTo>
                  <a:lnTo>
                    <a:pt x="106879" y="108037"/>
                  </a:lnTo>
                  <a:lnTo>
                    <a:pt x="106790" y="108179"/>
                  </a:lnTo>
                  <a:lnTo>
                    <a:pt x="106478" y="108321"/>
                  </a:lnTo>
                  <a:lnTo>
                    <a:pt x="106078" y="108321"/>
                  </a:lnTo>
                  <a:lnTo>
                    <a:pt x="105767" y="108236"/>
                  </a:lnTo>
                  <a:lnTo>
                    <a:pt x="105500" y="108207"/>
                  </a:lnTo>
                  <a:lnTo>
                    <a:pt x="105366" y="108150"/>
                  </a:lnTo>
                  <a:lnTo>
                    <a:pt x="105189" y="108093"/>
                  </a:lnTo>
                  <a:lnTo>
                    <a:pt x="105055" y="108037"/>
                  </a:lnTo>
                  <a:lnTo>
                    <a:pt x="104966" y="107894"/>
                  </a:lnTo>
                  <a:lnTo>
                    <a:pt x="104922" y="107809"/>
                  </a:lnTo>
                  <a:lnTo>
                    <a:pt x="104833" y="107695"/>
                  </a:lnTo>
                  <a:lnTo>
                    <a:pt x="104788" y="107638"/>
                  </a:lnTo>
                  <a:lnTo>
                    <a:pt x="104699" y="107581"/>
                  </a:lnTo>
                  <a:lnTo>
                    <a:pt x="104477" y="107552"/>
                  </a:lnTo>
                  <a:lnTo>
                    <a:pt x="104166" y="107609"/>
                  </a:lnTo>
                  <a:lnTo>
                    <a:pt x="103854" y="107752"/>
                  </a:lnTo>
                  <a:lnTo>
                    <a:pt x="103587" y="107837"/>
                  </a:lnTo>
                  <a:lnTo>
                    <a:pt x="103365" y="107894"/>
                  </a:lnTo>
                  <a:lnTo>
                    <a:pt x="103232" y="107951"/>
                  </a:lnTo>
                  <a:lnTo>
                    <a:pt x="103054" y="107951"/>
                  </a:lnTo>
                  <a:lnTo>
                    <a:pt x="102920" y="107894"/>
                  </a:lnTo>
                  <a:lnTo>
                    <a:pt x="102876" y="107809"/>
                  </a:lnTo>
                  <a:lnTo>
                    <a:pt x="102876" y="107666"/>
                  </a:lnTo>
                  <a:lnTo>
                    <a:pt x="102831" y="107552"/>
                  </a:lnTo>
                  <a:lnTo>
                    <a:pt x="102742" y="107495"/>
                  </a:lnTo>
                  <a:lnTo>
                    <a:pt x="102564" y="107410"/>
                  </a:lnTo>
                  <a:lnTo>
                    <a:pt x="102475" y="107381"/>
                  </a:lnTo>
                  <a:lnTo>
                    <a:pt x="102342" y="107410"/>
                  </a:lnTo>
                  <a:lnTo>
                    <a:pt x="102164" y="107495"/>
                  </a:lnTo>
                  <a:lnTo>
                    <a:pt x="102120" y="107495"/>
                  </a:lnTo>
                  <a:lnTo>
                    <a:pt x="102120" y="107552"/>
                  </a:lnTo>
                  <a:lnTo>
                    <a:pt x="102075" y="107581"/>
                  </a:lnTo>
                  <a:lnTo>
                    <a:pt x="102031" y="107609"/>
                  </a:lnTo>
                  <a:lnTo>
                    <a:pt x="101986" y="107581"/>
                  </a:lnTo>
                  <a:lnTo>
                    <a:pt x="101942" y="107552"/>
                  </a:lnTo>
                  <a:lnTo>
                    <a:pt x="101897" y="107495"/>
                  </a:lnTo>
                  <a:lnTo>
                    <a:pt x="101853" y="107467"/>
                  </a:lnTo>
                  <a:lnTo>
                    <a:pt x="101764" y="107324"/>
                  </a:lnTo>
                  <a:lnTo>
                    <a:pt x="101764" y="107239"/>
                  </a:lnTo>
                  <a:lnTo>
                    <a:pt x="101764" y="107125"/>
                  </a:lnTo>
                  <a:lnTo>
                    <a:pt x="101853" y="106983"/>
                  </a:lnTo>
                  <a:lnTo>
                    <a:pt x="101942" y="106926"/>
                  </a:lnTo>
                  <a:lnTo>
                    <a:pt x="102031" y="106812"/>
                  </a:lnTo>
                  <a:lnTo>
                    <a:pt x="102120" y="106755"/>
                  </a:lnTo>
                  <a:lnTo>
                    <a:pt x="102075" y="106669"/>
                  </a:lnTo>
                  <a:lnTo>
                    <a:pt x="101986" y="106498"/>
                  </a:lnTo>
                  <a:lnTo>
                    <a:pt x="102031" y="106384"/>
                  </a:lnTo>
                  <a:lnTo>
                    <a:pt x="102120" y="106214"/>
                  </a:lnTo>
                  <a:lnTo>
                    <a:pt x="102297" y="106043"/>
                  </a:lnTo>
                  <a:lnTo>
                    <a:pt x="102342" y="105900"/>
                  </a:lnTo>
                  <a:lnTo>
                    <a:pt x="102431" y="105843"/>
                  </a:lnTo>
                  <a:lnTo>
                    <a:pt x="102520" y="105786"/>
                  </a:lnTo>
                  <a:lnTo>
                    <a:pt x="102609" y="105701"/>
                  </a:lnTo>
                  <a:lnTo>
                    <a:pt x="102653" y="105644"/>
                  </a:lnTo>
                  <a:lnTo>
                    <a:pt x="102742" y="105558"/>
                  </a:lnTo>
                  <a:lnTo>
                    <a:pt x="102742" y="105445"/>
                  </a:lnTo>
                  <a:lnTo>
                    <a:pt x="102742" y="105388"/>
                  </a:lnTo>
                  <a:lnTo>
                    <a:pt x="102742" y="105217"/>
                  </a:lnTo>
                  <a:lnTo>
                    <a:pt x="102787" y="105046"/>
                  </a:lnTo>
                  <a:lnTo>
                    <a:pt x="102876" y="104932"/>
                  </a:lnTo>
                  <a:lnTo>
                    <a:pt x="102965" y="104732"/>
                  </a:lnTo>
                  <a:lnTo>
                    <a:pt x="103009" y="104647"/>
                  </a:lnTo>
                  <a:lnTo>
                    <a:pt x="103143" y="104562"/>
                  </a:lnTo>
                  <a:lnTo>
                    <a:pt x="103143" y="104505"/>
                  </a:lnTo>
                  <a:lnTo>
                    <a:pt x="103143" y="104419"/>
                  </a:lnTo>
                  <a:lnTo>
                    <a:pt x="102965" y="104362"/>
                  </a:lnTo>
                  <a:lnTo>
                    <a:pt x="102787" y="104305"/>
                  </a:lnTo>
                  <a:lnTo>
                    <a:pt x="102564" y="104362"/>
                  </a:lnTo>
                  <a:lnTo>
                    <a:pt x="102386" y="104391"/>
                  </a:lnTo>
                  <a:lnTo>
                    <a:pt x="102209" y="104419"/>
                  </a:lnTo>
                  <a:lnTo>
                    <a:pt x="102120" y="104448"/>
                  </a:lnTo>
                  <a:lnTo>
                    <a:pt x="102075" y="104391"/>
                  </a:lnTo>
                  <a:lnTo>
                    <a:pt x="102075" y="104277"/>
                  </a:lnTo>
                  <a:lnTo>
                    <a:pt x="102031" y="104191"/>
                  </a:lnTo>
                  <a:lnTo>
                    <a:pt x="102031" y="104106"/>
                  </a:lnTo>
                  <a:lnTo>
                    <a:pt x="102075" y="103992"/>
                  </a:lnTo>
                  <a:lnTo>
                    <a:pt x="102164" y="103906"/>
                  </a:lnTo>
                  <a:lnTo>
                    <a:pt x="102342" y="103906"/>
                  </a:lnTo>
                  <a:lnTo>
                    <a:pt x="102475" y="103878"/>
                  </a:lnTo>
                  <a:lnTo>
                    <a:pt x="102609" y="103878"/>
                  </a:lnTo>
                  <a:lnTo>
                    <a:pt x="102787" y="103849"/>
                  </a:lnTo>
                  <a:lnTo>
                    <a:pt x="103009" y="103707"/>
                  </a:lnTo>
                  <a:lnTo>
                    <a:pt x="103054" y="103622"/>
                  </a:lnTo>
                  <a:lnTo>
                    <a:pt x="103009" y="103536"/>
                  </a:lnTo>
                  <a:lnTo>
                    <a:pt x="103054" y="103422"/>
                  </a:lnTo>
                  <a:lnTo>
                    <a:pt x="103187" y="103337"/>
                  </a:lnTo>
                  <a:lnTo>
                    <a:pt x="103276" y="103308"/>
                  </a:lnTo>
                  <a:lnTo>
                    <a:pt x="103365" y="103251"/>
                  </a:lnTo>
                  <a:lnTo>
                    <a:pt x="103409" y="103137"/>
                  </a:lnTo>
                  <a:lnTo>
                    <a:pt x="103454" y="103052"/>
                  </a:lnTo>
                  <a:lnTo>
                    <a:pt x="103498" y="102967"/>
                  </a:lnTo>
                  <a:lnTo>
                    <a:pt x="103587" y="102853"/>
                  </a:lnTo>
                  <a:lnTo>
                    <a:pt x="103632" y="102767"/>
                  </a:lnTo>
                  <a:lnTo>
                    <a:pt x="103676" y="102539"/>
                  </a:lnTo>
                  <a:lnTo>
                    <a:pt x="103765" y="102340"/>
                  </a:lnTo>
                  <a:lnTo>
                    <a:pt x="103854" y="102169"/>
                  </a:lnTo>
                  <a:lnTo>
                    <a:pt x="103854" y="101970"/>
                  </a:lnTo>
                  <a:lnTo>
                    <a:pt x="103854" y="101884"/>
                  </a:lnTo>
                  <a:lnTo>
                    <a:pt x="103854" y="101827"/>
                  </a:lnTo>
                  <a:lnTo>
                    <a:pt x="103854" y="101713"/>
                  </a:lnTo>
                  <a:lnTo>
                    <a:pt x="103899" y="101628"/>
                  </a:lnTo>
                  <a:lnTo>
                    <a:pt x="104032" y="101542"/>
                  </a:lnTo>
                  <a:lnTo>
                    <a:pt x="104077" y="101457"/>
                  </a:lnTo>
                  <a:lnTo>
                    <a:pt x="104166" y="101371"/>
                  </a:lnTo>
                  <a:lnTo>
                    <a:pt x="104210" y="101286"/>
                  </a:lnTo>
                  <a:lnTo>
                    <a:pt x="104166" y="101172"/>
                  </a:lnTo>
                  <a:lnTo>
                    <a:pt x="104121" y="101115"/>
                  </a:lnTo>
                  <a:lnTo>
                    <a:pt x="104032" y="101030"/>
                  </a:lnTo>
                  <a:lnTo>
                    <a:pt x="103943" y="100916"/>
                  </a:lnTo>
                  <a:lnTo>
                    <a:pt x="103943" y="100802"/>
                  </a:lnTo>
                  <a:lnTo>
                    <a:pt x="104077" y="100716"/>
                  </a:lnTo>
                  <a:lnTo>
                    <a:pt x="104121" y="100574"/>
                  </a:lnTo>
                  <a:lnTo>
                    <a:pt x="104166" y="100488"/>
                  </a:lnTo>
                  <a:lnTo>
                    <a:pt x="104210" y="100232"/>
                  </a:lnTo>
                  <a:lnTo>
                    <a:pt x="104121" y="100090"/>
                  </a:lnTo>
                  <a:lnTo>
                    <a:pt x="103943" y="100004"/>
                  </a:lnTo>
                  <a:lnTo>
                    <a:pt x="103810" y="99890"/>
                  </a:lnTo>
                  <a:lnTo>
                    <a:pt x="103721" y="99691"/>
                  </a:lnTo>
                  <a:lnTo>
                    <a:pt x="103587" y="99492"/>
                  </a:lnTo>
                  <a:lnTo>
                    <a:pt x="103365" y="99406"/>
                  </a:lnTo>
                  <a:lnTo>
                    <a:pt x="103054" y="99406"/>
                  </a:lnTo>
                  <a:lnTo>
                    <a:pt x="102787" y="99406"/>
                  </a:lnTo>
                  <a:lnTo>
                    <a:pt x="102431" y="99349"/>
                  </a:lnTo>
                  <a:lnTo>
                    <a:pt x="102120" y="99235"/>
                  </a:lnTo>
                  <a:lnTo>
                    <a:pt x="101853" y="99150"/>
                  </a:lnTo>
                  <a:lnTo>
                    <a:pt x="101719" y="99121"/>
                  </a:lnTo>
                  <a:lnTo>
                    <a:pt x="101630" y="99064"/>
                  </a:lnTo>
                  <a:lnTo>
                    <a:pt x="101586" y="99007"/>
                  </a:lnTo>
                  <a:lnTo>
                    <a:pt x="101586" y="98893"/>
                  </a:lnTo>
                  <a:lnTo>
                    <a:pt x="101497" y="98779"/>
                  </a:lnTo>
                  <a:lnTo>
                    <a:pt x="101319" y="98694"/>
                  </a:lnTo>
                  <a:lnTo>
                    <a:pt x="101186" y="98637"/>
                  </a:lnTo>
                  <a:lnTo>
                    <a:pt x="101097" y="98552"/>
                  </a:lnTo>
                  <a:lnTo>
                    <a:pt x="101052" y="98495"/>
                  </a:lnTo>
                  <a:lnTo>
                    <a:pt x="101052" y="98409"/>
                  </a:lnTo>
                  <a:lnTo>
                    <a:pt x="101052" y="98324"/>
                  </a:lnTo>
                  <a:lnTo>
                    <a:pt x="101097" y="98210"/>
                  </a:lnTo>
                  <a:lnTo>
                    <a:pt x="101052" y="98039"/>
                  </a:lnTo>
                  <a:lnTo>
                    <a:pt x="100963" y="97953"/>
                  </a:lnTo>
                  <a:lnTo>
                    <a:pt x="100785" y="97896"/>
                  </a:lnTo>
                  <a:lnTo>
                    <a:pt x="100652" y="97811"/>
                  </a:lnTo>
                  <a:lnTo>
                    <a:pt x="100429" y="97669"/>
                  </a:lnTo>
                  <a:lnTo>
                    <a:pt x="100340" y="97441"/>
                  </a:lnTo>
                  <a:lnTo>
                    <a:pt x="100252" y="97213"/>
                  </a:lnTo>
                  <a:lnTo>
                    <a:pt x="100207" y="96928"/>
                  </a:lnTo>
                  <a:lnTo>
                    <a:pt x="100163" y="96843"/>
                  </a:lnTo>
                  <a:lnTo>
                    <a:pt x="100029" y="96786"/>
                  </a:lnTo>
                  <a:lnTo>
                    <a:pt x="99896" y="96700"/>
                  </a:lnTo>
                  <a:lnTo>
                    <a:pt x="99807" y="96615"/>
                  </a:lnTo>
                  <a:lnTo>
                    <a:pt x="99762" y="96558"/>
                  </a:lnTo>
                  <a:lnTo>
                    <a:pt x="99762" y="96501"/>
                  </a:lnTo>
                  <a:lnTo>
                    <a:pt x="99762" y="96415"/>
                  </a:lnTo>
                  <a:lnTo>
                    <a:pt x="99762" y="96330"/>
                  </a:lnTo>
                  <a:lnTo>
                    <a:pt x="99807" y="96216"/>
                  </a:lnTo>
                  <a:lnTo>
                    <a:pt x="99896" y="96074"/>
                  </a:lnTo>
                  <a:lnTo>
                    <a:pt x="99985" y="95988"/>
                  </a:lnTo>
                  <a:lnTo>
                    <a:pt x="100118" y="95846"/>
                  </a:lnTo>
                  <a:lnTo>
                    <a:pt x="100118" y="95732"/>
                  </a:lnTo>
                  <a:lnTo>
                    <a:pt x="100118" y="95646"/>
                  </a:lnTo>
                  <a:lnTo>
                    <a:pt x="100118" y="95504"/>
                  </a:lnTo>
                  <a:lnTo>
                    <a:pt x="100118" y="95418"/>
                  </a:lnTo>
                  <a:lnTo>
                    <a:pt x="100118" y="95248"/>
                  </a:lnTo>
                  <a:lnTo>
                    <a:pt x="100118" y="95077"/>
                  </a:lnTo>
                  <a:lnTo>
                    <a:pt x="100118" y="94906"/>
                  </a:lnTo>
                  <a:lnTo>
                    <a:pt x="99985" y="94792"/>
                  </a:lnTo>
                  <a:lnTo>
                    <a:pt x="99762" y="94706"/>
                  </a:lnTo>
                  <a:lnTo>
                    <a:pt x="99495" y="94735"/>
                  </a:lnTo>
                  <a:lnTo>
                    <a:pt x="99273" y="94706"/>
                  </a:lnTo>
                  <a:lnTo>
                    <a:pt x="99140" y="94564"/>
                  </a:lnTo>
                  <a:lnTo>
                    <a:pt x="99140" y="94422"/>
                  </a:lnTo>
                  <a:lnTo>
                    <a:pt x="99273" y="94308"/>
                  </a:lnTo>
                  <a:lnTo>
                    <a:pt x="99318" y="94222"/>
                  </a:lnTo>
                  <a:lnTo>
                    <a:pt x="99362" y="94080"/>
                  </a:lnTo>
                  <a:lnTo>
                    <a:pt x="99406" y="93966"/>
                  </a:lnTo>
                  <a:lnTo>
                    <a:pt x="99406" y="93823"/>
                  </a:lnTo>
                  <a:lnTo>
                    <a:pt x="99406" y="93738"/>
                  </a:lnTo>
                  <a:lnTo>
                    <a:pt x="99362" y="93624"/>
                  </a:lnTo>
                  <a:lnTo>
                    <a:pt x="99362" y="93539"/>
                  </a:lnTo>
                  <a:lnTo>
                    <a:pt x="99273" y="93339"/>
                  </a:lnTo>
                  <a:lnTo>
                    <a:pt x="99229" y="93254"/>
                  </a:lnTo>
                  <a:lnTo>
                    <a:pt x="99095" y="93197"/>
                  </a:lnTo>
                  <a:lnTo>
                    <a:pt x="99006" y="93140"/>
                  </a:lnTo>
                  <a:lnTo>
                    <a:pt x="98962" y="93026"/>
                  </a:lnTo>
                  <a:lnTo>
                    <a:pt x="98917" y="92940"/>
                  </a:lnTo>
                  <a:lnTo>
                    <a:pt x="99006" y="92855"/>
                  </a:lnTo>
                  <a:lnTo>
                    <a:pt x="99095" y="92769"/>
                  </a:lnTo>
                  <a:lnTo>
                    <a:pt x="99140" y="92713"/>
                  </a:lnTo>
                  <a:lnTo>
                    <a:pt x="99229" y="92627"/>
                  </a:lnTo>
                  <a:lnTo>
                    <a:pt x="99140" y="92485"/>
                  </a:lnTo>
                  <a:lnTo>
                    <a:pt x="99051" y="92399"/>
                  </a:lnTo>
                  <a:lnTo>
                    <a:pt x="98917" y="92285"/>
                  </a:lnTo>
                  <a:lnTo>
                    <a:pt x="98873" y="92171"/>
                  </a:lnTo>
                  <a:lnTo>
                    <a:pt x="98828" y="92086"/>
                  </a:lnTo>
                  <a:lnTo>
                    <a:pt x="98784" y="92029"/>
                  </a:lnTo>
                  <a:lnTo>
                    <a:pt x="98695" y="91915"/>
                  </a:lnTo>
                  <a:lnTo>
                    <a:pt x="98650" y="91801"/>
                  </a:lnTo>
                  <a:lnTo>
                    <a:pt x="98650" y="91716"/>
                  </a:lnTo>
                  <a:lnTo>
                    <a:pt x="98695" y="91573"/>
                  </a:lnTo>
                  <a:lnTo>
                    <a:pt x="98650" y="91488"/>
                  </a:lnTo>
                  <a:lnTo>
                    <a:pt x="98561" y="91431"/>
                  </a:lnTo>
                  <a:lnTo>
                    <a:pt x="98250" y="91345"/>
                  </a:lnTo>
                  <a:lnTo>
                    <a:pt x="98028" y="91288"/>
                  </a:lnTo>
                  <a:lnTo>
                    <a:pt x="97716" y="91231"/>
                  </a:lnTo>
                  <a:lnTo>
                    <a:pt x="97316" y="91317"/>
                  </a:lnTo>
                  <a:lnTo>
                    <a:pt x="97183" y="91374"/>
                  </a:lnTo>
                  <a:lnTo>
                    <a:pt x="97049" y="91488"/>
                  </a:lnTo>
                  <a:lnTo>
                    <a:pt x="96916" y="91573"/>
                  </a:lnTo>
                  <a:lnTo>
                    <a:pt x="96782" y="91659"/>
                  </a:lnTo>
                  <a:lnTo>
                    <a:pt x="96649" y="91659"/>
                  </a:lnTo>
                  <a:lnTo>
                    <a:pt x="96471" y="91602"/>
                  </a:lnTo>
                  <a:lnTo>
                    <a:pt x="96338" y="91516"/>
                  </a:lnTo>
                  <a:lnTo>
                    <a:pt x="96249" y="91431"/>
                  </a:lnTo>
                  <a:lnTo>
                    <a:pt x="96204" y="91345"/>
                  </a:lnTo>
                  <a:lnTo>
                    <a:pt x="96249" y="91288"/>
                  </a:lnTo>
                  <a:lnTo>
                    <a:pt x="96293" y="91174"/>
                  </a:lnTo>
                  <a:lnTo>
                    <a:pt x="96338" y="91061"/>
                  </a:lnTo>
                  <a:lnTo>
                    <a:pt x="96338" y="90947"/>
                  </a:lnTo>
                  <a:lnTo>
                    <a:pt x="96249" y="90890"/>
                  </a:lnTo>
                  <a:lnTo>
                    <a:pt x="96160" y="90861"/>
                  </a:lnTo>
                  <a:lnTo>
                    <a:pt x="95982" y="90861"/>
                  </a:lnTo>
                  <a:lnTo>
                    <a:pt x="95893" y="90776"/>
                  </a:lnTo>
                  <a:lnTo>
                    <a:pt x="95848" y="90690"/>
                  </a:lnTo>
                  <a:lnTo>
                    <a:pt x="95804" y="90605"/>
                  </a:lnTo>
                  <a:lnTo>
                    <a:pt x="95670" y="90519"/>
                  </a:lnTo>
                  <a:lnTo>
                    <a:pt x="95537" y="90491"/>
                  </a:lnTo>
                  <a:lnTo>
                    <a:pt x="95404" y="90462"/>
                  </a:lnTo>
                  <a:lnTo>
                    <a:pt x="95226" y="90434"/>
                  </a:lnTo>
                  <a:lnTo>
                    <a:pt x="95137" y="90434"/>
                  </a:lnTo>
                  <a:lnTo>
                    <a:pt x="94959" y="90434"/>
                  </a:lnTo>
                  <a:lnTo>
                    <a:pt x="94736" y="90462"/>
                  </a:lnTo>
                  <a:lnTo>
                    <a:pt x="94603" y="90462"/>
                  </a:lnTo>
                  <a:lnTo>
                    <a:pt x="94514" y="90377"/>
                  </a:lnTo>
                  <a:lnTo>
                    <a:pt x="94425" y="90234"/>
                  </a:lnTo>
                  <a:lnTo>
                    <a:pt x="94292" y="90121"/>
                  </a:lnTo>
                  <a:lnTo>
                    <a:pt x="94203" y="90035"/>
                  </a:lnTo>
                  <a:lnTo>
                    <a:pt x="94114" y="89921"/>
                  </a:lnTo>
                  <a:lnTo>
                    <a:pt x="94025" y="89893"/>
                  </a:lnTo>
                  <a:lnTo>
                    <a:pt x="93847" y="89864"/>
                  </a:lnTo>
                  <a:lnTo>
                    <a:pt x="93802" y="89836"/>
                  </a:lnTo>
                  <a:lnTo>
                    <a:pt x="93802" y="89750"/>
                  </a:lnTo>
                  <a:lnTo>
                    <a:pt x="93980" y="89636"/>
                  </a:lnTo>
                  <a:lnTo>
                    <a:pt x="94158" y="89608"/>
                  </a:lnTo>
                  <a:lnTo>
                    <a:pt x="94425" y="89579"/>
                  </a:lnTo>
                  <a:lnTo>
                    <a:pt x="94558" y="89551"/>
                  </a:lnTo>
                  <a:lnTo>
                    <a:pt x="94736" y="89465"/>
                  </a:lnTo>
                  <a:lnTo>
                    <a:pt x="94781" y="89380"/>
                  </a:lnTo>
                  <a:lnTo>
                    <a:pt x="94692" y="89323"/>
                  </a:lnTo>
                  <a:lnTo>
                    <a:pt x="94647" y="89238"/>
                  </a:lnTo>
                  <a:lnTo>
                    <a:pt x="94647" y="89181"/>
                  </a:lnTo>
                  <a:lnTo>
                    <a:pt x="94692" y="89067"/>
                  </a:lnTo>
                  <a:lnTo>
                    <a:pt x="94692" y="88981"/>
                  </a:lnTo>
                  <a:lnTo>
                    <a:pt x="94647" y="88896"/>
                  </a:lnTo>
                  <a:lnTo>
                    <a:pt x="94647" y="88782"/>
                  </a:lnTo>
                  <a:lnTo>
                    <a:pt x="94647" y="88696"/>
                  </a:lnTo>
                  <a:lnTo>
                    <a:pt x="94692" y="88639"/>
                  </a:lnTo>
                  <a:lnTo>
                    <a:pt x="94736" y="88497"/>
                  </a:lnTo>
                  <a:lnTo>
                    <a:pt x="94736" y="88440"/>
                  </a:lnTo>
                  <a:lnTo>
                    <a:pt x="94736" y="88355"/>
                  </a:lnTo>
                  <a:lnTo>
                    <a:pt x="94781" y="88241"/>
                  </a:lnTo>
                  <a:lnTo>
                    <a:pt x="94781" y="88184"/>
                  </a:lnTo>
                  <a:lnTo>
                    <a:pt x="95003" y="88070"/>
                  </a:lnTo>
                  <a:lnTo>
                    <a:pt x="95315" y="87927"/>
                  </a:lnTo>
                  <a:lnTo>
                    <a:pt x="95581" y="87870"/>
                  </a:lnTo>
                  <a:lnTo>
                    <a:pt x="95848" y="87842"/>
                  </a:lnTo>
                  <a:lnTo>
                    <a:pt x="95759" y="87699"/>
                  </a:lnTo>
                  <a:lnTo>
                    <a:pt x="95626" y="87614"/>
                  </a:lnTo>
                  <a:lnTo>
                    <a:pt x="95492" y="87529"/>
                  </a:lnTo>
                  <a:lnTo>
                    <a:pt x="95492" y="87386"/>
                  </a:lnTo>
                  <a:lnTo>
                    <a:pt x="95537" y="87244"/>
                  </a:lnTo>
                  <a:lnTo>
                    <a:pt x="95626" y="87215"/>
                  </a:lnTo>
                  <a:lnTo>
                    <a:pt x="95759" y="87215"/>
                  </a:lnTo>
                  <a:lnTo>
                    <a:pt x="95848" y="87130"/>
                  </a:lnTo>
                  <a:lnTo>
                    <a:pt x="95937" y="87016"/>
                  </a:lnTo>
                  <a:lnTo>
                    <a:pt x="96026" y="86987"/>
                  </a:lnTo>
                  <a:lnTo>
                    <a:pt x="96071" y="87016"/>
                  </a:lnTo>
                  <a:lnTo>
                    <a:pt x="96249" y="87044"/>
                  </a:lnTo>
                  <a:lnTo>
                    <a:pt x="96338" y="87044"/>
                  </a:lnTo>
                  <a:lnTo>
                    <a:pt x="96515" y="87073"/>
                  </a:lnTo>
                  <a:lnTo>
                    <a:pt x="96738" y="87044"/>
                  </a:lnTo>
                  <a:lnTo>
                    <a:pt x="96827" y="86959"/>
                  </a:lnTo>
                  <a:lnTo>
                    <a:pt x="96871" y="86646"/>
                  </a:lnTo>
                  <a:lnTo>
                    <a:pt x="96649" y="86418"/>
                  </a:lnTo>
                  <a:lnTo>
                    <a:pt x="96338" y="86218"/>
                  </a:lnTo>
                  <a:lnTo>
                    <a:pt x="96160" y="86133"/>
                  </a:lnTo>
                  <a:lnTo>
                    <a:pt x="95982" y="85962"/>
                  </a:lnTo>
                  <a:lnTo>
                    <a:pt x="95937" y="85734"/>
                  </a:lnTo>
                  <a:lnTo>
                    <a:pt x="95848" y="85563"/>
                  </a:lnTo>
                  <a:lnTo>
                    <a:pt x="95670" y="85392"/>
                  </a:lnTo>
                  <a:lnTo>
                    <a:pt x="95492" y="85392"/>
                  </a:lnTo>
                  <a:lnTo>
                    <a:pt x="95137" y="85449"/>
                  </a:lnTo>
                  <a:lnTo>
                    <a:pt x="94870" y="85421"/>
                  </a:lnTo>
                  <a:lnTo>
                    <a:pt x="94870" y="85278"/>
                  </a:lnTo>
                  <a:lnTo>
                    <a:pt x="95048" y="85164"/>
                  </a:lnTo>
                  <a:lnTo>
                    <a:pt x="95315" y="85164"/>
                  </a:lnTo>
                  <a:lnTo>
                    <a:pt x="95537" y="85136"/>
                  </a:lnTo>
                  <a:lnTo>
                    <a:pt x="95670" y="84965"/>
                  </a:lnTo>
                  <a:lnTo>
                    <a:pt x="95670" y="84937"/>
                  </a:lnTo>
                  <a:lnTo>
                    <a:pt x="95626" y="84880"/>
                  </a:lnTo>
                  <a:lnTo>
                    <a:pt x="95581" y="84851"/>
                  </a:lnTo>
                  <a:lnTo>
                    <a:pt x="95581" y="84823"/>
                  </a:lnTo>
                  <a:lnTo>
                    <a:pt x="95581" y="84766"/>
                  </a:lnTo>
                  <a:lnTo>
                    <a:pt x="95626" y="84737"/>
                  </a:lnTo>
                  <a:lnTo>
                    <a:pt x="95626" y="84709"/>
                  </a:lnTo>
                  <a:lnTo>
                    <a:pt x="95670" y="84680"/>
                  </a:lnTo>
                  <a:lnTo>
                    <a:pt x="95670" y="84623"/>
                  </a:lnTo>
                  <a:lnTo>
                    <a:pt x="95759" y="84595"/>
                  </a:lnTo>
                  <a:lnTo>
                    <a:pt x="95804" y="84566"/>
                  </a:lnTo>
                  <a:lnTo>
                    <a:pt x="95848" y="84509"/>
                  </a:lnTo>
                  <a:lnTo>
                    <a:pt x="95848" y="84452"/>
                  </a:lnTo>
                  <a:lnTo>
                    <a:pt x="95804" y="84424"/>
                  </a:lnTo>
                  <a:lnTo>
                    <a:pt x="95759" y="84338"/>
                  </a:lnTo>
                  <a:lnTo>
                    <a:pt x="95670" y="84310"/>
                  </a:lnTo>
                  <a:lnTo>
                    <a:pt x="95670" y="84281"/>
                  </a:lnTo>
                  <a:lnTo>
                    <a:pt x="95670" y="84225"/>
                  </a:lnTo>
                  <a:lnTo>
                    <a:pt x="95670" y="84168"/>
                  </a:lnTo>
                  <a:lnTo>
                    <a:pt x="95670" y="84139"/>
                  </a:lnTo>
                  <a:lnTo>
                    <a:pt x="95626" y="84111"/>
                  </a:lnTo>
                  <a:lnTo>
                    <a:pt x="95537" y="84111"/>
                  </a:lnTo>
                  <a:lnTo>
                    <a:pt x="95448" y="84054"/>
                  </a:lnTo>
                  <a:lnTo>
                    <a:pt x="95404" y="84054"/>
                  </a:lnTo>
                  <a:lnTo>
                    <a:pt x="95359" y="84025"/>
                  </a:lnTo>
                  <a:lnTo>
                    <a:pt x="95359" y="83997"/>
                  </a:lnTo>
                  <a:lnTo>
                    <a:pt x="95404" y="83940"/>
                  </a:lnTo>
                  <a:lnTo>
                    <a:pt x="95448" y="83883"/>
                  </a:lnTo>
                  <a:lnTo>
                    <a:pt x="95492" y="83769"/>
                  </a:lnTo>
                  <a:lnTo>
                    <a:pt x="95492" y="83712"/>
                  </a:lnTo>
                  <a:lnTo>
                    <a:pt x="95492" y="83683"/>
                  </a:lnTo>
                  <a:lnTo>
                    <a:pt x="95492" y="83626"/>
                  </a:lnTo>
                  <a:lnTo>
                    <a:pt x="95492" y="83626"/>
                  </a:lnTo>
                  <a:lnTo>
                    <a:pt x="95492" y="83598"/>
                  </a:lnTo>
                  <a:lnTo>
                    <a:pt x="95492" y="83569"/>
                  </a:lnTo>
                  <a:lnTo>
                    <a:pt x="95492" y="83541"/>
                  </a:lnTo>
                  <a:lnTo>
                    <a:pt x="95492" y="83541"/>
                  </a:lnTo>
                  <a:lnTo>
                    <a:pt x="95537" y="83541"/>
                  </a:lnTo>
                  <a:lnTo>
                    <a:pt x="95626" y="83484"/>
                  </a:lnTo>
                  <a:lnTo>
                    <a:pt x="95626" y="83484"/>
                  </a:lnTo>
                  <a:lnTo>
                    <a:pt x="95626" y="83427"/>
                  </a:lnTo>
                  <a:lnTo>
                    <a:pt x="95626" y="83399"/>
                  </a:lnTo>
                  <a:lnTo>
                    <a:pt x="95626" y="83342"/>
                  </a:lnTo>
                  <a:lnTo>
                    <a:pt x="95626" y="83313"/>
                  </a:lnTo>
                  <a:lnTo>
                    <a:pt x="95581" y="83142"/>
                  </a:lnTo>
                  <a:lnTo>
                    <a:pt x="95626" y="83000"/>
                  </a:lnTo>
                  <a:lnTo>
                    <a:pt x="95626" y="82857"/>
                  </a:lnTo>
                  <a:lnTo>
                    <a:pt x="95626" y="82743"/>
                  </a:lnTo>
                  <a:lnTo>
                    <a:pt x="95581" y="82629"/>
                  </a:lnTo>
                  <a:lnTo>
                    <a:pt x="95492" y="82516"/>
                  </a:lnTo>
                  <a:lnTo>
                    <a:pt x="95448" y="82345"/>
                  </a:lnTo>
                  <a:lnTo>
                    <a:pt x="95492" y="82202"/>
                  </a:lnTo>
                  <a:lnTo>
                    <a:pt x="95626" y="82031"/>
                  </a:lnTo>
                  <a:lnTo>
                    <a:pt x="95848" y="82031"/>
                  </a:lnTo>
                  <a:lnTo>
                    <a:pt x="95982" y="82088"/>
                  </a:lnTo>
                  <a:lnTo>
                    <a:pt x="96160" y="82088"/>
                  </a:lnTo>
                  <a:lnTo>
                    <a:pt x="96071" y="81974"/>
                  </a:lnTo>
                  <a:lnTo>
                    <a:pt x="96160" y="81917"/>
                  </a:lnTo>
                  <a:lnTo>
                    <a:pt x="96249" y="81803"/>
                  </a:lnTo>
                  <a:lnTo>
                    <a:pt x="96382" y="81718"/>
                  </a:lnTo>
                  <a:lnTo>
                    <a:pt x="96382" y="81690"/>
                  </a:lnTo>
                  <a:lnTo>
                    <a:pt x="96426" y="81661"/>
                  </a:lnTo>
                  <a:lnTo>
                    <a:pt x="96471" y="81604"/>
                  </a:lnTo>
                  <a:lnTo>
                    <a:pt x="96515" y="81519"/>
                  </a:lnTo>
                  <a:lnTo>
                    <a:pt x="96604" y="81490"/>
                  </a:lnTo>
                  <a:lnTo>
                    <a:pt x="96738" y="81462"/>
                  </a:lnTo>
                  <a:lnTo>
                    <a:pt x="96827" y="81405"/>
                  </a:lnTo>
                  <a:lnTo>
                    <a:pt x="96916" y="81376"/>
                  </a:lnTo>
                  <a:lnTo>
                    <a:pt x="97049" y="81291"/>
                  </a:lnTo>
                  <a:lnTo>
                    <a:pt x="97094" y="81177"/>
                  </a:lnTo>
                  <a:lnTo>
                    <a:pt x="97183" y="81120"/>
                  </a:lnTo>
                  <a:lnTo>
                    <a:pt x="97316" y="81063"/>
                  </a:lnTo>
                  <a:lnTo>
                    <a:pt x="97494" y="81034"/>
                  </a:lnTo>
                  <a:lnTo>
                    <a:pt x="97627" y="80949"/>
                  </a:lnTo>
                  <a:lnTo>
                    <a:pt x="97761" y="80892"/>
                  </a:lnTo>
                  <a:lnTo>
                    <a:pt x="97939" y="80835"/>
                  </a:lnTo>
                  <a:lnTo>
                    <a:pt x="98028" y="80579"/>
                  </a:lnTo>
                  <a:lnTo>
                    <a:pt x="97716" y="80465"/>
                  </a:lnTo>
                  <a:lnTo>
                    <a:pt x="97361" y="80436"/>
                  </a:lnTo>
                  <a:lnTo>
                    <a:pt x="97138" y="80436"/>
                  </a:lnTo>
                  <a:lnTo>
                    <a:pt x="97049" y="80351"/>
                  </a:lnTo>
                  <a:lnTo>
                    <a:pt x="96916" y="80265"/>
                  </a:lnTo>
                  <a:lnTo>
                    <a:pt x="96871" y="80180"/>
                  </a:lnTo>
                  <a:lnTo>
                    <a:pt x="96782" y="80066"/>
                  </a:lnTo>
                  <a:lnTo>
                    <a:pt x="96693" y="80009"/>
                  </a:lnTo>
                  <a:lnTo>
                    <a:pt x="96604" y="79981"/>
                  </a:lnTo>
                  <a:lnTo>
                    <a:pt x="96649" y="79895"/>
                  </a:lnTo>
                  <a:lnTo>
                    <a:pt x="96827" y="79753"/>
                  </a:lnTo>
                  <a:lnTo>
                    <a:pt x="96782" y="79639"/>
                  </a:lnTo>
                  <a:lnTo>
                    <a:pt x="96827" y="79439"/>
                  </a:lnTo>
                  <a:lnTo>
                    <a:pt x="96871" y="79211"/>
                  </a:lnTo>
                  <a:lnTo>
                    <a:pt x="96916" y="79041"/>
                  </a:lnTo>
                  <a:lnTo>
                    <a:pt x="96916" y="78870"/>
                  </a:lnTo>
                  <a:lnTo>
                    <a:pt x="96916" y="78784"/>
                  </a:lnTo>
                  <a:lnTo>
                    <a:pt x="96827" y="78699"/>
                  </a:lnTo>
                  <a:lnTo>
                    <a:pt x="96693" y="78699"/>
                  </a:lnTo>
                  <a:lnTo>
                    <a:pt x="96604" y="78670"/>
                  </a:lnTo>
                  <a:lnTo>
                    <a:pt x="96515" y="78642"/>
                  </a:lnTo>
                  <a:lnTo>
                    <a:pt x="96515" y="78556"/>
                  </a:lnTo>
                  <a:lnTo>
                    <a:pt x="96604" y="78471"/>
                  </a:lnTo>
                  <a:lnTo>
                    <a:pt x="96604" y="78215"/>
                  </a:lnTo>
                  <a:lnTo>
                    <a:pt x="96604" y="78015"/>
                  </a:lnTo>
                  <a:lnTo>
                    <a:pt x="96471" y="77901"/>
                  </a:lnTo>
                  <a:lnTo>
                    <a:pt x="96249" y="77816"/>
                  </a:lnTo>
                  <a:lnTo>
                    <a:pt x="96026" y="77816"/>
                  </a:lnTo>
                  <a:lnTo>
                    <a:pt x="95893" y="77816"/>
                  </a:lnTo>
                  <a:lnTo>
                    <a:pt x="95848" y="77787"/>
                  </a:lnTo>
                  <a:lnTo>
                    <a:pt x="95848" y="77730"/>
                  </a:lnTo>
                  <a:lnTo>
                    <a:pt x="95848" y="77730"/>
                  </a:lnTo>
                  <a:lnTo>
                    <a:pt x="95893" y="77730"/>
                  </a:lnTo>
                  <a:lnTo>
                    <a:pt x="95937" y="77673"/>
                  </a:lnTo>
                  <a:lnTo>
                    <a:pt x="95982" y="77588"/>
                  </a:lnTo>
                  <a:lnTo>
                    <a:pt x="96160" y="77474"/>
                  </a:lnTo>
                  <a:lnTo>
                    <a:pt x="96249" y="77389"/>
                  </a:lnTo>
                  <a:lnTo>
                    <a:pt x="96338" y="77303"/>
                  </a:lnTo>
                  <a:lnTo>
                    <a:pt x="96515" y="77275"/>
                  </a:lnTo>
                  <a:lnTo>
                    <a:pt x="96738" y="77246"/>
                  </a:lnTo>
                  <a:lnTo>
                    <a:pt x="96916" y="77218"/>
                  </a:lnTo>
                  <a:lnTo>
                    <a:pt x="97094" y="77218"/>
                  </a:lnTo>
                  <a:lnTo>
                    <a:pt x="97272" y="77218"/>
                  </a:lnTo>
                  <a:lnTo>
                    <a:pt x="97405" y="77246"/>
                  </a:lnTo>
                  <a:lnTo>
                    <a:pt x="97627" y="77275"/>
                  </a:lnTo>
                  <a:lnTo>
                    <a:pt x="97805" y="77246"/>
                  </a:lnTo>
                  <a:lnTo>
                    <a:pt x="97983" y="77218"/>
                  </a:lnTo>
                  <a:lnTo>
                    <a:pt x="98117" y="77189"/>
                  </a:lnTo>
                  <a:lnTo>
                    <a:pt x="98250" y="77104"/>
                  </a:lnTo>
                  <a:lnTo>
                    <a:pt x="98383" y="76990"/>
                  </a:lnTo>
                  <a:lnTo>
                    <a:pt x="98428" y="76847"/>
                  </a:lnTo>
                  <a:lnTo>
                    <a:pt x="98517" y="76676"/>
                  </a:lnTo>
                  <a:lnTo>
                    <a:pt x="98650" y="76591"/>
                  </a:lnTo>
                  <a:lnTo>
                    <a:pt x="98873" y="76449"/>
                  </a:lnTo>
                  <a:lnTo>
                    <a:pt x="99095" y="76420"/>
                  </a:lnTo>
                  <a:lnTo>
                    <a:pt x="99318" y="76420"/>
                  </a:lnTo>
                  <a:lnTo>
                    <a:pt x="99495" y="76363"/>
                  </a:lnTo>
                  <a:lnTo>
                    <a:pt x="99540" y="76135"/>
                  </a:lnTo>
                  <a:lnTo>
                    <a:pt x="99540" y="75993"/>
                  </a:lnTo>
                  <a:lnTo>
                    <a:pt x="99584" y="75793"/>
                  </a:lnTo>
                  <a:lnTo>
                    <a:pt x="99673" y="75651"/>
                  </a:lnTo>
                  <a:lnTo>
                    <a:pt x="99718" y="75452"/>
                  </a:lnTo>
                  <a:lnTo>
                    <a:pt x="99673" y="75338"/>
                  </a:lnTo>
                  <a:lnTo>
                    <a:pt x="99540" y="75281"/>
                  </a:lnTo>
                  <a:lnTo>
                    <a:pt x="99451" y="75252"/>
                  </a:lnTo>
                  <a:lnTo>
                    <a:pt x="99362" y="75167"/>
                  </a:lnTo>
                  <a:lnTo>
                    <a:pt x="99406" y="75110"/>
                  </a:lnTo>
                  <a:lnTo>
                    <a:pt x="99495" y="75024"/>
                  </a:lnTo>
                  <a:lnTo>
                    <a:pt x="99540" y="74939"/>
                  </a:lnTo>
                  <a:lnTo>
                    <a:pt x="99584" y="74854"/>
                  </a:lnTo>
                  <a:lnTo>
                    <a:pt x="99540" y="74711"/>
                  </a:lnTo>
                  <a:lnTo>
                    <a:pt x="99362" y="74654"/>
                  </a:lnTo>
                  <a:lnTo>
                    <a:pt x="99140" y="74626"/>
                  </a:lnTo>
                  <a:lnTo>
                    <a:pt x="99051" y="74597"/>
                  </a:lnTo>
                  <a:lnTo>
                    <a:pt x="98962" y="74569"/>
                  </a:lnTo>
                  <a:lnTo>
                    <a:pt x="98917" y="74540"/>
                  </a:lnTo>
                  <a:lnTo>
                    <a:pt x="98917" y="74483"/>
                  </a:lnTo>
                  <a:lnTo>
                    <a:pt x="98873" y="74455"/>
                  </a:lnTo>
                  <a:lnTo>
                    <a:pt x="98873" y="74426"/>
                  </a:lnTo>
                  <a:lnTo>
                    <a:pt x="98917" y="74398"/>
                  </a:lnTo>
                  <a:lnTo>
                    <a:pt x="98962" y="74341"/>
                  </a:lnTo>
                  <a:lnTo>
                    <a:pt x="99006" y="74312"/>
                  </a:lnTo>
                  <a:lnTo>
                    <a:pt x="99006" y="74198"/>
                  </a:lnTo>
                  <a:lnTo>
                    <a:pt x="98962" y="74141"/>
                  </a:lnTo>
                  <a:lnTo>
                    <a:pt x="99006" y="74113"/>
                  </a:lnTo>
                  <a:lnTo>
                    <a:pt x="99095" y="74056"/>
                  </a:lnTo>
                  <a:lnTo>
                    <a:pt x="99318" y="73914"/>
                  </a:lnTo>
                  <a:lnTo>
                    <a:pt x="99318" y="73828"/>
                  </a:lnTo>
                  <a:lnTo>
                    <a:pt x="99229" y="73743"/>
                  </a:lnTo>
                  <a:lnTo>
                    <a:pt x="99095" y="73714"/>
                  </a:lnTo>
                  <a:lnTo>
                    <a:pt x="98873" y="73771"/>
                  </a:lnTo>
                  <a:lnTo>
                    <a:pt x="98561" y="73828"/>
                  </a:lnTo>
                  <a:lnTo>
                    <a:pt x="98250" y="73857"/>
                  </a:lnTo>
                  <a:lnTo>
                    <a:pt x="98072" y="73828"/>
                  </a:lnTo>
                  <a:lnTo>
                    <a:pt x="97983" y="73771"/>
                  </a:lnTo>
                  <a:lnTo>
                    <a:pt x="97983" y="73714"/>
                  </a:lnTo>
                  <a:lnTo>
                    <a:pt x="98028" y="73600"/>
                  </a:lnTo>
                  <a:lnTo>
                    <a:pt x="97983" y="73543"/>
                  </a:lnTo>
                  <a:lnTo>
                    <a:pt x="97850" y="73486"/>
                  </a:lnTo>
                  <a:lnTo>
                    <a:pt x="97850" y="73344"/>
                  </a:lnTo>
                  <a:lnTo>
                    <a:pt x="97983" y="73258"/>
                  </a:lnTo>
                  <a:lnTo>
                    <a:pt x="98206" y="73173"/>
                  </a:lnTo>
                  <a:lnTo>
                    <a:pt x="98383" y="73145"/>
                  </a:lnTo>
                  <a:lnTo>
                    <a:pt x="98517" y="73145"/>
                  </a:lnTo>
                  <a:lnTo>
                    <a:pt x="98650" y="73173"/>
                  </a:lnTo>
                  <a:lnTo>
                    <a:pt x="98828" y="73201"/>
                  </a:lnTo>
                  <a:lnTo>
                    <a:pt x="98873" y="73173"/>
                  </a:lnTo>
                  <a:lnTo>
                    <a:pt x="98917" y="73173"/>
                  </a:lnTo>
                  <a:lnTo>
                    <a:pt x="98917" y="73088"/>
                  </a:lnTo>
                  <a:lnTo>
                    <a:pt x="98962" y="73059"/>
                  </a:lnTo>
                  <a:lnTo>
                    <a:pt x="99051" y="73059"/>
                  </a:lnTo>
                  <a:lnTo>
                    <a:pt x="99140" y="73088"/>
                  </a:lnTo>
                  <a:lnTo>
                    <a:pt x="99273" y="73145"/>
                  </a:lnTo>
                  <a:lnTo>
                    <a:pt x="99318" y="73173"/>
                  </a:lnTo>
                  <a:lnTo>
                    <a:pt x="99495" y="73201"/>
                  </a:lnTo>
                  <a:lnTo>
                    <a:pt x="99718" y="73173"/>
                  </a:lnTo>
                  <a:lnTo>
                    <a:pt x="99896" y="73031"/>
                  </a:lnTo>
                  <a:lnTo>
                    <a:pt x="99940" y="72774"/>
                  </a:lnTo>
                  <a:lnTo>
                    <a:pt x="99896" y="72717"/>
                  </a:lnTo>
                  <a:lnTo>
                    <a:pt x="99807" y="72689"/>
                  </a:lnTo>
                  <a:lnTo>
                    <a:pt x="99718" y="72717"/>
                  </a:lnTo>
                  <a:lnTo>
                    <a:pt x="99584" y="72717"/>
                  </a:lnTo>
                  <a:lnTo>
                    <a:pt x="99451" y="72717"/>
                  </a:lnTo>
                  <a:lnTo>
                    <a:pt x="99362" y="72660"/>
                  </a:lnTo>
                  <a:lnTo>
                    <a:pt x="99273" y="72603"/>
                  </a:lnTo>
                  <a:lnTo>
                    <a:pt x="99140" y="72489"/>
                  </a:lnTo>
                  <a:lnTo>
                    <a:pt x="98962" y="72347"/>
                  </a:lnTo>
                  <a:lnTo>
                    <a:pt x="98784" y="72176"/>
                  </a:lnTo>
                  <a:lnTo>
                    <a:pt x="98606" y="72005"/>
                  </a:lnTo>
                  <a:lnTo>
                    <a:pt x="98517" y="71777"/>
                  </a:lnTo>
                  <a:lnTo>
                    <a:pt x="98517" y="71663"/>
                  </a:lnTo>
                  <a:lnTo>
                    <a:pt x="98517" y="71578"/>
                  </a:lnTo>
                  <a:lnTo>
                    <a:pt x="98517" y="71492"/>
                  </a:lnTo>
                  <a:lnTo>
                    <a:pt x="98517" y="71436"/>
                  </a:lnTo>
                  <a:lnTo>
                    <a:pt x="98472" y="71293"/>
                  </a:lnTo>
                  <a:lnTo>
                    <a:pt x="98428" y="71208"/>
                  </a:lnTo>
                  <a:lnTo>
                    <a:pt x="98339" y="71151"/>
                  </a:lnTo>
                  <a:lnTo>
                    <a:pt x="98250" y="71037"/>
                  </a:lnTo>
                  <a:lnTo>
                    <a:pt x="98250" y="70951"/>
                  </a:lnTo>
                  <a:lnTo>
                    <a:pt x="98206" y="70894"/>
                  </a:lnTo>
                  <a:lnTo>
                    <a:pt x="98206" y="70809"/>
                  </a:lnTo>
                  <a:lnTo>
                    <a:pt x="98117" y="70780"/>
                  </a:lnTo>
                  <a:lnTo>
                    <a:pt x="98072" y="70780"/>
                  </a:lnTo>
                  <a:lnTo>
                    <a:pt x="98028" y="70809"/>
                  </a:lnTo>
                  <a:lnTo>
                    <a:pt x="97939" y="70866"/>
                  </a:lnTo>
                  <a:lnTo>
                    <a:pt x="97850" y="70866"/>
                  </a:lnTo>
                  <a:lnTo>
                    <a:pt x="97805" y="70809"/>
                  </a:lnTo>
                  <a:lnTo>
                    <a:pt x="97761" y="70752"/>
                  </a:lnTo>
                  <a:lnTo>
                    <a:pt x="97761" y="70666"/>
                  </a:lnTo>
                  <a:lnTo>
                    <a:pt x="97716" y="70610"/>
                  </a:lnTo>
                  <a:lnTo>
                    <a:pt x="97538" y="70439"/>
                  </a:lnTo>
                  <a:lnTo>
                    <a:pt x="97316" y="70268"/>
                  </a:lnTo>
                  <a:lnTo>
                    <a:pt x="97138" y="70068"/>
                  </a:lnTo>
                  <a:lnTo>
                    <a:pt x="97138" y="69812"/>
                  </a:lnTo>
                  <a:lnTo>
                    <a:pt x="97183" y="69641"/>
                  </a:lnTo>
                  <a:lnTo>
                    <a:pt x="97272" y="69613"/>
                  </a:lnTo>
                  <a:lnTo>
                    <a:pt x="97405" y="69556"/>
                  </a:lnTo>
                  <a:lnTo>
                    <a:pt x="97538" y="69499"/>
                  </a:lnTo>
                  <a:lnTo>
                    <a:pt x="97583" y="69356"/>
                  </a:lnTo>
                  <a:lnTo>
                    <a:pt x="97538" y="69271"/>
                  </a:lnTo>
                  <a:lnTo>
                    <a:pt x="97361" y="69242"/>
                  </a:lnTo>
                  <a:lnTo>
                    <a:pt x="97272" y="69242"/>
                  </a:lnTo>
                  <a:lnTo>
                    <a:pt x="97183" y="69242"/>
                  </a:lnTo>
                  <a:lnTo>
                    <a:pt x="96960" y="69242"/>
                  </a:lnTo>
                  <a:lnTo>
                    <a:pt x="96871" y="69214"/>
                  </a:lnTo>
                  <a:lnTo>
                    <a:pt x="96916" y="69100"/>
                  </a:lnTo>
                  <a:lnTo>
                    <a:pt x="97094" y="68986"/>
                  </a:lnTo>
                  <a:lnTo>
                    <a:pt x="97183" y="68901"/>
                  </a:lnTo>
                  <a:lnTo>
                    <a:pt x="97138" y="68787"/>
                  </a:lnTo>
                  <a:lnTo>
                    <a:pt x="97138" y="68701"/>
                  </a:lnTo>
                  <a:lnTo>
                    <a:pt x="97049" y="68559"/>
                  </a:lnTo>
                  <a:lnTo>
                    <a:pt x="96960" y="68445"/>
                  </a:lnTo>
                  <a:lnTo>
                    <a:pt x="97049" y="68245"/>
                  </a:lnTo>
                  <a:lnTo>
                    <a:pt x="97183" y="68075"/>
                  </a:lnTo>
                  <a:lnTo>
                    <a:pt x="97494" y="67932"/>
                  </a:lnTo>
                  <a:lnTo>
                    <a:pt x="97761" y="67875"/>
                  </a:lnTo>
                  <a:lnTo>
                    <a:pt x="97939" y="67818"/>
                  </a:lnTo>
                  <a:lnTo>
                    <a:pt x="97716" y="67619"/>
                  </a:lnTo>
                  <a:lnTo>
                    <a:pt x="97672" y="67533"/>
                  </a:lnTo>
                  <a:lnTo>
                    <a:pt x="97672" y="67419"/>
                  </a:lnTo>
                  <a:lnTo>
                    <a:pt x="97716" y="67277"/>
                  </a:lnTo>
                  <a:lnTo>
                    <a:pt x="97805" y="67135"/>
                  </a:lnTo>
                  <a:lnTo>
                    <a:pt x="97805" y="66935"/>
                  </a:lnTo>
                  <a:lnTo>
                    <a:pt x="97672" y="66821"/>
                  </a:lnTo>
                  <a:lnTo>
                    <a:pt x="97538" y="66736"/>
                  </a:lnTo>
                  <a:lnTo>
                    <a:pt x="97361" y="66650"/>
                  </a:lnTo>
                  <a:lnTo>
                    <a:pt x="97672" y="66508"/>
                  </a:lnTo>
                  <a:lnTo>
                    <a:pt x="97939" y="66422"/>
                  </a:lnTo>
                  <a:lnTo>
                    <a:pt x="98072" y="66309"/>
                  </a:lnTo>
                  <a:lnTo>
                    <a:pt x="98028" y="66109"/>
                  </a:lnTo>
                  <a:lnTo>
                    <a:pt x="98028" y="66052"/>
                  </a:lnTo>
                  <a:lnTo>
                    <a:pt x="97983" y="65995"/>
                  </a:lnTo>
                  <a:lnTo>
                    <a:pt x="97939" y="65967"/>
                  </a:lnTo>
                  <a:lnTo>
                    <a:pt x="97939" y="65881"/>
                  </a:lnTo>
                  <a:lnTo>
                    <a:pt x="97939" y="65853"/>
                  </a:lnTo>
                  <a:lnTo>
                    <a:pt x="97983" y="65824"/>
                  </a:lnTo>
                  <a:lnTo>
                    <a:pt x="98028" y="65739"/>
                  </a:lnTo>
                  <a:lnTo>
                    <a:pt x="98072" y="65739"/>
                  </a:lnTo>
                  <a:lnTo>
                    <a:pt x="98028" y="65653"/>
                  </a:lnTo>
                  <a:lnTo>
                    <a:pt x="98028" y="65568"/>
                  </a:lnTo>
                  <a:lnTo>
                    <a:pt x="97983" y="65483"/>
                  </a:lnTo>
                  <a:lnTo>
                    <a:pt x="97983" y="65397"/>
                  </a:lnTo>
                  <a:lnTo>
                    <a:pt x="97939" y="65141"/>
                  </a:lnTo>
                  <a:lnTo>
                    <a:pt x="97761" y="65027"/>
                  </a:lnTo>
                  <a:lnTo>
                    <a:pt x="97538" y="64970"/>
                  </a:lnTo>
                  <a:lnTo>
                    <a:pt x="97316" y="64856"/>
                  </a:lnTo>
                  <a:lnTo>
                    <a:pt x="97227" y="64799"/>
                  </a:lnTo>
                  <a:lnTo>
                    <a:pt x="97138" y="64713"/>
                  </a:lnTo>
                  <a:lnTo>
                    <a:pt x="97049" y="64628"/>
                  </a:lnTo>
                  <a:lnTo>
                    <a:pt x="96960" y="64543"/>
                  </a:lnTo>
                  <a:lnTo>
                    <a:pt x="96871" y="64457"/>
                  </a:lnTo>
                  <a:lnTo>
                    <a:pt x="96827" y="64343"/>
                  </a:lnTo>
                  <a:lnTo>
                    <a:pt x="96782" y="64286"/>
                  </a:lnTo>
                  <a:lnTo>
                    <a:pt x="96649" y="64286"/>
                  </a:lnTo>
                  <a:lnTo>
                    <a:pt x="96515" y="64343"/>
                  </a:lnTo>
                  <a:lnTo>
                    <a:pt x="96426" y="64429"/>
                  </a:lnTo>
                  <a:lnTo>
                    <a:pt x="96382" y="64486"/>
                  </a:lnTo>
                  <a:lnTo>
                    <a:pt x="96293" y="64571"/>
                  </a:lnTo>
                  <a:lnTo>
                    <a:pt x="96071" y="64713"/>
                  </a:lnTo>
                  <a:lnTo>
                    <a:pt x="95937" y="64713"/>
                  </a:lnTo>
                  <a:lnTo>
                    <a:pt x="95848" y="64685"/>
                  </a:lnTo>
                  <a:lnTo>
                    <a:pt x="95670" y="64685"/>
                  </a:lnTo>
                  <a:lnTo>
                    <a:pt x="95626" y="64713"/>
                  </a:lnTo>
                  <a:lnTo>
                    <a:pt x="95537" y="64742"/>
                  </a:lnTo>
                  <a:lnTo>
                    <a:pt x="95448" y="64770"/>
                  </a:lnTo>
                  <a:lnTo>
                    <a:pt x="95404" y="64799"/>
                  </a:lnTo>
                  <a:lnTo>
                    <a:pt x="95315" y="64799"/>
                  </a:lnTo>
                  <a:lnTo>
                    <a:pt x="95226" y="64770"/>
                  </a:lnTo>
                  <a:lnTo>
                    <a:pt x="95181" y="64742"/>
                  </a:lnTo>
                  <a:lnTo>
                    <a:pt x="95137" y="64713"/>
                  </a:lnTo>
                  <a:lnTo>
                    <a:pt x="95003" y="64742"/>
                  </a:lnTo>
                  <a:lnTo>
                    <a:pt x="94870" y="64770"/>
                  </a:lnTo>
                  <a:lnTo>
                    <a:pt x="94647" y="64799"/>
                  </a:lnTo>
                  <a:lnTo>
                    <a:pt x="94558" y="64770"/>
                  </a:lnTo>
                  <a:lnTo>
                    <a:pt x="94514" y="64713"/>
                  </a:lnTo>
                  <a:lnTo>
                    <a:pt x="94469" y="64600"/>
                  </a:lnTo>
                  <a:lnTo>
                    <a:pt x="94425" y="64514"/>
                  </a:lnTo>
                  <a:lnTo>
                    <a:pt x="94336" y="64457"/>
                  </a:lnTo>
                  <a:lnTo>
                    <a:pt x="94203" y="64400"/>
                  </a:lnTo>
                  <a:lnTo>
                    <a:pt x="94025" y="64400"/>
                  </a:lnTo>
                  <a:lnTo>
                    <a:pt x="93847" y="64343"/>
                  </a:lnTo>
                  <a:lnTo>
                    <a:pt x="93713" y="64343"/>
                  </a:lnTo>
                  <a:lnTo>
                    <a:pt x="93624" y="64343"/>
                  </a:lnTo>
                  <a:lnTo>
                    <a:pt x="93446" y="64343"/>
                  </a:lnTo>
                  <a:lnTo>
                    <a:pt x="93358" y="64315"/>
                  </a:lnTo>
                  <a:lnTo>
                    <a:pt x="93402" y="64229"/>
                  </a:lnTo>
                  <a:lnTo>
                    <a:pt x="93446" y="64172"/>
                  </a:lnTo>
                  <a:lnTo>
                    <a:pt x="93580" y="64058"/>
                  </a:lnTo>
                  <a:lnTo>
                    <a:pt x="93713" y="63973"/>
                  </a:lnTo>
                  <a:lnTo>
                    <a:pt x="93802" y="63887"/>
                  </a:lnTo>
                  <a:lnTo>
                    <a:pt x="94247" y="63688"/>
                  </a:lnTo>
                  <a:lnTo>
                    <a:pt x="94914" y="63489"/>
                  </a:lnTo>
                  <a:lnTo>
                    <a:pt x="95315" y="63232"/>
                  </a:lnTo>
                  <a:lnTo>
                    <a:pt x="95137" y="62891"/>
                  </a:lnTo>
                  <a:lnTo>
                    <a:pt x="95092" y="62834"/>
                  </a:lnTo>
                  <a:lnTo>
                    <a:pt x="95003" y="62777"/>
                  </a:lnTo>
                  <a:lnTo>
                    <a:pt x="94870" y="62748"/>
                  </a:lnTo>
                  <a:lnTo>
                    <a:pt x="94736" y="62720"/>
                  </a:lnTo>
                  <a:lnTo>
                    <a:pt x="94603" y="62663"/>
                  </a:lnTo>
                  <a:lnTo>
                    <a:pt x="94558" y="62606"/>
                  </a:lnTo>
                  <a:lnTo>
                    <a:pt x="94514" y="62520"/>
                  </a:lnTo>
                  <a:lnTo>
                    <a:pt x="94469" y="62435"/>
                  </a:lnTo>
                  <a:lnTo>
                    <a:pt x="94469" y="62321"/>
                  </a:lnTo>
                  <a:lnTo>
                    <a:pt x="94425" y="62235"/>
                  </a:lnTo>
                  <a:lnTo>
                    <a:pt x="94336" y="62178"/>
                  </a:lnTo>
                  <a:lnTo>
                    <a:pt x="94292" y="62065"/>
                  </a:lnTo>
                  <a:lnTo>
                    <a:pt x="94292" y="61979"/>
                  </a:lnTo>
                  <a:lnTo>
                    <a:pt x="94292" y="61894"/>
                  </a:lnTo>
                  <a:lnTo>
                    <a:pt x="94336" y="61751"/>
                  </a:lnTo>
                  <a:lnTo>
                    <a:pt x="94336" y="61666"/>
                  </a:lnTo>
                  <a:lnTo>
                    <a:pt x="94336" y="61523"/>
                  </a:lnTo>
                  <a:lnTo>
                    <a:pt x="94292" y="61466"/>
                  </a:lnTo>
                  <a:lnTo>
                    <a:pt x="94292" y="61352"/>
                  </a:lnTo>
                  <a:lnTo>
                    <a:pt x="94292" y="61239"/>
                  </a:lnTo>
                  <a:lnTo>
                    <a:pt x="94336" y="61125"/>
                  </a:lnTo>
                  <a:lnTo>
                    <a:pt x="94425" y="61039"/>
                  </a:lnTo>
                  <a:lnTo>
                    <a:pt x="94336" y="60925"/>
                  </a:lnTo>
                  <a:lnTo>
                    <a:pt x="94292" y="60897"/>
                  </a:lnTo>
                  <a:lnTo>
                    <a:pt x="94025" y="60811"/>
                  </a:lnTo>
                  <a:lnTo>
                    <a:pt x="93802" y="60640"/>
                  </a:lnTo>
                  <a:lnTo>
                    <a:pt x="93624" y="60469"/>
                  </a:lnTo>
                  <a:lnTo>
                    <a:pt x="93535" y="60185"/>
                  </a:lnTo>
                  <a:lnTo>
                    <a:pt x="93402" y="59957"/>
                  </a:lnTo>
                  <a:lnTo>
                    <a:pt x="93269" y="59786"/>
                  </a:lnTo>
                  <a:lnTo>
                    <a:pt x="93046" y="59672"/>
                  </a:lnTo>
                  <a:lnTo>
                    <a:pt x="92824" y="59558"/>
                  </a:lnTo>
                  <a:lnTo>
                    <a:pt x="92735" y="59501"/>
                  </a:lnTo>
                  <a:lnTo>
                    <a:pt x="92601" y="59444"/>
                  </a:lnTo>
                  <a:lnTo>
                    <a:pt x="92512" y="59387"/>
                  </a:lnTo>
                  <a:lnTo>
                    <a:pt x="92424" y="59330"/>
                  </a:lnTo>
                  <a:lnTo>
                    <a:pt x="92290" y="59330"/>
                  </a:lnTo>
                  <a:lnTo>
                    <a:pt x="92112" y="59359"/>
                  </a:lnTo>
                  <a:lnTo>
                    <a:pt x="91979" y="59359"/>
                  </a:lnTo>
                  <a:lnTo>
                    <a:pt x="91845" y="59330"/>
                  </a:lnTo>
                  <a:lnTo>
                    <a:pt x="91801" y="59245"/>
                  </a:lnTo>
                  <a:lnTo>
                    <a:pt x="91845" y="59159"/>
                  </a:lnTo>
                  <a:lnTo>
                    <a:pt x="91890" y="59074"/>
                  </a:lnTo>
                  <a:lnTo>
                    <a:pt x="91890" y="58960"/>
                  </a:lnTo>
                  <a:lnTo>
                    <a:pt x="91890" y="58874"/>
                  </a:lnTo>
                  <a:lnTo>
                    <a:pt x="91845" y="58789"/>
                  </a:lnTo>
                  <a:lnTo>
                    <a:pt x="91890" y="58704"/>
                  </a:lnTo>
                  <a:lnTo>
                    <a:pt x="92023" y="58618"/>
                  </a:lnTo>
                  <a:lnTo>
                    <a:pt x="92335" y="58561"/>
                  </a:lnTo>
                  <a:lnTo>
                    <a:pt x="92601" y="58561"/>
                  </a:lnTo>
                  <a:lnTo>
                    <a:pt x="92913" y="58561"/>
                  </a:lnTo>
                  <a:lnTo>
                    <a:pt x="93180" y="58447"/>
                  </a:lnTo>
                  <a:lnTo>
                    <a:pt x="93358" y="58219"/>
                  </a:lnTo>
                  <a:lnTo>
                    <a:pt x="93402" y="58020"/>
                  </a:lnTo>
                  <a:lnTo>
                    <a:pt x="93446" y="57792"/>
                  </a:lnTo>
                  <a:lnTo>
                    <a:pt x="93669" y="57650"/>
                  </a:lnTo>
                  <a:lnTo>
                    <a:pt x="93802" y="57564"/>
                  </a:lnTo>
                  <a:lnTo>
                    <a:pt x="93980" y="57564"/>
                  </a:lnTo>
                  <a:lnTo>
                    <a:pt x="94114" y="57593"/>
                  </a:lnTo>
                  <a:lnTo>
                    <a:pt x="94247" y="57593"/>
                  </a:lnTo>
                  <a:lnTo>
                    <a:pt x="94336" y="57536"/>
                  </a:lnTo>
                  <a:lnTo>
                    <a:pt x="94469" y="57479"/>
                  </a:lnTo>
                  <a:lnTo>
                    <a:pt x="94558" y="57422"/>
                  </a:lnTo>
                  <a:lnTo>
                    <a:pt x="94647" y="57365"/>
                  </a:lnTo>
                  <a:lnTo>
                    <a:pt x="94781" y="57365"/>
                  </a:lnTo>
                  <a:lnTo>
                    <a:pt x="94914" y="57393"/>
                  </a:lnTo>
                  <a:lnTo>
                    <a:pt x="95092" y="57422"/>
                  </a:lnTo>
                  <a:lnTo>
                    <a:pt x="95226" y="57365"/>
                  </a:lnTo>
                  <a:lnTo>
                    <a:pt x="95226" y="57279"/>
                  </a:lnTo>
                  <a:lnTo>
                    <a:pt x="95359" y="57165"/>
                  </a:lnTo>
                  <a:lnTo>
                    <a:pt x="95404" y="57023"/>
                  </a:lnTo>
                  <a:lnTo>
                    <a:pt x="95404" y="56938"/>
                  </a:lnTo>
                  <a:lnTo>
                    <a:pt x="95404" y="56824"/>
                  </a:lnTo>
                  <a:lnTo>
                    <a:pt x="95315" y="56738"/>
                  </a:lnTo>
                  <a:lnTo>
                    <a:pt x="95181" y="56710"/>
                  </a:lnTo>
                  <a:lnTo>
                    <a:pt x="95048" y="56681"/>
                  </a:lnTo>
                  <a:lnTo>
                    <a:pt x="94914" y="56653"/>
                  </a:lnTo>
                  <a:lnTo>
                    <a:pt x="94736" y="56596"/>
                  </a:lnTo>
                  <a:lnTo>
                    <a:pt x="94647" y="56539"/>
                  </a:lnTo>
                  <a:lnTo>
                    <a:pt x="94558" y="56425"/>
                  </a:lnTo>
                  <a:lnTo>
                    <a:pt x="94469" y="56282"/>
                  </a:lnTo>
                  <a:lnTo>
                    <a:pt x="94603" y="56140"/>
                  </a:lnTo>
                  <a:lnTo>
                    <a:pt x="94870" y="55998"/>
                  </a:lnTo>
                  <a:lnTo>
                    <a:pt x="95048" y="55827"/>
                  </a:lnTo>
                  <a:lnTo>
                    <a:pt x="95092" y="55713"/>
                  </a:lnTo>
                  <a:lnTo>
                    <a:pt x="95092" y="55570"/>
                  </a:lnTo>
                  <a:lnTo>
                    <a:pt x="95003" y="55456"/>
                  </a:lnTo>
                  <a:lnTo>
                    <a:pt x="94959" y="55399"/>
                  </a:lnTo>
                  <a:lnTo>
                    <a:pt x="94781" y="55428"/>
                  </a:lnTo>
                  <a:lnTo>
                    <a:pt x="94692" y="55456"/>
                  </a:lnTo>
                  <a:lnTo>
                    <a:pt x="94558" y="55513"/>
                  </a:lnTo>
                  <a:lnTo>
                    <a:pt x="94469" y="55485"/>
                  </a:lnTo>
                  <a:lnTo>
                    <a:pt x="94336" y="55456"/>
                  </a:lnTo>
                  <a:lnTo>
                    <a:pt x="94247" y="55428"/>
                  </a:lnTo>
                  <a:lnTo>
                    <a:pt x="94158" y="55428"/>
                  </a:lnTo>
                  <a:lnTo>
                    <a:pt x="94069" y="55513"/>
                  </a:lnTo>
                  <a:lnTo>
                    <a:pt x="93891" y="55485"/>
                  </a:lnTo>
                  <a:lnTo>
                    <a:pt x="93802" y="55342"/>
                  </a:lnTo>
                  <a:lnTo>
                    <a:pt x="93713" y="55200"/>
                  </a:lnTo>
                  <a:lnTo>
                    <a:pt x="93713" y="55058"/>
                  </a:lnTo>
                  <a:lnTo>
                    <a:pt x="93847" y="55058"/>
                  </a:lnTo>
                  <a:lnTo>
                    <a:pt x="93980" y="55115"/>
                  </a:lnTo>
                  <a:lnTo>
                    <a:pt x="94114" y="55143"/>
                  </a:lnTo>
                  <a:lnTo>
                    <a:pt x="94247" y="55115"/>
                  </a:lnTo>
                  <a:lnTo>
                    <a:pt x="94292" y="54972"/>
                  </a:lnTo>
                  <a:lnTo>
                    <a:pt x="94247" y="54915"/>
                  </a:lnTo>
                  <a:lnTo>
                    <a:pt x="94114" y="54887"/>
                  </a:lnTo>
                  <a:lnTo>
                    <a:pt x="94069" y="54830"/>
                  </a:lnTo>
                  <a:lnTo>
                    <a:pt x="94069" y="54716"/>
                  </a:lnTo>
                  <a:lnTo>
                    <a:pt x="94158" y="54687"/>
                  </a:lnTo>
                  <a:lnTo>
                    <a:pt x="94247" y="54744"/>
                  </a:lnTo>
                  <a:lnTo>
                    <a:pt x="94336" y="54773"/>
                  </a:lnTo>
                  <a:lnTo>
                    <a:pt x="94514" y="54830"/>
                  </a:lnTo>
                  <a:lnTo>
                    <a:pt x="94603" y="54830"/>
                  </a:lnTo>
                  <a:lnTo>
                    <a:pt x="94736" y="54744"/>
                  </a:lnTo>
                  <a:lnTo>
                    <a:pt x="94959" y="54659"/>
                  </a:lnTo>
                  <a:lnTo>
                    <a:pt x="95092" y="54573"/>
                  </a:lnTo>
                  <a:lnTo>
                    <a:pt x="95226" y="54545"/>
                  </a:lnTo>
                  <a:lnTo>
                    <a:pt x="95404" y="54545"/>
                  </a:lnTo>
                  <a:lnTo>
                    <a:pt x="95492" y="54545"/>
                  </a:lnTo>
                  <a:lnTo>
                    <a:pt x="95581" y="54573"/>
                  </a:lnTo>
                  <a:lnTo>
                    <a:pt x="95759" y="54630"/>
                  </a:lnTo>
                  <a:lnTo>
                    <a:pt x="95893" y="54602"/>
                  </a:lnTo>
                  <a:lnTo>
                    <a:pt x="95982" y="54488"/>
                  </a:lnTo>
                  <a:lnTo>
                    <a:pt x="96249" y="54203"/>
                  </a:lnTo>
                  <a:lnTo>
                    <a:pt x="96604" y="54032"/>
                  </a:lnTo>
                  <a:lnTo>
                    <a:pt x="96916" y="53918"/>
                  </a:lnTo>
                  <a:lnTo>
                    <a:pt x="97183" y="53861"/>
                  </a:lnTo>
                  <a:lnTo>
                    <a:pt x="97272" y="53833"/>
                  </a:lnTo>
                  <a:lnTo>
                    <a:pt x="97405" y="53804"/>
                  </a:lnTo>
                  <a:lnTo>
                    <a:pt x="97538" y="53776"/>
                  </a:lnTo>
                  <a:lnTo>
                    <a:pt x="97672" y="53776"/>
                  </a:lnTo>
                  <a:lnTo>
                    <a:pt x="97716" y="53747"/>
                  </a:lnTo>
                  <a:lnTo>
                    <a:pt x="97805" y="53747"/>
                  </a:lnTo>
                  <a:lnTo>
                    <a:pt x="97939" y="53747"/>
                  </a:lnTo>
                  <a:lnTo>
                    <a:pt x="98028" y="53747"/>
                  </a:lnTo>
                  <a:lnTo>
                    <a:pt x="98072" y="53719"/>
                  </a:lnTo>
                  <a:lnTo>
                    <a:pt x="98117" y="53633"/>
                  </a:lnTo>
                  <a:lnTo>
                    <a:pt x="98206" y="53605"/>
                  </a:lnTo>
                  <a:lnTo>
                    <a:pt x="98250" y="53577"/>
                  </a:lnTo>
                  <a:lnTo>
                    <a:pt x="98339" y="53577"/>
                  </a:lnTo>
                  <a:lnTo>
                    <a:pt x="98383" y="53605"/>
                  </a:lnTo>
                  <a:lnTo>
                    <a:pt x="98428" y="53633"/>
                  </a:lnTo>
                  <a:lnTo>
                    <a:pt x="98517" y="53605"/>
                  </a:lnTo>
                  <a:lnTo>
                    <a:pt x="98517" y="53577"/>
                  </a:lnTo>
                  <a:lnTo>
                    <a:pt x="98561" y="53520"/>
                  </a:lnTo>
                  <a:lnTo>
                    <a:pt x="98650" y="53463"/>
                  </a:lnTo>
                  <a:lnTo>
                    <a:pt x="98695" y="53434"/>
                  </a:lnTo>
                  <a:lnTo>
                    <a:pt x="98828" y="53292"/>
                  </a:lnTo>
                  <a:lnTo>
                    <a:pt x="98917" y="53235"/>
                  </a:lnTo>
                  <a:lnTo>
                    <a:pt x="99006" y="53206"/>
                  </a:lnTo>
                  <a:lnTo>
                    <a:pt x="99095" y="53149"/>
                  </a:lnTo>
                  <a:lnTo>
                    <a:pt x="99229" y="53064"/>
                  </a:lnTo>
                  <a:lnTo>
                    <a:pt x="99318" y="53007"/>
                  </a:lnTo>
                  <a:lnTo>
                    <a:pt x="99406" y="52950"/>
                  </a:lnTo>
                  <a:lnTo>
                    <a:pt x="99495" y="52864"/>
                  </a:lnTo>
                  <a:lnTo>
                    <a:pt x="99584" y="52722"/>
                  </a:lnTo>
                  <a:lnTo>
                    <a:pt x="99762" y="52694"/>
                  </a:lnTo>
                  <a:lnTo>
                    <a:pt x="99896" y="52694"/>
                  </a:lnTo>
                  <a:lnTo>
                    <a:pt x="99985" y="52694"/>
                  </a:lnTo>
                  <a:lnTo>
                    <a:pt x="100118" y="52665"/>
                  </a:lnTo>
                  <a:lnTo>
                    <a:pt x="100207" y="52637"/>
                  </a:lnTo>
                  <a:lnTo>
                    <a:pt x="100340" y="52608"/>
                  </a:lnTo>
                  <a:lnTo>
                    <a:pt x="100429" y="52580"/>
                  </a:lnTo>
                  <a:lnTo>
                    <a:pt x="100607" y="52466"/>
                  </a:lnTo>
                  <a:lnTo>
                    <a:pt x="100652" y="52380"/>
                  </a:lnTo>
                  <a:lnTo>
                    <a:pt x="100652" y="52295"/>
                  </a:lnTo>
                  <a:lnTo>
                    <a:pt x="100652" y="52181"/>
                  </a:lnTo>
                  <a:lnTo>
                    <a:pt x="100696" y="52095"/>
                  </a:lnTo>
                  <a:lnTo>
                    <a:pt x="100741" y="51981"/>
                  </a:lnTo>
                  <a:lnTo>
                    <a:pt x="100785" y="51896"/>
                  </a:lnTo>
                  <a:lnTo>
                    <a:pt x="100830" y="51811"/>
                  </a:lnTo>
                  <a:lnTo>
                    <a:pt x="100830" y="51668"/>
                  </a:lnTo>
                  <a:lnTo>
                    <a:pt x="100785" y="51583"/>
                  </a:lnTo>
                  <a:lnTo>
                    <a:pt x="100741" y="51526"/>
                  </a:lnTo>
                  <a:lnTo>
                    <a:pt x="100696" y="51383"/>
                  </a:lnTo>
                  <a:lnTo>
                    <a:pt x="100741" y="51326"/>
                  </a:lnTo>
                  <a:lnTo>
                    <a:pt x="100785" y="51269"/>
                  </a:lnTo>
                  <a:lnTo>
                    <a:pt x="100830" y="51184"/>
                  </a:lnTo>
                  <a:lnTo>
                    <a:pt x="100830" y="51098"/>
                  </a:lnTo>
                  <a:lnTo>
                    <a:pt x="100830" y="51013"/>
                  </a:lnTo>
                  <a:lnTo>
                    <a:pt x="100830" y="50956"/>
                  </a:lnTo>
                  <a:lnTo>
                    <a:pt x="100830" y="50842"/>
                  </a:lnTo>
                  <a:lnTo>
                    <a:pt x="100830" y="50785"/>
                  </a:lnTo>
                  <a:lnTo>
                    <a:pt x="100785" y="50472"/>
                  </a:lnTo>
                  <a:lnTo>
                    <a:pt x="100741" y="50215"/>
                  </a:lnTo>
                  <a:lnTo>
                    <a:pt x="100607" y="49988"/>
                  </a:lnTo>
                  <a:lnTo>
                    <a:pt x="100385" y="49817"/>
                  </a:lnTo>
                  <a:lnTo>
                    <a:pt x="100340" y="49731"/>
                  </a:lnTo>
                  <a:lnTo>
                    <a:pt x="100252" y="49674"/>
                  </a:lnTo>
                  <a:lnTo>
                    <a:pt x="100207" y="49589"/>
                  </a:lnTo>
                  <a:lnTo>
                    <a:pt x="100207" y="49446"/>
                  </a:lnTo>
                  <a:lnTo>
                    <a:pt x="100296" y="49361"/>
                  </a:lnTo>
                  <a:lnTo>
                    <a:pt x="100429" y="49276"/>
                  </a:lnTo>
                  <a:lnTo>
                    <a:pt x="100607" y="49162"/>
                  </a:lnTo>
                  <a:lnTo>
                    <a:pt x="100696" y="49105"/>
                  </a:lnTo>
                  <a:lnTo>
                    <a:pt x="101008" y="49019"/>
                  </a:lnTo>
                  <a:lnTo>
                    <a:pt x="101275" y="48991"/>
                  </a:lnTo>
                  <a:lnTo>
                    <a:pt x="101586" y="48991"/>
                  </a:lnTo>
                  <a:lnTo>
                    <a:pt x="101853" y="48991"/>
                  </a:lnTo>
                  <a:lnTo>
                    <a:pt x="101986" y="48991"/>
                  </a:lnTo>
                  <a:lnTo>
                    <a:pt x="102120" y="48991"/>
                  </a:lnTo>
                  <a:lnTo>
                    <a:pt x="102297" y="48991"/>
                  </a:lnTo>
                  <a:lnTo>
                    <a:pt x="102386" y="48962"/>
                  </a:lnTo>
                  <a:lnTo>
                    <a:pt x="102475" y="48877"/>
                  </a:lnTo>
                  <a:lnTo>
                    <a:pt x="102564" y="48763"/>
                  </a:lnTo>
                  <a:lnTo>
                    <a:pt x="102609" y="48649"/>
                  </a:lnTo>
                  <a:lnTo>
                    <a:pt x="102609" y="48535"/>
                  </a:lnTo>
                  <a:lnTo>
                    <a:pt x="102475" y="48393"/>
                  </a:lnTo>
                  <a:lnTo>
                    <a:pt x="102120" y="48421"/>
                  </a:lnTo>
                  <a:lnTo>
                    <a:pt x="101764" y="48421"/>
                  </a:lnTo>
                  <a:lnTo>
                    <a:pt x="101630" y="48222"/>
                  </a:lnTo>
                  <a:lnTo>
                    <a:pt x="101675" y="48165"/>
                  </a:lnTo>
                  <a:lnTo>
                    <a:pt x="101719" y="48079"/>
                  </a:lnTo>
                  <a:lnTo>
                    <a:pt x="101764" y="47965"/>
                  </a:lnTo>
                  <a:lnTo>
                    <a:pt x="101764" y="47908"/>
                  </a:lnTo>
                  <a:lnTo>
                    <a:pt x="101719" y="47794"/>
                  </a:lnTo>
                  <a:lnTo>
                    <a:pt x="101630" y="47709"/>
                  </a:lnTo>
                  <a:lnTo>
                    <a:pt x="101497" y="47680"/>
                  </a:lnTo>
                  <a:lnTo>
                    <a:pt x="101319" y="47680"/>
                  </a:lnTo>
                  <a:lnTo>
                    <a:pt x="101186" y="47680"/>
                  </a:lnTo>
                  <a:lnTo>
                    <a:pt x="101008" y="47709"/>
                  </a:lnTo>
                  <a:lnTo>
                    <a:pt x="100830" y="47794"/>
                  </a:lnTo>
                  <a:lnTo>
                    <a:pt x="100607" y="47851"/>
                  </a:lnTo>
                  <a:lnTo>
                    <a:pt x="100385" y="47908"/>
                  </a:lnTo>
                  <a:lnTo>
                    <a:pt x="100207" y="47908"/>
                  </a:lnTo>
                  <a:lnTo>
                    <a:pt x="99940" y="47937"/>
                  </a:lnTo>
                  <a:lnTo>
                    <a:pt x="99718" y="48022"/>
                  </a:lnTo>
                  <a:lnTo>
                    <a:pt x="99584" y="48136"/>
                  </a:lnTo>
                  <a:lnTo>
                    <a:pt x="99540" y="48193"/>
                  </a:lnTo>
                  <a:lnTo>
                    <a:pt x="99495" y="48250"/>
                  </a:lnTo>
                  <a:lnTo>
                    <a:pt x="99406" y="48279"/>
                  </a:lnTo>
                  <a:lnTo>
                    <a:pt x="99318" y="48307"/>
                  </a:lnTo>
                  <a:lnTo>
                    <a:pt x="99140" y="48307"/>
                  </a:lnTo>
                  <a:lnTo>
                    <a:pt x="99051" y="48307"/>
                  </a:lnTo>
                  <a:lnTo>
                    <a:pt x="98962" y="48279"/>
                  </a:lnTo>
                  <a:lnTo>
                    <a:pt x="98784" y="48250"/>
                  </a:lnTo>
                  <a:lnTo>
                    <a:pt x="98561" y="48222"/>
                  </a:lnTo>
                  <a:lnTo>
                    <a:pt x="98428" y="48136"/>
                  </a:lnTo>
                  <a:lnTo>
                    <a:pt x="98383" y="47965"/>
                  </a:lnTo>
                  <a:lnTo>
                    <a:pt x="98606" y="47851"/>
                  </a:lnTo>
                  <a:lnTo>
                    <a:pt x="98917" y="47709"/>
                  </a:lnTo>
                  <a:lnTo>
                    <a:pt x="99273" y="47595"/>
                  </a:lnTo>
                  <a:lnTo>
                    <a:pt x="99495" y="47396"/>
                  </a:lnTo>
                  <a:lnTo>
                    <a:pt x="99584" y="47168"/>
                  </a:lnTo>
                  <a:lnTo>
                    <a:pt x="99451" y="47054"/>
                  </a:lnTo>
                  <a:lnTo>
                    <a:pt x="99140" y="47025"/>
                  </a:lnTo>
                  <a:lnTo>
                    <a:pt x="98962" y="46997"/>
                  </a:lnTo>
                  <a:lnTo>
                    <a:pt x="98650" y="46854"/>
                  </a:lnTo>
                  <a:lnTo>
                    <a:pt x="98383" y="46798"/>
                  </a:lnTo>
                  <a:lnTo>
                    <a:pt x="98072" y="46769"/>
                  </a:lnTo>
                  <a:lnTo>
                    <a:pt x="97672" y="46798"/>
                  </a:lnTo>
                  <a:lnTo>
                    <a:pt x="97538" y="46798"/>
                  </a:lnTo>
                  <a:lnTo>
                    <a:pt x="97316" y="46826"/>
                  </a:lnTo>
                  <a:lnTo>
                    <a:pt x="97183" y="46854"/>
                  </a:lnTo>
                  <a:lnTo>
                    <a:pt x="97094" y="46826"/>
                  </a:lnTo>
                  <a:lnTo>
                    <a:pt x="97049" y="46798"/>
                  </a:lnTo>
                  <a:lnTo>
                    <a:pt x="96960" y="46769"/>
                  </a:lnTo>
                  <a:lnTo>
                    <a:pt x="96916" y="46769"/>
                  </a:lnTo>
                  <a:lnTo>
                    <a:pt x="96827" y="46769"/>
                  </a:lnTo>
                  <a:lnTo>
                    <a:pt x="96782" y="46798"/>
                  </a:lnTo>
                  <a:lnTo>
                    <a:pt x="96738" y="46826"/>
                  </a:lnTo>
                  <a:lnTo>
                    <a:pt x="96649" y="46883"/>
                  </a:lnTo>
                  <a:lnTo>
                    <a:pt x="96604" y="46911"/>
                  </a:lnTo>
                  <a:lnTo>
                    <a:pt x="96249" y="47025"/>
                  </a:lnTo>
                  <a:lnTo>
                    <a:pt x="96026" y="46968"/>
                  </a:lnTo>
                  <a:lnTo>
                    <a:pt x="95848" y="46854"/>
                  </a:lnTo>
                  <a:lnTo>
                    <a:pt x="95670" y="46712"/>
                  </a:lnTo>
                  <a:lnTo>
                    <a:pt x="95492" y="46627"/>
                  </a:lnTo>
                  <a:lnTo>
                    <a:pt x="95226" y="46570"/>
                  </a:lnTo>
                  <a:lnTo>
                    <a:pt x="95092" y="46456"/>
                  </a:lnTo>
                  <a:lnTo>
                    <a:pt x="95137" y="46199"/>
                  </a:lnTo>
                  <a:lnTo>
                    <a:pt x="95448" y="45943"/>
                  </a:lnTo>
                  <a:lnTo>
                    <a:pt x="95670" y="45772"/>
                  </a:lnTo>
                  <a:lnTo>
                    <a:pt x="95804" y="45658"/>
                  </a:lnTo>
                  <a:lnTo>
                    <a:pt x="95626" y="45544"/>
                  </a:lnTo>
                  <a:lnTo>
                    <a:pt x="95581" y="45544"/>
                  </a:lnTo>
                  <a:lnTo>
                    <a:pt x="95492" y="45459"/>
                  </a:lnTo>
                  <a:lnTo>
                    <a:pt x="95404" y="45402"/>
                  </a:lnTo>
                  <a:lnTo>
                    <a:pt x="95448" y="45288"/>
                  </a:lnTo>
                  <a:lnTo>
                    <a:pt x="95581" y="45174"/>
                  </a:lnTo>
                  <a:lnTo>
                    <a:pt x="95759" y="45060"/>
                  </a:lnTo>
                  <a:lnTo>
                    <a:pt x="95937" y="44946"/>
                  </a:lnTo>
                  <a:lnTo>
                    <a:pt x="96071" y="44918"/>
                  </a:lnTo>
                  <a:lnTo>
                    <a:pt x="96338" y="44889"/>
                  </a:lnTo>
                  <a:lnTo>
                    <a:pt x="96604" y="44861"/>
                  </a:lnTo>
                  <a:lnTo>
                    <a:pt x="96871" y="44804"/>
                  </a:lnTo>
                  <a:lnTo>
                    <a:pt x="97183" y="44576"/>
                  </a:lnTo>
                  <a:lnTo>
                    <a:pt x="97227" y="44490"/>
                  </a:lnTo>
                  <a:lnTo>
                    <a:pt x="97227" y="44376"/>
                  </a:lnTo>
                  <a:lnTo>
                    <a:pt x="97272" y="44291"/>
                  </a:lnTo>
                  <a:lnTo>
                    <a:pt x="97361" y="44177"/>
                  </a:lnTo>
                  <a:lnTo>
                    <a:pt x="97494" y="44063"/>
                  </a:lnTo>
                  <a:lnTo>
                    <a:pt x="97583" y="44006"/>
                  </a:lnTo>
                  <a:lnTo>
                    <a:pt x="97672" y="43921"/>
                  </a:lnTo>
                  <a:lnTo>
                    <a:pt x="97761" y="43864"/>
                  </a:lnTo>
                  <a:lnTo>
                    <a:pt x="97939" y="43493"/>
                  </a:lnTo>
                  <a:lnTo>
                    <a:pt x="97716" y="43323"/>
                  </a:lnTo>
                  <a:lnTo>
                    <a:pt x="97405" y="43237"/>
                  </a:lnTo>
                  <a:lnTo>
                    <a:pt x="97183" y="43180"/>
                  </a:lnTo>
                  <a:lnTo>
                    <a:pt x="96960" y="43152"/>
                  </a:lnTo>
                  <a:lnTo>
                    <a:pt x="96738" y="43066"/>
                  </a:lnTo>
                  <a:lnTo>
                    <a:pt x="96738" y="42924"/>
                  </a:lnTo>
                  <a:lnTo>
                    <a:pt x="97094" y="42696"/>
                  </a:lnTo>
                  <a:lnTo>
                    <a:pt x="97227" y="42610"/>
                  </a:lnTo>
                  <a:lnTo>
                    <a:pt x="97316" y="42553"/>
                  </a:lnTo>
                  <a:lnTo>
                    <a:pt x="97494" y="42497"/>
                  </a:lnTo>
                  <a:lnTo>
                    <a:pt x="97627" y="42354"/>
                  </a:lnTo>
                  <a:lnTo>
                    <a:pt x="97761" y="42240"/>
                  </a:lnTo>
                  <a:lnTo>
                    <a:pt x="97850" y="42126"/>
                  </a:lnTo>
                  <a:lnTo>
                    <a:pt x="97983" y="42012"/>
                  </a:lnTo>
                  <a:lnTo>
                    <a:pt x="98117" y="41898"/>
                  </a:lnTo>
                  <a:lnTo>
                    <a:pt x="98428" y="41784"/>
                  </a:lnTo>
                  <a:lnTo>
                    <a:pt x="98561" y="41927"/>
                  </a:lnTo>
                  <a:lnTo>
                    <a:pt x="98695" y="42098"/>
                  </a:lnTo>
                  <a:lnTo>
                    <a:pt x="98917" y="42041"/>
                  </a:lnTo>
                  <a:lnTo>
                    <a:pt x="99006" y="41898"/>
                  </a:lnTo>
                  <a:lnTo>
                    <a:pt x="99006" y="41699"/>
                  </a:lnTo>
                  <a:lnTo>
                    <a:pt x="99051" y="41471"/>
                  </a:lnTo>
                  <a:lnTo>
                    <a:pt x="99140" y="41243"/>
                  </a:lnTo>
                  <a:lnTo>
                    <a:pt x="99406" y="41158"/>
                  </a:lnTo>
                  <a:lnTo>
                    <a:pt x="99762" y="41101"/>
                  </a:lnTo>
                  <a:lnTo>
                    <a:pt x="99985" y="41072"/>
                  </a:lnTo>
                  <a:lnTo>
                    <a:pt x="100163" y="40987"/>
                  </a:lnTo>
                  <a:lnTo>
                    <a:pt x="100163" y="40873"/>
                  </a:lnTo>
                  <a:lnTo>
                    <a:pt x="100029" y="40788"/>
                  </a:lnTo>
                  <a:lnTo>
                    <a:pt x="99940" y="40702"/>
                  </a:lnTo>
                  <a:lnTo>
                    <a:pt x="99851" y="40645"/>
                  </a:lnTo>
                  <a:lnTo>
                    <a:pt x="99807" y="40560"/>
                  </a:lnTo>
                  <a:lnTo>
                    <a:pt x="99851" y="40446"/>
                  </a:lnTo>
                  <a:lnTo>
                    <a:pt x="99896" y="40389"/>
                  </a:lnTo>
                  <a:lnTo>
                    <a:pt x="99940" y="40275"/>
                  </a:lnTo>
                  <a:lnTo>
                    <a:pt x="99940" y="40132"/>
                  </a:lnTo>
                  <a:lnTo>
                    <a:pt x="99851" y="40104"/>
                  </a:lnTo>
                  <a:lnTo>
                    <a:pt x="99807" y="40047"/>
                  </a:lnTo>
                  <a:lnTo>
                    <a:pt x="99762" y="39962"/>
                  </a:lnTo>
                  <a:lnTo>
                    <a:pt x="99807" y="39848"/>
                  </a:lnTo>
                  <a:lnTo>
                    <a:pt x="99896" y="39791"/>
                  </a:lnTo>
                  <a:lnTo>
                    <a:pt x="100029" y="39762"/>
                  </a:lnTo>
                  <a:lnTo>
                    <a:pt x="100163" y="39705"/>
                  </a:lnTo>
                  <a:lnTo>
                    <a:pt x="100207" y="39506"/>
                  </a:lnTo>
                  <a:lnTo>
                    <a:pt x="100118" y="39306"/>
                  </a:lnTo>
                  <a:lnTo>
                    <a:pt x="100118" y="39136"/>
                  </a:lnTo>
                  <a:lnTo>
                    <a:pt x="100207" y="38993"/>
                  </a:lnTo>
                  <a:lnTo>
                    <a:pt x="100385" y="38965"/>
                  </a:lnTo>
                  <a:lnTo>
                    <a:pt x="100563" y="38936"/>
                  </a:lnTo>
                  <a:lnTo>
                    <a:pt x="100696" y="38879"/>
                  </a:lnTo>
                  <a:lnTo>
                    <a:pt x="100874" y="38737"/>
                  </a:lnTo>
                  <a:lnTo>
                    <a:pt x="101097" y="38623"/>
                  </a:lnTo>
                  <a:lnTo>
                    <a:pt x="101141" y="38509"/>
                  </a:lnTo>
                  <a:lnTo>
                    <a:pt x="101097" y="38423"/>
                  </a:lnTo>
                  <a:lnTo>
                    <a:pt x="101052" y="38338"/>
                  </a:lnTo>
                  <a:lnTo>
                    <a:pt x="101052" y="38196"/>
                  </a:lnTo>
                  <a:lnTo>
                    <a:pt x="101052" y="38139"/>
                  </a:lnTo>
                  <a:lnTo>
                    <a:pt x="101097" y="38025"/>
                  </a:lnTo>
                  <a:lnTo>
                    <a:pt x="101141" y="37882"/>
                  </a:lnTo>
                  <a:lnTo>
                    <a:pt x="101141" y="37825"/>
                  </a:lnTo>
                  <a:lnTo>
                    <a:pt x="101141" y="37797"/>
                  </a:lnTo>
                  <a:lnTo>
                    <a:pt x="101097" y="37740"/>
                  </a:lnTo>
                  <a:lnTo>
                    <a:pt x="101097" y="37711"/>
                  </a:lnTo>
                  <a:lnTo>
                    <a:pt x="101097" y="37683"/>
                  </a:lnTo>
                  <a:lnTo>
                    <a:pt x="101097" y="37597"/>
                  </a:lnTo>
                  <a:lnTo>
                    <a:pt x="101141" y="37540"/>
                  </a:lnTo>
                  <a:lnTo>
                    <a:pt x="101141" y="37512"/>
                  </a:lnTo>
                  <a:lnTo>
                    <a:pt x="101097" y="37284"/>
                  </a:lnTo>
                  <a:lnTo>
                    <a:pt x="101008" y="37142"/>
                  </a:lnTo>
                  <a:lnTo>
                    <a:pt x="100830" y="36999"/>
                  </a:lnTo>
                  <a:lnTo>
                    <a:pt x="100696" y="36857"/>
                  </a:lnTo>
                  <a:lnTo>
                    <a:pt x="100652" y="36828"/>
                  </a:lnTo>
                  <a:lnTo>
                    <a:pt x="100563" y="36714"/>
                  </a:lnTo>
                  <a:lnTo>
                    <a:pt x="100563" y="36629"/>
                  </a:lnTo>
                  <a:lnTo>
                    <a:pt x="100607" y="36544"/>
                  </a:lnTo>
                  <a:lnTo>
                    <a:pt x="100741" y="36430"/>
                  </a:lnTo>
                  <a:lnTo>
                    <a:pt x="100874" y="36401"/>
                  </a:lnTo>
                  <a:lnTo>
                    <a:pt x="101052" y="36401"/>
                  </a:lnTo>
                  <a:lnTo>
                    <a:pt x="101141" y="36430"/>
                  </a:lnTo>
                  <a:lnTo>
                    <a:pt x="101408" y="36544"/>
                  </a:lnTo>
                  <a:lnTo>
                    <a:pt x="101675" y="36657"/>
                  </a:lnTo>
                  <a:lnTo>
                    <a:pt x="102031" y="36714"/>
                  </a:lnTo>
                  <a:lnTo>
                    <a:pt x="102386" y="36629"/>
                  </a:lnTo>
                  <a:lnTo>
                    <a:pt x="101853" y="36458"/>
                  </a:lnTo>
                  <a:lnTo>
                    <a:pt x="101319" y="36287"/>
                  </a:lnTo>
                  <a:lnTo>
                    <a:pt x="100830" y="36116"/>
                  </a:lnTo>
                  <a:lnTo>
                    <a:pt x="100296" y="35974"/>
                  </a:lnTo>
                  <a:lnTo>
                    <a:pt x="99807" y="35774"/>
                  </a:lnTo>
                  <a:lnTo>
                    <a:pt x="99140" y="35575"/>
                  </a:lnTo>
                  <a:lnTo>
                    <a:pt x="98517" y="35347"/>
                  </a:lnTo>
                  <a:lnTo>
                    <a:pt x="97850" y="35148"/>
                  </a:lnTo>
                  <a:lnTo>
                    <a:pt x="97227" y="34920"/>
                  </a:lnTo>
                  <a:lnTo>
                    <a:pt x="96604" y="34692"/>
                  </a:lnTo>
                  <a:lnTo>
                    <a:pt x="95937" y="34464"/>
                  </a:lnTo>
                  <a:lnTo>
                    <a:pt x="95315" y="34236"/>
                  </a:lnTo>
                  <a:lnTo>
                    <a:pt x="94647" y="34037"/>
                  </a:lnTo>
                  <a:lnTo>
                    <a:pt x="94336" y="33923"/>
                  </a:lnTo>
                  <a:lnTo>
                    <a:pt x="93624" y="33667"/>
                  </a:lnTo>
                  <a:lnTo>
                    <a:pt x="92913" y="33410"/>
                  </a:lnTo>
                  <a:lnTo>
                    <a:pt x="92557" y="33296"/>
                  </a:lnTo>
                  <a:lnTo>
                    <a:pt x="92112" y="33126"/>
                  </a:lnTo>
                  <a:lnTo>
                    <a:pt x="91578" y="32955"/>
                  </a:lnTo>
                  <a:lnTo>
                    <a:pt x="91045" y="32755"/>
                  </a:lnTo>
                  <a:lnTo>
                    <a:pt x="90555" y="32613"/>
                  </a:lnTo>
                  <a:lnTo>
                    <a:pt x="89977" y="32413"/>
                  </a:lnTo>
                  <a:lnTo>
                    <a:pt x="89888" y="32356"/>
                  </a:lnTo>
                  <a:lnTo>
                    <a:pt x="89799" y="32328"/>
                  </a:lnTo>
                  <a:lnTo>
                    <a:pt x="89710" y="32271"/>
                  </a:lnTo>
                  <a:lnTo>
                    <a:pt x="89621" y="32243"/>
                  </a:lnTo>
                  <a:lnTo>
                    <a:pt x="89621" y="32214"/>
                  </a:lnTo>
                  <a:lnTo>
                    <a:pt x="89621" y="32157"/>
                  </a:lnTo>
                  <a:lnTo>
                    <a:pt x="89666" y="32100"/>
                  </a:lnTo>
                  <a:lnTo>
                    <a:pt x="89666" y="32072"/>
                  </a:lnTo>
                  <a:lnTo>
                    <a:pt x="89755" y="31929"/>
                  </a:lnTo>
                  <a:lnTo>
                    <a:pt x="89799" y="31844"/>
                  </a:lnTo>
                  <a:lnTo>
                    <a:pt x="89755" y="31787"/>
                  </a:lnTo>
                  <a:lnTo>
                    <a:pt x="89755" y="31673"/>
                  </a:lnTo>
                  <a:lnTo>
                    <a:pt x="89799" y="31616"/>
                  </a:lnTo>
                  <a:lnTo>
                    <a:pt x="89888" y="31530"/>
                  </a:lnTo>
                  <a:lnTo>
                    <a:pt x="89977" y="31474"/>
                  </a:lnTo>
                  <a:lnTo>
                    <a:pt x="90111" y="31360"/>
                  </a:lnTo>
                  <a:lnTo>
                    <a:pt x="90111" y="31331"/>
                  </a:lnTo>
                  <a:lnTo>
                    <a:pt x="90155" y="31303"/>
                  </a:lnTo>
                  <a:lnTo>
                    <a:pt x="90155" y="31246"/>
                  </a:lnTo>
                  <a:lnTo>
                    <a:pt x="90200" y="31217"/>
                  </a:lnTo>
                  <a:lnTo>
                    <a:pt x="90289" y="31103"/>
                  </a:lnTo>
                  <a:lnTo>
                    <a:pt x="90333" y="31103"/>
                  </a:lnTo>
                  <a:lnTo>
                    <a:pt x="90378" y="31075"/>
                  </a:lnTo>
                  <a:lnTo>
                    <a:pt x="90511" y="31046"/>
                  </a:lnTo>
                  <a:lnTo>
                    <a:pt x="90644" y="30932"/>
                  </a:lnTo>
                  <a:lnTo>
                    <a:pt x="90644" y="30847"/>
                  </a:lnTo>
                  <a:lnTo>
                    <a:pt x="90644" y="30790"/>
                  </a:lnTo>
                  <a:lnTo>
                    <a:pt x="90644" y="30676"/>
                  </a:lnTo>
                  <a:lnTo>
                    <a:pt x="90733" y="30562"/>
                  </a:lnTo>
                  <a:lnTo>
                    <a:pt x="90822" y="30505"/>
                  </a:lnTo>
                  <a:lnTo>
                    <a:pt x="91000" y="30448"/>
                  </a:lnTo>
                  <a:lnTo>
                    <a:pt x="91089" y="30448"/>
                  </a:lnTo>
                  <a:lnTo>
                    <a:pt x="91223" y="30420"/>
                  </a:lnTo>
                  <a:lnTo>
                    <a:pt x="91401" y="30391"/>
                  </a:lnTo>
                  <a:lnTo>
                    <a:pt x="91534" y="30391"/>
                  </a:lnTo>
                  <a:lnTo>
                    <a:pt x="91667" y="30363"/>
                  </a:lnTo>
                  <a:lnTo>
                    <a:pt x="91845" y="30277"/>
                  </a:lnTo>
                  <a:lnTo>
                    <a:pt x="91934" y="30163"/>
                  </a:lnTo>
                  <a:lnTo>
                    <a:pt x="92068" y="30021"/>
                  </a:lnTo>
                  <a:lnTo>
                    <a:pt x="92246" y="29935"/>
                  </a:lnTo>
                  <a:lnTo>
                    <a:pt x="92379" y="29878"/>
                  </a:lnTo>
                  <a:lnTo>
                    <a:pt x="92468" y="29850"/>
                  </a:lnTo>
                  <a:lnTo>
                    <a:pt x="92512" y="29793"/>
                  </a:lnTo>
                  <a:lnTo>
                    <a:pt x="92601" y="29679"/>
                  </a:lnTo>
                  <a:lnTo>
                    <a:pt x="92690" y="29594"/>
                  </a:lnTo>
                  <a:lnTo>
                    <a:pt x="92735" y="29508"/>
                  </a:lnTo>
                  <a:lnTo>
                    <a:pt x="92735" y="29423"/>
                  </a:lnTo>
                  <a:lnTo>
                    <a:pt x="92779" y="29337"/>
                  </a:lnTo>
                  <a:lnTo>
                    <a:pt x="92868" y="29138"/>
                  </a:lnTo>
                  <a:lnTo>
                    <a:pt x="92913" y="29138"/>
                  </a:lnTo>
                  <a:lnTo>
                    <a:pt x="92957" y="29138"/>
                  </a:lnTo>
                  <a:lnTo>
                    <a:pt x="93135" y="29052"/>
                  </a:lnTo>
                  <a:lnTo>
                    <a:pt x="93180" y="28995"/>
                  </a:lnTo>
                  <a:lnTo>
                    <a:pt x="93135" y="28882"/>
                  </a:lnTo>
                  <a:lnTo>
                    <a:pt x="93046" y="28796"/>
                  </a:lnTo>
                  <a:lnTo>
                    <a:pt x="93002" y="28739"/>
                  </a:lnTo>
                  <a:lnTo>
                    <a:pt x="92957" y="28625"/>
                  </a:lnTo>
                  <a:lnTo>
                    <a:pt x="92957" y="28597"/>
                  </a:lnTo>
                  <a:lnTo>
                    <a:pt x="93002" y="28540"/>
                  </a:lnTo>
                  <a:lnTo>
                    <a:pt x="93180" y="28454"/>
                  </a:lnTo>
                  <a:lnTo>
                    <a:pt x="93402" y="28312"/>
                  </a:lnTo>
                  <a:lnTo>
                    <a:pt x="93580" y="28198"/>
                  </a:lnTo>
                  <a:lnTo>
                    <a:pt x="93713" y="28056"/>
                  </a:lnTo>
                  <a:lnTo>
                    <a:pt x="93847" y="27913"/>
                  </a:lnTo>
                  <a:lnTo>
                    <a:pt x="93891" y="27885"/>
                  </a:lnTo>
                  <a:lnTo>
                    <a:pt x="93980" y="27885"/>
                  </a:lnTo>
                  <a:lnTo>
                    <a:pt x="94069" y="27856"/>
                  </a:lnTo>
                  <a:lnTo>
                    <a:pt x="94069" y="27771"/>
                  </a:lnTo>
                  <a:lnTo>
                    <a:pt x="94069" y="27742"/>
                  </a:lnTo>
                  <a:lnTo>
                    <a:pt x="94069" y="27714"/>
                  </a:lnTo>
                  <a:lnTo>
                    <a:pt x="94069" y="27685"/>
                  </a:lnTo>
                  <a:lnTo>
                    <a:pt x="94069" y="27628"/>
                  </a:lnTo>
                  <a:lnTo>
                    <a:pt x="94158" y="27486"/>
                  </a:lnTo>
                  <a:lnTo>
                    <a:pt x="94292" y="27372"/>
                  </a:lnTo>
                  <a:lnTo>
                    <a:pt x="94425" y="27258"/>
                  </a:lnTo>
                  <a:lnTo>
                    <a:pt x="94514" y="27116"/>
                  </a:lnTo>
                  <a:lnTo>
                    <a:pt x="94558" y="26859"/>
                  </a:lnTo>
                  <a:lnTo>
                    <a:pt x="94603" y="26631"/>
                  </a:lnTo>
                  <a:lnTo>
                    <a:pt x="94558" y="26489"/>
                  </a:lnTo>
                  <a:lnTo>
                    <a:pt x="94425" y="26347"/>
                  </a:lnTo>
                  <a:lnTo>
                    <a:pt x="94292" y="26318"/>
                  </a:lnTo>
                  <a:lnTo>
                    <a:pt x="94247" y="26261"/>
                  </a:lnTo>
                  <a:lnTo>
                    <a:pt x="94158" y="26204"/>
                  </a:lnTo>
                  <a:lnTo>
                    <a:pt x="94114" y="26147"/>
                  </a:lnTo>
                  <a:lnTo>
                    <a:pt x="94069" y="26090"/>
                  </a:lnTo>
                  <a:lnTo>
                    <a:pt x="94025" y="26062"/>
                  </a:lnTo>
                  <a:lnTo>
                    <a:pt x="94025" y="26033"/>
                  </a:lnTo>
                  <a:lnTo>
                    <a:pt x="94025" y="25976"/>
                  </a:lnTo>
                  <a:lnTo>
                    <a:pt x="94025" y="25919"/>
                  </a:lnTo>
                  <a:lnTo>
                    <a:pt x="94069" y="25891"/>
                  </a:lnTo>
                  <a:lnTo>
                    <a:pt x="94114" y="25862"/>
                  </a:lnTo>
                  <a:lnTo>
                    <a:pt x="94158" y="25805"/>
                  </a:lnTo>
                  <a:lnTo>
                    <a:pt x="94158" y="25777"/>
                  </a:lnTo>
                  <a:lnTo>
                    <a:pt x="94203" y="25748"/>
                  </a:lnTo>
                  <a:lnTo>
                    <a:pt x="94247" y="25691"/>
                  </a:lnTo>
                  <a:lnTo>
                    <a:pt x="94292" y="25663"/>
                  </a:lnTo>
                  <a:lnTo>
                    <a:pt x="94292" y="25634"/>
                  </a:lnTo>
                  <a:lnTo>
                    <a:pt x="94292" y="25606"/>
                  </a:lnTo>
                  <a:lnTo>
                    <a:pt x="94336" y="25577"/>
                  </a:lnTo>
                  <a:lnTo>
                    <a:pt x="94336" y="25492"/>
                  </a:lnTo>
                  <a:lnTo>
                    <a:pt x="94514" y="25350"/>
                  </a:lnTo>
                  <a:lnTo>
                    <a:pt x="94647" y="25150"/>
                  </a:lnTo>
                  <a:lnTo>
                    <a:pt x="94870" y="25008"/>
                  </a:lnTo>
                  <a:lnTo>
                    <a:pt x="95048" y="24808"/>
                  </a:lnTo>
                  <a:lnTo>
                    <a:pt x="95804" y="24039"/>
                  </a:lnTo>
                  <a:lnTo>
                    <a:pt x="96604" y="23242"/>
                  </a:lnTo>
                  <a:lnTo>
                    <a:pt x="97361" y="22501"/>
                  </a:lnTo>
                  <a:lnTo>
                    <a:pt x="98161" y="21732"/>
                  </a:lnTo>
                  <a:lnTo>
                    <a:pt x="99940" y="19995"/>
                  </a:lnTo>
                  <a:lnTo>
                    <a:pt x="100785" y="19140"/>
                  </a:lnTo>
                  <a:lnTo>
                    <a:pt x="101675" y="18286"/>
                  </a:lnTo>
                  <a:lnTo>
                    <a:pt x="102120" y="17830"/>
                  </a:lnTo>
                  <a:lnTo>
                    <a:pt x="102564" y="17403"/>
                  </a:lnTo>
                  <a:lnTo>
                    <a:pt x="103009" y="16976"/>
                  </a:lnTo>
                  <a:lnTo>
                    <a:pt x="103454" y="16520"/>
                  </a:lnTo>
                  <a:lnTo>
                    <a:pt x="103676" y="16320"/>
                  </a:lnTo>
                  <a:lnTo>
                    <a:pt x="103899" y="16093"/>
                  </a:lnTo>
                  <a:lnTo>
                    <a:pt x="104121" y="15893"/>
                  </a:lnTo>
                  <a:lnTo>
                    <a:pt x="104655" y="15352"/>
                  </a:lnTo>
                  <a:lnTo>
                    <a:pt x="105100" y="14953"/>
                  </a:lnTo>
                  <a:lnTo>
                    <a:pt x="105055" y="14896"/>
                  </a:lnTo>
                  <a:lnTo>
                    <a:pt x="104833" y="14782"/>
                  </a:lnTo>
                  <a:lnTo>
                    <a:pt x="104610" y="14782"/>
                  </a:lnTo>
                  <a:lnTo>
                    <a:pt x="104521" y="14839"/>
                  </a:lnTo>
                  <a:lnTo>
                    <a:pt x="104521" y="14896"/>
                  </a:lnTo>
                  <a:lnTo>
                    <a:pt x="104566" y="14953"/>
                  </a:lnTo>
                  <a:lnTo>
                    <a:pt x="104210" y="14754"/>
                  </a:lnTo>
                  <a:lnTo>
                    <a:pt x="104121" y="14754"/>
                  </a:lnTo>
                  <a:lnTo>
                    <a:pt x="104032" y="14782"/>
                  </a:lnTo>
                  <a:lnTo>
                    <a:pt x="103899" y="14811"/>
                  </a:lnTo>
                  <a:lnTo>
                    <a:pt x="103810" y="14839"/>
                  </a:lnTo>
                  <a:lnTo>
                    <a:pt x="103721" y="14839"/>
                  </a:lnTo>
                  <a:lnTo>
                    <a:pt x="103320" y="14668"/>
                  </a:lnTo>
                  <a:lnTo>
                    <a:pt x="103143" y="14469"/>
                  </a:lnTo>
                  <a:lnTo>
                    <a:pt x="102920" y="13985"/>
                  </a:lnTo>
                  <a:lnTo>
                    <a:pt x="102653" y="13842"/>
                  </a:lnTo>
                  <a:lnTo>
                    <a:pt x="102653" y="13814"/>
                  </a:lnTo>
                  <a:lnTo>
                    <a:pt x="102742" y="13643"/>
                  </a:lnTo>
                  <a:lnTo>
                    <a:pt x="102742" y="13615"/>
                  </a:lnTo>
                  <a:lnTo>
                    <a:pt x="102431" y="13415"/>
                  </a:lnTo>
                  <a:lnTo>
                    <a:pt x="101719" y="13244"/>
                  </a:lnTo>
                  <a:lnTo>
                    <a:pt x="101586" y="13187"/>
                  </a:lnTo>
                  <a:lnTo>
                    <a:pt x="101452" y="12788"/>
                  </a:lnTo>
                  <a:lnTo>
                    <a:pt x="101008" y="12390"/>
                  </a:lnTo>
                  <a:lnTo>
                    <a:pt x="101052" y="12304"/>
                  </a:lnTo>
                  <a:lnTo>
                    <a:pt x="101275" y="12418"/>
                  </a:lnTo>
                  <a:lnTo>
                    <a:pt x="101186" y="12247"/>
                  </a:lnTo>
                  <a:lnTo>
                    <a:pt x="100741" y="12019"/>
                  </a:lnTo>
                  <a:lnTo>
                    <a:pt x="99762" y="10738"/>
                  </a:lnTo>
                  <a:lnTo>
                    <a:pt x="99095" y="9912"/>
                  </a:lnTo>
                  <a:lnTo>
                    <a:pt x="98873" y="9285"/>
                  </a:lnTo>
                  <a:lnTo>
                    <a:pt x="98917" y="8744"/>
                  </a:lnTo>
                  <a:lnTo>
                    <a:pt x="98917" y="8573"/>
                  </a:lnTo>
                  <a:lnTo>
                    <a:pt x="99051" y="8431"/>
                  </a:lnTo>
                  <a:lnTo>
                    <a:pt x="99318" y="8174"/>
                  </a:lnTo>
                  <a:lnTo>
                    <a:pt x="99406" y="8003"/>
                  </a:lnTo>
                  <a:lnTo>
                    <a:pt x="99273" y="7918"/>
                  </a:lnTo>
                  <a:lnTo>
                    <a:pt x="99006" y="7889"/>
                  </a:lnTo>
                  <a:lnTo>
                    <a:pt x="98695" y="8003"/>
                  </a:lnTo>
                  <a:lnTo>
                    <a:pt x="98962" y="7946"/>
                  </a:lnTo>
                  <a:lnTo>
                    <a:pt x="99051" y="7946"/>
                  </a:lnTo>
                  <a:lnTo>
                    <a:pt x="99095" y="7975"/>
                  </a:lnTo>
                  <a:lnTo>
                    <a:pt x="98962" y="8117"/>
                  </a:lnTo>
                  <a:lnTo>
                    <a:pt x="98784" y="8231"/>
                  </a:lnTo>
                  <a:lnTo>
                    <a:pt x="98606" y="8317"/>
                  </a:lnTo>
                  <a:lnTo>
                    <a:pt x="98472" y="8317"/>
                  </a:lnTo>
                  <a:lnTo>
                    <a:pt x="98428" y="8317"/>
                  </a:lnTo>
                  <a:lnTo>
                    <a:pt x="98383" y="8345"/>
                  </a:lnTo>
                  <a:lnTo>
                    <a:pt x="98339" y="8431"/>
                  </a:lnTo>
                  <a:lnTo>
                    <a:pt x="98339" y="8431"/>
                  </a:lnTo>
                  <a:lnTo>
                    <a:pt x="98250" y="8431"/>
                  </a:lnTo>
                  <a:lnTo>
                    <a:pt x="98117" y="8345"/>
                  </a:lnTo>
                  <a:lnTo>
                    <a:pt x="98072" y="8231"/>
                  </a:lnTo>
                  <a:lnTo>
                    <a:pt x="98072" y="8174"/>
                  </a:lnTo>
                  <a:lnTo>
                    <a:pt x="98161" y="8203"/>
                  </a:lnTo>
                  <a:lnTo>
                    <a:pt x="98206" y="8146"/>
                  </a:lnTo>
                  <a:lnTo>
                    <a:pt x="98028" y="8032"/>
                  </a:lnTo>
                  <a:lnTo>
                    <a:pt x="97983" y="8032"/>
                  </a:lnTo>
                  <a:lnTo>
                    <a:pt x="97850" y="8032"/>
                  </a:lnTo>
                  <a:lnTo>
                    <a:pt x="97761" y="8117"/>
                  </a:lnTo>
                  <a:lnTo>
                    <a:pt x="97672" y="8117"/>
                  </a:lnTo>
                  <a:lnTo>
                    <a:pt x="97627" y="8060"/>
                  </a:lnTo>
                  <a:lnTo>
                    <a:pt x="97627" y="8003"/>
                  </a:lnTo>
                  <a:lnTo>
                    <a:pt x="97850" y="7661"/>
                  </a:lnTo>
                  <a:lnTo>
                    <a:pt x="97850" y="7434"/>
                  </a:lnTo>
                  <a:lnTo>
                    <a:pt x="97850" y="7092"/>
                  </a:lnTo>
                  <a:lnTo>
                    <a:pt x="97983" y="6779"/>
                  </a:lnTo>
                  <a:lnTo>
                    <a:pt x="97538" y="6009"/>
                  </a:lnTo>
                  <a:lnTo>
                    <a:pt x="97494" y="5782"/>
                  </a:lnTo>
                  <a:lnTo>
                    <a:pt x="97494" y="5554"/>
                  </a:lnTo>
                  <a:lnTo>
                    <a:pt x="97538" y="5411"/>
                  </a:lnTo>
                  <a:lnTo>
                    <a:pt x="97672" y="4927"/>
                  </a:lnTo>
                  <a:lnTo>
                    <a:pt x="97627" y="4756"/>
                  </a:lnTo>
                  <a:lnTo>
                    <a:pt x="96960" y="4414"/>
                  </a:lnTo>
                  <a:lnTo>
                    <a:pt x="96916" y="4357"/>
                  </a:lnTo>
                  <a:lnTo>
                    <a:pt x="96916" y="4044"/>
                  </a:lnTo>
                  <a:lnTo>
                    <a:pt x="95626" y="3161"/>
                  </a:lnTo>
                  <a:lnTo>
                    <a:pt x="95492" y="2962"/>
                  </a:lnTo>
                  <a:lnTo>
                    <a:pt x="95537" y="2819"/>
                  </a:lnTo>
                  <a:lnTo>
                    <a:pt x="95670" y="3019"/>
                  </a:lnTo>
                  <a:lnTo>
                    <a:pt x="96160" y="3332"/>
                  </a:lnTo>
                  <a:lnTo>
                    <a:pt x="96160" y="3247"/>
                  </a:lnTo>
                  <a:lnTo>
                    <a:pt x="95092" y="2335"/>
                  </a:lnTo>
                  <a:lnTo>
                    <a:pt x="93980" y="1936"/>
                  </a:lnTo>
                  <a:lnTo>
                    <a:pt x="93446" y="1965"/>
                  </a:lnTo>
                  <a:lnTo>
                    <a:pt x="92601" y="1566"/>
                  </a:lnTo>
                  <a:lnTo>
                    <a:pt x="91667" y="996"/>
                  </a:lnTo>
                  <a:lnTo>
                    <a:pt x="91089" y="455"/>
                  </a:lnTo>
                  <a:lnTo>
                    <a:pt x="90956" y="455"/>
                  </a:lnTo>
                  <a:lnTo>
                    <a:pt x="90956" y="484"/>
                  </a:lnTo>
                  <a:lnTo>
                    <a:pt x="90867" y="541"/>
                  </a:lnTo>
                  <a:lnTo>
                    <a:pt x="90733" y="455"/>
                  </a:lnTo>
                  <a:lnTo>
                    <a:pt x="90644" y="427"/>
                  </a:lnTo>
                  <a:lnTo>
                    <a:pt x="90644" y="341"/>
                  </a:lnTo>
                  <a:lnTo>
                    <a:pt x="90689" y="341"/>
                  </a:lnTo>
                  <a:lnTo>
                    <a:pt x="90689" y="341"/>
                  </a:lnTo>
                  <a:lnTo>
                    <a:pt x="90689" y="313"/>
                  </a:lnTo>
                  <a:lnTo>
                    <a:pt x="90733" y="284"/>
                  </a:lnTo>
                  <a:lnTo>
                    <a:pt x="90378" y="56"/>
                  </a:lnTo>
                  <a:lnTo>
                    <a:pt x="90333" y="0"/>
                  </a:lnTo>
                  <a:lnTo>
                    <a:pt x="88910" y="1224"/>
                  </a:lnTo>
                  <a:lnTo>
                    <a:pt x="87442" y="2421"/>
                  </a:lnTo>
                  <a:lnTo>
                    <a:pt x="85974" y="3674"/>
                  </a:lnTo>
                  <a:lnTo>
                    <a:pt x="84507" y="4870"/>
                  </a:lnTo>
                  <a:lnTo>
                    <a:pt x="83083" y="6095"/>
                  </a:lnTo>
                  <a:lnTo>
                    <a:pt x="81571" y="7348"/>
                  </a:lnTo>
                  <a:lnTo>
                    <a:pt x="80148" y="8544"/>
                  </a:lnTo>
                  <a:lnTo>
                    <a:pt x="78724" y="9769"/>
                  </a:lnTo>
                  <a:lnTo>
                    <a:pt x="77212" y="11023"/>
                  </a:lnTo>
                  <a:lnTo>
                    <a:pt x="75789" y="12219"/>
                  </a:lnTo>
                  <a:lnTo>
                    <a:pt x="74366" y="13472"/>
                  </a:lnTo>
                  <a:lnTo>
                    <a:pt x="72898" y="14697"/>
                  </a:lnTo>
                  <a:lnTo>
                    <a:pt x="71430" y="15922"/>
                  </a:lnTo>
                  <a:lnTo>
                    <a:pt x="70007" y="17175"/>
                  </a:lnTo>
                  <a:lnTo>
                    <a:pt x="68539" y="18400"/>
                  </a:lnTo>
                  <a:lnTo>
                    <a:pt x="67116" y="19653"/>
                  </a:lnTo>
                  <a:lnTo>
                    <a:pt x="65693" y="20878"/>
                  </a:lnTo>
                  <a:lnTo>
                    <a:pt x="64269" y="22103"/>
                  </a:lnTo>
                  <a:lnTo>
                    <a:pt x="62802" y="23356"/>
                  </a:lnTo>
                  <a:lnTo>
                    <a:pt x="61378" y="24581"/>
                  </a:lnTo>
                  <a:lnTo>
                    <a:pt x="59955" y="25805"/>
                  </a:lnTo>
                  <a:lnTo>
                    <a:pt x="58487" y="27059"/>
                  </a:lnTo>
                  <a:lnTo>
                    <a:pt x="57064" y="28283"/>
                  </a:lnTo>
                  <a:lnTo>
                    <a:pt x="55641" y="29565"/>
                  </a:lnTo>
                  <a:lnTo>
                    <a:pt x="54262" y="30790"/>
                  </a:lnTo>
                  <a:lnTo>
                    <a:pt x="52794" y="32043"/>
                  </a:lnTo>
                  <a:lnTo>
                    <a:pt x="51371" y="33296"/>
                  </a:lnTo>
                  <a:lnTo>
                    <a:pt x="49948" y="34521"/>
                  </a:lnTo>
                  <a:lnTo>
                    <a:pt x="48569" y="35774"/>
                  </a:lnTo>
                  <a:lnTo>
                    <a:pt x="47101" y="37028"/>
                  </a:lnTo>
                  <a:lnTo>
                    <a:pt x="45722" y="38281"/>
                  </a:lnTo>
                  <a:lnTo>
                    <a:pt x="44299" y="39534"/>
                  </a:lnTo>
                  <a:lnTo>
                    <a:pt x="42920" y="40788"/>
                  </a:lnTo>
                  <a:lnTo>
                    <a:pt x="41452" y="42012"/>
                  </a:lnTo>
                  <a:lnTo>
                    <a:pt x="40074" y="43294"/>
                  </a:lnTo>
                  <a:lnTo>
                    <a:pt x="38650" y="44547"/>
                  </a:lnTo>
                  <a:lnTo>
                    <a:pt x="37272" y="45772"/>
                  </a:lnTo>
                  <a:lnTo>
                    <a:pt x="35804" y="47054"/>
                  </a:lnTo>
                  <a:lnTo>
                    <a:pt x="34425" y="48307"/>
                  </a:lnTo>
                  <a:lnTo>
                    <a:pt x="33046" y="49560"/>
                  </a:lnTo>
                  <a:lnTo>
                    <a:pt x="31667" y="50814"/>
                  </a:lnTo>
                  <a:lnTo>
                    <a:pt x="30244" y="52095"/>
                  </a:lnTo>
                  <a:lnTo>
                    <a:pt x="28821" y="53349"/>
                  </a:lnTo>
                  <a:lnTo>
                    <a:pt x="27442" y="54602"/>
                  </a:lnTo>
                  <a:lnTo>
                    <a:pt x="26063" y="55855"/>
                  </a:lnTo>
                  <a:lnTo>
                    <a:pt x="24684" y="57137"/>
                  </a:lnTo>
                  <a:lnTo>
                    <a:pt x="23306" y="58390"/>
                  </a:lnTo>
                  <a:lnTo>
                    <a:pt x="21927" y="59672"/>
                  </a:lnTo>
                  <a:lnTo>
                    <a:pt x="20504" y="60925"/>
                  </a:lnTo>
                  <a:lnTo>
                    <a:pt x="19125" y="62207"/>
                  </a:lnTo>
                  <a:lnTo>
                    <a:pt x="16367" y="64742"/>
                  </a:lnTo>
                  <a:lnTo>
                    <a:pt x="14988" y="65995"/>
                  </a:lnTo>
                  <a:lnTo>
                    <a:pt x="13610" y="67277"/>
                  </a:lnTo>
                  <a:lnTo>
                    <a:pt x="12231" y="68530"/>
                  </a:lnTo>
                  <a:lnTo>
                    <a:pt x="10852" y="69812"/>
                  </a:lnTo>
                  <a:lnTo>
                    <a:pt x="9473" y="71094"/>
                  </a:lnTo>
                  <a:lnTo>
                    <a:pt x="8139" y="72375"/>
                  </a:lnTo>
                  <a:lnTo>
                    <a:pt x="6760" y="73629"/>
                  </a:lnTo>
                  <a:lnTo>
                    <a:pt x="5381" y="74910"/>
                  </a:lnTo>
                  <a:lnTo>
                    <a:pt x="4047" y="76221"/>
                  </a:lnTo>
                  <a:lnTo>
                    <a:pt x="2624" y="77474"/>
                  </a:lnTo>
                  <a:lnTo>
                    <a:pt x="1289" y="78756"/>
                  </a:lnTo>
                  <a:lnTo>
                    <a:pt x="0" y="79952"/>
                  </a:lnTo>
                  <a:lnTo>
                    <a:pt x="2357" y="82060"/>
                  </a:lnTo>
                  <a:lnTo>
                    <a:pt x="3558" y="81519"/>
                  </a:lnTo>
                  <a:lnTo>
                    <a:pt x="5515" y="83911"/>
                  </a:lnTo>
                  <a:lnTo>
                    <a:pt x="8895" y="83342"/>
                  </a:lnTo>
                  <a:lnTo>
                    <a:pt x="13076" y="84737"/>
                  </a:lnTo>
                  <a:lnTo>
                    <a:pt x="12942" y="85051"/>
                  </a:lnTo>
                  <a:lnTo>
                    <a:pt x="9962" y="86816"/>
                  </a:lnTo>
                  <a:lnTo>
                    <a:pt x="10007" y="87984"/>
                  </a:lnTo>
                  <a:lnTo>
                    <a:pt x="13209" y="89238"/>
                  </a:lnTo>
                  <a:lnTo>
                    <a:pt x="16456" y="90434"/>
                  </a:lnTo>
                  <a:lnTo>
                    <a:pt x="19747" y="91602"/>
                  </a:lnTo>
                  <a:lnTo>
                    <a:pt x="22994" y="92826"/>
                  </a:lnTo>
                  <a:lnTo>
                    <a:pt x="26286" y="93966"/>
                  </a:lnTo>
                  <a:lnTo>
                    <a:pt x="29577" y="95134"/>
                  </a:lnTo>
                  <a:lnTo>
                    <a:pt x="32913" y="96244"/>
                  </a:lnTo>
                  <a:lnTo>
                    <a:pt x="36204" y="97384"/>
                  </a:lnTo>
                  <a:lnTo>
                    <a:pt x="39540" y="98495"/>
                  </a:lnTo>
                  <a:lnTo>
                    <a:pt x="42920" y="99577"/>
                  </a:lnTo>
                  <a:lnTo>
                    <a:pt x="46256" y="100659"/>
                  </a:lnTo>
                  <a:lnTo>
                    <a:pt x="49681" y="101713"/>
                  </a:lnTo>
                  <a:lnTo>
                    <a:pt x="53061" y="102767"/>
                  </a:lnTo>
                  <a:lnTo>
                    <a:pt x="56486" y="103821"/>
                  </a:lnTo>
                  <a:lnTo>
                    <a:pt x="59955" y="104818"/>
                  </a:lnTo>
                  <a:lnTo>
                    <a:pt x="63335" y="105843"/>
                  </a:lnTo>
                  <a:lnTo>
                    <a:pt x="66805" y="106812"/>
                  </a:lnTo>
                  <a:lnTo>
                    <a:pt x="70274" y="107809"/>
                  </a:lnTo>
                  <a:lnTo>
                    <a:pt x="73743" y="108777"/>
                  </a:lnTo>
                  <a:lnTo>
                    <a:pt x="77212" y="109746"/>
                  </a:lnTo>
                  <a:lnTo>
                    <a:pt x="80726" y="110657"/>
                  </a:lnTo>
                  <a:lnTo>
                    <a:pt x="84240" y="111568"/>
                  </a:lnTo>
                  <a:lnTo>
                    <a:pt x="87753" y="112480"/>
                  </a:lnTo>
                  <a:lnTo>
                    <a:pt x="91356" y="113391"/>
                  </a:lnTo>
                  <a:lnTo>
                    <a:pt x="94870" y="114274"/>
                  </a:lnTo>
                  <a:lnTo>
                    <a:pt x="98428" y="115129"/>
                  </a:lnTo>
                  <a:lnTo>
                    <a:pt x="101986" y="115983"/>
                  </a:lnTo>
                  <a:lnTo>
                    <a:pt x="105589" y="116809"/>
                  </a:lnTo>
                  <a:lnTo>
                    <a:pt x="109147" y="117635"/>
                  </a:lnTo>
                  <a:lnTo>
                    <a:pt x="112794" y="118433"/>
                  </a:lnTo>
                  <a:lnTo>
                    <a:pt x="116397" y="119202"/>
                  </a:lnTo>
                  <a:lnTo>
                    <a:pt x="120000" y="120000"/>
                  </a:lnTo>
                  <a:lnTo>
                    <a:pt x="120000" y="119715"/>
                  </a:lnTo>
                  <a:lnTo>
                    <a:pt x="119866" y="11957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Shape 4956"/>
            <p:cNvSpPr/>
            <p:nvPr/>
          </p:nvSpPr>
          <p:spPr>
            <a:xfrm>
              <a:off x="8668007" y="3689694"/>
              <a:ext cx="28575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88" y="44210"/>
                  </a:moveTo>
                  <a:lnTo>
                    <a:pt x="13333" y="44210"/>
                  </a:lnTo>
                  <a:lnTo>
                    <a:pt x="17777" y="44210"/>
                  </a:lnTo>
                  <a:lnTo>
                    <a:pt x="22222" y="41052"/>
                  </a:lnTo>
                  <a:lnTo>
                    <a:pt x="22222" y="47368"/>
                  </a:lnTo>
                  <a:lnTo>
                    <a:pt x="20000" y="56842"/>
                  </a:lnTo>
                  <a:lnTo>
                    <a:pt x="20000" y="66315"/>
                  </a:lnTo>
                  <a:lnTo>
                    <a:pt x="20000" y="82105"/>
                  </a:lnTo>
                  <a:lnTo>
                    <a:pt x="22222" y="97894"/>
                  </a:lnTo>
                  <a:lnTo>
                    <a:pt x="26666" y="113684"/>
                  </a:lnTo>
                  <a:lnTo>
                    <a:pt x="35555" y="116842"/>
                  </a:lnTo>
                  <a:lnTo>
                    <a:pt x="44444" y="113684"/>
                  </a:lnTo>
                  <a:lnTo>
                    <a:pt x="66666" y="91578"/>
                  </a:lnTo>
                  <a:lnTo>
                    <a:pt x="77777" y="88421"/>
                  </a:lnTo>
                  <a:lnTo>
                    <a:pt x="86666" y="94736"/>
                  </a:lnTo>
                  <a:lnTo>
                    <a:pt x="104444" y="120000"/>
                  </a:lnTo>
                  <a:lnTo>
                    <a:pt x="120000" y="116842"/>
                  </a:lnTo>
                  <a:lnTo>
                    <a:pt x="120000" y="97894"/>
                  </a:lnTo>
                  <a:lnTo>
                    <a:pt x="120000" y="82105"/>
                  </a:lnTo>
                  <a:lnTo>
                    <a:pt x="113333" y="66315"/>
                  </a:lnTo>
                  <a:lnTo>
                    <a:pt x="104444" y="50526"/>
                  </a:lnTo>
                  <a:lnTo>
                    <a:pt x="97777" y="18947"/>
                  </a:lnTo>
                  <a:lnTo>
                    <a:pt x="91111" y="9473"/>
                  </a:lnTo>
                  <a:lnTo>
                    <a:pt x="77777" y="0"/>
                  </a:lnTo>
                  <a:lnTo>
                    <a:pt x="55555" y="9473"/>
                  </a:lnTo>
                  <a:lnTo>
                    <a:pt x="11111" y="28421"/>
                  </a:lnTo>
                  <a:lnTo>
                    <a:pt x="0" y="41052"/>
                  </a:lnTo>
                  <a:lnTo>
                    <a:pt x="2222" y="44210"/>
                  </a:lnTo>
                  <a:lnTo>
                    <a:pt x="8888" y="4421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Shape 4957"/>
            <p:cNvSpPr/>
            <p:nvPr/>
          </p:nvSpPr>
          <p:spPr>
            <a:xfrm>
              <a:off x="8668007" y="3689694"/>
              <a:ext cx="28575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88" y="44210"/>
                  </a:moveTo>
                  <a:lnTo>
                    <a:pt x="13333" y="44210"/>
                  </a:lnTo>
                  <a:lnTo>
                    <a:pt x="17777" y="44210"/>
                  </a:lnTo>
                  <a:lnTo>
                    <a:pt x="22222" y="41052"/>
                  </a:lnTo>
                  <a:lnTo>
                    <a:pt x="22222" y="47368"/>
                  </a:lnTo>
                  <a:lnTo>
                    <a:pt x="20000" y="56842"/>
                  </a:lnTo>
                  <a:lnTo>
                    <a:pt x="20000" y="66315"/>
                  </a:lnTo>
                  <a:lnTo>
                    <a:pt x="20000" y="82105"/>
                  </a:lnTo>
                  <a:lnTo>
                    <a:pt x="22222" y="97894"/>
                  </a:lnTo>
                  <a:lnTo>
                    <a:pt x="26666" y="113684"/>
                  </a:lnTo>
                  <a:lnTo>
                    <a:pt x="35555" y="116842"/>
                  </a:lnTo>
                  <a:lnTo>
                    <a:pt x="44444" y="113684"/>
                  </a:lnTo>
                  <a:lnTo>
                    <a:pt x="66666" y="91578"/>
                  </a:lnTo>
                  <a:lnTo>
                    <a:pt x="77777" y="88421"/>
                  </a:lnTo>
                  <a:lnTo>
                    <a:pt x="86666" y="94736"/>
                  </a:lnTo>
                  <a:lnTo>
                    <a:pt x="104444" y="120000"/>
                  </a:lnTo>
                  <a:lnTo>
                    <a:pt x="120000" y="116842"/>
                  </a:lnTo>
                  <a:lnTo>
                    <a:pt x="120000" y="97894"/>
                  </a:lnTo>
                  <a:lnTo>
                    <a:pt x="120000" y="82105"/>
                  </a:lnTo>
                  <a:lnTo>
                    <a:pt x="113333" y="66315"/>
                  </a:lnTo>
                  <a:lnTo>
                    <a:pt x="104444" y="50526"/>
                  </a:lnTo>
                  <a:lnTo>
                    <a:pt x="97777" y="18947"/>
                  </a:lnTo>
                  <a:lnTo>
                    <a:pt x="91111" y="9473"/>
                  </a:lnTo>
                  <a:lnTo>
                    <a:pt x="77777" y="0"/>
                  </a:lnTo>
                  <a:lnTo>
                    <a:pt x="55555" y="9473"/>
                  </a:lnTo>
                  <a:lnTo>
                    <a:pt x="11111" y="28421"/>
                  </a:lnTo>
                  <a:lnTo>
                    <a:pt x="0" y="41052"/>
                  </a:lnTo>
                  <a:lnTo>
                    <a:pt x="2222" y="44210"/>
                  </a:lnTo>
                  <a:lnTo>
                    <a:pt x="8888" y="4421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Shape 4958"/>
            <p:cNvSpPr/>
            <p:nvPr/>
          </p:nvSpPr>
          <p:spPr>
            <a:xfrm>
              <a:off x="9938007" y="6148732"/>
              <a:ext cx="1084262" cy="21653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lnTo>
                    <a:pt x="117420" y="120000"/>
                  </a:lnTo>
                  <a:lnTo>
                    <a:pt x="114313" y="119941"/>
                  </a:lnTo>
                  <a:lnTo>
                    <a:pt x="111265" y="119882"/>
                  </a:lnTo>
                  <a:lnTo>
                    <a:pt x="108216" y="119853"/>
                  </a:lnTo>
                  <a:lnTo>
                    <a:pt x="105109" y="119823"/>
                  </a:lnTo>
                  <a:lnTo>
                    <a:pt x="102061" y="119765"/>
                  </a:lnTo>
                  <a:lnTo>
                    <a:pt x="99013" y="119735"/>
                  </a:lnTo>
                  <a:lnTo>
                    <a:pt x="95906" y="119647"/>
                  </a:lnTo>
                  <a:lnTo>
                    <a:pt x="92857" y="119589"/>
                  </a:lnTo>
                  <a:lnTo>
                    <a:pt x="89809" y="119530"/>
                  </a:lnTo>
                  <a:lnTo>
                    <a:pt x="86702" y="119471"/>
                  </a:lnTo>
                  <a:lnTo>
                    <a:pt x="83712" y="119413"/>
                  </a:lnTo>
                  <a:lnTo>
                    <a:pt x="82833" y="119354"/>
                  </a:lnTo>
                  <a:lnTo>
                    <a:pt x="80664" y="119295"/>
                  </a:lnTo>
                  <a:lnTo>
                    <a:pt x="77616" y="119237"/>
                  </a:lnTo>
                  <a:lnTo>
                    <a:pt x="74509" y="119149"/>
                  </a:lnTo>
                  <a:lnTo>
                    <a:pt x="71460" y="119031"/>
                  </a:lnTo>
                  <a:lnTo>
                    <a:pt x="68412" y="118943"/>
                  </a:lnTo>
                  <a:lnTo>
                    <a:pt x="65305" y="118855"/>
                  </a:lnTo>
                  <a:lnTo>
                    <a:pt x="62256" y="118738"/>
                  </a:lnTo>
                  <a:lnTo>
                    <a:pt x="59208" y="118650"/>
                  </a:lnTo>
                  <a:lnTo>
                    <a:pt x="56160" y="118533"/>
                  </a:lnTo>
                  <a:lnTo>
                    <a:pt x="53111" y="118415"/>
                  </a:lnTo>
                  <a:lnTo>
                    <a:pt x="50063" y="118298"/>
                  </a:lnTo>
                  <a:lnTo>
                    <a:pt x="46956" y="118151"/>
                  </a:lnTo>
                  <a:lnTo>
                    <a:pt x="43908" y="118034"/>
                  </a:lnTo>
                  <a:lnTo>
                    <a:pt x="40918" y="117887"/>
                  </a:lnTo>
                  <a:lnTo>
                    <a:pt x="37870" y="117770"/>
                  </a:lnTo>
                  <a:lnTo>
                    <a:pt x="34763" y="117652"/>
                  </a:lnTo>
                  <a:lnTo>
                    <a:pt x="31714" y="117476"/>
                  </a:lnTo>
                  <a:lnTo>
                    <a:pt x="28724" y="117300"/>
                  </a:lnTo>
                  <a:lnTo>
                    <a:pt x="25617" y="117183"/>
                  </a:lnTo>
                  <a:lnTo>
                    <a:pt x="22569" y="117007"/>
                  </a:lnTo>
                  <a:lnTo>
                    <a:pt x="19579" y="116860"/>
                  </a:lnTo>
                  <a:lnTo>
                    <a:pt x="16472" y="116684"/>
                  </a:lnTo>
                  <a:lnTo>
                    <a:pt x="13424" y="116508"/>
                  </a:lnTo>
                  <a:lnTo>
                    <a:pt x="10434" y="116332"/>
                  </a:lnTo>
                  <a:lnTo>
                    <a:pt x="7386" y="116156"/>
                  </a:lnTo>
                  <a:lnTo>
                    <a:pt x="4338" y="115980"/>
                  </a:lnTo>
                  <a:lnTo>
                    <a:pt x="1289" y="115775"/>
                  </a:lnTo>
                  <a:lnTo>
                    <a:pt x="0" y="115716"/>
                  </a:lnTo>
                  <a:lnTo>
                    <a:pt x="0" y="115628"/>
                  </a:lnTo>
                  <a:lnTo>
                    <a:pt x="937" y="111990"/>
                  </a:lnTo>
                  <a:lnTo>
                    <a:pt x="1875" y="108381"/>
                  </a:lnTo>
                  <a:lnTo>
                    <a:pt x="2872" y="104743"/>
                  </a:lnTo>
                  <a:lnTo>
                    <a:pt x="3810" y="101134"/>
                  </a:lnTo>
                  <a:lnTo>
                    <a:pt x="4748" y="97496"/>
                  </a:lnTo>
                  <a:lnTo>
                    <a:pt x="5744" y="93887"/>
                  </a:lnTo>
                  <a:lnTo>
                    <a:pt x="6682" y="90249"/>
                  </a:lnTo>
                  <a:lnTo>
                    <a:pt x="7679" y="86640"/>
                  </a:lnTo>
                  <a:lnTo>
                    <a:pt x="8676" y="83002"/>
                  </a:lnTo>
                  <a:lnTo>
                    <a:pt x="9672" y="79393"/>
                  </a:lnTo>
                  <a:lnTo>
                    <a:pt x="10610" y="75755"/>
                  </a:lnTo>
                  <a:lnTo>
                    <a:pt x="11665" y="72146"/>
                  </a:lnTo>
                  <a:lnTo>
                    <a:pt x="12662" y="68508"/>
                  </a:lnTo>
                  <a:lnTo>
                    <a:pt x="13600" y="64899"/>
                  </a:lnTo>
                  <a:lnTo>
                    <a:pt x="14596" y="61261"/>
                  </a:lnTo>
                  <a:lnTo>
                    <a:pt x="15652" y="57682"/>
                  </a:lnTo>
                  <a:lnTo>
                    <a:pt x="16648" y="54044"/>
                  </a:lnTo>
                  <a:lnTo>
                    <a:pt x="17703" y="50435"/>
                  </a:lnTo>
                  <a:lnTo>
                    <a:pt x="18700" y="46826"/>
                  </a:lnTo>
                  <a:lnTo>
                    <a:pt x="19697" y="43217"/>
                  </a:lnTo>
                  <a:lnTo>
                    <a:pt x="20752" y="39579"/>
                  </a:lnTo>
                  <a:lnTo>
                    <a:pt x="21807" y="36000"/>
                  </a:lnTo>
                  <a:lnTo>
                    <a:pt x="22804" y="32361"/>
                  </a:lnTo>
                  <a:lnTo>
                    <a:pt x="23800" y="28782"/>
                  </a:lnTo>
                  <a:lnTo>
                    <a:pt x="24855" y="25144"/>
                  </a:lnTo>
                  <a:lnTo>
                    <a:pt x="25911" y="21564"/>
                  </a:lnTo>
                  <a:lnTo>
                    <a:pt x="26966" y="17985"/>
                  </a:lnTo>
                  <a:lnTo>
                    <a:pt x="28080" y="14347"/>
                  </a:lnTo>
                  <a:lnTo>
                    <a:pt x="29076" y="10767"/>
                  </a:lnTo>
                  <a:lnTo>
                    <a:pt x="30131" y="7158"/>
                  </a:lnTo>
                  <a:lnTo>
                    <a:pt x="31187" y="3579"/>
                  </a:lnTo>
                  <a:lnTo>
                    <a:pt x="32300" y="0"/>
                  </a:lnTo>
                  <a:lnTo>
                    <a:pt x="37576" y="322"/>
                  </a:lnTo>
                  <a:lnTo>
                    <a:pt x="42852" y="645"/>
                  </a:lnTo>
                  <a:lnTo>
                    <a:pt x="48246" y="968"/>
                  </a:lnTo>
                  <a:lnTo>
                    <a:pt x="53522" y="1261"/>
                  </a:lnTo>
                  <a:lnTo>
                    <a:pt x="58856" y="1525"/>
                  </a:lnTo>
                  <a:lnTo>
                    <a:pt x="64132" y="1789"/>
                  </a:lnTo>
                  <a:lnTo>
                    <a:pt x="69526" y="2024"/>
                  </a:lnTo>
                  <a:lnTo>
                    <a:pt x="74860" y="2229"/>
                  </a:lnTo>
                  <a:lnTo>
                    <a:pt x="80195" y="2435"/>
                  </a:lnTo>
                  <a:lnTo>
                    <a:pt x="85471" y="2640"/>
                  </a:lnTo>
                  <a:lnTo>
                    <a:pt x="90864" y="2787"/>
                  </a:lnTo>
                  <a:lnTo>
                    <a:pt x="96199" y="2933"/>
                  </a:lnTo>
                  <a:lnTo>
                    <a:pt x="101533" y="3051"/>
                  </a:lnTo>
                  <a:lnTo>
                    <a:pt x="106868" y="3198"/>
                  </a:lnTo>
                  <a:lnTo>
                    <a:pt x="112261" y="3286"/>
                  </a:lnTo>
                  <a:lnTo>
                    <a:pt x="117596" y="3344"/>
                  </a:lnTo>
                  <a:lnTo>
                    <a:pt x="117537" y="4547"/>
                  </a:lnTo>
                  <a:lnTo>
                    <a:pt x="117479" y="5779"/>
                  </a:lnTo>
                  <a:lnTo>
                    <a:pt x="117420" y="6953"/>
                  </a:lnTo>
                  <a:lnTo>
                    <a:pt x="117361" y="8156"/>
                  </a:lnTo>
                  <a:lnTo>
                    <a:pt x="117010" y="14112"/>
                  </a:lnTo>
                  <a:lnTo>
                    <a:pt x="116599" y="20127"/>
                  </a:lnTo>
                  <a:lnTo>
                    <a:pt x="116306" y="26141"/>
                  </a:lnTo>
                  <a:lnTo>
                    <a:pt x="115955" y="32097"/>
                  </a:lnTo>
                  <a:lnTo>
                    <a:pt x="115720" y="35970"/>
                  </a:lnTo>
                  <a:lnTo>
                    <a:pt x="115486" y="39814"/>
                  </a:lnTo>
                  <a:lnTo>
                    <a:pt x="115310" y="43657"/>
                  </a:lnTo>
                  <a:lnTo>
                    <a:pt x="115075" y="47559"/>
                  </a:lnTo>
                  <a:lnTo>
                    <a:pt x="115192" y="49789"/>
                  </a:lnTo>
                  <a:lnTo>
                    <a:pt x="115310" y="52078"/>
                  </a:lnTo>
                  <a:lnTo>
                    <a:pt x="115427" y="54337"/>
                  </a:lnTo>
                  <a:lnTo>
                    <a:pt x="115603" y="56625"/>
                  </a:lnTo>
                  <a:lnTo>
                    <a:pt x="115661" y="58914"/>
                  </a:lnTo>
                  <a:lnTo>
                    <a:pt x="115779" y="61173"/>
                  </a:lnTo>
                  <a:lnTo>
                    <a:pt x="115896" y="63462"/>
                  </a:lnTo>
                  <a:lnTo>
                    <a:pt x="116013" y="65691"/>
                  </a:lnTo>
                  <a:lnTo>
                    <a:pt x="116189" y="67980"/>
                  </a:lnTo>
                  <a:lnTo>
                    <a:pt x="116365" y="70268"/>
                  </a:lnTo>
                  <a:lnTo>
                    <a:pt x="116482" y="72528"/>
                  </a:lnTo>
                  <a:lnTo>
                    <a:pt x="116599" y="74816"/>
                  </a:lnTo>
                  <a:lnTo>
                    <a:pt x="116775" y="77105"/>
                  </a:lnTo>
                  <a:lnTo>
                    <a:pt x="116951" y="79334"/>
                  </a:lnTo>
                  <a:lnTo>
                    <a:pt x="117068" y="81623"/>
                  </a:lnTo>
                  <a:lnTo>
                    <a:pt x="117186" y="83911"/>
                  </a:lnTo>
                  <a:lnTo>
                    <a:pt x="117420" y="86200"/>
                  </a:lnTo>
                  <a:lnTo>
                    <a:pt x="117537" y="88459"/>
                  </a:lnTo>
                  <a:lnTo>
                    <a:pt x="117713" y="90748"/>
                  </a:lnTo>
                  <a:lnTo>
                    <a:pt x="117889" y="93036"/>
                  </a:lnTo>
                  <a:lnTo>
                    <a:pt x="118065" y="95295"/>
                  </a:lnTo>
                  <a:lnTo>
                    <a:pt x="118182" y="97555"/>
                  </a:lnTo>
                  <a:lnTo>
                    <a:pt x="118358" y="99843"/>
                  </a:lnTo>
                  <a:lnTo>
                    <a:pt x="118593" y="102132"/>
                  </a:lnTo>
                  <a:lnTo>
                    <a:pt x="118710" y="104420"/>
                  </a:lnTo>
                  <a:lnTo>
                    <a:pt x="118886" y="106679"/>
                  </a:lnTo>
                  <a:lnTo>
                    <a:pt x="119120" y="108968"/>
                  </a:lnTo>
                  <a:lnTo>
                    <a:pt x="119296" y="111227"/>
                  </a:lnTo>
                  <a:lnTo>
                    <a:pt x="119472" y="113515"/>
                  </a:lnTo>
                  <a:lnTo>
                    <a:pt x="119706" y="115775"/>
                  </a:lnTo>
                  <a:lnTo>
                    <a:pt x="119882" y="118063"/>
                  </a:lnTo>
                  <a:lnTo>
                    <a:pt x="12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Shape 4959"/>
            <p:cNvSpPr/>
            <p:nvPr/>
          </p:nvSpPr>
          <p:spPr>
            <a:xfrm>
              <a:off x="13128882" y="5331169"/>
              <a:ext cx="2884487" cy="3216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124" y="75945"/>
                  </a:moveTo>
                  <a:lnTo>
                    <a:pt x="116146" y="75807"/>
                  </a:lnTo>
                  <a:lnTo>
                    <a:pt x="116212" y="75767"/>
                  </a:lnTo>
                  <a:lnTo>
                    <a:pt x="116234" y="75708"/>
                  </a:lnTo>
                  <a:lnTo>
                    <a:pt x="116300" y="75708"/>
                  </a:lnTo>
                  <a:lnTo>
                    <a:pt x="116322" y="75688"/>
                  </a:lnTo>
                  <a:lnTo>
                    <a:pt x="116300" y="75668"/>
                  </a:lnTo>
                  <a:lnTo>
                    <a:pt x="116146" y="75708"/>
                  </a:lnTo>
                  <a:lnTo>
                    <a:pt x="115948" y="75905"/>
                  </a:lnTo>
                  <a:lnTo>
                    <a:pt x="115970" y="75965"/>
                  </a:lnTo>
                  <a:lnTo>
                    <a:pt x="115992" y="75984"/>
                  </a:lnTo>
                  <a:lnTo>
                    <a:pt x="116124" y="75945"/>
                  </a:lnTo>
                  <a:close/>
                  <a:moveTo>
                    <a:pt x="115332" y="46661"/>
                  </a:moveTo>
                  <a:lnTo>
                    <a:pt x="115310" y="46641"/>
                  </a:lnTo>
                  <a:lnTo>
                    <a:pt x="115288" y="46621"/>
                  </a:lnTo>
                  <a:lnTo>
                    <a:pt x="115244" y="46542"/>
                  </a:lnTo>
                  <a:lnTo>
                    <a:pt x="115155" y="46621"/>
                  </a:lnTo>
                  <a:lnTo>
                    <a:pt x="114979" y="46720"/>
                  </a:lnTo>
                  <a:lnTo>
                    <a:pt x="114891" y="46779"/>
                  </a:lnTo>
                  <a:lnTo>
                    <a:pt x="114825" y="46977"/>
                  </a:lnTo>
                  <a:lnTo>
                    <a:pt x="114803" y="47095"/>
                  </a:lnTo>
                  <a:lnTo>
                    <a:pt x="114825" y="47194"/>
                  </a:lnTo>
                  <a:lnTo>
                    <a:pt x="115244" y="47075"/>
                  </a:lnTo>
                  <a:lnTo>
                    <a:pt x="115288" y="46996"/>
                  </a:lnTo>
                  <a:lnTo>
                    <a:pt x="115376" y="46759"/>
                  </a:lnTo>
                  <a:lnTo>
                    <a:pt x="115420" y="46661"/>
                  </a:lnTo>
                  <a:lnTo>
                    <a:pt x="115354" y="46700"/>
                  </a:lnTo>
                  <a:lnTo>
                    <a:pt x="115332" y="46661"/>
                  </a:lnTo>
                  <a:close/>
                  <a:moveTo>
                    <a:pt x="115728" y="79025"/>
                  </a:moveTo>
                  <a:lnTo>
                    <a:pt x="115640" y="79104"/>
                  </a:lnTo>
                  <a:lnTo>
                    <a:pt x="115552" y="79183"/>
                  </a:lnTo>
                  <a:lnTo>
                    <a:pt x="115464" y="79302"/>
                  </a:lnTo>
                  <a:lnTo>
                    <a:pt x="115442" y="79401"/>
                  </a:lnTo>
                  <a:lnTo>
                    <a:pt x="115486" y="79558"/>
                  </a:lnTo>
                  <a:lnTo>
                    <a:pt x="115662" y="79874"/>
                  </a:lnTo>
                  <a:lnTo>
                    <a:pt x="115684" y="79993"/>
                  </a:lnTo>
                  <a:lnTo>
                    <a:pt x="115684" y="80092"/>
                  </a:lnTo>
                  <a:lnTo>
                    <a:pt x="115706" y="80348"/>
                  </a:lnTo>
                  <a:lnTo>
                    <a:pt x="115684" y="80605"/>
                  </a:lnTo>
                  <a:lnTo>
                    <a:pt x="115772" y="80724"/>
                  </a:lnTo>
                  <a:lnTo>
                    <a:pt x="115926" y="80724"/>
                  </a:lnTo>
                  <a:lnTo>
                    <a:pt x="116146" y="80605"/>
                  </a:lnTo>
                  <a:lnTo>
                    <a:pt x="116300" y="80388"/>
                  </a:lnTo>
                  <a:lnTo>
                    <a:pt x="116366" y="80329"/>
                  </a:lnTo>
                  <a:lnTo>
                    <a:pt x="116411" y="80408"/>
                  </a:lnTo>
                  <a:lnTo>
                    <a:pt x="116565" y="80348"/>
                  </a:lnTo>
                  <a:lnTo>
                    <a:pt x="116675" y="80269"/>
                  </a:lnTo>
                  <a:lnTo>
                    <a:pt x="116741" y="80131"/>
                  </a:lnTo>
                  <a:lnTo>
                    <a:pt x="116675" y="79953"/>
                  </a:lnTo>
                  <a:lnTo>
                    <a:pt x="116653" y="80072"/>
                  </a:lnTo>
                  <a:lnTo>
                    <a:pt x="116631" y="80151"/>
                  </a:lnTo>
                  <a:lnTo>
                    <a:pt x="116587" y="80190"/>
                  </a:lnTo>
                  <a:lnTo>
                    <a:pt x="116366" y="80250"/>
                  </a:lnTo>
                  <a:lnTo>
                    <a:pt x="116278" y="80250"/>
                  </a:lnTo>
                  <a:lnTo>
                    <a:pt x="116168" y="80190"/>
                  </a:lnTo>
                  <a:lnTo>
                    <a:pt x="116058" y="80131"/>
                  </a:lnTo>
                  <a:lnTo>
                    <a:pt x="116080" y="80289"/>
                  </a:lnTo>
                  <a:lnTo>
                    <a:pt x="115970" y="80329"/>
                  </a:lnTo>
                  <a:lnTo>
                    <a:pt x="115838" y="80289"/>
                  </a:lnTo>
                  <a:lnTo>
                    <a:pt x="115772" y="80250"/>
                  </a:lnTo>
                  <a:lnTo>
                    <a:pt x="115772" y="80131"/>
                  </a:lnTo>
                  <a:lnTo>
                    <a:pt x="115728" y="79914"/>
                  </a:lnTo>
                  <a:lnTo>
                    <a:pt x="115728" y="79795"/>
                  </a:lnTo>
                  <a:lnTo>
                    <a:pt x="115750" y="79716"/>
                  </a:lnTo>
                  <a:lnTo>
                    <a:pt x="115794" y="79657"/>
                  </a:lnTo>
                  <a:lnTo>
                    <a:pt x="115970" y="79539"/>
                  </a:lnTo>
                  <a:lnTo>
                    <a:pt x="115970" y="79480"/>
                  </a:lnTo>
                  <a:lnTo>
                    <a:pt x="115948" y="79341"/>
                  </a:lnTo>
                  <a:lnTo>
                    <a:pt x="115926" y="79183"/>
                  </a:lnTo>
                  <a:lnTo>
                    <a:pt x="115948" y="79104"/>
                  </a:lnTo>
                  <a:lnTo>
                    <a:pt x="116168" y="79025"/>
                  </a:lnTo>
                  <a:lnTo>
                    <a:pt x="116212" y="78966"/>
                  </a:lnTo>
                  <a:lnTo>
                    <a:pt x="116190" y="78354"/>
                  </a:lnTo>
                  <a:lnTo>
                    <a:pt x="116278" y="77939"/>
                  </a:lnTo>
                  <a:lnTo>
                    <a:pt x="116344" y="77742"/>
                  </a:lnTo>
                  <a:lnTo>
                    <a:pt x="116433" y="77604"/>
                  </a:lnTo>
                  <a:lnTo>
                    <a:pt x="116278" y="77722"/>
                  </a:lnTo>
                  <a:lnTo>
                    <a:pt x="116168" y="77920"/>
                  </a:lnTo>
                  <a:lnTo>
                    <a:pt x="116058" y="78848"/>
                  </a:lnTo>
                  <a:lnTo>
                    <a:pt x="115948" y="79065"/>
                  </a:lnTo>
                  <a:lnTo>
                    <a:pt x="115728" y="79104"/>
                  </a:lnTo>
                  <a:lnTo>
                    <a:pt x="115794" y="78966"/>
                  </a:lnTo>
                  <a:lnTo>
                    <a:pt x="115904" y="78650"/>
                  </a:lnTo>
                  <a:lnTo>
                    <a:pt x="115970" y="78571"/>
                  </a:lnTo>
                  <a:lnTo>
                    <a:pt x="116058" y="78433"/>
                  </a:lnTo>
                  <a:lnTo>
                    <a:pt x="116058" y="78018"/>
                  </a:lnTo>
                  <a:lnTo>
                    <a:pt x="115772" y="78966"/>
                  </a:lnTo>
                  <a:lnTo>
                    <a:pt x="115728" y="79025"/>
                  </a:lnTo>
                  <a:close/>
                  <a:moveTo>
                    <a:pt x="96132" y="65361"/>
                  </a:moveTo>
                  <a:lnTo>
                    <a:pt x="96242" y="65262"/>
                  </a:lnTo>
                  <a:lnTo>
                    <a:pt x="96198" y="65183"/>
                  </a:lnTo>
                  <a:lnTo>
                    <a:pt x="95955" y="65064"/>
                  </a:lnTo>
                  <a:lnTo>
                    <a:pt x="95889" y="65064"/>
                  </a:lnTo>
                  <a:lnTo>
                    <a:pt x="95867" y="65064"/>
                  </a:lnTo>
                  <a:lnTo>
                    <a:pt x="95845" y="65045"/>
                  </a:lnTo>
                  <a:lnTo>
                    <a:pt x="95801" y="65163"/>
                  </a:lnTo>
                  <a:lnTo>
                    <a:pt x="95867" y="65301"/>
                  </a:lnTo>
                  <a:lnTo>
                    <a:pt x="96000" y="65361"/>
                  </a:lnTo>
                  <a:lnTo>
                    <a:pt x="96132" y="65361"/>
                  </a:lnTo>
                  <a:close/>
                  <a:moveTo>
                    <a:pt x="114407" y="52901"/>
                  </a:moveTo>
                  <a:lnTo>
                    <a:pt x="114341" y="52881"/>
                  </a:lnTo>
                  <a:lnTo>
                    <a:pt x="114055" y="52683"/>
                  </a:lnTo>
                  <a:lnTo>
                    <a:pt x="113944" y="52644"/>
                  </a:lnTo>
                  <a:lnTo>
                    <a:pt x="113856" y="52703"/>
                  </a:lnTo>
                  <a:lnTo>
                    <a:pt x="113900" y="52822"/>
                  </a:lnTo>
                  <a:lnTo>
                    <a:pt x="114011" y="52901"/>
                  </a:lnTo>
                  <a:lnTo>
                    <a:pt x="114077" y="52980"/>
                  </a:lnTo>
                  <a:lnTo>
                    <a:pt x="114121" y="52999"/>
                  </a:lnTo>
                  <a:lnTo>
                    <a:pt x="114143" y="52999"/>
                  </a:lnTo>
                  <a:lnTo>
                    <a:pt x="114187" y="52980"/>
                  </a:lnTo>
                  <a:lnTo>
                    <a:pt x="114187" y="52940"/>
                  </a:lnTo>
                  <a:lnTo>
                    <a:pt x="114187" y="52881"/>
                  </a:lnTo>
                  <a:lnTo>
                    <a:pt x="114187" y="52861"/>
                  </a:lnTo>
                  <a:lnTo>
                    <a:pt x="114253" y="52861"/>
                  </a:lnTo>
                  <a:lnTo>
                    <a:pt x="114341" y="53217"/>
                  </a:lnTo>
                  <a:lnTo>
                    <a:pt x="114385" y="53315"/>
                  </a:lnTo>
                  <a:lnTo>
                    <a:pt x="114451" y="53394"/>
                  </a:lnTo>
                  <a:lnTo>
                    <a:pt x="114495" y="53375"/>
                  </a:lnTo>
                  <a:lnTo>
                    <a:pt x="114539" y="53276"/>
                  </a:lnTo>
                  <a:lnTo>
                    <a:pt x="114539" y="53197"/>
                  </a:lnTo>
                  <a:lnTo>
                    <a:pt x="114561" y="53157"/>
                  </a:lnTo>
                  <a:lnTo>
                    <a:pt x="114561" y="53138"/>
                  </a:lnTo>
                  <a:lnTo>
                    <a:pt x="114583" y="53098"/>
                  </a:lnTo>
                  <a:lnTo>
                    <a:pt x="114561" y="53039"/>
                  </a:lnTo>
                  <a:lnTo>
                    <a:pt x="114407" y="52901"/>
                  </a:lnTo>
                  <a:close/>
                  <a:moveTo>
                    <a:pt x="116058" y="78018"/>
                  </a:moveTo>
                  <a:lnTo>
                    <a:pt x="116080" y="77979"/>
                  </a:lnTo>
                  <a:lnTo>
                    <a:pt x="116058" y="77999"/>
                  </a:lnTo>
                  <a:lnTo>
                    <a:pt x="116058" y="78018"/>
                  </a:lnTo>
                  <a:close/>
                  <a:moveTo>
                    <a:pt x="119889" y="42494"/>
                  </a:moveTo>
                  <a:lnTo>
                    <a:pt x="119691" y="42237"/>
                  </a:lnTo>
                  <a:lnTo>
                    <a:pt x="119449" y="41902"/>
                  </a:lnTo>
                  <a:lnTo>
                    <a:pt x="119185" y="41507"/>
                  </a:lnTo>
                  <a:lnTo>
                    <a:pt x="118987" y="41250"/>
                  </a:lnTo>
                  <a:lnTo>
                    <a:pt x="118678" y="40776"/>
                  </a:lnTo>
                  <a:lnTo>
                    <a:pt x="118326" y="40322"/>
                  </a:lnTo>
                  <a:lnTo>
                    <a:pt x="118018" y="39868"/>
                  </a:lnTo>
                  <a:lnTo>
                    <a:pt x="117886" y="39710"/>
                  </a:lnTo>
                  <a:lnTo>
                    <a:pt x="117688" y="39414"/>
                  </a:lnTo>
                  <a:lnTo>
                    <a:pt x="117401" y="39019"/>
                  </a:lnTo>
                  <a:lnTo>
                    <a:pt x="117313" y="39078"/>
                  </a:lnTo>
                  <a:lnTo>
                    <a:pt x="116873" y="39335"/>
                  </a:lnTo>
                  <a:lnTo>
                    <a:pt x="116433" y="39572"/>
                  </a:lnTo>
                  <a:lnTo>
                    <a:pt x="115992" y="39828"/>
                  </a:lnTo>
                  <a:lnTo>
                    <a:pt x="115574" y="40085"/>
                  </a:lnTo>
                  <a:lnTo>
                    <a:pt x="114561" y="40658"/>
                  </a:lnTo>
                  <a:lnTo>
                    <a:pt x="114055" y="40934"/>
                  </a:lnTo>
                  <a:lnTo>
                    <a:pt x="113570" y="41230"/>
                  </a:lnTo>
                  <a:lnTo>
                    <a:pt x="112557" y="41783"/>
                  </a:lnTo>
                  <a:lnTo>
                    <a:pt x="111566" y="42336"/>
                  </a:lnTo>
                  <a:lnTo>
                    <a:pt x="110554" y="42909"/>
                  </a:lnTo>
                  <a:lnTo>
                    <a:pt x="109541" y="43462"/>
                  </a:lnTo>
                  <a:lnTo>
                    <a:pt x="108528" y="44015"/>
                  </a:lnTo>
                  <a:lnTo>
                    <a:pt x="107515" y="44568"/>
                  </a:lnTo>
                  <a:lnTo>
                    <a:pt x="106260" y="45239"/>
                  </a:lnTo>
                  <a:lnTo>
                    <a:pt x="105027" y="45910"/>
                  </a:lnTo>
                  <a:lnTo>
                    <a:pt x="103772" y="46562"/>
                  </a:lnTo>
                  <a:lnTo>
                    <a:pt x="102495" y="47214"/>
                  </a:lnTo>
                  <a:lnTo>
                    <a:pt x="101240" y="47865"/>
                  </a:lnTo>
                  <a:lnTo>
                    <a:pt x="99963" y="48517"/>
                  </a:lnTo>
                  <a:lnTo>
                    <a:pt x="98686" y="49149"/>
                  </a:lnTo>
                  <a:lnTo>
                    <a:pt x="97409" y="49781"/>
                  </a:lnTo>
                  <a:lnTo>
                    <a:pt x="96594" y="50215"/>
                  </a:lnTo>
                  <a:lnTo>
                    <a:pt x="95735" y="50630"/>
                  </a:lnTo>
                  <a:lnTo>
                    <a:pt x="94877" y="51044"/>
                  </a:lnTo>
                  <a:lnTo>
                    <a:pt x="94018" y="51459"/>
                  </a:lnTo>
                  <a:lnTo>
                    <a:pt x="93159" y="51854"/>
                  </a:lnTo>
                  <a:lnTo>
                    <a:pt x="92300" y="52269"/>
                  </a:lnTo>
                  <a:lnTo>
                    <a:pt x="91882" y="52466"/>
                  </a:lnTo>
                  <a:lnTo>
                    <a:pt x="91464" y="52664"/>
                  </a:lnTo>
                  <a:lnTo>
                    <a:pt x="90583" y="53078"/>
                  </a:lnTo>
                  <a:lnTo>
                    <a:pt x="90429" y="53157"/>
                  </a:lnTo>
                  <a:lnTo>
                    <a:pt x="90275" y="53217"/>
                  </a:lnTo>
                  <a:lnTo>
                    <a:pt x="90143" y="53276"/>
                  </a:lnTo>
                  <a:lnTo>
                    <a:pt x="90011" y="53355"/>
                  </a:lnTo>
                  <a:lnTo>
                    <a:pt x="89790" y="53335"/>
                  </a:lnTo>
                  <a:lnTo>
                    <a:pt x="89548" y="53217"/>
                  </a:lnTo>
                  <a:lnTo>
                    <a:pt x="89394" y="53059"/>
                  </a:lnTo>
                  <a:lnTo>
                    <a:pt x="89526" y="52980"/>
                  </a:lnTo>
                  <a:lnTo>
                    <a:pt x="89680" y="52999"/>
                  </a:lnTo>
                  <a:lnTo>
                    <a:pt x="89944" y="52999"/>
                  </a:lnTo>
                  <a:lnTo>
                    <a:pt x="90165" y="52980"/>
                  </a:lnTo>
                  <a:lnTo>
                    <a:pt x="90253" y="52940"/>
                  </a:lnTo>
                  <a:lnTo>
                    <a:pt x="90231" y="52822"/>
                  </a:lnTo>
                  <a:lnTo>
                    <a:pt x="90143" y="52762"/>
                  </a:lnTo>
                  <a:lnTo>
                    <a:pt x="90011" y="52664"/>
                  </a:lnTo>
                  <a:lnTo>
                    <a:pt x="89922" y="52585"/>
                  </a:lnTo>
                  <a:lnTo>
                    <a:pt x="89702" y="52288"/>
                  </a:lnTo>
                  <a:lnTo>
                    <a:pt x="89482" y="52032"/>
                  </a:lnTo>
                  <a:lnTo>
                    <a:pt x="89240" y="51815"/>
                  </a:lnTo>
                  <a:lnTo>
                    <a:pt x="88954" y="51657"/>
                  </a:lnTo>
                  <a:lnTo>
                    <a:pt x="88888" y="51637"/>
                  </a:lnTo>
                  <a:lnTo>
                    <a:pt x="88777" y="51597"/>
                  </a:lnTo>
                  <a:lnTo>
                    <a:pt x="88711" y="51538"/>
                  </a:lnTo>
                  <a:lnTo>
                    <a:pt x="88667" y="51479"/>
                  </a:lnTo>
                  <a:lnTo>
                    <a:pt x="88667" y="51439"/>
                  </a:lnTo>
                  <a:lnTo>
                    <a:pt x="88733" y="51400"/>
                  </a:lnTo>
                  <a:lnTo>
                    <a:pt x="88755" y="51341"/>
                  </a:lnTo>
                  <a:lnTo>
                    <a:pt x="88733" y="51281"/>
                  </a:lnTo>
                  <a:lnTo>
                    <a:pt x="88601" y="51242"/>
                  </a:lnTo>
                  <a:lnTo>
                    <a:pt x="88403" y="51301"/>
                  </a:lnTo>
                  <a:lnTo>
                    <a:pt x="88227" y="51400"/>
                  </a:lnTo>
                  <a:lnTo>
                    <a:pt x="88095" y="51459"/>
                  </a:lnTo>
                  <a:lnTo>
                    <a:pt x="87963" y="51459"/>
                  </a:lnTo>
                  <a:lnTo>
                    <a:pt x="87699" y="51479"/>
                  </a:lnTo>
                  <a:lnTo>
                    <a:pt x="87456" y="51459"/>
                  </a:lnTo>
                  <a:lnTo>
                    <a:pt x="87368" y="51380"/>
                  </a:lnTo>
                  <a:lnTo>
                    <a:pt x="87456" y="51321"/>
                  </a:lnTo>
                  <a:lnTo>
                    <a:pt x="87655" y="51262"/>
                  </a:lnTo>
                  <a:lnTo>
                    <a:pt x="87765" y="51143"/>
                  </a:lnTo>
                  <a:lnTo>
                    <a:pt x="87588" y="51025"/>
                  </a:lnTo>
                  <a:lnTo>
                    <a:pt x="87522" y="50985"/>
                  </a:lnTo>
                  <a:lnTo>
                    <a:pt x="87456" y="50926"/>
                  </a:lnTo>
                  <a:lnTo>
                    <a:pt x="87390" y="50886"/>
                  </a:lnTo>
                  <a:lnTo>
                    <a:pt x="87324" y="50867"/>
                  </a:lnTo>
                  <a:lnTo>
                    <a:pt x="87236" y="50847"/>
                  </a:lnTo>
                  <a:lnTo>
                    <a:pt x="87192" y="50906"/>
                  </a:lnTo>
                  <a:lnTo>
                    <a:pt x="87170" y="50985"/>
                  </a:lnTo>
                  <a:lnTo>
                    <a:pt x="87148" y="51044"/>
                  </a:lnTo>
                  <a:lnTo>
                    <a:pt x="87104" y="51084"/>
                  </a:lnTo>
                  <a:lnTo>
                    <a:pt x="86972" y="51104"/>
                  </a:lnTo>
                  <a:lnTo>
                    <a:pt x="86862" y="51064"/>
                  </a:lnTo>
                  <a:lnTo>
                    <a:pt x="86752" y="50946"/>
                  </a:lnTo>
                  <a:lnTo>
                    <a:pt x="86730" y="50807"/>
                  </a:lnTo>
                  <a:lnTo>
                    <a:pt x="86730" y="50590"/>
                  </a:lnTo>
                  <a:lnTo>
                    <a:pt x="86774" y="50353"/>
                  </a:lnTo>
                  <a:lnTo>
                    <a:pt x="86796" y="50235"/>
                  </a:lnTo>
                  <a:lnTo>
                    <a:pt x="86906" y="50018"/>
                  </a:lnTo>
                  <a:lnTo>
                    <a:pt x="86994" y="49820"/>
                  </a:lnTo>
                  <a:lnTo>
                    <a:pt x="87148" y="49623"/>
                  </a:lnTo>
                  <a:lnTo>
                    <a:pt x="87324" y="49484"/>
                  </a:lnTo>
                  <a:lnTo>
                    <a:pt x="87522" y="49346"/>
                  </a:lnTo>
                  <a:lnTo>
                    <a:pt x="87699" y="49228"/>
                  </a:lnTo>
                  <a:lnTo>
                    <a:pt x="87897" y="49109"/>
                  </a:lnTo>
                  <a:lnTo>
                    <a:pt x="88095" y="48971"/>
                  </a:lnTo>
                  <a:lnTo>
                    <a:pt x="88227" y="48912"/>
                  </a:lnTo>
                  <a:lnTo>
                    <a:pt x="88315" y="48833"/>
                  </a:lnTo>
                  <a:lnTo>
                    <a:pt x="88425" y="48754"/>
                  </a:lnTo>
                  <a:lnTo>
                    <a:pt x="88535" y="48695"/>
                  </a:lnTo>
                  <a:lnTo>
                    <a:pt x="88623" y="48655"/>
                  </a:lnTo>
                  <a:lnTo>
                    <a:pt x="88733" y="48635"/>
                  </a:lnTo>
                  <a:lnTo>
                    <a:pt x="88844" y="48596"/>
                  </a:lnTo>
                  <a:lnTo>
                    <a:pt x="88932" y="48556"/>
                  </a:lnTo>
                  <a:lnTo>
                    <a:pt x="89042" y="48438"/>
                  </a:lnTo>
                  <a:lnTo>
                    <a:pt x="88932" y="48300"/>
                  </a:lnTo>
                  <a:lnTo>
                    <a:pt x="88711" y="48181"/>
                  </a:lnTo>
                  <a:lnTo>
                    <a:pt x="88513" y="48122"/>
                  </a:lnTo>
                  <a:lnTo>
                    <a:pt x="88425" y="48102"/>
                  </a:lnTo>
                  <a:lnTo>
                    <a:pt x="88315" y="48122"/>
                  </a:lnTo>
                  <a:lnTo>
                    <a:pt x="88227" y="48122"/>
                  </a:lnTo>
                  <a:lnTo>
                    <a:pt x="88095" y="48122"/>
                  </a:lnTo>
                  <a:lnTo>
                    <a:pt x="88007" y="48102"/>
                  </a:lnTo>
                  <a:lnTo>
                    <a:pt x="87875" y="48063"/>
                  </a:lnTo>
                  <a:lnTo>
                    <a:pt x="87765" y="48063"/>
                  </a:lnTo>
                  <a:lnTo>
                    <a:pt x="87655" y="48082"/>
                  </a:lnTo>
                  <a:lnTo>
                    <a:pt x="87566" y="47766"/>
                  </a:lnTo>
                  <a:lnTo>
                    <a:pt x="87478" y="47470"/>
                  </a:lnTo>
                  <a:lnTo>
                    <a:pt x="87390" y="47154"/>
                  </a:lnTo>
                  <a:lnTo>
                    <a:pt x="87236" y="46878"/>
                  </a:lnTo>
                  <a:lnTo>
                    <a:pt x="87126" y="46661"/>
                  </a:lnTo>
                  <a:lnTo>
                    <a:pt x="86972" y="46562"/>
                  </a:lnTo>
                  <a:lnTo>
                    <a:pt x="86796" y="46503"/>
                  </a:lnTo>
                  <a:lnTo>
                    <a:pt x="86664" y="46443"/>
                  </a:lnTo>
                  <a:lnTo>
                    <a:pt x="86532" y="46404"/>
                  </a:lnTo>
                  <a:lnTo>
                    <a:pt x="86466" y="46325"/>
                  </a:lnTo>
                  <a:lnTo>
                    <a:pt x="86377" y="46207"/>
                  </a:lnTo>
                  <a:lnTo>
                    <a:pt x="86311" y="46108"/>
                  </a:lnTo>
                  <a:lnTo>
                    <a:pt x="86113" y="46009"/>
                  </a:lnTo>
                  <a:lnTo>
                    <a:pt x="85893" y="46029"/>
                  </a:lnTo>
                  <a:lnTo>
                    <a:pt x="85695" y="46128"/>
                  </a:lnTo>
                  <a:lnTo>
                    <a:pt x="85563" y="46207"/>
                  </a:lnTo>
                  <a:lnTo>
                    <a:pt x="85431" y="46305"/>
                  </a:lnTo>
                  <a:lnTo>
                    <a:pt x="85255" y="46424"/>
                  </a:lnTo>
                  <a:lnTo>
                    <a:pt x="85144" y="46582"/>
                  </a:lnTo>
                  <a:lnTo>
                    <a:pt x="85144" y="46799"/>
                  </a:lnTo>
                  <a:lnTo>
                    <a:pt x="85188" y="46937"/>
                  </a:lnTo>
                  <a:lnTo>
                    <a:pt x="85277" y="47075"/>
                  </a:lnTo>
                  <a:lnTo>
                    <a:pt x="85409" y="47174"/>
                  </a:lnTo>
                  <a:lnTo>
                    <a:pt x="85497" y="47312"/>
                  </a:lnTo>
                  <a:lnTo>
                    <a:pt x="85497" y="47490"/>
                  </a:lnTo>
                  <a:lnTo>
                    <a:pt x="85453" y="47609"/>
                  </a:lnTo>
                  <a:lnTo>
                    <a:pt x="85431" y="47747"/>
                  </a:lnTo>
                  <a:lnTo>
                    <a:pt x="85519" y="47885"/>
                  </a:lnTo>
                  <a:lnTo>
                    <a:pt x="85739" y="48082"/>
                  </a:lnTo>
                  <a:lnTo>
                    <a:pt x="85717" y="48161"/>
                  </a:lnTo>
                  <a:lnTo>
                    <a:pt x="85585" y="48221"/>
                  </a:lnTo>
                  <a:lnTo>
                    <a:pt x="85409" y="48260"/>
                  </a:lnTo>
                  <a:lnTo>
                    <a:pt x="85233" y="48300"/>
                  </a:lnTo>
                  <a:lnTo>
                    <a:pt x="85078" y="48398"/>
                  </a:lnTo>
                  <a:lnTo>
                    <a:pt x="84990" y="48537"/>
                  </a:lnTo>
                  <a:lnTo>
                    <a:pt x="84968" y="48734"/>
                  </a:lnTo>
                  <a:lnTo>
                    <a:pt x="84968" y="48892"/>
                  </a:lnTo>
                  <a:lnTo>
                    <a:pt x="85012" y="49050"/>
                  </a:lnTo>
                  <a:lnTo>
                    <a:pt x="85100" y="49168"/>
                  </a:lnTo>
                  <a:lnTo>
                    <a:pt x="85233" y="49267"/>
                  </a:lnTo>
                  <a:lnTo>
                    <a:pt x="85409" y="49346"/>
                  </a:lnTo>
                  <a:lnTo>
                    <a:pt x="85453" y="49484"/>
                  </a:lnTo>
                  <a:lnTo>
                    <a:pt x="85453" y="49662"/>
                  </a:lnTo>
                  <a:lnTo>
                    <a:pt x="85475" y="49860"/>
                  </a:lnTo>
                  <a:lnTo>
                    <a:pt x="85585" y="49998"/>
                  </a:lnTo>
                  <a:lnTo>
                    <a:pt x="85783" y="50156"/>
                  </a:lnTo>
                  <a:lnTo>
                    <a:pt x="85871" y="50294"/>
                  </a:lnTo>
                  <a:lnTo>
                    <a:pt x="85893" y="50393"/>
                  </a:lnTo>
                  <a:lnTo>
                    <a:pt x="85893" y="50472"/>
                  </a:lnTo>
                  <a:lnTo>
                    <a:pt x="85893" y="50551"/>
                  </a:lnTo>
                  <a:lnTo>
                    <a:pt x="85893" y="50649"/>
                  </a:lnTo>
                  <a:lnTo>
                    <a:pt x="85959" y="50728"/>
                  </a:lnTo>
                  <a:lnTo>
                    <a:pt x="86047" y="50827"/>
                  </a:lnTo>
                  <a:lnTo>
                    <a:pt x="86135" y="50867"/>
                  </a:lnTo>
                  <a:lnTo>
                    <a:pt x="86245" y="50906"/>
                  </a:lnTo>
                  <a:lnTo>
                    <a:pt x="86377" y="51005"/>
                  </a:lnTo>
                  <a:lnTo>
                    <a:pt x="86532" y="51104"/>
                  </a:lnTo>
                  <a:lnTo>
                    <a:pt x="86686" y="51222"/>
                  </a:lnTo>
                  <a:lnTo>
                    <a:pt x="86818" y="51341"/>
                  </a:lnTo>
                  <a:lnTo>
                    <a:pt x="86906" y="51400"/>
                  </a:lnTo>
                  <a:lnTo>
                    <a:pt x="86950" y="51459"/>
                  </a:lnTo>
                  <a:lnTo>
                    <a:pt x="87016" y="51499"/>
                  </a:lnTo>
                  <a:lnTo>
                    <a:pt x="87104" y="51578"/>
                  </a:lnTo>
                  <a:lnTo>
                    <a:pt x="87170" y="51657"/>
                  </a:lnTo>
                  <a:lnTo>
                    <a:pt x="87170" y="51755"/>
                  </a:lnTo>
                  <a:lnTo>
                    <a:pt x="87170" y="51854"/>
                  </a:lnTo>
                  <a:lnTo>
                    <a:pt x="87170" y="51953"/>
                  </a:lnTo>
                  <a:lnTo>
                    <a:pt x="87192" y="52111"/>
                  </a:lnTo>
                  <a:lnTo>
                    <a:pt x="87258" y="52288"/>
                  </a:lnTo>
                  <a:lnTo>
                    <a:pt x="87368" y="52466"/>
                  </a:lnTo>
                  <a:lnTo>
                    <a:pt x="87456" y="52624"/>
                  </a:lnTo>
                  <a:lnTo>
                    <a:pt x="87566" y="52762"/>
                  </a:lnTo>
                  <a:lnTo>
                    <a:pt x="87633" y="52861"/>
                  </a:lnTo>
                  <a:lnTo>
                    <a:pt x="87743" y="52980"/>
                  </a:lnTo>
                  <a:lnTo>
                    <a:pt x="87809" y="53098"/>
                  </a:lnTo>
                  <a:lnTo>
                    <a:pt x="87831" y="53236"/>
                  </a:lnTo>
                  <a:lnTo>
                    <a:pt x="87699" y="53335"/>
                  </a:lnTo>
                  <a:lnTo>
                    <a:pt x="87566" y="53394"/>
                  </a:lnTo>
                  <a:lnTo>
                    <a:pt x="87434" y="53414"/>
                  </a:lnTo>
                  <a:lnTo>
                    <a:pt x="87346" y="53513"/>
                  </a:lnTo>
                  <a:lnTo>
                    <a:pt x="87346" y="53611"/>
                  </a:lnTo>
                  <a:lnTo>
                    <a:pt x="87390" y="53769"/>
                  </a:lnTo>
                  <a:lnTo>
                    <a:pt x="87434" y="53947"/>
                  </a:lnTo>
                  <a:lnTo>
                    <a:pt x="87434" y="54026"/>
                  </a:lnTo>
                  <a:lnTo>
                    <a:pt x="87456" y="54105"/>
                  </a:lnTo>
                  <a:lnTo>
                    <a:pt x="87478" y="54164"/>
                  </a:lnTo>
                  <a:lnTo>
                    <a:pt x="87544" y="54224"/>
                  </a:lnTo>
                  <a:lnTo>
                    <a:pt x="87611" y="54303"/>
                  </a:lnTo>
                  <a:lnTo>
                    <a:pt x="87677" y="54362"/>
                  </a:lnTo>
                  <a:lnTo>
                    <a:pt x="87699" y="54441"/>
                  </a:lnTo>
                  <a:lnTo>
                    <a:pt x="87677" y="54520"/>
                  </a:lnTo>
                  <a:lnTo>
                    <a:pt x="87611" y="54658"/>
                  </a:lnTo>
                  <a:lnTo>
                    <a:pt x="87677" y="54816"/>
                  </a:lnTo>
                  <a:lnTo>
                    <a:pt x="87809" y="54954"/>
                  </a:lnTo>
                  <a:lnTo>
                    <a:pt x="87897" y="55152"/>
                  </a:lnTo>
                  <a:lnTo>
                    <a:pt x="87941" y="55329"/>
                  </a:lnTo>
                  <a:lnTo>
                    <a:pt x="87941" y="55468"/>
                  </a:lnTo>
                  <a:lnTo>
                    <a:pt x="87963" y="55566"/>
                  </a:lnTo>
                  <a:lnTo>
                    <a:pt x="88073" y="55685"/>
                  </a:lnTo>
                  <a:lnTo>
                    <a:pt x="88183" y="55744"/>
                  </a:lnTo>
                  <a:lnTo>
                    <a:pt x="88271" y="55803"/>
                  </a:lnTo>
                  <a:lnTo>
                    <a:pt x="88337" y="55902"/>
                  </a:lnTo>
                  <a:lnTo>
                    <a:pt x="88447" y="55961"/>
                  </a:lnTo>
                  <a:lnTo>
                    <a:pt x="88491" y="55961"/>
                  </a:lnTo>
                  <a:lnTo>
                    <a:pt x="88557" y="55942"/>
                  </a:lnTo>
                  <a:lnTo>
                    <a:pt x="88645" y="55961"/>
                  </a:lnTo>
                  <a:lnTo>
                    <a:pt x="88711" y="56021"/>
                  </a:lnTo>
                  <a:lnTo>
                    <a:pt x="88711" y="56119"/>
                  </a:lnTo>
                  <a:lnTo>
                    <a:pt x="88711" y="56198"/>
                  </a:lnTo>
                  <a:lnTo>
                    <a:pt x="88689" y="56317"/>
                  </a:lnTo>
                  <a:lnTo>
                    <a:pt x="88667" y="56396"/>
                  </a:lnTo>
                  <a:lnTo>
                    <a:pt x="88623" y="56514"/>
                  </a:lnTo>
                  <a:lnTo>
                    <a:pt x="88557" y="56633"/>
                  </a:lnTo>
                  <a:lnTo>
                    <a:pt x="88469" y="56692"/>
                  </a:lnTo>
                  <a:lnTo>
                    <a:pt x="88381" y="56771"/>
                  </a:lnTo>
                  <a:lnTo>
                    <a:pt x="88271" y="56889"/>
                  </a:lnTo>
                  <a:lnTo>
                    <a:pt x="88249" y="57028"/>
                  </a:lnTo>
                  <a:lnTo>
                    <a:pt x="88227" y="57166"/>
                  </a:lnTo>
                  <a:lnTo>
                    <a:pt x="88227" y="57363"/>
                  </a:lnTo>
                  <a:lnTo>
                    <a:pt x="88227" y="57442"/>
                  </a:lnTo>
                  <a:lnTo>
                    <a:pt x="88227" y="57502"/>
                  </a:lnTo>
                  <a:lnTo>
                    <a:pt x="88227" y="57541"/>
                  </a:lnTo>
                  <a:lnTo>
                    <a:pt x="88183" y="57561"/>
                  </a:lnTo>
                  <a:lnTo>
                    <a:pt x="88161" y="57561"/>
                  </a:lnTo>
                  <a:lnTo>
                    <a:pt x="88117" y="57541"/>
                  </a:lnTo>
                  <a:lnTo>
                    <a:pt x="88095" y="57541"/>
                  </a:lnTo>
                  <a:lnTo>
                    <a:pt x="88073" y="57541"/>
                  </a:lnTo>
                  <a:lnTo>
                    <a:pt x="88073" y="57640"/>
                  </a:lnTo>
                  <a:lnTo>
                    <a:pt x="88073" y="57719"/>
                  </a:lnTo>
                  <a:lnTo>
                    <a:pt x="88095" y="57818"/>
                  </a:lnTo>
                  <a:lnTo>
                    <a:pt x="88073" y="57877"/>
                  </a:lnTo>
                  <a:lnTo>
                    <a:pt x="87985" y="57857"/>
                  </a:lnTo>
                  <a:lnTo>
                    <a:pt x="87853" y="57719"/>
                  </a:lnTo>
                  <a:lnTo>
                    <a:pt x="87765" y="57521"/>
                  </a:lnTo>
                  <a:lnTo>
                    <a:pt x="87633" y="57363"/>
                  </a:lnTo>
                  <a:lnTo>
                    <a:pt x="87434" y="57304"/>
                  </a:lnTo>
                  <a:lnTo>
                    <a:pt x="87258" y="57284"/>
                  </a:lnTo>
                  <a:lnTo>
                    <a:pt x="87104" y="57265"/>
                  </a:lnTo>
                  <a:lnTo>
                    <a:pt x="86950" y="57126"/>
                  </a:lnTo>
                  <a:lnTo>
                    <a:pt x="86818" y="56968"/>
                  </a:lnTo>
                  <a:lnTo>
                    <a:pt x="86752" y="56889"/>
                  </a:lnTo>
                  <a:lnTo>
                    <a:pt x="86730" y="56771"/>
                  </a:lnTo>
                  <a:lnTo>
                    <a:pt x="86796" y="56672"/>
                  </a:lnTo>
                  <a:lnTo>
                    <a:pt x="86906" y="56573"/>
                  </a:lnTo>
                  <a:lnTo>
                    <a:pt x="87038" y="56455"/>
                  </a:lnTo>
                  <a:lnTo>
                    <a:pt x="87126" y="56297"/>
                  </a:lnTo>
                  <a:lnTo>
                    <a:pt x="86994" y="56119"/>
                  </a:lnTo>
                  <a:lnTo>
                    <a:pt x="86774" y="56080"/>
                  </a:lnTo>
                  <a:lnTo>
                    <a:pt x="86576" y="56100"/>
                  </a:lnTo>
                  <a:lnTo>
                    <a:pt x="86355" y="56139"/>
                  </a:lnTo>
                  <a:lnTo>
                    <a:pt x="86135" y="56100"/>
                  </a:lnTo>
                  <a:lnTo>
                    <a:pt x="85959" y="56080"/>
                  </a:lnTo>
                  <a:lnTo>
                    <a:pt x="85783" y="56060"/>
                  </a:lnTo>
                  <a:lnTo>
                    <a:pt x="85563" y="55981"/>
                  </a:lnTo>
                  <a:lnTo>
                    <a:pt x="85409" y="55882"/>
                  </a:lnTo>
                  <a:lnTo>
                    <a:pt x="85365" y="55724"/>
                  </a:lnTo>
                  <a:lnTo>
                    <a:pt x="85365" y="55586"/>
                  </a:lnTo>
                  <a:lnTo>
                    <a:pt x="85299" y="55507"/>
                  </a:lnTo>
                  <a:lnTo>
                    <a:pt x="85144" y="55389"/>
                  </a:lnTo>
                  <a:lnTo>
                    <a:pt x="84946" y="55329"/>
                  </a:lnTo>
                  <a:lnTo>
                    <a:pt x="84748" y="55310"/>
                  </a:lnTo>
                  <a:lnTo>
                    <a:pt x="84550" y="55310"/>
                  </a:lnTo>
                  <a:lnTo>
                    <a:pt x="84352" y="55231"/>
                  </a:lnTo>
                  <a:lnTo>
                    <a:pt x="84154" y="55132"/>
                  </a:lnTo>
                  <a:lnTo>
                    <a:pt x="83933" y="55033"/>
                  </a:lnTo>
                  <a:lnTo>
                    <a:pt x="83713" y="54954"/>
                  </a:lnTo>
                  <a:lnTo>
                    <a:pt x="83515" y="54915"/>
                  </a:lnTo>
                  <a:lnTo>
                    <a:pt x="83273" y="54954"/>
                  </a:lnTo>
                  <a:lnTo>
                    <a:pt x="83075" y="55073"/>
                  </a:lnTo>
                  <a:lnTo>
                    <a:pt x="82877" y="55191"/>
                  </a:lnTo>
                  <a:lnTo>
                    <a:pt x="82656" y="55211"/>
                  </a:lnTo>
                  <a:lnTo>
                    <a:pt x="82590" y="55191"/>
                  </a:lnTo>
                  <a:lnTo>
                    <a:pt x="82546" y="55171"/>
                  </a:lnTo>
                  <a:lnTo>
                    <a:pt x="82458" y="55132"/>
                  </a:lnTo>
                  <a:lnTo>
                    <a:pt x="82414" y="55112"/>
                  </a:lnTo>
                  <a:lnTo>
                    <a:pt x="82282" y="55112"/>
                  </a:lnTo>
                  <a:lnTo>
                    <a:pt x="82194" y="55152"/>
                  </a:lnTo>
                  <a:lnTo>
                    <a:pt x="82106" y="55211"/>
                  </a:lnTo>
                  <a:lnTo>
                    <a:pt x="82018" y="55270"/>
                  </a:lnTo>
                  <a:lnTo>
                    <a:pt x="81952" y="55310"/>
                  </a:lnTo>
                  <a:lnTo>
                    <a:pt x="81864" y="55349"/>
                  </a:lnTo>
                  <a:lnTo>
                    <a:pt x="81820" y="55408"/>
                  </a:lnTo>
                  <a:lnTo>
                    <a:pt x="81798" y="55527"/>
                  </a:lnTo>
                  <a:lnTo>
                    <a:pt x="81798" y="55626"/>
                  </a:lnTo>
                  <a:lnTo>
                    <a:pt x="81820" y="55744"/>
                  </a:lnTo>
                  <a:lnTo>
                    <a:pt x="81842" y="55863"/>
                  </a:lnTo>
                  <a:lnTo>
                    <a:pt x="81842" y="55961"/>
                  </a:lnTo>
                  <a:lnTo>
                    <a:pt x="81864" y="56159"/>
                  </a:lnTo>
                  <a:lnTo>
                    <a:pt x="81952" y="56376"/>
                  </a:lnTo>
                  <a:lnTo>
                    <a:pt x="81996" y="56554"/>
                  </a:lnTo>
                  <a:lnTo>
                    <a:pt x="81864" y="56672"/>
                  </a:lnTo>
                  <a:lnTo>
                    <a:pt x="81798" y="56652"/>
                  </a:lnTo>
                  <a:lnTo>
                    <a:pt x="81710" y="56593"/>
                  </a:lnTo>
                  <a:lnTo>
                    <a:pt x="81622" y="56534"/>
                  </a:lnTo>
                  <a:lnTo>
                    <a:pt x="81555" y="56475"/>
                  </a:lnTo>
                  <a:lnTo>
                    <a:pt x="81401" y="56455"/>
                  </a:lnTo>
                  <a:lnTo>
                    <a:pt x="81269" y="56475"/>
                  </a:lnTo>
                  <a:lnTo>
                    <a:pt x="81137" y="56494"/>
                  </a:lnTo>
                  <a:lnTo>
                    <a:pt x="80983" y="56514"/>
                  </a:lnTo>
                  <a:lnTo>
                    <a:pt x="80939" y="56514"/>
                  </a:lnTo>
                  <a:lnTo>
                    <a:pt x="80873" y="56554"/>
                  </a:lnTo>
                  <a:lnTo>
                    <a:pt x="80829" y="56593"/>
                  </a:lnTo>
                  <a:lnTo>
                    <a:pt x="80807" y="56692"/>
                  </a:lnTo>
                  <a:lnTo>
                    <a:pt x="80851" y="56791"/>
                  </a:lnTo>
                  <a:lnTo>
                    <a:pt x="80917" y="56889"/>
                  </a:lnTo>
                  <a:lnTo>
                    <a:pt x="80961" y="56968"/>
                  </a:lnTo>
                  <a:lnTo>
                    <a:pt x="80983" y="57067"/>
                  </a:lnTo>
                  <a:lnTo>
                    <a:pt x="80939" y="57107"/>
                  </a:lnTo>
                  <a:lnTo>
                    <a:pt x="80873" y="57107"/>
                  </a:lnTo>
                  <a:lnTo>
                    <a:pt x="80807" y="57087"/>
                  </a:lnTo>
                  <a:lnTo>
                    <a:pt x="80719" y="57087"/>
                  </a:lnTo>
                  <a:lnTo>
                    <a:pt x="80631" y="57107"/>
                  </a:lnTo>
                  <a:lnTo>
                    <a:pt x="80521" y="57146"/>
                  </a:lnTo>
                  <a:lnTo>
                    <a:pt x="80455" y="57186"/>
                  </a:lnTo>
                  <a:lnTo>
                    <a:pt x="80322" y="57225"/>
                  </a:lnTo>
                  <a:lnTo>
                    <a:pt x="80168" y="57225"/>
                  </a:lnTo>
                  <a:lnTo>
                    <a:pt x="79970" y="57186"/>
                  </a:lnTo>
                  <a:lnTo>
                    <a:pt x="79750" y="57126"/>
                  </a:lnTo>
                  <a:lnTo>
                    <a:pt x="79552" y="57047"/>
                  </a:lnTo>
                  <a:lnTo>
                    <a:pt x="79442" y="56870"/>
                  </a:lnTo>
                  <a:lnTo>
                    <a:pt x="79376" y="56692"/>
                  </a:lnTo>
                  <a:lnTo>
                    <a:pt x="79310" y="56514"/>
                  </a:lnTo>
                  <a:lnTo>
                    <a:pt x="79177" y="56396"/>
                  </a:lnTo>
                  <a:lnTo>
                    <a:pt x="79001" y="56396"/>
                  </a:lnTo>
                  <a:lnTo>
                    <a:pt x="78913" y="56494"/>
                  </a:lnTo>
                  <a:lnTo>
                    <a:pt x="78781" y="56554"/>
                  </a:lnTo>
                  <a:lnTo>
                    <a:pt x="78605" y="56514"/>
                  </a:lnTo>
                  <a:lnTo>
                    <a:pt x="78517" y="56475"/>
                  </a:lnTo>
                  <a:lnTo>
                    <a:pt x="78451" y="56455"/>
                  </a:lnTo>
                  <a:lnTo>
                    <a:pt x="78341" y="56396"/>
                  </a:lnTo>
                  <a:lnTo>
                    <a:pt x="78275" y="56356"/>
                  </a:lnTo>
                  <a:lnTo>
                    <a:pt x="78187" y="56317"/>
                  </a:lnTo>
                  <a:lnTo>
                    <a:pt x="78143" y="56218"/>
                  </a:lnTo>
                  <a:lnTo>
                    <a:pt x="78077" y="56179"/>
                  </a:lnTo>
                  <a:lnTo>
                    <a:pt x="78033" y="56159"/>
                  </a:lnTo>
                  <a:lnTo>
                    <a:pt x="77900" y="56198"/>
                  </a:lnTo>
                  <a:lnTo>
                    <a:pt x="77878" y="56317"/>
                  </a:lnTo>
                  <a:lnTo>
                    <a:pt x="77922" y="56494"/>
                  </a:lnTo>
                  <a:lnTo>
                    <a:pt x="78033" y="56633"/>
                  </a:lnTo>
                  <a:lnTo>
                    <a:pt x="78077" y="56692"/>
                  </a:lnTo>
                  <a:lnTo>
                    <a:pt x="78121" y="56751"/>
                  </a:lnTo>
                  <a:lnTo>
                    <a:pt x="78165" y="56830"/>
                  </a:lnTo>
                  <a:lnTo>
                    <a:pt x="78187" y="56889"/>
                  </a:lnTo>
                  <a:lnTo>
                    <a:pt x="78187" y="56988"/>
                  </a:lnTo>
                  <a:lnTo>
                    <a:pt x="78165" y="57067"/>
                  </a:lnTo>
                  <a:lnTo>
                    <a:pt x="78165" y="57166"/>
                  </a:lnTo>
                  <a:lnTo>
                    <a:pt x="78253" y="57265"/>
                  </a:lnTo>
                  <a:lnTo>
                    <a:pt x="78297" y="57344"/>
                  </a:lnTo>
                  <a:lnTo>
                    <a:pt x="78341" y="57383"/>
                  </a:lnTo>
                  <a:lnTo>
                    <a:pt x="78319" y="57442"/>
                  </a:lnTo>
                  <a:lnTo>
                    <a:pt x="78253" y="57383"/>
                  </a:lnTo>
                  <a:lnTo>
                    <a:pt x="78165" y="57363"/>
                  </a:lnTo>
                  <a:lnTo>
                    <a:pt x="78121" y="57363"/>
                  </a:lnTo>
                  <a:lnTo>
                    <a:pt x="78055" y="57363"/>
                  </a:lnTo>
                  <a:lnTo>
                    <a:pt x="77966" y="57344"/>
                  </a:lnTo>
                  <a:lnTo>
                    <a:pt x="77790" y="57304"/>
                  </a:lnTo>
                  <a:lnTo>
                    <a:pt x="77658" y="57166"/>
                  </a:lnTo>
                  <a:lnTo>
                    <a:pt x="77526" y="57028"/>
                  </a:lnTo>
                  <a:lnTo>
                    <a:pt x="77416" y="56850"/>
                  </a:lnTo>
                  <a:lnTo>
                    <a:pt x="77284" y="56712"/>
                  </a:lnTo>
                  <a:lnTo>
                    <a:pt x="77174" y="56652"/>
                  </a:lnTo>
                  <a:lnTo>
                    <a:pt x="77064" y="56554"/>
                  </a:lnTo>
                  <a:lnTo>
                    <a:pt x="77020" y="56376"/>
                  </a:lnTo>
                  <a:lnTo>
                    <a:pt x="76998" y="56297"/>
                  </a:lnTo>
                  <a:lnTo>
                    <a:pt x="76998" y="56198"/>
                  </a:lnTo>
                  <a:lnTo>
                    <a:pt x="76998" y="56119"/>
                  </a:lnTo>
                  <a:lnTo>
                    <a:pt x="77020" y="56060"/>
                  </a:lnTo>
                  <a:lnTo>
                    <a:pt x="77086" y="55981"/>
                  </a:lnTo>
                  <a:lnTo>
                    <a:pt x="77196" y="55902"/>
                  </a:lnTo>
                  <a:lnTo>
                    <a:pt x="77262" y="55784"/>
                  </a:lnTo>
                  <a:lnTo>
                    <a:pt x="77284" y="55705"/>
                  </a:lnTo>
                  <a:lnTo>
                    <a:pt x="77240" y="55685"/>
                  </a:lnTo>
                  <a:lnTo>
                    <a:pt x="77174" y="55626"/>
                  </a:lnTo>
                  <a:lnTo>
                    <a:pt x="77086" y="55586"/>
                  </a:lnTo>
                  <a:lnTo>
                    <a:pt x="77020" y="55547"/>
                  </a:lnTo>
                  <a:lnTo>
                    <a:pt x="76976" y="55487"/>
                  </a:lnTo>
                  <a:lnTo>
                    <a:pt x="76954" y="55389"/>
                  </a:lnTo>
                  <a:lnTo>
                    <a:pt x="76888" y="55329"/>
                  </a:lnTo>
                  <a:lnTo>
                    <a:pt x="76822" y="55290"/>
                  </a:lnTo>
                  <a:lnTo>
                    <a:pt x="76777" y="55211"/>
                  </a:lnTo>
                  <a:lnTo>
                    <a:pt x="76711" y="55171"/>
                  </a:lnTo>
                  <a:lnTo>
                    <a:pt x="76623" y="55152"/>
                  </a:lnTo>
                  <a:lnTo>
                    <a:pt x="76557" y="55112"/>
                  </a:lnTo>
                  <a:lnTo>
                    <a:pt x="76447" y="55013"/>
                  </a:lnTo>
                  <a:lnTo>
                    <a:pt x="76513" y="54974"/>
                  </a:lnTo>
                  <a:lnTo>
                    <a:pt x="76601" y="54954"/>
                  </a:lnTo>
                  <a:lnTo>
                    <a:pt x="76667" y="54954"/>
                  </a:lnTo>
                  <a:lnTo>
                    <a:pt x="76733" y="54836"/>
                  </a:lnTo>
                  <a:lnTo>
                    <a:pt x="76601" y="54737"/>
                  </a:lnTo>
                  <a:lnTo>
                    <a:pt x="76403" y="54599"/>
                  </a:lnTo>
                  <a:lnTo>
                    <a:pt x="76271" y="54520"/>
                  </a:lnTo>
                  <a:lnTo>
                    <a:pt x="76205" y="54461"/>
                  </a:lnTo>
                  <a:lnTo>
                    <a:pt x="76161" y="54382"/>
                  </a:lnTo>
                  <a:lnTo>
                    <a:pt x="76139" y="54322"/>
                  </a:lnTo>
                  <a:lnTo>
                    <a:pt x="76117" y="54243"/>
                  </a:lnTo>
                  <a:lnTo>
                    <a:pt x="76117" y="54184"/>
                  </a:lnTo>
                  <a:lnTo>
                    <a:pt x="76073" y="54145"/>
                  </a:lnTo>
                  <a:lnTo>
                    <a:pt x="76051" y="54105"/>
                  </a:lnTo>
                  <a:lnTo>
                    <a:pt x="75985" y="54046"/>
                  </a:lnTo>
                  <a:lnTo>
                    <a:pt x="75919" y="53848"/>
                  </a:lnTo>
                  <a:lnTo>
                    <a:pt x="75919" y="53769"/>
                  </a:lnTo>
                  <a:lnTo>
                    <a:pt x="75985" y="53730"/>
                  </a:lnTo>
                  <a:lnTo>
                    <a:pt x="76139" y="53730"/>
                  </a:lnTo>
                  <a:lnTo>
                    <a:pt x="76227" y="53671"/>
                  </a:lnTo>
                  <a:lnTo>
                    <a:pt x="76271" y="53592"/>
                  </a:lnTo>
                  <a:lnTo>
                    <a:pt x="76205" y="53454"/>
                  </a:lnTo>
                  <a:lnTo>
                    <a:pt x="76117" y="53335"/>
                  </a:lnTo>
                  <a:lnTo>
                    <a:pt x="75985" y="53236"/>
                  </a:lnTo>
                  <a:lnTo>
                    <a:pt x="75853" y="53157"/>
                  </a:lnTo>
                  <a:lnTo>
                    <a:pt x="75721" y="53039"/>
                  </a:lnTo>
                  <a:lnTo>
                    <a:pt x="75677" y="52881"/>
                  </a:lnTo>
                  <a:lnTo>
                    <a:pt x="75743" y="52802"/>
                  </a:lnTo>
                  <a:lnTo>
                    <a:pt x="75875" y="52664"/>
                  </a:lnTo>
                  <a:lnTo>
                    <a:pt x="75985" y="52506"/>
                  </a:lnTo>
                  <a:lnTo>
                    <a:pt x="75941" y="52407"/>
                  </a:lnTo>
                  <a:lnTo>
                    <a:pt x="75809" y="52348"/>
                  </a:lnTo>
                  <a:lnTo>
                    <a:pt x="75677" y="52308"/>
                  </a:lnTo>
                  <a:lnTo>
                    <a:pt x="75522" y="52249"/>
                  </a:lnTo>
                  <a:lnTo>
                    <a:pt x="75412" y="52091"/>
                  </a:lnTo>
                  <a:lnTo>
                    <a:pt x="75302" y="51973"/>
                  </a:lnTo>
                  <a:lnTo>
                    <a:pt x="75148" y="51894"/>
                  </a:lnTo>
                  <a:lnTo>
                    <a:pt x="75016" y="51874"/>
                  </a:lnTo>
                  <a:lnTo>
                    <a:pt x="74862" y="51834"/>
                  </a:lnTo>
                  <a:lnTo>
                    <a:pt x="74796" y="51815"/>
                  </a:lnTo>
                  <a:lnTo>
                    <a:pt x="74686" y="51795"/>
                  </a:lnTo>
                  <a:lnTo>
                    <a:pt x="74620" y="51775"/>
                  </a:lnTo>
                  <a:lnTo>
                    <a:pt x="74554" y="51795"/>
                  </a:lnTo>
                  <a:lnTo>
                    <a:pt x="74488" y="51854"/>
                  </a:lnTo>
                  <a:lnTo>
                    <a:pt x="74488" y="51913"/>
                  </a:lnTo>
                  <a:lnTo>
                    <a:pt x="74554" y="51992"/>
                  </a:lnTo>
                  <a:lnTo>
                    <a:pt x="74620" y="52071"/>
                  </a:lnTo>
                  <a:lnTo>
                    <a:pt x="74664" y="52269"/>
                  </a:lnTo>
                  <a:lnTo>
                    <a:pt x="74664" y="52446"/>
                  </a:lnTo>
                  <a:lnTo>
                    <a:pt x="74598" y="52565"/>
                  </a:lnTo>
                  <a:lnTo>
                    <a:pt x="74466" y="52644"/>
                  </a:lnTo>
                  <a:lnTo>
                    <a:pt x="74333" y="52644"/>
                  </a:lnTo>
                  <a:lnTo>
                    <a:pt x="74201" y="52644"/>
                  </a:lnTo>
                  <a:lnTo>
                    <a:pt x="74157" y="52703"/>
                  </a:lnTo>
                  <a:lnTo>
                    <a:pt x="74201" y="52901"/>
                  </a:lnTo>
                  <a:lnTo>
                    <a:pt x="74289" y="53078"/>
                  </a:lnTo>
                  <a:lnTo>
                    <a:pt x="74466" y="53414"/>
                  </a:lnTo>
                  <a:lnTo>
                    <a:pt x="74576" y="53592"/>
                  </a:lnTo>
                  <a:lnTo>
                    <a:pt x="74642" y="53730"/>
                  </a:lnTo>
                  <a:lnTo>
                    <a:pt x="74752" y="53927"/>
                  </a:lnTo>
                  <a:lnTo>
                    <a:pt x="74818" y="54105"/>
                  </a:lnTo>
                  <a:lnTo>
                    <a:pt x="74818" y="54224"/>
                  </a:lnTo>
                  <a:lnTo>
                    <a:pt x="74686" y="54342"/>
                  </a:lnTo>
                  <a:lnTo>
                    <a:pt x="74576" y="54401"/>
                  </a:lnTo>
                  <a:lnTo>
                    <a:pt x="74466" y="54520"/>
                  </a:lnTo>
                  <a:lnTo>
                    <a:pt x="74444" y="54737"/>
                  </a:lnTo>
                  <a:lnTo>
                    <a:pt x="74400" y="54875"/>
                  </a:lnTo>
                  <a:lnTo>
                    <a:pt x="74223" y="54737"/>
                  </a:lnTo>
                  <a:lnTo>
                    <a:pt x="74047" y="54540"/>
                  </a:lnTo>
                  <a:lnTo>
                    <a:pt x="73937" y="54401"/>
                  </a:lnTo>
                  <a:lnTo>
                    <a:pt x="73805" y="54421"/>
                  </a:lnTo>
                  <a:lnTo>
                    <a:pt x="73893" y="54579"/>
                  </a:lnTo>
                  <a:lnTo>
                    <a:pt x="74025" y="54777"/>
                  </a:lnTo>
                  <a:lnTo>
                    <a:pt x="74069" y="54895"/>
                  </a:lnTo>
                  <a:lnTo>
                    <a:pt x="74003" y="54915"/>
                  </a:lnTo>
                  <a:lnTo>
                    <a:pt x="73915" y="54915"/>
                  </a:lnTo>
                  <a:lnTo>
                    <a:pt x="73805" y="54875"/>
                  </a:lnTo>
                  <a:lnTo>
                    <a:pt x="73717" y="54836"/>
                  </a:lnTo>
                  <a:lnTo>
                    <a:pt x="73607" y="54875"/>
                  </a:lnTo>
                  <a:lnTo>
                    <a:pt x="73541" y="54915"/>
                  </a:lnTo>
                  <a:lnTo>
                    <a:pt x="73475" y="54954"/>
                  </a:lnTo>
                  <a:lnTo>
                    <a:pt x="73387" y="54994"/>
                  </a:lnTo>
                  <a:lnTo>
                    <a:pt x="73255" y="55033"/>
                  </a:lnTo>
                  <a:lnTo>
                    <a:pt x="73100" y="54994"/>
                  </a:lnTo>
                  <a:lnTo>
                    <a:pt x="72968" y="54895"/>
                  </a:lnTo>
                  <a:lnTo>
                    <a:pt x="72902" y="54658"/>
                  </a:lnTo>
                  <a:lnTo>
                    <a:pt x="72880" y="54461"/>
                  </a:lnTo>
                  <a:lnTo>
                    <a:pt x="72836" y="54263"/>
                  </a:lnTo>
                  <a:lnTo>
                    <a:pt x="72726" y="54105"/>
                  </a:lnTo>
                  <a:lnTo>
                    <a:pt x="72594" y="53908"/>
                  </a:lnTo>
                  <a:lnTo>
                    <a:pt x="72484" y="53769"/>
                  </a:lnTo>
                  <a:lnTo>
                    <a:pt x="72396" y="53631"/>
                  </a:lnTo>
                  <a:lnTo>
                    <a:pt x="72308" y="53513"/>
                  </a:lnTo>
                  <a:lnTo>
                    <a:pt x="72264" y="53355"/>
                  </a:lnTo>
                  <a:lnTo>
                    <a:pt x="72264" y="53177"/>
                  </a:lnTo>
                  <a:lnTo>
                    <a:pt x="72330" y="53019"/>
                  </a:lnTo>
                  <a:lnTo>
                    <a:pt x="72418" y="52861"/>
                  </a:lnTo>
                  <a:lnTo>
                    <a:pt x="72418" y="52703"/>
                  </a:lnTo>
                  <a:lnTo>
                    <a:pt x="72374" y="52565"/>
                  </a:lnTo>
                  <a:lnTo>
                    <a:pt x="72330" y="52387"/>
                  </a:lnTo>
                  <a:lnTo>
                    <a:pt x="72286" y="52209"/>
                  </a:lnTo>
                  <a:lnTo>
                    <a:pt x="72198" y="52071"/>
                  </a:lnTo>
                  <a:lnTo>
                    <a:pt x="72066" y="51973"/>
                  </a:lnTo>
                  <a:lnTo>
                    <a:pt x="71977" y="51894"/>
                  </a:lnTo>
                  <a:lnTo>
                    <a:pt x="71845" y="51795"/>
                  </a:lnTo>
                  <a:lnTo>
                    <a:pt x="71779" y="51617"/>
                  </a:lnTo>
                  <a:lnTo>
                    <a:pt x="71735" y="51400"/>
                  </a:lnTo>
                  <a:lnTo>
                    <a:pt x="71691" y="51183"/>
                  </a:lnTo>
                  <a:lnTo>
                    <a:pt x="71735" y="50926"/>
                  </a:lnTo>
                  <a:lnTo>
                    <a:pt x="71757" y="50728"/>
                  </a:lnTo>
                  <a:lnTo>
                    <a:pt x="71691" y="50630"/>
                  </a:lnTo>
                  <a:lnTo>
                    <a:pt x="71559" y="50511"/>
                  </a:lnTo>
                  <a:lnTo>
                    <a:pt x="71427" y="50452"/>
                  </a:lnTo>
                  <a:lnTo>
                    <a:pt x="71339" y="50393"/>
                  </a:lnTo>
                  <a:lnTo>
                    <a:pt x="71251" y="50353"/>
                  </a:lnTo>
                  <a:lnTo>
                    <a:pt x="71185" y="50314"/>
                  </a:lnTo>
                  <a:lnTo>
                    <a:pt x="71119" y="50294"/>
                  </a:lnTo>
                  <a:lnTo>
                    <a:pt x="71031" y="50294"/>
                  </a:lnTo>
                  <a:lnTo>
                    <a:pt x="70987" y="50314"/>
                  </a:lnTo>
                  <a:lnTo>
                    <a:pt x="70965" y="50393"/>
                  </a:lnTo>
                  <a:lnTo>
                    <a:pt x="70965" y="50452"/>
                  </a:lnTo>
                  <a:lnTo>
                    <a:pt x="70943" y="50511"/>
                  </a:lnTo>
                  <a:lnTo>
                    <a:pt x="70833" y="50551"/>
                  </a:lnTo>
                  <a:lnTo>
                    <a:pt x="70744" y="50452"/>
                  </a:lnTo>
                  <a:lnTo>
                    <a:pt x="70656" y="50314"/>
                  </a:lnTo>
                  <a:lnTo>
                    <a:pt x="70502" y="50215"/>
                  </a:lnTo>
                  <a:lnTo>
                    <a:pt x="70436" y="50215"/>
                  </a:lnTo>
                  <a:lnTo>
                    <a:pt x="70326" y="50156"/>
                  </a:lnTo>
                  <a:lnTo>
                    <a:pt x="70282" y="50116"/>
                  </a:lnTo>
                  <a:lnTo>
                    <a:pt x="70172" y="50037"/>
                  </a:lnTo>
                  <a:lnTo>
                    <a:pt x="70128" y="49939"/>
                  </a:lnTo>
                  <a:lnTo>
                    <a:pt x="70106" y="49860"/>
                  </a:lnTo>
                  <a:lnTo>
                    <a:pt x="70062" y="49761"/>
                  </a:lnTo>
                  <a:lnTo>
                    <a:pt x="69996" y="49682"/>
                  </a:lnTo>
                  <a:lnTo>
                    <a:pt x="69798" y="49623"/>
                  </a:lnTo>
                  <a:lnTo>
                    <a:pt x="69577" y="49623"/>
                  </a:lnTo>
                  <a:lnTo>
                    <a:pt x="69379" y="49702"/>
                  </a:lnTo>
                  <a:lnTo>
                    <a:pt x="69203" y="49761"/>
                  </a:lnTo>
                  <a:lnTo>
                    <a:pt x="69027" y="49820"/>
                  </a:lnTo>
                  <a:lnTo>
                    <a:pt x="68829" y="49860"/>
                  </a:lnTo>
                  <a:lnTo>
                    <a:pt x="68653" y="49899"/>
                  </a:lnTo>
                  <a:lnTo>
                    <a:pt x="68455" y="49899"/>
                  </a:lnTo>
                  <a:lnTo>
                    <a:pt x="68146" y="49741"/>
                  </a:lnTo>
                  <a:lnTo>
                    <a:pt x="68058" y="49326"/>
                  </a:lnTo>
                  <a:lnTo>
                    <a:pt x="67992" y="48853"/>
                  </a:lnTo>
                  <a:lnTo>
                    <a:pt x="67794" y="48517"/>
                  </a:lnTo>
                  <a:lnTo>
                    <a:pt x="67706" y="48458"/>
                  </a:lnTo>
                  <a:lnTo>
                    <a:pt x="67618" y="48438"/>
                  </a:lnTo>
                  <a:lnTo>
                    <a:pt x="67508" y="48398"/>
                  </a:lnTo>
                  <a:lnTo>
                    <a:pt x="67442" y="48398"/>
                  </a:lnTo>
                  <a:lnTo>
                    <a:pt x="67310" y="48379"/>
                  </a:lnTo>
                  <a:lnTo>
                    <a:pt x="67200" y="48398"/>
                  </a:lnTo>
                  <a:lnTo>
                    <a:pt x="67045" y="48379"/>
                  </a:lnTo>
                  <a:lnTo>
                    <a:pt x="66913" y="48339"/>
                  </a:lnTo>
                  <a:lnTo>
                    <a:pt x="66869" y="48280"/>
                  </a:lnTo>
                  <a:lnTo>
                    <a:pt x="66847" y="48201"/>
                  </a:lnTo>
                  <a:lnTo>
                    <a:pt x="66803" y="48122"/>
                  </a:lnTo>
                  <a:lnTo>
                    <a:pt x="66759" y="48023"/>
                  </a:lnTo>
                  <a:lnTo>
                    <a:pt x="66671" y="47964"/>
                  </a:lnTo>
                  <a:lnTo>
                    <a:pt x="66583" y="47905"/>
                  </a:lnTo>
                  <a:lnTo>
                    <a:pt x="66495" y="47885"/>
                  </a:lnTo>
                  <a:lnTo>
                    <a:pt x="66407" y="47865"/>
                  </a:lnTo>
                  <a:lnTo>
                    <a:pt x="66231" y="47786"/>
                  </a:lnTo>
                  <a:lnTo>
                    <a:pt x="66033" y="47747"/>
                  </a:lnTo>
                  <a:lnTo>
                    <a:pt x="65856" y="47688"/>
                  </a:lnTo>
                  <a:lnTo>
                    <a:pt x="65702" y="47609"/>
                  </a:lnTo>
                  <a:lnTo>
                    <a:pt x="65548" y="47530"/>
                  </a:lnTo>
                  <a:lnTo>
                    <a:pt x="65482" y="47391"/>
                  </a:lnTo>
                  <a:lnTo>
                    <a:pt x="65460" y="47293"/>
                  </a:lnTo>
                  <a:lnTo>
                    <a:pt x="65460" y="47135"/>
                  </a:lnTo>
                  <a:lnTo>
                    <a:pt x="65460" y="47016"/>
                  </a:lnTo>
                  <a:lnTo>
                    <a:pt x="65460" y="46937"/>
                  </a:lnTo>
                  <a:lnTo>
                    <a:pt x="65460" y="46819"/>
                  </a:lnTo>
                  <a:lnTo>
                    <a:pt x="65482" y="46740"/>
                  </a:lnTo>
                  <a:lnTo>
                    <a:pt x="65548" y="46641"/>
                  </a:lnTo>
                  <a:lnTo>
                    <a:pt x="65570" y="46582"/>
                  </a:lnTo>
                  <a:lnTo>
                    <a:pt x="65614" y="46522"/>
                  </a:lnTo>
                  <a:lnTo>
                    <a:pt x="65614" y="46404"/>
                  </a:lnTo>
                  <a:lnTo>
                    <a:pt x="65636" y="46325"/>
                  </a:lnTo>
                  <a:lnTo>
                    <a:pt x="65702" y="46246"/>
                  </a:lnTo>
                  <a:lnTo>
                    <a:pt x="65746" y="46207"/>
                  </a:lnTo>
                  <a:lnTo>
                    <a:pt x="65790" y="46167"/>
                  </a:lnTo>
                  <a:lnTo>
                    <a:pt x="65834" y="46108"/>
                  </a:lnTo>
                  <a:lnTo>
                    <a:pt x="65856" y="46029"/>
                  </a:lnTo>
                  <a:lnTo>
                    <a:pt x="65900" y="45970"/>
                  </a:lnTo>
                  <a:lnTo>
                    <a:pt x="65922" y="45910"/>
                  </a:lnTo>
                  <a:lnTo>
                    <a:pt x="65966" y="45851"/>
                  </a:lnTo>
                  <a:lnTo>
                    <a:pt x="66011" y="45831"/>
                  </a:lnTo>
                  <a:lnTo>
                    <a:pt x="66055" y="45792"/>
                  </a:lnTo>
                  <a:lnTo>
                    <a:pt x="66055" y="45752"/>
                  </a:lnTo>
                  <a:lnTo>
                    <a:pt x="66011" y="45654"/>
                  </a:lnTo>
                  <a:lnTo>
                    <a:pt x="65944" y="45654"/>
                  </a:lnTo>
                  <a:lnTo>
                    <a:pt x="65856" y="45673"/>
                  </a:lnTo>
                  <a:lnTo>
                    <a:pt x="65812" y="45673"/>
                  </a:lnTo>
                  <a:lnTo>
                    <a:pt x="65812" y="45594"/>
                  </a:lnTo>
                  <a:lnTo>
                    <a:pt x="65834" y="45417"/>
                  </a:lnTo>
                  <a:lnTo>
                    <a:pt x="65812" y="45259"/>
                  </a:lnTo>
                  <a:lnTo>
                    <a:pt x="65680" y="45160"/>
                  </a:lnTo>
                  <a:lnTo>
                    <a:pt x="65526" y="45140"/>
                  </a:lnTo>
                  <a:lnTo>
                    <a:pt x="65372" y="45101"/>
                  </a:lnTo>
                  <a:lnTo>
                    <a:pt x="65240" y="45061"/>
                  </a:lnTo>
                  <a:lnTo>
                    <a:pt x="65108" y="44943"/>
                  </a:lnTo>
                  <a:lnTo>
                    <a:pt x="65064" y="44844"/>
                  </a:lnTo>
                  <a:lnTo>
                    <a:pt x="65042" y="44745"/>
                  </a:lnTo>
                  <a:lnTo>
                    <a:pt x="64976" y="44647"/>
                  </a:lnTo>
                  <a:lnTo>
                    <a:pt x="64910" y="44568"/>
                  </a:lnTo>
                  <a:lnTo>
                    <a:pt x="64844" y="44489"/>
                  </a:lnTo>
                  <a:lnTo>
                    <a:pt x="64733" y="44449"/>
                  </a:lnTo>
                  <a:lnTo>
                    <a:pt x="64645" y="44410"/>
                  </a:lnTo>
                  <a:lnTo>
                    <a:pt x="64557" y="44291"/>
                  </a:lnTo>
                  <a:lnTo>
                    <a:pt x="64513" y="44173"/>
                  </a:lnTo>
                  <a:lnTo>
                    <a:pt x="64469" y="43975"/>
                  </a:lnTo>
                  <a:lnTo>
                    <a:pt x="64425" y="43797"/>
                  </a:lnTo>
                  <a:lnTo>
                    <a:pt x="64425" y="43659"/>
                  </a:lnTo>
                  <a:lnTo>
                    <a:pt x="64513" y="43560"/>
                  </a:lnTo>
                  <a:lnTo>
                    <a:pt x="64667" y="43462"/>
                  </a:lnTo>
                  <a:lnTo>
                    <a:pt x="64866" y="43422"/>
                  </a:lnTo>
                  <a:lnTo>
                    <a:pt x="64998" y="43442"/>
                  </a:lnTo>
                  <a:lnTo>
                    <a:pt x="65240" y="43521"/>
                  </a:lnTo>
                  <a:lnTo>
                    <a:pt x="65504" y="43620"/>
                  </a:lnTo>
                  <a:lnTo>
                    <a:pt x="65746" y="43659"/>
                  </a:lnTo>
                  <a:lnTo>
                    <a:pt x="65922" y="43560"/>
                  </a:lnTo>
                  <a:lnTo>
                    <a:pt x="65944" y="43481"/>
                  </a:lnTo>
                  <a:lnTo>
                    <a:pt x="65922" y="43422"/>
                  </a:lnTo>
                  <a:lnTo>
                    <a:pt x="65900" y="43343"/>
                  </a:lnTo>
                  <a:lnTo>
                    <a:pt x="65834" y="43264"/>
                  </a:lnTo>
                  <a:lnTo>
                    <a:pt x="65790" y="43185"/>
                  </a:lnTo>
                  <a:lnTo>
                    <a:pt x="65790" y="43087"/>
                  </a:lnTo>
                  <a:lnTo>
                    <a:pt x="65812" y="43027"/>
                  </a:lnTo>
                  <a:lnTo>
                    <a:pt x="65834" y="42929"/>
                  </a:lnTo>
                  <a:lnTo>
                    <a:pt x="65834" y="42869"/>
                  </a:lnTo>
                  <a:lnTo>
                    <a:pt x="65856" y="42810"/>
                  </a:lnTo>
                  <a:lnTo>
                    <a:pt x="65900" y="42731"/>
                  </a:lnTo>
                  <a:lnTo>
                    <a:pt x="65944" y="42692"/>
                  </a:lnTo>
                  <a:lnTo>
                    <a:pt x="66033" y="42672"/>
                  </a:lnTo>
                  <a:lnTo>
                    <a:pt x="66143" y="42672"/>
                  </a:lnTo>
                  <a:lnTo>
                    <a:pt x="66253" y="42672"/>
                  </a:lnTo>
                  <a:lnTo>
                    <a:pt x="66341" y="42652"/>
                  </a:lnTo>
                  <a:lnTo>
                    <a:pt x="66429" y="42553"/>
                  </a:lnTo>
                  <a:lnTo>
                    <a:pt x="66495" y="42455"/>
                  </a:lnTo>
                  <a:lnTo>
                    <a:pt x="66539" y="42316"/>
                  </a:lnTo>
                  <a:lnTo>
                    <a:pt x="66407" y="42257"/>
                  </a:lnTo>
                  <a:lnTo>
                    <a:pt x="66275" y="42237"/>
                  </a:lnTo>
                  <a:lnTo>
                    <a:pt x="66165" y="42257"/>
                  </a:lnTo>
                  <a:lnTo>
                    <a:pt x="66033" y="42257"/>
                  </a:lnTo>
                  <a:lnTo>
                    <a:pt x="65922" y="42277"/>
                  </a:lnTo>
                  <a:lnTo>
                    <a:pt x="65834" y="42297"/>
                  </a:lnTo>
                  <a:lnTo>
                    <a:pt x="65790" y="42336"/>
                  </a:lnTo>
                  <a:lnTo>
                    <a:pt x="65746" y="42356"/>
                  </a:lnTo>
                  <a:lnTo>
                    <a:pt x="65680" y="42395"/>
                  </a:lnTo>
                  <a:lnTo>
                    <a:pt x="65614" y="42336"/>
                  </a:lnTo>
                  <a:lnTo>
                    <a:pt x="65592" y="42277"/>
                  </a:lnTo>
                  <a:lnTo>
                    <a:pt x="65592" y="42218"/>
                  </a:lnTo>
                  <a:lnTo>
                    <a:pt x="65614" y="42158"/>
                  </a:lnTo>
                  <a:lnTo>
                    <a:pt x="65614" y="42079"/>
                  </a:lnTo>
                  <a:lnTo>
                    <a:pt x="65592" y="42020"/>
                  </a:lnTo>
                  <a:lnTo>
                    <a:pt x="65548" y="42000"/>
                  </a:lnTo>
                  <a:lnTo>
                    <a:pt x="65482" y="41941"/>
                  </a:lnTo>
                  <a:lnTo>
                    <a:pt x="65328" y="41922"/>
                  </a:lnTo>
                  <a:lnTo>
                    <a:pt x="65108" y="41882"/>
                  </a:lnTo>
                  <a:lnTo>
                    <a:pt x="64910" y="41823"/>
                  </a:lnTo>
                  <a:lnTo>
                    <a:pt x="64822" y="41685"/>
                  </a:lnTo>
                  <a:lnTo>
                    <a:pt x="64822" y="41625"/>
                  </a:lnTo>
                  <a:lnTo>
                    <a:pt x="64866" y="41546"/>
                  </a:lnTo>
                  <a:lnTo>
                    <a:pt x="64888" y="41507"/>
                  </a:lnTo>
                  <a:lnTo>
                    <a:pt x="64888" y="41467"/>
                  </a:lnTo>
                  <a:lnTo>
                    <a:pt x="64844" y="41388"/>
                  </a:lnTo>
                  <a:lnTo>
                    <a:pt x="64711" y="41349"/>
                  </a:lnTo>
                  <a:lnTo>
                    <a:pt x="64601" y="41329"/>
                  </a:lnTo>
                  <a:lnTo>
                    <a:pt x="64491" y="41329"/>
                  </a:lnTo>
                  <a:lnTo>
                    <a:pt x="64315" y="41270"/>
                  </a:lnTo>
                  <a:lnTo>
                    <a:pt x="64205" y="41151"/>
                  </a:lnTo>
                  <a:lnTo>
                    <a:pt x="64095" y="40993"/>
                  </a:lnTo>
                  <a:lnTo>
                    <a:pt x="63963" y="40855"/>
                  </a:lnTo>
                  <a:lnTo>
                    <a:pt x="63831" y="40756"/>
                  </a:lnTo>
                  <a:lnTo>
                    <a:pt x="63699" y="40697"/>
                  </a:lnTo>
                  <a:lnTo>
                    <a:pt x="63588" y="40638"/>
                  </a:lnTo>
                  <a:lnTo>
                    <a:pt x="63478" y="40539"/>
                  </a:lnTo>
                  <a:lnTo>
                    <a:pt x="63368" y="40342"/>
                  </a:lnTo>
                  <a:lnTo>
                    <a:pt x="63346" y="40164"/>
                  </a:lnTo>
                  <a:lnTo>
                    <a:pt x="63390" y="39986"/>
                  </a:lnTo>
                  <a:lnTo>
                    <a:pt x="63478" y="39907"/>
                  </a:lnTo>
                  <a:lnTo>
                    <a:pt x="63588" y="39868"/>
                  </a:lnTo>
                  <a:lnTo>
                    <a:pt x="63677" y="39868"/>
                  </a:lnTo>
                  <a:lnTo>
                    <a:pt x="63809" y="39868"/>
                  </a:lnTo>
                  <a:lnTo>
                    <a:pt x="63897" y="39868"/>
                  </a:lnTo>
                  <a:lnTo>
                    <a:pt x="64007" y="39868"/>
                  </a:lnTo>
                  <a:lnTo>
                    <a:pt x="64029" y="39907"/>
                  </a:lnTo>
                  <a:lnTo>
                    <a:pt x="64029" y="39947"/>
                  </a:lnTo>
                  <a:lnTo>
                    <a:pt x="64029" y="40006"/>
                  </a:lnTo>
                  <a:lnTo>
                    <a:pt x="64029" y="40085"/>
                  </a:lnTo>
                  <a:lnTo>
                    <a:pt x="64007" y="40125"/>
                  </a:lnTo>
                  <a:lnTo>
                    <a:pt x="63985" y="40184"/>
                  </a:lnTo>
                  <a:lnTo>
                    <a:pt x="64029" y="40263"/>
                  </a:lnTo>
                  <a:lnTo>
                    <a:pt x="64095" y="40302"/>
                  </a:lnTo>
                  <a:lnTo>
                    <a:pt x="64249" y="40302"/>
                  </a:lnTo>
                  <a:lnTo>
                    <a:pt x="64381" y="40302"/>
                  </a:lnTo>
                  <a:lnTo>
                    <a:pt x="64447" y="40302"/>
                  </a:lnTo>
                  <a:lnTo>
                    <a:pt x="64645" y="40342"/>
                  </a:lnTo>
                  <a:lnTo>
                    <a:pt x="64822" y="40401"/>
                  </a:lnTo>
                  <a:lnTo>
                    <a:pt x="64998" y="40480"/>
                  </a:lnTo>
                  <a:lnTo>
                    <a:pt x="65174" y="40519"/>
                  </a:lnTo>
                  <a:lnTo>
                    <a:pt x="65306" y="40539"/>
                  </a:lnTo>
                  <a:lnTo>
                    <a:pt x="65394" y="40539"/>
                  </a:lnTo>
                  <a:lnTo>
                    <a:pt x="65504" y="40539"/>
                  </a:lnTo>
                  <a:lnTo>
                    <a:pt x="65614" y="40559"/>
                  </a:lnTo>
                  <a:lnTo>
                    <a:pt x="65702" y="40598"/>
                  </a:lnTo>
                  <a:lnTo>
                    <a:pt x="65768" y="40717"/>
                  </a:lnTo>
                  <a:lnTo>
                    <a:pt x="65856" y="40796"/>
                  </a:lnTo>
                  <a:lnTo>
                    <a:pt x="65966" y="40895"/>
                  </a:lnTo>
                  <a:lnTo>
                    <a:pt x="66143" y="40993"/>
                  </a:lnTo>
                  <a:lnTo>
                    <a:pt x="66341" y="41053"/>
                  </a:lnTo>
                  <a:lnTo>
                    <a:pt x="66495" y="41053"/>
                  </a:lnTo>
                  <a:lnTo>
                    <a:pt x="66671" y="41072"/>
                  </a:lnTo>
                  <a:lnTo>
                    <a:pt x="66869" y="41092"/>
                  </a:lnTo>
                  <a:lnTo>
                    <a:pt x="67133" y="41132"/>
                  </a:lnTo>
                  <a:lnTo>
                    <a:pt x="67354" y="41112"/>
                  </a:lnTo>
                  <a:lnTo>
                    <a:pt x="67486" y="41033"/>
                  </a:lnTo>
                  <a:lnTo>
                    <a:pt x="67464" y="40954"/>
                  </a:lnTo>
                  <a:lnTo>
                    <a:pt x="67376" y="40914"/>
                  </a:lnTo>
                  <a:lnTo>
                    <a:pt x="67310" y="40875"/>
                  </a:lnTo>
                  <a:lnTo>
                    <a:pt x="67288" y="40835"/>
                  </a:lnTo>
                  <a:lnTo>
                    <a:pt x="67310" y="40737"/>
                  </a:lnTo>
                  <a:lnTo>
                    <a:pt x="67420" y="40697"/>
                  </a:lnTo>
                  <a:lnTo>
                    <a:pt x="67508" y="40677"/>
                  </a:lnTo>
                  <a:lnTo>
                    <a:pt x="67574" y="40658"/>
                  </a:lnTo>
                  <a:lnTo>
                    <a:pt x="67662" y="40441"/>
                  </a:lnTo>
                  <a:lnTo>
                    <a:pt x="67332" y="40184"/>
                  </a:lnTo>
                  <a:lnTo>
                    <a:pt x="66935" y="39947"/>
                  </a:lnTo>
                  <a:lnTo>
                    <a:pt x="66671" y="39769"/>
                  </a:lnTo>
                  <a:lnTo>
                    <a:pt x="66605" y="39611"/>
                  </a:lnTo>
                  <a:lnTo>
                    <a:pt x="66649" y="39532"/>
                  </a:lnTo>
                  <a:lnTo>
                    <a:pt x="66759" y="39433"/>
                  </a:lnTo>
                  <a:lnTo>
                    <a:pt x="66781" y="39354"/>
                  </a:lnTo>
                  <a:lnTo>
                    <a:pt x="66715" y="39295"/>
                  </a:lnTo>
                  <a:lnTo>
                    <a:pt x="66627" y="39216"/>
                  </a:lnTo>
                  <a:lnTo>
                    <a:pt x="66561" y="39177"/>
                  </a:lnTo>
                  <a:lnTo>
                    <a:pt x="66473" y="39157"/>
                  </a:lnTo>
                  <a:lnTo>
                    <a:pt x="66407" y="39117"/>
                  </a:lnTo>
                  <a:lnTo>
                    <a:pt x="66341" y="39078"/>
                  </a:lnTo>
                  <a:lnTo>
                    <a:pt x="66275" y="39019"/>
                  </a:lnTo>
                  <a:lnTo>
                    <a:pt x="66209" y="38960"/>
                  </a:lnTo>
                  <a:lnTo>
                    <a:pt x="66165" y="38940"/>
                  </a:lnTo>
                  <a:lnTo>
                    <a:pt x="66077" y="38900"/>
                  </a:lnTo>
                  <a:lnTo>
                    <a:pt x="66033" y="38841"/>
                  </a:lnTo>
                  <a:lnTo>
                    <a:pt x="65988" y="38821"/>
                  </a:lnTo>
                  <a:lnTo>
                    <a:pt x="65944" y="38742"/>
                  </a:lnTo>
                  <a:lnTo>
                    <a:pt x="65922" y="38703"/>
                  </a:lnTo>
                  <a:lnTo>
                    <a:pt x="65900" y="38624"/>
                  </a:lnTo>
                  <a:lnTo>
                    <a:pt x="65856" y="38545"/>
                  </a:lnTo>
                  <a:lnTo>
                    <a:pt x="65812" y="38446"/>
                  </a:lnTo>
                  <a:lnTo>
                    <a:pt x="65790" y="38367"/>
                  </a:lnTo>
                  <a:lnTo>
                    <a:pt x="65768" y="38268"/>
                  </a:lnTo>
                  <a:lnTo>
                    <a:pt x="65768" y="38189"/>
                  </a:lnTo>
                  <a:lnTo>
                    <a:pt x="65790" y="38150"/>
                  </a:lnTo>
                  <a:lnTo>
                    <a:pt x="65834" y="38110"/>
                  </a:lnTo>
                  <a:lnTo>
                    <a:pt x="65900" y="38051"/>
                  </a:lnTo>
                  <a:lnTo>
                    <a:pt x="65856" y="37972"/>
                  </a:lnTo>
                  <a:lnTo>
                    <a:pt x="65768" y="37873"/>
                  </a:lnTo>
                  <a:lnTo>
                    <a:pt x="65570" y="37794"/>
                  </a:lnTo>
                  <a:lnTo>
                    <a:pt x="65372" y="37735"/>
                  </a:lnTo>
                  <a:lnTo>
                    <a:pt x="65262" y="37676"/>
                  </a:lnTo>
                  <a:lnTo>
                    <a:pt x="65174" y="37636"/>
                  </a:lnTo>
                  <a:lnTo>
                    <a:pt x="65064" y="37597"/>
                  </a:lnTo>
                  <a:lnTo>
                    <a:pt x="64932" y="37538"/>
                  </a:lnTo>
                  <a:lnTo>
                    <a:pt x="64866" y="37479"/>
                  </a:lnTo>
                  <a:lnTo>
                    <a:pt x="64822" y="37400"/>
                  </a:lnTo>
                  <a:lnTo>
                    <a:pt x="64822" y="37360"/>
                  </a:lnTo>
                  <a:lnTo>
                    <a:pt x="64866" y="37340"/>
                  </a:lnTo>
                  <a:lnTo>
                    <a:pt x="64910" y="37281"/>
                  </a:lnTo>
                  <a:lnTo>
                    <a:pt x="65064" y="37222"/>
                  </a:lnTo>
                  <a:lnTo>
                    <a:pt x="65262" y="37222"/>
                  </a:lnTo>
                  <a:lnTo>
                    <a:pt x="65460" y="37321"/>
                  </a:lnTo>
                  <a:lnTo>
                    <a:pt x="65592" y="37459"/>
                  </a:lnTo>
                  <a:lnTo>
                    <a:pt x="65724" y="37597"/>
                  </a:lnTo>
                  <a:lnTo>
                    <a:pt x="65834" y="37577"/>
                  </a:lnTo>
                  <a:lnTo>
                    <a:pt x="65966" y="37479"/>
                  </a:lnTo>
                  <a:lnTo>
                    <a:pt x="66077" y="37459"/>
                  </a:lnTo>
                  <a:lnTo>
                    <a:pt x="66253" y="37518"/>
                  </a:lnTo>
                  <a:lnTo>
                    <a:pt x="66429" y="37597"/>
                  </a:lnTo>
                  <a:lnTo>
                    <a:pt x="66605" y="37735"/>
                  </a:lnTo>
                  <a:lnTo>
                    <a:pt x="66781" y="37834"/>
                  </a:lnTo>
                  <a:lnTo>
                    <a:pt x="66869" y="37873"/>
                  </a:lnTo>
                  <a:lnTo>
                    <a:pt x="66935" y="37913"/>
                  </a:lnTo>
                  <a:lnTo>
                    <a:pt x="67023" y="37913"/>
                  </a:lnTo>
                  <a:lnTo>
                    <a:pt x="67111" y="37933"/>
                  </a:lnTo>
                  <a:lnTo>
                    <a:pt x="67200" y="37952"/>
                  </a:lnTo>
                  <a:lnTo>
                    <a:pt x="67266" y="37972"/>
                  </a:lnTo>
                  <a:lnTo>
                    <a:pt x="67332" y="38012"/>
                  </a:lnTo>
                  <a:lnTo>
                    <a:pt x="67420" y="38051"/>
                  </a:lnTo>
                  <a:lnTo>
                    <a:pt x="67728" y="38209"/>
                  </a:lnTo>
                  <a:lnTo>
                    <a:pt x="68058" y="38407"/>
                  </a:lnTo>
                  <a:lnTo>
                    <a:pt x="68366" y="38565"/>
                  </a:lnTo>
                  <a:lnTo>
                    <a:pt x="68697" y="38584"/>
                  </a:lnTo>
                  <a:lnTo>
                    <a:pt x="68785" y="38584"/>
                  </a:lnTo>
                  <a:lnTo>
                    <a:pt x="68873" y="38565"/>
                  </a:lnTo>
                  <a:lnTo>
                    <a:pt x="68983" y="38565"/>
                  </a:lnTo>
                  <a:lnTo>
                    <a:pt x="69071" y="38584"/>
                  </a:lnTo>
                  <a:lnTo>
                    <a:pt x="69203" y="38624"/>
                  </a:lnTo>
                  <a:lnTo>
                    <a:pt x="69313" y="38703"/>
                  </a:lnTo>
                  <a:lnTo>
                    <a:pt x="69445" y="38723"/>
                  </a:lnTo>
                  <a:lnTo>
                    <a:pt x="69577" y="38742"/>
                  </a:lnTo>
                  <a:lnTo>
                    <a:pt x="69600" y="38723"/>
                  </a:lnTo>
                  <a:lnTo>
                    <a:pt x="69644" y="38683"/>
                  </a:lnTo>
                  <a:lnTo>
                    <a:pt x="69666" y="38604"/>
                  </a:lnTo>
                  <a:lnTo>
                    <a:pt x="69688" y="38565"/>
                  </a:lnTo>
                  <a:lnTo>
                    <a:pt x="69754" y="38525"/>
                  </a:lnTo>
                  <a:lnTo>
                    <a:pt x="69864" y="38505"/>
                  </a:lnTo>
                  <a:lnTo>
                    <a:pt x="69952" y="38466"/>
                  </a:lnTo>
                  <a:lnTo>
                    <a:pt x="70084" y="38466"/>
                  </a:lnTo>
                  <a:lnTo>
                    <a:pt x="70128" y="38446"/>
                  </a:lnTo>
                  <a:lnTo>
                    <a:pt x="70238" y="38426"/>
                  </a:lnTo>
                  <a:lnTo>
                    <a:pt x="70304" y="38446"/>
                  </a:lnTo>
                  <a:lnTo>
                    <a:pt x="70370" y="38505"/>
                  </a:lnTo>
                  <a:lnTo>
                    <a:pt x="70436" y="38604"/>
                  </a:lnTo>
                  <a:lnTo>
                    <a:pt x="70480" y="38683"/>
                  </a:lnTo>
                  <a:lnTo>
                    <a:pt x="70546" y="38762"/>
                  </a:lnTo>
                  <a:lnTo>
                    <a:pt x="70612" y="38841"/>
                  </a:lnTo>
                  <a:lnTo>
                    <a:pt x="70788" y="38979"/>
                  </a:lnTo>
                  <a:lnTo>
                    <a:pt x="70987" y="39038"/>
                  </a:lnTo>
                  <a:lnTo>
                    <a:pt x="71163" y="39117"/>
                  </a:lnTo>
                  <a:lnTo>
                    <a:pt x="71361" y="39196"/>
                  </a:lnTo>
                  <a:lnTo>
                    <a:pt x="71537" y="39295"/>
                  </a:lnTo>
                  <a:lnTo>
                    <a:pt x="71625" y="39354"/>
                  </a:lnTo>
                  <a:lnTo>
                    <a:pt x="71757" y="39374"/>
                  </a:lnTo>
                  <a:lnTo>
                    <a:pt x="71889" y="39335"/>
                  </a:lnTo>
                  <a:lnTo>
                    <a:pt x="72066" y="39196"/>
                  </a:lnTo>
                  <a:lnTo>
                    <a:pt x="72242" y="39038"/>
                  </a:lnTo>
                  <a:lnTo>
                    <a:pt x="72396" y="38900"/>
                  </a:lnTo>
                  <a:lnTo>
                    <a:pt x="72550" y="38762"/>
                  </a:lnTo>
                  <a:lnTo>
                    <a:pt x="72638" y="38742"/>
                  </a:lnTo>
                  <a:lnTo>
                    <a:pt x="72726" y="38723"/>
                  </a:lnTo>
                  <a:lnTo>
                    <a:pt x="72836" y="38723"/>
                  </a:lnTo>
                  <a:lnTo>
                    <a:pt x="72902" y="38703"/>
                  </a:lnTo>
                  <a:lnTo>
                    <a:pt x="72968" y="38683"/>
                  </a:lnTo>
                  <a:lnTo>
                    <a:pt x="73056" y="38624"/>
                  </a:lnTo>
                  <a:lnTo>
                    <a:pt x="73144" y="38604"/>
                  </a:lnTo>
                  <a:lnTo>
                    <a:pt x="73211" y="38604"/>
                  </a:lnTo>
                  <a:lnTo>
                    <a:pt x="73431" y="38584"/>
                  </a:lnTo>
                  <a:lnTo>
                    <a:pt x="73673" y="38584"/>
                  </a:lnTo>
                  <a:lnTo>
                    <a:pt x="73849" y="38565"/>
                  </a:lnTo>
                  <a:lnTo>
                    <a:pt x="74047" y="38525"/>
                  </a:lnTo>
                  <a:lnTo>
                    <a:pt x="74377" y="38308"/>
                  </a:lnTo>
                  <a:lnTo>
                    <a:pt x="74642" y="38031"/>
                  </a:lnTo>
                  <a:lnTo>
                    <a:pt x="74906" y="37755"/>
                  </a:lnTo>
                  <a:lnTo>
                    <a:pt x="75214" y="37538"/>
                  </a:lnTo>
                  <a:lnTo>
                    <a:pt x="75412" y="37459"/>
                  </a:lnTo>
                  <a:lnTo>
                    <a:pt x="75588" y="37419"/>
                  </a:lnTo>
                  <a:lnTo>
                    <a:pt x="75809" y="37419"/>
                  </a:lnTo>
                  <a:lnTo>
                    <a:pt x="76007" y="37400"/>
                  </a:lnTo>
                  <a:lnTo>
                    <a:pt x="76205" y="37340"/>
                  </a:lnTo>
                  <a:lnTo>
                    <a:pt x="76381" y="37202"/>
                  </a:lnTo>
                  <a:lnTo>
                    <a:pt x="76535" y="37044"/>
                  </a:lnTo>
                  <a:lnTo>
                    <a:pt x="76645" y="36886"/>
                  </a:lnTo>
                  <a:lnTo>
                    <a:pt x="76777" y="36787"/>
                  </a:lnTo>
                  <a:lnTo>
                    <a:pt x="76932" y="36708"/>
                  </a:lnTo>
                  <a:lnTo>
                    <a:pt x="77086" y="36689"/>
                  </a:lnTo>
                  <a:lnTo>
                    <a:pt x="77284" y="36708"/>
                  </a:lnTo>
                  <a:lnTo>
                    <a:pt x="77570" y="36768"/>
                  </a:lnTo>
                  <a:lnTo>
                    <a:pt x="77812" y="36768"/>
                  </a:lnTo>
                  <a:lnTo>
                    <a:pt x="78077" y="36787"/>
                  </a:lnTo>
                  <a:lnTo>
                    <a:pt x="78319" y="36787"/>
                  </a:lnTo>
                  <a:lnTo>
                    <a:pt x="78781" y="36807"/>
                  </a:lnTo>
                  <a:lnTo>
                    <a:pt x="79222" y="36768"/>
                  </a:lnTo>
                  <a:lnTo>
                    <a:pt x="79640" y="36669"/>
                  </a:lnTo>
                  <a:lnTo>
                    <a:pt x="80036" y="36550"/>
                  </a:lnTo>
                  <a:lnTo>
                    <a:pt x="80212" y="36373"/>
                  </a:lnTo>
                  <a:lnTo>
                    <a:pt x="80212" y="36037"/>
                  </a:lnTo>
                  <a:lnTo>
                    <a:pt x="80124" y="35662"/>
                  </a:lnTo>
                  <a:lnTo>
                    <a:pt x="80014" y="35306"/>
                  </a:lnTo>
                  <a:lnTo>
                    <a:pt x="79882" y="34892"/>
                  </a:lnTo>
                  <a:lnTo>
                    <a:pt x="79816" y="34497"/>
                  </a:lnTo>
                  <a:lnTo>
                    <a:pt x="79772" y="34102"/>
                  </a:lnTo>
                  <a:lnTo>
                    <a:pt x="79772" y="33727"/>
                  </a:lnTo>
                  <a:lnTo>
                    <a:pt x="79684" y="33529"/>
                  </a:lnTo>
                  <a:lnTo>
                    <a:pt x="79552" y="33430"/>
                  </a:lnTo>
                  <a:lnTo>
                    <a:pt x="79354" y="33371"/>
                  </a:lnTo>
                  <a:lnTo>
                    <a:pt x="79200" y="33351"/>
                  </a:lnTo>
                  <a:lnTo>
                    <a:pt x="79001" y="33332"/>
                  </a:lnTo>
                  <a:lnTo>
                    <a:pt x="78891" y="33253"/>
                  </a:lnTo>
                  <a:lnTo>
                    <a:pt x="78781" y="33115"/>
                  </a:lnTo>
                  <a:lnTo>
                    <a:pt x="78693" y="32878"/>
                  </a:lnTo>
                  <a:lnTo>
                    <a:pt x="78649" y="32680"/>
                  </a:lnTo>
                  <a:lnTo>
                    <a:pt x="78583" y="32463"/>
                  </a:lnTo>
                  <a:lnTo>
                    <a:pt x="78561" y="32285"/>
                  </a:lnTo>
                  <a:lnTo>
                    <a:pt x="78605" y="32107"/>
                  </a:lnTo>
                  <a:lnTo>
                    <a:pt x="78715" y="31969"/>
                  </a:lnTo>
                  <a:lnTo>
                    <a:pt x="78869" y="31870"/>
                  </a:lnTo>
                  <a:lnTo>
                    <a:pt x="79001" y="31772"/>
                  </a:lnTo>
                  <a:lnTo>
                    <a:pt x="79133" y="31614"/>
                  </a:lnTo>
                  <a:lnTo>
                    <a:pt x="79244" y="31397"/>
                  </a:lnTo>
                  <a:lnTo>
                    <a:pt x="79442" y="31100"/>
                  </a:lnTo>
                  <a:lnTo>
                    <a:pt x="79596" y="30765"/>
                  </a:lnTo>
                  <a:lnTo>
                    <a:pt x="79574" y="30528"/>
                  </a:lnTo>
                  <a:lnTo>
                    <a:pt x="79442" y="30449"/>
                  </a:lnTo>
                  <a:lnTo>
                    <a:pt x="79310" y="30389"/>
                  </a:lnTo>
                  <a:lnTo>
                    <a:pt x="79155" y="30350"/>
                  </a:lnTo>
                  <a:lnTo>
                    <a:pt x="79023" y="30311"/>
                  </a:lnTo>
                  <a:lnTo>
                    <a:pt x="78935" y="30172"/>
                  </a:lnTo>
                  <a:lnTo>
                    <a:pt x="78891" y="29975"/>
                  </a:lnTo>
                  <a:lnTo>
                    <a:pt x="78825" y="29777"/>
                  </a:lnTo>
                  <a:lnTo>
                    <a:pt x="78781" y="29600"/>
                  </a:lnTo>
                  <a:lnTo>
                    <a:pt x="78649" y="29481"/>
                  </a:lnTo>
                  <a:lnTo>
                    <a:pt x="78451" y="29560"/>
                  </a:lnTo>
                  <a:lnTo>
                    <a:pt x="78275" y="29718"/>
                  </a:lnTo>
                  <a:lnTo>
                    <a:pt x="78143" y="29797"/>
                  </a:lnTo>
                  <a:lnTo>
                    <a:pt x="78011" y="29777"/>
                  </a:lnTo>
                  <a:lnTo>
                    <a:pt x="77834" y="29738"/>
                  </a:lnTo>
                  <a:lnTo>
                    <a:pt x="77680" y="29639"/>
                  </a:lnTo>
                  <a:lnTo>
                    <a:pt x="77504" y="29619"/>
                  </a:lnTo>
                  <a:lnTo>
                    <a:pt x="77438" y="29619"/>
                  </a:lnTo>
                  <a:lnTo>
                    <a:pt x="77306" y="29619"/>
                  </a:lnTo>
                  <a:lnTo>
                    <a:pt x="77218" y="29600"/>
                  </a:lnTo>
                  <a:lnTo>
                    <a:pt x="77130" y="29540"/>
                  </a:lnTo>
                  <a:lnTo>
                    <a:pt x="77020" y="29442"/>
                  </a:lnTo>
                  <a:lnTo>
                    <a:pt x="76976" y="29363"/>
                  </a:lnTo>
                  <a:lnTo>
                    <a:pt x="76888" y="29264"/>
                  </a:lnTo>
                  <a:lnTo>
                    <a:pt x="76822" y="29185"/>
                  </a:lnTo>
                  <a:lnTo>
                    <a:pt x="76667" y="29066"/>
                  </a:lnTo>
                  <a:lnTo>
                    <a:pt x="76557" y="29007"/>
                  </a:lnTo>
                  <a:lnTo>
                    <a:pt x="76425" y="28968"/>
                  </a:lnTo>
                  <a:lnTo>
                    <a:pt x="76293" y="28909"/>
                  </a:lnTo>
                  <a:lnTo>
                    <a:pt x="75985" y="28830"/>
                  </a:lnTo>
                  <a:lnTo>
                    <a:pt x="75588" y="28691"/>
                  </a:lnTo>
                  <a:lnTo>
                    <a:pt x="75258" y="28514"/>
                  </a:lnTo>
                  <a:lnTo>
                    <a:pt x="74972" y="28198"/>
                  </a:lnTo>
                  <a:lnTo>
                    <a:pt x="74884" y="28020"/>
                  </a:lnTo>
                  <a:lnTo>
                    <a:pt x="74906" y="27862"/>
                  </a:lnTo>
                  <a:lnTo>
                    <a:pt x="74972" y="27763"/>
                  </a:lnTo>
                  <a:lnTo>
                    <a:pt x="75016" y="27625"/>
                  </a:lnTo>
                  <a:lnTo>
                    <a:pt x="75060" y="27566"/>
                  </a:lnTo>
                  <a:lnTo>
                    <a:pt x="75082" y="27467"/>
                  </a:lnTo>
                  <a:lnTo>
                    <a:pt x="75104" y="27388"/>
                  </a:lnTo>
                  <a:lnTo>
                    <a:pt x="75148" y="27309"/>
                  </a:lnTo>
                  <a:lnTo>
                    <a:pt x="75214" y="27250"/>
                  </a:lnTo>
                  <a:lnTo>
                    <a:pt x="75280" y="27230"/>
                  </a:lnTo>
                  <a:lnTo>
                    <a:pt x="75346" y="27191"/>
                  </a:lnTo>
                  <a:lnTo>
                    <a:pt x="75434" y="27131"/>
                  </a:lnTo>
                  <a:lnTo>
                    <a:pt x="75478" y="27092"/>
                  </a:lnTo>
                  <a:lnTo>
                    <a:pt x="75522" y="27033"/>
                  </a:lnTo>
                  <a:lnTo>
                    <a:pt x="75544" y="26954"/>
                  </a:lnTo>
                  <a:lnTo>
                    <a:pt x="75522" y="26875"/>
                  </a:lnTo>
                  <a:lnTo>
                    <a:pt x="75434" y="26855"/>
                  </a:lnTo>
                  <a:lnTo>
                    <a:pt x="75324" y="26914"/>
                  </a:lnTo>
                  <a:lnTo>
                    <a:pt x="75214" y="27033"/>
                  </a:lnTo>
                  <a:lnTo>
                    <a:pt x="75148" y="27072"/>
                  </a:lnTo>
                  <a:lnTo>
                    <a:pt x="75082" y="27131"/>
                  </a:lnTo>
                  <a:lnTo>
                    <a:pt x="75016" y="27191"/>
                  </a:lnTo>
                  <a:lnTo>
                    <a:pt x="74928" y="27210"/>
                  </a:lnTo>
                  <a:lnTo>
                    <a:pt x="74840" y="27230"/>
                  </a:lnTo>
                  <a:lnTo>
                    <a:pt x="74752" y="27230"/>
                  </a:lnTo>
                  <a:lnTo>
                    <a:pt x="74642" y="27210"/>
                  </a:lnTo>
                  <a:lnTo>
                    <a:pt x="74510" y="27191"/>
                  </a:lnTo>
                  <a:lnTo>
                    <a:pt x="74444" y="27210"/>
                  </a:lnTo>
                  <a:lnTo>
                    <a:pt x="74333" y="27270"/>
                  </a:lnTo>
                  <a:lnTo>
                    <a:pt x="74201" y="27349"/>
                  </a:lnTo>
                  <a:lnTo>
                    <a:pt x="74069" y="27408"/>
                  </a:lnTo>
                  <a:lnTo>
                    <a:pt x="73915" y="27408"/>
                  </a:lnTo>
                  <a:lnTo>
                    <a:pt x="73849" y="27349"/>
                  </a:lnTo>
                  <a:lnTo>
                    <a:pt x="73827" y="27309"/>
                  </a:lnTo>
                  <a:lnTo>
                    <a:pt x="73805" y="27289"/>
                  </a:lnTo>
                  <a:lnTo>
                    <a:pt x="73739" y="27309"/>
                  </a:lnTo>
                  <a:lnTo>
                    <a:pt x="73695" y="27329"/>
                  </a:lnTo>
                  <a:lnTo>
                    <a:pt x="73629" y="27309"/>
                  </a:lnTo>
                  <a:lnTo>
                    <a:pt x="73607" y="27270"/>
                  </a:lnTo>
                  <a:lnTo>
                    <a:pt x="73607" y="27210"/>
                  </a:lnTo>
                  <a:lnTo>
                    <a:pt x="73629" y="27131"/>
                  </a:lnTo>
                  <a:lnTo>
                    <a:pt x="73673" y="27092"/>
                  </a:lnTo>
                  <a:lnTo>
                    <a:pt x="73673" y="27033"/>
                  </a:lnTo>
                  <a:lnTo>
                    <a:pt x="73585" y="27013"/>
                  </a:lnTo>
                  <a:lnTo>
                    <a:pt x="73541" y="27013"/>
                  </a:lnTo>
                  <a:lnTo>
                    <a:pt x="73475" y="27052"/>
                  </a:lnTo>
                  <a:lnTo>
                    <a:pt x="73409" y="27131"/>
                  </a:lnTo>
                  <a:lnTo>
                    <a:pt x="73365" y="27191"/>
                  </a:lnTo>
                  <a:lnTo>
                    <a:pt x="73343" y="27309"/>
                  </a:lnTo>
                  <a:lnTo>
                    <a:pt x="73277" y="27506"/>
                  </a:lnTo>
                  <a:lnTo>
                    <a:pt x="73166" y="27625"/>
                  </a:lnTo>
                  <a:lnTo>
                    <a:pt x="73056" y="27506"/>
                  </a:lnTo>
                  <a:lnTo>
                    <a:pt x="72946" y="27349"/>
                  </a:lnTo>
                  <a:lnTo>
                    <a:pt x="72880" y="27210"/>
                  </a:lnTo>
                  <a:lnTo>
                    <a:pt x="72836" y="27072"/>
                  </a:lnTo>
                  <a:lnTo>
                    <a:pt x="72858" y="26934"/>
                  </a:lnTo>
                  <a:lnTo>
                    <a:pt x="72924" y="26835"/>
                  </a:lnTo>
                  <a:lnTo>
                    <a:pt x="73078" y="26717"/>
                  </a:lnTo>
                  <a:lnTo>
                    <a:pt x="73144" y="26598"/>
                  </a:lnTo>
                  <a:lnTo>
                    <a:pt x="73100" y="26440"/>
                  </a:lnTo>
                  <a:lnTo>
                    <a:pt x="72924" y="26322"/>
                  </a:lnTo>
                  <a:lnTo>
                    <a:pt x="72704" y="26322"/>
                  </a:lnTo>
                  <a:lnTo>
                    <a:pt x="72506" y="26341"/>
                  </a:lnTo>
                  <a:lnTo>
                    <a:pt x="72396" y="26401"/>
                  </a:lnTo>
                  <a:lnTo>
                    <a:pt x="72308" y="26460"/>
                  </a:lnTo>
                  <a:lnTo>
                    <a:pt x="72264" y="26499"/>
                  </a:lnTo>
                  <a:lnTo>
                    <a:pt x="72198" y="26519"/>
                  </a:lnTo>
                  <a:lnTo>
                    <a:pt x="72088" y="26519"/>
                  </a:lnTo>
                  <a:lnTo>
                    <a:pt x="72066" y="26499"/>
                  </a:lnTo>
                  <a:lnTo>
                    <a:pt x="72022" y="26480"/>
                  </a:lnTo>
                  <a:lnTo>
                    <a:pt x="72000" y="26440"/>
                  </a:lnTo>
                  <a:lnTo>
                    <a:pt x="71955" y="26420"/>
                  </a:lnTo>
                  <a:lnTo>
                    <a:pt x="71889" y="26401"/>
                  </a:lnTo>
                  <a:lnTo>
                    <a:pt x="71845" y="26401"/>
                  </a:lnTo>
                  <a:lnTo>
                    <a:pt x="71823" y="26361"/>
                  </a:lnTo>
                  <a:lnTo>
                    <a:pt x="71779" y="26341"/>
                  </a:lnTo>
                  <a:lnTo>
                    <a:pt x="71779" y="26203"/>
                  </a:lnTo>
                  <a:lnTo>
                    <a:pt x="71691" y="26006"/>
                  </a:lnTo>
                  <a:lnTo>
                    <a:pt x="71603" y="25848"/>
                  </a:lnTo>
                  <a:lnTo>
                    <a:pt x="71427" y="25710"/>
                  </a:lnTo>
                  <a:lnTo>
                    <a:pt x="71383" y="25710"/>
                  </a:lnTo>
                  <a:lnTo>
                    <a:pt x="71317" y="25710"/>
                  </a:lnTo>
                  <a:lnTo>
                    <a:pt x="71229" y="25690"/>
                  </a:lnTo>
                  <a:lnTo>
                    <a:pt x="71163" y="25631"/>
                  </a:lnTo>
                  <a:lnTo>
                    <a:pt x="71163" y="25552"/>
                  </a:lnTo>
                  <a:lnTo>
                    <a:pt x="71207" y="25512"/>
                  </a:lnTo>
                  <a:lnTo>
                    <a:pt x="71295" y="25492"/>
                  </a:lnTo>
                  <a:lnTo>
                    <a:pt x="71339" y="25492"/>
                  </a:lnTo>
                  <a:lnTo>
                    <a:pt x="71581" y="25453"/>
                  </a:lnTo>
                  <a:lnTo>
                    <a:pt x="71801" y="25374"/>
                  </a:lnTo>
                  <a:lnTo>
                    <a:pt x="71977" y="25295"/>
                  </a:lnTo>
                  <a:lnTo>
                    <a:pt x="72132" y="25137"/>
                  </a:lnTo>
                  <a:lnTo>
                    <a:pt x="72220" y="24999"/>
                  </a:lnTo>
                  <a:lnTo>
                    <a:pt x="72198" y="24920"/>
                  </a:lnTo>
                  <a:lnTo>
                    <a:pt x="72066" y="24880"/>
                  </a:lnTo>
                  <a:lnTo>
                    <a:pt x="71911" y="24900"/>
                  </a:lnTo>
                  <a:lnTo>
                    <a:pt x="71779" y="24860"/>
                  </a:lnTo>
                  <a:lnTo>
                    <a:pt x="71691" y="24722"/>
                  </a:lnTo>
                  <a:lnTo>
                    <a:pt x="71625" y="24564"/>
                  </a:lnTo>
                  <a:lnTo>
                    <a:pt x="71559" y="24466"/>
                  </a:lnTo>
                  <a:lnTo>
                    <a:pt x="71449" y="24387"/>
                  </a:lnTo>
                  <a:lnTo>
                    <a:pt x="71383" y="24367"/>
                  </a:lnTo>
                  <a:lnTo>
                    <a:pt x="71295" y="24347"/>
                  </a:lnTo>
                  <a:lnTo>
                    <a:pt x="71207" y="24327"/>
                  </a:lnTo>
                  <a:lnTo>
                    <a:pt x="71119" y="24308"/>
                  </a:lnTo>
                  <a:lnTo>
                    <a:pt x="71031" y="24248"/>
                  </a:lnTo>
                  <a:lnTo>
                    <a:pt x="70965" y="24169"/>
                  </a:lnTo>
                  <a:lnTo>
                    <a:pt x="70877" y="24090"/>
                  </a:lnTo>
                  <a:lnTo>
                    <a:pt x="70722" y="24011"/>
                  </a:lnTo>
                  <a:lnTo>
                    <a:pt x="70590" y="23992"/>
                  </a:lnTo>
                  <a:lnTo>
                    <a:pt x="70458" y="23952"/>
                  </a:lnTo>
                  <a:lnTo>
                    <a:pt x="70304" y="23834"/>
                  </a:lnTo>
                  <a:lnTo>
                    <a:pt x="70216" y="23735"/>
                  </a:lnTo>
                  <a:lnTo>
                    <a:pt x="70150" y="23557"/>
                  </a:lnTo>
                  <a:lnTo>
                    <a:pt x="70128" y="23399"/>
                  </a:lnTo>
                  <a:lnTo>
                    <a:pt x="70150" y="23300"/>
                  </a:lnTo>
                  <a:lnTo>
                    <a:pt x="70238" y="23202"/>
                  </a:lnTo>
                  <a:lnTo>
                    <a:pt x="70348" y="23103"/>
                  </a:lnTo>
                  <a:lnTo>
                    <a:pt x="70392" y="22985"/>
                  </a:lnTo>
                  <a:lnTo>
                    <a:pt x="70282" y="22846"/>
                  </a:lnTo>
                  <a:lnTo>
                    <a:pt x="70128" y="22708"/>
                  </a:lnTo>
                  <a:lnTo>
                    <a:pt x="70128" y="22570"/>
                  </a:lnTo>
                  <a:lnTo>
                    <a:pt x="70172" y="22432"/>
                  </a:lnTo>
                  <a:lnTo>
                    <a:pt x="70238" y="22333"/>
                  </a:lnTo>
                  <a:lnTo>
                    <a:pt x="70304" y="22313"/>
                  </a:lnTo>
                  <a:lnTo>
                    <a:pt x="70392" y="22274"/>
                  </a:lnTo>
                  <a:lnTo>
                    <a:pt x="70480" y="22234"/>
                  </a:lnTo>
                  <a:lnTo>
                    <a:pt x="70502" y="22195"/>
                  </a:lnTo>
                  <a:lnTo>
                    <a:pt x="70458" y="22116"/>
                  </a:lnTo>
                  <a:lnTo>
                    <a:pt x="70370" y="22056"/>
                  </a:lnTo>
                  <a:lnTo>
                    <a:pt x="70282" y="22037"/>
                  </a:lnTo>
                  <a:lnTo>
                    <a:pt x="70216" y="22017"/>
                  </a:lnTo>
                  <a:lnTo>
                    <a:pt x="70106" y="21879"/>
                  </a:lnTo>
                  <a:lnTo>
                    <a:pt x="70040" y="21760"/>
                  </a:lnTo>
                  <a:lnTo>
                    <a:pt x="70018" y="21622"/>
                  </a:lnTo>
                  <a:lnTo>
                    <a:pt x="70040" y="21523"/>
                  </a:lnTo>
                  <a:lnTo>
                    <a:pt x="70084" y="21444"/>
                  </a:lnTo>
                  <a:lnTo>
                    <a:pt x="70040" y="21405"/>
                  </a:lnTo>
                  <a:lnTo>
                    <a:pt x="69952" y="21385"/>
                  </a:lnTo>
                  <a:lnTo>
                    <a:pt x="69886" y="21326"/>
                  </a:lnTo>
                  <a:lnTo>
                    <a:pt x="69864" y="21247"/>
                  </a:lnTo>
                  <a:lnTo>
                    <a:pt x="69820" y="21148"/>
                  </a:lnTo>
                  <a:lnTo>
                    <a:pt x="69754" y="21030"/>
                  </a:lnTo>
                  <a:lnTo>
                    <a:pt x="69732" y="20970"/>
                  </a:lnTo>
                  <a:lnTo>
                    <a:pt x="69754" y="20832"/>
                  </a:lnTo>
                  <a:lnTo>
                    <a:pt x="69842" y="20753"/>
                  </a:lnTo>
                  <a:lnTo>
                    <a:pt x="69908" y="20635"/>
                  </a:lnTo>
                  <a:lnTo>
                    <a:pt x="69842" y="20437"/>
                  </a:lnTo>
                  <a:lnTo>
                    <a:pt x="69798" y="20378"/>
                  </a:lnTo>
                  <a:lnTo>
                    <a:pt x="69732" y="20299"/>
                  </a:lnTo>
                  <a:lnTo>
                    <a:pt x="69688" y="20259"/>
                  </a:lnTo>
                  <a:lnTo>
                    <a:pt x="69644" y="20200"/>
                  </a:lnTo>
                  <a:lnTo>
                    <a:pt x="69644" y="20062"/>
                  </a:lnTo>
                  <a:lnTo>
                    <a:pt x="69644" y="19983"/>
                  </a:lnTo>
                  <a:lnTo>
                    <a:pt x="69622" y="19865"/>
                  </a:lnTo>
                  <a:lnTo>
                    <a:pt x="69600" y="19726"/>
                  </a:lnTo>
                  <a:lnTo>
                    <a:pt x="69489" y="19628"/>
                  </a:lnTo>
                  <a:lnTo>
                    <a:pt x="69313" y="19568"/>
                  </a:lnTo>
                  <a:lnTo>
                    <a:pt x="69181" y="19509"/>
                  </a:lnTo>
                  <a:lnTo>
                    <a:pt x="69093" y="19568"/>
                  </a:lnTo>
                  <a:lnTo>
                    <a:pt x="69181" y="19687"/>
                  </a:lnTo>
                  <a:lnTo>
                    <a:pt x="69269" y="19963"/>
                  </a:lnTo>
                  <a:lnTo>
                    <a:pt x="69313" y="20161"/>
                  </a:lnTo>
                  <a:lnTo>
                    <a:pt x="69225" y="20121"/>
                  </a:lnTo>
                  <a:lnTo>
                    <a:pt x="69093" y="19983"/>
                  </a:lnTo>
                  <a:lnTo>
                    <a:pt x="69027" y="19825"/>
                  </a:lnTo>
                  <a:lnTo>
                    <a:pt x="68983" y="19647"/>
                  </a:lnTo>
                  <a:lnTo>
                    <a:pt x="68939" y="19470"/>
                  </a:lnTo>
                  <a:lnTo>
                    <a:pt x="68917" y="19410"/>
                  </a:lnTo>
                  <a:lnTo>
                    <a:pt x="68851" y="19331"/>
                  </a:lnTo>
                  <a:lnTo>
                    <a:pt x="68851" y="19272"/>
                  </a:lnTo>
                  <a:lnTo>
                    <a:pt x="68851" y="19213"/>
                  </a:lnTo>
                  <a:lnTo>
                    <a:pt x="68917" y="19154"/>
                  </a:lnTo>
                  <a:lnTo>
                    <a:pt x="68917" y="19075"/>
                  </a:lnTo>
                  <a:lnTo>
                    <a:pt x="68939" y="19015"/>
                  </a:lnTo>
                  <a:lnTo>
                    <a:pt x="68961" y="18956"/>
                  </a:lnTo>
                  <a:lnTo>
                    <a:pt x="69049" y="18877"/>
                  </a:lnTo>
                  <a:lnTo>
                    <a:pt x="69093" y="18759"/>
                  </a:lnTo>
                  <a:lnTo>
                    <a:pt x="69071" y="18660"/>
                  </a:lnTo>
                  <a:lnTo>
                    <a:pt x="68939" y="18542"/>
                  </a:lnTo>
                  <a:lnTo>
                    <a:pt x="68807" y="18502"/>
                  </a:lnTo>
                  <a:lnTo>
                    <a:pt x="68697" y="18403"/>
                  </a:lnTo>
                  <a:lnTo>
                    <a:pt x="68565" y="18265"/>
                  </a:lnTo>
                  <a:lnTo>
                    <a:pt x="68499" y="18127"/>
                  </a:lnTo>
                  <a:lnTo>
                    <a:pt x="68388" y="17949"/>
                  </a:lnTo>
                  <a:lnTo>
                    <a:pt x="68278" y="17771"/>
                  </a:lnTo>
                  <a:lnTo>
                    <a:pt x="68168" y="17633"/>
                  </a:lnTo>
                  <a:lnTo>
                    <a:pt x="68102" y="17475"/>
                  </a:lnTo>
                  <a:lnTo>
                    <a:pt x="68124" y="17317"/>
                  </a:lnTo>
                  <a:lnTo>
                    <a:pt x="68190" y="17179"/>
                  </a:lnTo>
                  <a:lnTo>
                    <a:pt x="68278" y="17080"/>
                  </a:lnTo>
                  <a:lnTo>
                    <a:pt x="68322" y="16922"/>
                  </a:lnTo>
                  <a:lnTo>
                    <a:pt x="68322" y="16764"/>
                  </a:lnTo>
                  <a:lnTo>
                    <a:pt x="68322" y="16567"/>
                  </a:lnTo>
                  <a:lnTo>
                    <a:pt x="68234" y="16389"/>
                  </a:lnTo>
                  <a:lnTo>
                    <a:pt x="68102" y="16251"/>
                  </a:lnTo>
                  <a:lnTo>
                    <a:pt x="68014" y="16251"/>
                  </a:lnTo>
                  <a:lnTo>
                    <a:pt x="67948" y="16290"/>
                  </a:lnTo>
                  <a:lnTo>
                    <a:pt x="67926" y="16350"/>
                  </a:lnTo>
                  <a:lnTo>
                    <a:pt x="67926" y="16448"/>
                  </a:lnTo>
                  <a:lnTo>
                    <a:pt x="67948" y="16527"/>
                  </a:lnTo>
                  <a:lnTo>
                    <a:pt x="67992" y="16606"/>
                  </a:lnTo>
                  <a:lnTo>
                    <a:pt x="68014" y="16685"/>
                  </a:lnTo>
                  <a:lnTo>
                    <a:pt x="68058" y="16764"/>
                  </a:lnTo>
                  <a:lnTo>
                    <a:pt x="68014" y="16903"/>
                  </a:lnTo>
                  <a:lnTo>
                    <a:pt x="67904" y="16863"/>
                  </a:lnTo>
                  <a:lnTo>
                    <a:pt x="67728" y="16725"/>
                  </a:lnTo>
                  <a:lnTo>
                    <a:pt x="67618" y="16646"/>
                  </a:lnTo>
                  <a:lnTo>
                    <a:pt x="67486" y="16567"/>
                  </a:lnTo>
                  <a:lnTo>
                    <a:pt x="67464" y="16646"/>
                  </a:lnTo>
                  <a:lnTo>
                    <a:pt x="67508" y="16745"/>
                  </a:lnTo>
                  <a:lnTo>
                    <a:pt x="67508" y="16883"/>
                  </a:lnTo>
                  <a:lnTo>
                    <a:pt x="67464" y="16922"/>
                  </a:lnTo>
                  <a:lnTo>
                    <a:pt x="67420" y="16903"/>
                  </a:lnTo>
                  <a:lnTo>
                    <a:pt x="67354" y="16843"/>
                  </a:lnTo>
                  <a:lnTo>
                    <a:pt x="67288" y="16764"/>
                  </a:lnTo>
                  <a:lnTo>
                    <a:pt x="67222" y="16745"/>
                  </a:lnTo>
                  <a:lnTo>
                    <a:pt x="67155" y="16764"/>
                  </a:lnTo>
                  <a:lnTo>
                    <a:pt x="67089" y="16784"/>
                  </a:lnTo>
                  <a:lnTo>
                    <a:pt x="67023" y="16784"/>
                  </a:lnTo>
                  <a:lnTo>
                    <a:pt x="66913" y="16705"/>
                  </a:lnTo>
                  <a:lnTo>
                    <a:pt x="66825" y="16587"/>
                  </a:lnTo>
                  <a:lnTo>
                    <a:pt x="66759" y="16488"/>
                  </a:lnTo>
                  <a:lnTo>
                    <a:pt x="66649" y="16409"/>
                  </a:lnTo>
                  <a:lnTo>
                    <a:pt x="66583" y="16409"/>
                  </a:lnTo>
                  <a:lnTo>
                    <a:pt x="66473" y="16448"/>
                  </a:lnTo>
                  <a:lnTo>
                    <a:pt x="66407" y="16448"/>
                  </a:lnTo>
                  <a:lnTo>
                    <a:pt x="66341" y="16448"/>
                  </a:lnTo>
                  <a:lnTo>
                    <a:pt x="66253" y="16468"/>
                  </a:lnTo>
                  <a:lnTo>
                    <a:pt x="66275" y="16527"/>
                  </a:lnTo>
                  <a:lnTo>
                    <a:pt x="66341" y="16606"/>
                  </a:lnTo>
                  <a:lnTo>
                    <a:pt x="66363" y="16705"/>
                  </a:lnTo>
                  <a:lnTo>
                    <a:pt x="66275" y="16843"/>
                  </a:lnTo>
                  <a:lnTo>
                    <a:pt x="65988" y="16666"/>
                  </a:lnTo>
                  <a:lnTo>
                    <a:pt x="65614" y="16369"/>
                  </a:lnTo>
                  <a:lnTo>
                    <a:pt x="65394" y="16172"/>
                  </a:lnTo>
                  <a:lnTo>
                    <a:pt x="65284" y="16073"/>
                  </a:lnTo>
                  <a:lnTo>
                    <a:pt x="65130" y="15974"/>
                  </a:lnTo>
                  <a:lnTo>
                    <a:pt x="64976" y="15896"/>
                  </a:lnTo>
                  <a:lnTo>
                    <a:pt x="64866" y="15777"/>
                  </a:lnTo>
                  <a:lnTo>
                    <a:pt x="64733" y="15599"/>
                  </a:lnTo>
                  <a:lnTo>
                    <a:pt x="64667" y="15441"/>
                  </a:lnTo>
                  <a:lnTo>
                    <a:pt x="64557" y="15362"/>
                  </a:lnTo>
                  <a:lnTo>
                    <a:pt x="64425" y="15402"/>
                  </a:lnTo>
                  <a:lnTo>
                    <a:pt x="64337" y="15422"/>
                  </a:lnTo>
                  <a:lnTo>
                    <a:pt x="64271" y="15441"/>
                  </a:lnTo>
                  <a:lnTo>
                    <a:pt x="64205" y="15422"/>
                  </a:lnTo>
                  <a:lnTo>
                    <a:pt x="64095" y="15422"/>
                  </a:lnTo>
                  <a:lnTo>
                    <a:pt x="64007" y="15422"/>
                  </a:lnTo>
                  <a:lnTo>
                    <a:pt x="63963" y="15481"/>
                  </a:lnTo>
                  <a:lnTo>
                    <a:pt x="63875" y="15520"/>
                  </a:lnTo>
                  <a:lnTo>
                    <a:pt x="63809" y="15540"/>
                  </a:lnTo>
                  <a:lnTo>
                    <a:pt x="63677" y="15520"/>
                  </a:lnTo>
                  <a:lnTo>
                    <a:pt x="63588" y="15382"/>
                  </a:lnTo>
                  <a:lnTo>
                    <a:pt x="63522" y="15185"/>
                  </a:lnTo>
                  <a:lnTo>
                    <a:pt x="63456" y="15027"/>
                  </a:lnTo>
                  <a:lnTo>
                    <a:pt x="63368" y="14730"/>
                  </a:lnTo>
                  <a:lnTo>
                    <a:pt x="63434" y="14553"/>
                  </a:lnTo>
                  <a:lnTo>
                    <a:pt x="63588" y="14415"/>
                  </a:lnTo>
                  <a:lnTo>
                    <a:pt x="63743" y="14336"/>
                  </a:lnTo>
                  <a:lnTo>
                    <a:pt x="63787" y="14276"/>
                  </a:lnTo>
                  <a:lnTo>
                    <a:pt x="63809" y="14197"/>
                  </a:lnTo>
                  <a:lnTo>
                    <a:pt x="63831" y="14118"/>
                  </a:lnTo>
                  <a:lnTo>
                    <a:pt x="63831" y="14000"/>
                  </a:lnTo>
                  <a:lnTo>
                    <a:pt x="63787" y="13921"/>
                  </a:lnTo>
                  <a:lnTo>
                    <a:pt x="63743" y="13802"/>
                  </a:lnTo>
                  <a:lnTo>
                    <a:pt x="63677" y="13723"/>
                  </a:lnTo>
                  <a:lnTo>
                    <a:pt x="63655" y="13605"/>
                  </a:lnTo>
                  <a:lnTo>
                    <a:pt x="63633" y="13546"/>
                  </a:lnTo>
                  <a:lnTo>
                    <a:pt x="63611" y="13447"/>
                  </a:lnTo>
                  <a:lnTo>
                    <a:pt x="63588" y="13388"/>
                  </a:lnTo>
                  <a:lnTo>
                    <a:pt x="63588" y="13328"/>
                  </a:lnTo>
                  <a:lnTo>
                    <a:pt x="63633" y="13210"/>
                  </a:lnTo>
                  <a:lnTo>
                    <a:pt x="63699" y="13131"/>
                  </a:lnTo>
                  <a:lnTo>
                    <a:pt x="63787" y="13052"/>
                  </a:lnTo>
                  <a:lnTo>
                    <a:pt x="63875" y="12973"/>
                  </a:lnTo>
                  <a:lnTo>
                    <a:pt x="63897" y="12874"/>
                  </a:lnTo>
                  <a:lnTo>
                    <a:pt x="63875" y="12716"/>
                  </a:lnTo>
                  <a:lnTo>
                    <a:pt x="63853" y="12598"/>
                  </a:lnTo>
                  <a:lnTo>
                    <a:pt x="63875" y="12460"/>
                  </a:lnTo>
                  <a:lnTo>
                    <a:pt x="64007" y="12381"/>
                  </a:lnTo>
                  <a:lnTo>
                    <a:pt x="64161" y="12321"/>
                  </a:lnTo>
                  <a:lnTo>
                    <a:pt x="64271" y="12242"/>
                  </a:lnTo>
                  <a:lnTo>
                    <a:pt x="64315" y="12045"/>
                  </a:lnTo>
                  <a:lnTo>
                    <a:pt x="64293" y="11926"/>
                  </a:lnTo>
                  <a:lnTo>
                    <a:pt x="64249" y="11847"/>
                  </a:lnTo>
                  <a:lnTo>
                    <a:pt x="64183" y="11808"/>
                  </a:lnTo>
                  <a:lnTo>
                    <a:pt x="64073" y="11768"/>
                  </a:lnTo>
                  <a:lnTo>
                    <a:pt x="64007" y="11709"/>
                  </a:lnTo>
                  <a:lnTo>
                    <a:pt x="63963" y="11670"/>
                  </a:lnTo>
                  <a:lnTo>
                    <a:pt x="63897" y="11610"/>
                  </a:lnTo>
                  <a:lnTo>
                    <a:pt x="63853" y="11532"/>
                  </a:lnTo>
                  <a:lnTo>
                    <a:pt x="63655" y="11453"/>
                  </a:lnTo>
                  <a:lnTo>
                    <a:pt x="63588" y="11571"/>
                  </a:lnTo>
                  <a:lnTo>
                    <a:pt x="63566" y="11709"/>
                  </a:lnTo>
                  <a:lnTo>
                    <a:pt x="63478" y="11828"/>
                  </a:lnTo>
                  <a:lnTo>
                    <a:pt x="63412" y="11907"/>
                  </a:lnTo>
                  <a:lnTo>
                    <a:pt x="63324" y="11966"/>
                  </a:lnTo>
                  <a:lnTo>
                    <a:pt x="63214" y="11966"/>
                  </a:lnTo>
                  <a:lnTo>
                    <a:pt x="63038" y="11867"/>
                  </a:lnTo>
                  <a:lnTo>
                    <a:pt x="62928" y="11788"/>
                  </a:lnTo>
                  <a:lnTo>
                    <a:pt x="62796" y="11670"/>
                  </a:lnTo>
                  <a:lnTo>
                    <a:pt x="62730" y="11512"/>
                  </a:lnTo>
                  <a:lnTo>
                    <a:pt x="62686" y="11334"/>
                  </a:lnTo>
                  <a:lnTo>
                    <a:pt x="62664" y="11097"/>
                  </a:lnTo>
                  <a:lnTo>
                    <a:pt x="62708" y="10959"/>
                  </a:lnTo>
                  <a:lnTo>
                    <a:pt x="62818" y="10880"/>
                  </a:lnTo>
                  <a:lnTo>
                    <a:pt x="62972" y="10840"/>
                  </a:lnTo>
                  <a:lnTo>
                    <a:pt x="63016" y="10761"/>
                  </a:lnTo>
                  <a:lnTo>
                    <a:pt x="63082" y="10623"/>
                  </a:lnTo>
                  <a:lnTo>
                    <a:pt x="63148" y="10564"/>
                  </a:lnTo>
                  <a:lnTo>
                    <a:pt x="63214" y="10544"/>
                  </a:lnTo>
                  <a:lnTo>
                    <a:pt x="63302" y="10524"/>
                  </a:lnTo>
                  <a:lnTo>
                    <a:pt x="63390" y="10505"/>
                  </a:lnTo>
                  <a:lnTo>
                    <a:pt x="63456" y="10465"/>
                  </a:lnTo>
                  <a:lnTo>
                    <a:pt x="63633" y="10347"/>
                  </a:lnTo>
                  <a:lnTo>
                    <a:pt x="63831" y="10228"/>
                  </a:lnTo>
                  <a:lnTo>
                    <a:pt x="64029" y="10110"/>
                  </a:lnTo>
                  <a:lnTo>
                    <a:pt x="64205" y="9972"/>
                  </a:lnTo>
                  <a:lnTo>
                    <a:pt x="64293" y="9853"/>
                  </a:lnTo>
                  <a:lnTo>
                    <a:pt x="64381" y="9695"/>
                  </a:lnTo>
                  <a:lnTo>
                    <a:pt x="64337" y="9537"/>
                  </a:lnTo>
                  <a:lnTo>
                    <a:pt x="64117" y="9379"/>
                  </a:lnTo>
                  <a:lnTo>
                    <a:pt x="64029" y="9340"/>
                  </a:lnTo>
                  <a:lnTo>
                    <a:pt x="63941" y="9300"/>
                  </a:lnTo>
                  <a:lnTo>
                    <a:pt x="63809" y="9261"/>
                  </a:lnTo>
                  <a:lnTo>
                    <a:pt x="63699" y="9201"/>
                  </a:lnTo>
                  <a:lnTo>
                    <a:pt x="63611" y="9182"/>
                  </a:lnTo>
                  <a:lnTo>
                    <a:pt x="63522" y="9182"/>
                  </a:lnTo>
                  <a:lnTo>
                    <a:pt x="63412" y="9201"/>
                  </a:lnTo>
                  <a:lnTo>
                    <a:pt x="63324" y="9201"/>
                  </a:lnTo>
                  <a:lnTo>
                    <a:pt x="63148" y="9182"/>
                  </a:lnTo>
                  <a:lnTo>
                    <a:pt x="62994" y="9201"/>
                  </a:lnTo>
                  <a:lnTo>
                    <a:pt x="62884" y="9261"/>
                  </a:lnTo>
                  <a:lnTo>
                    <a:pt x="62796" y="9379"/>
                  </a:lnTo>
                  <a:lnTo>
                    <a:pt x="62774" y="9478"/>
                  </a:lnTo>
                  <a:lnTo>
                    <a:pt x="62796" y="9557"/>
                  </a:lnTo>
                  <a:lnTo>
                    <a:pt x="62796" y="9656"/>
                  </a:lnTo>
                  <a:lnTo>
                    <a:pt x="62774" y="9715"/>
                  </a:lnTo>
                  <a:lnTo>
                    <a:pt x="62708" y="9774"/>
                  </a:lnTo>
                  <a:lnTo>
                    <a:pt x="62620" y="9833"/>
                  </a:lnTo>
                  <a:lnTo>
                    <a:pt x="62532" y="9873"/>
                  </a:lnTo>
                  <a:lnTo>
                    <a:pt x="62444" y="9893"/>
                  </a:lnTo>
                  <a:lnTo>
                    <a:pt x="62311" y="10011"/>
                  </a:lnTo>
                  <a:lnTo>
                    <a:pt x="62223" y="10129"/>
                  </a:lnTo>
                  <a:lnTo>
                    <a:pt x="62157" y="10327"/>
                  </a:lnTo>
                  <a:lnTo>
                    <a:pt x="62135" y="10524"/>
                  </a:lnTo>
                  <a:lnTo>
                    <a:pt x="62069" y="10682"/>
                  </a:lnTo>
                  <a:lnTo>
                    <a:pt x="61959" y="10742"/>
                  </a:lnTo>
                  <a:lnTo>
                    <a:pt x="61827" y="10761"/>
                  </a:lnTo>
                  <a:lnTo>
                    <a:pt x="61673" y="10761"/>
                  </a:lnTo>
                  <a:lnTo>
                    <a:pt x="61607" y="10761"/>
                  </a:lnTo>
                  <a:lnTo>
                    <a:pt x="61519" y="10742"/>
                  </a:lnTo>
                  <a:lnTo>
                    <a:pt x="61475" y="10722"/>
                  </a:lnTo>
                  <a:lnTo>
                    <a:pt x="61409" y="10682"/>
                  </a:lnTo>
                  <a:lnTo>
                    <a:pt x="61321" y="10564"/>
                  </a:lnTo>
                  <a:lnTo>
                    <a:pt x="61299" y="10485"/>
                  </a:lnTo>
                  <a:lnTo>
                    <a:pt x="61255" y="10406"/>
                  </a:lnTo>
                  <a:lnTo>
                    <a:pt x="61211" y="10287"/>
                  </a:lnTo>
                  <a:lnTo>
                    <a:pt x="61034" y="10149"/>
                  </a:lnTo>
                  <a:lnTo>
                    <a:pt x="60880" y="10149"/>
                  </a:lnTo>
                  <a:lnTo>
                    <a:pt x="60748" y="10228"/>
                  </a:lnTo>
                  <a:lnTo>
                    <a:pt x="60638" y="10287"/>
                  </a:lnTo>
                  <a:lnTo>
                    <a:pt x="60550" y="10307"/>
                  </a:lnTo>
                  <a:lnTo>
                    <a:pt x="60440" y="10327"/>
                  </a:lnTo>
                  <a:lnTo>
                    <a:pt x="60352" y="10327"/>
                  </a:lnTo>
                  <a:lnTo>
                    <a:pt x="60264" y="10347"/>
                  </a:lnTo>
                  <a:lnTo>
                    <a:pt x="60176" y="10406"/>
                  </a:lnTo>
                  <a:lnTo>
                    <a:pt x="60110" y="10465"/>
                  </a:lnTo>
                  <a:lnTo>
                    <a:pt x="60022" y="10524"/>
                  </a:lnTo>
                  <a:lnTo>
                    <a:pt x="59955" y="10564"/>
                  </a:lnTo>
                  <a:lnTo>
                    <a:pt x="59779" y="10564"/>
                  </a:lnTo>
                  <a:lnTo>
                    <a:pt x="59625" y="10524"/>
                  </a:lnTo>
                  <a:lnTo>
                    <a:pt x="59427" y="10485"/>
                  </a:lnTo>
                  <a:lnTo>
                    <a:pt x="59251" y="10445"/>
                  </a:lnTo>
                  <a:lnTo>
                    <a:pt x="59141" y="10505"/>
                  </a:lnTo>
                  <a:lnTo>
                    <a:pt x="59097" y="10643"/>
                  </a:lnTo>
                  <a:lnTo>
                    <a:pt x="59053" y="10761"/>
                  </a:lnTo>
                  <a:lnTo>
                    <a:pt x="58943" y="10860"/>
                  </a:lnTo>
                  <a:lnTo>
                    <a:pt x="58877" y="10860"/>
                  </a:lnTo>
                  <a:lnTo>
                    <a:pt x="58788" y="10860"/>
                  </a:lnTo>
                  <a:lnTo>
                    <a:pt x="58678" y="10860"/>
                  </a:lnTo>
                  <a:lnTo>
                    <a:pt x="58634" y="10801"/>
                  </a:lnTo>
                  <a:lnTo>
                    <a:pt x="58634" y="10742"/>
                  </a:lnTo>
                  <a:lnTo>
                    <a:pt x="58678" y="10663"/>
                  </a:lnTo>
                  <a:lnTo>
                    <a:pt x="58700" y="10603"/>
                  </a:lnTo>
                  <a:lnTo>
                    <a:pt x="58656" y="10524"/>
                  </a:lnTo>
                  <a:lnTo>
                    <a:pt x="58612" y="10485"/>
                  </a:lnTo>
                  <a:lnTo>
                    <a:pt x="58568" y="10465"/>
                  </a:lnTo>
                  <a:lnTo>
                    <a:pt x="58502" y="10445"/>
                  </a:lnTo>
                  <a:lnTo>
                    <a:pt x="58458" y="10406"/>
                  </a:lnTo>
                  <a:lnTo>
                    <a:pt x="58458" y="10327"/>
                  </a:lnTo>
                  <a:lnTo>
                    <a:pt x="58458" y="10228"/>
                  </a:lnTo>
                  <a:lnTo>
                    <a:pt x="58436" y="10110"/>
                  </a:lnTo>
                  <a:lnTo>
                    <a:pt x="58436" y="10051"/>
                  </a:lnTo>
                  <a:lnTo>
                    <a:pt x="58480" y="9893"/>
                  </a:lnTo>
                  <a:lnTo>
                    <a:pt x="58590" y="9754"/>
                  </a:lnTo>
                  <a:lnTo>
                    <a:pt x="58700" y="9695"/>
                  </a:lnTo>
                  <a:lnTo>
                    <a:pt x="58877" y="9715"/>
                  </a:lnTo>
                  <a:lnTo>
                    <a:pt x="58943" y="9754"/>
                  </a:lnTo>
                  <a:lnTo>
                    <a:pt x="59009" y="9774"/>
                  </a:lnTo>
                  <a:lnTo>
                    <a:pt x="59075" y="9814"/>
                  </a:lnTo>
                  <a:lnTo>
                    <a:pt x="59141" y="9833"/>
                  </a:lnTo>
                  <a:lnTo>
                    <a:pt x="59229" y="9814"/>
                  </a:lnTo>
                  <a:lnTo>
                    <a:pt x="59317" y="9774"/>
                  </a:lnTo>
                  <a:lnTo>
                    <a:pt x="59405" y="9754"/>
                  </a:lnTo>
                  <a:lnTo>
                    <a:pt x="59515" y="9774"/>
                  </a:lnTo>
                  <a:lnTo>
                    <a:pt x="59581" y="9814"/>
                  </a:lnTo>
                  <a:lnTo>
                    <a:pt x="59669" y="9754"/>
                  </a:lnTo>
                  <a:lnTo>
                    <a:pt x="59735" y="9735"/>
                  </a:lnTo>
                  <a:lnTo>
                    <a:pt x="59801" y="9735"/>
                  </a:lnTo>
                  <a:lnTo>
                    <a:pt x="59933" y="9754"/>
                  </a:lnTo>
                  <a:lnTo>
                    <a:pt x="60022" y="9735"/>
                  </a:lnTo>
                  <a:lnTo>
                    <a:pt x="60132" y="9715"/>
                  </a:lnTo>
                  <a:lnTo>
                    <a:pt x="60198" y="9675"/>
                  </a:lnTo>
                  <a:lnTo>
                    <a:pt x="60308" y="9616"/>
                  </a:lnTo>
                  <a:lnTo>
                    <a:pt x="60418" y="9498"/>
                  </a:lnTo>
                  <a:lnTo>
                    <a:pt x="60440" y="9340"/>
                  </a:lnTo>
                  <a:lnTo>
                    <a:pt x="60308" y="9182"/>
                  </a:lnTo>
                  <a:lnTo>
                    <a:pt x="60198" y="9142"/>
                  </a:lnTo>
                  <a:lnTo>
                    <a:pt x="60110" y="9103"/>
                  </a:lnTo>
                  <a:lnTo>
                    <a:pt x="60000" y="9063"/>
                  </a:lnTo>
                  <a:lnTo>
                    <a:pt x="59933" y="9063"/>
                  </a:lnTo>
                  <a:lnTo>
                    <a:pt x="59801" y="9063"/>
                  </a:lnTo>
                  <a:lnTo>
                    <a:pt x="59713" y="9103"/>
                  </a:lnTo>
                  <a:lnTo>
                    <a:pt x="59625" y="9122"/>
                  </a:lnTo>
                  <a:lnTo>
                    <a:pt x="59493" y="9122"/>
                  </a:lnTo>
                  <a:lnTo>
                    <a:pt x="59339" y="9063"/>
                  </a:lnTo>
                  <a:lnTo>
                    <a:pt x="59273" y="8925"/>
                  </a:lnTo>
                  <a:lnTo>
                    <a:pt x="59207" y="8787"/>
                  </a:lnTo>
                  <a:lnTo>
                    <a:pt x="59075" y="8688"/>
                  </a:lnTo>
                  <a:lnTo>
                    <a:pt x="59031" y="8668"/>
                  </a:lnTo>
                  <a:lnTo>
                    <a:pt x="58943" y="8649"/>
                  </a:lnTo>
                  <a:lnTo>
                    <a:pt x="58899" y="8609"/>
                  </a:lnTo>
                  <a:lnTo>
                    <a:pt x="58833" y="8550"/>
                  </a:lnTo>
                  <a:lnTo>
                    <a:pt x="58788" y="8471"/>
                  </a:lnTo>
                  <a:lnTo>
                    <a:pt x="58766" y="8352"/>
                  </a:lnTo>
                  <a:lnTo>
                    <a:pt x="58766" y="8273"/>
                  </a:lnTo>
                  <a:lnTo>
                    <a:pt x="58700" y="8155"/>
                  </a:lnTo>
                  <a:lnTo>
                    <a:pt x="58656" y="8115"/>
                  </a:lnTo>
                  <a:lnTo>
                    <a:pt x="58590" y="8076"/>
                  </a:lnTo>
                  <a:lnTo>
                    <a:pt x="58546" y="8056"/>
                  </a:lnTo>
                  <a:lnTo>
                    <a:pt x="58458" y="7977"/>
                  </a:lnTo>
                  <a:lnTo>
                    <a:pt x="58414" y="7918"/>
                  </a:lnTo>
                  <a:lnTo>
                    <a:pt x="58414" y="7819"/>
                  </a:lnTo>
                  <a:lnTo>
                    <a:pt x="58414" y="7760"/>
                  </a:lnTo>
                  <a:lnTo>
                    <a:pt x="58414" y="7701"/>
                  </a:lnTo>
                  <a:lnTo>
                    <a:pt x="58370" y="7582"/>
                  </a:lnTo>
                  <a:lnTo>
                    <a:pt x="58216" y="7503"/>
                  </a:lnTo>
                  <a:lnTo>
                    <a:pt x="58128" y="7424"/>
                  </a:lnTo>
                  <a:lnTo>
                    <a:pt x="58128" y="7345"/>
                  </a:lnTo>
                  <a:lnTo>
                    <a:pt x="58172" y="7306"/>
                  </a:lnTo>
                  <a:lnTo>
                    <a:pt x="58194" y="7227"/>
                  </a:lnTo>
                  <a:lnTo>
                    <a:pt x="58194" y="7168"/>
                  </a:lnTo>
                  <a:lnTo>
                    <a:pt x="58128" y="7128"/>
                  </a:lnTo>
                  <a:lnTo>
                    <a:pt x="58040" y="7089"/>
                  </a:lnTo>
                  <a:lnTo>
                    <a:pt x="58018" y="7010"/>
                  </a:lnTo>
                  <a:lnTo>
                    <a:pt x="58018" y="6950"/>
                  </a:lnTo>
                  <a:lnTo>
                    <a:pt x="58040" y="6891"/>
                  </a:lnTo>
                  <a:lnTo>
                    <a:pt x="58106" y="6792"/>
                  </a:lnTo>
                  <a:lnTo>
                    <a:pt x="58150" y="6713"/>
                  </a:lnTo>
                  <a:lnTo>
                    <a:pt x="58194" y="6615"/>
                  </a:lnTo>
                  <a:lnTo>
                    <a:pt x="58238" y="6555"/>
                  </a:lnTo>
                  <a:lnTo>
                    <a:pt x="58260" y="6496"/>
                  </a:lnTo>
                  <a:lnTo>
                    <a:pt x="58326" y="6417"/>
                  </a:lnTo>
                  <a:lnTo>
                    <a:pt x="58326" y="6358"/>
                  </a:lnTo>
                  <a:lnTo>
                    <a:pt x="58238" y="6279"/>
                  </a:lnTo>
                  <a:lnTo>
                    <a:pt x="58106" y="6200"/>
                  </a:lnTo>
                  <a:lnTo>
                    <a:pt x="57930" y="6239"/>
                  </a:lnTo>
                  <a:lnTo>
                    <a:pt x="57798" y="6318"/>
                  </a:lnTo>
                  <a:lnTo>
                    <a:pt x="57732" y="6417"/>
                  </a:lnTo>
                  <a:lnTo>
                    <a:pt x="57688" y="6555"/>
                  </a:lnTo>
                  <a:lnTo>
                    <a:pt x="57600" y="6713"/>
                  </a:lnTo>
                  <a:lnTo>
                    <a:pt x="57555" y="6832"/>
                  </a:lnTo>
                  <a:lnTo>
                    <a:pt x="57489" y="6950"/>
                  </a:lnTo>
                  <a:lnTo>
                    <a:pt x="57401" y="7049"/>
                  </a:lnTo>
                  <a:lnTo>
                    <a:pt x="57335" y="7168"/>
                  </a:lnTo>
                  <a:lnTo>
                    <a:pt x="57247" y="7227"/>
                  </a:lnTo>
                  <a:lnTo>
                    <a:pt x="57115" y="7207"/>
                  </a:lnTo>
                  <a:lnTo>
                    <a:pt x="57027" y="7187"/>
                  </a:lnTo>
                  <a:lnTo>
                    <a:pt x="56939" y="7148"/>
                  </a:lnTo>
                  <a:lnTo>
                    <a:pt x="56873" y="7108"/>
                  </a:lnTo>
                  <a:lnTo>
                    <a:pt x="56807" y="7029"/>
                  </a:lnTo>
                  <a:lnTo>
                    <a:pt x="56763" y="7010"/>
                  </a:lnTo>
                  <a:lnTo>
                    <a:pt x="56763" y="6970"/>
                  </a:lnTo>
                  <a:lnTo>
                    <a:pt x="56741" y="6950"/>
                  </a:lnTo>
                  <a:lnTo>
                    <a:pt x="56719" y="6931"/>
                  </a:lnTo>
                  <a:lnTo>
                    <a:pt x="56697" y="6911"/>
                  </a:lnTo>
                  <a:lnTo>
                    <a:pt x="56653" y="6911"/>
                  </a:lnTo>
                  <a:lnTo>
                    <a:pt x="56631" y="6931"/>
                  </a:lnTo>
                  <a:lnTo>
                    <a:pt x="56609" y="6931"/>
                  </a:lnTo>
                  <a:lnTo>
                    <a:pt x="56455" y="6891"/>
                  </a:lnTo>
                  <a:lnTo>
                    <a:pt x="56388" y="6792"/>
                  </a:lnTo>
                  <a:lnTo>
                    <a:pt x="56322" y="6654"/>
                  </a:lnTo>
                  <a:lnTo>
                    <a:pt x="56278" y="6496"/>
                  </a:lnTo>
                  <a:lnTo>
                    <a:pt x="56256" y="6457"/>
                  </a:lnTo>
                  <a:lnTo>
                    <a:pt x="56256" y="6417"/>
                  </a:lnTo>
                  <a:lnTo>
                    <a:pt x="56256" y="6397"/>
                  </a:lnTo>
                  <a:lnTo>
                    <a:pt x="56234" y="6358"/>
                  </a:lnTo>
                  <a:lnTo>
                    <a:pt x="56212" y="6318"/>
                  </a:lnTo>
                  <a:lnTo>
                    <a:pt x="56190" y="6279"/>
                  </a:lnTo>
                  <a:lnTo>
                    <a:pt x="56168" y="6259"/>
                  </a:lnTo>
                  <a:lnTo>
                    <a:pt x="56102" y="6220"/>
                  </a:lnTo>
                  <a:lnTo>
                    <a:pt x="56080" y="6141"/>
                  </a:lnTo>
                  <a:lnTo>
                    <a:pt x="56058" y="6022"/>
                  </a:lnTo>
                  <a:lnTo>
                    <a:pt x="56058" y="5923"/>
                  </a:lnTo>
                  <a:lnTo>
                    <a:pt x="56036" y="5825"/>
                  </a:lnTo>
                  <a:lnTo>
                    <a:pt x="55992" y="5766"/>
                  </a:lnTo>
                  <a:lnTo>
                    <a:pt x="55970" y="5726"/>
                  </a:lnTo>
                  <a:lnTo>
                    <a:pt x="55904" y="5687"/>
                  </a:lnTo>
                  <a:lnTo>
                    <a:pt x="55860" y="5647"/>
                  </a:lnTo>
                  <a:lnTo>
                    <a:pt x="55816" y="5608"/>
                  </a:lnTo>
                  <a:lnTo>
                    <a:pt x="55772" y="5548"/>
                  </a:lnTo>
                  <a:lnTo>
                    <a:pt x="55728" y="5489"/>
                  </a:lnTo>
                  <a:lnTo>
                    <a:pt x="55662" y="5430"/>
                  </a:lnTo>
                  <a:lnTo>
                    <a:pt x="55640" y="5410"/>
                  </a:lnTo>
                  <a:lnTo>
                    <a:pt x="55596" y="5371"/>
                  </a:lnTo>
                  <a:lnTo>
                    <a:pt x="55574" y="5351"/>
                  </a:lnTo>
                  <a:lnTo>
                    <a:pt x="55552" y="5292"/>
                  </a:lnTo>
                  <a:lnTo>
                    <a:pt x="55530" y="5272"/>
                  </a:lnTo>
                  <a:lnTo>
                    <a:pt x="55530" y="5252"/>
                  </a:lnTo>
                  <a:lnTo>
                    <a:pt x="55530" y="5213"/>
                  </a:lnTo>
                  <a:lnTo>
                    <a:pt x="55530" y="5213"/>
                  </a:lnTo>
                  <a:lnTo>
                    <a:pt x="55508" y="5153"/>
                  </a:lnTo>
                  <a:lnTo>
                    <a:pt x="55464" y="5134"/>
                  </a:lnTo>
                  <a:lnTo>
                    <a:pt x="55420" y="5074"/>
                  </a:lnTo>
                  <a:lnTo>
                    <a:pt x="55376" y="5055"/>
                  </a:lnTo>
                  <a:lnTo>
                    <a:pt x="55376" y="4976"/>
                  </a:lnTo>
                  <a:lnTo>
                    <a:pt x="55420" y="4897"/>
                  </a:lnTo>
                  <a:lnTo>
                    <a:pt x="55464" y="4857"/>
                  </a:lnTo>
                  <a:lnTo>
                    <a:pt x="55508" y="4798"/>
                  </a:lnTo>
                  <a:lnTo>
                    <a:pt x="55464" y="4719"/>
                  </a:lnTo>
                  <a:lnTo>
                    <a:pt x="55398" y="4679"/>
                  </a:lnTo>
                  <a:lnTo>
                    <a:pt x="55332" y="4660"/>
                  </a:lnTo>
                  <a:lnTo>
                    <a:pt x="55266" y="4581"/>
                  </a:lnTo>
                  <a:lnTo>
                    <a:pt x="55354" y="4462"/>
                  </a:lnTo>
                  <a:lnTo>
                    <a:pt x="55508" y="4442"/>
                  </a:lnTo>
                  <a:lnTo>
                    <a:pt x="55618" y="4403"/>
                  </a:lnTo>
                  <a:lnTo>
                    <a:pt x="55530" y="4166"/>
                  </a:lnTo>
                  <a:lnTo>
                    <a:pt x="55398" y="4028"/>
                  </a:lnTo>
                  <a:lnTo>
                    <a:pt x="55266" y="4028"/>
                  </a:lnTo>
                  <a:lnTo>
                    <a:pt x="55155" y="4048"/>
                  </a:lnTo>
                  <a:lnTo>
                    <a:pt x="55023" y="4067"/>
                  </a:lnTo>
                  <a:lnTo>
                    <a:pt x="54957" y="4048"/>
                  </a:lnTo>
                  <a:lnTo>
                    <a:pt x="54913" y="4048"/>
                  </a:lnTo>
                  <a:lnTo>
                    <a:pt x="54825" y="4048"/>
                  </a:lnTo>
                  <a:lnTo>
                    <a:pt x="54781" y="4067"/>
                  </a:lnTo>
                  <a:lnTo>
                    <a:pt x="54759" y="4127"/>
                  </a:lnTo>
                  <a:lnTo>
                    <a:pt x="54715" y="4166"/>
                  </a:lnTo>
                  <a:lnTo>
                    <a:pt x="54671" y="4166"/>
                  </a:lnTo>
                  <a:lnTo>
                    <a:pt x="54583" y="4087"/>
                  </a:lnTo>
                  <a:lnTo>
                    <a:pt x="54517" y="4048"/>
                  </a:lnTo>
                  <a:lnTo>
                    <a:pt x="54473" y="3988"/>
                  </a:lnTo>
                  <a:lnTo>
                    <a:pt x="54385" y="3909"/>
                  </a:lnTo>
                  <a:lnTo>
                    <a:pt x="54341" y="3850"/>
                  </a:lnTo>
                  <a:lnTo>
                    <a:pt x="54275" y="3830"/>
                  </a:lnTo>
                  <a:lnTo>
                    <a:pt x="54187" y="3791"/>
                  </a:lnTo>
                  <a:lnTo>
                    <a:pt x="54143" y="3732"/>
                  </a:lnTo>
                  <a:lnTo>
                    <a:pt x="54121" y="3672"/>
                  </a:lnTo>
                  <a:lnTo>
                    <a:pt x="54165" y="3633"/>
                  </a:lnTo>
                  <a:lnTo>
                    <a:pt x="54297" y="3633"/>
                  </a:lnTo>
                  <a:lnTo>
                    <a:pt x="54385" y="3653"/>
                  </a:lnTo>
                  <a:lnTo>
                    <a:pt x="54473" y="3653"/>
                  </a:lnTo>
                  <a:lnTo>
                    <a:pt x="54539" y="3633"/>
                  </a:lnTo>
                  <a:lnTo>
                    <a:pt x="54583" y="3574"/>
                  </a:lnTo>
                  <a:lnTo>
                    <a:pt x="54605" y="3495"/>
                  </a:lnTo>
                  <a:lnTo>
                    <a:pt x="54671" y="3455"/>
                  </a:lnTo>
                  <a:lnTo>
                    <a:pt x="54715" y="3416"/>
                  </a:lnTo>
                  <a:lnTo>
                    <a:pt x="54737" y="3376"/>
                  </a:lnTo>
                  <a:lnTo>
                    <a:pt x="54759" y="3317"/>
                  </a:lnTo>
                  <a:lnTo>
                    <a:pt x="54715" y="3238"/>
                  </a:lnTo>
                  <a:lnTo>
                    <a:pt x="54671" y="3218"/>
                  </a:lnTo>
                  <a:lnTo>
                    <a:pt x="54561" y="3198"/>
                  </a:lnTo>
                  <a:lnTo>
                    <a:pt x="54495" y="3119"/>
                  </a:lnTo>
                  <a:lnTo>
                    <a:pt x="54539" y="3080"/>
                  </a:lnTo>
                  <a:lnTo>
                    <a:pt x="54605" y="3040"/>
                  </a:lnTo>
                  <a:lnTo>
                    <a:pt x="54715" y="3001"/>
                  </a:lnTo>
                  <a:lnTo>
                    <a:pt x="54803" y="2942"/>
                  </a:lnTo>
                  <a:lnTo>
                    <a:pt x="54913" y="2902"/>
                  </a:lnTo>
                  <a:lnTo>
                    <a:pt x="54935" y="2863"/>
                  </a:lnTo>
                  <a:lnTo>
                    <a:pt x="54913" y="2804"/>
                  </a:lnTo>
                  <a:lnTo>
                    <a:pt x="54869" y="2725"/>
                  </a:lnTo>
                  <a:lnTo>
                    <a:pt x="54781" y="2665"/>
                  </a:lnTo>
                  <a:lnTo>
                    <a:pt x="54561" y="2507"/>
                  </a:lnTo>
                  <a:lnTo>
                    <a:pt x="54429" y="2488"/>
                  </a:lnTo>
                  <a:lnTo>
                    <a:pt x="54297" y="2567"/>
                  </a:lnTo>
                  <a:lnTo>
                    <a:pt x="54165" y="2685"/>
                  </a:lnTo>
                  <a:lnTo>
                    <a:pt x="54077" y="2685"/>
                  </a:lnTo>
                  <a:lnTo>
                    <a:pt x="53878" y="2646"/>
                  </a:lnTo>
                  <a:lnTo>
                    <a:pt x="53658" y="2547"/>
                  </a:lnTo>
                  <a:lnTo>
                    <a:pt x="53526" y="2468"/>
                  </a:lnTo>
                  <a:lnTo>
                    <a:pt x="53482" y="2270"/>
                  </a:lnTo>
                  <a:lnTo>
                    <a:pt x="53526" y="2112"/>
                  </a:lnTo>
                  <a:lnTo>
                    <a:pt x="53658" y="1974"/>
                  </a:lnTo>
                  <a:lnTo>
                    <a:pt x="53746" y="1895"/>
                  </a:lnTo>
                  <a:lnTo>
                    <a:pt x="53856" y="1856"/>
                  </a:lnTo>
                  <a:lnTo>
                    <a:pt x="53922" y="1816"/>
                  </a:lnTo>
                  <a:lnTo>
                    <a:pt x="54033" y="1777"/>
                  </a:lnTo>
                  <a:lnTo>
                    <a:pt x="54099" y="1717"/>
                  </a:lnTo>
                  <a:lnTo>
                    <a:pt x="54165" y="1678"/>
                  </a:lnTo>
                  <a:lnTo>
                    <a:pt x="54253" y="1619"/>
                  </a:lnTo>
                  <a:lnTo>
                    <a:pt x="54319" y="1559"/>
                  </a:lnTo>
                  <a:lnTo>
                    <a:pt x="54385" y="1520"/>
                  </a:lnTo>
                  <a:lnTo>
                    <a:pt x="54385" y="1500"/>
                  </a:lnTo>
                  <a:lnTo>
                    <a:pt x="54341" y="1520"/>
                  </a:lnTo>
                  <a:lnTo>
                    <a:pt x="54077" y="1461"/>
                  </a:lnTo>
                  <a:lnTo>
                    <a:pt x="54011" y="1402"/>
                  </a:lnTo>
                  <a:lnTo>
                    <a:pt x="53900" y="1382"/>
                  </a:lnTo>
                  <a:lnTo>
                    <a:pt x="53702" y="1461"/>
                  </a:lnTo>
                  <a:lnTo>
                    <a:pt x="53636" y="1461"/>
                  </a:lnTo>
                  <a:lnTo>
                    <a:pt x="53658" y="1500"/>
                  </a:lnTo>
                  <a:lnTo>
                    <a:pt x="53702" y="1500"/>
                  </a:lnTo>
                  <a:lnTo>
                    <a:pt x="53702" y="1500"/>
                  </a:lnTo>
                  <a:lnTo>
                    <a:pt x="53790" y="1540"/>
                  </a:lnTo>
                  <a:lnTo>
                    <a:pt x="53724" y="1559"/>
                  </a:lnTo>
                  <a:lnTo>
                    <a:pt x="53636" y="1559"/>
                  </a:lnTo>
                  <a:lnTo>
                    <a:pt x="53592" y="1559"/>
                  </a:lnTo>
                  <a:lnTo>
                    <a:pt x="53416" y="1540"/>
                  </a:lnTo>
                  <a:lnTo>
                    <a:pt x="53306" y="1540"/>
                  </a:lnTo>
                  <a:lnTo>
                    <a:pt x="53174" y="1619"/>
                  </a:lnTo>
                  <a:lnTo>
                    <a:pt x="53152" y="1619"/>
                  </a:lnTo>
                  <a:lnTo>
                    <a:pt x="53086" y="1619"/>
                  </a:lnTo>
                  <a:lnTo>
                    <a:pt x="53064" y="1638"/>
                  </a:lnTo>
                  <a:lnTo>
                    <a:pt x="53042" y="1678"/>
                  </a:lnTo>
                  <a:lnTo>
                    <a:pt x="53064" y="1717"/>
                  </a:lnTo>
                  <a:lnTo>
                    <a:pt x="53196" y="1757"/>
                  </a:lnTo>
                  <a:lnTo>
                    <a:pt x="53240" y="1856"/>
                  </a:lnTo>
                  <a:lnTo>
                    <a:pt x="53262" y="1954"/>
                  </a:lnTo>
                  <a:lnTo>
                    <a:pt x="53284" y="2093"/>
                  </a:lnTo>
                  <a:lnTo>
                    <a:pt x="53262" y="2231"/>
                  </a:lnTo>
                  <a:lnTo>
                    <a:pt x="53240" y="2310"/>
                  </a:lnTo>
                  <a:lnTo>
                    <a:pt x="53130" y="2488"/>
                  </a:lnTo>
                  <a:lnTo>
                    <a:pt x="53526" y="2626"/>
                  </a:lnTo>
                  <a:lnTo>
                    <a:pt x="53614" y="2685"/>
                  </a:lnTo>
                  <a:lnTo>
                    <a:pt x="53592" y="2764"/>
                  </a:lnTo>
                  <a:lnTo>
                    <a:pt x="53482" y="2823"/>
                  </a:lnTo>
                  <a:lnTo>
                    <a:pt x="53394" y="2883"/>
                  </a:lnTo>
                  <a:lnTo>
                    <a:pt x="53438" y="3040"/>
                  </a:lnTo>
                  <a:lnTo>
                    <a:pt x="53504" y="3139"/>
                  </a:lnTo>
                  <a:lnTo>
                    <a:pt x="53482" y="3198"/>
                  </a:lnTo>
                  <a:lnTo>
                    <a:pt x="53438" y="3179"/>
                  </a:lnTo>
                  <a:lnTo>
                    <a:pt x="53416" y="3218"/>
                  </a:lnTo>
                  <a:lnTo>
                    <a:pt x="53416" y="3258"/>
                  </a:lnTo>
                  <a:lnTo>
                    <a:pt x="53460" y="3317"/>
                  </a:lnTo>
                  <a:lnTo>
                    <a:pt x="53482" y="3376"/>
                  </a:lnTo>
                  <a:lnTo>
                    <a:pt x="53504" y="3376"/>
                  </a:lnTo>
                  <a:lnTo>
                    <a:pt x="53504" y="3396"/>
                  </a:lnTo>
                  <a:lnTo>
                    <a:pt x="53526" y="3455"/>
                  </a:lnTo>
                  <a:lnTo>
                    <a:pt x="53526" y="3495"/>
                  </a:lnTo>
                  <a:lnTo>
                    <a:pt x="53482" y="3455"/>
                  </a:lnTo>
                  <a:lnTo>
                    <a:pt x="53460" y="3455"/>
                  </a:lnTo>
                  <a:lnTo>
                    <a:pt x="53416" y="3514"/>
                  </a:lnTo>
                  <a:lnTo>
                    <a:pt x="53394" y="3593"/>
                  </a:lnTo>
                  <a:lnTo>
                    <a:pt x="53372" y="3633"/>
                  </a:lnTo>
                  <a:lnTo>
                    <a:pt x="53394" y="3692"/>
                  </a:lnTo>
                  <a:lnTo>
                    <a:pt x="53460" y="3712"/>
                  </a:lnTo>
                  <a:lnTo>
                    <a:pt x="53592" y="3712"/>
                  </a:lnTo>
                  <a:lnTo>
                    <a:pt x="53614" y="3909"/>
                  </a:lnTo>
                  <a:lnTo>
                    <a:pt x="53592" y="4008"/>
                  </a:lnTo>
                  <a:lnTo>
                    <a:pt x="53372" y="4107"/>
                  </a:lnTo>
                  <a:lnTo>
                    <a:pt x="53394" y="4166"/>
                  </a:lnTo>
                  <a:lnTo>
                    <a:pt x="53438" y="4186"/>
                  </a:lnTo>
                  <a:lnTo>
                    <a:pt x="53482" y="4265"/>
                  </a:lnTo>
                  <a:lnTo>
                    <a:pt x="53570" y="4324"/>
                  </a:lnTo>
                  <a:lnTo>
                    <a:pt x="53636" y="4363"/>
                  </a:lnTo>
                  <a:lnTo>
                    <a:pt x="53702" y="4383"/>
                  </a:lnTo>
                  <a:lnTo>
                    <a:pt x="53790" y="4383"/>
                  </a:lnTo>
                  <a:lnTo>
                    <a:pt x="53856" y="4442"/>
                  </a:lnTo>
                  <a:lnTo>
                    <a:pt x="53790" y="4462"/>
                  </a:lnTo>
                  <a:lnTo>
                    <a:pt x="53724" y="4462"/>
                  </a:lnTo>
                  <a:lnTo>
                    <a:pt x="53658" y="4482"/>
                  </a:lnTo>
                  <a:lnTo>
                    <a:pt x="53636" y="4561"/>
                  </a:lnTo>
                  <a:lnTo>
                    <a:pt x="53878" y="4620"/>
                  </a:lnTo>
                  <a:lnTo>
                    <a:pt x="53966" y="4660"/>
                  </a:lnTo>
                  <a:lnTo>
                    <a:pt x="54011" y="4778"/>
                  </a:lnTo>
                  <a:lnTo>
                    <a:pt x="53856" y="4679"/>
                  </a:lnTo>
                  <a:lnTo>
                    <a:pt x="53834" y="4679"/>
                  </a:lnTo>
                  <a:lnTo>
                    <a:pt x="53746" y="4679"/>
                  </a:lnTo>
                  <a:lnTo>
                    <a:pt x="53702" y="4679"/>
                  </a:lnTo>
                  <a:lnTo>
                    <a:pt x="53680" y="4699"/>
                  </a:lnTo>
                  <a:lnTo>
                    <a:pt x="53702" y="4719"/>
                  </a:lnTo>
                  <a:lnTo>
                    <a:pt x="53724" y="4758"/>
                  </a:lnTo>
                  <a:lnTo>
                    <a:pt x="53724" y="4798"/>
                  </a:lnTo>
                  <a:lnTo>
                    <a:pt x="53724" y="4818"/>
                  </a:lnTo>
                  <a:lnTo>
                    <a:pt x="53746" y="4837"/>
                  </a:lnTo>
                  <a:lnTo>
                    <a:pt x="53790" y="4857"/>
                  </a:lnTo>
                  <a:lnTo>
                    <a:pt x="53790" y="4877"/>
                  </a:lnTo>
                  <a:lnTo>
                    <a:pt x="53746" y="4877"/>
                  </a:lnTo>
                  <a:lnTo>
                    <a:pt x="53702" y="4976"/>
                  </a:lnTo>
                  <a:lnTo>
                    <a:pt x="53680" y="4995"/>
                  </a:lnTo>
                  <a:lnTo>
                    <a:pt x="53570" y="5015"/>
                  </a:lnTo>
                  <a:lnTo>
                    <a:pt x="53614" y="5074"/>
                  </a:lnTo>
                  <a:lnTo>
                    <a:pt x="53812" y="5035"/>
                  </a:lnTo>
                  <a:lnTo>
                    <a:pt x="53900" y="5055"/>
                  </a:lnTo>
                  <a:lnTo>
                    <a:pt x="54011" y="5134"/>
                  </a:lnTo>
                  <a:lnTo>
                    <a:pt x="54033" y="5232"/>
                  </a:lnTo>
                  <a:lnTo>
                    <a:pt x="53900" y="5252"/>
                  </a:lnTo>
                  <a:lnTo>
                    <a:pt x="53746" y="5232"/>
                  </a:lnTo>
                  <a:lnTo>
                    <a:pt x="53702" y="5232"/>
                  </a:lnTo>
                  <a:lnTo>
                    <a:pt x="53658" y="5213"/>
                  </a:lnTo>
                  <a:lnTo>
                    <a:pt x="53636" y="5213"/>
                  </a:lnTo>
                  <a:lnTo>
                    <a:pt x="53614" y="5252"/>
                  </a:lnTo>
                  <a:lnTo>
                    <a:pt x="53658" y="5331"/>
                  </a:lnTo>
                  <a:lnTo>
                    <a:pt x="53702" y="5371"/>
                  </a:lnTo>
                  <a:lnTo>
                    <a:pt x="53812" y="5410"/>
                  </a:lnTo>
                  <a:lnTo>
                    <a:pt x="53856" y="5450"/>
                  </a:lnTo>
                  <a:lnTo>
                    <a:pt x="53834" y="5529"/>
                  </a:lnTo>
                  <a:lnTo>
                    <a:pt x="53812" y="5529"/>
                  </a:lnTo>
                  <a:lnTo>
                    <a:pt x="53856" y="5568"/>
                  </a:lnTo>
                  <a:lnTo>
                    <a:pt x="53966" y="5568"/>
                  </a:lnTo>
                  <a:lnTo>
                    <a:pt x="54275" y="5647"/>
                  </a:lnTo>
                  <a:lnTo>
                    <a:pt x="54473" y="5647"/>
                  </a:lnTo>
                  <a:lnTo>
                    <a:pt x="54649" y="5687"/>
                  </a:lnTo>
                  <a:lnTo>
                    <a:pt x="54693" y="5687"/>
                  </a:lnTo>
                  <a:lnTo>
                    <a:pt x="54957" y="5627"/>
                  </a:lnTo>
                  <a:lnTo>
                    <a:pt x="54979" y="5667"/>
                  </a:lnTo>
                  <a:lnTo>
                    <a:pt x="54737" y="5766"/>
                  </a:lnTo>
                  <a:lnTo>
                    <a:pt x="54605" y="5785"/>
                  </a:lnTo>
                  <a:lnTo>
                    <a:pt x="54473" y="5766"/>
                  </a:lnTo>
                  <a:lnTo>
                    <a:pt x="54253" y="5785"/>
                  </a:lnTo>
                  <a:lnTo>
                    <a:pt x="54055" y="5687"/>
                  </a:lnTo>
                  <a:lnTo>
                    <a:pt x="53944" y="5687"/>
                  </a:lnTo>
                  <a:lnTo>
                    <a:pt x="53504" y="5667"/>
                  </a:lnTo>
                  <a:lnTo>
                    <a:pt x="53460" y="5687"/>
                  </a:lnTo>
                  <a:lnTo>
                    <a:pt x="53438" y="5726"/>
                  </a:lnTo>
                  <a:lnTo>
                    <a:pt x="53416" y="5805"/>
                  </a:lnTo>
                  <a:lnTo>
                    <a:pt x="53372" y="5844"/>
                  </a:lnTo>
                  <a:lnTo>
                    <a:pt x="53350" y="5884"/>
                  </a:lnTo>
                  <a:lnTo>
                    <a:pt x="53394" y="5963"/>
                  </a:lnTo>
                  <a:lnTo>
                    <a:pt x="53438" y="6022"/>
                  </a:lnTo>
                  <a:lnTo>
                    <a:pt x="53504" y="6062"/>
                  </a:lnTo>
                  <a:lnTo>
                    <a:pt x="53438" y="6062"/>
                  </a:lnTo>
                  <a:lnTo>
                    <a:pt x="53350" y="6042"/>
                  </a:lnTo>
                  <a:lnTo>
                    <a:pt x="53262" y="6042"/>
                  </a:lnTo>
                  <a:lnTo>
                    <a:pt x="53240" y="6121"/>
                  </a:lnTo>
                  <a:lnTo>
                    <a:pt x="53262" y="6220"/>
                  </a:lnTo>
                  <a:lnTo>
                    <a:pt x="53262" y="6259"/>
                  </a:lnTo>
                  <a:lnTo>
                    <a:pt x="53240" y="6259"/>
                  </a:lnTo>
                  <a:lnTo>
                    <a:pt x="53218" y="6259"/>
                  </a:lnTo>
                  <a:lnTo>
                    <a:pt x="53086" y="6239"/>
                  </a:lnTo>
                  <a:lnTo>
                    <a:pt x="53064" y="6259"/>
                  </a:lnTo>
                  <a:lnTo>
                    <a:pt x="53064" y="6259"/>
                  </a:lnTo>
                  <a:lnTo>
                    <a:pt x="53064" y="6318"/>
                  </a:lnTo>
                  <a:lnTo>
                    <a:pt x="53262" y="6397"/>
                  </a:lnTo>
                  <a:lnTo>
                    <a:pt x="53240" y="6516"/>
                  </a:lnTo>
                  <a:lnTo>
                    <a:pt x="53152" y="6615"/>
                  </a:lnTo>
                  <a:lnTo>
                    <a:pt x="53152" y="6792"/>
                  </a:lnTo>
                  <a:lnTo>
                    <a:pt x="53240" y="6832"/>
                  </a:lnTo>
                  <a:lnTo>
                    <a:pt x="53350" y="6931"/>
                  </a:lnTo>
                  <a:lnTo>
                    <a:pt x="53746" y="7365"/>
                  </a:lnTo>
                  <a:lnTo>
                    <a:pt x="54341" y="7878"/>
                  </a:lnTo>
                  <a:lnTo>
                    <a:pt x="54451" y="7938"/>
                  </a:lnTo>
                  <a:lnTo>
                    <a:pt x="54539" y="7938"/>
                  </a:lnTo>
                  <a:lnTo>
                    <a:pt x="54825" y="7819"/>
                  </a:lnTo>
                  <a:lnTo>
                    <a:pt x="55133" y="7839"/>
                  </a:lnTo>
                  <a:lnTo>
                    <a:pt x="55332" y="7819"/>
                  </a:lnTo>
                  <a:lnTo>
                    <a:pt x="55420" y="7819"/>
                  </a:lnTo>
                  <a:lnTo>
                    <a:pt x="55794" y="7997"/>
                  </a:lnTo>
                  <a:lnTo>
                    <a:pt x="56036" y="8096"/>
                  </a:lnTo>
                  <a:lnTo>
                    <a:pt x="56300" y="8135"/>
                  </a:lnTo>
                  <a:lnTo>
                    <a:pt x="56499" y="8115"/>
                  </a:lnTo>
                  <a:lnTo>
                    <a:pt x="56455" y="8175"/>
                  </a:lnTo>
                  <a:lnTo>
                    <a:pt x="56300" y="8194"/>
                  </a:lnTo>
                  <a:lnTo>
                    <a:pt x="56256" y="8214"/>
                  </a:lnTo>
                  <a:lnTo>
                    <a:pt x="56212" y="8194"/>
                  </a:lnTo>
                  <a:lnTo>
                    <a:pt x="55618" y="8056"/>
                  </a:lnTo>
                  <a:lnTo>
                    <a:pt x="55574" y="8017"/>
                  </a:lnTo>
                  <a:lnTo>
                    <a:pt x="55530" y="7977"/>
                  </a:lnTo>
                  <a:lnTo>
                    <a:pt x="55508" y="7938"/>
                  </a:lnTo>
                  <a:lnTo>
                    <a:pt x="55464" y="7918"/>
                  </a:lnTo>
                  <a:lnTo>
                    <a:pt x="55442" y="7938"/>
                  </a:lnTo>
                  <a:lnTo>
                    <a:pt x="55420" y="7938"/>
                  </a:lnTo>
                  <a:lnTo>
                    <a:pt x="55398" y="7957"/>
                  </a:lnTo>
                  <a:lnTo>
                    <a:pt x="55222" y="7957"/>
                  </a:lnTo>
                  <a:lnTo>
                    <a:pt x="54759" y="8076"/>
                  </a:lnTo>
                  <a:lnTo>
                    <a:pt x="54715" y="8115"/>
                  </a:lnTo>
                  <a:lnTo>
                    <a:pt x="54583" y="8273"/>
                  </a:lnTo>
                  <a:lnTo>
                    <a:pt x="54473" y="8313"/>
                  </a:lnTo>
                  <a:lnTo>
                    <a:pt x="54143" y="8313"/>
                  </a:lnTo>
                  <a:lnTo>
                    <a:pt x="54033" y="8352"/>
                  </a:lnTo>
                  <a:lnTo>
                    <a:pt x="54143" y="8451"/>
                  </a:lnTo>
                  <a:lnTo>
                    <a:pt x="54275" y="8451"/>
                  </a:lnTo>
                  <a:lnTo>
                    <a:pt x="54385" y="8451"/>
                  </a:lnTo>
                  <a:lnTo>
                    <a:pt x="54517" y="8471"/>
                  </a:lnTo>
                  <a:lnTo>
                    <a:pt x="54539" y="8510"/>
                  </a:lnTo>
                  <a:lnTo>
                    <a:pt x="54451" y="8550"/>
                  </a:lnTo>
                  <a:lnTo>
                    <a:pt x="54473" y="8589"/>
                  </a:lnTo>
                  <a:lnTo>
                    <a:pt x="54869" y="8570"/>
                  </a:lnTo>
                  <a:lnTo>
                    <a:pt x="55001" y="8649"/>
                  </a:lnTo>
                  <a:lnTo>
                    <a:pt x="54869" y="8668"/>
                  </a:lnTo>
                  <a:lnTo>
                    <a:pt x="54825" y="8708"/>
                  </a:lnTo>
                  <a:lnTo>
                    <a:pt x="54825" y="8806"/>
                  </a:lnTo>
                  <a:lnTo>
                    <a:pt x="54913" y="8964"/>
                  </a:lnTo>
                  <a:lnTo>
                    <a:pt x="55001" y="9063"/>
                  </a:lnTo>
                  <a:lnTo>
                    <a:pt x="55089" y="9083"/>
                  </a:lnTo>
                  <a:lnTo>
                    <a:pt x="55177" y="9063"/>
                  </a:lnTo>
                  <a:lnTo>
                    <a:pt x="55574" y="9359"/>
                  </a:lnTo>
                  <a:lnTo>
                    <a:pt x="55530" y="9379"/>
                  </a:lnTo>
                  <a:lnTo>
                    <a:pt x="54737" y="9122"/>
                  </a:lnTo>
                  <a:lnTo>
                    <a:pt x="54495" y="9083"/>
                  </a:lnTo>
                  <a:lnTo>
                    <a:pt x="54451" y="9182"/>
                  </a:lnTo>
                  <a:lnTo>
                    <a:pt x="54517" y="9300"/>
                  </a:lnTo>
                  <a:lnTo>
                    <a:pt x="54605" y="9438"/>
                  </a:lnTo>
                  <a:lnTo>
                    <a:pt x="54737" y="9537"/>
                  </a:lnTo>
                  <a:lnTo>
                    <a:pt x="54781" y="9577"/>
                  </a:lnTo>
                  <a:lnTo>
                    <a:pt x="54869" y="9577"/>
                  </a:lnTo>
                  <a:lnTo>
                    <a:pt x="55045" y="9675"/>
                  </a:lnTo>
                  <a:lnTo>
                    <a:pt x="55155" y="9695"/>
                  </a:lnTo>
                  <a:lnTo>
                    <a:pt x="55177" y="9735"/>
                  </a:lnTo>
                  <a:lnTo>
                    <a:pt x="55133" y="9774"/>
                  </a:lnTo>
                  <a:lnTo>
                    <a:pt x="54979" y="9774"/>
                  </a:lnTo>
                  <a:lnTo>
                    <a:pt x="54935" y="9814"/>
                  </a:lnTo>
                  <a:lnTo>
                    <a:pt x="54957" y="9873"/>
                  </a:lnTo>
                  <a:lnTo>
                    <a:pt x="54957" y="9912"/>
                  </a:lnTo>
                  <a:lnTo>
                    <a:pt x="54957" y="9932"/>
                  </a:lnTo>
                  <a:lnTo>
                    <a:pt x="54913" y="9952"/>
                  </a:lnTo>
                  <a:lnTo>
                    <a:pt x="54913" y="9952"/>
                  </a:lnTo>
                  <a:lnTo>
                    <a:pt x="54869" y="9932"/>
                  </a:lnTo>
                  <a:lnTo>
                    <a:pt x="54803" y="9912"/>
                  </a:lnTo>
                  <a:lnTo>
                    <a:pt x="54781" y="9912"/>
                  </a:lnTo>
                  <a:lnTo>
                    <a:pt x="54781" y="9972"/>
                  </a:lnTo>
                  <a:lnTo>
                    <a:pt x="55001" y="10228"/>
                  </a:lnTo>
                  <a:lnTo>
                    <a:pt x="55089" y="10327"/>
                  </a:lnTo>
                  <a:lnTo>
                    <a:pt x="54671" y="10070"/>
                  </a:lnTo>
                  <a:lnTo>
                    <a:pt x="54495" y="10011"/>
                  </a:lnTo>
                  <a:lnTo>
                    <a:pt x="54297" y="10031"/>
                  </a:lnTo>
                  <a:lnTo>
                    <a:pt x="54253" y="10051"/>
                  </a:lnTo>
                  <a:lnTo>
                    <a:pt x="54253" y="10070"/>
                  </a:lnTo>
                  <a:lnTo>
                    <a:pt x="54275" y="10110"/>
                  </a:lnTo>
                  <a:lnTo>
                    <a:pt x="54297" y="10169"/>
                  </a:lnTo>
                  <a:lnTo>
                    <a:pt x="54363" y="10248"/>
                  </a:lnTo>
                  <a:lnTo>
                    <a:pt x="54385" y="10307"/>
                  </a:lnTo>
                  <a:lnTo>
                    <a:pt x="54495" y="10406"/>
                  </a:lnTo>
                  <a:lnTo>
                    <a:pt x="54561" y="10406"/>
                  </a:lnTo>
                  <a:lnTo>
                    <a:pt x="54649" y="10406"/>
                  </a:lnTo>
                  <a:lnTo>
                    <a:pt x="54737" y="10445"/>
                  </a:lnTo>
                  <a:lnTo>
                    <a:pt x="54693" y="10485"/>
                  </a:lnTo>
                  <a:lnTo>
                    <a:pt x="54693" y="10544"/>
                  </a:lnTo>
                  <a:lnTo>
                    <a:pt x="54715" y="10623"/>
                  </a:lnTo>
                  <a:lnTo>
                    <a:pt x="54759" y="10722"/>
                  </a:lnTo>
                  <a:lnTo>
                    <a:pt x="54803" y="10761"/>
                  </a:lnTo>
                  <a:lnTo>
                    <a:pt x="55133" y="10939"/>
                  </a:lnTo>
                  <a:lnTo>
                    <a:pt x="55310" y="11097"/>
                  </a:lnTo>
                  <a:lnTo>
                    <a:pt x="55354" y="11156"/>
                  </a:lnTo>
                  <a:lnTo>
                    <a:pt x="55420" y="11137"/>
                  </a:lnTo>
                  <a:lnTo>
                    <a:pt x="55530" y="11097"/>
                  </a:lnTo>
                  <a:lnTo>
                    <a:pt x="55574" y="11058"/>
                  </a:lnTo>
                  <a:lnTo>
                    <a:pt x="55596" y="10998"/>
                  </a:lnTo>
                  <a:lnTo>
                    <a:pt x="55618" y="10939"/>
                  </a:lnTo>
                  <a:lnTo>
                    <a:pt x="55596" y="10900"/>
                  </a:lnTo>
                  <a:lnTo>
                    <a:pt x="55574" y="10860"/>
                  </a:lnTo>
                  <a:lnTo>
                    <a:pt x="55574" y="10821"/>
                  </a:lnTo>
                  <a:lnTo>
                    <a:pt x="55596" y="10761"/>
                  </a:lnTo>
                  <a:lnTo>
                    <a:pt x="55618" y="10801"/>
                  </a:lnTo>
                  <a:lnTo>
                    <a:pt x="55662" y="10840"/>
                  </a:lnTo>
                  <a:lnTo>
                    <a:pt x="55684" y="10840"/>
                  </a:lnTo>
                  <a:lnTo>
                    <a:pt x="55750" y="10840"/>
                  </a:lnTo>
                  <a:lnTo>
                    <a:pt x="55970" y="10821"/>
                  </a:lnTo>
                  <a:lnTo>
                    <a:pt x="56190" y="10880"/>
                  </a:lnTo>
                  <a:lnTo>
                    <a:pt x="56455" y="10742"/>
                  </a:lnTo>
                  <a:lnTo>
                    <a:pt x="56609" y="10761"/>
                  </a:lnTo>
                  <a:lnTo>
                    <a:pt x="56631" y="10821"/>
                  </a:lnTo>
                  <a:lnTo>
                    <a:pt x="56543" y="10900"/>
                  </a:lnTo>
                  <a:lnTo>
                    <a:pt x="56190" y="11018"/>
                  </a:lnTo>
                  <a:lnTo>
                    <a:pt x="56036" y="11018"/>
                  </a:lnTo>
                  <a:lnTo>
                    <a:pt x="55904" y="10998"/>
                  </a:lnTo>
                  <a:lnTo>
                    <a:pt x="55860" y="10998"/>
                  </a:lnTo>
                  <a:lnTo>
                    <a:pt x="55794" y="11018"/>
                  </a:lnTo>
                  <a:lnTo>
                    <a:pt x="55772" y="11058"/>
                  </a:lnTo>
                  <a:lnTo>
                    <a:pt x="55662" y="11196"/>
                  </a:lnTo>
                  <a:lnTo>
                    <a:pt x="55640" y="11255"/>
                  </a:lnTo>
                  <a:lnTo>
                    <a:pt x="55860" y="11374"/>
                  </a:lnTo>
                  <a:lnTo>
                    <a:pt x="55904" y="11374"/>
                  </a:lnTo>
                  <a:lnTo>
                    <a:pt x="55992" y="11334"/>
                  </a:lnTo>
                  <a:lnTo>
                    <a:pt x="56058" y="11334"/>
                  </a:lnTo>
                  <a:lnTo>
                    <a:pt x="56124" y="11374"/>
                  </a:lnTo>
                  <a:lnTo>
                    <a:pt x="56234" y="11433"/>
                  </a:lnTo>
                  <a:lnTo>
                    <a:pt x="56190" y="11492"/>
                  </a:lnTo>
                  <a:lnTo>
                    <a:pt x="55728" y="11472"/>
                  </a:lnTo>
                  <a:lnTo>
                    <a:pt x="55420" y="11374"/>
                  </a:lnTo>
                  <a:lnTo>
                    <a:pt x="55332" y="11413"/>
                  </a:lnTo>
                  <a:lnTo>
                    <a:pt x="55310" y="11374"/>
                  </a:lnTo>
                  <a:lnTo>
                    <a:pt x="55177" y="11532"/>
                  </a:lnTo>
                  <a:lnTo>
                    <a:pt x="55111" y="11610"/>
                  </a:lnTo>
                  <a:lnTo>
                    <a:pt x="55023" y="11650"/>
                  </a:lnTo>
                  <a:lnTo>
                    <a:pt x="55177" y="11650"/>
                  </a:lnTo>
                  <a:lnTo>
                    <a:pt x="55222" y="11670"/>
                  </a:lnTo>
                  <a:lnTo>
                    <a:pt x="55111" y="11709"/>
                  </a:lnTo>
                  <a:lnTo>
                    <a:pt x="55089" y="11768"/>
                  </a:lnTo>
                  <a:lnTo>
                    <a:pt x="55089" y="11847"/>
                  </a:lnTo>
                  <a:lnTo>
                    <a:pt x="55530" y="11847"/>
                  </a:lnTo>
                  <a:lnTo>
                    <a:pt x="55574" y="11867"/>
                  </a:lnTo>
                  <a:lnTo>
                    <a:pt x="55618" y="11887"/>
                  </a:lnTo>
                  <a:lnTo>
                    <a:pt x="55684" y="11926"/>
                  </a:lnTo>
                  <a:lnTo>
                    <a:pt x="55750" y="12005"/>
                  </a:lnTo>
                  <a:lnTo>
                    <a:pt x="55794" y="12084"/>
                  </a:lnTo>
                  <a:lnTo>
                    <a:pt x="55794" y="12163"/>
                  </a:lnTo>
                  <a:lnTo>
                    <a:pt x="55750" y="12124"/>
                  </a:lnTo>
                  <a:lnTo>
                    <a:pt x="55618" y="12065"/>
                  </a:lnTo>
                  <a:lnTo>
                    <a:pt x="55332" y="11986"/>
                  </a:lnTo>
                  <a:lnTo>
                    <a:pt x="54781" y="11926"/>
                  </a:lnTo>
                  <a:lnTo>
                    <a:pt x="54737" y="11986"/>
                  </a:lnTo>
                  <a:lnTo>
                    <a:pt x="54781" y="12065"/>
                  </a:lnTo>
                  <a:lnTo>
                    <a:pt x="54913" y="12124"/>
                  </a:lnTo>
                  <a:lnTo>
                    <a:pt x="55023" y="12223"/>
                  </a:lnTo>
                  <a:lnTo>
                    <a:pt x="55089" y="12361"/>
                  </a:lnTo>
                  <a:lnTo>
                    <a:pt x="55045" y="12381"/>
                  </a:lnTo>
                  <a:lnTo>
                    <a:pt x="54891" y="12499"/>
                  </a:lnTo>
                  <a:lnTo>
                    <a:pt x="54825" y="12598"/>
                  </a:lnTo>
                  <a:lnTo>
                    <a:pt x="54737" y="12697"/>
                  </a:lnTo>
                  <a:lnTo>
                    <a:pt x="54781" y="12795"/>
                  </a:lnTo>
                  <a:lnTo>
                    <a:pt x="54913" y="12855"/>
                  </a:lnTo>
                  <a:lnTo>
                    <a:pt x="55023" y="12874"/>
                  </a:lnTo>
                  <a:lnTo>
                    <a:pt x="55244" y="12855"/>
                  </a:lnTo>
                  <a:lnTo>
                    <a:pt x="55574" y="12756"/>
                  </a:lnTo>
                  <a:lnTo>
                    <a:pt x="55618" y="12756"/>
                  </a:lnTo>
                  <a:lnTo>
                    <a:pt x="55640" y="12835"/>
                  </a:lnTo>
                  <a:lnTo>
                    <a:pt x="55618" y="12874"/>
                  </a:lnTo>
                  <a:lnTo>
                    <a:pt x="55596" y="12973"/>
                  </a:lnTo>
                  <a:lnTo>
                    <a:pt x="55508" y="13052"/>
                  </a:lnTo>
                  <a:lnTo>
                    <a:pt x="55155" y="13151"/>
                  </a:lnTo>
                  <a:lnTo>
                    <a:pt x="55133" y="13269"/>
                  </a:lnTo>
                  <a:lnTo>
                    <a:pt x="54869" y="13151"/>
                  </a:lnTo>
                  <a:lnTo>
                    <a:pt x="54803" y="13151"/>
                  </a:lnTo>
                  <a:lnTo>
                    <a:pt x="54803" y="13170"/>
                  </a:lnTo>
                  <a:lnTo>
                    <a:pt x="54781" y="13249"/>
                  </a:lnTo>
                  <a:lnTo>
                    <a:pt x="54825" y="13723"/>
                  </a:lnTo>
                  <a:lnTo>
                    <a:pt x="54803" y="13802"/>
                  </a:lnTo>
                  <a:lnTo>
                    <a:pt x="54891" y="13822"/>
                  </a:lnTo>
                  <a:lnTo>
                    <a:pt x="55133" y="13842"/>
                  </a:lnTo>
                  <a:lnTo>
                    <a:pt x="55177" y="13881"/>
                  </a:lnTo>
                  <a:lnTo>
                    <a:pt x="55244" y="14000"/>
                  </a:lnTo>
                  <a:lnTo>
                    <a:pt x="55332" y="14138"/>
                  </a:lnTo>
                  <a:lnTo>
                    <a:pt x="55376" y="14217"/>
                  </a:lnTo>
                  <a:lnTo>
                    <a:pt x="55508" y="14217"/>
                  </a:lnTo>
                  <a:lnTo>
                    <a:pt x="55684" y="14158"/>
                  </a:lnTo>
                  <a:lnTo>
                    <a:pt x="55794" y="14197"/>
                  </a:lnTo>
                  <a:lnTo>
                    <a:pt x="55816" y="14237"/>
                  </a:lnTo>
                  <a:lnTo>
                    <a:pt x="55904" y="14375"/>
                  </a:lnTo>
                  <a:lnTo>
                    <a:pt x="56014" y="14375"/>
                  </a:lnTo>
                  <a:lnTo>
                    <a:pt x="56102" y="14375"/>
                  </a:lnTo>
                  <a:lnTo>
                    <a:pt x="56234" y="14395"/>
                  </a:lnTo>
                  <a:lnTo>
                    <a:pt x="56256" y="14434"/>
                  </a:lnTo>
                  <a:lnTo>
                    <a:pt x="56388" y="14572"/>
                  </a:lnTo>
                  <a:lnTo>
                    <a:pt x="56411" y="14572"/>
                  </a:lnTo>
                  <a:lnTo>
                    <a:pt x="56433" y="14592"/>
                  </a:lnTo>
                  <a:lnTo>
                    <a:pt x="56609" y="14632"/>
                  </a:lnTo>
                  <a:lnTo>
                    <a:pt x="56543" y="14691"/>
                  </a:lnTo>
                  <a:lnTo>
                    <a:pt x="56411" y="14691"/>
                  </a:lnTo>
                  <a:lnTo>
                    <a:pt x="56344" y="14730"/>
                  </a:lnTo>
                  <a:lnTo>
                    <a:pt x="56344" y="14790"/>
                  </a:lnTo>
                  <a:lnTo>
                    <a:pt x="56388" y="14829"/>
                  </a:lnTo>
                  <a:lnTo>
                    <a:pt x="56411" y="14888"/>
                  </a:lnTo>
                  <a:lnTo>
                    <a:pt x="56433" y="14948"/>
                  </a:lnTo>
                  <a:lnTo>
                    <a:pt x="56477" y="15027"/>
                  </a:lnTo>
                  <a:lnTo>
                    <a:pt x="56477" y="15086"/>
                  </a:lnTo>
                  <a:lnTo>
                    <a:pt x="56455" y="15106"/>
                  </a:lnTo>
                  <a:lnTo>
                    <a:pt x="56388" y="15343"/>
                  </a:lnTo>
                  <a:lnTo>
                    <a:pt x="56388" y="15441"/>
                  </a:lnTo>
                  <a:lnTo>
                    <a:pt x="56411" y="15540"/>
                  </a:lnTo>
                  <a:lnTo>
                    <a:pt x="56499" y="15580"/>
                  </a:lnTo>
                  <a:lnTo>
                    <a:pt x="56609" y="15560"/>
                  </a:lnTo>
                  <a:lnTo>
                    <a:pt x="56697" y="15560"/>
                  </a:lnTo>
                  <a:lnTo>
                    <a:pt x="56763" y="15678"/>
                  </a:lnTo>
                  <a:lnTo>
                    <a:pt x="56741" y="15678"/>
                  </a:lnTo>
                  <a:lnTo>
                    <a:pt x="56675" y="15757"/>
                  </a:lnTo>
                  <a:lnTo>
                    <a:pt x="56675" y="15777"/>
                  </a:lnTo>
                  <a:lnTo>
                    <a:pt x="56719" y="15836"/>
                  </a:lnTo>
                  <a:lnTo>
                    <a:pt x="56741" y="15915"/>
                  </a:lnTo>
                  <a:lnTo>
                    <a:pt x="56763" y="15955"/>
                  </a:lnTo>
                  <a:lnTo>
                    <a:pt x="56763" y="16034"/>
                  </a:lnTo>
                  <a:lnTo>
                    <a:pt x="56741" y="16093"/>
                  </a:lnTo>
                  <a:lnTo>
                    <a:pt x="56675" y="16113"/>
                  </a:lnTo>
                  <a:lnTo>
                    <a:pt x="56631" y="16172"/>
                  </a:lnTo>
                  <a:lnTo>
                    <a:pt x="56609" y="16290"/>
                  </a:lnTo>
                  <a:lnTo>
                    <a:pt x="56653" y="16389"/>
                  </a:lnTo>
                  <a:lnTo>
                    <a:pt x="56697" y="16508"/>
                  </a:lnTo>
                  <a:lnTo>
                    <a:pt x="56697" y="16587"/>
                  </a:lnTo>
                  <a:lnTo>
                    <a:pt x="56675" y="16646"/>
                  </a:lnTo>
                  <a:lnTo>
                    <a:pt x="56609" y="16587"/>
                  </a:lnTo>
                  <a:lnTo>
                    <a:pt x="56455" y="16488"/>
                  </a:lnTo>
                  <a:lnTo>
                    <a:pt x="56455" y="16330"/>
                  </a:lnTo>
                  <a:lnTo>
                    <a:pt x="56609" y="16132"/>
                  </a:lnTo>
                  <a:lnTo>
                    <a:pt x="56631" y="16014"/>
                  </a:lnTo>
                  <a:lnTo>
                    <a:pt x="56543" y="15876"/>
                  </a:lnTo>
                  <a:lnTo>
                    <a:pt x="56433" y="15718"/>
                  </a:lnTo>
                  <a:lnTo>
                    <a:pt x="56278" y="15580"/>
                  </a:lnTo>
                  <a:lnTo>
                    <a:pt x="56234" y="15520"/>
                  </a:lnTo>
                  <a:lnTo>
                    <a:pt x="56212" y="15481"/>
                  </a:lnTo>
                  <a:lnTo>
                    <a:pt x="56168" y="15362"/>
                  </a:lnTo>
                  <a:lnTo>
                    <a:pt x="56124" y="15283"/>
                  </a:lnTo>
                  <a:lnTo>
                    <a:pt x="56168" y="15185"/>
                  </a:lnTo>
                  <a:lnTo>
                    <a:pt x="56168" y="15125"/>
                  </a:lnTo>
                  <a:lnTo>
                    <a:pt x="56168" y="15086"/>
                  </a:lnTo>
                  <a:lnTo>
                    <a:pt x="56124" y="15027"/>
                  </a:lnTo>
                  <a:lnTo>
                    <a:pt x="56102" y="14987"/>
                  </a:lnTo>
                  <a:lnTo>
                    <a:pt x="56102" y="14967"/>
                  </a:lnTo>
                  <a:lnTo>
                    <a:pt x="56124" y="14948"/>
                  </a:lnTo>
                  <a:lnTo>
                    <a:pt x="56168" y="14928"/>
                  </a:lnTo>
                  <a:lnTo>
                    <a:pt x="56124" y="14809"/>
                  </a:lnTo>
                  <a:lnTo>
                    <a:pt x="56102" y="14711"/>
                  </a:lnTo>
                  <a:lnTo>
                    <a:pt x="56080" y="14612"/>
                  </a:lnTo>
                  <a:lnTo>
                    <a:pt x="56014" y="14553"/>
                  </a:lnTo>
                  <a:lnTo>
                    <a:pt x="55948" y="14553"/>
                  </a:lnTo>
                  <a:lnTo>
                    <a:pt x="55816" y="14572"/>
                  </a:lnTo>
                  <a:lnTo>
                    <a:pt x="55750" y="14572"/>
                  </a:lnTo>
                  <a:lnTo>
                    <a:pt x="55728" y="14454"/>
                  </a:lnTo>
                  <a:lnTo>
                    <a:pt x="55640" y="14434"/>
                  </a:lnTo>
                  <a:lnTo>
                    <a:pt x="55574" y="14454"/>
                  </a:lnTo>
                  <a:lnTo>
                    <a:pt x="55530" y="14533"/>
                  </a:lnTo>
                  <a:lnTo>
                    <a:pt x="55464" y="14553"/>
                  </a:lnTo>
                  <a:lnTo>
                    <a:pt x="55376" y="14533"/>
                  </a:lnTo>
                  <a:lnTo>
                    <a:pt x="55266" y="14493"/>
                  </a:lnTo>
                  <a:lnTo>
                    <a:pt x="55200" y="14415"/>
                  </a:lnTo>
                  <a:lnTo>
                    <a:pt x="55111" y="14316"/>
                  </a:lnTo>
                  <a:lnTo>
                    <a:pt x="55023" y="14217"/>
                  </a:lnTo>
                  <a:lnTo>
                    <a:pt x="54979" y="14158"/>
                  </a:lnTo>
                  <a:lnTo>
                    <a:pt x="54913" y="14158"/>
                  </a:lnTo>
                  <a:lnTo>
                    <a:pt x="54825" y="14158"/>
                  </a:lnTo>
                  <a:lnTo>
                    <a:pt x="54605" y="14138"/>
                  </a:lnTo>
                  <a:lnTo>
                    <a:pt x="54517" y="14118"/>
                  </a:lnTo>
                  <a:lnTo>
                    <a:pt x="54319" y="13980"/>
                  </a:lnTo>
                  <a:lnTo>
                    <a:pt x="54231" y="13941"/>
                  </a:lnTo>
                  <a:lnTo>
                    <a:pt x="54033" y="13960"/>
                  </a:lnTo>
                  <a:lnTo>
                    <a:pt x="53724" y="13842"/>
                  </a:lnTo>
                  <a:lnTo>
                    <a:pt x="53702" y="13822"/>
                  </a:lnTo>
                  <a:lnTo>
                    <a:pt x="53702" y="13783"/>
                  </a:lnTo>
                  <a:lnTo>
                    <a:pt x="53680" y="13763"/>
                  </a:lnTo>
                  <a:lnTo>
                    <a:pt x="53614" y="13763"/>
                  </a:lnTo>
                  <a:lnTo>
                    <a:pt x="53570" y="13763"/>
                  </a:lnTo>
                  <a:lnTo>
                    <a:pt x="53526" y="13763"/>
                  </a:lnTo>
                  <a:lnTo>
                    <a:pt x="53504" y="13802"/>
                  </a:lnTo>
                  <a:lnTo>
                    <a:pt x="53482" y="13842"/>
                  </a:lnTo>
                  <a:lnTo>
                    <a:pt x="53482" y="13862"/>
                  </a:lnTo>
                  <a:lnTo>
                    <a:pt x="53482" y="13881"/>
                  </a:lnTo>
                  <a:lnTo>
                    <a:pt x="53438" y="13941"/>
                  </a:lnTo>
                  <a:lnTo>
                    <a:pt x="53394" y="14000"/>
                  </a:lnTo>
                  <a:lnTo>
                    <a:pt x="53350" y="14079"/>
                  </a:lnTo>
                  <a:lnTo>
                    <a:pt x="53350" y="14178"/>
                  </a:lnTo>
                  <a:lnTo>
                    <a:pt x="53438" y="14217"/>
                  </a:lnTo>
                  <a:lnTo>
                    <a:pt x="53482" y="14336"/>
                  </a:lnTo>
                  <a:lnTo>
                    <a:pt x="53482" y="14434"/>
                  </a:lnTo>
                  <a:lnTo>
                    <a:pt x="53460" y="14513"/>
                  </a:lnTo>
                  <a:lnTo>
                    <a:pt x="53504" y="14572"/>
                  </a:lnTo>
                  <a:lnTo>
                    <a:pt x="53592" y="14592"/>
                  </a:lnTo>
                  <a:lnTo>
                    <a:pt x="53680" y="14572"/>
                  </a:lnTo>
                  <a:lnTo>
                    <a:pt x="53702" y="14750"/>
                  </a:lnTo>
                  <a:lnTo>
                    <a:pt x="53614" y="14809"/>
                  </a:lnTo>
                  <a:lnTo>
                    <a:pt x="53504" y="14849"/>
                  </a:lnTo>
                  <a:lnTo>
                    <a:pt x="53438" y="14967"/>
                  </a:lnTo>
                  <a:lnTo>
                    <a:pt x="53504" y="15165"/>
                  </a:lnTo>
                  <a:lnTo>
                    <a:pt x="53526" y="15244"/>
                  </a:lnTo>
                  <a:lnTo>
                    <a:pt x="53460" y="15244"/>
                  </a:lnTo>
                  <a:lnTo>
                    <a:pt x="53416" y="15244"/>
                  </a:lnTo>
                  <a:lnTo>
                    <a:pt x="53438" y="15303"/>
                  </a:lnTo>
                  <a:lnTo>
                    <a:pt x="53482" y="15382"/>
                  </a:lnTo>
                  <a:lnTo>
                    <a:pt x="53526" y="15441"/>
                  </a:lnTo>
                  <a:lnTo>
                    <a:pt x="53614" y="15540"/>
                  </a:lnTo>
                  <a:lnTo>
                    <a:pt x="53614" y="15619"/>
                  </a:lnTo>
                  <a:lnTo>
                    <a:pt x="53592" y="15738"/>
                  </a:lnTo>
                  <a:lnTo>
                    <a:pt x="53614" y="15836"/>
                  </a:lnTo>
                  <a:lnTo>
                    <a:pt x="53658" y="15935"/>
                  </a:lnTo>
                  <a:lnTo>
                    <a:pt x="53724" y="16014"/>
                  </a:lnTo>
                  <a:lnTo>
                    <a:pt x="53790" y="16113"/>
                  </a:lnTo>
                  <a:lnTo>
                    <a:pt x="53724" y="16152"/>
                  </a:lnTo>
                  <a:lnTo>
                    <a:pt x="53658" y="16251"/>
                  </a:lnTo>
                  <a:lnTo>
                    <a:pt x="53724" y="16330"/>
                  </a:lnTo>
                  <a:lnTo>
                    <a:pt x="54011" y="16448"/>
                  </a:lnTo>
                  <a:lnTo>
                    <a:pt x="53944" y="16508"/>
                  </a:lnTo>
                  <a:lnTo>
                    <a:pt x="53856" y="16547"/>
                  </a:lnTo>
                  <a:lnTo>
                    <a:pt x="53658" y="16587"/>
                  </a:lnTo>
                  <a:lnTo>
                    <a:pt x="53306" y="16745"/>
                  </a:lnTo>
                  <a:lnTo>
                    <a:pt x="53394" y="16863"/>
                  </a:lnTo>
                  <a:lnTo>
                    <a:pt x="53416" y="16962"/>
                  </a:lnTo>
                  <a:lnTo>
                    <a:pt x="53372" y="17120"/>
                  </a:lnTo>
                  <a:lnTo>
                    <a:pt x="53372" y="17140"/>
                  </a:lnTo>
                  <a:lnTo>
                    <a:pt x="53394" y="17238"/>
                  </a:lnTo>
                  <a:lnTo>
                    <a:pt x="53416" y="17278"/>
                  </a:lnTo>
                  <a:lnTo>
                    <a:pt x="53372" y="17238"/>
                  </a:lnTo>
                  <a:lnTo>
                    <a:pt x="53306" y="17199"/>
                  </a:lnTo>
                  <a:lnTo>
                    <a:pt x="53262" y="17179"/>
                  </a:lnTo>
                  <a:lnTo>
                    <a:pt x="53152" y="17199"/>
                  </a:lnTo>
                  <a:lnTo>
                    <a:pt x="53064" y="16942"/>
                  </a:lnTo>
                  <a:lnTo>
                    <a:pt x="52932" y="16883"/>
                  </a:lnTo>
                  <a:lnTo>
                    <a:pt x="52777" y="16962"/>
                  </a:lnTo>
                  <a:lnTo>
                    <a:pt x="52755" y="17061"/>
                  </a:lnTo>
                  <a:lnTo>
                    <a:pt x="52777" y="17140"/>
                  </a:lnTo>
                  <a:lnTo>
                    <a:pt x="52800" y="17455"/>
                  </a:lnTo>
                  <a:lnTo>
                    <a:pt x="52777" y="17534"/>
                  </a:lnTo>
                  <a:lnTo>
                    <a:pt x="52733" y="17594"/>
                  </a:lnTo>
                  <a:lnTo>
                    <a:pt x="52579" y="17673"/>
                  </a:lnTo>
                  <a:lnTo>
                    <a:pt x="52645" y="17752"/>
                  </a:lnTo>
                  <a:lnTo>
                    <a:pt x="52711" y="17771"/>
                  </a:lnTo>
                  <a:lnTo>
                    <a:pt x="52755" y="17831"/>
                  </a:lnTo>
                  <a:lnTo>
                    <a:pt x="52777" y="17910"/>
                  </a:lnTo>
                  <a:lnTo>
                    <a:pt x="52777" y="18008"/>
                  </a:lnTo>
                  <a:lnTo>
                    <a:pt x="52777" y="18068"/>
                  </a:lnTo>
                  <a:lnTo>
                    <a:pt x="52733" y="18087"/>
                  </a:lnTo>
                  <a:lnTo>
                    <a:pt x="52667" y="18107"/>
                  </a:lnTo>
                  <a:lnTo>
                    <a:pt x="52601" y="18107"/>
                  </a:lnTo>
                  <a:lnTo>
                    <a:pt x="52513" y="18068"/>
                  </a:lnTo>
                  <a:lnTo>
                    <a:pt x="52425" y="18068"/>
                  </a:lnTo>
                  <a:lnTo>
                    <a:pt x="52381" y="18147"/>
                  </a:lnTo>
                  <a:lnTo>
                    <a:pt x="52381" y="18324"/>
                  </a:lnTo>
                  <a:lnTo>
                    <a:pt x="52359" y="18403"/>
                  </a:lnTo>
                  <a:lnTo>
                    <a:pt x="52315" y="18443"/>
                  </a:lnTo>
                  <a:lnTo>
                    <a:pt x="52095" y="18561"/>
                  </a:lnTo>
                  <a:lnTo>
                    <a:pt x="51985" y="18700"/>
                  </a:lnTo>
                  <a:lnTo>
                    <a:pt x="52007" y="18996"/>
                  </a:lnTo>
                  <a:lnTo>
                    <a:pt x="51897" y="19075"/>
                  </a:lnTo>
                  <a:lnTo>
                    <a:pt x="51743" y="19114"/>
                  </a:lnTo>
                  <a:lnTo>
                    <a:pt x="51655" y="19154"/>
                  </a:lnTo>
                  <a:lnTo>
                    <a:pt x="51588" y="19252"/>
                  </a:lnTo>
                  <a:lnTo>
                    <a:pt x="51566" y="19371"/>
                  </a:lnTo>
                  <a:lnTo>
                    <a:pt x="51544" y="19608"/>
                  </a:lnTo>
                  <a:lnTo>
                    <a:pt x="51544" y="19647"/>
                  </a:lnTo>
                  <a:lnTo>
                    <a:pt x="51478" y="19667"/>
                  </a:lnTo>
                  <a:lnTo>
                    <a:pt x="51456" y="19687"/>
                  </a:lnTo>
                  <a:lnTo>
                    <a:pt x="51456" y="19707"/>
                  </a:lnTo>
                  <a:lnTo>
                    <a:pt x="51456" y="19904"/>
                  </a:lnTo>
                  <a:lnTo>
                    <a:pt x="51500" y="20102"/>
                  </a:lnTo>
                  <a:lnTo>
                    <a:pt x="51500" y="20398"/>
                  </a:lnTo>
                  <a:lnTo>
                    <a:pt x="51522" y="20575"/>
                  </a:lnTo>
                  <a:lnTo>
                    <a:pt x="51588" y="20694"/>
                  </a:lnTo>
                  <a:lnTo>
                    <a:pt x="51699" y="20793"/>
                  </a:lnTo>
                  <a:lnTo>
                    <a:pt x="51787" y="20872"/>
                  </a:lnTo>
                  <a:lnTo>
                    <a:pt x="51853" y="20990"/>
                  </a:lnTo>
                  <a:lnTo>
                    <a:pt x="51853" y="21128"/>
                  </a:lnTo>
                  <a:lnTo>
                    <a:pt x="51787" y="21346"/>
                  </a:lnTo>
                  <a:lnTo>
                    <a:pt x="51787" y="21464"/>
                  </a:lnTo>
                  <a:lnTo>
                    <a:pt x="51875" y="21622"/>
                  </a:lnTo>
                  <a:lnTo>
                    <a:pt x="51963" y="21740"/>
                  </a:lnTo>
                  <a:lnTo>
                    <a:pt x="52007" y="21800"/>
                  </a:lnTo>
                  <a:lnTo>
                    <a:pt x="52051" y="21859"/>
                  </a:lnTo>
                  <a:lnTo>
                    <a:pt x="52007" y="21879"/>
                  </a:lnTo>
                  <a:lnTo>
                    <a:pt x="51941" y="21859"/>
                  </a:lnTo>
                  <a:lnTo>
                    <a:pt x="51897" y="21839"/>
                  </a:lnTo>
                  <a:lnTo>
                    <a:pt x="51853" y="21819"/>
                  </a:lnTo>
                  <a:lnTo>
                    <a:pt x="51765" y="21681"/>
                  </a:lnTo>
                  <a:lnTo>
                    <a:pt x="51743" y="21543"/>
                  </a:lnTo>
                  <a:lnTo>
                    <a:pt x="51743" y="21405"/>
                  </a:lnTo>
                  <a:lnTo>
                    <a:pt x="51743" y="21286"/>
                  </a:lnTo>
                  <a:lnTo>
                    <a:pt x="51721" y="21188"/>
                  </a:lnTo>
                  <a:lnTo>
                    <a:pt x="51655" y="20872"/>
                  </a:lnTo>
                  <a:lnTo>
                    <a:pt x="51434" y="20654"/>
                  </a:lnTo>
                  <a:lnTo>
                    <a:pt x="51280" y="20457"/>
                  </a:lnTo>
                  <a:lnTo>
                    <a:pt x="51214" y="20259"/>
                  </a:lnTo>
                  <a:lnTo>
                    <a:pt x="51148" y="19884"/>
                  </a:lnTo>
                  <a:lnTo>
                    <a:pt x="51126" y="19786"/>
                  </a:lnTo>
                  <a:lnTo>
                    <a:pt x="51082" y="19667"/>
                  </a:lnTo>
                  <a:lnTo>
                    <a:pt x="50994" y="19588"/>
                  </a:lnTo>
                  <a:lnTo>
                    <a:pt x="50884" y="19529"/>
                  </a:lnTo>
                  <a:lnTo>
                    <a:pt x="50796" y="19509"/>
                  </a:lnTo>
                  <a:lnTo>
                    <a:pt x="50686" y="19529"/>
                  </a:lnTo>
                  <a:lnTo>
                    <a:pt x="50642" y="19588"/>
                  </a:lnTo>
                  <a:lnTo>
                    <a:pt x="50642" y="19489"/>
                  </a:lnTo>
                  <a:lnTo>
                    <a:pt x="50642" y="19470"/>
                  </a:lnTo>
                  <a:lnTo>
                    <a:pt x="50510" y="19331"/>
                  </a:lnTo>
                  <a:lnTo>
                    <a:pt x="50466" y="19272"/>
                  </a:lnTo>
                  <a:lnTo>
                    <a:pt x="50510" y="19035"/>
                  </a:lnTo>
                  <a:lnTo>
                    <a:pt x="50377" y="18897"/>
                  </a:lnTo>
                  <a:lnTo>
                    <a:pt x="50355" y="18739"/>
                  </a:lnTo>
                  <a:lnTo>
                    <a:pt x="50355" y="18601"/>
                  </a:lnTo>
                  <a:lnTo>
                    <a:pt x="50245" y="18502"/>
                  </a:lnTo>
                  <a:lnTo>
                    <a:pt x="50157" y="18502"/>
                  </a:lnTo>
                  <a:lnTo>
                    <a:pt x="50135" y="18502"/>
                  </a:lnTo>
                  <a:lnTo>
                    <a:pt x="50113" y="18463"/>
                  </a:lnTo>
                  <a:lnTo>
                    <a:pt x="50069" y="18443"/>
                  </a:lnTo>
                  <a:lnTo>
                    <a:pt x="50047" y="18423"/>
                  </a:lnTo>
                  <a:lnTo>
                    <a:pt x="49959" y="18403"/>
                  </a:lnTo>
                  <a:lnTo>
                    <a:pt x="49849" y="18403"/>
                  </a:lnTo>
                  <a:lnTo>
                    <a:pt x="49805" y="18403"/>
                  </a:lnTo>
                  <a:lnTo>
                    <a:pt x="49761" y="18463"/>
                  </a:lnTo>
                  <a:lnTo>
                    <a:pt x="49783" y="18502"/>
                  </a:lnTo>
                  <a:lnTo>
                    <a:pt x="49849" y="18601"/>
                  </a:lnTo>
                  <a:lnTo>
                    <a:pt x="49849" y="18640"/>
                  </a:lnTo>
                  <a:lnTo>
                    <a:pt x="49849" y="18857"/>
                  </a:lnTo>
                  <a:lnTo>
                    <a:pt x="49893" y="18897"/>
                  </a:lnTo>
                  <a:lnTo>
                    <a:pt x="49915" y="18996"/>
                  </a:lnTo>
                  <a:lnTo>
                    <a:pt x="50135" y="19410"/>
                  </a:lnTo>
                  <a:lnTo>
                    <a:pt x="50201" y="19489"/>
                  </a:lnTo>
                  <a:lnTo>
                    <a:pt x="50355" y="19608"/>
                  </a:lnTo>
                  <a:lnTo>
                    <a:pt x="50245" y="19805"/>
                  </a:lnTo>
                  <a:lnTo>
                    <a:pt x="50245" y="19963"/>
                  </a:lnTo>
                  <a:lnTo>
                    <a:pt x="50333" y="20102"/>
                  </a:lnTo>
                  <a:lnTo>
                    <a:pt x="50223" y="20181"/>
                  </a:lnTo>
                  <a:lnTo>
                    <a:pt x="50135" y="20259"/>
                  </a:lnTo>
                  <a:lnTo>
                    <a:pt x="50069" y="20398"/>
                  </a:lnTo>
                  <a:lnTo>
                    <a:pt x="50069" y="20575"/>
                  </a:lnTo>
                  <a:lnTo>
                    <a:pt x="50157" y="20852"/>
                  </a:lnTo>
                  <a:lnTo>
                    <a:pt x="50157" y="20951"/>
                  </a:lnTo>
                  <a:lnTo>
                    <a:pt x="50135" y="21010"/>
                  </a:lnTo>
                  <a:lnTo>
                    <a:pt x="50025" y="21148"/>
                  </a:lnTo>
                  <a:lnTo>
                    <a:pt x="50003" y="21227"/>
                  </a:lnTo>
                  <a:lnTo>
                    <a:pt x="49981" y="21464"/>
                  </a:lnTo>
                  <a:lnTo>
                    <a:pt x="49959" y="21583"/>
                  </a:lnTo>
                  <a:lnTo>
                    <a:pt x="49893" y="21523"/>
                  </a:lnTo>
                  <a:lnTo>
                    <a:pt x="49827" y="21405"/>
                  </a:lnTo>
                  <a:lnTo>
                    <a:pt x="49783" y="20970"/>
                  </a:lnTo>
                  <a:lnTo>
                    <a:pt x="49937" y="20516"/>
                  </a:lnTo>
                  <a:lnTo>
                    <a:pt x="49981" y="20477"/>
                  </a:lnTo>
                  <a:lnTo>
                    <a:pt x="50135" y="20042"/>
                  </a:lnTo>
                  <a:lnTo>
                    <a:pt x="50135" y="19904"/>
                  </a:lnTo>
                  <a:lnTo>
                    <a:pt x="50135" y="19766"/>
                  </a:lnTo>
                  <a:lnTo>
                    <a:pt x="50069" y="19628"/>
                  </a:lnTo>
                  <a:lnTo>
                    <a:pt x="50003" y="19509"/>
                  </a:lnTo>
                  <a:lnTo>
                    <a:pt x="49981" y="19489"/>
                  </a:lnTo>
                  <a:lnTo>
                    <a:pt x="49739" y="19371"/>
                  </a:lnTo>
                  <a:lnTo>
                    <a:pt x="49695" y="19312"/>
                  </a:lnTo>
                  <a:lnTo>
                    <a:pt x="49673" y="19292"/>
                  </a:lnTo>
                  <a:lnTo>
                    <a:pt x="49673" y="19252"/>
                  </a:lnTo>
                  <a:lnTo>
                    <a:pt x="49629" y="19213"/>
                  </a:lnTo>
                  <a:lnTo>
                    <a:pt x="49585" y="19154"/>
                  </a:lnTo>
                  <a:lnTo>
                    <a:pt x="49541" y="19134"/>
                  </a:lnTo>
                  <a:lnTo>
                    <a:pt x="49519" y="19114"/>
                  </a:lnTo>
                  <a:lnTo>
                    <a:pt x="49497" y="19094"/>
                  </a:lnTo>
                  <a:lnTo>
                    <a:pt x="49475" y="19055"/>
                  </a:lnTo>
                  <a:lnTo>
                    <a:pt x="49343" y="18759"/>
                  </a:lnTo>
                  <a:lnTo>
                    <a:pt x="49321" y="18660"/>
                  </a:lnTo>
                  <a:lnTo>
                    <a:pt x="49321" y="18542"/>
                  </a:lnTo>
                  <a:lnTo>
                    <a:pt x="49277" y="18443"/>
                  </a:lnTo>
                  <a:lnTo>
                    <a:pt x="49166" y="18403"/>
                  </a:lnTo>
                  <a:lnTo>
                    <a:pt x="49078" y="18423"/>
                  </a:lnTo>
                  <a:lnTo>
                    <a:pt x="48990" y="18443"/>
                  </a:lnTo>
                  <a:lnTo>
                    <a:pt x="48924" y="18423"/>
                  </a:lnTo>
                  <a:lnTo>
                    <a:pt x="48902" y="18403"/>
                  </a:lnTo>
                  <a:lnTo>
                    <a:pt x="48880" y="18245"/>
                  </a:lnTo>
                  <a:lnTo>
                    <a:pt x="48704" y="18107"/>
                  </a:lnTo>
                  <a:lnTo>
                    <a:pt x="48550" y="18087"/>
                  </a:lnTo>
                  <a:lnTo>
                    <a:pt x="48594" y="18305"/>
                  </a:lnTo>
                  <a:lnTo>
                    <a:pt x="48638" y="18423"/>
                  </a:lnTo>
                  <a:lnTo>
                    <a:pt x="48682" y="18463"/>
                  </a:lnTo>
                  <a:lnTo>
                    <a:pt x="48682" y="18502"/>
                  </a:lnTo>
                  <a:lnTo>
                    <a:pt x="48638" y="18542"/>
                  </a:lnTo>
                  <a:lnTo>
                    <a:pt x="48550" y="18601"/>
                  </a:lnTo>
                  <a:lnTo>
                    <a:pt x="48462" y="18621"/>
                  </a:lnTo>
                  <a:lnTo>
                    <a:pt x="48374" y="18621"/>
                  </a:lnTo>
                  <a:lnTo>
                    <a:pt x="48286" y="18561"/>
                  </a:lnTo>
                  <a:lnTo>
                    <a:pt x="48264" y="18660"/>
                  </a:lnTo>
                  <a:lnTo>
                    <a:pt x="48264" y="18877"/>
                  </a:lnTo>
                  <a:lnTo>
                    <a:pt x="48242" y="18917"/>
                  </a:lnTo>
                  <a:lnTo>
                    <a:pt x="48264" y="18996"/>
                  </a:lnTo>
                  <a:lnTo>
                    <a:pt x="48506" y="19371"/>
                  </a:lnTo>
                  <a:lnTo>
                    <a:pt x="48528" y="19410"/>
                  </a:lnTo>
                  <a:lnTo>
                    <a:pt x="48528" y="19470"/>
                  </a:lnTo>
                  <a:lnTo>
                    <a:pt x="48550" y="19529"/>
                  </a:lnTo>
                  <a:lnTo>
                    <a:pt x="48528" y="19568"/>
                  </a:lnTo>
                  <a:lnTo>
                    <a:pt x="48528" y="19608"/>
                  </a:lnTo>
                  <a:lnTo>
                    <a:pt x="48594" y="19667"/>
                  </a:lnTo>
                  <a:lnTo>
                    <a:pt x="48638" y="19726"/>
                  </a:lnTo>
                  <a:lnTo>
                    <a:pt x="48660" y="19786"/>
                  </a:lnTo>
                  <a:lnTo>
                    <a:pt x="48660" y="20062"/>
                  </a:lnTo>
                  <a:lnTo>
                    <a:pt x="48682" y="20220"/>
                  </a:lnTo>
                  <a:lnTo>
                    <a:pt x="48748" y="20378"/>
                  </a:lnTo>
                  <a:lnTo>
                    <a:pt x="48814" y="20457"/>
                  </a:lnTo>
                  <a:lnTo>
                    <a:pt x="48858" y="20595"/>
                  </a:lnTo>
                  <a:lnTo>
                    <a:pt x="48880" y="20694"/>
                  </a:lnTo>
                  <a:lnTo>
                    <a:pt x="48814" y="20793"/>
                  </a:lnTo>
                  <a:lnTo>
                    <a:pt x="48748" y="20852"/>
                  </a:lnTo>
                  <a:lnTo>
                    <a:pt x="48814" y="21010"/>
                  </a:lnTo>
                  <a:lnTo>
                    <a:pt x="48880" y="21188"/>
                  </a:lnTo>
                  <a:lnTo>
                    <a:pt x="49034" y="21464"/>
                  </a:lnTo>
                  <a:lnTo>
                    <a:pt x="49056" y="21563"/>
                  </a:lnTo>
                  <a:lnTo>
                    <a:pt x="49078" y="21642"/>
                  </a:lnTo>
                  <a:lnTo>
                    <a:pt x="49078" y="21800"/>
                  </a:lnTo>
                  <a:lnTo>
                    <a:pt x="49056" y="21839"/>
                  </a:lnTo>
                  <a:lnTo>
                    <a:pt x="48946" y="21938"/>
                  </a:lnTo>
                  <a:lnTo>
                    <a:pt x="48924" y="21997"/>
                  </a:lnTo>
                  <a:lnTo>
                    <a:pt x="48924" y="22037"/>
                  </a:lnTo>
                  <a:lnTo>
                    <a:pt x="48946" y="22116"/>
                  </a:lnTo>
                  <a:lnTo>
                    <a:pt x="48946" y="22175"/>
                  </a:lnTo>
                  <a:lnTo>
                    <a:pt x="48946" y="22254"/>
                  </a:lnTo>
                  <a:lnTo>
                    <a:pt x="48814" y="22451"/>
                  </a:lnTo>
                  <a:lnTo>
                    <a:pt x="48374" y="22807"/>
                  </a:lnTo>
                  <a:lnTo>
                    <a:pt x="48066" y="22965"/>
                  </a:lnTo>
                  <a:lnTo>
                    <a:pt x="47889" y="23202"/>
                  </a:lnTo>
                  <a:lnTo>
                    <a:pt x="47251" y="23715"/>
                  </a:lnTo>
                  <a:lnTo>
                    <a:pt x="47031" y="24071"/>
                  </a:lnTo>
                  <a:lnTo>
                    <a:pt x="46811" y="24268"/>
                  </a:lnTo>
                  <a:lnTo>
                    <a:pt x="46788" y="24347"/>
                  </a:lnTo>
                  <a:lnTo>
                    <a:pt x="46766" y="24466"/>
                  </a:lnTo>
                  <a:lnTo>
                    <a:pt x="46260" y="25453"/>
                  </a:lnTo>
                  <a:lnTo>
                    <a:pt x="46502" y="24643"/>
                  </a:lnTo>
                  <a:lnTo>
                    <a:pt x="46678" y="24268"/>
                  </a:lnTo>
                  <a:lnTo>
                    <a:pt x="46965" y="24011"/>
                  </a:lnTo>
                  <a:lnTo>
                    <a:pt x="46965" y="23992"/>
                  </a:lnTo>
                  <a:lnTo>
                    <a:pt x="47097" y="23814"/>
                  </a:lnTo>
                  <a:lnTo>
                    <a:pt x="47119" y="23755"/>
                  </a:lnTo>
                  <a:lnTo>
                    <a:pt x="47119" y="23676"/>
                  </a:lnTo>
                  <a:lnTo>
                    <a:pt x="47119" y="23597"/>
                  </a:lnTo>
                  <a:lnTo>
                    <a:pt x="47537" y="23320"/>
                  </a:lnTo>
                  <a:lnTo>
                    <a:pt x="47889" y="22886"/>
                  </a:lnTo>
                  <a:lnTo>
                    <a:pt x="48594" y="22451"/>
                  </a:lnTo>
                  <a:lnTo>
                    <a:pt x="48704" y="22313"/>
                  </a:lnTo>
                  <a:lnTo>
                    <a:pt x="48836" y="21681"/>
                  </a:lnTo>
                  <a:lnTo>
                    <a:pt x="48880" y="21602"/>
                  </a:lnTo>
                  <a:lnTo>
                    <a:pt x="48880" y="21543"/>
                  </a:lnTo>
                  <a:lnTo>
                    <a:pt x="48858" y="21444"/>
                  </a:lnTo>
                  <a:lnTo>
                    <a:pt x="48836" y="21425"/>
                  </a:lnTo>
                  <a:lnTo>
                    <a:pt x="48770" y="21365"/>
                  </a:lnTo>
                  <a:lnTo>
                    <a:pt x="48726" y="21286"/>
                  </a:lnTo>
                  <a:lnTo>
                    <a:pt x="48726" y="21247"/>
                  </a:lnTo>
                  <a:lnTo>
                    <a:pt x="48726" y="21168"/>
                  </a:lnTo>
                  <a:lnTo>
                    <a:pt x="48594" y="20694"/>
                  </a:lnTo>
                  <a:lnTo>
                    <a:pt x="48484" y="19924"/>
                  </a:lnTo>
                  <a:lnTo>
                    <a:pt x="48418" y="19628"/>
                  </a:lnTo>
                  <a:lnTo>
                    <a:pt x="48308" y="19489"/>
                  </a:lnTo>
                  <a:lnTo>
                    <a:pt x="48308" y="19430"/>
                  </a:lnTo>
                  <a:lnTo>
                    <a:pt x="48330" y="19331"/>
                  </a:lnTo>
                  <a:lnTo>
                    <a:pt x="48286" y="19272"/>
                  </a:lnTo>
                  <a:lnTo>
                    <a:pt x="48242" y="19193"/>
                  </a:lnTo>
                  <a:lnTo>
                    <a:pt x="48198" y="19134"/>
                  </a:lnTo>
                  <a:lnTo>
                    <a:pt x="48088" y="19035"/>
                  </a:lnTo>
                  <a:lnTo>
                    <a:pt x="48044" y="18877"/>
                  </a:lnTo>
                  <a:lnTo>
                    <a:pt x="48000" y="18601"/>
                  </a:lnTo>
                  <a:lnTo>
                    <a:pt x="47889" y="18621"/>
                  </a:lnTo>
                  <a:lnTo>
                    <a:pt x="47823" y="18818"/>
                  </a:lnTo>
                  <a:lnTo>
                    <a:pt x="47757" y="18857"/>
                  </a:lnTo>
                  <a:lnTo>
                    <a:pt x="47647" y="18818"/>
                  </a:lnTo>
                  <a:lnTo>
                    <a:pt x="47625" y="18719"/>
                  </a:lnTo>
                  <a:lnTo>
                    <a:pt x="47603" y="18561"/>
                  </a:lnTo>
                  <a:lnTo>
                    <a:pt x="47537" y="18463"/>
                  </a:lnTo>
                  <a:lnTo>
                    <a:pt x="47427" y="18403"/>
                  </a:lnTo>
                  <a:lnTo>
                    <a:pt x="47317" y="18522"/>
                  </a:lnTo>
                  <a:lnTo>
                    <a:pt x="47207" y="18482"/>
                  </a:lnTo>
                  <a:lnTo>
                    <a:pt x="47119" y="18344"/>
                  </a:lnTo>
                  <a:lnTo>
                    <a:pt x="47075" y="18068"/>
                  </a:lnTo>
                  <a:lnTo>
                    <a:pt x="47009" y="17949"/>
                  </a:lnTo>
                  <a:lnTo>
                    <a:pt x="46965" y="17929"/>
                  </a:lnTo>
                  <a:lnTo>
                    <a:pt x="46766" y="17890"/>
                  </a:lnTo>
                  <a:lnTo>
                    <a:pt x="46722" y="17870"/>
                  </a:lnTo>
                  <a:lnTo>
                    <a:pt x="46678" y="17811"/>
                  </a:lnTo>
                  <a:lnTo>
                    <a:pt x="46590" y="17653"/>
                  </a:lnTo>
                  <a:lnTo>
                    <a:pt x="46568" y="17574"/>
                  </a:lnTo>
                  <a:lnTo>
                    <a:pt x="46590" y="17455"/>
                  </a:lnTo>
                  <a:lnTo>
                    <a:pt x="46568" y="17357"/>
                  </a:lnTo>
                  <a:lnTo>
                    <a:pt x="46502" y="17298"/>
                  </a:lnTo>
                  <a:lnTo>
                    <a:pt x="46458" y="17278"/>
                  </a:lnTo>
                  <a:lnTo>
                    <a:pt x="46326" y="17238"/>
                  </a:lnTo>
                  <a:lnTo>
                    <a:pt x="46282" y="17179"/>
                  </a:lnTo>
                  <a:lnTo>
                    <a:pt x="46238" y="17140"/>
                  </a:lnTo>
                  <a:lnTo>
                    <a:pt x="46172" y="17120"/>
                  </a:lnTo>
                  <a:lnTo>
                    <a:pt x="45820" y="17179"/>
                  </a:lnTo>
                  <a:lnTo>
                    <a:pt x="45754" y="17159"/>
                  </a:lnTo>
                  <a:lnTo>
                    <a:pt x="45577" y="17061"/>
                  </a:lnTo>
                  <a:lnTo>
                    <a:pt x="45181" y="16982"/>
                  </a:lnTo>
                  <a:lnTo>
                    <a:pt x="45049" y="16982"/>
                  </a:lnTo>
                  <a:lnTo>
                    <a:pt x="44719" y="17080"/>
                  </a:lnTo>
                  <a:lnTo>
                    <a:pt x="44609" y="17080"/>
                  </a:lnTo>
                  <a:lnTo>
                    <a:pt x="44565" y="17061"/>
                  </a:lnTo>
                  <a:lnTo>
                    <a:pt x="44521" y="17041"/>
                  </a:lnTo>
                  <a:lnTo>
                    <a:pt x="44499" y="17001"/>
                  </a:lnTo>
                  <a:lnTo>
                    <a:pt x="44433" y="17041"/>
                  </a:lnTo>
                  <a:lnTo>
                    <a:pt x="44190" y="17495"/>
                  </a:lnTo>
                  <a:lnTo>
                    <a:pt x="43794" y="17594"/>
                  </a:lnTo>
                  <a:lnTo>
                    <a:pt x="43794" y="17554"/>
                  </a:lnTo>
                  <a:lnTo>
                    <a:pt x="43794" y="17495"/>
                  </a:lnTo>
                  <a:lnTo>
                    <a:pt x="43772" y="17455"/>
                  </a:lnTo>
                  <a:lnTo>
                    <a:pt x="43244" y="17673"/>
                  </a:lnTo>
                  <a:lnTo>
                    <a:pt x="43045" y="17811"/>
                  </a:lnTo>
                  <a:lnTo>
                    <a:pt x="42781" y="17870"/>
                  </a:lnTo>
                  <a:lnTo>
                    <a:pt x="42693" y="17929"/>
                  </a:lnTo>
                  <a:lnTo>
                    <a:pt x="42649" y="18048"/>
                  </a:lnTo>
                  <a:lnTo>
                    <a:pt x="42561" y="18107"/>
                  </a:lnTo>
                  <a:lnTo>
                    <a:pt x="42495" y="18166"/>
                  </a:lnTo>
                  <a:lnTo>
                    <a:pt x="42473" y="18206"/>
                  </a:lnTo>
                  <a:lnTo>
                    <a:pt x="42429" y="18245"/>
                  </a:lnTo>
                  <a:lnTo>
                    <a:pt x="42385" y="18344"/>
                  </a:lnTo>
                  <a:lnTo>
                    <a:pt x="42385" y="18463"/>
                  </a:lnTo>
                  <a:lnTo>
                    <a:pt x="42407" y="18561"/>
                  </a:lnTo>
                  <a:lnTo>
                    <a:pt x="42275" y="18917"/>
                  </a:lnTo>
                  <a:lnTo>
                    <a:pt x="42033" y="19134"/>
                  </a:lnTo>
                  <a:lnTo>
                    <a:pt x="41944" y="19292"/>
                  </a:lnTo>
                  <a:lnTo>
                    <a:pt x="41944" y="19489"/>
                  </a:lnTo>
                  <a:lnTo>
                    <a:pt x="41922" y="19489"/>
                  </a:lnTo>
                  <a:lnTo>
                    <a:pt x="41966" y="19588"/>
                  </a:lnTo>
                  <a:lnTo>
                    <a:pt x="41988" y="19667"/>
                  </a:lnTo>
                  <a:lnTo>
                    <a:pt x="41988" y="19766"/>
                  </a:lnTo>
                  <a:lnTo>
                    <a:pt x="41922" y="19825"/>
                  </a:lnTo>
                  <a:lnTo>
                    <a:pt x="41900" y="19825"/>
                  </a:lnTo>
                  <a:lnTo>
                    <a:pt x="41812" y="19805"/>
                  </a:lnTo>
                  <a:lnTo>
                    <a:pt x="41790" y="19825"/>
                  </a:lnTo>
                  <a:lnTo>
                    <a:pt x="41790" y="19845"/>
                  </a:lnTo>
                  <a:lnTo>
                    <a:pt x="41790" y="19884"/>
                  </a:lnTo>
                  <a:lnTo>
                    <a:pt x="41790" y="19904"/>
                  </a:lnTo>
                  <a:lnTo>
                    <a:pt x="41790" y="20062"/>
                  </a:lnTo>
                  <a:lnTo>
                    <a:pt x="41790" y="20200"/>
                  </a:lnTo>
                  <a:lnTo>
                    <a:pt x="41746" y="20417"/>
                  </a:lnTo>
                  <a:lnTo>
                    <a:pt x="41746" y="20496"/>
                  </a:lnTo>
                  <a:lnTo>
                    <a:pt x="41790" y="20635"/>
                  </a:lnTo>
                  <a:lnTo>
                    <a:pt x="41724" y="20674"/>
                  </a:lnTo>
                  <a:lnTo>
                    <a:pt x="41614" y="20654"/>
                  </a:lnTo>
                  <a:lnTo>
                    <a:pt x="41526" y="20615"/>
                  </a:lnTo>
                  <a:lnTo>
                    <a:pt x="41416" y="20556"/>
                  </a:lnTo>
                  <a:lnTo>
                    <a:pt x="41350" y="20496"/>
                  </a:lnTo>
                  <a:lnTo>
                    <a:pt x="41328" y="20457"/>
                  </a:lnTo>
                  <a:lnTo>
                    <a:pt x="41328" y="20417"/>
                  </a:lnTo>
                  <a:lnTo>
                    <a:pt x="41350" y="20279"/>
                  </a:lnTo>
                  <a:lnTo>
                    <a:pt x="41350" y="20240"/>
                  </a:lnTo>
                  <a:lnTo>
                    <a:pt x="41394" y="20220"/>
                  </a:lnTo>
                  <a:lnTo>
                    <a:pt x="41416" y="20181"/>
                  </a:lnTo>
                  <a:lnTo>
                    <a:pt x="41460" y="20102"/>
                  </a:lnTo>
                  <a:lnTo>
                    <a:pt x="41460" y="20042"/>
                  </a:lnTo>
                  <a:lnTo>
                    <a:pt x="41416" y="19983"/>
                  </a:lnTo>
                  <a:lnTo>
                    <a:pt x="41394" y="19963"/>
                  </a:lnTo>
                  <a:lnTo>
                    <a:pt x="41240" y="19924"/>
                  </a:lnTo>
                  <a:lnTo>
                    <a:pt x="41130" y="19983"/>
                  </a:lnTo>
                  <a:lnTo>
                    <a:pt x="41086" y="20042"/>
                  </a:lnTo>
                  <a:lnTo>
                    <a:pt x="41064" y="20181"/>
                  </a:lnTo>
                  <a:lnTo>
                    <a:pt x="41042" y="20240"/>
                  </a:lnTo>
                  <a:lnTo>
                    <a:pt x="40932" y="20161"/>
                  </a:lnTo>
                  <a:lnTo>
                    <a:pt x="40844" y="20003"/>
                  </a:lnTo>
                  <a:lnTo>
                    <a:pt x="40755" y="19865"/>
                  </a:lnTo>
                  <a:lnTo>
                    <a:pt x="40733" y="19726"/>
                  </a:lnTo>
                  <a:lnTo>
                    <a:pt x="40733" y="19667"/>
                  </a:lnTo>
                  <a:lnTo>
                    <a:pt x="40689" y="19628"/>
                  </a:lnTo>
                  <a:lnTo>
                    <a:pt x="40623" y="19687"/>
                  </a:lnTo>
                  <a:lnTo>
                    <a:pt x="40601" y="19726"/>
                  </a:lnTo>
                  <a:lnTo>
                    <a:pt x="40601" y="19845"/>
                  </a:lnTo>
                  <a:lnTo>
                    <a:pt x="40513" y="19963"/>
                  </a:lnTo>
                  <a:lnTo>
                    <a:pt x="40447" y="20042"/>
                  </a:lnTo>
                  <a:lnTo>
                    <a:pt x="40403" y="20082"/>
                  </a:lnTo>
                  <a:lnTo>
                    <a:pt x="40337" y="20062"/>
                  </a:lnTo>
                  <a:lnTo>
                    <a:pt x="40271" y="19983"/>
                  </a:lnTo>
                  <a:lnTo>
                    <a:pt x="40249" y="19983"/>
                  </a:lnTo>
                  <a:lnTo>
                    <a:pt x="39985" y="20082"/>
                  </a:lnTo>
                  <a:lnTo>
                    <a:pt x="39897" y="20082"/>
                  </a:lnTo>
                  <a:lnTo>
                    <a:pt x="39765" y="20023"/>
                  </a:lnTo>
                  <a:lnTo>
                    <a:pt x="39655" y="20042"/>
                  </a:lnTo>
                  <a:lnTo>
                    <a:pt x="39456" y="20161"/>
                  </a:lnTo>
                  <a:lnTo>
                    <a:pt x="39522" y="20042"/>
                  </a:lnTo>
                  <a:lnTo>
                    <a:pt x="39566" y="19983"/>
                  </a:lnTo>
                  <a:lnTo>
                    <a:pt x="39853" y="19904"/>
                  </a:lnTo>
                  <a:lnTo>
                    <a:pt x="40073" y="19766"/>
                  </a:lnTo>
                  <a:lnTo>
                    <a:pt x="40095" y="19726"/>
                  </a:lnTo>
                  <a:lnTo>
                    <a:pt x="40161" y="19628"/>
                  </a:lnTo>
                  <a:lnTo>
                    <a:pt x="40161" y="19588"/>
                  </a:lnTo>
                  <a:lnTo>
                    <a:pt x="40205" y="19529"/>
                  </a:lnTo>
                  <a:lnTo>
                    <a:pt x="40381" y="19489"/>
                  </a:lnTo>
                  <a:lnTo>
                    <a:pt x="40447" y="19450"/>
                  </a:lnTo>
                  <a:lnTo>
                    <a:pt x="40645" y="19233"/>
                  </a:lnTo>
                  <a:lnTo>
                    <a:pt x="40623" y="19193"/>
                  </a:lnTo>
                  <a:lnTo>
                    <a:pt x="40557" y="19134"/>
                  </a:lnTo>
                  <a:lnTo>
                    <a:pt x="40425" y="18996"/>
                  </a:lnTo>
                  <a:lnTo>
                    <a:pt x="40469" y="18956"/>
                  </a:lnTo>
                  <a:lnTo>
                    <a:pt x="40535" y="18956"/>
                  </a:lnTo>
                  <a:lnTo>
                    <a:pt x="40623" y="18996"/>
                  </a:lnTo>
                  <a:lnTo>
                    <a:pt x="40689" y="19055"/>
                  </a:lnTo>
                  <a:lnTo>
                    <a:pt x="40844" y="19134"/>
                  </a:lnTo>
                  <a:lnTo>
                    <a:pt x="40932" y="19193"/>
                  </a:lnTo>
                  <a:lnTo>
                    <a:pt x="40976" y="19134"/>
                  </a:lnTo>
                  <a:lnTo>
                    <a:pt x="40954" y="19075"/>
                  </a:lnTo>
                  <a:lnTo>
                    <a:pt x="40888" y="18956"/>
                  </a:lnTo>
                  <a:lnTo>
                    <a:pt x="40822" y="18857"/>
                  </a:lnTo>
                  <a:lnTo>
                    <a:pt x="40733" y="18818"/>
                  </a:lnTo>
                  <a:lnTo>
                    <a:pt x="40667" y="18542"/>
                  </a:lnTo>
                  <a:lnTo>
                    <a:pt x="40491" y="18403"/>
                  </a:lnTo>
                  <a:lnTo>
                    <a:pt x="40315" y="18344"/>
                  </a:lnTo>
                  <a:lnTo>
                    <a:pt x="40161" y="18403"/>
                  </a:lnTo>
                  <a:lnTo>
                    <a:pt x="40205" y="18324"/>
                  </a:lnTo>
                  <a:lnTo>
                    <a:pt x="40205" y="18265"/>
                  </a:lnTo>
                  <a:lnTo>
                    <a:pt x="40205" y="18166"/>
                  </a:lnTo>
                  <a:lnTo>
                    <a:pt x="40161" y="18068"/>
                  </a:lnTo>
                  <a:lnTo>
                    <a:pt x="40007" y="17870"/>
                  </a:lnTo>
                  <a:lnTo>
                    <a:pt x="39941" y="17771"/>
                  </a:lnTo>
                  <a:lnTo>
                    <a:pt x="39963" y="17712"/>
                  </a:lnTo>
                  <a:lnTo>
                    <a:pt x="40095" y="17752"/>
                  </a:lnTo>
                  <a:lnTo>
                    <a:pt x="40469" y="18127"/>
                  </a:lnTo>
                  <a:lnTo>
                    <a:pt x="40623" y="18147"/>
                  </a:lnTo>
                  <a:lnTo>
                    <a:pt x="40601" y="18028"/>
                  </a:lnTo>
                  <a:lnTo>
                    <a:pt x="40711" y="18028"/>
                  </a:lnTo>
                  <a:lnTo>
                    <a:pt x="40888" y="18107"/>
                  </a:lnTo>
                  <a:lnTo>
                    <a:pt x="40910" y="18305"/>
                  </a:lnTo>
                  <a:lnTo>
                    <a:pt x="40954" y="18344"/>
                  </a:lnTo>
                  <a:lnTo>
                    <a:pt x="41020" y="18403"/>
                  </a:lnTo>
                  <a:lnTo>
                    <a:pt x="41064" y="18403"/>
                  </a:lnTo>
                  <a:lnTo>
                    <a:pt x="41086" y="18403"/>
                  </a:lnTo>
                  <a:lnTo>
                    <a:pt x="41064" y="18305"/>
                  </a:lnTo>
                  <a:lnTo>
                    <a:pt x="41086" y="18265"/>
                  </a:lnTo>
                  <a:lnTo>
                    <a:pt x="41130" y="18305"/>
                  </a:lnTo>
                  <a:lnTo>
                    <a:pt x="41196" y="18423"/>
                  </a:lnTo>
                  <a:lnTo>
                    <a:pt x="41196" y="18522"/>
                  </a:lnTo>
                  <a:lnTo>
                    <a:pt x="41196" y="18621"/>
                  </a:lnTo>
                  <a:lnTo>
                    <a:pt x="41152" y="18759"/>
                  </a:lnTo>
                  <a:lnTo>
                    <a:pt x="41504" y="19114"/>
                  </a:lnTo>
                  <a:lnTo>
                    <a:pt x="41614" y="19193"/>
                  </a:lnTo>
                  <a:lnTo>
                    <a:pt x="41702" y="19134"/>
                  </a:lnTo>
                  <a:lnTo>
                    <a:pt x="41944" y="18936"/>
                  </a:lnTo>
                  <a:lnTo>
                    <a:pt x="41966" y="18857"/>
                  </a:lnTo>
                  <a:lnTo>
                    <a:pt x="41944" y="18700"/>
                  </a:lnTo>
                  <a:lnTo>
                    <a:pt x="41900" y="18522"/>
                  </a:lnTo>
                  <a:lnTo>
                    <a:pt x="41834" y="18423"/>
                  </a:lnTo>
                  <a:lnTo>
                    <a:pt x="41812" y="18324"/>
                  </a:lnTo>
                  <a:lnTo>
                    <a:pt x="41834" y="18305"/>
                  </a:lnTo>
                  <a:lnTo>
                    <a:pt x="41922" y="18324"/>
                  </a:lnTo>
                  <a:lnTo>
                    <a:pt x="41966" y="18344"/>
                  </a:lnTo>
                  <a:lnTo>
                    <a:pt x="42033" y="18364"/>
                  </a:lnTo>
                  <a:lnTo>
                    <a:pt x="42055" y="18305"/>
                  </a:lnTo>
                  <a:lnTo>
                    <a:pt x="42055" y="18206"/>
                  </a:lnTo>
                  <a:lnTo>
                    <a:pt x="42033" y="18147"/>
                  </a:lnTo>
                  <a:lnTo>
                    <a:pt x="41856" y="17949"/>
                  </a:lnTo>
                  <a:lnTo>
                    <a:pt x="41262" y="17100"/>
                  </a:lnTo>
                  <a:lnTo>
                    <a:pt x="41306" y="17080"/>
                  </a:lnTo>
                  <a:lnTo>
                    <a:pt x="41350" y="17100"/>
                  </a:lnTo>
                  <a:lnTo>
                    <a:pt x="41394" y="17159"/>
                  </a:lnTo>
                  <a:lnTo>
                    <a:pt x="41482" y="17199"/>
                  </a:lnTo>
                  <a:lnTo>
                    <a:pt x="41548" y="17258"/>
                  </a:lnTo>
                  <a:lnTo>
                    <a:pt x="41614" y="17298"/>
                  </a:lnTo>
                  <a:lnTo>
                    <a:pt x="41702" y="17298"/>
                  </a:lnTo>
                  <a:lnTo>
                    <a:pt x="41636" y="17080"/>
                  </a:lnTo>
                  <a:lnTo>
                    <a:pt x="41680" y="16942"/>
                  </a:lnTo>
                  <a:lnTo>
                    <a:pt x="41768" y="16725"/>
                  </a:lnTo>
                  <a:lnTo>
                    <a:pt x="41702" y="16646"/>
                  </a:lnTo>
                  <a:lnTo>
                    <a:pt x="41614" y="16606"/>
                  </a:lnTo>
                  <a:lnTo>
                    <a:pt x="41548" y="16606"/>
                  </a:lnTo>
                  <a:lnTo>
                    <a:pt x="41482" y="16646"/>
                  </a:lnTo>
                  <a:lnTo>
                    <a:pt x="41460" y="16666"/>
                  </a:lnTo>
                  <a:lnTo>
                    <a:pt x="41416" y="16745"/>
                  </a:lnTo>
                  <a:lnTo>
                    <a:pt x="41416" y="16745"/>
                  </a:lnTo>
                  <a:lnTo>
                    <a:pt x="41372" y="16745"/>
                  </a:lnTo>
                  <a:lnTo>
                    <a:pt x="41350" y="16745"/>
                  </a:lnTo>
                  <a:lnTo>
                    <a:pt x="41328" y="16725"/>
                  </a:lnTo>
                  <a:lnTo>
                    <a:pt x="41306" y="16705"/>
                  </a:lnTo>
                  <a:lnTo>
                    <a:pt x="41196" y="16646"/>
                  </a:lnTo>
                  <a:lnTo>
                    <a:pt x="41152" y="16606"/>
                  </a:lnTo>
                  <a:lnTo>
                    <a:pt x="41152" y="16685"/>
                  </a:lnTo>
                  <a:lnTo>
                    <a:pt x="41152" y="16705"/>
                  </a:lnTo>
                  <a:lnTo>
                    <a:pt x="41130" y="16725"/>
                  </a:lnTo>
                  <a:lnTo>
                    <a:pt x="41130" y="16764"/>
                  </a:lnTo>
                  <a:lnTo>
                    <a:pt x="41130" y="16784"/>
                  </a:lnTo>
                  <a:lnTo>
                    <a:pt x="41152" y="16883"/>
                  </a:lnTo>
                  <a:lnTo>
                    <a:pt x="41086" y="16883"/>
                  </a:lnTo>
                  <a:lnTo>
                    <a:pt x="40976" y="16863"/>
                  </a:lnTo>
                  <a:lnTo>
                    <a:pt x="40910" y="16784"/>
                  </a:lnTo>
                  <a:lnTo>
                    <a:pt x="40910" y="16745"/>
                  </a:lnTo>
                  <a:lnTo>
                    <a:pt x="40866" y="16705"/>
                  </a:lnTo>
                  <a:lnTo>
                    <a:pt x="40866" y="16666"/>
                  </a:lnTo>
                  <a:lnTo>
                    <a:pt x="40844" y="16646"/>
                  </a:lnTo>
                  <a:lnTo>
                    <a:pt x="40866" y="16587"/>
                  </a:lnTo>
                  <a:lnTo>
                    <a:pt x="40755" y="16527"/>
                  </a:lnTo>
                  <a:lnTo>
                    <a:pt x="40755" y="16389"/>
                  </a:lnTo>
                  <a:lnTo>
                    <a:pt x="40910" y="15994"/>
                  </a:lnTo>
                  <a:lnTo>
                    <a:pt x="40932" y="15974"/>
                  </a:lnTo>
                  <a:lnTo>
                    <a:pt x="41020" y="15974"/>
                  </a:lnTo>
                  <a:lnTo>
                    <a:pt x="41064" y="16014"/>
                  </a:lnTo>
                  <a:lnTo>
                    <a:pt x="41086" y="16093"/>
                  </a:lnTo>
                  <a:lnTo>
                    <a:pt x="41108" y="16113"/>
                  </a:lnTo>
                  <a:lnTo>
                    <a:pt x="41152" y="16132"/>
                  </a:lnTo>
                  <a:lnTo>
                    <a:pt x="41196" y="16132"/>
                  </a:lnTo>
                  <a:lnTo>
                    <a:pt x="41262" y="16132"/>
                  </a:lnTo>
                  <a:lnTo>
                    <a:pt x="41284" y="16113"/>
                  </a:lnTo>
                  <a:lnTo>
                    <a:pt x="41306" y="16034"/>
                  </a:lnTo>
                  <a:lnTo>
                    <a:pt x="41284" y="16014"/>
                  </a:lnTo>
                  <a:lnTo>
                    <a:pt x="41262" y="15994"/>
                  </a:lnTo>
                  <a:lnTo>
                    <a:pt x="41196" y="15876"/>
                  </a:lnTo>
                  <a:lnTo>
                    <a:pt x="41152" y="15797"/>
                  </a:lnTo>
                  <a:lnTo>
                    <a:pt x="41152" y="15777"/>
                  </a:lnTo>
                  <a:lnTo>
                    <a:pt x="41240" y="15757"/>
                  </a:lnTo>
                  <a:lnTo>
                    <a:pt x="41284" y="15757"/>
                  </a:lnTo>
                  <a:lnTo>
                    <a:pt x="41460" y="15836"/>
                  </a:lnTo>
                  <a:lnTo>
                    <a:pt x="41526" y="15836"/>
                  </a:lnTo>
                  <a:lnTo>
                    <a:pt x="41614" y="15797"/>
                  </a:lnTo>
                  <a:lnTo>
                    <a:pt x="41680" y="15698"/>
                  </a:lnTo>
                  <a:lnTo>
                    <a:pt x="41680" y="15599"/>
                  </a:lnTo>
                  <a:lnTo>
                    <a:pt x="41592" y="15520"/>
                  </a:lnTo>
                  <a:lnTo>
                    <a:pt x="41526" y="15441"/>
                  </a:lnTo>
                  <a:lnTo>
                    <a:pt x="41504" y="15422"/>
                  </a:lnTo>
                  <a:lnTo>
                    <a:pt x="41416" y="15422"/>
                  </a:lnTo>
                  <a:lnTo>
                    <a:pt x="41394" y="15343"/>
                  </a:lnTo>
                  <a:lnTo>
                    <a:pt x="41372" y="15244"/>
                  </a:lnTo>
                  <a:lnTo>
                    <a:pt x="41394" y="15204"/>
                  </a:lnTo>
                  <a:lnTo>
                    <a:pt x="41306" y="15086"/>
                  </a:lnTo>
                  <a:lnTo>
                    <a:pt x="41174" y="15046"/>
                  </a:lnTo>
                  <a:lnTo>
                    <a:pt x="41108" y="15086"/>
                  </a:lnTo>
                  <a:lnTo>
                    <a:pt x="41042" y="15283"/>
                  </a:lnTo>
                  <a:lnTo>
                    <a:pt x="40932" y="15303"/>
                  </a:lnTo>
                  <a:lnTo>
                    <a:pt x="40888" y="15283"/>
                  </a:lnTo>
                  <a:lnTo>
                    <a:pt x="40888" y="15165"/>
                  </a:lnTo>
                  <a:lnTo>
                    <a:pt x="40755" y="15125"/>
                  </a:lnTo>
                  <a:lnTo>
                    <a:pt x="40667" y="15086"/>
                  </a:lnTo>
                  <a:lnTo>
                    <a:pt x="40535" y="15086"/>
                  </a:lnTo>
                  <a:lnTo>
                    <a:pt x="40469" y="15125"/>
                  </a:lnTo>
                  <a:lnTo>
                    <a:pt x="40271" y="15422"/>
                  </a:lnTo>
                  <a:lnTo>
                    <a:pt x="40117" y="15481"/>
                  </a:lnTo>
                  <a:lnTo>
                    <a:pt x="40073" y="15501"/>
                  </a:lnTo>
                  <a:lnTo>
                    <a:pt x="40051" y="15599"/>
                  </a:lnTo>
                  <a:lnTo>
                    <a:pt x="40029" y="15619"/>
                  </a:lnTo>
                  <a:lnTo>
                    <a:pt x="40007" y="15639"/>
                  </a:lnTo>
                  <a:lnTo>
                    <a:pt x="40007" y="15698"/>
                  </a:lnTo>
                  <a:lnTo>
                    <a:pt x="40007" y="15718"/>
                  </a:lnTo>
                  <a:lnTo>
                    <a:pt x="39985" y="15738"/>
                  </a:lnTo>
                  <a:lnTo>
                    <a:pt x="39633" y="15896"/>
                  </a:lnTo>
                  <a:lnTo>
                    <a:pt x="39566" y="15915"/>
                  </a:lnTo>
                  <a:lnTo>
                    <a:pt x="39456" y="15836"/>
                  </a:lnTo>
                  <a:lnTo>
                    <a:pt x="39412" y="15777"/>
                  </a:lnTo>
                  <a:lnTo>
                    <a:pt x="39412" y="15698"/>
                  </a:lnTo>
                  <a:lnTo>
                    <a:pt x="39743" y="15382"/>
                  </a:lnTo>
                  <a:lnTo>
                    <a:pt x="39699" y="15303"/>
                  </a:lnTo>
                  <a:lnTo>
                    <a:pt x="39677" y="15224"/>
                  </a:lnTo>
                  <a:lnTo>
                    <a:pt x="39655" y="15224"/>
                  </a:lnTo>
                  <a:lnTo>
                    <a:pt x="39544" y="15283"/>
                  </a:lnTo>
                  <a:lnTo>
                    <a:pt x="39522" y="15185"/>
                  </a:lnTo>
                  <a:lnTo>
                    <a:pt x="39522" y="15145"/>
                  </a:lnTo>
                  <a:lnTo>
                    <a:pt x="39522" y="15086"/>
                  </a:lnTo>
                  <a:lnTo>
                    <a:pt x="39544" y="15046"/>
                  </a:lnTo>
                  <a:lnTo>
                    <a:pt x="39478" y="14967"/>
                  </a:lnTo>
                  <a:lnTo>
                    <a:pt x="39412" y="14908"/>
                  </a:lnTo>
                  <a:lnTo>
                    <a:pt x="39346" y="14849"/>
                  </a:lnTo>
                  <a:lnTo>
                    <a:pt x="39302" y="14809"/>
                  </a:lnTo>
                  <a:lnTo>
                    <a:pt x="39236" y="14790"/>
                  </a:lnTo>
                  <a:lnTo>
                    <a:pt x="39170" y="14790"/>
                  </a:lnTo>
                  <a:lnTo>
                    <a:pt x="39126" y="14770"/>
                  </a:lnTo>
                  <a:lnTo>
                    <a:pt x="39104" y="14691"/>
                  </a:lnTo>
                  <a:lnTo>
                    <a:pt x="38972" y="14750"/>
                  </a:lnTo>
                  <a:lnTo>
                    <a:pt x="38928" y="14750"/>
                  </a:lnTo>
                  <a:lnTo>
                    <a:pt x="38884" y="14730"/>
                  </a:lnTo>
                  <a:lnTo>
                    <a:pt x="38862" y="14711"/>
                  </a:lnTo>
                  <a:lnTo>
                    <a:pt x="38862" y="14691"/>
                  </a:lnTo>
                  <a:lnTo>
                    <a:pt x="38818" y="14592"/>
                  </a:lnTo>
                  <a:lnTo>
                    <a:pt x="38818" y="14553"/>
                  </a:lnTo>
                  <a:lnTo>
                    <a:pt x="38884" y="14178"/>
                  </a:lnTo>
                  <a:lnTo>
                    <a:pt x="38928" y="14020"/>
                  </a:lnTo>
                  <a:lnTo>
                    <a:pt x="38994" y="13881"/>
                  </a:lnTo>
                  <a:lnTo>
                    <a:pt x="39126" y="13802"/>
                  </a:lnTo>
                  <a:lnTo>
                    <a:pt x="39170" y="13723"/>
                  </a:lnTo>
                  <a:lnTo>
                    <a:pt x="39214" y="13546"/>
                  </a:lnTo>
                  <a:lnTo>
                    <a:pt x="39192" y="13348"/>
                  </a:lnTo>
                  <a:lnTo>
                    <a:pt x="39104" y="13170"/>
                  </a:lnTo>
                  <a:lnTo>
                    <a:pt x="39038" y="13170"/>
                  </a:lnTo>
                  <a:lnTo>
                    <a:pt x="38818" y="13230"/>
                  </a:lnTo>
                  <a:lnTo>
                    <a:pt x="38774" y="13210"/>
                  </a:lnTo>
                  <a:lnTo>
                    <a:pt x="38752" y="13190"/>
                  </a:lnTo>
                  <a:lnTo>
                    <a:pt x="38730" y="13170"/>
                  </a:lnTo>
                  <a:lnTo>
                    <a:pt x="38686" y="13170"/>
                  </a:lnTo>
                  <a:lnTo>
                    <a:pt x="38576" y="13190"/>
                  </a:lnTo>
                  <a:lnTo>
                    <a:pt x="38554" y="13190"/>
                  </a:lnTo>
                  <a:lnTo>
                    <a:pt x="38510" y="13190"/>
                  </a:lnTo>
                  <a:lnTo>
                    <a:pt x="38532" y="13131"/>
                  </a:lnTo>
                  <a:lnTo>
                    <a:pt x="38532" y="12973"/>
                  </a:lnTo>
                  <a:lnTo>
                    <a:pt x="38664" y="12874"/>
                  </a:lnTo>
                  <a:lnTo>
                    <a:pt x="38664" y="12697"/>
                  </a:lnTo>
                  <a:lnTo>
                    <a:pt x="38686" y="12618"/>
                  </a:lnTo>
                  <a:lnTo>
                    <a:pt x="38642" y="12598"/>
                  </a:lnTo>
                  <a:lnTo>
                    <a:pt x="38554" y="12598"/>
                  </a:lnTo>
                  <a:lnTo>
                    <a:pt x="38488" y="12598"/>
                  </a:lnTo>
                  <a:lnTo>
                    <a:pt x="38444" y="12618"/>
                  </a:lnTo>
                  <a:lnTo>
                    <a:pt x="38377" y="12598"/>
                  </a:lnTo>
                  <a:lnTo>
                    <a:pt x="38355" y="12519"/>
                  </a:lnTo>
                  <a:lnTo>
                    <a:pt x="38355" y="12400"/>
                  </a:lnTo>
                  <a:lnTo>
                    <a:pt x="38311" y="12361"/>
                  </a:lnTo>
                  <a:lnTo>
                    <a:pt x="38289" y="12302"/>
                  </a:lnTo>
                  <a:lnTo>
                    <a:pt x="38267" y="12242"/>
                  </a:lnTo>
                  <a:lnTo>
                    <a:pt x="38245" y="12183"/>
                  </a:lnTo>
                  <a:lnTo>
                    <a:pt x="38289" y="12025"/>
                  </a:lnTo>
                  <a:lnTo>
                    <a:pt x="38289" y="12005"/>
                  </a:lnTo>
                  <a:lnTo>
                    <a:pt x="38135" y="11966"/>
                  </a:lnTo>
                  <a:lnTo>
                    <a:pt x="37585" y="12005"/>
                  </a:lnTo>
                  <a:lnTo>
                    <a:pt x="37365" y="11966"/>
                  </a:lnTo>
                  <a:lnTo>
                    <a:pt x="37453" y="11907"/>
                  </a:lnTo>
                  <a:lnTo>
                    <a:pt x="37475" y="11847"/>
                  </a:lnTo>
                  <a:lnTo>
                    <a:pt x="37453" y="11729"/>
                  </a:lnTo>
                  <a:lnTo>
                    <a:pt x="37387" y="11591"/>
                  </a:lnTo>
                  <a:lnTo>
                    <a:pt x="37277" y="11532"/>
                  </a:lnTo>
                  <a:lnTo>
                    <a:pt x="37166" y="11591"/>
                  </a:lnTo>
                  <a:lnTo>
                    <a:pt x="36880" y="11788"/>
                  </a:lnTo>
                  <a:lnTo>
                    <a:pt x="36572" y="11867"/>
                  </a:lnTo>
                  <a:lnTo>
                    <a:pt x="36220" y="12104"/>
                  </a:lnTo>
                  <a:lnTo>
                    <a:pt x="36000" y="12183"/>
                  </a:lnTo>
                  <a:lnTo>
                    <a:pt x="35757" y="12203"/>
                  </a:lnTo>
                  <a:lnTo>
                    <a:pt x="35515" y="12104"/>
                  </a:lnTo>
                  <a:lnTo>
                    <a:pt x="35471" y="12124"/>
                  </a:lnTo>
                  <a:lnTo>
                    <a:pt x="35141" y="12302"/>
                  </a:lnTo>
                  <a:lnTo>
                    <a:pt x="35075" y="12321"/>
                  </a:lnTo>
                  <a:lnTo>
                    <a:pt x="34921" y="12302"/>
                  </a:lnTo>
                  <a:lnTo>
                    <a:pt x="34855" y="12302"/>
                  </a:lnTo>
                  <a:lnTo>
                    <a:pt x="34788" y="12361"/>
                  </a:lnTo>
                  <a:lnTo>
                    <a:pt x="34590" y="12578"/>
                  </a:lnTo>
                  <a:lnTo>
                    <a:pt x="34216" y="12677"/>
                  </a:lnTo>
                  <a:lnTo>
                    <a:pt x="33577" y="12657"/>
                  </a:lnTo>
                  <a:lnTo>
                    <a:pt x="33379" y="12697"/>
                  </a:lnTo>
                  <a:lnTo>
                    <a:pt x="33203" y="12677"/>
                  </a:lnTo>
                  <a:lnTo>
                    <a:pt x="32983" y="12697"/>
                  </a:lnTo>
                  <a:lnTo>
                    <a:pt x="32917" y="12697"/>
                  </a:lnTo>
                  <a:lnTo>
                    <a:pt x="32697" y="12618"/>
                  </a:lnTo>
                  <a:lnTo>
                    <a:pt x="32256" y="12697"/>
                  </a:lnTo>
                  <a:lnTo>
                    <a:pt x="32344" y="12598"/>
                  </a:lnTo>
                  <a:lnTo>
                    <a:pt x="33798" y="12479"/>
                  </a:lnTo>
                  <a:lnTo>
                    <a:pt x="33974" y="12558"/>
                  </a:lnTo>
                  <a:lnTo>
                    <a:pt x="34062" y="12578"/>
                  </a:lnTo>
                  <a:lnTo>
                    <a:pt x="34172" y="12558"/>
                  </a:lnTo>
                  <a:lnTo>
                    <a:pt x="35031" y="12124"/>
                  </a:lnTo>
                  <a:lnTo>
                    <a:pt x="35075" y="12065"/>
                  </a:lnTo>
                  <a:lnTo>
                    <a:pt x="34943" y="12025"/>
                  </a:lnTo>
                  <a:lnTo>
                    <a:pt x="34921" y="12025"/>
                  </a:lnTo>
                  <a:lnTo>
                    <a:pt x="34899" y="11986"/>
                  </a:lnTo>
                  <a:lnTo>
                    <a:pt x="35075" y="11966"/>
                  </a:lnTo>
                  <a:lnTo>
                    <a:pt x="36572" y="11571"/>
                  </a:lnTo>
                  <a:lnTo>
                    <a:pt x="36924" y="11532"/>
                  </a:lnTo>
                  <a:lnTo>
                    <a:pt x="37012" y="11492"/>
                  </a:lnTo>
                  <a:lnTo>
                    <a:pt x="37034" y="11393"/>
                  </a:lnTo>
                  <a:lnTo>
                    <a:pt x="36946" y="11334"/>
                  </a:lnTo>
                  <a:lnTo>
                    <a:pt x="36792" y="11314"/>
                  </a:lnTo>
                  <a:lnTo>
                    <a:pt x="36704" y="11314"/>
                  </a:lnTo>
                  <a:lnTo>
                    <a:pt x="36616" y="11117"/>
                  </a:lnTo>
                  <a:lnTo>
                    <a:pt x="36616" y="11018"/>
                  </a:lnTo>
                  <a:lnTo>
                    <a:pt x="36704" y="10959"/>
                  </a:lnTo>
                  <a:lnTo>
                    <a:pt x="36814" y="10959"/>
                  </a:lnTo>
                  <a:lnTo>
                    <a:pt x="37012" y="11038"/>
                  </a:lnTo>
                  <a:lnTo>
                    <a:pt x="37056" y="11038"/>
                  </a:lnTo>
                  <a:lnTo>
                    <a:pt x="37078" y="10998"/>
                  </a:lnTo>
                  <a:lnTo>
                    <a:pt x="37078" y="10900"/>
                  </a:lnTo>
                  <a:lnTo>
                    <a:pt x="37100" y="10860"/>
                  </a:lnTo>
                  <a:lnTo>
                    <a:pt x="37277" y="10761"/>
                  </a:lnTo>
                  <a:lnTo>
                    <a:pt x="37299" y="10702"/>
                  </a:lnTo>
                  <a:lnTo>
                    <a:pt x="37233" y="10603"/>
                  </a:lnTo>
                  <a:lnTo>
                    <a:pt x="37277" y="10505"/>
                  </a:lnTo>
                  <a:lnTo>
                    <a:pt x="37255" y="10426"/>
                  </a:lnTo>
                  <a:lnTo>
                    <a:pt x="37188" y="10327"/>
                  </a:lnTo>
                  <a:lnTo>
                    <a:pt x="37100" y="10208"/>
                  </a:lnTo>
                  <a:lnTo>
                    <a:pt x="37078" y="10070"/>
                  </a:lnTo>
                  <a:lnTo>
                    <a:pt x="37056" y="9972"/>
                  </a:lnTo>
                  <a:lnTo>
                    <a:pt x="37034" y="9952"/>
                  </a:lnTo>
                  <a:lnTo>
                    <a:pt x="36858" y="10031"/>
                  </a:lnTo>
                  <a:lnTo>
                    <a:pt x="36836" y="9932"/>
                  </a:lnTo>
                  <a:lnTo>
                    <a:pt x="36880" y="9774"/>
                  </a:lnTo>
                  <a:lnTo>
                    <a:pt x="36880" y="9695"/>
                  </a:lnTo>
                  <a:lnTo>
                    <a:pt x="36792" y="9656"/>
                  </a:lnTo>
                  <a:lnTo>
                    <a:pt x="36638" y="9656"/>
                  </a:lnTo>
                  <a:lnTo>
                    <a:pt x="36550" y="9577"/>
                  </a:lnTo>
                  <a:lnTo>
                    <a:pt x="36506" y="9537"/>
                  </a:lnTo>
                  <a:lnTo>
                    <a:pt x="36220" y="9359"/>
                  </a:lnTo>
                  <a:lnTo>
                    <a:pt x="36176" y="9340"/>
                  </a:lnTo>
                  <a:lnTo>
                    <a:pt x="36110" y="9359"/>
                  </a:lnTo>
                  <a:lnTo>
                    <a:pt x="36066" y="9359"/>
                  </a:lnTo>
                  <a:lnTo>
                    <a:pt x="35977" y="9320"/>
                  </a:lnTo>
                  <a:lnTo>
                    <a:pt x="35933" y="9280"/>
                  </a:lnTo>
                  <a:lnTo>
                    <a:pt x="35977" y="9182"/>
                  </a:lnTo>
                  <a:lnTo>
                    <a:pt x="35977" y="9083"/>
                  </a:lnTo>
                  <a:lnTo>
                    <a:pt x="35955" y="8964"/>
                  </a:lnTo>
                  <a:lnTo>
                    <a:pt x="35933" y="8885"/>
                  </a:lnTo>
                  <a:lnTo>
                    <a:pt x="35889" y="8806"/>
                  </a:lnTo>
                  <a:lnTo>
                    <a:pt x="35757" y="8668"/>
                  </a:lnTo>
                  <a:lnTo>
                    <a:pt x="35713" y="8649"/>
                  </a:lnTo>
                  <a:lnTo>
                    <a:pt x="35625" y="8668"/>
                  </a:lnTo>
                  <a:lnTo>
                    <a:pt x="35559" y="8649"/>
                  </a:lnTo>
                  <a:lnTo>
                    <a:pt x="35559" y="8550"/>
                  </a:lnTo>
                  <a:lnTo>
                    <a:pt x="35559" y="8471"/>
                  </a:lnTo>
                  <a:lnTo>
                    <a:pt x="35537" y="8352"/>
                  </a:lnTo>
                  <a:lnTo>
                    <a:pt x="35471" y="8293"/>
                  </a:lnTo>
                  <a:lnTo>
                    <a:pt x="35273" y="8214"/>
                  </a:lnTo>
                  <a:lnTo>
                    <a:pt x="35097" y="8076"/>
                  </a:lnTo>
                  <a:lnTo>
                    <a:pt x="35031" y="8056"/>
                  </a:lnTo>
                  <a:lnTo>
                    <a:pt x="35075" y="7938"/>
                  </a:lnTo>
                  <a:lnTo>
                    <a:pt x="35427" y="7641"/>
                  </a:lnTo>
                  <a:lnTo>
                    <a:pt x="35471" y="7543"/>
                  </a:lnTo>
                  <a:lnTo>
                    <a:pt x="35449" y="7424"/>
                  </a:lnTo>
                  <a:lnTo>
                    <a:pt x="35339" y="7345"/>
                  </a:lnTo>
                  <a:lnTo>
                    <a:pt x="35273" y="7325"/>
                  </a:lnTo>
                  <a:lnTo>
                    <a:pt x="35207" y="7325"/>
                  </a:lnTo>
                  <a:lnTo>
                    <a:pt x="35185" y="7187"/>
                  </a:lnTo>
                  <a:lnTo>
                    <a:pt x="35141" y="7089"/>
                  </a:lnTo>
                  <a:lnTo>
                    <a:pt x="35053" y="6970"/>
                  </a:lnTo>
                  <a:lnTo>
                    <a:pt x="34921" y="6891"/>
                  </a:lnTo>
                  <a:lnTo>
                    <a:pt x="34877" y="6852"/>
                  </a:lnTo>
                  <a:lnTo>
                    <a:pt x="34899" y="6792"/>
                  </a:lnTo>
                  <a:lnTo>
                    <a:pt x="34987" y="6654"/>
                  </a:lnTo>
                  <a:lnTo>
                    <a:pt x="35031" y="6634"/>
                  </a:lnTo>
                  <a:lnTo>
                    <a:pt x="35053" y="6595"/>
                  </a:lnTo>
                  <a:lnTo>
                    <a:pt x="35097" y="6338"/>
                  </a:lnTo>
                  <a:lnTo>
                    <a:pt x="35141" y="6200"/>
                  </a:lnTo>
                  <a:lnTo>
                    <a:pt x="35317" y="6002"/>
                  </a:lnTo>
                  <a:lnTo>
                    <a:pt x="35515" y="5864"/>
                  </a:lnTo>
                  <a:lnTo>
                    <a:pt x="35625" y="5766"/>
                  </a:lnTo>
                  <a:lnTo>
                    <a:pt x="35669" y="5627"/>
                  </a:lnTo>
                  <a:lnTo>
                    <a:pt x="35625" y="5450"/>
                  </a:lnTo>
                  <a:lnTo>
                    <a:pt x="35559" y="5410"/>
                  </a:lnTo>
                  <a:lnTo>
                    <a:pt x="35449" y="5272"/>
                  </a:lnTo>
                  <a:lnTo>
                    <a:pt x="35405" y="5193"/>
                  </a:lnTo>
                  <a:lnTo>
                    <a:pt x="35339" y="5094"/>
                  </a:lnTo>
                  <a:lnTo>
                    <a:pt x="35317" y="4936"/>
                  </a:lnTo>
                  <a:lnTo>
                    <a:pt x="35273" y="4837"/>
                  </a:lnTo>
                  <a:lnTo>
                    <a:pt x="35119" y="4857"/>
                  </a:lnTo>
                  <a:lnTo>
                    <a:pt x="35075" y="4877"/>
                  </a:lnTo>
                  <a:lnTo>
                    <a:pt x="35009" y="4778"/>
                  </a:lnTo>
                  <a:lnTo>
                    <a:pt x="34899" y="4620"/>
                  </a:lnTo>
                  <a:lnTo>
                    <a:pt x="34788" y="4521"/>
                  </a:lnTo>
                  <a:lnTo>
                    <a:pt x="34678" y="4482"/>
                  </a:lnTo>
                  <a:lnTo>
                    <a:pt x="34634" y="4442"/>
                  </a:lnTo>
                  <a:lnTo>
                    <a:pt x="34326" y="4127"/>
                  </a:lnTo>
                  <a:lnTo>
                    <a:pt x="34216" y="4067"/>
                  </a:lnTo>
                  <a:lnTo>
                    <a:pt x="34128" y="4028"/>
                  </a:lnTo>
                  <a:lnTo>
                    <a:pt x="34018" y="4008"/>
                  </a:lnTo>
                  <a:lnTo>
                    <a:pt x="33930" y="4028"/>
                  </a:lnTo>
                  <a:lnTo>
                    <a:pt x="33886" y="4067"/>
                  </a:lnTo>
                  <a:lnTo>
                    <a:pt x="33842" y="4206"/>
                  </a:lnTo>
                  <a:lnTo>
                    <a:pt x="33820" y="4225"/>
                  </a:lnTo>
                  <a:lnTo>
                    <a:pt x="33776" y="4265"/>
                  </a:lnTo>
                  <a:lnTo>
                    <a:pt x="33798" y="4324"/>
                  </a:lnTo>
                  <a:lnTo>
                    <a:pt x="33820" y="4383"/>
                  </a:lnTo>
                  <a:lnTo>
                    <a:pt x="33886" y="4423"/>
                  </a:lnTo>
                  <a:lnTo>
                    <a:pt x="33886" y="4482"/>
                  </a:lnTo>
                  <a:lnTo>
                    <a:pt x="33842" y="4581"/>
                  </a:lnTo>
                  <a:lnTo>
                    <a:pt x="33886" y="4640"/>
                  </a:lnTo>
                  <a:lnTo>
                    <a:pt x="33886" y="4699"/>
                  </a:lnTo>
                  <a:lnTo>
                    <a:pt x="33952" y="4857"/>
                  </a:lnTo>
                  <a:lnTo>
                    <a:pt x="33974" y="4897"/>
                  </a:lnTo>
                  <a:lnTo>
                    <a:pt x="33996" y="5015"/>
                  </a:lnTo>
                  <a:lnTo>
                    <a:pt x="34128" y="5094"/>
                  </a:lnTo>
                  <a:lnTo>
                    <a:pt x="34216" y="5193"/>
                  </a:lnTo>
                  <a:lnTo>
                    <a:pt x="34282" y="5232"/>
                  </a:lnTo>
                  <a:lnTo>
                    <a:pt x="34370" y="5450"/>
                  </a:lnTo>
                  <a:lnTo>
                    <a:pt x="34260" y="5588"/>
                  </a:lnTo>
                  <a:lnTo>
                    <a:pt x="34106" y="5568"/>
                  </a:lnTo>
                  <a:lnTo>
                    <a:pt x="33974" y="5331"/>
                  </a:lnTo>
                  <a:lnTo>
                    <a:pt x="33842" y="5390"/>
                  </a:lnTo>
                  <a:lnTo>
                    <a:pt x="33754" y="5548"/>
                  </a:lnTo>
                  <a:lnTo>
                    <a:pt x="33688" y="5746"/>
                  </a:lnTo>
                  <a:lnTo>
                    <a:pt x="33644" y="5884"/>
                  </a:lnTo>
                  <a:lnTo>
                    <a:pt x="33622" y="5943"/>
                  </a:lnTo>
                  <a:lnTo>
                    <a:pt x="33577" y="6022"/>
                  </a:lnTo>
                  <a:lnTo>
                    <a:pt x="33555" y="6141"/>
                  </a:lnTo>
                  <a:lnTo>
                    <a:pt x="33600" y="6160"/>
                  </a:lnTo>
                  <a:lnTo>
                    <a:pt x="33688" y="6121"/>
                  </a:lnTo>
                  <a:lnTo>
                    <a:pt x="33754" y="5963"/>
                  </a:lnTo>
                  <a:lnTo>
                    <a:pt x="33820" y="5923"/>
                  </a:lnTo>
                  <a:lnTo>
                    <a:pt x="33820" y="6002"/>
                  </a:lnTo>
                  <a:lnTo>
                    <a:pt x="33776" y="6160"/>
                  </a:lnTo>
                  <a:lnTo>
                    <a:pt x="33754" y="6239"/>
                  </a:lnTo>
                  <a:lnTo>
                    <a:pt x="33732" y="6279"/>
                  </a:lnTo>
                  <a:lnTo>
                    <a:pt x="33644" y="6279"/>
                  </a:lnTo>
                  <a:lnTo>
                    <a:pt x="33533" y="6239"/>
                  </a:lnTo>
                  <a:lnTo>
                    <a:pt x="33511" y="6220"/>
                  </a:lnTo>
                  <a:lnTo>
                    <a:pt x="33379" y="6160"/>
                  </a:lnTo>
                  <a:lnTo>
                    <a:pt x="33357" y="6160"/>
                  </a:lnTo>
                  <a:lnTo>
                    <a:pt x="33313" y="6160"/>
                  </a:lnTo>
                  <a:lnTo>
                    <a:pt x="33159" y="6220"/>
                  </a:lnTo>
                  <a:lnTo>
                    <a:pt x="33093" y="6220"/>
                  </a:lnTo>
                  <a:lnTo>
                    <a:pt x="33049" y="6180"/>
                  </a:lnTo>
                  <a:lnTo>
                    <a:pt x="33027" y="6042"/>
                  </a:lnTo>
                  <a:lnTo>
                    <a:pt x="32917" y="6042"/>
                  </a:lnTo>
                  <a:lnTo>
                    <a:pt x="32653" y="6160"/>
                  </a:lnTo>
                  <a:lnTo>
                    <a:pt x="32631" y="6081"/>
                  </a:lnTo>
                  <a:lnTo>
                    <a:pt x="32807" y="5983"/>
                  </a:lnTo>
                  <a:lnTo>
                    <a:pt x="32807" y="5943"/>
                  </a:lnTo>
                  <a:lnTo>
                    <a:pt x="32807" y="5884"/>
                  </a:lnTo>
                  <a:lnTo>
                    <a:pt x="32741" y="5844"/>
                  </a:lnTo>
                  <a:lnTo>
                    <a:pt x="32719" y="5825"/>
                  </a:lnTo>
                  <a:lnTo>
                    <a:pt x="32697" y="5805"/>
                  </a:lnTo>
                  <a:lnTo>
                    <a:pt x="32675" y="5805"/>
                  </a:lnTo>
                  <a:lnTo>
                    <a:pt x="32653" y="5746"/>
                  </a:lnTo>
                  <a:lnTo>
                    <a:pt x="32631" y="5667"/>
                  </a:lnTo>
                  <a:lnTo>
                    <a:pt x="32653" y="5647"/>
                  </a:lnTo>
                  <a:lnTo>
                    <a:pt x="32631" y="5627"/>
                  </a:lnTo>
                  <a:lnTo>
                    <a:pt x="32631" y="5588"/>
                  </a:lnTo>
                  <a:lnTo>
                    <a:pt x="32609" y="5548"/>
                  </a:lnTo>
                  <a:lnTo>
                    <a:pt x="32565" y="5489"/>
                  </a:lnTo>
                  <a:lnTo>
                    <a:pt x="32543" y="5489"/>
                  </a:lnTo>
                  <a:lnTo>
                    <a:pt x="32521" y="5489"/>
                  </a:lnTo>
                  <a:lnTo>
                    <a:pt x="32499" y="5450"/>
                  </a:lnTo>
                  <a:lnTo>
                    <a:pt x="32411" y="5351"/>
                  </a:lnTo>
                  <a:lnTo>
                    <a:pt x="32388" y="5272"/>
                  </a:lnTo>
                  <a:lnTo>
                    <a:pt x="32411" y="5213"/>
                  </a:lnTo>
                  <a:lnTo>
                    <a:pt x="32344" y="5193"/>
                  </a:lnTo>
                  <a:lnTo>
                    <a:pt x="32300" y="5272"/>
                  </a:lnTo>
                  <a:lnTo>
                    <a:pt x="32212" y="5292"/>
                  </a:lnTo>
                  <a:lnTo>
                    <a:pt x="32124" y="5252"/>
                  </a:lnTo>
                  <a:lnTo>
                    <a:pt x="32102" y="5094"/>
                  </a:lnTo>
                  <a:lnTo>
                    <a:pt x="32124" y="5055"/>
                  </a:lnTo>
                  <a:lnTo>
                    <a:pt x="32190" y="4976"/>
                  </a:lnTo>
                  <a:lnTo>
                    <a:pt x="32190" y="4936"/>
                  </a:lnTo>
                  <a:lnTo>
                    <a:pt x="32124" y="4877"/>
                  </a:lnTo>
                  <a:lnTo>
                    <a:pt x="32102" y="4877"/>
                  </a:lnTo>
                  <a:lnTo>
                    <a:pt x="32058" y="4897"/>
                  </a:lnTo>
                  <a:lnTo>
                    <a:pt x="31992" y="4877"/>
                  </a:lnTo>
                  <a:lnTo>
                    <a:pt x="31992" y="4818"/>
                  </a:lnTo>
                  <a:lnTo>
                    <a:pt x="31948" y="4818"/>
                  </a:lnTo>
                  <a:lnTo>
                    <a:pt x="31816" y="4837"/>
                  </a:lnTo>
                  <a:lnTo>
                    <a:pt x="31772" y="4877"/>
                  </a:lnTo>
                  <a:lnTo>
                    <a:pt x="31750" y="4956"/>
                  </a:lnTo>
                  <a:lnTo>
                    <a:pt x="31728" y="4995"/>
                  </a:lnTo>
                  <a:lnTo>
                    <a:pt x="31662" y="5015"/>
                  </a:lnTo>
                  <a:lnTo>
                    <a:pt x="31618" y="5015"/>
                  </a:lnTo>
                  <a:lnTo>
                    <a:pt x="31552" y="4956"/>
                  </a:lnTo>
                  <a:lnTo>
                    <a:pt x="31398" y="4956"/>
                  </a:lnTo>
                  <a:lnTo>
                    <a:pt x="31354" y="4956"/>
                  </a:lnTo>
                  <a:lnTo>
                    <a:pt x="31310" y="4956"/>
                  </a:lnTo>
                  <a:lnTo>
                    <a:pt x="31244" y="5015"/>
                  </a:lnTo>
                  <a:lnTo>
                    <a:pt x="31266" y="5094"/>
                  </a:lnTo>
                  <a:lnTo>
                    <a:pt x="31354" y="5193"/>
                  </a:lnTo>
                  <a:lnTo>
                    <a:pt x="31266" y="5213"/>
                  </a:lnTo>
                  <a:lnTo>
                    <a:pt x="31089" y="5153"/>
                  </a:lnTo>
                  <a:lnTo>
                    <a:pt x="30979" y="5173"/>
                  </a:lnTo>
                  <a:lnTo>
                    <a:pt x="31001" y="5213"/>
                  </a:lnTo>
                  <a:lnTo>
                    <a:pt x="31045" y="5232"/>
                  </a:lnTo>
                  <a:lnTo>
                    <a:pt x="31089" y="5252"/>
                  </a:lnTo>
                  <a:lnTo>
                    <a:pt x="31155" y="5331"/>
                  </a:lnTo>
                  <a:lnTo>
                    <a:pt x="31111" y="5331"/>
                  </a:lnTo>
                  <a:lnTo>
                    <a:pt x="31045" y="5331"/>
                  </a:lnTo>
                  <a:lnTo>
                    <a:pt x="31023" y="5292"/>
                  </a:lnTo>
                  <a:lnTo>
                    <a:pt x="31023" y="5390"/>
                  </a:lnTo>
                  <a:lnTo>
                    <a:pt x="31045" y="5430"/>
                  </a:lnTo>
                  <a:lnTo>
                    <a:pt x="31133" y="5489"/>
                  </a:lnTo>
                  <a:lnTo>
                    <a:pt x="31200" y="5568"/>
                  </a:lnTo>
                  <a:lnTo>
                    <a:pt x="31089" y="5588"/>
                  </a:lnTo>
                  <a:lnTo>
                    <a:pt x="31023" y="5588"/>
                  </a:lnTo>
                  <a:lnTo>
                    <a:pt x="31001" y="5568"/>
                  </a:lnTo>
                  <a:lnTo>
                    <a:pt x="30957" y="5469"/>
                  </a:lnTo>
                  <a:lnTo>
                    <a:pt x="30935" y="5450"/>
                  </a:lnTo>
                  <a:lnTo>
                    <a:pt x="30869" y="5430"/>
                  </a:lnTo>
                  <a:lnTo>
                    <a:pt x="30759" y="5430"/>
                  </a:lnTo>
                  <a:lnTo>
                    <a:pt x="30715" y="5450"/>
                  </a:lnTo>
                  <a:lnTo>
                    <a:pt x="30671" y="5489"/>
                  </a:lnTo>
                  <a:lnTo>
                    <a:pt x="30693" y="5548"/>
                  </a:lnTo>
                  <a:lnTo>
                    <a:pt x="30715" y="5568"/>
                  </a:lnTo>
                  <a:lnTo>
                    <a:pt x="30715" y="5568"/>
                  </a:lnTo>
                  <a:lnTo>
                    <a:pt x="30737" y="5588"/>
                  </a:lnTo>
                  <a:lnTo>
                    <a:pt x="30715" y="5588"/>
                  </a:lnTo>
                  <a:lnTo>
                    <a:pt x="30649" y="5627"/>
                  </a:lnTo>
                  <a:lnTo>
                    <a:pt x="30605" y="5627"/>
                  </a:lnTo>
                  <a:lnTo>
                    <a:pt x="30671" y="5687"/>
                  </a:lnTo>
                  <a:lnTo>
                    <a:pt x="30737" y="5746"/>
                  </a:lnTo>
                  <a:lnTo>
                    <a:pt x="30781" y="5766"/>
                  </a:lnTo>
                  <a:lnTo>
                    <a:pt x="30825" y="5766"/>
                  </a:lnTo>
                  <a:lnTo>
                    <a:pt x="30869" y="5805"/>
                  </a:lnTo>
                  <a:lnTo>
                    <a:pt x="30781" y="5825"/>
                  </a:lnTo>
                  <a:lnTo>
                    <a:pt x="30539" y="5766"/>
                  </a:lnTo>
                  <a:lnTo>
                    <a:pt x="30341" y="5884"/>
                  </a:lnTo>
                  <a:lnTo>
                    <a:pt x="30253" y="5864"/>
                  </a:lnTo>
                  <a:lnTo>
                    <a:pt x="30275" y="5785"/>
                  </a:lnTo>
                  <a:lnTo>
                    <a:pt x="30297" y="5766"/>
                  </a:lnTo>
                  <a:lnTo>
                    <a:pt x="30275" y="5687"/>
                  </a:lnTo>
                  <a:lnTo>
                    <a:pt x="29944" y="5627"/>
                  </a:lnTo>
                  <a:lnTo>
                    <a:pt x="29812" y="5627"/>
                  </a:lnTo>
                  <a:lnTo>
                    <a:pt x="29790" y="5746"/>
                  </a:lnTo>
                  <a:lnTo>
                    <a:pt x="29834" y="5746"/>
                  </a:lnTo>
                  <a:lnTo>
                    <a:pt x="29878" y="5785"/>
                  </a:lnTo>
                  <a:lnTo>
                    <a:pt x="29900" y="5825"/>
                  </a:lnTo>
                  <a:lnTo>
                    <a:pt x="29856" y="5844"/>
                  </a:lnTo>
                  <a:lnTo>
                    <a:pt x="29812" y="5864"/>
                  </a:lnTo>
                  <a:lnTo>
                    <a:pt x="29746" y="5864"/>
                  </a:lnTo>
                  <a:lnTo>
                    <a:pt x="29702" y="5844"/>
                  </a:lnTo>
                  <a:lnTo>
                    <a:pt x="29658" y="5825"/>
                  </a:lnTo>
                  <a:lnTo>
                    <a:pt x="29680" y="5825"/>
                  </a:lnTo>
                  <a:lnTo>
                    <a:pt x="29526" y="5805"/>
                  </a:lnTo>
                  <a:lnTo>
                    <a:pt x="29218" y="5943"/>
                  </a:lnTo>
                  <a:lnTo>
                    <a:pt x="29196" y="5805"/>
                  </a:lnTo>
                  <a:lnTo>
                    <a:pt x="29130" y="5726"/>
                  </a:lnTo>
                  <a:lnTo>
                    <a:pt x="29020" y="5687"/>
                  </a:lnTo>
                  <a:lnTo>
                    <a:pt x="28667" y="5687"/>
                  </a:lnTo>
                  <a:lnTo>
                    <a:pt x="28557" y="5746"/>
                  </a:lnTo>
                  <a:lnTo>
                    <a:pt x="28513" y="5805"/>
                  </a:lnTo>
                  <a:lnTo>
                    <a:pt x="28425" y="5825"/>
                  </a:lnTo>
                  <a:lnTo>
                    <a:pt x="28183" y="5805"/>
                  </a:lnTo>
                  <a:lnTo>
                    <a:pt x="28139" y="5825"/>
                  </a:lnTo>
                  <a:lnTo>
                    <a:pt x="28183" y="5943"/>
                  </a:lnTo>
                  <a:lnTo>
                    <a:pt x="28139" y="5943"/>
                  </a:lnTo>
                  <a:lnTo>
                    <a:pt x="28051" y="5864"/>
                  </a:lnTo>
                  <a:lnTo>
                    <a:pt x="27963" y="5805"/>
                  </a:lnTo>
                  <a:lnTo>
                    <a:pt x="27941" y="5687"/>
                  </a:lnTo>
                  <a:lnTo>
                    <a:pt x="27875" y="5726"/>
                  </a:lnTo>
                  <a:lnTo>
                    <a:pt x="27765" y="5844"/>
                  </a:lnTo>
                  <a:lnTo>
                    <a:pt x="27434" y="6002"/>
                  </a:lnTo>
                  <a:lnTo>
                    <a:pt x="27544" y="6141"/>
                  </a:lnTo>
                  <a:lnTo>
                    <a:pt x="27500" y="6141"/>
                  </a:lnTo>
                  <a:lnTo>
                    <a:pt x="27412" y="6081"/>
                  </a:lnTo>
                  <a:lnTo>
                    <a:pt x="27346" y="6042"/>
                  </a:lnTo>
                  <a:lnTo>
                    <a:pt x="27060" y="5864"/>
                  </a:lnTo>
                  <a:lnTo>
                    <a:pt x="27016" y="5825"/>
                  </a:lnTo>
                  <a:lnTo>
                    <a:pt x="26906" y="5687"/>
                  </a:lnTo>
                  <a:lnTo>
                    <a:pt x="26818" y="5627"/>
                  </a:lnTo>
                  <a:lnTo>
                    <a:pt x="26708" y="5627"/>
                  </a:lnTo>
                  <a:lnTo>
                    <a:pt x="26664" y="5687"/>
                  </a:lnTo>
                  <a:lnTo>
                    <a:pt x="26664" y="5805"/>
                  </a:lnTo>
                  <a:lnTo>
                    <a:pt x="26708" y="5923"/>
                  </a:lnTo>
                  <a:lnTo>
                    <a:pt x="26796" y="5983"/>
                  </a:lnTo>
                  <a:lnTo>
                    <a:pt x="26884" y="6042"/>
                  </a:lnTo>
                  <a:lnTo>
                    <a:pt x="26862" y="6121"/>
                  </a:lnTo>
                  <a:lnTo>
                    <a:pt x="26818" y="6160"/>
                  </a:lnTo>
                  <a:lnTo>
                    <a:pt x="26774" y="6200"/>
                  </a:lnTo>
                  <a:lnTo>
                    <a:pt x="26708" y="6220"/>
                  </a:lnTo>
                  <a:lnTo>
                    <a:pt x="26664" y="6200"/>
                  </a:lnTo>
                  <a:lnTo>
                    <a:pt x="26642" y="6121"/>
                  </a:lnTo>
                  <a:lnTo>
                    <a:pt x="26620" y="5943"/>
                  </a:lnTo>
                  <a:lnTo>
                    <a:pt x="26598" y="5884"/>
                  </a:lnTo>
                  <a:lnTo>
                    <a:pt x="26554" y="5844"/>
                  </a:lnTo>
                  <a:lnTo>
                    <a:pt x="26488" y="5805"/>
                  </a:lnTo>
                  <a:lnTo>
                    <a:pt x="26444" y="5785"/>
                  </a:lnTo>
                  <a:lnTo>
                    <a:pt x="26422" y="5805"/>
                  </a:lnTo>
                  <a:lnTo>
                    <a:pt x="26377" y="5943"/>
                  </a:lnTo>
                  <a:lnTo>
                    <a:pt x="26355" y="5983"/>
                  </a:lnTo>
                  <a:lnTo>
                    <a:pt x="26289" y="5844"/>
                  </a:lnTo>
                  <a:lnTo>
                    <a:pt x="26289" y="5766"/>
                  </a:lnTo>
                  <a:lnTo>
                    <a:pt x="26267" y="5568"/>
                  </a:lnTo>
                  <a:lnTo>
                    <a:pt x="25849" y="5588"/>
                  </a:lnTo>
                  <a:lnTo>
                    <a:pt x="25739" y="5568"/>
                  </a:lnTo>
                  <a:lnTo>
                    <a:pt x="25717" y="5529"/>
                  </a:lnTo>
                  <a:lnTo>
                    <a:pt x="25783" y="5371"/>
                  </a:lnTo>
                  <a:lnTo>
                    <a:pt x="25805" y="5272"/>
                  </a:lnTo>
                  <a:lnTo>
                    <a:pt x="25783" y="5173"/>
                  </a:lnTo>
                  <a:lnTo>
                    <a:pt x="25717" y="5193"/>
                  </a:lnTo>
                  <a:lnTo>
                    <a:pt x="25563" y="5173"/>
                  </a:lnTo>
                  <a:lnTo>
                    <a:pt x="25475" y="5173"/>
                  </a:lnTo>
                  <a:lnTo>
                    <a:pt x="25343" y="5232"/>
                  </a:lnTo>
                  <a:lnTo>
                    <a:pt x="25255" y="5252"/>
                  </a:lnTo>
                  <a:lnTo>
                    <a:pt x="25166" y="5232"/>
                  </a:lnTo>
                  <a:lnTo>
                    <a:pt x="25188" y="5213"/>
                  </a:lnTo>
                  <a:lnTo>
                    <a:pt x="25255" y="5153"/>
                  </a:lnTo>
                  <a:lnTo>
                    <a:pt x="25211" y="5094"/>
                  </a:lnTo>
                  <a:lnTo>
                    <a:pt x="25188" y="5094"/>
                  </a:lnTo>
                  <a:lnTo>
                    <a:pt x="25100" y="5094"/>
                  </a:lnTo>
                  <a:lnTo>
                    <a:pt x="25541" y="4995"/>
                  </a:lnTo>
                  <a:lnTo>
                    <a:pt x="25629" y="4897"/>
                  </a:lnTo>
                  <a:lnTo>
                    <a:pt x="25629" y="4857"/>
                  </a:lnTo>
                  <a:lnTo>
                    <a:pt x="25629" y="4798"/>
                  </a:lnTo>
                  <a:lnTo>
                    <a:pt x="25673" y="4758"/>
                  </a:lnTo>
                  <a:lnTo>
                    <a:pt x="25717" y="4699"/>
                  </a:lnTo>
                  <a:lnTo>
                    <a:pt x="25827" y="4561"/>
                  </a:lnTo>
                  <a:lnTo>
                    <a:pt x="25695" y="4561"/>
                  </a:lnTo>
                  <a:lnTo>
                    <a:pt x="25299" y="4758"/>
                  </a:lnTo>
                  <a:lnTo>
                    <a:pt x="25056" y="4758"/>
                  </a:lnTo>
                  <a:lnTo>
                    <a:pt x="24836" y="4818"/>
                  </a:lnTo>
                  <a:lnTo>
                    <a:pt x="24682" y="4818"/>
                  </a:lnTo>
                  <a:lnTo>
                    <a:pt x="24660" y="4778"/>
                  </a:lnTo>
                  <a:lnTo>
                    <a:pt x="24902" y="4600"/>
                  </a:lnTo>
                  <a:lnTo>
                    <a:pt x="24990" y="4462"/>
                  </a:lnTo>
                  <a:lnTo>
                    <a:pt x="25034" y="4304"/>
                  </a:lnTo>
                  <a:lnTo>
                    <a:pt x="24968" y="4324"/>
                  </a:lnTo>
                  <a:lnTo>
                    <a:pt x="24924" y="4324"/>
                  </a:lnTo>
                  <a:lnTo>
                    <a:pt x="24814" y="4285"/>
                  </a:lnTo>
                  <a:lnTo>
                    <a:pt x="24770" y="4245"/>
                  </a:lnTo>
                  <a:lnTo>
                    <a:pt x="24836" y="4206"/>
                  </a:lnTo>
                  <a:lnTo>
                    <a:pt x="24814" y="4127"/>
                  </a:lnTo>
                  <a:lnTo>
                    <a:pt x="24748" y="4067"/>
                  </a:lnTo>
                  <a:lnTo>
                    <a:pt x="24704" y="4048"/>
                  </a:lnTo>
                  <a:lnTo>
                    <a:pt x="24594" y="4127"/>
                  </a:lnTo>
                  <a:lnTo>
                    <a:pt x="24528" y="4166"/>
                  </a:lnTo>
                  <a:lnTo>
                    <a:pt x="24462" y="4087"/>
                  </a:lnTo>
                  <a:lnTo>
                    <a:pt x="24638" y="3988"/>
                  </a:lnTo>
                  <a:lnTo>
                    <a:pt x="25034" y="3850"/>
                  </a:lnTo>
                  <a:lnTo>
                    <a:pt x="25188" y="3732"/>
                  </a:lnTo>
                  <a:lnTo>
                    <a:pt x="25188" y="3672"/>
                  </a:lnTo>
                  <a:lnTo>
                    <a:pt x="25166" y="3633"/>
                  </a:lnTo>
                  <a:lnTo>
                    <a:pt x="25166" y="3593"/>
                  </a:lnTo>
                  <a:lnTo>
                    <a:pt x="25211" y="3574"/>
                  </a:lnTo>
                  <a:lnTo>
                    <a:pt x="25387" y="3574"/>
                  </a:lnTo>
                  <a:lnTo>
                    <a:pt x="25409" y="3534"/>
                  </a:lnTo>
                  <a:lnTo>
                    <a:pt x="25409" y="3435"/>
                  </a:lnTo>
                  <a:lnTo>
                    <a:pt x="25321" y="3376"/>
                  </a:lnTo>
                  <a:lnTo>
                    <a:pt x="25255" y="3317"/>
                  </a:lnTo>
                  <a:lnTo>
                    <a:pt x="25166" y="3317"/>
                  </a:lnTo>
                  <a:lnTo>
                    <a:pt x="25255" y="3277"/>
                  </a:lnTo>
                  <a:lnTo>
                    <a:pt x="25166" y="3218"/>
                  </a:lnTo>
                  <a:lnTo>
                    <a:pt x="24814" y="3080"/>
                  </a:lnTo>
                  <a:lnTo>
                    <a:pt x="24704" y="3060"/>
                  </a:lnTo>
                  <a:lnTo>
                    <a:pt x="24462" y="3080"/>
                  </a:lnTo>
                  <a:lnTo>
                    <a:pt x="24374" y="3040"/>
                  </a:lnTo>
                  <a:lnTo>
                    <a:pt x="24330" y="3040"/>
                  </a:lnTo>
                  <a:lnTo>
                    <a:pt x="24132" y="3060"/>
                  </a:lnTo>
                  <a:lnTo>
                    <a:pt x="23889" y="3021"/>
                  </a:lnTo>
                  <a:lnTo>
                    <a:pt x="23537" y="3060"/>
                  </a:lnTo>
                  <a:lnTo>
                    <a:pt x="23471" y="3080"/>
                  </a:lnTo>
                  <a:lnTo>
                    <a:pt x="23537" y="3119"/>
                  </a:lnTo>
                  <a:lnTo>
                    <a:pt x="23603" y="3179"/>
                  </a:lnTo>
                  <a:lnTo>
                    <a:pt x="23669" y="3218"/>
                  </a:lnTo>
                  <a:lnTo>
                    <a:pt x="23691" y="3258"/>
                  </a:lnTo>
                  <a:lnTo>
                    <a:pt x="23757" y="3277"/>
                  </a:lnTo>
                  <a:lnTo>
                    <a:pt x="23779" y="3396"/>
                  </a:lnTo>
                  <a:lnTo>
                    <a:pt x="23779" y="3435"/>
                  </a:lnTo>
                  <a:lnTo>
                    <a:pt x="23757" y="3475"/>
                  </a:lnTo>
                  <a:lnTo>
                    <a:pt x="23735" y="3514"/>
                  </a:lnTo>
                  <a:lnTo>
                    <a:pt x="23757" y="3593"/>
                  </a:lnTo>
                  <a:lnTo>
                    <a:pt x="23801" y="3672"/>
                  </a:lnTo>
                  <a:lnTo>
                    <a:pt x="23801" y="3732"/>
                  </a:lnTo>
                  <a:lnTo>
                    <a:pt x="23801" y="3791"/>
                  </a:lnTo>
                  <a:lnTo>
                    <a:pt x="23779" y="3830"/>
                  </a:lnTo>
                  <a:lnTo>
                    <a:pt x="23647" y="3850"/>
                  </a:lnTo>
                  <a:lnTo>
                    <a:pt x="23625" y="3870"/>
                  </a:lnTo>
                  <a:lnTo>
                    <a:pt x="23537" y="3988"/>
                  </a:lnTo>
                  <a:lnTo>
                    <a:pt x="23471" y="4008"/>
                  </a:lnTo>
                  <a:lnTo>
                    <a:pt x="23361" y="4048"/>
                  </a:lnTo>
                  <a:lnTo>
                    <a:pt x="22965" y="4107"/>
                  </a:lnTo>
                  <a:lnTo>
                    <a:pt x="22921" y="4166"/>
                  </a:lnTo>
                  <a:lnTo>
                    <a:pt x="22788" y="4423"/>
                  </a:lnTo>
                  <a:lnTo>
                    <a:pt x="22766" y="4166"/>
                  </a:lnTo>
                  <a:lnTo>
                    <a:pt x="22833" y="4028"/>
                  </a:lnTo>
                  <a:lnTo>
                    <a:pt x="22987" y="3988"/>
                  </a:lnTo>
                  <a:lnTo>
                    <a:pt x="23295" y="3969"/>
                  </a:lnTo>
                  <a:lnTo>
                    <a:pt x="23361" y="3969"/>
                  </a:lnTo>
                  <a:lnTo>
                    <a:pt x="23427" y="3890"/>
                  </a:lnTo>
                  <a:lnTo>
                    <a:pt x="23471" y="3811"/>
                  </a:lnTo>
                  <a:lnTo>
                    <a:pt x="23537" y="3593"/>
                  </a:lnTo>
                  <a:lnTo>
                    <a:pt x="23537" y="3455"/>
                  </a:lnTo>
                  <a:lnTo>
                    <a:pt x="23515" y="3317"/>
                  </a:lnTo>
                  <a:lnTo>
                    <a:pt x="23471" y="3277"/>
                  </a:lnTo>
                  <a:lnTo>
                    <a:pt x="23427" y="3238"/>
                  </a:lnTo>
                  <a:lnTo>
                    <a:pt x="23383" y="3238"/>
                  </a:lnTo>
                  <a:lnTo>
                    <a:pt x="23317" y="3218"/>
                  </a:lnTo>
                  <a:lnTo>
                    <a:pt x="23251" y="3179"/>
                  </a:lnTo>
                  <a:lnTo>
                    <a:pt x="23229" y="3119"/>
                  </a:lnTo>
                  <a:lnTo>
                    <a:pt x="23185" y="3060"/>
                  </a:lnTo>
                  <a:lnTo>
                    <a:pt x="23097" y="3021"/>
                  </a:lnTo>
                  <a:lnTo>
                    <a:pt x="23009" y="2961"/>
                  </a:lnTo>
                  <a:lnTo>
                    <a:pt x="22744" y="2961"/>
                  </a:lnTo>
                  <a:lnTo>
                    <a:pt x="22700" y="3001"/>
                  </a:lnTo>
                  <a:lnTo>
                    <a:pt x="22700" y="3100"/>
                  </a:lnTo>
                  <a:lnTo>
                    <a:pt x="22656" y="3139"/>
                  </a:lnTo>
                  <a:lnTo>
                    <a:pt x="22612" y="3179"/>
                  </a:lnTo>
                  <a:lnTo>
                    <a:pt x="22568" y="3179"/>
                  </a:lnTo>
                  <a:lnTo>
                    <a:pt x="22480" y="3119"/>
                  </a:lnTo>
                  <a:lnTo>
                    <a:pt x="22436" y="3021"/>
                  </a:lnTo>
                  <a:lnTo>
                    <a:pt x="22436" y="2922"/>
                  </a:lnTo>
                  <a:lnTo>
                    <a:pt x="22502" y="2883"/>
                  </a:lnTo>
                  <a:lnTo>
                    <a:pt x="22480" y="2843"/>
                  </a:lnTo>
                  <a:lnTo>
                    <a:pt x="22458" y="2843"/>
                  </a:lnTo>
                  <a:lnTo>
                    <a:pt x="22392" y="2823"/>
                  </a:lnTo>
                  <a:lnTo>
                    <a:pt x="22568" y="2705"/>
                  </a:lnTo>
                  <a:lnTo>
                    <a:pt x="22612" y="2685"/>
                  </a:lnTo>
                  <a:lnTo>
                    <a:pt x="22568" y="2646"/>
                  </a:lnTo>
                  <a:lnTo>
                    <a:pt x="22370" y="2547"/>
                  </a:lnTo>
                  <a:lnTo>
                    <a:pt x="22304" y="2507"/>
                  </a:lnTo>
                  <a:lnTo>
                    <a:pt x="22282" y="2448"/>
                  </a:lnTo>
                  <a:lnTo>
                    <a:pt x="22238" y="2409"/>
                  </a:lnTo>
                  <a:lnTo>
                    <a:pt x="22172" y="2330"/>
                  </a:lnTo>
                  <a:lnTo>
                    <a:pt x="22040" y="2270"/>
                  </a:lnTo>
                  <a:lnTo>
                    <a:pt x="21577" y="2369"/>
                  </a:lnTo>
                  <a:lnTo>
                    <a:pt x="21005" y="2290"/>
                  </a:lnTo>
                  <a:lnTo>
                    <a:pt x="20697" y="2330"/>
                  </a:lnTo>
                  <a:lnTo>
                    <a:pt x="20565" y="2310"/>
                  </a:lnTo>
                  <a:lnTo>
                    <a:pt x="20521" y="2310"/>
                  </a:lnTo>
                  <a:lnTo>
                    <a:pt x="20521" y="2488"/>
                  </a:lnTo>
                  <a:lnTo>
                    <a:pt x="20587" y="2665"/>
                  </a:lnTo>
                  <a:lnTo>
                    <a:pt x="20741" y="2843"/>
                  </a:lnTo>
                  <a:lnTo>
                    <a:pt x="20851" y="3001"/>
                  </a:lnTo>
                  <a:lnTo>
                    <a:pt x="20961" y="3179"/>
                  </a:lnTo>
                  <a:lnTo>
                    <a:pt x="20829" y="3139"/>
                  </a:lnTo>
                  <a:lnTo>
                    <a:pt x="20609" y="3001"/>
                  </a:lnTo>
                  <a:lnTo>
                    <a:pt x="20521" y="2804"/>
                  </a:lnTo>
                  <a:lnTo>
                    <a:pt x="20433" y="2863"/>
                  </a:lnTo>
                  <a:lnTo>
                    <a:pt x="20388" y="3100"/>
                  </a:lnTo>
                  <a:lnTo>
                    <a:pt x="20344" y="3218"/>
                  </a:lnTo>
                  <a:lnTo>
                    <a:pt x="20190" y="3258"/>
                  </a:lnTo>
                  <a:lnTo>
                    <a:pt x="20366" y="2685"/>
                  </a:lnTo>
                  <a:lnTo>
                    <a:pt x="20344" y="2626"/>
                  </a:lnTo>
                  <a:lnTo>
                    <a:pt x="20300" y="2507"/>
                  </a:lnTo>
                  <a:lnTo>
                    <a:pt x="20212" y="2409"/>
                  </a:lnTo>
                  <a:lnTo>
                    <a:pt x="20212" y="2349"/>
                  </a:lnTo>
                  <a:lnTo>
                    <a:pt x="20234" y="2290"/>
                  </a:lnTo>
                  <a:lnTo>
                    <a:pt x="20388" y="2172"/>
                  </a:lnTo>
                  <a:lnTo>
                    <a:pt x="20411" y="2132"/>
                  </a:lnTo>
                  <a:lnTo>
                    <a:pt x="20388" y="2014"/>
                  </a:lnTo>
                  <a:lnTo>
                    <a:pt x="20322" y="1895"/>
                  </a:lnTo>
                  <a:lnTo>
                    <a:pt x="20322" y="1816"/>
                  </a:lnTo>
                  <a:lnTo>
                    <a:pt x="20234" y="1757"/>
                  </a:lnTo>
                  <a:lnTo>
                    <a:pt x="20190" y="1717"/>
                  </a:lnTo>
                  <a:lnTo>
                    <a:pt x="20168" y="1658"/>
                  </a:lnTo>
                  <a:lnTo>
                    <a:pt x="20212" y="1619"/>
                  </a:lnTo>
                  <a:lnTo>
                    <a:pt x="20146" y="1540"/>
                  </a:lnTo>
                  <a:lnTo>
                    <a:pt x="20080" y="1540"/>
                  </a:lnTo>
                  <a:lnTo>
                    <a:pt x="19926" y="1619"/>
                  </a:lnTo>
                  <a:lnTo>
                    <a:pt x="19970" y="1441"/>
                  </a:lnTo>
                  <a:lnTo>
                    <a:pt x="19948" y="1283"/>
                  </a:lnTo>
                  <a:lnTo>
                    <a:pt x="19882" y="1184"/>
                  </a:lnTo>
                  <a:lnTo>
                    <a:pt x="19662" y="1184"/>
                  </a:lnTo>
                  <a:lnTo>
                    <a:pt x="19486" y="1125"/>
                  </a:lnTo>
                  <a:lnTo>
                    <a:pt x="19420" y="1105"/>
                  </a:lnTo>
                  <a:lnTo>
                    <a:pt x="19332" y="1125"/>
                  </a:lnTo>
                  <a:lnTo>
                    <a:pt x="19200" y="1244"/>
                  </a:lnTo>
                  <a:lnTo>
                    <a:pt x="19133" y="1303"/>
                  </a:lnTo>
                  <a:lnTo>
                    <a:pt x="19354" y="1382"/>
                  </a:lnTo>
                  <a:lnTo>
                    <a:pt x="19398" y="1441"/>
                  </a:lnTo>
                  <a:lnTo>
                    <a:pt x="19222" y="1441"/>
                  </a:lnTo>
                  <a:lnTo>
                    <a:pt x="18781" y="1540"/>
                  </a:lnTo>
                  <a:lnTo>
                    <a:pt x="18803" y="1500"/>
                  </a:lnTo>
                  <a:lnTo>
                    <a:pt x="18825" y="1461"/>
                  </a:lnTo>
                  <a:lnTo>
                    <a:pt x="18869" y="1402"/>
                  </a:lnTo>
                  <a:lnTo>
                    <a:pt x="18869" y="1342"/>
                  </a:lnTo>
                  <a:lnTo>
                    <a:pt x="18693" y="1283"/>
                  </a:lnTo>
                  <a:lnTo>
                    <a:pt x="18539" y="1244"/>
                  </a:lnTo>
                  <a:lnTo>
                    <a:pt x="18363" y="1244"/>
                  </a:lnTo>
                  <a:lnTo>
                    <a:pt x="18231" y="1263"/>
                  </a:lnTo>
                  <a:lnTo>
                    <a:pt x="18165" y="1244"/>
                  </a:lnTo>
                  <a:lnTo>
                    <a:pt x="18121" y="1184"/>
                  </a:lnTo>
                  <a:lnTo>
                    <a:pt x="18055" y="1145"/>
                  </a:lnTo>
                  <a:lnTo>
                    <a:pt x="18011" y="1086"/>
                  </a:lnTo>
                  <a:lnTo>
                    <a:pt x="17482" y="928"/>
                  </a:lnTo>
                  <a:lnTo>
                    <a:pt x="17372" y="849"/>
                  </a:lnTo>
                  <a:lnTo>
                    <a:pt x="17328" y="691"/>
                  </a:lnTo>
                  <a:lnTo>
                    <a:pt x="17262" y="592"/>
                  </a:lnTo>
                  <a:lnTo>
                    <a:pt x="17108" y="572"/>
                  </a:lnTo>
                  <a:lnTo>
                    <a:pt x="16844" y="612"/>
                  </a:lnTo>
                  <a:lnTo>
                    <a:pt x="16733" y="552"/>
                  </a:lnTo>
                  <a:lnTo>
                    <a:pt x="16623" y="473"/>
                  </a:lnTo>
                  <a:lnTo>
                    <a:pt x="16491" y="394"/>
                  </a:lnTo>
                  <a:lnTo>
                    <a:pt x="16381" y="394"/>
                  </a:lnTo>
                  <a:lnTo>
                    <a:pt x="16315" y="454"/>
                  </a:lnTo>
                  <a:lnTo>
                    <a:pt x="16293" y="493"/>
                  </a:lnTo>
                  <a:lnTo>
                    <a:pt x="16271" y="513"/>
                  </a:lnTo>
                  <a:lnTo>
                    <a:pt x="16205" y="513"/>
                  </a:lnTo>
                  <a:lnTo>
                    <a:pt x="16161" y="493"/>
                  </a:lnTo>
                  <a:lnTo>
                    <a:pt x="16095" y="473"/>
                  </a:lnTo>
                  <a:lnTo>
                    <a:pt x="16073" y="414"/>
                  </a:lnTo>
                  <a:lnTo>
                    <a:pt x="16007" y="414"/>
                  </a:lnTo>
                  <a:lnTo>
                    <a:pt x="15897" y="454"/>
                  </a:lnTo>
                  <a:lnTo>
                    <a:pt x="15831" y="473"/>
                  </a:lnTo>
                  <a:lnTo>
                    <a:pt x="15765" y="473"/>
                  </a:lnTo>
                  <a:lnTo>
                    <a:pt x="15611" y="355"/>
                  </a:lnTo>
                  <a:lnTo>
                    <a:pt x="15346" y="118"/>
                  </a:lnTo>
                  <a:lnTo>
                    <a:pt x="15258" y="59"/>
                  </a:lnTo>
                  <a:lnTo>
                    <a:pt x="15148" y="0"/>
                  </a:lnTo>
                  <a:lnTo>
                    <a:pt x="15038" y="59"/>
                  </a:lnTo>
                  <a:lnTo>
                    <a:pt x="14906" y="157"/>
                  </a:lnTo>
                  <a:lnTo>
                    <a:pt x="14510" y="355"/>
                  </a:lnTo>
                  <a:lnTo>
                    <a:pt x="14510" y="394"/>
                  </a:lnTo>
                  <a:lnTo>
                    <a:pt x="14510" y="513"/>
                  </a:lnTo>
                  <a:lnTo>
                    <a:pt x="14488" y="612"/>
                  </a:lnTo>
                  <a:lnTo>
                    <a:pt x="14400" y="730"/>
                  </a:lnTo>
                  <a:lnTo>
                    <a:pt x="14377" y="849"/>
                  </a:lnTo>
                  <a:lnTo>
                    <a:pt x="14377" y="1066"/>
                  </a:lnTo>
                  <a:lnTo>
                    <a:pt x="14355" y="1145"/>
                  </a:lnTo>
                  <a:lnTo>
                    <a:pt x="14311" y="1204"/>
                  </a:lnTo>
                  <a:lnTo>
                    <a:pt x="14113" y="1342"/>
                  </a:lnTo>
                  <a:lnTo>
                    <a:pt x="14003" y="1559"/>
                  </a:lnTo>
                  <a:lnTo>
                    <a:pt x="13937" y="1619"/>
                  </a:lnTo>
                  <a:lnTo>
                    <a:pt x="13893" y="1638"/>
                  </a:lnTo>
                  <a:lnTo>
                    <a:pt x="13827" y="1638"/>
                  </a:lnTo>
                  <a:lnTo>
                    <a:pt x="13695" y="1579"/>
                  </a:lnTo>
                  <a:lnTo>
                    <a:pt x="13673" y="1619"/>
                  </a:lnTo>
                  <a:lnTo>
                    <a:pt x="13629" y="1678"/>
                  </a:lnTo>
                  <a:lnTo>
                    <a:pt x="13519" y="1737"/>
                  </a:lnTo>
                  <a:lnTo>
                    <a:pt x="13563" y="1935"/>
                  </a:lnTo>
                  <a:lnTo>
                    <a:pt x="13497" y="2053"/>
                  </a:lnTo>
                  <a:lnTo>
                    <a:pt x="13409" y="2112"/>
                  </a:lnTo>
                  <a:lnTo>
                    <a:pt x="13365" y="2152"/>
                  </a:lnTo>
                  <a:lnTo>
                    <a:pt x="13387" y="2231"/>
                  </a:lnTo>
                  <a:lnTo>
                    <a:pt x="13365" y="2251"/>
                  </a:lnTo>
                  <a:lnTo>
                    <a:pt x="13343" y="2310"/>
                  </a:lnTo>
                  <a:lnTo>
                    <a:pt x="13255" y="2369"/>
                  </a:lnTo>
                  <a:lnTo>
                    <a:pt x="12264" y="2705"/>
                  </a:lnTo>
                  <a:lnTo>
                    <a:pt x="12220" y="2764"/>
                  </a:lnTo>
                  <a:lnTo>
                    <a:pt x="12198" y="2883"/>
                  </a:lnTo>
                  <a:lnTo>
                    <a:pt x="12198" y="3021"/>
                  </a:lnTo>
                  <a:lnTo>
                    <a:pt x="12264" y="3119"/>
                  </a:lnTo>
                  <a:lnTo>
                    <a:pt x="12330" y="3198"/>
                  </a:lnTo>
                  <a:lnTo>
                    <a:pt x="12616" y="3317"/>
                  </a:lnTo>
                  <a:lnTo>
                    <a:pt x="12814" y="3337"/>
                  </a:lnTo>
                  <a:lnTo>
                    <a:pt x="13056" y="3435"/>
                  </a:lnTo>
                  <a:lnTo>
                    <a:pt x="13188" y="3455"/>
                  </a:lnTo>
                  <a:lnTo>
                    <a:pt x="13211" y="3495"/>
                  </a:lnTo>
                  <a:lnTo>
                    <a:pt x="13056" y="3514"/>
                  </a:lnTo>
                  <a:lnTo>
                    <a:pt x="12770" y="3514"/>
                  </a:lnTo>
                  <a:lnTo>
                    <a:pt x="12374" y="3435"/>
                  </a:lnTo>
                  <a:lnTo>
                    <a:pt x="12330" y="3416"/>
                  </a:lnTo>
                  <a:lnTo>
                    <a:pt x="12220" y="3317"/>
                  </a:lnTo>
                  <a:lnTo>
                    <a:pt x="12198" y="3277"/>
                  </a:lnTo>
                  <a:lnTo>
                    <a:pt x="12176" y="3277"/>
                  </a:lnTo>
                  <a:lnTo>
                    <a:pt x="11933" y="3179"/>
                  </a:lnTo>
                  <a:lnTo>
                    <a:pt x="11669" y="3040"/>
                  </a:lnTo>
                  <a:lnTo>
                    <a:pt x="11185" y="2922"/>
                  </a:lnTo>
                  <a:lnTo>
                    <a:pt x="10987" y="2942"/>
                  </a:lnTo>
                  <a:lnTo>
                    <a:pt x="10855" y="3040"/>
                  </a:lnTo>
                  <a:lnTo>
                    <a:pt x="10899" y="3040"/>
                  </a:lnTo>
                  <a:lnTo>
                    <a:pt x="10833" y="3080"/>
                  </a:lnTo>
                  <a:lnTo>
                    <a:pt x="10833" y="3297"/>
                  </a:lnTo>
                  <a:lnTo>
                    <a:pt x="10766" y="3337"/>
                  </a:lnTo>
                  <a:lnTo>
                    <a:pt x="10722" y="3179"/>
                  </a:lnTo>
                  <a:lnTo>
                    <a:pt x="10678" y="3060"/>
                  </a:lnTo>
                  <a:lnTo>
                    <a:pt x="10612" y="2961"/>
                  </a:lnTo>
                  <a:lnTo>
                    <a:pt x="10502" y="2942"/>
                  </a:lnTo>
                  <a:lnTo>
                    <a:pt x="9908" y="2942"/>
                  </a:lnTo>
                  <a:lnTo>
                    <a:pt x="9423" y="3218"/>
                  </a:lnTo>
                  <a:lnTo>
                    <a:pt x="9379" y="3277"/>
                  </a:lnTo>
                  <a:lnTo>
                    <a:pt x="9247" y="3692"/>
                  </a:lnTo>
                  <a:lnTo>
                    <a:pt x="8983" y="3969"/>
                  </a:lnTo>
                  <a:lnTo>
                    <a:pt x="8961" y="4028"/>
                  </a:lnTo>
                  <a:lnTo>
                    <a:pt x="8829" y="4206"/>
                  </a:lnTo>
                  <a:lnTo>
                    <a:pt x="8697" y="4304"/>
                  </a:lnTo>
                  <a:lnTo>
                    <a:pt x="8631" y="4462"/>
                  </a:lnTo>
                  <a:lnTo>
                    <a:pt x="8587" y="4521"/>
                  </a:lnTo>
                  <a:lnTo>
                    <a:pt x="8344" y="4600"/>
                  </a:lnTo>
                  <a:lnTo>
                    <a:pt x="8477" y="4383"/>
                  </a:lnTo>
                  <a:lnTo>
                    <a:pt x="8499" y="4304"/>
                  </a:lnTo>
                  <a:lnTo>
                    <a:pt x="8521" y="4245"/>
                  </a:lnTo>
                  <a:lnTo>
                    <a:pt x="8675" y="4186"/>
                  </a:lnTo>
                  <a:lnTo>
                    <a:pt x="8697" y="4087"/>
                  </a:lnTo>
                  <a:lnTo>
                    <a:pt x="8763" y="3890"/>
                  </a:lnTo>
                  <a:lnTo>
                    <a:pt x="9115" y="3593"/>
                  </a:lnTo>
                  <a:lnTo>
                    <a:pt x="9093" y="3534"/>
                  </a:lnTo>
                  <a:lnTo>
                    <a:pt x="8807" y="3455"/>
                  </a:lnTo>
                  <a:lnTo>
                    <a:pt x="8168" y="3514"/>
                  </a:lnTo>
                  <a:lnTo>
                    <a:pt x="8036" y="3475"/>
                  </a:lnTo>
                  <a:lnTo>
                    <a:pt x="7794" y="3455"/>
                  </a:lnTo>
                  <a:lnTo>
                    <a:pt x="7662" y="3376"/>
                  </a:lnTo>
                  <a:lnTo>
                    <a:pt x="7618" y="3376"/>
                  </a:lnTo>
                  <a:lnTo>
                    <a:pt x="7552" y="3396"/>
                  </a:lnTo>
                  <a:lnTo>
                    <a:pt x="7464" y="3495"/>
                  </a:lnTo>
                  <a:lnTo>
                    <a:pt x="7420" y="3514"/>
                  </a:lnTo>
                  <a:lnTo>
                    <a:pt x="7398" y="3514"/>
                  </a:lnTo>
                  <a:lnTo>
                    <a:pt x="7310" y="3475"/>
                  </a:lnTo>
                  <a:lnTo>
                    <a:pt x="7244" y="3475"/>
                  </a:lnTo>
                  <a:lnTo>
                    <a:pt x="7200" y="3495"/>
                  </a:lnTo>
                  <a:lnTo>
                    <a:pt x="7155" y="3574"/>
                  </a:lnTo>
                  <a:lnTo>
                    <a:pt x="7133" y="3593"/>
                  </a:lnTo>
                  <a:lnTo>
                    <a:pt x="7045" y="3593"/>
                  </a:lnTo>
                  <a:lnTo>
                    <a:pt x="7023" y="3534"/>
                  </a:lnTo>
                  <a:lnTo>
                    <a:pt x="6935" y="3416"/>
                  </a:lnTo>
                  <a:lnTo>
                    <a:pt x="6891" y="3376"/>
                  </a:lnTo>
                  <a:lnTo>
                    <a:pt x="6803" y="3376"/>
                  </a:lnTo>
                  <a:lnTo>
                    <a:pt x="6693" y="3416"/>
                  </a:lnTo>
                  <a:lnTo>
                    <a:pt x="6539" y="3337"/>
                  </a:lnTo>
                  <a:lnTo>
                    <a:pt x="6231" y="3396"/>
                  </a:lnTo>
                  <a:lnTo>
                    <a:pt x="5834" y="3317"/>
                  </a:lnTo>
                  <a:lnTo>
                    <a:pt x="5592" y="3376"/>
                  </a:lnTo>
                  <a:lnTo>
                    <a:pt x="5262" y="3277"/>
                  </a:lnTo>
                  <a:lnTo>
                    <a:pt x="5064" y="3337"/>
                  </a:lnTo>
                  <a:lnTo>
                    <a:pt x="4954" y="3376"/>
                  </a:lnTo>
                  <a:lnTo>
                    <a:pt x="4822" y="3317"/>
                  </a:lnTo>
                  <a:lnTo>
                    <a:pt x="4822" y="3258"/>
                  </a:lnTo>
                  <a:lnTo>
                    <a:pt x="4755" y="3238"/>
                  </a:lnTo>
                  <a:lnTo>
                    <a:pt x="4601" y="3258"/>
                  </a:lnTo>
                  <a:lnTo>
                    <a:pt x="4535" y="3218"/>
                  </a:lnTo>
                  <a:lnTo>
                    <a:pt x="4425" y="3179"/>
                  </a:lnTo>
                  <a:lnTo>
                    <a:pt x="4359" y="3179"/>
                  </a:lnTo>
                  <a:lnTo>
                    <a:pt x="3765" y="3238"/>
                  </a:lnTo>
                  <a:lnTo>
                    <a:pt x="3721" y="3218"/>
                  </a:lnTo>
                  <a:lnTo>
                    <a:pt x="3677" y="3179"/>
                  </a:lnTo>
                  <a:lnTo>
                    <a:pt x="3588" y="3139"/>
                  </a:lnTo>
                  <a:lnTo>
                    <a:pt x="3522" y="3139"/>
                  </a:lnTo>
                  <a:lnTo>
                    <a:pt x="3434" y="3198"/>
                  </a:lnTo>
                  <a:lnTo>
                    <a:pt x="3368" y="3277"/>
                  </a:lnTo>
                  <a:lnTo>
                    <a:pt x="3324" y="3396"/>
                  </a:lnTo>
                  <a:lnTo>
                    <a:pt x="3280" y="3376"/>
                  </a:lnTo>
                  <a:lnTo>
                    <a:pt x="3258" y="3337"/>
                  </a:lnTo>
                  <a:lnTo>
                    <a:pt x="3214" y="3317"/>
                  </a:lnTo>
                  <a:lnTo>
                    <a:pt x="3148" y="3317"/>
                  </a:lnTo>
                  <a:lnTo>
                    <a:pt x="3038" y="3376"/>
                  </a:lnTo>
                  <a:lnTo>
                    <a:pt x="3016" y="3416"/>
                  </a:lnTo>
                  <a:lnTo>
                    <a:pt x="2994" y="3435"/>
                  </a:lnTo>
                  <a:lnTo>
                    <a:pt x="2972" y="3416"/>
                  </a:lnTo>
                  <a:lnTo>
                    <a:pt x="2928" y="3376"/>
                  </a:lnTo>
                  <a:lnTo>
                    <a:pt x="2884" y="3337"/>
                  </a:lnTo>
                  <a:lnTo>
                    <a:pt x="2840" y="3317"/>
                  </a:lnTo>
                  <a:lnTo>
                    <a:pt x="2818" y="3317"/>
                  </a:lnTo>
                  <a:lnTo>
                    <a:pt x="2554" y="3396"/>
                  </a:lnTo>
                  <a:lnTo>
                    <a:pt x="2488" y="3376"/>
                  </a:lnTo>
                  <a:lnTo>
                    <a:pt x="2422" y="3396"/>
                  </a:lnTo>
                  <a:lnTo>
                    <a:pt x="2135" y="3416"/>
                  </a:lnTo>
                  <a:lnTo>
                    <a:pt x="2069" y="3435"/>
                  </a:lnTo>
                  <a:lnTo>
                    <a:pt x="2069" y="3455"/>
                  </a:lnTo>
                  <a:lnTo>
                    <a:pt x="2047" y="3475"/>
                  </a:lnTo>
                  <a:lnTo>
                    <a:pt x="2003" y="3455"/>
                  </a:lnTo>
                  <a:lnTo>
                    <a:pt x="1981" y="3416"/>
                  </a:lnTo>
                  <a:lnTo>
                    <a:pt x="1915" y="3297"/>
                  </a:lnTo>
                  <a:lnTo>
                    <a:pt x="1893" y="3277"/>
                  </a:lnTo>
                  <a:lnTo>
                    <a:pt x="1629" y="3317"/>
                  </a:lnTo>
                  <a:lnTo>
                    <a:pt x="1563" y="3376"/>
                  </a:lnTo>
                  <a:lnTo>
                    <a:pt x="1563" y="3435"/>
                  </a:lnTo>
                  <a:lnTo>
                    <a:pt x="1541" y="3613"/>
                  </a:lnTo>
                  <a:lnTo>
                    <a:pt x="1519" y="3692"/>
                  </a:lnTo>
                  <a:lnTo>
                    <a:pt x="1299" y="3870"/>
                  </a:lnTo>
                  <a:lnTo>
                    <a:pt x="1166" y="4028"/>
                  </a:lnTo>
                  <a:lnTo>
                    <a:pt x="1188" y="4225"/>
                  </a:lnTo>
                  <a:lnTo>
                    <a:pt x="1166" y="4304"/>
                  </a:lnTo>
                  <a:lnTo>
                    <a:pt x="1100" y="4383"/>
                  </a:lnTo>
                  <a:lnTo>
                    <a:pt x="924" y="4423"/>
                  </a:lnTo>
                  <a:lnTo>
                    <a:pt x="858" y="4462"/>
                  </a:lnTo>
                  <a:lnTo>
                    <a:pt x="616" y="4857"/>
                  </a:lnTo>
                  <a:lnTo>
                    <a:pt x="550" y="4877"/>
                  </a:lnTo>
                  <a:lnTo>
                    <a:pt x="506" y="4936"/>
                  </a:lnTo>
                  <a:lnTo>
                    <a:pt x="484" y="5035"/>
                  </a:lnTo>
                  <a:lnTo>
                    <a:pt x="374" y="5153"/>
                  </a:lnTo>
                  <a:lnTo>
                    <a:pt x="242" y="5173"/>
                  </a:lnTo>
                  <a:lnTo>
                    <a:pt x="220" y="5213"/>
                  </a:lnTo>
                  <a:lnTo>
                    <a:pt x="66" y="5608"/>
                  </a:lnTo>
                  <a:lnTo>
                    <a:pt x="66" y="5647"/>
                  </a:lnTo>
                  <a:lnTo>
                    <a:pt x="88" y="5766"/>
                  </a:lnTo>
                  <a:lnTo>
                    <a:pt x="110" y="5825"/>
                  </a:lnTo>
                  <a:lnTo>
                    <a:pt x="88" y="5864"/>
                  </a:lnTo>
                  <a:lnTo>
                    <a:pt x="44" y="5884"/>
                  </a:lnTo>
                  <a:lnTo>
                    <a:pt x="0" y="5983"/>
                  </a:lnTo>
                  <a:lnTo>
                    <a:pt x="44" y="6160"/>
                  </a:lnTo>
                  <a:lnTo>
                    <a:pt x="220" y="6417"/>
                  </a:lnTo>
                  <a:lnTo>
                    <a:pt x="242" y="6555"/>
                  </a:lnTo>
                  <a:lnTo>
                    <a:pt x="264" y="6733"/>
                  </a:lnTo>
                  <a:lnTo>
                    <a:pt x="286" y="6891"/>
                  </a:lnTo>
                  <a:lnTo>
                    <a:pt x="374" y="7010"/>
                  </a:lnTo>
                  <a:lnTo>
                    <a:pt x="462" y="7128"/>
                  </a:lnTo>
                  <a:lnTo>
                    <a:pt x="528" y="7246"/>
                  </a:lnTo>
                  <a:lnTo>
                    <a:pt x="704" y="7740"/>
                  </a:lnTo>
                  <a:lnTo>
                    <a:pt x="770" y="7898"/>
                  </a:lnTo>
                  <a:lnTo>
                    <a:pt x="880" y="8017"/>
                  </a:lnTo>
                  <a:lnTo>
                    <a:pt x="1056" y="8115"/>
                  </a:lnTo>
                  <a:lnTo>
                    <a:pt x="1122" y="8214"/>
                  </a:lnTo>
                  <a:lnTo>
                    <a:pt x="1188" y="8352"/>
                  </a:lnTo>
                  <a:lnTo>
                    <a:pt x="1255" y="8451"/>
                  </a:lnTo>
                  <a:lnTo>
                    <a:pt x="1277" y="8589"/>
                  </a:lnTo>
                  <a:lnTo>
                    <a:pt x="1299" y="8688"/>
                  </a:lnTo>
                  <a:lnTo>
                    <a:pt x="1365" y="8787"/>
                  </a:lnTo>
                  <a:lnTo>
                    <a:pt x="1475" y="8905"/>
                  </a:lnTo>
                  <a:lnTo>
                    <a:pt x="1563" y="8984"/>
                  </a:lnTo>
                  <a:lnTo>
                    <a:pt x="1607" y="9063"/>
                  </a:lnTo>
                  <a:lnTo>
                    <a:pt x="1673" y="9122"/>
                  </a:lnTo>
                  <a:lnTo>
                    <a:pt x="1739" y="9241"/>
                  </a:lnTo>
                  <a:lnTo>
                    <a:pt x="1761" y="9280"/>
                  </a:lnTo>
                  <a:lnTo>
                    <a:pt x="1805" y="9320"/>
                  </a:lnTo>
                  <a:lnTo>
                    <a:pt x="1827" y="9340"/>
                  </a:lnTo>
                  <a:lnTo>
                    <a:pt x="1849" y="9359"/>
                  </a:lnTo>
                  <a:lnTo>
                    <a:pt x="1915" y="9438"/>
                  </a:lnTo>
                  <a:lnTo>
                    <a:pt x="1937" y="9517"/>
                  </a:lnTo>
                  <a:lnTo>
                    <a:pt x="1959" y="9616"/>
                  </a:lnTo>
                  <a:lnTo>
                    <a:pt x="2003" y="9675"/>
                  </a:lnTo>
                  <a:lnTo>
                    <a:pt x="2113" y="9774"/>
                  </a:lnTo>
                  <a:lnTo>
                    <a:pt x="2201" y="9853"/>
                  </a:lnTo>
                  <a:lnTo>
                    <a:pt x="2333" y="9873"/>
                  </a:lnTo>
                  <a:lnTo>
                    <a:pt x="2796" y="9754"/>
                  </a:lnTo>
                  <a:lnTo>
                    <a:pt x="2818" y="9675"/>
                  </a:lnTo>
                  <a:lnTo>
                    <a:pt x="2840" y="9675"/>
                  </a:lnTo>
                  <a:lnTo>
                    <a:pt x="3038" y="9893"/>
                  </a:lnTo>
                  <a:lnTo>
                    <a:pt x="3104" y="9932"/>
                  </a:lnTo>
                  <a:lnTo>
                    <a:pt x="3148" y="9972"/>
                  </a:lnTo>
                  <a:lnTo>
                    <a:pt x="3368" y="10149"/>
                  </a:lnTo>
                  <a:lnTo>
                    <a:pt x="3478" y="10208"/>
                  </a:lnTo>
                  <a:lnTo>
                    <a:pt x="3787" y="10110"/>
                  </a:lnTo>
                  <a:lnTo>
                    <a:pt x="3897" y="10129"/>
                  </a:lnTo>
                  <a:lnTo>
                    <a:pt x="3919" y="10169"/>
                  </a:lnTo>
                  <a:lnTo>
                    <a:pt x="3875" y="10208"/>
                  </a:lnTo>
                  <a:lnTo>
                    <a:pt x="3787" y="10228"/>
                  </a:lnTo>
                  <a:lnTo>
                    <a:pt x="3743" y="10248"/>
                  </a:lnTo>
                  <a:lnTo>
                    <a:pt x="3721" y="10327"/>
                  </a:lnTo>
                  <a:lnTo>
                    <a:pt x="4073" y="10268"/>
                  </a:lnTo>
                  <a:lnTo>
                    <a:pt x="4271" y="10307"/>
                  </a:lnTo>
                  <a:lnTo>
                    <a:pt x="4403" y="10445"/>
                  </a:lnTo>
                  <a:lnTo>
                    <a:pt x="4073" y="10485"/>
                  </a:lnTo>
                  <a:lnTo>
                    <a:pt x="3897" y="10426"/>
                  </a:lnTo>
                  <a:lnTo>
                    <a:pt x="3831" y="10445"/>
                  </a:lnTo>
                  <a:lnTo>
                    <a:pt x="3765" y="10485"/>
                  </a:lnTo>
                  <a:lnTo>
                    <a:pt x="3721" y="10524"/>
                  </a:lnTo>
                  <a:lnTo>
                    <a:pt x="3743" y="10722"/>
                  </a:lnTo>
                  <a:lnTo>
                    <a:pt x="3919" y="10821"/>
                  </a:lnTo>
                  <a:lnTo>
                    <a:pt x="4315" y="10880"/>
                  </a:lnTo>
                  <a:lnTo>
                    <a:pt x="4271" y="11018"/>
                  </a:lnTo>
                  <a:lnTo>
                    <a:pt x="4139" y="11077"/>
                  </a:lnTo>
                  <a:lnTo>
                    <a:pt x="3875" y="11156"/>
                  </a:lnTo>
                  <a:lnTo>
                    <a:pt x="3941" y="11334"/>
                  </a:lnTo>
                  <a:lnTo>
                    <a:pt x="3897" y="11413"/>
                  </a:lnTo>
                  <a:lnTo>
                    <a:pt x="3765" y="11393"/>
                  </a:lnTo>
                  <a:lnTo>
                    <a:pt x="3699" y="11295"/>
                  </a:lnTo>
                  <a:lnTo>
                    <a:pt x="3633" y="11275"/>
                  </a:lnTo>
                  <a:lnTo>
                    <a:pt x="3544" y="11275"/>
                  </a:lnTo>
                  <a:lnTo>
                    <a:pt x="3500" y="11334"/>
                  </a:lnTo>
                  <a:lnTo>
                    <a:pt x="3765" y="11670"/>
                  </a:lnTo>
                  <a:lnTo>
                    <a:pt x="3853" y="11847"/>
                  </a:lnTo>
                  <a:lnTo>
                    <a:pt x="3941" y="12005"/>
                  </a:lnTo>
                  <a:lnTo>
                    <a:pt x="4073" y="12361"/>
                  </a:lnTo>
                  <a:lnTo>
                    <a:pt x="4117" y="12400"/>
                  </a:lnTo>
                  <a:lnTo>
                    <a:pt x="4183" y="12460"/>
                  </a:lnTo>
                  <a:lnTo>
                    <a:pt x="4205" y="12499"/>
                  </a:lnTo>
                  <a:lnTo>
                    <a:pt x="4227" y="12598"/>
                  </a:lnTo>
                  <a:lnTo>
                    <a:pt x="4227" y="12677"/>
                  </a:lnTo>
                  <a:lnTo>
                    <a:pt x="4205" y="12716"/>
                  </a:lnTo>
                  <a:lnTo>
                    <a:pt x="4205" y="12815"/>
                  </a:lnTo>
                  <a:lnTo>
                    <a:pt x="4403" y="12855"/>
                  </a:lnTo>
                  <a:lnTo>
                    <a:pt x="4513" y="12934"/>
                  </a:lnTo>
                  <a:lnTo>
                    <a:pt x="4513" y="13032"/>
                  </a:lnTo>
                  <a:lnTo>
                    <a:pt x="4337" y="13151"/>
                  </a:lnTo>
                  <a:lnTo>
                    <a:pt x="4315" y="13190"/>
                  </a:lnTo>
                  <a:lnTo>
                    <a:pt x="4293" y="13328"/>
                  </a:lnTo>
                  <a:lnTo>
                    <a:pt x="4293" y="13368"/>
                  </a:lnTo>
                  <a:lnTo>
                    <a:pt x="4293" y="13427"/>
                  </a:lnTo>
                  <a:lnTo>
                    <a:pt x="4359" y="13842"/>
                  </a:lnTo>
                  <a:lnTo>
                    <a:pt x="4403" y="13941"/>
                  </a:lnTo>
                  <a:lnTo>
                    <a:pt x="4425" y="14000"/>
                  </a:lnTo>
                  <a:lnTo>
                    <a:pt x="4447" y="14059"/>
                  </a:lnTo>
                  <a:lnTo>
                    <a:pt x="4403" y="14079"/>
                  </a:lnTo>
                  <a:lnTo>
                    <a:pt x="4315" y="14118"/>
                  </a:lnTo>
                  <a:lnTo>
                    <a:pt x="4271" y="14138"/>
                  </a:lnTo>
                  <a:lnTo>
                    <a:pt x="4271" y="14178"/>
                  </a:lnTo>
                  <a:lnTo>
                    <a:pt x="4205" y="14257"/>
                  </a:lnTo>
                  <a:lnTo>
                    <a:pt x="3963" y="14829"/>
                  </a:lnTo>
                  <a:lnTo>
                    <a:pt x="3963" y="14928"/>
                  </a:lnTo>
                  <a:lnTo>
                    <a:pt x="3941" y="14987"/>
                  </a:lnTo>
                  <a:lnTo>
                    <a:pt x="3765" y="15303"/>
                  </a:lnTo>
                  <a:lnTo>
                    <a:pt x="3743" y="15540"/>
                  </a:lnTo>
                  <a:lnTo>
                    <a:pt x="3699" y="15639"/>
                  </a:lnTo>
                  <a:lnTo>
                    <a:pt x="3633" y="15698"/>
                  </a:lnTo>
                  <a:lnTo>
                    <a:pt x="3633" y="15777"/>
                  </a:lnTo>
                  <a:lnTo>
                    <a:pt x="3699" y="16251"/>
                  </a:lnTo>
                  <a:lnTo>
                    <a:pt x="4095" y="16014"/>
                  </a:lnTo>
                  <a:lnTo>
                    <a:pt x="4227" y="15994"/>
                  </a:lnTo>
                  <a:lnTo>
                    <a:pt x="4491" y="15757"/>
                  </a:lnTo>
                  <a:lnTo>
                    <a:pt x="4623" y="15678"/>
                  </a:lnTo>
                  <a:lnTo>
                    <a:pt x="4777" y="15698"/>
                  </a:lnTo>
                  <a:lnTo>
                    <a:pt x="4557" y="16014"/>
                  </a:lnTo>
                  <a:lnTo>
                    <a:pt x="4844" y="15876"/>
                  </a:lnTo>
                  <a:lnTo>
                    <a:pt x="4954" y="15915"/>
                  </a:lnTo>
                  <a:lnTo>
                    <a:pt x="4932" y="16034"/>
                  </a:lnTo>
                  <a:lnTo>
                    <a:pt x="4932" y="16132"/>
                  </a:lnTo>
                  <a:lnTo>
                    <a:pt x="4932" y="16211"/>
                  </a:lnTo>
                  <a:lnTo>
                    <a:pt x="5944" y="15283"/>
                  </a:lnTo>
                  <a:lnTo>
                    <a:pt x="6121" y="15204"/>
                  </a:lnTo>
                  <a:lnTo>
                    <a:pt x="6143" y="15244"/>
                  </a:lnTo>
                  <a:lnTo>
                    <a:pt x="5504" y="15836"/>
                  </a:lnTo>
                  <a:lnTo>
                    <a:pt x="5460" y="15955"/>
                  </a:lnTo>
                  <a:lnTo>
                    <a:pt x="5702" y="15817"/>
                  </a:lnTo>
                  <a:lnTo>
                    <a:pt x="5856" y="15777"/>
                  </a:lnTo>
                  <a:lnTo>
                    <a:pt x="5966" y="15876"/>
                  </a:lnTo>
                  <a:lnTo>
                    <a:pt x="5922" y="15935"/>
                  </a:lnTo>
                  <a:lnTo>
                    <a:pt x="5812" y="16113"/>
                  </a:lnTo>
                  <a:lnTo>
                    <a:pt x="5746" y="16310"/>
                  </a:lnTo>
                  <a:lnTo>
                    <a:pt x="5724" y="16389"/>
                  </a:lnTo>
                  <a:lnTo>
                    <a:pt x="5614" y="16527"/>
                  </a:lnTo>
                  <a:lnTo>
                    <a:pt x="5482" y="16784"/>
                  </a:lnTo>
                  <a:lnTo>
                    <a:pt x="5438" y="16863"/>
                  </a:lnTo>
                  <a:lnTo>
                    <a:pt x="5460" y="16883"/>
                  </a:lnTo>
                  <a:lnTo>
                    <a:pt x="5702" y="17100"/>
                  </a:lnTo>
                  <a:lnTo>
                    <a:pt x="5812" y="17159"/>
                  </a:lnTo>
                  <a:lnTo>
                    <a:pt x="6209" y="17317"/>
                  </a:lnTo>
                  <a:lnTo>
                    <a:pt x="6297" y="17317"/>
                  </a:lnTo>
                  <a:lnTo>
                    <a:pt x="6473" y="17238"/>
                  </a:lnTo>
                  <a:lnTo>
                    <a:pt x="6495" y="17199"/>
                  </a:lnTo>
                  <a:lnTo>
                    <a:pt x="6561" y="17120"/>
                  </a:lnTo>
                  <a:lnTo>
                    <a:pt x="6583" y="17100"/>
                  </a:lnTo>
                  <a:lnTo>
                    <a:pt x="6715" y="17061"/>
                  </a:lnTo>
                  <a:lnTo>
                    <a:pt x="7023" y="17041"/>
                  </a:lnTo>
                  <a:lnTo>
                    <a:pt x="7155" y="17061"/>
                  </a:lnTo>
                  <a:lnTo>
                    <a:pt x="7244" y="17120"/>
                  </a:lnTo>
                  <a:lnTo>
                    <a:pt x="6759" y="17258"/>
                  </a:lnTo>
                  <a:lnTo>
                    <a:pt x="6737" y="17298"/>
                  </a:lnTo>
                  <a:lnTo>
                    <a:pt x="6737" y="17337"/>
                  </a:lnTo>
                  <a:lnTo>
                    <a:pt x="6759" y="17436"/>
                  </a:lnTo>
                  <a:lnTo>
                    <a:pt x="6759" y="17475"/>
                  </a:lnTo>
                  <a:lnTo>
                    <a:pt x="6715" y="17594"/>
                  </a:lnTo>
                  <a:lnTo>
                    <a:pt x="6429" y="17949"/>
                  </a:lnTo>
                  <a:lnTo>
                    <a:pt x="6363" y="18107"/>
                  </a:lnTo>
                  <a:lnTo>
                    <a:pt x="6341" y="18285"/>
                  </a:lnTo>
                  <a:lnTo>
                    <a:pt x="6385" y="18423"/>
                  </a:lnTo>
                  <a:lnTo>
                    <a:pt x="6561" y="18542"/>
                  </a:lnTo>
                  <a:lnTo>
                    <a:pt x="6649" y="18561"/>
                  </a:lnTo>
                  <a:lnTo>
                    <a:pt x="6825" y="18561"/>
                  </a:lnTo>
                  <a:lnTo>
                    <a:pt x="6913" y="18601"/>
                  </a:lnTo>
                  <a:lnTo>
                    <a:pt x="6935" y="18640"/>
                  </a:lnTo>
                  <a:lnTo>
                    <a:pt x="6957" y="18680"/>
                  </a:lnTo>
                  <a:lnTo>
                    <a:pt x="6957" y="18719"/>
                  </a:lnTo>
                  <a:lnTo>
                    <a:pt x="7023" y="18719"/>
                  </a:lnTo>
                  <a:lnTo>
                    <a:pt x="7089" y="18759"/>
                  </a:lnTo>
                  <a:lnTo>
                    <a:pt x="7177" y="18838"/>
                  </a:lnTo>
                  <a:lnTo>
                    <a:pt x="7177" y="19075"/>
                  </a:lnTo>
                  <a:lnTo>
                    <a:pt x="7200" y="19193"/>
                  </a:lnTo>
                  <a:lnTo>
                    <a:pt x="7244" y="19233"/>
                  </a:lnTo>
                  <a:lnTo>
                    <a:pt x="7310" y="19193"/>
                  </a:lnTo>
                  <a:lnTo>
                    <a:pt x="7398" y="19055"/>
                  </a:lnTo>
                  <a:lnTo>
                    <a:pt x="7464" y="19015"/>
                  </a:lnTo>
                  <a:lnTo>
                    <a:pt x="7420" y="19114"/>
                  </a:lnTo>
                  <a:lnTo>
                    <a:pt x="7420" y="19154"/>
                  </a:lnTo>
                  <a:lnTo>
                    <a:pt x="7464" y="19193"/>
                  </a:lnTo>
                  <a:lnTo>
                    <a:pt x="7574" y="19213"/>
                  </a:lnTo>
                  <a:lnTo>
                    <a:pt x="7904" y="19410"/>
                  </a:lnTo>
                  <a:lnTo>
                    <a:pt x="7838" y="19489"/>
                  </a:lnTo>
                  <a:lnTo>
                    <a:pt x="7772" y="19509"/>
                  </a:lnTo>
                  <a:lnTo>
                    <a:pt x="7596" y="19529"/>
                  </a:lnTo>
                  <a:lnTo>
                    <a:pt x="7640" y="19628"/>
                  </a:lnTo>
                  <a:lnTo>
                    <a:pt x="7750" y="19707"/>
                  </a:lnTo>
                  <a:lnTo>
                    <a:pt x="7904" y="19825"/>
                  </a:lnTo>
                  <a:lnTo>
                    <a:pt x="8036" y="19845"/>
                  </a:lnTo>
                  <a:lnTo>
                    <a:pt x="8344" y="19884"/>
                  </a:lnTo>
                  <a:lnTo>
                    <a:pt x="8388" y="19924"/>
                  </a:lnTo>
                  <a:lnTo>
                    <a:pt x="8168" y="19983"/>
                  </a:lnTo>
                  <a:lnTo>
                    <a:pt x="8102" y="20003"/>
                  </a:lnTo>
                  <a:lnTo>
                    <a:pt x="8102" y="20023"/>
                  </a:lnTo>
                  <a:lnTo>
                    <a:pt x="8058" y="20062"/>
                  </a:lnTo>
                  <a:lnTo>
                    <a:pt x="8014" y="20082"/>
                  </a:lnTo>
                  <a:lnTo>
                    <a:pt x="7992" y="20082"/>
                  </a:lnTo>
                  <a:lnTo>
                    <a:pt x="7882" y="20042"/>
                  </a:lnTo>
                  <a:lnTo>
                    <a:pt x="7816" y="20082"/>
                  </a:lnTo>
                  <a:lnTo>
                    <a:pt x="7684" y="20240"/>
                  </a:lnTo>
                  <a:lnTo>
                    <a:pt x="7750" y="20299"/>
                  </a:lnTo>
                  <a:lnTo>
                    <a:pt x="7772" y="20319"/>
                  </a:lnTo>
                  <a:lnTo>
                    <a:pt x="7816" y="20358"/>
                  </a:lnTo>
                  <a:lnTo>
                    <a:pt x="7794" y="20417"/>
                  </a:lnTo>
                  <a:lnTo>
                    <a:pt x="7728" y="20516"/>
                  </a:lnTo>
                  <a:lnTo>
                    <a:pt x="7684" y="20615"/>
                  </a:lnTo>
                  <a:lnTo>
                    <a:pt x="7860" y="20556"/>
                  </a:lnTo>
                  <a:lnTo>
                    <a:pt x="7882" y="20575"/>
                  </a:lnTo>
                  <a:lnTo>
                    <a:pt x="7992" y="20615"/>
                  </a:lnTo>
                  <a:lnTo>
                    <a:pt x="8014" y="20615"/>
                  </a:lnTo>
                  <a:lnTo>
                    <a:pt x="8300" y="20516"/>
                  </a:lnTo>
                  <a:lnTo>
                    <a:pt x="8543" y="20496"/>
                  </a:lnTo>
                  <a:lnTo>
                    <a:pt x="8543" y="20477"/>
                  </a:lnTo>
                  <a:lnTo>
                    <a:pt x="8587" y="20398"/>
                  </a:lnTo>
                  <a:lnTo>
                    <a:pt x="8587" y="20358"/>
                  </a:lnTo>
                  <a:lnTo>
                    <a:pt x="8631" y="20319"/>
                  </a:lnTo>
                  <a:lnTo>
                    <a:pt x="8675" y="20319"/>
                  </a:lnTo>
                  <a:lnTo>
                    <a:pt x="8741" y="20319"/>
                  </a:lnTo>
                  <a:lnTo>
                    <a:pt x="8807" y="20358"/>
                  </a:lnTo>
                  <a:lnTo>
                    <a:pt x="8829" y="20457"/>
                  </a:lnTo>
                  <a:lnTo>
                    <a:pt x="8917" y="20496"/>
                  </a:lnTo>
                  <a:lnTo>
                    <a:pt x="9027" y="20457"/>
                  </a:lnTo>
                  <a:lnTo>
                    <a:pt x="9291" y="20220"/>
                  </a:lnTo>
                  <a:lnTo>
                    <a:pt x="9379" y="20181"/>
                  </a:lnTo>
                  <a:lnTo>
                    <a:pt x="9335" y="20299"/>
                  </a:lnTo>
                  <a:lnTo>
                    <a:pt x="9247" y="20417"/>
                  </a:lnTo>
                  <a:lnTo>
                    <a:pt x="9115" y="20496"/>
                  </a:lnTo>
                  <a:lnTo>
                    <a:pt x="9027" y="20556"/>
                  </a:lnTo>
                  <a:lnTo>
                    <a:pt x="9093" y="20615"/>
                  </a:lnTo>
                  <a:lnTo>
                    <a:pt x="9181" y="20635"/>
                  </a:lnTo>
                  <a:lnTo>
                    <a:pt x="9291" y="20635"/>
                  </a:lnTo>
                  <a:lnTo>
                    <a:pt x="9357" y="20595"/>
                  </a:lnTo>
                  <a:lnTo>
                    <a:pt x="9357" y="20654"/>
                  </a:lnTo>
                  <a:lnTo>
                    <a:pt x="9291" y="20674"/>
                  </a:lnTo>
                  <a:lnTo>
                    <a:pt x="9093" y="20773"/>
                  </a:lnTo>
                  <a:lnTo>
                    <a:pt x="9049" y="20852"/>
                  </a:lnTo>
                  <a:lnTo>
                    <a:pt x="9115" y="20852"/>
                  </a:lnTo>
                  <a:lnTo>
                    <a:pt x="9203" y="20891"/>
                  </a:lnTo>
                  <a:lnTo>
                    <a:pt x="9115" y="20951"/>
                  </a:lnTo>
                  <a:lnTo>
                    <a:pt x="9049" y="20990"/>
                  </a:lnTo>
                  <a:lnTo>
                    <a:pt x="8983" y="21069"/>
                  </a:lnTo>
                  <a:lnTo>
                    <a:pt x="8939" y="21188"/>
                  </a:lnTo>
                  <a:lnTo>
                    <a:pt x="8961" y="21168"/>
                  </a:lnTo>
                  <a:lnTo>
                    <a:pt x="9027" y="21168"/>
                  </a:lnTo>
                  <a:lnTo>
                    <a:pt x="9071" y="21188"/>
                  </a:lnTo>
                  <a:lnTo>
                    <a:pt x="9115" y="21227"/>
                  </a:lnTo>
                  <a:lnTo>
                    <a:pt x="9071" y="21267"/>
                  </a:lnTo>
                  <a:lnTo>
                    <a:pt x="8895" y="21326"/>
                  </a:lnTo>
                  <a:lnTo>
                    <a:pt x="8851" y="21385"/>
                  </a:lnTo>
                  <a:lnTo>
                    <a:pt x="8895" y="21425"/>
                  </a:lnTo>
                  <a:lnTo>
                    <a:pt x="8983" y="21425"/>
                  </a:lnTo>
                  <a:lnTo>
                    <a:pt x="9115" y="21444"/>
                  </a:lnTo>
                  <a:lnTo>
                    <a:pt x="9181" y="21543"/>
                  </a:lnTo>
                  <a:lnTo>
                    <a:pt x="9291" y="21662"/>
                  </a:lnTo>
                  <a:lnTo>
                    <a:pt x="9688" y="22056"/>
                  </a:lnTo>
                  <a:lnTo>
                    <a:pt x="9644" y="22056"/>
                  </a:lnTo>
                  <a:lnTo>
                    <a:pt x="9644" y="22116"/>
                  </a:lnTo>
                  <a:lnTo>
                    <a:pt x="9577" y="22155"/>
                  </a:lnTo>
                  <a:lnTo>
                    <a:pt x="9247" y="22214"/>
                  </a:lnTo>
                  <a:lnTo>
                    <a:pt x="9159" y="22274"/>
                  </a:lnTo>
                  <a:lnTo>
                    <a:pt x="9137" y="22372"/>
                  </a:lnTo>
                  <a:lnTo>
                    <a:pt x="9137" y="22451"/>
                  </a:lnTo>
                  <a:lnTo>
                    <a:pt x="9159" y="22530"/>
                  </a:lnTo>
                  <a:lnTo>
                    <a:pt x="9137" y="22590"/>
                  </a:lnTo>
                  <a:lnTo>
                    <a:pt x="9049" y="22629"/>
                  </a:lnTo>
                  <a:lnTo>
                    <a:pt x="8983" y="22629"/>
                  </a:lnTo>
                  <a:lnTo>
                    <a:pt x="8917" y="22590"/>
                  </a:lnTo>
                  <a:lnTo>
                    <a:pt x="8851" y="22590"/>
                  </a:lnTo>
                  <a:lnTo>
                    <a:pt x="8851" y="22708"/>
                  </a:lnTo>
                  <a:lnTo>
                    <a:pt x="8917" y="22748"/>
                  </a:lnTo>
                  <a:lnTo>
                    <a:pt x="8983" y="22787"/>
                  </a:lnTo>
                  <a:lnTo>
                    <a:pt x="9071" y="22827"/>
                  </a:lnTo>
                  <a:lnTo>
                    <a:pt x="9137" y="22827"/>
                  </a:lnTo>
                  <a:lnTo>
                    <a:pt x="9115" y="22925"/>
                  </a:lnTo>
                  <a:lnTo>
                    <a:pt x="9071" y="22965"/>
                  </a:lnTo>
                  <a:lnTo>
                    <a:pt x="9027" y="22985"/>
                  </a:lnTo>
                  <a:lnTo>
                    <a:pt x="8961" y="23024"/>
                  </a:lnTo>
                  <a:lnTo>
                    <a:pt x="8983" y="23004"/>
                  </a:lnTo>
                  <a:lnTo>
                    <a:pt x="8961" y="23024"/>
                  </a:lnTo>
                  <a:lnTo>
                    <a:pt x="8961" y="23044"/>
                  </a:lnTo>
                  <a:lnTo>
                    <a:pt x="8983" y="23083"/>
                  </a:lnTo>
                  <a:lnTo>
                    <a:pt x="9269" y="23044"/>
                  </a:lnTo>
                  <a:lnTo>
                    <a:pt x="9335" y="23083"/>
                  </a:lnTo>
                  <a:lnTo>
                    <a:pt x="9401" y="23142"/>
                  </a:lnTo>
                  <a:lnTo>
                    <a:pt x="9511" y="23281"/>
                  </a:lnTo>
                  <a:lnTo>
                    <a:pt x="9555" y="23399"/>
                  </a:lnTo>
                  <a:lnTo>
                    <a:pt x="9555" y="23498"/>
                  </a:lnTo>
                  <a:lnTo>
                    <a:pt x="9710" y="23577"/>
                  </a:lnTo>
                  <a:lnTo>
                    <a:pt x="9886" y="23616"/>
                  </a:lnTo>
                  <a:lnTo>
                    <a:pt x="10194" y="23616"/>
                  </a:lnTo>
                  <a:lnTo>
                    <a:pt x="10216" y="23676"/>
                  </a:lnTo>
                  <a:lnTo>
                    <a:pt x="9886" y="23735"/>
                  </a:lnTo>
                  <a:lnTo>
                    <a:pt x="9688" y="23735"/>
                  </a:lnTo>
                  <a:lnTo>
                    <a:pt x="9533" y="23636"/>
                  </a:lnTo>
                  <a:lnTo>
                    <a:pt x="9489" y="23419"/>
                  </a:lnTo>
                  <a:lnTo>
                    <a:pt x="9335" y="23300"/>
                  </a:lnTo>
                  <a:lnTo>
                    <a:pt x="8983" y="23162"/>
                  </a:lnTo>
                  <a:lnTo>
                    <a:pt x="8939" y="23123"/>
                  </a:lnTo>
                  <a:lnTo>
                    <a:pt x="8895" y="23083"/>
                  </a:lnTo>
                  <a:lnTo>
                    <a:pt x="8851" y="23083"/>
                  </a:lnTo>
                  <a:lnTo>
                    <a:pt x="8829" y="23142"/>
                  </a:lnTo>
                  <a:lnTo>
                    <a:pt x="8807" y="23202"/>
                  </a:lnTo>
                  <a:lnTo>
                    <a:pt x="8697" y="23241"/>
                  </a:lnTo>
                  <a:lnTo>
                    <a:pt x="8543" y="23300"/>
                  </a:lnTo>
                  <a:lnTo>
                    <a:pt x="8499" y="23281"/>
                  </a:lnTo>
                  <a:lnTo>
                    <a:pt x="8411" y="23162"/>
                  </a:lnTo>
                  <a:lnTo>
                    <a:pt x="8344" y="23142"/>
                  </a:lnTo>
                  <a:lnTo>
                    <a:pt x="8058" y="23182"/>
                  </a:lnTo>
                  <a:lnTo>
                    <a:pt x="8124" y="23202"/>
                  </a:lnTo>
                  <a:lnTo>
                    <a:pt x="8212" y="23221"/>
                  </a:lnTo>
                  <a:lnTo>
                    <a:pt x="8190" y="23300"/>
                  </a:lnTo>
                  <a:lnTo>
                    <a:pt x="8168" y="23360"/>
                  </a:lnTo>
                  <a:lnTo>
                    <a:pt x="8102" y="23379"/>
                  </a:lnTo>
                  <a:lnTo>
                    <a:pt x="8036" y="23379"/>
                  </a:lnTo>
                  <a:lnTo>
                    <a:pt x="8080" y="23439"/>
                  </a:lnTo>
                  <a:lnTo>
                    <a:pt x="8168" y="23537"/>
                  </a:lnTo>
                  <a:lnTo>
                    <a:pt x="8278" y="23636"/>
                  </a:lnTo>
                  <a:lnTo>
                    <a:pt x="8344" y="23695"/>
                  </a:lnTo>
                  <a:lnTo>
                    <a:pt x="8455" y="23676"/>
                  </a:lnTo>
                  <a:lnTo>
                    <a:pt x="8499" y="23715"/>
                  </a:lnTo>
                  <a:lnTo>
                    <a:pt x="8587" y="24031"/>
                  </a:lnTo>
                  <a:lnTo>
                    <a:pt x="8609" y="24110"/>
                  </a:lnTo>
                  <a:lnTo>
                    <a:pt x="8653" y="24248"/>
                  </a:lnTo>
                  <a:lnTo>
                    <a:pt x="8653" y="24308"/>
                  </a:lnTo>
                  <a:lnTo>
                    <a:pt x="8322" y="24604"/>
                  </a:lnTo>
                  <a:lnTo>
                    <a:pt x="8234" y="24841"/>
                  </a:lnTo>
                  <a:lnTo>
                    <a:pt x="8433" y="24979"/>
                  </a:lnTo>
                  <a:lnTo>
                    <a:pt x="8455" y="25038"/>
                  </a:lnTo>
                  <a:lnTo>
                    <a:pt x="8388" y="25058"/>
                  </a:lnTo>
                  <a:lnTo>
                    <a:pt x="8300" y="25097"/>
                  </a:lnTo>
                  <a:lnTo>
                    <a:pt x="8256" y="25176"/>
                  </a:lnTo>
                  <a:lnTo>
                    <a:pt x="8256" y="25315"/>
                  </a:lnTo>
                  <a:lnTo>
                    <a:pt x="8322" y="25394"/>
                  </a:lnTo>
                  <a:lnTo>
                    <a:pt x="8411" y="25394"/>
                  </a:lnTo>
                  <a:lnTo>
                    <a:pt x="8477" y="25354"/>
                  </a:lnTo>
                  <a:lnTo>
                    <a:pt x="8521" y="25315"/>
                  </a:lnTo>
                  <a:lnTo>
                    <a:pt x="8631" y="25137"/>
                  </a:lnTo>
                  <a:lnTo>
                    <a:pt x="8697" y="25097"/>
                  </a:lnTo>
                  <a:lnTo>
                    <a:pt x="8807" y="25117"/>
                  </a:lnTo>
                  <a:lnTo>
                    <a:pt x="8807" y="25137"/>
                  </a:lnTo>
                  <a:lnTo>
                    <a:pt x="8851" y="25196"/>
                  </a:lnTo>
                  <a:lnTo>
                    <a:pt x="8851" y="25236"/>
                  </a:lnTo>
                  <a:lnTo>
                    <a:pt x="8873" y="25236"/>
                  </a:lnTo>
                  <a:lnTo>
                    <a:pt x="8917" y="25196"/>
                  </a:lnTo>
                  <a:lnTo>
                    <a:pt x="8983" y="25255"/>
                  </a:lnTo>
                  <a:lnTo>
                    <a:pt x="9027" y="25236"/>
                  </a:lnTo>
                  <a:lnTo>
                    <a:pt x="9027" y="25176"/>
                  </a:lnTo>
                  <a:lnTo>
                    <a:pt x="9027" y="25117"/>
                  </a:lnTo>
                  <a:lnTo>
                    <a:pt x="9071" y="25137"/>
                  </a:lnTo>
                  <a:lnTo>
                    <a:pt x="9159" y="25137"/>
                  </a:lnTo>
                  <a:lnTo>
                    <a:pt x="9247" y="25157"/>
                  </a:lnTo>
                  <a:lnTo>
                    <a:pt x="8895" y="25433"/>
                  </a:lnTo>
                  <a:lnTo>
                    <a:pt x="8829" y="25532"/>
                  </a:lnTo>
                  <a:lnTo>
                    <a:pt x="8983" y="25631"/>
                  </a:lnTo>
                  <a:lnTo>
                    <a:pt x="9049" y="25690"/>
                  </a:lnTo>
                  <a:lnTo>
                    <a:pt x="8983" y="25808"/>
                  </a:lnTo>
                  <a:lnTo>
                    <a:pt x="8917" y="25868"/>
                  </a:lnTo>
                  <a:lnTo>
                    <a:pt x="8697" y="25927"/>
                  </a:lnTo>
                  <a:lnTo>
                    <a:pt x="8609" y="26025"/>
                  </a:lnTo>
                  <a:lnTo>
                    <a:pt x="8697" y="26025"/>
                  </a:lnTo>
                  <a:lnTo>
                    <a:pt x="8873" y="26025"/>
                  </a:lnTo>
                  <a:lnTo>
                    <a:pt x="8961" y="26065"/>
                  </a:lnTo>
                  <a:lnTo>
                    <a:pt x="8741" y="26223"/>
                  </a:lnTo>
                  <a:lnTo>
                    <a:pt x="8675" y="26322"/>
                  </a:lnTo>
                  <a:lnTo>
                    <a:pt x="8499" y="26361"/>
                  </a:lnTo>
                  <a:lnTo>
                    <a:pt x="8455" y="26440"/>
                  </a:lnTo>
                  <a:lnTo>
                    <a:pt x="8388" y="26598"/>
                  </a:lnTo>
                  <a:lnTo>
                    <a:pt x="8124" y="26796"/>
                  </a:lnTo>
                  <a:lnTo>
                    <a:pt x="8058" y="26934"/>
                  </a:lnTo>
                  <a:lnTo>
                    <a:pt x="8102" y="27013"/>
                  </a:lnTo>
                  <a:lnTo>
                    <a:pt x="8190" y="27151"/>
                  </a:lnTo>
                  <a:lnTo>
                    <a:pt x="8256" y="27250"/>
                  </a:lnTo>
                  <a:lnTo>
                    <a:pt x="8190" y="27289"/>
                  </a:lnTo>
                  <a:lnTo>
                    <a:pt x="8058" y="27289"/>
                  </a:lnTo>
                  <a:lnTo>
                    <a:pt x="7992" y="27349"/>
                  </a:lnTo>
                  <a:lnTo>
                    <a:pt x="8102" y="27447"/>
                  </a:lnTo>
                  <a:lnTo>
                    <a:pt x="8190" y="27566"/>
                  </a:lnTo>
                  <a:lnTo>
                    <a:pt x="8212" y="27664"/>
                  </a:lnTo>
                  <a:lnTo>
                    <a:pt x="8168" y="27783"/>
                  </a:lnTo>
                  <a:lnTo>
                    <a:pt x="8058" y="27822"/>
                  </a:lnTo>
                  <a:lnTo>
                    <a:pt x="7904" y="27684"/>
                  </a:lnTo>
                  <a:lnTo>
                    <a:pt x="7838" y="27763"/>
                  </a:lnTo>
                  <a:lnTo>
                    <a:pt x="8014" y="27980"/>
                  </a:lnTo>
                  <a:lnTo>
                    <a:pt x="8036" y="28040"/>
                  </a:lnTo>
                  <a:lnTo>
                    <a:pt x="8036" y="28099"/>
                  </a:lnTo>
                  <a:lnTo>
                    <a:pt x="7970" y="28099"/>
                  </a:lnTo>
                  <a:lnTo>
                    <a:pt x="7882" y="28079"/>
                  </a:lnTo>
                  <a:lnTo>
                    <a:pt x="7816" y="28040"/>
                  </a:lnTo>
                  <a:lnTo>
                    <a:pt x="7794" y="28059"/>
                  </a:lnTo>
                  <a:lnTo>
                    <a:pt x="7772" y="28099"/>
                  </a:lnTo>
                  <a:lnTo>
                    <a:pt x="7750" y="28158"/>
                  </a:lnTo>
                  <a:lnTo>
                    <a:pt x="7750" y="28198"/>
                  </a:lnTo>
                  <a:lnTo>
                    <a:pt x="7772" y="28237"/>
                  </a:lnTo>
                  <a:lnTo>
                    <a:pt x="7794" y="28277"/>
                  </a:lnTo>
                  <a:lnTo>
                    <a:pt x="7838" y="28316"/>
                  </a:lnTo>
                  <a:lnTo>
                    <a:pt x="7838" y="28316"/>
                  </a:lnTo>
                  <a:lnTo>
                    <a:pt x="7860" y="28435"/>
                  </a:lnTo>
                  <a:lnTo>
                    <a:pt x="7838" y="28494"/>
                  </a:lnTo>
                  <a:lnTo>
                    <a:pt x="7794" y="28573"/>
                  </a:lnTo>
                  <a:lnTo>
                    <a:pt x="7772" y="28652"/>
                  </a:lnTo>
                  <a:lnTo>
                    <a:pt x="7794" y="28652"/>
                  </a:lnTo>
                  <a:lnTo>
                    <a:pt x="7794" y="28672"/>
                  </a:lnTo>
                  <a:lnTo>
                    <a:pt x="7816" y="28691"/>
                  </a:lnTo>
                  <a:lnTo>
                    <a:pt x="7838" y="28632"/>
                  </a:lnTo>
                  <a:lnTo>
                    <a:pt x="7904" y="28593"/>
                  </a:lnTo>
                  <a:lnTo>
                    <a:pt x="8036" y="28514"/>
                  </a:lnTo>
                  <a:lnTo>
                    <a:pt x="7948" y="28711"/>
                  </a:lnTo>
                  <a:lnTo>
                    <a:pt x="7882" y="28849"/>
                  </a:lnTo>
                  <a:lnTo>
                    <a:pt x="7882" y="28948"/>
                  </a:lnTo>
                  <a:lnTo>
                    <a:pt x="7904" y="28987"/>
                  </a:lnTo>
                  <a:lnTo>
                    <a:pt x="7948" y="29047"/>
                  </a:lnTo>
                  <a:lnTo>
                    <a:pt x="7948" y="29086"/>
                  </a:lnTo>
                  <a:lnTo>
                    <a:pt x="7838" y="29205"/>
                  </a:lnTo>
                  <a:lnTo>
                    <a:pt x="7794" y="29224"/>
                  </a:lnTo>
                  <a:lnTo>
                    <a:pt x="7750" y="29185"/>
                  </a:lnTo>
                  <a:lnTo>
                    <a:pt x="7728" y="29047"/>
                  </a:lnTo>
                  <a:lnTo>
                    <a:pt x="7728" y="28968"/>
                  </a:lnTo>
                  <a:lnTo>
                    <a:pt x="7684" y="28889"/>
                  </a:lnTo>
                  <a:lnTo>
                    <a:pt x="7574" y="28909"/>
                  </a:lnTo>
                  <a:lnTo>
                    <a:pt x="7464" y="28948"/>
                  </a:lnTo>
                  <a:lnTo>
                    <a:pt x="7398" y="29027"/>
                  </a:lnTo>
                  <a:lnTo>
                    <a:pt x="7376" y="29145"/>
                  </a:lnTo>
                  <a:lnTo>
                    <a:pt x="7464" y="29284"/>
                  </a:lnTo>
                  <a:lnTo>
                    <a:pt x="7376" y="29284"/>
                  </a:lnTo>
                  <a:lnTo>
                    <a:pt x="7266" y="29224"/>
                  </a:lnTo>
                  <a:lnTo>
                    <a:pt x="7155" y="29126"/>
                  </a:lnTo>
                  <a:lnTo>
                    <a:pt x="7045" y="29047"/>
                  </a:lnTo>
                  <a:lnTo>
                    <a:pt x="6913" y="29047"/>
                  </a:lnTo>
                  <a:lnTo>
                    <a:pt x="6891" y="29145"/>
                  </a:lnTo>
                  <a:lnTo>
                    <a:pt x="6935" y="29224"/>
                  </a:lnTo>
                  <a:lnTo>
                    <a:pt x="7045" y="29205"/>
                  </a:lnTo>
                  <a:lnTo>
                    <a:pt x="7045" y="29284"/>
                  </a:lnTo>
                  <a:lnTo>
                    <a:pt x="7023" y="29343"/>
                  </a:lnTo>
                  <a:lnTo>
                    <a:pt x="7045" y="29402"/>
                  </a:lnTo>
                  <a:lnTo>
                    <a:pt x="7111" y="29481"/>
                  </a:lnTo>
                  <a:lnTo>
                    <a:pt x="7177" y="29619"/>
                  </a:lnTo>
                  <a:lnTo>
                    <a:pt x="7310" y="29777"/>
                  </a:lnTo>
                  <a:lnTo>
                    <a:pt x="7398" y="29856"/>
                  </a:lnTo>
                  <a:lnTo>
                    <a:pt x="7442" y="29935"/>
                  </a:lnTo>
                  <a:lnTo>
                    <a:pt x="7530" y="29995"/>
                  </a:lnTo>
                  <a:lnTo>
                    <a:pt x="7552" y="30074"/>
                  </a:lnTo>
                  <a:lnTo>
                    <a:pt x="7574" y="30192"/>
                  </a:lnTo>
                  <a:lnTo>
                    <a:pt x="7574" y="30251"/>
                  </a:lnTo>
                  <a:lnTo>
                    <a:pt x="7552" y="30311"/>
                  </a:lnTo>
                  <a:lnTo>
                    <a:pt x="7530" y="30251"/>
                  </a:lnTo>
                  <a:lnTo>
                    <a:pt x="7442" y="30232"/>
                  </a:lnTo>
                  <a:lnTo>
                    <a:pt x="7376" y="30212"/>
                  </a:lnTo>
                  <a:lnTo>
                    <a:pt x="7376" y="30251"/>
                  </a:lnTo>
                  <a:lnTo>
                    <a:pt x="7398" y="30370"/>
                  </a:lnTo>
                  <a:lnTo>
                    <a:pt x="7442" y="30429"/>
                  </a:lnTo>
                  <a:lnTo>
                    <a:pt x="7508" y="30449"/>
                  </a:lnTo>
                  <a:lnTo>
                    <a:pt x="7684" y="30547"/>
                  </a:lnTo>
                  <a:lnTo>
                    <a:pt x="7772" y="30587"/>
                  </a:lnTo>
                  <a:lnTo>
                    <a:pt x="7816" y="30646"/>
                  </a:lnTo>
                  <a:lnTo>
                    <a:pt x="7882" y="30765"/>
                  </a:lnTo>
                  <a:lnTo>
                    <a:pt x="7860" y="30804"/>
                  </a:lnTo>
                  <a:lnTo>
                    <a:pt x="7816" y="30824"/>
                  </a:lnTo>
                  <a:lnTo>
                    <a:pt x="7772" y="30804"/>
                  </a:lnTo>
                  <a:lnTo>
                    <a:pt x="7728" y="30883"/>
                  </a:lnTo>
                  <a:lnTo>
                    <a:pt x="7728" y="30942"/>
                  </a:lnTo>
                  <a:lnTo>
                    <a:pt x="7662" y="30982"/>
                  </a:lnTo>
                  <a:lnTo>
                    <a:pt x="7596" y="31021"/>
                  </a:lnTo>
                  <a:lnTo>
                    <a:pt x="7552" y="31081"/>
                  </a:lnTo>
                  <a:lnTo>
                    <a:pt x="7618" y="31140"/>
                  </a:lnTo>
                  <a:lnTo>
                    <a:pt x="7618" y="31199"/>
                  </a:lnTo>
                  <a:lnTo>
                    <a:pt x="7640" y="31318"/>
                  </a:lnTo>
                  <a:lnTo>
                    <a:pt x="7684" y="31436"/>
                  </a:lnTo>
                  <a:lnTo>
                    <a:pt x="7794" y="31515"/>
                  </a:lnTo>
                  <a:lnTo>
                    <a:pt x="7882" y="31495"/>
                  </a:lnTo>
                  <a:lnTo>
                    <a:pt x="8058" y="31397"/>
                  </a:lnTo>
                  <a:lnTo>
                    <a:pt x="8102" y="31397"/>
                  </a:lnTo>
                  <a:lnTo>
                    <a:pt x="8168" y="31416"/>
                  </a:lnTo>
                  <a:lnTo>
                    <a:pt x="8212" y="31476"/>
                  </a:lnTo>
                  <a:lnTo>
                    <a:pt x="8278" y="31594"/>
                  </a:lnTo>
                  <a:lnTo>
                    <a:pt x="8322" y="31614"/>
                  </a:lnTo>
                  <a:lnTo>
                    <a:pt x="8344" y="31614"/>
                  </a:lnTo>
                  <a:lnTo>
                    <a:pt x="8411" y="31634"/>
                  </a:lnTo>
                  <a:lnTo>
                    <a:pt x="8521" y="31732"/>
                  </a:lnTo>
                  <a:lnTo>
                    <a:pt x="8675" y="31772"/>
                  </a:lnTo>
                  <a:lnTo>
                    <a:pt x="8807" y="31772"/>
                  </a:lnTo>
                  <a:lnTo>
                    <a:pt x="8873" y="31693"/>
                  </a:lnTo>
                  <a:lnTo>
                    <a:pt x="8521" y="31555"/>
                  </a:lnTo>
                  <a:lnTo>
                    <a:pt x="8322" y="31416"/>
                  </a:lnTo>
                  <a:lnTo>
                    <a:pt x="8234" y="31298"/>
                  </a:lnTo>
                  <a:lnTo>
                    <a:pt x="8300" y="31199"/>
                  </a:lnTo>
                  <a:lnTo>
                    <a:pt x="8477" y="31298"/>
                  </a:lnTo>
                  <a:lnTo>
                    <a:pt x="8829" y="31495"/>
                  </a:lnTo>
                  <a:lnTo>
                    <a:pt x="9049" y="31713"/>
                  </a:lnTo>
                  <a:lnTo>
                    <a:pt x="9071" y="31772"/>
                  </a:lnTo>
                  <a:lnTo>
                    <a:pt x="9137" y="31811"/>
                  </a:lnTo>
                  <a:lnTo>
                    <a:pt x="9423" y="31831"/>
                  </a:lnTo>
                  <a:lnTo>
                    <a:pt x="9732" y="31989"/>
                  </a:lnTo>
                  <a:lnTo>
                    <a:pt x="9798" y="32028"/>
                  </a:lnTo>
                  <a:lnTo>
                    <a:pt x="9842" y="32107"/>
                  </a:lnTo>
                  <a:lnTo>
                    <a:pt x="9930" y="32107"/>
                  </a:lnTo>
                  <a:lnTo>
                    <a:pt x="10040" y="32068"/>
                  </a:lnTo>
                  <a:lnTo>
                    <a:pt x="10106" y="32088"/>
                  </a:lnTo>
                  <a:lnTo>
                    <a:pt x="10238" y="32167"/>
                  </a:lnTo>
                  <a:lnTo>
                    <a:pt x="10326" y="32167"/>
                  </a:lnTo>
                  <a:lnTo>
                    <a:pt x="10392" y="32186"/>
                  </a:lnTo>
                  <a:lnTo>
                    <a:pt x="10414" y="32285"/>
                  </a:lnTo>
                  <a:lnTo>
                    <a:pt x="10414" y="32463"/>
                  </a:lnTo>
                  <a:lnTo>
                    <a:pt x="10480" y="32463"/>
                  </a:lnTo>
                  <a:lnTo>
                    <a:pt x="10788" y="32562"/>
                  </a:lnTo>
                  <a:lnTo>
                    <a:pt x="11625" y="32660"/>
                  </a:lnTo>
                  <a:lnTo>
                    <a:pt x="11911" y="32779"/>
                  </a:lnTo>
                  <a:lnTo>
                    <a:pt x="12000" y="32799"/>
                  </a:lnTo>
                  <a:lnTo>
                    <a:pt x="12308" y="32759"/>
                  </a:lnTo>
                  <a:lnTo>
                    <a:pt x="12418" y="32779"/>
                  </a:lnTo>
                  <a:lnTo>
                    <a:pt x="12792" y="32996"/>
                  </a:lnTo>
                  <a:lnTo>
                    <a:pt x="13078" y="33055"/>
                  </a:lnTo>
                  <a:lnTo>
                    <a:pt x="13188" y="33095"/>
                  </a:lnTo>
                  <a:lnTo>
                    <a:pt x="13255" y="33194"/>
                  </a:lnTo>
                  <a:lnTo>
                    <a:pt x="13255" y="33272"/>
                  </a:lnTo>
                  <a:lnTo>
                    <a:pt x="13188" y="33312"/>
                  </a:lnTo>
                  <a:lnTo>
                    <a:pt x="13144" y="33371"/>
                  </a:lnTo>
                  <a:lnTo>
                    <a:pt x="13453" y="33430"/>
                  </a:lnTo>
                  <a:lnTo>
                    <a:pt x="13563" y="33391"/>
                  </a:lnTo>
                  <a:lnTo>
                    <a:pt x="13519" y="33430"/>
                  </a:lnTo>
                  <a:lnTo>
                    <a:pt x="13629" y="33470"/>
                  </a:lnTo>
                  <a:lnTo>
                    <a:pt x="13805" y="33628"/>
                  </a:lnTo>
                  <a:lnTo>
                    <a:pt x="13893" y="33667"/>
                  </a:lnTo>
                  <a:lnTo>
                    <a:pt x="14003" y="33687"/>
                  </a:lnTo>
                  <a:lnTo>
                    <a:pt x="14157" y="33687"/>
                  </a:lnTo>
                  <a:lnTo>
                    <a:pt x="14245" y="33687"/>
                  </a:lnTo>
                  <a:lnTo>
                    <a:pt x="14554" y="33825"/>
                  </a:lnTo>
                  <a:lnTo>
                    <a:pt x="14884" y="34023"/>
                  </a:lnTo>
                  <a:lnTo>
                    <a:pt x="14950" y="34082"/>
                  </a:lnTo>
                  <a:lnTo>
                    <a:pt x="15038" y="34220"/>
                  </a:lnTo>
                  <a:lnTo>
                    <a:pt x="15104" y="34280"/>
                  </a:lnTo>
                  <a:lnTo>
                    <a:pt x="15148" y="34299"/>
                  </a:lnTo>
                  <a:lnTo>
                    <a:pt x="15192" y="34319"/>
                  </a:lnTo>
                  <a:lnTo>
                    <a:pt x="15214" y="34319"/>
                  </a:lnTo>
                  <a:lnTo>
                    <a:pt x="15258" y="34319"/>
                  </a:lnTo>
                  <a:lnTo>
                    <a:pt x="15324" y="34319"/>
                  </a:lnTo>
                  <a:lnTo>
                    <a:pt x="15346" y="34339"/>
                  </a:lnTo>
                  <a:lnTo>
                    <a:pt x="15368" y="34398"/>
                  </a:lnTo>
                  <a:lnTo>
                    <a:pt x="15412" y="34438"/>
                  </a:lnTo>
                  <a:lnTo>
                    <a:pt x="15478" y="34517"/>
                  </a:lnTo>
                  <a:lnTo>
                    <a:pt x="15831" y="34892"/>
                  </a:lnTo>
                  <a:lnTo>
                    <a:pt x="15897" y="34931"/>
                  </a:lnTo>
                  <a:lnTo>
                    <a:pt x="15985" y="34951"/>
                  </a:lnTo>
                  <a:lnTo>
                    <a:pt x="16007" y="35010"/>
                  </a:lnTo>
                  <a:lnTo>
                    <a:pt x="16183" y="35089"/>
                  </a:lnTo>
                  <a:lnTo>
                    <a:pt x="16249" y="35148"/>
                  </a:lnTo>
                  <a:lnTo>
                    <a:pt x="16293" y="35227"/>
                  </a:lnTo>
                  <a:lnTo>
                    <a:pt x="16381" y="35306"/>
                  </a:lnTo>
                  <a:lnTo>
                    <a:pt x="16447" y="35405"/>
                  </a:lnTo>
                  <a:lnTo>
                    <a:pt x="16513" y="35425"/>
                  </a:lnTo>
                  <a:lnTo>
                    <a:pt x="16557" y="35464"/>
                  </a:lnTo>
                  <a:lnTo>
                    <a:pt x="16822" y="35721"/>
                  </a:lnTo>
                  <a:lnTo>
                    <a:pt x="17130" y="35978"/>
                  </a:lnTo>
                  <a:lnTo>
                    <a:pt x="17328" y="36392"/>
                  </a:lnTo>
                  <a:lnTo>
                    <a:pt x="17394" y="36471"/>
                  </a:lnTo>
                  <a:lnTo>
                    <a:pt x="17614" y="36708"/>
                  </a:lnTo>
                  <a:lnTo>
                    <a:pt x="17922" y="37064"/>
                  </a:lnTo>
                  <a:lnTo>
                    <a:pt x="18055" y="37222"/>
                  </a:lnTo>
                  <a:lnTo>
                    <a:pt x="18143" y="37242"/>
                  </a:lnTo>
                  <a:lnTo>
                    <a:pt x="18165" y="37261"/>
                  </a:lnTo>
                  <a:lnTo>
                    <a:pt x="18165" y="37281"/>
                  </a:lnTo>
                  <a:lnTo>
                    <a:pt x="18165" y="37281"/>
                  </a:lnTo>
                  <a:lnTo>
                    <a:pt x="18121" y="37281"/>
                  </a:lnTo>
                  <a:lnTo>
                    <a:pt x="18165" y="37360"/>
                  </a:lnTo>
                  <a:lnTo>
                    <a:pt x="18275" y="37518"/>
                  </a:lnTo>
                  <a:lnTo>
                    <a:pt x="18341" y="37558"/>
                  </a:lnTo>
                  <a:lnTo>
                    <a:pt x="18407" y="37558"/>
                  </a:lnTo>
                  <a:lnTo>
                    <a:pt x="18473" y="37636"/>
                  </a:lnTo>
                  <a:lnTo>
                    <a:pt x="19089" y="38446"/>
                  </a:lnTo>
                  <a:lnTo>
                    <a:pt x="19420" y="38979"/>
                  </a:lnTo>
                  <a:lnTo>
                    <a:pt x="19486" y="39157"/>
                  </a:lnTo>
                  <a:lnTo>
                    <a:pt x="19508" y="39236"/>
                  </a:lnTo>
                  <a:lnTo>
                    <a:pt x="19552" y="39315"/>
                  </a:lnTo>
                  <a:lnTo>
                    <a:pt x="19640" y="39354"/>
                  </a:lnTo>
                  <a:lnTo>
                    <a:pt x="19684" y="39394"/>
                  </a:lnTo>
                  <a:lnTo>
                    <a:pt x="19728" y="39473"/>
                  </a:lnTo>
                  <a:lnTo>
                    <a:pt x="19772" y="39552"/>
                  </a:lnTo>
                  <a:lnTo>
                    <a:pt x="19794" y="39631"/>
                  </a:lnTo>
                  <a:lnTo>
                    <a:pt x="19838" y="39907"/>
                  </a:lnTo>
                  <a:lnTo>
                    <a:pt x="19860" y="40065"/>
                  </a:lnTo>
                  <a:lnTo>
                    <a:pt x="19904" y="40164"/>
                  </a:lnTo>
                  <a:lnTo>
                    <a:pt x="20058" y="40381"/>
                  </a:lnTo>
                  <a:lnTo>
                    <a:pt x="20168" y="40677"/>
                  </a:lnTo>
                  <a:lnTo>
                    <a:pt x="20344" y="40934"/>
                  </a:lnTo>
                  <a:lnTo>
                    <a:pt x="20455" y="41230"/>
                  </a:lnTo>
                  <a:lnTo>
                    <a:pt x="20631" y="41487"/>
                  </a:lnTo>
                  <a:lnTo>
                    <a:pt x="20653" y="41586"/>
                  </a:lnTo>
                  <a:lnTo>
                    <a:pt x="20741" y="41685"/>
                  </a:lnTo>
                  <a:lnTo>
                    <a:pt x="20785" y="41823"/>
                  </a:lnTo>
                  <a:lnTo>
                    <a:pt x="20829" y="42060"/>
                  </a:lnTo>
                  <a:lnTo>
                    <a:pt x="20917" y="42198"/>
                  </a:lnTo>
                  <a:lnTo>
                    <a:pt x="21137" y="43008"/>
                  </a:lnTo>
                  <a:lnTo>
                    <a:pt x="21291" y="43422"/>
                  </a:lnTo>
                  <a:lnTo>
                    <a:pt x="21379" y="43580"/>
                  </a:lnTo>
                  <a:lnTo>
                    <a:pt x="21379" y="43620"/>
                  </a:lnTo>
                  <a:lnTo>
                    <a:pt x="21401" y="43679"/>
                  </a:lnTo>
                  <a:lnTo>
                    <a:pt x="21445" y="43778"/>
                  </a:lnTo>
                  <a:lnTo>
                    <a:pt x="21489" y="43837"/>
                  </a:lnTo>
                  <a:lnTo>
                    <a:pt x="21489" y="43896"/>
                  </a:lnTo>
                  <a:lnTo>
                    <a:pt x="21600" y="44054"/>
                  </a:lnTo>
                  <a:lnTo>
                    <a:pt x="21644" y="44232"/>
                  </a:lnTo>
                  <a:lnTo>
                    <a:pt x="21666" y="44390"/>
                  </a:lnTo>
                  <a:lnTo>
                    <a:pt x="21710" y="44548"/>
                  </a:lnTo>
                  <a:lnTo>
                    <a:pt x="21776" y="44706"/>
                  </a:lnTo>
                  <a:lnTo>
                    <a:pt x="21820" y="44883"/>
                  </a:lnTo>
                  <a:lnTo>
                    <a:pt x="21842" y="45061"/>
                  </a:lnTo>
                  <a:lnTo>
                    <a:pt x="21820" y="45377"/>
                  </a:lnTo>
                  <a:lnTo>
                    <a:pt x="21820" y="45515"/>
                  </a:lnTo>
                  <a:lnTo>
                    <a:pt x="21864" y="45950"/>
                  </a:lnTo>
                  <a:lnTo>
                    <a:pt x="21864" y="46029"/>
                  </a:lnTo>
                  <a:lnTo>
                    <a:pt x="21908" y="46207"/>
                  </a:lnTo>
                  <a:lnTo>
                    <a:pt x="21930" y="46720"/>
                  </a:lnTo>
                  <a:lnTo>
                    <a:pt x="21908" y="46957"/>
                  </a:lnTo>
                  <a:lnTo>
                    <a:pt x="21864" y="47154"/>
                  </a:lnTo>
                  <a:lnTo>
                    <a:pt x="21732" y="47312"/>
                  </a:lnTo>
                  <a:lnTo>
                    <a:pt x="21622" y="47372"/>
                  </a:lnTo>
                  <a:lnTo>
                    <a:pt x="21577" y="47411"/>
                  </a:lnTo>
                  <a:lnTo>
                    <a:pt x="21511" y="47490"/>
                  </a:lnTo>
                  <a:lnTo>
                    <a:pt x="21533" y="47549"/>
                  </a:lnTo>
                  <a:lnTo>
                    <a:pt x="21577" y="47688"/>
                  </a:lnTo>
                  <a:lnTo>
                    <a:pt x="21577" y="47727"/>
                  </a:lnTo>
                  <a:lnTo>
                    <a:pt x="21511" y="47885"/>
                  </a:lnTo>
                  <a:lnTo>
                    <a:pt x="21379" y="48181"/>
                  </a:lnTo>
                  <a:lnTo>
                    <a:pt x="21049" y="49149"/>
                  </a:lnTo>
                  <a:lnTo>
                    <a:pt x="20741" y="49781"/>
                  </a:lnTo>
                  <a:lnTo>
                    <a:pt x="20697" y="50018"/>
                  </a:lnTo>
                  <a:lnTo>
                    <a:pt x="20763" y="49998"/>
                  </a:lnTo>
                  <a:lnTo>
                    <a:pt x="20851" y="49860"/>
                  </a:lnTo>
                  <a:lnTo>
                    <a:pt x="20983" y="49761"/>
                  </a:lnTo>
                  <a:lnTo>
                    <a:pt x="21005" y="49702"/>
                  </a:lnTo>
                  <a:lnTo>
                    <a:pt x="21027" y="49682"/>
                  </a:lnTo>
                  <a:lnTo>
                    <a:pt x="21049" y="49761"/>
                  </a:lnTo>
                  <a:lnTo>
                    <a:pt x="21027" y="49958"/>
                  </a:lnTo>
                  <a:lnTo>
                    <a:pt x="20983" y="50116"/>
                  </a:lnTo>
                  <a:lnTo>
                    <a:pt x="20873" y="50255"/>
                  </a:lnTo>
                  <a:lnTo>
                    <a:pt x="20719" y="50689"/>
                  </a:lnTo>
                  <a:lnTo>
                    <a:pt x="19530" y="52624"/>
                  </a:lnTo>
                  <a:lnTo>
                    <a:pt x="19464" y="52683"/>
                  </a:lnTo>
                  <a:lnTo>
                    <a:pt x="19398" y="52762"/>
                  </a:lnTo>
                  <a:lnTo>
                    <a:pt x="19155" y="53513"/>
                  </a:lnTo>
                  <a:lnTo>
                    <a:pt x="19089" y="53592"/>
                  </a:lnTo>
                  <a:lnTo>
                    <a:pt x="18825" y="53789"/>
                  </a:lnTo>
                  <a:lnTo>
                    <a:pt x="18385" y="54362"/>
                  </a:lnTo>
                  <a:lnTo>
                    <a:pt x="18209" y="54441"/>
                  </a:lnTo>
                  <a:lnTo>
                    <a:pt x="18231" y="54441"/>
                  </a:lnTo>
                  <a:lnTo>
                    <a:pt x="17856" y="54875"/>
                  </a:lnTo>
                  <a:lnTo>
                    <a:pt x="17614" y="55290"/>
                  </a:lnTo>
                  <a:lnTo>
                    <a:pt x="17526" y="55349"/>
                  </a:lnTo>
                  <a:lnTo>
                    <a:pt x="17504" y="55389"/>
                  </a:lnTo>
                  <a:lnTo>
                    <a:pt x="17372" y="55606"/>
                  </a:lnTo>
                  <a:lnTo>
                    <a:pt x="17174" y="55784"/>
                  </a:lnTo>
                  <a:lnTo>
                    <a:pt x="17152" y="55863"/>
                  </a:lnTo>
                  <a:lnTo>
                    <a:pt x="17108" y="55902"/>
                  </a:lnTo>
                  <a:lnTo>
                    <a:pt x="16866" y="55981"/>
                  </a:lnTo>
                  <a:lnTo>
                    <a:pt x="16667" y="56198"/>
                  </a:lnTo>
                  <a:lnTo>
                    <a:pt x="16535" y="56218"/>
                  </a:lnTo>
                  <a:lnTo>
                    <a:pt x="16425" y="56475"/>
                  </a:lnTo>
                  <a:lnTo>
                    <a:pt x="16315" y="56554"/>
                  </a:lnTo>
                  <a:lnTo>
                    <a:pt x="16205" y="56593"/>
                  </a:lnTo>
                  <a:lnTo>
                    <a:pt x="16029" y="56751"/>
                  </a:lnTo>
                  <a:lnTo>
                    <a:pt x="15831" y="56850"/>
                  </a:lnTo>
                  <a:lnTo>
                    <a:pt x="15655" y="57047"/>
                  </a:lnTo>
                  <a:lnTo>
                    <a:pt x="15258" y="57284"/>
                  </a:lnTo>
                  <a:lnTo>
                    <a:pt x="15192" y="57344"/>
                  </a:lnTo>
                  <a:lnTo>
                    <a:pt x="15038" y="57699"/>
                  </a:lnTo>
                  <a:lnTo>
                    <a:pt x="14994" y="57758"/>
                  </a:lnTo>
                  <a:lnTo>
                    <a:pt x="13673" y="58489"/>
                  </a:lnTo>
                  <a:lnTo>
                    <a:pt x="13585" y="58647"/>
                  </a:lnTo>
                  <a:lnTo>
                    <a:pt x="13519" y="58686"/>
                  </a:lnTo>
                  <a:lnTo>
                    <a:pt x="13343" y="58746"/>
                  </a:lnTo>
                  <a:lnTo>
                    <a:pt x="13299" y="58785"/>
                  </a:lnTo>
                  <a:lnTo>
                    <a:pt x="13233" y="58864"/>
                  </a:lnTo>
                  <a:lnTo>
                    <a:pt x="12946" y="58983"/>
                  </a:lnTo>
                  <a:lnTo>
                    <a:pt x="12880" y="59022"/>
                  </a:lnTo>
                  <a:lnTo>
                    <a:pt x="12858" y="59062"/>
                  </a:lnTo>
                  <a:lnTo>
                    <a:pt x="12814" y="59101"/>
                  </a:lnTo>
                  <a:lnTo>
                    <a:pt x="12704" y="59180"/>
                  </a:lnTo>
                  <a:lnTo>
                    <a:pt x="12594" y="59259"/>
                  </a:lnTo>
                  <a:lnTo>
                    <a:pt x="12506" y="59318"/>
                  </a:lnTo>
                  <a:lnTo>
                    <a:pt x="12418" y="59417"/>
                  </a:lnTo>
                  <a:lnTo>
                    <a:pt x="12374" y="59437"/>
                  </a:lnTo>
                  <a:lnTo>
                    <a:pt x="12352" y="59397"/>
                  </a:lnTo>
                  <a:lnTo>
                    <a:pt x="12308" y="59338"/>
                  </a:lnTo>
                  <a:lnTo>
                    <a:pt x="12308" y="59279"/>
                  </a:lnTo>
                  <a:lnTo>
                    <a:pt x="12330" y="59239"/>
                  </a:lnTo>
                  <a:lnTo>
                    <a:pt x="12286" y="59279"/>
                  </a:lnTo>
                  <a:lnTo>
                    <a:pt x="12286" y="59377"/>
                  </a:lnTo>
                  <a:lnTo>
                    <a:pt x="12330" y="59437"/>
                  </a:lnTo>
                  <a:lnTo>
                    <a:pt x="12352" y="59535"/>
                  </a:lnTo>
                  <a:lnTo>
                    <a:pt x="12308" y="59575"/>
                  </a:lnTo>
                  <a:lnTo>
                    <a:pt x="12286" y="59595"/>
                  </a:lnTo>
                  <a:lnTo>
                    <a:pt x="12220" y="59634"/>
                  </a:lnTo>
                  <a:lnTo>
                    <a:pt x="12000" y="59911"/>
                  </a:lnTo>
                  <a:lnTo>
                    <a:pt x="11911" y="59970"/>
                  </a:lnTo>
                  <a:lnTo>
                    <a:pt x="11911" y="60009"/>
                  </a:lnTo>
                  <a:lnTo>
                    <a:pt x="12198" y="59950"/>
                  </a:lnTo>
                  <a:lnTo>
                    <a:pt x="12308" y="59851"/>
                  </a:lnTo>
                  <a:lnTo>
                    <a:pt x="12220" y="59772"/>
                  </a:lnTo>
                  <a:lnTo>
                    <a:pt x="12286" y="59772"/>
                  </a:lnTo>
                  <a:lnTo>
                    <a:pt x="12352" y="59772"/>
                  </a:lnTo>
                  <a:lnTo>
                    <a:pt x="12396" y="59832"/>
                  </a:lnTo>
                  <a:lnTo>
                    <a:pt x="12440" y="59891"/>
                  </a:lnTo>
                  <a:lnTo>
                    <a:pt x="12418" y="59970"/>
                  </a:lnTo>
                  <a:lnTo>
                    <a:pt x="12308" y="60049"/>
                  </a:lnTo>
                  <a:lnTo>
                    <a:pt x="12726" y="59970"/>
                  </a:lnTo>
                  <a:lnTo>
                    <a:pt x="12770" y="60029"/>
                  </a:lnTo>
                  <a:lnTo>
                    <a:pt x="12726" y="60148"/>
                  </a:lnTo>
                  <a:lnTo>
                    <a:pt x="12704" y="60266"/>
                  </a:lnTo>
                  <a:lnTo>
                    <a:pt x="12660" y="60385"/>
                  </a:lnTo>
                  <a:lnTo>
                    <a:pt x="12726" y="60365"/>
                  </a:lnTo>
                  <a:lnTo>
                    <a:pt x="12792" y="60345"/>
                  </a:lnTo>
                  <a:lnTo>
                    <a:pt x="12858" y="60227"/>
                  </a:lnTo>
                  <a:lnTo>
                    <a:pt x="12836" y="60246"/>
                  </a:lnTo>
                  <a:lnTo>
                    <a:pt x="12814" y="60246"/>
                  </a:lnTo>
                  <a:lnTo>
                    <a:pt x="12792" y="60227"/>
                  </a:lnTo>
                  <a:lnTo>
                    <a:pt x="12770" y="60207"/>
                  </a:lnTo>
                  <a:lnTo>
                    <a:pt x="12836" y="60108"/>
                  </a:lnTo>
                  <a:lnTo>
                    <a:pt x="12924" y="60088"/>
                  </a:lnTo>
                  <a:lnTo>
                    <a:pt x="13034" y="60088"/>
                  </a:lnTo>
                  <a:lnTo>
                    <a:pt x="13100" y="60167"/>
                  </a:lnTo>
                  <a:lnTo>
                    <a:pt x="13144" y="60266"/>
                  </a:lnTo>
                  <a:lnTo>
                    <a:pt x="13056" y="60345"/>
                  </a:lnTo>
                  <a:lnTo>
                    <a:pt x="12836" y="60444"/>
                  </a:lnTo>
                  <a:lnTo>
                    <a:pt x="12858" y="60483"/>
                  </a:lnTo>
                  <a:lnTo>
                    <a:pt x="13012" y="60483"/>
                  </a:lnTo>
                  <a:lnTo>
                    <a:pt x="13188" y="60582"/>
                  </a:lnTo>
                  <a:lnTo>
                    <a:pt x="13255" y="60681"/>
                  </a:lnTo>
                  <a:lnTo>
                    <a:pt x="13188" y="60779"/>
                  </a:lnTo>
                  <a:lnTo>
                    <a:pt x="13233" y="60799"/>
                  </a:lnTo>
                  <a:lnTo>
                    <a:pt x="13255" y="60799"/>
                  </a:lnTo>
                  <a:lnTo>
                    <a:pt x="13299" y="60799"/>
                  </a:lnTo>
                  <a:lnTo>
                    <a:pt x="13365" y="60779"/>
                  </a:lnTo>
                  <a:lnTo>
                    <a:pt x="13365" y="60839"/>
                  </a:lnTo>
                  <a:lnTo>
                    <a:pt x="13409" y="60898"/>
                  </a:lnTo>
                  <a:lnTo>
                    <a:pt x="13475" y="60977"/>
                  </a:lnTo>
                  <a:lnTo>
                    <a:pt x="13519" y="60997"/>
                  </a:lnTo>
                  <a:lnTo>
                    <a:pt x="13563" y="61016"/>
                  </a:lnTo>
                  <a:lnTo>
                    <a:pt x="13585" y="61095"/>
                  </a:lnTo>
                  <a:lnTo>
                    <a:pt x="13585" y="61273"/>
                  </a:lnTo>
                  <a:lnTo>
                    <a:pt x="13651" y="61273"/>
                  </a:lnTo>
                  <a:lnTo>
                    <a:pt x="13849" y="61273"/>
                  </a:lnTo>
                  <a:lnTo>
                    <a:pt x="13849" y="61332"/>
                  </a:lnTo>
                  <a:lnTo>
                    <a:pt x="13783" y="61392"/>
                  </a:lnTo>
                  <a:lnTo>
                    <a:pt x="13717" y="61411"/>
                  </a:lnTo>
                  <a:lnTo>
                    <a:pt x="13651" y="61411"/>
                  </a:lnTo>
                  <a:lnTo>
                    <a:pt x="13673" y="61451"/>
                  </a:lnTo>
                  <a:lnTo>
                    <a:pt x="13717" y="61530"/>
                  </a:lnTo>
                  <a:lnTo>
                    <a:pt x="13717" y="61550"/>
                  </a:lnTo>
                  <a:lnTo>
                    <a:pt x="13717" y="61589"/>
                  </a:lnTo>
                  <a:lnTo>
                    <a:pt x="13695" y="61609"/>
                  </a:lnTo>
                  <a:lnTo>
                    <a:pt x="13695" y="61629"/>
                  </a:lnTo>
                  <a:lnTo>
                    <a:pt x="13695" y="61648"/>
                  </a:lnTo>
                  <a:lnTo>
                    <a:pt x="13827" y="61648"/>
                  </a:lnTo>
                  <a:lnTo>
                    <a:pt x="13915" y="61747"/>
                  </a:lnTo>
                  <a:lnTo>
                    <a:pt x="14003" y="61905"/>
                  </a:lnTo>
                  <a:lnTo>
                    <a:pt x="14025" y="62043"/>
                  </a:lnTo>
                  <a:lnTo>
                    <a:pt x="14135" y="62004"/>
                  </a:lnTo>
                  <a:lnTo>
                    <a:pt x="14223" y="62024"/>
                  </a:lnTo>
                  <a:lnTo>
                    <a:pt x="14267" y="62063"/>
                  </a:lnTo>
                  <a:lnTo>
                    <a:pt x="14245" y="62103"/>
                  </a:lnTo>
                  <a:lnTo>
                    <a:pt x="14223" y="62122"/>
                  </a:lnTo>
                  <a:lnTo>
                    <a:pt x="14157" y="62201"/>
                  </a:lnTo>
                  <a:lnTo>
                    <a:pt x="14355" y="62241"/>
                  </a:lnTo>
                  <a:lnTo>
                    <a:pt x="14906" y="62201"/>
                  </a:lnTo>
                  <a:lnTo>
                    <a:pt x="14950" y="62221"/>
                  </a:lnTo>
                  <a:lnTo>
                    <a:pt x="14950" y="62320"/>
                  </a:lnTo>
                  <a:lnTo>
                    <a:pt x="14884" y="62339"/>
                  </a:lnTo>
                  <a:lnTo>
                    <a:pt x="14796" y="62339"/>
                  </a:lnTo>
                  <a:lnTo>
                    <a:pt x="14730" y="62339"/>
                  </a:lnTo>
                  <a:lnTo>
                    <a:pt x="14730" y="62379"/>
                  </a:lnTo>
                  <a:lnTo>
                    <a:pt x="14796" y="62418"/>
                  </a:lnTo>
                  <a:lnTo>
                    <a:pt x="14818" y="62458"/>
                  </a:lnTo>
                  <a:lnTo>
                    <a:pt x="14708" y="62576"/>
                  </a:lnTo>
                  <a:lnTo>
                    <a:pt x="14686" y="62655"/>
                  </a:lnTo>
                  <a:lnTo>
                    <a:pt x="14664" y="62754"/>
                  </a:lnTo>
                  <a:lnTo>
                    <a:pt x="14752" y="62715"/>
                  </a:lnTo>
                  <a:lnTo>
                    <a:pt x="14928" y="62655"/>
                  </a:lnTo>
                  <a:lnTo>
                    <a:pt x="15082" y="62695"/>
                  </a:lnTo>
                  <a:lnTo>
                    <a:pt x="15126" y="62794"/>
                  </a:lnTo>
                  <a:lnTo>
                    <a:pt x="15192" y="62774"/>
                  </a:lnTo>
                  <a:lnTo>
                    <a:pt x="15236" y="62754"/>
                  </a:lnTo>
                  <a:lnTo>
                    <a:pt x="15324" y="62695"/>
                  </a:lnTo>
                  <a:lnTo>
                    <a:pt x="15368" y="62813"/>
                  </a:lnTo>
                  <a:lnTo>
                    <a:pt x="15456" y="62774"/>
                  </a:lnTo>
                  <a:lnTo>
                    <a:pt x="15655" y="62596"/>
                  </a:lnTo>
                  <a:lnTo>
                    <a:pt x="15941" y="62497"/>
                  </a:lnTo>
                  <a:lnTo>
                    <a:pt x="16073" y="62438"/>
                  </a:lnTo>
                  <a:lnTo>
                    <a:pt x="16183" y="62497"/>
                  </a:lnTo>
                  <a:lnTo>
                    <a:pt x="16161" y="62537"/>
                  </a:lnTo>
                  <a:lnTo>
                    <a:pt x="16095" y="62636"/>
                  </a:lnTo>
                  <a:lnTo>
                    <a:pt x="16073" y="62655"/>
                  </a:lnTo>
                  <a:lnTo>
                    <a:pt x="15941" y="62715"/>
                  </a:lnTo>
                  <a:lnTo>
                    <a:pt x="15875" y="62754"/>
                  </a:lnTo>
                  <a:lnTo>
                    <a:pt x="15831" y="62813"/>
                  </a:lnTo>
                  <a:lnTo>
                    <a:pt x="15875" y="62813"/>
                  </a:lnTo>
                  <a:lnTo>
                    <a:pt x="15941" y="62794"/>
                  </a:lnTo>
                  <a:lnTo>
                    <a:pt x="15985" y="62794"/>
                  </a:lnTo>
                  <a:lnTo>
                    <a:pt x="16029" y="62813"/>
                  </a:lnTo>
                  <a:lnTo>
                    <a:pt x="16029" y="62853"/>
                  </a:lnTo>
                  <a:lnTo>
                    <a:pt x="16029" y="62892"/>
                  </a:lnTo>
                  <a:lnTo>
                    <a:pt x="16029" y="62912"/>
                  </a:lnTo>
                  <a:lnTo>
                    <a:pt x="16029" y="62932"/>
                  </a:lnTo>
                  <a:lnTo>
                    <a:pt x="15963" y="62892"/>
                  </a:lnTo>
                  <a:lnTo>
                    <a:pt x="15941" y="62932"/>
                  </a:lnTo>
                  <a:lnTo>
                    <a:pt x="15985" y="62991"/>
                  </a:lnTo>
                  <a:lnTo>
                    <a:pt x="16051" y="63011"/>
                  </a:lnTo>
                  <a:lnTo>
                    <a:pt x="15985" y="63090"/>
                  </a:lnTo>
                  <a:lnTo>
                    <a:pt x="15831" y="63090"/>
                  </a:lnTo>
                  <a:lnTo>
                    <a:pt x="15765" y="63110"/>
                  </a:lnTo>
                  <a:lnTo>
                    <a:pt x="15831" y="63228"/>
                  </a:lnTo>
                  <a:lnTo>
                    <a:pt x="15390" y="63287"/>
                  </a:lnTo>
                  <a:lnTo>
                    <a:pt x="15302" y="63366"/>
                  </a:lnTo>
                  <a:lnTo>
                    <a:pt x="15412" y="63386"/>
                  </a:lnTo>
                  <a:lnTo>
                    <a:pt x="16007" y="63268"/>
                  </a:lnTo>
                  <a:lnTo>
                    <a:pt x="16227" y="63287"/>
                  </a:lnTo>
                  <a:lnTo>
                    <a:pt x="16205" y="63327"/>
                  </a:lnTo>
                  <a:lnTo>
                    <a:pt x="16205" y="63347"/>
                  </a:lnTo>
                  <a:lnTo>
                    <a:pt x="16183" y="63347"/>
                  </a:lnTo>
                  <a:lnTo>
                    <a:pt x="16513" y="63406"/>
                  </a:lnTo>
                  <a:lnTo>
                    <a:pt x="16535" y="63386"/>
                  </a:lnTo>
                  <a:lnTo>
                    <a:pt x="16623" y="63465"/>
                  </a:lnTo>
                  <a:lnTo>
                    <a:pt x="16866" y="63524"/>
                  </a:lnTo>
                  <a:lnTo>
                    <a:pt x="16954" y="63603"/>
                  </a:lnTo>
                  <a:lnTo>
                    <a:pt x="16557" y="63662"/>
                  </a:lnTo>
                  <a:lnTo>
                    <a:pt x="16469" y="63741"/>
                  </a:lnTo>
                  <a:lnTo>
                    <a:pt x="16491" y="63761"/>
                  </a:lnTo>
                  <a:lnTo>
                    <a:pt x="16513" y="63761"/>
                  </a:lnTo>
                  <a:lnTo>
                    <a:pt x="16535" y="63781"/>
                  </a:lnTo>
                  <a:lnTo>
                    <a:pt x="16557" y="63801"/>
                  </a:lnTo>
                  <a:lnTo>
                    <a:pt x="16513" y="63820"/>
                  </a:lnTo>
                  <a:lnTo>
                    <a:pt x="16469" y="63820"/>
                  </a:lnTo>
                  <a:lnTo>
                    <a:pt x="16425" y="63880"/>
                  </a:lnTo>
                  <a:lnTo>
                    <a:pt x="16403" y="63919"/>
                  </a:lnTo>
                  <a:lnTo>
                    <a:pt x="16535" y="63860"/>
                  </a:lnTo>
                  <a:lnTo>
                    <a:pt x="16645" y="63880"/>
                  </a:lnTo>
                  <a:lnTo>
                    <a:pt x="16689" y="63939"/>
                  </a:lnTo>
                  <a:lnTo>
                    <a:pt x="16535" y="63978"/>
                  </a:lnTo>
                  <a:lnTo>
                    <a:pt x="16689" y="63978"/>
                  </a:lnTo>
                  <a:lnTo>
                    <a:pt x="16777" y="63959"/>
                  </a:lnTo>
                  <a:lnTo>
                    <a:pt x="16733" y="64097"/>
                  </a:lnTo>
                  <a:lnTo>
                    <a:pt x="16601" y="64117"/>
                  </a:lnTo>
                  <a:lnTo>
                    <a:pt x="16271" y="64097"/>
                  </a:lnTo>
                  <a:lnTo>
                    <a:pt x="16469" y="64136"/>
                  </a:lnTo>
                  <a:lnTo>
                    <a:pt x="16844" y="64136"/>
                  </a:lnTo>
                  <a:lnTo>
                    <a:pt x="17042" y="64275"/>
                  </a:lnTo>
                  <a:lnTo>
                    <a:pt x="16910" y="64294"/>
                  </a:lnTo>
                  <a:lnTo>
                    <a:pt x="16755" y="64314"/>
                  </a:lnTo>
                  <a:lnTo>
                    <a:pt x="16645" y="64334"/>
                  </a:lnTo>
                  <a:lnTo>
                    <a:pt x="16535" y="64452"/>
                  </a:lnTo>
                  <a:lnTo>
                    <a:pt x="16645" y="64452"/>
                  </a:lnTo>
                  <a:lnTo>
                    <a:pt x="16733" y="64472"/>
                  </a:lnTo>
                  <a:lnTo>
                    <a:pt x="16822" y="64571"/>
                  </a:lnTo>
                  <a:lnTo>
                    <a:pt x="16844" y="64729"/>
                  </a:lnTo>
                  <a:lnTo>
                    <a:pt x="17262" y="64650"/>
                  </a:lnTo>
                  <a:lnTo>
                    <a:pt x="17482" y="64670"/>
                  </a:lnTo>
                  <a:lnTo>
                    <a:pt x="17680" y="64828"/>
                  </a:lnTo>
                  <a:lnTo>
                    <a:pt x="17482" y="64847"/>
                  </a:lnTo>
                  <a:lnTo>
                    <a:pt x="17284" y="64768"/>
                  </a:lnTo>
                  <a:lnTo>
                    <a:pt x="17086" y="64749"/>
                  </a:lnTo>
                  <a:lnTo>
                    <a:pt x="16932" y="64867"/>
                  </a:lnTo>
                  <a:lnTo>
                    <a:pt x="16954" y="64907"/>
                  </a:lnTo>
                  <a:lnTo>
                    <a:pt x="16976" y="64887"/>
                  </a:lnTo>
                  <a:lnTo>
                    <a:pt x="17042" y="64887"/>
                  </a:lnTo>
                  <a:lnTo>
                    <a:pt x="17130" y="64907"/>
                  </a:lnTo>
                  <a:lnTo>
                    <a:pt x="16910" y="65104"/>
                  </a:lnTo>
                  <a:lnTo>
                    <a:pt x="17020" y="65163"/>
                  </a:lnTo>
                  <a:lnTo>
                    <a:pt x="17042" y="65163"/>
                  </a:lnTo>
                  <a:lnTo>
                    <a:pt x="17086" y="65163"/>
                  </a:lnTo>
                  <a:lnTo>
                    <a:pt x="17086" y="65420"/>
                  </a:lnTo>
                  <a:lnTo>
                    <a:pt x="17108" y="65519"/>
                  </a:lnTo>
                  <a:lnTo>
                    <a:pt x="17196" y="65499"/>
                  </a:lnTo>
                  <a:lnTo>
                    <a:pt x="17196" y="65637"/>
                  </a:lnTo>
                  <a:lnTo>
                    <a:pt x="17174" y="65677"/>
                  </a:lnTo>
                  <a:lnTo>
                    <a:pt x="16866" y="65736"/>
                  </a:lnTo>
                  <a:lnTo>
                    <a:pt x="16777" y="65775"/>
                  </a:lnTo>
                  <a:lnTo>
                    <a:pt x="16755" y="65874"/>
                  </a:lnTo>
                  <a:lnTo>
                    <a:pt x="16888" y="65854"/>
                  </a:lnTo>
                  <a:lnTo>
                    <a:pt x="17108" y="65874"/>
                  </a:lnTo>
                  <a:lnTo>
                    <a:pt x="17240" y="65854"/>
                  </a:lnTo>
                  <a:lnTo>
                    <a:pt x="17350" y="65815"/>
                  </a:lnTo>
                  <a:lnTo>
                    <a:pt x="17416" y="65815"/>
                  </a:lnTo>
                  <a:lnTo>
                    <a:pt x="17482" y="65854"/>
                  </a:lnTo>
                  <a:lnTo>
                    <a:pt x="17482" y="65914"/>
                  </a:lnTo>
                  <a:lnTo>
                    <a:pt x="17460" y="65953"/>
                  </a:lnTo>
                  <a:lnTo>
                    <a:pt x="17372" y="65973"/>
                  </a:lnTo>
                  <a:lnTo>
                    <a:pt x="17350" y="65973"/>
                  </a:lnTo>
                  <a:lnTo>
                    <a:pt x="17394" y="66072"/>
                  </a:lnTo>
                  <a:lnTo>
                    <a:pt x="17460" y="66091"/>
                  </a:lnTo>
                  <a:lnTo>
                    <a:pt x="17504" y="66091"/>
                  </a:lnTo>
                  <a:lnTo>
                    <a:pt x="17548" y="66072"/>
                  </a:lnTo>
                  <a:lnTo>
                    <a:pt x="17570" y="66111"/>
                  </a:lnTo>
                  <a:lnTo>
                    <a:pt x="17570" y="66190"/>
                  </a:lnTo>
                  <a:lnTo>
                    <a:pt x="17548" y="66249"/>
                  </a:lnTo>
                  <a:lnTo>
                    <a:pt x="17460" y="66210"/>
                  </a:lnTo>
                  <a:lnTo>
                    <a:pt x="17416" y="66289"/>
                  </a:lnTo>
                  <a:lnTo>
                    <a:pt x="17416" y="66348"/>
                  </a:lnTo>
                  <a:lnTo>
                    <a:pt x="17394" y="66447"/>
                  </a:lnTo>
                  <a:lnTo>
                    <a:pt x="17416" y="66526"/>
                  </a:lnTo>
                  <a:lnTo>
                    <a:pt x="17460" y="66486"/>
                  </a:lnTo>
                  <a:lnTo>
                    <a:pt x="17548" y="66467"/>
                  </a:lnTo>
                  <a:lnTo>
                    <a:pt x="17592" y="66447"/>
                  </a:lnTo>
                  <a:lnTo>
                    <a:pt x="17702" y="66309"/>
                  </a:lnTo>
                  <a:lnTo>
                    <a:pt x="17768" y="66309"/>
                  </a:lnTo>
                  <a:lnTo>
                    <a:pt x="17834" y="66328"/>
                  </a:lnTo>
                  <a:lnTo>
                    <a:pt x="17922" y="66388"/>
                  </a:lnTo>
                  <a:lnTo>
                    <a:pt x="17944" y="66447"/>
                  </a:lnTo>
                  <a:lnTo>
                    <a:pt x="17944" y="66486"/>
                  </a:lnTo>
                  <a:lnTo>
                    <a:pt x="18077" y="66506"/>
                  </a:lnTo>
                  <a:lnTo>
                    <a:pt x="18143" y="66585"/>
                  </a:lnTo>
                  <a:lnTo>
                    <a:pt x="18121" y="66664"/>
                  </a:lnTo>
                  <a:lnTo>
                    <a:pt x="18011" y="66723"/>
                  </a:lnTo>
                  <a:lnTo>
                    <a:pt x="17922" y="66703"/>
                  </a:lnTo>
                  <a:lnTo>
                    <a:pt x="17790" y="66664"/>
                  </a:lnTo>
                  <a:lnTo>
                    <a:pt x="17702" y="66664"/>
                  </a:lnTo>
                  <a:lnTo>
                    <a:pt x="17680" y="66782"/>
                  </a:lnTo>
                  <a:lnTo>
                    <a:pt x="17724" y="66782"/>
                  </a:lnTo>
                  <a:lnTo>
                    <a:pt x="17768" y="66822"/>
                  </a:lnTo>
                  <a:lnTo>
                    <a:pt x="17856" y="66901"/>
                  </a:lnTo>
                  <a:lnTo>
                    <a:pt x="17922" y="66921"/>
                  </a:lnTo>
                  <a:lnTo>
                    <a:pt x="18033" y="66940"/>
                  </a:lnTo>
                  <a:lnTo>
                    <a:pt x="18121" y="66980"/>
                  </a:lnTo>
                  <a:lnTo>
                    <a:pt x="18033" y="67059"/>
                  </a:lnTo>
                  <a:lnTo>
                    <a:pt x="17944" y="67138"/>
                  </a:lnTo>
                  <a:lnTo>
                    <a:pt x="17812" y="67177"/>
                  </a:lnTo>
                  <a:lnTo>
                    <a:pt x="17702" y="67059"/>
                  </a:lnTo>
                  <a:lnTo>
                    <a:pt x="17724" y="67019"/>
                  </a:lnTo>
                  <a:lnTo>
                    <a:pt x="17680" y="66980"/>
                  </a:lnTo>
                  <a:lnTo>
                    <a:pt x="17702" y="66940"/>
                  </a:lnTo>
                  <a:lnTo>
                    <a:pt x="17724" y="66921"/>
                  </a:lnTo>
                  <a:lnTo>
                    <a:pt x="17680" y="66921"/>
                  </a:lnTo>
                  <a:lnTo>
                    <a:pt x="17548" y="67000"/>
                  </a:lnTo>
                  <a:lnTo>
                    <a:pt x="17482" y="67079"/>
                  </a:lnTo>
                  <a:lnTo>
                    <a:pt x="17394" y="67197"/>
                  </a:lnTo>
                  <a:lnTo>
                    <a:pt x="17526" y="67276"/>
                  </a:lnTo>
                  <a:lnTo>
                    <a:pt x="17592" y="67375"/>
                  </a:lnTo>
                  <a:lnTo>
                    <a:pt x="17680" y="67434"/>
                  </a:lnTo>
                  <a:lnTo>
                    <a:pt x="17790" y="67454"/>
                  </a:lnTo>
                  <a:lnTo>
                    <a:pt x="17812" y="67493"/>
                  </a:lnTo>
                  <a:lnTo>
                    <a:pt x="17768" y="67572"/>
                  </a:lnTo>
                  <a:lnTo>
                    <a:pt x="17790" y="67612"/>
                  </a:lnTo>
                  <a:lnTo>
                    <a:pt x="17834" y="67612"/>
                  </a:lnTo>
                  <a:lnTo>
                    <a:pt x="17856" y="67572"/>
                  </a:lnTo>
                  <a:lnTo>
                    <a:pt x="17922" y="67513"/>
                  </a:lnTo>
                  <a:lnTo>
                    <a:pt x="17966" y="67474"/>
                  </a:lnTo>
                  <a:lnTo>
                    <a:pt x="18033" y="67434"/>
                  </a:lnTo>
                  <a:lnTo>
                    <a:pt x="18077" y="67434"/>
                  </a:lnTo>
                  <a:lnTo>
                    <a:pt x="18143" y="67474"/>
                  </a:lnTo>
                  <a:lnTo>
                    <a:pt x="18253" y="67651"/>
                  </a:lnTo>
                  <a:lnTo>
                    <a:pt x="18275" y="67691"/>
                  </a:lnTo>
                  <a:lnTo>
                    <a:pt x="18341" y="67691"/>
                  </a:lnTo>
                  <a:lnTo>
                    <a:pt x="18407" y="67750"/>
                  </a:lnTo>
                  <a:lnTo>
                    <a:pt x="18429" y="67809"/>
                  </a:lnTo>
                  <a:lnTo>
                    <a:pt x="18473" y="67869"/>
                  </a:lnTo>
                  <a:lnTo>
                    <a:pt x="18473" y="67967"/>
                  </a:lnTo>
                  <a:lnTo>
                    <a:pt x="18429" y="68066"/>
                  </a:lnTo>
                  <a:lnTo>
                    <a:pt x="18451" y="68165"/>
                  </a:lnTo>
                  <a:lnTo>
                    <a:pt x="18495" y="68204"/>
                  </a:lnTo>
                  <a:lnTo>
                    <a:pt x="18583" y="68263"/>
                  </a:lnTo>
                  <a:lnTo>
                    <a:pt x="18649" y="68303"/>
                  </a:lnTo>
                  <a:lnTo>
                    <a:pt x="18649" y="68402"/>
                  </a:lnTo>
                  <a:lnTo>
                    <a:pt x="18627" y="68481"/>
                  </a:lnTo>
                  <a:lnTo>
                    <a:pt x="18627" y="68500"/>
                  </a:lnTo>
                  <a:lnTo>
                    <a:pt x="18693" y="68560"/>
                  </a:lnTo>
                  <a:lnTo>
                    <a:pt x="18759" y="68599"/>
                  </a:lnTo>
                  <a:lnTo>
                    <a:pt x="18825" y="68599"/>
                  </a:lnTo>
                  <a:lnTo>
                    <a:pt x="18891" y="68619"/>
                  </a:lnTo>
                  <a:lnTo>
                    <a:pt x="18935" y="68599"/>
                  </a:lnTo>
                  <a:lnTo>
                    <a:pt x="18979" y="68658"/>
                  </a:lnTo>
                  <a:lnTo>
                    <a:pt x="18913" y="68678"/>
                  </a:lnTo>
                  <a:lnTo>
                    <a:pt x="18869" y="68777"/>
                  </a:lnTo>
                  <a:lnTo>
                    <a:pt x="18913" y="68757"/>
                  </a:lnTo>
                  <a:lnTo>
                    <a:pt x="18979" y="68757"/>
                  </a:lnTo>
                  <a:lnTo>
                    <a:pt x="19023" y="68777"/>
                  </a:lnTo>
                  <a:lnTo>
                    <a:pt x="19067" y="68856"/>
                  </a:lnTo>
                  <a:lnTo>
                    <a:pt x="19045" y="68856"/>
                  </a:lnTo>
                  <a:lnTo>
                    <a:pt x="18935" y="68935"/>
                  </a:lnTo>
                  <a:lnTo>
                    <a:pt x="18891" y="68974"/>
                  </a:lnTo>
                  <a:lnTo>
                    <a:pt x="18935" y="68974"/>
                  </a:lnTo>
                  <a:lnTo>
                    <a:pt x="19001" y="68994"/>
                  </a:lnTo>
                  <a:lnTo>
                    <a:pt x="19045" y="69034"/>
                  </a:lnTo>
                  <a:lnTo>
                    <a:pt x="19067" y="69073"/>
                  </a:lnTo>
                  <a:lnTo>
                    <a:pt x="19001" y="69172"/>
                  </a:lnTo>
                  <a:lnTo>
                    <a:pt x="18935" y="69211"/>
                  </a:lnTo>
                  <a:lnTo>
                    <a:pt x="18935" y="69251"/>
                  </a:lnTo>
                  <a:lnTo>
                    <a:pt x="19089" y="69350"/>
                  </a:lnTo>
                  <a:lnTo>
                    <a:pt x="19023" y="70060"/>
                  </a:lnTo>
                  <a:lnTo>
                    <a:pt x="19089" y="70041"/>
                  </a:lnTo>
                  <a:lnTo>
                    <a:pt x="19155" y="70021"/>
                  </a:lnTo>
                  <a:lnTo>
                    <a:pt x="19244" y="70001"/>
                  </a:lnTo>
                  <a:lnTo>
                    <a:pt x="19310" y="70041"/>
                  </a:lnTo>
                  <a:lnTo>
                    <a:pt x="19310" y="70159"/>
                  </a:lnTo>
                  <a:lnTo>
                    <a:pt x="19244" y="70238"/>
                  </a:lnTo>
                  <a:lnTo>
                    <a:pt x="19155" y="70337"/>
                  </a:lnTo>
                  <a:lnTo>
                    <a:pt x="19089" y="70376"/>
                  </a:lnTo>
                  <a:lnTo>
                    <a:pt x="19222" y="70436"/>
                  </a:lnTo>
                  <a:lnTo>
                    <a:pt x="19420" y="70455"/>
                  </a:lnTo>
                  <a:lnTo>
                    <a:pt x="19552" y="70436"/>
                  </a:lnTo>
                  <a:lnTo>
                    <a:pt x="19662" y="70376"/>
                  </a:lnTo>
                  <a:lnTo>
                    <a:pt x="19640" y="70357"/>
                  </a:lnTo>
                  <a:lnTo>
                    <a:pt x="19640" y="70357"/>
                  </a:lnTo>
                  <a:lnTo>
                    <a:pt x="19640" y="70357"/>
                  </a:lnTo>
                  <a:lnTo>
                    <a:pt x="19618" y="70337"/>
                  </a:lnTo>
                  <a:lnTo>
                    <a:pt x="19706" y="70297"/>
                  </a:lnTo>
                  <a:lnTo>
                    <a:pt x="19750" y="70337"/>
                  </a:lnTo>
                  <a:lnTo>
                    <a:pt x="19772" y="70396"/>
                  </a:lnTo>
                  <a:lnTo>
                    <a:pt x="19860" y="70455"/>
                  </a:lnTo>
                  <a:lnTo>
                    <a:pt x="19904" y="70495"/>
                  </a:lnTo>
                  <a:lnTo>
                    <a:pt x="19970" y="70495"/>
                  </a:lnTo>
                  <a:lnTo>
                    <a:pt x="20102" y="70455"/>
                  </a:lnTo>
                  <a:lnTo>
                    <a:pt x="20102" y="70515"/>
                  </a:lnTo>
                  <a:lnTo>
                    <a:pt x="20102" y="70554"/>
                  </a:lnTo>
                  <a:lnTo>
                    <a:pt x="20080" y="70594"/>
                  </a:lnTo>
                  <a:lnTo>
                    <a:pt x="20058" y="70633"/>
                  </a:lnTo>
                  <a:lnTo>
                    <a:pt x="19970" y="70594"/>
                  </a:lnTo>
                  <a:lnTo>
                    <a:pt x="19860" y="70692"/>
                  </a:lnTo>
                  <a:lnTo>
                    <a:pt x="19750" y="70653"/>
                  </a:lnTo>
                  <a:lnTo>
                    <a:pt x="19794" y="70771"/>
                  </a:lnTo>
                  <a:lnTo>
                    <a:pt x="19794" y="70850"/>
                  </a:lnTo>
                  <a:lnTo>
                    <a:pt x="19706" y="70969"/>
                  </a:lnTo>
                  <a:lnTo>
                    <a:pt x="19750" y="70988"/>
                  </a:lnTo>
                  <a:lnTo>
                    <a:pt x="19838" y="71067"/>
                  </a:lnTo>
                  <a:lnTo>
                    <a:pt x="19926" y="71166"/>
                  </a:lnTo>
                  <a:lnTo>
                    <a:pt x="19992" y="71206"/>
                  </a:lnTo>
                  <a:lnTo>
                    <a:pt x="20080" y="71265"/>
                  </a:lnTo>
                  <a:lnTo>
                    <a:pt x="20146" y="71265"/>
                  </a:lnTo>
                  <a:lnTo>
                    <a:pt x="20322" y="71225"/>
                  </a:lnTo>
                  <a:lnTo>
                    <a:pt x="20366" y="71206"/>
                  </a:lnTo>
                  <a:lnTo>
                    <a:pt x="20697" y="71028"/>
                  </a:lnTo>
                  <a:lnTo>
                    <a:pt x="20763" y="71008"/>
                  </a:lnTo>
                  <a:lnTo>
                    <a:pt x="20521" y="71522"/>
                  </a:lnTo>
                  <a:lnTo>
                    <a:pt x="20499" y="71581"/>
                  </a:lnTo>
                  <a:lnTo>
                    <a:pt x="20543" y="71581"/>
                  </a:lnTo>
                  <a:lnTo>
                    <a:pt x="20587" y="71561"/>
                  </a:lnTo>
                  <a:lnTo>
                    <a:pt x="20631" y="71541"/>
                  </a:lnTo>
                  <a:lnTo>
                    <a:pt x="20719" y="71462"/>
                  </a:lnTo>
                  <a:lnTo>
                    <a:pt x="20763" y="71561"/>
                  </a:lnTo>
                  <a:lnTo>
                    <a:pt x="20807" y="71660"/>
                  </a:lnTo>
                  <a:lnTo>
                    <a:pt x="20785" y="71739"/>
                  </a:lnTo>
                  <a:lnTo>
                    <a:pt x="20697" y="71798"/>
                  </a:lnTo>
                  <a:lnTo>
                    <a:pt x="20344" y="71897"/>
                  </a:lnTo>
                  <a:lnTo>
                    <a:pt x="20300" y="71956"/>
                  </a:lnTo>
                  <a:lnTo>
                    <a:pt x="20322" y="72094"/>
                  </a:lnTo>
                  <a:lnTo>
                    <a:pt x="20411" y="72114"/>
                  </a:lnTo>
                  <a:lnTo>
                    <a:pt x="20565" y="72114"/>
                  </a:lnTo>
                  <a:lnTo>
                    <a:pt x="20653" y="72134"/>
                  </a:lnTo>
                  <a:lnTo>
                    <a:pt x="20763" y="72213"/>
                  </a:lnTo>
                  <a:lnTo>
                    <a:pt x="20763" y="72311"/>
                  </a:lnTo>
                  <a:lnTo>
                    <a:pt x="20697" y="72351"/>
                  </a:lnTo>
                  <a:lnTo>
                    <a:pt x="20565" y="72390"/>
                  </a:lnTo>
                  <a:lnTo>
                    <a:pt x="20587" y="72450"/>
                  </a:lnTo>
                  <a:lnTo>
                    <a:pt x="20763" y="72390"/>
                  </a:lnTo>
                  <a:lnTo>
                    <a:pt x="20851" y="72390"/>
                  </a:lnTo>
                  <a:lnTo>
                    <a:pt x="20917" y="72489"/>
                  </a:lnTo>
                  <a:lnTo>
                    <a:pt x="20829" y="72687"/>
                  </a:lnTo>
                  <a:lnTo>
                    <a:pt x="20939" y="72726"/>
                  </a:lnTo>
                  <a:lnTo>
                    <a:pt x="21005" y="72746"/>
                  </a:lnTo>
                  <a:lnTo>
                    <a:pt x="21071" y="72726"/>
                  </a:lnTo>
                  <a:lnTo>
                    <a:pt x="21137" y="72667"/>
                  </a:lnTo>
                  <a:lnTo>
                    <a:pt x="21203" y="72746"/>
                  </a:lnTo>
                  <a:lnTo>
                    <a:pt x="21269" y="72845"/>
                  </a:lnTo>
                  <a:lnTo>
                    <a:pt x="21181" y="72864"/>
                  </a:lnTo>
                  <a:lnTo>
                    <a:pt x="21181" y="72924"/>
                  </a:lnTo>
                  <a:lnTo>
                    <a:pt x="21247" y="72924"/>
                  </a:lnTo>
                  <a:lnTo>
                    <a:pt x="21291" y="72924"/>
                  </a:lnTo>
                  <a:lnTo>
                    <a:pt x="21379" y="72963"/>
                  </a:lnTo>
                  <a:lnTo>
                    <a:pt x="21423" y="73022"/>
                  </a:lnTo>
                  <a:lnTo>
                    <a:pt x="21313" y="73062"/>
                  </a:lnTo>
                  <a:lnTo>
                    <a:pt x="21225" y="73220"/>
                  </a:lnTo>
                  <a:lnTo>
                    <a:pt x="21137" y="73240"/>
                  </a:lnTo>
                  <a:lnTo>
                    <a:pt x="21137" y="73279"/>
                  </a:lnTo>
                  <a:lnTo>
                    <a:pt x="21203" y="73279"/>
                  </a:lnTo>
                  <a:lnTo>
                    <a:pt x="21357" y="73279"/>
                  </a:lnTo>
                  <a:lnTo>
                    <a:pt x="21401" y="73279"/>
                  </a:lnTo>
                  <a:lnTo>
                    <a:pt x="21423" y="73299"/>
                  </a:lnTo>
                  <a:lnTo>
                    <a:pt x="21423" y="73378"/>
                  </a:lnTo>
                  <a:lnTo>
                    <a:pt x="21423" y="73417"/>
                  </a:lnTo>
                  <a:lnTo>
                    <a:pt x="21489" y="73358"/>
                  </a:lnTo>
                  <a:lnTo>
                    <a:pt x="21533" y="73299"/>
                  </a:lnTo>
                  <a:lnTo>
                    <a:pt x="21622" y="73279"/>
                  </a:lnTo>
                  <a:lnTo>
                    <a:pt x="21710" y="73299"/>
                  </a:lnTo>
                  <a:lnTo>
                    <a:pt x="21732" y="73417"/>
                  </a:lnTo>
                  <a:lnTo>
                    <a:pt x="21842" y="73378"/>
                  </a:lnTo>
                  <a:lnTo>
                    <a:pt x="22040" y="73259"/>
                  </a:lnTo>
                  <a:lnTo>
                    <a:pt x="22084" y="73279"/>
                  </a:lnTo>
                  <a:lnTo>
                    <a:pt x="22150" y="73299"/>
                  </a:lnTo>
                  <a:lnTo>
                    <a:pt x="22238" y="73338"/>
                  </a:lnTo>
                  <a:lnTo>
                    <a:pt x="22282" y="73417"/>
                  </a:lnTo>
                  <a:lnTo>
                    <a:pt x="22304" y="73477"/>
                  </a:lnTo>
                  <a:lnTo>
                    <a:pt x="22282" y="73496"/>
                  </a:lnTo>
                  <a:lnTo>
                    <a:pt x="22260" y="73536"/>
                  </a:lnTo>
                  <a:lnTo>
                    <a:pt x="22260" y="73635"/>
                  </a:lnTo>
                  <a:lnTo>
                    <a:pt x="22480" y="73615"/>
                  </a:lnTo>
                  <a:lnTo>
                    <a:pt x="22502" y="73635"/>
                  </a:lnTo>
                  <a:lnTo>
                    <a:pt x="22546" y="73694"/>
                  </a:lnTo>
                  <a:lnTo>
                    <a:pt x="22546" y="73753"/>
                  </a:lnTo>
                  <a:lnTo>
                    <a:pt x="22458" y="73852"/>
                  </a:lnTo>
                  <a:lnTo>
                    <a:pt x="22480" y="73911"/>
                  </a:lnTo>
                  <a:lnTo>
                    <a:pt x="22524" y="73970"/>
                  </a:lnTo>
                  <a:lnTo>
                    <a:pt x="22612" y="73970"/>
                  </a:lnTo>
                  <a:lnTo>
                    <a:pt x="22678" y="74010"/>
                  </a:lnTo>
                  <a:lnTo>
                    <a:pt x="22656" y="74089"/>
                  </a:lnTo>
                  <a:lnTo>
                    <a:pt x="22656" y="74187"/>
                  </a:lnTo>
                  <a:lnTo>
                    <a:pt x="22612" y="74227"/>
                  </a:lnTo>
                  <a:lnTo>
                    <a:pt x="22700" y="74326"/>
                  </a:lnTo>
                  <a:lnTo>
                    <a:pt x="22788" y="74385"/>
                  </a:lnTo>
                  <a:lnTo>
                    <a:pt x="22877" y="74444"/>
                  </a:lnTo>
                  <a:lnTo>
                    <a:pt x="22877" y="74642"/>
                  </a:lnTo>
                  <a:lnTo>
                    <a:pt x="22766" y="74859"/>
                  </a:lnTo>
                  <a:lnTo>
                    <a:pt x="22744" y="74997"/>
                  </a:lnTo>
                  <a:lnTo>
                    <a:pt x="22811" y="75116"/>
                  </a:lnTo>
                  <a:lnTo>
                    <a:pt x="22877" y="75056"/>
                  </a:lnTo>
                  <a:lnTo>
                    <a:pt x="22987" y="75017"/>
                  </a:lnTo>
                  <a:lnTo>
                    <a:pt x="23185" y="74977"/>
                  </a:lnTo>
                  <a:lnTo>
                    <a:pt x="23295" y="74977"/>
                  </a:lnTo>
                  <a:lnTo>
                    <a:pt x="23361" y="75017"/>
                  </a:lnTo>
                  <a:lnTo>
                    <a:pt x="23427" y="75056"/>
                  </a:lnTo>
                  <a:lnTo>
                    <a:pt x="23537" y="75076"/>
                  </a:lnTo>
                  <a:lnTo>
                    <a:pt x="23559" y="75135"/>
                  </a:lnTo>
                  <a:lnTo>
                    <a:pt x="23141" y="75116"/>
                  </a:lnTo>
                  <a:lnTo>
                    <a:pt x="23009" y="75175"/>
                  </a:lnTo>
                  <a:lnTo>
                    <a:pt x="22899" y="75254"/>
                  </a:lnTo>
                  <a:lnTo>
                    <a:pt x="22899" y="75333"/>
                  </a:lnTo>
                  <a:lnTo>
                    <a:pt x="23075" y="75570"/>
                  </a:lnTo>
                  <a:lnTo>
                    <a:pt x="23075" y="75649"/>
                  </a:lnTo>
                  <a:lnTo>
                    <a:pt x="23031" y="75767"/>
                  </a:lnTo>
                  <a:lnTo>
                    <a:pt x="23009" y="75826"/>
                  </a:lnTo>
                  <a:lnTo>
                    <a:pt x="23009" y="75905"/>
                  </a:lnTo>
                  <a:lnTo>
                    <a:pt x="23031" y="76063"/>
                  </a:lnTo>
                  <a:lnTo>
                    <a:pt x="23031" y="76142"/>
                  </a:lnTo>
                  <a:lnTo>
                    <a:pt x="23009" y="76281"/>
                  </a:lnTo>
                  <a:lnTo>
                    <a:pt x="22921" y="76360"/>
                  </a:lnTo>
                  <a:lnTo>
                    <a:pt x="22833" y="76419"/>
                  </a:lnTo>
                  <a:lnTo>
                    <a:pt x="22744" y="76498"/>
                  </a:lnTo>
                  <a:lnTo>
                    <a:pt x="22788" y="76537"/>
                  </a:lnTo>
                  <a:lnTo>
                    <a:pt x="22833" y="76577"/>
                  </a:lnTo>
                  <a:lnTo>
                    <a:pt x="22899" y="76597"/>
                  </a:lnTo>
                  <a:lnTo>
                    <a:pt x="22833" y="76675"/>
                  </a:lnTo>
                  <a:lnTo>
                    <a:pt x="22744" y="76735"/>
                  </a:lnTo>
                  <a:lnTo>
                    <a:pt x="22568" y="76774"/>
                  </a:lnTo>
                  <a:lnTo>
                    <a:pt x="22612" y="76814"/>
                  </a:lnTo>
                  <a:lnTo>
                    <a:pt x="22656" y="76873"/>
                  </a:lnTo>
                  <a:lnTo>
                    <a:pt x="22700" y="76952"/>
                  </a:lnTo>
                  <a:lnTo>
                    <a:pt x="22722" y="77011"/>
                  </a:lnTo>
                  <a:lnTo>
                    <a:pt x="22700" y="77051"/>
                  </a:lnTo>
                  <a:lnTo>
                    <a:pt x="22656" y="77051"/>
                  </a:lnTo>
                  <a:lnTo>
                    <a:pt x="22612" y="77070"/>
                  </a:lnTo>
                  <a:lnTo>
                    <a:pt x="22612" y="77268"/>
                  </a:lnTo>
                  <a:lnTo>
                    <a:pt x="22568" y="77367"/>
                  </a:lnTo>
                  <a:lnTo>
                    <a:pt x="22238" y="77584"/>
                  </a:lnTo>
                  <a:lnTo>
                    <a:pt x="22040" y="77663"/>
                  </a:lnTo>
                  <a:lnTo>
                    <a:pt x="21952" y="77742"/>
                  </a:lnTo>
                  <a:lnTo>
                    <a:pt x="21996" y="77841"/>
                  </a:lnTo>
                  <a:lnTo>
                    <a:pt x="22128" y="77979"/>
                  </a:lnTo>
                  <a:lnTo>
                    <a:pt x="22172" y="78117"/>
                  </a:lnTo>
                  <a:lnTo>
                    <a:pt x="22370" y="78216"/>
                  </a:lnTo>
                  <a:lnTo>
                    <a:pt x="22436" y="78295"/>
                  </a:lnTo>
                  <a:lnTo>
                    <a:pt x="22436" y="78393"/>
                  </a:lnTo>
                  <a:lnTo>
                    <a:pt x="22370" y="78532"/>
                  </a:lnTo>
                  <a:lnTo>
                    <a:pt x="22326" y="78630"/>
                  </a:lnTo>
                  <a:lnTo>
                    <a:pt x="22238" y="78729"/>
                  </a:lnTo>
                  <a:lnTo>
                    <a:pt x="22128" y="78808"/>
                  </a:lnTo>
                  <a:lnTo>
                    <a:pt x="22084" y="78828"/>
                  </a:lnTo>
                  <a:lnTo>
                    <a:pt x="22040" y="78848"/>
                  </a:lnTo>
                  <a:lnTo>
                    <a:pt x="21908" y="78828"/>
                  </a:lnTo>
                  <a:lnTo>
                    <a:pt x="21864" y="78828"/>
                  </a:lnTo>
                  <a:lnTo>
                    <a:pt x="21798" y="78887"/>
                  </a:lnTo>
                  <a:lnTo>
                    <a:pt x="21710" y="78927"/>
                  </a:lnTo>
                  <a:lnTo>
                    <a:pt x="21666" y="79006"/>
                  </a:lnTo>
                  <a:lnTo>
                    <a:pt x="21666" y="79144"/>
                  </a:lnTo>
                  <a:lnTo>
                    <a:pt x="21776" y="79164"/>
                  </a:lnTo>
                  <a:lnTo>
                    <a:pt x="21842" y="79203"/>
                  </a:lnTo>
                  <a:lnTo>
                    <a:pt x="21996" y="79381"/>
                  </a:lnTo>
                  <a:lnTo>
                    <a:pt x="22062" y="79420"/>
                  </a:lnTo>
                  <a:lnTo>
                    <a:pt x="22128" y="79480"/>
                  </a:lnTo>
                  <a:lnTo>
                    <a:pt x="22304" y="79499"/>
                  </a:lnTo>
                  <a:lnTo>
                    <a:pt x="22326" y="79697"/>
                  </a:lnTo>
                  <a:lnTo>
                    <a:pt x="22436" y="79776"/>
                  </a:lnTo>
                  <a:lnTo>
                    <a:pt x="22546" y="79776"/>
                  </a:lnTo>
                  <a:lnTo>
                    <a:pt x="22678" y="79776"/>
                  </a:lnTo>
                  <a:lnTo>
                    <a:pt x="22744" y="79776"/>
                  </a:lnTo>
                  <a:lnTo>
                    <a:pt x="22899" y="79934"/>
                  </a:lnTo>
                  <a:lnTo>
                    <a:pt x="22943" y="79953"/>
                  </a:lnTo>
                  <a:lnTo>
                    <a:pt x="22987" y="79973"/>
                  </a:lnTo>
                  <a:lnTo>
                    <a:pt x="23119" y="79953"/>
                  </a:lnTo>
                  <a:lnTo>
                    <a:pt x="23185" y="79953"/>
                  </a:lnTo>
                  <a:lnTo>
                    <a:pt x="23141" y="80072"/>
                  </a:lnTo>
                  <a:lnTo>
                    <a:pt x="23141" y="80289"/>
                  </a:lnTo>
                  <a:lnTo>
                    <a:pt x="23207" y="80487"/>
                  </a:lnTo>
                  <a:lnTo>
                    <a:pt x="23317" y="80645"/>
                  </a:lnTo>
                  <a:lnTo>
                    <a:pt x="23471" y="80684"/>
                  </a:lnTo>
                  <a:lnTo>
                    <a:pt x="23801" y="80566"/>
                  </a:lnTo>
                  <a:lnTo>
                    <a:pt x="23955" y="80684"/>
                  </a:lnTo>
                  <a:lnTo>
                    <a:pt x="23669" y="80743"/>
                  </a:lnTo>
                  <a:lnTo>
                    <a:pt x="23647" y="80763"/>
                  </a:lnTo>
                  <a:lnTo>
                    <a:pt x="23471" y="80901"/>
                  </a:lnTo>
                  <a:lnTo>
                    <a:pt x="23427" y="81020"/>
                  </a:lnTo>
                  <a:lnTo>
                    <a:pt x="23383" y="81237"/>
                  </a:lnTo>
                  <a:lnTo>
                    <a:pt x="23339" y="81316"/>
                  </a:lnTo>
                  <a:lnTo>
                    <a:pt x="23251" y="81415"/>
                  </a:lnTo>
                  <a:lnTo>
                    <a:pt x="23207" y="81494"/>
                  </a:lnTo>
                  <a:lnTo>
                    <a:pt x="23229" y="81612"/>
                  </a:lnTo>
                  <a:lnTo>
                    <a:pt x="23295" y="81691"/>
                  </a:lnTo>
                  <a:lnTo>
                    <a:pt x="23515" y="81731"/>
                  </a:lnTo>
                  <a:lnTo>
                    <a:pt x="23603" y="81810"/>
                  </a:lnTo>
                  <a:lnTo>
                    <a:pt x="23515" y="81829"/>
                  </a:lnTo>
                  <a:lnTo>
                    <a:pt x="23449" y="81889"/>
                  </a:lnTo>
                  <a:lnTo>
                    <a:pt x="23383" y="82086"/>
                  </a:lnTo>
                  <a:lnTo>
                    <a:pt x="23339" y="82205"/>
                  </a:lnTo>
                  <a:lnTo>
                    <a:pt x="23339" y="82264"/>
                  </a:lnTo>
                  <a:lnTo>
                    <a:pt x="23339" y="82323"/>
                  </a:lnTo>
                  <a:lnTo>
                    <a:pt x="23383" y="82599"/>
                  </a:lnTo>
                  <a:lnTo>
                    <a:pt x="23405" y="82718"/>
                  </a:lnTo>
                  <a:lnTo>
                    <a:pt x="23471" y="82817"/>
                  </a:lnTo>
                  <a:lnTo>
                    <a:pt x="23647" y="82856"/>
                  </a:lnTo>
                  <a:lnTo>
                    <a:pt x="23757" y="82935"/>
                  </a:lnTo>
                  <a:lnTo>
                    <a:pt x="23845" y="83034"/>
                  </a:lnTo>
                  <a:lnTo>
                    <a:pt x="23911" y="83093"/>
                  </a:lnTo>
                  <a:lnTo>
                    <a:pt x="23625" y="83073"/>
                  </a:lnTo>
                  <a:lnTo>
                    <a:pt x="23559" y="83054"/>
                  </a:lnTo>
                  <a:lnTo>
                    <a:pt x="23295" y="82856"/>
                  </a:lnTo>
                  <a:lnTo>
                    <a:pt x="23229" y="82777"/>
                  </a:lnTo>
                  <a:lnTo>
                    <a:pt x="23185" y="82678"/>
                  </a:lnTo>
                  <a:lnTo>
                    <a:pt x="23163" y="82599"/>
                  </a:lnTo>
                  <a:lnTo>
                    <a:pt x="23229" y="82481"/>
                  </a:lnTo>
                  <a:lnTo>
                    <a:pt x="23229" y="82402"/>
                  </a:lnTo>
                  <a:lnTo>
                    <a:pt x="23185" y="82323"/>
                  </a:lnTo>
                  <a:lnTo>
                    <a:pt x="23097" y="82224"/>
                  </a:lnTo>
                  <a:lnTo>
                    <a:pt x="22877" y="81770"/>
                  </a:lnTo>
                  <a:lnTo>
                    <a:pt x="22788" y="81711"/>
                  </a:lnTo>
                  <a:lnTo>
                    <a:pt x="22656" y="81612"/>
                  </a:lnTo>
                  <a:lnTo>
                    <a:pt x="22590" y="81533"/>
                  </a:lnTo>
                  <a:lnTo>
                    <a:pt x="22546" y="81454"/>
                  </a:lnTo>
                  <a:lnTo>
                    <a:pt x="22502" y="81276"/>
                  </a:lnTo>
                  <a:lnTo>
                    <a:pt x="22458" y="81217"/>
                  </a:lnTo>
                  <a:lnTo>
                    <a:pt x="22348" y="81138"/>
                  </a:lnTo>
                  <a:lnTo>
                    <a:pt x="22040" y="81020"/>
                  </a:lnTo>
                  <a:lnTo>
                    <a:pt x="21952" y="80941"/>
                  </a:lnTo>
                  <a:lnTo>
                    <a:pt x="21864" y="80882"/>
                  </a:lnTo>
                  <a:lnTo>
                    <a:pt x="21732" y="80822"/>
                  </a:lnTo>
                  <a:lnTo>
                    <a:pt x="21666" y="80842"/>
                  </a:lnTo>
                  <a:lnTo>
                    <a:pt x="21644" y="80882"/>
                  </a:lnTo>
                  <a:lnTo>
                    <a:pt x="21622" y="80921"/>
                  </a:lnTo>
                  <a:lnTo>
                    <a:pt x="21577" y="80961"/>
                  </a:lnTo>
                  <a:lnTo>
                    <a:pt x="21511" y="81020"/>
                  </a:lnTo>
                  <a:lnTo>
                    <a:pt x="21137" y="81079"/>
                  </a:lnTo>
                  <a:lnTo>
                    <a:pt x="21049" y="81079"/>
                  </a:lnTo>
                  <a:lnTo>
                    <a:pt x="20983" y="80941"/>
                  </a:lnTo>
                  <a:lnTo>
                    <a:pt x="20961" y="80783"/>
                  </a:lnTo>
                  <a:lnTo>
                    <a:pt x="20983" y="80546"/>
                  </a:lnTo>
                  <a:lnTo>
                    <a:pt x="20983" y="80348"/>
                  </a:lnTo>
                  <a:lnTo>
                    <a:pt x="20939" y="80309"/>
                  </a:lnTo>
                  <a:lnTo>
                    <a:pt x="20807" y="80309"/>
                  </a:lnTo>
                  <a:lnTo>
                    <a:pt x="20543" y="80171"/>
                  </a:lnTo>
                  <a:lnTo>
                    <a:pt x="20433" y="80250"/>
                  </a:lnTo>
                  <a:lnTo>
                    <a:pt x="20058" y="80941"/>
                  </a:lnTo>
                  <a:lnTo>
                    <a:pt x="19860" y="81138"/>
                  </a:lnTo>
                  <a:lnTo>
                    <a:pt x="19662" y="81237"/>
                  </a:lnTo>
                  <a:lnTo>
                    <a:pt x="19750" y="81336"/>
                  </a:lnTo>
                  <a:lnTo>
                    <a:pt x="19904" y="81513"/>
                  </a:lnTo>
                  <a:lnTo>
                    <a:pt x="19992" y="81691"/>
                  </a:lnTo>
                  <a:lnTo>
                    <a:pt x="20058" y="81810"/>
                  </a:lnTo>
                  <a:lnTo>
                    <a:pt x="20014" y="81810"/>
                  </a:lnTo>
                  <a:lnTo>
                    <a:pt x="20278" y="82501"/>
                  </a:lnTo>
                  <a:lnTo>
                    <a:pt x="20499" y="83291"/>
                  </a:lnTo>
                  <a:lnTo>
                    <a:pt x="20741" y="84080"/>
                  </a:lnTo>
                  <a:lnTo>
                    <a:pt x="20983" y="84851"/>
                  </a:lnTo>
                  <a:lnTo>
                    <a:pt x="21137" y="85265"/>
                  </a:lnTo>
                  <a:lnTo>
                    <a:pt x="21291" y="85463"/>
                  </a:lnTo>
                  <a:lnTo>
                    <a:pt x="21401" y="85522"/>
                  </a:lnTo>
                  <a:lnTo>
                    <a:pt x="21489" y="85542"/>
                  </a:lnTo>
                  <a:lnTo>
                    <a:pt x="21622" y="85621"/>
                  </a:lnTo>
                  <a:lnTo>
                    <a:pt x="21864" y="85818"/>
                  </a:lnTo>
                  <a:lnTo>
                    <a:pt x="22172" y="86174"/>
                  </a:lnTo>
                  <a:lnTo>
                    <a:pt x="22260" y="86213"/>
                  </a:lnTo>
                  <a:lnTo>
                    <a:pt x="22370" y="86292"/>
                  </a:lnTo>
                  <a:lnTo>
                    <a:pt x="22458" y="86430"/>
                  </a:lnTo>
                  <a:lnTo>
                    <a:pt x="22546" y="86727"/>
                  </a:lnTo>
                  <a:lnTo>
                    <a:pt x="22458" y="86707"/>
                  </a:lnTo>
                  <a:lnTo>
                    <a:pt x="22392" y="86628"/>
                  </a:lnTo>
                  <a:lnTo>
                    <a:pt x="22370" y="86549"/>
                  </a:lnTo>
                  <a:lnTo>
                    <a:pt x="22348" y="86430"/>
                  </a:lnTo>
                  <a:lnTo>
                    <a:pt x="22304" y="86371"/>
                  </a:lnTo>
                  <a:lnTo>
                    <a:pt x="22084" y="86233"/>
                  </a:lnTo>
                  <a:lnTo>
                    <a:pt x="22018" y="86174"/>
                  </a:lnTo>
                  <a:lnTo>
                    <a:pt x="21886" y="85996"/>
                  </a:lnTo>
                  <a:lnTo>
                    <a:pt x="21842" y="85937"/>
                  </a:lnTo>
                  <a:lnTo>
                    <a:pt x="21181" y="85443"/>
                  </a:lnTo>
                  <a:lnTo>
                    <a:pt x="21225" y="85640"/>
                  </a:lnTo>
                  <a:lnTo>
                    <a:pt x="21467" y="86411"/>
                  </a:lnTo>
                  <a:lnTo>
                    <a:pt x="21710" y="87200"/>
                  </a:lnTo>
                  <a:lnTo>
                    <a:pt x="21952" y="87990"/>
                  </a:lnTo>
                  <a:lnTo>
                    <a:pt x="22216" y="88760"/>
                  </a:lnTo>
                  <a:lnTo>
                    <a:pt x="22458" y="89550"/>
                  </a:lnTo>
                  <a:lnTo>
                    <a:pt x="22678" y="90320"/>
                  </a:lnTo>
                  <a:lnTo>
                    <a:pt x="22921" y="91110"/>
                  </a:lnTo>
                  <a:lnTo>
                    <a:pt x="23163" y="91900"/>
                  </a:lnTo>
                  <a:lnTo>
                    <a:pt x="23405" y="92670"/>
                  </a:lnTo>
                  <a:lnTo>
                    <a:pt x="23647" y="93460"/>
                  </a:lnTo>
                  <a:lnTo>
                    <a:pt x="23867" y="94250"/>
                  </a:lnTo>
                  <a:lnTo>
                    <a:pt x="24110" y="95020"/>
                  </a:lnTo>
                  <a:lnTo>
                    <a:pt x="24374" y="95810"/>
                  </a:lnTo>
                  <a:lnTo>
                    <a:pt x="24616" y="96600"/>
                  </a:lnTo>
                  <a:lnTo>
                    <a:pt x="24836" y="97370"/>
                  </a:lnTo>
                  <a:lnTo>
                    <a:pt x="25078" y="98160"/>
                  </a:lnTo>
                  <a:lnTo>
                    <a:pt x="25321" y="98969"/>
                  </a:lnTo>
                  <a:lnTo>
                    <a:pt x="25541" y="99720"/>
                  </a:lnTo>
                  <a:lnTo>
                    <a:pt x="25783" y="100529"/>
                  </a:lnTo>
                  <a:lnTo>
                    <a:pt x="26025" y="101319"/>
                  </a:lnTo>
                  <a:lnTo>
                    <a:pt x="26245" y="102089"/>
                  </a:lnTo>
                  <a:lnTo>
                    <a:pt x="26488" y="102879"/>
                  </a:lnTo>
                  <a:lnTo>
                    <a:pt x="26752" y="103669"/>
                  </a:lnTo>
                  <a:lnTo>
                    <a:pt x="26972" y="104459"/>
                  </a:lnTo>
                  <a:lnTo>
                    <a:pt x="27214" y="105229"/>
                  </a:lnTo>
                  <a:lnTo>
                    <a:pt x="27434" y="106019"/>
                  </a:lnTo>
                  <a:lnTo>
                    <a:pt x="27677" y="106809"/>
                  </a:lnTo>
                  <a:lnTo>
                    <a:pt x="27787" y="107164"/>
                  </a:lnTo>
                  <a:lnTo>
                    <a:pt x="27919" y="107559"/>
                  </a:lnTo>
                  <a:lnTo>
                    <a:pt x="27963" y="107717"/>
                  </a:lnTo>
                  <a:lnTo>
                    <a:pt x="28051" y="107895"/>
                  </a:lnTo>
                  <a:lnTo>
                    <a:pt x="28095" y="108092"/>
                  </a:lnTo>
                  <a:lnTo>
                    <a:pt x="28139" y="108270"/>
                  </a:lnTo>
                  <a:lnTo>
                    <a:pt x="28205" y="108467"/>
                  </a:lnTo>
                  <a:lnTo>
                    <a:pt x="28293" y="108724"/>
                  </a:lnTo>
                  <a:lnTo>
                    <a:pt x="28337" y="108941"/>
                  </a:lnTo>
                  <a:lnTo>
                    <a:pt x="28315" y="109139"/>
                  </a:lnTo>
                  <a:lnTo>
                    <a:pt x="28227" y="109336"/>
                  </a:lnTo>
                  <a:lnTo>
                    <a:pt x="28205" y="109573"/>
                  </a:lnTo>
                  <a:lnTo>
                    <a:pt x="28227" y="109791"/>
                  </a:lnTo>
                  <a:lnTo>
                    <a:pt x="28359" y="110027"/>
                  </a:lnTo>
                  <a:lnTo>
                    <a:pt x="28513" y="110185"/>
                  </a:lnTo>
                  <a:lnTo>
                    <a:pt x="28667" y="110343"/>
                  </a:lnTo>
                  <a:lnTo>
                    <a:pt x="28844" y="110482"/>
                  </a:lnTo>
                  <a:lnTo>
                    <a:pt x="29020" y="110600"/>
                  </a:lnTo>
                  <a:lnTo>
                    <a:pt x="29130" y="110699"/>
                  </a:lnTo>
                  <a:lnTo>
                    <a:pt x="29218" y="110778"/>
                  </a:lnTo>
                  <a:lnTo>
                    <a:pt x="29306" y="110877"/>
                  </a:lnTo>
                  <a:lnTo>
                    <a:pt x="29372" y="110975"/>
                  </a:lnTo>
                  <a:lnTo>
                    <a:pt x="29460" y="111193"/>
                  </a:lnTo>
                  <a:lnTo>
                    <a:pt x="29504" y="111449"/>
                  </a:lnTo>
                  <a:lnTo>
                    <a:pt x="29526" y="111666"/>
                  </a:lnTo>
                  <a:lnTo>
                    <a:pt x="29592" y="111864"/>
                  </a:lnTo>
                  <a:lnTo>
                    <a:pt x="29746" y="112160"/>
                  </a:lnTo>
                  <a:lnTo>
                    <a:pt x="30033" y="112377"/>
                  </a:lnTo>
                  <a:lnTo>
                    <a:pt x="30297" y="112555"/>
                  </a:lnTo>
                  <a:lnTo>
                    <a:pt x="30539" y="112792"/>
                  </a:lnTo>
                  <a:lnTo>
                    <a:pt x="30803" y="113088"/>
                  </a:lnTo>
                  <a:lnTo>
                    <a:pt x="31133" y="113305"/>
                  </a:lnTo>
                  <a:lnTo>
                    <a:pt x="31420" y="113483"/>
                  </a:lnTo>
                  <a:lnTo>
                    <a:pt x="31728" y="113661"/>
                  </a:lnTo>
                  <a:lnTo>
                    <a:pt x="32300" y="114411"/>
                  </a:lnTo>
                  <a:lnTo>
                    <a:pt x="32499" y="114589"/>
                  </a:lnTo>
                  <a:lnTo>
                    <a:pt x="32741" y="114688"/>
                  </a:lnTo>
                  <a:lnTo>
                    <a:pt x="32895" y="114767"/>
                  </a:lnTo>
                  <a:lnTo>
                    <a:pt x="32961" y="114885"/>
                  </a:lnTo>
                  <a:lnTo>
                    <a:pt x="33049" y="115043"/>
                  </a:lnTo>
                  <a:lnTo>
                    <a:pt x="33137" y="115201"/>
                  </a:lnTo>
                  <a:lnTo>
                    <a:pt x="33357" y="115438"/>
                  </a:lnTo>
                  <a:lnTo>
                    <a:pt x="33600" y="115616"/>
                  </a:lnTo>
                  <a:lnTo>
                    <a:pt x="33886" y="115774"/>
                  </a:lnTo>
                  <a:lnTo>
                    <a:pt x="34766" y="116070"/>
                  </a:lnTo>
                  <a:lnTo>
                    <a:pt x="34877" y="116169"/>
                  </a:lnTo>
                  <a:lnTo>
                    <a:pt x="34943" y="116287"/>
                  </a:lnTo>
                  <a:lnTo>
                    <a:pt x="35053" y="116406"/>
                  </a:lnTo>
                  <a:lnTo>
                    <a:pt x="35207" y="116445"/>
                  </a:lnTo>
                  <a:lnTo>
                    <a:pt x="36726" y="116406"/>
                  </a:lnTo>
                  <a:lnTo>
                    <a:pt x="36990" y="116346"/>
                  </a:lnTo>
                  <a:lnTo>
                    <a:pt x="37144" y="116327"/>
                  </a:lnTo>
                  <a:lnTo>
                    <a:pt x="37233" y="116406"/>
                  </a:lnTo>
                  <a:lnTo>
                    <a:pt x="37321" y="116445"/>
                  </a:lnTo>
                  <a:lnTo>
                    <a:pt x="37475" y="116425"/>
                  </a:lnTo>
                  <a:lnTo>
                    <a:pt x="37717" y="116327"/>
                  </a:lnTo>
                  <a:lnTo>
                    <a:pt x="38444" y="116208"/>
                  </a:lnTo>
                  <a:lnTo>
                    <a:pt x="38818" y="116267"/>
                  </a:lnTo>
                  <a:lnTo>
                    <a:pt x="39478" y="116109"/>
                  </a:lnTo>
                  <a:lnTo>
                    <a:pt x="40623" y="116169"/>
                  </a:lnTo>
                  <a:lnTo>
                    <a:pt x="40866" y="116149"/>
                  </a:lnTo>
                  <a:lnTo>
                    <a:pt x="40844" y="116149"/>
                  </a:lnTo>
                  <a:lnTo>
                    <a:pt x="40976" y="116149"/>
                  </a:lnTo>
                  <a:lnTo>
                    <a:pt x="42143" y="116366"/>
                  </a:lnTo>
                  <a:lnTo>
                    <a:pt x="42561" y="116524"/>
                  </a:lnTo>
                  <a:lnTo>
                    <a:pt x="42605" y="116544"/>
                  </a:lnTo>
                  <a:lnTo>
                    <a:pt x="42759" y="116583"/>
                  </a:lnTo>
                  <a:lnTo>
                    <a:pt x="42847" y="116583"/>
                  </a:lnTo>
                  <a:lnTo>
                    <a:pt x="42913" y="116643"/>
                  </a:lnTo>
                  <a:lnTo>
                    <a:pt x="43023" y="116722"/>
                  </a:lnTo>
                  <a:lnTo>
                    <a:pt x="43222" y="116781"/>
                  </a:lnTo>
                  <a:lnTo>
                    <a:pt x="43332" y="116919"/>
                  </a:lnTo>
                  <a:lnTo>
                    <a:pt x="43420" y="117018"/>
                  </a:lnTo>
                  <a:lnTo>
                    <a:pt x="43442" y="117136"/>
                  </a:lnTo>
                  <a:lnTo>
                    <a:pt x="43486" y="117255"/>
                  </a:lnTo>
                  <a:lnTo>
                    <a:pt x="43574" y="117373"/>
                  </a:lnTo>
                  <a:lnTo>
                    <a:pt x="43750" y="117472"/>
                  </a:lnTo>
                  <a:lnTo>
                    <a:pt x="43926" y="117571"/>
                  </a:lnTo>
                  <a:lnTo>
                    <a:pt x="44102" y="117650"/>
                  </a:lnTo>
                  <a:lnTo>
                    <a:pt x="44278" y="117729"/>
                  </a:lnTo>
                  <a:lnTo>
                    <a:pt x="44499" y="117808"/>
                  </a:lnTo>
                  <a:lnTo>
                    <a:pt x="44763" y="117847"/>
                  </a:lnTo>
                  <a:lnTo>
                    <a:pt x="45005" y="117906"/>
                  </a:lnTo>
                  <a:lnTo>
                    <a:pt x="45247" y="117946"/>
                  </a:lnTo>
                  <a:lnTo>
                    <a:pt x="45379" y="117946"/>
                  </a:lnTo>
                  <a:lnTo>
                    <a:pt x="45533" y="117926"/>
                  </a:lnTo>
                  <a:lnTo>
                    <a:pt x="45666" y="117827"/>
                  </a:lnTo>
                  <a:lnTo>
                    <a:pt x="45732" y="117669"/>
                  </a:lnTo>
                  <a:lnTo>
                    <a:pt x="45688" y="117590"/>
                  </a:lnTo>
                  <a:lnTo>
                    <a:pt x="45644" y="117511"/>
                  </a:lnTo>
                  <a:lnTo>
                    <a:pt x="45600" y="117393"/>
                  </a:lnTo>
                  <a:lnTo>
                    <a:pt x="45533" y="117314"/>
                  </a:lnTo>
                  <a:lnTo>
                    <a:pt x="45533" y="117195"/>
                  </a:lnTo>
                  <a:lnTo>
                    <a:pt x="45600" y="117136"/>
                  </a:lnTo>
                  <a:lnTo>
                    <a:pt x="45622" y="117116"/>
                  </a:lnTo>
                  <a:lnTo>
                    <a:pt x="45732" y="117038"/>
                  </a:lnTo>
                  <a:lnTo>
                    <a:pt x="45864" y="117018"/>
                  </a:lnTo>
                  <a:lnTo>
                    <a:pt x="46084" y="117018"/>
                  </a:lnTo>
                  <a:lnTo>
                    <a:pt x="46216" y="117057"/>
                  </a:lnTo>
                  <a:lnTo>
                    <a:pt x="46304" y="117156"/>
                  </a:lnTo>
                  <a:lnTo>
                    <a:pt x="46370" y="117255"/>
                  </a:lnTo>
                  <a:lnTo>
                    <a:pt x="46502" y="117571"/>
                  </a:lnTo>
                  <a:lnTo>
                    <a:pt x="46568" y="117709"/>
                  </a:lnTo>
                  <a:lnTo>
                    <a:pt x="46656" y="117827"/>
                  </a:lnTo>
                  <a:lnTo>
                    <a:pt x="46744" y="117946"/>
                  </a:lnTo>
                  <a:lnTo>
                    <a:pt x="46833" y="117946"/>
                  </a:lnTo>
                  <a:lnTo>
                    <a:pt x="46921" y="117966"/>
                  </a:lnTo>
                  <a:lnTo>
                    <a:pt x="47009" y="118005"/>
                  </a:lnTo>
                  <a:lnTo>
                    <a:pt x="47097" y="118104"/>
                  </a:lnTo>
                  <a:lnTo>
                    <a:pt x="47141" y="118203"/>
                  </a:lnTo>
                  <a:lnTo>
                    <a:pt x="47229" y="118400"/>
                  </a:lnTo>
                  <a:lnTo>
                    <a:pt x="47317" y="118499"/>
                  </a:lnTo>
                  <a:lnTo>
                    <a:pt x="47427" y="118597"/>
                  </a:lnTo>
                  <a:lnTo>
                    <a:pt x="47515" y="118637"/>
                  </a:lnTo>
                  <a:lnTo>
                    <a:pt x="47625" y="118834"/>
                  </a:lnTo>
                  <a:lnTo>
                    <a:pt x="47669" y="118913"/>
                  </a:lnTo>
                  <a:lnTo>
                    <a:pt x="47757" y="118953"/>
                  </a:lnTo>
                  <a:lnTo>
                    <a:pt x="47845" y="118973"/>
                  </a:lnTo>
                  <a:lnTo>
                    <a:pt x="48022" y="118992"/>
                  </a:lnTo>
                  <a:lnTo>
                    <a:pt x="48550" y="118973"/>
                  </a:lnTo>
                  <a:lnTo>
                    <a:pt x="48814" y="119012"/>
                  </a:lnTo>
                  <a:lnTo>
                    <a:pt x="48924" y="118992"/>
                  </a:lnTo>
                  <a:lnTo>
                    <a:pt x="48946" y="118992"/>
                  </a:lnTo>
                  <a:lnTo>
                    <a:pt x="49100" y="119032"/>
                  </a:lnTo>
                  <a:lnTo>
                    <a:pt x="49144" y="119032"/>
                  </a:lnTo>
                  <a:lnTo>
                    <a:pt x="49166" y="119091"/>
                  </a:lnTo>
                  <a:lnTo>
                    <a:pt x="49255" y="119111"/>
                  </a:lnTo>
                  <a:lnTo>
                    <a:pt x="49387" y="119170"/>
                  </a:lnTo>
                  <a:lnTo>
                    <a:pt x="49475" y="119190"/>
                  </a:lnTo>
                  <a:lnTo>
                    <a:pt x="49541" y="119190"/>
                  </a:lnTo>
                  <a:lnTo>
                    <a:pt x="49717" y="119170"/>
                  </a:lnTo>
                  <a:lnTo>
                    <a:pt x="49783" y="119150"/>
                  </a:lnTo>
                  <a:lnTo>
                    <a:pt x="49827" y="119131"/>
                  </a:lnTo>
                  <a:lnTo>
                    <a:pt x="49959" y="118992"/>
                  </a:lnTo>
                  <a:lnTo>
                    <a:pt x="50003" y="118953"/>
                  </a:lnTo>
                  <a:lnTo>
                    <a:pt x="50003" y="118913"/>
                  </a:lnTo>
                  <a:lnTo>
                    <a:pt x="50003" y="118815"/>
                  </a:lnTo>
                  <a:lnTo>
                    <a:pt x="50025" y="118775"/>
                  </a:lnTo>
                  <a:lnTo>
                    <a:pt x="50047" y="118736"/>
                  </a:lnTo>
                  <a:lnTo>
                    <a:pt x="50069" y="118716"/>
                  </a:lnTo>
                  <a:lnTo>
                    <a:pt x="50422" y="118538"/>
                  </a:lnTo>
                  <a:lnTo>
                    <a:pt x="50554" y="118499"/>
                  </a:lnTo>
                  <a:lnTo>
                    <a:pt x="51016" y="118499"/>
                  </a:lnTo>
                  <a:lnTo>
                    <a:pt x="51148" y="118519"/>
                  </a:lnTo>
                  <a:lnTo>
                    <a:pt x="51280" y="118617"/>
                  </a:lnTo>
                  <a:lnTo>
                    <a:pt x="51324" y="118597"/>
                  </a:lnTo>
                  <a:lnTo>
                    <a:pt x="51522" y="118637"/>
                  </a:lnTo>
                  <a:lnTo>
                    <a:pt x="51588" y="118676"/>
                  </a:lnTo>
                  <a:lnTo>
                    <a:pt x="51743" y="118755"/>
                  </a:lnTo>
                  <a:lnTo>
                    <a:pt x="51809" y="118815"/>
                  </a:lnTo>
                  <a:lnTo>
                    <a:pt x="51853" y="118874"/>
                  </a:lnTo>
                  <a:lnTo>
                    <a:pt x="51941" y="118894"/>
                  </a:lnTo>
                  <a:lnTo>
                    <a:pt x="52161" y="119032"/>
                  </a:lnTo>
                  <a:lnTo>
                    <a:pt x="52227" y="119071"/>
                  </a:lnTo>
                  <a:lnTo>
                    <a:pt x="52337" y="119071"/>
                  </a:lnTo>
                  <a:lnTo>
                    <a:pt x="52403" y="119071"/>
                  </a:lnTo>
                  <a:lnTo>
                    <a:pt x="52755" y="118913"/>
                  </a:lnTo>
                  <a:lnTo>
                    <a:pt x="52800" y="118834"/>
                  </a:lnTo>
                  <a:lnTo>
                    <a:pt x="52822" y="118775"/>
                  </a:lnTo>
                  <a:lnTo>
                    <a:pt x="52888" y="118558"/>
                  </a:lnTo>
                  <a:lnTo>
                    <a:pt x="52954" y="118380"/>
                  </a:lnTo>
                  <a:lnTo>
                    <a:pt x="53042" y="118282"/>
                  </a:lnTo>
                  <a:lnTo>
                    <a:pt x="53174" y="118183"/>
                  </a:lnTo>
                  <a:lnTo>
                    <a:pt x="53504" y="118045"/>
                  </a:lnTo>
                  <a:lnTo>
                    <a:pt x="54561" y="117255"/>
                  </a:lnTo>
                  <a:lnTo>
                    <a:pt x="54759" y="117018"/>
                  </a:lnTo>
                  <a:lnTo>
                    <a:pt x="54913" y="116919"/>
                  </a:lnTo>
                  <a:lnTo>
                    <a:pt x="56058" y="116425"/>
                  </a:lnTo>
                  <a:lnTo>
                    <a:pt x="56190" y="116327"/>
                  </a:lnTo>
                  <a:lnTo>
                    <a:pt x="56300" y="116169"/>
                  </a:lnTo>
                  <a:lnTo>
                    <a:pt x="56433" y="116030"/>
                  </a:lnTo>
                  <a:lnTo>
                    <a:pt x="56565" y="115971"/>
                  </a:lnTo>
                  <a:lnTo>
                    <a:pt x="57423" y="115754"/>
                  </a:lnTo>
                  <a:lnTo>
                    <a:pt x="57732" y="115596"/>
                  </a:lnTo>
                  <a:lnTo>
                    <a:pt x="57820" y="115576"/>
                  </a:lnTo>
                  <a:lnTo>
                    <a:pt x="57842" y="115557"/>
                  </a:lnTo>
                  <a:lnTo>
                    <a:pt x="57886" y="115517"/>
                  </a:lnTo>
                  <a:lnTo>
                    <a:pt x="57930" y="115438"/>
                  </a:lnTo>
                  <a:lnTo>
                    <a:pt x="57952" y="115418"/>
                  </a:lnTo>
                  <a:lnTo>
                    <a:pt x="58040" y="115379"/>
                  </a:lnTo>
                  <a:lnTo>
                    <a:pt x="58194" y="115418"/>
                  </a:lnTo>
                  <a:lnTo>
                    <a:pt x="58436" y="115497"/>
                  </a:lnTo>
                  <a:lnTo>
                    <a:pt x="58678" y="115557"/>
                  </a:lnTo>
                  <a:lnTo>
                    <a:pt x="58921" y="115576"/>
                  </a:lnTo>
                  <a:lnTo>
                    <a:pt x="59207" y="115497"/>
                  </a:lnTo>
                  <a:lnTo>
                    <a:pt x="59559" y="115557"/>
                  </a:lnTo>
                  <a:lnTo>
                    <a:pt x="59559" y="115576"/>
                  </a:lnTo>
                  <a:lnTo>
                    <a:pt x="59581" y="115754"/>
                  </a:lnTo>
                  <a:lnTo>
                    <a:pt x="59625" y="115912"/>
                  </a:lnTo>
                  <a:lnTo>
                    <a:pt x="59647" y="116228"/>
                  </a:lnTo>
                  <a:lnTo>
                    <a:pt x="59691" y="116623"/>
                  </a:lnTo>
                  <a:lnTo>
                    <a:pt x="59713" y="116959"/>
                  </a:lnTo>
                  <a:lnTo>
                    <a:pt x="59757" y="117235"/>
                  </a:lnTo>
                  <a:lnTo>
                    <a:pt x="59779" y="117452"/>
                  </a:lnTo>
                  <a:lnTo>
                    <a:pt x="59977" y="117571"/>
                  </a:lnTo>
                  <a:lnTo>
                    <a:pt x="60154" y="117650"/>
                  </a:lnTo>
                  <a:lnTo>
                    <a:pt x="60418" y="117788"/>
                  </a:lnTo>
                  <a:lnTo>
                    <a:pt x="60638" y="117906"/>
                  </a:lnTo>
                  <a:lnTo>
                    <a:pt x="60704" y="117926"/>
                  </a:lnTo>
                  <a:lnTo>
                    <a:pt x="60726" y="117926"/>
                  </a:lnTo>
                  <a:lnTo>
                    <a:pt x="60770" y="117887"/>
                  </a:lnTo>
                  <a:lnTo>
                    <a:pt x="60836" y="117827"/>
                  </a:lnTo>
                  <a:lnTo>
                    <a:pt x="60858" y="117808"/>
                  </a:lnTo>
                  <a:lnTo>
                    <a:pt x="60880" y="117768"/>
                  </a:lnTo>
                  <a:lnTo>
                    <a:pt x="61211" y="117432"/>
                  </a:lnTo>
                  <a:lnTo>
                    <a:pt x="61299" y="117393"/>
                  </a:lnTo>
                  <a:lnTo>
                    <a:pt x="61365" y="117334"/>
                  </a:lnTo>
                  <a:lnTo>
                    <a:pt x="61431" y="117018"/>
                  </a:lnTo>
                  <a:lnTo>
                    <a:pt x="61475" y="116919"/>
                  </a:lnTo>
                  <a:lnTo>
                    <a:pt x="61695" y="116801"/>
                  </a:lnTo>
                  <a:lnTo>
                    <a:pt x="62179" y="116643"/>
                  </a:lnTo>
                  <a:lnTo>
                    <a:pt x="62333" y="116445"/>
                  </a:lnTo>
                  <a:lnTo>
                    <a:pt x="62355" y="116425"/>
                  </a:lnTo>
                  <a:lnTo>
                    <a:pt x="62355" y="116406"/>
                  </a:lnTo>
                  <a:lnTo>
                    <a:pt x="62377" y="116386"/>
                  </a:lnTo>
                  <a:lnTo>
                    <a:pt x="62245" y="116287"/>
                  </a:lnTo>
                  <a:lnTo>
                    <a:pt x="62069" y="116169"/>
                  </a:lnTo>
                  <a:lnTo>
                    <a:pt x="61937" y="116011"/>
                  </a:lnTo>
                  <a:lnTo>
                    <a:pt x="61937" y="115892"/>
                  </a:lnTo>
                  <a:lnTo>
                    <a:pt x="61871" y="115813"/>
                  </a:lnTo>
                  <a:lnTo>
                    <a:pt x="61783" y="115912"/>
                  </a:lnTo>
                  <a:lnTo>
                    <a:pt x="61651" y="115912"/>
                  </a:lnTo>
                  <a:lnTo>
                    <a:pt x="61519" y="115853"/>
                  </a:lnTo>
                  <a:lnTo>
                    <a:pt x="61387" y="115853"/>
                  </a:lnTo>
                  <a:lnTo>
                    <a:pt x="61255" y="115872"/>
                  </a:lnTo>
                  <a:lnTo>
                    <a:pt x="60352" y="115853"/>
                  </a:lnTo>
                  <a:lnTo>
                    <a:pt x="60198" y="115892"/>
                  </a:lnTo>
                  <a:lnTo>
                    <a:pt x="60088" y="115892"/>
                  </a:lnTo>
                  <a:lnTo>
                    <a:pt x="59955" y="115833"/>
                  </a:lnTo>
                  <a:lnTo>
                    <a:pt x="59889" y="115754"/>
                  </a:lnTo>
                  <a:lnTo>
                    <a:pt x="59757" y="115655"/>
                  </a:lnTo>
                  <a:lnTo>
                    <a:pt x="59691" y="115616"/>
                  </a:lnTo>
                  <a:lnTo>
                    <a:pt x="59779" y="115596"/>
                  </a:lnTo>
                  <a:lnTo>
                    <a:pt x="59977" y="115714"/>
                  </a:lnTo>
                  <a:lnTo>
                    <a:pt x="60066" y="115754"/>
                  </a:lnTo>
                  <a:lnTo>
                    <a:pt x="60154" y="115754"/>
                  </a:lnTo>
                  <a:lnTo>
                    <a:pt x="60616" y="115576"/>
                  </a:lnTo>
                  <a:lnTo>
                    <a:pt x="60704" y="115557"/>
                  </a:lnTo>
                  <a:lnTo>
                    <a:pt x="60748" y="115557"/>
                  </a:lnTo>
                  <a:lnTo>
                    <a:pt x="60858" y="115596"/>
                  </a:lnTo>
                  <a:lnTo>
                    <a:pt x="61056" y="115714"/>
                  </a:lnTo>
                  <a:lnTo>
                    <a:pt x="61144" y="115714"/>
                  </a:lnTo>
                  <a:lnTo>
                    <a:pt x="61188" y="115695"/>
                  </a:lnTo>
                  <a:lnTo>
                    <a:pt x="61299" y="115695"/>
                  </a:lnTo>
                  <a:lnTo>
                    <a:pt x="61629" y="115616"/>
                  </a:lnTo>
                  <a:lnTo>
                    <a:pt x="61849" y="115497"/>
                  </a:lnTo>
                  <a:lnTo>
                    <a:pt x="61937" y="115418"/>
                  </a:lnTo>
                  <a:lnTo>
                    <a:pt x="62003" y="115320"/>
                  </a:lnTo>
                  <a:lnTo>
                    <a:pt x="62025" y="115260"/>
                  </a:lnTo>
                  <a:lnTo>
                    <a:pt x="62047" y="115201"/>
                  </a:lnTo>
                  <a:lnTo>
                    <a:pt x="62091" y="115122"/>
                  </a:lnTo>
                  <a:lnTo>
                    <a:pt x="62223" y="115063"/>
                  </a:lnTo>
                  <a:lnTo>
                    <a:pt x="62245" y="115004"/>
                  </a:lnTo>
                  <a:lnTo>
                    <a:pt x="62245" y="114865"/>
                  </a:lnTo>
                  <a:lnTo>
                    <a:pt x="62311" y="114589"/>
                  </a:lnTo>
                  <a:lnTo>
                    <a:pt x="62664" y="113839"/>
                  </a:lnTo>
                  <a:lnTo>
                    <a:pt x="62972" y="113483"/>
                  </a:lnTo>
                  <a:lnTo>
                    <a:pt x="63853" y="113068"/>
                  </a:lnTo>
                  <a:lnTo>
                    <a:pt x="64161" y="112693"/>
                  </a:lnTo>
                  <a:lnTo>
                    <a:pt x="64271" y="112298"/>
                  </a:lnTo>
                  <a:lnTo>
                    <a:pt x="64293" y="112061"/>
                  </a:lnTo>
                  <a:lnTo>
                    <a:pt x="64381" y="111923"/>
                  </a:lnTo>
                  <a:lnTo>
                    <a:pt x="64535" y="111726"/>
                  </a:lnTo>
                  <a:lnTo>
                    <a:pt x="64623" y="111489"/>
                  </a:lnTo>
                  <a:lnTo>
                    <a:pt x="64689" y="110837"/>
                  </a:lnTo>
                  <a:lnTo>
                    <a:pt x="64689" y="110561"/>
                  </a:lnTo>
                  <a:lnTo>
                    <a:pt x="64689" y="110442"/>
                  </a:lnTo>
                  <a:lnTo>
                    <a:pt x="64645" y="110324"/>
                  </a:lnTo>
                  <a:lnTo>
                    <a:pt x="64689" y="110146"/>
                  </a:lnTo>
                  <a:lnTo>
                    <a:pt x="64932" y="109968"/>
                  </a:lnTo>
                  <a:lnTo>
                    <a:pt x="65108" y="109889"/>
                  </a:lnTo>
                  <a:lnTo>
                    <a:pt x="65306" y="109692"/>
                  </a:lnTo>
                  <a:lnTo>
                    <a:pt x="65306" y="109435"/>
                  </a:lnTo>
                  <a:lnTo>
                    <a:pt x="65262" y="109020"/>
                  </a:lnTo>
                  <a:lnTo>
                    <a:pt x="65174" y="108941"/>
                  </a:lnTo>
                  <a:lnTo>
                    <a:pt x="65504" y="108586"/>
                  </a:lnTo>
                  <a:lnTo>
                    <a:pt x="65790" y="108329"/>
                  </a:lnTo>
                  <a:lnTo>
                    <a:pt x="66143" y="108073"/>
                  </a:lnTo>
                  <a:lnTo>
                    <a:pt x="66275" y="107994"/>
                  </a:lnTo>
                  <a:lnTo>
                    <a:pt x="66649" y="107895"/>
                  </a:lnTo>
                  <a:lnTo>
                    <a:pt x="66781" y="107836"/>
                  </a:lnTo>
                  <a:lnTo>
                    <a:pt x="66935" y="107658"/>
                  </a:lnTo>
                  <a:lnTo>
                    <a:pt x="67376" y="106730"/>
                  </a:lnTo>
                  <a:lnTo>
                    <a:pt x="67464" y="106651"/>
                  </a:lnTo>
                  <a:lnTo>
                    <a:pt x="67684" y="106513"/>
                  </a:lnTo>
                  <a:lnTo>
                    <a:pt x="67838" y="106335"/>
                  </a:lnTo>
                  <a:lnTo>
                    <a:pt x="67904" y="106256"/>
                  </a:lnTo>
                  <a:lnTo>
                    <a:pt x="68102" y="106137"/>
                  </a:lnTo>
                  <a:lnTo>
                    <a:pt x="68234" y="105920"/>
                  </a:lnTo>
                  <a:lnTo>
                    <a:pt x="68234" y="105841"/>
                  </a:lnTo>
                  <a:lnTo>
                    <a:pt x="68168" y="105446"/>
                  </a:lnTo>
                  <a:lnTo>
                    <a:pt x="68168" y="105328"/>
                  </a:lnTo>
                  <a:lnTo>
                    <a:pt x="68212" y="105249"/>
                  </a:lnTo>
                  <a:lnTo>
                    <a:pt x="68521" y="104972"/>
                  </a:lnTo>
                  <a:lnTo>
                    <a:pt x="68939" y="104755"/>
                  </a:lnTo>
                  <a:lnTo>
                    <a:pt x="69093" y="104577"/>
                  </a:lnTo>
                  <a:lnTo>
                    <a:pt x="69247" y="104360"/>
                  </a:lnTo>
                  <a:lnTo>
                    <a:pt x="69533" y="103788"/>
                  </a:lnTo>
                  <a:lnTo>
                    <a:pt x="69644" y="103748"/>
                  </a:lnTo>
                  <a:lnTo>
                    <a:pt x="69732" y="103748"/>
                  </a:lnTo>
                  <a:lnTo>
                    <a:pt x="69886" y="103728"/>
                  </a:lnTo>
                  <a:lnTo>
                    <a:pt x="69952" y="103728"/>
                  </a:lnTo>
                  <a:lnTo>
                    <a:pt x="70084" y="103748"/>
                  </a:lnTo>
                  <a:lnTo>
                    <a:pt x="70128" y="103748"/>
                  </a:lnTo>
                  <a:lnTo>
                    <a:pt x="70392" y="103669"/>
                  </a:lnTo>
                  <a:lnTo>
                    <a:pt x="70524" y="103590"/>
                  </a:lnTo>
                  <a:lnTo>
                    <a:pt x="70722" y="103373"/>
                  </a:lnTo>
                  <a:lnTo>
                    <a:pt x="70965" y="103254"/>
                  </a:lnTo>
                  <a:lnTo>
                    <a:pt x="71295" y="102938"/>
                  </a:lnTo>
                  <a:lnTo>
                    <a:pt x="71537" y="102780"/>
                  </a:lnTo>
                  <a:lnTo>
                    <a:pt x="72066" y="102563"/>
                  </a:lnTo>
                  <a:lnTo>
                    <a:pt x="72110" y="102524"/>
                  </a:lnTo>
                  <a:lnTo>
                    <a:pt x="72198" y="102386"/>
                  </a:lnTo>
                  <a:lnTo>
                    <a:pt x="72264" y="102346"/>
                  </a:lnTo>
                  <a:lnTo>
                    <a:pt x="72462" y="102030"/>
                  </a:lnTo>
                  <a:lnTo>
                    <a:pt x="72506" y="101951"/>
                  </a:lnTo>
                  <a:lnTo>
                    <a:pt x="72484" y="101852"/>
                  </a:lnTo>
                  <a:lnTo>
                    <a:pt x="72506" y="101833"/>
                  </a:lnTo>
                  <a:lnTo>
                    <a:pt x="72506" y="101556"/>
                  </a:lnTo>
                  <a:lnTo>
                    <a:pt x="72528" y="101477"/>
                  </a:lnTo>
                  <a:lnTo>
                    <a:pt x="73255" y="99976"/>
                  </a:lnTo>
                  <a:lnTo>
                    <a:pt x="73365" y="99799"/>
                  </a:lnTo>
                  <a:lnTo>
                    <a:pt x="73915" y="99325"/>
                  </a:lnTo>
                  <a:lnTo>
                    <a:pt x="74047" y="99108"/>
                  </a:lnTo>
                  <a:lnTo>
                    <a:pt x="74157" y="98890"/>
                  </a:lnTo>
                  <a:lnTo>
                    <a:pt x="74223" y="98634"/>
                  </a:lnTo>
                  <a:lnTo>
                    <a:pt x="74267" y="98061"/>
                  </a:lnTo>
                  <a:lnTo>
                    <a:pt x="74333" y="97962"/>
                  </a:lnTo>
                  <a:lnTo>
                    <a:pt x="74355" y="97804"/>
                  </a:lnTo>
                  <a:lnTo>
                    <a:pt x="74377" y="97449"/>
                  </a:lnTo>
                  <a:lnTo>
                    <a:pt x="74355" y="97093"/>
                  </a:lnTo>
                  <a:lnTo>
                    <a:pt x="74355" y="96935"/>
                  </a:lnTo>
                  <a:lnTo>
                    <a:pt x="74400" y="96837"/>
                  </a:lnTo>
                  <a:lnTo>
                    <a:pt x="74422" y="96738"/>
                  </a:lnTo>
                  <a:lnTo>
                    <a:pt x="74333" y="96383"/>
                  </a:lnTo>
                  <a:lnTo>
                    <a:pt x="74333" y="96284"/>
                  </a:lnTo>
                  <a:lnTo>
                    <a:pt x="74377" y="96284"/>
                  </a:lnTo>
                  <a:lnTo>
                    <a:pt x="74466" y="96304"/>
                  </a:lnTo>
                  <a:lnTo>
                    <a:pt x="74510" y="96323"/>
                  </a:lnTo>
                  <a:lnTo>
                    <a:pt x="74598" y="96185"/>
                  </a:lnTo>
                  <a:lnTo>
                    <a:pt x="74686" y="96086"/>
                  </a:lnTo>
                  <a:lnTo>
                    <a:pt x="74840" y="95948"/>
                  </a:lnTo>
                  <a:lnTo>
                    <a:pt x="75104" y="95810"/>
                  </a:lnTo>
                  <a:lnTo>
                    <a:pt x="75148" y="95770"/>
                  </a:lnTo>
                  <a:lnTo>
                    <a:pt x="75258" y="95652"/>
                  </a:lnTo>
                  <a:lnTo>
                    <a:pt x="75368" y="95553"/>
                  </a:lnTo>
                  <a:lnTo>
                    <a:pt x="75412" y="95494"/>
                  </a:lnTo>
                  <a:lnTo>
                    <a:pt x="75456" y="95316"/>
                  </a:lnTo>
                  <a:lnTo>
                    <a:pt x="75456" y="95218"/>
                  </a:lnTo>
                  <a:lnTo>
                    <a:pt x="75434" y="95139"/>
                  </a:lnTo>
                  <a:lnTo>
                    <a:pt x="75412" y="95040"/>
                  </a:lnTo>
                  <a:lnTo>
                    <a:pt x="75346" y="94961"/>
                  </a:lnTo>
                  <a:lnTo>
                    <a:pt x="75302" y="94842"/>
                  </a:lnTo>
                  <a:lnTo>
                    <a:pt x="75302" y="94744"/>
                  </a:lnTo>
                  <a:lnTo>
                    <a:pt x="75324" y="94605"/>
                  </a:lnTo>
                  <a:lnTo>
                    <a:pt x="75434" y="94447"/>
                  </a:lnTo>
                  <a:lnTo>
                    <a:pt x="75478" y="94329"/>
                  </a:lnTo>
                  <a:lnTo>
                    <a:pt x="75368" y="94230"/>
                  </a:lnTo>
                  <a:lnTo>
                    <a:pt x="75434" y="94131"/>
                  </a:lnTo>
                  <a:lnTo>
                    <a:pt x="75500" y="94112"/>
                  </a:lnTo>
                  <a:lnTo>
                    <a:pt x="75566" y="94092"/>
                  </a:lnTo>
                  <a:lnTo>
                    <a:pt x="75633" y="94013"/>
                  </a:lnTo>
                  <a:lnTo>
                    <a:pt x="75655" y="93954"/>
                  </a:lnTo>
                  <a:lnTo>
                    <a:pt x="75787" y="93756"/>
                  </a:lnTo>
                  <a:lnTo>
                    <a:pt x="75853" y="93658"/>
                  </a:lnTo>
                  <a:lnTo>
                    <a:pt x="75919" y="93342"/>
                  </a:lnTo>
                  <a:lnTo>
                    <a:pt x="75963" y="93243"/>
                  </a:lnTo>
                  <a:lnTo>
                    <a:pt x="76051" y="93144"/>
                  </a:lnTo>
                  <a:lnTo>
                    <a:pt x="76073" y="93065"/>
                  </a:lnTo>
                  <a:lnTo>
                    <a:pt x="76095" y="92927"/>
                  </a:lnTo>
                  <a:lnTo>
                    <a:pt x="76007" y="92611"/>
                  </a:lnTo>
                  <a:lnTo>
                    <a:pt x="76007" y="92473"/>
                  </a:lnTo>
                  <a:lnTo>
                    <a:pt x="76117" y="92058"/>
                  </a:lnTo>
                  <a:lnTo>
                    <a:pt x="76117" y="91940"/>
                  </a:lnTo>
                  <a:lnTo>
                    <a:pt x="76095" y="91762"/>
                  </a:lnTo>
                  <a:lnTo>
                    <a:pt x="76073" y="91663"/>
                  </a:lnTo>
                  <a:lnTo>
                    <a:pt x="76007" y="91604"/>
                  </a:lnTo>
                  <a:lnTo>
                    <a:pt x="75985" y="91564"/>
                  </a:lnTo>
                  <a:lnTo>
                    <a:pt x="76007" y="91485"/>
                  </a:lnTo>
                  <a:lnTo>
                    <a:pt x="76073" y="91406"/>
                  </a:lnTo>
                  <a:lnTo>
                    <a:pt x="76095" y="91367"/>
                  </a:lnTo>
                  <a:lnTo>
                    <a:pt x="76051" y="91248"/>
                  </a:lnTo>
                  <a:lnTo>
                    <a:pt x="75941" y="90873"/>
                  </a:lnTo>
                  <a:lnTo>
                    <a:pt x="75919" y="90735"/>
                  </a:lnTo>
                  <a:lnTo>
                    <a:pt x="75985" y="90478"/>
                  </a:lnTo>
                  <a:lnTo>
                    <a:pt x="75963" y="90380"/>
                  </a:lnTo>
                  <a:lnTo>
                    <a:pt x="75809" y="90340"/>
                  </a:lnTo>
                  <a:lnTo>
                    <a:pt x="75522" y="90439"/>
                  </a:lnTo>
                  <a:lnTo>
                    <a:pt x="75368" y="90419"/>
                  </a:lnTo>
                  <a:lnTo>
                    <a:pt x="75214" y="90380"/>
                  </a:lnTo>
                  <a:lnTo>
                    <a:pt x="74884" y="90083"/>
                  </a:lnTo>
                  <a:lnTo>
                    <a:pt x="74752" y="90024"/>
                  </a:lnTo>
                  <a:lnTo>
                    <a:pt x="74598" y="90024"/>
                  </a:lnTo>
                  <a:lnTo>
                    <a:pt x="74289" y="90044"/>
                  </a:lnTo>
                  <a:lnTo>
                    <a:pt x="74157" y="90004"/>
                  </a:lnTo>
                  <a:lnTo>
                    <a:pt x="73893" y="90241"/>
                  </a:lnTo>
                  <a:lnTo>
                    <a:pt x="73519" y="90281"/>
                  </a:lnTo>
                  <a:lnTo>
                    <a:pt x="73100" y="90222"/>
                  </a:lnTo>
                  <a:lnTo>
                    <a:pt x="72726" y="90083"/>
                  </a:lnTo>
                  <a:lnTo>
                    <a:pt x="72704" y="90123"/>
                  </a:lnTo>
                  <a:lnTo>
                    <a:pt x="72638" y="90202"/>
                  </a:lnTo>
                  <a:lnTo>
                    <a:pt x="72594" y="90202"/>
                  </a:lnTo>
                  <a:lnTo>
                    <a:pt x="72462" y="90083"/>
                  </a:lnTo>
                  <a:lnTo>
                    <a:pt x="72396" y="90064"/>
                  </a:lnTo>
                  <a:lnTo>
                    <a:pt x="72308" y="90064"/>
                  </a:lnTo>
                  <a:lnTo>
                    <a:pt x="72110" y="90064"/>
                  </a:lnTo>
                  <a:lnTo>
                    <a:pt x="71867" y="90123"/>
                  </a:lnTo>
                  <a:lnTo>
                    <a:pt x="71757" y="90083"/>
                  </a:lnTo>
                  <a:lnTo>
                    <a:pt x="71647" y="90083"/>
                  </a:lnTo>
                  <a:lnTo>
                    <a:pt x="71317" y="90162"/>
                  </a:lnTo>
                  <a:lnTo>
                    <a:pt x="71053" y="90301"/>
                  </a:lnTo>
                  <a:lnTo>
                    <a:pt x="70370" y="90577"/>
                  </a:lnTo>
                  <a:lnTo>
                    <a:pt x="70216" y="90676"/>
                  </a:lnTo>
                  <a:lnTo>
                    <a:pt x="70062" y="90893"/>
                  </a:lnTo>
                  <a:lnTo>
                    <a:pt x="69996" y="90972"/>
                  </a:lnTo>
                  <a:lnTo>
                    <a:pt x="69864" y="90992"/>
                  </a:lnTo>
                  <a:lnTo>
                    <a:pt x="69820" y="90913"/>
                  </a:lnTo>
                  <a:lnTo>
                    <a:pt x="69732" y="90834"/>
                  </a:lnTo>
                  <a:lnTo>
                    <a:pt x="69644" y="90775"/>
                  </a:lnTo>
                  <a:lnTo>
                    <a:pt x="69886" y="90656"/>
                  </a:lnTo>
                  <a:lnTo>
                    <a:pt x="70018" y="90577"/>
                  </a:lnTo>
                  <a:lnTo>
                    <a:pt x="70062" y="90478"/>
                  </a:lnTo>
                  <a:lnTo>
                    <a:pt x="70040" y="90380"/>
                  </a:lnTo>
                  <a:lnTo>
                    <a:pt x="69908" y="90301"/>
                  </a:lnTo>
                  <a:lnTo>
                    <a:pt x="69754" y="90301"/>
                  </a:lnTo>
                  <a:lnTo>
                    <a:pt x="69467" y="90340"/>
                  </a:lnTo>
                  <a:lnTo>
                    <a:pt x="68983" y="90301"/>
                  </a:lnTo>
                  <a:lnTo>
                    <a:pt x="68851" y="90320"/>
                  </a:lnTo>
                  <a:lnTo>
                    <a:pt x="68521" y="90498"/>
                  </a:lnTo>
                  <a:lnTo>
                    <a:pt x="68609" y="90439"/>
                  </a:lnTo>
                  <a:lnTo>
                    <a:pt x="68763" y="90281"/>
                  </a:lnTo>
                  <a:lnTo>
                    <a:pt x="68851" y="90241"/>
                  </a:lnTo>
                  <a:lnTo>
                    <a:pt x="69445" y="90143"/>
                  </a:lnTo>
                  <a:lnTo>
                    <a:pt x="69688" y="90162"/>
                  </a:lnTo>
                  <a:lnTo>
                    <a:pt x="69754" y="90162"/>
                  </a:lnTo>
                  <a:lnTo>
                    <a:pt x="69820" y="90143"/>
                  </a:lnTo>
                  <a:lnTo>
                    <a:pt x="69842" y="90103"/>
                  </a:lnTo>
                  <a:lnTo>
                    <a:pt x="69886" y="90083"/>
                  </a:lnTo>
                  <a:lnTo>
                    <a:pt x="70040" y="90064"/>
                  </a:lnTo>
                  <a:lnTo>
                    <a:pt x="70128" y="90083"/>
                  </a:lnTo>
                  <a:lnTo>
                    <a:pt x="70370" y="90162"/>
                  </a:lnTo>
                  <a:lnTo>
                    <a:pt x="70502" y="90222"/>
                  </a:lnTo>
                  <a:lnTo>
                    <a:pt x="70590" y="90202"/>
                  </a:lnTo>
                  <a:lnTo>
                    <a:pt x="70766" y="90083"/>
                  </a:lnTo>
                  <a:lnTo>
                    <a:pt x="71845" y="89965"/>
                  </a:lnTo>
                  <a:lnTo>
                    <a:pt x="71955" y="89906"/>
                  </a:lnTo>
                  <a:lnTo>
                    <a:pt x="72022" y="89807"/>
                  </a:lnTo>
                  <a:lnTo>
                    <a:pt x="72132" y="89767"/>
                  </a:lnTo>
                  <a:lnTo>
                    <a:pt x="72682" y="89906"/>
                  </a:lnTo>
                  <a:lnTo>
                    <a:pt x="72814" y="89906"/>
                  </a:lnTo>
                  <a:lnTo>
                    <a:pt x="72946" y="89886"/>
                  </a:lnTo>
                  <a:lnTo>
                    <a:pt x="73078" y="89906"/>
                  </a:lnTo>
                  <a:lnTo>
                    <a:pt x="73387" y="90044"/>
                  </a:lnTo>
                  <a:lnTo>
                    <a:pt x="73519" y="90064"/>
                  </a:lnTo>
                  <a:lnTo>
                    <a:pt x="73783" y="89965"/>
                  </a:lnTo>
                  <a:lnTo>
                    <a:pt x="74025" y="89846"/>
                  </a:lnTo>
                  <a:lnTo>
                    <a:pt x="74267" y="89748"/>
                  </a:lnTo>
                  <a:lnTo>
                    <a:pt x="74554" y="89827"/>
                  </a:lnTo>
                  <a:lnTo>
                    <a:pt x="74818" y="89906"/>
                  </a:lnTo>
                  <a:lnTo>
                    <a:pt x="74972" y="89945"/>
                  </a:lnTo>
                  <a:lnTo>
                    <a:pt x="75082" y="90044"/>
                  </a:lnTo>
                  <a:lnTo>
                    <a:pt x="75324" y="90202"/>
                  </a:lnTo>
                  <a:lnTo>
                    <a:pt x="75434" y="90241"/>
                  </a:lnTo>
                  <a:lnTo>
                    <a:pt x="75544" y="90241"/>
                  </a:lnTo>
                  <a:lnTo>
                    <a:pt x="75721" y="90162"/>
                  </a:lnTo>
                  <a:lnTo>
                    <a:pt x="75787" y="90143"/>
                  </a:lnTo>
                  <a:lnTo>
                    <a:pt x="76007" y="90162"/>
                  </a:lnTo>
                  <a:lnTo>
                    <a:pt x="76095" y="90143"/>
                  </a:lnTo>
                  <a:lnTo>
                    <a:pt x="76161" y="90064"/>
                  </a:lnTo>
                  <a:lnTo>
                    <a:pt x="76227" y="89945"/>
                  </a:lnTo>
                  <a:lnTo>
                    <a:pt x="76381" y="89412"/>
                  </a:lnTo>
                  <a:lnTo>
                    <a:pt x="76381" y="89353"/>
                  </a:lnTo>
                  <a:lnTo>
                    <a:pt x="76381" y="89333"/>
                  </a:lnTo>
                  <a:lnTo>
                    <a:pt x="76359" y="89294"/>
                  </a:lnTo>
                  <a:lnTo>
                    <a:pt x="76359" y="89254"/>
                  </a:lnTo>
                  <a:lnTo>
                    <a:pt x="76381" y="89234"/>
                  </a:lnTo>
                  <a:lnTo>
                    <a:pt x="76491" y="89215"/>
                  </a:lnTo>
                  <a:lnTo>
                    <a:pt x="76513" y="89215"/>
                  </a:lnTo>
                  <a:lnTo>
                    <a:pt x="76557" y="89096"/>
                  </a:lnTo>
                  <a:lnTo>
                    <a:pt x="76601" y="88958"/>
                  </a:lnTo>
                  <a:lnTo>
                    <a:pt x="76645" y="88859"/>
                  </a:lnTo>
                  <a:lnTo>
                    <a:pt x="76755" y="88780"/>
                  </a:lnTo>
                  <a:lnTo>
                    <a:pt x="76822" y="88681"/>
                  </a:lnTo>
                  <a:lnTo>
                    <a:pt x="76844" y="88504"/>
                  </a:lnTo>
                  <a:lnTo>
                    <a:pt x="76822" y="88148"/>
                  </a:lnTo>
                  <a:lnTo>
                    <a:pt x="77020" y="87576"/>
                  </a:lnTo>
                  <a:lnTo>
                    <a:pt x="77064" y="87260"/>
                  </a:lnTo>
                  <a:lnTo>
                    <a:pt x="76976" y="87023"/>
                  </a:lnTo>
                  <a:lnTo>
                    <a:pt x="76976" y="86924"/>
                  </a:lnTo>
                  <a:lnTo>
                    <a:pt x="76932" y="86707"/>
                  </a:lnTo>
                  <a:lnTo>
                    <a:pt x="76954" y="86312"/>
                  </a:lnTo>
                  <a:lnTo>
                    <a:pt x="76976" y="86233"/>
                  </a:lnTo>
                  <a:lnTo>
                    <a:pt x="77042" y="86233"/>
                  </a:lnTo>
                  <a:lnTo>
                    <a:pt x="77086" y="86233"/>
                  </a:lnTo>
                  <a:lnTo>
                    <a:pt x="77152" y="86233"/>
                  </a:lnTo>
                  <a:lnTo>
                    <a:pt x="77350" y="86095"/>
                  </a:lnTo>
                  <a:lnTo>
                    <a:pt x="77372" y="85838"/>
                  </a:lnTo>
                  <a:lnTo>
                    <a:pt x="77196" y="84890"/>
                  </a:lnTo>
                  <a:lnTo>
                    <a:pt x="77218" y="84772"/>
                  </a:lnTo>
                  <a:lnTo>
                    <a:pt x="77284" y="84673"/>
                  </a:lnTo>
                  <a:lnTo>
                    <a:pt x="77482" y="84594"/>
                  </a:lnTo>
                  <a:lnTo>
                    <a:pt x="77570" y="84535"/>
                  </a:lnTo>
                  <a:lnTo>
                    <a:pt x="77592" y="84416"/>
                  </a:lnTo>
                  <a:lnTo>
                    <a:pt x="77592" y="84337"/>
                  </a:lnTo>
                  <a:lnTo>
                    <a:pt x="77570" y="84258"/>
                  </a:lnTo>
                  <a:lnTo>
                    <a:pt x="77570" y="84219"/>
                  </a:lnTo>
                  <a:lnTo>
                    <a:pt x="77658" y="84159"/>
                  </a:lnTo>
                  <a:lnTo>
                    <a:pt x="77702" y="84041"/>
                  </a:lnTo>
                  <a:lnTo>
                    <a:pt x="77812" y="83962"/>
                  </a:lnTo>
                  <a:lnTo>
                    <a:pt x="78011" y="83607"/>
                  </a:lnTo>
                  <a:lnTo>
                    <a:pt x="78033" y="83528"/>
                  </a:lnTo>
                  <a:lnTo>
                    <a:pt x="78033" y="83468"/>
                  </a:lnTo>
                  <a:lnTo>
                    <a:pt x="78033" y="83389"/>
                  </a:lnTo>
                  <a:lnTo>
                    <a:pt x="78077" y="83330"/>
                  </a:lnTo>
                  <a:lnTo>
                    <a:pt x="78715" y="83054"/>
                  </a:lnTo>
                  <a:lnTo>
                    <a:pt x="78605" y="82994"/>
                  </a:lnTo>
                  <a:lnTo>
                    <a:pt x="78451" y="83034"/>
                  </a:lnTo>
                  <a:lnTo>
                    <a:pt x="78363" y="82975"/>
                  </a:lnTo>
                  <a:lnTo>
                    <a:pt x="78583" y="82718"/>
                  </a:lnTo>
                  <a:lnTo>
                    <a:pt x="78473" y="82540"/>
                  </a:lnTo>
                  <a:lnTo>
                    <a:pt x="78451" y="82382"/>
                  </a:lnTo>
                  <a:lnTo>
                    <a:pt x="78473" y="82165"/>
                  </a:lnTo>
                  <a:lnTo>
                    <a:pt x="78517" y="82047"/>
                  </a:lnTo>
                  <a:lnTo>
                    <a:pt x="78583" y="81948"/>
                  </a:lnTo>
                  <a:lnTo>
                    <a:pt x="78825" y="81810"/>
                  </a:lnTo>
                  <a:lnTo>
                    <a:pt x="78913" y="81711"/>
                  </a:lnTo>
                  <a:lnTo>
                    <a:pt x="78913" y="81652"/>
                  </a:lnTo>
                  <a:lnTo>
                    <a:pt x="79045" y="81513"/>
                  </a:lnTo>
                  <a:lnTo>
                    <a:pt x="79133" y="81276"/>
                  </a:lnTo>
                  <a:lnTo>
                    <a:pt x="79177" y="81257"/>
                  </a:lnTo>
                  <a:lnTo>
                    <a:pt x="79133" y="81158"/>
                  </a:lnTo>
                  <a:lnTo>
                    <a:pt x="79001" y="81039"/>
                  </a:lnTo>
                  <a:lnTo>
                    <a:pt x="78869" y="80882"/>
                  </a:lnTo>
                  <a:lnTo>
                    <a:pt x="78759" y="80822"/>
                  </a:lnTo>
                  <a:lnTo>
                    <a:pt x="78803" y="80783"/>
                  </a:lnTo>
                  <a:lnTo>
                    <a:pt x="78979" y="80842"/>
                  </a:lnTo>
                  <a:lnTo>
                    <a:pt x="79045" y="80961"/>
                  </a:lnTo>
                  <a:lnTo>
                    <a:pt x="79266" y="81059"/>
                  </a:lnTo>
                  <a:lnTo>
                    <a:pt x="79376" y="81237"/>
                  </a:lnTo>
                  <a:lnTo>
                    <a:pt x="79376" y="81336"/>
                  </a:lnTo>
                  <a:lnTo>
                    <a:pt x="79200" y="81711"/>
                  </a:lnTo>
                  <a:lnTo>
                    <a:pt x="79354" y="81652"/>
                  </a:lnTo>
                  <a:lnTo>
                    <a:pt x="79420" y="81612"/>
                  </a:lnTo>
                  <a:lnTo>
                    <a:pt x="79486" y="81533"/>
                  </a:lnTo>
                  <a:lnTo>
                    <a:pt x="79574" y="81336"/>
                  </a:lnTo>
                  <a:lnTo>
                    <a:pt x="79640" y="81257"/>
                  </a:lnTo>
                  <a:lnTo>
                    <a:pt x="80080" y="80961"/>
                  </a:lnTo>
                  <a:lnTo>
                    <a:pt x="80234" y="80822"/>
                  </a:lnTo>
                  <a:lnTo>
                    <a:pt x="80168" y="80704"/>
                  </a:lnTo>
                  <a:lnTo>
                    <a:pt x="80124" y="80645"/>
                  </a:lnTo>
                  <a:lnTo>
                    <a:pt x="80036" y="80546"/>
                  </a:lnTo>
                  <a:lnTo>
                    <a:pt x="79992" y="80546"/>
                  </a:lnTo>
                  <a:lnTo>
                    <a:pt x="79838" y="80664"/>
                  </a:lnTo>
                  <a:lnTo>
                    <a:pt x="79750" y="80664"/>
                  </a:lnTo>
                  <a:lnTo>
                    <a:pt x="79442" y="80585"/>
                  </a:lnTo>
                  <a:lnTo>
                    <a:pt x="79420" y="80546"/>
                  </a:lnTo>
                  <a:lnTo>
                    <a:pt x="79530" y="80546"/>
                  </a:lnTo>
                  <a:lnTo>
                    <a:pt x="79794" y="80467"/>
                  </a:lnTo>
                  <a:lnTo>
                    <a:pt x="79816" y="80408"/>
                  </a:lnTo>
                  <a:lnTo>
                    <a:pt x="79860" y="80348"/>
                  </a:lnTo>
                  <a:lnTo>
                    <a:pt x="79882" y="80309"/>
                  </a:lnTo>
                  <a:lnTo>
                    <a:pt x="79904" y="80289"/>
                  </a:lnTo>
                  <a:lnTo>
                    <a:pt x="80014" y="80269"/>
                  </a:lnTo>
                  <a:lnTo>
                    <a:pt x="80036" y="80250"/>
                  </a:lnTo>
                  <a:lnTo>
                    <a:pt x="80058" y="80052"/>
                  </a:lnTo>
                  <a:lnTo>
                    <a:pt x="80014" y="79874"/>
                  </a:lnTo>
                  <a:lnTo>
                    <a:pt x="80036" y="79736"/>
                  </a:lnTo>
                  <a:lnTo>
                    <a:pt x="80256" y="79736"/>
                  </a:lnTo>
                  <a:lnTo>
                    <a:pt x="80278" y="79598"/>
                  </a:lnTo>
                  <a:lnTo>
                    <a:pt x="80278" y="79539"/>
                  </a:lnTo>
                  <a:lnTo>
                    <a:pt x="80278" y="79460"/>
                  </a:lnTo>
                  <a:lnTo>
                    <a:pt x="80433" y="79460"/>
                  </a:lnTo>
                  <a:lnTo>
                    <a:pt x="80565" y="79381"/>
                  </a:lnTo>
                  <a:lnTo>
                    <a:pt x="80763" y="79262"/>
                  </a:lnTo>
                  <a:lnTo>
                    <a:pt x="80917" y="79203"/>
                  </a:lnTo>
                  <a:lnTo>
                    <a:pt x="81203" y="79164"/>
                  </a:lnTo>
                  <a:lnTo>
                    <a:pt x="81423" y="79104"/>
                  </a:lnTo>
                  <a:lnTo>
                    <a:pt x="81489" y="79085"/>
                  </a:lnTo>
                  <a:lnTo>
                    <a:pt x="81511" y="79006"/>
                  </a:lnTo>
                  <a:lnTo>
                    <a:pt x="81533" y="78927"/>
                  </a:lnTo>
                  <a:lnTo>
                    <a:pt x="81555" y="78887"/>
                  </a:lnTo>
                  <a:lnTo>
                    <a:pt x="81644" y="78749"/>
                  </a:lnTo>
                  <a:lnTo>
                    <a:pt x="81710" y="78729"/>
                  </a:lnTo>
                  <a:lnTo>
                    <a:pt x="81974" y="78611"/>
                  </a:lnTo>
                  <a:lnTo>
                    <a:pt x="82106" y="78512"/>
                  </a:lnTo>
                  <a:lnTo>
                    <a:pt x="82172" y="78492"/>
                  </a:lnTo>
                  <a:lnTo>
                    <a:pt x="82260" y="78512"/>
                  </a:lnTo>
                  <a:lnTo>
                    <a:pt x="82370" y="78354"/>
                  </a:lnTo>
                  <a:lnTo>
                    <a:pt x="82502" y="78255"/>
                  </a:lnTo>
                  <a:lnTo>
                    <a:pt x="83207" y="77999"/>
                  </a:lnTo>
                  <a:lnTo>
                    <a:pt x="83295" y="77900"/>
                  </a:lnTo>
                  <a:lnTo>
                    <a:pt x="83471" y="77051"/>
                  </a:lnTo>
                  <a:lnTo>
                    <a:pt x="83493" y="76833"/>
                  </a:lnTo>
                  <a:lnTo>
                    <a:pt x="83471" y="76675"/>
                  </a:lnTo>
                  <a:lnTo>
                    <a:pt x="83361" y="76439"/>
                  </a:lnTo>
                  <a:lnTo>
                    <a:pt x="83251" y="76241"/>
                  </a:lnTo>
                  <a:lnTo>
                    <a:pt x="83119" y="76103"/>
                  </a:lnTo>
                  <a:lnTo>
                    <a:pt x="83053" y="75807"/>
                  </a:lnTo>
                  <a:lnTo>
                    <a:pt x="83031" y="75708"/>
                  </a:lnTo>
                  <a:lnTo>
                    <a:pt x="83053" y="75609"/>
                  </a:lnTo>
                  <a:lnTo>
                    <a:pt x="83097" y="75333"/>
                  </a:lnTo>
                  <a:lnTo>
                    <a:pt x="83097" y="75254"/>
                  </a:lnTo>
                  <a:lnTo>
                    <a:pt x="83053" y="75116"/>
                  </a:lnTo>
                  <a:lnTo>
                    <a:pt x="82987" y="75037"/>
                  </a:lnTo>
                  <a:lnTo>
                    <a:pt x="82899" y="74977"/>
                  </a:lnTo>
                  <a:lnTo>
                    <a:pt x="82833" y="74859"/>
                  </a:lnTo>
                  <a:lnTo>
                    <a:pt x="82788" y="74740"/>
                  </a:lnTo>
                  <a:lnTo>
                    <a:pt x="82766" y="74642"/>
                  </a:lnTo>
                  <a:lnTo>
                    <a:pt x="82766" y="74503"/>
                  </a:lnTo>
                  <a:lnTo>
                    <a:pt x="82766" y="74286"/>
                  </a:lnTo>
                  <a:lnTo>
                    <a:pt x="82766" y="74148"/>
                  </a:lnTo>
                  <a:lnTo>
                    <a:pt x="82811" y="74029"/>
                  </a:lnTo>
                  <a:lnTo>
                    <a:pt x="82877" y="73950"/>
                  </a:lnTo>
                  <a:lnTo>
                    <a:pt x="83031" y="73950"/>
                  </a:lnTo>
                  <a:lnTo>
                    <a:pt x="83097" y="74010"/>
                  </a:lnTo>
                  <a:lnTo>
                    <a:pt x="83185" y="74010"/>
                  </a:lnTo>
                  <a:lnTo>
                    <a:pt x="83207" y="73891"/>
                  </a:lnTo>
                  <a:lnTo>
                    <a:pt x="83207" y="73733"/>
                  </a:lnTo>
                  <a:lnTo>
                    <a:pt x="83185" y="73556"/>
                  </a:lnTo>
                  <a:lnTo>
                    <a:pt x="83185" y="73417"/>
                  </a:lnTo>
                  <a:lnTo>
                    <a:pt x="83251" y="73279"/>
                  </a:lnTo>
                  <a:lnTo>
                    <a:pt x="83207" y="73240"/>
                  </a:lnTo>
                  <a:lnTo>
                    <a:pt x="83119" y="73161"/>
                  </a:lnTo>
                  <a:lnTo>
                    <a:pt x="83075" y="73121"/>
                  </a:lnTo>
                  <a:lnTo>
                    <a:pt x="83053" y="73042"/>
                  </a:lnTo>
                  <a:lnTo>
                    <a:pt x="83053" y="72943"/>
                  </a:lnTo>
                  <a:lnTo>
                    <a:pt x="83075" y="72785"/>
                  </a:lnTo>
                  <a:lnTo>
                    <a:pt x="83141" y="72548"/>
                  </a:lnTo>
                  <a:lnTo>
                    <a:pt x="83537" y="72252"/>
                  </a:lnTo>
                  <a:lnTo>
                    <a:pt x="83713" y="72075"/>
                  </a:lnTo>
                  <a:lnTo>
                    <a:pt x="83757" y="71956"/>
                  </a:lnTo>
                  <a:lnTo>
                    <a:pt x="83779" y="71522"/>
                  </a:lnTo>
                  <a:lnTo>
                    <a:pt x="83867" y="71265"/>
                  </a:lnTo>
                  <a:lnTo>
                    <a:pt x="83911" y="71146"/>
                  </a:lnTo>
                  <a:lnTo>
                    <a:pt x="84000" y="71087"/>
                  </a:lnTo>
                  <a:lnTo>
                    <a:pt x="83933" y="71028"/>
                  </a:lnTo>
                  <a:lnTo>
                    <a:pt x="83889" y="70988"/>
                  </a:lnTo>
                  <a:lnTo>
                    <a:pt x="83867" y="70949"/>
                  </a:lnTo>
                  <a:lnTo>
                    <a:pt x="83845" y="70890"/>
                  </a:lnTo>
                  <a:lnTo>
                    <a:pt x="83933" y="70890"/>
                  </a:lnTo>
                  <a:lnTo>
                    <a:pt x="84110" y="70929"/>
                  </a:lnTo>
                  <a:lnTo>
                    <a:pt x="84198" y="70929"/>
                  </a:lnTo>
                  <a:lnTo>
                    <a:pt x="84242" y="70929"/>
                  </a:lnTo>
                  <a:lnTo>
                    <a:pt x="84330" y="70890"/>
                  </a:lnTo>
                  <a:lnTo>
                    <a:pt x="84374" y="70850"/>
                  </a:lnTo>
                  <a:lnTo>
                    <a:pt x="84594" y="70850"/>
                  </a:lnTo>
                  <a:lnTo>
                    <a:pt x="84748" y="70831"/>
                  </a:lnTo>
                  <a:lnTo>
                    <a:pt x="84770" y="70811"/>
                  </a:lnTo>
                  <a:lnTo>
                    <a:pt x="84792" y="70752"/>
                  </a:lnTo>
                  <a:lnTo>
                    <a:pt x="84836" y="70692"/>
                  </a:lnTo>
                  <a:lnTo>
                    <a:pt x="84836" y="70613"/>
                  </a:lnTo>
                  <a:lnTo>
                    <a:pt x="84792" y="70574"/>
                  </a:lnTo>
                  <a:lnTo>
                    <a:pt x="84726" y="70574"/>
                  </a:lnTo>
                  <a:lnTo>
                    <a:pt x="84594" y="70633"/>
                  </a:lnTo>
                  <a:lnTo>
                    <a:pt x="84506" y="70712"/>
                  </a:lnTo>
                  <a:lnTo>
                    <a:pt x="84440" y="70771"/>
                  </a:lnTo>
                  <a:lnTo>
                    <a:pt x="84242" y="70712"/>
                  </a:lnTo>
                  <a:lnTo>
                    <a:pt x="84176" y="70613"/>
                  </a:lnTo>
                  <a:lnTo>
                    <a:pt x="84132" y="70495"/>
                  </a:lnTo>
                  <a:lnTo>
                    <a:pt x="84154" y="70376"/>
                  </a:lnTo>
                  <a:lnTo>
                    <a:pt x="84198" y="70159"/>
                  </a:lnTo>
                  <a:lnTo>
                    <a:pt x="84308" y="70001"/>
                  </a:lnTo>
                  <a:lnTo>
                    <a:pt x="84374" y="69942"/>
                  </a:lnTo>
                  <a:lnTo>
                    <a:pt x="84440" y="69902"/>
                  </a:lnTo>
                  <a:lnTo>
                    <a:pt x="84572" y="69942"/>
                  </a:lnTo>
                  <a:lnTo>
                    <a:pt x="84594" y="69962"/>
                  </a:lnTo>
                  <a:lnTo>
                    <a:pt x="84638" y="70021"/>
                  </a:lnTo>
                  <a:lnTo>
                    <a:pt x="84704" y="70100"/>
                  </a:lnTo>
                  <a:lnTo>
                    <a:pt x="84726" y="70139"/>
                  </a:lnTo>
                  <a:lnTo>
                    <a:pt x="84726" y="70199"/>
                  </a:lnTo>
                  <a:lnTo>
                    <a:pt x="84770" y="70218"/>
                  </a:lnTo>
                  <a:lnTo>
                    <a:pt x="85034" y="70238"/>
                  </a:lnTo>
                  <a:lnTo>
                    <a:pt x="85166" y="70139"/>
                  </a:lnTo>
                  <a:lnTo>
                    <a:pt x="85299" y="70021"/>
                  </a:lnTo>
                  <a:lnTo>
                    <a:pt x="85453" y="69922"/>
                  </a:lnTo>
                  <a:lnTo>
                    <a:pt x="85629" y="69843"/>
                  </a:lnTo>
                  <a:lnTo>
                    <a:pt x="85717" y="69843"/>
                  </a:lnTo>
                  <a:lnTo>
                    <a:pt x="85827" y="69902"/>
                  </a:lnTo>
                  <a:lnTo>
                    <a:pt x="85937" y="69902"/>
                  </a:lnTo>
                  <a:lnTo>
                    <a:pt x="86157" y="69784"/>
                  </a:lnTo>
                  <a:lnTo>
                    <a:pt x="86289" y="69784"/>
                  </a:lnTo>
                  <a:lnTo>
                    <a:pt x="86179" y="69705"/>
                  </a:lnTo>
                  <a:lnTo>
                    <a:pt x="86069" y="69586"/>
                  </a:lnTo>
                  <a:lnTo>
                    <a:pt x="86047" y="69468"/>
                  </a:lnTo>
                  <a:lnTo>
                    <a:pt x="86113" y="69409"/>
                  </a:lnTo>
                  <a:lnTo>
                    <a:pt x="86135" y="69527"/>
                  </a:lnTo>
                  <a:lnTo>
                    <a:pt x="86223" y="69567"/>
                  </a:lnTo>
                  <a:lnTo>
                    <a:pt x="86289" y="69547"/>
                  </a:lnTo>
                  <a:lnTo>
                    <a:pt x="86355" y="69468"/>
                  </a:lnTo>
                  <a:lnTo>
                    <a:pt x="86355" y="69389"/>
                  </a:lnTo>
                  <a:lnTo>
                    <a:pt x="86400" y="69034"/>
                  </a:lnTo>
                  <a:lnTo>
                    <a:pt x="86488" y="68876"/>
                  </a:lnTo>
                  <a:lnTo>
                    <a:pt x="86664" y="68816"/>
                  </a:lnTo>
                  <a:lnTo>
                    <a:pt x="86862" y="68816"/>
                  </a:lnTo>
                  <a:lnTo>
                    <a:pt x="87038" y="68836"/>
                  </a:lnTo>
                  <a:lnTo>
                    <a:pt x="87170" y="68836"/>
                  </a:lnTo>
                  <a:lnTo>
                    <a:pt x="87633" y="68658"/>
                  </a:lnTo>
                  <a:lnTo>
                    <a:pt x="88073" y="68342"/>
                  </a:lnTo>
                  <a:lnTo>
                    <a:pt x="88469" y="68086"/>
                  </a:lnTo>
                  <a:lnTo>
                    <a:pt x="88733" y="67829"/>
                  </a:lnTo>
                  <a:lnTo>
                    <a:pt x="89416" y="67474"/>
                  </a:lnTo>
                  <a:lnTo>
                    <a:pt x="89460" y="67434"/>
                  </a:lnTo>
                  <a:lnTo>
                    <a:pt x="89526" y="67335"/>
                  </a:lnTo>
                  <a:lnTo>
                    <a:pt x="89548" y="67296"/>
                  </a:lnTo>
                  <a:lnTo>
                    <a:pt x="89812" y="67395"/>
                  </a:lnTo>
                  <a:lnTo>
                    <a:pt x="89988" y="67414"/>
                  </a:lnTo>
                  <a:lnTo>
                    <a:pt x="90055" y="67335"/>
                  </a:lnTo>
                  <a:lnTo>
                    <a:pt x="90121" y="67256"/>
                  </a:lnTo>
                  <a:lnTo>
                    <a:pt x="90275" y="67197"/>
                  </a:lnTo>
                  <a:lnTo>
                    <a:pt x="90693" y="67118"/>
                  </a:lnTo>
                  <a:lnTo>
                    <a:pt x="91133" y="66921"/>
                  </a:lnTo>
                  <a:lnTo>
                    <a:pt x="91222" y="66861"/>
                  </a:lnTo>
                  <a:lnTo>
                    <a:pt x="91288" y="66842"/>
                  </a:lnTo>
                  <a:lnTo>
                    <a:pt x="91266" y="66842"/>
                  </a:lnTo>
                  <a:lnTo>
                    <a:pt x="91288" y="66861"/>
                  </a:lnTo>
                  <a:lnTo>
                    <a:pt x="91376" y="66881"/>
                  </a:lnTo>
                  <a:lnTo>
                    <a:pt x="91420" y="66881"/>
                  </a:lnTo>
                  <a:lnTo>
                    <a:pt x="91442" y="66881"/>
                  </a:lnTo>
                  <a:lnTo>
                    <a:pt x="91486" y="66861"/>
                  </a:lnTo>
                  <a:lnTo>
                    <a:pt x="92521" y="66309"/>
                  </a:lnTo>
                  <a:lnTo>
                    <a:pt x="92873" y="66032"/>
                  </a:lnTo>
                  <a:lnTo>
                    <a:pt x="93005" y="65835"/>
                  </a:lnTo>
                  <a:lnTo>
                    <a:pt x="93071" y="65736"/>
                  </a:lnTo>
                  <a:lnTo>
                    <a:pt x="93181" y="65696"/>
                  </a:lnTo>
                  <a:lnTo>
                    <a:pt x="93313" y="65657"/>
                  </a:lnTo>
                  <a:lnTo>
                    <a:pt x="93467" y="65657"/>
                  </a:lnTo>
                  <a:lnTo>
                    <a:pt x="93600" y="65696"/>
                  </a:lnTo>
                  <a:lnTo>
                    <a:pt x="93732" y="65716"/>
                  </a:lnTo>
                  <a:lnTo>
                    <a:pt x="94260" y="65637"/>
                  </a:lnTo>
                  <a:lnTo>
                    <a:pt x="94722" y="65440"/>
                  </a:lnTo>
                  <a:lnTo>
                    <a:pt x="94766" y="65420"/>
                  </a:lnTo>
                  <a:lnTo>
                    <a:pt x="94811" y="65242"/>
                  </a:lnTo>
                  <a:lnTo>
                    <a:pt x="94833" y="65183"/>
                  </a:lnTo>
                  <a:lnTo>
                    <a:pt x="95119" y="65025"/>
                  </a:lnTo>
                  <a:lnTo>
                    <a:pt x="95251" y="64867"/>
                  </a:lnTo>
                  <a:lnTo>
                    <a:pt x="96044" y="64452"/>
                  </a:lnTo>
                  <a:lnTo>
                    <a:pt x="96088" y="64452"/>
                  </a:lnTo>
                  <a:lnTo>
                    <a:pt x="96220" y="64472"/>
                  </a:lnTo>
                  <a:lnTo>
                    <a:pt x="96264" y="64452"/>
                  </a:lnTo>
                  <a:lnTo>
                    <a:pt x="96462" y="64334"/>
                  </a:lnTo>
                  <a:lnTo>
                    <a:pt x="96528" y="64334"/>
                  </a:lnTo>
                  <a:lnTo>
                    <a:pt x="96594" y="64354"/>
                  </a:lnTo>
                  <a:lnTo>
                    <a:pt x="96704" y="64413"/>
                  </a:lnTo>
                  <a:lnTo>
                    <a:pt x="96748" y="64452"/>
                  </a:lnTo>
                  <a:lnTo>
                    <a:pt x="96836" y="64472"/>
                  </a:lnTo>
                  <a:lnTo>
                    <a:pt x="96858" y="64452"/>
                  </a:lnTo>
                  <a:lnTo>
                    <a:pt x="96902" y="64393"/>
                  </a:lnTo>
                  <a:lnTo>
                    <a:pt x="96946" y="64354"/>
                  </a:lnTo>
                  <a:lnTo>
                    <a:pt x="96990" y="64354"/>
                  </a:lnTo>
                  <a:lnTo>
                    <a:pt x="97122" y="64413"/>
                  </a:lnTo>
                  <a:lnTo>
                    <a:pt x="97166" y="64413"/>
                  </a:lnTo>
                  <a:lnTo>
                    <a:pt x="97409" y="64196"/>
                  </a:lnTo>
                  <a:lnTo>
                    <a:pt x="97541" y="64136"/>
                  </a:lnTo>
                  <a:lnTo>
                    <a:pt x="97673" y="64117"/>
                  </a:lnTo>
                  <a:lnTo>
                    <a:pt x="97783" y="64136"/>
                  </a:lnTo>
                  <a:lnTo>
                    <a:pt x="97915" y="64176"/>
                  </a:lnTo>
                  <a:lnTo>
                    <a:pt x="98003" y="64294"/>
                  </a:lnTo>
                  <a:lnTo>
                    <a:pt x="98047" y="64294"/>
                  </a:lnTo>
                  <a:lnTo>
                    <a:pt x="98113" y="64275"/>
                  </a:lnTo>
                  <a:lnTo>
                    <a:pt x="98223" y="64215"/>
                  </a:lnTo>
                  <a:lnTo>
                    <a:pt x="98245" y="64176"/>
                  </a:lnTo>
                  <a:lnTo>
                    <a:pt x="98245" y="64018"/>
                  </a:lnTo>
                  <a:lnTo>
                    <a:pt x="98267" y="63959"/>
                  </a:lnTo>
                  <a:lnTo>
                    <a:pt x="98377" y="63899"/>
                  </a:lnTo>
                  <a:lnTo>
                    <a:pt x="98796" y="63781"/>
                  </a:lnTo>
                  <a:lnTo>
                    <a:pt x="98994" y="63662"/>
                  </a:lnTo>
                  <a:lnTo>
                    <a:pt x="99060" y="63564"/>
                  </a:lnTo>
                  <a:lnTo>
                    <a:pt x="99104" y="63485"/>
                  </a:lnTo>
                  <a:lnTo>
                    <a:pt x="99060" y="63426"/>
                  </a:lnTo>
                  <a:lnTo>
                    <a:pt x="98972" y="63366"/>
                  </a:lnTo>
                  <a:lnTo>
                    <a:pt x="98906" y="63307"/>
                  </a:lnTo>
                  <a:lnTo>
                    <a:pt x="98994" y="63228"/>
                  </a:lnTo>
                  <a:lnTo>
                    <a:pt x="99214" y="63149"/>
                  </a:lnTo>
                  <a:lnTo>
                    <a:pt x="99434" y="63110"/>
                  </a:lnTo>
                  <a:lnTo>
                    <a:pt x="99478" y="63070"/>
                  </a:lnTo>
                  <a:lnTo>
                    <a:pt x="99500" y="63011"/>
                  </a:lnTo>
                  <a:lnTo>
                    <a:pt x="99500" y="62853"/>
                  </a:lnTo>
                  <a:lnTo>
                    <a:pt x="99522" y="62813"/>
                  </a:lnTo>
                  <a:lnTo>
                    <a:pt x="99588" y="62774"/>
                  </a:lnTo>
                  <a:lnTo>
                    <a:pt x="99655" y="62774"/>
                  </a:lnTo>
                  <a:lnTo>
                    <a:pt x="99743" y="62833"/>
                  </a:lnTo>
                  <a:lnTo>
                    <a:pt x="99809" y="62853"/>
                  </a:lnTo>
                  <a:lnTo>
                    <a:pt x="99897" y="62853"/>
                  </a:lnTo>
                  <a:lnTo>
                    <a:pt x="100007" y="62813"/>
                  </a:lnTo>
                  <a:lnTo>
                    <a:pt x="100337" y="62596"/>
                  </a:lnTo>
                  <a:lnTo>
                    <a:pt x="100447" y="62596"/>
                  </a:lnTo>
                  <a:lnTo>
                    <a:pt x="100535" y="62517"/>
                  </a:lnTo>
                  <a:lnTo>
                    <a:pt x="100557" y="62458"/>
                  </a:lnTo>
                  <a:lnTo>
                    <a:pt x="100557" y="62379"/>
                  </a:lnTo>
                  <a:lnTo>
                    <a:pt x="100623" y="62399"/>
                  </a:lnTo>
                  <a:lnTo>
                    <a:pt x="100733" y="62339"/>
                  </a:lnTo>
                  <a:lnTo>
                    <a:pt x="100866" y="62162"/>
                  </a:lnTo>
                  <a:lnTo>
                    <a:pt x="100888" y="62201"/>
                  </a:lnTo>
                  <a:lnTo>
                    <a:pt x="100777" y="62379"/>
                  </a:lnTo>
                  <a:lnTo>
                    <a:pt x="100800" y="62438"/>
                  </a:lnTo>
                  <a:lnTo>
                    <a:pt x="101526" y="62181"/>
                  </a:lnTo>
                  <a:lnTo>
                    <a:pt x="102033" y="61905"/>
                  </a:lnTo>
                  <a:lnTo>
                    <a:pt x="102099" y="61905"/>
                  </a:lnTo>
                  <a:lnTo>
                    <a:pt x="102143" y="61925"/>
                  </a:lnTo>
                  <a:lnTo>
                    <a:pt x="102187" y="61945"/>
                  </a:lnTo>
                  <a:lnTo>
                    <a:pt x="102275" y="61905"/>
                  </a:lnTo>
                  <a:lnTo>
                    <a:pt x="102275" y="61826"/>
                  </a:lnTo>
                  <a:lnTo>
                    <a:pt x="102275" y="61767"/>
                  </a:lnTo>
                  <a:lnTo>
                    <a:pt x="102275" y="61708"/>
                  </a:lnTo>
                  <a:lnTo>
                    <a:pt x="102319" y="61648"/>
                  </a:lnTo>
                  <a:lnTo>
                    <a:pt x="102363" y="61629"/>
                  </a:lnTo>
                  <a:lnTo>
                    <a:pt x="102385" y="61648"/>
                  </a:lnTo>
                  <a:lnTo>
                    <a:pt x="102429" y="61668"/>
                  </a:lnTo>
                  <a:lnTo>
                    <a:pt x="102451" y="61727"/>
                  </a:lnTo>
                  <a:lnTo>
                    <a:pt x="102473" y="61727"/>
                  </a:lnTo>
                  <a:lnTo>
                    <a:pt x="102517" y="61668"/>
                  </a:lnTo>
                  <a:lnTo>
                    <a:pt x="102561" y="61609"/>
                  </a:lnTo>
                  <a:lnTo>
                    <a:pt x="102605" y="61569"/>
                  </a:lnTo>
                  <a:lnTo>
                    <a:pt x="102671" y="61530"/>
                  </a:lnTo>
                  <a:lnTo>
                    <a:pt x="102737" y="61530"/>
                  </a:lnTo>
                  <a:lnTo>
                    <a:pt x="102825" y="61569"/>
                  </a:lnTo>
                  <a:lnTo>
                    <a:pt x="102957" y="61589"/>
                  </a:lnTo>
                  <a:lnTo>
                    <a:pt x="103222" y="61609"/>
                  </a:lnTo>
                  <a:lnTo>
                    <a:pt x="103354" y="61589"/>
                  </a:lnTo>
                  <a:lnTo>
                    <a:pt x="103684" y="61431"/>
                  </a:lnTo>
                  <a:lnTo>
                    <a:pt x="104234" y="61273"/>
                  </a:lnTo>
                  <a:lnTo>
                    <a:pt x="104322" y="61214"/>
                  </a:lnTo>
                  <a:lnTo>
                    <a:pt x="104388" y="61174"/>
                  </a:lnTo>
                  <a:lnTo>
                    <a:pt x="104411" y="61095"/>
                  </a:lnTo>
                  <a:lnTo>
                    <a:pt x="104433" y="61056"/>
                  </a:lnTo>
                  <a:lnTo>
                    <a:pt x="104499" y="61036"/>
                  </a:lnTo>
                  <a:lnTo>
                    <a:pt x="104565" y="61036"/>
                  </a:lnTo>
                  <a:lnTo>
                    <a:pt x="104631" y="61036"/>
                  </a:lnTo>
                  <a:lnTo>
                    <a:pt x="104807" y="60937"/>
                  </a:lnTo>
                  <a:lnTo>
                    <a:pt x="104917" y="60898"/>
                  </a:lnTo>
                  <a:lnTo>
                    <a:pt x="105027" y="60957"/>
                  </a:lnTo>
                  <a:lnTo>
                    <a:pt x="105115" y="61016"/>
                  </a:lnTo>
                  <a:lnTo>
                    <a:pt x="105291" y="61056"/>
                  </a:lnTo>
                  <a:lnTo>
                    <a:pt x="105423" y="61155"/>
                  </a:lnTo>
                  <a:lnTo>
                    <a:pt x="105511" y="61352"/>
                  </a:lnTo>
                  <a:lnTo>
                    <a:pt x="105644" y="61352"/>
                  </a:lnTo>
                  <a:lnTo>
                    <a:pt x="105776" y="61253"/>
                  </a:lnTo>
                  <a:lnTo>
                    <a:pt x="105930" y="61016"/>
                  </a:lnTo>
                  <a:lnTo>
                    <a:pt x="106150" y="60839"/>
                  </a:lnTo>
                  <a:lnTo>
                    <a:pt x="106216" y="60740"/>
                  </a:lnTo>
                  <a:lnTo>
                    <a:pt x="106238" y="60582"/>
                  </a:lnTo>
                  <a:lnTo>
                    <a:pt x="106348" y="60582"/>
                  </a:lnTo>
                  <a:lnTo>
                    <a:pt x="106392" y="60641"/>
                  </a:lnTo>
                  <a:lnTo>
                    <a:pt x="106392" y="60740"/>
                  </a:lnTo>
                  <a:lnTo>
                    <a:pt x="106370" y="60799"/>
                  </a:lnTo>
                  <a:lnTo>
                    <a:pt x="106282" y="60839"/>
                  </a:lnTo>
                  <a:lnTo>
                    <a:pt x="105974" y="61214"/>
                  </a:lnTo>
                  <a:lnTo>
                    <a:pt x="105930" y="61253"/>
                  </a:lnTo>
                  <a:lnTo>
                    <a:pt x="105864" y="61313"/>
                  </a:lnTo>
                  <a:lnTo>
                    <a:pt x="105798" y="61471"/>
                  </a:lnTo>
                  <a:lnTo>
                    <a:pt x="105732" y="61530"/>
                  </a:lnTo>
                  <a:lnTo>
                    <a:pt x="105754" y="61569"/>
                  </a:lnTo>
                  <a:lnTo>
                    <a:pt x="106040" y="61431"/>
                  </a:lnTo>
                  <a:lnTo>
                    <a:pt x="106150" y="61372"/>
                  </a:lnTo>
                  <a:lnTo>
                    <a:pt x="106326" y="61135"/>
                  </a:lnTo>
                  <a:lnTo>
                    <a:pt x="106502" y="60957"/>
                  </a:lnTo>
                  <a:lnTo>
                    <a:pt x="106766" y="60602"/>
                  </a:lnTo>
                  <a:lnTo>
                    <a:pt x="107053" y="60385"/>
                  </a:lnTo>
                  <a:lnTo>
                    <a:pt x="107449" y="59911"/>
                  </a:lnTo>
                  <a:lnTo>
                    <a:pt x="107779" y="59693"/>
                  </a:lnTo>
                  <a:lnTo>
                    <a:pt x="107889" y="59674"/>
                  </a:lnTo>
                  <a:lnTo>
                    <a:pt x="108132" y="59693"/>
                  </a:lnTo>
                  <a:lnTo>
                    <a:pt x="108176" y="59654"/>
                  </a:lnTo>
                  <a:lnTo>
                    <a:pt x="108088" y="59575"/>
                  </a:lnTo>
                  <a:lnTo>
                    <a:pt x="108132" y="59535"/>
                  </a:lnTo>
                  <a:lnTo>
                    <a:pt x="108308" y="59535"/>
                  </a:lnTo>
                  <a:lnTo>
                    <a:pt x="108308" y="59496"/>
                  </a:lnTo>
                  <a:lnTo>
                    <a:pt x="108330" y="59476"/>
                  </a:lnTo>
                  <a:lnTo>
                    <a:pt x="108308" y="59437"/>
                  </a:lnTo>
                  <a:lnTo>
                    <a:pt x="108308" y="59437"/>
                  </a:lnTo>
                  <a:lnTo>
                    <a:pt x="108396" y="59318"/>
                  </a:lnTo>
                  <a:lnTo>
                    <a:pt x="108506" y="59318"/>
                  </a:lnTo>
                  <a:lnTo>
                    <a:pt x="108550" y="59298"/>
                  </a:lnTo>
                  <a:lnTo>
                    <a:pt x="108528" y="59279"/>
                  </a:lnTo>
                  <a:lnTo>
                    <a:pt x="108506" y="59239"/>
                  </a:lnTo>
                  <a:lnTo>
                    <a:pt x="108484" y="59200"/>
                  </a:lnTo>
                  <a:lnTo>
                    <a:pt x="108506" y="59180"/>
                  </a:lnTo>
                  <a:lnTo>
                    <a:pt x="108572" y="59101"/>
                  </a:lnTo>
                  <a:lnTo>
                    <a:pt x="108638" y="59101"/>
                  </a:lnTo>
                  <a:lnTo>
                    <a:pt x="108726" y="59121"/>
                  </a:lnTo>
                  <a:lnTo>
                    <a:pt x="108814" y="59101"/>
                  </a:lnTo>
                  <a:lnTo>
                    <a:pt x="108836" y="59081"/>
                  </a:lnTo>
                  <a:lnTo>
                    <a:pt x="108858" y="59022"/>
                  </a:lnTo>
                  <a:lnTo>
                    <a:pt x="108880" y="59022"/>
                  </a:lnTo>
                  <a:lnTo>
                    <a:pt x="108924" y="59022"/>
                  </a:lnTo>
                  <a:lnTo>
                    <a:pt x="108946" y="59022"/>
                  </a:lnTo>
                  <a:lnTo>
                    <a:pt x="108968" y="59042"/>
                  </a:lnTo>
                  <a:lnTo>
                    <a:pt x="108968" y="59042"/>
                  </a:lnTo>
                  <a:lnTo>
                    <a:pt x="108990" y="59081"/>
                  </a:lnTo>
                  <a:lnTo>
                    <a:pt x="109034" y="59101"/>
                  </a:lnTo>
                  <a:lnTo>
                    <a:pt x="109056" y="59081"/>
                  </a:lnTo>
                  <a:lnTo>
                    <a:pt x="109056" y="59062"/>
                  </a:lnTo>
                  <a:lnTo>
                    <a:pt x="109255" y="58509"/>
                  </a:lnTo>
                  <a:lnTo>
                    <a:pt x="109365" y="58351"/>
                  </a:lnTo>
                  <a:lnTo>
                    <a:pt x="109497" y="58351"/>
                  </a:lnTo>
                  <a:lnTo>
                    <a:pt x="109431" y="58430"/>
                  </a:lnTo>
                  <a:lnTo>
                    <a:pt x="109387" y="58509"/>
                  </a:lnTo>
                  <a:lnTo>
                    <a:pt x="109365" y="58627"/>
                  </a:lnTo>
                  <a:lnTo>
                    <a:pt x="109409" y="58746"/>
                  </a:lnTo>
                  <a:lnTo>
                    <a:pt x="109453" y="58686"/>
                  </a:lnTo>
                  <a:lnTo>
                    <a:pt x="109651" y="58746"/>
                  </a:lnTo>
                  <a:lnTo>
                    <a:pt x="109695" y="58686"/>
                  </a:lnTo>
                  <a:lnTo>
                    <a:pt x="109695" y="58548"/>
                  </a:lnTo>
                  <a:lnTo>
                    <a:pt x="109717" y="58469"/>
                  </a:lnTo>
                  <a:lnTo>
                    <a:pt x="109739" y="58390"/>
                  </a:lnTo>
                  <a:lnTo>
                    <a:pt x="109849" y="58331"/>
                  </a:lnTo>
                  <a:lnTo>
                    <a:pt x="109871" y="58390"/>
                  </a:lnTo>
                  <a:lnTo>
                    <a:pt x="109871" y="58410"/>
                  </a:lnTo>
                  <a:lnTo>
                    <a:pt x="109871" y="58430"/>
                  </a:lnTo>
                  <a:lnTo>
                    <a:pt x="109871" y="58449"/>
                  </a:lnTo>
                  <a:lnTo>
                    <a:pt x="110113" y="58331"/>
                  </a:lnTo>
                  <a:lnTo>
                    <a:pt x="110157" y="58272"/>
                  </a:lnTo>
                  <a:lnTo>
                    <a:pt x="110179" y="58212"/>
                  </a:lnTo>
                  <a:lnTo>
                    <a:pt x="110223" y="58054"/>
                  </a:lnTo>
                  <a:lnTo>
                    <a:pt x="110311" y="58252"/>
                  </a:lnTo>
                  <a:lnTo>
                    <a:pt x="110444" y="58252"/>
                  </a:lnTo>
                  <a:lnTo>
                    <a:pt x="110664" y="58054"/>
                  </a:lnTo>
                  <a:lnTo>
                    <a:pt x="110686" y="58015"/>
                  </a:lnTo>
                  <a:lnTo>
                    <a:pt x="110708" y="57837"/>
                  </a:lnTo>
                  <a:lnTo>
                    <a:pt x="110730" y="57778"/>
                  </a:lnTo>
                  <a:lnTo>
                    <a:pt x="110862" y="57699"/>
                  </a:lnTo>
                  <a:lnTo>
                    <a:pt x="110950" y="57620"/>
                  </a:lnTo>
                  <a:lnTo>
                    <a:pt x="110972" y="57699"/>
                  </a:lnTo>
                  <a:lnTo>
                    <a:pt x="111038" y="57719"/>
                  </a:lnTo>
                  <a:lnTo>
                    <a:pt x="111082" y="57699"/>
                  </a:lnTo>
                  <a:lnTo>
                    <a:pt x="111104" y="57679"/>
                  </a:lnTo>
                  <a:lnTo>
                    <a:pt x="111104" y="57620"/>
                  </a:lnTo>
                  <a:lnTo>
                    <a:pt x="111126" y="57561"/>
                  </a:lnTo>
                  <a:lnTo>
                    <a:pt x="111148" y="57561"/>
                  </a:lnTo>
                  <a:lnTo>
                    <a:pt x="111192" y="57581"/>
                  </a:lnTo>
                  <a:lnTo>
                    <a:pt x="111214" y="57581"/>
                  </a:lnTo>
                  <a:lnTo>
                    <a:pt x="111258" y="57581"/>
                  </a:lnTo>
                  <a:lnTo>
                    <a:pt x="111368" y="57660"/>
                  </a:lnTo>
                  <a:lnTo>
                    <a:pt x="111412" y="57660"/>
                  </a:lnTo>
                  <a:lnTo>
                    <a:pt x="111434" y="57620"/>
                  </a:lnTo>
                  <a:lnTo>
                    <a:pt x="111434" y="57581"/>
                  </a:lnTo>
                  <a:lnTo>
                    <a:pt x="111390" y="57541"/>
                  </a:lnTo>
                  <a:lnTo>
                    <a:pt x="111346" y="57521"/>
                  </a:lnTo>
                  <a:lnTo>
                    <a:pt x="111368" y="57462"/>
                  </a:lnTo>
                  <a:lnTo>
                    <a:pt x="111434" y="57423"/>
                  </a:lnTo>
                  <a:lnTo>
                    <a:pt x="111633" y="57363"/>
                  </a:lnTo>
                  <a:lnTo>
                    <a:pt x="111633" y="57304"/>
                  </a:lnTo>
                  <a:lnTo>
                    <a:pt x="111522" y="57107"/>
                  </a:lnTo>
                  <a:lnTo>
                    <a:pt x="111522" y="57028"/>
                  </a:lnTo>
                  <a:lnTo>
                    <a:pt x="111588" y="57107"/>
                  </a:lnTo>
                  <a:lnTo>
                    <a:pt x="111655" y="57146"/>
                  </a:lnTo>
                  <a:lnTo>
                    <a:pt x="111743" y="57126"/>
                  </a:lnTo>
                  <a:lnTo>
                    <a:pt x="111787" y="57067"/>
                  </a:lnTo>
                  <a:lnTo>
                    <a:pt x="111809" y="57146"/>
                  </a:lnTo>
                  <a:lnTo>
                    <a:pt x="111809" y="57225"/>
                  </a:lnTo>
                  <a:lnTo>
                    <a:pt x="111787" y="57284"/>
                  </a:lnTo>
                  <a:lnTo>
                    <a:pt x="111765" y="57344"/>
                  </a:lnTo>
                  <a:lnTo>
                    <a:pt x="111875" y="57344"/>
                  </a:lnTo>
                  <a:lnTo>
                    <a:pt x="111919" y="57166"/>
                  </a:lnTo>
                  <a:lnTo>
                    <a:pt x="111919" y="56968"/>
                  </a:lnTo>
                  <a:lnTo>
                    <a:pt x="111985" y="56850"/>
                  </a:lnTo>
                  <a:lnTo>
                    <a:pt x="112073" y="56771"/>
                  </a:lnTo>
                  <a:lnTo>
                    <a:pt x="112073" y="56791"/>
                  </a:lnTo>
                  <a:lnTo>
                    <a:pt x="112183" y="56949"/>
                  </a:lnTo>
                  <a:lnTo>
                    <a:pt x="112227" y="57047"/>
                  </a:lnTo>
                  <a:lnTo>
                    <a:pt x="112227" y="57107"/>
                  </a:lnTo>
                  <a:lnTo>
                    <a:pt x="112205" y="57186"/>
                  </a:lnTo>
                  <a:lnTo>
                    <a:pt x="112403" y="57087"/>
                  </a:lnTo>
                  <a:lnTo>
                    <a:pt x="112425" y="57225"/>
                  </a:lnTo>
                  <a:lnTo>
                    <a:pt x="112447" y="57225"/>
                  </a:lnTo>
                  <a:lnTo>
                    <a:pt x="112491" y="57166"/>
                  </a:lnTo>
                  <a:lnTo>
                    <a:pt x="112491" y="57087"/>
                  </a:lnTo>
                  <a:lnTo>
                    <a:pt x="112491" y="57067"/>
                  </a:lnTo>
                  <a:lnTo>
                    <a:pt x="112491" y="56988"/>
                  </a:lnTo>
                  <a:lnTo>
                    <a:pt x="112491" y="56968"/>
                  </a:lnTo>
                  <a:lnTo>
                    <a:pt x="112513" y="56929"/>
                  </a:lnTo>
                  <a:lnTo>
                    <a:pt x="112557" y="56909"/>
                  </a:lnTo>
                  <a:lnTo>
                    <a:pt x="112601" y="56870"/>
                  </a:lnTo>
                  <a:lnTo>
                    <a:pt x="112601" y="56791"/>
                  </a:lnTo>
                  <a:lnTo>
                    <a:pt x="112733" y="56830"/>
                  </a:lnTo>
                  <a:lnTo>
                    <a:pt x="112844" y="56751"/>
                  </a:lnTo>
                  <a:lnTo>
                    <a:pt x="112888" y="56652"/>
                  </a:lnTo>
                  <a:lnTo>
                    <a:pt x="112888" y="56514"/>
                  </a:lnTo>
                  <a:lnTo>
                    <a:pt x="112932" y="56475"/>
                  </a:lnTo>
                  <a:lnTo>
                    <a:pt x="113042" y="56494"/>
                  </a:lnTo>
                  <a:lnTo>
                    <a:pt x="113086" y="56494"/>
                  </a:lnTo>
                  <a:lnTo>
                    <a:pt x="113042" y="56376"/>
                  </a:lnTo>
                  <a:lnTo>
                    <a:pt x="113042" y="56317"/>
                  </a:lnTo>
                  <a:lnTo>
                    <a:pt x="113064" y="56277"/>
                  </a:lnTo>
                  <a:lnTo>
                    <a:pt x="113130" y="56159"/>
                  </a:lnTo>
                  <a:lnTo>
                    <a:pt x="113262" y="55942"/>
                  </a:lnTo>
                  <a:lnTo>
                    <a:pt x="113306" y="55803"/>
                  </a:lnTo>
                  <a:lnTo>
                    <a:pt x="113284" y="55665"/>
                  </a:lnTo>
                  <a:lnTo>
                    <a:pt x="113196" y="55606"/>
                  </a:lnTo>
                  <a:lnTo>
                    <a:pt x="113196" y="55685"/>
                  </a:lnTo>
                  <a:lnTo>
                    <a:pt x="113196" y="55784"/>
                  </a:lnTo>
                  <a:lnTo>
                    <a:pt x="113262" y="55823"/>
                  </a:lnTo>
                  <a:lnTo>
                    <a:pt x="113174" y="55823"/>
                  </a:lnTo>
                  <a:lnTo>
                    <a:pt x="113108" y="55803"/>
                  </a:lnTo>
                  <a:lnTo>
                    <a:pt x="113064" y="55724"/>
                  </a:lnTo>
                  <a:lnTo>
                    <a:pt x="113042" y="55626"/>
                  </a:lnTo>
                  <a:lnTo>
                    <a:pt x="112910" y="55665"/>
                  </a:lnTo>
                  <a:lnTo>
                    <a:pt x="112888" y="55665"/>
                  </a:lnTo>
                  <a:lnTo>
                    <a:pt x="112866" y="55606"/>
                  </a:lnTo>
                  <a:lnTo>
                    <a:pt x="112888" y="55487"/>
                  </a:lnTo>
                  <a:lnTo>
                    <a:pt x="112888" y="55132"/>
                  </a:lnTo>
                  <a:lnTo>
                    <a:pt x="112910" y="54994"/>
                  </a:lnTo>
                  <a:lnTo>
                    <a:pt x="112998" y="54994"/>
                  </a:lnTo>
                  <a:lnTo>
                    <a:pt x="113086" y="54935"/>
                  </a:lnTo>
                  <a:lnTo>
                    <a:pt x="113152" y="54935"/>
                  </a:lnTo>
                  <a:lnTo>
                    <a:pt x="113174" y="54875"/>
                  </a:lnTo>
                  <a:lnTo>
                    <a:pt x="113174" y="54796"/>
                  </a:lnTo>
                  <a:lnTo>
                    <a:pt x="113196" y="54757"/>
                  </a:lnTo>
                  <a:lnTo>
                    <a:pt x="113328" y="54638"/>
                  </a:lnTo>
                  <a:lnTo>
                    <a:pt x="113460" y="54461"/>
                  </a:lnTo>
                  <a:lnTo>
                    <a:pt x="113680" y="54322"/>
                  </a:lnTo>
                  <a:lnTo>
                    <a:pt x="113702" y="54243"/>
                  </a:lnTo>
                  <a:lnTo>
                    <a:pt x="113702" y="54164"/>
                  </a:lnTo>
                  <a:lnTo>
                    <a:pt x="113680" y="54046"/>
                  </a:lnTo>
                  <a:lnTo>
                    <a:pt x="113680" y="53967"/>
                  </a:lnTo>
                  <a:lnTo>
                    <a:pt x="113702" y="53908"/>
                  </a:lnTo>
                  <a:lnTo>
                    <a:pt x="113724" y="53829"/>
                  </a:lnTo>
                  <a:lnTo>
                    <a:pt x="113724" y="53789"/>
                  </a:lnTo>
                  <a:lnTo>
                    <a:pt x="113680" y="53671"/>
                  </a:lnTo>
                  <a:lnTo>
                    <a:pt x="113636" y="53611"/>
                  </a:lnTo>
                  <a:lnTo>
                    <a:pt x="113680" y="53532"/>
                  </a:lnTo>
                  <a:lnTo>
                    <a:pt x="113724" y="53454"/>
                  </a:lnTo>
                  <a:lnTo>
                    <a:pt x="113746" y="53375"/>
                  </a:lnTo>
                  <a:lnTo>
                    <a:pt x="113746" y="53315"/>
                  </a:lnTo>
                  <a:lnTo>
                    <a:pt x="113680" y="53138"/>
                  </a:lnTo>
                  <a:lnTo>
                    <a:pt x="113680" y="53039"/>
                  </a:lnTo>
                  <a:lnTo>
                    <a:pt x="113702" y="52999"/>
                  </a:lnTo>
                  <a:lnTo>
                    <a:pt x="113746" y="52980"/>
                  </a:lnTo>
                  <a:lnTo>
                    <a:pt x="113790" y="52940"/>
                  </a:lnTo>
                  <a:lnTo>
                    <a:pt x="113790" y="52841"/>
                  </a:lnTo>
                  <a:lnTo>
                    <a:pt x="113724" y="52841"/>
                  </a:lnTo>
                  <a:lnTo>
                    <a:pt x="113680" y="52822"/>
                  </a:lnTo>
                  <a:lnTo>
                    <a:pt x="113636" y="52802"/>
                  </a:lnTo>
                  <a:lnTo>
                    <a:pt x="113636" y="52743"/>
                  </a:lnTo>
                  <a:lnTo>
                    <a:pt x="113680" y="52703"/>
                  </a:lnTo>
                  <a:lnTo>
                    <a:pt x="113812" y="52644"/>
                  </a:lnTo>
                  <a:lnTo>
                    <a:pt x="113856" y="52604"/>
                  </a:lnTo>
                  <a:lnTo>
                    <a:pt x="113922" y="52486"/>
                  </a:lnTo>
                  <a:lnTo>
                    <a:pt x="113922" y="52269"/>
                  </a:lnTo>
                  <a:lnTo>
                    <a:pt x="113966" y="52150"/>
                  </a:lnTo>
                  <a:lnTo>
                    <a:pt x="113988" y="52091"/>
                  </a:lnTo>
                  <a:lnTo>
                    <a:pt x="114011" y="52071"/>
                  </a:lnTo>
                  <a:lnTo>
                    <a:pt x="114033" y="52051"/>
                  </a:lnTo>
                  <a:lnTo>
                    <a:pt x="114033" y="51992"/>
                  </a:lnTo>
                  <a:lnTo>
                    <a:pt x="114011" y="51913"/>
                  </a:lnTo>
                  <a:lnTo>
                    <a:pt x="113966" y="51854"/>
                  </a:lnTo>
                  <a:lnTo>
                    <a:pt x="113922" y="51815"/>
                  </a:lnTo>
                  <a:lnTo>
                    <a:pt x="113944" y="51755"/>
                  </a:lnTo>
                  <a:lnTo>
                    <a:pt x="114011" y="51755"/>
                  </a:lnTo>
                  <a:lnTo>
                    <a:pt x="114165" y="51815"/>
                  </a:lnTo>
                  <a:lnTo>
                    <a:pt x="114275" y="51815"/>
                  </a:lnTo>
                  <a:lnTo>
                    <a:pt x="114275" y="51676"/>
                  </a:lnTo>
                  <a:lnTo>
                    <a:pt x="114231" y="51617"/>
                  </a:lnTo>
                  <a:lnTo>
                    <a:pt x="114297" y="51202"/>
                  </a:lnTo>
                  <a:lnTo>
                    <a:pt x="114253" y="51025"/>
                  </a:lnTo>
                  <a:lnTo>
                    <a:pt x="114143" y="50689"/>
                  </a:lnTo>
                  <a:lnTo>
                    <a:pt x="114121" y="50590"/>
                  </a:lnTo>
                  <a:lnTo>
                    <a:pt x="114143" y="50492"/>
                  </a:lnTo>
                  <a:lnTo>
                    <a:pt x="114187" y="50511"/>
                  </a:lnTo>
                  <a:lnTo>
                    <a:pt x="114253" y="50590"/>
                  </a:lnTo>
                  <a:lnTo>
                    <a:pt x="114297" y="50669"/>
                  </a:lnTo>
                  <a:lnTo>
                    <a:pt x="114341" y="50748"/>
                  </a:lnTo>
                  <a:lnTo>
                    <a:pt x="114341" y="50985"/>
                  </a:lnTo>
                  <a:lnTo>
                    <a:pt x="114385" y="51064"/>
                  </a:lnTo>
                  <a:lnTo>
                    <a:pt x="114539" y="51222"/>
                  </a:lnTo>
                  <a:lnTo>
                    <a:pt x="114715" y="51301"/>
                  </a:lnTo>
                  <a:lnTo>
                    <a:pt x="114869" y="51301"/>
                  </a:lnTo>
                  <a:lnTo>
                    <a:pt x="114979" y="51202"/>
                  </a:lnTo>
                  <a:lnTo>
                    <a:pt x="114913" y="51202"/>
                  </a:lnTo>
                  <a:lnTo>
                    <a:pt x="114869" y="51183"/>
                  </a:lnTo>
                  <a:lnTo>
                    <a:pt x="114847" y="51143"/>
                  </a:lnTo>
                  <a:lnTo>
                    <a:pt x="114803" y="51104"/>
                  </a:lnTo>
                  <a:lnTo>
                    <a:pt x="114869" y="51025"/>
                  </a:lnTo>
                  <a:lnTo>
                    <a:pt x="114891" y="50985"/>
                  </a:lnTo>
                  <a:lnTo>
                    <a:pt x="114891" y="50906"/>
                  </a:lnTo>
                  <a:lnTo>
                    <a:pt x="114869" y="50827"/>
                  </a:lnTo>
                  <a:lnTo>
                    <a:pt x="114869" y="50748"/>
                  </a:lnTo>
                  <a:lnTo>
                    <a:pt x="114913" y="50709"/>
                  </a:lnTo>
                  <a:lnTo>
                    <a:pt x="114891" y="50630"/>
                  </a:lnTo>
                  <a:lnTo>
                    <a:pt x="114825" y="50551"/>
                  </a:lnTo>
                  <a:lnTo>
                    <a:pt x="114715" y="50472"/>
                  </a:lnTo>
                  <a:lnTo>
                    <a:pt x="114649" y="50353"/>
                  </a:lnTo>
                  <a:lnTo>
                    <a:pt x="114715" y="50255"/>
                  </a:lnTo>
                  <a:lnTo>
                    <a:pt x="114649" y="50215"/>
                  </a:lnTo>
                  <a:lnTo>
                    <a:pt x="114605" y="50215"/>
                  </a:lnTo>
                  <a:lnTo>
                    <a:pt x="114561" y="50235"/>
                  </a:lnTo>
                  <a:lnTo>
                    <a:pt x="114561" y="50136"/>
                  </a:lnTo>
                  <a:lnTo>
                    <a:pt x="114539" y="50077"/>
                  </a:lnTo>
                  <a:lnTo>
                    <a:pt x="114473" y="50018"/>
                  </a:lnTo>
                  <a:lnTo>
                    <a:pt x="114451" y="49939"/>
                  </a:lnTo>
                  <a:lnTo>
                    <a:pt x="114407" y="49919"/>
                  </a:lnTo>
                  <a:lnTo>
                    <a:pt x="114341" y="49919"/>
                  </a:lnTo>
                  <a:lnTo>
                    <a:pt x="114297" y="49899"/>
                  </a:lnTo>
                  <a:lnTo>
                    <a:pt x="114275" y="49860"/>
                  </a:lnTo>
                  <a:lnTo>
                    <a:pt x="114275" y="49820"/>
                  </a:lnTo>
                  <a:lnTo>
                    <a:pt x="114253" y="49761"/>
                  </a:lnTo>
                  <a:lnTo>
                    <a:pt x="114209" y="49623"/>
                  </a:lnTo>
                  <a:lnTo>
                    <a:pt x="114165" y="49524"/>
                  </a:lnTo>
                  <a:lnTo>
                    <a:pt x="114121" y="49524"/>
                  </a:lnTo>
                  <a:lnTo>
                    <a:pt x="114055" y="49563"/>
                  </a:lnTo>
                  <a:lnTo>
                    <a:pt x="114033" y="49623"/>
                  </a:lnTo>
                  <a:lnTo>
                    <a:pt x="113988" y="49623"/>
                  </a:lnTo>
                  <a:lnTo>
                    <a:pt x="113900" y="49583"/>
                  </a:lnTo>
                  <a:lnTo>
                    <a:pt x="113922" y="49504"/>
                  </a:lnTo>
                  <a:lnTo>
                    <a:pt x="113944" y="49484"/>
                  </a:lnTo>
                  <a:lnTo>
                    <a:pt x="113988" y="49484"/>
                  </a:lnTo>
                  <a:lnTo>
                    <a:pt x="114011" y="49465"/>
                  </a:lnTo>
                  <a:lnTo>
                    <a:pt x="114011" y="49425"/>
                  </a:lnTo>
                  <a:lnTo>
                    <a:pt x="114033" y="49326"/>
                  </a:lnTo>
                  <a:lnTo>
                    <a:pt x="114033" y="49287"/>
                  </a:lnTo>
                  <a:lnTo>
                    <a:pt x="114055" y="49188"/>
                  </a:lnTo>
                  <a:lnTo>
                    <a:pt x="114121" y="49109"/>
                  </a:lnTo>
                  <a:lnTo>
                    <a:pt x="114187" y="49070"/>
                  </a:lnTo>
                  <a:lnTo>
                    <a:pt x="114297" y="49129"/>
                  </a:lnTo>
                  <a:lnTo>
                    <a:pt x="114341" y="49366"/>
                  </a:lnTo>
                  <a:lnTo>
                    <a:pt x="114363" y="49484"/>
                  </a:lnTo>
                  <a:lnTo>
                    <a:pt x="114451" y="49465"/>
                  </a:lnTo>
                  <a:lnTo>
                    <a:pt x="114473" y="49425"/>
                  </a:lnTo>
                  <a:lnTo>
                    <a:pt x="114473" y="49228"/>
                  </a:lnTo>
                  <a:lnTo>
                    <a:pt x="114473" y="49109"/>
                  </a:lnTo>
                  <a:lnTo>
                    <a:pt x="114539" y="49030"/>
                  </a:lnTo>
                  <a:lnTo>
                    <a:pt x="114473" y="48951"/>
                  </a:lnTo>
                  <a:lnTo>
                    <a:pt x="114451" y="48951"/>
                  </a:lnTo>
                  <a:lnTo>
                    <a:pt x="114407" y="48951"/>
                  </a:lnTo>
                  <a:lnTo>
                    <a:pt x="114385" y="48971"/>
                  </a:lnTo>
                  <a:lnTo>
                    <a:pt x="114341" y="48872"/>
                  </a:lnTo>
                  <a:lnTo>
                    <a:pt x="114297" y="48774"/>
                  </a:lnTo>
                  <a:lnTo>
                    <a:pt x="114297" y="48714"/>
                  </a:lnTo>
                  <a:lnTo>
                    <a:pt x="114407" y="48754"/>
                  </a:lnTo>
                  <a:lnTo>
                    <a:pt x="114451" y="48734"/>
                  </a:lnTo>
                  <a:lnTo>
                    <a:pt x="114473" y="48675"/>
                  </a:lnTo>
                  <a:lnTo>
                    <a:pt x="114451" y="48556"/>
                  </a:lnTo>
                  <a:lnTo>
                    <a:pt x="114539" y="48556"/>
                  </a:lnTo>
                  <a:lnTo>
                    <a:pt x="114715" y="48339"/>
                  </a:lnTo>
                  <a:lnTo>
                    <a:pt x="114759" y="48280"/>
                  </a:lnTo>
                  <a:lnTo>
                    <a:pt x="114759" y="48102"/>
                  </a:lnTo>
                  <a:lnTo>
                    <a:pt x="114781" y="48003"/>
                  </a:lnTo>
                  <a:lnTo>
                    <a:pt x="114869" y="47924"/>
                  </a:lnTo>
                  <a:lnTo>
                    <a:pt x="114891" y="47865"/>
                  </a:lnTo>
                  <a:lnTo>
                    <a:pt x="114891" y="47766"/>
                  </a:lnTo>
                  <a:lnTo>
                    <a:pt x="114869" y="47688"/>
                  </a:lnTo>
                  <a:lnTo>
                    <a:pt x="114869" y="47589"/>
                  </a:lnTo>
                  <a:lnTo>
                    <a:pt x="114891" y="47549"/>
                  </a:lnTo>
                  <a:lnTo>
                    <a:pt x="114649" y="47569"/>
                  </a:lnTo>
                  <a:lnTo>
                    <a:pt x="114539" y="47549"/>
                  </a:lnTo>
                  <a:lnTo>
                    <a:pt x="114385" y="47490"/>
                  </a:lnTo>
                  <a:lnTo>
                    <a:pt x="114297" y="47372"/>
                  </a:lnTo>
                  <a:lnTo>
                    <a:pt x="114253" y="47312"/>
                  </a:lnTo>
                  <a:lnTo>
                    <a:pt x="114297" y="47273"/>
                  </a:lnTo>
                  <a:lnTo>
                    <a:pt x="114385" y="47352"/>
                  </a:lnTo>
                  <a:lnTo>
                    <a:pt x="114429" y="47372"/>
                  </a:lnTo>
                  <a:lnTo>
                    <a:pt x="114495" y="47372"/>
                  </a:lnTo>
                  <a:lnTo>
                    <a:pt x="114561" y="47352"/>
                  </a:lnTo>
                  <a:lnTo>
                    <a:pt x="114583" y="47312"/>
                  </a:lnTo>
                  <a:lnTo>
                    <a:pt x="114561" y="47273"/>
                  </a:lnTo>
                  <a:lnTo>
                    <a:pt x="114495" y="47214"/>
                  </a:lnTo>
                  <a:lnTo>
                    <a:pt x="114429" y="47174"/>
                  </a:lnTo>
                  <a:lnTo>
                    <a:pt x="114407" y="47174"/>
                  </a:lnTo>
                  <a:lnTo>
                    <a:pt x="114385" y="47036"/>
                  </a:lnTo>
                  <a:lnTo>
                    <a:pt x="114429" y="46996"/>
                  </a:lnTo>
                  <a:lnTo>
                    <a:pt x="114539" y="47036"/>
                  </a:lnTo>
                  <a:lnTo>
                    <a:pt x="114627" y="47135"/>
                  </a:lnTo>
                  <a:lnTo>
                    <a:pt x="114671" y="47036"/>
                  </a:lnTo>
                  <a:lnTo>
                    <a:pt x="114913" y="46404"/>
                  </a:lnTo>
                  <a:lnTo>
                    <a:pt x="115111" y="46384"/>
                  </a:lnTo>
                  <a:lnTo>
                    <a:pt x="115574" y="46384"/>
                  </a:lnTo>
                  <a:lnTo>
                    <a:pt x="115750" y="46305"/>
                  </a:lnTo>
                  <a:lnTo>
                    <a:pt x="115662" y="46226"/>
                  </a:lnTo>
                  <a:lnTo>
                    <a:pt x="115618" y="45930"/>
                  </a:lnTo>
                  <a:lnTo>
                    <a:pt x="115508" y="45930"/>
                  </a:lnTo>
                  <a:lnTo>
                    <a:pt x="115640" y="45851"/>
                  </a:lnTo>
                  <a:lnTo>
                    <a:pt x="115684" y="45871"/>
                  </a:lnTo>
                  <a:lnTo>
                    <a:pt x="115706" y="45970"/>
                  </a:lnTo>
                  <a:lnTo>
                    <a:pt x="115772" y="46108"/>
                  </a:lnTo>
                  <a:lnTo>
                    <a:pt x="115904" y="46187"/>
                  </a:lnTo>
                  <a:lnTo>
                    <a:pt x="115970" y="46167"/>
                  </a:lnTo>
                  <a:lnTo>
                    <a:pt x="116168" y="45989"/>
                  </a:lnTo>
                  <a:lnTo>
                    <a:pt x="116190" y="45871"/>
                  </a:lnTo>
                  <a:lnTo>
                    <a:pt x="116212" y="45812"/>
                  </a:lnTo>
                  <a:lnTo>
                    <a:pt x="116234" y="45812"/>
                  </a:lnTo>
                  <a:lnTo>
                    <a:pt x="116322" y="45812"/>
                  </a:lnTo>
                  <a:lnTo>
                    <a:pt x="116344" y="45792"/>
                  </a:lnTo>
                  <a:lnTo>
                    <a:pt x="116543" y="45535"/>
                  </a:lnTo>
                  <a:lnTo>
                    <a:pt x="116565" y="45456"/>
                  </a:lnTo>
                  <a:lnTo>
                    <a:pt x="116609" y="45476"/>
                  </a:lnTo>
                  <a:lnTo>
                    <a:pt x="116807" y="45239"/>
                  </a:lnTo>
                  <a:lnTo>
                    <a:pt x="116807" y="45180"/>
                  </a:lnTo>
                  <a:lnTo>
                    <a:pt x="116829" y="44864"/>
                  </a:lnTo>
                  <a:lnTo>
                    <a:pt x="116917" y="44568"/>
                  </a:lnTo>
                  <a:lnTo>
                    <a:pt x="117005" y="44429"/>
                  </a:lnTo>
                  <a:lnTo>
                    <a:pt x="117027" y="44212"/>
                  </a:lnTo>
                  <a:lnTo>
                    <a:pt x="117071" y="44113"/>
                  </a:lnTo>
                  <a:lnTo>
                    <a:pt x="117093" y="44212"/>
                  </a:lnTo>
                  <a:lnTo>
                    <a:pt x="117159" y="44271"/>
                  </a:lnTo>
                  <a:lnTo>
                    <a:pt x="117225" y="44311"/>
                  </a:lnTo>
                  <a:lnTo>
                    <a:pt x="117291" y="44311"/>
                  </a:lnTo>
                  <a:lnTo>
                    <a:pt x="117291" y="44271"/>
                  </a:lnTo>
                  <a:lnTo>
                    <a:pt x="117291" y="44212"/>
                  </a:lnTo>
                  <a:lnTo>
                    <a:pt x="117203" y="44054"/>
                  </a:lnTo>
                  <a:lnTo>
                    <a:pt x="117159" y="43876"/>
                  </a:lnTo>
                  <a:lnTo>
                    <a:pt x="117203" y="43797"/>
                  </a:lnTo>
                  <a:lnTo>
                    <a:pt x="117269" y="43718"/>
                  </a:lnTo>
                  <a:lnTo>
                    <a:pt x="117357" y="43620"/>
                  </a:lnTo>
                  <a:lnTo>
                    <a:pt x="117379" y="43679"/>
                  </a:lnTo>
                  <a:lnTo>
                    <a:pt x="117401" y="43778"/>
                  </a:lnTo>
                  <a:lnTo>
                    <a:pt x="117467" y="43837"/>
                  </a:lnTo>
                  <a:lnTo>
                    <a:pt x="117511" y="43876"/>
                  </a:lnTo>
                  <a:lnTo>
                    <a:pt x="117577" y="43876"/>
                  </a:lnTo>
                  <a:lnTo>
                    <a:pt x="117600" y="43857"/>
                  </a:lnTo>
                  <a:lnTo>
                    <a:pt x="117732" y="43699"/>
                  </a:lnTo>
                  <a:lnTo>
                    <a:pt x="117754" y="43501"/>
                  </a:lnTo>
                  <a:lnTo>
                    <a:pt x="117842" y="43442"/>
                  </a:lnTo>
                  <a:lnTo>
                    <a:pt x="117864" y="43521"/>
                  </a:lnTo>
                  <a:lnTo>
                    <a:pt x="117864" y="43639"/>
                  </a:lnTo>
                  <a:lnTo>
                    <a:pt x="117886" y="43718"/>
                  </a:lnTo>
                  <a:lnTo>
                    <a:pt x="118216" y="43343"/>
                  </a:lnTo>
                  <a:lnTo>
                    <a:pt x="118216" y="43324"/>
                  </a:lnTo>
                  <a:lnTo>
                    <a:pt x="118216" y="43284"/>
                  </a:lnTo>
                  <a:lnTo>
                    <a:pt x="118216" y="43264"/>
                  </a:lnTo>
                  <a:lnTo>
                    <a:pt x="118238" y="43225"/>
                  </a:lnTo>
                  <a:lnTo>
                    <a:pt x="118260" y="43245"/>
                  </a:lnTo>
                  <a:lnTo>
                    <a:pt x="118348" y="43304"/>
                  </a:lnTo>
                  <a:lnTo>
                    <a:pt x="118370" y="43324"/>
                  </a:lnTo>
                  <a:lnTo>
                    <a:pt x="118458" y="43264"/>
                  </a:lnTo>
                  <a:lnTo>
                    <a:pt x="118458" y="43205"/>
                  </a:lnTo>
                  <a:lnTo>
                    <a:pt x="118370" y="43126"/>
                  </a:lnTo>
                  <a:lnTo>
                    <a:pt x="118282" y="43087"/>
                  </a:lnTo>
                  <a:lnTo>
                    <a:pt x="118326" y="43008"/>
                  </a:lnTo>
                  <a:lnTo>
                    <a:pt x="118370" y="42988"/>
                  </a:lnTo>
                  <a:lnTo>
                    <a:pt x="118458" y="42988"/>
                  </a:lnTo>
                  <a:lnTo>
                    <a:pt x="118502" y="42948"/>
                  </a:lnTo>
                  <a:lnTo>
                    <a:pt x="118612" y="42790"/>
                  </a:lnTo>
                  <a:lnTo>
                    <a:pt x="118877" y="42514"/>
                  </a:lnTo>
                  <a:lnTo>
                    <a:pt x="118987" y="42435"/>
                  </a:lnTo>
                  <a:lnTo>
                    <a:pt x="119141" y="42474"/>
                  </a:lnTo>
                  <a:lnTo>
                    <a:pt x="119185" y="42672"/>
                  </a:lnTo>
                  <a:lnTo>
                    <a:pt x="119383" y="42810"/>
                  </a:lnTo>
                  <a:lnTo>
                    <a:pt x="119625" y="42850"/>
                  </a:lnTo>
                  <a:lnTo>
                    <a:pt x="119691" y="42830"/>
                  </a:lnTo>
                  <a:lnTo>
                    <a:pt x="119691" y="42731"/>
                  </a:lnTo>
                  <a:lnTo>
                    <a:pt x="119801" y="42692"/>
                  </a:lnTo>
                  <a:lnTo>
                    <a:pt x="120000" y="42632"/>
                  </a:lnTo>
                  <a:lnTo>
                    <a:pt x="119889" y="42494"/>
                  </a:lnTo>
                  <a:close/>
                  <a:moveTo>
                    <a:pt x="117071" y="76597"/>
                  </a:moveTo>
                  <a:lnTo>
                    <a:pt x="116543" y="76873"/>
                  </a:lnTo>
                  <a:lnTo>
                    <a:pt x="116411" y="76991"/>
                  </a:lnTo>
                  <a:lnTo>
                    <a:pt x="116344" y="77090"/>
                  </a:lnTo>
                  <a:lnTo>
                    <a:pt x="116080" y="77979"/>
                  </a:lnTo>
                  <a:lnTo>
                    <a:pt x="116146" y="77860"/>
                  </a:lnTo>
                  <a:lnTo>
                    <a:pt x="116212" y="77762"/>
                  </a:lnTo>
                  <a:lnTo>
                    <a:pt x="116300" y="77604"/>
                  </a:lnTo>
                  <a:lnTo>
                    <a:pt x="116344" y="77288"/>
                  </a:lnTo>
                  <a:lnTo>
                    <a:pt x="116411" y="77169"/>
                  </a:lnTo>
                  <a:lnTo>
                    <a:pt x="116521" y="77051"/>
                  </a:lnTo>
                  <a:lnTo>
                    <a:pt x="116631" y="76972"/>
                  </a:lnTo>
                  <a:lnTo>
                    <a:pt x="116785" y="76932"/>
                  </a:lnTo>
                  <a:lnTo>
                    <a:pt x="116807" y="77070"/>
                  </a:lnTo>
                  <a:lnTo>
                    <a:pt x="116785" y="77248"/>
                  </a:lnTo>
                  <a:lnTo>
                    <a:pt x="116719" y="77406"/>
                  </a:lnTo>
                  <a:lnTo>
                    <a:pt x="116631" y="77505"/>
                  </a:lnTo>
                  <a:lnTo>
                    <a:pt x="116763" y="77525"/>
                  </a:lnTo>
                  <a:lnTo>
                    <a:pt x="116873" y="77406"/>
                  </a:lnTo>
                  <a:lnTo>
                    <a:pt x="116983" y="77248"/>
                  </a:lnTo>
                  <a:lnTo>
                    <a:pt x="116983" y="77130"/>
                  </a:lnTo>
                  <a:lnTo>
                    <a:pt x="116961" y="77011"/>
                  </a:lnTo>
                  <a:lnTo>
                    <a:pt x="117005" y="76932"/>
                  </a:lnTo>
                  <a:lnTo>
                    <a:pt x="117137" y="76794"/>
                  </a:lnTo>
                  <a:lnTo>
                    <a:pt x="117137" y="76695"/>
                  </a:lnTo>
                  <a:lnTo>
                    <a:pt x="117137" y="76616"/>
                  </a:lnTo>
                  <a:lnTo>
                    <a:pt x="117071" y="76597"/>
                  </a:lnTo>
                  <a:close/>
                  <a:moveTo>
                    <a:pt x="54759" y="9912"/>
                  </a:moveTo>
                  <a:lnTo>
                    <a:pt x="54781" y="9912"/>
                  </a:lnTo>
                  <a:lnTo>
                    <a:pt x="54781" y="9912"/>
                  </a:lnTo>
                  <a:lnTo>
                    <a:pt x="54759" y="9912"/>
                  </a:lnTo>
                  <a:close/>
                  <a:moveTo>
                    <a:pt x="100711" y="76972"/>
                  </a:moveTo>
                  <a:lnTo>
                    <a:pt x="100513" y="76893"/>
                  </a:lnTo>
                  <a:lnTo>
                    <a:pt x="100337" y="76893"/>
                  </a:lnTo>
                  <a:lnTo>
                    <a:pt x="100315" y="76853"/>
                  </a:lnTo>
                  <a:lnTo>
                    <a:pt x="100227" y="76695"/>
                  </a:lnTo>
                  <a:lnTo>
                    <a:pt x="100227" y="76458"/>
                  </a:lnTo>
                  <a:lnTo>
                    <a:pt x="100359" y="76379"/>
                  </a:lnTo>
                  <a:lnTo>
                    <a:pt x="100513" y="76300"/>
                  </a:lnTo>
                  <a:lnTo>
                    <a:pt x="100623" y="76202"/>
                  </a:lnTo>
                  <a:lnTo>
                    <a:pt x="100535" y="76142"/>
                  </a:lnTo>
                  <a:lnTo>
                    <a:pt x="100403" y="76063"/>
                  </a:lnTo>
                  <a:lnTo>
                    <a:pt x="100315" y="76044"/>
                  </a:lnTo>
                  <a:lnTo>
                    <a:pt x="100205" y="76063"/>
                  </a:lnTo>
                  <a:lnTo>
                    <a:pt x="100117" y="76044"/>
                  </a:lnTo>
                  <a:lnTo>
                    <a:pt x="99743" y="75826"/>
                  </a:lnTo>
                  <a:lnTo>
                    <a:pt x="99412" y="75708"/>
                  </a:lnTo>
                  <a:lnTo>
                    <a:pt x="99280" y="75728"/>
                  </a:lnTo>
                  <a:lnTo>
                    <a:pt x="99104" y="75688"/>
                  </a:lnTo>
                  <a:lnTo>
                    <a:pt x="99060" y="75688"/>
                  </a:lnTo>
                  <a:lnTo>
                    <a:pt x="99016" y="75708"/>
                  </a:lnTo>
                  <a:lnTo>
                    <a:pt x="98972" y="75767"/>
                  </a:lnTo>
                  <a:lnTo>
                    <a:pt x="98928" y="75787"/>
                  </a:lnTo>
                  <a:lnTo>
                    <a:pt x="98862" y="75767"/>
                  </a:lnTo>
                  <a:lnTo>
                    <a:pt x="98862" y="75668"/>
                  </a:lnTo>
                  <a:lnTo>
                    <a:pt x="98906" y="75649"/>
                  </a:lnTo>
                  <a:lnTo>
                    <a:pt x="99038" y="75629"/>
                  </a:lnTo>
                  <a:lnTo>
                    <a:pt x="99082" y="75589"/>
                  </a:lnTo>
                  <a:lnTo>
                    <a:pt x="99038" y="75530"/>
                  </a:lnTo>
                  <a:lnTo>
                    <a:pt x="98972" y="75491"/>
                  </a:lnTo>
                  <a:lnTo>
                    <a:pt x="98928" y="75471"/>
                  </a:lnTo>
                  <a:lnTo>
                    <a:pt x="98862" y="75431"/>
                  </a:lnTo>
                  <a:lnTo>
                    <a:pt x="98730" y="75451"/>
                  </a:lnTo>
                  <a:lnTo>
                    <a:pt x="98554" y="75510"/>
                  </a:lnTo>
                  <a:lnTo>
                    <a:pt x="98289" y="75708"/>
                  </a:lnTo>
                  <a:lnTo>
                    <a:pt x="98201" y="75708"/>
                  </a:lnTo>
                  <a:lnTo>
                    <a:pt x="98179" y="75668"/>
                  </a:lnTo>
                  <a:lnTo>
                    <a:pt x="98444" y="75491"/>
                  </a:lnTo>
                  <a:lnTo>
                    <a:pt x="98422" y="75471"/>
                  </a:lnTo>
                  <a:lnTo>
                    <a:pt x="98003" y="75372"/>
                  </a:lnTo>
                  <a:lnTo>
                    <a:pt x="97893" y="75372"/>
                  </a:lnTo>
                  <a:lnTo>
                    <a:pt x="98025" y="75293"/>
                  </a:lnTo>
                  <a:lnTo>
                    <a:pt x="99258" y="75194"/>
                  </a:lnTo>
                  <a:lnTo>
                    <a:pt x="99566" y="75234"/>
                  </a:lnTo>
                  <a:lnTo>
                    <a:pt x="99721" y="75214"/>
                  </a:lnTo>
                  <a:lnTo>
                    <a:pt x="99809" y="75254"/>
                  </a:lnTo>
                  <a:lnTo>
                    <a:pt x="99985" y="75313"/>
                  </a:lnTo>
                  <a:lnTo>
                    <a:pt x="100117" y="75333"/>
                  </a:lnTo>
                  <a:lnTo>
                    <a:pt x="100139" y="75234"/>
                  </a:lnTo>
                  <a:lnTo>
                    <a:pt x="100007" y="75214"/>
                  </a:lnTo>
                  <a:lnTo>
                    <a:pt x="99875" y="75135"/>
                  </a:lnTo>
                  <a:lnTo>
                    <a:pt x="99677" y="75017"/>
                  </a:lnTo>
                  <a:lnTo>
                    <a:pt x="99544" y="74721"/>
                  </a:lnTo>
                  <a:lnTo>
                    <a:pt x="99412" y="74602"/>
                  </a:lnTo>
                  <a:lnTo>
                    <a:pt x="98994" y="74444"/>
                  </a:lnTo>
                  <a:lnTo>
                    <a:pt x="98928" y="74424"/>
                  </a:lnTo>
                  <a:lnTo>
                    <a:pt x="98840" y="74345"/>
                  </a:lnTo>
                  <a:lnTo>
                    <a:pt x="98818" y="74326"/>
                  </a:lnTo>
                  <a:lnTo>
                    <a:pt x="98730" y="74306"/>
                  </a:lnTo>
                  <a:lnTo>
                    <a:pt x="98598" y="74326"/>
                  </a:lnTo>
                  <a:lnTo>
                    <a:pt x="98510" y="74326"/>
                  </a:lnTo>
                  <a:lnTo>
                    <a:pt x="98267" y="74227"/>
                  </a:lnTo>
                  <a:lnTo>
                    <a:pt x="98179" y="74187"/>
                  </a:lnTo>
                  <a:lnTo>
                    <a:pt x="97915" y="74148"/>
                  </a:lnTo>
                  <a:lnTo>
                    <a:pt x="97849" y="74128"/>
                  </a:lnTo>
                  <a:lnTo>
                    <a:pt x="97695" y="74069"/>
                  </a:lnTo>
                  <a:lnTo>
                    <a:pt x="97629" y="74069"/>
                  </a:lnTo>
                  <a:lnTo>
                    <a:pt x="97585" y="74069"/>
                  </a:lnTo>
                  <a:lnTo>
                    <a:pt x="97541" y="74069"/>
                  </a:lnTo>
                  <a:lnTo>
                    <a:pt x="97144" y="73931"/>
                  </a:lnTo>
                  <a:lnTo>
                    <a:pt x="96990" y="73931"/>
                  </a:lnTo>
                  <a:lnTo>
                    <a:pt x="96858" y="73891"/>
                  </a:lnTo>
                  <a:lnTo>
                    <a:pt x="96770" y="73891"/>
                  </a:lnTo>
                  <a:lnTo>
                    <a:pt x="96418" y="73970"/>
                  </a:lnTo>
                  <a:lnTo>
                    <a:pt x="96264" y="74010"/>
                  </a:lnTo>
                  <a:lnTo>
                    <a:pt x="96000" y="73950"/>
                  </a:lnTo>
                  <a:lnTo>
                    <a:pt x="95691" y="73891"/>
                  </a:lnTo>
                  <a:lnTo>
                    <a:pt x="95581" y="73891"/>
                  </a:lnTo>
                  <a:lnTo>
                    <a:pt x="95317" y="73950"/>
                  </a:lnTo>
                  <a:lnTo>
                    <a:pt x="94833" y="73970"/>
                  </a:lnTo>
                  <a:lnTo>
                    <a:pt x="93710" y="74306"/>
                  </a:lnTo>
                  <a:lnTo>
                    <a:pt x="93291" y="74444"/>
                  </a:lnTo>
                  <a:lnTo>
                    <a:pt x="92719" y="74582"/>
                  </a:lnTo>
                  <a:lnTo>
                    <a:pt x="91904" y="74859"/>
                  </a:lnTo>
                  <a:lnTo>
                    <a:pt x="91706" y="75017"/>
                  </a:lnTo>
                  <a:lnTo>
                    <a:pt x="91442" y="75254"/>
                  </a:lnTo>
                  <a:lnTo>
                    <a:pt x="90605" y="75787"/>
                  </a:lnTo>
                  <a:lnTo>
                    <a:pt x="89790" y="76103"/>
                  </a:lnTo>
                  <a:lnTo>
                    <a:pt x="89108" y="76557"/>
                  </a:lnTo>
                  <a:lnTo>
                    <a:pt x="87941" y="77623"/>
                  </a:lnTo>
                  <a:lnTo>
                    <a:pt x="87522" y="77900"/>
                  </a:lnTo>
                  <a:lnTo>
                    <a:pt x="86576" y="78887"/>
                  </a:lnTo>
                  <a:lnTo>
                    <a:pt x="85739" y="79894"/>
                  </a:lnTo>
                  <a:lnTo>
                    <a:pt x="85056" y="80487"/>
                  </a:lnTo>
                  <a:lnTo>
                    <a:pt x="84792" y="80743"/>
                  </a:lnTo>
                  <a:lnTo>
                    <a:pt x="84594" y="81079"/>
                  </a:lnTo>
                  <a:lnTo>
                    <a:pt x="84088" y="81375"/>
                  </a:lnTo>
                  <a:lnTo>
                    <a:pt x="83911" y="81691"/>
                  </a:lnTo>
                  <a:lnTo>
                    <a:pt x="83713" y="81829"/>
                  </a:lnTo>
                  <a:lnTo>
                    <a:pt x="83647" y="81908"/>
                  </a:lnTo>
                  <a:lnTo>
                    <a:pt x="83493" y="82106"/>
                  </a:lnTo>
                  <a:lnTo>
                    <a:pt x="83493" y="82145"/>
                  </a:lnTo>
                  <a:lnTo>
                    <a:pt x="82634" y="83231"/>
                  </a:lnTo>
                  <a:lnTo>
                    <a:pt x="82568" y="83291"/>
                  </a:lnTo>
                  <a:lnTo>
                    <a:pt x="82326" y="83409"/>
                  </a:lnTo>
                  <a:lnTo>
                    <a:pt x="82194" y="83468"/>
                  </a:lnTo>
                  <a:lnTo>
                    <a:pt x="82128" y="83587"/>
                  </a:lnTo>
                  <a:lnTo>
                    <a:pt x="82040" y="83804"/>
                  </a:lnTo>
                  <a:lnTo>
                    <a:pt x="81996" y="83883"/>
                  </a:lnTo>
                  <a:lnTo>
                    <a:pt x="81754" y="84021"/>
                  </a:lnTo>
                  <a:lnTo>
                    <a:pt x="81688" y="84080"/>
                  </a:lnTo>
                  <a:lnTo>
                    <a:pt x="81335" y="84653"/>
                  </a:lnTo>
                  <a:lnTo>
                    <a:pt x="81247" y="84949"/>
                  </a:lnTo>
                  <a:lnTo>
                    <a:pt x="81159" y="85009"/>
                  </a:lnTo>
                  <a:lnTo>
                    <a:pt x="80939" y="85127"/>
                  </a:lnTo>
                  <a:lnTo>
                    <a:pt x="80829" y="85324"/>
                  </a:lnTo>
                  <a:lnTo>
                    <a:pt x="80719" y="85818"/>
                  </a:lnTo>
                  <a:lnTo>
                    <a:pt x="80609" y="86016"/>
                  </a:lnTo>
                  <a:lnTo>
                    <a:pt x="80278" y="86312"/>
                  </a:lnTo>
                  <a:lnTo>
                    <a:pt x="80256" y="86391"/>
                  </a:lnTo>
                  <a:lnTo>
                    <a:pt x="80234" y="86450"/>
                  </a:lnTo>
                  <a:lnTo>
                    <a:pt x="80036" y="86825"/>
                  </a:lnTo>
                  <a:lnTo>
                    <a:pt x="79948" y="86904"/>
                  </a:lnTo>
                  <a:lnTo>
                    <a:pt x="79662" y="87003"/>
                  </a:lnTo>
                  <a:lnTo>
                    <a:pt x="79596" y="87082"/>
                  </a:lnTo>
                  <a:lnTo>
                    <a:pt x="79574" y="87279"/>
                  </a:lnTo>
                  <a:lnTo>
                    <a:pt x="79177" y="87872"/>
                  </a:lnTo>
                  <a:lnTo>
                    <a:pt x="78913" y="88385"/>
                  </a:lnTo>
                  <a:lnTo>
                    <a:pt x="78715" y="89136"/>
                  </a:lnTo>
                  <a:lnTo>
                    <a:pt x="78385" y="89688"/>
                  </a:lnTo>
                  <a:lnTo>
                    <a:pt x="78253" y="90241"/>
                  </a:lnTo>
                  <a:lnTo>
                    <a:pt x="78187" y="90340"/>
                  </a:lnTo>
                  <a:lnTo>
                    <a:pt x="78121" y="90439"/>
                  </a:lnTo>
                  <a:lnTo>
                    <a:pt x="77922" y="90597"/>
                  </a:lnTo>
                  <a:lnTo>
                    <a:pt x="77834" y="90636"/>
                  </a:lnTo>
                  <a:lnTo>
                    <a:pt x="77790" y="90715"/>
                  </a:lnTo>
                  <a:lnTo>
                    <a:pt x="77592" y="91604"/>
                  </a:lnTo>
                  <a:lnTo>
                    <a:pt x="77614" y="91722"/>
                  </a:lnTo>
                  <a:lnTo>
                    <a:pt x="77658" y="91821"/>
                  </a:lnTo>
                  <a:lnTo>
                    <a:pt x="77702" y="91861"/>
                  </a:lnTo>
                  <a:lnTo>
                    <a:pt x="77724" y="91900"/>
                  </a:lnTo>
                  <a:lnTo>
                    <a:pt x="77724" y="91979"/>
                  </a:lnTo>
                  <a:lnTo>
                    <a:pt x="77702" y="92038"/>
                  </a:lnTo>
                  <a:lnTo>
                    <a:pt x="77636" y="92177"/>
                  </a:lnTo>
                  <a:lnTo>
                    <a:pt x="77394" y="92947"/>
                  </a:lnTo>
                  <a:lnTo>
                    <a:pt x="77174" y="93855"/>
                  </a:lnTo>
                  <a:lnTo>
                    <a:pt x="76932" y="94546"/>
                  </a:lnTo>
                  <a:lnTo>
                    <a:pt x="76777" y="94684"/>
                  </a:lnTo>
                  <a:lnTo>
                    <a:pt x="76755" y="94744"/>
                  </a:lnTo>
                  <a:lnTo>
                    <a:pt x="76755" y="94803"/>
                  </a:lnTo>
                  <a:lnTo>
                    <a:pt x="76733" y="94882"/>
                  </a:lnTo>
                  <a:lnTo>
                    <a:pt x="76667" y="94921"/>
                  </a:lnTo>
                  <a:lnTo>
                    <a:pt x="76601" y="94981"/>
                  </a:lnTo>
                  <a:lnTo>
                    <a:pt x="76557" y="95020"/>
                  </a:lnTo>
                  <a:lnTo>
                    <a:pt x="76513" y="95297"/>
                  </a:lnTo>
                  <a:lnTo>
                    <a:pt x="76623" y="95790"/>
                  </a:lnTo>
                  <a:lnTo>
                    <a:pt x="76579" y="96067"/>
                  </a:lnTo>
                  <a:lnTo>
                    <a:pt x="76161" y="96639"/>
                  </a:lnTo>
                  <a:lnTo>
                    <a:pt x="76095" y="96876"/>
                  </a:lnTo>
                  <a:lnTo>
                    <a:pt x="76007" y="97508"/>
                  </a:lnTo>
                  <a:lnTo>
                    <a:pt x="75787" y="98318"/>
                  </a:lnTo>
                  <a:lnTo>
                    <a:pt x="75368" y="99285"/>
                  </a:lnTo>
                  <a:lnTo>
                    <a:pt x="75302" y="99384"/>
                  </a:lnTo>
                  <a:lnTo>
                    <a:pt x="75082" y="99503"/>
                  </a:lnTo>
                  <a:lnTo>
                    <a:pt x="74576" y="99996"/>
                  </a:lnTo>
                  <a:lnTo>
                    <a:pt x="74510" y="100095"/>
                  </a:lnTo>
                  <a:lnTo>
                    <a:pt x="74466" y="100292"/>
                  </a:lnTo>
                  <a:lnTo>
                    <a:pt x="74444" y="100352"/>
                  </a:lnTo>
                  <a:lnTo>
                    <a:pt x="74422" y="100391"/>
                  </a:lnTo>
                  <a:lnTo>
                    <a:pt x="74289" y="100411"/>
                  </a:lnTo>
                  <a:lnTo>
                    <a:pt x="74245" y="100431"/>
                  </a:lnTo>
                  <a:lnTo>
                    <a:pt x="74201" y="100470"/>
                  </a:lnTo>
                  <a:lnTo>
                    <a:pt x="74157" y="100608"/>
                  </a:lnTo>
                  <a:lnTo>
                    <a:pt x="74113" y="100628"/>
                  </a:lnTo>
                  <a:lnTo>
                    <a:pt x="74047" y="100648"/>
                  </a:lnTo>
                  <a:lnTo>
                    <a:pt x="73937" y="100648"/>
                  </a:lnTo>
                  <a:lnTo>
                    <a:pt x="73849" y="100668"/>
                  </a:lnTo>
                  <a:lnTo>
                    <a:pt x="73783" y="100747"/>
                  </a:lnTo>
                  <a:lnTo>
                    <a:pt x="73607" y="101063"/>
                  </a:lnTo>
                  <a:lnTo>
                    <a:pt x="73409" y="101220"/>
                  </a:lnTo>
                  <a:lnTo>
                    <a:pt x="72924" y="101378"/>
                  </a:lnTo>
                  <a:lnTo>
                    <a:pt x="72748" y="101536"/>
                  </a:lnTo>
                  <a:lnTo>
                    <a:pt x="72704" y="101694"/>
                  </a:lnTo>
                  <a:lnTo>
                    <a:pt x="72660" y="101991"/>
                  </a:lnTo>
                  <a:lnTo>
                    <a:pt x="72594" y="102050"/>
                  </a:lnTo>
                  <a:lnTo>
                    <a:pt x="72506" y="102129"/>
                  </a:lnTo>
                  <a:lnTo>
                    <a:pt x="72396" y="102346"/>
                  </a:lnTo>
                  <a:lnTo>
                    <a:pt x="72286" y="102425"/>
                  </a:lnTo>
                  <a:lnTo>
                    <a:pt x="70546" y="103926"/>
                  </a:lnTo>
                  <a:lnTo>
                    <a:pt x="70304" y="103965"/>
                  </a:lnTo>
                  <a:lnTo>
                    <a:pt x="70040" y="103946"/>
                  </a:lnTo>
                  <a:lnTo>
                    <a:pt x="69908" y="103906"/>
                  </a:lnTo>
                  <a:lnTo>
                    <a:pt x="69754" y="103886"/>
                  </a:lnTo>
                  <a:lnTo>
                    <a:pt x="69666" y="103946"/>
                  </a:lnTo>
                  <a:lnTo>
                    <a:pt x="69533" y="104182"/>
                  </a:lnTo>
                  <a:lnTo>
                    <a:pt x="69357" y="104459"/>
                  </a:lnTo>
                  <a:lnTo>
                    <a:pt x="69291" y="104577"/>
                  </a:lnTo>
                  <a:lnTo>
                    <a:pt x="69269" y="104716"/>
                  </a:lnTo>
                  <a:lnTo>
                    <a:pt x="69225" y="104834"/>
                  </a:lnTo>
                  <a:lnTo>
                    <a:pt x="69137" y="104893"/>
                  </a:lnTo>
                  <a:lnTo>
                    <a:pt x="68983" y="104953"/>
                  </a:lnTo>
                  <a:lnTo>
                    <a:pt x="68785" y="105071"/>
                  </a:lnTo>
                  <a:lnTo>
                    <a:pt x="68411" y="105446"/>
                  </a:lnTo>
                  <a:lnTo>
                    <a:pt x="68411" y="105525"/>
                  </a:lnTo>
                  <a:lnTo>
                    <a:pt x="68411" y="105644"/>
                  </a:lnTo>
                  <a:lnTo>
                    <a:pt x="68411" y="105821"/>
                  </a:lnTo>
                  <a:lnTo>
                    <a:pt x="68388" y="106098"/>
                  </a:lnTo>
                  <a:lnTo>
                    <a:pt x="68300" y="106295"/>
                  </a:lnTo>
                  <a:lnTo>
                    <a:pt x="67728" y="106671"/>
                  </a:lnTo>
                  <a:lnTo>
                    <a:pt x="67508" y="106927"/>
                  </a:lnTo>
                  <a:lnTo>
                    <a:pt x="67376" y="107006"/>
                  </a:lnTo>
                  <a:lnTo>
                    <a:pt x="67310" y="107085"/>
                  </a:lnTo>
                  <a:lnTo>
                    <a:pt x="67155" y="107579"/>
                  </a:lnTo>
                  <a:lnTo>
                    <a:pt x="66979" y="107855"/>
                  </a:lnTo>
                  <a:lnTo>
                    <a:pt x="66803" y="108033"/>
                  </a:lnTo>
                  <a:lnTo>
                    <a:pt x="66759" y="108152"/>
                  </a:lnTo>
                  <a:lnTo>
                    <a:pt x="66803" y="108270"/>
                  </a:lnTo>
                  <a:lnTo>
                    <a:pt x="66825" y="108369"/>
                  </a:lnTo>
                  <a:lnTo>
                    <a:pt x="66627" y="108744"/>
                  </a:lnTo>
                  <a:lnTo>
                    <a:pt x="66473" y="108803"/>
                  </a:lnTo>
                  <a:lnTo>
                    <a:pt x="66143" y="109159"/>
                  </a:lnTo>
                  <a:lnTo>
                    <a:pt x="65988" y="109238"/>
                  </a:lnTo>
                  <a:lnTo>
                    <a:pt x="65812" y="109317"/>
                  </a:lnTo>
                  <a:lnTo>
                    <a:pt x="65680" y="109277"/>
                  </a:lnTo>
                  <a:lnTo>
                    <a:pt x="65592" y="109415"/>
                  </a:lnTo>
                  <a:lnTo>
                    <a:pt x="65504" y="109554"/>
                  </a:lnTo>
                  <a:lnTo>
                    <a:pt x="65460" y="109692"/>
                  </a:lnTo>
                  <a:lnTo>
                    <a:pt x="65372" y="109771"/>
                  </a:lnTo>
                  <a:lnTo>
                    <a:pt x="65328" y="109889"/>
                  </a:lnTo>
                  <a:lnTo>
                    <a:pt x="65306" y="109948"/>
                  </a:lnTo>
                  <a:lnTo>
                    <a:pt x="64844" y="110205"/>
                  </a:lnTo>
                  <a:lnTo>
                    <a:pt x="64755" y="110304"/>
                  </a:lnTo>
                  <a:lnTo>
                    <a:pt x="64755" y="110363"/>
                  </a:lnTo>
                  <a:lnTo>
                    <a:pt x="64733" y="110422"/>
                  </a:lnTo>
                  <a:lnTo>
                    <a:pt x="64755" y="110501"/>
                  </a:lnTo>
                  <a:lnTo>
                    <a:pt x="64755" y="110561"/>
                  </a:lnTo>
                  <a:lnTo>
                    <a:pt x="64777" y="110640"/>
                  </a:lnTo>
                  <a:lnTo>
                    <a:pt x="64711" y="110837"/>
                  </a:lnTo>
                  <a:lnTo>
                    <a:pt x="64711" y="110936"/>
                  </a:lnTo>
                  <a:lnTo>
                    <a:pt x="64755" y="111074"/>
                  </a:lnTo>
                  <a:lnTo>
                    <a:pt x="64844" y="111193"/>
                  </a:lnTo>
                  <a:lnTo>
                    <a:pt x="64866" y="111311"/>
                  </a:lnTo>
                  <a:lnTo>
                    <a:pt x="64866" y="111449"/>
                  </a:lnTo>
                  <a:lnTo>
                    <a:pt x="64755" y="111805"/>
                  </a:lnTo>
                  <a:lnTo>
                    <a:pt x="64227" y="112753"/>
                  </a:lnTo>
                  <a:lnTo>
                    <a:pt x="64183" y="112930"/>
                  </a:lnTo>
                  <a:lnTo>
                    <a:pt x="64183" y="113147"/>
                  </a:lnTo>
                  <a:lnTo>
                    <a:pt x="64205" y="113365"/>
                  </a:lnTo>
                  <a:lnTo>
                    <a:pt x="64337" y="113562"/>
                  </a:lnTo>
                  <a:lnTo>
                    <a:pt x="64315" y="113621"/>
                  </a:lnTo>
                  <a:lnTo>
                    <a:pt x="64337" y="113740"/>
                  </a:lnTo>
                  <a:lnTo>
                    <a:pt x="64337" y="113839"/>
                  </a:lnTo>
                  <a:lnTo>
                    <a:pt x="64337" y="113898"/>
                  </a:lnTo>
                  <a:lnTo>
                    <a:pt x="64271" y="114036"/>
                  </a:lnTo>
                  <a:lnTo>
                    <a:pt x="64227" y="114411"/>
                  </a:lnTo>
                  <a:lnTo>
                    <a:pt x="64249" y="114470"/>
                  </a:lnTo>
                  <a:lnTo>
                    <a:pt x="64271" y="114589"/>
                  </a:lnTo>
                  <a:lnTo>
                    <a:pt x="64293" y="114648"/>
                  </a:lnTo>
                  <a:lnTo>
                    <a:pt x="64513" y="114885"/>
                  </a:lnTo>
                  <a:lnTo>
                    <a:pt x="64557" y="115004"/>
                  </a:lnTo>
                  <a:lnTo>
                    <a:pt x="64513" y="115181"/>
                  </a:lnTo>
                  <a:lnTo>
                    <a:pt x="64491" y="115221"/>
                  </a:lnTo>
                  <a:lnTo>
                    <a:pt x="64425" y="115280"/>
                  </a:lnTo>
                  <a:lnTo>
                    <a:pt x="64337" y="115300"/>
                  </a:lnTo>
                  <a:lnTo>
                    <a:pt x="64315" y="115280"/>
                  </a:lnTo>
                  <a:lnTo>
                    <a:pt x="64249" y="115241"/>
                  </a:lnTo>
                  <a:lnTo>
                    <a:pt x="64205" y="115260"/>
                  </a:lnTo>
                  <a:lnTo>
                    <a:pt x="64073" y="115320"/>
                  </a:lnTo>
                  <a:lnTo>
                    <a:pt x="63633" y="115418"/>
                  </a:lnTo>
                  <a:lnTo>
                    <a:pt x="63566" y="115458"/>
                  </a:lnTo>
                  <a:lnTo>
                    <a:pt x="63522" y="115517"/>
                  </a:lnTo>
                  <a:lnTo>
                    <a:pt x="63412" y="115576"/>
                  </a:lnTo>
                  <a:lnTo>
                    <a:pt x="63390" y="115636"/>
                  </a:lnTo>
                  <a:lnTo>
                    <a:pt x="63324" y="115833"/>
                  </a:lnTo>
                  <a:lnTo>
                    <a:pt x="63302" y="115892"/>
                  </a:lnTo>
                  <a:lnTo>
                    <a:pt x="63082" y="116169"/>
                  </a:lnTo>
                  <a:lnTo>
                    <a:pt x="63016" y="116267"/>
                  </a:lnTo>
                  <a:lnTo>
                    <a:pt x="62972" y="116327"/>
                  </a:lnTo>
                  <a:lnTo>
                    <a:pt x="62862" y="116346"/>
                  </a:lnTo>
                  <a:lnTo>
                    <a:pt x="62818" y="116386"/>
                  </a:lnTo>
                  <a:lnTo>
                    <a:pt x="62598" y="116978"/>
                  </a:lnTo>
                  <a:lnTo>
                    <a:pt x="62466" y="117195"/>
                  </a:lnTo>
                  <a:lnTo>
                    <a:pt x="62245" y="117353"/>
                  </a:lnTo>
                  <a:lnTo>
                    <a:pt x="61717" y="117511"/>
                  </a:lnTo>
                  <a:lnTo>
                    <a:pt x="61651" y="117571"/>
                  </a:lnTo>
                  <a:lnTo>
                    <a:pt x="61519" y="117788"/>
                  </a:lnTo>
                  <a:lnTo>
                    <a:pt x="61431" y="117887"/>
                  </a:lnTo>
                  <a:lnTo>
                    <a:pt x="61012" y="118104"/>
                  </a:lnTo>
                  <a:lnTo>
                    <a:pt x="60924" y="118183"/>
                  </a:lnTo>
                  <a:lnTo>
                    <a:pt x="60814" y="118341"/>
                  </a:lnTo>
                  <a:lnTo>
                    <a:pt x="60770" y="118400"/>
                  </a:lnTo>
                  <a:lnTo>
                    <a:pt x="60726" y="118440"/>
                  </a:lnTo>
                  <a:lnTo>
                    <a:pt x="60660" y="118479"/>
                  </a:lnTo>
                  <a:lnTo>
                    <a:pt x="60616" y="118519"/>
                  </a:lnTo>
                  <a:lnTo>
                    <a:pt x="60616" y="118578"/>
                  </a:lnTo>
                  <a:lnTo>
                    <a:pt x="60638" y="118676"/>
                  </a:lnTo>
                  <a:lnTo>
                    <a:pt x="60638" y="118736"/>
                  </a:lnTo>
                  <a:lnTo>
                    <a:pt x="60572" y="118973"/>
                  </a:lnTo>
                  <a:lnTo>
                    <a:pt x="60418" y="119170"/>
                  </a:lnTo>
                  <a:lnTo>
                    <a:pt x="59691" y="119782"/>
                  </a:lnTo>
                  <a:lnTo>
                    <a:pt x="59317" y="120000"/>
                  </a:lnTo>
                  <a:lnTo>
                    <a:pt x="59427" y="119980"/>
                  </a:lnTo>
                  <a:lnTo>
                    <a:pt x="59933" y="119842"/>
                  </a:lnTo>
                  <a:lnTo>
                    <a:pt x="60484" y="119684"/>
                  </a:lnTo>
                  <a:lnTo>
                    <a:pt x="60990" y="119506"/>
                  </a:lnTo>
                  <a:lnTo>
                    <a:pt x="61519" y="119348"/>
                  </a:lnTo>
                  <a:lnTo>
                    <a:pt x="62047" y="119190"/>
                  </a:lnTo>
                  <a:lnTo>
                    <a:pt x="63104" y="118874"/>
                  </a:lnTo>
                  <a:lnTo>
                    <a:pt x="63633" y="118696"/>
                  </a:lnTo>
                  <a:lnTo>
                    <a:pt x="64161" y="118538"/>
                  </a:lnTo>
                  <a:lnTo>
                    <a:pt x="64667" y="118361"/>
                  </a:lnTo>
                  <a:lnTo>
                    <a:pt x="65196" y="118203"/>
                  </a:lnTo>
                  <a:lnTo>
                    <a:pt x="65724" y="118025"/>
                  </a:lnTo>
                  <a:lnTo>
                    <a:pt x="66781" y="117709"/>
                  </a:lnTo>
                  <a:lnTo>
                    <a:pt x="67288" y="117531"/>
                  </a:lnTo>
                  <a:lnTo>
                    <a:pt x="67794" y="117373"/>
                  </a:lnTo>
                  <a:lnTo>
                    <a:pt x="68344" y="117195"/>
                  </a:lnTo>
                  <a:lnTo>
                    <a:pt x="69379" y="116840"/>
                  </a:lnTo>
                  <a:lnTo>
                    <a:pt x="70943" y="116346"/>
                  </a:lnTo>
                  <a:lnTo>
                    <a:pt x="71449" y="116169"/>
                  </a:lnTo>
                  <a:lnTo>
                    <a:pt x="72000" y="115991"/>
                  </a:lnTo>
                  <a:lnTo>
                    <a:pt x="72506" y="115813"/>
                  </a:lnTo>
                  <a:lnTo>
                    <a:pt x="73034" y="115636"/>
                  </a:lnTo>
                  <a:lnTo>
                    <a:pt x="73541" y="115458"/>
                  </a:lnTo>
                  <a:lnTo>
                    <a:pt x="74069" y="115280"/>
                  </a:lnTo>
                  <a:lnTo>
                    <a:pt x="74598" y="115102"/>
                  </a:lnTo>
                  <a:lnTo>
                    <a:pt x="75104" y="114925"/>
                  </a:lnTo>
                  <a:lnTo>
                    <a:pt x="75633" y="114767"/>
                  </a:lnTo>
                  <a:lnTo>
                    <a:pt x="76139" y="114589"/>
                  </a:lnTo>
                  <a:lnTo>
                    <a:pt x="76073" y="114431"/>
                  </a:lnTo>
                  <a:lnTo>
                    <a:pt x="76051" y="114312"/>
                  </a:lnTo>
                  <a:lnTo>
                    <a:pt x="76051" y="114214"/>
                  </a:lnTo>
                  <a:lnTo>
                    <a:pt x="76117" y="113839"/>
                  </a:lnTo>
                  <a:lnTo>
                    <a:pt x="76117" y="113740"/>
                  </a:lnTo>
                  <a:lnTo>
                    <a:pt x="76095" y="113621"/>
                  </a:lnTo>
                  <a:lnTo>
                    <a:pt x="76095" y="113523"/>
                  </a:lnTo>
                  <a:lnTo>
                    <a:pt x="76139" y="113246"/>
                  </a:lnTo>
                  <a:lnTo>
                    <a:pt x="76117" y="113108"/>
                  </a:lnTo>
                  <a:lnTo>
                    <a:pt x="75985" y="113049"/>
                  </a:lnTo>
                  <a:lnTo>
                    <a:pt x="75853" y="113029"/>
                  </a:lnTo>
                  <a:lnTo>
                    <a:pt x="75875" y="112950"/>
                  </a:lnTo>
                  <a:lnTo>
                    <a:pt x="76073" y="112831"/>
                  </a:lnTo>
                  <a:lnTo>
                    <a:pt x="76117" y="112733"/>
                  </a:lnTo>
                  <a:lnTo>
                    <a:pt x="76183" y="112516"/>
                  </a:lnTo>
                  <a:lnTo>
                    <a:pt x="76271" y="112397"/>
                  </a:lnTo>
                  <a:lnTo>
                    <a:pt x="76359" y="112318"/>
                  </a:lnTo>
                  <a:lnTo>
                    <a:pt x="76447" y="112318"/>
                  </a:lnTo>
                  <a:lnTo>
                    <a:pt x="76998" y="112397"/>
                  </a:lnTo>
                  <a:lnTo>
                    <a:pt x="77152" y="112397"/>
                  </a:lnTo>
                  <a:lnTo>
                    <a:pt x="77262" y="112377"/>
                  </a:lnTo>
                  <a:lnTo>
                    <a:pt x="77372" y="112318"/>
                  </a:lnTo>
                  <a:lnTo>
                    <a:pt x="77416" y="112002"/>
                  </a:lnTo>
                  <a:lnTo>
                    <a:pt x="77460" y="111903"/>
                  </a:lnTo>
                  <a:lnTo>
                    <a:pt x="77482" y="111864"/>
                  </a:lnTo>
                  <a:lnTo>
                    <a:pt x="77614" y="111785"/>
                  </a:lnTo>
                  <a:lnTo>
                    <a:pt x="77636" y="111765"/>
                  </a:lnTo>
                  <a:lnTo>
                    <a:pt x="77680" y="111647"/>
                  </a:lnTo>
                  <a:lnTo>
                    <a:pt x="77702" y="111548"/>
                  </a:lnTo>
                  <a:lnTo>
                    <a:pt x="77724" y="111469"/>
                  </a:lnTo>
                  <a:lnTo>
                    <a:pt x="77856" y="111390"/>
                  </a:lnTo>
                  <a:lnTo>
                    <a:pt x="78011" y="111370"/>
                  </a:lnTo>
                  <a:lnTo>
                    <a:pt x="78099" y="111449"/>
                  </a:lnTo>
                  <a:lnTo>
                    <a:pt x="78583" y="111923"/>
                  </a:lnTo>
                  <a:lnTo>
                    <a:pt x="78693" y="111982"/>
                  </a:lnTo>
                  <a:lnTo>
                    <a:pt x="78759" y="111884"/>
                  </a:lnTo>
                  <a:lnTo>
                    <a:pt x="78737" y="111805"/>
                  </a:lnTo>
                  <a:lnTo>
                    <a:pt x="78693" y="111686"/>
                  </a:lnTo>
                  <a:lnTo>
                    <a:pt x="78671" y="111607"/>
                  </a:lnTo>
                  <a:lnTo>
                    <a:pt x="78693" y="111548"/>
                  </a:lnTo>
                  <a:lnTo>
                    <a:pt x="78759" y="111449"/>
                  </a:lnTo>
                  <a:lnTo>
                    <a:pt x="78781" y="111370"/>
                  </a:lnTo>
                  <a:lnTo>
                    <a:pt x="78737" y="111232"/>
                  </a:lnTo>
                  <a:lnTo>
                    <a:pt x="78583" y="110936"/>
                  </a:lnTo>
                  <a:lnTo>
                    <a:pt x="78539" y="110798"/>
                  </a:lnTo>
                  <a:lnTo>
                    <a:pt x="78539" y="110679"/>
                  </a:lnTo>
                  <a:lnTo>
                    <a:pt x="78561" y="110561"/>
                  </a:lnTo>
                  <a:lnTo>
                    <a:pt x="78649" y="110482"/>
                  </a:lnTo>
                  <a:lnTo>
                    <a:pt x="78759" y="110442"/>
                  </a:lnTo>
                  <a:lnTo>
                    <a:pt x="78891" y="110442"/>
                  </a:lnTo>
                  <a:lnTo>
                    <a:pt x="79133" y="110561"/>
                  </a:lnTo>
                  <a:lnTo>
                    <a:pt x="79244" y="110580"/>
                  </a:lnTo>
                  <a:lnTo>
                    <a:pt x="79376" y="110561"/>
                  </a:lnTo>
                  <a:lnTo>
                    <a:pt x="79464" y="110482"/>
                  </a:lnTo>
                  <a:lnTo>
                    <a:pt x="79486" y="110363"/>
                  </a:lnTo>
                  <a:lnTo>
                    <a:pt x="79398" y="110225"/>
                  </a:lnTo>
                  <a:lnTo>
                    <a:pt x="79244" y="110185"/>
                  </a:lnTo>
                  <a:lnTo>
                    <a:pt x="79001" y="110146"/>
                  </a:lnTo>
                  <a:lnTo>
                    <a:pt x="78891" y="110087"/>
                  </a:lnTo>
                  <a:lnTo>
                    <a:pt x="78781" y="109948"/>
                  </a:lnTo>
                  <a:lnTo>
                    <a:pt x="78737" y="109830"/>
                  </a:lnTo>
                  <a:lnTo>
                    <a:pt x="78781" y="109336"/>
                  </a:lnTo>
                  <a:lnTo>
                    <a:pt x="79045" y="108606"/>
                  </a:lnTo>
                  <a:lnTo>
                    <a:pt x="79111" y="108487"/>
                  </a:lnTo>
                  <a:lnTo>
                    <a:pt x="79354" y="108270"/>
                  </a:lnTo>
                  <a:lnTo>
                    <a:pt x="79442" y="108092"/>
                  </a:lnTo>
                  <a:lnTo>
                    <a:pt x="79486" y="108053"/>
                  </a:lnTo>
                  <a:lnTo>
                    <a:pt x="79618" y="108013"/>
                  </a:lnTo>
                  <a:lnTo>
                    <a:pt x="79662" y="107974"/>
                  </a:lnTo>
                  <a:lnTo>
                    <a:pt x="79750" y="107855"/>
                  </a:lnTo>
                  <a:lnTo>
                    <a:pt x="79750" y="107757"/>
                  </a:lnTo>
                  <a:lnTo>
                    <a:pt x="79728" y="107618"/>
                  </a:lnTo>
                  <a:lnTo>
                    <a:pt x="79640" y="107460"/>
                  </a:lnTo>
                  <a:lnTo>
                    <a:pt x="79596" y="107401"/>
                  </a:lnTo>
                  <a:lnTo>
                    <a:pt x="79552" y="107381"/>
                  </a:lnTo>
                  <a:lnTo>
                    <a:pt x="79530" y="107322"/>
                  </a:lnTo>
                  <a:lnTo>
                    <a:pt x="79486" y="107263"/>
                  </a:lnTo>
                  <a:lnTo>
                    <a:pt x="79486" y="107204"/>
                  </a:lnTo>
                  <a:lnTo>
                    <a:pt x="79574" y="107065"/>
                  </a:lnTo>
                  <a:lnTo>
                    <a:pt x="79838" y="106651"/>
                  </a:lnTo>
                  <a:lnTo>
                    <a:pt x="79904" y="106434"/>
                  </a:lnTo>
                  <a:lnTo>
                    <a:pt x="79948" y="106157"/>
                  </a:lnTo>
                  <a:lnTo>
                    <a:pt x="79882" y="105999"/>
                  </a:lnTo>
                  <a:lnTo>
                    <a:pt x="79838" y="105940"/>
                  </a:lnTo>
                  <a:lnTo>
                    <a:pt x="79750" y="105960"/>
                  </a:lnTo>
                  <a:lnTo>
                    <a:pt x="79596" y="105940"/>
                  </a:lnTo>
                  <a:lnTo>
                    <a:pt x="79464" y="105861"/>
                  </a:lnTo>
                  <a:lnTo>
                    <a:pt x="79420" y="105762"/>
                  </a:lnTo>
                  <a:lnTo>
                    <a:pt x="79376" y="105486"/>
                  </a:lnTo>
                  <a:lnTo>
                    <a:pt x="79376" y="105466"/>
                  </a:lnTo>
                  <a:lnTo>
                    <a:pt x="79420" y="105407"/>
                  </a:lnTo>
                  <a:lnTo>
                    <a:pt x="79420" y="105367"/>
                  </a:lnTo>
                  <a:lnTo>
                    <a:pt x="79398" y="105348"/>
                  </a:lnTo>
                  <a:lnTo>
                    <a:pt x="79376" y="105328"/>
                  </a:lnTo>
                  <a:lnTo>
                    <a:pt x="79332" y="105308"/>
                  </a:lnTo>
                  <a:lnTo>
                    <a:pt x="79310" y="105288"/>
                  </a:lnTo>
                  <a:lnTo>
                    <a:pt x="79244" y="105269"/>
                  </a:lnTo>
                  <a:lnTo>
                    <a:pt x="79222" y="105209"/>
                  </a:lnTo>
                  <a:lnTo>
                    <a:pt x="79244" y="105111"/>
                  </a:lnTo>
                  <a:lnTo>
                    <a:pt x="79376" y="104933"/>
                  </a:lnTo>
                  <a:lnTo>
                    <a:pt x="79420" y="104795"/>
                  </a:lnTo>
                  <a:lnTo>
                    <a:pt x="79376" y="104676"/>
                  </a:lnTo>
                  <a:lnTo>
                    <a:pt x="79310" y="104518"/>
                  </a:lnTo>
                  <a:lnTo>
                    <a:pt x="79155" y="104400"/>
                  </a:lnTo>
                  <a:lnTo>
                    <a:pt x="79023" y="104380"/>
                  </a:lnTo>
                  <a:lnTo>
                    <a:pt x="78979" y="104261"/>
                  </a:lnTo>
                  <a:lnTo>
                    <a:pt x="79001" y="103926"/>
                  </a:lnTo>
                  <a:lnTo>
                    <a:pt x="78979" y="103669"/>
                  </a:lnTo>
                  <a:lnTo>
                    <a:pt x="79001" y="103551"/>
                  </a:lnTo>
                  <a:lnTo>
                    <a:pt x="79111" y="103472"/>
                  </a:lnTo>
                  <a:lnTo>
                    <a:pt x="79111" y="103393"/>
                  </a:lnTo>
                  <a:lnTo>
                    <a:pt x="79045" y="103254"/>
                  </a:lnTo>
                  <a:lnTo>
                    <a:pt x="79023" y="103096"/>
                  </a:lnTo>
                  <a:lnTo>
                    <a:pt x="79111" y="102978"/>
                  </a:lnTo>
                  <a:lnTo>
                    <a:pt x="79155" y="102938"/>
                  </a:lnTo>
                  <a:lnTo>
                    <a:pt x="79420" y="102484"/>
                  </a:lnTo>
                  <a:lnTo>
                    <a:pt x="79398" y="102287"/>
                  </a:lnTo>
                  <a:lnTo>
                    <a:pt x="79266" y="101813"/>
                  </a:lnTo>
                  <a:lnTo>
                    <a:pt x="79045" y="101122"/>
                  </a:lnTo>
                  <a:lnTo>
                    <a:pt x="78957" y="100747"/>
                  </a:lnTo>
                  <a:lnTo>
                    <a:pt x="78913" y="100431"/>
                  </a:lnTo>
                  <a:lnTo>
                    <a:pt x="78935" y="100273"/>
                  </a:lnTo>
                  <a:lnTo>
                    <a:pt x="79133" y="99503"/>
                  </a:lnTo>
                  <a:lnTo>
                    <a:pt x="79310" y="98732"/>
                  </a:lnTo>
                  <a:lnTo>
                    <a:pt x="79464" y="97962"/>
                  </a:lnTo>
                  <a:lnTo>
                    <a:pt x="79662" y="97212"/>
                  </a:lnTo>
                  <a:lnTo>
                    <a:pt x="79838" y="96442"/>
                  </a:lnTo>
                  <a:lnTo>
                    <a:pt x="80014" y="95672"/>
                  </a:lnTo>
                  <a:lnTo>
                    <a:pt x="80190" y="94902"/>
                  </a:lnTo>
                  <a:lnTo>
                    <a:pt x="80322" y="94112"/>
                  </a:lnTo>
                  <a:lnTo>
                    <a:pt x="80388" y="93993"/>
                  </a:lnTo>
                  <a:lnTo>
                    <a:pt x="80433" y="93934"/>
                  </a:lnTo>
                  <a:lnTo>
                    <a:pt x="80499" y="93914"/>
                  </a:lnTo>
                  <a:lnTo>
                    <a:pt x="81335" y="93796"/>
                  </a:lnTo>
                  <a:lnTo>
                    <a:pt x="81467" y="93855"/>
                  </a:lnTo>
                  <a:lnTo>
                    <a:pt x="81533" y="94052"/>
                  </a:lnTo>
                  <a:lnTo>
                    <a:pt x="81688" y="94487"/>
                  </a:lnTo>
                  <a:lnTo>
                    <a:pt x="81776" y="94724"/>
                  </a:lnTo>
                  <a:lnTo>
                    <a:pt x="81798" y="94744"/>
                  </a:lnTo>
                  <a:lnTo>
                    <a:pt x="81798" y="94744"/>
                  </a:lnTo>
                  <a:lnTo>
                    <a:pt x="81842" y="94704"/>
                  </a:lnTo>
                  <a:lnTo>
                    <a:pt x="82128" y="94428"/>
                  </a:lnTo>
                  <a:lnTo>
                    <a:pt x="82436" y="94191"/>
                  </a:lnTo>
                  <a:lnTo>
                    <a:pt x="82766" y="93974"/>
                  </a:lnTo>
                  <a:lnTo>
                    <a:pt x="83053" y="93717"/>
                  </a:lnTo>
                  <a:lnTo>
                    <a:pt x="83559" y="93164"/>
                  </a:lnTo>
                  <a:lnTo>
                    <a:pt x="83735" y="92966"/>
                  </a:lnTo>
                  <a:lnTo>
                    <a:pt x="83845" y="92808"/>
                  </a:lnTo>
                  <a:lnTo>
                    <a:pt x="83933" y="92611"/>
                  </a:lnTo>
                  <a:lnTo>
                    <a:pt x="84000" y="92414"/>
                  </a:lnTo>
                  <a:lnTo>
                    <a:pt x="84088" y="92216"/>
                  </a:lnTo>
                  <a:lnTo>
                    <a:pt x="84154" y="92038"/>
                  </a:lnTo>
                  <a:lnTo>
                    <a:pt x="84220" y="91880"/>
                  </a:lnTo>
                  <a:lnTo>
                    <a:pt x="84286" y="91683"/>
                  </a:lnTo>
                  <a:lnTo>
                    <a:pt x="84198" y="91466"/>
                  </a:lnTo>
                  <a:lnTo>
                    <a:pt x="84154" y="91327"/>
                  </a:lnTo>
                  <a:lnTo>
                    <a:pt x="84088" y="91209"/>
                  </a:lnTo>
                  <a:lnTo>
                    <a:pt x="83977" y="90933"/>
                  </a:lnTo>
                  <a:lnTo>
                    <a:pt x="83867" y="90696"/>
                  </a:lnTo>
                  <a:lnTo>
                    <a:pt x="83625" y="90202"/>
                  </a:lnTo>
                  <a:lnTo>
                    <a:pt x="83493" y="89925"/>
                  </a:lnTo>
                  <a:lnTo>
                    <a:pt x="83361" y="89688"/>
                  </a:lnTo>
                  <a:lnTo>
                    <a:pt x="83251" y="89452"/>
                  </a:lnTo>
                  <a:lnTo>
                    <a:pt x="83141" y="89175"/>
                  </a:lnTo>
                  <a:lnTo>
                    <a:pt x="83471" y="89076"/>
                  </a:lnTo>
                  <a:lnTo>
                    <a:pt x="83625" y="89017"/>
                  </a:lnTo>
                  <a:lnTo>
                    <a:pt x="83779" y="88938"/>
                  </a:lnTo>
                  <a:lnTo>
                    <a:pt x="83933" y="88879"/>
                  </a:lnTo>
                  <a:lnTo>
                    <a:pt x="84110" y="88820"/>
                  </a:lnTo>
                  <a:lnTo>
                    <a:pt x="84242" y="88741"/>
                  </a:lnTo>
                  <a:lnTo>
                    <a:pt x="84418" y="88701"/>
                  </a:lnTo>
                  <a:lnTo>
                    <a:pt x="84374" y="88642"/>
                  </a:lnTo>
                  <a:lnTo>
                    <a:pt x="84352" y="88563"/>
                  </a:lnTo>
                  <a:lnTo>
                    <a:pt x="84330" y="88523"/>
                  </a:lnTo>
                  <a:lnTo>
                    <a:pt x="84308" y="88464"/>
                  </a:lnTo>
                  <a:lnTo>
                    <a:pt x="84286" y="88385"/>
                  </a:lnTo>
                  <a:lnTo>
                    <a:pt x="84242" y="88346"/>
                  </a:lnTo>
                  <a:lnTo>
                    <a:pt x="84220" y="88286"/>
                  </a:lnTo>
                  <a:lnTo>
                    <a:pt x="84198" y="88247"/>
                  </a:lnTo>
                  <a:lnTo>
                    <a:pt x="84484" y="88109"/>
                  </a:lnTo>
                  <a:lnTo>
                    <a:pt x="84770" y="87990"/>
                  </a:lnTo>
                  <a:lnTo>
                    <a:pt x="85056" y="87892"/>
                  </a:lnTo>
                  <a:lnTo>
                    <a:pt x="85365" y="87773"/>
                  </a:lnTo>
                  <a:lnTo>
                    <a:pt x="85651" y="87674"/>
                  </a:lnTo>
                  <a:lnTo>
                    <a:pt x="85937" y="87536"/>
                  </a:lnTo>
                  <a:lnTo>
                    <a:pt x="86245" y="87418"/>
                  </a:lnTo>
                  <a:lnTo>
                    <a:pt x="86532" y="87319"/>
                  </a:lnTo>
                  <a:lnTo>
                    <a:pt x="86576" y="87279"/>
                  </a:lnTo>
                  <a:lnTo>
                    <a:pt x="86598" y="87319"/>
                  </a:lnTo>
                  <a:lnTo>
                    <a:pt x="86664" y="87378"/>
                  </a:lnTo>
                  <a:lnTo>
                    <a:pt x="86708" y="87477"/>
                  </a:lnTo>
                  <a:lnTo>
                    <a:pt x="86752" y="87516"/>
                  </a:lnTo>
                  <a:lnTo>
                    <a:pt x="86774" y="87576"/>
                  </a:lnTo>
                  <a:lnTo>
                    <a:pt x="86774" y="87655"/>
                  </a:lnTo>
                  <a:lnTo>
                    <a:pt x="86818" y="87674"/>
                  </a:lnTo>
                  <a:lnTo>
                    <a:pt x="86906" y="87674"/>
                  </a:lnTo>
                  <a:lnTo>
                    <a:pt x="87016" y="87655"/>
                  </a:lnTo>
                  <a:lnTo>
                    <a:pt x="87170" y="87615"/>
                  </a:lnTo>
                  <a:lnTo>
                    <a:pt x="87302" y="87615"/>
                  </a:lnTo>
                  <a:lnTo>
                    <a:pt x="87434" y="87615"/>
                  </a:lnTo>
                  <a:lnTo>
                    <a:pt x="87522" y="87655"/>
                  </a:lnTo>
                  <a:lnTo>
                    <a:pt x="87611" y="87674"/>
                  </a:lnTo>
                  <a:lnTo>
                    <a:pt x="87677" y="87674"/>
                  </a:lnTo>
                  <a:lnTo>
                    <a:pt x="87787" y="87674"/>
                  </a:lnTo>
                  <a:lnTo>
                    <a:pt x="87831" y="87674"/>
                  </a:lnTo>
                  <a:lnTo>
                    <a:pt x="87875" y="87674"/>
                  </a:lnTo>
                  <a:lnTo>
                    <a:pt x="87941" y="87674"/>
                  </a:lnTo>
                  <a:lnTo>
                    <a:pt x="87985" y="87694"/>
                  </a:lnTo>
                  <a:lnTo>
                    <a:pt x="88029" y="87714"/>
                  </a:lnTo>
                  <a:lnTo>
                    <a:pt x="88051" y="87773"/>
                  </a:lnTo>
                  <a:lnTo>
                    <a:pt x="88095" y="87813"/>
                  </a:lnTo>
                  <a:lnTo>
                    <a:pt x="88161" y="87852"/>
                  </a:lnTo>
                  <a:lnTo>
                    <a:pt x="88293" y="87872"/>
                  </a:lnTo>
                  <a:lnTo>
                    <a:pt x="88315" y="87753"/>
                  </a:lnTo>
                  <a:lnTo>
                    <a:pt x="88293" y="87615"/>
                  </a:lnTo>
                  <a:lnTo>
                    <a:pt x="88293" y="87477"/>
                  </a:lnTo>
                  <a:lnTo>
                    <a:pt x="88315" y="87398"/>
                  </a:lnTo>
                  <a:lnTo>
                    <a:pt x="88403" y="87358"/>
                  </a:lnTo>
                  <a:lnTo>
                    <a:pt x="88491" y="87358"/>
                  </a:lnTo>
                  <a:lnTo>
                    <a:pt x="88557" y="87339"/>
                  </a:lnTo>
                  <a:lnTo>
                    <a:pt x="88645" y="87299"/>
                  </a:lnTo>
                  <a:lnTo>
                    <a:pt x="88689" y="87279"/>
                  </a:lnTo>
                  <a:lnTo>
                    <a:pt x="88733" y="87260"/>
                  </a:lnTo>
                  <a:lnTo>
                    <a:pt x="88844" y="87260"/>
                  </a:lnTo>
                  <a:lnTo>
                    <a:pt x="88932" y="87260"/>
                  </a:lnTo>
                  <a:lnTo>
                    <a:pt x="88998" y="87200"/>
                  </a:lnTo>
                  <a:lnTo>
                    <a:pt x="89064" y="87161"/>
                  </a:lnTo>
                  <a:lnTo>
                    <a:pt x="89130" y="87121"/>
                  </a:lnTo>
                  <a:lnTo>
                    <a:pt x="89174" y="87042"/>
                  </a:lnTo>
                  <a:lnTo>
                    <a:pt x="89196" y="87003"/>
                  </a:lnTo>
                  <a:lnTo>
                    <a:pt x="89240" y="86944"/>
                  </a:lnTo>
                  <a:lnTo>
                    <a:pt x="89262" y="86884"/>
                  </a:lnTo>
                  <a:lnTo>
                    <a:pt x="89328" y="86786"/>
                  </a:lnTo>
                  <a:lnTo>
                    <a:pt x="89394" y="86727"/>
                  </a:lnTo>
                  <a:lnTo>
                    <a:pt x="89504" y="86648"/>
                  </a:lnTo>
                  <a:lnTo>
                    <a:pt x="89614" y="86628"/>
                  </a:lnTo>
                  <a:lnTo>
                    <a:pt x="89724" y="86648"/>
                  </a:lnTo>
                  <a:lnTo>
                    <a:pt x="89900" y="86707"/>
                  </a:lnTo>
                  <a:lnTo>
                    <a:pt x="90033" y="86707"/>
                  </a:lnTo>
                  <a:lnTo>
                    <a:pt x="90121" y="86608"/>
                  </a:lnTo>
                  <a:lnTo>
                    <a:pt x="90077" y="86529"/>
                  </a:lnTo>
                  <a:lnTo>
                    <a:pt x="89988" y="86430"/>
                  </a:lnTo>
                  <a:lnTo>
                    <a:pt x="89922" y="86332"/>
                  </a:lnTo>
                  <a:lnTo>
                    <a:pt x="89922" y="86174"/>
                  </a:lnTo>
                  <a:lnTo>
                    <a:pt x="89966" y="86035"/>
                  </a:lnTo>
                  <a:lnTo>
                    <a:pt x="90033" y="85937"/>
                  </a:lnTo>
                  <a:lnTo>
                    <a:pt x="90165" y="85838"/>
                  </a:lnTo>
                  <a:lnTo>
                    <a:pt x="90253" y="85798"/>
                  </a:lnTo>
                  <a:lnTo>
                    <a:pt x="90275" y="85798"/>
                  </a:lnTo>
                  <a:lnTo>
                    <a:pt x="90231" y="85798"/>
                  </a:lnTo>
                  <a:lnTo>
                    <a:pt x="90297" y="85739"/>
                  </a:lnTo>
                  <a:lnTo>
                    <a:pt x="90363" y="85700"/>
                  </a:lnTo>
                  <a:lnTo>
                    <a:pt x="90539" y="85621"/>
                  </a:lnTo>
                  <a:lnTo>
                    <a:pt x="90583" y="85581"/>
                  </a:lnTo>
                  <a:lnTo>
                    <a:pt x="90649" y="85463"/>
                  </a:lnTo>
                  <a:lnTo>
                    <a:pt x="90869" y="85344"/>
                  </a:lnTo>
                  <a:lnTo>
                    <a:pt x="91001" y="85206"/>
                  </a:lnTo>
                  <a:lnTo>
                    <a:pt x="91023" y="85147"/>
                  </a:lnTo>
                  <a:lnTo>
                    <a:pt x="91023" y="85088"/>
                  </a:lnTo>
                  <a:lnTo>
                    <a:pt x="91045" y="85048"/>
                  </a:lnTo>
                  <a:lnTo>
                    <a:pt x="91089" y="85009"/>
                  </a:lnTo>
                  <a:lnTo>
                    <a:pt x="91222" y="85009"/>
                  </a:lnTo>
                  <a:lnTo>
                    <a:pt x="91266" y="85009"/>
                  </a:lnTo>
                  <a:lnTo>
                    <a:pt x="91288" y="84851"/>
                  </a:lnTo>
                  <a:lnTo>
                    <a:pt x="91486" y="84791"/>
                  </a:lnTo>
                  <a:lnTo>
                    <a:pt x="91508" y="84693"/>
                  </a:lnTo>
                  <a:lnTo>
                    <a:pt x="91464" y="84416"/>
                  </a:lnTo>
                  <a:lnTo>
                    <a:pt x="91618" y="84258"/>
                  </a:lnTo>
                  <a:lnTo>
                    <a:pt x="92102" y="84100"/>
                  </a:lnTo>
                  <a:lnTo>
                    <a:pt x="92300" y="84100"/>
                  </a:lnTo>
                  <a:lnTo>
                    <a:pt x="92344" y="84140"/>
                  </a:lnTo>
                  <a:lnTo>
                    <a:pt x="92366" y="84159"/>
                  </a:lnTo>
                  <a:lnTo>
                    <a:pt x="92388" y="84179"/>
                  </a:lnTo>
                  <a:lnTo>
                    <a:pt x="92411" y="84199"/>
                  </a:lnTo>
                  <a:lnTo>
                    <a:pt x="92433" y="84219"/>
                  </a:lnTo>
                  <a:lnTo>
                    <a:pt x="92499" y="84219"/>
                  </a:lnTo>
                  <a:lnTo>
                    <a:pt x="92521" y="84199"/>
                  </a:lnTo>
                  <a:lnTo>
                    <a:pt x="92543" y="84179"/>
                  </a:lnTo>
                  <a:lnTo>
                    <a:pt x="92587" y="84199"/>
                  </a:lnTo>
                  <a:lnTo>
                    <a:pt x="92631" y="84238"/>
                  </a:lnTo>
                  <a:lnTo>
                    <a:pt x="92653" y="84258"/>
                  </a:lnTo>
                  <a:lnTo>
                    <a:pt x="92719" y="84219"/>
                  </a:lnTo>
                  <a:lnTo>
                    <a:pt x="92719" y="84179"/>
                  </a:lnTo>
                  <a:lnTo>
                    <a:pt x="92653" y="83962"/>
                  </a:lnTo>
                  <a:lnTo>
                    <a:pt x="92565" y="84001"/>
                  </a:lnTo>
                  <a:lnTo>
                    <a:pt x="92521" y="84001"/>
                  </a:lnTo>
                  <a:lnTo>
                    <a:pt x="92499" y="84001"/>
                  </a:lnTo>
                  <a:lnTo>
                    <a:pt x="92521" y="83942"/>
                  </a:lnTo>
                  <a:lnTo>
                    <a:pt x="92587" y="83863"/>
                  </a:lnTo>
                  <a:lnTo>
                    <a:pt x="93005" y="83705"/>
                  </a:lnTo>
                  <a:lnTo>
                    <a:pt x="93489" y="83646"/>
                  </a:lnTo>
                  <a:lnTo>
                    <a:pt x="93600" y="83567"/>
                  </a:lnTo>
                  <a:lnTo>
                    <a:pt x="93666" y="83449"/>
                  </a:lnTo>
                  <a:lnTo>
                    <a:pt x="93798" y="82797"/>
                  </a:lnTo>
                  <a:lnTo>
                    <a:pt x="93820" y="82718"/>
                  </a:lnTo>
                  <a:lnTo>
                    <a:pt x="93864" y="82678"/>
                  </a:lnTo>
                  <a:lnTo>
                    <a:pt x="93930" y="82639"/>
                  </a:lnTo>
                  <a:lnTo>
                    <a:pt x="93996" y="82619"/>
                  </a:lnTo>
                  <a:lnTo>
                    <a:pt x="94018" y="82520"/>
                  </a:lnTo>
                  <a:lnTo>
                    <a:pt x="93996" y="82422"/>
                  </a:lnTo>
                  <a:lnTo>
                    <a:pt x="94062" y="82501"/>
                  </a:lnTo>
                  <a:lnTo>
                    <a:pt x="94128" y="82659"/>
                  </a:lnTo>
                  <a:lnTo>
                    <a:pt x="94216" y="82777"/>
                  </a:lnTo>
                  <a:lnTo>
                    <a:pt x="94370" y="82777"/>
                  </a:lnTo>
                  <a:lnTo>
                    <a:pt x="94678" y="82896"/>
                  </a:lnTo>
                  <a:lnTo>
                    <a:pt x="94899" y="82915"/>
                  </a:lnTo>
                  <a:lnTo>
                    <a:pt x="95515" y="82817"/>
                  </a:lnTo>
                  <a:lnTo>
                    <a:pt x="96044" y="82836"/>
                  </a:lnTo>
                  <a:lnTo>
                    <a:pt x="96242" y="82797"/>
                  </a:lnTo>
                  <a:lnTo>
                    <a:pt x="96440" y="82777"/>
                  </a:lnTo>
                  <a:lnTo>
                    <a:pt x="96506" y="82777"/>
                  </a:lnTo>
                  <a:lnTo>
                    <a:pt x="96528" y="82817"/>
                  </a:lnTo>
                  <a:lnTo>
                    <a:pt x="96638" y="82896"/>
                  </a:lnTo>
                  <a:lnTo>
                    <a:pt x="96660" y="82915"/>
                  </a:lnTo>
                  <a:lnTo>
                    <a:pt x="96770" y="82935"/>
                  </a:lnTo>
                  <a:lnTo>
                    <a:pt x="96924" y="82935"/>
                  </a:lnTo>
                  <a:lnTo>
                    <a:pt x="97078" y="82896"/>
                  </a:lnTo>
                  <a:lnTo>
                    <a:pt x="97144" y="82817"/>
                  </a:lnTo>
                  <a:lnTo>
                    <a:pt x="97585" y="82599"/>
                  </a:lnTo>
                  <a:lnTo>
                    <a:pt x="97981" y="82165"/>
                  </a:lnTo>
                  <a:lnTo>
                    <a:pt x="98377" y="81513"/>
                  </a:lnTo>
                  <a:lnTo>
                    <a:pt x="98598" y="81237"/>
                  </a:lnTo>
                  <a:lnTo>
                    <a:pt x="98686" y="80980"/>
                  </a:lnTo>
                  <a:lnTo>
                    <a:pt x="98620" y="80941"/>
                  </a:lnTo>
                  <a:lnTo>
                    <a:pt x="98554" y="80862"/>
                  </a:lnTo>
                  <a:lnTo>
                    <a:pt x="98488" y="80783"/>
                  </a:lnTo>
                  <a:lnTo>
                    <a:pt x="98488" y="80763"/>
                  </a:lnTo>
                  <a:lnTo>
                    <a:pt x="98576" y="80783"/>
                  </a:lnTo>
                  <a:lnTo>
                    <a:pt x="98642" y="80783"/>
                  </a:lnTo>
                  <a:lnTo>
                    <a:pt x="98708" y="80763"/>
                  </a:lnTo>
                  <a:lnTo>
                    <a:pt x="98796" y="80724"/>
                  </a:lnTo>
                  <a:lnTo>
                    <a:pt x="99302" y="80289"/>
                  </a:lnTo>
                  <a:lnTo>
                    <a:pt x="99302" y="80151"/>
                  </a:lnTo>
                  <a:lnTo>
                    <a:pt x="99280" y="79993"/>
                  </a:lnTo>
                  <a:lnTo>
                    <a:pt x="99258" y="79776"/>
                  </a:lnTo>
                  <a:lnTo>
                    <a:pt x="99236" y="79657"/>
                  </a:lnTo>
                  <a:lnTo>
                    <a:pt x="99258" y="79618"/>
                  </a:lnTo>
                  <a:lnTo>
                    <a:pt x="99258" y="79598"/>
                  </a:lnTo>
                  <a:lnTo>
                    <a:pt x="99280" y="79539"/>
                  </a:lnTo>
                  <a:lnTo>
                    <a:pt x="99280" y="79499"/>
                  </a:lnTo>
                  <a:lnTo>
                    <a:pt x="99280" y="79460"/>
                  </a:lnTo>
                  <a:lnTo>
                    <a:pt x="99258" y="79381"/>
                  </a:lnTo>
                  <a:lnTo>
                    <a:pt x="99214" y="79341"/>
                  </a:lnTo>
                  <a:lnTo>
                    <a:pt x="99148" y="79322"/>
                  </a:lnTo>
                  <a:lnTo>
                    <a:pt x="99082" y="79302"/>
                  </a:lnTo>
                  <a:lnTo>
                    <a:pt x="99126" y="79262"/>
                  </a:lnTo>
                  <a:lnTo>
                    <a:pt x="99258" y="79183"/>
                  </a:lnTo>
                  <a:lnTo>
                    <a:pt x="99324" y="79085"/>
                  </a:lnTo>
                  <a:lnTo>
                    <a:pt x="99721" y="78591"/>
                  </a:lnTo>
                  <a:lnTo>
                    <a:pt x="99941" y="78433"/>
                  </a:lnTo>
                  <a:lnTo>
                    <a:pt x="100139" y="78255"/>
                  </a:lnTo>
                  <a:lnTo>
                    <a:pt x="100513" y="78038"/>
                  </a:lnTo>
                  <a:lnTo>
                    <a:pt x="100623" y="77939"/>
                  </a:lnTo>
                  <a:lnTo>
                    <a:pt x="100645" y="77821"/>
                  </a:lnTo>
                  <a:lnTo>
                    <a:pt x="100579" y="77801"/>
                  </a:lnTo>
                  <a:lnTo>
                    <a:pt x="100535" y="77663"/>
                  </a:lnTo>
                  <a:lnTo>
                    <a:pt x="100557" y="77564"/>
                  </a:lnTo>
                  <a:lnTo>
                    <a:pt x="100601" y="77446"/>
                  </a:lnTo>
                  <a:lnTo>
                    <a:pt x="100667" y="77367"/>
                  </a:lnTo>
                  <a:lnTo>
                    <a:pt x="100822" y="77248"/>
                  </a:lnTo>
                  <a:lnTo>
                    <a:pt x="100844" y="77209"/>
                  </a:lnTo>
                  <a:lnTo>
                    <a:pt x="100844" y="77130"/>
                  </a:lnTo>
                  <a:lnTo>
                    <a:pt x="100844" y="77051"/>
                  </a:lnTo>
                  <a:lnTo>
                    <a:pt x="100844" y="76991"/>
                  </a:lnTo>
                  <a:lnTo>
                    <a:pt x="100866" y="76932"/>
                  </a:lnTo>
                  <a:lnTo>
                    <a:pt x="100800" y="76972"/>
                  </a:lnTo>
                  <a:lnTo>
                    <a:pt x="100711" y="76972"/>
                  </a:lnTo>
                  <a:close/>
                  <a:moveTo>
                    <a:pt x="62333" y="115083"/>
                  </a:moveTo>
                  <a:lnTo>
                    <a:pt x="62311" y="115102"/>
                  </a:lnTo>
                  <a:lnTo>
                    <a:pt x="62135" y="115241"/>
                  </a:lnTo>
                  <a:lnTo>
                    <a:pt x="62113" y="115260"/>
                  </a:lnTo>
                  <a:lnTo>
                    <a:pt x="62091" y="115300"/>
                  </a:lnTo>
                  <a:lnTo>
                    <a:pt x="62091" y="115320"/>
                  </a:lnTo>
                  <a:lnTo>
                    <a:pt x="62091" y="115379"/>
                  </a:lnTo>
                  <a:lnTo>
                    <a:pt x="62113" y="115399"/>
                  </a:lnTo>
                  <a:lnTo>
                    <a:pt x="62157" y="115399"/>
                  </a:lnTo>
                  <a:lnTo>
                    <a:pt x="62179" y="115418"/>
                  </a:lnTo>
                  <a:lnTo>
                    <a:pt x="62223" y="115418"/>
                  </a:lnTo>
                  <a:lnTo>
                    <a:pt x="62267" y="115379"/>
                  </a:lnTo>
                  <a:lnTo>
                    <a:pt x="62333" y="115260"/>
                  </a:lnTo>
                  <a:lnTo>
                    <a:pt x="62377" y="115181"/>
                  </a:lnTo>
                  <a:lnTo>
                    <a:pt x="62355" y="115083"/>
                  </a:lnTo>
                  <a:lnTo>
                    <a:pt x="62333" y="115083"/>
                  </a:lnTo>
                  <a:close/>
                  <a:moveTo>
                    <a:pt x="63346" y="113839"/>
                  </a:moveTo>
                  <a:lnTo>
                    <a:pt x="63412" y="113661"/>
                  </a:lnTo>
                  <a:lnTo>
                    <a:pt x="63478" y="113562"/>
                  </a:lnTo>
                  <a:lnTo>
                    <a:pt x="63566" y="113483"/>
                  </a:lnTo>
                  <a:lnTo>
                    <a:pt x="63611" y="113424"/>
                  </a:lnTo>
                  <a:lnTo>
                    <a:pt x="63588" y="113365"/>
                  </a:lnTo>
                  <a:lnTo>
                    <a:pt x="63522" y="113365"/>
                  </a:lnTo>
                  <a:lnTo>
                    <a:pt x="63456" y="113404"/>
                  </a:lnTo>
                  <a:lnTo>
                    <a:pt x="63214" y="113562"/>
                  </a:lnTo>
                  <a:lnTo>
                    <a:pt x="63192" y="113562"/>
                  </a:lnTo>
                  <a:lnTo>
                    <a:pt x="63104" y="113562"/>
                  </a:lnTo>
                  <a:lnTo>
                    <a:pt x="63082" y="113602"/>
                  </a:lnTo>
                  <a:lnTo>
                    <a:pt x="63016" y="113621"/>
                  </a:lnTo>
                  <a:lnTo>
                    <a:pt x="62862" y="113760"/>
                  </a:lnTo>
                  <a:lnTo>
                    <a:pt x="62752" y="113898"/>
                  </a:lnTo>
                  <a:lnTo>
                    <a:pt x="62686" y="114016"/>
                  </a:lnTo>
                  <a:lnTo>
                    <a:pt x="62554" y="114352"/>
                  </a:lnTo>
                  <a:lnTo>
                    <a:pt x="62466" y="114470"/>
                  </a:lnTo>
                  <a:lnTo>
                    <a:pt x="62400" y="114628"/>
                  </a:lnTo>
                  <a:lnTo>
                    <a:pt x="62355" y="114767"/>
                  </a:lnTo>
                  <a:lnTo>
                    <a:pt x="62355" y="114806"/>
                  </a:lnTo>
                  <a:lnTo>
                    <a:pt x="62377" y="114846"/>
                  </a:lnTo>
                  <a:lnTo>
                    <a:pt x="62444" y="114865"/>
                  </a:lnTo>
                  <a:lnTo>
                    <a:pt x="62532" y="114865"/>
                  </a:lnTo>
                  <a:lnTo>
                    <a:pt x="62862" y="114767"/>
                  </a:lnTo>
                  <a:lnTo>
                    <a:pt x="62994" y="114668"/>
                  </a:lnTo>
                  <a:lnTo>
                    <a:pt x="63082" y="114628"/>
                  </a:lnTo>
                  <a:lnTo>
                    <a:pt x="63126" y="114569"/>
                  </a:lnTo>
                  <a:lnTo>
                    <a:pt x="63170" y="114490"/>
                  </a:lnTo>
                  <a:lnTo>
                    <a:pt x="63236" y="114332"/>
                  </a:lnTo>
                  <a:lnTo>
                    <a:pt x="63324" y="113997"/>
                  </a:lnTo>
                  <a:lnTo>
                    <a:pt x="63324" y="113898"/>
                  </a:lnTo>
                  <a:lnTo>
                    <a:pt x="63324" y="113878"/>
                  </a:lnTo>
                  <a:lnTo>
                    <a:pt x="63346" y="113839"/>
                  </a:lnTo>
                  <a:close/>
                  <a:moveTo>
                    <a:pt x="41570" y="16448"/>
                  </a:moveTo>
                  <a:lnTo>
                    <a:pt x="41724" y="16587"/>
                  </a:lnTo>
                  <a:lnTo>
                    <a:pt x="41966" y="16725"/>
                  </a:lnTo>
                  <a:lnTo>
                    <a:pt x="42055" y="16784"/>
                  </a:lnTo>
                  <a:lnTo>
                    <a:pt x="42055" y="16843"/>
                  </a:lnTo>
                  <a:lnTo>
                    <a:pt x="42055" y="16883"/>
                  </a:lnTo>
                  <a:lnTo>
                    <a:pt x="42077" y="17001"/>
                  </a:lnTo>
                  <a:lnTo>
                    <a:pt x="42077" y="17061"/>
                  </a:lnTo>
                  <a:lnTo>
                    <a:pt x="42055" y="17100"/>
                  </a:lnTo>
                  <a:lnTo>
                    <a:pt x="42055" y="17120"/>
                  </a:lnTo>
                  <a:lnTo>
                    <a:pt x="42143" y="17258"/>
                  </a:lnTo>
                  <a:lnTo>
                    <a:pt x="42165" y="17278"/>
                  </a:lnTo>
                  <a:lnTo>
                    <a:pt x="42165" y="17376"/>
                  </a:lnTo>
                  <a:lnTo>
                    <a:pt x="42143" y="17534"/>
                  </a:lnTo>
                  <a:lnTo>
                    <a:pt x="42165" y="17594"/>
                  </a:lnTo>
                  <a:lnTo>
                    <a:pt x="42275" y="17673"/>
                  </a:lnTo>
                  <a:lnTo>
                    <a:pt x="42363" y="17633"/>
                  </a:lnTo>
                  <a:lnTo>
                    <a:pt x="42363" y="17515"/>
                  </a:lnTo>
                  <a:lnTo>
                    <a:pt x="42341" y="17376"/>
                  </a:lnTo>
                  <a:lnTo>
                    <a:pt x="42561" y="17475"/>
                  </a:lnTo>
                  <a:lnTo>
                    <a:pt x="42649" y="17495"/>
                  </a:lnTo>
                  <a:lnTo>
                    <a:pt x="42671" y="17396"/>
                  </a:lnTo>
                  <a:lnTo>
                    <a:pt x="42583" y="17298"/>
                  </a:lnTo>
                  <a:lnTo>
                    <a:pt x="42583" y="17179"/>
                  </a:lnTo>
                  <a:lnTo>
                    <a:pt x="42671" y="17041"/>
                  </a:lnTo>
                  <a:lnTo>
                    <a:pt x="42649" y="16982"/>
                  </a:lnTo>
                  <a:lnTo>
                    <a:pt x="42605" y="16863"/>
                  </a:lnTo>
                  <a:lnTo>
                    <a:pt x="42605" y="16804"/>
                  </a:lnTo>
                  <a:lnTo>
                    <a:pt x="42605" y="16764"/>
                  </a:lnTo>
                  <a:lnTo>
                    <a:pt x="42649" y="16705"/>
                  </a:lnTo>
                  <a:lnTo>
                    <a:pt x="42671" y="16685"/>
                  </a:lnTo>
                  <a:lnTo>
                    <a:pt x="42583" y="16587"/>
                  </a:lnTo>
                  <a:lnTo>
                    <a:pt x="42495" y="16606"/>
                  </a:lnTo>
                  <a:lnTo>
                    <a:pt x="42429" y="16666"/>
                  </a:lnTo>
                  <a:lnTo>
                    <a:pt x="42363" y="16646"/>
                  </a:lnTo>
                  <a:lnTo>
                    <a:pt x="42319" y="16527"/>
                  </a:lnTo>
                  <a:lnTo>
                    <a:pt x="42209" y="16211"/>
                  </a:lnTo>
                  <a:lnTo>
                    <a:pt x="42187" y="16251"/>
                  </a:lnTo>
                  <a:lnTo>
                    <a:pt x="42121" y="16152"/>
                  </a:lnTo>
                  <a:lnTo>
                    <a:pt x="41966" y="16172"/>
                  </a:lnTo>
                  <a:lnTo>
                    <a:pt x="41746" y="16290"/>
                  </a:lnTo>
                  <a:lnTo>
                    <a:pt x="41724" y="16350"/>
                  </a:lnTo>
                  <a:lnTo>
                    <a:pt x="41614" y="16369"/>
                  </a:lnTo>
                  <a:lnTo>
                    <a:pt x="41570" y="16448"/>
                  </a:lnTo>
                  <a:close/>
                  <a:moveTo>
                    <a:pt x="62113" y="115813"/>
                  </a:moveTo>
                  <a:lnTo>
                    <a:pt x="62135" y="115813"/>
                  </a:lnTo>
                  <a:lnTo>
                    <a:pt x="62135" y="115813"/>
                  </a:lnTo>
                  <a:lnTo>
                    <a:pt x="62223" y="115853"/>
                  </a:lnTo>
                  <a:lnTo>
                    <a:pt x="62245" y="115853"/>
                  </a:lnTo>
                  <a:lnTo>
                    <a:pt x="62289" y="115813"/>
                  </a:lnTo>
                  <a:lnTo>
                    <a:pt x="62377" y="115813"/>
                  </a:lnTo>
                  <a:lnTo>
                    <a:pt x="62730" y="115557"/>
                  </a:lnTo>
                  <a:lnTo>
                    <a:pt x="62906" y="115399"/>
                  </a:lnTo>
                  <a:lnTo>
                    <a:pt x="62950" y="115359"/>
                  </a:lnTo>
                  <a:lnTo>
                    <a:pt x="62972" y="115320"/>
                  </a:lnTo>
                  <a:lnTo>
                    <a:pt x="63390" y="115221"/>
                  </a:lnTo>
                  <a:lnTo>
                    <a:pt x="63963" y="115221"/>
                  </a:lnTo>
                  <a:lnTo>
                    <a:pt x="64029" y="115221"/>
                  </a:lnTo>
                  <a:lnTo>
                    <a:pt x="64073" y="115181"/>
                  </a:lnTo>
                  <a:lnTo>
                    <a:pt x="64095" y="115122"/>
                  </a:lnTo>
                  <a:lnTo>
                    <a:pt x="64117" y="115102"/>
                  </a:lnTo>
                  <a:lnTo>
                    <a:pt x="64117" y="115004"/>
                  </a:lnTo>
                  <a:lnTo>
                    <a:pt x="64161" y="114984"/>
                  </a:lnTo>
                  <a:lnTo>
                    <a:pt x="64161" y="114964"/>
                  </a:lnTo>
                  <a:lnTo>
                    <a:pt x="64249" y="114865"/>
                  </a:lnTo>
                  <a:lnTo>
                    <a:pt x="64249" y="114846"/>
                  </a:lnTo>
                  <a:lnTo>
                    <a:pt x="64271" y="114826"/>
                  </a:lnTo>
                  <a:lnTo>
                    <a:pt x="64271" y="114786"/>
                  </a:lnTo>
                  <a:lnTo>
                    <a:pt x="64249" y="114767"/>
                  </a:lnTo>
                  <a:lnTo>
                    <a:pt x="64161" y="114530"/>
                  </a:lnTo>
                  <a:lnTo>
                    <a:pt x="64117" y="114451"/>
                  </a:lnTo>
                  <a:lnTo>
                    <a:pt x="64095" y="114352"/>
                  </a:lnTo>
                  <a:lnTo>
                    <a:pt x="64073" y="114293"/>
                  </a:lnTo>
                  <a:lnTo>
                    <a:pt x="64073" y="114233"/>
                  </a:lnTo>
                  <a:lnTo>
                    <a:pt x="64095" y="114135"/>
                  </a:lnTo>
                  <a:lnTo>
                    <a:pt x="64161" y="113997"/>
                  </a:lnTo>
                  <a:lnTo>
                    <a:pt x="64161" y="113937"/>
                  </a:lnTo>
                  <a:lnTo>
                    <a:pt x="64161" y="113878"/>
                  </a:lnTo>
                  <a:lnTo>
                    <a:pt x="64095" y="113760"/>
                  </a:lnTo>
                  <a:lnTo>
                    <a:pt x="64073" y="113365"/>
                  </a:lnTo>
                  <a:lnTo>
                    <a:pt x="64051" y="113305"/>
                  </a:lnTo>
                  <a:lnTo>
                    <a:pt x="64051" y="113167"/>
                  </a:lnTo>
                  <a:lnTo>
                    <a:pt x="64029" y="113128"/>
                  </a:lnTo>
                  <a:lnTo>
                    <a:pt x="63985" y="113128"/>
                  </a:lnTo>
                  <a:lnTo>
                    <a:pt x="63875" y="113207"/>
                  </a:lnTo>
                  <a:lnTo>
                    <a:pt x="63853" y="113226"/>
                  </a:lnTo>
                  <a:lnTo>
                    <a:pt x="63809" y="113266"/>
                  </a:lnTo>
                  <a:lnTo>
                    <a:pt x="63787" y="113305"/>
                  </a:lnTo>
                  <a:lnTo>
                    <a:pt x="63743" y="113424"/>
                  </a:lnTo>
                  <a:lnTo>
                    <a:pt x="63478" y="113819"/>
                  </a:lnTo>
                  <a:lnTo>
                    <a:pt x="63434" y="113878"/>
                  </a:lnTo>
                  <a:lnTo>
                    <a:pt x="63434" y="113937"/>
                  </a:lnTo>
                  <a:lnTo>
                    <a:pt x="63412" y="114115"/>
                  </a:lnTo>
                  <a:lnTo>
                    <a:pt x="63390" y="114194"/>
                  </a:lnTo>
                  <a:lnTo>
                    <a:pt x="63368" y="114391"/>
                  </a:lnTo>
                  <a:lnTo>
                    <a:pt x="63258" y="114569"/>
                  </a:lnTo>
                  <a:lnTo>
                    <a:pt x="63192" y="114688"/>
                  </a:lnTo>
                  <a:lnTo>
                    <a:pt x="62972" y="114885"/>
                  </a:lnTo>
                  <a:lnTo>
                    <a:pt x="62906" y="114905"/>
                  </a:lnTo>
                  <a:lnTo>
                    <a:pt x="62884" y="114925"/>
                  </a:lnTo>
                  <a:lnTo>
                    <a:pt x="62818" y="114925"/>
                  </a:lnTo>
                  <a:lnTo>
                    <a:pt x="62774" y="114964"/>
                  </a:lnTo>
                  <a:lnTo>
                    <a:pt x="62686" y="115004"/>
                  </a:lnTo>
                  <a:lnTo>
                    <a:pt x="62576" y="115043"/>
                  </a:lnTo>
                  <a:lnTo>
                    <a:pt x="62554" y="115063"/>
                  </a:lnTo>
                  <a:lnTo>
                    <a:pt x="62532" y="115083"/>
                  </a:lnTo>
                  <a:lnTo>
                    <a:pt x="62510" y="115260"/>
                  </a:lnTo>
                  <a:lnTo>
                    <a:pt x="62488" y="115280"/>
                  </a:lnTo>
                  <a:lnTo>
                    <a:pt x="62400" y="115399"/>
                  </a:lnTo>
                  <a:lnTo>
                    <a:pt x="62135" y="115714"/>
                  </a:lnTo>
                  <a:lnTo>
                    <a:pt x="62091" y="115774"/>
                  </a:lnTo>
                  <a:lnTo>
                    <a:pt x="62113" y="115793"/>
                  </a:lnTo>
                  <a:lnTo>
                    <a:pt x="62113" y="115813"/>
                  </a:lnTo>
                  <a:close/>
                  <a:moveTo>
                    <a:pt x="73321" y="101161"/>
                  </a:moveTo>
                  <a:lnTo>
                    <a:pt x="73607" y="100806"/>
                  </a:lnTo>
                  <a:lnTo>
                    <a:pt x="73827" y="100450"/>
                  </a:lnTo>
                  <a:lnTo>
                    <a:pt x="73893" y="100391"/>
                  </a:lnTo>
                  <a:lnTo>
                    <a:pt x="73937" y="100292"/>
                  </a:lnTo>
                  <a:lnTo>
                    <a:pt x="73981" y="99976"/>
                  </a:lnTo>
                  <a:lnTo>
                    <a:pt x="74003" y="99858"/>
                  </a:lnTo>
                  <a:lnTo>
                    <a:pt x="74003" y="99759"/>
                  </a:lnTo>
                  <a:lnTo>
                    <a:pt x="73937" y="99700"/>
                  </a:lnTo>
                  <a:lnTo>
                    <a:pt x="73849" y="99680"/>
                  </a:lnTo>
                  <a:lnTo>
                    <a:pt x="73761" y="99680"/>
                  </a:lnTo>
                  <a:lnTo>
                    <a:pt x="73585" y="99799"/>
                  </a:lnTo>
                  <a:lnTo>
                    <a:pt x="73431" y="100036"/>
                  </a:lnTo>
                  <a:lnTo>
                    <a:pt x="73277" y="100490"/>
                  </a:lnTo>
                  <a:lnTo>
                    <a:pt x="72924" y="100964"/>
                  </a:lnTo>
                  <a:lnTo>
                    <a:pt x="72814" y="101220"/>
                  </a:lnTo>
                  <a:lnTo>
                    <a:pt x="72924" y="101339"/>
                  </a:lnTo>
                  <a:lnTo>
                    <a:pt x="73122" y="101260"/>
                  </a:lnTo>
                  <a:lnTo>
                    <a:pt x="73321" y="101161"/>
                  </a:lnTo>
                  <a:close/>
                  <a:moveTo>
                    <a:pt x="62179" y="116090"/>
                  </a:moveTo>
                  <a:lnTo>
                    <a:pt x="62245" y="116149"/>
                  </a:lnTo>
                  <a:lnTo>
                    <a:pt x="62333" y="116208"/>
                  </a:lnTo>
                  <a:lnTo>
                    <a:pt x="62377" y="116248"/>
                  </a:lnTo>
                  <a:lnTo>
                    <a:pt x="62400" y="116248"/>
                  </a:lnTo>
                  <a:lnTo>
                    <a:pt x="62444" y="116248"/>
                  </a:lnTo>
                  <a:lnTo>
                    <a:pt x="62510" y="116248"/>
                  </a:lnTo>
                  <a:lnTo>
                    <a:pt x="62598" y="116228"/>
                  </a:lnTo>
                  <a:lnTo>
                    <a:pt x="62664" y="116208"/>
                  </a:lnTo>
                  <a:lnTo>
                    <a:pt x="62686" y="116188"/>
                  </a:lnTo>
                  <a:lnTo>
                    <a:pt x="62774" y="116070"/>
                  </a:lnTo>
                  <a:lnTo>
                    <a:pt x="62796" y="116050"/>
                  </a:lnTo>
                  <a:lnTo>
                    <a:pt x="62884" y="116030"/>
                  </a:lnTo>
                  <a:lnTo>
                    <a:pt x="62862" y="116011"/>
                  </a:lnTo>
                  <a:lnTo>
                    <a:pt x="62862" y="115971"/>
                  </a:lnTo>
                  <a:lnTo>
                    <a:pt x="62818" y="115991"/>
                  </a:lnTo>
                  <a:lnTo>
                    <a:pt x="62752" y="115971"/>
                  </a:lnTo>
                  <a:lnTo>
                    <a:pt x="62686" y="115971"/>
                  </a:lnTo>
                  <a:lnTo>
                    <a:pt x="62620" y="115971"/>
                  </a:lnTo>
                  <a:lnTo>
                    <a:pt x="62576" y="115951"/>
                  </a:lnTo>
                  <a:lnTo>
                    <a:pt x="62554" y="115912"/>
                  </a:lnTo>
                  <a:lnTo>
                    <a:pt x="62488" y="115912"/>
                  </a:lnTo>
                  <a:lnTo>
                    <a:pt x="62157" y="115991"/>
                  </a:lnTo>
                  <a:lnTo>
                    <a:pt x="62157" y="115991"/>
                  </a:lnTo>
                  <a:lnTo>
                    <a:pt x="62135" y="115991"/>
                  </a:lnTo>
                  <a:lnTo>
                    <a:pt x="62135" y="116011"/>
                  </a:lnTo>
                  <a:lnTo>
                    <a:pt x="62135" y="116050"/>
                  </a:lnTo>
                  <a:lnTo>
                    <a:pt x="62179" y="116090"/>
                  </a:lnTo>
                  <a:close/>
                  <a:moveTo>
                    <a:pt x="109937" y="67809"/>
                  </a:moveTo>
                  <a:lnTo>
                    <a:pt x="109937" y="67711"/>
                  </a:lnTo>
                  <a:lnTo>
                    <a:pt x="109937" y="67651"/>
                  </a:lnTo>
                  <a:lnTo>
                    <a:pt x="110003" y="67533"/>
                  </a:lnTo>
                  <a:lnTo>
                    <a:pt x="110025" y="67454"/>
                  </a:lnTo>
                  <a:lnTo>
                    <a:pt x="109849" y="67414"/>
                  </a:lnTo>
                  <a:lnTo>
                    <a:pt x="109673" y="67335"/>
                  </a:lnTo>
                  <a:lnTo>
                    <a:pt x="109409" y="67177"/>
                  </a:lnTo>
                  <a:lnTo>
                    <a:pt x="109299" y="67098"/>
                  </a:lnTo>
                  <a:lnTo>
                    <a:pt x="109166" y="67098"/>
                  </a:lnTo>
                  <a:lnTo>
                    <a:pt x="109100" y="67079"/>
                  </a:lnTo>
                  <a:lnTo>
                    <a:pt x="109078" y="67059"/>
                  </a:lnTo>
                  <a:lnTo>
                    <a:pt x="108990" y="66980"/>
                  </a:lnTo>
                  <a:lnTo>
                    <a:pt x="108968" y="66921"/>
                  </a:lnTo>
                  <a:lnTo>
                    <a:pt x="108770" y="66901"/>
                  </a:lnTo>
                  <a:lnTo>
                    <a:pt x="108726" y="66881"/>
                  </a:lnTo>
                  <a:lnTo>
                    <a:pt x="108704" y="66782"/>
                  </a:lnTo>
                  <a:lnTo>
                    <a:pt x="108374" y="66684"/>
                  </a:lnTo>
                  <a:lnTo>
                    <a:pt x="108220" y="66624"/>
                  </a:lnTo>
                  <a:lnTo>
                    <a:pt x="108132" y="66664"/>
                  </a:lnTo>
                  <a:lnTo>
                    <a:pt x="107977" y="66782"/>
                  </a:lnTo>
                  <a:lnTo>
                    <a:pt x="107933" y="66782"/>
                  </a:lnTo>
                  <a:lnTo>
                    <a:pt x="107779" y="66723"/>
                  </a:lnTo>
                  <a:lnTo>
                    <a:pt x="107559" y="66684"/>
                  </a:lnTo>
                  <a:lnTo>
                    <a:pt x="107493" y="66684"/>
                  </a:lnTo>
                  <a:lnTo>
                    <a:pt x="106943" y="66881"/>
                  </a:lnTo>
                  <a:lnTo>
                    <a:pt x="106700" y="66901"/>
                  </a:lnTo>
                  <a:lnTo>
                    <a:pt x="106634" y="66921"/>
                  </a:lnTo>
                  <a:lnTo>
                    <a:pt x="106568" y="66921"/>
                  </a:lnTo>
                  <a:lnTo>
                    <a:pt x="106502" y="66901"/>
                  </a:lnTo>
                  <a:lnTo>
                    <a:pt x="106436" y="66881"/>
                  </a:lnTo>
                  <a:lnTo>
                    <a:pt x="106414" y="66861"/>
                  </a:lnTo>
                  <a:lnTo>
                    <a:pt x="106194" y="66743"/>
                  </a:lnTo>
                  <a:lnTo>
                    <a:pt x="106128" y="66723"/>
                  </a:lnTo>
                  <a:lnTo>
                    <a:pt x="106040" y="66723"/>
                  </a:lnTo>
                  <a:lnTo>
                    <a:pt x="105930" y="66782"/>
                  </a:lnTo>
                  <a:lnTo>
                    <a:pt x="105864" y="66782"/>
                  </a:lnTo>
                  <a:lnTo>
                    <a:pt x="105688" y="66723"/>
                  </a:lnTo>
                  <a:lnTo>
                    <a:pt x="105600" y="66723"/>
                  </a:lnTo>
                  <a:lnTo>
                    <a:pt x="105533" y="66802"/>
                  </a:lnTo>
                  <a:lnTo>
                    <a:pt x="105467" y="66822"/>
                  </a:lnTo>
                  <a:lnTo>
                    <a:pt x="105379" y="66822"/>
                  </a:lnTo>
                  <a:lnTo>
                    <a:pt x="105049" y="66664"/>
                  </a:lnTo>
                  <a:lnTo>
                    <a:pt x="105049" y="66644"/>
                  </a:lnTo>
                  <a:lnTo>
                    <a:pt x="104961" y="66585"/>
                  </a:lnTo>
                  <a:lnTo>
                    <a:pt x="104939" y="66526"/>
                  </a:lnTo>
                  <a:lnTo>
                    <a:pt x="104917" y="66526"/>
                  </a:lnTo>
                  <a:lnTo>
                    <a:pt x="104829" y="66545"/>
                  </a:lnTo>
                  <a:lnTo>
                    <a:pt x="104807" y="66545"/>
                  </a:lnTo>
                  <a:lnTo>
                    <a:pt x="104521" y="66447"/>
                  </a:lnTo>
                  <a:lnTo>
                    <a:pt x="104388" y="66407"/>
                  </a:lnTo>
                  <a:lnTo>
                    <a:pt x="104080" y="66467"/>
                  </a:lnTo>
                  <a:lnTo>
                    <a:pt x="103948" y="66486"/>
                  </a:lnTo>
                  <a:lnTo>
                    <a:pt x="103486" y="66427"/>
                  </a:lnTo>
                  <a:lnTo>
                    <a:pt x="103398" y="66427"/>
                  </a:lnTo>
                  <a:lnTo>
                    <a:pt x="103266" y="66447"/>
                  </a:lnTo>
                  <a:lnTo>
                    <a:pt x="103155" y="66486"/>
                  </a:lnTo>
                  <a:lnTo>
                    <a:pt x="103045" y="66506"/>
                  </a:lnTo>
                  <a:lnTo>
                    <a:pt x="102649" y="66467"/>
                  </a:lnTo>
                  <a:lnTo>
                    <a:pt x="102429" y="66545"/>
                  </a:lnTo>
                  <a:lnTo>
                    <a:pt x="102341" y="66545"/>
                  </a:lnTo>
                  <a:lnTo>
                    <a:pt x="102099" y="66447"/>
                  </a:lnTo>
                  <a:lnTo>
                    <a:pt x="101944" y="66427"/>
                  </a:lnTo>
                  <a:lnTo>
                    <a:pt x="101526" y="66506"/>
                  </a:lnTo>
                  <a:lnTo>
                    <a:pt x="101064" y="66486"/>
                  </a:lnTo>
                  <a:lnTo>
                    <a:pt x="100667" y="66624"/>
                  </a:lnTo>
                  <a:lnTo>
                    <a:pt x="99765" y="66723"/>
                  </a:lnTo>
                  <a:lnTo>
                    <a:pt x="99104" y="66901"/>
                  </a:lnTo>
                  <a:lnTo>
                    <a:pt x="98664" y="67059"/>
                  </a:lnTo>
                  <a:lnTo>
                    <a:pt x="98201" y="67138"/>
                  </a:lnTo>
                  <a:lnTo>
                    <a:pt x="96990" y="67454"/>
                  </a:lnTo>
                  <a:lnTo>
                    <a:pt x="96704" y="67434"/>
                  </a:lnTo>
                  <a:lnTo>
                    <a:pt x="96660" y="67434"/>
                  </a:lnTo>
                  <a:lnTo>
                    <a:pt x="96528" y="67474"/>
                  </a:lnTo>
                  <a:lnTo>
                    <a:pt x="95955" y="67493"/>
                  </a:lnTo>
                  <a:lnTo>
                    <a:pt x="95581" y="67651"/>
                  </a:lnTo>
                  <a:lnTo>
                    <a:pt x="95515" y="67691"/>
                  </a:lnTo>
                  <a:lnTo>
                    <a:pt x="95515" y="67750"/>
                  </a:lnTo>
                  <a:lnTo>
                    <a:pt x="95471" y="67809"/>
                  </a:lnTo>
                  <a:lnTo>
                    <a:pt x="95449" y="67869"/>
                  </a:lnTo>
                  <a:lnTo>
                    <a:pt x="95405" y="67908"/>
                  </a:lnTo>
                  <a:lnTo>
                    <a:pt x="95295" y="67948"/>
                  </a:lnTo>
                  <a:lnTo>
                    <a:pt x="95053" y="68086"/>
                  </a:lnTo>
                  <a:lnTo>
                    <a:pt x="94678" y="68402"/>
                  </a:lnTo>
                  <a:lnTo>
                    <a:pt x="94546" y="68619"/>
                  </a:lnTo>
                  <a:lnTo>
                    <a:pt x="94546" y="68797"/>
                  </a:lnTo>
                  <a:lnTo>
                    <a:pt x="94656" y="68836"/>
                  </a:lnTo>
                  <a:lnTo>
                    <a:pt x="94788" y="68816"/>
                  </a:lnTo>
                  <a:lnTo>
                    <a:pt x="94899" y="68876"/>
                  </a:lnTo>
                  <a:lnTo>
                    <a:pt x="94987" y="68974"/>
                  </a:lnTo>
                  <a:lnTo>
                    <a:pt x="95163" y="69014"/>
                  </a:lnTo>
                  <a:lnTo>
                    <a:pt x="95317" y="69034"/>
                  </a:lnTo>
                  <a:lnTo>
                    <a:pt x="95427" y="68994"/>
                  </a:lnTo>
                  <a:lnTo>
                    <a:pt x="95295" y="68856"/>
                  </a:lnTo>
                  <a:lnTo>
                    <a:pt x="95361" y="68797"/>
                  </a:lnTo>
                  <a:lnTo>
                    <a:pt x="95537" y="68797"/>
                  </a:lnTo>
                  <a:lnTo>
                    <a:pt x="95691" y="68895"/>
                  </a:lnTo>
                  <a:lnTo>
                    <a:pt x="95823" y="68955"/>
                  </a:lnTo>
                  <a:lnTo>
                    <a:pt x="96506" y="68955"/>
                  </a:lnTo>
                  <a:lnTo>
                    <a:pt x="97144" y="68876"/>
                  </a:lnTo>
                  <a:lnTo>
                    <a:pt x="97893" y="68856"/>
                  </a:lnTo>
                  <a:lnTo>
                    <a:pt x="98884" y="69014"/>
                  </a:lnTo>
                  <a:lnTo>
                    <a:pt x="99500" y="69231"/>
                  </a:lnTo>
                  <a:lnTo>
                    <a:pt x="99765" y="69350"/>
                  </a:lnTo>
                  <a:lnTo>
                    <a:pt x="99897" y="69409"/>
                  </a:lnTo>
                  <a:lnTo>
                    <a:pt x="99963" y="69468"/>
                  </a:lnTo>
                  <a:lnTo>
                    <a:pt x="100073" y="69586"/>
                  </a:lnTo>
                  <a:lnTo>
                    <a:pt x="100139" y="69705"/>
                  </a:lnTo>
                  <a:lnTo>
                    <a:pt x="100227" y="69784"/>
                  </a:lnTo>
                  <a:lnTo>
                    <a:pt x="100359" y="69823"/>
                  </a:lnTo>
                  <a:lnTo>
                    <a:pt x="100491" y="69902"/>
                  </a:lnTo>
                  <a:lnTo>
                    <a:pt x="100447" y="70021"/>
                  </a:lnTo>
                  <a:lnTo>
                    <a:pt x="101152" y="69962"/>
                  </a:lnTo>
                  <a:lnTo>
                    <a:pt x="101438" y="69863"/>
                  </a:lnTo>
                  <a:lnTo>
                    <a:pt x="101526" y="69863"/>
                  </a:lnTo>
                  <a:lnTo>
                    <a:pt x="101658" y="69902"/>
                  </a:lnTo>
                  <a:lnTo>
                    <a:pt x="101856" y="69922"/>
                  </a:lnTo>
                  <a:lnTo>
                    <a:pt x="102143" y="69863"/>
                  </a:lnTo>
                  <a:lnTo>
                    <a:pt x="102583" y="70001"/>
                  </a:lnTo>
                  <a:lnTo>
                    <a:pt x="102825" y="69962"/>
                  </a:lnTo>
                  <a:lnTo>
                    <a:pt x="103266" y="70001"/>
                  </a:lnTo>
                  <a:lnTo>
                    <a:pt x="104344" y="69804"/>
                  </a:lnTo>
                  <a:lnTo>
                    <a:pt x="105467" y="69665"/>
                  </a:lnTo>
                  <a:lnTo>
                    <a:pt x="106260" y="69369"/>
                  </a:lnTo>
                  <a:lnTo>
                    <a:pt x="106788" y="69350"/>
                  </a:lnTo>
                  <a:lnTo>
                    <a:pt x="107141" y="69251"/>
                  </a:lnTo>
                  <a:lnTo>
                    <a:pt x="107273" y="69271"/>
                  </a:lnTo>
                  <a:lnTo>
                    <a:pt x="107427" y="69330"/>
                  </a:lnTo>
                  <a:lnTo>
                    <a:pt x="107559" y="69290"/>
                  </a:lnTo>
                  <a:lnTo>
                    <a:pt x="107713" y="69271"/>
                  </a:lnTo>
                  <a:lnTo>
                    <a:pt x="108176" y="68935"/>
                  </a:lnTo>
                  <a:lnTo>
                    <a:pt x="108572" y="68797"/>
                  </a:lnTo>
                  <a:lnTo>
                    <a:pt x="109277" y="68382"/>
                  </a:lnTo>
                  <a:lnTo>
                    <a:pt x="109365" y="68342"/>
                  </a:lnTo>
                  <a:lnTo>
                    <a:pt x="109607" y="68342"/>
                  </a:lnTo>
                  <a:lnTo>
                    <a:pt x="109651" y="68303"/>
                  </a:lnTo>
                  <a:lnTo>
                    <a:pt x="109805" y="68007"/>
                  </a:lnTo>
                  <a:lnTo>
                    <a:pt x="109849" y="67987"/>
                  </a:lnTo>
                  <a:lnTo>
                    <a:pt x="109915" y="67948"/>
                  </a:lnTo>
                  <a:lnTo>
                    <a:pt x="110025" y="67888"/>
                  </a:lnTo>
                  <a:lnTo>
                    <a:pt x="110003" y="67849"/>
                  </a:lnTo>
                  <a:lnTo>
                    <a:pt x="109937" y="67809"/>
                  </a:lnTo>
                  <a:close/>
                  <a:moveTo>
                    <a:pt x="62333" y="116623"/>
                  </a:moveTo>
                  <a:lnTo>
                    <a:pt x="62311" y="116662"/>
                  </a:lnTo>
                  <a:lnTo>
                    <a:pt x="62289" y="116722"/>
                  </a:lnTo>
                  <a:lnTo>
                    <a:pt x="62135" y="116820"/>
                  </a:lnTo>
                  <a:lnTo>
                    <a:pt x="62091" y="116840"/>
                  </a:lnTo>
                  <a:lnTo>
                    <a:pt x="61673" y="116959"/>
                  </a:lnTo>
                  <a:lnTo>
                    <a:pt x="61651" y="116978"/>
                  </a:lnTo>
                  <a:lnTo>
                    <a:pt x="61585" y="117018"/>
                  </a:lnTo>
                  <a:lnTo>
                    <a:pt x="61519" y="117077"/>
                  </a:lnTo>
                  <a:lnTo>
                    <a:pt x="61497" y="117156"/>
                  </a:lnTo>
                  <a:lnTo>
                    <a:pt x="61497" y="117215"/>
                  </a:lnTo>
                  <a:lnTo>
                    <a:pt x="61563" y="117274"/>
                  </a:lnTo>
                  <a:lnTo>
                    <a:pt x="61607" y="117353"/>
                  </a:lnTo>
                  <a:lnTo>
                    <a:pt x="61651" y="117373"/>
                  </a:lnTo>
                  <a:lnTo>
                    <a:pt x="61673" y="117373"/>
                  </a:lnTo>
                  <a:lnTo>
                    <a:pt x="61717" y="117373"/>
                  </a:lnTo>
                  <a:lnTo>
                    <a:pt x="62025" y="117255"/>
                  </a:lnTo>
                  <a:lnTo>
                    <a:pt x="62179" y="117176"/>
                  </a:lnTo>
                  <a:lnTo>
                    <a:pt x="62267" y="117116"/>
                  </a:lnTo>
                  <a:lnTo>
                    <a:pt x="62377" y="117038"/>
                  </a:lnTo>
                  <a:lnTo>
                    <a:pt x="62444" y="116998"/>
                  </a:lnTo>
                  <a:lnTo>
                    <a:pt x="62488" y="116959"/>
                  </a:lnTo>
                  <a:lnTo>
                    <a:pt x="62532" y="116840"/>
                  </a:lnTo>
                  <a:lnTo>
                    <a:pt x="62598" y="116722"/>
                  </a:lnTo>
                  <a:lnTo>
                    <a:pt x="62620" y="116643"/>
                  </a:lnTo>
                  <a:lnTo>
                    <a:pt x="62664" y="116623"/>
                  </a:lnTo>
                  <a:lnTo>
                    <a:pt x="62664" y="116583"/>
                  </a:lnTo>
                  <a:lnTo>
                    <a:pt x="62686" y="116544"/>
                  </a:lnTo>
                  <a:lnTo>
                    <a:pt x="62686" y="116485"/>
                  </a:lnTo>
                  <a:lnTo>
                    <a:pt x="62664" y="116445"/>
                  </a:lnTo>
                  <a:lnTo>
                    <a:pt x="62355" y="116603"/>
                  </a:lnTo>
                  <a:lnTo>
                    <a:pt x="62333" y="116623"/>
                  </a:lnTo>
                  <a:close/>
                  <a:moveTo>
                    <a:pt x="74840" y="96659"/>
                  </a:moveTo>
                  <a:lnTo>
                    <a:pt x="74906" y="96639"/>
                  </a:lnTo>
                  <a:lnTo>
                    <a:pt x="75016" y="96580"/>
                  </a:lnTo>
                  <a:lnTo>
                    <a:pt x="75060" y="96481"/>
                  </a:lnTo>
                  <a:lnTo>
                    <a:pt x="75192" y="96165"/>
                  </a:lnTo>
                  <a:lnTo>
                    <a:pt x="75192" y="96106"/>
                  </a:lnTo>
                  <a:lnTo>
                    <a:pt x="75104" y="96126"/>
                  </a:lnTo>
                  <a:lnTo>
                    <a:pt x="74972" y="96185"/>
                  </a:lnTo>
                  <a:lnTo>
                    <a:pt x="74862" y="96264"/>
                  </a:lnTo>
                  <a:lnTo>
                    <a:pt x="74796" y="96343"/>
                  </a:lnTo>
                  <a:lnTo>
                    <a:pt x="74752" y="96442"/>
                  </a:lnTo>
                  <a:lnTo>
                    <a:pt x="74752" y="96501"/>
                  </a:lnTo>
                  <a:lnTo>
                    <a:pt x="74752" y="96560"/>
                  </a:lnTo>
                  <a:lnTo>
                    <a:pt x="74796" y="96639"/>
                  </a:lnTo>
                  <a:lnTo>
                    <a:pt x="74840" y="9665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Shape 4960"/>
            <p:cNvSpPr/>
            <p:nvPr/>
          </p:nvSpPr>
          <p:spPr>
            <a:xfrm>
              <a:off x="15916532" y="7359995"/>
              <a:ext cx="7937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6470" y="105000"/>
                  </a:moveTo>
                  <a:lnTo>
                    <a:pt x="63529" y="52500"/>
                  </a:lnTo>
                  <a:lnTo>
                    <a:pt x="84705" y="37500"/>
                  </a:lnTo>
                  <a:lnTo>
                    <a:pt x="91764" y="15000"/>
                  </a:lnTo>
                  <a:lnTo>
                    <a:pt x="112941" y="15000"/>
                  </a:lnTo>
                  <a:lnTo>
                    <a:pt x="120000" y="7500"/>
                  </a:lnTo>
                  <a:lnTo>
                    <a:pt x="112941" y="0"/>
                  </a:lnTo>
                  <a:lnTo>
                    <a:pt x="63529" y="15000"/>
                  </a:lnTo>
                  <a:lnTo>
                    <a:pt x="0" y="90000"/>
                  </a:lnTo>
                  <a:lnTo>
                    <a:pt x="7058" y="112500"/>
                  </a:lnTo>
                  <a:lnTo>
                    <a:pt x="14117" y="120000"/>
                  </a:lnTo>
                  <a:lnTo>
                    <a:pt x="56470" y="10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Shape 4961"/>
            <p:cNvSpPr/>
            <p:nvPr/>
          </p:nvSpPr>
          <p:spPr>
            <a:xfrm>
              <a:off x="15887957" y="6578945"/>
              <a:ext cx="15875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857" y="21818"/>
                  </a:moveTo>
                  <a:lnTo>
                    <a:pt x="98571" y="18181"/>
                  </a:lnTo>
                  <a:lnTo>
                    <a:pt x="94285" y="14545"/>
                  </a:lnTo>
                  <a:lnTo>
                    <a:pt x="85714" y="0"/>
                  </a:lnTo>
                  <a:lnTo>
                    <a:pt x="68571" y="14545"/>
                  </a:lnTo>
                  <a:lnTo>
                    <a:pt x="34285" y="32727"/>
                  </a:lnTo>
                  <a:lnTo>
                    <a:pt x="17142" y="43636"/>
                  </a:lnTo>
                  <a:lnTo>
                    <a:pt x="4285" y="80000"/>
                  </a:lnTo>
                  <a:lnTo>
                    <a:pt x="0" y="101818"/>
                  </a:lnTo>
                  <a:lnTo>
                    <a:pt x="4285" y="120000"/>
                  </a:lnTo>
                  <a:lnTo>
                    <a:pt x="85714" y="98181"/>
                  </a:lnTo>
                  <a:lnTo>
                    <a:pt x="94285" y="83636"/>
                  </a:lnTo>
                  <a:lnTo>
                    <a:pt x="111428" y="40000"/>
                  </a:lnTo>
                  <a:lnTo>
                    <a:pt x="119999" y="21818"/>
                  </a:lnTo>
                  <a:lnTo>
                    <a:pt x="107142" y="29090"/>
                  </a:lnTo>
                  <a:lnTo>
                    <a:pt x="102857" y="2181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Shape 4962"/>
            <p:cNvSpPr/>
            <p:nvPr/>
          </p:nvSpPr>
          <p:spPr>
            <a:xfrm>
              <a:off x="15903832" y="7410795"/>
              <a:ext cx="31750" cy="841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6440" y="54683"/>
                  </a:moveTo>
                  <a:lnTo>
                    <a:pt x="18305" y="57721"/>
                  </a:lnTo>
                  <a:lnTo>
                    <a:pt x="10169" y="60759"/>
                  </a:lnTo>
                  <a:lnTo>
                    <a:pt x="2033" y="65316"/>
                  </a:lnTo>
                  <a:lnTo>
                    <a:pt x="0" y="69113"/>
                  </a:lnTo>
                  <a:lnTo>
                    <a:pt x="4067" y="75189"/>
                  </a:lnTo>
                  <a:lnTo>
                    <a:pt x="20338" y="87341"/>
                  </a:lnTo>
                  <a:lnTo>
                    <a:pt x="22372" y="91898"/>
                  </a:lnTo>
                  <a:lnTo>
                    <a:pt x="22372" y="95696"/>
                  </a:lnTo>
                  <a:lnTo>
                    <a:pt x="24406" y="105569"/>
                  </a:lnTo>
                  <a:lnTo>
                    <a:pt x="22372" y="115443"/>
                  </a:lnTo>
                  <a:lnTo>
                    <a:pt x="30508" y="120000"/>
                  </a:lnTo>
                  <a:lnTo>
                    <a:pt x="44745" y="120000"/>
                  </a:lnTo>
                  <a:lnTo>
                    <a:pt x="65084" y="115443"/>
                  </a:lnTo>
                  <a:lnTo>
                    <a:pt x="79322" y="107088"/>
                  </a:lnTo>
                  <a:lnTo>
                    <a:pt x="85423" y="104810"/>
                  </a:lnTo>
                  <a:lnTo>
                    <a:pt x="89491" y="107848"/>
                  </a:lnTo>
                  <a:lnTo>
                    <a:pt x="103728" y="105569"/>
                  </a:lnTo>
                  <a:lnTo>
                    <a:pt x="113898" y="102531"/>
                  </a:lnTo>
                  <a:lnTo>
                    <a:pt x="120000" y="97215"/>
                  </a:lnTo>
                  <a:lnTo>
                    <a:pt x="113898" y="90379"/>
                  </a:lnTo>
                  <a:lnTo>
                    <a:pt x="111864" y="94936"/>
                  </a:lnTo>
                  <a:lnTo>
                    <a:pt x="109830" y="97974"/>
                  </a:lnTo>
                  <a:lnTo>
                    <a:pt x="105762" y="99493"/>
                  </a:lnTo>
                  <a:lnTo>
                    <a:pt x="85423" y="101772"/>
                  </a:lnTo>
                  <a:lnTo>
                    <a:pt x="77288" y="101772"/>
                  </a:lnTo>
                  <a:lnTo>
                    <a:pt x="67118" y="99493"/>
                  </a:lnTo>
                  <a:lnTo>
                    <a:pt x="56949" y="97215"/>
                  </a:lnTo>
                  <a:lnTo>
                    <a:pt x="58983" y="103291"/>
                  </a:lnTo>
                  <a:lnTo>
                    <a:pt x="48813" y="104810"/>
                  </a:lnTo>
                  <a:lnTo>
                    <a:pt x="36610" y="103291"/>
                  </a:lnTo>
                  <a:lnTo>
                    <a:pt x="30508" y="101772"/>
                  </a:lnTo>
                  <a:lnTo>
                    <a:pt x="30508" y="97215"/>
                  </a:lnTo>
                  <a:lnTo>
                    <a:pt x="26440" y="88860"/>
                  </a:lnTo>
                  <a:lnTo>
                    <a:pt x="26440" y="84303"/>
                  </a:lnTo>
                  <a:lnTo>
                    <a:pt x="28474" y="81265"/>
                  </a:lnTo>
                  <a:lnTo>
                    <a:pt x="32542" y="78987"/>
                  </a:lnTo>
                  <a:lnTo>
                    <a:pt x="48813" y="74430"/>
                  </a:lnTo>
                  <a:lnTo>
                    <a:pt x="48813" y="72151"/>
                  </a:lnTo>
                  <a:lnTo>
                    <a:pt x="46779" y="66835"/>
                  </a:lnTo>
                  <a:lnTo>
                    <a:pt x="44745" y="60759"/>
                  </a:lnTo>
                  <a:lnTo>
                    <a:pt x="46779" y="57721"/>
                  </a:lnTo>
                  <a:lnTo>
                    <a:pt x="67118" y="54683"/>
                  </a:lnTo>
                  <a:lnTo>
                    <a:pt x="71186" y="52405"/>
                  </a:lnTo>
                  <a:lnTo>
                    <a:pt x="69152" y="28860"/>
                  </a:lnTo>
                  <a:lnTo>
                    <a:pt x="77288" y="12911"/>
                  </a:lnTo>
                  <a:lnTo>
                    <a:pt x="83389" y="5316"/>
                  </a:lnTo>
                  <a:lnTo>
                    <a:pt x="91525" y="0"/>
                  </a:lnTo>
                  <a:lnTo>
                    <a:pt x="77288" y="4556"/>
                  </a:lnTo>
                  <a:lnTo>
                    <a:pt x="67118" y="12151"/>
                  </a:lnTo>
                  <a:lnTo>
                    <a:pt x="56949" y="47848"/>
                  </a:lnTo>
                  <a:lnTo>
                    <a:pt x="46779" y="56202"/>
                  </a:lnTo>
                  <a:lnTo>
                    <a:pt x="26440" y="57721"/>
                  </a:lnTo>
                  <a:lnTo>
                    <a:pt x="32542" y="52405"/>
                  </a:lnTo>
                  <a:lnTo>
                    <a:pt x="42711" y="40253"/>
                  </a:lnTo>
                  <a:lnTo>
                    <a:pt x="48813" y="37215"/>
                  </a:lnTo>
                  <a:lnTo>
                    <a:pt x="56949" y="31898"/>
                  </a:lnTo>
                  <a:lnTo>
                    <a:pt x="56949" y="15949"/>
                  </a:lnTo>
                  <a:lnTo>
                    <a:pt x="30508" y="52405"/>
                  </a:lnTo>
                  <a:lnTo>
                    <a:pt x="26440" y="5468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Shape 4963"/>
            <p:cNvSpPr/>
            <p:nvPr/>
          </p:nvSpPr>
          <p:spPr>
            <a:xfrm>
              <a:off x="15432345" y="7074245"/>
              <a:ext cx="9524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000" y="120000"/>
                  </a:moveTo>
                  <a:lnTo>
                    <a:pt x="120000" y="82500"/>
                  </a:lnTo>
                  <a:lnTo>
                    <a:pt x="108000" y="52500"/>
                  </a:lnTo>
                  <a:lnTo>
                    <a:pt x="42000" y="7500"/>
                  </a:lnTo>
                  <a:lnTo>
                    <a:pt x="24000" y="7500"/>
                  </a:lnTo>
                  <a:lnTo>
                    <a:pt x="18000" y="7500"/>
                  </a:lnTo>
                  <a:lnTo>
                    <a:pt x="12000" y="0"/>
                  </a:lnTo>
                  <a:lnTo>
                    <a:pt x="0" y="45000"/>
                  </a:lnTo>
                  <a:lnTo>
                    <a:pt x="18000" y="97500"/>
                  </a:lnTo>
                  <a:lnTo>
                    <a:pt x="54000" y="120000"/>
                  </a:lnTo>
                  <a:lnTo>
                    <a:pt x="9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Shape 4964"/>
            <p:cNvSpPr/>
            <p:nvPr/>
          </p:nvSpPr>
          <p:spPr>
            <a:xfrm>
              <a:off x="15865732" y="6742457"/>
              <a:ext cx="17462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909" y="41052"/>
                  </a:moveTo>
                  <a:lnTo>
                    <a:pt x="80000" y="37894"/>
                  </a:lnTo>
                  <a:lnTo>
                    <a:pt x="32727" y="6315"/>
                  </a:lnTo>
                  <a:lnTo>
                    <a:pt x="14545" y="0"/>
                  </a:lnTo>
                  <a:lnTo>
                    <a:pt x="0" y="9473"/>
                  </a:lnTo>
                  <a:lnTo>
                    <a:pt x="7272" y="28421"/>
                  </a:lnTo>
                  <a:lnTo>
                    <a:pt x="25454" y="41052"/>
                  </a:lnTo>
                  <a:lnTo>
                    <a:pt x="36363" y="53684"/>
                  </a:lnTo>
                  <a:lnTo>
                    <a:pt x="43636" y="56842"/>
                  </a:lnTo>
                  <a:lnTo>
                    <a:pt x="47272" y="56842"/>
                  </a:lnTo>
                  <a:lnTo>
                    <a:pt x="54545" y="53684"/>
                  </a:lnTo>
                  <a:lnTo>
                    <a:pt x="54545" y="47368"/>
                  </a:lnTo>
                  <a:lnTo>
                    <a:pt x="54545" y="37894"/>
                  </a:lnTo>
                  <a:lnTo>
                    <a:pt x="54545" y="34736"/>
                  </a:lnTo>
                  <a:lnTo>
                    <a:pt x="65454" y="34736"/>
                  </a:lnTo>
                  <a:lnTo>
                    <a:pt x="80000" y="91578"/>
                  </a:lnTo>
                  <a:lnTo>
                    <a:pt x="87272" y="107368"/>
                  </a:lnTo>
                  <a:lnTo>
                    <a:pt x="98181" y="120000"/>
                  </a:lnTo>
                  <a:lnTo>
                    <a:pt x="105454" y="116842"/>
                  </a:lnTo>
                  <a:lnTo>
                    <a:pt x="112727" y="101052"/>
                  </a:lnTo>
                  <a:lnTo>
                    <a:pt x="112727" y="88421"/>
                  </a:lnTo>
                  <a:lnTo>
                    <a:pt x="116363" y="82105"/>
                  </a:lnTo>
                  <a:lnTo>
                    <a:pt x="116363" y="78947"/>
                  </a:lnTo>
                  <a:lnTo>
                    <a:pt x="120000" y="72631"/>
                  </a:lnTo>
                  <a:lnTo>
                    <a:pt x="116363" y="63157"/>
                  </a:lnTo>
                  <a:lnTo>
                    <a:pt x="90909" y="4105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Shape 4965"/>
            <p:cNvSpPr/>
            <p:nvPr/>
          </p:nvSpPr>
          <p:spPr>
            <a:xfrm>
              <a:off x="15918120" y="7421907"/>
              <a:ext cx="1587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Shape 4966"/>
            <p:cNvSpPr/>
            <p:nvPr/>
          </p:nvSpPr>
          <p:spPr>
            <a:xfrm>
              <a:off x="15919707" y="7383807"/>
              <a:ext cx="25399" cy="38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500" y="0"/>
                  </a:moveTo>
                  <a:lnTo>
                    <a:pt x="52500" y="24000"/>
                  </a:lnTo>
                  <a:lnTo>
                    <a:pt x="37500" y="34285"/>
                  </a:lnTo>
                  <a:lnTo>
                    <a:pt x="30000" y="42857"/>
                  </a:lnTo>
                  <a:lnTo>
                    <a:pt x="0" y="120000"/>
                  </a:lnTo>
                  <a:lnTo>
                    <a:pt x="7500" y="109714"/>
                  </a:lnTo>
                  <a:lnTo>
                    <a:pt x="15000" y="101142"/>
                  </a:lnTo>
                  <a:lnTo>
                    <a:pt x="25000" y="87428"/>
                  </a:lnTo>
                  <a:lnTo>
                    <a:pt x="30000" y="60000"/>
                  </a:lnTo>
                  <a:lnTo>
                    <a:pt x="37500" y="49714"/>
                  </a:lnTo>
                  <a:lnTo>
                    <a:pt x="50000" y="39428"/>
                  </a:lnTo>
                  <a:lnTo>
                    <a:pt x="62500" y="32571"/>
                  </a:lnTo>
                  <a:lnTo>
                    <a:pt x="80000" y="29142"/>
                  </a:lnTo>
                  <a:lnTo>
                    <a:pt x="82500" y="41142"/>
                  </a:lnTo>
                  <a:lnTo>
                    <a:pt x="80000" y="56571"/>
                  </a:lnTo>
                  <a:lnTo>
                    <a:pt x="72500" y="70285"/>
                  </a:lnTo>
                  <a:lnTo>
                    <a:pt x="62500" y="78857"/>
                  </a:lnTo>
                  <a:lnTo>
                    <a:pt x="77500" y="80571"/>
                  </a:lnTo>
                  <a:lnTo>
                    <a:pt x="90000" y="70285"/>
                  </a:lnTo>
                  <a:lnTo>
                    <a:pt x="102500" y="56571"/>
                  </a:lnTo>
                  <a:lnTo>
                    <a:pt x="102500" y="46285"/>
                  </a:lnTo>
                  <a:lnTo>
                    <a:pt x="100000" y="36000"/>
                  </a:lnTo>
                  <a:lnTo>
                    <a:pt x="105000" y="29142"/>
                  </a:lnTo>
                  <a:lnTo>
                    <a:pt x="120000" y="17142"/>
                  </a:lnTo>
                  <a:lnTo>
                    <a:pt x="120000" y="8571"/>
                  </a:lnTo>
                  <a:lnTo>
                    <a:pt x="120000" y="1714"/>
                  </a:lnTo>
                  <a:lnTo>
                    <a:pt x="1125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Shape 4967"/>
            <p:cNvSpPr/>
            <p:nvPr/>
          </p:nvSpPr>
          <p:spPr>
            <a:xfrm>
              <a:off x="14444920" y="5597869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Shape 4968"/>
            <p:cNvSpPr/>
            <p:nvPr/>
          </p:nvSpPr>
          <p:spPr>
            <a:xfrm>
              <a:off x="14621132" y="8415682"/>
              <a:ext cx="7937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1538" y="0"/>
                  </a:moveTo>
                  <a:lnTo>
                    <a:pt x="92307" y="7058"/>
                  </a:lnTo>
                  <a:lnTo>
                    <a:pt x="18461" y="56470"/>
                  </a:lnTo>
                  <a:lnTo>
                    <a:pt x="9230" y="63529"/>
                  </a:lnTo>
                  <a:lnTo>
                    <a:pt x="0" y="77647"/>
                  </a:lnTo>
                  <a:lnTo>
                    <a:pt x="0" y="84705"/>
                  </a:lnTo>
                  <a:lnTo>
                    <a:pt x="0" y="105882"/>
                  </a:lnTo>
                  <a:lnTo>
                    <a:pt x="9230" y="112941"/>
                  </a:lnTo>
                  <a:lnTo>
                    <a:pt x="27692" y="112941"/>
                  </a:lnTo>
                  <a:lnTo>
                    <a:pt x="36923" y="120000"/>
                  </a:lnTo>
                  <a:lnTo>
                    <a:pt x="55384" y="120000"/>
                  </a:lnTo>
                  <a:lnTo>
                    <a:pt x="73846" y="105882"/>
                  </a:lnTo>
                  <a:lnTo>
                    <a:pt x="101538" y="63529"/>
                  </a:lnTo>
                  <a:lnTo>
                    <a:pt x="120000" y="35294"/>
                  </a:lnTo>
                  <a:lnTo>
                    <a:pt x="110769" y="0"/>
                  </a:lnTo>
                  <a:lnTo>
                    <a:pt x="101538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Shape 4969"/>
            <p:cNvSpPr/>
            <p:nvPr/>
          </p:nvSpPr>
          <p:spPr>
            <a:xfrm>
              <a:off x="14627482" y="8369645"/>
              <a:ext cx="30162" cy="396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4736" y="37894"/>
                  </a:moveTo>
                  <a:lnTo>
                    <a:pt x="101052" y="23684"/>
                  </a:lnTo>
                  <a:lnTo>
                    <a:pt x="107368" y="15789"/>
                  </a:lnTo>
                  <a:lnTo>
                    <a:pt x="115789" y="9473"/>
                  </a:lnTo>
                  <a:lnTo>
                    <a:pt x="119999" y="4736"/>
                  </a:lnTo>
                  <a:lnTo>
                    <a:pt x="117894" y="0"/>
                  </a:lnTo>
                  <a:lnTo>
                    <a:pt x="111578" y="0"/>
                  </a:lnTo>
                  <a:lnTo>
                    <a:pt x="105263" y="3157"/>
                  </a:lnTo>
                  <a:lnTo>
                    <a:pt x="82105" y="15789"/>
                  </a:lnTo>
                  <a:lnTo>
                    <a:pt x="80000" y="15789"/>
                  </a:lnTo>
                  <a:lnTo>
                    <a:pt x="71578" y="15789"/>
                  </a:lnTo>
                  <a:lnTo>
                    <a:pt x="69473" y="18947"/>
                  </a:lnTo>
                  <a:lnTo>
                    <a:pt x="63157" y="20526"/>
                  </a:lnTo>
                  <a:lnTo>
                    <a:pt x="48421" y="31578"/>
                  </a:lnTo>
                  <a:lnTo>
                    <a:pt x="37894" y="42631"/>
                  </a:lnTo>
                  <a:lnTo>
                    <a:pt x="31578" y="52105"/>
                  </a:lnTo>
                  <a:lnTo>
                    <a:pt x="18947" y="78947"/>
                  </a:lnTo>
                  <a:lnTo>
                    <a:pt x="10526" y="88421"/>
                  </a:lnTo>
                  <a:lnTo>
                    <a:pt x="4210" y="101052"/>
                  </a:lnTo>
                  <a:lnTo>
                    <a:pt x="0" y="112105"/>
                  </a:lnTo>
                  <a:lnTo>
                    <a:pt x="0" y="115263"/>
                  </a:lnTo>
                  <a:lnTo>
                    <a:pt x="2105" y="118421"/>
                  </a:lnTo>
                  <a:lnTo>
                    <a:pt x="8421" y="120000"/>
                  </a:lnTo>
                  <a:lnTo>
                    <a:pt x="16842" y="120000"/>
                  </a:lnTo>
                  <a:lnTo>
                    <a:pt x="48421" y="112105"/>
                  </a:lnTo>
                  <a:lnTo>
                    <a:pt x="61052" y="104210"/>
                  </a:lnTo>
                  <a:lnTo>
                    <a:pt x="69473" y="101052"/>
                  </a:lnTo>
                  <a:lnTo>
                    <a:pt x="73684" y="96315"/>
                  </a:lnTo>
                  <a:lnTo>
                    <a:pt x="77894" y="90000"/>
                  </a:lnTo>
                  <a:lnTo>
                    <a:pt x="84210" y="77368"/>
                  </a:lnTo>
                  <a:lnTo>
                    <a:pt x="92631" y="50526"/>
                  </a:lnTo>
                  <a:lnTo>
                    <a:pt x="92631" y="42631"/>
                  </a:lnTo>
                  <a:lnTo>
                    <a:pt x="92631" y="41052"/>
                  </a:lnTo>
                  <a:lnTo>
                    <a:pt x="94736" y="3789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Shape 4970"/>
            <p:cNvSpPr/>
            <p:nvPr/>
          </p:nvSpPr>
          <p:spPr>
            <a:xfrm>
              <a:off x="14129007" y="5764557"/>
              <a:ext cx="25399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3376"/>
                  </a:moveTo>
                  <a:lnTo>
                    <a:pt x="16800" y="34285"/>
                  </a:lnTo>
                  <a:lnTo>
                    <a:pt x="43200" y="45194"/>
                  </a:lnTo>
                  <a:lnTo>
                    <a:pt x="52800" y="49870"/>
                  </a:lnTo>
                  <a:lnTo>
                    <a:pt x="52800" y="54545"/>
                  </a:lnTo>
                  <a:lnTo>
                    <a:pt x="52800" y="57662"/>
                  </a:lnTo>
                  <a:lnTo>
                    <a:pt x="55200" y="67012"/>
                  </a:lnTo>
                  <a:lnTo>
                    <a:pt x="55200" y="71688"/>
                  </a:lnTo>
                  <a:lnTo>
                    <a:pt x="52800" y="74805"/>
                  </a:lnTo>
                  <a:lnTo>
                    <a:pt x="52800" y="76363"/>
                  </a:lnTo>
                  <a:lnTo>
                    <a:pt x="62400" y="87272"/>
                  </a:lnTo>
                  <a:lnTo>
                    <a:pt x="64800" y="88831"/>
                  </a:lnTo>
                  <a:lnTo>
                    <a:pt x="64800" y="96623"/>
                  </a:lnTo>
                  <a:lnTo>
                    <a:pt x="62400" y="109090"/>
                  </a:lnTo>
                  <a:lnTo>
                    <a:pt x="64800" y="113766"/>
                  </a:lnTo>
                  <a:lnTo>
                    <a:pt x="76800" y="120000"/>
                  </a:lnTo>
                  <a:lnTo>
                    <a:pt x="86400" y="116883"/>
                  </a:lnTo>
                  <a:lnTo>
                    <a:pt x="86400" y="107532"/>
                  </a:lnTo>
                  <a:lnTo>
                    <a:pt x="84000" y="96623"/>
                  </a:lnTo>
                  <a:lnTo>
                    <a:pt x="108000" y="104415"/>
                  </a:lnTo>
                  <a:lnTo>
                    <a:pt x="117600" y="105974"/>
                  </a:lnTo>
                  <a:lnTo>
                    <a:pt x="120000" y="98181"/>
                  </a:lnTo>
                  <a:lnTo>
                    <a:pt x="110400" y="90389"/>
                  </a:lnTo>
                  <a:lnTo>
                    <a:pt x="110400" y="81038"/>
                  </a:lnTo>
                  <a:lnTo>
                    <a:pt x="120000" y="70129"/>
                  </a:lnTo>
                  <a:lnTo>
                    <a:pt x="117600" y="65454"/>
                  </a:lnTo>
                  <a:lnTo>
                    <a:pt x="112800" y="56103"/>
                  </a:lnTo>
                  <a:lnTo>
                    <a:pt x="112800" y="51428"/>
                  </a:lnTo>
                  <a:lnTo>
                    <a:pt x="112800" y="48311"/>
                  </a:lnTo>
                  <a:lnTo>
                    <a:pt x="117600" y="43636"/>
                  </a:lnTo>
                  <a:lnTo>
                    <a:pt x="120000" y="42077"/>
                  </a:lnTo>
                  <a:lnTo>
                    <a:pt x="110400" y="34285"/>
                  </a:lnTo>
                  <a:lnTo>
                    <a:pt x="100800" y="35844"/>
                  </a:lnTo>
                  <a:lnTo>
                    <a:pt x="93600" y="40519"/>
                  </a:lnTo>
                  <a:lnTo>
                    <a:pt x="86400" y="38961"/>
                  </a:lnTo>
                  <a:lnTo>
                    <a:pt x="81600" y="29610"/>
                  </a:lnTo>
                  <a:lnTo>
                    <a:pt x="69600" y="4675"/>
                  </a:lnTo>
                  <a:lnTo>
                    <a:pt x="67200" y="7792"/>
                  </a:lnTo>
                  <a:lnTo>
                    <a:pt x="60000" y="0"/>
                  </a:lnTo>
                  <a:lnTo>
                    <a:pt x="43200" y="1558"/>
                  </a:lnTo>
                  <a:lnTo>
                    <a:pt x="19200" y="10909"/>
                  </a:lnTo>
                  <a:lnTo>
                    <a:pt x="16800" y="15584"/>
                  </a:lnTo>
                  <a:lnTo>
                    <a:pt x="4800" y="17142"/>
                  </a:lnTo>
                  <a:lnTo>
                    <a:pt x="0" y="2337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Shape 4971"/>
            <p:cNvSpPr/>
            <p:nvPr/>
          </p:nvSpPr>
          <p:spPr>
            <a:xfrm>
              <a:off x="14621132" y="8363295"/>
              <a:ext cx="52388" cy="730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12" y="118260"/>
                  </a:moveTo>
                  <a:lnTo>
                    <a:pt x="2424" y="118260"/>
                  </a:lnTo>
                  <a:lnTo>
                    <a:pt x="2424" y="118260"/>
                  </a:lnTo>
                  <a:lnTo>
                    <a:pt x="7272" y="120000"/>
                  </a:lnTo>
                  <a:lnTo>
                    <a:pt x="8484" y="120000"/>
                  </a:lnTo>
                  <a:lnTo>
                    <a:pt x="10909" y="118260"/>
                  </a:lnTo>
                  <a:lnTo>
                    <a:pt x="15757" y="118260"/>
                  </a:lnTo>
                  <a:lnTo>
                    <a:pt x="35151" y="106956"/>
                  </a:lnTo>
                  <a:lnTo>
                    <a:pt x="44848" y="100000"/>
                  </a:lnTo>
                  <a:lnTo>
                    <a:pt x="47272" y="98260"/>
                  </a:lnTo>
                  <a:lnTo>
                    <a:pt x="48484" y="96521"/>
                  </a:lnTo>
                  <a:lnTo>
                    <a:pt x="71515" y="92173"/>
                  </a:lnTo>
                  <a:lnTo>
                    <a:pt x="103030" y="92173"/>
                  </a:lnTo>
                  <a:lnTo>
                    <a:pt x="106666" y="92173"/>
                  </a:lnTo>
                  <a:lnTo>
                    <a:pt x="109090" y="90434"/>
                  </a:lnTo>
                  <a:lnTo>
                    <a:pt x="110303" y="87826"/>
                  </a:lnTo>
                  <a:lnTo>
                    <a:pt x="111515" y="86956"/>
                  </a:lnTo>
                  <a:lnTo>
                    <a:pt x="111515" y="82608"/>
                  </a:lnTo>
                  <a:lnTo>
                    <a:pt x="113939" y="81739"/>
                  </a:lnTo>
                  <a:lnTo>
                    <a:pt x="113939" y="80869"/>
                  </a:lnTo>
                  <a:lnTo>
                    <a:pt x="118787" y="76521"/>
                  </a:lnTo>
                  <a:lnTo>
                    <a:pt x="118787" y="75652"/>
                  </a:lnTo>
                  <a:lnTo>
                    <a:pt x="119999" y="74782"/>
                  </a:lnTo>
                  <a:lnTo>
                    <a:pt x="119999" y="73043"/>
                  </a:lnTo>
                  <a:lnTo>
                    <a:pt x="118787" y="72173"/>
                  </a:lnTo>
                  <a:lnTo>
                    <a:pt x="113939" y="61739"/>
                  </a:lnTo>
                  <a:lnTo>
                    <a:pt x="111515" y="58260"/>
                  </a:lnTo>
                  <a:lnTo>
                    <a:pt x="110303" y="53913"/>
                  </a:lnTo>
                  <a:lnTo>
                    <a:pt x="109090" y="51304"/>
                  </a:lnTo>
                  <a:lnTo>
                    <a:pt x="109090" y="48695"/>
                  </a:lnTo>
                  <a:lnTo>
                    <a:pt x="110303" y="44347"/>
                  </a:lnTo>
                  <a:lnTo>
                    <a:pt x="113939" y="38260"/>
                  </a:lnTo>
                  <a:lnTo>
                    <a:pt x="113939" y="35652"/>
                  </a:lnTo>
                  <a:lnTo>
                    <a:pt x="113939" y="33043"/>
                  </a:lnTo>
                  <a:lnTo>
                    <a:pt x="110303" y="27826"/>
                  </a:lnTo>
                  <a:lnTo>
                    <a:pt x="109090" y="10434"/>
                  </a:lnTo>
                  <a:lnTo>
                    <a:pt x="107878" y="7826"/>
                  </a:lnTo>
                  <a:lnTo>
                    <a:pt x="107878" y="1739"/>
                  </a:lnTo>
                  <a:lnTo>
                    <a:pt x="106666" y="0"/>
                  </a:lnTo>
                  <a:lnTo>
                    <a:pt x="104242" y="0"/>
                  </a:lnTo>
                  <a:lnTo>
                    <a:pt x="98181" y="3478"/>
                  </a:lnTo>
                  <a:lnTo>
                    <a:pt x="96969" y="4347"/>
                  </a:lnTo>
                  <a:lnTo>
                    <a:pt x="94545" y="6086"/>
                  </a:lnTo>
                  <a:lnTo>
                    <a:pt x="93333" y="7826"/>
                  </a:lnTo>
                  <a:lnTo>
                    <a:pt x="90909" y="13043"/>
                  </a:lnTo>
                  <a:lnTo>
                    <a:pt x="76363" y="30434"/>
                  </a:lnTo>
                  <a:lnTo>
                    <a:pt x="73939" y="33043"/>
                  </a:lnTo>
                  <a:lnTo>
                    <a:pt x="73939" y="35652"/>
                  </a:lnTo>
                  <a:lnTo>
                    <a:pt x="72727" y="43478"/>
                  </a:lnTo>
                  <a:lnTo>
                    <a:pt x="71515" y="46956"/>
                  </a:lnTo>
                  <a:lnTo>
                    <a:pt x="70303" y="55652"/>
                  </a:lnTo>
                  <a:lnTo>
                    <a:pt x="64242" y="63478"/>
                  </a:lnTo>
                  <a:lnTo>
                    <a:pt x="60606" y="68695"/>
                  </a:lnTo>
                  <a:lnTo>
                    <a:pt x="48484" y="77391"/>
                  </a:lnTo>
                  <a:lnTo>
                    <a:pt x="44848" y="78260"/>
                  </a:lnTo>
                  <a:lnTo>
                    <a:pt x="43636" y="79130"/>
                  </a:lnTo>
                  <a:lnTo>
                    <a:pt x="40000" y="79130"/>
                  </a:lnTo>
                  <a:lnTo>
                    <a:pt x="37575" y="80869"/>
                  </a:lnTo>
                  <a:lnTo>
                    <a:pt x="32727" y="82608"/>
                  </a:lnTo>
                  <a:lnTo>
                    <a:pt x="26666" y="84347"/>
                  </a:lnTo>
                  <a:lnTo>
                    <a:pt x="25454" y="85217"/>
                  </a:lnTo>
                  <a:lnTo>
                    <a:pt x="24242" y="86086"/>
                  </a:lnTo>
                  <a:lnTo>
                    <a:pt x="23030" y="93913"/>
                  </a:lnTo>
                  <a:lnTo>
                    <a:pt x="21818" y="94782"/>
                  </a:lnTo>
                  <a:lnTo>
                    <a:pt x="16969" y="100000"/>
                  </a:lnTo>
                  <a:lnTo>
                    <a:pt x="2424" y="113913"/>
                  </a:lnTo>
                  <a:lnTo>
                    <a:pt x="0" y="116521"/>
                  </a:lnTo>
                  <a:lnTo>
                    <a:pt x="1212" y="117391"/>
                  </a:lnTo>
                  <a:lnTo>
                    <a:pt x="1212" y="11826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Shape 4972"/>
            <p:cNvSpPr/>
            <p:nvPr/>
          </p:nvSpPr>
          <p:spPr>
            <a:xfrm>
              <a:off x="14879895" y="8002932"/>
              <a:ext cx="28575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1111" y="107142"/>
                  </a:moveTo>
                  <a:lnTo>
                    <a:pt x="80000" y="81428"/>
                  </a:lnTo>
                  <a:lnTo>
                    <a:pt x="102222" y="55714"/>
                  </a:lnTo>
                  <a:lnTo>
                    <a:pt x="108888" y="51428"/>
                  </a:lnTo>
                  <a:lnTo>
                    <a:pt x="113333" y="44285"/>
                  </a:lnTo>
                  <a:lnTo>
                    <a:pt x="117777" y="21428"/>
                  </a:lnTo>
                  <a:lnTo>
                    <a:pt x="120000" y="12857"/>
                  </a:lnTo>
                  <a:lnTo>
                    <a:pt x="120000" y="5714"/>
                  </a:lnTo>
                  <a:lnTo>
                    <a:pt x="113333" y="1428"/>
                  </a:lnTo>
                  <a:lnTo>
                    <a:pt x="104444" y="0"/>
                  </a:lnTo>
                  <a:lnTo>
                    <a:pt x="95555" y="0"/>
                  </a:lnTo>
                  <a:lnTo>
                    <a:pt x="77777" y="8571"/>
                  </a:lnTo>
                  <a:lnTo>
                    <a:pt x="62222" y="25714"/>
                  </a:lnTo>
                  <a:lnTo>
                    <a:pt x="46666" y="58571"/>
                  </a:lnTo>
                  <a:lnTo>
                    <a:pt x="11111" y="92857"/>
                  </a:lnTo>
                  <a:lnTo>
                    <a:pt x="0" y="111428"/>
                  </a:lnTo>
                  <a:lnTo>
                    <a:pt x="11111" y="120000"/>
                  </a:lnTo>
                  <a:lnTo>
                    <a:pt x="31111" y="114285"/>
                  </a:lnTo>
                  <a:lnTo>
                    <a:pt x="51111" y="107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Shape 4973"/>
            <p:cNvSpPr/>
            <p:nvPr/>
          </p:nvSpPr>
          <p:spPr>
            <a:xfrm>
              <a:off x="14622720" y="8437907"/>
              <a:ext cx="17462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58" y="63529"/>
                  </a:moveTo>
                  <a:lnTo>
                    <a:pt x="17647" y="84705"/>
                  </a:lnTo>
                  <a:lnTo>
                    <a:pt x="31764" y="105882"/>
                  </a:lnTo>
                  <a:lnTo>
                    <a:pt x="38823" y="120000"/>
                  </a:lnTo>
                  <a:lnTo>
                    <a:pt x="42352" y="120000"/>
                  </a:lnTo>
                  <a:lnTo>
                    <a:pt x="49411" y="120000"/>
                  </a:lnTo>
                  <a:lnTo>
                    <a:pt x="60000" y="120000"/>
                  </a:lnTo>
                  <a:lnTo>
                    <a:pt x="74117" y="112941"/>
                  </a:lnTo>
                  <a:lnTo>
                    <a:pt x="84705" y="105882"/>
                  </a:lnTo>
                  <a:lnTo>
                    <a:pt x="88235" y="98823"/>
                  </a:lnTo>
                  <a:lnTo>
                    <a:pt x="102352" y="56470"/>
                  </a:lnTo>
                  <a:lnTo>
                    <a:pt x="105882" y="49411"/>
                  </a:lnTo>
                  <a:lnTo>
                    <a:pt x="120000" y="42352"/>
                  </a:lnTo>
                  <a:lnTo>
                    <a:pt x="116470" y="35294"/>
                  </a:lnTo>
                  <a:lnTo>
                    <a:pt x="116470" y="21176"/>
                  </a:lnTo>
                  <a:lnTo>
                    <a:pt x="109411" y="28235"/>
                  </a:lnTo>
                  <a:lnTo>
                    <a:pt x="98823" y="21176"/>
                  </a:lnTo>
                  <a:lnTo>
                    <a:pt x="88235" y="21176"/>
                  </a:lnTo>
                  <a:lnTo>
                    <a:pt x="77647" y="21176"/>
                  </a:lnTo>
                  <a:lnTo>
                    <a:pt x="70588" y="14117"/>
                  </a:lnTo>
                  <a:lnTo>
                    <a:pt x="67058" y="0"/>
                  </a:lnTo>
                  <a:lnTo>
                    <a:pt x="56470" y="0"/>
                  </a:lnTo>
                  <a:lnTo>
                    <a:pt x="3529" y="28235"/>
                  </a:lnTo>
                  <a:lnTo>
                    <a:pt x="3529" y="28235"/>
                  </a:lnTo>
                  <a:lnTo>
                    <a:pt x="0" y="28235"/>
                  </a:lnTo>
                  <a:lnTo>
                    <a:pt x="0" y="35294"/>
                  </a:lnTo>
                  <a:lnTo>
                    <a:pt x="0" y="49411"/>
                  </a:lnTo>
                  <a:lnTo>
                    <a:pt x="7058" y="6352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Shape 4974"/>
            <p:cNvSpPr/>
            <p:nvPr/>
          </p:nvSpPr>
          <p:spPr>
            <a:xfrm>
              <a:off x="15402182" y="7110757"/>
              <a:ext cx="371474" cy="968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317" y="46557"/>
                  </a:moveTo>
                  <a:lnTo>
                    <a:pt x="119317" y="43278"/>
                  </a:lnTo>
                  <a:lnTo>
                    <a:pt x="119317" y="41311"/>
                  </a:lnTo>
                  <a:lnTo>
                    <a:pt x="119829" y="37377"/>
                  </a:lnTo>
                  <a:lnTo>
                    <a:pt x="120000" y="34754"/>
                  </a:lnTo>
                  <a:lnTo>
                    <a:pt x="118634" y="33442"/>
                  </a:lnTo>
                  <a:lnTo>
                    <a:pt x="117268" y="30819"/>
                  </a:lnTo>
                  <a:lnTo>
                    <a:pt x="115220" y="25573"/>
                  </a:lnTo>
                  <a:lnTo>
                    <a:pt x="114366" y="22950"/>
                  </a:lnTo>
                  <a:lnTo>
                    <a:pt x="113342" y="22950"/>
                  </a:lnTo>
                  <a:lnTo>
                    <a:pt x="112830" y="22295"/>
                  </a:lnTo>
                  <a:lnTo>
                    <a:pt x="112660" y="21639"/>
                  </a:lnTo>
                  <a:lnTo>
                    <a:pt x="111977" y="19016"/>
                  </a:lnTo>
                  <a:lnTo>
                    <a:pt x="111806" y="17049"/>
                  </a:lnTo>
                  <a:lnTo>
                    <a:pt x="110270" y="16393"/>
                  </a:lnTo>
                  <a:lnTo>
                    <a:pt x="109928" y="15737"/>
                  </a:lnTo>
                  <a:lnTo>
                    <a:pt x="109758" y="12459"/>
                  </a:lnTo>
                  <a:lnTo>
                    <a:pt x="107197" y="9180"/>
                  </a:lnTo>
                  <a:lnTo>
                    <a:pt x="106002" y="7213"/>
                  </a:lnTo>
                  <a:lnTo>
                    <a:pt x="105320" y="8524"/>
                  </a:lnTo>
                  <a:lnTo>
                    <a:pt x="104125" y="12459"/>
                  </a:lnTo>
                  <a:lnTo>
                    <a:pt x="103783" y="12459"/>
                  </a:lnTo>
                  <a:lnTo>
                    <a:pt x="102588" y="10491"/>
                  </a:lnTo>
                  <a:lnTo>
                    <a:pt x="100881" y="9180"/>
                  </a:lnTo>
                  <a:lnTo>
                    <a:pt x="100369" y="9180"/>
                  </a:lnTo>
                  <a:lnTo>
                    <a:pt x="96102" y="15737"/>
                  </a:lnTo>
                  <a:lnTo>
                    <a:pt x="94224" y="16393"/>
                  </a:lnTo>
                  <a:lnTo>
                    <a:pt x="93712" y="17049"/>
                  </a:lnTo>
                  <a:lnTo>
                    <a:pt x="93200" y="17049"/>
                  </a:lnTo>
                  <a:lnTo>
                    <a:pt x="92688" y="16393"/>
                  </a:lnTo>
                  <a:lnTo>
                    <a:pt x="92176" y="15737"/>
                  </a:lnTo>
                  <a:lnTo>
                    <a:pt x="92005" y="15081"/>
                  </a:lnTo>
                  <a:lnTo>
                    <a:pt x="90298" y="11147"/>
                  </a:lnTo>
                  <a:lnTo>
                    <a:pt x="89786" y="10491"/>
                  </a:lnTo>
                  <a:lnTo>
                    <a:pt x="89103" y="10491"/>
                  </a:lnTo>
                  <a:lnTo>
                    <a:pt x="88250" y="12459"/>
                  </a:lnTo>
                  <a:lnTo>
                    <a:pt x="87738" y="12459"/>
                  </a:lnTo>
                  <a:lnTo>
                    <a:pt x="86372" y="10491"/>
                  </a:lnTo>
                  <a:lnTo>
                    <a:pt x="85689" y="10491"/>
                  </a:lnTo>
                  <a:lnTo>
                    <a:pt x="85177" y="13114"/>
                  </a:lnTo>
                  <a:lnTo>
                    <a:pt x="84665" y="13770"/>
                  </a:lnTo>
                  <a:lnTo>
                    <a:pt x="83982" y="13770"/>
                  </a:lnTo>
                  <a:lnTo>
                    <a:pt x="81422" y="8524"/>
                  </a:lnTo>
                  <a:lnTo>
                    <a:pt x="81422" y="7868"/>
                  </a:lnTo>
                  <a:lnTo>
                    <a:pt x="80739" y="5901"/>
                  </a:lnTo>
                  <a:lnTo>
                    <a:pt x="80568" y="3934"/>
                  </a:lnTo>
                  <a:lnTo>
                    <a:pt x="80398" y="3934"/>
                  </a:lnTo>
                  <a:lnTo>
                    <a:pt x="79715" y="4590"/>
                  </a:lnTo>
                  <a:lnTo>
                    <a:pt x="79544" y="4590"/>
                  </a:lnTo>
                  <a:lnTo>
                    <a:pt x="77325" y="1311"/>
                  </a:lnTo>
                  <a:lnTo>
                    <a:pt x="76301" y="0"/>
                  </a:lnTo>
                  <a:lnTo>
                    <a:pt x="73911" y="1967"/>
                  </a:lnTo>
                  <a:lnTo>
                    <a:pt x="72887" y="2622"/>
                  </a:lnTo>
                  <a:lnTo>
                    <a:pt x="69302" y="655"/>
                  </a:lnTo>
                  <a:lnTo>
                    <a:pt x="68620" y="655"/>
                  </a:lnTo>
                  <a:lnTo>
                    <a:pt x="67596" y="1311"/>
                  </a:lnTo>
                  <a:lnTo>
                    <a:pt x="66742" y="2622"/>
                  </a:lnTo>
                  <a:lnTo>
                    <a:pt x="65889" y="3278"/>
                  </a:lnTo>
                  <a:lnTo>
                    <a:pt x="62816" y="1967"/>
                  </a:lnTo>
                  <a:lnTo>
                    <a:pt x="61109" y="4590"/>
                  </a:lnTo>
                  <a:lnTo>
                    <a:pt x="60426" y="4590"/>
                  </a:lnTo>
                  <a:lnTo>
                    <a:pt x="58549" y="1311"/>
                  </a:lnTo>
                  <a:lnTo>
                    <a:pt x="57354" y="655"/>
                  </a:lnTo>
                  <a:lnTo>
                    <a:pt x="54110" y="3278"/>
                  </a:lnTo>
                  <a:lnTo>
                    <a:pt x="50526" y="2622"/>
                  </a:lnTo>
                  <a:lnTo>
                    <a:pt x="47453" y="7213"/>
                  </a:lnTo>
                  <a:lnTo>
                    <a:pt x="40455" y="10491"/>
                  </a:lnTo>
                  <a:lnTo>
                    <a:pt x="35334" y="16393"/>
                  </a:lnTo>
                  <a:lnTo>
                    <a:pt x="31920" y="21639"/>
                  </a:lnTo>
                  <a:lnTo>
                    <a:pt x="28335" y="24262"/>
                  </a:lnTo>
                  <a:lnTo>
                    <a:pt x="18947" y="34754"/>
                  </a:lnTo>
                  <a:lnTo>
                    <a:pt x="16728" y="34098"/>
                  </a:lnTo>
                  <a:lnTo>
                    <a:pt x="16386" y="34098"/>
                  </a:lnTo>
                  <a:lnTo>
                    <a:pt x="15362" y="35409"/>
                  </a:lnTo>
                  <a:lnTo>
                    <a:pt x="10924" y="36065"/>
                  </a:lnTo>
                  <a:lnTo>
                    <a:pt x="8022" y="41311"/>
                  </a:lnTo>
                  <a:lnTo>
                    <a:pt x="7510" y="42622"/>
                  </a:lnTo>
                  <a:lnTo>
                    <a:pt x="7510" y="44590"/>
                  </a:lnTo>
                  <a:lnTo>
                    <a:pt x="7169" y="46557"/>
                  </a:lnTo>
                  <a:lnTo>
                    <a:pt x="6998" y="48524"/>
                  </a:lnTo>
                  <a:lnTo>
                    <a:pt x="6657" y="49836"/>
                  </a:lnTo>
                  <a:lnTo>
                    <a:pt x="5803" y="51147"/>
                  </a:lnTo>
                  <a:lnTo>
                    <a:pt x="3926" y="55737"/>
                  </a:lnTo>
                  <a:lnTo>
                    <a:pt x="1024" y="66229"/>
                  </a:lnTo>
                  <a:lnTo>
                    <a:pt x="0" y="73442"/>
                  </a:lnTo>
                  <a:lnTo>
                    <a:pt x="0" y="79344"/>
                  </a:lnTo>
                  <a:lnTo>
                    <a:pt x="853" y="80655"/>
                  </a:lnTo>
                  <a:lnTo>
                    <a:pt x="1877" y="80000"/>
                  </a:lnTo>
                  <a:lnTo>
                    <a:pt x="2731" y="81967"/>
                  </a:lnTo>
                  <a:lnTo>
                    <a:pt x="3413" y="85245"/>
                  </a:lnTo>
                  <a:lnTo>
                    <a:pt x="4779" y="86557"/>
                  </a:lnTo>
                  <a:lnTo>
                    <a:pt x="5974" y="87213"/>
                  </a:lnTo>
                  <a:lnTo>
                    <a:pt x="6827" y="85901"/>
                  </a:lnTo>
                  <a:lnTo>
                    <a:pt x="5803" y="81311"/>
                  </a:lnTo>
                  <a:lnTo>
                    <a:pt x="6315" y="79344"/>
                  </a:lnTo>
                  <a:lnTo>
                    <a:pt x="7681" y="79344"/>
                  </a:lnTo>
                  <a:lnTo>
                    <a:pt x="8876" y="82622"/>
                  </a:lnTo>
                  <a:lnTo>
                    <a:pt x="9900" y="84590"/>
                  </a:lnTo>
                  <a:lnTo>
                    <a:pt x="15192" y="84590"/>
                  </a:lnTo>
                  <a:lnTo>
                    <a:pt x="20142" y="81967"/>
                  </a:lnTo>
                  <a:lnTo>
                    <a:pt x="25945" y="81311"/>
                  </a:lnTo>
                  <a:lnTo>
                    <a:pt x="33627" y="86557"/>
                  </a:lnTo>
                  <a:lnTo>
                    <a:pt x="38406" y="93770"/>
                  </a:lnTo>
                  <a:lnTo>
                    <a:pt x="40455" y="97704"/>
                  </a:lnTo>
                  <a:lnTo>
                    <a:pt x="41479" y="99672"/>
                  </a:lnTo>
                  <a:lnTo>
                    <a:pt x="41991" y="101639"/>
                  </a:lnTo>
                  <a:lnTo>
                    <a:pt x="42844" y="105573"/>
                  </a:lnTo>
                  <a:lnTo>
                    <a:pt x="43357" y="109508"/>
                  </a:lnTo>
                  <a:lnTo>
                    <a:pt x="44039" y="112131"/>
                  </a:lnTo>
                  <a:lnTo>
                    <a:pt x="45064" y="113442"/>
                  </a:lnTo>
                  <a:lnTo>
                    <a:pt x="46088" y="116065"/>
                  </a:lnTo>
                  <a:lnTo>
                    <a:pt x="45746" y="120000"/>
                  </a:lnTo>
                  <a:lnTo>
                    <a:pt x="51209" y="118032"/>
                  </a:lnTo>
                  <a:lnTo>
                    <a:pt x="53428" y="114754"/>
                  </a:lnTo>
                  <a:lnTo>
                    <a:pt x="54110" y="114754"/>
                  </a:lnTo>
                  <a:lnTo>
                    <a:pt x="55135" y="116065"/>
                  </a:lnTo>
                  <a:lnTo>
                    <a:pt x="56671" y="116721"/>
                  </a:lnTo>
                  <a:lnTo>
                    <a:pt x="58890" y="114754"/>
                  </a:lnTo>
                  <a:lnTo>
                    <a:pt x="62304" y="119344"/>
                  </a:lnTo>
                  <a:lnTo>
                    <a:pt x="64182" y="118032"/>
                  </a:lnTo>
                  <a:lnTo>
                    <a:pt x="67596" y="119344"/>
                  </a:lnTo>
                  <a:lnTo>
                    <a:pt x="75960" y="112786"/>
                  </a:lnTo>
                  <a:lnTo>
                    <a:pt x="84665" y="108196"/>
                  </a:lnTo>
                  <a:lnTo>
                    <a:pt x="90810" y="98360"/>
                  </a:lnTo>
                  <a:lnTo>
                    <a:pt x="94907" y="97704"/>
                  </a:lnTo>
                  <a:lnTo>
                    <a:pt x="97638" y="94426"/>
                  </a:lnTo>
                  <a:lnTo>
                    <a:pt x="98662" y="95081"/>
                  </a:lnTo>
                  <a:lnTo>
                    <a:pt x="99857" y="97049"/>
                  </a:lnTo>
                  <a:lnTo>
                    <a:pt x="100881" y="95737"/>
                  </a:lnTo>
                  <a:lnTo>
                    <a:pt x="102076" y="95081"/>
                  </a:lnTo>
                  <a:lnTo>
                    <a:pt x="105661" y="83934"/>
                  </a:lnTo>
                  <a:lnTo>
                    <a:pt x="108733" y="79344"/>
                  </a:lnTo>
                  <a:lnTo>
                    <a:pt x="114196" y="65573"/>
                  </a:lnTo>
                  <a:lnTo>
                    <a:pt x="114879" y="64262"/>
                  </a:lnTo>
                  <a:lnTo>
                    <a:pt x="116756" y="64262"/>
                  </a:lnTo>
                  <a:lnTo>
                    <a:pt x="117098" y="62950"/>
                  </a:lnTo>
                  <a:lnTo>
                    <a:pt x="118293" y="53114"/>
                  </a:lnTo>
                  <a:lnTo>
                    <a:pt x="118634" y="52459"/>
                  </a:lnTo>
                  <a:lnTo>
                    <a:pt x="119146" y="51147"/>
                  </a:lnTo>
                  <a:lnTo>
                    <a:pt x="120000" y="49180"/>
                  </a:lnTo>
                  <a:lnTo>
                    <a:pt x="119829" y="47868"/>
                  </a:lnTo>
                  <a:lnTo>
                    <a:pt x="119317" y="465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Shape 4975"/>
            <p:cNvSpPr/>
            <p:nvPr/>
          </p:nvSpPr>
          <p:spPr>
            <a:xfrm>
              <a:off x="14606845" y="8452195"/>
              <a:ext cx="28575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444" y="22978"/>
                  </a:moveTo>
                  <a:lnTo>
                    <a:pt x="82222" y="28085"/>
                  </a:lnTo>
                  <a:lnTo>
                    <a:pt x="80000" y="35744"/>
                  </a:lnTo>
                  <a:lnTo>
                    <a:pt x="64444" y="48510"/>
                  </a:lnTo>
                  <a:lnTo>
                    <a:pt x="60000" y="51063"/>
                  </a:lnTo>
                  <a:lnTo>
                    <a:pt x="17777" y="66382"/>
                  </a:lnTo>
                  <a:lnTo>
                    <a:pt x="15555" y="68936"/>
                  </a:lnTo>
                  <a:lnTo>
                    <a:pt x="8888" y="74042"/>
                  </a:lnTo>
                  <a:lnTo>
                    <a:pt x="2222" y="81702"/>
                  </a:lnTo>
                  <a:lnTo>
                    <a:pt x="0" y="91914"/>
                  </a:lnTo>
                  <a:lnTo>
                    <a:pt x="0" y="99574"/>
                  </a:lnTo>
                  <a:lnTo>
                    <a:pt x="6666" y="107234"/>
                  </a:lnTo>
                  <a:lnTo>
                    <a:pt x="11111" y="117446"/>
                  </a:lnTo>
                  <a:lnTo>
                    <a:pt x="15555" y="120000"/>
                  </a:lnTo>
                  <a:lnTo>
                    <a:pt x="17777" y="120000"/>
                  </a:lnTo>
                  <a:lnTo>
                    <a:pt x="22222" y="120000"/>
                  </a:lnTo>
                  <a:lnTo>
                    <a:pt x="53333" y="104680"/>
                  </a:lnTo>
                  <a:lnTo>
                    <a:pt x="68888" y="94468"/>
                  </a:lnTo>
                  <a:lnTo>
                    <a:pt x="77777" y="86808"/>
                  </a:lnTo>
                  <a:lnTo>
                    <a:pt x="88888" y="76595"/>
                  </a:lnTo>
                  <a:lnTo>
                    <a:pt x="95555" y="71489"/>
                  </a:lnTo>
                  <a:lnTo>
                    <a:pt x="100000" y="66382"/>
                  </a:lnTo>
                  <a:lnTo>
                    <a:pt x="104444" y="51063"/>
                  </a:lnTo>
                  <a:lnTo>
                    <a:pt x="111111" y="35744"/>
                  </a:lnTo>
                  <a:lnTo>
                    <a:pt x="113333" y="25531"/>
                  </a:lnTo>
                  <a:lnTo>
                    <a:pt x="117777" y="22978"/>
                  </a:lnTo>
                  <a:lnTo>
                    <a:pt x="117777" y="17872"/>
                  </a:lnTo>
                  <a:lnTo>
                    <a:pt x="120000" y="12765"/>
                  </a:lnTo>
                  <a:lnTo>
                    <a:pt x="120000" y="5106"/>
                  </a:lnTo>
                  <a:lnTo>
                    <a:pt x="117777" y="0"/>
                  </a:lnTo>
                  <a:lnTo>
                    <a:pt x="86666" y="20425"/>
                  </a:lnTo>
                  <a:lnTo>
                    <a:pt x="84444" y="2297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Shape 4976"/>
            <p:cNvSpPr/>
            <p:nvPr/>
          </p:nvSpPr>
          <p:spPr>
            <a:xfrm>
              <a:off x="14925932" y="7907682"/>
              <a:ext cx="11113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4000" y="119999"/>
                  </a:moveTo>
                  <a:lnTo>
                    <a:pt x="42000" y="115714"/>
                  </a:lnTo>
                  <a:lnTo>
                    <a:pt x="72000" y="102857"/>
                  </a:lnTo>
                  <a:lnTo>
                    <a:pt x="84000" y="81428"/>
                  </a:lnTo>
                  <a:lnTo>
                    <a:pt x="120000" y="12857"/>
                  </a:lnTo>
                  <a:lnTo>
                    <a:pt x="120000" y="0"/>
                  </a:lnTo>
                  <a:lnTo>
                    <a:pt x="96000" y="4285"/>
                  </a:lnTo>
                  <a:lnTo>
                    <a:pt x="60000" y="17142"/>
                  </a:lnTo>
                  <a:lnTo>
                    <a:pt x="30000" y="34285"/>
                  </a:lnTo>
                  <a:lnTo>
                    <a:pt x="12000" y="51428"/>
                  </a:lnTo>
                  <a:lnTo>
                    <a:pt x="0" y="72857"/>
                  </a:lnTo>
                  <a:lnTo>
                    <a:pt x="0" y="85714"/>
                  </a:lnTo>
                  <a:lnTo>
                    <a:pt x="0" y="98571"/>
                  </a:lnTo>
                  <a:lnTo>
                    <a:pt x="12000" y="115714"/>
                  </a:lnTo>
                  <a:lnTo>
                    <a:pt x="24000" y="11999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Shape 4977"/>
            <p:cNvSpPr/>
            <p:nvPr/>
          </p:nvSpPr>
          <p:spPr>
            <a:xfrm>
              <a:off x="13594020" y="7523507"/>
              <a:ext cx="42862" cy="936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90" y="30171"/>
                  </a:moveTo>
                  <a:lnTo>
                    <a:pt x="8780" y="34285"/>
                  </a:lnTo>
                  <a:lnTo>
                    <a:pt x="11707" y="37028"/>
                  </a:lnTo>
                  <a:lnTo>
                    <a:pt x="19024" y="43200"/>
                  </a:lnTo>
                  <a:lnTo>
                    <a:pt x="19024" y="51428"/>
                  </a:lnTo>
                  <a:lnTo>
                    <a:pt x="13170" y="64457"/>
                  </a:lnTo>
                  <a:lnTo>
                    <a:pt x="13170" y="74742"/>
                  </a:lnTo>
                  <a:lnTo>
                    <a:pt x="20487" y="82971"/>
                  </a:lnTo>
                  <a:lnTo>
                    <a:pt x="30731" y="91200"/>
                  </a:lnTo>
                  <a:lnTo>
                    <a:pt x="42439" y="98057"/>
                  </a:lnTo>
                  <a:lnTo>
                    <a:pt x="57073" y="104228"/>
                  </a:lnTo>
                  <a:lnTo>
                    <a:pt x="106829" y="115199"/>
                  </a:lnTo>
                  <a:lnTo>
                    <a:pt x="114146" y="117942"/>
                  </a:lnTo>
                  <a:lnTo>
                    <a:pt x="120000" y="119999"/>
                  </a:lnTo>
                  <a:lnTo>
                    <a:pt x="109756" y="105599"/>
                  </a:lnTo>
                  <a:lnTo>
                    <a:pt x="93658" y="78857"/>
                  </a:lnTo>
                  <a:lnTo>
                    <a:pt x="77560" y="51428"/>
                  </a:lnTo>
                  <a:lnTo>
                    <a:pt x="62926" y="24000"/>
                  </a:lnTo>
                  <a:lnTo>
                    <a:pt x="45365" y="0"/>
                  </a:lnTo>
                  <a:lnTo>
                    <a:pt x="43902" y="1371"/>
                  </a:lnTo>
                  <a:lnTo>
                    <a:pt x="26341" y="5485"/>
                  </a:lnTo>
                  <a:lnTo>
                    <a:pt x="23414" y="7542"/>
                  </a:lnTo>
                  <a:lnTo>
                    <a:pt x="19024" y="14399"/>
                  </a:lnTo>
                  <a:lnTo>
                    <a:pt x="13170" y="16457"/>
                  </a:lnTo>
                  <a:lnTo>
                    <a:pt x="1463" y="22628"/>
                  </a:lnTo>
                  <a:lnTo>
                    <a:pt x="0" y="23314"/>
                  </a:lnTo>
                  <a:lnTo>
                    <a:pt x="1463" y="26742"/>
                  </a:lnTo>
                  <a:lnTo>
                    <a:pt x="4390" y="301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Shape 4978"/>
            <p:cNvSpPr/>
            <p:nvPr/>
          </p:nvSpPr>
          <p:spPr>
            <a:xfrm>
              <a:off x="13594020" y="7523507"/>
              <a:ext cx="42862" cy="936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90" y="30171"/>
                  </a:moveTo>
                  <a:lnTo>
                    <a:pt x="8780" y="34285"/>
                  </a:lnTo>
                  <a:lnTo>
                    <a:pt x="11707" y="37028"/>
                  </a:lnTo>
                  <a:lnTo>
                    <a:pt x="19024" y="43200"/>
                  </a:lnTo>
                  <a:lnTo>
                    <a:pt x="19024" y="51428"/>
                  </a:lnTo>
                  <a:lnTo>
                    <a:pt x="13170" y="64457"/>
                  </a:lnTo>
                  <a:lnTo>
                    <a:pt x="13170" y="74742"/>
                  </a:lnTo>
                  <a:lnTo>
                    <a:pt x="20487" y="82971"/>
                  </a:lnTo>
                  <a:lnTo>
                    <a:pt x="30731" y="91200"/>
                  </a:lnTo>
                  <a:lnTo>
                    <a:pt x="42439" y="98057"/>
                  </a:lnTo>
                  <a:lnTo>
                    <a:pt x="57073" y="104228"/>
                  </a:lnTo>
                  <a:lnTo>
                    <a:pt x="106829" y="115199"/>
                  </a:lnTo>
                  <a:lnTo>
                    <a:pt x="114146" y="117942"/>
                  </a:lnTo>
                  <a:lnTo>
                    <a:pt x="120000" y="119999"/>
                  </a:lnTo>
                  <a:lnTo>
                    <a:pt x="109756" y="105599"/>
                  </a:lnTo>
                  <a:lnTo>
                    <a:pt x="93658" y="78857"/>
                  </a:lnTo>
                  <a:lnTo>
                    <a:pt x="77560" y="51428"/>
                  </a:lnTo>
                  <a:lnTo>
                    <a:pt x="62926" y="24000"/>
                  </a:lnTo>
                  <a:lnTo>
                    <a:pt x="45365" y="0"/>
                  </a:lnTo>
                  <a:lnTo>
                    <a:pt x="43902" y="1371"/>
                  </a:lnTo>
                  <a:lnTo>
                    <a:pt x="26341" y="5485"/>
                  </a:lnTo>
                  <a:lnTo>
                    <a:pt x="23414" y="7542"/>
                  </a:lnTo>
                  <a:lnTo>
                    <a:pt x="19024" y="14399"/>
                  </a:lnTo>
                  <a:lnTo>
                    <a:pt x="13170" y="16457"/>
                  </a:lnTo>
                  <a:lnTo>
                    <a:pt x="1463" y="22628"/>
                  </a:lnTo>
                  <a:lnTo>
                    <a:pt x="0" y="23314"/>
                  </a:lnTo>
                  <a:lnTo>
                    <a:pt x="1463" y="26742"/>
                  </a:lnTo>
                  <a:lnTo>
                    <a:pt x="4390" y="301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Shape 4979"/>
            <p:cNvSpPr/>
            <p:nvPr/>
          </p:nvSpPr>
          <p:spPr>
            <a:xfrm>
              <a:off x="11757282" y="6726582"/>
              <a:ext cx="2830513" cy="27320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32" y="77536"/>
                  </a:moveTo>
                  <a:lnTo>
                    <a:pt x="119708" y="77396"/>
                  </a:lnTo>
                  <a:lnTo>
                    <a:pt x="119439" y="77234"/>
                  </a:lnTo>
                  <a:lnTo>
                    <a:pt x="119259" y="77141"/>
                  </a:lnTo>
                  <a:lnTo>
                    <a:pt x="119058" y="77001"/>
                  </a:lnTo>
                  <a:lnTo>
                    <a:pt x="119035" y="76746"/>
                  </a:lnTo>
                  <a:lnTo>
                    <a:pt x="118990" y="76420"/>
                  </a:lnTo>
                  <a:lnTo>
                    <a:pt x="118968" y="76025"/>
                  </a:lnTo>
                  <a:lnTo>
                    <a:pt x="118923" y="75560"/>
                  </a:lnTo>
                  <a:lnTo>
                    <a:pt x="118901" y="75188"/>
                  </a:lnTo>
                  <a:lnTo>
                    <a:pt x="118856" y="75002"/>
                  </a:lnTo>
                  <a:lnTo>
                    <a:pt x="118833" y="74793"/>
                  </a:lnTo>
                  <a:lnTo>
                    <a:pt x="118833" y="74770"/>
                  </a:lnTo>
                  <a:lnTo>
                    <a:pt x="118475" y="74700"/>
                  </a:lnTo>
                  <a:lnTo>
                    <a:pt x="118183" y="74793"/>
                  </a:lnTo>
                  <a:lnTo>
                    <a:pt x="117936" y="74770"/>
                  </a:lnTo>
                  <a:lnTo>
                    <a:pt x="117690" y="74700"/>
                  </a:lnTo>
                  <a:lnTo>
                    <a:pt x="117443" y="74607"/>
                  </a:lnTo>
                  <a:lnTo>
                    <a:pt x="117286" y="74561"/>
                  </a:lnTo>
                  <a:lnTo>
                    <a:pt x="117196" y="74607"/>
                  </a:lnTo>
                  <a:lnTo>
                    <a:pt x="117174" y="74631"/>
                  </a:lnTo>
                  <a:lnTo>
                    <a:pt x="117129" y="74723"/>
                  </a:lnTo>
                  <a:lnTo>
                    <a:pt x="117084" y="74770"/>
                  </a:lnTo>
                  <a:lnTo>
                    <a:pt x="117062" y="74793"/>
                  </a:lnTo>
                  <a:lnTo>
                    <a:pt x="116972" y="74816"/>
                  </a:lnTo>
                  <a:lnTo>
                    <a:pt x="116658" y="75002"/>
                  </a:lnTo>
                  <a:lnTo>
                    <a:pt x="115783" y="75258"/>
                  </a:lnTo>
                  <a:lnTo>
                    <a:pt x="115649" y="75328"/>
                  </a:lnTo>
                  <a:lnTo>
                    <a:pt x="115514" y="75490"/>
                  </a:lnTo>
                  <a:lnTo>
                    <a:pt x="115402" y="75676"/>
                  </a:lnTo>
                  <a:lnTo>
                    <a:pt x="115268" y="75793"/>
                  </a:lnTo>
                  <a:lnTo>
                    <a:pt x="114102" y="76374"/>
                  </a:lnTo>
                  <a:lnTo>
                    <a:pt x="113945" y="76490"/>
                  </a:lnTo>
                  <a:lnTo>
                    <a:pt x="113743" y="76769"/>
                  </a:lnTo>
                  <a:lnTo>
                    <a:pt x="112666" y="77699"/>
                  </a:lnTo>
                  <a:lnTo>
                    <a:pt x="112330" y="77861"/>
                  </a:lnTo>
                  <a:lnTo>
                    <a:pt x="112195" y="77977"/>
                  </a:lnTo>
                  <a:lnTo>
                    <a:pt x="112106" y="78094"/>
                  </a:lnTo>
                  <a:lnTo>
                    <a:pt x="112038" y="78303"/>
                  </a:lnTo>
                  <a:lnTo>
                    <a:pt x="111971" y="78558"/>
                  </a:lnTo>
                  <a:lnTo>
                    <a:pt x="111949" y="78628"/>
                  </a:lnTo>
                  <a:lnTo>
                    <a:pt x="111904" y="78721"/>
                  </a:lnTo>
                  <a:lnTo>
                    <a:pt x="111545" y="78907"/>
                  </a:lnTo>
                  <a:lnTo>
                    <a:pt x="111478" y="78907"/>
                  </a:lnTo>
                  <a:lnTo>
                    <a:pt x="111366" y="78907"/>
                  </a:lnTo>
                  <a:lnTo>
                    <a:pt x="111298" y="78861"/>
                  </a:lnTo>
                  <a:lnTo>
                    <a:pt x="111074" y="78698"/>
                  </a:lnTo>
                  <a:lnTo>
                    <a:pt x="110984" y="78675"/>
                  </a:lnTo>
                  <a:lnTo>
                    <a:pt x="110940" y="78605"/>
                  </a:lnTo>
                  <a:lnTo>
                    <a:pt x="110872" y="78535"/>
                  </a:lnTo>
                  <a:lnTo>
                    <a:pt x="110715" y="78442"/>
                  </a:lnTo>
                  <a:lnTo>
                    <a:pt x="110648" y="78396"/>
                  </a:lnTo>
                  <a:lnTo>
                    <a:pt x="110446" y="78349"/>
                  </a:lnTo>
                  <a:lnTo>
                    <a:pt x="110401" y="78373"/>
                  </a:lnTo>
                  <a:lnTo>
                    <a:pt x="110267" y="78256"/>
                  </a:lnTo>
                  <a:lnTo>
                    <a:pt x="110132" y="78233"/>
                  </a:lnTo>
                  <a:lnTo>
                    <a:pt x="109661" y="78233"/>
                  </a:lnTo>
                  <a:lnTo>
                    <a:pt x="109527" y="78280"/>
                  </a:lnTo>
                  <a:lnTo>
                    <a:pt x="109168" y="78489"/>
                  </a:lnTo>
                  <a:lnTo>
                    <a:pt x="109145" y="78512"/>
                  </a:lnTo>
                  <a:lnTo>
                    <a:pt x="109123" y="78558"/>
                  </a:lnTo>
                  <a:lnTo>
                    <a:pt x="109101" y="78605"/>
                  </a:lnTo>
                  <a:lnTo>
                    <a:pt x="109101" y="78721"/>
                  </a:lnTo>
                  <a:lnTo>
                    <a:pt x="109101" y="78768"/>
                  </a:lnTo>
                  <a:lnTo>
                    <a:pt x="109056" y="78814"/>
                  </a:lnTo>
                  <a:lnTo>
                    <a:pt x="108921" y="78977"/>
                  </a:lnTo>
                  <a:lnTo>
                    <a:pt x="108876" y="79000"/>
                  </a:lnTo>
                  <a:lnTo>
                    <a:pt x="108809" y="79023"/>
                  </a:lnTo>
                  <a:lnTo>
                    <a:pt x="108630" y="79047"/>
                  </a:lnTo>
                  <a:lnTo>
                    <a:pt x="108562" y="79047"/>
                  </a:lnTo>
                  <a:lnTo>
                    <a:pt x="108473" y="79023"/>
                  </a:lnTo>
                  <a:lnTo>
                    <a:pt x="108338" y="78954"/>
                  </a:lnTo>
                  <a:lnTo>
                    <a:pt x="108248" y="78930"/>
                  </a:lnTo>
                  <a:lnTo>
                    <a:pt x="108226" y="78861"/>
                  </a:lnTo>
                  <a:lnTo>
                    <a:pt x="108181" y="78861"/>
                  </a:lnTo>
                  <a:lnTo>
                    <a:pt x="108024" y="78814"/>
                  </a:lnTo>
                  <a:lnTo>
                    <a:pt x="108002" y="78814"/>
                  </a:lnTo>
                  <a:lnTo>
                    <a:pt x="107890" y="78837"/>
                  </a:lnTo>
                  <a:lnTo>
                    <a:pt x="107621" y="78791"/>
                  </a:lnTo>
                  <a:lnTo>
                    <a:pt x="107082" y="78814"/>
                  </a:lnTo>
                  <a:lnTo>
                    <a:pt x="106903" y="78791"/>
                  </a:lnTo>
                  <a:lnTo>
                    <a:pt x="106813" y="78768"/>
                  </a:lnTo>
                  <a:lnTo>
                    <a:pt x="106723" y="78721"/>
                  </a:lnTo>
                  <a:lnTo>
                    <a:pt x="106679" y="78628"/>
                  </a:lnTo>
                  <a:lnTo>
                    <a:pt x="106566" y="78396"/>
                  </a:lnTo>
                  <a:lnTo>
                    <a:pt x="106477" y="78349"/>
                  </a:lnTo>
                  <a:lnTo>
                    <a:pt x="106365" y="78233"/>
                  </a:lnTo>
                  <a:lnTo>
                    <a:pt x="106275" y="78117"/>
                  </a:lnTo>
                  <a:lnTo>
                    <a:pt x="106185" y="77884"/>
                  </a:lnTo>
                  <a:lnTo>
                    <a:pt x="106140" y="77768"/>
                  </a:lnTo>
                  <a:lnTo>
                    <a:pt x="106051" y="77652"/>
                  </a:lnTo>
                  <a:lnTo>
                    <a:pt x="105961" y="77606"/>
                  </a:lnTo>
                  <a:lnTo>
                    <a:pt x="105871" y="77582"/>
                  </a:lnTo>
                  <a:lnTo>
                    <a:pt x="105782" y="77582"/>
                  </a:lnTo>
                  <a:lnTo>
                    <a:pt x="105692" y="77443"/>
                  </a:lnTo>
                  <a:lnTo>
                    <a:pt x="105602" y="77303"/>
                  </a:lnTo>
                  <a:lnTo>
                    <a:pt x="105535" y="77141"/>
                  </a:lnTo>
                  <a:lnTo>
                    <a:pt x="105400" y="76769"/>
                  </a:lnTo>
                  <a:lnTo>
                    <a:pt x="105333" y="76653"/>
                  </a:lnTo>
                  <a:lnTo>
                    <a:pt x="105243" y="76536"/>
                  </a:lnTo>
                  <a:lnTo>
                    <a:pt x="105109" y="76490"/>
                  </a:lnTo>
                  <a:lnTo>
                    <a:pt x="104885" y="76490"/>
                  </a:lnTo>
                  <a:lnTo>
                    <a:pt x="104750" y="76513"/>
                  </a:lnTo>
                  <a:lnTo>
                    <a:pt x="104638" y="76606"/>
                  </a:lnTo>
                  <a:lnTo>
                    <a:pt x="104615" y="76629"/>
                  </a:lnTo>
                  <a:lnTo>
                    <a:pt x="104548" y="76699"/>
                  </a:lnTo>
                  <a:lnTo>
                    <a:pt x="104548" y="76839"/>
                  </a:lnTo>
                  <a:lnTo>
                    <a:pt x="104615" y="76932"/>
                  </a:lnTo>
                  <a:lnTo>
                    <a:pt x="104660" y="77071"/>
                  </a:lnTo>
                  <a:lnTo>
                    <a:pt x="104705" y="77164"/>
                  </a:lnTo>
                  <a:lnTo>
                    <a:pt x="104750" y="77257"/>
                  </a:lnTo>
                  <a:lnTo>
                    <a:pt x="104683" y="77443"/>
                  </a:lnTo>
                  <a:lnTo>
                    <a:pt x="104548" y="77559"/>
                  </a:lnTo>
                  <a:lnTo>
                    <a:pt x="104391" y="77582"/>
                  </a:lnTo>
                  <a:lnTo>
                    <a:pt x="104257" y="77582"/>
                  </a:lnTo>
                  <a:lnTo>
                    <a:pt x="104010" y="77536"/>
                  </a:lnTo>
                  <a:lnTo>
                    <a:pt x="103763" y="77466"/>
                  </a:lnTo>
                  <a:lnTo>
                    <a:pt x="103494" y="77420"/>
                  </a:lnTo>
                  <a:lnTo>
                    <a:pt x="103270" y="77327"/>
                  </a:lnTo>
                  <a:lnTo>
                    <a:pt x="103091" y="77234"/>
                  </a:lnTo>
                  <a:lnTo>
                    <a:pt x="102911" y="77141"/>
                  </a:lnTo>
                  <a:lnTo>
                    <a:pt x="102732" y="77024"/>
                  </a:lnTo>
                  <a:lnTo>
                    <a:pt x="102552" y="76908"/>
                  </a:lnTo>
                  <a:lnTo>
                    <a:pt x="102463" y="76769"/>
                  </a:lnTo>
                  <a:lnTo>
                    <a:pt x="102418" y="76629"/>
                  </a:lnTo>
                  <a:lnTo>
                    <a:pt x="102395" y="76490"/>
                  </a:lnTo>
                  <a:lnTo>
                    <a:pt x="102306" y="76374"/>
                  </a:lnTo>
                  <a:lnTo>
                    <a:pt x="102193" y="76211"/>
                  </a:lnTo>
                  <a:lnTo>
                    <a:pt x="101992" y="76141"/>
                  </a:lnTo>
                  <a:lnTo>
                    <a:pt x="101880" y="76048"/>
                  </a:lnTo>
                  <a:lnTo>
                    <a:pt x="101812" y="75979"/>
                  </a:lnTo>
                  <a:lnTo>
                    <a:pt x="101723" y="75979"/>
                  </a:lnTo>
                  <a:lnTo>
                    <a:pt x="101566" y="75932"/>
                  </a:lnTo>
                  <a:lnTo>
                    <a:pt x="101521" y="75909"/>
                  </a:lnTo>
                  <a:lnTo>
                    <a:pt x="101095" y="75723"/>
                  </a:lnTo>
                  <a:lnTo>
                    <a:pt x="99906" y="75467"/>
                  </a:lnTo>
                  <a:lnTo>
                    <a:pt x="99772" y="75467"/>
                  </a:lnTo>
                  <a:lnTo>
                    <a:pt x="99794" y="75467"/>
                  </a:lnTo>
                  <a:lnTo>
                    <a:pt x="99547" y="75490"/>
                  </a:lnTo>
                  <a:lnTo>
                    <a:pt x="98381" y="75421"/>
                  </a:lnTo>
                  <a:lnTo>
                    <a:pt x="97708" y="75607"/>
                  </a:lnTo>
                  <a:lnTo>
                    <a:pt x="97327" y="75537"/>
                  </a:lnTo>
                  <a:lnTo>
                    <a:pt x="96587" y="75676"/>
                  </a:lnTo>
                  <a:lnTo>
                    <a:pt x="96340" y="75793"/>
                  </a:lnTo>
                  <a:lnTo>
                    <a:pt x="96183" y="75816"/>
                  </a:lnTo>
                  <a:lnTo>
                    <a:pt x="96094" y="75769"/>
                  </a:lnTo>
                  <a:lnTo>
                    <a:pt x="96004" y="75676"/>
                  </a:lnTo>
                  <a:lnTo>
                    <a:pt x="95847" y="75700"/>
                  </a:lnTo>
                  <a:lnTo>
                    <a:pt x="95578" y="75769"/>
                  </a:lnTo>
                  <a:lnTo>
                    <a:pt x="94031" y="75816"/>
                  </a:lnTo>
                  <a:lnTo>
                    <a:pt x="93874" y="75769"/>
                  </a:lnTo>
                  <a:lnTo>
                    <a:pt x="93761" y="75630"/>
                  </a:lnTo>
                  <a:lnTo>
                    <a:pt x="93694" y="75490"/>
                  </a:lnTo>
                  <a:lnTo>
                    <a:pt x="93582" y="75374"/>
                  </a:lnTo>
                  <a:lnTo>
                    <a:pt x="92685" y="75026"/>
                  </a:lnTo>
                  <a:lnTo>
                    <a:pt x="92393" y="74840"/>
                  </a:lnTo>
                  <a:lnTo>
                    <a:pt x="92147" y="74631"/>
                  </a:lnTo>
                  <a:lnTo>
                    <a:pt x="91923" y="74352"/>
                  </a:lnTo>
                  <a:lnTo>
                    <a:pt x="91833" y="74166"/>
                  </a:lnTo>
                  <a:lnTo>
                    <a:pt x="91743" y="73980"/>
                  </a:lnTo>
                  <a:lnTo>
                    <a:pt x="91676" y="73840"/>
                  </a:lnTo>
                  <a:lnTo>
                    <a:pt x="91519" y="73747"/>
                  </a:lnTo>
                  <a:lnTo>
                    <a:pt x="91272" y="73631"/>
                  </a:lnTo>
                  <a:lnTo>
                    <a:pt x="91070" y="73422"/>
                  </a:lnTo>
                  <a:lnTo>
                    <a:pt x="90487" y="72539"/>
                  </a:lnTo>
                  <a:lnTo>
                    <a:pt x="90173" y="72330"/>
                  </a:lnTo>
                  <a:lnTo>
                    <a:pt x="89882" y="72120"/>
                  </a:lnTo>
                  <a:lnTo>
                    <a:pt x="89545" y="71865"/>
                  </a:lnTo>
                  <a:lnTo>
                    <a:pt x="89276" y="71516"/>
                  </a:lnTo>
                  <a:lnTo>
                    <a:pt x="89030" y="71237"/>
                  </a:lnTo>
                  <a:lnTo>
                    <a:pt x="88760" y="71028"/>
                  </a:lnTo>
                  <a:lnTo>
                    <a:pt x="88469" y="70772"/>
                  </a:lnTo>
                  <a:lnTo>
                    <a:pt x="88312" y="70424"/>
                  </a:lnTo>
                  <a:lnTo>
                    <a:pt x="88245" y="70191"/>
                  </a:lnTo>
                  <a:lnTo>
                    <a:pt x="88222" y="69936"/>
                  </a:lnTo>
                  <a:lnTo>
                    <a:pt x="88177" y="69633"/>
                  </a:lnTo>
                  <a:lnTo>
                    <a:pt x="88088" y="69378"/>
                  </a:lnTo>
                  <a:lnTo>
                    <a:pt x="88020" y="69262"/>
                  </a:lnTo>
                  <a:lnTo>
                    <a:pt x="87931" y="69145"/>
                  </a:lnTo>
                  <a:lnTo>
                    <a:pt x="87841" y="69052"/>
                  </a:lnTo>
                  <a:lnTo>
                    <a:pt x="87729" y="68936"/>
                  </a:lnTo>
                  <a:lnTo>
                    <a:pt x="87549" y="68797"/>
                  </a:lnTo>
                  <a:lnTo>
                    <a:pt x="87370" y="68634"/>
                  </a:lnTo>
                  <a:lnTo>
                    <a:pt x="87213" y="68448"/>
                  </a:lnTo>
                  <a:lnTo>
                    <a:pt x="87056" y="68262"/>
                  </a:lnTo>
                  <a:lnTo>
                    <a:pt x="86922" y="67983"/>
                  </a:lnTo>
                  <a:lnTo>
                    <a:pt x="86899" y="67728"/>
                  </a:lnTo>
                  <a:lnTo>
                    <a:pt x="86922" y="67449"/>
                  </a:lnTo>
                  <a:lnTo>
                    <a:pt x="87011" y="67216"/>
                  </a:lnTo>
                  <a:lnTo>
                    <a:pt x="87034" y="66984"/>
                  </a:lnTo>
                  <a:lnTo>
                    <a:pt x="86989" y="66728"/>
                  </a:lnTo>
                  <a:lnTo>
                    <a:pt x="86899" y="66426"/>
                  </a:lnTo>
                  <a:lnTo>
                    <a:pt x="86832" y="66194"/>
                  </a:lnTo>
                  <a:lnTo>
                    <a:pt x="86787" y="65984"/>
                  </a:lnTo>
                  <a:lnTo>
                    <a:pt x="86742" y="65752"/>
                  </a:lnTo>
                  <a:lnTo>
                    <a:pt x="86652" y="65543"/>
                  </a:lnTo>
                  <a:lnTo>
                    <a:pt x="86608" y="65357"/>
                  </a:lnTo>
                  <a:lnTo>
                    <a:pt x="86473" y="64892"/>
                  </a:lnTo>
                  <a:lnTo>
                    <a:pt x="86361" y="64474"/>
                  </a:lnTo>
                  <a:lnTo>
                    <a:pt x="86114" y="63544"/>
                  </a:lnTo>
                  <a:lnTo>
                    <a:pt x="85890" y="62614"/>
                  </a:lnTo>
                  <a:lnTo>
                    <a:pt x="85643" y="61708"/>
                  </a:lnTo>
                  <a:lnTo>
                    <a:pt x="85419" y="60778"/>
                  </a:lnTo>
                  <a:lnTo>
                    <a:pt x="85150" y="59848"/>
                  </a:lnTo>
                  <a:lnTo>
                    <a:pt x="84903" y="58919"/>
                  </a:lnTo>
                  <a:lnTo>
                    <a:pt x="84679" y="58012"/>
                  </a:lnTo>
                  <a:lnTo>
                    <a:pt x="84432" y="57083"/>
                  </a:lnTo>
                  <a:lnTo>
                    <a:pt x="84186" y="56130"/>
                  </a:lnTo>
                  <a:lnTo>
                    <a:pt x="83961" y="55246"/>
                  </a:lnTo>
                  <a:lnTo>
                    <a:pt x="83715" y="54294"/>
                  </a:lnTo>
                  <a:lnTo>
                    <a:pt x="83468" y="53364"/>
                  </a:lnTo>
                  <a:lnTo>
                    <a:pt x="83244" y="52457"/>
                  </a:lnTo>
                  <a:lnTo>
                    <a:pt x="82997" y="51528"/>
                  </a:lnTo>
                  <a:lnTo>
                    <a:pt x="82728" y="50598"/>
                  </a:lnTo>
                  <a:lnTo>
                    <a:pt x="82481" y="49692"/>
                  </a:lnTo>
                  <a:lnTo>
                    <a:pt x="82257" y="48762"/>
                  </a:lnTo>
                  <a:lnTo>
                    <a:pt x="82010" y="47832"/>
                  </a:lnTo>
                  <a:lnTo>
                    <a:pt x="81764" y="46926"/>
                  </a:lnTo>
                  <a:lnTo>
                    <a:pt x="81517" y="45996"/>
                  </a:lnTo>
                  <a:lnTo>
                    <a:pt x="81270" y="45066"/>
                  </a:lnTo>
                  <a:lnTo>
                    <a:pt x="81046" y="44160"/>
                  </a:lnTo>
                  <a:lnTo>
                    <a:pt x="80799" y="43230"/>
                  </a:lnTo>
                  <a:lnTo>
                    <a:pt x="80530" y="42324"/>
                  </a:lnTo>
                  <a:lnTo>
                    <a:pt x="80284" y="41394"/>
                  </a:lnTo>
                  <a:lnTo>
                    <a:pt x="80037" y="40464"/>
                  </a:lnTo>
                  <a:lnTo>
                    <a:pt x="79790" y="39558"/>
                  </a:lnTo>
                  <a:lnTo>
                    <a:pt x="79745" y="39325"/>
                  </a:lnTo>
                  <a:lnTo>
                    <a:pt x="79387" y="39047"/>
                  </a:lnTo>
                  <a:lnTo>
                    <a:pt x="78736" y="38651"/>
                  </a:lnTo>
                  <a:lnTo>
                    <a:pt x="78646" y="38628"/>
                  </a:lnTo>
                  <a:lnTo>
                    <a:pt x="78557" y="38582"/>
                  </a:lnTo>
                  <a:lnTo>
                    <a:pt x="78243" y="38140"/>
                  </a:lnTo>
                  <a:lnTo>
                    <a:pt x="77996" y="38024"/>
                  </a:lnTo>
                  <a:lnTo>
                    <a:pt x="77458" y="37838"/>
                  </a:lnTo>
                  <a:lnTo>
                    <a:pt x="77189" y="37699"/>
                  </a:lnTo>
                  <a:lnTo>
                    <a:pt x="76763" y="37396"/>
                  </a:lnTo>
                  <a:lnTo>
                    <a:pt x="76651" y="37373"/>
                  </a:lnTo>
                  <a:lnTo>
                    <a:pt x="76337" y="37396"/>
                  </a:lnTo>
                  <a:lnTo>
                    <a:pt x="76269" y="37373"/>
                  </a:lnTo>
                  <a:lnTo>
                    <a:pt x="76180" y="37257"/>
                  </a:lnTo>
                  <a:lnTo>
                    <a:pt x="76090" y="37210"/>
                  </a:lnTo>
                  <a:lnTo>
                    <a:pt x="75955" y="37210"/>
                  </a:lnTo>
                  <a:lnTo>
                    <a:pt x="75641" y="37303"/>
                  </a:lnTo>
                  <a:lnTo>
                    <a:pt x="75507" y="37280"/>
                  </a:lnTo>
                  <a:lnTo>
                    <a:pt x="75350" y="37257"/>
                  </a:lnTo>
                  <a:lnTo>
                    <a:pt x="74655" y="37210"/>
                  </a:lnTo>
                  <a:lnTo>
                    <a:pt x="74520" y="37257"/>
                  </a:lnTo>
                  <a:lnTo>
                    <a:pt x="74363" y="37513"/>
                  </a:lnTo>
                  <a:lnTo>
                    <a:pt x="74049" y="37838"/>
                  </a:lnTo>
                  <a:lnTo>
                    <a:pt x="73892" y="38070"/>
                  </a:lnTo>
                  <a:lnTo>
                    <a:pt x="73847" y="38256"/>
                  </a:lnTo>
                  <a:lnTo>
                    <a:pt x="73847" y="38396"/>
                  </a:lnTo>
                  <a:lnTo>
                    <a:pt x="73825" y="38512"/>
                  </a:lnTo>
                  <a:lnTo>
                    <a:pt x="73578" y="38861"/>
                  </a:lnTo>
                  <a:lnTo>
                    <a:pt x="73556" y="38907"/>
                  </a:lnTo>
                  <a:lnTo>
                    <a:pt x="73556" y="39023"/>
                  </a:lnTo>
                  <a:lnTo>
                    <a:pt x="73533" y="39070"/>
                  </a:lnTo>
                  <a:lnTo>
                    <a:pt x="73466" y="39116"/>
                  </a:lnTo>
                  <a:lnTo>
                    <a:pt x="73421" y="39140"/>
                  </a:lnTo>
                  <a:lnTo>
                    <a:pt x="73309" y="39325"/>
                  </a:lnTo>
                  <a:lnTo>
                    <a:pt x="73175" y="39418"/>
                  </a:lnTo>
                  <a:lnTo>
                    <a:pt x="72928" y="39511"/>
                  </a:lnTo>
                  <a:lnTo>
                    <a:pt x="72816" y="39581"/>
                  </a:lnTo>
                  <a:lnTo>
                    <a:pt x="72726" y="39883"/>
                  </a:lnTo>
                  <a:lnTo>
                    <a:pt x="72681" y="40441"/>
                  </a:lnTo>
                  <a:lnTo>
                    <a:pt x="72547" y="40674"/>
                  </a:lnTo>
                  <a:lnTo>
                    <a:pt x="72502" y="40627"/>
                  </a:lnTo>
                  <a:lnTo>
                    <a:pt x="72569" y="40464"/>
                  </a:lnTo>
                  <a:lnTo>
                    <a:pt x="72592" y="40418"/>
                  </a:lnTo>
                  <a:lnTo>
                    <a:pt x="72569" y="40371"/>
                  </a:lnTo>
                  <a:lnTo>
                    <a:pt x="72547" y="40278"/>
                  </a:lnTo>
                  <a:lnTo>
                    <a:pt x="72502" y="40255"/>
                  </a:lnTo>
                  <a:lnTo>
                    <a:pt x="72435" y="40395"/>
                  </a:lnTo>
                  <a:lnTo>
                    <a:pt x="72345" y="40441"/>
                  </a:lnTo>
                  <a:lnTo>
                    <a:pt x="72210" y="40511"/>
                  </a:lnTo>
                  <a:lnTo>
                    <a:pt x="72233" y="40371"/>
                  </a:lnTo>
                  <a:lnTo>
                    <a:pt x="72278" y="40255"/>
                  </a:lnTo>
                  <a:lnTo>
                    <a:pt x="72345" y="40162"/>
                  </a:lnTo>
                  <a:lnTo>
                    <a:pt x="72569" y="39930"/>
                  </a:lnTo>
                  <a:lnTo>
                    <a:pt x="72614" y="39860"/>
                  </a:lnTo>
                  <a:lnTo>
                    <a:pt x="72681" y="39535"/>
                  </a:lnTo>
                  <a:lnTo>
                    <a:pt x="72704" y="39442"/>
                  </a:lnTo>
                  <a:lnTo>
                    <a:pt x="72793" y="39302"/>
                  </a:lnTo>
                  <a:lnTo>
                    <a:pt x="73130" y="39047"/>
                  </a:lnTo>
                  <a:lnTo>
                    <a:pt x="73197" y="38954"/>
                  </a:lnTo>
                  <a:lnTo>
                    <a:pt x="73219" y="38884"/>
                  </a:lnTo>
                  <a:lnTo>
                    <a:pt x="73242" y="38791"/>
                  </a:lnTo>
                  <a:lnTo>
                    <a:pt x="73264" y="38721"/>
                  </a:lnTo>
                  <a:lnTo>
                    <a:pt x="73264" y="38535"/>
                  </a:lnTo>
                  <a:lnTo>
                    <a:pt x="73264" y="38442"/>
                  </a:lnTo>
                  <a:lnTo>
                    <a:pt x="73399" y="38163"/>
                  </a:lnTo>
                  <a:lnTo>
                    <a:pt x="73556" y="37908"/>
                  </a:lnTo>
                  <a:lnTo>
                    <a:pt x="73713" y="37675"/>
                  </a:lnTo>
                  <a:lnTo>
                    <a:pt x="74229" y="37257"/>
                  </a:lnTo>
                  <a:lnTo>
                    <a:pt x="74318" y="37234"/>
                  </a:lnTo>
                  <a:lnTo>
                    <a:pt x="74408" y="37141"/>
                  </a:lnTo>
                  <a:lnTo>
                    <a:pt x="74363" y="37001"/>
                  </a:lnTo>
                  <a:lnTo>
                    <a:pt x="74229" y="36699"/>
                  </a:lnTo>
                  <a:lnTo>
                    <a:pt x="74139" y="36350"/>
                  </a:lnTo>
                  <a:lnTo>
                    <a:pt x="74072" y="36188"/>
                  </a:lnTo>
                  <a:lnTo>
                    <a:pt x="74004" y="36095"/>
                  </a:lnTo>
                  <a:lnTo>
                    <a:pt x="73892" y="36095"/>
                  </a:lnTo>
                  <a:lnTo>
                    <a:pt x="73780" y="36002"/>
                  </a:lnTo>
                  <a:lnTo>
                    <a:pt x="73646" y="35886"/>
                  </a:lnTo>
                  <a:lnTo>
                    <a:pt x="73578" y="35793"/>
                  </a:lnTo>
                  <a:lnTo>
                    <a:pt x="73309" y="35374"/>
                  </a:lnTo>
                  <a:lnTo>
                    <a:pt x="73197" y="35119"/>
                  </a:lnTo>
                  <a:lnTo>
                    <a:pt x="72973" y="34816"/>
                  </a:lnTo>
                  <a:lnTo>
                    <a:pt x="72905" y="34654"/>
                  </a:lnTo>
                  <a:lnTo>
                    <a:pt x="72883" y="34584"/>
                  </a:lnTo>
                  <a:lnTo>
                    <a:pt x="72838" y="34491"/>
                  </a:lnTo>
                  <a:lnTo>
                    <a:pt x="72816" y="34445"/>
                  </a:lnTo>
                  <a:lnTo>
                    <a:pt x="72771" y="34375"/>
                  </a:lnTo>
                  <a:lnTo>
                    <a:pt x="72614" y="34259"/>
                  </a:lnTo>
                  <a:lnTo>
                    <a:pt x="72569" y="34235"/>
                  </a:lnTo>
                  <a:lnTo>
                    <a:pt x="72524" y="34235"/>
                  </a:lnTo>
                  <a:lnTo>
                    <a:pt x="72457" y="34189"/>
                  </a:lnTo>
                  <a:lnTo>
                    <a:pt x="72210" y="33933"/>
                  </a:lnTo>
                  <a:lnTo>
                    <a:pt x="72098" y="33840"/>
                  </a:lnTo>
                  <a:lnTo>
                    <a:pt x="71896" y="33724"/>
                  </a:lnTo>
                  <a:lnTo>
                    <a:pt x="71695" y="33561"/>
                  </a:lnTo>
                  <a:lnTo>
                    <a:pt x="71650" y="33538"/>
                  </a:lnTo>
                  <a:lnTo>
                    <a:pt x="71448" y="33445"/>
                  </a:lnTo>
                  <a:lnTo>
                    <a:pt x="71425" y="33399"/>
                  </a:lnTo>
                  <a:lnTo>
                    <a:pt x="71425" y="33375"/>
                  </a:lnTo>
                  <a:lnTo>
                    <a:pt x="71403" y="33352"/>
                  </a:lnTo>
                  <a:lnTo>
                    <a:pt x="71381" y="33329"/>
                  </a:lnTo>
                  <a:lnTo>
                    <a:pt x="71358" y="33329"/>
                  </a:lnTo>
                  <a:lnTo>
                    <a:pt x="71268" y="33352"/>
                  </a:lnTo>
                  <a:lnTo>
                    <a:pt x="71246" y="33352"/>
                  </a:lnTo>
                  <a:lnTo>
                    <a:pt x="70977" y="33329"/>
                  </a:lnTo>
                  <a:lnTo>
                    <a:pt x="70842" y="33259"/>
                  </a:lnTo>
                  <a:lnTo>
                    <a:pt x="70753" y="33097"/>
                  </a:lnTo>
                  <a:lnTo>
                    <a:pt x="70730" y="33027"/>
                  </a:lnTo>
                  <a:lnTo>
                    <a:pt x="70551" y="32818"/>
                  </a:lnTo>
                  <a:lnTo>
                    <a:pt x="70416" y="32608"/>
                  </a:lnTo>
                  <a:lnTo>
                    <a:pt x="70371" y="32562"/>
                  </a:lnTo>
                  <a:lnTo>
                    <a:pt x="70237" y="32469"/>
                  </a:lnTo>
                  <a:lnTo>
                    <a:pt x="69945" y="32446"/>
                  </a:lnTo>
                  <a:lnTo>
                    <a:pt x="69833" y="32376"/>
                  </a:lnTo>
                  <a:lnTo>
                    <a:pt x="69676" y="32283"/>
                  </a:lnTo>
                  <a:lnTo>
                    <a:pt x="69631" y="32330"/>
                  </a:lnTo>
                  <a:lnTo>
                    <a:pt x="69564" y="32399"/>
                  </a:lnTo>
                  <a:lnTo>
                    <a:pt x="69430" y="32446"/>
                  </a:lnTo>
                  <a:lnTo>
                    <a:pt x="69003" y="32330"/>
                  </a:lnTo>
                  <a:lnTo>
                    <a:pt x="68779" y="32190"/>
                  </a:lnTo>
                  <a:lnTo>
                    <a:pt x="68353" y="32190"/>
                  </a:lnTo>
                  <a:lnTo>
                    <a:pt x="68129" y="32051"/>
                  </a:lnTo>
                  <a:lnTo>
                    <a:pt x="67770" y="31563"/>
                  </a:lnTo>
                  <a:lnTo>
                    <a:pt x="67591" y="31377"/>
                  </a:lnTo>
                  <a:lnTo>
                    <a:pt x="67299" y="31260"/>
                  </a:lnTo>
                  <a:lnTo>
                    <a:pt x="66178" y="31516"/>
                  </a:lnTo>
                  <a:lnTo>
                    <a:pt x="66088" y="31609"/>
                  </a:lnTo>
                  <a:lnTo>
                    <a:pt x="65954" y="31888"/>
                  </a:lnTo>
                  <a:lnTo>
                    <a:pt x="65864" y="31981"/>
                  </a:lnTo>
                  <a:lnTo>
                    <a:pt x="65729" y="32074"/>
                  </a:lnTo>
                  <a:lnTo>
                    <a:pt x="65617" y="32097"/>
                  </a:lnTo>
                  <a:lnTo>
                    <a:pt x="65707" y="31841"/>
                  </a:lnTo>
                  <a:lnTo>
                    <a:pt x="65841" y="31632"/>
                  </a:lnTo>
                  <a:lnTo>
                    <a:pt x="65774" y="31563"/>
                  </a:lnTo>
                  <a:lnTo>
                    <a:pt x="65729" y="31632"/>
                  </a:lnTo>
                  <a:lnTo>
                    <a:pt x="65707" y="31679"/>
                  </a:lnTo>
                  <a:lnTo>
                    <a:pt x="65617" y="31725"/>
                  </a:lnTo>
                  <a:lnTo>
                    <a:pt x="65684" y="31609"/>
                  </a:lnTo>
                  <a:lnTo>
                    <a:pt x="65774" y="31470"/>
                  </a:lnTo>
                  <a:lnTo>
                    <a:pt x="65909" y="31400"/>
                  </a:lnTo>
                  <a:lnTo>
                    <a:pt x="66043" y="31423"/>
                  </a:lnTo>
                  <a:lnTo>
                    <a:pt x="66133" y="31470"/>
                  </a:lnTo>
                  <a:lnTo>
                    <a:pt x="66155" y="31400"/>
                  </a:lnTo>
                  <a:lnTo>
                    <a:pt x="66155" y="31237"/>
                  </a:lnTo>
                  <a:lnTo>
                    <a:pt x="66223" y="31214"/>
                  </a:lnTo>
                  <a:lnTo>
                    <a:pt x="66716" y="30772"/>
                  </a:lnTo>
                  <a:lnTo>
                    <a:pt x="66828" y="30726"/>
                  </a:lnTo>
                  <a:lnTo>
                    <a:pt x="67366" y="30703"/>
                  </a:lnTo>
                  <a:lnTo>
                    <a:pt x="67277" y="30610"/>
                  </a:lnTo>
                  <a:lnTo>
                    <a:pt x="67030" y="30470"/>
                  </a:lnTo>
                  <a:lnTo>
                    <a:pt x="66963" y="30447"/>
                  </a:lnTo>
                  <a:lnTo>
                    <a:pt x="66873" y="30377"/>
                  </a:lnTo>
                  <a:lnTo>
                    <a:pt x="66738" y="30052"/>
                  </a:lnTo>
                  <a:lnTo>
                    <a:pt x="66649" y="29912"/>
                  </a:lnTo>
                  <a:lnTo>
                    <a:pt x="66716" y="29773"/>
                  </a:lnTo>
                  <a:lnTo>
                    <a:pt x="66671" y="29633"/>
                  </a:lnTo>
                  <a:lnTo>
                    <a:pt x="66626" y="29564"/>
                  </a:lnTo>
                  <a:lnTo>
                    <a:pt x="66155" y="29262"/>
                  </a:lnTo>
                  <a:lnTo>
                    <a:pt x="65954" y="29238"/>
                  </a:lnTo>
                  <a:lnTo>
                    <a:pt x="65774" y="29099"/>
                  </a:lnTo>
                  <a:lnTo>
                    <a:pt x="65056" y="28402"/>
                  </a:lnTo>
                  <a:lnTo>
                    <a:pt x="64855" y="28239"/>
                  </a:lnTo>
                  <a:lnTo>
                    <a:pt x="64653" y="28216"/>
                  </a:lnTo>
                  <a:lnTo>
                    <a:pt x="64496" y="28146"/>
                  </a:lnTo>
                  <a:lnTo>
                    <a:pt x="64159" y="27611"/>
                  </a:lnTo>
                  <a:lnTo>
                    <a:pt x="63980" y="27495"/>
                  </a:lnTo>
                  <a:lnTo>
                    <a:pt x="64002" y="27356"/>
                  </a:lnTo>
                  <a:lnTo>
                    <a:pt x="63913" y="27263"/>
                  </a:lnTo>
                  <a:lnTo>
                    <a:pt x="63576" y="26937"/>
                  </a:lnTo>
                  <a:lnTo>
                    <a:pt x="63150" y="26682"/>
                  </a:lnTo>
                  <a:lnTo>
                    <a:pt x="63083" y="26635"/>
                  </a:lnTo>
                  <a:lnTo>
                    <a:pt x="62859" y="26635"/>
                  </a:lnTo>
                  <a:lnTo>
                    <a:pt x="62814" y="26612"/>
                  </a:lnTo>
                  <a:lnTo>
                    <a:pt x="62769" y="26565"/>
                  </a:lnTo>
                  <a:lnTo>
                    <a:pt x="62679" y="26496"/>
                  </a:lnTo>
                  <a:lnTo>
                    <a:pt x="62478" y="26472"/>
                  </a:lnTo>
                  <a:lnTo>
                    <a:pt x="62231" y="26263"/>
                  </a:lnTo>
                  <a:lnTo>
                    <a:pt x="62119" y="26217"/>
                  </a:lnTo>
                  <a:lnTo>
                    <a:pt x="62164" y="26124"/>
                  </a:lnTo>
                  <a:lnTo>
                    <a:pt x="62141" y="25984"/>
                  </a:lnTo>
                  <a:lnTo>
                    <a:pt x="62096" y="25891"/>
                  </a:lnTo>
                  <a:lnTo>
                    <a:pt x="62007" y="25775"/>
                  </a:lnTo>
                  <a:lnTo>
                    <a:pt x="61962" y="25682"/>
                  </a:lnTo>
                  <a:lnTo>
                    <a:pt x="61894" y="25031"/>
                  </a:lnTo>
                  <a:lnTo>
                    <a:pt x="61872" y="24776"/>
                  </a:lnTo>
                  <a:lnTo>
                    <a:pt x="61917" y="24241"/>
                  </a:lnTo>
                  <a:lnTo>
                    <a:pt x="61872" y="24148"/>
                  </a:lnTo>
                  <a:lnTo>
                    <a:pt x="61917" y="24055"/>
                  </a:lnTo>
                  <a:lnTo>
                    <a:pt x="61984" y="23986"/>
                  </a:lnTo>
                  <a:lnTo>
                    <a:pt x="62074" y="23962"/>
                  </a:lnTo>
                  <a:lnTo>
                    <a:pt x="62119" y="23916"/>
                  </a:lnTo>
                  <a:lnTo>
                    <a:pt x="62298" y="23637"/>
                  </a:lnTo>
                  <a:lnTo>
                    <a:pt x="62365" y="23451"/>
                  </a:lnTo>
                  <a:lnTo>
                    <a:pt x="62365" y="23381"/>
                  </a:lnTo>
                  <a:lnTo>
                    <a:pt x="62321" y="23195"/>
                  </a:lnTo>
                  <a:lnTo>
                    <a:pt x="61917" y="22289"/>
                  </a:lnTo>
                  <a:lnTo>
                    <a:pt x="61805" y="22056"/>
                  </a:lnTo>
                  <a:lnTo>
                    <a:pt x="61581" y="21801"/>
                  </a:lnTo>
                  <a:lnTo>
                    <a:pt x="61513" y="21661"/>
                  </a:lnTo>
                  <a:lnTo>
                    <a:pt x="61446" y="21522"/>
                  </a:lnTo>
                  <a:lnTo>
                    <a:pt x="61379" y="21382"/>
                  </a:lnTo>
                  <a:lnTo>
                    <a:pt x="61356" y="21266"/>
                  </a:lnTo>
                  <a:lnTo>
                    <a:pt x="61356" y="21127"/>
                  </a:lnTo>
                  <a:lnTo>
                    <a:pt x="61334" y="20987"/>
                  </a:lnTo>
                  <a:lnTo>
                    <a:pt x="61244" y="20894"/>
                  </a:lnTo>
                  <a:lnTo>
                    <a:pt x="61244" y="20732"/>
                  </a:lnTo>
                  <a:lnTo>
                    <a:pt x="61222" y="20522"/>
                  </a:lnTo>
                  <a:lnTo>
                    <a:pt x="61199" y="20313"/>
                  </a:lnTo>
                  <a:lnTo>
                    <a:pt x="61244" y="20244"/>
                  </a:lnTo>
                  <a:lnTo>
                    <a:pt x="61311" y="19779"/>
                  </a:lnTo>
                  <a:lnTo>
                    <a:pt x="61311" y="19662"/>
                  </a:lnTo>
                  <a:lnTo>
                    <a:pt x="61289" y="19314"/>
                  </a:lnTo>
                  <a:lnTo>
                    <a:pt x="61267" y="19081"/>
                  </a:lnTo>
                  <a:lnTo>
                    <a:pt x="61222" y="18988"/>
                  </a:lnTo>
                  <a:lnTo>
                    <a:pt x="61132" y="18895"/>
                  </a:lnTo>
                  <a:lnTo>
                    <a:pt x="60997" y="18500"/>
                  </a:lnTo>
                  <a:lnTo>
                    <a:pt x="60930" y="18407"/>
                  </a:lnTo>
                  <a:lnTo>
                    <a:pt x="60818" y="18245"/>
                  </a:lnTo>
                  <a:lnTo>
                    <a:pt x="60213" y="17152"/>
                  </a:lnTo>
                  <a:lnTo>
                    <a:pt x="60145" y="17036"/>
                  </a:lnTo>
                  <a:lnTo>
                    <a:pt x="59786" y="16780"/>
                  </a:lnTo>
                  <a:lnTo>
                    <a:pt x="59742" y="16757"/>
                  </a:lnTo>
                  <a:lnTo>
                    <a:pt x="59674" y="16757"/>
                  </a:lnTo>
                  <a:lnTo>
                    <a:pt x="59607" y="16780"/>
                  </a:lnTo>
                  <a:lnTo>
                    <a:pt x="59562" y="16804"/>
                  </a:lnTo>
                  <a:lnTo>
                    <a:pt x="59517" y="16827"/>
                  </a:lnTo>
                  <a:lnTo>
                    <a:pt x="59472" y="16804"/>
                  </a:lnTo>
                  <a:lnTo>
                    <a:pt x="59495" y="16687"/>
                  </a:lnTo>
                  <a:lnTo>
                    <a:pt x="59472" y="16571"/>
                  </a:lnTo>
                  <a:lnTo>
                    <a:pt x="59226" y="16339"/>
                  </a:lnTo>
                  <a:lnTo>
                    <a:pt x="59136" y="16246"/>
                  </a:lnTo>
                  <a:lnTo>
                    <a:pt x="59091" y="16130"/>
                  </a:lnTo>
                  <a:lnTo>
                    <a:pt x="59046" y="16013"/>
                  </a:lnTo>
                  <a:lnTo>
                    <a:pt x="58889" y="15432"/>
                  </a:lnTo>
                  <a:lnTo>
                    <a:pt x="58867" y="15293"/>
                  </a:lnTo>
                  <a:lnTo>
                    <a:pt x="58845" y="15200"/>
                  </a:lnTo>
                  <a:lnTo>
                    <a:pt x="58800" y="15177"/>
                  </a:lnTo>
                  <a:lnTo>
                    <a:pt x="58800" y="15130"/>
                  </a:lnTo>
                  <a:lnTo>
                    <a:pt x="58688" y="14898"/>
                  </a:lnTo>
                  <a:lnTo>
                    <a:pt x="58710" y="14851"/>
                  </a:lnTo>
                  <a:lnTo>
                    <a:pt x="58777" y="14712"/>
                  </a:lnTo>
                  <a:lnTo>
                    <a:pt x="58800" y="14689"/>
                  </a:lnTo>
                  <a:lnTo>
                    <a:pt x="58777" y="14572"/>
                  </a:lnTo>
                  <a:lnTo>
                    <a:pt x="58800" y="14340"/>
                  </a:lnTo>
                  <a:lnTo>
                    <a:pt x="58800" y="13875"/>
                  </a:lnTo>
                  <a:lnTo>
                    <a:pt x="58867" y="13038"/>
                  </a:lnTo>
                  <a:lnTo>
                    <a:pt x="58845" y="11807"/>
                  </a:lnTo>
                  <a:lnTo>
                    <a:pt x="58889" y="10784"/>
                  </a:lnTo>
                  <a:lnTo>
                    <a:pt x="58845" y="10598"/>
                  </a:lnTo>
                  <a:lnTo>
                    <a:pt x="58777" y="10435"/>
                  </a:lnTo>
                  <a:lnTo>
                    <a:pt x="58710" y="10412"/>
                  </a:lnTo>
                  <a:lnTo>
                    <a:pt x="58598" y="10435"/>
                  </a:lnTo>
                  <a:lnTo>
                    <a:pt x="58553" y="10412"/>
                  </a:lnTo>
                  <a:lnTo>
                    <a:pt x="58508" y="10366"/>
                  </a:lnTo>
                  <a:lnTo>
                    <a:pt x="58396" y="10087"/>
                  </a:lnTo>
                  <a:lnTo>
                    <a:pt x="58374" y="10063"/>
                  </a:lnTo>
                  <a:lnTo>
                    <a:pt x="58351" y="10017"/>
                  </a:lnTo>
                  <a:lnTo>
                    <a:pt x="58351" y="9947"/>
                  </a:lnTo>
                  <a:lnTo>
                    <a:pt x="58351" y="9901"/>
                  </a:lnTo>
                  <a:lnTo>
                    <a:pt x="58351" y="9901"/>
                  </a:lnTo>
                  <a:lnTo>
                    <a:pt x="58374" y="9877"/>
                  </a:lnTo>
                  <a:lnTo>
                    <a:pt x="58374" y="9854"/>
                  </a:lnTo>
                  <a:lnTo>
                    <a:pt x="58374" y="9738"/>
                  </a:lnTo>
                  <a:lnTo>
                    <a:pt x="58351" y="9692"/>
                  </a:lnTo>
                  <a:lnTo>
                    <a:pt x="58351" y="9622"/>
                  </a:lnTo>
                  <a:lnTo>
                    <a:pt x="58194" y="9436"/>
                  </a:lnTo>
                  <a:lnTo>
                    <a:pt x="58127" y="9273"/>
                  </a:lnTo>
                  <a:lnTo>
                    <a:pt x="58127" y="9157"/>
                  </a:lnTo>
                  <a:lnTo>
                    <a:pt x="58149" y="8832"/>
                  </a:lnTo>
                  <a:lnTo>
                    <a:pt x="58149" y="8669"/>
                  </a:lnTo>
                  <a:lnTo>
                    <a:pt x="58082" y="8529"/>
                  </a:lnTo>
                  <a:lnTo>
                    <a:pt x="57835" y="8460"/>
                  </a:lnTo>
                  <a:lnTo>
                    <a:pt x="57634" y="8251"/>
                  </a:lnTo>
                  <a:lnTo>
                    <a:pt x="57521" y="8227"/>
                  </a:lnTo>
                  <a:lnTo>
                    <a:pt x="57634" y="8343"/>
                  </a:lnTo>
                  <a:lnTo>
                    <a:pt x="57768" y="8483"/>
                  </a:lnTo>
                  <a:lnTo>
                    <a:pt x="57813" y="8576"/>
                  </a:lnTo>
                  <a:lnTo>
                    <a:pt x="57701" y="8715"/>
                  </a:lnTo>
                  <a:lnTo>
                    <a:pt x="57835" y="8901"/>
                  </a:lnTo>
                  <a:lnTo>
                    <a:pt x="57858" y="8971"/>
                  </a:lnTo>
                  <a:lnTo>
                    <a:pt x="57791" y="8948"/>
                  </a:lnTo>
                  <a:lnTo>
                    <a:pt x="57701" y="8948"/>
                  </a:lnTo>
                  <a:lnTo>
                    <a:pt x="57521" y="8948"/>
                  </a:lnTo>
                  <a:lnTo>
                    <a:pt x="57409" y="8901"/>
                  </a:lnTo>
                  <a:lnTo>
                    <a:pt x="57387" y="8878"/>
                  </a:lnTo>
                  <a:lnTo>
                    <a:pt x="57387" y="8808"/>
                  </a:lnTo>
                  <a:lnTo>
                    <a:pt x="57387" y="8762"/>
                  </a:lnTo>
                  <a:lnTo>
                    <a:pt x="57364" y="8739"/>
                  </a:lnTo>
                  <a:lnTo>
                    <a:pt x="57342" y="8715"/>
                  </a:lnTo>
                  <a:lnTo>
                    <a:pt x="57297" y="8715"/>
                  </a:lnTo>
                  <a:lnTo>
                    <a:pt x="57252" y="8692"/>
                  </a:lnTo>
                  <a:lnTo>
                    <a:pt x="57163" y="8599"/>
                  </a:lnTo>
                  <a:lnTo>
                    <a:pt x="57118" y="8553"/>
                  </a:lnTo>
                  <a:lnTo>
                    <a:pt x="57051" y="8529"/>
                  </a:lnTo>
                  <a:lnTo>
                    <a:pt x="56938" y="8553"/>
                  </a:lnTo>
                  <a:lnTo>
                    <a:pt x="56894" y="8529"/>
                  </a:lnTo>
                  <a:lnTo>
                    <a:pt x="56826" y="8460"/>
                  </a:lnTo>
                  <a:lnTo>
                    <a:pt x="56737" y="8436"/>
                  </a:lnTo>
                  <a:lnTo>
                    <a:pt x="56647" y="8436"/>
                  </a:lnTo>
                  <a:lnTo>
                    <a:pt x="56669" y="8483"/>
                  </a:lnTo>
                  <a:lnTo>
                    <a:pt x="56714" y="8553"/>
                  </a:lnTo>
                  <a:lnTo>
                    <a:pt x="56714" y="8599"/>
                  </a:lnTo>
                  <a:lnTo>
                    <a:pt x="56624" y="8599"/>
                  </a:lnTo>
                  <a:lnTo>
                    <a:pt x="56355" y="8506"/>
                  </a:lnTo>
                  <a:lnTo>
                    <a:pt x="56198" y="8483"/>
                  </a:lnTo>
                  <a:lnTo>
                    <a:pt x="56086" y="8529"/>
                  </a:lnTo>
                  <a:lnTo>
                    <a:pt x="55795" y="8808"/>
                  </a:lnTo>
                  <a:lnTo>
                    <a:pt x="55727" y="8832"/>
                  </a:lnTo>
                  <a:lnTo>
                    <a:pt x="55503" y="8901"/>
                  </a:lnTo>
                  <a:lnTo>
                    <a:pt x="55413" y="8901"/>
                  </a:lnTo>
                  <a:lnTo>
                    <a:pt x="55256" y="8832"/>
                  </a:lnTo>
                  <a:lnTo>
                    <a:pt x="55167" y="8832"/>
                  </a:lnTo>
                  <a:lnTo>
                    <a:pt x="55122" y="8971"/>
                  </a:lnTo>
                  <a:lnTo>
                    <a:pt x="55032" y="9250"/>
                  </a:lnTo>
                  <a:lnTo>
                    <a:pt x="54943" y="9320"/>
                  </a:lnTo>
                  <a:lnTo>
                    <a:pt x="54987" y="9087"/>
                  </a:lnTo>
                  <a:lnTo>
                    <a:pt x="54987" y="9018"/>
                  </a:lnTo>
                  <a:lnTo>
                    <a:pt x="54987" y="8925"/>
                  </a:lnTo>
                  <a:lnTo>
                    <a:pt x="55032" y="8832"/>
                  </a:lnTo>
                  <a:lnTo>
                    <a:pt x="55055" y="8808"/>
                  </a:lnTo>
                  <a:lnTo>
                    <a:pt x="55077" y="8762"/>
                  </a:lnTo>
                  <a:lnTo>
                    <a:pt x="54875" y="8413"/>
                  </a:lnTo>
                  <a:lnTo>
                    <a:pt x="54606" y="8297"/>
                  </a:lnTo>
                  <a:lnTo>
                    <a:pt x="54292" y="8367"/>
                  </a:lnTo>
                  <a:lnTo>
                    <a:pt x="54090" y="8506"/>
                  </a:lnTo>
                  <a:lnTo>
                    <a:pt x="53821" y="8785"/>
                  </a:lnTo>
                  <a:lnTo>
                    <a:pt x="53732" y="8832"/>
                  </a:lnTo>
                  <a:lnTo>
                    <a:pt x="53664" y="8808"/>
                  </a:lnTo>
                  <a:lnTo>
                    <a:pt x="53552" y="8739"/>
                  </a:lnTo>
                  <a:lnTo>
                    <a:pt x="53507" y="8715"/>
                  </a:lnTo>
                  <a:lnTo>
                    <a:pt x="53418" y="8715"/>
                  </a:lnTo>
                  <a:lnTo>
                    <a:pt x="53238" y="8762"/>
                  </a:lnTo>
                  <a:lnTo>
                    <a:pt x="52678" y="8808"/>
                  </a:lnTo>
                  <a:lnTo>
                    <a:pt x="52543" y="8762"/>
                  </a:lnTo>
                  <a:lnTo>
                    <a:pt x="52498" y="8762"/>
                  </a:lnTo>
                  <a:lnTo>
                    <a:pt x="52296" y="8808"/>
                  </a:lnTo>
                  <a:lnTo>
                    <a:pt x="52207" y="8808"/>
                  </a:lnTo>
                  <a:lnTo>
                    <a:pt x="51825" y="8692"/>
                  </a:lnTo>
                  <a:lnTo>
                    <a:pt x="51287" y="8669"/>
                  </a:lnTo>
                  <a:lnTo>
                    <a:pt x="51175" y="8762"/>
                  </a:lnTo>
                  <a:lnTo>
                    <a:pt x="51332" y="8878"/>
                  </a:lnTo>
                  <a:lnTo>
                    <a:pt x="51399" y="8901"/>
                  </a:lnTo>
                  <a:lnTo>
                    <a:pt x="51467" y="8925"/>
                  </a:lnTo>
                  <a:lnTo>
                    <a:pt x="51668" y="8925"/>
                  </a:lnTo>
                  <a:lnTo>
                    <a:pt x="51803" y="8925"/>
                  </a:lnTo>
                  <a:lnTo>
                    <a:pt x="51848" y="8994"/>
                  </a:lnTo>
                  <a:lnTo>
                    <a:pt x="51893" y="9134"/>
                  </a:lnTo>
                  <a:lnTo>
                    <a:pt x="51960" y="9203"/>
                  </a:lnTo>
                  <a:lnTo>
                    <a:pt x="52050" y="9366"/>
                  </a:lnTo>
                  <a:lnTo>
                    <a:pt x="52072" y="9436"/>
                  </a:lnTo>
                  <a:lnTo>
                    <a:pt x="52050" y="9506"/>
                  </a:lnTo>
                  <a:lnTo>
                    <a:pt x="52050" y="9622"/>
                  </a:lnTo>
                  <a:lnTo>
                    <a:pt x="52162" y="9715"/>
                  </a:lnTo>
                  <a:lnTo>
                    <a:pt x="52162" y="9785"/>
                  </a:lnTo>
                  <a:lnTo>
                    <a:pt x="52072" y="9738"/>
                  </a:lnTo>
                  <a:lnTo>
                    <a:pt x="52005" y="9692"/>
                  </a:lnTo>
                  <a:lnTo>
                    <a:pt x="51982" y="9622"/>
                  </a:lnTo>
                  <a:lnTo>
                    <a:pt x="51960" y="9506"/>
                  </a:lnTo>
                  <a:lnTo>
                    <a:pt x="52005" y="9389"/>
                  </a:lnTo>
                  <a:lnTo>
                    <a:pt x="52005" y="9320"/>
                  </a:lnTo>
                  <a:lnTo>
                    <a:pt x="51982" y="9273"/>
                  </a:lnTo>
                  <a:lnTo>
                    <a:pt x="51915" y="9273"/>
                  </a:lnTo>
                  <a:lnTo>
                    <a:pt x="51870" y="9203"/>
                  </a:lnTo>
                  <a:lnTo>
                    <a:pt x="51825" y="9134"/>
                  </a:lnTo>
                  <a:lnTo>
                    <a:pt x="51803" y="9041"/>
                  </a:lnTo>
                  <a:lnTo>
                    <a:pt x="51736" y="9018"/>
                  </a:lnTo>
                  <a:lnTo>
                    <a:pt x="51668" y="9041"/>
                  </a:lnTo>
                  <a:lnTo>
                    <a:pt x="51623" y="9087"/>
                  </a:lnTo>
                  <a:lnTo>
                    <a:pt x="51556" y="9087"/>
                  </a:lnTo>
                  <a:lnTo>
                    <a:pt x="51467" y="9041"/>
                  </a:lnTo>
                  <a:lnTo>
                    <a:pt x="51422" y="8994"/>
                  </a:lnTo>
                  <a:lnTo>
                    <a:pt x="51377" y="8948"/>
                  </a:lnTo>
                  <a:lnTo>
                    <a:pt x="51310" y="8971"/>
                  </a:lnTo>
                  <a:lnTo>
                    <a:pt x="51310" y="9018"/>
                  </a:lnTo>
                  <a:lnTo>
                    <a:pt x="51287" y="9180"/>
                  </a:lnTo>
                  <a:lnTo>
                    <a:pt x="51287" y="9203"/>
                  </a:lnTo>
                  <a:lnTo>
                    <a:pt x="51175" y="9203"/>
                  </a:lnTo>
                  <a:lnTo>
                    <a:pt x="51175" y="9157"/>
                  </a:lnTo>
                  <a:lnTo>
                    <a:pt x="51197" y="9041"/>
                  </a:lnTo>
                  <a:lnTo>
                    <a:pt x="51153" y="8925"/>
                  </a:lnTo>
                  <a:lnTo>
                    <a:pt x="50928" y="8762"/>
                  </a:lnTo>
                  <a:lnTo>
                    <a:pt x="50457" y="8669"/>
                  </a:lnTo>
                  <a:lnTo>
                    <a:pt x="50233" y="8576"/>
                  </a:lnTo>
                  <a:lnTo>
                    <a:pt x="50121" y="8553"/>
                  </a:lnTo>
                  <a:lnTo>
                    <a:pt x="50009" y="8646"/>
                  </a:lnTo>
                  <a:lnTo>
                    <a:pt x="49538" y="9110"/>
                  </a:lnTo>
                  <a:lnTo>
                    <a:pt x="49448" y="9134"/>
                  </a:lnTo>
                  <a:lnTo>
                    <a:pt x="49269" y="9157"/>
                  </a:lnTo>
                  <a:lnTo>
                    <a:pt x="48977" y="9087"/>
                  </a:lnTo>
                  <a:lnTo>
                    <a:pt x="48820" y="9110"/>
                  </a:lnTo>
                  <a:lnTo>
                    <a:pt x="47991" y="9413"/>
                  </a:lnTo>
                  <a:lnTo>
                    <a:pt x="47878" y="9506"/>
                  </a:lnTo>
                  <a:lnTo>
                    <a:pt x="47721" y="9599"/>
                  </a:lnTo>
                  <a:lnTo>
                    <a:pt x="47430" y="9831"/>
                  </a:lnTo>
                  <a:lnTo>
                    <a:pt x="47161" y="9901"/>
                  </a:lnTo>
                  <a:lnTo>
                    <a:pt x="45569" y="9808"/>
                  </a:lnTo>
                  <a:lnTo>
                    <a:pt x="45075" y="9901"/>
                  </a:lnTo>
                  <a:lnTo>
                    <a:pt x="44851" y="10040"/>
                  </a:lnTo>
                  <a:lnTo>
                    <a:pt x="44649" y="10203"/>
                  </a:lnTo>
                  <a:lnTo>
                    <a:pt x="44515" y="10482"/>
                  </a:lnTo>
                  <a:lnTo>
                    <a:pt x="44133" y="11551"/>
                  </a:lnTo>
                  <a:lnTo>
                    <a:pt x="44111" y="11714"/>
                  </a:lnTo>
                  <a:lnTo>
                    <a:pt x="44088" y="12318"/>
                  </a:lnTo>
                  <a:lnTo>
                    <a:pt x="44044" y="12457"/>
                  </a:lnTo>
                  <a:lnTo>
                    <a:pt x="43954" y="12620"/>
                  </a:lnTo>
                  <a:lnTo>
                    <a:pt x="43909" y="12667"/>
                  </a:lnTo>
                  <a:lnTo>
                    <a:pt x="43887" y="12597"/>
                  </a:lnTo>
                  <a:lnTo>
                    <a:pt x="43909" y="12364"/>
                  </a:lnTo>
                  <a:lnTo>
                    <a:pt x="43931" y="12132"/>
                  </a:lnTo>
                  <a:lnTo>
                    <a:pt x="43954" y="12085"/>
                  </a:lnTo>
                  <a:lnTo>
                    <a:pt x="43931" y="12016"/>
                  </a:lnTo>
                  <a:lnTo>
                    <a:pt x="43864" y="11900"/>
                  </a:lnTo>
                  <a:lnTo>
                    <a:pt x="43842" y="11876"/>
                  </a:lnTo>
                  <a:lnTo>
                    <a:pt x="43864" y="11714"/>
                  </a:lnTo>
                  <a:lnTo>
                    <a:pt x="44088" y="11295"/>
                  </a:lnTo>
                  <a:lnTo>
                    <a:pt x="44133" y="11179"/>
                  </a:lnTo>
                  <a:lnTo>
                    <a:pt x="44156" y="10830"/>
                  </a:lnTo>
                  <a:lnTo>
                    <a:pt x="44201" y="10668"/>
                  </a:lnTo>
                  <a:lnTo>
                    <a:pt x="44245" y="10598"/>
                  </a:lnTo>
                  <a:lnTo>
                    <a:pt x="44358" y="10505"/>
                  </a:lnTo>
                  <a:lnTo>
                    <a:pt x="44402" y="10435"/>
                  </a:lnTo>
                  <a:lnTo>
                    <a:pt x="44402" y="10342"/>
                  </a:lnTo>
                  <a:lnTo>
                    <a:pt x="44402" y="10203"/>
                  </a:lnTo>
                  <a:lnTo>
                    <a:pt x="44425" y="10133"/>
                  </a:lnTo>
                  <a:lnTo>
                    <a:pt x="44537" y="10040"/>
                  </a:lnTo>
                  <a:lnTo>
                    <a:pt x="44649" y="10017"/>
                  </a:lnTo>
                  <a:lnTo>
                    <a:pt x="44739" y="9901"/>
                  </a:lnTo>
                  <a:lnTo>
                    <a:pt x="44739" y="9668"/>
                  </a:lnTo>
                  <a:lnTo>
                    <a:pt x="44649" y="9506"/>
                  </a:lnTo>
                  <a:lnTo>
                    <a:pt x="44515" y="9436"/>
                  </a:lnTo>
                  <a:lnTo>
                    <a:pt x="43976" y="9436"/>
                  </a:lnTo>
                  <a:lnTo>
                    <a:pt x="43707" y="9366"/>
                  </a:lnTo>
                  <a:lnTo>
                    <a:pt x="42877" y="8948"/>
                  </a:lnTo>
                  <a:lnTo>
                    <a:pt x="42743" y="8832"/>
                  </a:lnTo>
                  <a:lnTo>
                    <a:pt x="42653" y="8692"/>
                  </a:lnTo>
                  <a:lnTo>
                    <a:pt x="42586" y="8506"/>
                  </a:lnTo>
                  <a:lnTo>
                    <a:pt x="42496" y="8343"/>
                  </a:lnTo>
                  <a:lnTo>
                    <a:pt x="42362" y="8251"/>
                  </a:lnTo>
                  <a:lnTo>
                    <a:pt x="42272" y="8134"/>
                  </a:lnTo>
                  <a:lnTo>
                    <a:pt x="41823" y="7995"/>
                  </a:lnTo>
                  <a:lnTo>
                    <a:pt x="41689" y="7879"/>
                  </a:lnTo>
                  <a:lnTo>
                    <a:pt x="41599" y="7762"/>
                  </a:lnTo>
                  <a:lnTo>
                    <a:pt x="41487" y="7716"/>
                  </a:lnTo>
                  <a:lnTo>
                    <a:pt x="41397" y="7669"/>
                  </a:lnTo>
                  <a:lnTo>
                    <a:pt x="41240" y="7716"/>
                  </a:lnTo>
                  <a:lnTo>
                    <a:pt x="40971" y="7646"/>
                  </a:lnTo>
                  <a:lnTo>
                    <a:pt x="40433" y="7391"/>
                  </a:lnTo>
                  <a:lnTo>
                    <a:pt x="40186" y="7367"/>
                  </a:lnTo>
                  <a:lnTo>
                    <a:pt x="39940" y="7437"/>
                  </a:lnTo>
                  <a:lnTo>
                    <a:pt x="38841" y="7321"/>
                  </a:lnTo>
                  <a:lnTo>
                    <a:pt x="37563" y="6809"/>
                  </a:lnTo>
                  <a:lnTo>
                    <a:pt x="37002" y="6740"/>
                  </a:lnTo>
                  <a:lnTo>
                    <a:pt x="36823" y="6717"/>
                  </a:lnTo>
                  <a:lnTo>
                    <a:pt x="36643" y="6600"/>
                  </a:lnTo>
                  <a:lnTo>
                    <a:pt x="36553" y="6577"/>
                  </a:lnTo>
                  <a:lnTo>
                    <a:pt x="36374" y="6577"/>
                  </a:lnTo>
                  <a:lnTo>
                    <a:pt x="36172" y="6531"/>
                  </a:lnTo>
                  <a:lnTo>
                    <a:pt x="35881" y="6391"/>
                  </a:lnTo>
                  <a:lnTo>
                    <a:pt x="35769" y="6368"/>
                  </a:lnTo>
                  <a:lnTo>
                    <a:pt x="35522" y="6461"/>
                  </a:lnTo>
                  <a:lnTo>
                    <a:pt x="35455" y="6438"/>
                  </a:lnTo>
                  <a:lnTo>
                    <a:pt x="35477" y="6391"/>
                  </a:lnTo>
                  <a:lnTo>
                    <a:pt x="35477" y="6368"/>
                  </a:lnTo>
                  <a:lnTo>
                    <a:pt x="35499" y="6345"/>
                  </a:lnTo>
                  <a:lnTo>
                    <a:pt x="35499" y="6298"/>
                  </a:lnTo>
                  <a:lnTo>
                    <a:pt x="35365" y="6275"/>
                  </a:lnTo>
                  <a:lnTo>
                    <a:pt x="35028" y="6391"/>
                  </a:lnTo>
                  <a:lnTo>
                    <a:pt x="33817" y="6298"/>
                  </a:lnTo>
                  <a:lnTo>
                    <a:pt x="33616" y="6461"/>
                  </a:lnTo>
                  <a:lnTo>
                    <a:pt x="33616" y="6135"/>
                  </a:lnTo>
                  <a:lnTo>
                    <a:pt x="33571" y="5996"/>
                  </a:lnTo>
                  <a:lnTo>
                    <a:pt x="33459" y="5950"/>
                  </a:lnTo>
                  <a:lnTo>
                    <a:pt x="33077" y="6019"/>
                  </a:lnTo>
                  <a:lnTo>
                    <a:pt x="32965" y="5973"/>
                  </a:lnTo>
                  <a:lnTo>
                    <a:pt x="32943" y="5833"/>
                  </a:lnTo>
                  <a:lnTo>
                    <a:pt x="32876" y="5764"/>
                  </a:lnTo>
                  <a:lnTo>
                    <a:pt x="32741" y="5740"/>
                  </a:lnTo>
                  <a:lnTo>
                    <a:pt x="32629" y="5740"/>
                  </a:lnTo>
                  <a:lnTo>
                    <a:pt x="32517" y="5810"/>
                  </a:lnTo>
                  <a:lnTo>
                    <a:pt x="32472" y="5926"/>
                  </a:lnTo>
                  <a:lnTo>
                    <a:pt x="32450" y="6066"/>
                  </a:lnTo>
                  <a:lnTo>
                    <a:pt x="32405" y="6205"/>
                  </a:lnTo>
                  <a:lnTo>
                    <a:pt x="32382" y="6066"/>
                  </a:lnTo>
                  <a:lnTo>
                    <a:pt x="32315" y="5973"/>
                  </a:lnTo>
                  <a:lnTo>
                    <a:pt x="32427" y="5717"/>
                  </a:lnTo>
                  <a:lnTo>
                    <a:pt x="32427" y="5671"/>
                  </a:lnTo>
                  <a:lnTo>
                    <a:pt x="32427" y="5531"/>
                  </a:lnTo>
                  <a:lnTo>
                    <a:pt x="32382" y="5508"/>
                  </a:lnTo>
                  <a:lnTo>
                    <a:pt x="32315" y="5485"/>
                  </a:lnTo>
                  <a:lnTo>
                    <a:pt x="32248" y="5438"/>
                  </a:lnTo>
                  <a:lnTo>
                    <a:pt x="32068" y="5206"/>
                  </a:lnTo>
                  <a:lnTo>
                    <a:pt x="31956" y="5066"/>
                  </a:lnTo>
                  <a:lnTo>
                    <a:pt x="31822" y="5020"/>
                  </a:lnTo>
                  <a:lnTo>
                    <a:pt x="31777" y="4973"/>
                  </a:lnTo>
                  <a:lnTo>
                    <a:pt x="31732" y="4857"/>
                  </a:lnTo>
                  <a:lnTo>
                    <a:pt x="31709" y="4741"/>
                  </a:lnTo>
                  <a:lnTo>
                    <a:pt x="31687" y="4671"/>
                  </a:lnTo>
                  <a:lnTo>
                    <a:pt x="30902" y="3718"/>
                  </a:lnTo>
                  <a:lnTo>
                    <a:pt x="30431" y="3300"/>
                  </a:lnTo>
                  <a:lnTo>
                    <a:pt x="30364" y="3207"/>
                  </a:lnTo>
                  <a:lnTo>
                    <a:pt x="30229" y="2951"/>
                  </a:lnTo>
                  <a:lnTo>
                    <a:pt x="30207" y="2928"/>
                  </a:lnTo>
                  <a:lnTo>
                    <a:pt x="30185" y="2812"/>
                  </a:lnTo>
                  <a:lnTo>
                    <a:pt x="30095" y="2765"/>
                  </a:lnTo>
                  <a:lnTo>
                    <a:pt x="29848" y="2672"/>
                  </a:lnTo>
                  <a:lnTo>
                    <a:pt x="29579" y="2626"/>
                  </a:lnTo>
                  <a:lnTo>
                    <a:pt x="28547" y="2277"/>
                  </a:lnTo>
                  <a:lnTo>
                    <a:pt x="28278" y="2091"/>
                  </a:lnTo>
                  <a:lnTo>
                    <a:pt x="28256" y="2045"/>
                  </a:lnTo>
                  <a:lnTo>
                    <a:pt x="28211" y="1998"/>
                  </a:lnTo>
                  <a:lnTo>
                    <a:pt x="28189" y="1929"/>
                  </a:lnTo>
                  <a:lnTo>
                    <a:pt x="28099" y="1929"/>
                  </a:lnTo>
                  <a:lnTo>
                    <a:pt x="28054" y="1905"/>
                  </a:lnTo>
                  <a:lnTo>
                    <a:pt x="27942" y="1812"/>
                  </a:lnTo>
                  <a:lnTo>
                    <a:pt x="27763" y="1626"/>
                  </a:lnTo>
                  <a:lnTo>
                    <a:pt x="27606" y="1464"/>
                  </a:lnTo>
                  <a:lnTo>
                    <a:pt x="27449" y="1394"/>
                  </a:lnTo>
                  <a:lnTo>
                    <a:pt x="27381" y="1417"/>
                  </a:lnTo>
                  <a:lnTo>
                    <a:pt x="27067" y="1255"/>
                  </a:lnTo>
                  <a:lnTo>
                    <a:pt x="26888" y="1208"/>
                  </a:lnTo>
                  <a:lnTo>
                    <a:pt x="26798" y="1138"/>
                  </a:lnTo>
                  <a:lnTo>
                    <a:pt x="26664" y="929"/>
                  </a:lnTo>
                  <a:lnTo>
                    <a:pt x="26462" y="743"/>
                  </a:lnTo>
                  <a:lnTo>
                    <a:pt x="26058" y="511"/>
                  </a:lnTo>
                  <a:lnTo>
                    <a:pt x="25879" y="371"/>
                  </a:lnTo>
                  <a:lnTo>
                    <a:pt x="25968" y="232"/>
                  </a:lnTo>
                  <a:lnTo>
                    <a:pt x="25901" y="162"/>
                  </a:lnTo>
                  <a:lnTo>
                    <a:pt x="25811" y="162"/>
                  </a:lnTo>
                  <a:lnTo>
                    <a:pt x="25744" y="162"/>
                  </a:lnTo>
                  <a:lnTo>
                    <a:pt x="25699" y="139"/>
                  </a:lnTo>
                  <a:lnTo>
                    <a:pt x="25655" y="23"/>
                  </a:lnTo>
                  <a:lnTo>
                    <a:pt x="25632" y="0"/>
                  </a:lnTo>
                  <a:lnTo>
                    <a:pt x="25587" y="0"/>
                  </a:lnTo>
                  <a:lnTo>
                    <a:pt x="25542" y="0"/>
                  </a:lnTo>
                  <a:lnTo>
                    <a:pt x="25453" y="69"/>
                  </a:lnTo>
                  <a:lnTo>
                    <a:pt x="25341" y="69"/>
                  </a:lnTo>
                  <a:lnTo>
                    <a:pt x="24309" y="1696"/>
                  </a:lnTo>
                  <a:lnTo>
                    <a:pt x="23390" y="3160"/>
                  </a:lnTo>
                  <a:lnTo>
                    <a:pt x="22448" y="4601"/>
                  </a:lnTo>
                  <a:lnTo>
                    <a:pt x="21506" y="6042"/>
                  </a:lnTo>
                  <a:lnTo>
                    <a:pt x="20183" y="8111"/>
                  </a:lnTo>
                  <a:lnTo>
                    <a:pt x="18837" y="10180"/>
                  </a:lnTo>
                  <a:lnTo>
                    <a:pt x="17469" y="12248"/>
                  </a:lnTo>
                  <a:lnTo>
                    <a:pt x="16101" y="14340"/>
                  </a:lnTo>
                  <a:lnTo>
                    <a:pt x="14868" y="16223"/>
                  </a:lnTo>
                  <a:lnTo>
                    <a:pt x="13657" y="18105"/>
                  </a:lnTo>
                  <a:lnTo>
                    <a:pt x="12401" y="20011"/>
                  </a:lnTo>
                  <a:lnTo>
                    <a:pt x="11145" y="21917"/>
                  </a:lnTo>
                  <a:lnTo>
                    <a:pt x="10450" y="23009"/>
                  </a:lnTo>
                  <a:lnTo>
                    <a:pt x="9755" y="24102"/>
                  </a:lnTo>
                  <a:lnTo>
                    <a:pt x="9059" y="25171"/>
                  </a:lnTo>
                  <a:lnTo>
                    <a:pt x="8364" y="26240"/>
                  </a:lnTo>
                  <a:lnTo>
                    <a:pt x="7849" y="27030"/>
                  </a:lnTo>
                  <a:lnTo>
                    <a:pt x="7378" y="27774"/>
                  </a:lnTo>
                  <a:lnTo>
                    <a:pt x="6884" y="28518"/>
                  </a:lnTo>
                  <a:lnTo>
                    <a:pt x="6368" y="29192"/>
                  </a:lnTo>
                  <a:lnTo>
                    <a:pt x="5314" y="30470"/>
                  </a:lnTo>
                  <a:lnTo>
                    <a:pt x="4260" y="31725"/>
                  </a:lnTo>
                  <a:lnTo>
                    <a:pt x="3206" y="33004"/>
                  </a:lnTo>
                  <a:lnTo>
                    <a:pt x="2130" y="34235"/>
                  </a:lnTo>
                  <a:lnTo>
                    <a:pt x="1906" y="34514"/>
                  </a:lnTo>
                  <a:lnTo>
                    <a:pt x="1681" y="34816"/>
                  </a:lnTo>
                  <a:lnTo>
                    <a:pt x="1435" y="35072"/>
                  </a:lnTo>
                  <a:lnTo>
                    <a:pt x="1210" y="35351"/>
                  </a:lnTo>
                  <a:lnTo>
                    <a:pt x="941" y="35653"/>
                  </a:lnTo>
                  <a:lnTo>
                    <a:pt x="695" y="35979"/>
                  </a:lnTo>
                  <a:lnTo>
                    <a:pt x="426" y="36304"/>
                  </a:lnTo>
                  <a:lnTo>
                    <a:pt x="156" y="36606"/>
                  </a:lnTo>
                  <a:lnTo>
                    <a:pt x="0" y="36815"/>
                  </a:lnTo>
                  <a:lnTo>
                    <a:pt x="44" y="37280"/>
                  </a:lnTo>
                  <a:lnTo>
                    <a:pt x="246" y="40604"/>
                  </a:lnTo>
                  <a:lnTo>
                    <a:pt x="448" y="43881"/>
                  </a:lnTo>
                  <a:lnTo>
                    <a:pt x="672" y="47205"/>
                  </a:lnTo>
                  <a:lnTo>
                    <a:pt x="874" y="50505"/>
                  </a:lnTo>
                  <a:lnTo>
                    <a:pt x="1009" y="53015"/>
                  </a:lnTo>
                  <a:lnTo>
                    <a:pt x="1166" y="55549"/>
                  </a:lnTo>
                  <a:lnTo>
                    <a:pt x="1345" y="58082"/>
                  </a:lnTo>
                  <a:lnTo>
                    <a:pt x="1480" y="60592"/>
                  </a:lnTo>
                  <a:lnTo>
                    <a:pt x="1547" y="61522"/>
                  </a:lnTo>
                  <a:lnTo>
                    <a:pt x="1592" y="62452"/>
                  </a:lnTo>
                  <a:lnTo>
                    <a:pt x="1637" y="63079"/>
                  </a:lnTo>
                  <a:lnTo>
                    <a:pt x="1659" y="63683"/>
                  </a:lnTo>
                  <a:lnTo>
                    <a:pt x="1681" y="64450"/>
                  </a:lnTo>
                  <a:lnTo>
                    <a:pt x="1749" y="65427"/>
                  </a:lnTo>
                  <a:lnTo>
                    <a:pt x="1771" y="65822"/>
                  </a:lnTo>
                  <a:lnTo>
                    <a:pt x="2085" y="65915"/>
                  </a:lnTo>
                  <a:lnTo>
                    <a:pt x="2713" y="65868"/>
                  </a:lnTo>
                  <a:lnTo>
                    <a:pt x="3005" y="65938"/>
                  </a:lnTo>
                  <a:lnTo>
                    <a:pt x="3408" y="66147"/>
                  </a:lnTo>
                  <a:lnTo>
                    <a:pt x="3520" y="66194"/>
                  </a:lnTo>
                  <a:lnTo>
                    <a:pt x="3565" y="66333"/>
                  </a:lnTo>
                  <a:lnTo>
                    <a:pt x="3632" y="66658"/>
                  </a:lnTo>
                  <a:lnTo>
                    <a:pt x="3677" y="66868"/>
                  </a:lnTo>
                  <a:lnTo>
                    <a:pt x="3745" y="67030"/>
                  </a:lnTo>
                  <a:lnTo>
                    <a:pt x="3745" y="67379"/>
                  </a:lnTo>
                  <a:lnTo>
                    <a:pt x="3789" y="67565"/>
                  </a:lnTo>
                  <a:lnTo>
                    <a:pt x="3857" y="67728"/>
                  </a:lnTo>
                  <a:lnTo>
                    <a:pt x="4103" y="68564"/>
                  </a:lnTo>
                  <a:lnTo>
                    <a:pt x="4395" y="69494"/>
                  </a:lnTo>
                  <a:lnTo>
                    <a:pt x="4440" y="69936"/>
                  </a:lnTo>
                  <a:lnTo>
                    <a:pt x="4440" y="70075"/>
                  </a:lnTo>
                  <a:lnTo>
                    <a:pt x="4440" y="70238"/>
                  </a:lnTo>
                  <a:lnTo>
                    <a:pt x="4462" y="70354"/>
                  </a:lnTo>
                  <a:lnTo>
                    <a:pt x="4507" y="70517"/>
                  </a:lnTo>
                  <a:lnTo>
                    <a:pt x="4597" y="70586"/>
                  </a:lnTo>
                  <a:lnTo>
                    <a:pt x="5135" y="71005"/>
                  </a:lnTo>
                  <a:lnTo>
                    <a:pt x="5539" y="71167"/>
                  </a:lnTo>
                  <a:lnTo>
                    <a:pt x="5763" y="71191"/>
                  </a:lnTo>
                  <a:lnTo>
                    <a:pt x="6660" y="71005"/>
                  </a:lnTo>
                  <a:lnTo>
                    <a:pt x="6750" y="71005"/>
                  </a:lnTo>
                  <a:lnTo>
                    <a:pt x="6817" y="71028"/>
                  </a:lnTo>
                  <a:lnTo>
                    <a:pt x="6862" y="71098"/>
                  </a:lnTo>
                  <a:lnTo>
                    <a:pt x="6907" y="71121"/>
                  </a:lnTo>
                  <a:lnTo>
                    <a:pt x="6951" y="71191"/>
                  </a:lnTo>
                  <a:lnTo>
                    <a:pt x="6951" y="71237"/>
                  </a:lnTo>
                  <a:lnTo>
                    <a:pt x="7019" y="71423"/>
                  </a:lnTo>
                  <a:lnTo>
                    <a:pt x="7019" y="71446"/>
                  </a:lnTo>
                  <a:lnTo>
                    <a:pt x="7108" y="71493"/>
                  </a:lnTo>
                  <a:lnTo>
                    <a:pt x="8185" y="71493"/>
                  </a:lnTo>
                  <a:lnTo>
                    <a:pt x="9037" y="71470"/>
                  </a:lnTo>
                  <a:lnTo>
                    <a:pt x="9261" y="71632"/>
                  </a:lnTo>
                  <a:lnTo>
                    <a:pt x="9463" y="72237"/>
                  </a:lnTo>
                  <a:lnTo>
                    <a:pt x="9620" y="72423"/>
                  </a:lnTo>
                  <a:lnTo>
                    <a:pt x="9755" y="72423"/>
                  </a:lnTo>
                  <a:lnTo>
                    <a:pt x="10495" y="72260"/>
                  </a:lnTo>
                  <a:lnTo>
                    <a:pt x="10584" y="72283"/>
                  </a:lnTo>
                  <a:lnTo>
                    <a:pt x="10764" y="72167"/>
                  </a:lnTo>
                  <a:lnTo>
                    <a:pt x="11145" y="72097"/>
                  </a:lnTo>
                  <a:lnTo>
                    <a:pt x="11302" y="71958"/>
                  </a:lnTo>
                  <a:lnTo>
                    <a:pt x="11347" y="71841"/>
                  </a:lnTo>
                  <a:lnTo>
                    <a:pt x="11324" y="71702"/>
                  </a:lnTo>
                  <a:lnTo>
                    <a:pt x="11324" y="71632"/>
                  </a:lnTo>
                  <a:lnTo>
                    <a:pt x="11504" y="71563"/>
                  </a:lnTo>
                  <a:lnTo>
                    <a:pt x="11683" y="71446"/>
                  </a:lnTo>
                  <a:lnTo>
                    <a:pt x="12356" y="71237"/>
                  </a:lnTo>
                  <a:lnTo>
                    <a:pt x="13029" y="71237"/>
                  </a:lnTo>
                  <a:lnTo>
                    <a:pt x="13859" y="71214"/>
                  </a:lnTo>
                  <a:lnTo>
                    <a:pt x="13971" y="71260"/>
                  </a:lnTo>
                  <a:lnTo>
                    <a:pt x="14374" y="71493"/>
                  </a:lnTo>
                  <a:lnTo>
                    <a:pt x="15249" y="71679"/>
                  </a:lnTo>
                  <a:lnTo>
                    <a:pt x="15675" y="71725"/>
                  </a:lnTo>
                  <a:lnTo>
                    <a:pt x="15787" y="71865"/>
                  </a:lnTo>
                  <a:lnTo>
                    <a:pt x="15832" y="72027"/>
                  </a:lnTo>
                  <a:lnTo>
                    <a:pt x="15720" y="72074"/>
                  </a:lnTo>
                  <a:lnTo>
                    <a:pt x="15473" y="72144"/>
                  </a:lnTo>
                  <a:lnTo>
                    <a:pt x="15406" y="72237"/>
                  </a:lnTo>
                  <a:lnTo>
                    <a:pt x="15339" y="72423"/>
                  </a:lnTo>
                  <a:lnTo>
                    <a:pt x="15451" y="72539"/>
                  </a:lnTo>
                  <a:lnTo>
                    <a:pt x="15608" y="72562"/>
                  </a:lnTo>
                  <a:lnTo>
                    <a:pt x="15698" y="72562"/>
                  </a:lnTo>
                  <a:lnTo>
                    <a:pt x="16168" y="72469"/>
                  </a:lnTo>
                  <a:lnTo>
                    <a:pt x="16393" y="72423"/>
                  </a:lnTo>
                  <a:lnTo>
                    <a:pt x="16595" y="72539"/>
                  </a:lnTo>
                  <a:lnTo>
                    <a:pt x="16707" y="72725"/>
                  </a:lnTo>
                  <a:lnTo>
                    <a:pt x="16774" y="72841"/>
                  </a:lnTo>
                  <a:lnTo>
                    <a:pt x="16796" y="73190"/>
                  </a:lnTo>
                  <a:lnTo>
                    <a:pt x="16841" y="73399"/>
                  </a:lnTo>
                  <a:lnTo>
                    <a:pt x="16931" y="73515"/>
                  </a:lnTo>
                  <a:lnTo>
                    <a:pt x="17110" y="73747"/>
                  </a:lnTo>
                  <a:lnTo>
                    <a:pt x="17335" y="74166"/>
                  </a:lnTo>
                  <a:lnTo>
                    <a:pt x="17424" y="74212"/>
                  </a:lnTo>
                  <a:lnTo>
                    <a:pt x="17492" y="74212"/>
                  </a:lnTo>
                  <a:lnTo>
                    <a:pt x="17649" y="74142"/>
                  </a:lnTo>
                  <a:lnTo>
                    <a:pt x="17761" y="74073"/>
                  </a:lnTo>
                  <a:lnTo>
                    <a:pt x="17828" y="73957"/>
                  </a:lnTo>
                  <a:lnTo>
                    <a:pt x="17783" y="73771"/>
                  </a:lnTo>
                  <a:lnTo>
                    <a:pt x="17738" y="73631"/>
                  </a:lnTo>
                  <a:lnTo>
                    <a:pt x="17716" y="73445"/>
                  </a:lnTo>
                  <a:lnTo>
                    <a:pt x="17828" y="73259"/>
                  </a:lnTo>
                  <a:lnTo>
                    <a:pt x="17918" y="73190"/>
                  </a:lnTo>
                  <a:lnTo>
                    <a:pt x="18478" y="73050"/>
                  </a:lnTo>
                  <a:lnTo>
                    <a:pt x="18927" y="73027"/>
                  </a:lnTo>
                  <a:lnTo>
                    <a:pt x="19084" y="73097"/>
                  </a:lnTo>
                  <a:lnTo>
                    <a:pt x="19173" y="73282"/>
                  </a:lnTo>
                  <a:lnTo>
                    <a:pt x="19241" y="73492"/>
                  </a:lnTo>
                  <a:lnTo>
                    <a:pt x="19353" y="73701"/>
                  </a:lnTo>
                  <a:lnTo>
                    <a:pt x="19443" y="73794"/>
                  </a:lnTo>
                  <a:lnTo>
                    <a:pt x="19532" y="73910"/>
                  </a:lnTo>
                  <a:lnTo>
                    <a:pt x="19644" y="73957"/>
                  </a:lnTo>
                  <a:lnTo>
                    <a:pt x="20250" y="74166"/>
                  </a:lnTo>
                  <a:lnTo>
                    <a:pt x="20721" y="74189"/>
                  </a:lnTo>
                  <a:lnTo>
                    <a:pt x="20811" y="74235"/>
                  </a:lnTo>
                  <a:lnTo>
                    <a:pt x="20923" y="74328"/>
                  </a:lnTo>
                  <a:lnTo>
                    <a:pt x="21125" y="74561"/>
                  </a:lnTo>
                  <a:lnTo>
                    <a:pt x="21035" y="74793"/>
                  </a:lnTo>
                  <a:lnTo>
                    <a:pt x="21169" y="74886"/>
                  </a:lnTo>
                  <a:lnTo>
                    <a:pt x="21595" y="74909"/>
                  </a:lnTo>
                  <a:lnTo>
                    <a:pt x="21685" y="74886"/>
                  </a:lnTo>
                  <a:lnTo>
                    <a:pt x="21730" y="74909"/>
                  </a:lnTo>
                  <a:lnTo>
                    <a:pt x="21797" y="74956"/>
                  </a:lnTo>
                  <a:lnTo>
                    <a:pt x="21820" y="75049"/>
                  </a:lnTo>
                  <a:lnTo>
                    <a:pt x="21797" y="75142"/>
                  </a:lnTo>
                  <a:lnTo>
                    <a:pt x="21797" y="75235"/>
                  </a:lnTo>
                  <a:lnTo>
                    <a:pt x="21865" y="75258"/>
                  </a:lnTo>
                  <a:lnTo>
                    <a:pt x="22313" y="75142"/>
                  </a:lnTo>
                  <a:lnTo>
                    <a:pt x="22448" y="75165"/>
                  </a:lnTo>
                  <a:lnTo>
                    <a:pt x="22560" y="75235"/>
                  </a:lnTo>
                  <a:lnTo>
                    <a:pt x="22672" y="75258"/>
                  </a:lnTo>
                  <a:lnTo>
                    <a:pt x="22986" y="75049"/>
                  </a:lnTo>
                  <a:lnTo>
                    <a:pt x="23457" y="74909"/>
                  </a:lnTo>
                  <a:lnTo>
                    <a:pt x="23636" y="74770"/>
                  </a:lnTo>
                  <a:lnTo>
                    <a:pt x="23816" y="74538"/>
                  </a:lnTo>
                  <a:lnTo>
                    <a:pt x="24466" y="73910"/>
                  </a:lnTo>
                  <a:lnTo>
                    <a:pt x="24690" y="73747"/>
                  </a:lnTo>
                  <a:lnTo>
                    <a:pt x="24780" y="73678"/>
                  </a:lnTo>
                  <a:lnTo>
                    <a:pt x="25206" y="73329"/>
                  </a:lnTo>
                  <a:lnTo>
                    <a:pt x="25453" y="73259"/>
                  </a:lnTo>
                  <a:lnTo>
                    <a:pt x="25655" y="73329"/>
                  </a:lnTo>
                  <a:lnTo>
                    <a:pt x="25677" y="73422"/>
                  </a:lnTo>
                  <a:lnTo>
                    <a:pt x="25632" y="73538"/>
                  </a:lnTo>
                  <a:lnTo>
                    <a:pt x="25632" y="73608"/>
                  </a:lnTo>
                  <a:lnTo>
                    <a:pt x="25677" y="73701"/>
                  </a:lnTo>
                  <a:lnTo>
                    <a:pt x="25744" y="73747"/>
                  </a:lnTo>
                  <a:lnTo>
                    <a:pt x="25789" y="73771"/>
                  </a:lnTo>
                  <a:lnTo>
                    <a:pt x="25856" y="73840"/>
                  </a:lnTo>
                  <a:lnTo>
                    <a:pt x="25924" y="73933"/>
                  </a:lnTo>
                  <a:lnTo>
                    <a:pt x="25991" y="74189"/>
                  </a:lnTo>
                  <a:lnTo>
                    <a:pt x="26058" y="74328"/>
                  </a:lnTo>
                  <a:lnTo>
                    <a:pt x="26260" y="74421"/>
                  </a:lnTo>
                  <a:lnTo>
                    <a:pt x="26529" y="74398"/>
                  </a:lnTo>
                  <a:lnTo>
                    <a:pt x="27000" y="74166"/>
                  </a:lnTo>
                  <a:lnTo>
                    <a:pt x="27135" y="74142"/>
                  </a:lnTo>
                  <a:lnTo>
                    <a:pt x="27202" y="74189"/>
                  </a:lnTo>
                  <a:lnTo>
                    <a:pt x="27292" y="74259"/>
                  </a:lnTo>
                  <a:lnTo>
                    <a:pt x="27381" y="74305"/>
                  </a:lnTo>
                  <a:lnTo>
                    <a:pt x="27449" y="74259"/>
                  </a:lnTo>
                  <a:lnTo>
                    <a:pt x="27606" y="74189"/>
                  </a:lnTo>
                  <a:lnTo>
                    <a:pt x="27650" y="74166"/>
                  </a:lnTo>
                  <a:lnTo>
                    <a:pt x="27718" y="74166"/>
                  </a:lnTo>
                  <a:lnTo>
                    <a:pt x="27740" y="74189"/>
                  </a:lnTo>
                  <a:lnTo>
                    <a:pt x="27785" y="74189"/>
                  </a:lnTo>
                  <a:lnTo>
                    <a:pt x="29310" y="73771"/>
                  </a:lnTo>
                  <a:lnTo>
                    <a:pt x="29624" y="73747"/>
                  </a:lnTo>
                  <a:lnTo>
                    <a:pt x="29893" y="73840"/>
                  </a:lnTo>
                  <a:lnTo>
                    <a:pt x="29983" y="73910"/>
                  </a:lnTo>
                  <a:lnTo>
                    <a:pt x="30319" y="74375"/>
                  </a:lnTo>
                  <a:lnTo>
                    <a:pt x="30409" y="74468"/>
                  </a:lnTo>
                  <a:lnTo>
                    <a:pt x="30498" y="74538"/>
                  </a:lnTo>
                  <a:lnTo>
                    <a:pt x="30835" y="74677"/>
                  </a:lnTo>
                  <a:lnTo>
                    <a:pt x="30925" y="74677"/>
                  </a:lnTo>
                  <a:lnTo>
                    <a:pt x="31463" y="74375"/>
                  </a:lnTo>
                  <a:lnTo>
                    <a:pt x="31552" y="74328"/>
                  </a:lnTo>
                  <a:lnTo>
                    <a:pt x="31642" y="74328"/>
                  </a:lnTo>
                  <a:lnTo>
                    <a:pt x="31754" y="74328"/>
                  </a:lnTo>
                  <a:lnTo>
                    <a:pt x="31866" y="74375"/>
                  </a:lnTo>
                  <a:lnTo>
                    <a:pt x="31956" y="74398"/>
                  </a:lnTo>
                  <a:lnTo>
                    <a:pt x="32136" y="74328"/>
                  </a:lnTo>
                  <a:lnTo>
                    <a:pt x="32248" y="74328"/>
                  </a:lnTo>
                  <a:lnTo>
                    <a:pt x="32606" y="74375"/>
                  </a:lnTo>
                  <a:lnTo>
                    <a:pt x="33100" y="74305"/>
                  </a:lnTo>
                  <a:lnTo>
                    <a:pt x="33302" y="74305"/>
                  </a:lnTo>
                  <a:lnTo>
                    <a:pt x="33728" y="74352"/>
                  </a:lnTo>
                  <a:lnTo>
                    <a:pt x="33840" y="74352"/>
                  </a:lnTo>
                  <a:lnTo>
                    <a:pt x="33974" y="74259"/>
                  </a:lnTo>
                  <a:lnTo>
                    <a:pt x="34445" y="73910"/>
                  </a:lnTo>
                  <a:lnTo>
                    <a:pt x="35163" y="73282"/>
                  </a:lnTo>
                  <a:lnTo>
                    <a:pt x="36127" y="72539"/>
                  </a:lnTo>
                  <a:lnTo>
                    <a:pt x="36710" y="72027"/>
                  </a:lnTo>
                  <a:lnTo>
                    <a:pt x="37383" y="71446"/>
                  </a:lnTo>
                  <a:lnTo>
                    <a:pt x="37720" y="71284"/>
                  </a:lnTo>
                  <a:lnTo>
                    <a:pt x="38594" y="70889"/>
                  </a:lnTo>
                  <a:lnTo>
                    <a:pt x="38774" y="70865"/>
                  </a:lnTo>
                  <a:lnTo>
                    <a:pt x="38908" y="70889"/>
                  </a:lnTo>
                  <a:lnTo>
                    <a:pt x="40007" y="71353"/>
                  </a:lnTo>
                  <a:lnTo>
                    <a:pt x="41106" y="71795"/>
                  </a:lnTo>
                  <a:lnTo>
                    <a:pt x="42205" y="72260"/>
                  </a:lnTo>
                  <a:lnTo>
                    <a:pt x="43304" y="72701"/>
                  </a:lnTo>
                  <a:lnTo>
                    <a:pt x="44402" y="73166"/>
                  </a:lnTo>
                  <a:lnTo>
                    <a:pt x="45501" y="73608"/>
                  </a:lnTo>
                  <a:lnTo>
                    <a:pt x="46623" y="74026"/>
                  </a:lnTo>
                  <a:lnTo>
                    <a:pt x="47721" y="74468"/>
                  </a:lnTo>
                  <a:lnTo>
                    <a:pt x="48349" y="74723"/>
                  </a:lnTo>
                  <a:lnTo>
                    <a:pt x="48977" y="75002"/>
                  </a:lnTo>
                  <a:lnTo>
                    <a:pt x="49605" y="75258"/>
                  </a:lnTo>
                  <a:lnTo>
                    <a:pt x="50861" y="75746"/>
                  </a:lnTo>
                  <a:lnTo>
                    <a:pt x="51467" y="76002"/>
                  </a:lnTo>
                  <a:lnTo>
                    <a:pt x="52094" y="76234"/>
                  </a:lnTo>
                  <a:lnTo>
                    <a:pt x="52722" y="76490"/>
                  </a:lnTo>
                  <a:lnTo>
                    <a:pt x="53485" y="76792"/>
                  </a:lnTo>
                  <a:lnTo>
                    <a:pt x="54225" y="77117"/>
                  </a:lnTo>
                  <a:lnTo>
                    <a:pt x="54965" y="77396"/>
                  </a:lnTo>
                  <a:lnTo>
                    <a:pt x="55750" y="77699"/>
                  </a:lnTo>
                  <a:lnTo>
                    <a:pt x="56490" y="78024"/>
                  </a:lnTo>
                  <a:lnTo>
                    <a:pt x="57252" y="78303"/>
                  </a:lnTo>
                  <a:lnTo>
                    <a:pt x="57992" y="78605"/>
                  </a:lnTo>
                  <a:lnTo>
                    <a:pt x="58777" y="78907"/>
                  </a:lnTo>
                  <a:lnTo>
                    <a:pt x="58867" y="78954"/>
                  </a:lnTo>
                  <a:lnTo>
                    <a:pt x="58957" y="79000"/>
                  </a:lnTo>
                  <a:lnTo>
                    <a:pt x="59069" y="79023"/>
                  </a:lnTo>
                  <a:lnTo>
                    <a:pt x="59159" y="79070"/>
                  </a:lnTo>
                  <a:lnTo>
                    <a:pt x="59271" y="79140"/>
                  </a:lnTo>
                  <a:lnTo>
                    <a:pt x="59360" y="79163"/>
                  </a:lnTo>
                  <a:lnTo>
                    <a:pt x="59472" y="79209"/>
                  </a:lnTo>
                  <a:lnTo>
                    <a:pt x="59562" y="79256"/>
                  </a:lnTo>
                  <a:lnTo>
                    <a:pt x="59674" y="79372"/>
                  </a:lnTo>
                  <a:lnTo>
                    <a:pt x="59742" y="79535"/>
                  </a:lnTo>
                  <a:lnTo>
                    <a:pt x="59943" y="79976"/>
                  </a:lnTo>
                  <a:lnTo>
                    <a:pt x="60145" y="80441"/>
                  </a:lnTo>
                  <a:lnTo>
                    <a:pt x="60414" y="81138"/>
                  </a:lnTo>
                  <a:lnTo>
                    <a:pt x="60549" y="81324"/>
                  </a:lnTo>
                  <a:lnTo>
                    <a:pt x="61087" y="81812"/>
                  </a:lnTo>
                  <a:lnTo>
                    <a:pt x="61782" y="82440"/>
                  </a:lnTo>
                  <a:lnTo>
                    <a:pt x="61939" y="82533"/>
                  </a:lnTo>
                  <a:lnTo>
                    <a:pt x="62096" y="82579"/>
                  </a:lnTo>
                  <a:lnTo>
                    <a:pt x="62253" y="82533"/>
                  </a:lnTo>
                  <a:lnTo>
                    <a:pt x="62365" y="82486"/>
                  </a:lnTo>
                  <a:lnTo>
                    <a:pt x="62410" y="82393"/>
                  </a:lnTo>
                  <a:lnTo>
                    <a:pt x="62455" y="82277"/>
                  </a:lnTo>
                  <a:lnTo>
                    <a:pt x="62545" y="82184"/>
                  </a:lnTo>
                  <a:lnTo>
                    <a:pt x="62635" y="81952"/>
                  </a:lnTo>
                  <a:lnTo>
                    <a:pt x="62814" y="81836"/>
                  </a:lnTo>
                  <a:lnTo>
                    <a:pt x="63016" y="81789"/>
                  </a:lnTo>
                  <a:lnTo>
                    <a:pt x="63307" y="81905"/>
                  </a:lnTo>
                  <a:lnTo>
                    <a:pt x="63621" y="81650"/>
                  </a:lnTo>
                  <a:lnTo>
                    <a:pt x="63801" y="81417"/>
                  </a:lnTo>
                  <a:lnTo>
                    <a:pt x="64115" y="81417"/>
                  </a:lnTo>
                  <a:lnTo>
                    <a:pt x="64339" y="81487"/>
                  </a:lnTo>
                  <a:lnTo>
                    <a:pt x="64204" y="82300"/>
                  </a:lnTo>
                  <a:lnTo>
                    <a:pt x="64339" y="82579"/>
                  </a:lnTo>
                  <a:lnTo>
                    <a:pt x="64451" y="82742"/>
                  </a:lnTo>
                  <a:lnTo>
                    <a:pt x="64630" y="82951"/>
                  </a:lnTo>
                  <a:lnTo>
                    <a:pt x="64630" y="83137"/>
                  </a:lnTo>
                  <a:lnTo>
                    <a:pt x="64630" y="83253"/>
                  </a:lnTo>
                  <a:lnTo>
                    <a:pt x="64675" y="83393"/>
                  </a:lnTo>
                  <a:lnTo>
                    <a:pt x="64765" y="83556"/>
                  </a:lnTo>
                  <a:lnTo>
                    <a:pt x="64832" y="83765"/>
                  </a:lnTo>
                  <a:lnTo>
                    <a:pt x="64855" y="83858"/>
                  </a:lnTo>
                  <a:lnTo>
                    <a:pt x="64877" y="83974"/>
                  </a:lnTo>
                  <a:lnTo>
                    <a:pt x="64989" y="84137"/>
                  </a:lnTo>
                  <a:lnTo>
                    <a:pt x="65213" y="84346"/>
                  </a:lnTo>
                  <a:lnTo>
                    <a:pt x="65438" y="84485"/>
                  </a:lnTo>
                  <a:lnTo>
                    <a:pt x="65505" y="84764"/>
                  </a:lnTo>
                  <a:lnTo>
                    <a:pt x="65550" y="84787"/>
                  </a:lnTo>
                  <a:lnTo>
                    <a:pt x="65640" y="84880"/>
                  </a:lnTo>
                  <a:lnTo>
                    <a:pt x="65819" y="85090"/>
                  </a:lnTo>
                  <a:lnTo>
                    <a:pt x="65886" y="85159"/>
                  </a:lnTo>
                  <a:lnTo>
                    <a:pt x="65976" y="85159"/>
                  </a:lnTo>
                  <a:lnTo>
                    <a:pt x="66066" y="85090"/>
                  </a:lnTo>
                  <a:lnTo>
                    <a:pt x="66312" y="84694"/>
                  </a:lnTo>
                  <a:lnTo>
                    <a:pt x="66380" y="84578"/>
                  </a:lnTo>
                  <a:lnTo>
                    <a:pt x="66492" y="84532"/>
                  </a:lnTo>
                  <a:lnTo>
                    <a:pt x="66604" y="84532"/>
                  </a:lnTo>
                  <a:lnTo>
                    <a:pt x="66918" y="84555"/>
                  </a:lnTo>
                  <a:lnTo>
                    <a:pt x="67434" y="84346"/>
                  </a:lnTo>
                  <a:lnTo>
                    <a:pt x="67725" y="84299"/>
                  </a:lnTo>
                  <a:lnTo>
                    <a:pt x="68039" y="84462"/>
                  </a:lnTo>
                  <a:lnTo>
                    <a:pt x="68398" y="84741"/>
                  </a:lnTo>
                  <a:lnTo>
                    <a:pt x="68532" y="84811"/>
                  </a:lnTo>
                  <a:lnTo>
                    <a:pt x="68645" y="84927"/>
                  </a:lnTo>
                  <a:lnTo>
                    <a:pt x="68734" y="85020"/>
                  </a:lnTo>
                  <a:lnTo>
                    <a:pt x="68734" y="85159"/>
                  </a:lnTo>
                  <a:lnTo>
                    <a:pt x="68600" y="85694"/>
                  </a:lnTo>
                  <a:lnTo>
                    <a:pt x="68465" y="86298"/>
                  </a:lnTo>
                  <a:lnTo>
                    <a:pt x="68331" y="86763"/>
                  </a:lnTo>
                  <a:lnTo>
                    <a:pt x="68846" y="86995"/>
                  </a:lnTo>
                  <a:lnTo>
                    <a:pt x="69564" y="87251"/>
                  </a:lnTo>
                  <a:lnTo>
                    <a:pt x="70797" y="87739"/>
                  </a:lnTo>
                  <a:lnTo>
                    <a:pt x="71919" y="88181"/>
                  </a:lnTo>
                  <a:lnTo>
                    <a:pt x="73578" y="88808"/>
                  </a:lnTo>
                  <a:lnTo>
                    <a:pt x="74655" y="89227"/>
                  </a:lnTo>
                  <a:lnTo>
                    <a:pt x="74946" y="89482"/>
                  </a:lnTo>
                  <a:lnTo>
                    <a:pt x="75103" y="89785"/>
                  </a:lnTo>
                  <a:lnTo>
                    <a:pt x="75754" y="91458"/>
                  </a:lnTo>
                  <a:lnTo>
                    <a:pt x="76359" y="93155"/>
                  </a:lnTo>
                  <a:lnTo>
                    <a:pt x="77637" y="96502"/>
                  </a:lnTo>
                  <a:lnTo>
                    <a:pt x="78288" y="98198"/>
                  </a:lnTo>
                  <a:lnTo>
                    <a:pt x="78938" y="99848"/>
                  </a:lnTo>
                  <a:lnTo>
                    <a:pt x="79566" y="101522"/>
                  </a:lnTo>
                  <a:lnTo>
                    <a:pt x="80216" y="103195"/>
                  </a:lnTo>
                  <a:lnTo>
                    <a:pt x="80239" y="103288"/>
                  </a:lnTo>
                  <a:lnTo>
                    <a:pt x="80284" y="103497"/>
                  </a:lnTo>
                  <a:lnTo>
                    <a:pt x="80284" y="103730"/>
                  </a:lnTo>
                  <a:lnTo>
                    <a:pt x="80216" y="104288"/>
                  </a:lnTo>
                  <a:lnTo>
                    <a:pt x="80149" y="104846"/>
                  </a:lnTo>
                  <a:lnTo>
                    <a:pt x="80059" y="105403"/>
                  </a:lnTo>
                  <a:lnTo>
                    <a:pt x="79992" y="105984"/>
                  </a:lnTo>
                  <a:lnTo>
                    <a:pt x="79925" y="106519"/>
                  </a:lnTo>
                  <a:lnTo>
                    <a:pt x="79813" y="107077"/>
                  </a:lnTo>
                  <a:lnTo>
                    <a:pt x="79745" y="107635"/>
                  </a:lnTo>
                  <a:lnTo>
                    <a:pt x="79656" y="108192"/>
                  </a:lnTo>
                  <a:lnTo>
                    <a:pt x="79700" y="108471"/>
                  </a:lnTo>
                  <a:lnTo>
                    <a:pt x="79768" y="108773"/>
                  </a:lnTo>
                  <a:lnTo>
                    <a:pt x="79745" y="109052"/>
                  </a:lnTo>
                  <a:lnTo>
                    <a:pt x="79633" y="109331"/>
                  </a:lnTo>
                  <a:lnTo>
                    <a:pt x="79633" y="109657"/>
                  </a:lnTo>
                  <a:lnTo>
                    <a:pt x="79656" y="109819"/>
                  </a:lnTo>
                  <a:lnTo>
                    <a:pt x="79611" y="110075"/>
                  </a:lnTo>
                  <a:lnTo>
                    <a:pt x="79633" y="110214"/>
                  </a:lnTo>
                  <a:lnTo>
                    <a:pt x="79745" y="110377"/>
                  </a:lnTo>
                  <a:lnTo>
                    <a:pt x="79768" y="110424"/>
                  </a:lnTo>
                  <a:lnTo>
                    <a:pt x="79790" y="110517"/>
                  </a:lnTo>
                  <a:lnTo>
                    <a:pt x="79790" y="110679"/>
                  </a:lnTo>
                  <a:lnTo>
                    <a:pt x="79813" y="111051"/>
                  </a:lnTo>
                  <a:lnTo>
                    <a:pt x="79790" y="111679"/>
                  </a:lnTo>
                  <a:lnTo>
                    <a:pt x="79745" y="111911"/>
                  </a:lnTo>
                  <a:lnTo>
                    <a:pt x="79633" y="112190"/>
                  </a:lnTo>
                  <a:lnTo>
                    <a:pt x="79544" y="112376"/>
                  </a:lnTo>
                  <a:lnTo>
                    <a:pt x="79364" y="112515"/>
                  </a:lnTo>
                  <a:lnTo>
                    <a:pt x="79162" y="112585"/>
                  </a:lnTo>
                  <a:lnTo>
                    <a:pt x="78938" y="112980"/>
                  </a:lnTo>
                  <a:lnTo>
                    <a:pt x="78490" y="113933"/>
                  </a:lnTo>
                  <a:lnTo>
                    <a:pt x="78310" y="114166"/>
                  </a:lnTo>
                  <a:lnTo>
                    <a:pt x="77749" y="114654"/>
                  </a:lnTo>
                  <a:lnTo>
                    <a:pt x="77211" y="114979"/>
                  </a:lnTo>
                  <a:lnTo>
                    <a:pt x="77009" y="115258"/>
                  </a:lnTo>
                  <a:lnTo>
                    <a:pt x="76920" y="115560"/>
                  </a:lnTo>
                  <a:lnTo>
                    <a:pt x="76852" y="115862"/>
                  </a:lnTo>
                  <a:lnTo>
                    <a:pt x="76875" y="116188"/>
                  </a:lnTo>
                  <a:lnTo>
                    <a:pt x="76987" y="116885"/>
                  </a:lnTo>
                  <a:lnTo>
                    <a:pt x="76987" y="117513"/>
                  </a:lnTo>
                  <a:lnTo>
                    <a:pt x="77077" y="117861"/>
                  </a:lnTo>
                  <a:lnTo>
                    <a:pt x="77391" y="118489"/>
                  </a:lnTo>
                  <a:lnTo>
                    <a:pt x="77615" y="118814"/>
                  </a:lnTo>
                  <a:lnTo>
                    <a:pt x="77839" y="119023"/>
                  </a:lnTo>
                  <a:lnTo>
                    <a:pt x="78422" y="119233"/>
                  </a:lnTo>
                  <a:lnTo>
                    <a:pt x="79185" y="119558"/>
                  </a:lnTo>
                  <a:lnTo>
                    <a:pt x="80216" y="119930"/>
                  </a:lnTo>
                  <a:lnTo>
                    <a:pt x="80508" y="119999"/>
                  </a:lnTo>
                  <a:lnTo>
                    <a:pt x="81786" y="119674"/>
                  </a:lnTo>
                  <a:lnTo>
                    <a:pt x="81921" y="119604"/>
                  </a:lnTo>
                  <a:lnTo>
                    <a:pt x="82661" y="118861"/>
                  </a:lnTo>
                  <a:lnTo>
                    <a:pt x="83378" y="118094"/>
                  </a:lnTo>
                  <a:lnTo>
                    <a:pt x="84118" y="117350"/>
                  </a:lnTo>
                  <a:lnTo>
                    <a:pt x="84858" y="116606"/>
                  </a:lnTo>
                  <a:lnTo>
                    <a:pt x="85576" y="115886"/>
                  </a:lnTo>
                  <a:lnTo>
                    <a:pt x="86271" y="115119"/>
                  </a:lnTo>
                  <a:lnTo>
                    <a:pt x="87011" y="114352"/>
                  </a:lnTo>
                  <a:lnTo>
                    <a:pt x="87729" y="113608"/>
                  </a:lnTo>
                  <a:lnTo>
                    <a:pt x="88447" y="113259"/>
                  </a:lnTo>
                  <a:lnTo>
                    <a:pt x="89164" y="112934"/>
                  </a:lnTo>
                  <a:lnTo>
                    <a:pt x="89882" y="112562"/>
                  </a:lnTo>
                  <a:lnTo>
                    <a:pt x="90577" y="112237"/>
                  </a:lnTo>
                  <a:lnTo>
                    <a:pt x="91295" y="111865"/>
                  </a:lnTo>
                  <a:lnTo>
                    <a:pt x="91923" y="111563"/>
                  </a:lnTo>
                  <a:lnTo>
                    <a:pt x="91990" y="111539"/>
                  </a:lnTo>
                  <a:lnTo>
                    <a:pt x="92730" y="111167"/>
                  </a:lnTo>
                  <a:lnTo>
                    <a:pt x="93425" y="110819"/>
                  </a:lnTo>
                  <a:lnTo>
                    <a:pt x="94232" y="110145"/>
                  </a:lnTo>
                  <a:lnTo>
                    <a:pt x="94995" y="109471"/>
                  </a:lnTo>
                  <a:lnTo>
                    <a:pt x="95780" y="108773"/>
                  </a:lnTo>
                  <a:lnTo>
                    <a:pt x="95892" y="108657"/>
                  </a:lnTo>
                  <a:lnTo>
                    <a:pt x="96542" y="108099"/>
                  </a:lnTo>
                  <a:lnTo>
                    <a:pt x="97327" y="107402"/>
                  </a:lnTo>
                  <a:lnTo>
                    <a:pt x="98090" y="106728"/>
                  </a:lnTo>
                  <a:lnTo>
                    <a:pt x="98874" y="106031"/>
                  </a:lnTo>
                  <a:lnTo>
                    <a:pt x="99637" y="105334"/>
                  </a:lnTo>
                  <a:lnTo>
                    <a:pt x="99861" y="104938"/>
                  </a:lnTo>
                  <a:lnTo>
                    <a:pt x="100041" y="104474"/>
                  </a:lnTo>
                  <a:lnTo>
                    <a:pt x="99996" y="104102"/>
                  </a:lnTo>
                  <a:lnTo>
                    <a:pt x="99951" y="103986"/>
                  </a:lnTo>
                  <a:lnTo>
                    <a:pt x="99794" y="103893"/>
                  </a:lnTo>
                  <a:lnTo>
                    <a:pt x="99637" y="103893"/>
                  </a:lnTo>
                  <a:lnTo>
                    <a:pt x="99480" y="103846"/>
                  </a:lnTo>
                  <a:lnTo>
                    <a:pt x="99323" y="103776"/>
                  </a:lnTo>
                  <a:lnTo>
                    <a:pt x="99211" y="103707"/>
                  </a:lnTo>
                  <a:lnTo>
                    <a:pt x="99144" y="103614"/>
                  </a:lnTo>
                  <a:lnTo>
                    <a:pt x="99121" y="103428"/>
                  </a:lnTo>
                  <a:lnTo>
                    <a:pt x="99121" y="103312"/>
                  </a:lnTo>
                  <a:lnTo>
                    <a:pt x="99099" y="103242"/>
                  </a:lnTo>
                  <a:lnTo>
                    <a:pt x="99031" y="103172"/>
                  </a:lnTo>
                  <a:lnTo>
                    <a:pt x="98942" y="103126"/>
                  </a:lnTo>
                  <a:lnTo>
                    <a:pt x="98852" y="103056"/>
                  </a:lnTo>
                  <a:lnTo>
                    <a:pt x="98785" y="103009"/>
                  </a:lnTo>
                  <a:lnTo>
                    <a:pt x="98740" y="102916"/>
                  </a:lnTo>
                  <a:lnTo>
                    <a:pt x="98717" y="102800"/>
                  </a:lnTo>
                  <a:lnTo>
                    <a:pt x="98717" y="102707"/>
                  </a:lnTo>
                  <a:lnTo>
                    <a:pt x="98740" y="102638"/>
                  </a:lnTo>
                  <a:lnTo>
                    <a:pt x="98740" y="102568"/>
                  </a:lnTo>
                  <a:lnTo>
                    <a:pt x="98740" y="102452"/>
                  </a:lnTo>
                  <a:lnTo>
                    <a:pt x="98717" y="102359"/>
                  </a:lnTo>
                  <a:lnTo>
                    <a:pt x="98493" y="101638"/>
                  </a:lnTo>
                  <a:lnTo>
                    <a:pt x="98448" y="101499"/>
                  </a:lnTo>
                  <a:lnTo>
                    <a:pt x="98112" y="101011"/>
                  </a:lnTo>
                  <a:lnTo>
                    <a:pt x="97394" y="100127"/>
                  </a:lnTo>
                  <a:lnTo>
                    <a:pt x="97865" y="99709"/>
                  </a:lnTo>
                  <a:lnTo>
                    <a:pt x="98516" y="99105"/>
                  </a:lnTo>
                  <a:lnTo>
                    <a:pt x="99480" y="98221"/>
                  </a:lnTo>
                  <a:lnTo>
                    <a:pt x="99816" y="98012"/>
                  </a:lnTo>
                  <a:lnTo>
                    <a:pt x="101117" y="97640"/>
                  </a:lnTo>
                  <a:lnTo>
                    <a:pt x="102418" y="97269"/>
                  </a:lnTo>
                  <a:lnTo>
                    <a:pt x="103718" y="96897"/>
                  </a:lnTo>
                  <a:lnTo>
                    <a:pt x="105019" y="96525"/>
                  </a:lnTo>
                  <a:lnTo>
                    <a:pt x="106297" y="96153"/>
                  </a:lnTo>
                  <a:lnTo>
                    <a:pt x="107598" y="95758"/>
                  </a:lnTo>
                  <a:lnTo>
                    <a:pt x="108876" y="95386"/>
                  </a:lnTo>
                  <a:lnTo>
                    <a:pt x="110177" y="95014"/>
                  </a:lnTo>
                  <a:lnTo>
                    <a:pt x="110199" y="94968"/>
                  </a:lnTo>
                  <a:lnTo>
                    <a:pt x="110222" y="94921"/>
                  </a:lnTo>
                  <a:lnTo>
                    <a:pt x="110244" y="94898"/>
                  </a:lnTo>
                  <a:lnTo>
                    <a:pt x="110267" y="94875"/>
                  </a:lnTo>
                  <a:lnTo>
                    <a:pt x="110312" y="94851"/>
                  </a:lnTo>
                  <a:lnTo>
                    <a:pt x="110334" y="94828"/>
                  </a:lnTo>
                  <a:lnTo>
                    <a:pt x="110356" y="94782"/>
                  </a:lnTo>
                  <a:lnTo>
                    <a:pt x="110379" y="94758"/>
                  </a:lnTo>
                  <a:lnTo>
                    <a:pt x="110491" y="94224"/>
                  </a:lnTo>
                  <a:lnTo>
                    <a:pt x="110603" y="93712"/>
                  </a:lnTo>
                  <a:lnTo>
                    <a:pt x="110715" y="93201"/>
                  </a:lnTo>
                  <a:lnTo>
                    <a:pt x="110827" y="92690"/>
                  </a:lnTo>
                  <a:lnTo>
                    <a:pt x="110940" y="92132"/>
                  </a:lnTo>
                  <a:lnTo>
                    <a:pt x="111052" y="91621"/>
                  </a:lnTo>
                  <a:lnTo>
                    <a:pt x="111186" y="91109"/>
                  </a:lnTo>
                  <a:lnTo>
                    <a:pt x="111276" y="90575"/>
                  </a:lnTo>
                  <a:lnTo>
                    <a:pt x="111366" y="90389"/>
                  </a:lnTo>
                  <a:lnTo>
                    <a:pt x="111702" y="89831"/>
                  </a:lnTo>
                  <a:lnTo>
                    <a:pt x="111724" y="89785"/>
                  </a:lnTo>
                  <a:lnTo>
                    <a:pt x="111724" y="89715"/>
                  </a:lnTo>
                  <a:lnTo>
                    <a:pt x="111724" y="89645"/>
                  </a:lnTo>
                  <a:lnTo>
                    <a:pt x="111747" y="89575"/>
                  </a:lnTo>
                  <a:lnTo>
                    <a:pt x="111792" y="89529"/>
                  </a:lnTo>
                  <a:lnTo>
                    <a:pt x="112352" y="89064"/>
                  </a:lnTo>
                  <a:lnTo>
                    <a:pt x="112420" y="88948"/>
                  </a:lnTo>
                  <a:lnTo>
                    <a:pt x="112509" y="88808"/>
                  </a:lnTo>
                  <a:lnTo>
                    <a:pt x="112464" y="88762"/>
                  </a:lnTo>
                  <a:lnTo>
                    <a:pt x="112375" y="88576"/>
                  </a:lnTo>
                  <a:lnTo>
                    <a:pt x="112352" y="88506"/>
                  </a:lnTo>
                  <a:lnTo>
                    <a:pt x="112442" y="88251"/>
                  </a:lnTo>
                  <a:lnTo>
                    <a:pt x="112801" y="87739"/>
                  </a:lnTo>
                  <a:lnTo>
                    <a:pt x="113608" y="87042"/>
                  </a:lnTo>
                  <a:lnTo>
                    <a:pt x="113743" y="86926"/>
                  </a:lnTo>
                  <a:lnTo>
                    <a:pt x="113765" y="86786"/>
                  </a:lnTo>
                  <a:lnTo>
                    <a:pt x="113788" y="86624"/>
                  </a:lnTo>
                  <a:lnTo>
                    <a:pt x="113832" y="86391"/>
                  </a:lnTo>
                  <a:lnTo>
                    <a:pt x="113967" y="86066"/>
                  </a:lnTo>
                  <a:lnTo>
                    <a:pt x="114102" y="85717"/>
                  </a:lnTo>
                  <a:lnTo>
                    <a:pt x="114236" y="85206"/>
                  </a:lnTo>
                  <a:lnTo>
                    <a:pt x="114729" y="84323"/>
                  </a:lnTo>
                  <a:lnTo>
                    <a:pt x="115200" y="83439"/>
                  </a:lnTo>
                  <a:lnTo>
                    <a:pt x="115649" y="82649"/>
                  </a:lnTo>
                  <a:lnTo>
                    <a:pt x="115918" y="82138"/>
                  </a:lnTo>
                  <a:lnTo>
                    <a:pt x="116524" y="81371"/>
                  </a:lnTo>
                  <a:lnTo>
                    <a:pt x="116793" y="81208"/>
                  </a:lnTo>
                  <a:lnTo>
                    <a:pt x="116860" y="81115"/>
                  </a:lnTo>
                  <a:lnTo>
                    <a:pt x="117039" y="80836"/>
                  </a:lnTo>
                  <a:lnTo>
                    <a:pt x="117129" y="80766"/>
                  </a:lnTo>
                  <a:lnTo>
                    <a:pt x="117398" y="80534"/>
                  </a:lnTo>
                  <a:lnTo>
                    <a:pt x="117533" y="80325"/>
                  </a:lnTo>
                  <a:lnTo>
                    <a:pt x="117622" y="80232"/>
                  </a:lnTo>
                  <a:lnTo>
                    <a:pt x="117712" y="80209"/>
                  </a:lnTo>
                  <a:lnTo>
                    <a:pt x="118452" y="80069"/>
                  </a:lnTo>
                  <a:lnTo>
                    <a:pt x="118587" y="80000"/>
                  </a:lnTo>
                  <a:lnTo>
                    <a:pt x="118811" y="79535"/>
                  </a:lnTo>
                  <a:lnTo>
                    <a:pt x="119282" y="79047"/>
                  </a:lnTo>
                  <a:lnTo>
                    <a:pt x="119372" y="78930"/>
                  </a:lnTo>
                  <a:lnTo>
                    <a:pt x="119394" y="78791"/>
                  </a:lnTo>
                  <a:lnTo>
                    <a:pt x="119372" y="78605"/>
                  </a:lnTo>
                  <a:lnTo>
                    <a:pt x="119416" y="78442"/>
                  </a:lnTo>
                  <a:lnTo>
                    <a:pt x="119461" y="78233"/>
                  </a:lnTo>
                  <a:lnTo>
                    <a:pt x="119551" y="78117"/>
                  </a:lnTo>
                  <a:lnTo>
                    <a:pt x="119596" y="78070"/>
                  </a:lnTo>
                  <a:lnTo>
                    <a:pt x="119730" y="77977"/>
                  </a:lnTo>
                  <a:lnTo>
                    <a:pt x="119798" y="77908"/>
                  </a:lnTo>
                  <a:lnTo>
                    <a:pt x="119887" y="77768"/>
                  </a:lnTo>
                  <a:lnTo>
                    <a:pt x="119887" y="77745"/>
                  </a:lnTo>
                  <a:lnTo>
                    <a:pt x="119932" y="77675"/>
                  </a:lnTo>
                  <a:lnTo>
                    <a:pt x="120000" y="77559"/>
                  </a:lnTo>
                  <a:lnTo>
                    <a:pt x="119932" y="775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Shape 4980"/>
            <p:cNvSpPr/>
            <p:nvPr/>
          </p:nvSpPr>
          <p:spPr>
            <a:xfrm>
              <a:off x="11001632" y="2714969"/>
              <a:ext cx="3444875" cy="47640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72610"/>
                  </a:moveTo>
                  <a:lnTo>
                    <a:pt x="120000" y="72610"/>
                  </a:lnTo>
                  <a:lnTo>
                    <a:pt x="119981" y="72610"/>
                  </a:lnTo>
                  <a:lnTo>
                    <a:pt x="120000" y="72610"/>
                  </a:lnTo>
                  <a:close/>
                  <a:moveTo>
                    <a:pt x="92401" y="119893"/>
                  </a:moveTo>
                  <a:lnTo>
                    <a:pt x="92382" y="119906"/>
                  </a:lnTo>
                  <a:lnTo>
                    <a:pt x="92364" y="119920"/>
                  </a:lnTo>
                  <a:lnTo>
                    <a:pt x="92327" y="119960"/>
                  </a:lnTo>
                  <a:lnTo>
                    <a:pt x="92364" y="119986"/>
                  </a:lnTo>
                  <a:lnTo>
                    <a:pt x="92382" y="120000"/>
                  </a:lnTo>
                  <a:lnTo>
                    <a:pt x="92419" y="119986"/>
                  </a:lnTo>
                  <a:lnTo>
                    <a:pt x="92438" y="119920"/>
                  </a:lnTo>
                  <a:lnTo>
                    <a:pt x="92419" y="119893"/>
                  </a:lnTo>
                  <a:lnTo>
                    <a:pt x="92401" y="119893"/>
                  </a:lnTo>
                  <a:close/>
                  <a:moveTo>
                    <a:pt x="91534" y="119520"/>
                  </a:moveTo>
                  <a:lnTo>
                    <a:pt x="91368" y="119626"/>
                  </a:lnTo>
                  <a:lnTo>
                    <a:pt x="91368" y="119666"/>
                  </a:lnTo>
                  <a:lnTo>
                    <a:pt x="91424" y="119666"/>
                  </a:lnTo>
                  <a:lnTo>
                    <a:pt x="91571" y="119586"/>
                  </a:lnTo>
                  <a:lnTo>
                    <a:pt x="91590" y="119533"/>
                  </a:lnTo>
                  <a:lnTo>
                    <a:pt x="91663" y="119506"/>
                  </a:lnTo>
                  <a:lnTo>
                    <a:pt x="91700" y="119493"/>
                  </a:lnTo>
                  <a:lnTo>
                    <a:pt x="91663" y="119493"/>
                  </a:lnTo>
                  <a:lnTo>
                    <a:pt x="91534" y="119520"/>
                  </a:lnTo>
                  <a:close/>
                  <a:moveTo>
                    <a:pt x="91147" y="118653"/>
                  </a:moveTo>
                  <a:lnTo>
                    <a:pt x="91018" y="118666"/>
                  </a:lnTo>
                  <a:lnTo>
                    <a:pt x="90981" y="118653"/>
                  </a:lnTo>
                  <a:lnTo>
                    <a:pt x="90963" y="118653"/>
                  </a:lnTo>
                  <a:lnTo>
                    <a:pt x="90871" y="118720"/>
                  </a:lnTo>
                  <a:lnTo>
                    <a:pt x="90871" y="118773"/>
                  </a:lnTo>
                  <a:lnTo>
                    <a:pt x="90889" y="118813"/>
                  </a:lnTo>
                  <a:lnTo>
                    <a:pt x="90926" y="118826"/>
                  </a:lnTo>
                  <a:lnTo>
                    <a:pt x="91110" y="118733"/>
                  </a:lnTo>
                  <a:lnTo>
                    <a:pt x="91166" y="118720"/>
                  </a:lnTo>
                  <a:lnTo>
                    <a:pt x="91166" y="118666"/>
                  </a:lnTo>
                  <a:lnTo>
                    <a:pt x="91147" y="118640"/>
                  </a:lnTo>
                  <a:lnTo>
                    <a:pt x="91147" y="118653"/>
                  </a:lnTo>
                  <a:close/>
                  <a:moveTo>
                    <a:pt x="91202" y="118373"/>
                  </a:moveTo>
                  <a:lnTo>
                    <a:pt x="91129" y="118453"/>
                  </a:lnTo>
                  <a:lnTo>
                    <a:pt x="91147" y="118480"/>
                  </a:lnTo>
                  <a:lnTo>
                    <a:pt x="91184" y="118506"/>
                  </a:lnTo>
                  <a:lnTo>
                    <a:pt x="91239" y="118453"/>
                  </a:lnTo>
                  <a:lnTo>
                    <a:pt x="91239" y="118413"/>
                  </a:lnTo>
                  <a:lnTo>
                    <a:pt x="91221" y="118347"/>
                  </a:lnTo>
                  <a:lnTo>
                    <a:pt x="91202" y="118373"/>
                  </a:lnTo>
                  <a:close/>
                  <a:moveTo>
                    <a:pt x="92087" y="117827"/>
                  </a:moveTo>
                  <a:lnTo>
                    <a:pt x="92069" y="117800"/>
                  </a:lnTo>
                  <a:lnTo>
                    <a:pt x="92032" y="117760"/>
                  </a:lnTo>
                  <a:lnTo>
                    <a:pt x="91958" y="117720"/>
                  </a:lnTo>
                  <a:lnTo>
                    <a:pt x="91921" y="117733"/>
                  </a:lnTo>
                  <a:lnTo>
                    <a:pt x="91885" y="117773"/>
                  </a:lnTo>
                  <a:lnTo>
                    <a:pt x="91885" y="117813"/>
                  </a:lnTo>
                  <a:lnTo>
                    <a:pt x="92069" y="117880"/>
                  </a:lnTo>
                  <a:lnTo>
                    <a:pt x="92087" y="117867"/>
                  </a:lnTo>
                  <a:lnTo>
                    <a:pt x="92087" y="117853"/>
                  </a:lnTo>
                  <a:lnTo>
                    <a:pt x="92087" y="117853"/>
                  </a:lnTo>
                  <a:lnTo>
                    <a:pt x="92087" y="117827"/>
                  </a:lnTo>
                  <a:close/>
                  <a:moveTo>
                    <a:pt x="90318" y="115894"/>
                  </a:moveTo>
                  <a:lnTo>
                    <a:pt x="90336" y="115907"/>
                  </a:lnTo>
                  <a:lnTo>
                    <a:pt x="90373" y="115920"/>
                  </a:lnTo>
                  <a:lnTo>
                    <a:pt x="90391" y="115934"/>
                  </a:lnTo>
                  <a:lnTo>
                    <a:pt x="90410" y="115920"/>
                  </a:lnTo>
                  <a:lnTo>
                    <a:pt x="90410" y="115827"/>
                  </a:lnTo>
                  <a:lnTo>
                    <a:pt x="90391" y="115787"/>
                  </a:lnTo>
                  <a:lnTo>
                    <a:pt x="90318" y="115774"/>
                  </a:lnTo>
                  <a:lnTo>
                    <a:pt x="90299" y="115774"/>
                  </a:lnTo>
                  <a:lnTo>
                    <a:pt x="90281" y="115800"/>
                  </a:lnTo>
                  <a:lnTo>
                    <a:pt x="90318" y="115814"/>
                  </a:lnTo>
                  <a:lnTo>
                    <a:pt x="90318" y="115840"/>
                  </a:lnTo>
                  <a:lnTo>
                    <a:pt x="90318" y="115854"/>
                  </a:lnTo>
                  <a:lnTo>
                    <a:pt x="90318" y="115894"/>
                  </a:lnTo>
                  <a:close/>
                  <a:moveTo>
                    <a:pt x="89562" y="112228"/>
                  </a:moveTo>
                  <a:lnTo>
                    <a:pt x="89580" y="112215"/>
                  </a:lnTo>
                  <a:lnTo>
                    <a:pt x="89562" y="112201"/>
                  </a:lnTo>
                  <a:lnTo>
                    <a:pt x="89543" y="112215"/>
                  </a:lnTo>
                  <a:lnTo>
                    <a:pt x="89414" y="112215"/>
                  </a:lnTo>
                  <a:lnTo>
                    <a:pt x="89396" y="112228"/>
                  </a:lnTo>
                  <a:lnTo>
                    <a:pt x="89396" y="112255"/>
                  </a:lnTo>
                  <a:lnTo>
                    <a:pt x="89396" y="112268"/>
                  </a:lnTo>
                  <a:lnTo>
                    <a:pt x="89414" y="112268"/>
                  </a:lnTo>
                  <a:lnTo>
                    <a:pt x="89562" y="112228"/>
                  </a:lnTo>
                  <a:close/>
                  <a:moveTo>
                    <a:pt x="89377" y="111628"/>
                  </a:moveTo>
                  <a:lnTo>
                    <a:pt x="89359" y="111628"/>
                  </a:lnTo>
                  <a:lnTo>
                    <a:pt x="89248" y="111681"/>
                  </a:lnTo>
                  <a:lnTo>
                    <a:pt x="89230" y="111695"/>
                  </a:lnTo>
                  <a:lnTo>
                    <a:pt x="89230" y="111708"/>
                  </a:lnTo>
                  <a:lnTo>
                    <a:pt x="89248" y="111708"/>
                  </a:lnTo>
                  <a:lnTo>
                    <a:pt x="89304" y="111695"/>
                  </a:lnTo>
                  <a:lnTo>
                    <a:pt x="89322" y="111695"/>
                  </a:lnTo>
                  <a:lnTo>
                    <a:pt x="89359" y="111695"/>
                  </a:lnTo>
                  <a:lnTo>
                    <a:pt x="89396" y="111695"/>
                  </a:lnTo>
                  <a:lnTo>
                    <a:pt x="89396" y="111681"/>
                  </a:lnTo>
                  <a:lnTo>
                    <a:pt x="89377" y="111628"/>
                  </a:lnTo>
                  <a:close/>
                  <a:moveTo>
                    <a:pt x="88861" y="111575"/>
                  </a:moveTo>
                  <a:lnTo>
                    <a:pt x="88898" y="111561"/>
                  </a:lnTo>
                  <a:lnTo>
                    <a:pt x="88880" y="111548"/>
                  </a:lnTo>
                  <a:lnTo>
                    <a:pt x="88861" y="111548"/>
                  </a:lnTo>
                  <a:lnTo>
                    <a:pt x="88861" y="111561"/>
                  </a:lnTo>
                  <a:lnTo>
                    <a:pt x="88843" y="111561"/>
                  </a:lnTo>
                  <a:lnTo>
                    <a:pt x="88843" y="111548"/>
                  </a:lnTo>
                  <a:lnTo>
                    <a:pt x="88824" y="111535"/>
                  </a:lnTo>
                  <a:lnTo>
                    <a:pt x="88824" y="111548"/>
                  </a:lnTo>
                  <a:lnTo>
                    <a:pt x="88806" y="111575"/>
                  </a:lnTo>
                  <a:lnTo>
                    <a:pt x="88750" y="111655"/>
                  </a:lnTo>
                  <a:lnTo>
                    <a:pt x="88750" y="111668"/>
                  </a:lnTo>
                  <a:lnTo>
                    <a:pt x="88750" y="111668"/>
                  </a:lnTo>
                  <a:lnTo>
                    <a:pt x="88769" y="111681"/>
                  </a:lnTo>
                  <a:lnTo>
                    <a:pt x="88806" y="111668"/>
                  </a:lnTo>
                  <a:lnTo>
                    <a:pt x="88806" y="111655"/>
                  </a:lnTo>
                  <a:lnTo>
                    <a:pt x="88787" y="111655"/>
                  </a:lnTo>
                  <a:lnTo>
                    <a:pt x="88806" y="111628"/>
                  </a:lnTo>
                  <a:lnTo>
                    <a:pt x="88861" y="111615"/>
                  </a:lnTo>
                  <a:lnTo>
                    <a:pt x="88861" y="111628"/>
                  </a:lnTo>
                  <a:lnTo>
                    <a:pt x="88861" y="111655"/>
                  </a:lnTo>
                  <a:lnTo>
                    <a:pt x="88880" y="111655"/>
                  </a:lnTo>
                  <a:lnTo>
                    <a:pt x="88898" y="111628"/>
                  </a:lnTo>
                  <a:lnTo>
                    <a:pt x="88898" y="111615"/>
                  </a:lnTo>
                  <a:lnTo>
                    <a:pt x="88861" y="111588"/>
                  </a:lnTo>
                  <a:lnTo>
                    <a:pt x="88861" y="111575"/>
                  </a:lnTo>
                  <a:close/>
                  <a:moveTo>
                    <a:pt x="86151" y="108429"/>
                  </a:moveTo>
                  <a:lnTo>
                    <a:pt x="86169" y="108429"/>
                  </a:lnTo>
                  <a:lnTo>
                    <a:pt x="86188" y="108429"/>
                  </a:lnTo>
                  <a:lnTo>
                    <a:pt x="86280" y="108415"/>
                  </a:lnTo>
                  <a:lnTo>
                    <a:pt x="86298" y="108402"/>
                  </a:lnTo>
                  <a:lnTo>
                    <a:pt x="86280" y="108402"/>
                  </a:lnTo>
                  <a:lnTo>
                    <a:pt x="86169" y="108402"/>
                  </a:lnTo>
                  <a:lnTo>
                    <a:pt x="86114" y="108429"/>
                  </a:lnTo>
                  <a:lnTo>
                    <a:pt x="86077" y="108429"/>
                  </a:lnTo>
                  <a:lnTo>
                    <a:pt x="86059" y="108455"/>
                  </a:lnTo>
                  <a:lnTo>
                    <a:pt x="86003" y="108509"/>
                  </a:lnTo>
                  <a:lnTo>
                    <a:pt x="86003" y="108522"/>
                  </a:lnTo>
                  <a:lnTo>
                    <a:pt x="86040" y="108535"/>
                  </a:lnTo>
                  <a:lnTo>
                    <a:pt x="86059" y="108535"/>
                  </a:lnTo>
                  <a:lnTo>
                    <a:pt x="86059" y="108535"/>
                  </a:lnTo>
                  <a:lnTo>
                    <a:pt x="86077" y="108522"/>
                  </a:lnTo>
                  <a:lnTo>
                    <a:pt x="86077" y="108522"/>
                  </a:lnTo>
                  <a:lnTo>
                    <a:pt x="86114" y="108522"/>
                  </a:lnTo>
                  <a:lnTo>
                    <a:pt x="86133" y="108495"/>
                  </a:lnTo>
                  <a:lnTo>
                    <a:pt x="86151" y="108455"/>
                  </a:lnTo>
                  <a:lnTo>
                    <a:pt x="86151" y="108429"/>
                  </a:lnTo>
                  <a:close/>
                  <a:moveTo>
                    <a:pt x="86114" y="108122"/>
                  </a:moveTo>
                  <a:lnTo>
                    <a:pt x="86096" y="108135"/>
                  </a:lnTo>
                  <a:lnTo>
                    <a:pt x="86096" y="108135"/>
                  </a:lnTo>
                  <a:lnTo>
                    <a:pt x="86077" y="108135"/>
                  </a:lnTo>
                  <a:lnTo>
                    <a:pt x="86059" y="108149"/>
                  </a:lnTo>
                  <a:lnTo>
                    <a:pt x="86059" y="108149"/>
                  </a:lnTo>
                  <a:lnTo>
                    <a:pt x="86059" y="108162"/>
                  </a:lnTo>
                  <a:lnTo>
                    <a:pt x="86225" y="108109"/>
                  </a:lnTo>
                  <a:lnTo>
                    <a:pt x="86225" y="108082"/>
                  </a:lnTo>
                  <a:lnTo>
                    <a:pt x="86225" y="108069"/>
                  </a:lnTo>
                  <a:lnTo>
                    <a:pt x="86133" y="108109"/>
                  </a:lnTo>
                  <a:lnTo>
                    <a:pt x="86114" y="108122"/>
                  </a:lnTo>
                  <a:close/>
                  <a:moveTo>
                    <a:pt x="86298" y="108015"/>
                  </a:moveTo>
                  <a:lnTo>
                    <a:pt x="86317" y="108015"/>
                  </a:lnTo>
                  <a:lnTo>
                    <a:pt x="86298" y="107989"/>
                  </a:lnTo>
                  <a:lnTo>
                    <a:pt x="86243" y="107989"/>
                  </a:lnTo>
                  <a:lnTo>
                    <a:pt x="86169" y="108002"/>
                  </a:lnTo>
                  <a:lnTo>
                    <a:pt x="86169" y="108002"/>
                  </a:lnTo>
                  <a:lnTo>
                    <a:pt x="86225" y="108015"/>
                  </a:lnTo>
                  <a:lnTo>
                    <a:pt x="86225" y="108029"/>
                  </a:lnTo>
                  <a:lnTo>
                    <a:pt x="86188" y="108042"/>
                  </a:lnTo>
                  <a:lnTo>
                    <a:pt x="86188" y="108055"/>
                  </a:lnTo>
                  <a:lnTo>
                    <a:pt x="86280" y="108015"/>
                  </a:lnTo>
                  <a:lnTo>
                    <a:pt x="86298" y="108015"/>
                  </a:lnTo>
                  <a:close/>
                  <a:moveTo>
                    <a:pt x="91921" y="96925"/>
                  </a:moveTo>
                  <a:lnTo>
                    <a:pt x="91921" y="96951"/>
                  </a:lnTo>
                  <a:lnTo>
                    <a:pt x="91903" y="96978"/>
                  </a:lnTo>
                  <a:lnTo>
                    <a:pt x="91885" y="97005"/>
                  </a:lnTo>
                  <a:lnTo>
                    <a:pt x="92014" y="96925"/>
                  </a:lnTo>
                  <a:lnTo>
                    <a:pt x="92014" y="96871"/>
                  </a:lnTo>
                  <a:lnTo>
                    <a:pt x="91958" y="96818"/>
                  </a:lnTo>
                  <a:lnTo>
                    <a:pt x="91903" y="96778"/>
                  </a:lnTo>
                  <a:lnTo>
                    <a:pt x="91866" y="96778"/>
                  </a:lnTo>
                  <a:lnTo>
                    <a:pt x="91829" y="96778"/>
                  </a:lnTo>
                  <a:lnTo>
                    <a:pt x="91792" y="96805"/>
                  </a:lnTo>
                  <a:lnTo>
                    <a:pt x="91774" y="96818"/>
                  </a:lnTo>
                  <a:lnTo>
                    <a:pt x="91829" y="96845"/>
                  </a:lnTo>
                  <a:lnTo>
                    <a:pt x="91903" y="96885"/>
                  </a:lnTo>
                  <a:lnTo>
                    <a:pt x="91921" y="96925"/>
                  </a:lnTo>
                  <a:close/>
                  <a:moveTo>
                    <a:pt x="87257" y="97485"/>
                  </a:moveTo>
                  <a:lnTo>
                    <a:pt x="87147" y="97498"/>
                  </a:lnTo>
                  <a:lnTo>
                    <a:pt x="87054" y="97564"/>
                  </a:lnTo>
                  <a:lnTo>
                    <a:pt x="87054" y="97591"/>
                  </a:lnTo>
                  <a:lnTo>
                    <a:pt x="87054" y="97591"/>
                  </a:lnTo>
                  <a:lnTo>
                    <a:pt x="87091" y="97604"/>
                  </a:lnTo>
                  <a:lnTo>
                    <a:pt x="87128" y="97591"/>
                  </a:lnTo>
                  <a:lnTo>
                    <a:pt x="87183" y="97604"/>
                  </a:lnTo>
                  <a:lnTo>
                    <a:pt x="87202" y="97591"/>
                  </a:lnTo>
                  <a:lnTo>
                    <a:pt x="87202" y="97538"/>
                  </a:lnTo>
                  <a:lnTo>
                    <a:pt x="87220" y="97511"/>
                  </a:lnTo>
                  <a:lnTo>
                    <a:pt x="87276" y="97485"/>
                  </a:lnTo>
                  <a:lnTo>
                    <a:pt x="87312" y="97498"/>
                  </a:lnTo>
                  <a:lnTo>
                    <a:pt x="87331" y="97524"/>
                  </a:lnTo>
                  <a:lnTo>
                    <a:pt x="87331" y="97524"/>
                  </a:lnTo>
                  <a:lnTo>
                    <a:pt x="87331" y="97498"/>
                  </a:lnTo>
                  <a:lnTo>
                    <a:pt x="87312" y="97471"/>
                  </a:lnTo>
                  <a:lnTo>
                    <a:pt x="87257" y="97485"/>
                  </a:lnTo>
                  <a:close/>
                  <a:moveTo>
                    <a:pt x="91774" y="96565"/>
                  </a:moveTo>
                  <a:lnTo>
                    <a:pt x="91774" y="96591"/>
                  </a:lnTo>
                  <a:lnTo>
                    <a:pt x="91792" y="96605"/>
                  </a:lnTo>
                  <a:lnTo>
                    <a:pt x="91977" y="96458"/>
                  </a:lnTo>
                  <a:lnTo>
                    <a:pt x="92014" y="96391"/>
                  </a:lnTo>
                  <a:lnTo>
                    <a:pt x="92014" y="96338"/>
                  </a:lnTo>
                  <a:lnTo>
                    <a:pt x="91977" y="96311"/>
                  </a:lnTo>
                  <a:lnTo>
                    <a:pt x="91958" y="96298"/>
                  </a:lnTo>
                  <a:lnTo>
                    <a:pt x="91940" y="96298"/>
                  </a:lnTo>
                  <a:lnTo>
                    <a:pt x="91921" y="96271"/>
                  </a:lnTo>
                  <a:lnTo>
                    <a:pt x="91903" y="96258"/>
                  </a:lnTo>
                  <a:lnTo>
                    <a:pt x="91903" y="96218"/>
                  </a:lnTo>
                  <a:lnTo>
                    <a:pt x="91848" y="96205"/>
                  </a:lnTo>
                  <a:lnTo>
                    <a:pt x="91848" y="96218"/>
                  </a:lnTo>
                  <a:lnTo>
                    <a:pt x="91866" y="96231"/>
                  </a:lnTo>
                  <a:lnTo>
                    <a:pt x="91885" y="96258"/>
                  </a:lnTo>
                  <a:lnTo>
                    <a:pt x="91885" y="96285"/>
                  </a:lnTo>
                  <a:lnTo>
                    <a:pt x="91866" y="96351"/>
                  </a:lnTo>
                  <a:lnTo>
                    <a:pt x="91774" y="96565"/>
                  </a:lnTo>
                  <a:close/>
                  <a:moveTo>
                    <a:pt x="88050" y="97058"/>
                  </a:moveTo>
                  <a:lnTo>
                    <a:pt x="88031" y="97071"/>
                  </a:lnTo>
                  <a:lnTo>
                    <a:pt x="87995" y="97098"/>
                  </a:lnTo>
                  <a:lnTo>
                    <a:pt x="88031" y="97111"/>
                  </a:lnTo>
                  <a:lnTo>
                    <a:pt x="88031" y="97111"/>
                  </a:lnTo>
                  <a:lnTo>
                    <a:pt x="88031" y="97125"/>
                  </a:lnTo>
                  <a:lnTo>
                    <a:pt x="88050" y="97151"/>
                  </a:lnTo>
                  <a:lnTo>
                    <a:pt x="88050" y="97191"/>
                  </a:lnTo>
                  <a:lnTo>
                    <a:pt x="88068" y="97191"/>
                  </a:lnTo>
                  <a:lnTo>
                    <a:pt x="88068" y="97138"/>
                  </a:lnTo>
                  <a:lnTo>
                    <a:pt x="88087" y="97111"/>
                  </a:lnTo>
                  <a:lnTo>
                    <a:pt x="88068" y="97058"/>
                  </a:lnTo>
                  <a:lnTo>
                    <a:pt x="88050" y="97058"/>
                  </a:lnTo>
                  <a:close/>
                  <a:moveTo>
                    <a:pt x="88124" y="96991"/>
                  </a:moveTo>
                  <a:lnTo>
                    <a:pt x="88068" y="96951"/>
                  </a:lnTo>
                  <a:lnTo>
                    <a:pt x="88050" y="96978"/>
                  </a:lnTo>
                  <a:lnTo>
                    <a:pt x="88087" y="97005"/>
                  </a:lnTo>
                  <a:lnTo>
                    <a:pt x="88124" y="97045"/>
                  </a:lnTo>
                  <a:lnTo>
                    <a:pt x="88142" y="97045"/>
                  </a:lnTo>
                  <a:lnTo>
                    <a:pt x="88142" y="97018"/>
                  </a:lnTo>
                  <a:lnTo>
                    <a:pt x="88124" y="96991"/>
                  </a:lnTo>
                  <a:close/>
                  <a:moveTo>
                    <a:pt x="88031" y="96991"/>
                  </a:moveTo>
                  <a:lnTo>
                    <a:pt x="87995" y="96951"/>
                  </a:lnTo>
                  <a:lnTo>
                    <a:pt x="87958" y="96938"/>
                  </a:lnTo>
                  <a:lnTo>
                    <a:pt x="87921" y="96951"/>
                  </a:lnTo>
                  <a:lnTo>
                    <a:pt x="87902" y="96965"/>
                  </a:lnTo>
                  <a:lnTo>
                    <a:pt x="87902" y="97018"/>
                  </a:lnTo>
                  <a:lnTo>
                    <a:pt x="87921" y="97018"/>
                  </a:lnTo>
                  <a:lnTo>
                    <a:pt x="87939" y="97005"/>
                  </a:lnTo>
                  <a:lnTo>
                    <a:pt x="87939" y="96991"/>
                  </a:lnTo>
                  <a:lnTo>
                    <a:pt x="87958" y="96978"/>
                  </a:lnTo>
                  <a:lnTo>
                    <a:pt x="87976" y="97005"/>
                  </a:lnTo>
                  <a:lnTo>
                    <a:pt x="87995" y="97018"/>
                  </a:lnTo>
                  <a:lnTo>
                    <a:pt x="88031" y="97045"/>
                  </a:lnTo>
                  <a:lnTo>
                    <a:pt x="88031" y="96991"/>
                  </a:lnTo>
                  <a:close/>
                  <a:moveTo>
                    <a:pt x="91774" y="95658"/>
                  </a:moveTo>
                  <a:lnTo>
                    <a:pt x="91700" y="95618"/>
                  </a:lnTo>
                  <a:lnTo>
                    <a:pt x="91682" y="95632"/>
                  </a:lnTo>
                  <a:lnTo>
                    <a:pt x="91663" y="95752"/>
                  </a:lnTo>
                  <a:lnTo>
                    <a:pt x="91663" y="95792"/>
                  </a:lnTo>
                  <a:lnTo>
                    <a:pt x="91700" y="95818"/>
                  </a:lnTo>
                  <a:lnTo>
                    <a:pt x="91792" y="95832"/>
                  </a:lnTo>
                  <a:lnTo>
                    <a:pt x="91848" y="95792"/>
                  </a:lnTo>
                  <a:lnTo>
                    <a:pt x="91866" y="95725"/>
                  </a:lnTo>
                  <a:lnTo>
                    <a:pt x="91848" y="95685"/>
                  </a:lnTo>
                  <a:lnTo>
                    <a:pt x="91774" y="95658"/>
                  </a:lnTo>
                  <a:close/>
                  <a:moveTo>
                    <a:pt x="86630" y="96365"/>
                  </a:moveTo>
                  <a:lnTo>
                    <a:pt x="86593" y="96391"/>
                  </a:lnTo>
                  <a:lnTo>
                    <a:pt x="86630" y="96405"/>
                  </a:lnTo>
                  <a:lnTo>
                    <a:pt x="86667" y="96405"/>
                  </a:lnTo>
                  <a:lnTo>
                    <a:pt x="86630" y="96365"/>
                  </a:lnTo>
                  <a:close/>
                  <a:moveTo>
                    <a:pt x="86446" y="96311"/>
                  </a:moveTo>
                  <a:lnTo>
                    <a:pt x="86409" y="96285"/>
                  </a:lnTo>
                  <a:lnTo>
                    <a:pt x="86354" y="96311"/>
                  </a:lnTo>
                  <a:lnTo>
                    <a:pt x="86354" y="96338"/>
                  </a:lnTo>
                  <a:lnTo>
                    <a:pt x="86409" y="96338"/>
                  </a:lnTo>
                  <a:lnTo>
                    <a:pt x="86446" y="96311"/>
                  </a:lnTo>
                  <a:close/>
                  <a:moveTo>
                    <a:pt x="84990" y="95938"/>
                  </a:moveTo>
                  <a:lnTo>
                    <a:pt x="84990" y="95952"/>
                  </a:lnTo>
                  <a:lnTo>
                    <a:pt x="85100" y="95938"/>
                  </a:lnTo>
                  <a:lnTo>
                    <a:pt x="85008" y="95925"/>
                  </a:lnTo>
                  <a:lnTo>
                    <a:pt x="84990" y="95938"/>
                  </a:lnTo>
                  <a:close/>
                  <a:moveTo>
                    <a:pt x="85321" y="95912"/>
                  </a:moveTo>
                  <a:lnTo>
                    <a:pt x="85340" y="95898"/>
                  </a:lnTo>
                  <a:lnTo>
                    <a:pt x="85303" y="95885"/>
                  </a:lnTo>
                  <a:lnTo>
                    <a:pt x="85248" y="95885"/>
                  </a:lnTo>
                  <a:lnTo>
                    <a:pt x="85100" y="95938"/>
                  </a:lnTo>
                  <a:lnTo>
                    <a:pt x="85303" y="95925"/>
                  </a:lnTo>
                  <a:lnTo>
                    <a:pt x="85321" y="95912"/>
                  </a:lnTo>
                  <a:close/>
                  <a:moveTo>
                    <a:pt x="91221" y="94405"/>
                  </a:moveTo>
                  <a:lnTo>
                    <a:pt x="91221" y="94365"/>
                  </a:lnTo>
                  <a:lnTo>
                    <a:pt x="91202" y="94339"/>
                  </a:lnTo>
                  <a:lnTo>
                    <a:pt x="91166" y="94325"/>
                  </a:lnTo>
                  <a:lnTo>
                    <a:pt x="91147" y="94325"/>
                  </a:lnTo>
                  <a:lnTo>
                    <a:pt x="91129" y="94325"/>
                  </a:lnTo>
                  <a:lnTo>
                    <a:pt x="91110" y="94299"/>
                  </a:lnTo>
                  <a:lnTo>
                    <a:pt x="91055" y="94299"/>
                  </a:lnTo>
                  <a:lnTo>
                    <a:pt x="91037" y="94312"/>
                  </a:lnTo>
                  <a:lnTo>
                    <a:pt x="91055" y="94365"/>
                  </a:lnTo>
                  <a:lnTo>
                    <a:pt x="91073" y="94419"/>
                  </a:lnTo>
                  <a:lnTo>
                    <a:pt x="91110" y="94432"/>
                  </a:lnTo>
                  <a:lnTo>
                    <a:pt x="91147" y="94459"/>
                  </a:lnTo>
                  <a:lnTo>
                    <a:pt x="91239" y="94472"/>
                  </a:lnTo>
                  <a:lnTo>
                    <a:pt x="91258" y="94472"/>
                  </a:lnTo>
                  <a:lnTo>
                    <a:pt x="91258" y="94432"/>
                  </a:lnTo>
                  <a:lnTo>
                    <a:pt x="91221" y="94405"/>
                  </a:lnTo>
                  <a:close/>
                  <a:moveTo>
                    <a:pt x="90778" y="93859"/>
                  </a:moveTo>
                  <a:lnTo>
                    <a:pt x="90797" y="93899"/>
                  </a:lnTo>
                  <a:lnTo>
                    <a:pt x="90815" y="93912"/>
                  </a:lnTo>
                  <a:lnTo>
                    <a:pt x="90834" y="93899"/>
                  </a:lnTo>
                  <a:lnTo>
                    <a:pt x="90852" y="93899"/>
                  </a:lnTo>
                  <a:lnTo>
                    <a:pt x="90871" y="93899"/>
                  </a:lnTo>
                  <a:lnTo>
                    <a:pt x="90871" y="93845"/>
                  </a:lnTo>
                  <a:lnTo>
                    <a:pt x="90871" y="93819"/>
                  </a:lnTo>
                  <a:lnTo>
                    <a:pt x="90852" y="93792"/>
                  </a:lnTo>
                  <a:lnTo>
                    <a:pt x="90815" y="93779"/>
                  </a:lnTo>
                  <a:lnTo>
                    <a:pt x="90778" y="93752"/>
                  </a:lnTo>
                  <a:lnTo>
                    <a:pt x="90778" y="93765"/>
                  </a:lnTo>
                  <a:lnTo>
                    <a:pt x="90778" y="93765"/>
                  </a:lnTo>
                  <a:lnTo>
                    <a:pt x="90797" y="93805"/>
                  </a:lnTo>
                  <a:lnTo>
                    <a:pt x="90797" y="93832"/>
                  </a:lnTo>
                  <a:lnTo>
                    <a:pt x="90778" y="93859"/>
                  </a:lnTo>
                  <a:close/>
                  <a:moveTo>
                    <a:pt x="90502" y="93245"/>
                  </a:moveTo>
                  <a:lnTo>
                    <a:pt x="90483" y="93259"/>
                  </a:lnTo>
                  <a:lnTo>
                    <a:pt x="90447" y="93272"/>
                  </a:lnTo>
                  <a:lnTo>
                    <a:pt x="90428" y="93312"/>
                  </a:lnTo>
                  <a:lnTo>
                    <a:pt x="90447" y="93365"/>
                  </a:lnTo>
                  <a:lnTo>
                    <a:pt x="90447" y="93379"/>
                  </a:lnTo>
                  <a:lnTo>
                    <a:pt x="90483" y="93432"/>
                  </a:lnTo>
                  <a:lnTo>
                    <a:pt x="90520" y="93445"/>
                  </a:lnTo>
                  <a:lnTo>
                    <a:pt x="90557" y="93445"/>
                  </a:lnTo>
                  <a:lnTo>
                    <a:pt x="90557" y="93405"/>
                  </a:lnTo>
                  <a:lnTo>
                    <a:pt x="90576" y="93379"/>
                  </a:lnTo>
                  <a:lnTo>
                    <a:pt x="90576" y="93325"/>
                  </a:lnTo>
                  <a:lnTo>
                    <a:pt x="90576" y="93285"/>
                  </a:lnTo>
                  <a:lnTo>
                    <a:pt x="90502" y="93245"/>
                  </a:lnTo>
                  <a:close/>
                  <a:moveTo>
                    <a:pt x="90410" y="93019"/>
                  </a:moveTo>
                  <a:lnTo>
                    <a:pt x="90373" y="92992"/>
                  </a:lnTo>
                  <a:lnTo>
                    <a:pt x="90244" y="92979"/>
                  </a:lnTo>
                  <a:lnTo>
                    <a:pt x="90225" y="92992"/>
                  </a:lnTo>
                  <a:lnTo>
                    <a:pt x="90225" y="93019"/>
                  </a:lnTo>
                  <a:lnTo>
                    <a:pt x="90244" y="93045"/>
                  </a:lnTo>
                  <a:lnTo>
                    <a:pt x="90281" y="93165"/>
                  </a:lnTo>
                  <a:lnTo>
                    <a:pt x="90318" y="93192"/>
                  </a:lnTo>
                  <a:lnTo>
                    <a:pt x="90336" y="93219"/>
                  </a:lnTo>
                  <a:lnTo>
                    <a:pt x="90336" y="93232"/>
                  </a:lnTo>
                  <a:lnTo>
                    <a:pt x="90391" y="93259"/>
                  </a:lnTo>
                  <a:lnTo>
                    <a:pt x="90428" y="93272"/>
                  </a:lnTo>
                  <a:lnTo>
                    <a:pt x="90428" y="93259"/>
                  </a:lnTo>
                  <a:lnTo>
                    <a:pt x="90428" y="93245"/>
                  </a:lnTo>
                  <a:lnTo>
                    <a:pt x="90428" y="93219"/>
                  </a:lnTo>
                  <a:lnTo>
                    <a:pt x="90428" y="93192"/>
                  </a:lnTo>
                  <a:lnTo>
                    <a:pt x="90465" y="93179"/>
                  </a:lnTo>
                  <a:lnTo>
                    <a:pt x="90502" y="93139"/>
                  </a:lnTo>
                  <a:lnTo>
                    <a:pt x="90483" y="93072"/>
                  </a:lnTo>
                  <a:lnTo>
                    <a:pt x="90410" y="93019"/>
                  </a:lnTo>
                  <a:close/>
                  <a:moveTo>
                    <a:pt x="89801" y="92219"/>
                  </a:moveTo>
                  <a:lnTo>
                    <a:pt x="89783" y="92206"/>
                  </a:lnTo>
                  <a:lnTo>
                    <a:pt x="89746" y="92192"/>
                  </a:lnTo>
                  <a:lnTo>
                    <a:pt x="89746" y="92179"/>
                  </a:lnTo>
                  <a:lnTo>
                    <a:pt x="89746" y="92126"/>
                  </a:lnTo>
                  <a:lnTo>
                    <a:pt x="89691" y="92086"/>
                  </a:lnTo>
                  <a:lnTo>
                    <a:pt x="89617" y="92046"/>
                  </a:lnTo>
                  <a:lnTo>
                    <a:pt x="89562" y="92046"/>
                  </a:lnTo>
                  <a:lnTo>
                    <a:pt x="89525" y="92072"/>
                  </a:lnTo>
                  <a:lnTo>
                    <a:pt x="89525" y="92099"/>
                  </a:lnTo>
                  <a:lnTo>
                    <a:pt x="89654" y="92192"/>
                  </a:lnTo>
                  <a:lnTo>
                    <a:pt x="89709" y="92259"/>
                  </a:lnTo>
                  <a:lnTo>
                    <a:pt x="89728" y="92259"/>
                  </a:lnTo>
                  <a:lnTo>
                    <a:pt x="89746" y="92259"/>
                  </a:lnTo>
                  <a:lnTo>
                    <a:pt x="89783" y="92259"/>
                  </a:lnTo>
                  <a:lnTo>
                    <a:pt x="89801" y="92272"/>
                  </a:lnTo>
                  <a:lnTo>
                    <a:pt x="89801" y="92299"/>
                  </a:lnTo>
                  <a:lnTo>
                    <a:pt x="89838" y="92312"/>
                  </a:lnTo>
                  <a:lnTo>
                    <a:pt x="89857" y="92312"/>
                  </a:lnTo>
                  <a:lnTo>
                    <a:pt x="89857" y="92299"/>
                  </a:lnTo>
                  <a:lnTo>
                    <a:pt x="89857" y="92259"/>
                  </a:lnTo>
                  <a:lnTo>
                    <a:pt x="89801" y="92219"/>
                  </a:lnTo>
                  <a:close/>
                  <a:moveTo>
                    <a:pt x="83699" y="92859"/>
                  </a:moveTo>
                  <a:lnTo>
                    <a:pt x="83681" y="92832"/>
                  </a:lnTo>
                  <a:lnTo>
                    <a:pt x="83570" y="92832"/>
                  </a:lnTo>
                  <a:lnTo>
                    <a:pt x="83441" y="92859"/>
                  </a:lnTo>
                  <a:lnTo>
                    <a:pt x="83386" y="92912"/>
                  </a:lnTo>
                  <a:lnTo>
                    <a:pt x="83367" y="92979"/>
                  </a:lnTo>
                  <a:lnTo>
                    <a:pt x="83422" y="92992"/>
                  </a:lnTo>
                  <a:lnTo>
                    <a:pt x="83552" y="92926"/>
                  </a:lnTo>
                  <a:lnTo>
                    <a:pt x="83644" y="92886"/>
                  </a:lnTo>
                  <a:lnTo>
                    <a:pt x="83699" y="92859"/>
                  </a:lnTo>
                  <a:close/>
                  <a:moveTo>
                    <a:pt x="83035" y="92192"/>
                  </a:moveTo>
                  <a:lnTo>
                    <a:pt x="83035" y="92139"/>
                  </a:lnTo>
                  <a:lnTo>
                    <a:pt x="83035" y="92112"/>
                  </a:lnTo>
                  <a:lnTo>
                    <a:pt x="82998" y="92099"/>
                  </a:lnTo>
                  <a:lnTo>
                    <a:pt x="82906" y="92126"/>
                  </a:lnTo>
                  <a:lnTo>
                    <a:pt x="82906" y="92139"/>
                  </a:lnTo>
                  <a:lnTo>
                    <a:pt x="82962" y="92192"/>
                  </a:lnTo>
                  <a:lnTo>
                    <a:pt x="82998" y="92206"/>
                  </a:lnTo>
                  <a:lnTo>
                    <a:pt x="83035" y="92192"/>
                  </a:lnTo>
                  <a:close/>
                  <a:moveTo>
                    <a:pt x="88677" y="91033"/>
                  </a:moveTo>
                  <a:lnTo>
                    <a:pt x="88677" y="90979"/>
                  </a:lnTo>
                  <a:lnTo>
                    <a:pt x="88658" y="90939"/>
                  </a:lnTo>
                  <a:lnTo>
                    <a:pt x="88640" y="90899"/>
                  </a:lnTo>
                  <a:lnTo>
                    <a:pt x="88621" y="90859"/>
                  </a:lnTo>
                  <a:lnTo>
                    <a:pt x="88603" y="90833"/>
                  </a:lnTo>
                  <a:lnTo>
                    <a:pt x="88419" y="90726"/>
                  </a:lnTo>
                  <a:lnTo>
                    <a:pt x="88419" y="90726"/>
                  </a:lnTo>
                  <a:lnTo>
                    <a:pt x="88419" y="90766"/>
                  </a:lnTo>
                  <a:lnTo>
                    <a:pt x="88474" y="90873"/>
                  </a:lnTo>
                  <a:lnTo>
                    <a:pt x="88658" y="91059"/>
                  </a:lnTo>
                  <a:lnTo>
                    <a:pt x="88677" y="91033"/>
                  </a:lnTo>
                  <a:close/>
                  <a:moveTo>
                    <a:pt x="84695" y="88460"/>
                  </a:moveTo>
                  <a:lnTo>
                    <a:pt x="84731" y="88487"/>
                  </a:lnTo>
                  <a:lnTo>
                    <a:pt x="84731" y="88460"/>
                  </a:lnTo>
                  <a:lnTo>
                    <a:pt x="84787" y="88447"/>
                  </a:lnTo>
                  <a:lnTo>
                    <a:pt x="84824" y="88487"/>
                  </a:lnTo>
                  <a:lnTo>
                    <a:pt x="84990" y="88487"/>
                  </a:lnTo>
                  <a:lnTo>
                    <a:pt x="84953" y="88460"/>
                  </a:lnTo>
                  <a:lnTo>
                    <a:pt x="84860" y="88420"/>
                  </a:lnTo>
                  <a:lnTo>
                    <a:pt x="84805" y="88420"/>
                  </a:lnTo>
                  <a:lnTo>
                    <a:pt x="84768" y="88407"/>
                  </a:lnTo>
                  <a:lnTo>
                    <a:pt x="84731" y="88393"/>
                  </a:lnTo>
                  <a:lnTo>
                    <a:pt x="84529" y="88353"/>
                  </a:lnTo>
                  <a:lnTo>
                    <a:pt x="84455" y="88313"/>
                  </a:lnTo>
                  <a:lnTo>
                    <a:pt x="84418" y="88313"/>
                  </a:lnTo>
                  <a:lnTo>
                    <a:pt x="84400" y="88327"/>
                  </a:lnTo>
                  <a:lnTo>
                    <a:pt x="84418" y="88367"/>
                  </a:lnTo>
                  <a:lnTo>
                    <a:pt x="84658" y="88407"/>
                  </a:lnTo>
                  <a:lnTo>
                    <a:pt x="84676" y="88420"/>
                  </a:lnTo>
                  <a:lnTo>
                    <a:pt x="84676" y="88447"/>
                  </a:lnTo>
                  <a:lnTo>
                    <a:pt x="84695" y="88460"/>
                  </a:lnTo>
                  <a:close/>
                  <a:moveTo>
                    <a:pt x="82667" y="87873"/>
                  </a:moveTo>
                  <a:lnTo>
                    <a:pt x="82538" y="87847"/>
                  </a:lnTo>
                  <a:lnTo>
                    <a:pt x="82279" y="87900"/>
                  </a:lnTo>
                  <a:lnTo>
                    <a:pt x="82261" y="87900"/>
                  </a:lnTo>
                  <a:lnTo>
                    <a:pt x="82279" y="87913"/>
                  </a:lnTo>
                  <a:lnTo>
                    <a:pt x="82335" y="87913"/>
                  </a:lnTo>
                  <a:lnTo>
                    <a:pt x="82353" y="87927"/>
                  </a:lnTo>
                  <a:lnTo>
                    <a:pt x="82372" y="87927"/>
                  </a:lnTo>
                  <a:lnTo>
                    <a:pt x="82408" y="87927"/>
                  </a:lnTo>
                  <a:lnTo>
                    <a:pt x="82464" y="87953"/>
                  </a:lnTo>
                  <a:lnTo>
                    <a:pt x="82501" y="87967"/>
                  </a:lnTo>
                  <a:lnTo>
                    <a:pt x="82648" y="87980"/>
                  </a:lnTo>
                  <a:lnTo>
                    <a:pt x="82667" y="87980"/>
                  </a:lnTo>
                  <a:lnTo>
                    <a:pt x="82667" y="87967"/>
                  </a:lnTo>
                  <a:lnTo>
                    <a:pt x="82722" y="87980"/>
                  </a:lnTo>
                  <a:lnTo>
                    <a:pt x="82740" y="87980"/>
                  </a:lnTo>
                  <a:lnTo>
                    <a:pt x="82740" y="87927"/>
                  </a:lnTo>
                  <a:lnTo>
                    <a:pt x="82667" y="87873"/>
                  </a:lnTo>
                  <a:close/>
                  <a:moveTo>
                    <a:pt x="82279" y="87740"/>
                  </a:moveTo>
                  <a:lnTo>
                    <a:pt x="82206" y="87727"/>
                  </a:lnTo>
                  <a:lnTo>
                    <a:pt x="82206" y="87727"/>
                  </a:lnTo>
                  <a:lnTo>
                    <a:pt x="82077" y="87700"/>
                  </a:lnTo>
                  <a:lnTo>
                    <a:pt x="82003" y="87700"/>
                  </a:lnTo>
                  <a:lnTo>
                    <a:pt x="82003" y="87713"/>
                  </a:lnTo>
                  <a:lnTo>
                    <a:pt x="82095" y="87740"/>
                  </a:lnTo>
                  <a:lnTo>
                    <a:pt x="82261" y="87767"/>
                  </a:lnTo>
                  <a:lnTo>
                    <a:pt x="82316" y="87780"/>
                  </a:lnTo>
                  <a:lnTo>
                    <a:pt x="82316" y="87780"/>
                  </a:lnTo>
                  <a:lnTo>
                    <a:pt x="82298" y="87753"/>
                  </a:lnTo>
                  <a:lnTo>
                    <a:pt x="82279" y="87740"/>
                  </a:lnTo>
                  <a:close/>
                  <a:moveTo>
                    <a:pt x="80270" y="86300"/>
                  </a:moveTo>
                  <a:lnTo>
                    <a:pt x="80270" y="86274"/>
                  </a:lnTo>
                  <a:lnTo>
                    <a:pt x="80270" y="86247"/>
                  </a:lnTo>
                  <a:lnTo>
                    <a:pt x="80251" y="86207"/>
                  </a:lnTo>
                  <a:lnTo>
                    <a:pt x="80215" y="86220"/>
                  </a:lnTo>
                  <a:lnTo>
                    <a:pt x="80215" y="86260"/>
                  </a:lnTo>
                  <a:lnTo>
                    <a:pt x="80196" y="86274"/>
                  </a:lnTo>
                  <a:lnTo>
                    <a:pt x="80141" y="86247"/>
                  </a:lnTo>
                  <a:lnTo>
                    <a:pt x="80141" y="86287"/>
                  </a:lnTo>
                  <a:lnTo>
                    <a:pt x="80122" y="86300"/>
                  </a:lnTo>
                  <a:lnTo>
                    <a:pt x="80067" y="86300"/>
                  </a:lnTo>
                  <a:lnTo>
                    <a:pt x="80030" y="86300"/>
                  </a:lnTo>
                  <a:lnTo>
                    <a:pt x="80012" y="86300"/>
                  </a:lnTo>
                  <a:lnTo>
                    <a:pt x="80012" y="86314"/>
                  </a:lnTo>
                  <a:lnTo>
                    <a:pt x="80030" y="86340"/>
                  </a:lnTo>
                  <a:lnTo>
                    <a:pt x="80086" y="86380"/>
                  </a:lnTo>
                  <a:lnTo>
                    <a:pt x="80104" y="86380"/>
                  </a:lnTo>
                  <a:lnTo>
                    <a:pt x="80141" y="86354"/>
                  </a:lnTo>
                  <a:lnTo>
                    <a:pt x="80159" y="86340"/>
                  </a:lnTo>
                  <a:lnTo>
                    <a:pt x="80159" y="86340"/>
                  </a:lnTo>
                  <a:lnTo>
                    <a:pt x="80215" y="86354"/>
                  </a:lnTo>
                  <a:lnTo>
                    <a:pt x="80251" y="86354"/>
                  </a:lnTo>
                  <a:lnTo>
                    <a:pt x="80270" y="86327"/>
                  </a:lnTo>
                  <a:lnTo>
                    <a:pt x="80215" y="86327"/>
                  </a:lnTo>
                  <a:lnTo>
                    <a:pt x="80215" y="86314"/>
                  </a:lnTo>
                  <a:lnTo>
                    <a:pt x="80251" y="86300"/>
                  </a:lnTo>
                  <a:lnTo>
                    <a:pt x="80270" y="86300"/>
                  </a:lnTo>
                  <a:close/>
                  <a:moveTo>
                    <a:pt x="72969" y="86447"/>
                  </a:moveTo>
                  <a:lnTo>
                    <a:pt x="72951" y="86460"/>
                  </a:lnTo>
                  <a:lnTo>
                    <a:pt x="72951" y="86474"/>
                  </a:lnTo>
                  <a:lnTo>
                    <a:pt x="72969" y="86487"/>
                  </a:lnTo>
                  <a:lnTo>
                    <a:pt x="72969" y="86527"/>
                  </a:lnTo>
                  <a:lnTo>
                    <a:pt x="73006" y="86540"/>
                  </a:lnTo>
                  <a:lnTo>
                    <a:pt x="73061" y="86514"/>
                  </a:lnTo>
                  <a:lnTo>
                    <a:pt x="73061" y="86474"/>
                  </a:lnTo>
                  <a:lnTo>
                    <a:pt x="73025" y="86447"/>
                  </a:lnTo>
                  <a:lnTo>
                    <a:pt x="72969" y="86447"/>
                  </a:lnTo>
                  <a:close/>
                  <a:moveTo>
                    <a:pt x="72582" y="85607"/>
                  </a:moveTo>
                  <a:lnTo>
                    <a:pt x="72545" y="85554"/>
                  </a:lnTo>
                  <a:lnTo>
                    <a:pt x="72527" y="85540"/>
                  </a:lnTo>
                  <a:lnTo>
                    <a:pt x="72527" y="85580"/>
                  </a:lnTo>
                  <a:lnTo>
                    <a:pt x="72545" y="85594"/>
                  </a:lnTo>
                  <a:lnTo>
                    <a:pt x="72527" y="85660"/>
                  </a:lnTo>
                  <a:lnTo>
                    <a:pt x="72545" y="85674"/>
                  </a:lnTo>
                  <a:lnTo>
                    <a:pt x="72582" y="85714"/>
                  </a:lnTo>
                  <a:lnTo>
                    <a:pt x="72601" y="85714"/>
                  </a:lnTo>
                  <a:lnTo>
                    <a:pt x="72601" y="85660"/>
                  </a:lnTo>
                  <a:lnTo>
                    <a:pt x="72582" y="85607"/>
                  </a:lnTo>
                  <a:close/>
                  <a:moveTo>
                    <a:pt x="72582" y="85354"/>
                  </a:moveTo>
                  <a:lnTo>
                    <a:pt x="72582" y="85367"/>
                  </a:lnTo>
                  <a:lnTo>
                    <a:pt x="72564" y="85381"/>
                  </a:lnTo>
                  <a:lnTo>
                    <a:pt x="72545" y="85394"/>
                  </a:lnTo>
                  <a:lnTo>
                    <a:pt x="72490" y="85381"/>
                  </a:lnTo>
                  <a:lnTo>
                    <a:pt x="72471" y="85394"/>
                  </a:lnTo>
                  <a:lnTo>
                    <a:pt x="72471" y="85407"/>
                  </a:lnTo>
                  <a:lnTo>
                    <a:pt x="72508" y="85407"/>
                  </a:lnTo>
                  <a:lnTo>
                    <a:pt x="72582" y="85461"/>
                  </a:lnTo>
                  <a:lnTo>
                    <a:pt x="72637" y="85434"/>
                  </a:lnTo>
                  <a:lnTo>
                    <a:pt x="72656" y="85394"/>
                  </a:lnTo>
                  <a:lnTo>
                    <a:pt x="72637" y="85367"/>
                  </a:lnTo>
                  <a:lnTo>
                    <a:pt x="72582" y="85354"/>
                  </a:lnTo>
                  <a:close/>
                  <a:moveTo>
                    <a:pt x="73356" y="84687"/>
                  </a:moveTo>
                  <a:lnTo>
                    <a:pt x="73320" y="84701"/>
                  </a:lnTo>
                  <a:lnTo>
                    <a:pt x="73356" y="84714"/>
                  </a:lnTo>
                  <a:lnTo>
                    <a:pt x="73356" y="84741"/>
                  </a:lnTo>
                  <a:lnTo>
                    <a:pt x="73320" y="84754"/>
                  </a:lnTo>
                  <a:lnTo>
                    <a:pt x="73320" y="84821"/>
                  </a:lnTo>
                  <a:lnTo>
                    <a:pt x="73320" y="84821"/>
                  </a:lnTo>
                  <a:lnTo>
                    <a:pt x="73356" y="84821"/>
                  </a:lnTo>
                  <a:lnTo>
                    <a:pt x="73375" y="84754"/>
                  </a:lnTo>
                  <a:lnTo>
                    <a:pt x="73393" y="84754"/>
                  </a:lnTo>
                  <a:lnTo>
                    <a:pt x="73393" y="84741"/>
                  </a:lnTo>
                  <a:lnTo>
                    <a:pt x="73356" y="84687"/>
                  </a:lnTo>
                  <a:lnTo>
                    <a:pt x="73356" y="84687"/>
                  </a:lnTo>
                  <a:close/>
                  <a:moveTo>
                    <a:pt x="73467" y="84661"/>
                  </a:moveTo>
                  <a:lnTo>
                    <a:pt x="73467" y="84621"/>
                  </a:lnTo>
                  <a:lnTo>
                    <a:pt x="73449" y="84607"/>
                  </a:lnTo>
                  <a:lnTo>
                    <a:pt x="73430" y="84634"/>
                  </a:lnTo>
                  <a:lnTo>
                    <a:pt x="73430" y="84674"/>
                  </a:lnTo>
                  <a:lnTo>
                    <a:pt x="73430" y="84687"/>
                  </a:lnTo>
                  <a:lnTo>
                    <a:pt x="73430" y="84701"/>
                  </a:lnTo>
                  <a:lnTo>
                    <a:pt x="73430" y="84714"/>
                  </a:lnTo>
                  <a:lnTo>
                    <a:pt x="73449" y="84727"/>
                  </a:lnTo>
                  <a:lnTo>
                    <a:pt x="73485" y="84754"/>
                  </a:lnTo>
                  <a:lnTo>
                    <a:pt x="73504" y="84807"/>
                  </a:lnTo>
                  <a:lnTo>
                    <a:pt x="73504" y="84821"/>
                  </a:lnTo>
                  <a:lnTo>
                    <a:pt x="73541" y="84807"/>
                  </a:lnTo>
                  <a:lnTo>
                    <a:pt x="73541" y="84754"/>
                  </a:lnTo>
                  <a:lnTo>
                    <a:pt x="73467" y="84661"/>
                  </a:lnTo>
                  <a:close/>
                  <a:moveTo>
                    <a:pt x="72103" y="84461"/>
                  </a:moveTo>
                  <a:lnTo>
                    <a:pt x="72011" y="84554"/>
                  </a:lnTo>
                  <a:lnTo>
                    <a:pt x="72011" y="84581"/>
                  </a:lnTo>
                  <a:lnTo>
                    <a:pt x="72029" y="84594"/>
                  </a:lnTo>
                  <a:lnTo>
                    <a:pt x="71992" y="84674"/>
                  </a:lnTo>
                  <a:lnTo>
                    <a:pt x="72011" y="84661"/>
                  </a:lnTo>
                  <a:lnTo>
                    <a:pt x="72103" y="84541"/>
                  </a:lnTo>
                  <a:lnTo>
                    <a:pt x="72121" y="84461"/>
                  </a:lnTo>
                  <a:lnTo>
                    <a:pt x="72103" y="84461"/>
                  </a:lnTo>
                  <a:lnTo>
                    <a:pt x="72103" y="84461"/>
                  </a:lnTo>
                  <a:close/>
                  <a:moveTo>
                    <a:pt x="73043" y="83914"/>
                  </a:moveTo>
                  <a:lnTo>
                    <a:pt x="73025" y="83901"/>
                  </a:lnTo>
                  <a:lnTo>
                    <a:pt x="73006" y="83928"/>
                  </a:lnTo>
                  <a:lnTo>
                    <a:pt x="72969" y="83981"/>
                  </a:lnTo>
                  <a:lnTo>
                    <a:pt x="72932" y="84047"/>
                  </a:lnTo>
                  <a:lnTo>
                    <a:pt x="72932" y="84061"/>
                  </a:lnTo>
                  <a:lnTo>
                    <a:pt x="73043" y="83954"/>
                  </a:lnTo>
                  <a:lnTo>
                    <a:pt x="73043" y="83914"/>
                  </a:lnTo>
                  <a:close/>
                  <a:moveTo>
                    <a:pt x="81358" y="81435"/>
                  </a:moveTo>
                  <a:lnTo>
                    <a:pt x="81321" y="81461"/>
                  </a:lnTo>
                  <a:lnTo>
                    <a:pt x="81284" y="81475"/>
                  </a:lnTo>
                  <a:lnTo>
                    <a:pt x="81284" y="81501"/>
                  </a:lnTo>
                  <a:lnTo>
                    <a:pt x="81210" y="81501"/>
                  </a:lnTo>
                  <a:lnTo>
                    <a:pt x="81173" y="81528"/>
                  </a:lnTo>
                  <a:lnTo>
                    <a:pt x="81173" y="81528"/>
                  </a:lnTo>
                  <a:lnTo>
                    <a:pt x="81192" y="81541"/>
                  </a:lnTo>
                  <a:lnTo>
                    <a:pt x="81210" y="81528"/>
                  </a:lnTo>
                  <a:lnTo>
                    <a:pt x="81247" y="81541"/>
                  </a:lnTo>
                  <a:lnTo>
                    <a:pt x="81247" y="81541"/>
                  </a:lnTo>
                  <a:lnTo>
                    <a:pt x="81284" y="81568"/>
                  </a:lnTo>
                  <a:lnTo>
                    <a:pt x="81321" y="81555"/>
                  </a:lnTo>
                  <a:lnTo>
                    <a:pt x="81321" y="81541"/>
                  </a:lnTo>
                  <a:lnTo>
                    <a:pt x="81339" y="81555"/>
                  </a:lnTo>
                  <a:lnTo>
                    <a:pt x="81358" y="81568"/>
                  </a:lnTo>
                  <a:lnTo>
                    <a:pt x="81450" y="81515"/>
                  </a:lnTo>
                  <a:lnTo>
                    <a:pt x="81450" y="81501"/>
                  </a:lnTo>
                  <a:lnTo>
                    <a:pt x="81450" y="81461"/>
                  </a:lnTo>
                  <a:lnTo>
                    <a:pt x="81431" y="81448"/>
                  </a:lnTo>
                  <a:lnTo>
                    <a:pt x="81394" y="81435"/>
                  </a:lnTo>
                  <a:lnTo>
                    <a:pt x="81358" y="81435"/>
                  </a:lnTo>
                  <a:close/>
                  <a:moveTo>
                    <a:pt x="81892" y="80728"/>
                  </a:moveTo>
                  <a:lnTo>
                    <a:pt x="81892" y="80688"/>
                  </a:lnTo>
                  <a:lnTo>
                    <a:pt x="81837" y="80662"/>
                  </a:lnTo>
                  <a:lnTo>
                    <a:pt x="81819" y="80648"/>
                  </a:lnTo>
                  <a:lnTo>
                    <a:pt x="81800" y="80648"/>
                  </a:lnTo>
                  <a:lnTo>
                    <a:pt x="81800" y="80688"/>
                  </a:lnTo>
                  <a:lnTo>
                    <a:pt x="81837" y="80728"/>
                  </a:lnTo>
                  <a:lnTo>
                    <a:pt x="81892" y="80728"/>
                  </a:lnTo>
                  <a:close/>
                  <a:moveTo>
                    <a:pt x="81763" y="80635"/>
                  </a:moveTo>
                  <a:lnTo>
                    <a:pt x="81763" y="80622"/>
                  </a:lnTo>
                  <a:lnTo>
                    <a:pt x="81745" y="80595"/>
                  </a:lnTo>
                  <a:lnTo>
                    <a:pt x="81726" y="80582"/>
                  </a:lnTo>
                  <a:lnTo>
                    <a:pt x="81726" y="80582"/>
                  </a:lnTo>
                  <a:lnTo>
                    <a:pt x="81708" y="80595"/>
                  </a:lnTo>
                  <a:lnTo>
                    <a:pt x="81708" y="80622"/>
                  </a:lnTo>
                  <a:lnTo>
                    <a:pt x="81708" y="80635"/>
                  </a:lnTo>
                  <a:lnTo>
                    <a:pt x="81745" y="80662"/>
                  </a:lnTo>
                  <a:lnTo>
                    <a:pt x="81763" y="80662"/>
                  </a:lnTo>
                  <a:lnTo>
                    <a:pt x="81745" y="80648"/>
                  </a:lnTo>
                  <a:lnTo>
                    <a:pt x="81745" y="80635"/>
                  </a:lnTo>
                  <a:lnTo>
                    <a:pt x="81763" y="80635"/>
                  </a:lnTo>
                  <a:close/>
                  <a:moveTo>
                    <a:pt x="73780" y="82141"/>
                  </a:moveTo>
                  <a:lnTo>
                    <a:pt x="73762" y="82181"/>
                  </a:lnTo>
                  <a:lnTo>
                    <a:pt x="73762" y="82208"/>
                  </a:lnTo>
                  <a:lnTo>
                    <a:pt x="73780" y="82221"/>
                  </a:lnTo>
                  <a:lnTo>
                    <a:pt x="73799" y="82181"/>
                  </a:lnTo>
                  <a:lnTo>
                    <a:pt x="73817" y="82141"/>
                  </a:lnTo>
                  <a:lnTo>
                    <a:pt x="73799" y="82128"/>
                  </a:lnTo>
                  <a:lnTo>
                    <a:pt x="73780" y="82141"/>
                  </a:lnTo>
                  <a:close/>
                  <a:moveTo>
                    <a:pt x="73504" y="82035"/>
                  </a:moveTo>
                  <a:lnTo>
                    <a:pt x="73485" y="82061"/>
                  </a:lnTo>
                  <a:lnTo>
                    <a:pt x="73485" y="82101"/>
                  </a:lnTo>
                  <a:lnTo>
                    <a:pt x="73504" y="82128"/>
                  </a:lnTo>
                  <a:lnTo>
                    <a:pt x="73541" y="82141"/>
                  </a:lnTo>
                  <a:lnTo>
                    <a:pt x="73578" y="82128"/>
                  </a:lnTo>
                  <a:lnTo>
                    <a:pt x="73596" y="82075"/>
                  </a:lnTo>
                  <a:lnTo>
                    <a:pt x="73596" y="82035"/>
                  </a:lnTo>
                  <a:lnTo>
                    <a:pt x="73559" y="82008"/>
                  </a:lnTo>
                  <a:lnTo>
                    <a:pt x="73504" y="82035"/>
                  </a:lnTo>
                  <a:close/>
                  <a:moveTo>
                    <a:pt x="73670" y="82115"/>
                  </a:moveTo>
                  <a:lnTo>
                    <a:pt x="73744" y="81955"/>
                  </a:lnTo>
                  <a:lnTo>
                    <a:pt x="73780" y="81848"/>
                  </a:lnTo>
                  <a:lnTo>
                    <a:pt x="73762" y="81835"/>
                  </a:lnTo>
                  <a:lnTo>
                    <a:pt x="73762" y="81821"/>
                  </a:lnTo>
                  <a:lnTo>
                    <a:pt x="73744" y="81821"/>
                  </a:lnTo>
                  <a:lnTo>
                    <a:pt x="73725" y="81835"/>
                  </a:lnTo>
                  <a:lnTo>
                    <a:pt x="73651" y="81941"/>
                  </a:lnTo>
                  <a:lnTo>
                    <a:pt x="73651" y="81968"/>
                  </a:lnTo>
                  <a:lnTo>
                    <a:pt x="73670" y="81995"/>
                  </a:lnTo>
                  <a:lnTo>
                    <a:pt x="73670" y="82101"/>
                  </a:lnTo>
                  <a:lnTo>
                    <a:pt x="73670" y="82115"/>
                  </a:lnTo>
                  <a:close/>
                  <a:moveTo>
                    <a:pt x="80012" y="79302"/>
                  </a:moveTo>
                  <a:lnTo>
                    <a:pt x="80104" y="79302"/>
                  </a:lnTo>
                  <a:lnTo>
                    <a:pt x="80251" y="79275"/>
                  </a:lnTo>
                  <a:lnTo>
                    <a:pt x="80307" y="79275"/>
                  </a:lnTo>
                  <a:lnTo>
                    <a:pt x="80325" y="79275"/>
                  </a:lnTo>
                  <a:lnTo>
                    <a:pt x="80307" y="79235"/>
                  </a:lnTo>
                  <a:lnTo>
                    <a:pt x="80307" y="79235"/>
                  </a:lnTo>
                  <a:lnTo>
                    <a:pt x="80288" y="79222"/>
                  </a:lnTo>
                  <a:lnTo>
                    <a:pt x="80251" y="79209"/>
                  </a:lnTo>
                  <a:lnTo>
                    <a:pt x="80030" y="79275"/>
                  </a:lnTo>
                  <a:lnTo>
                    <a:pt x="80012" y="79302"/>
                  </a:lnTo>
                  <a:close/>
                  <a:moveTo>
                    <a:pt x="79938" y="79142"/>
                  </a:moveTo>
                  <a:lnTo>
                    <a:pt x="79920" y="79142"/>
                  </a:lnTo>
                  <a:lnTo>
                    <a:pt x="79920" y="79155"/>
                  </a:lnTo>
                  <a:lnTo>
                    <a:pt x="79938" y="79169"/>
                  </a:lnTo>
                  <a:lnTo>
                    <a:pt x="79993" y="79169"/>
                  </a:lnTo>
                  <a:lnTo>
                    <a:pt x="80067" y="79182"/>
                  </a:lnTo>
                  <a:lnTo>
                    <a:pt x="80067" y="79182"/>
                  </a:lnTo>
                  <a:lnTo>
                    <a:pt x="80086" y="79195"/>
                  </a:lnTo>
                  <a:lnTo>
                    <a:pt x="80141" y="79222"/>
                  </a:lnTo>
                  <a:lnTo>
                    <a:pt x="80159" y="79222"/>
                  </a:lnTo>
                  <a:lnTo>
                    <a:pt x="80141" y="79209"/>
                  </a:lnTo>
                  <a:lnTo>
                    <a:pt x="80141" y="79169"/>
                  </a:lnTo>
                  <a:lnTo>
                    <a:pt x="80122" y="79155"/>
                  </a:lnTo>
                  <a:lnTo>
                    <a:pt x="80067" y="79155"/>
                  </a:lnTo>
                  <a:lnTo>
                    <a:pt x="80030" y="79142"/>
                  </a:lnTo>
                  <a:lnTo>
                    <a:pt x="79956" y="79155"/>
                  </a:lnTo>
                  <a:lnTo>
                    <a:pt x="79938" y="79155"/>
                  </a:lnTo>
                  <a:lnTo>
                    <a:pt x="79938" y="79142"/>
                  </a:lnTo>
                  <a:lnTo>
                    <a:pt x="79938" y="79142"/>
                  </a:lnTo>
                  <a:close/>
                  <a:moveTo>
                    <a:pt x="77597" y="76916"/>
                  </a:moveTo>
                  <a:lnTo>
                    <a:pt x="77560" y="76889"/>
                  </a:lnTo>
                  <a:lnTo>
                    <a:pt x="77523" y="76889"/>
                  </a:lnTo>
                  <a:lnTo>
                    <a:pt x="77375" y="76996"/>
                  </a:lnTo>
                  <a:lnTo>
                    <a:pt x="77375" y="77022"/>
                  </a:lnTo>
                  <a:lnTo>
                    <a:pt x="77412" y="77062"/>
                  </a:lnTo>
                  <a:lnTo>
                    <a:pt x="77412" y="77076"/>
                  </a:lnTo>
                  <a:lnTo>
                    <a:pt x="77449" y="77076"/>
                  </a:lnTo>
                  <a:lnTo>
                    <a:pt x="77652" y="76929"/>
                  </a:lnTo>
                  <a:lnTo>
                    <a:pt x="77652" y="76902"/>
                  </a:lnTo>
                  <a:lnTo>
                    <a:pt x="77652" y="76902"/>
                  </a:lnTo>
                  <a:lnTo>
                    <a:pt x="77597" y="76916"/>
                  </a:lnTo>
                  <a:close/>
                  <a:moveTo>
                    <a:pt x="88308" y="111348"/>
                  </a:moveTo>
                  <a:lnTo>
                    <a:pt x="88253" y="111361"/>
                  </a:lnTo>
                  <a:lnTo>
                    <a:pt x="88234" y="111361"/>
                  </a:lnTo>
                  <a:lnTo>
                    <a:pt x="88216" y="111375"/>
                  </a:lnTo>
                  <a:lnTo>
                    <a:pt x="88216" y="111375"/>
                  </a:lnTo>
                  <a:lnTo>
                    <a:pt x="88179" y="111375"/>
                  </a:lnTo>
                  <a:lnTo>
                    <a:pt x="88216" y="111401"/>
                  </a:lnTo>
                  <a:lnTo>
                    <a:pt x="88253" y="111401"/>
                  </a:lnTo>
                  <a:lnTo>
                    <a:pt x="88253" y="111401"/>
                  </a:lnTo>
                  <a:lnTo>
                    <a:pt x="88271" y="111375"/>
                  </a:lnTo>
                  <a:lnTo>
                    <a:pt x="88290" y="111361"/>
                  </a:lnTo>
                  <a:lnTo>
                    <a:pt x="88308" y="111361"/>
                  </a:lnTo>
                  <a:lnTo>
                    <a:pt x="88345" y="111361"/>
                  </a:lnTo>
                  <a:lnTo>
                    <a:pt x="88345" y="111348"/>
                  </a:lnTo>
                  <a:lnTo>
                    <a:pt x="88326" y="111335"/>
                  </a:lnTo>
                  <a:lnTo>
                    <a:pt x="88308" y="111348"/>
                  </a:lnTo>
                  <a:close/>
                  <a:moveTo>
                    <a:pt x="73246" y="85381"/>
                  </a:moveTo>
                  <a:lnTo>
                    <a:pt x="73227" y="85367"/>
                  </a:lnTo>
                  <a:lnTo>
                    <a:pt x="73209" y="85381"/>
                  </a:lnTo>
                  <a:lnTo>
                    <a:pt x="73209" y="85394"/>
                  </a:lnTo>
                  <a:lnTo>
                    <a:pt x="73227" y="85407"/>
                  </a:lnTo>
                  <a:lnTo>
                    <a:pt x="73227" y="85421"/>
                  </a:lnTo>
                  <a:lnTo>
                    <a:pt x="73209" y="85461"/>
                  </a:lnTo>
                  <a:lnTo>
                    <a:pt x="73209" y="85474"/>
                  </a:lnTo>
                  <a:lnTo>
                    <a:pt x="73209" y="85487"/>
                  </a:lnTo>
                  <a:lnTo>
                    <a:pt x="73227" y="85474"/>
                  </a:lnTo>
                  <a:lnTo>
                    <a:pt x="73246" y="85434"/>
                  </a:lnTo>
                  <a:lnTo>
                    <a:pt x="73264" y="85394"/>
                  </a:lnTo>
                  <a:lnTo>
                    <a:pt x="73246" y="85367"/>
                  </a:lnTo>
                  <a:lnTo>
                    <a:pt x="73246" y="85381"/>
                  </a:lnTo>
                  <a:close/>
                  <a:moveTo>
                    <a:pt x="80178" y="78969"/>
                  </a:moveTo>
                  <a:lnTo>
                    <a:pt x="80178" y="79009"/>
                  </a:lnTo>
                  <a:lnTo>
                    <a:pt x="80178" y="79009"/>
                  </a:lnTo>
                  <a:lnTo>
                    <a:pt x="80196" y="79009"/>
                  </a:lnTo>
                  <a:lnTo>
                    <a:pt x="80215" y="78995"/>
                  </a:lnTo>
                  <a:lnTo>
                    <a:pt x="80215" y="78969"/>
                  </a:lnTo>
                  <a:lnTo>
                    <a:pt x="80251" y="78969"/>
                  </a:lnTo>
                  <a:lnTo>
                    <a:pt x="80270" y="78969"/>
                  </a:lnTo>
                  <a:lnTo>
                    <a:pt x="80270" y="78942"/>
                  </a:lnTo>
                  <a:lnTo>
                    <a:pt x="80196" y="78915"/>
                  </a:lnTo>
                  <a:lnTo>
                    <a:pt x="80178" y="78915"/>
                  </a:lnTo>
                  <a:lnTo>
                    <a:pt x="80159" y="78915"/>
                  </a:lnTo>
                  <a:lnTo>
                    <a:pt x="80159" y="78929"/>
                  </a:lnTo>
                  <a:lnTo>
                    <a:pt x="80159" y="78942"/>
                  </a:lnTo>
                  <a:lnTo>
                    <a:pt x="80159" y="78955"/>
                  </a:lnTo>
                  <a:lnTo>
                    <a:pt x="80178" y="78969"/>
                  </a:lnTo>
                  <a:close/>
                  <a:moveTo>
                    <a:pt x="78703" y="77689"/>
                  </a:moveTo>
                  <a:lnTo>
                    <a:pt x="78721" y="77702"/>
                  </a:lnTo>
                  <a:lnTo>
                    <a:pt x="78740" y="77689"/>
                  </a:lnTo>
                  <a:lnTo>
                    <a:pt x="78758" y="77689"/>
                  </a:lnTo>
                  <a:lnTo>
                    <a:pt x="78758" y="77689"/>
                  </a:lnTo>
                  <a:lnTo>
                    <a:pt x="78795" y="77662"/>
                  </a:lnTo>
                  <a:lnTo>
                    <a:pt x="78758" y="77649"/>
                  </a:lnTo>
                  <a:lnTo>
                    <a:pt x="78740" y="77649"/>
                  </a:lnTo>
                  <a:lnTo>
                    <a:pt x="78721" y="77636"/>
                  </a:lnTo>
                  <a:lnTo>
                    <a:pt x="78703" y="77636"/>
                  </a:lnTo>
                  <a:lnTo>
                    <a:pt x="78684" y="77636"/>
                  </a:lnTo>
                  <a:lnTo>
                    <a:pt x="78666" y="77662"/>
                  </a:lnTo>
                  <a:lnTo>
                    <a:pt x="78684" y="77689"/>
                  </a:lnTo>
                  <a:lnTo>
                    <a:pt x="78703" y="77689"/>
                  </a:lnTo>
                  <a:close/>
                  <a:moveTo>
                    <a:pt x="84197" y="99297"/>
                  </a:moveTo>
                  <a:lnTo>
                    <a:pt x="84178" y="99297"/>
                  </a:lnTo>
                  <a:lnTo>
                    <a:pt x="84178" y="99297"/>
                  </a:lnTo>
                  <a:lnTo>
                    <a:pt x="84197" y="99297"/>
                  </a:lnTo>
                  <a:lnTo>
                    <a:pt x="84197" y="99297"/>
                  </a:lnTo>
                  <a:lnTo>
                    <a:pt x="84197" y="99297"/>
                  </a:lnTo>
                  <a:close/>
                  <a:moveTo>
                    <a:pt x="84436" y="99551"/>
                  </a:moveTo>
                  <a:lnTo>
                    <a:pt x="84510" y="99431"/>
                  </a:lnTo>
                  <a:lnTo>
                    <a:pt x="84436" y="99417"/>
                  </a:lnTo>
                  <a:lnTo>
                    <a:pt x="84363" y="99444"/>
                  </a:lnTo>
                  <a:lnTo>
                    <a:pt x="84271" y="99511"/>
                  </a:lnTo>
                  <a:lnTo>
                    <a:pt x="84326" y="99431"/>
                  </a:lnTo>
                  <a:lnTo>
                    <a:pt x="84363" y="99391"/>
                  </a:lnTo>
                  <a:lnTo>
                    <a:pt x="84436" y="99377"/>
                  </a:lnTo>
                  <a:lnTo>
                    <a:pt x="84418" y="99351"/>
                  </a:lnTo>
                  <a:lnTo>
                    <a:pt x="84400" y="99324"/>
                  </a:lnTo>
                  <a:lnTo>
                    <a:pt x="84363" y="99297"/>
                  </a:lnTo>
                  <a:lnTo>
                    <a:pt x="84363" y="99244"/>
                  </a:lnTo>
                  <a:lnTo>
                    <a:pt x="84344" y="99191"/>
                  </a:lnTo>
                  <a:lnTo>
                    <a:pt x="84289" y="99177"/>
                  </a:lnTo>
                  <a:lnTo>
                    <a:pt x="84252" y="99284"/>
                  </a:lnTo>
                  <a:lnTo>
                    <a:pt x="84197" y="99297"/>
                  </a:lnTo>
                  <a:lnTo>
                    <a:pt x="84160" y="99324"/>
                  </a:lnTo>
                  <a:lnTo>
                    <a:pt x="84160" y="99377"/>
                  </a:lnTo>
                  <a:lnTo>
                    <a:pt x="84178" y="99497"/>
                  </a:lnTo>
                  <a:lnTo>
                    <a:pt x="84252" y="99644"/>
                  </a:lnTo>
                  <a:lnTo>
                    <a:pt x="84252" y="99697"/>
                  </a:lnTo>
                  <a:lnTo>
                    <a:pt x="84271" y="99964"/>
                  </a:lnTo>
                  <a:lnTo>
                    <a:pt x="84289" y="100337"/>
                  </a:lnTo>
                  <a:lnTo>
                    <a:pt x="84289" y="100444"/>
                  </a:lnTo>
                  <a:lnTo>
                    <a:pt x="84271" y="100564"/>
                  </a:lnTo>
                  <a:lnTo>
                    <a:pt x="84197" y="100644"/>
                  </a:lnTo>
                  <a:lnTo>
                    <a:pt x="84307" y="100604"/>
                  </a:lnTo>
                  <a:lnTo>
                    <a:pt x="84363" y="100417"/>
                  </a:lnTo>
                  <a:lnTo>
                    <a:pt x="84400" y="100204"/>
                  </a:lnTo>
                  <a:lnTo>
                    <a:pt x="84363" y="100017"/>
                  </a:lnTo>
                  <a:lnTo>
                    <a:pt x="84344" y="100017"/>
                  </a:lnTo>
                  <a:lnTo>
                    <a:pt x="84344" y="99831"/>
                  </a:lnTo>
                  <a:lnTo>
                    <a:pt x="84363" y="99684"/>
                  </a:lnTo>
                  <a:lnTo>
                    <a:pt x="84436" y="99551"/>
                  </a:lnTo>
                  <a:close/>
                  <a:moveTo>
                    <a:pt x="84897" y="98658"/>
                  </a:moveTo>
                  <a:lnTo>
                    <a:pt x="84916" y="98644"/>
                  </a:lnTo>
                  <a:lnTo>
                    <a:pt x="84971" y="98551"/>
                  </a:lnTo>
                  <a:lnTo>
                    <a:pt x="85008" y="98564"/>
                  </a:lnTo>
                  <a:lnTo>
                    <a:pt x="85045" y="98564"/>
                  </a:lnTo>
                  <a:lnTo>
                    <a:pt x="85082" y="98538"/>
                  </a:lnTo>
                  <a:lnTo>
                    <a:pt x="85137" y="98511"/>
                  </a:lnTo>
                  <a:lnTo>
                    <a:pt x="85063" y="98444"/>
                  </a:lnTo>
                  <a:lnTo>
                    <a:pt x="85063" y="98391"/>
                  </a:lnTo>
                  <a:lnTo>
                    <a:pt x="85082" y="98311"/>
                  </a:lnTo>
                  <a:lnTo>
                    <a:pt x="85082" y="98244"/>
                  </a:lnTo>
                  <a:lnTo>
                    <a:pt x="85045" y="98164"/>
                  </a:lnTo>
                  <a:lnTo>
                    <a:pt x="85008" y="98111"/>
                  </a:lnTo>
                  <a:lnTo>
                    <a:pt x="84990" y="98044"/>
                  </a:lnTo>
                  <a:lnTo>
                    <a:pt x="85008" y="97991"/>
                  </a:lnTo>
                  <a:lnTo>
                    <a:pt x="84897" y="97858"/>
                  </a:lnTo>
                  <a:lnTo>
                    <a:pt x="84824" y="97711"/>
                  </a:lnTo>
                  <a:lnTo>
                    <a:pt x="84695" y="97391"/>
                  </a:lnTo>
                  <a:lnTo>
                    <a:pt x="84621" y="97285"/>
                  </a:lnTo>
                  <a:lnTo>
                    <a:pt x="84510" y="97285"/>
                  </a:lnTo>
                  <a:lnTo>
                    <a:pt x="84418" y="97338"/>
                  </a:lnTo>
                  <a:lnTo>
                    <a:pt x="84326" y="97391"/>
                  </a:lnTo>
                  <a:lnTo>
                    <a:pt x="84307" y="97498"/>
                  </a:lnTo>
                  <a:lnTo>
                    <a:pt x="84289" y="97578"/>
                  </a:lnTo>
                  <a:lnTo>
                    <a:pt x="84307" y="97698"/>
                  </a:lnTo>
                  <a:lnTo>
                    <a:pt x="84252" y="97791"/>
                  </a:lnTo>
                  <a:lnTo>
                    <a:pt x="84252" y="97871"/>
                  </a:lnTo>
                  <a:lnTo>
                    <a:pt x="84307" y="97858"/>
                  </a:lnTo>
                  <a:lnTo>
                    <a:pt x="84326" y="97964"/>
                  </a:lnTo>
                  <a:lnTo>
                    <a:pt x="84326" y="97991"/>
                  </a:lnTo>
                  <a:lnTo>
                    <a:pt x="84363" y="98018"/>
                  </a:lnTo>
                  <a:lnTo>
                    <a:pt x="84363" y="98058"/>
                  </a:lnTo>
                  <a:lnTo>
                    <a:pt x="84344" y="98124"/>
                  </a:lnTo>
                  <a:lnTo>
                    <a:pt x="84326" y="98191"/>
                  </a:lnTo>
                  <a:lnTo>
                    <a:pt x="84418" y="98231"/>
                  </a:lnTo>
                  <a:lnTo>
                    <a:pt x="84418" y="98324"/>
                  </a:lnTo>
                  <a:lnTo>
                    <a:pt x="84289" y="98751"/>
                  </a:lnTo>
                  <a:lnTo>
                    <a:pt x="84289" y="98791"/>
                  </a:lnTo>
                  <a:lnTo>
                    <a:pt x="84307" y="98938"/>
                  </a:lnTo>
                  <a:lnTo>
                    <a:pt x="84326" y="98991"/>
                  </a:lnTo>
                  <a:lnTo>
                    <a:pt x="84492" y="98938"/>
                  </a:lnTo>
                  <a:lnTo>
                    <a:pt x="84658" y="98844"/>
                  </a:lnTo>
                  <a:lnTo>
                    <a:pt x="84695" y="98791"/>
                  </a:lnTo>
                  <a:lnTo>
                    <a:pt x="84731" y="98698"/>
                  </a:lnTo>
                  <a:lnTo>
                    <a:pt x="84787" y="98631"/>
                  </a:lnTo>
                  <a:lnTo>
                    <a:pt x="84860" y="98644"/>
                  </a:lnTo>
                  <a:lnTo>
                    <a:pt x="84842" y="98671"/>
                  </a:lnTo>
                  <a:lnTo>
                    <a:pt x="84897" y="98658"/>
                  </a:lnTo>
                  <a:close/>
                  <a:moveTo>
                    <a:pt x="83607" y="96365"/>
                  </a:moveTo>
                  <a:lnTo>
                    <a:pt x="83681" y="96405"/>
                  </a:lnTo>
                  <a:lnTo>
                    <a:pt x="83699" y="96405"/>
                  </a:lnTo>
                  <a:lnTo>
                    <a:pt x="83810" y="96405"/>
                  </a:lnTo>
                  <a:lnTo>
                    <a:pt x="83920" y="96351"/>
                  </a:lnTo>
                  <a:lnTo>
                    <a:pt x="83939" y="96311"/>
                  </a:lnTo>
                  <a:lnTo>
                    <a:pt x="83883" y="96285"/>
                  </a:lnTo>
                  <a:lnTo>
                    <a:pt x="83810" y="96285"/>
                  </a:lnTo>
                  <a:lnTo>
                    <a:pt x="83773" y="96298"/>
                  </a:lnTo>
                  <a:lnTo>
                    <a:pt x="83570" y="96338"/>
                  </a:lnTo>
                  <a:lnTo>
                    <a:pt x="83533" y="96351"/>
                  </a:lnTo>
                  <a:lnTo>
                    <a:pt x="83588" y="96365"/>
                  </a:lnTo>
                  <a:lnTo>
                    <a:pt x="83607" y="96365"/>
                  </a:lnTo>
                  <a:close/>
                  <a:moveTo>
                    <a:pt x="83109" y="58027"/>
                  </a:moveTo>
                  <a:lnTo>
                    <a:pt x="83072" y="58040"/>
                  </a:lnTo>
                  <a:lnTo>
                    <a:pt x="83109" y="58093"/>
                  </a:lnTo>
                  <a:lnTo>
                    <a:pt x="83109" y="58120"/>
                  </a:lnTo>
                  <a:lnTo>
                    <a:pt x="83146" y="58200"/>
                  </a:lnTo>
                  <a:lnTo>
                    <a:pt x="83238" y="58133"/>
                  </a:lnTo>
                  <a:lnTo>
                    <a:pt x="83275" y="58120"/>
                  </a:lnTo>
                  <a:lnTo>
                    <a:pt x="83312" y="58147"/>
                  </a:lnTo>
                  <a:lnTo>
                    <a:pt x="83275" y="58173"/>
                  </a:lnTo>
                  <a:lnTo>
                    <a:pt x="83275" y="58200"/>
                  </a:lnTo>
                  <a:lnTo>
                    <a:pt x="83257" y="58200"/>
                  </a:lnTo>
                  <a:lnTo>
                    <a:pt x="83257" y="58227"/>
                  </a:lnTo>
                  <a:lnTo>
                    <a:pt x="83312" y="58213"/>
                  </a:lnTo>
                  <a:lnTo>
                    <a:pt x="83349" y="58173"/>
                  </a:lnTo>
                  <a:lnTo>
                    <a:pt x="83386" y="58147"/>
                  </a:lnTo>
                  <a:lnTo>
                    <a:pt x="83441" y="58160"/>
                  </a:lnTo>
                  <a:lnTo>
                    <a:pt x="83496" y="58173"/>
                  </a:lnTo>
                  <a:lnTo>
                    <a:pt x="83515" y="58160"/>
                  </a:lnTo>
                  <a:lnTo>
                    <a:pt x="83515" y="58067"/>
                  </a:lnTo>
                  <a:lnTo>
                    <a:pt x="83496" y="58040"/>
                  </a:lnTo>
                  <a:lnTo>
                    <a:pt x="83459" y="58027"/>
                  </a:lnTo>
                  <a:lnTo>
                    <a:pt x="83459" y="58013"/>
                  </a:lnTo>
                  <a:lnTo>
                    <a:pt x="83441" y="58000"/>
                  </a:lnTo>
                  <a:lnTo>
                    <a:pt x="83570" y="57947"/>
                  </a:lnTo>
                  <a:lnTo>
                    <a:pt x="83607" y="57893"/>
                  </a:lnTo>
                  <a:lnTo>
                    <a:pt x="83644" y="57840"/>
                  </a:lnTo>
                  <a:lnTo>
                    <a:pt x="83552" y="57827"/>
                  </a:lnTo>
                  <a:lnTo>
                    <a:pt x="83422" y="57867"/>
                  </a:lnTo>
                  <a:lnTo>
                    <a:pt x="83330" y="57853"/>
                  </a:lnTo>
                  <a:lnTo>
                    <a:pt x="83330" y="57827"/>
                  </a:lnTo>
                  <a:lnTo>
                    <a:pt x="83330" y="57813"/>
                  </a:lnTo>
                  <a:lnTo>
                    <a:pt x="83330" y="57800"/>
                  </a:lnTo>
                  <a:lnTo>
                    <a:pt x="83330" y="57773"/>
                  </a:lnTo>
                  <a:lnTo>
                    <a:pt x="83330" y="57773"/>
                  </a:lnTo>
                  <a:lnTo>
                    <a:pt x="83330" y="57747"/>
                  </a:lnTo>
                  <a:lnTo>
                    <a:pt x="83109" y="57813"/>
                  </a:lnTo>
                  <a:lnTo>
                    <a:pt x="83109" y="57840"/>
                  </a:lnTo>
                  <a:lnTo>
                    <a:pt x="83201" y="57853"/>
                  </a:lnTo>
                  <a:lnTo>
                    <a:pt x="83238" y="57907"/>
                  </a:lnTo>
                  <a:lnTo>
                    <a:pt x="83275" y="57973"/>
                  </a:lnTo>
                  <a:lnTo>
                    <a:pt x="83257" y="58013"/>
                  </a:lnTo>
                  <a:lnTo>
                    <a:pt x="83109" y="58027"/>
                  </a:lnTo>
                  <a:close/>
                  <a:moveTo>
                    <a:pt x="84123" y="65438"/>
                  </a:moveTo>
                  <a:lnTo>
                    <a:pt x="84068" y="65385"/>
                  </a:lnTo>
                  <a:lnTo>
                    <a:pt x="84012" y="65385"/>
                  </a:lnTo>
                  <a:lnTo>
                    <a:pt x="83976" y="65412"/>
                  </a:lnTo>
                  <a:lnTo>
                    <a:pt x="83957" y="65412"/>
                  </a:lnTo>
                  <a:lnTo>
                    <a:pt x="83920" y="65412"/>
                  </a:lnTo>
                  <a:lnTo>
                    <a:pt x="83883" y="65398"/>
                  </a:lnTo>
                  <a:lnTo>
                    <a:pt x="83828" y="65372"/>
                  </a:lnTo>
                  <a:lnTo>
                    <a:pt x="83791" y="65358"/>
                  </a:lnTo>
                  <a:lnTo>
                    <a:pt x="83773" y="65358"/>
                  </a:lnTo>
                  <a:lnTo>
                    <a:pt x="83699" y="65358"/>
                  </a:lnTo>
                  <a:lnTo>
                    <a:pt x="83644" y="65358"/>
                  </a:lnTo>
                  <a:lnTo>
                    <a:pt x="83607" y="65372"/>
                  </a:lnTo>
                  <a:lnTo>
                    <a:pt x="83588" y="65452"/>
                  </a:lnTo>
                  <a:lnTo>
                    <a:pt x="83404" y="65532"/>
                  </a:lnTo>
                  <a:lnTo>
                    <a:pt x="83386" y="65598"/>
                  </a:lnTo>
                  <a:lnTo>
                    <a:pt x="83717" y="65678"/>
                  </a:lnTo>
                  <a:lnTo>
                    <a:pt x="83791" y="65732"/>
                  </a:lnTo>
                  <a:lnTo>
                    <a:pt x="83865" y="65745"/>
                  </a:lnTo>
                  <a:lnTo>
                    <a:pt x="84123" y="65705"/>
                  </a:lnTo>
                  <a:lnTo>
                    <a:pt x="84160" y="65718"/>
                  </a:lnTo>
                  <a:lnTo>
                    <a:pt x="84289" y="65758"/>
                  </a:lnTo>
                  <a:lnTo>
                    <a:pt x="84400" y="65772"/>
                  </a:lnTo>
                  <a:lnTo>
                    <a:pt x="85211" y="65732"/>
                  </a:lnTo>
                  <a:lnTo>
                    <a:pt x="85635" y="65585"/>
                  </a:lnTo>
                  <a:lnTo>
                    <a:pt x="85598" y="65532"/>
                  </a:lnTo>
                  <a:lnTo>
                    <a:pt x="85395" y="65385"/>
                  </a:lnTo>
                  <a:lnTo>
                    <a:pt x="85340" y="65345"/>
                  </a:lnTo>
                  <a:lnTo>
                    <a:pt x="85266" y="65332"/>
                  </a:lnTo>
                  <a:lnTo>
                    <a:pt x="85045" y="65358"/>
                  </a:lnTo>
                  <a:lnTo>
                    <a:pt x="84953" y="65345"/>
                  </a:lnTo>
                  <a:lnTo>
                    <a:pt x="84879" y="65345"/>
                  </a:lnTo>
                  <a:lnTo>
                    <a:pt x="84271" y="65545"/>
                  </a:lnTo>
                  <a:lnTo>
                    <a:pt x="84234" y="65532"/>
                  </a:lnTo>
                  <a:lnTo>
                    <a:pt x="84178" y="65518"/>
                  </a:lnTo>
                  <a:lnTo>
                    <a:pt x="84141" y="65492"/>
                  </a:lnTo>
                  <a:lnTo>
                    <a:pt x="84160" y="65465"/>
                  </a:lnTo>
                  <a:lnTo>
                    <a:pt x="84123" y="65438"/>
                  </a:lnTo>
                  <a:close/>
                  <a:moveTo>
                    <a:pt x="82777" y="97138"/>
                  </a:moveTo>
                  <a:lnTo>
                    <a:pt x="82703" y="97191"/>
                  </a:lnTo>
                  <a:lnTo>
                    <a:pt x="82593" y="97178"/>
                  </a:lnTo>
                  <a:lnTo>
                    <a:pt x="82427" y="97205"/>
                  </a:lnTo>
                  <a:lnTo>
                    <a:pt x="82353" y="97178"/>
                  </a:lnTo>
                  <a:lnTo>
                    <a:pt x="82243" y="96965"/>
                  </a:lnTo>
                  <a:lnTo>
                    <a:pt x="82169" y="96885"/>
                  </a:lnTo>
                  <a:lnTo>
                    <a:pt x="82132" y="96885"/>
                  </a:lnTo>
                  <a:lnTo>
                    <a:pt x="82132" y="96978"/>
                  </a:lnTo>
                  <a:lnTo>
                    <a:pt x="82150" y="97085"/>
                  </a:lnTo>
                  <a:lnTo>
                    <a:pt x="82335" y="97578"/>
                  </a:lnTo>
                  <a:lnTo>
                    <a:pt x="82372" y="97791"/>
                  </a:lnTo>
                  <a:lnTo>
                    <a:pt x="82408" y="97991"/>
                  </a:lnTo>
                  <a:lnTo>
                    <a:pt x="82353" y="98244"/>
                  </a:lnTo>
                  <a:lnTo>
                    <a:pt x="82427" y="98804"/>
                  </a:lnTo>
                  <a:lnTo>
                    <a:pt x="82445" y="98858"/>
                  </a:lnTo>
                  <a:lnTo>
                    <a:pt x="82408" y="98924"/>
                  </a:lnTo>
                  <a:lnTo>
                    <a:pt x="82335" y="98964"/>
                  </a:lnTo>
                  <a:lnTo>
                    <a:pt x="82169" y="99044"/>
                  </a:lnTo>
                  <a:lnTo>
                    <a:pt x="82077" y="99111"/>
                  </a:lnTo>
                  <a:lnTo>
                    <a:pt x="82021" y="99164"/>
                  </a:lnTo>
                  <a:lnTo>
                    <a:pt x="82003" y="99217"/>
                  </a:lnTo>
                  <a:lnTo>
                    <a:pt x="81984" y="99257"/>
                  </a:lnTo>
                  <a:lnTo>
                    <a:pt x="81984" y="99364"/>
                  </a:lnTo>
                  <a:lnTo>
                    <a:pt x="81966" y="99391"/>
                  </a:lnTo>
                  <a:lnTo>
                    <a:pt x="81948" y="99431"/>
                  </a:lnTo>
                  <a:lnTo>
                    <a:pt x="81911" y="99431"/>
                  </a:lnTo>
                  <a:lnTo>
                    <a:pt x="81911" y="99417"/>
                  </a:lnTo>
                  <a:lnTo>
                    <a:pt x="81874" y="99351"/>
                  </a:lnTo>
                  <a:lnTo>
                    <a:pt x="81874" y="99284"/>
                  </a:lnTo>
                  <a:lnTo>
                    <a:pt x="81874" y="99231"/>
                  </a:lnTo>
                  <a:lnTo>
                    <a:pt x="81929" y="99164"/>
                  </a:lnTo>
                  <a:lnTo>
                    <a:pt x="82021" y="98884"/>
                  </a:lnTo>
                  <a:lnTo>
                    <a:pt x="82058" y="98818"/>
                  </a:lnTo>
                  <a:lnTo>
                    <a:pt x="82058" y="98618"/>
                  </a:lnTo>
                  <a:lnTo>
                    <a:pt x="82021" y="98538"/>
                  </a:lnTo>
                  <a:lnTo>
                    <a:pt x="82003" y="98498"/>
                  </a:lnTo>
                  <a:lnTo>
                    <a:pt x="81948" y="98391"/>
                  </a:lnTo>
                  <a:lnTo>
                    <a:pt x="81948" y="98324"/>
                  </a:lnTo>
                  <a:lnTo>
                    <a:pt x="81948" y="98284"/>
                  </a:lnTo>
                  <a:lnTo>
                    <a:pt x="81948" y="98244"/>
                  </a:lnTo>
                  <a:lnTo>
                    <a:pt x="81948" y="98204"/>
                  </a:lnTo>
                  <a:lnTo>
                    <a:pt x="81948" y="98151"/>
                  </a:lnTo>
                  <a:lnTo>
                    <a:pt x="81966" y="97991"/>
                  </a:lnTo>
                  <a:lnTo>
                    <a:pt x="81966" y="97898"/>
                  </a:lnTo>
                  <a:lnTo>
                    <a:pt x="81911" y="97751"/>
                  </a:lnTo>
                  <a:lnTo>
                    <a:pt x="81892" y="97658"/>
                  </a:lnTo>
                  <a:lnTo>
                    <a:pt x="81892" y="97591"/>
                  </a:lnTo>
                  <a:lnTo>
                    <a:pt x="81837" y="97564"/>
                  </a:lnTo>
                  <a:lnTo>
                    <a:pt x="81800" y="97524"/>
                  </a:lnTo>
                  <a:lnTo>
                    <a:pt x="81653" y="97338"/>
                  </a:lnTo>
                  <a:lnTo>
                    <a:pt x="81616" y="97325"/>
                  </a:lnTo>
                  <a:lnTo>
                    <a:pt x="81579" y="97365"/>
                  </a:lnTo>
                  <a:lnTo>
                    <a:pt x="81597" y="97378"/>
                  </a:lnTo>
                  <a:lnTo>
                    <a:pt x="81634" y="97445"/>
                  </a:lnTo>
                  <a:lnTo>
                    <a:pt x="81634" y="97471"/>
                  </a:lnTo>
                  <a:lnTo>
                    <a:pt x="81634" y="97471"/>
                  </a:lnTo>
                  <a:lnTo>
                    <a:pt x="81616" y="97485"/>
                  </a:lnTo>
                  <a:lnTo>
                    <a:pt x="81616" y="97485"/>
                  </a:lnTo>
                  <a:lnTo>
                    <a:pt x="81616" y="97498"/>
                  </a:lnTo>
                  <a:lnTo>
                    <a:pt x="81763" y="97698"/>
                  </a:lnTo>
                  <a:lnTo>
                    <a:pt x="81819" y="97938"/>
                  </a:lnTo>
                  <a:lnTo>
                    <a:pt x="81892" y="98418"/>
                  </a:lnTo>
                  <a:lnTo>
                    <a:pt x="81892" y="98618"/>
                  </a:lnTo>
                  <a:lnTo>
                    <a:pt x="81837" y="98764"/>
                  </a:lnTo>
                  <a:lnTo>
                    <a:pt x="81376" y="99364"/>
                  </a:lnTo>
                  <a:lnTo>
                    <a:pt x="80989" y="100417"/>
                  </a:lnTo>
                  <a:lnTo>
                    <a:pt x="80860" y="100510"/>
                  </a:lnTo>
                  <a:lnTo>
                    <a:pt x="80841" y="100604"/>
                  </a:lnTo>
                  <a:lnTo>
                    <a:pt x="80841" y="100790"/>
                  </a:lnTo>
                  <a:lnTo>
                    <a:pt x="81044" y="100764"/>
                  </a:lnTo>
                  <a:lnTo>
                    <a:pt x="81118" y="100790"/>
                  </a:lnTo>
                  <a:lnTo>
                    <a:pt x="81210" y="100857"/>
                  </a:lnTo>
                  <a:lnTo>
                    <a:pt x="81229" y="100884"/>
                  </a:lnTo>
                  <a:lnTo>
                    <a:pt x="81284" y="100924"/>
                  </a:lnTo>
                  <a:lnTo>
                    <a:pt x="81358" y="100990"/>
                  </a:lnTo>
                  <a:lnTo>
                    <a:pt x="81394" y="101057"/>
                  </a:lnTo>
                  <a:lnTo>
                    <a:pt x="81431" y="101017"/>
                  </a:lnTo>
                  <a:lnTo>
                    <a:pt x="81468" y="100990"/>
                  </a:lnTo>
                  <a:lnTo>
                    <a:pt x="81524" y="100937"/>
                  </a:lnTo>
                  <a:lnTo>
                    <a:pt x="81505" y="100857"/>
                  </a:lnTo>
                  <a:lnTo>
                    <a:pt x="81505" y="100804"/>
                  </a:lnTo>
                  <a:lnTo>
                    <a:pt x="81542" y="100657"/>
                  </a:lnTo>
                  <a:lnTo>
                    <a:pt x="81782" y="100217"/>
                  </a:lnTo>
                  <a:lnTo>
                    <a:pt x="82021" y="99497"/>
                  </a:lnTo>
                  <a:lnTo>
                    <a:pt x="82113" y="99364"/>
                  </a:lnTo>
                  <a:lnTo>
                    <a:pt x="82187" y="99337"/>
                  </a:lnTo>
                  <a:lnTo>
                    <a:pt x="82316" y="99337"/>
                  </a:lnTo>
                  <a:lnTo>
                    <a:pt x="82427" y="99364"/>
                  </a:lnTo>
                  <a:lnTo>
                    <a:pt x="82445" y="99457"/>
                  </a:lnTo>
                  <a:lnTo>
                    <a:pt x="82316" y="99697"/>
                  </a:lnTo>
                  <a:lnTo>
                    <a:pt x="82298" y="99777"/>
                  </a:lnTo>
                  <a:lnTo>
                    <a:pt x="82169" y="100311"/>
                  </a:lnTo>
                  <a:lnTo>
                    <a:pt x="81929" y="101004"/>
                  </a:lnTo>
                  <a:lnTo>
                    <a:pt x="81911" y="101137"/>
                  </a:lnTo>
                  <a:lnTo>
                    <a:pt x="81948" y="101124"/>
                  </a:lnTo>
                  <a:lnTo>
                    <a:pt x="81966" y="101097"/>
                  </a:lnTo>
                  <a:lnTo>
                    <a:pt x="81984" y="101070"/>
                  </a:lnTo>
                  <a:lnTo>
                    <a:pt x="81966" y="101044"/>
                  </a:lnTo>
                  <a:lnTo>
                    <a:pt x="82021" y="101004"/>
                  </a:lnTo>
                  <a:lnTo>
                    <a:pt x="82206" y="100537"/>
                  </a:lnTo>
                  <a:lnTo>
                    <a:pt x="82243" y="100510"/>
                  </a:lnTo>
                  <a:lnTo>
                    <a:pt x="82298" y="100510"/>
                  </a:lnTo>
                  <a:lnTo>
                    <a:pt x="82353" y="100550"/>
                  </a:lnTo>
                  <a:lnTo>
                    <a:pt x="82611" y="100617"/>
                  </a:lnTo>
                  <a:lnTo>
                    <a:pt x="82777" y="100577"/>
                  </a:lnTo>
                  <a:lnTo>
                    <a:pt x="82869" y="100497"/>
                  </a:lnTo>
                  <a:lnTo>
                    <a:pt x="83035" y="100044"/>
                  </a:lnTo>
                  <a:lnTo>
                    <a:pt x="83072" y="100004"/>
                  </a:lnTo>
                  <a:lnTo>
                    <a:pt x="83091" y="99964"/>
                  </a:lnTo>
                  <a:lnTo>
                    <a:pt x="83164" y="99097"/>
                  </a:lnTo>
                  <a:lnTo>
                    <a:pt x="83238" y="98751"/>
                  </a:lnTo>
                  <a:lnTo>
                    <a:pt x="83257" y="98658"/>
                  </a:lnTo>
                  <a:lnTo>
                    <a:pt x="83330" y="98618"/>
                  </a:lnTo>
                  <a:lnTo>
                    <a:pt x="83386" y="98644"/>
                  </a:lnTo>
                  <a:lnTo>
                    <a:pt x="83459" y="98751"/>
                  </a:lnTo>
                  <a:lnTo>
                    <a:pt x="83515" y="98844"/>
                  </a:lnTo>
                  <a:lnTo>
                    <a:pt x="83533" y="98951"/>
                  </a:lnTo>
                  <a:lnTo>
                    <a:pt x="83552" y="98938"/>
                  </a:lnTo>
                  <a:lnTo>
                    <a:pt x="83607" y="99697"/>
                  </a:lnTo>
                  <a:lnTo>
                    <a:pt x="83552" y="100311"/>
                  </a:lnTo>
                  <a:lnTo>
                    <a:pt x="83570" y="100417"/>
                  </a:lnTo>
                  <a:lnTo>
                    <a:pt x="83625" y="99977"/>
                  </a:lnTo>
                  <a:lnTo>
                    <a:pt x="83644" y="99351"/>
                  </a:lnTo>
                  <a:lnTo>
                    <a:pt x="83644" y="99297"/>
                  </a:lnTo>
                  <a:lnTo>
                    <a:pt x="83681" y="99177"/>
                  </a:lnTo>
                  <a:lnTo>
                    <a:pt x="83681" y="99151"/>
                  </a:lnTo>
                  <a:lnTo>
                    <a:pt x="83644" y="99031"/>
                  </a:lnTo>
                  <a:lnTo>
                    <a:pt x="83717" y="98804"/>
                  </a:lnTo>
                  <a:lnTo>
                    <a:pt x="83717" y="98698"/>
                  </a:lnTo>
                  <a:lnTo>
                    <a:pt x="83717" y="98698"/>
                  </a:lnTo>
                  <a:lnTo>
                    <a:pt x="83644" y="98671"/>
                  </a:lnTo>
                  <a:lnTo>
                    <a:pt x="83681" y="98658"/>
                  </a:lnTo>
                  <a:lnTo>
                    <a:pt x="83699" y="98644"/>
                  </a:lnTo>
                  <a:lnTo>
                    <a:pt x="83699" y="98564"/>
                  </a:lnTo>
                  <a:lnTo>
                    <a:pt x="83681" y="98564"/>
                  </a:lnTo>
                  <a:lnTo>
                    <a:pt x="83644" y="98618"/>
                  </a:lnTo>
                  <a:lnTo>
                    <a:pt x="83625" y="98631"/>
                  </a:lnTo>
                  <a:lnTo>
                    <a:pt x="83588" y="98658"/>
                  </a:lnTo>
                  <a:lnTo>
                    <a:pt x="83552" y="98658"/>
                  </a:lnTo>
                  <a:lnTo>
                    <a:pt x="83533" y="98644"/>
                  </a:lnTo>
                  <a:lnTo>
                    <a:pt x="83515" y="98578"/>
                  </a:lnTo>
                  <a:lnTo>
                    <a:pt x="83441" y="98018"/>
                  </a:lnTo>
                  <a:lnTo>
                    <a:pt x="83441" y="97964"/>
                  </a:lnTo>
                  <a:lnTo>
                    <a:pt x="83459" y="97924"/>
                  </a:lnTo>
                  <a:lnTo>
                    <a:pt x="83496" y="97911"/>
                  </a:lnTo>
                  <a:lnTo>
                    <a:pt x="83515" y="97898"/>
                  </a:lnTo>
                  <a:lnTo>
                    <a:pt x="83552" y="97871"/>
                  </a:lnTo>
                  <a:lnTo>
                    <a:pt x="83570" y="97858"/>
                  </a:lnTo>
                  <a:lnTo>
                    <a:pt x="83552" y="97831"/>
                  </a:lnTo>
                  <a:lnTo>
                    <a:pt x="83552" y="97804"/>
                  </a:lnTo>
                  <a:lnTo>
                    <a:pt x="83552" y="97791"/>
                  </a:lnTo>
                  <a:lnTo>
                    <a:pt x="83625" y="97764"/>
                  </a:lnTo>
                  <a:lnTo>
                    <a:pt x="83681" y="97791"/>
                  </a:lnTo>
                  <a:lnTo>
                    <a:pt x="83681" y="97871"/>
                  </a:lnTo>
                  <a:lnTo>
                    <a:pt x="83644" y="97964"/>
                  </a:lnTo>
                  <a:lnTo>
                    <a:pt x="83754" y="97978"/>
                  </a:lnTo>
                  <a:lnTo>
                    <a:pt x="83828" y="98164"/>
                  </a:lnTo>
                  <a:lnTo>
                    <a:pt x="83865" y="98378"/>
                  </a:lnTo>
                  <a:lnTo>
                    <a:pt x="83754" y="99257"/>
                  </a:lnTo>
                  <a:lnTo>
                    <a:pt x="83791" y="99431"/>
                  </a:lnTo>
                  <a:lnTo>
                    <a:pt x="83773" y="99591"/>
                  </a:lnTo>
                  <a:lnTo>
                    <a:pt x="83791" y="99724"/>
                  </a:lnTo>
                  <a:lnTo>
                    <a:pt x="83773" y="99977"/>
                  </a:lnTo>
                  <a:lnTo>
                    <a:pt x="83791" y="100177"/>
                  </a:lnTo>
                  <a:lnTo>
                    <a:pt x="83773" y="100244"/>
                  </a:lnTo>
                  <a:lnTo>
                    <a:pt x="83810" y="100244"/>
                  </a:lnTo>
                  <a:lnTo>
                    <a:pt x="83791" y="100284"/>
                  </a:lnTo>
                  <a:lnTo>
                    <a:pt x="83791" y="100351"/>
                  </a:lnTo>
                  <a:lnTo>
                    <a:pt x="83810" y="100391"/>
                  </a:lnTo>
                  <a:lnTo>
                    <a:pt x="83883" y="100391"/>
                  </a:lnTo>
                  <a:lnTo>
                    <a:pt x="83810" y="100177"/>
                  </a:lnTo>
                  <a:lnTo>
                    <a:pt x="83883" y="99431"/>
                  </a:lnTo>
                  <a:lnTo>
                    <a:pt x="83828" y="98991"/>
                  </a:lnTo>
                  <a:lnTo>
                    <a:pt x="83939" y="98498"/>
                  </a:lnTo>
                  <a:lnTo>
                    <a:pt x="83939" y="98418"/>
                  </a:lnTo>
                  <a:lnTo>
                    <a:pt x="83939" y="98271"/>
                  </a:lnTo>
                  <a:lnTo>
                    <a:pt x="83957" y="98204"/>
                  </a:lnTo>
                  <a:lnTo>
                    <a:pt x="83994" y="98164"/>
                  </a:lnTo>
                  <a:lnTo>
                    <a:pt x="84068" y="98124"/>
                  </a:lnTo>
                  <a:lnTo>
                    <a:pt x="84105" y="98071"/>
                  </a:lnTo>
                  <a:lnTo>
                    <a:pt x="84105" y="98004"/>
                  </a:lnTo>
                  <a:lnTo>
                    <a:pt x="83902" y="98071"/>
                  </a:lnTo>
                  <a:lnTo>
                    <a:pt x="83865" y="98058"/>
                  </a:lnTo>
                  <a:lnTo>
                    <a:pt x="83865" y="98018"/>
                  </a:lnTo>
                  <a:lnTo>
                    <a:pt x="83883" y="97938"/>
                  </a:lnTo>
                  <a:lnTo>
                    <a:pt x="83902" y="97938"/>
                  </a:lnTo>
                  <a:lnTo>
                    <a:pt x="83976" y="97924"/>
                  </a:lnTo>
                  <a:lnTo>
                    <a:pt x="83939" y="97898"/>
                  </a:lnTo>
                  <a:lnTo>
                    <a:pt x="83883" y="97871"/>
                  </a:lnTo>
                  <a:lnTo>
                    <a:pt x="83865" y="97844"/>
                  </a:lnTo>
                  <a:lnTo>
                    <a:pt x="83828" y="97791"/>
                  </a:lnTo>
                  <a:lnTo>
                    <a:pt x="83810" y="97698"/>
                  </a:lnTo>
                  <a:lnTo>
                    <a:pt x="83791" y="97644"/>
                  </a:lnTo>
                  <a:lnTo>
                    <a:pt x="83717" y="97538"/>
                  </a:lnTo>
                  <a:lnTo>
                    <a:pt x="83625" y="97538"/>
                  </a:lnTo>
                  <a:lnTo>
                    <a:pt x="83441" y="97618"/>
                  </a:lnTo>
                  <a:lnTo>
                    <a:pt x="83257" y="97604"/>
                  </a:lnTo>
                  <a:lnTo>
                    <a:pt x="83091" y="97524"/>
                  </a:lnTo>
                  <a:lnTo>
                    <a:pt x="82962" y="97391"/>
                  </a:lnTo>
                  <a:lnTo>
                    <a:pt x="82796" y="97151"/>
                  </a:lnTo>
                  <a:lnTo>
                    <a:pt x="82777" y="97138"/>
                  </a:lnTo>
                  <a:close/>
                  <a:moveTo>
                    <a:pt x="81837" y="56614"/>
                  </a:moveTo>
                  <a:lnTo>
                    <a:pt x="81837" y="56574"/>
                  </a:lnTo>
                  <a:lnTo>
                    <a:pt x="81800" y="56534"/>
                  </a:lnTo>
                  <a:lnTo>
                    <a:pt x="81708" y="56507"/>
                  </a:lnTo>
                  <a:lnTo>
                    <a:pt x="81597" y="56534"/>
                  </a:lnTo>
                  <a:lnTo>
                    <a:pt x="81524" y="56587"/>
                  </a:lnTo>
                  <a:lnTo>
                    <a:pt x="81505" y="56667"/>
                  </a:lnTo>
                  <a:lnTo>
                    <a:pt x="81431" y="56747"/>
                  </a:lnTo>
                  <a:lnTo>
                    <a:pt x="81413" y="56800"/>
                  </a:lnTo>
                  <a:lnTo>
                    <a:pt x="81505" y="56880"/>
                  </a:lnTo>
                  <a:lnTo>
                    <a:pt x="81542" y="56880"/>
                  </a:lnTo>
                  <a:lnTo>
                    <a:pt x="81782" y="56854"/>
                  </a:lnTo>
                  <a:lnTo>
                    <a:pt x="81800" y="56894"/>
                  </a:lnTo>
                  <a:lnTo>
                    <a:pt x="81726" y="56907"/>
                  </a:lnTo>
                  <a:lnTo>
                    <a:pt x="81763" y="56947"/>
                  </a:lnTo>
                  <a:lnTo>
                    <a:pt x="81819" y="57013"/>
                  </a:lnTo>
                  <a:lnTo>
                    <a:pt x="81892" y="57040"/>
                  </a:lnTo>
                  <a:lnTo>
                    <a:pt x="81911" y="57067"/>
                  </a:lnTo>
                  <a:lnTo>
                    <a:pt x="81892" y="57080"/>
                  </a:lnTo>
                  <a:lnTo>
                    <a:pt x="81800" y="57080"/>
                  </a:lnTo>
                  <a:lnTo>
                    <a:pt x="81763" y="57080"/>
                  </a:lnTo>
                  <a:lnTo>
                    <a:pt x="81745" y="57093"/>
                  </a:lnTo>
                  <a:lnTo>
                    <a:pt x="81726" y="57147"/>
                  </a:lnTo>
                  <a:lnTo>
                    <a:pt x="81708" y="57200"/>
                  </a:lnTo>
                  <a:lnTo>
                    <a:pt x="81782" y="57280"/>
                  </a:lnTo>
                  <a:lnTo>
                    <a:pt x="81837" y="57360"/>
                  </a:lnTo>
                  <a:lnTo>
                    <a:pt x="82021" y="57680"/>
                  </a:lnTo>
                  <a:lnTo>
                    <a:pt x="82077" y="57693"/>
                  </a:lnTo>
                  <a:lnTo>
                    <a:pt x="82169" y="57693"/>
                  </a:lnTo>
                  <a:lnTo>
                    <a:pt x="82316" y="57640"/>
                  </a:lnTo>
                  <a:lnTo>
                    <a:pt x="82279" y="57600"/>
                  </a:lnTo>
                  <a:lnTo>
                    <a:pt x="82261" y="57587"/>
                  </a:lnTo>
                  <a:lnTo>
                    <a:pt x="82243" y="57587"/>
                  </a:lnTo>
                  <a:lnTo>
                    <a:pt x="82187" y="57600"/>
                  </a:lnTo>
                  <a:lnTo>
                    <a:pt x="82187" y="57507"/>
                  </a:lnTo>
                  <a:lnTo>
                    <a:pt x="82206" y="57467"/>
                  </a:lnTo>
                  <a:lnTo>
                    <a:pt x="82261" y="57427"/>
                  </a:lnTo>
                  <a:lnTo>
                    <a:pt x="82279" y="57360"/>
                  </a:lnTo>
                  <a:lnTo>
                    <a:pt x="82206" y="57373"/>
                  </a:lnTo>
                  <a:lnTo>
                    <a:pt x="82169" y="57347"/>
                  </a:lnTo>
                  <a:lnTo>
                    <a:pt x="82132" y="57293"/>
                  </a:lnTo>
                  <a:lnTo>
                    <a:pt x="82077" y="57200"/>
                  </a:lnTo>
                  <a:lnTo>
                    <a:pt x="82132" y="57147"/>
                  </a:lnTo>
                  <a:lnTo>
                    <a:pt x="82150" y="57080"/>
                  </a:lnTo>
                  <a:lnTo>
                    <a:pt x="82132" y="57013"/>
                  </a:lnTo>
                  <a:lnTo>
                    <a:pt x="82058" y="56880"/>
                  </a:lnTo>
                  <a:lnTo>
                    <a:pt x="82021" y="56840"/>
                  </a:lnTo>
                  <a:lnTo>
                    <a:pt x="81966" y="56840"/>
                  </a:lnTo>
                  <a:lnTo>
                    <a:pt x="81929" y="56827"/>
                  </a:lnTo>
                  <a:lnTo>
                    <a:pt x="81892" y="56787"/>
                  </a:lnTo>
                  <a:lnTo>
                    <a:pt x="81892" y="56747"/>
                  </a:lnTo>
                  <a:lnTo>
                    <a:pt x="81892" y="56707"/>
                  </a:lnTo>
                  <a:lnTo>
                    <a:pt x="81911" y="56654"/>
                  </a:lnTo>
                  <a:lnTo>
                    <a:pt x="81874" y="56627"/>
                  </a:lnTo>
                  <a:lnTo>
                    <a:pt x="81892" y="56627"/>
                  </a:lnTo>
                  <a:lnTo>
                    <a:pt x="81837" y="56614"/>
                  </a:lnTo>
                  <a:close/>
                  <a:moveTo>
                    <a:pt x="72508" y="84621"/>
                  </a:moveTo>
                  <a:lnTo>
                    <a:pt x="72508" y="84674"/>
                  </a:lnTo>
                  <a:lnTo>
                    <a:pt x="72490" y="84821"/>
                  </a:lnTo>
                  <a:lnTo>
                    <a:pt x="72508" y="84807"/>
                  </a:lnTo>
                  <a:lnTo>
                    <a:pt x="72527" y="84941"/>
                  </a:lnTo>
                  <a:lnTo>
                    <a:pt x="72564" y="84981"/>
                  </a:lnTo>
                  <a:lnTo>
                    <a:pt x="72601" y="84954"/>
                  </a:lnTo>
                  <a:lnTo>
                    <a:pt x="72601" y="84874"/>
                  </a:lnTo>
                  <a:lnTo>
                    <a:pt x="72582" y="84794"/>
                  </a:lnTo>
                  <a:lnTo>
                    <a:pt x="72601" y="84607"/>
                  </a:lnTo>
                  <a:lnTo>
                    <a:pt x="72601" y="84554"/>
                  </a:lnTo>
                  <a:lnTo>
                    <a:pt x="72637" y="84541"/>
                  </a:lnTo>
                  <a:lnTo>
                    <a:pt x="72637" y="84527"/>
                  </a:lnTo>
                  <a:lnTo>
                    <a:pt x="72637" y="84501"/>
                  </a:lnTo>
                  <a:lnTo>
                    <a:pt x="72637" y="84474"/>
                  </a:lnTo>
                  <a:lnTo>
                    <a:pt x="72582" y="84447"/>
                  </a:lnTo>
                  <a:lnTo>
                    <a:pt x="72582" y="84447"/>
                  </a:lnTo>
                  <a:lnTo>
                    <a:pt x="72564" y="84421"/>
                  </a:lnTo>
                  <a:lnTo>
                    <a:pt x="72564" y="84381"/>
                  </a:lnTo>
                  <a:lnTo>
                    <a:pt x="72527" y="84421"/>
                  </a:lnTo>
                  <a:lnTo>
                    <a:pt x="72379" y="84621"/>
                  </a:lnTo>
                  <a:lnTo>
                    <a:pt x="72453" y="84634"/>
                  </a:lnTo>
                  <a:lnTo>
                    <a:pt x="72471" y="84634"/>
                  </a:lnTo>
                  <a:lnTo>
                    <a:pt x="72508" y="84621"/>
                  </a:lnTo>
                  <a:close/>
                  <a:moveTo>
                    <a:pt x="72453" y="65998"/>
                  </a:moveTo>
                  <a:lnTo>
                    <a:pt x="72527" y="65998"/>
                  </a:lnTo>
                  <a:lnTo>
                    <a:pt x="72601" y="66025"/>
                  </a:lnTo>
                  <a:lnTo>
                    <a:pt x="72637" y="66091"/>
                  </a:lnTo>
                  <a:lnTo>
                    <a:pt x="72951" y="66171"/>
                  </a:lnTo>
                  <a:lnTo>
                    <a:pt x="73043" y="66158"/>
                  </a:lnTo>
                  <a:lnTo>
                    <a:pt x="73135" y="66131"/>
                  </a:lnTo>
                  <a:lnTo>
                    <a:pt x="73264" y="65998"/>
                  </a:lnTo>
                  <a:lnTo>
                    <a:pt x="73430" y="65918"/>
                  </a:lnTo>
                  <a:lnTo>
                    <a:pt x="73541" y="65758"/>
                  </a:lnTo>
                  <a:lnTo>
                    <a:pt x="73596" y="65705"/>
                  </a:lnTo>
                  <a:lnTo>
                    <a:pt x="73928" y="65518"/>
                  </a:lnTo>
                  <a:lnTo>
                    <a:pt x="73909" y="65492"/>
                  </a:lnTo>
                  <a:lnTo>
                    <a:pt x="73836" y="65412"/>
                  </a:lnTo>
                  <a:lnTo>
                    <a:pt x="73836" y="65318"/>
                  </a:lnTo>
                  <a:lnTo>
                    <a:pt x="73909" y="65132"/>
                  </a:lnTo>
                  <a:lnTo>
                    <a:pt x="73909" y="65065"/>
                  </a:lnTo>
                  <a:lnTo>
                    <a:pt x="73836" y="65052"/>
                  </a:lnTo>
                  <a:lnTo>
                    <a:pt x="73799" y="65052"/>
                  </a:lnTo>
                  <a:lnTo>
                    <a:pt x="73744" y="65038"/>
                  </a:lnTo>
                  <a:lnTo>
                    <a:pt x="73725" y="65012"/>
                  </a:lnTo>
                  <a:lnTo>
                    <a:pt x="73651" y="64945"/>
                  </a:lnTo>
                  <a:lnTo>
                    <a:pt x="73633" y="64918"/>
                  </a:lnTo>
                  <a:lnTo>
                    <a:pt x="73541" y="64865"/>
                  </a:lnTo>
                  <a:lnTo>
                    <a:pt x="73430" y="64838"/>
                  </a:lnTo>
                  <a:lnTo>
                    <a:pt x="73320" y="64798"/>
                  </a:lnTo>
                  <a:lnTo>
                    <a:pt x="73246" y="64705"/>
                  </a:lnTo>
                  <a:lnTo>
                    <a:pt x="73264" y="64692"/>
                  </a:lnTo>
                  <a:lnTo>
                    <a:pt x="73264" y="64665"/>
                  </a:lnTo>
                  <a:lnTo>
                    <a:pt x="73264" y="64652"/>
                  </a:lnTo>
                  <a:lnTo>
                    <a:pt x="73264" y="64625"/>
                  </a:lnTo>
                  <a:lnTo>
                    <a:pt x="73246" y="64625"/>
                  </a:lnTo>
                  <a:lnTo>
                    <a:pt x="73190" y="64612"/>
                  </a:lnTo>
                  <a:lnTo>
                    <a:pt x="73154" y="64612"/>
                  </a:lnTo>
                  <a:lnTo>
                    <a:pt x="73190" y="64572"/>
                  </a:lnTo>
                  <a:lnTo>
                    <a:pt x="73209" y="64572"/>
                  </a:lnTo>
                  <a:lnTo>
                    <a:pt x="73154" y="64545"/>
                  </a:lnTo>
                  <a:lnTo>
                    <a:pt x="73098" y="64532"/>
                  </a:lnTo>
                  <a:lnTo>
                    <a:pt x="73061" y="64532"/>
                  </a:lnTo>
                  <a:lnTo>
                    <a:pt x="73025" y="64545"/>
                  </a:lnTo>
                  <a:lnTo>
                    <a:pt x="73025" y="64518"/>
                  </a:lnTo>
                  <a:lnTo>
                    <a:pt x="73006" y="64465"/>
                  </a:lnTo>
                  <a:lnTo>
                    <a:pt x="73006" y="64439"/>
                  </a:lnTo>
                  <a:lnTo>
                    <a:pt x="72932" y="64452"/>
                  </a:lnTo>
                  <a:lnTo>
                    <a:pt x="72859" y="64532"/>
                  </a:lnTo>
                  <a:lnTo>
                    <a:pt x="72822" y="64558"/>
                  </a:lnTo>
                  <a:lnTo>
                    <a:pt x="72674" y="64572"/>
                  </a:lnTo>
                  <a:lnTo>
                    <a:pt x="72601" y="64572"/>
                  </a:lnTo>
                  <a:lnTo>
                    <a:pt x="72527" y="64558"/>
                  </a:lnTo>
                  <a:lnTo>
                    <a:pt x="72545" y="64492"/>
                  </a:lnTo>
                  <a:lnTo>
                    <a:pt x="72545" y="64479"/>
                  </a:lnTo>
                  <a:lnTo>
                    <a:pt x="72564" y="64465"/>
                  </a:lnTo>
                  <a:lnTo>
                    <a:pt x="72471" y="64399"/>
                  </a:lnTo>
                  <a:lnTo>
                    <a:pt x="72306" y="64399"/>
                  </a:lnTo>
                  <a:lnTo>
                    <a:pt x="72029" y="64452"/>
                  </a:lnTo>
                  <a:lnTo>
                    <a:pt x="71845" y="64465"/>
                  </a:lnTo>
                  <a:lnTo>
                    <a:pt x="71826" y="64479"/>
                  </a:lnTo>
                  <a:lnTo>
                    <a:pt x="71789" y="64545"/>
                  </a:lnTo>
                  <a:lnTo>
                    <a:pt x="71697" y="64558"/>
                  </a:lnTo>
                  <a:lnTo>
                    <a:pt x="71513" y="64518"/>
                  </a:lnTo>
                  <a:lnTo>
                    <a:pt x="71439" y="64518"/>
                  </a:lnTo>
                  <a:lnTo>
                    <a:pt x="71163" y="64572"/>
                  </a:lnTo>
                  <a:lnTo>
                    <a:pt x="70904" y="64705"/>
                  </a:lnTo>
                  <a:lnTo>
                    <a:pt x="70757" y="64825"/>
                  </a:lnTo>
                  <a:lnTo>
                    <a:pt x="70499" y="64932"/>
                  </a:lnTo>
                  <a:lnTo>
                    <a:pt x="70425" y="64972"/>
                  </a:lnTo>
                  <a:lnTo>
                    <a:pt x="70462" y="65012"/>
                  </a:lnTo>
                  <a:lnTo>
                    <a:pt x="70499" y="65092"/>
                  </a:lnTo>
                  <a:lnTo>
                    <a:pt x="70517" y="65118"/>
                  </a:lnTo>
                  <a:lnTo>
                    <a:pt x="70554" y="65172"/>
                  </a:lnTo>
                  <a:lnTo>
                    <a:pt x="70573" y="65185"/>
                  </a:lnTo>
                  <a:lnTo>
                    <a:pt x="70665" y="65198"/>
                  </a:lnTo>
                  <a:lnTo>
                    <a:pt x="70757" y="65252"/>
                  </a:lnTo>
                  <a:lnTo>
                    <a:pt x="70794" y="65265"/>
                  </a:lnTo>
                  <a:lnTo>
                    <a:pt x="70960" y="65318"/>
                  </a:lnTo>
                  <a:lnTo>
                    <a:pt x="71421" y="65532"/>
                  </a:lnTo>
                  <a:lnTo>
                    <a:pt x="71513" y="65572"/>
                  </a:lnTo>
                  <a:lnTo>
                    <a:pt x="71826" y="65745"/>
                  </a:lnTo>
                  <a:lnTo>
                    <a:pt x="71992" y="65812"/>
                  </a:lnTo>
                  <a:lnTo>
                    <a:pt x="72121" y="65852"/>
                  </a:lnTo>
                  <a:lnTo>
                    <a:pt x="72195" y="65878"/>
                  </a:lnTo>
                  <a:lnTo>
                    <a:pt x="72306" y="65932"/>
                  </a:lnTo>
                  <a:lnTo>
                    <a:pt x="72379" y="65985"/>
                  </a:lnTo>
                  <a:lnTo>
                    <a:pt x="72453" y="65998"/>
                  </a:lnTo>
                  <a:close/>
                  <a:moveTo>
                    <a:pt x="72398" y="83554"/>
                  </a:moveTo>
                  <a:lnTo>
                    <a:pt x="72416" y="83528"/>
                  </a:lnTo>
                  <a:lnTo>
                    <a:pt x="72416" y="83501"/>
                  </a:lnTo>
                  <a:lnTo>
                    <a:pt x="72398" y="83448"/>
                  </a:lnTo>
                  <a:lnTo>
                    <a:pt x="72398" y="83434"/>
                  </a:lnTo>
                  <a:lnTo>
                    <a:pt x="72453" y="83434"/>
                  </a:lnTo>
                  <a:lnTo>
                    <a:pt x="72471" y="83421"/>
                  </a:lnTo>
                  <a:lnTo>
                    <a:pt x="72471" y="83394"/>
                  </a:lnTo>
                  <a:lnTo>
                    <a:pt x="72471" y="83354"/>
                  </a:lnTo>
                  <a:lnTo>
                    <a:pt x="72490" y="83314"/>
                  </a:lnTo>
                  <a:lnTo>
                    <a:pt x="72490" y="83301"/>
                  </a:lnTo>
                  <a:lnTo>
                    <a:pt x="72453" y="83301"/>
                  </a:lnTo>
                  <a:lnTo>
                    <a:pt x="72416" y="83301"/>
                  </a:lnTo>
                  <a:lnTo>
                    <a:pt x="72398" y="83341"/>
                  </a:lnTo>
                  <a:lnTo>
                    <a:pt x="72342" y="83408"/>
                  </a:lnTo>
                  <a:lnTo>
                    <a:pt x="72324" y="83501"/>
                  </a:lnTo>
                  <a:lnTo>
                    <a:pt x="72324" y="83581"/>
                  </a:lnTo>
                  <a:lnTo>
                    <a:pt x="72361" y="83634"/>
                  </a:lnTo>
                  <a:lnTo>
                    <a:pt x="72398" y="83608"/>
                  </a:lnTo>
                  <a:lnTo>
                    <a:pt x="72398" y="83554"/>
                  </a:lnTo>
                  <a:close/>
                  <a:moveTo>
                    <a:pt x="72047" y="83554"/>
                  </a:moveTo>
                  <a:lnTo>
                    <a:pt x="72066" y="83514"/>
                  </a:lnTo>
                  <a:lnTo>
                    <a:pt x="72047" y="83474"/>
                  </a:lnTo>
                  <a:lnTo>
                    <a:pt x="72029" y="83448"/>
                  </a:lnTo>
                  <a:lnTo>
                    <a:pt x="72029" y="83474"/>
                  </a:lnTo>
                  <a:lnTo>
                    <a:pt x="71974" y="83514"/>
                  </a:lnTo>
                  <a:lnTo>
                    <a:pt x="71974" y="83528"/>
                  </a:lnTo>
                  <a:lnTo>
                    <a:pt x="71863" y="83621"/>
                  </a:lnTo>
                  <a:lnTo>
                    <a:pt x="71863" y="83661"/>
                  </a:lnTo>
                  <a:lnTo>
                    <a:pt x="71918" y="83674"/>
                  </a:lnTo>
                  <a:lnTo>
                    <a:pt x="71937" y="83688"/>
                  </a:lnTo>
                  <a:lnTo>
                    <a:pt x="71974" y="83714"/>
                  </a:lnTo>
                  <a:lnTo>
                    <a:pt x="72011" y="83688"/>
                  </a:lnTo>
                  <a:lnTo>
                    <a:pt x="72047" y="83554"/>
                  </a:lnTo>
                  <a:close/>
                  <a:moveTo>
                    <a:pt x="71163" y="61879"/>
                  </a:moveTo>
                  <a:lnTo>
                    <a:pt x="71070" y="61919"/>
                  </a:lnTo>
                  <a:lnTo>
                    <a:pt x="71015" y="61946"/>
                  </a:lnTo>
                  <a:lnTo>
                    <a:pt x="70960" y="61986"/>
                  </a:lnTo>
                  <a:lnTo>
                    <a:pt x="70941" y="62039"/>
                  </a:lnTo>
                  <a:lnTo>
                    <a:pt x="70941" y="62119"/>
                  </a:lnTo>
                  <a:lnTo>
                    <a:pt x="70941" y="62199"/>
                  </a:lnTo>
                  <a:lnTo>
                    <a:pt x="71015" y="62226"/>
                  </a:lnTo>
                  <a:lnTo>
                    <a:pt x="71052" y="62226"/>
                  </a:lnTo>
                  <a:lnTo>
                    <a:pt x="71163" y="62239"/>
                  </a:lnTo>
                  <a:lnTo>
                    <a:pt x="71568" y="62212"/>
                  </a:lnTo>
                  <a:lnTo>
                    <a:pt x="71679" y="62239"/>
                  </a:lnTo>
                  <a:lnTo>
                    <a:pt x="71734" y="62226"/>
                  </a:lnTo>
                  <a:lnTo>
                    <a:pt x="71789" y="62172"/>
                  </a:lnTo>
                  <a:lnTo>
                    <a:pt x="71882" y="61946"/>
                  </a:lnTo>
                  <a:lnTo>
                    <a:pt x="71882" y="61839"/>
                  </a:lnTo>
                  <a:lnTo>
                    <a:pt x="71918" y="61786"/>
                  </a:lnTo>
                  <a:lnTo>
                    <a:pt x="71955" y="61746"/>
                  </a:lnTo>
                  <a:lnTo>
                    <a:pt x="72066" y="61706"/>
                  </a:lnTo>
                  <a:lnTo>
                    <a:pt x="72047" y="61679"/>
                  </a:lnTo>
                  <a:lnTo>
                    <a:pt x="71882" y="61652"/>
                  </a:lnTo>
                  <a:lnTo>
                    <a:pt x="71402" y="61786"/>
                  </a:lnTo>
                  <a:lnTo>
                    <a:pt x="71421" y="61812"/>
                  </a:lnTo>
                  <a:lnTo>
                    <a:pt x="71384" y="61852"/>
                  </a:lnTo>
                  <a:lnTo>
                    <a:pt x="71163" y="61879"/>
                  </a:lnTo>
                  <a:close/>
                  <a:moveTo>
                    <a:pt x="73025" y="86194"/>
                  </a:moveTo>
                  <a:lnTo>
                    <a:pt x="72969" y="86220"/>
                  </a:lnTo>
                  <a:lnTo>
                    <a:pt x="72932" y="86274"/>
                  </a:lnTo>
                  <a:lnTo>
                    <a:pt x="72951" y="86300"/>
                  </a:lnTo>
                  <a:lnTo>
                    <a:pt x="73061" y="86287"/>
                  </a:lnTo>
                  <a:lnTo>
                    <a:pt x="73098" y="86274"/>
                  </a:lnTo>
                  <a:lnTo>
                    <a:pt x="73098" y="86247"/>
                  </a:lnTo>
                  <a:lnTo>
                    <a:pt x="73061" y="86207"/>
                  </a:lnTo>
                  <a:lnTo>
                    <a:pt x="73025" y="86194"/>
                  </a:lnTo>
                  <a:close/>
                  <a:moveTo>
                    <a:pt x="71144" y="71917"/>
                  </a:moveTo>
                  <a:lnTo>
                    <a:pt x="71126" y="71850"/>
                  </a:lnTo>
                  <a:lnTo>
                    <a:pt x="71089" y="71757"/>
                  </a:lnTo>
                  <a:lnTo>
                    <a:pt x="71089" y="71650"/>
                  </a:lnTo>
                  <a:lnTo>
                    <a:pt x="71107" y="71464"/>
                  </a:lnTo>
                  <a:lnTo>
                    <a:pt x="71107" y="71370"/>
                  </a:lnTo>
                  <a:lnTo>
                    <a:pt x="71089" y="71277"/>
                  </a:lnTo>
                  <a:lnTo>
                    <a:pt x="70978" y="71104"/>
                  </a:lnTo>
                  <a:lnTo>
                    <a:pt x="70960" y="71010"/>
                  </a:lnTo>
                  <a:lnTo>
                    <a:pt x="70941" y="70944"/>
                  </a:lnTo>
                  <a:lnTo>
                    <a:pt x="70904" y="70890"/>
                  </a:lnTo>
                  <a:lnTo>
                    <a:pt x="70831" y="70797"/>
                  </a:lnTo>
                  <a:lnTo>
                    <a:pt x="70757" y="70770"/>
                  </a:lnTo>
                  <a:lnTo>
                    <a:pt x="70665" y="70770"/>
                  </a:lnTo>
                  <a:lnTo>
                    <a:pt x="70609" y="70757"/>
                  </a:lnTo>
                  <a:lnTo>
                    <a:pt x="70573" y="70730"/>
                  </a:lnTo>
                  <a:lnTo>
                    <a:pt x="70499" y="70650"/>
                  </a:lnTo>
                  <a:lnTo>
                    <a:pt x="70462" y="70624"/>
                  </a:lnTo>
                  <a:lnTo>
                    <a:pt x="70314" y="70570"/>
                  </a:lnTo>
                  <a:lnTo>
                    <a:pt x="70278" y="70544"/>
                  </a:lnTo>
                  <a:lnTo>
                    <a:pt x="70241" y="70530"/>
                  </a:lnTo>
                  <a:lnTo>
                    <a:pt x="70167" y="70437"/>
                  </a:lnTo>
                  <a:lnTo>
                    <a:pt x="70130" y="70397"/>
                  </a:lnTo>
                  <a:lnTo>
                    <a:pt x="70056" y="70357"/>
                  </a:lnTo>
                  <a:lnTo>
                    <a:pt x="70001" y="70357"/>
                  </a:lnTo>
                  <a:lnTo>
                    <a:pt x="69964" y="70357"/>
                  </a:lnTo>
                  <a:lnTo>
                    <a:pt x="69890" y="70357"/>
                  </a:lnTo>
                  <a:lnTo>
                    <a:pt x="69854" y="70344"/>
                  </a:lnTo>
                  <a:lnTo>
                    <a:pt x="69780" y="70304"/>
                  </a:lnTo>
                  <a:lnTo>
                    <a:pt x="69743" y="70277"/>
                  </a:lnTo>
                  <a:lnTo>
                    <a:pt x="69761" y="70277"/>
                  </a:lnTo>
                  <a:lnTo>
                    <a:pt x="69688" y="70277"/>
                  </a:lnTo>
                  <a:lnTo>
                    <a:pt x="69522" y="70331"/>
                  </a:lnTo>
                  <a:lnTo>
                    <a:pt x="69503" y="70344"/>
                  </a:lnTo>
                  <a:lnTo>
                    <a:pt x="69466" y="70437"/>
                  </a:lnTo>
                  <a:lnTo>
                    <a:pt x="69430" y="70477"/>
                  </a:lnTo>
                  <a:lnTo>
                    <a:pt x="69393" y="70544"/>
                  </a:lnTo>
                  <a:lnTo>
                    <a:pt x="69337" y="70570"/>
                  </a:lnTo>
                  <a:lnTo>
                    <a:pt x="69300" y="70570"/>
                  </a:lnTo>
                  <a:lnTo>
                    <a:pt x="69264" y="70544"/>
                  </a:lnTo>
                  <a:lnTo>
                    <a:pt x="69264" y="70517"/>
                  </a:lnTo>
                  <a:lnTo>
                    <a:pt x="69282" y="70477"/>
                  </a:lnTo>
                  <a:lnTo>
                    <a:pt x="69245" y="70464"/>
                  </a:lnTo>
                  <a:lnTo>
                    <a:pt x="69190" y="70464"/>
                  </a:lnTo>
                  <a:lnTo>
                    <a:pt x="69116" y="70477"/>
                  </a:lnTo>
                  <a:lnTo>
                    <a:pt x="69042" y="70530"/>
                  </a:lnTo>
                  <a:lnTo>
                    <a:pt x="68987" y="70517"/>
                  </a:lnTo>
                  <a:lnTo>
                    <a:pt x="68932" y="70491"/>
                  </a:lnTo>
                  <a:lnTo>
                    <a:pt x="68895" y="70491"/>
                  </a:lnTo>
                  <a:lnTo>
                    <a:pt x="68729" y="70544"/>
                  </a:lnTo>
                  <a:lnTo>
                    <a:pt x="68489" y="70757"/>
                  </a:lnTo>
                  <a:lnTo>
                    <a:pt x="68434" y="70810"/>
                  </a:lnTo>
                  <a:lnTo>
                    <a:pt x="68416" y="70877"/>
                  </a:lnTo>
                  <a:lnTo>
                    <a:pt x="68434" y="70970"/>
                  </a:lnTo>
                  <a:lnTo>
                    <a:pt x="68397" y="71144"/>
                  </a:lnTo>
                  <a:lnTo>
                    <a:pt x="68434" y="71197"/>
                  </a:lnTo>
                  <a:lnTo>
                    <a:pt x="68379" y="71304"/>
                  </a:lnTo>
                  <a:lnTo>
                    <a:pt x="68250" y="71490"/>
                  </a:lnTo>
                  <a:lnTo>
                    <a:pt x="68213" y="71597"/>
                  </a:lnTo>
                  <a:lnTo>
                    <a:pt x="68176" y="72130"/>
                  </a:lnTo>
                  <a:lnTo>
                    <a:pt x="68231" y="72250"/>
                  </a:lnTo>
                  <a:lnTo>
                    <a:pt x="68250" y="72357"/>
                  </a:lnTo>
                  <a:lnTo>
                    <a:pt x="68286" y="72477"/>
                  </a:lnTo>
                  <a:lnTo>
                    <a:pt x="68305" y="72623"/>
                  </a:lnTo>
                  <a:lnTo>
                    <a:pt x="68489" y="72983"/>
                  </a:lnTo>
                  <a:lnTo>
                    <a:pt x="68508" y="73023"/>
                  </a:lnTo>
                  <a:lnTo>
                    <a:pt x="68563" y="73090"/>
                  </a:lnTo>
                  <a:lnTo>
                    <a:pt x="68655" y="73143"/>
                  </a:lnTo>
                  <a:lnTo>
                    <a:pt x="68600" y="73183"/>
                  </a:lnTo>
                  <a:lnTo>
                    <a:pt x="68581" y="73183"/>
                  </a:lnTo>
                  <a:lnTo>
                    <a:pt x="68545" y="73210"/>
                  </a:lnTo>
                  <a:lnTo>
                    <a:pt x="68655" y="73343"/>
                  </a:lnTo>
                  <a:lnTo>
                    <a:pt x="68674" y="73410"/>
                  </a:lnTo>
                  <a:lnTo>
                    <a:pt x="68711" y="73490"/>
                  </a:lnTo>
                  <a:lnTo>
                    <a:pt x="68766" y="73543"/>
                  </a:lnTo>
                  <a:lnTo>
                    <a:pt x="68932" y="73530"/>
                  </a:lnTo>
                  <a:lnTo>
                    <a:pt x="68987" y="73570"/>
                  </a:lnTo>
                  <a:lnTo>
                    <a:pt x="69098" y="73703"/>
                  </a:lnTo>
                  <a:lnTo>
                    <a:pt x="69245" y="73730"/>
                  </a:lnTo>
                  <a:lnTo>
                    <a:pt x="69393" y="73690"/>
                  </a:lnTo>
                  <a:lnTo>
                    <a:pt x="69522" y="73690"/>
                  </a:lnTo>
                  <a:lnTo>
                    <a:pt x="69559" y="73783"/>
                  </a:lnTo>
                  <a:lnTo>
                    <a:pt x="69632" y="73836"/>
                  </a:lnTo>
                  <a:lnTo>
                    <a:pt x="69743" y="73876"/>
                  </a:lnTo>
                  <a:lnTo>
                    <a:pt x="69890" y="73890"/>
                  </a:lnTo>
                  <a:lnTo>
                    <a:pt x="69946" y="73890"/>
                  </a:lnTo>
                  <a:lnTo>
                    <a:pt x="69983" y="73916"/>
                  </a:lnTo>
                  <a:lnTo>
                    <a:pt x="70130" y="74050"/>
                  </a:lnTo>
                  <a:lnTo>
                    <a:pt x="70314" y="74183"/>
                  </a:lnTo>
                  <a:lnTo>
                    <a:pt x="70333" y="74196"/>
                  </a:lnTo>
                  <a:lnTo>
                    <a:pt x="70388" y="74210"/>
                  </a:lnTo>
                  <a:lnTo>
                    <a:pt x="70407" y="74236"/>
                  </a:lnTo>
                  <a:lnTo>
                    <a:pt x="70425" y="74263"/>
                  </a:lnTo>
                  <a:lnTo>
                    <a:pt x="70480" y="74303"/>
                  </a:lnTo>
                  <a:lnTo>
                    <a:pt x="70480" y="74316"/>
                  </a:lnTo>
                  <a:lnTo>
                    <a:pt x="70554" y="74343"/>
                  </a:lnTo>
                  <a:lnTo>
                    <a:pt x="70646" y="74330"/>
                  </a:lnTo>
                  <a:lnTo>
                    <a:pt x="70775" y="74263"/>
                  </a:lnTo>
                  <a:lnTo>
                    <a:pt x="70775" y="74236"/>
                  </a:lnTo>
                  <a:lnTo>
                    <a:pt x="70794" y="74143"/>
                  </a:lnTo>
                  <a:lnTo>
                    <a:pt x="70831" y="74103"/>
                  </a:lnTo>
                  <a:lnTo>
                    <a:pt x="70904" y="74023"/>
                  </a:lnTo>
                  <a:lnTo>
                    <a:pt x="70960" y="73876"/>
                  </a:lnTo>
                  <a:lnTo>
                    <a:pt x="70978" y="73823"/>
                  </a:lnTo>
                  <a:lnTo>
                    <a:pt x="70960" y="73610"/>
                  </a:lnTo>
                  <a:lnTo>
                    <a:pt x="70923" y="73503"/>
                  </a:lnTo>
                  <a:lnTo>
                    <a:pt x="70886" y="73397"/>
                  </a:lnTo>
                  <a:lnTo>
                    <a:pt x="70868" y="73357"/>
                  </a:lnTo>
                  <a:lnTo>
                    <a:pt x="70886" y="73317"/>
                  </a:lnTo>
                  <a:lnTo>
                    <a:pt x="70868" y="73277"/>
                  </a:lnTo>
                  <a:lnTo>
                    <a:pt x="70886" y="73237"/>
                  </a:lnTo>
                  <a:lnTo>
                    <a:pt x="70904" y="73210"/>
                  </a:lnTo>
                  <a:lnTo>
                    <a:pt x="70923" y="73183"/>
                  </a:lnTo>
                  <a:lnTo>
                    <a:pt x="70960" y="73143"/>
                  </a:lnTo>
                  <a:lnTo>
                    <a:pt x="71015" y="73117"/>
                  </a:lnTo>
                  <a:lnTo>
                    <a:pt x="70978" y="73130"/>
                  </a:lnTo>
                  <a:lnTo>
                    <a:pt x="71015" y="73103"/>
                  </a:lnTo>
                  <a:lnTo>
                    <a:pt x="71015" y="73050"/>
                  </a:lnTo>
                  <a:lnTo>
                    <a:pt x="71015" y="72997"/>
                  </a:lnTo>
                  <a:lnTo>
                    <a:pt x="70978" y="72957"/>
                  </a:lnTo>
                  <a:lnTo>
                    <a:pt x="70960" y="72890"/>
                  </a:lnTo>
                  <a:lnTo>
                    <a:pt x="71052" y="72717"/>
                  </a:lnTo>
                  <a:lnTo>
                    <a:pt x="71070" y="72623"/>
                  </a:lnTo>
                  <a:lnTo>
                    <a:pt x="71052" y="72517"/>
                  </a:lnTo>
                  <a:lnTo>
                    <a:pt x="71052" y="72477"/>
                  </a:lnTo>
                  <a:lnTo>
                    <a:pt x="71052" y="72423"/>
                  </a:lnTo>
                  <a:lnTo>
                    <a:pt x="71089" y="72343"/>
                  </a:lnTo>
                  <a:lnTo>
                    <a:pt x="71089" y="72317"/>
                  </a:lnTo>
                  <a:lnTo>
                    <a:pt x="71089" y="72237"/>
                  </a:lnTo>
                  <a:lnTo>
                    <a:pt x="71070" y="72157"/>
                  </a:lnTo>
                  <a:lnTo>
                    <a:pt x="71052" y="72090"/>
                  </a:lnTo>
                  <a:lnTo>
                    <a:pt x="71070" y="72077"/>
                  </a:lnTo>
                  <a:lnTo>
                    <a:pt x="71107" y="72077"/>
                  </a:lnTo>
                  <a:lnTo>
                    <a:pt x="71163" y="72103"/>
                  </a:lnTo>
                  <a:lnTo>
                    <a:pt x="71218" y="72117"/>
                  </a:lnTo>
                  <a:lnTo>
                    <a:pt x="71255" y="72117"/>
                  </a:lnTo>
                  <a:lnTo>
                    <a:pt x="71273" y="72117"/>
                  </a:lnTo>
                  <a:lnTo>
                    <a:pt x="71218" y="71997"/>
                  </a:lnTo>
                  <a:lnTo>
                    <a:pt x="71144" y="71917"/>
                  </a:lnTo>
                  <a:close/>
                  <a:moveTo>
                    <a:pt x="67844" y="39564"/>
                  </a:moveTo>
                  <a:lnTo>
                    <a:pt x="67936" y="39591"/>
                  </a:lnTo>
                  <a:lnTo>
                    <a:pt x="68010" y="39591"/>
                  </a:lnTo>
                  <a:lnTo>
                    <a:pt x="68600" y="39471"/>
                  </a:lnTo>
                  <a:lnTo>
                    <a:pt x="68618" y="39417"/>
                  </a:lnTo>
                  <a:lnTo>
                    <a:pt x="68434" y="39324"/>
                  </a:lnTo>
                  <a:lnTo>
                    <a:pt x="68397" y="39311"/>
                  </a:lnTo>
                  <a:lnTo>
                    <a:pt x="68286" y="39311"/>
                  </a:lnTo>
                  <a:lnTo>
                    <a:pt x="68194" y="39297"/>
                  </a:lnTo>
                  <a:lnTo>
                    <a:pt x="68176" y="39244"/>
                  </a:lnTo>
                  <a:lnTo>
                    <a:pt x="68121" y="39137"/>
                  </a:lnTo>
                  <a:lnTo>
                    <a:pt x="67992" y="39097"/>
                  </a:lnTo>
                  <a:lnTo>
                    <a:pt x="67697" y="39097"/>
                  </a:lnTo>
                  <a:lnTo>
                    <a:pt x="67660" y="39177"/>
                  </a:lnTo>
                  <a:lnTo>
                    <a:pt x="67604" y="39377"/>
                  </a:lnTo>
                  <a:lnTo>
                    <a:pt x="67789" y="39524"/>
                  </a:lnTo>
                  <a:lnTo>
                    <a:pt x="67844" y="39564"/>
                  </a:lnTo>
                  <a:close/>
                  <a:moveTo>
                    <a:pt x="66480" y="39764"/>
                  </a:moveTo>
                  <a:lnTo>
                    <a:pt x="66572" y="39897"/>
                  </a:lnTo>
                  <a:lnTo>
                    <a:pt x="66590" y="39951"/>
                  </a:lnTo>
                  <a:lnTo>
                    <a:pt x="66627" y="40017"/>
                  </a:lnTo>
                  <a:lnTo>
                    <a:pt x="66627" y="40017"/>
                  </a:lnTo>
                  <a:lnTo>
                    <a:pt x="66683" y="40151"/>
                  </a:lnTo>
                  <a:lnTo>
                    <a:pt x="66812" y="40231"/>
                  </a:lnTo>
                  <a:lnTo>
                    <a:pt x="67236" y="40377"/>
                  </a:lnTo>
                  <a:lnTo>
                    <a:pt x="67862" y="40484"/>
                  </a:lnTo>
                  <a:lnTo>
                    <a:pt x="67955" y="40510"/>
                  </a:lnTo>
                  <a:lnTo>
                    <a:pt x="68010" y="40590"/>
                  </a:lnTo>
                  <a:lnTo>
                    <a:pt x="68065" y="40697"/>
                  </a:lnTo>
                  <a:lnTo>
                    <a:pt x="68121" y="40724"/>
                  </a:lnTo>
                  <a:lnTo>
                    <a:pt x="68176" y="40724"/>
                  </a:lnTo>
                  <a:lnTo>
                    <a:pt x="68360" y="40617"/>
                  </a:lnTo>
                  <a:lnTo>
                    <a:pt x="68397" y="40630"/>
                  </a:lnTo>
                  <a:lnTo>
                    <a:pt x="68434" y="40684"/>
                  </a:lnTo>
                  <a:lnTo>
                    <a:pt x="68489" y="40697"/>
                  </a:lnTo>
                  <a:lnTo>
                    <a:pt x="68526" y="40697"/>
                  </a:lnTo>
                  <a:lnTo>
                    <a:pt x="68581" y="40657"/>
                  </a:lnTo>
                  <a:lnTo>
                    <a:pt x="68545" y="40630"/>
                  </a:lnTo>
                  <a:lnTo>
                    <a:pt x="68508" y="40617"/>
                  </a:lnTo>
                  <a:lnTo>
                    <a:pt x="68416" y="40604"/>
                  </a:lnTo>
                  <a:lnTo>
                    <a:pt x="68434" y="40577"/>
                  </a:lnTo>
                  <a:lnTo>
                    <a:pt x="68526" y="40577"/>
                  </a:lnTo>
                  <a:lnTo>
                    <a:pt x="68526" y="40550"/>
                  </a:lnTo>
                  <a:lnTo>
                    <a:pt x="68489" y="40484"/>
                  </a:lnTo>
                  <a:lnTo>
                    <a:pt x="68416" y="40457"/>
                  </a:lnTo>
                  <a:lnTo>
                    <a:pt x="68360" y="40457"/>
                  </a:lnTo>
                  <a:lnTo>
                    <a:pt x="68323" y="40457"/>
                  </a:lnTo>
                  <a:lnTo>
                    <a:pt x="68305" y="40431"/>
                  </a:lnTo>
                  <a:lnTo>
                    <a:pt x="68342" y="40417"/>
                  </a:lnTo>
                  <a:lnTo>
                    <a:pt x="68379" y="40377"/>
                  </a:lnTo>
                  <a:lnTo>
                    <a:pt x="68397" y="40337"/>
                  </a:lnTo>
                  <a:lnTo>
                    <a:pt x="68416" y="40297"/>
                  </a:lnTo>
                  <a:lnTo>
                    <a:pt x="68397" y="40231"/>
                  </a:lnTo>
                  <a:lnTo>
                    <a:pt x="68360" y="40217"/>
                  </a:lnTo>
                  <a:lnTo>
                    <a:pt x="68286" y="40257"/>
                  </a:lnTo>
                  <a:lnTo>
                    <a:pt x="68176" y="40297"/>
                  </a:lnTo>
                  <a:lnTo>
                    <a:pt x="68139" y="40284"/>
                  </a:lnTo>
                  <a:lnTo>
                    <a:pt x="68084" y="40231"/>
                  </a:lnTo>
                  <a:lnTo>
                    <a:pt x="68084" y="40177"/>
                  </a:lnTo>
                  <a:lnTo>
                    <a:pt x="68139" y="40151"/>
                  </a:lnTo>
                  <a:lnTo>
                    <a:pt x="68250" y="40111"/>
                  </a:lnTo>
                  <a:lnTo>
                    <a:pt x="68286" y="40097"/>
                  </a:lnTo>
                  <a:lnTo>
                    <a:pt x="68305" y="40044"/>
                  </a:lnTo>
                  <a:lnTo>
                    <a:pt x="68286" y="39977"/>
                  </a:lnTo>
                  <a:lnTo>
                    <a:pt x="68231" y="39937"/>
                  </a:lnTo>
                  <a:lnTo>
                    <a:pt x="68176" y="39897"/>
                  </a:lnTo>
                  <a:lnTo>
                    <a:pt x="68065" y="39857"/>
                  </a:lnTo>
                  <a:lnTo>
                    <a:pt x="67881" y="39764"/>
                  </a:lnTo>
                  <a:lnTo>
                    <a:pt x="67770" y="39711"/>
                  </a:lnTo>
                  <a:lnTo>
                    <a:pt x="67660" y="39644"/>
                  </a:lnTo>
                  <a:lnTo>
                    <a:pt x="67586" y="39564"/>
                  </a:lnTo>
                  <a:lnTo>
                    <a:pt x="67475" y="39497"/>
                  </a:lnTo>
                  <a:lnTo>
                    <a:pt x="67383" y="39364"/>
                  </a:lnTo>
                  <a:lnTo>
                    <a:pt x="67273" y="39244"/>
                  </a:lnTo>
                  <a:lnTo>
                    <a:pt x="67162" y="39204"/>
                  </a:lnTo>
                  <a:lnTo>
                    <a:pt x="66793" y="39271"/>
                  </a:lnTo>
                  <a:lnTo>
                    <a:pt x="66701" y="39231"/>
                  </a:lnTo>
                  <a:lnTo>
                    <a:pt x="66627" y="39204"/>
                  </a:lnTo>
                  <a:lnTo>
                    <a:pt x="66554" y="39151"/>
                  </a:lnTo>
                  <a:lnTo>
                    <a:pt x="66517" y="39177"/>
                  </a:lnTo>
                  <a:lnTo>
                    <a:pt x="66498" y="39244"/>
                  </a:lnTo>
                  <a:lnTo>
                    <a:pt x="66480" y="39284"/>
                  </a:lnTo>
                  <a:lnTo>
                    <a:pt x="66443" y="39311"/>
                  </a:lnTo>
                  <a:lnTo>
                    <a:pt x="66498" y="39431"/>
                  </a:lnTo>
                  <a:lnTo>
                    <a:pt x="66517" y="39497"/>
                  </a:lnTo>
                  <a:lnTo>
                    <a:pt x="66443" y="39684"/>
                  </a:lnTo>
                  <a:lnTo>
                    <a:pt x="66480" y="39764"/>
                  </a:lnTo>
                  <a:close/>
                  <a:moveTo>
                    <a:pt x="70278" y="40311"/>
                  </a:moveTo>
                  <a:lnTo>
                    <a:pt x="70278" y="40257"/>
                  </a:lnTo>
                  <a:lnTo>
                    <a:pt x="70241" y="40177"/>
                  </a:lnTo>
                  <a:lnTo>
                    <a:pt x="70222" y="40124"/>
                  </a:lnTo>
                  <a:lnTo>
                    <a:pt x="70112" y="40084"/>
                  </a:lnTo>
                  <a:lnTo>
                    <a:pt x="69854" y="39937"/>
                  </a:lnTo>
                  <a:lnTo>
                    <a:pt x="69577" y="39791"/>
                  </a:lnTo>
                  <a:lnTo>
                    <a:pt x="69411" y="39724"/>
                  </a:lnTo>
                  <a:lnTo>
                    <a:pt x="69337" y="39724"/>
                  </a:lnTo>
                  <a:lnTo>
                    <a:pt x="69245" y="39764"/>
                  </a:lnTo>
                  <a:lnTo>
                    <a:pt x="69227" y="39791"/>
                  </a:lnTo>
                  <a:lnTo>
                    <a:pt x="69227" y="39831"/>
                  </a:lnTo>
                  <a:lnTo>
                    <a:pt x="69227" y="39897"/>
                  </a:lnTo>
                  <a:lnTo>
                    <a:pt x="69282" y="39977"/>
                  </a:lnTo>
                  <a:lnTo>
                    <a:pt x="69319" y="40031"/>
                  </a:lnTo>
                  <a:lnTo>
                    <a:pt x="69448" y="40097"/>
                  </a:lnTo>
                  <a:lnTo>
                    <a:pt x="69595" y="40217"/>
                  </a:lnTo>
                  <a:lnTo>
                    <a:pt x="69706" y="40244"/>
                  </a:lnTo>
                  <a:lnTo>
                    <a:pt x="69964" y="40297"/>
                  </a:lnTo>
                  <a:lnTo>
                    <a:pt x="69983" y="40324"/>
                  </a:lnTo>
                  <a:lnTo>
                    <a:pt x="69890" y="40364"/>
                  </a:lnTo>
                  <a:lnTo>
                    <a:pt x="69927" y="40457"/>
                  </a:lnTo>
                  <a:lnTo>
                    <a:pt x="70019" y="40577"/>
                  </a:lnTo>
                  <a:lnTo>
                    <a:pt x="70149" y="40630"/>
                  </a:lnTo>
                  <a:lnTo>
                    <a:pt x="70222" y="40630"/>
                  </a:lnTo>
                  <a:lnTo>
                    <a:pt x="70278" y="40604"/>
                  </a:lnTo>
                  <a:lnTo>
                    <a:pt x="70296" y="40564"/>
                  </a:lnTo>
                  <a:lnTo>
                    <a:pt x="70222" y="40417"/>
                  </a:lnTo>
                  <a:lnTo>
                    <a:pt x="70241" y="40351"/>
                  </a:lnTo>
                  <a:lnTo>
                    <a:pt x="70278" y="40311"/>
                  </a:lnTo>
                  <a:close/>
                  <a:moveTo>
                    <a:pt x="70480" y="41270"/>
                  </a:moveTo>
                  <a:lnTo>
                    <a:pt x="70517" y="41230"/>
                  </a:lnTo>
                  <a:lnTo>
                    <a:pt x="70499" y="41164"/>
                  </a:lnTo>
                  <a:lnTo>
                    <a:pt x="70480" y="41137"/>
                  </a:lnTo>
                  <a:lnTo>
                    <a:pt x="70462" y="41124"/>
                  </a:lnTo>
                  <a:lnTo>
                    <a:pt x="70351" y="41110"/>
                  </a:lnTo>
                  <a:lnTo>
                    <a:pt x="70149" y="41017"/>
                  </a:lnTo>
                  <a:lnTo>
                    <a:pt x="70056" y="41004"/>
                  </a:lnTo>
                  <a:lnTo>
                    <a:pt x="70038" y="41070"/>
                  </a:lnTo>
                  <a:lnTo>
                    <a:pt x="70075" y="41270"/>
                  </a:lnTo>
                  <a:lnTo>
                    <a:pt x="70075" y="41337"/>
                  </a:lnTo>
                  <a:lnTo>
                    <a:pt x="70056" y="41337"/>
                  </a:lnTo>
                  <a:lnTo>
                    <a:pt x="70038" y="41390"/>
                  </a:lnTo>
                  <a:lnTo>
                    <a:pt x="70038" y="41404"/>
                  </a:lnTo>
                  <a:lnTo>
                    <a:pt x="70038" y="41430"/>
                  </a:lnTo>
                  <a:lnTo>
                    <a:pt x="70056" y="41470"/>
                  </a:lnTo>
                  <a:lnTo>
                    <a:pt x="70075" y="41497"/>
                  </a:lnTo>
                  <a:lnTo>
                    <a:pt x="70075" y="41497"/>
                  </a:lnTo>
                  <a:lnTo>
                    <a:pt x="70075" y="41537"/>
                  </a:lnTo>
                  <a:lnTo>
                    <a:pt x="70056" y="41564"/>
                  </a:lnTo>
                  <a:lnTo>
                    <a:pt x="70038" y="41577"/>
                  </a:lnTo>
                  <a:lnTo>
                    <a:pt x="69577" y="41644"/>
                  </a:lnTo>
                  <a:lnTo>
                    <a:pt x="69430" y="41737"/>
                  </a:lnTo>
                  <a:lnTo>
                    <a:pt x="69393" y="41790"/>
                  </a:lnTo>
                  <a:lnTo>
                    <a:pt x="69411" y="41870"/>
                  </a:lnTo>
                  <a:lnTo>
                    <a:pt x="69448" y="41950"/>
                  </a:lnTo>
                  <a:lnTo>
                    <a:pt x="69559" y="42150"/>
                  </a:lnTo>
                  <a:lnTo>
                    <a:pt x="69614" y="42230"/>
                  </a:lnTo>
                  <a:lnTo>
                    <a:pt x="69706" y="42297"/>
                  </a:lnTo>
                  <a:lnTo>
                    <a:pt x="70204" y="42630"/>
                  </a:lnTo>
                  <a:lnTo>
                    <a:pt x="70388" y="42723"/>
                  </a:lnTo>
                  <a:lnTo>
                    <a:pt x="70554" y="42790"/>
                  </a:lnTo>
                  <a:lnTo>
                    <a:pt x="70978" y="42830"/>
                  </a:lnTo>
                  <a:lnTo>
                    <a:pt x="73356" y="42190"/>
                  </a:lnTo>
                  <a:lnTo>
                    <a:pt x="73375" y="42150"/>
                  </a:lnTo>
                  <a:lnTo>
                    <a:pt x="73356" y="42057"/>
                  </a:lnTo>
                  <a:lnTo>
                    <a:pt x="73320" y="41950"/>
                  </a:lnTo>
                  <a:lnTo>
                    <a:pt x="73283" y="41897"/>
                  </a:lnTo>
                  <a:lnTo>
                    <a:pt x="73246" y="41870"/>
                  </a:lnTo>
                  <a:lnTo>
                    <a:pt x="73135" y="41830"/>
                  </a:lnTo>
                  <a:lnTo>
                    <a:pt x="73117" y="41817"/>
                  </a:lnTo>
                  <a:lnTo>
                    <a:pt x="73061" y="41710"/>
                  </a:lnTo>
                  <a:lnTo>
                    <a:pt x="73043" y="41670"/>
                  </a:lnTo>
                  <a:lnTo>
                    <a:pt x="73025" y="41644"/>
                  </a:lnTo>
                  <a:lnTo>
                    <a:pt x="72969" y="41644"/>
                  </a:lnTo>
                  <a:lnTo>
                    <a:pt x="72932" y="41617"/>
                  </a:lnTo>
                  <a:lnTo>
                    <a:pt x="72895" y="41564"/>
                  </a:lnTo>
                  <a:lnTo>
                    <a:pt x="72859" y="41510"/>
                  </a:lnTo>
                  <a:lnTo>
                    <a:pt x="72840" y="41484"/>
                  </a:lnTo>
                  <a:lnTo>
                    <a:pt x="72785" y="41350"/>
                  </a:lnTo>
                  <a:lnTo>
                    <a:pt x="72656" y="41270"/>
                  </a:lnTo>
                  <a:lnTo>
                    <a:pt x="72453" y="41244"/>
                  </a:lnTo>
                  <a:lnTo>
                    <a:pt x="72213" y="41270"/>
                  </a:lnTo>
                  <a:lnTo>
                    <a:pt x="72121" y="41337"/>
                  </a:lnTo>
                  <a:lnTo>
                    <a:pt x="71974" y="41337"/>
                  </a:lnTo>
                  <a:lnTo>
                    <a:pt x="71918" y="41350"/>
                  </a:lnTo>
                  <a:lnTo>
                    <a:pt x="71882" y="41377"/>
                  </a:lnTo>
                  <a:lnTo>
                    <a:pt x="71863" y="41470"/>
                  </a:lnTo>
                  <a:lnTo>
                    <a:pt x="71845" y="41484"/>
                  </a:lnTo>
                  <a:lnTo>
                    <a:pt x="71808" y="41484"/>
                  </a:lnTo>
                  <a:lnTo>
                    <a:pt x="71734" y="41444"/>
                  </a:lnTo>
                  <a:lnTo>
                    <a:pt x="71642" y="41444"/>
                  </a:lnTo>
                  <a:lnTo>
                    <a:pt x="71439" y="41390"/>
                  </a:lnTo>
                  <a:lnTo>
                    <a:pt x="70960" y="41404"/>
                  </a:lnTo>
                  <a:lnTo>
                    <a:pt x="70868" y="41377"/>
                  </a:lnTo>
                  <a:lnTo>
                    <a:pt x="70775" y="41390"/>
                  </a:lnTo>
                  <a:lnTo>
                    <a:pt x="70573" y="41484"/>
                  </a:lnTo>
                  <a:lnTo>
                    <a:pt x="70480" y="41417"/>
                  </a:lnTo>
                  <a:lnTo>
                    <a:pt x="70480" y="41377"/>
                  </a:lnTo>
                  <a:lnTo>
                    <a:pt x="70480" y="41310"/>
                  </a:lnTo>
                  <a:lnTo>
                    <a:pt x="70480" y="41270"/>
                  </a:lnTo>
                  <a:close/>
                  <a:moveTo>
                    <a:pt x="77062" y="76742"/>
                  </a:moveTo>
                  <a:lnTo>
                    <a:pt x="77062" y="76702"/>
                  </a:lnTo>
                  <a:lnTo>
                    <a:pt x="77044" y="76729"/>
                  </a:lnTo>
                  <a:lnTo>
                    <a:pt x="77025" y="76729"/>
                  </a:lnTo>
                  <a:lnTo>
                    <a:pt x="77025" y="76729"/>
                  </a:lnTo>
                  <a:lnTo>
                    <a:pt x="77007" y="76716"/>
                  </a:lnTo>
                  <a:lnTo>
                    <a:pt x="76988" y="76769"/>
                  </a:lnTo>
                  <a:lnTo>
                    <a:pt x="75993" y="77222"/>
                  </a:lnTo>
                  <a:lnTo>
                    <a:pt x="75956" y="77236"/>
                  </a:lnTo>
                  <a:lnTo>
                    <a:pt x="75956" y="77289"/>
                  </a:lnTo>
                  <a:lnTo>
                    <a:pt x="75974" y="77329"/>
                  </a:lnTo>
                  <a:lnTo>
                    <a:pt x="75974" y="77356"/>
                  </a:lnTo>
                  <a:lnTo>
                    <a:pt x="75956" y="77396"/>
                  </a:lnTo>
                  <a:lnTo>
                    <a:pt x="75827" y="77556"/>
                  </a:lnTo>
                  <a:lnTo>
                    <a:pt x="75827" y="77582"/>
                  </a:lnTo>
                  <a:lnTo>
                    <a:pt x="75901" y="77582"/>
                  </a:lnTo>
                  <a:lnTo>
                    <a:pt x="76177" y="77502"/>
                  </a:lnTo>
                  <a:lnTo>
                    <a:pt x="76380" y="77342"/>
                  </a:lnTo>
                  <a:lnTo>
                    <a:pt x="76859" y="77129"/>
                  </a:lnTo>
                  <a:lnTo>
                    <a:pt x="77025" y="77036"/>
                  </a:lnTo>
                  <a:lnTo>
                    <a:pt x="77007" y="76996"/>
                  </a:lnTo>
                  <a:lnTo>
                    <a:pt x="76951" y="77022"/>
                  </a:lnTo>
                  <a:lnTo>
                    <a:pt x="76822" y="77076"/>
                  </a:lnTo>
                  <a:lnTo>
                    <a:pt x="77080" y="76809"/>
                  </a:lnTo>
                  <a:lnTo>
                    <a:pt x="77099" y="76809"/>
                  </a:lnTo>
                  <a:lnTo>
                    <a:pt x="77099" y="76809"/>
                  </a:lnTo>
                  <a:lnTo>
                    <a:pt x="77062" y="76742"/>
                  </a:lnTo>
                  <a:close/>
                  <a:moveTo>
                    <a:pt x="78463" y="93072"/>
                  </a:moveTo>
                  <a:lnTo>
                    <a:pt x="78500" y="93099"/>
                  </a:lnTo>
                  <a:lnTo>
                    <a:pt x="78555" y="93019"/>
                  </a:lnTo>
                  <a:lnTo>
                    <a:pt x="78611" y="93005"/>
                  </a:lnTo>
                  <a:lnTo>
                    <a:pt x="78629" y="93045"/>
                  </a:lnTo>
                  <a:lnTo>
                    <a:pt x="78629" y="93072"/>
                  </a:lnTo>
                  <a:lnTo>
                    <a:pt x="78611" y="93099"/>
                  </a:lnTo>
                  <a:lnTo>
                    <a:pt x="78574" y="93139"/>
                  </a:lnTo>
                  <a:lnTo>
                    <a:pt x="78611" y="93272"/>
                  </a:lnTo>
                  <a:lnTo>
                    <a:pt x="78555" y="93272"/>
                  </a:lnTo>
                  <a:lnTo>
                    <a:pt x="78500" y="93272"/>
                  </a:lnTo>
                  <a:lnTo>
                    <a:pt x="78463" y="93285"/>
                  </a:lnTo>
                  <a:lnTo>
                    <a:pt x="78500" y="93352"/>
                  </a:lnTo>
                  <a:lnTo>
                    <a:pt x="78611" y="93432"/>
                  </a:lnTo>
                  <a:lnTo>
                    <a:pt x="78703" y="93512"/>
                  </a:lnTo>
                  <a:lnTo>
                    <a:pt x="78758" y="93512"/>
                  </a:lnTo>
                  <a:lnTo>
                    <a:pt x="78758" y="93432"/>
                  </a:lnTo>
                  <a:lnTo>
                    <a:pt x="78684" y="93219"/>
                  </a:lnTo>
                  <a:lnTo>
                    <a:pt x="78666" y="93125"/>
                  </a:lnTo>
                  <a:lnTo>
                    <a:pt x="78703" y="93059"/>
                  </a:lnTo>
                  <a:lnTo>
                    <a:pt x="78869" y="93125"/>
                  </a:lnTo>
                  <a:lnTo>
                    <a:pt x="78924" y="93059"/>
                  </a:lnTo>
                  <a:lnTo>
                    <a:pt x="78906" y="92979"/>
                  </a:lnTo>
                  <a:lnTo>
                    <a:pt x="78869" y="92872"/>
                  </a:lnTo>
                  <a:lnTo>
                    <a:pt x="78813" y="92779"/>
                  </a:lnTo>
                  <a:lnTo>
                    <a:pt x="78740" y="92712"/>
                  </a:lnTo>
                  <a:lnTo>
                    <a:pt x="78684" y="92632"/>
                  </a:lnTo>
                  <a:lnTo>
                    <a:pt x="78648" y="92592"/>
                  </a:lnTo>
                  <a:lnTo>
                    <a:pt x="78611" y="92579"/>
                  </a:lnTo>
                  <a:lnTo>
                    <a:pt x="78574" y="92606"/>
                  </a:lnTo>
                  <a:lnTo>
                    <a:pt x="78574" y="92632"/>
                  </a:lnTo>
                  <a:lnTo>
                    <a:pt x="78555" y="92659"/>
                  </a:lnTo>
                  <a:lnTo>
                    <a:pt x="78518" y="92699"/>
                  </a:lnTo>
                  <a:lnTo>
                    <a:pt x="78482" y="92779"/>
                  </a:lnTo>
                  <a:lnTo>
                    <a:pt x="78463" y="92872"/>
                  </a:lnTo>
                  <a:lnTo>
                    <a:pt x="78463" y="92939"/>
                  </a:lnTo>
                  <a:lnTo>
                    <a:pt x="78463" y="93019"/>
                  </a:lnTo>
                  <a:lnTo>
                    <a:pt x="78463" y="93072"/>
                  </a:lnTo>
                  <a:close/>
                  <a:moveTo>
                    <a:pt x="83994" y="115840"/>
                  </a:moveTo>
                  <a:lnTo>
                    <a:pt x="83736" y="115560"/>
                  </a:lnTo>
                  <a:lnTo>
                    <a:pt x="83699" y="115494"/>
                  </a:lnTo>
                  <a:lnTo>
                    <a:pt x="83441" y="115254"/>
                  </a:lnTo>
                  <a:lnTo>
                    <a:pt x="83386" y="115187"/>
                  </a:lnTo>
                  <a:lnTo>
                    <a:pt x="83330" y="115134"/>
                  </a:lnTo>
                  <a:lnTo>
                    <a:pt x="82796" y="114801"/>
                  </a:lnTo>
                  <a:lnTo>
                    <a:pt x="82519" y="114721"/>
                  </a:lnTo>
                  <a:lnTo>
                    <a:pt x="82464" y="114694"/>
                  </a:lnTo>
                  <a:lnTo>
                    <a:pt x="82316" y="114534"/>
                  </a:lnTo>
                  <a:lnTo>
                    <a:pt x="82279" y="114507"/>
                  </a:lnTo>
                  <a:lnTo>
                    <a:pt x="82243" y="114494"/>
                  </a:lnTo>
                  <a:lnTo>
                    <a:pt x="82132" y="114467"/>
                  </a:lnTo>
                  <a:lnTo>
                    <a:pt x="81560" y="114187"/>
                  </a:lnTo>
                  <a:lnTo>
                    <a:pt x="81339" y="114174"/>
                  </a:lnTo>
                  <a:lnTo>
                    <a:pt x="80344" y="114254"/>
                  </a:lnTo>
                  <a:lnTo>
                    <a:pt x="80104" y="114387"/>
                  </a:lnTo>
                  <a:lnTo>
                    <a:pt x="79625" y="114467"/>
                  </a:lnTo>
                  <a:lnTo>
                    <a:pt x="79440" y="114521"/>
                  </a:lnTo>
                  <a:lnTo>
                    <a:pt x="79127" y="114707"/>
                  </a:lnTo>
                  <a:lnTo>
                    <a:pt x="79035" y="114734"/>
                  </a:lnTo>
                  <a:lnTo>
                    <a:pt x="78721" y="114761"/>
                  </a:lnTo>
                  <a:lnTo>
                    <a:pt x="78648" y="114801"/>
                  </a:lnTo>
                  <a:lnTo>
                    <a:pt x="78463" y="115014"/>
                  </a:lnTo>
                  <a:lnTo>
                    <a:pt x="78371" y="115227"/>
                  </a:lnTo>
                  <a:lnTo>
                    <a:pt x="78334" y="115387"/>
                  </a:lnTo>
                  <a:lnTo>
                    <a:pt x="78316" y="115414"/>
                  </a:lnTo>
                  <a:lnTo>
                    <a:pt x="78205" y="115574"/>
                  </a:lnTo>
                  <a:lnTo>
                    <a:pt x="78187" y="115667"/>
                  </a:lnTo>
                  <a:lnTo>
                    <a:pt x="78389" y="115694"/>
                  </a:lnTo>
                  <a:lnTo>
                    <a:pt x="78703" y="115814"/>
                  </a:lnTo>
                  <a:lnTo>
                    <a:pt x="79385" y="115854"/>
                  </a:lnTo>
                  <a:lnTo>
                    <a:pt x="79993" y="115947"/>
                  </a:lnTo>
                  <a:lnTo>
                    <a:pt x="80786" y="116027"/>
                  </a:lnTo>
                  <a:lnTo>
                    <a:pt x="81524" y="115974"/>
                  </a:lnTo>
                  <a:lnTo>
                    <a:pt x="82113" y="116080"/>
                  </a:lnTo>
                  <a:lnTo>
                    <a:pt x="82685" y="116227"/>
                  </a:lnTo>
                  <a:lnTo>
                    <a:pt x="83699" y="116187"/>
                  </a:lnTo>
                  <a:lnTo>
                    <a:pt x="83883" y="116280"/>
                  </a:lnTo>
                  <a:lnTo>
                    <a:pt x="83994" y="116280"/>
                  </a:lnTo>
                  <a:lnTo>
                    <a:pt x="84068" y="116240"/>
                  </a:lnTo>
                  <a:lnTo>
                    <a:pt x="83994" y="116147"/>
                  </a:lnTo>
                  <a:lnTo>
                    <a:pt x="84105" y="116027"/>
                  </a:lnTo>
                  <a:lnTo>
                    <a:pt x="83994" y="115840"/>
                  </a:lnTo>
                  <a:close/>
                  <a:moveTo>
                    <a:pt x="78887" y="86407"/>
                  </a:moveTo>
                  <a:lnTo>
                    <a:pt x="78906" y="86420"/>
                  </a:lnTo>
                  <a:lnTo>
                    <a:pt x="78943" y="86434"/>
                  </a:lnTo>
                  <a:lnTo>
                    <a:pt x="79016" y="86447"/>
                  </a:lnTo>
                  <a:lnTo>
                    <a:pt x="79035" y="86447"/>
                  </a:lnTo>
                  <a:lnTo>
                    <a:pt x="79053" y="86447"/>
                  </a:lnTo>
                  <a:lnTo>
                    <a:pt x="79053" y="86460"/>
                  </a:lnTo>
                  <a:lnTo>
                    <a:pt x="79072" y="86474"/>
                  </a:lnTo>
                  <a:lnTo>
                    <a:pt x="79127" y="86487"/>
                  </a:lnTo>
                  <a:lnTo>
                    <a:pt x="79127" y="86487"/>
                  </a:lnTo>
                  <a:lnTo>
                    <a:pt x="79072" y="86434"/>
                  </a:lnTo>
                  <a:lnTo>
                    <a:pt x="79035" y="86407"/>
                  </a:lnTo>
                  <a:lnTo>
                    <a:pt x="78943" y="86314"/>
                  </a:lnTo>
                  <a:lnTo>
                    <a:pt x="78887" y="86260"/>
                  </a:lnTo>
                  <a:lnTo>
                    <a:pt x="78850" y="86274"/>
                  </a:lnTo>
                  <a:lnTo>
                    <a:pt x="78887" y="86354"/>
                  </a:lnTo>
                  <a:lnTo>
                    <a:pt x="78869" y="86380"/>
                  </a:lnTo>
                  <a:lnTo>
                    <a:pt x="78887" y="86407"/>
                  </a:lnTo>
                  <a:close/>
                  <a:moveTo>
                    <a:pt x="79827" y="86447"/>
                  </a:moveTo>
                  <a:lnTo>
                    <a:pt x="79809" y="86434"/>
                  </a:lnTo>
                  <a:lnTo>
                    <a:pt x="79791" y="86434"/>
                  </a:lnTo>
                  <a:lnTo>
                    <a:pt x="79772" y="86447"/>
                  </a:lnTo>
                  <a:lnTo>
                    <a:pt x="79772" y="86474"/>
                  </a:lnTo>
                  <a:lnTo>
                    <a:pt x="79791" y="86514"/>
                  </a:lnTo>
                  <a:lnTo>
                    <a:pt x="79809" y="86514"/>
                  </a:lnTo>
                  <a:lnTo>
                    <a:pt x="79846" y="86487"/>
                  </a:lnTo>
                  <a:lnTo>
                    <a:pt x="79956" y="86460"/>
                  </a:lnTo>
                  <a:lnTo>
                    <a:pt x="79956" y="86474"/>
                  </a:lnTo>
                  <a:lnTo>
                    <a:pt x="79975" y="86487"/>
                  </a:lnTo>
                  <a:lnTo>
                    <a:pt x="79993" y="86487"/>
                  </a:lnTo>
                  <a:lnTo>
                    <a:pt x="80012" y="86487"/>
                  </a:lnTo>
                  <a:lnTo>
                    <a:pt x="80067" y="86487"/>
                  </a:lnTo>
                  <a:lnTo>
                    <a:pt x="80086" y="86474"/>
                  </a:lnTo>
                  <a:lnTo>
                    <a:pt x="80067" y="86460"/>
                  </a:lnTo>
                  <a:lnTo>
                    <a:pt x="80030" y="86447"/>
                  </a:lnTo>
                  <a:lnTo>
                    <a:pt x="80030" y="86434"/>
                  </a:lnTo>
                  <a:lnTo>
                    <a:pt x="80012" y="86407"/>
                  </a:lnTo>
                  <a:lnTo>
                    <a:pt x="79956" y="86394"/>
                  </a:lnTo>
                  <a:lnTo>
                    <a:pt x="79975" y="86380"/>
                  </a:lnTo>
                  <a:lnTo>
                    <a:pt x="79920" y="86354"/>
                  </a:lnTo>
                  <a:lnTo>
                    <a:pt x="79809" y="86394"/>
                  </a:lnTo>
                  <a:lnTo>
                    <a:pt x="79791" y="86420"/>
                  </a:lnTo>
                  <a:lnTo>
                    <a:pt x="79846" y="86420"/>
                  </a:lnTo>
                  <a:lnTo>
                    <a:pt x="79883" y="86434"/>
                  </a:lnTo>
                  <a:lnTo>
                    <a:pt x="79846" y="86447"/>
                  </a:lnTo>
                  <a:lnTo>
                    <a:pt x="79827" y="86447"/>
                  </a:lnTo>
                  <a:close/>
                  <a:moveTo>
                    <a:pt x="68674" y="46109"/>
                  </a:moveTo>
                  <a:lnTo>
                    <a:pt x="68729" y="46083"/>
                  </a:lnTo>
                  <a:lnTo>
                    <a:pt x="69098" y="45723"/>
                  </a:lnTo>
                  <a:lnTo>
                    <a:pt x="69319" y="45656"/>
                  </a:lnTo>
                  <a:lnTo>
                    <a:pt x="69337" y="45616"/>
                  </a:lnTo>
                  <a:lnTo>
                    <a:pt x="69337" y="45576"/>
                  </a:lnTo>
                  <a:lnTo>
                    <a:pt x="69337" y="45483"/>
                  </a:lnTo>
                  <a:lnTo>
                    <a:pt x="69337" y="45443"/>
                  </a:lnTo>
                  <a:lnTo>
                    <a:pt x="69411" y="45376"/>
                  </a:lnTo>
                  <a:lnTo>
                    <a:pt x="69688" y="45323"/>
                  </a:lnTo>
                  <a:lnTo>
                    <a:pt x="69688" y="45309"/>
                  </a:lnTo>
                  <a:lnTo>
                    <a:pt x="69688" y="45216"/>
                  </a:lnTo>
                  <a:lnTo>
                    <a:pt x="69688" y="45176"/>
                  </a:lnTo>
                  <a:lnTo>
                    <a:pt x="69706" y="45163"/>
                  </a:lnTo>
                  <a:lnTo>
                    <a:pt x="69761" y="45136"/>
                  </a:lnTo>
                  <a:lnTo>
                    <a:pt x="69761" y="45123"/>
                  </a:lnTo>
                  <a:lnTo>
                    <a:pt x="69761" y="45096"/>
                  </a:lnTo>
                  <a:lnTo>
                    <a:pt x="69743" y="45083"/>
                  </a:lnTo>
                  <a:lnTo>
                    <a:pt x="69706" y="45056"/>
                  </a:lnTo>
                  <a:lnTo>
                    <a:pt x="69706" y="45043"/>
                  </a:lnTo>
                  <a:lnTo>
                    <a:pt x="69761" y="44976"/>
                  </a:lnTo>
                  <a:lnTo>
                    <a:pt x="69890" y="44896"/>
                  </a:lnTo>
                  <a:lnTo>
                    <a:pt x="69946" y="44816"/>
                  </a:lnTo>
                  <a:lnTo>
                    <a:pt x="69946" y="44736"/>
                  </a:lnTo>
                  <a:lnTo>
                    <a:pt x="69983" y="44590"/>
                  </a:lnTo>
                  <a:lnTo>
                    <a:pt x="70001" y="44336"/>
                  </a:lnTo>
                  <a:lnTo>
                    <a:pt x="69983" y="44256"/>
                  </a:lnTo>
                  <a:lnTo>
                    <a:pt x="69946" y="44110"/>
                  </a:lnTo>
                  <a:lnTo>
                    <a:pt x="69927" y="43990"/>
                  </a:lnTo>
                  <a:lnTo>
                    <a:pt x="69890" y="43936"/>
                  </a:lnTo>
                  <a:lnTo>
                    <a:pt x="69872" y="43883"/>
                  </a:lnTo>
                  <a:lnTo>
                    <a:pt x="69854" y="43870"/>
                  </a:lnTo>
                  <a:lnTo>
                    <a:pt x="69835" y="43856"/>
                  </a:lnTo>
                  <a:lnTo>
                    <a:pt x="69798" y="43816"/>
                  </a:lnTo>
                  <a:lnTo>
                    <a:pt x="69651" y="43656"/>
                  </a:lnTo>
                  <a:lnTo>
                    <a:pt x="69522" y="43457"/>
                  </a:lnTo>
                  <a:lnTo>
                    <a:pt x="69430" y="43243"/>
                  </a:lnTo>
                  <a:lnTo>
                    <a:pt x="69337" y="43070"/>
                  </a:lnTo>
                  <a:lnTo>
                    <a:pt x="69264" y="43003"/>
                  </a:lnTo>
                  <a:lnTo>
                    <a:pt x="69153" y="42963"/>
                  </a:lnTo>
                  <a:lnTo>
                    <a:pt x="69061" y="42883"/>
                  </a:lnTo>
                  <a:lnTo>
                    <a:pt x="68876" y="42657"/>
                  </a:lnTo>
                  <a:lnTo>
                    <a:pt x="68784" y="42590"/>
                  </a:lnTo>
                  <a:lnTo>
                    <a:pt x="68729" y="42537"/>
                  </a:lnTo>
                  <a:lnTo>
                    <a:pt x="68711" y="42403"/>
                  </a:lnTo>
                  <a:lnTo>
                    <a:pt x="68729" y="42123"/>
                  </a:lnTo>
                  <a:lnTo>
                    <a:pt x="68711" y="42003"/>
                  </a:lnTo>
                  <a:lnTo>
                    <a:pt x="68674" y="41870"/>
                  </a:lnTo>
                  <a:lnTo>
                    <a:pt x="68655" y="41804"/>
                  </a:lnTo>
                  <a:lnTo>
                    <a:pt x="68692" y="41737"/>
                  </a:lnTo>
                  <a:lnTo>
                    <a:pt x="68655" y="41670"/>
                  </a:lnTo>
                  <a:lnTo>
                    <a:pt x="68618" y="41617"/>
                  </a:lnTo>
                  <a:lnTo>
                    <a:pt x="68581" y="41577"/>
                  </a:lnTo>
                  <a:lnTo>
                    <a:pt x="68489" y="41497"/>
                  </a:lnTo>
                  <a:lnTo>
                    <a:pt x="68471" y="41484"/>
                  </a:lnTo>
                  <a:lnTo>
                    <a:pt x="68416" y="41484"/>
                  </a:lnTo>
                  <a:lnTo>
                    <a:pt x="68342" y="41444"/>
                  </a:lnTo>
                  <a:lnTo>
                    <a:pt x="68323" y="41430"/>
                  </a:lnTo>
                  <a:lnTo>
                    <a:pt x="68213" y="41377"/>
                  </a:lnTo>
                  <a:lnTo>
                    <a:pt x="68139" y="41297"/>
                  </a:lnTo>
                  <a:lnTo>
                    <a:pt x="68047" y="41257"/>
                  </a:lnTo>
                  <a:lnTo>
                    <a:pt x="67088" y="41257"/>
                  </a:lnTo>
                  <a:lnTo>
                    <a:pt x="66775" y="41177"/>
                  </a:lnTo>
                  <a:lnTo>
                    <a:pt x="65964" y="41244"/>
                  </a:lnTo>
                  <a:lnTo>
                    <a:pt x="65816" y="41350"/>
                  </a:lnTo>
                  <a:lnTo>
                    <a:pt x="65724" y="41497"/>
                  </a:lnTo>
                  <a:lnTo>
                    <a:pt x="65669" y="41537"/>
                  </a:lnTo>
                  <a:lnTo>
                    <a:pt x="65447" y="41604"/>
                  </a:lnTo>
                  <a:lnTo>
                    <a:pt x="65318" y="41604"/>
                  </a:lnTo>
                  <a:lnTo>
                    <a:pt x="65226" y="41550"/>
                  </a:lnTo>
                  <a:lnTo>
                    <a:pt x="65208" y="41497"/>
                  </a:lnTo>
                  <a:lnTo>
                    <a:pt x="65134" y="41484"/>
                  </a:lnTo>
                  <a:lnTo>
                    <a:pt x="65079" y="41510"/>
                  </a:lnTo>
                  <a:lnTo>
                    <a:pt x="64341" y="42057"/>
                  </a:lnTo>
                  <a:lnTo>
                    <a:pt x="64267" y="42163"/>
                  </a:lnTo>
                  <a:lnTo>
                    <a:pt x="64194" y="42577"/>
                  </a:lnTo>
                  <a:lnTo>
                    <a:pt x="64157" y="42617"/>
                  </a:lnTo>
                  <a:lnTo>
                    <a:pt x="64157" y="42657"/>
                  </a:lnTo>
                  <a:lnTo>
                    <a:pt x="64175" y="42697"/>
                  </a:lnTo>
                  <a:lnTo>
                    <a:pt x="64175" y="42857"/>
                  </a:lnTo>
                  <a:lnTo>
                    <a:pt x="64102" y="43110"/>
                  </a:lnTo>
                  <a:lnTo>
                    <a:pt x="64028" y="44110"/>
                  </a:lnTo>
                  <a:lnTo>
                    <a:pt x="64028" y="44283"/>
                  </a:lnTo>
                  <a:lnTo>
                    <a:pt x="64102" y="44736"/>
                  </a:lnTo>
                  <a:lnTo>
                    <a:pt x="64138" y="44816"/>
                  </a:lnTo>
                  <a:lnTo>
                    <a:pt x="64157" y="44910"/>
                  </a:lnTo>
                  <a:lnTo>
                    <a:pt x="64212" y="44990"/>
                  </a:lnTo>
                  <a:lnTo>
                    <a:pt x="64562" y="45376"/>
                  </a:lnTo>
                  <a:lnTo>
                    <a:pt x="64618" y="45443"/>
                  </a:lnTo>
                  <a:lnTo>
                    <a:pt x="64747" y="45549"/>
                  </a:lnTo>
                  <a:lnTo>
                    <a:pt x="64765" y="45589"/>
                  </a:lnTo>
                  <a:lnTo>
                    <a:pt x="64784" y="45616"/>
                  </a:lnTo>
                  <a:lnTo>
                    <a:pt x="64784" y="45643"/>
                  </a:lnTo>
                  <a:lnTo>
                    <a:pt x="64747" y="45696"/>
                  </a:lnTo>
                  <a:lnTo>
                    <a:pt x="64821" y="45763"/>
                  </a:lnTo>
                  <a:lnTo>
                    <a:pt x="64876" y="45843"/>
                  </a:lnTo>
                  <a:lnTo>
                    <a:pt x="64894" y="45909"/>
                  </a:lnTo>
                  <a:lnTo>
                    <a:pt x="64913" y="46003"/>
                  </a:lnTo>
                  <a:lnTo>
                    <a:pt x="65005" y="46029"/>
                  </a:lnTo>
                  <a:lnTo>
                    <a:pt x="65079" y="46043"/>
                  </a:lnTo>
                  <a:lnTo>
                    <a:pt x="65152" y="46096"/>
                  </a:lnTo>
                  <a:lnTo>
                    <a:pt x="65263" y="46163"/>
                  </a:lnTo>
                  <a:lnTo>
                    <a:pt x="65245" y="46163"/>
                  </a:lnTo>
                  <a:lnTo>
                    <a:pt x="65576" y="46509"/>
                  </a:lnTo>
                  <a:lnTo>
                    <a:pt x="65761" y="46656"/>
                  </a:lnTo>
                  <a:lnTo>
                    <a:pt x="65816" y="46696"/>
                  </a:lnTo>
                  <a:lnTo>
                    <a:pt x="65890" y="46736"/>
                  </a:lnTo>
                  <a:lnTo>
                    <a:pt x="65964" y="46749"/>
                  </a:lnTo>
                  <a:lnTo>
                    <a:pt x="66074" y="46789"/>
                  </a:lnTo>
                  <a:lnTo>
                    <a:pt x="66978" y="46656"/>
                  </a:lnTo>
                  <a:lnTo>
                    <a:pt x="67051" y="46629"/>
                  </a:lnTo>
                  <a:lnTo>
                    <a:pt x="67162" y="46509"/>
                  </a:lnTo>
                  <a:lnTo>
                    <a:pt x="67604" y="46429"/>
                  </a:lnTo>
                  <a:lnTo>
                    <a:pt x="67660" y="46403"/>
                  </a:lnTo>
                  <a:lnTo>
                    <a:pt x="67770" y="46269"/>
                  </a:lnTo>
                  <a:lnTo>
                    <a:pt x="67826" y="46243"/>
                  </a:lnTo>
                  <a:lnTo>
                    <a:pt x="68121" y="46243"/>
                  </a:lnTo>
                  <a:lnTo>
                    <a:pt x="68231" y="46176"/>
                  </a:lnTo>
                  <a:lnTo>
                    <a:pt x="68674" y="46109"/>
                  </a:lnTo>
                  <a:close/>
                  <a:moveTo>
                    <a:pt x="73688" y="82315"/>
                  </a:moveTo>
                  <a:lnTo>
                    <a:pt x="73633" y="82301"/>
                  </a:lnTo>
                  <a:lnTo>
                    <a:pt x="73596" y="82261"/>
                  </a:lnTo>
                  <a:lnTo>
                    <a:pt x="73541" y="82235"/>
                  </a:lnTo>
                  <a:lnTo>
                    <a:pt x="73485" y="82261"/>
                  </a:lnTo>
                  <a:lnTo>
                    <a:pt x="73449" y="82301"/>
                  </a:lnTo>
                  <a:lnTo>
                    <a:pt x="73430" y="82328"/>
                  </a:lnTo>
                  <a:lnTo>
                    <a:pt x="73412" y="82315"/>
                  </a:lnTo>
                  <a:lnTo>
                    <a:pt x="73356" y="82248"/>
                  </a:lnTo>
                  <a:lnTo>
                    <a:pt x="73320" y="82235"/>
                  </a:lnTo>
                  <a:lnTo>
                    <a:pt x="73301" y="82248"/>
                  </a:lnTo>
                  <a:lnTo>
                    <a:pt x="73283" y="82288"/>
                  </a:lnTo>
                  <a:lnTo>
                    <a:pt x="73264" y="82301"/>
                  </a:lnTo>
                  <a:lnTo>
                    <a:pt x="73227" y="82315"/>
                  </a:lnTo>
                  <a:lnTo>
                    <a:pt x="73190" y="82421"/>
                  </a:lnTo>
                  <a:lnTo>
                    <a:pt x="73098" y="82475"/>
                  </a:lnTo>
                  <a:lnTo>
                    <a:pt x="73080" y="82514"/>
                  </a:lnTo>
                  <a:lnTo>
                    <a:pt x="73043" y="82608"/>
                  </a:lnTo>
                  <a:lnTo>
                    <a:pt x="73025" y="82968"/>
                  </a:lnTo>
                  <a:lnTo>
                    <a:pt x="73043" y="83008"/>
                  </a:lnTo>
                  <a:lnTo>
                    <a:pt x="73098" y="83008"/>
                  </a:lnTo>
                  <a:lnTo>
                    <a:pt x="73117" y="82994"/>
                  </a:lnTo>
                  <a:lnTo>
                    <a:pt x="73117" y="82968"/>
                  </a:lnTo>
                  <a:lnTo>
                    <a:pt x="73098" y="82928"/>
                  </a:lnTo>
                  <a:lnTo>
                    <a:pt x="73098" y="82888"/>
                  </a:lnTo>
                  <a:lnTo>
                    <a:pt x="73080" y="82861"/>
                  </a:lnTo>
                  <a:lnTo>
                    <a:pt x="73098" y="82848"/>
                  </a:lnTo>
                  <a:lnTo>
                    <a:pt x="73117" y="82834"/>
                  </a:lnTo>
                  <a:lnTo>
                    <a:pt x="73135" y="82821"/>
                  </a:lnTo>
                  <a:lnTo>
                    <a:pt x="73154" y="82768"/>
                  </a:lnTo>
                  <a:lnTo>
                    <a:pt x="73190" y="82741"/>
                  </a:lnTo>
                  <a:lnTo>
                    <a:pt x="73190" y="82714"/>
                  </a:lnTo>
                  <a:lnTo>
                    <a:pt x="73190" y="82648"/>
                  </a:lnTo>
                  <a:lnTo>
                    <a:pt x="73264" y="82688"/>
                  </a:lnTo>
                  <a:lnTo>
                    <a:pt x="73264" y="82754"/>
                  </a:lnTo>
                  <a:lnTo>
                    <a:pt x="73246" y="82834"/>
                  </a:lnTo>
                  <a:lnTo>
                    <a:pt x="73227" y="82874"/>
                  </a:lnTo>
                  <a:lnTo>
                    <a:pt x="73283" y="82901"/>
                  </a:lnTo>
                  <a:lnTo>
                    <a:pt x="73375" y="82874"/>
                  </a:lnTo>
                  <a:lnTo>
                    <a:pt x="73504" y="82781"/>
                  </a:lnTo>
                  <a:lnTo>
                    <a:pt x="73559" y="82661"/>
                  </a:lnTo>
                  <a:lnTo>
                    <a:pt x="73578" y="82634"/>
                  </a:lnTo>
                  <a:lnTo>
                    <a:pt x="73614" y="82621"/>
                  </a:lnTo>
                  <a:lnTo>
                    <a:pt x="73633" y="82608"/>
                  </a:lnTo>
                  <a:lnTo>
                    <a:pt x="73688" y="82554"/>
                  </a:lnTo>
                  <a:lnTo>
                    <a:pt x="73762" y="82435"/>
                  </a:lnTo>
                  <a:lnTo>
                    <a:pt x="73780" y="82368"/>
                  </a:lnTo>
                  <a:lnTo>
                    <a:pt x="73780" y="82301"/>
                  </a:lnTo>
                  <a:lnTo>
                    <a:pt x="73744" y="82315"/>
                  </a:lnTo>
                  <a:lnTo>
                    <a:pt x="73688" y="82315"/>
                  </a:lnTo>
                  <a:close/>
                  <a:moveTo>
                    <a:pt x="73209" y="83301"/>
                  </a:moveTo>
                  <a:lnTo>
                    <a:pt x="73227" y="83288"/>
                  </a:lnTo>
                  <a:lnTo>
                    <a:pt x="73246" y="83288"/>
                  </a:lnTo>
                  <a:lnTo>
                    <a:pt x="73209" y="83248"/>
                  </a:lnTo>
                  <a:lnTo>
                    <a:pt x="73209" y="83234"/>
                  </a:lnTo>
                  <a:lnTo>
                    <a:pt x="73209" y="83194"/>
                  </a:lnTo>
                  <a:lnTo>
                    <a:pt x="73209" y="83154"/>
                  </a:lnTo>
                  <a:lnTo>
                    <a:pt x="73117" y="83141"/>
                  </a:lnTo>
                  <a:lnTo>
                    <a:pt x="72969" y="83141"/>
                  </a:lnTo>
                  <a:lnTo>
                    <a:pt x="72914" y="83114"/>
                  </a:lnTo>
                  <a:lnTo>
                    <a:pt x="72914" y="83128"/>
                  </a:lnTo>
                  <a:lnTo>
                    <a:pt x="72914" y="83141"/>
                  </a:lnTo>
                  <a:lnTo>
                    <a:pt x="72895" y="83114"/>
                  </a:lnTo>
                  <a:lnTo>
                    <a:pt x="72914" y="83168"/>
                  </a:lnTo>
                  <a:lnTo>
                    <a:pt x="72914" y="83221"/>
                  </a:lnTo>
                  <a:lnTo>
                    <a:pt x="72895" y="83261"/>
                  </a:lnTo>
                  <a:lnTo>
                    <a:pt x="72877" y="83288"/>
                  </a:lnTo>
                  <a:lnTo>
                    <a:pt x="72895" y="83301"/>
                  </a:lnTo>
                  <a:lnTo>
                    <a:pt x="72914" y="83341"/>
                  </a:lnTo>
                  <a:lnTo>
                    <a:pt x="72932" y="83354"/>
                  </a:lnTo>
                  <a:lnTo>
                    <a:pt x="72951" y="83381"/>
                  </a:lnTo>
                  <a:lnTo>
                    <a:pt x="72914" y="83381"/>
                  </a:lnTo>
                  <a:lnTo>
                    <a:pt x="72859" y="83381"/>
                  </a:lnTo>
                  <a:lnTo>
                    <a:pt x="72822" y="83381"/>
                  </a:lnTo>
                  <a:lnTo>
                    <a:pt x="72766" y="83408"/>
                  </a:lnTo>
                  <a:lnTo>
                    <a:pt x="72822" y="83474"/>
                  </a:lnTo>
                  <a:lnTo>
                    <a:pt x="72785" y="83514"/>
                  </a:lnTo>
                  <a:lnTo>
                    <a:pt x="72748" y="83554"/>
                  </a:lnTo>
                  <a:lnTo>
                    <a:pt x="72730" y="83608"/>
                  </a:lnTo>
                  <a:lnTo>
                    <a:pt x="72748" y="83661"/>
                  </a:lnTo>
                  <a:lnTo>
                    <a:pt x="72748" y="83688"/>
                  </a:lnTo>
                  <a:lnTo>
                    <a:pt x="72748" y="83701"/>
                  </a:lnTo>
                  <a:lnTo>
                    <a:pt x="72822" y="83714"/>
                  </a:lnTo>
                  <a:lnTo>
                    <a:pt x="72840" y="83714"/>
                  </a:lnTo>
                  <a:lnTo>
                    <a:pt x="72877" y="83701"/>
                  </a:lnTo>
                  <a:lnTo>
                    <a:pt x="72932" y="83661"/>
                  </a:lnTo>
                  <a:lnTo>
                    <a:pt x="73006" y="83634"/>
                  </a:lnTo>
                  <a:lnTo>
                    <a:pt x="73025" y="83621"/>
                  </a:lnTo>
                  <a:lnTo>
                    <a:pt x="73043" y="83581"/>
                  </a:lnTo>
                  <a:lnTo>
                    <a:pt x="73043" y="83514"/>
                  </a:lnTo>
                  <a:lnTo>
                    <a:pt x="73043" y="83488"/>
                  </a:lnTo>
                  <a:lnTo>
                    <a:pt x="73061" y="83421"/>
                  </a:lnTo>
                  <a:lnTo>
                    <a:pt x="73098" y="83394"/>
                  </a:lnTo>
                  <a:lnTo>
                    <a:pt x="73209" y="83341"/>
                  </a:lnTo>
                  <a:lnTo>
                    <a:pt x="73209" y="83301"/>
                  </a:lnTo>
                  <a:close/>
                  <a:moveTo>
                    <a:pt x="80362" y="87140"/>
                  </a:moveTo>
                  <a:lnTo>
                    <a:pt x="80381" y="87127"/>
                  </a:lnTo>
                  <a:lnTo>
                    <a:pt x="80417" y="87100"/>
                  </a:lnTo>
                  <a:lnTo>
                    <a:pt x="80344" y="87073"/>
                  </a:lnTo>
                  <a:lnTo>
                    <a:pt x="80196" y="87007"/>
                  </a:lnTo>
                  <a:lnTo>
                    <a:pt x="80141" y="86954"/>
                  </a:lnTo>
                  <a:lnTo>
                    <a:pt x="80104" y="86954"/>
                  </a:lnTo>
                  <a:lnTo>
                    <a:pt x="80086" y="86940"/>
                  </a:lnTo>
                  <a:lnTo>
                    <a:pt x="80030" y="86914"/>
                  </a:lnTo>
                  <a:lnTo>
                    <a:pt x="79993" y="86874"/>
                  </a:lnTo>
                  <a:lnTo>
                    <a:pt x="80030" y="86967"/>
                  </a:lnTo>
                  <a:lnTo>
                    <a:pt x="80104" y="87047"/>
                  </a:lnTo>
                  <a:lnTo>
                    <a:pt x="80159" y="87087"/>
                  </a:lnTo>
                  <a:lnTo>
                    <a:pt x="80251" y="87113"/>
                  </a:lnTo>
                  <a:lnTo>
                    <a:pt x="80251" y="87140"/>
                  </a:lnTo>
                  <a:lnTo>
                    <a:pt x="80215" y="87140"/>
                  </a:lnTo>
                  <a:lnTo>
                    <a:pt x="80196" y="87167"/>
                  </a:lnTo>
                  <a:lnTo>
                    <a:pt x="80178" y="87193"/>
                  </a:lnTo>
                  <a:lnTo>
                    <a:pt x="80178" y="87220"/>
                  </a:lnTo>
                  <a:lnTo>
                    <a:pt x="80417" y="87313"/>
                  </a:lnTo>
                  <a:lnTo>
                    <a:pt x="81100" y="87447"/>
                  </a:lnTo>
                  <a:lnTo>
                    <a:pt x="81100" y="87407"/>
                  </a:lnTo>
                  <a:lnTo>
                    <a:pt x="81007" y="87393"/>
                  </a:lnTo>
                  <a:lnTo>
                    <a:pt x="80381" y="87207"/>
                  </a:lnTo>
                  <a:lnTo>
                    <a:pt x="80307" y="87167"/>
                  </a:lnTo>
                  <a:lnTo>
                    <a:pt x="80307" y="87127"/>
                  </a:lnTo>
                  <a:lnTo>
                    <a:pt x="80325" y="87140"/>
                  </a:lnTo>
                  <a:lnTo>
                    <a:pt x="80362" y="87140"/>
                  </a:lnTo>
                  <a:close/>
                  <a:moveTo>
                    <a:pt x="74758" y="68358"/>
                  </a:moveTo>
                  <a:lnTo>
                    <a:pt x="74721" y="68344"/>
                  </a:lnTo>
                  <a:lnTo>
                    <a:pt x="74665" y="68304"/>
                  </a:lnTo>
                  <a:lnTo>
                    <a:pt x="74628" y="68304"/>
                  </a:lnTo>
                  <a:lnTo>
                    <a:pt x="74592" y="68331"/>
                  </a:lnTo>
                  <a:lnTo>
                    <a:pt x="74536" y="68358"/>
                  </a:lnTo>
                  <a:lnTo>
                    <a:pt x="74518" y="68371"/>
                  </a:lnTo>
                  <a:lnTo>
                    <a:pt x="74481" y="68358"/>
                  </a:lnTo>
                  <a:lnTo>
                    <a:pt x="74463" y="68358"/>
                  </a:lnTo>
                  <a:lnTo>
                    <a:pt x="74444" y="68358"/>
                  </a:lnTo>
                  <a:lnTo>
                    <a:pt x="74407" y="68358"/>
                  </a:lnTo>
                  <a:lnTo>
                    <a:pt x="74463" y="68398"/>
                  </a:lnTo>
                  <a:lnTo>
                    <a:pt x="74499" y="68438"/>
                  </a:lnTo>
                  <a:lnTo>
                    <a:pt x="74536" y="68491"/>
                  </a:lnTo>
                  <a:lnTo>
                    <a:pt x="74573" y="68544"/>
                  </a:lnTo>
                  <a:lnTo>
                    <a:pt x="74628" y="68598"/>
                  </a:lnTo>
                  <a:lnTo>
                    <a:pt x="74684" y="68598"/>
                  </a:lnTo>
                  <a:lnTo>
                    <a:pt x="74758" y="68598"/>
                  </a:lnTo>
                  <a:lnTo>
                    <a:pt x="74813" y="68571"/>
                  </a:lnTo>
                  <a:lnTo>
                    <a:pt x="74850" y="68531"/>
                  </a:lnTo>
                  <a:lnTo>
                    <a:pt x="74868" y="68478"/>
                  </a:lnTo>
                  <a:lnTo>
                    <a:pt x="74905" y="68411"/>
                  </a:lnTo>
                  <a:lnTo>
                    <a:pt x="74997" y="68424"/>
                  </a:lnTo>
                  <a:lnTo>
                    <a:pt x="75034" y="68384"/>
                  </a:lnTo>
                  <a:lnTo>
                    <a:pt x="75071" y="68278"/>
                  </a:lnTo>
                  <a:lnTo>
                    <a:pt x="75016" y="68278"/>
                  </a:lnTo>
                  <a:lnTo>
                    <a:pt x="74758" y="68358"/>
                  </a:lnTo>
                  <a:close/>
                  <a:moveTo>
                    <a:pt x="75956" y="64119"/>
                  </a:moveTo>
                  <a:lnTo>
                    <a:pt x="75993" y="64052"/>
                  </a:lnTo>
                  <a:lnTo>
                    <a:pt x="76011" y="63945"/>
                  </a:lnTo>
                  <a:lnTo>
                    <a:pt x="76011" y="63852"/>
                  </a:lnTo>
                  <a:lnTo>
                    <a:pt x="75937" y="63799"/>
                  </a:lnTo>
                  <a:lnTo>
                    <a:pt x="75919" y="63772"/>
                  </a:lnTo>
                  <a:lnTo>
                    <a:pt x="76011" y="63785"/>
                  </a:lnTo>
                  <a:lnTo>
                    <a:pt x="76048" y="63759"/>
                  </a:lnTo>
                  <a:lnTo>
                    <a:pt x="76122" y="63625"/>
                  </a:lnTo>
                  <a:lnTo>
                    <a:pt x="76159" y="63612"/>
                  </a:lnTo>
                  <a:lnTo>
                    <a:pt x="76159" y="63599"/>
                  </a:lnTo>
                  <a:lnTo>
                    <a:pt x="76159" y="63559"/>
                  </a:lnTo>
                  <a:lnTo>
                    <a:pt x="76030" y="63545"/>
                  </a:lnTo>
                  <a:lnTo>
                    <a:pt x="75808" y="63599"/>
                  </a:lnTo>
                  <a:lnTo>
                    <a:pt x="75716" y="63572"/>
                  </a:lnTo>
                  <a:lnTo>
                    <a:pt x="75827" y="63372"/>
                  </a:lnTo>
                  <a:lnTo>
                    <a:pt x="75808" y="63345"/>
                  </a:lnTo>
                  <a:lnTo>
                    <a:pt x="75735" y="63359"/>
                  </a:lnTo>
                  <a:lnTo>
                    <a:pt x="75624" y="63345"/>
                  </a:lnTo>
                  <a:lnTo>
                    <a:pt x="75532" y="63305"/>
                  </a:lnTo>
                  <a:lnTo>
                    <a:pt x="75440" y="63252"/>
                  </a:lnTo>
                  <a:lnTo>
                    <a:pt x="75440" y="63252"/>
                  </a:lnTo>
                  <a:lnTo>
                    <a:pt x="75458" y="63225"/>
                  </a:lnTo>
                  <a:lnTo>
                    <a:pt x="74020" y="62959"/>
                  </a:lnTo>
                  <a:lnTo>
                    <a:pt x="74039" y="62986"/>
                  </a:lnTo>
                  <a:lnTo>
                    <a:pt x="74112" y="63012"/>
                  </a:lnTo>
                  <a:lnTo>
                    <a:pt x="74112" y="63039"/>
                  </a:lnTo>
                  <a:lnTo>
                    <a:pt x="74020" y="63065"/>
                  </a:lnTo>
                  <a:lnTo>
                    <a:pt x="73983" y="63065"/>
                  </a:lnTo>
                  <a:lnTo>
                    <a:pt x="73873" y="63012"/>
                  </a:lnTo>
                  <a:lnTo>
                    <a:pt x="73817" y="63012"/>
                  </a:lnTo>
                  <a:lnTo>
                    <a:pt x="73559" y="63065"/>
                  </a:lnTo>
                  <a:lnTo>
                    <a:pt x="73412" y="63025"/>
                  </a:lnTo>
                  <a:lnTo>
                    <a:pt x="73301" y="63039"/>
                  </a:lnTo>
                  <a:lnTo>
                    <a:pt x="73227" y="63105"/>
                  </a:lnTo>
                  <a:lnTo>
                    <a:pt x="73190" y="63172"/>
                  </a:lnTo>
                  <a:lnTo>
                    <a:pt x="73154" y="63279"/>
                  </a:lnTo>
                  <a:lnTo>
                    <a:pt x="73209" y="63372"/>
                  </a:lnTo>
                  <a:lnTo>
                    <a:pt x="73320" y="63385"/>
                  </a:lnTo>
                  <a:lnTo>
                    <a:pt x="73559" y="63345"/>
                  </a:lnTo>
                  <a:lnTo>
                    <a:pt x="73578" y="63385"/>
                  </a:lnTo>
                  <a:lnTo>
                    <a:pt x="73301" y="63439"/>
                  </a:lnTo>
                  <a:lnTo>
                    <a:pt x="73264" y="63465"/>
                  </a:lnTo>
                  <a:lnTo>
                    <a:pt x="73301" y="63505"/>
                  </a:lnTo>
                  <a:lnTo>
                    <a:pt x="73375" y="63519"/>
                  </a:lnTo>
                  <a:lnTo>
                    <a:pt x="73430" y="63519"/>
                  </a:lnTo>
                  <a:lnTo>
                    <a:pt x="73393" y="63519"/>
                  </a:lnTo>
                  <a:lnTo>
                    <a:pt x="73375" y="63532"/>
                  </a:lnTo>
                  <a:lnTo>
                    <a:pt x="73375" y="63545"/>
                  </a:lnTo>
                  <a:lnTo>
                    <a:pt x="73356" y="63559"/>
                  </a:lnTo>
                  <a:lnTo>
                    <a:pt x="73412" y="63572"/>
                  </a:lnTo>
                  <a:lnTo>
                    <a:pt x="73578" y="63545"/>
                  </a:lnTo>
                  <a:lnTo>
                    <a:pt x="73559" y="63559"/>
                  </a:lnTo>
                  <a:lnTo>
                    <a:pt x="73559" y="63572"/>
                  </a:lnTo>
                  <a:lnTo>
                    <a:pt x="73559" y="63599"/>
                  </a:lnTo>
                  <a:lnTo>
                    <a:pt x="73836" y="63639"/>
                  </a:lnTo>
                  <a:lnTo>
                    <a:pt x="73946" y="63665"/>
                  </a:lnTo>
                  <a:lnTo>
                    <a:pt x="73946" y="63652"/>
                  </a:lnTo>
                  <a:lnTo>
                    <a:pt x="73965" y="63665"/>
                  </a:lnTo>
                  <a:lnTo>
                    <a:pt x="74002" y="63692"/>
                  </a:lnTo>
                  <a:lnTo>
                    <a:pt x="74020" y="63719"/>
                  </a:lnTo>
                  <a:lnTo>
                    <a:pt x="74039" y="63745"/>
                  </a:lnTo>
                  <a:lnTo>
                    <a:pt x="74039" y="63759"/>
                  </a:lnTo>
                  <a:lnTo>
                    <a:pt x="74057" y="63772"/>
                  </a:lnTo>
                  <a:lnTo>
                    <a:pt x="74112" y="63772"/>
                  </a:lnTo>
                  <a:lnTo>
                    <a:pt x="74112" y="63772"/>
                  </a:lnTo>
                  <a:lnTo>
                    <a:pt x="74168" y="63799"/>
                  </a:lnTo>
                  <a:lnTo>
                    <a:pt x="74223" y="63799"/>
                  </a:lnTo>
                  <a:lnTo>
                    <a:pt x="74278" y="63799"/>
                  </a:lnTo>
                  <a:lnTo>
                    <a:pt x="74333" y="63785"/>
                  </a:lnTo>
                  <a:lnTo>
                    <a:pt x="74352" y="63812"/>
                  </a:lnTo>
                  <a:lnTo>
                    <a:pt x="74628" y="63945"/>
                  </a:lnTo>
                  <a:lnTo>
                    <a:pt x="74721" y="63985"/>
                  </a:lnTo>
                  <a:lnTo>
                    <a:pt x="74850" y="64052"/>
                  </a:lnTo>
                  <a:lnTo>
                    <a:pt x="74960" y="64079"/>
                  </a:lnTo>
                  <a:lnTo>
                    <a:pt x="75071" y="64132"/>
                  </a:lnTo>
                  <a:lnTo>
                    <a:pt x="75089" y="64132"/>
                  </a:lnTo>
                  <a:lnTo>
                    <a:pt x="75145" y="64079"/>
                  </a:lnTo>
                  <a:lnTo>
                    <a:pt x="75311" y="64052"/>
                  </a:lnTo>
                  <a:lnTo>
                    <a:pt x="75403" y="64052"/>
                  </a:lnTo>
                  <a:lnTo>
                    <a:pt x="75421" y="64092"/>
                  </a:lnTo>
                  <a:lnTo>
                    <a:pt x="75477" y="64119"/>
                  </a:lnTo>
                  <a:lnTo>
                    <a:pt x="75550" y="64132"/>
                  </a:lnTo>
                  <a:lnTo>
                    <a:pt x="75735" y="64119"/>
                  </a:lnTo>
                  <a:lnTo>
                    <a:pt x="75864" y="64132"/>
                  </a:lnTo>
                  <a:lnTo>
                    <a:pt x="75956" y="64119"/>
                  </a:lnTo>
                  <a:close/>
                  <a:moveTo>
                    <a:pt x="74278" y="68398"/>
                  </a:moveTo>
                  <a:lnTo>
                    <a:pt x="73688" y="68598"/>
                  </a:lnTo>
                  <a:lnTo>
                    <a:pt x="73633" y="68624"/>
                  </a:lnTo>
                  <a:lnTo>
                    <a:pt x="73651" y="68664"/>
                  </a:lnTo>
                  <a:lnTo>
                    <a:pt x="73688" y="68691"/>
                  </a:lnTo>
                  <a:lnTo>
                    <a:pt x="73762" y="68704"/>
                  </a:lnTo>
                  <a:lnTo>
                    <a:pt x="74260" y="68664"/>
                  </a:lnTo>
                  <a:lnTo>
                    <a:pt x="74463" y="68611"/>
                  </a:lnTo>
                  <a:lnTo>
                    <a:pt x="74499" y="68544"/>
                  </a:lnTo>
                  <a:lnTo>
                    <a:pt x="74370" y="68424"/>
                  </a:lnTo>
                  <a:lnTo>
                    <a:pt x="74278" y="68398"/>
                  </a:lnTo>
                  <a:close/>
                  <a:moveTo>
                    <a:pt x="103997" y="50962"/>
                  </a:moveTo>
                  <a:lnTo>
                    <a:pt x="103997" y="50962"/>
                  </a:lnTo>
                  <a:lnTo>
                    <a:pt x="104015" y="50962"/>
                  </a:lnTo>
                  <a:lnTo>
                    <a:pt x="103997" y="50962"/>
                  </a:lnTo>
                  <a:close/>
                  <a:moveTo>
                    <a:pt x="98946" y="43177"/>
                  </a:moveTo>
                  <a:lnTo>
                    <a:pt x="98946" y="43177"/>
                  </a:lnTo>
                  <a:lnTo>
                    <a:pt x="98946" y="43177"/>
                  </a:lnTo>
                  <a:lnTo>
                    <a:pt x="98946" y="43177"/>
                  </a:lnTo>
                  <a:close/>
                  <a:moveTo>
                    <a:pt x="80122" y="32072"/>
                  </a:moveTo>
                  <a:lnTo>
                    <a:pt x="80104" y="32072"/>
                  </a:lnTo>
                  <a:lnTo>
                    <a:pt x="80104" y="32072"/>
                  </a:lnTo>
                  <a:lnTo>
                    <a:pt x="80122" y="32072"/>
                  </a:lnTo>
                  <a:close/>
                  <a:moveTo>
                    <a:pt x="84049" y="93059"/>
                  </a:moveTo>
                  <a:lnTo>
                    <a:pt x="84068" y="92992"/>
                  </a:lnTo>
                  <a:lnTo>
                    <a:pt x="83957" y="92966"/>
                  </a:lnTo>
                  <a:lnTo>
                    <a:pt x="83865" y="92979"/>
                  </a:lnTo>
                  <a:lnTo>
                    <a:pt x="83625" y="93152"/>
                  </a:lnTo>
                  <a:lnTo>
                    <a:pt x="83588" y="93192"/>
                  </a:lnTo>
                  <a:lnTo>
                    <a:pt x="83588" y="93232"/>
                  </a:lnTo>
                  <a:lnTo>
                    <a:pt x="83588" y="93245"/>
                  </a:lnTo>
                  <a:lnTo>
                    <a:pt x="83625" y="93245"/>
                  </a:lnTo>
                  <a:lnTo>
                    <a:pt x="83791" y="93245"/>
                  </a:lnTo>
                  <a:lnTo>
                    <a:pt x="83828" y="93245"/>
                  </a:lnTo>
                  <a:lnTo>
                    <a:pt x="83939" y="93165"/>
                  </a:lnTo>
                  <a:lnTo>
                    <a:pt x="84049" y="93059"/>
                  </a:lnTo>
                  <a:close/>
                  <a:moveTo>
                    <a:pt x="95056" y="43443"/>
                  </a:moveTo>
                  <a:lnTo>
                    <a:pt x="95092" y="43443"/>
                  </a:lnTo>
                  <a:lnTo>
                    <a:pt x="95056" y="43417"/>
                  </a:lnTo>
                  <a:lnTo>
                    <a:pt x="95056" y="43443"/>
                  </a:lnTo>
                  <a:close/>
                  <a:moveTo>
                    <a:pt x="95111" y="43443"/>
                  </a:moveTo>
                  <a:lnTo>
                    <a:pt x="95092" y="43443"/>
                  </a:lnTo>
                  <a:lnTo>
                    <a:pt x="95092" y="43443"/>
                  </a:lnTo>
                  <a:lnTo>
                    <a:pt x="95111" y="43443"/>
                  </a:lnTo>
                  <a:close/>
                  <a:moveTo>
                    <a:pt x="109067" y="71117"/>
                  </a:moveTo>
                  <a:lnTo>
                    <a:pt x="109233" y="70904"/>
                  </a:lnTo>
                  <a:lnTo>
                    <a:pt x="109288" y="70784"/>
                  </a:lnTo>
                  <a:lnTo>
                    <a:pt x="109638" y="70464"/>
                  </a:lnTo>
                  <a:lnTo>
                    <a:pt x="109712" y="70317"/>
                  </a:lnTo>
                  <a:lnTo>
                    <a:pt x="109786" y="69971"/>
                  </a:lnTo>
                  <a:lnTo>
                    <a:pt x="109749" y="69784"/>
                  </a:lnTo>
                  <a:lnTo>
                    <a:pt x="109602" y="69651"/>
                  </a:lnTo>
                  <a:lnTo>
                    <a:pt x="109288" y="69584"/>
                  </a:lnTo>
                  <a:lnTo>
                    <a:pt x="109214" y="69531"/>
                  </a:lnTo>
                  <a:lnTo>
                    <a:pt x="109141" y="69477"/>
                  </a:lnTo>
                  <a:lnTo>
                    <a:pt x="108956" y="69397"/>
                  </a:lnTo>
                  <a:lnTo>
                    <a:pt x="108919" y="69344"/>
                  </a:lnTo>
                  <a:lnTo>
                    <a:pt x="108901" y="69357"/>
                  </a:lnTo>
                  <a:lnTo>
                    <a:pt x="108551" y="69357"/>
                  </a:lnTo>
                  <a:lnTo>
                    <a:pt x="108440" y="69397"/>
                  </a:lnTo>
                  <a:lnTo>
                    <a:pt x="108403" y="69411"/>
                  </a:lnTo>
                  <a:lnTo>
                    <a:pt x="108385" y="69437"/>
                  </a:lnTo>
                  <a:lnTo>
                    <a:pt x="108311" y="69691"/>
                  </a:lnTo>
                  <a:lnTo>
                    <a:pt x="108440" y="70077"/>
                  </a:lnTo>
                  <a:lnTo>
                    <a:pt x="108403" y="70197"/>
                  </a:lnTo>
                  <a:lnTo>
                    <a:pt x="108348" y="70277"/>
                  </a:lnTo>
                  <a:lnTo>
                    <a:pt x="108348" y="70451"/>
                  </a:lnTo>
                  <a:lnTo>
                    <a:pt x="108440" y="70984"/>
                  </a:lnTo>
                  <a:lnTo>
                    <a:pt x="108532" y="71130"/>
                  </a:lnTo>
                  <a:lnTo>
                    <a:pt x="108624" y="71210"/>
                  </a:lnTo>
                  <a:lnTo>
                    <a:pt x="108809" y="71237"/>
                  </a:lnTo>
                  <a:lnTo>
                    <a:pt x="108975" y="71170"/>
                  </a:lnTo>
                  <a:lnTo>
                    <a:pt x="109067" y="71117"/>
                  </a:lnTo>
                  <a:close/>
                  <a:moveTo>
                    <a:pt x="96272" y="62546"/>
                  </a:moveTo>
                  <a:lnTo>
                    <a:pt x="96180" y="62492"/>
                  </a:lnTo>
                  <a:lnTo>
                    <a:pt x="95959" y="62439"/>
                  </a:lnTo>
                  <a:lnTo>
                    <a:pt x="95904" y="62412"/>
                  </a:lnTo>
                  <a:lnTo>
                    <a:pt x="95922" y="62439"/>
                  </a:lnTo>
                  <a:lnTo>
                    <a:pt x="95830" y="62359"/>
                  </a:lnTo>
                  <a:lnTo>
                    <a:pt x="95719" y="62386"/>
                  </a:lnTo>
                  <a:lnTo>
                    <a:pt x="95553" y="62466"/>
                  </a:lnTo>
                  <a:lnTo>
                    <a:pt x="95535" y="62439"/>
                  </a:lnTo>
                  <a:lnTo>
                    <a:pt x="95590" y="62279"/>
                  </a:lnTo>
                  <a:lnTo>
                    <a:pt x="95535" y="62279"/>
                  </a:lnTo>
                  <a:lnTo>
                    <a:pt x="95369" y="62226"/>
                  </a:lnTo>
                  <a:lnTo>
                    <a:pt x="95351" y="62199"/>
                  </a:lnTo>
                  <a:lnTo>
                    <a:pt x="95369" y="62199"/>
                  </a:lnTo>
                  <a:lnTo>
                    <a:pt x="95443" y="62186"/>
                  </a:lnTo>
                  <a:lnTo>
                    <a:pt x="95351" y="62146"/>
                  </a:lnTo>
                  <a:lnTo>
                    <a:pt x="95240" y="62119"/>
                  </a:lnTo>
                  <a:lnTo>
                    <a:pt x="95129" y="62106"/>
                  </a:lnTo>
                  <a:lnTo>
                    <a:pt x="95000" y="62119"/>
                  </a:lnTo>
                  <a:lnTo>
                    <a:pt x="94724" y="62079"/>
                  </a:lnTo>
                  <a:lnTo>
                    <a:pt x="94650" y="62092"/>
                  </a:lnTo>
                  <a:lnTo>
                    <a:pt x="94005" y="61972"/>
                  </a:lnTo>
                  <a:lnTo>
                    <a:pt x="92677" y="62119"/>
                  </a:lnTo>
                  <a:lnTo>
                    <a:pt x="92622" y="62159"/>
                  </a:lnTo>
                  <a:lnTo>
                    <a:pt x="92640" y="62212"/>
                  </a:lnTo>
                  <a:lnTo>
                    <a:pt x="92825" y="62292"/>
                  </a:lnTo>
                  <a:lnTo>
                    <a:pt x="93009" y="62292"/>
                  </a:lnTo>
                  <a:lnTo>
                    <a:pt x="93341" y="62239"/>
                  </a:lnTo>
                  <a:lnTo>
                    <a:pt x="93286" y="62306"/>
                  </a:lnTo>
                  <a:lnTo>
                    <a:pt x="93028" y="62346"/>
                  </a:lnTo>
                  <a:lnTo>
                    <a:pt x="92972" y="62426"/>
                  </a:lnTo>
                  <a:lnTo>
                    <a:pt x="93028" y="62452"/>
                  </a:lnTo>
                  <a:lnTo>
                    <a:pt x="93064" y="62452"/>
                  </a:lnTo>
                  <a:lnTo>
                    <a:pt x="93249" y="62426"/>
                  </a:lnTo>
                  <a:lnTo>
                    <a:pt x="93323" y="62412"/>
                  </a:lnTo>
                  <a:lnTo>
                    <a:pt x="93378" y="62319"/>
                  </a:lnTo>
                  <a:lnTo>
                    <a:pt x="93507" y="62292"/>
                  </a:lnTo>
                  <a:lnTo>
                    <a:pt x="93636" y="62292"/>
                  </a:lnTo>
                  <a:lnTo>
                    <a:pt x="93857" y="62372"/>
                  </a:lnTo>
                  <a:lnTo>
                    <a:pt x="93949" y="62346"/>
                  </a:lnTo>
                  <a:lnTo>
                    <a:pt x="94134" y="62252"/>
                  </a:lnTo>
                  <a:lnTo>
                    <a:pt x="94189" y="62252"/>
                  </a:lnTo>
                  <a:lnTo>
                    <a:pt x="94244" y="62279"/>
                  </a:lnTo>
                  <a:lnTo>
                    <a:pt x="94263" y="62319"/>
                  </a:lnTo>
                  <a:lnTo>
                    <a:pt x="94281" y="62372"/>
                  </a:lnTo>
                  <a:lnTo>
                    <a:pt x="94263" y="62412"/>
                  </a:lnTo>
                  <a:lnTo>
                    <a:pt x="94208" y="62439"/>
                  </a:lnTo>
                  <a:lnTo>
                    <a:pt x="94115" y="62439"/>
                  </a:lnTo>
                  <a:lnTo>
                    <a:pt x="94078" y="62426"/>
                  </a:lnTo>
                  <a:lnTo>
                    <a:pt x="94078" y="62466"/>
                  </a:lnTo>
                  <a:lnTo>
                    <a:pt x="94023" y="62439"/>
                  </a:lnTo>
                  <a:lnTo>
                    <a:pt x="93949" y="62452"/>
                  </a:lnTo>
                  <a:lnTo>
                    <a:pt x="93913" y="62466"/>
                  </a:lnTo>
                  <a:lnTo>
                    <a:pt x="93894" y="62506"/>
                  </a:lnTo>
                  <a:lnTo>
                    <a:pt x="94115" y="62586"/>
                  </a:lnTo>
                  <a:lnTo>
                    <a:pt x="94244" y="62666"/>
                  </a:lnTo>
                  <a:lnTo>
                    <a:pt x="94539" y="62986"/>
                  </a:lnTo>
                  <a:lnTo>
                    <a:pt x="94576" y="63025"/>
                  </a:lnTo>
                  <a:lnTo>
                    <a:pt x="94632" y="63039"/>
                  </a:lnTo>
                  <a:lnTo>
                    <a:pt x="94853" y="63012"/>
                  </a:lnTo>
                  <a:lnTo>
                    <a:pt x="94834" y="63105"/>
                  </a:lnTo>
                  <a:lnTo>
                    <a:pt x="94816" y="63132"/>
                  </a:lnTo>
                  <a:lnTo>
                    <a:pt x="94834" y="63159"/>
                  </a:lnTo>
                  <a:lnTo>
                    <a:pt x="94945" y="63199"/>
                  </a:lnTo>
                  <a:lnTo>
                    <a:pt x="95000" y="63199"/>
                  </a:lnTo>
                  <a:lnTo>
                    <a:pt x="95148" y="63172"/>
                  </a:lnTo>
                  <a:lnTo>
                    <a:pt x="95166" y="63159"/>
                  </a:lnTo>
                  <a:lnTo>
                    <a:pt x="95166" y="63092"/>
                  </a:lnTo>
                  <a:lnTo>
                    <a:pt x="95185" y="63065"/>
                  </a:lnTo>
                  <a:lnTo>
                    <a:pt x="95240" y="63065"/>
                  </a:lnTo>
                  <a:lnTo>
                    <a:pt x="95406" y="63119"/>
                  </a:lnTo>
                  <a:lnTo>
                    <a:pt x="95498" y="63105"/>
                  </a:lnTo>
                  <a:lnTo>
                    <a:pt x="95867" y="63025"/>
                  </a:lnTo>
                  <a:lnTo>
                    <a:pt x="96125" y="62892"/>
                  </a:lnTo>
                  <a:lnTo>
                    <a:pt x="96235" y="62812"/>
                  </a:lnTo>
                  <a:lnTo>
                    <a:pt x="96291" y="62692"/>
                  </a:lnTo>
                  <a:lnTo>
                    <a:pt x="96309" y="62612"/>
                  </a:lnTo>
                  <a:lnTo>
                    <a:pt x="96309" y="62586"/>
                  </a:lnTo>
                  <a:lnTo>
                    <a:pt x="96272" y="62546"/>
                  </a:lnTo>
                  <a:close/>
                  <a:moveTo>
                    <a:pt x="88529" y="60386"/>
                  </a:moveTo>
                  <a:lnTo>
                    <a:pt x="88566" y="60373"/>
                  </a:lnTo>
                  <a:lnTo>
                    <a:pt x="88566" y="60373"/>
                  </a:lnTo>
                  <a:lnTo>
                    <a:pt x="88529" y="60386"/>
                  </a:lnTo>
                  <a:close/>
                  <a:moveTo>
                    <a:pt x="87091" y="59066"/>
                  </a:moveTo>
                  <a:lnTo>
                    <a:pt x="87128" y="59066"/>
                  </a:lnTo>
                  <a:lnTo>
                    <a:pt x="87128" y="59066"/>
                  </a:lnTo>
                  <a:lnTo>
                    <a:pt x="87091" y="59066"/>
                  </a:lnTo>
                  <a:close/>
                  <a:moveTo>
                    <a:pt x="78223" y="55974"/>
                  </a:moveTo>
                  <a:lnTo>
                    <a:pt x="78260" y="55974"/>
                  </a:lnTo>
                  <a:lnTo>
                    <a:pt x="78260" y="55974"/>
                  </a:lnTo>
                  <a:lnTo>
                    <a:pt x="78223" y="55974"/>
                  </a:lnTo>
                  <a:close/>
                  <a:moveTo>
                    <a:pt x="119649" y="66571"/>
                  </a:moveTo>
                  <a:lnTo>
                    <a:pt x="119741" y="66531"/>
                  </a:lnTo>
                  <a:lnTo>
                    <a:pt x="119741" y="66518"/>
                  </a:lnTo>
                  <a:lnTo>
                    <a:pt x="119723" y="66451"/>
                  </a:lnTo>
                  <a:lnTo>
                    <a:pt x="119668" y="66411"/>
                  </a:lnTo>
                  <a:lnTo>
                    <a:pt x="119631" y="66411"/>
                  </a:lnTo>
                  <a:lnTo>
                    <a:pt x="119465" y="66465"/>
                  </a:lnTo>
                  <a:lnTo>
                    <a:pt x="119465" y="66491"/>
                  </a:lnTo>
                  <a:lnTo>
                    <a:pt x="119446" y="66625"/>
                  </a:lnTo>
                  <a:lnTo>
                    <a:pt x="119428" y="66638"/>
                  </a:lnTo>
                  <a:lnTo>
                    <a:pt x="119373" y="66531"/>
                  </a:lnTo>
                  <a:lnTo>
                    <a:pt x="119299" y="66451"/>
                  </a:lnTo>
                  <a:lnTo>
                    <a:pt x="119244" y="66425"/>
                  </a:lnTo>
                  <a:lnTo>
                    <a:pt x="119133" y="66425"/>
                  </a:lnTo>
                  <a:lnTo>
                    <a:pt x="119096" y="66358"/>
                  </a:lnTo>
                  <a:lnTo>
                    <a:pt x="119041" y="66318"/>
                  </a:lnTo>
                  <a:lnTo>
                    <a:pt x="119004" y="66331"/>
                  </a:lnTo>
                  <a:lnTo>
                    <a:pt x="118930" y="66371"/>
                  </a:lnTo>
                  <a:lnTo>
                    <a:pt x="118912" y="66305"/>
                  </a:lnTo>
                  <a:lnTo>
                    <a:pt x="118875" y="66278"/>
                  </a:lnTo>
                  <a:lnTo>
                    <a:pt x="118801" y="66278"/>
                  </a:lnTo>
                  <a:lnTo>
                    <a:pt x="118727" y="66251"/>
                  </a:lnTo>
                  <a:lnTo>
                    <a:pt x="118691" y="66305"/>
                  </a:lnTo>
                  <a:lnTo>
                    <a:pt x="118654" y="66358"/>
                  </a:lnTo>
                  <a:lnTo>
                    <a:pt x="118525" y="66411"/>
                  </a:lnTo>
                  <a:lnTo>
                    <a:pt x="118285" y="66451"/>
                  </a:lnTo>
                  <a:lnTo>
                    <a:pt x="118211" y="66491"/>
                  </a:lnTo>
                  <a:lnTo>
                    <a:pt x="118193" y="66598"/>
                  </a:lnTo>
                  <a:lnTo>
                    <a:pt x="118303" y="66705"/>
                  </a:lnTo>
                  <a:lnTo>
                    <a:pt x="118469" y="66785"/>
                  </a:lnTo>
                  <a:lnTo>
                    <a:pt x="118820" y="66865"/>
                  </a:lnTo>
                  <a:lnTo>
                    <a:pt x="118912" y="66891"/>
                  </a:lnTo>
                  <a:lnTo>
                    <a:pt x="119004" y="66865"/>
                  </a:lnTo>
                  <a:lnTo>
                    <a:pt x="119170" y="66825"/>
                  </a:lnTo>
                  <a:lnTo>
                    <a:pt x="119244" y="66811"/>
                  </a:lnTo>
                  <a:lnTo>
                    <a:pt x="119354" y="66811"/>
                  </a:lnTo>
                  <a:lnTo>
                    <a:pt x="119649" y="66851"/>
                  </a:lnTo>
                  <a:lnTo>
                    <a:pt x="119612" y="66758"/>
                  </a:lnTo>
                  <a:lnTo>
                    <a:pt x="119612" y="66651"/>
                  </a:lnTo>
                  <a:lnTo>
                    <a:pt x="119649" y="66571"/>
                  </a:lnTo>
                  <a:close/>
                  <a:moveTo>
                    <a:pt x="112607" y="61146"/>
                  </a:moveTo>
                  <a:lnTo>
                    <a:pt x="112680" y="61159"/>
                  </a:lnTo>
                  <a:lnTo>
                    <a:pt x="112736" y="61146"/>
                  </a:lnTo>
                  <a:lnTo>
                    <a:pt x="112773" y="61146"/>
                  </a:lnTo>
                  <a:lnTo>
                    <a:pt x="112846" y="61186"/>
                  </a:lnTo>
                  <a:lnTo>
                    <a:pt x="112902" y="61239"/>
                  </a:lnTo>
                  <a:lnTo>
                    <a:pt x="112939" y="61266"/>
                  </a:lnTo>
                  <a:lnTo>
                    <a:pt x="113307" y="61226"/>
                  </a:lnTo>
                  <a:lnTo>
                    <a:pt x="113639" y="61279"/>
                  </a:lnTo>
                  <a:lnTo>
                    <a:pt x="113750" y="61279"/>
                  </a:lnTo>
                  <a:lnTo>
                    <a:pt x="113823" y="61253"/>
                  </a:lnTo>
                  <a:lnTo>
                    <a:pt x="113860" y="61186"/>
                  </a:lnTo>
                  <a:lnTo>
                    <a:pt x="113879" y="61053"/>
                  </a:lnTo>
                  <a:lnTo>
                    <a:pt x="113916" y="61039"/>
                  </a:lnTo>
                  <a:lnTo>
                    <a:pt x="113916" y="61026"/>
                  </a:lnTo>
                  <a:lnTo>
                    <a:pt x="113842" y="60986"/>
                  </a:lnTo>
                  <a:lnTo>
                    <a:pt x="113805" y="60959"/>
                  </a:lnTo>
                  <a:lnTo>
                    <a:pt x="113621" y="60879"/>
                  </a:lnTo>
                  <a:lnTo>
                    <a:pt x="113547" y="60799"/>
                  </a:lnTo>
                  <a:lnTo>
                    <a:pt x="113492" y="60786"/>
                  </a:lnTo>
                  <a:lnTo>
                    <a:pt x="113436" y="60786"/>
                  </a:lnTo>
                  <a:lnTo>
                    <a:pt x="113418" y="60826"/>
                  </a:lnTo>
                  <a:lnTo>
                    <a:pt x="113399" y="60879"/>
                  </a:lnTo>
                  <a:lnTo>
                    <a:pt x="113381" y="60893"/>
                  </a:lnTo>
                  <a:lnTo>
                    <a:pt x="113307" y="60866"/>
                  </a:lnTo>
                  <a:lnTo>
                    <a:pt x="113233" y="60746"/>
                  </a:lnTo>
                  <a:lnTo>
                    <a:pt x="113123" y="60639"/>
                  </a:lnTo>
                  <a:lnTo>
                    <a:pt x="113049" y="60599"/>
                  </a:lnTo>
                  <a:lnTo>
                    <a:pt x="113049" y="60653"/>
                  </a:lnTo>
                  <a:lnTo>
                    <a:pt x="113068" y="60759"/>
                  </a:lnTo>
                  <a:lnTo>
                    <a:pt x="113068" y="60826"/>
                  </a:lnTo>
                  <a:lnTo>
                    <a:pt x="112920" y="60706"/>
                  </a:lnTo>
                  <a:lnTo>
                    <a:pt x="112680" y="60559"/>
                  </a:lnTo>
                  <a:lnTo>
                    <a:pt x="112514" y="60533"/>
                  </a:lnTo>
                  <a:lnTo>
                    <a:pt x="112349" y="60573"/>
                  </a:lnTo>
                  <a:lnTo>
                    <a:pt x="112293" y="60599"/>
                  </a:lnTo>
                  <a:lnTo>
                    <a:pt x="112256" y="60626"/>
                  </a:lnTo>
                  <a:lnTo>
                    <a:pt x="112293" y="60666"/>
                  </a:lnTo>
                  <a:lnTo>
                    <a:pt x="112312" y="60719"/>
                  </a:lnTo>
                  <a:lnTo>
                    <a:pt x="112293" y="60733"/>
                  </a:lnTo>
                  <a:lnTo>
                    <a:pt x="112238" y="60746"/>
                  </a:lnTo>
                  <a:lnTo>
                    <a:pt x="112220" y="60773"/>
                  </a:lnTo>
                  <a:lnTo>
                    <a:pt x="112256" y="60866"/>
                  </a:lnTo>
                  <a:lnTo>
                    <a:pt x="112293" y="60906"/>
                  </a:lnTo>
                  <a:lnTo>
                    <a:pt x="112349" y="60973"/>
                  </a:lnTo>
                  <a:lnTo>
                    <a:pt x="112570" y="61119"/>
                  </a:lnTo>
                  <a:lnTo>
                    <a:pt x="112607" y="61146"/>
                  </a:lnTo>
                  <a:close/>
                  <a:moveTo>
                    <a:pt x="115243" y="62052"/>
                  </a:moveTo>
                  <a:lnTo>
                    <a:pt x="115225" y="62012"/>
                  </a:lnTo>
                  <a:lnTo>
                    <a:pt x="115188" y="61946"/>
                  </a:lnTo>
                  <a:lnTo>
                    <a:pt x="115132" y="61932"/>
                  </a:lnTo>
                  <a:lnTo>
                    <a:pt x="115059" y="61959"/>
                  </a:lnTo>
                  <a:lnTo>
                    <a:pt x="115077" y="61839"/>
                  </a:lnTo>
                  <a:lnTo>
                    <a:pt x="115040" y="61826"/>
                  </a:lnTo>
                  <a:lnTo>
                    <a:pt x="115022" y="61839"/>
                  </a:lnTo>
                  <a:lnTo>
                    <a:pt x="114948" y="61852"/>
                  </a:lnTo>
                  <a:lnTo>
                    <a:pt x="114930" y="61839"/>
                  </a:lnTo>
                  <a:lnTo>
                    <a:pt x="114911" y="61812"/>
                  </a:lnTo>
                  <a:lnTo>
                    <a:pt x="114893" y="61786"/>
                  </a:lnTo>
                  <a:lnTo>
                    <a:pt x="114911" y="61759"/>
                  </a:lnTo>
                  <a:lnTo>
                    <a:pt x="114911" y="61719"/>
                  </a:lnTo>
                  <a:lnTo>
                    <a:pt x="114930" y="61612"/>
                  </a:lnTo>
                  <a:lnTo>
                    <a:pt x="114930" y="61559"/>
                  </a:lnTo>
                  <a:lnTo>
                    <a:pt x="114948" y="61532"/>
                  </a:lnTo>
                  <a:lnTo>
                    <a:pt x="114930" y="61506"/>
                  </a:lnTo>
                  <a:lnTo>
                    <a:pt x="114893" y="61493"/>
                  </a:lnTo>
                  <a:lnTo>
                    <a:pt x="114856" y="61493"/>
                  </a:lnTo>
                  <a:lnTo>
                    <a:pt x="114782" y="61493"/>
                  </a:lnTo>
                  <a:lnTo>
                    <a:pt x="114653" y="61546"/>
                  </a:lnTo>
                  <a:lnTo>
                    <a:pt x="114635" y="61519"/>
                  </a:lnTo>
                  <a:lnTo>
                    <a:pt x="114653" y="61493"/>
                  </a:lnTo>
                  <a:lnTo>
                    <a:pt x="114635" y="61453"/>
                  </a:lnTo>
                  <a:lnTo>
                    <a:pt x="114579" y="61493"/>
                  </a:lnTo>
                  <a:lnTo>
                    <a:pt x="114561" y="61546"/>
                  </a:lnTo>
                  <a:lnTo>
                    <a:pt x="114524" y="61572"/>
                  </a:lnTo>
                  <a:lnTo>
                    <a:pt x="114487" y="61572"/>
                  </a:lnTo>
                  <a:lnTo>
                    <a:pt x="114487" y="61506"/>
                  </a:lnTo>
                  <a:lnTo>
                    <a:pt x="114542" y="61399"/>
                  </a:lnTo>
                  <a:lnTo>
                    <a:pt x="114542" y="61319"/>
                  </a:lnTo>
                  <a:lnTo>
                    <a:pt x="113768" y="61532"/>
                  </a:lnTo>
                  <a:lnTo>
                    <a:pt x="113602" y="61506"/>
                  </a:lnTo>
                  <a:lnTo>
                    <a:pt x="113510" y="61532"/>
                  </a:lnTo>
                  <a:lnTo>
                    <a:pt x="112570" y="62079"/>
                  </a:lnTo>
                  <a:lnTo>
                    <a:pt x="112533" y="62119"/>
                  </a:lnTo>
                  <a:lnTo>
                    <a:pt x="112533" y="62199"/>
                  </a:lnTo>
                  <a:lnTo>
                    <a:pt x="112551" y="62306"/>
                  </a:lnTo>
                  <a:lnTo>
                    <a:pt x="112644" y="62412"/>
                  </a:lnTo>
                  <a:lnTo>
                    <a:pt x="112699" y="62426"/>
                  </a:lnTo>
                  <a:lnTo>
                    <a:pt x="112773" y="62426"/>
                  </a:lnTo>
                  <a:lnTo>
                    <a:pt x="112883" y="62452"/>
                  </a:lnTo>
                  <a:lnTo>
                    <a:pt x="112902" y="62452"/>
                  </a:lnTo>
                  <a:lnTo>
                    <a:pt x="113104" y="62506"/>
                  </a:lnTo>
                  <a:lnTo>
                    <a:pt x="113197" y="62519"/>
                  </a:lnTo>
                  <a:lnTo>
                    <a:pt x="113326" y="62479"/>
                  </a:lnTo>
                  <a:lnTo>
                    <a:pt x="113399" y="62479"/>
                  </a:lnTo>
                  <a:lnTo>
                    <a:pt x="113436" y="62492"/>
                  </a:lnTo>
                  <a:lnTo>
                    <a:pt x="113492" y="62519"/>
                  </a:lnTo>
                  <a:lnTo>
                    <a:pt x="113565" y="62559"/>
                  </a:lnTo>
                  <a:lnTo>
                    <a:pt x="113602" y="62559"/>
                  </a:lnTo>
                  <a:lnTo>
                    <a:pt x="113676" y="62506"/>
                  </a:lnTo>
                  <a:lnTo>
                    <a:pt x="113731" y="62506"/>
                  </a:lnTo>
                  <a:lnTo>
                    <a:pt x="113768" y="62506"/>
                  </a:lnTo>
                  <a:lnTo>
                    <a:pt x="113805" y="62546"/>
                  </a:lnTo>
                  <a:lnTo>
                    <a:pt x="113879" y="62612"/>
                  </a:lnTo>
                  <a:lnTo>
                    <a:pt x="113934" y="62639"/>
                  </a:lnTo>
                  <a:lnTo>
                    <a:pt x="114008" y="62666"/>
                  </a:lnTo>
                  <a:lnTo>
                    <a:pt x="114100" y="62666"/>
                  </a:lnTo>
                  <a:lnTo>
                    <a:pt x="114211" y="62599"/>
                  </a:lnTo>
                  <a:lnTo>
                    <a:pt x="114229" y="62639"/>
                  </a:lnTo>
                  <a:lnTo>
                    <a:pt x="114229" y="62666"/>
                  </a:lnTo>
                  <a:lnTo>
                    <a:pt x="114192" y="62692"/>
                  </a:lnTo>
                  <a:lnTo>
                    <a:pt x="114174" y="62692"/>
                  </a:lnTo>
                  <a:lnTo>
                    <a:pt x="114192" y="62719"/>
                  </a:lnTo>
                  <a:lnTo>
                    <a:pt x="114377" y="62746"/>
                  </a:lnTo>
                  <a:lnTo>
                    <a:pt x="114671" y="62639"/>
                  </a:lnTo>
                  <a:lnTo>
                    <a:pt x="114856" y="62666"/>
                  </a:lnTo>
                  <a:lnTo>
                    <a:pt x="114856" y="62719"/>
                  </a:lnTo>
                  <a:lnTo>
                    <a:pt x="114819" y="62759"/>
                  </a:lnTo>
                  <a:lnTo>
                    <a:pt x="114782" y="62826"/>
                  </a:lnTo>
                  <a:lnTo>
                    <a:pt x="114819" y="62879"/>
                  </a:lnTo>
                  <a:lnTo>
                    <a:pt x="114893" y="62946"/>
                  </a:lnTo>
                  <a:lnTo>
                    <a:pt x="114948" y="62932"/>
                  </a:lnTo>
                  <a:lnTo>
                    <a:pt x="115003" y="62879"/>
                  </a:lnTo>
                  <a:lnTo>
                    <a:pt x="115022" y="62826"/>
                  </a:lnTo>
                  <a:lnTo>
                    <a:pt x="115132" y="62892"/>
                  </a:lnTo>
                  <a:lnTo>
                    <a:pt x="115243" y="62906"/>
                  </a:lnTo>
                  <a:lnTo>
                    <a:pt x="115280" y="62879"/>
                  </a:lnTo>
                  <a:lnTo>
                    <a:pt x="115261" y="62799"/>
                  </a:lnTo>
                  <a:lnTo>
                    <a:pt x="115280" y="62639"/>
                  </a:lnTo>
                  <a:lnTo>
                    <a:pt x="115261" y="62546"/>
                  </a:lnTo>
                  <a:lnTo>
                    <a:pt x="115188" y="62492"/>
                  </a:lnTo>
                  <a:lnTo>
                    <a:pt x="115188" y="62426"/>
                  </a:lnTo>
                  <a:lnTo>
                    <a:pt x="115298" y="62292"/>
                  </a:lnTo>
                  <a:lnTo>
                    <a:pt x="115298" y="62186"/>
                  </a:lnTo>
                  <a:lnTo>
                    <a:pt x="115280" y="62119"/>
                  </a:lnTo>
                  <a:lnTo>
                    <a:pt x="115243" y="62052"/>
                  </a:lnTo>
                  <a:close/>
                  <a:moveTo>
                    <a:pt x="112367" y="58200"/>
                  </a:moveTo>
                  <a:lnTo>
                    <a:pt x="112422" y="58213"/>
                  </a:lnTo>
                  <a:lnTo>
                    <a:pt x="112478" y="58200"/>
                  </a:lnTo>
                  <a:lnTo>
                    <a:pt x="112478" y="58173"/>
                  </a:lnTo>
                  <a:lnTo>
                    <a:pt x="112478" y="58120"/>
                  </a:lnTo>
                  <a:lnTo>
                    <a:pt x="112496" y="58107"/>
                  </a:lnTo>
                  <a:lnTo>
                    <a:pt x="112533" y="58080"/>
                  </a:lnTo>
                  <a:lnTo>
                    <a:pt x="112588" y="58000"/>
                  </a:lnTo>
                  <a:lnTo>
                    <a:pt x="112644" y="57867"/>
                  </a:lnTo>
                  <a:lnTo>
                    <a:pt x="112478" y="57813"/>
                  </a:lnTo>
                  <a:lnTo>
                    <a:pt x="112441" y="57773"/>
                  </a:lnTo>
                  <a:lnTo>
                    <a:pt x="112441" y="57760"/>
                  </a:lnTo>
                  <a:lnTo>
                    <a:pt x="112496" y="57747"/>
                  </a:lnTo>
                  <a:lnTo>
                    <a:pt x="112533" y="57747"/>
                  </a:lnTo>
                  <a:lnTo>
                    <a:pt x="112570" y="57747"/>
                  </a:lnTo>
                  <a:lnTo>
                    <a:pt x="112644" y="57747"/>
                  </a:lnTo>
                  <a:lnTo>
                    <a:pt x="112662" y="57707"/>
                  </a:lnTo>
                  <a:lnTo>
                    <a:pt x="112680" y="57587"/>
                  </a:lnTo>
                  <a:lnTo>
                    <a:pt x="112588" y="57587"/>
                  </a:lnTo>
                  <a:lnTo>
                    <a:pt x="112478" y="57613"/>
                  </a:lnTo>
                  <a:lnTo>
                    <a:pt x="112385" y="57613"/>
                  </a:lnTo>
                  <a:lnTo>
                    <a:pt x="112367" y="57587"/>
                  </a:lnTo>
                  <a:lnTo>
                    <a:pt x="112644" y="57400"/>
                  </a:lnTo>
                  <a:lnTo>
                    <a:pt x="112607" y="57373"/>
                  </a:lnTo>
                  <a:lnTo>
                    <a:pt x="112570" y="57373"/>
                  </a:lnTo>
                  <a:lnTo>
                    <a:pt x="112533" y="57360"/>
                  </a:lnTo>
                  <a:lnTo>
                    <a:pt x="112514" y="57333"/>
                  </a:lnTo>
                  <a:lnTo>
                    <a:pt x="112496" y="57307"/>
                  </a:lnTo>
                  <a:lnTo>
                    <a:pt x="112385" y="57293"/>
                  </a:lnTo>
                  <a:lnTo>
                    <a:pt x="112256" y="57400"/>
                  </a:lnTo>
                  <a:lnTo>
                    <a:pt x="112201" y="57307"/>
                  </a:lnTo>
                  <a:lnTo>
                    <a:pt x="111980" y="57307"/>
                  </a:lnTo>
                  <a:lnTo>
                    <a:pt x="111925" y="57347"/>
                  </a:lnTo>
                  <a:lnTo>
                    <a:pt x="111980" y="57427"/>
                  </a:lnTo>
                  <a:lnTo>
                    <a:pt x="111703" y="57493"/>
                  </a:lnTo>
                  <a:lnTo>
                    <a:pt x="111685" y="57507"/>
                  </a:lnTo>
                  <a:lnTo>
                    <a:pt x="111666" y="57573"/>
                  </a:lnTo>
                  <a:lnTo>
                    <a:pt x="111648" y="57587"/>
                  </a:lnTo>
                  <a:lnTo>
                    <a:pt x="111630" y="57587"/>
                  </a:lnTo>
                  <a:lnTo>
                    <a:pt x="111500" y="57547"/>
                  </a:lnTo>
                  <a:lnTo>
                    <a:pt x="111335" y="57533"/>
                  </a:lnTo>
                  <a:lnTo>
                    <a:pt x="111224" y="57560"/>
                  </a:lnTo>
                  <a:lnTo>
                    <a:pt x="111150" y="57667"/>
                  </a:lnTo>
                  <a:lnTo>
                    <a:pt x="111169" y="57813"/>
                  </a:lnTo>
                  <a:lnTo>
                    <a:pt x="111279" y="57840"/>
                  </a:lnTo>
                  <a:lnTo>
                    <a:pt x="111445" y="57840"/>
                  </a:lnTo>
                  <a:lnTo>
                    <a:pt x="111500" y="57867"/>
                  </a:lnTo>
                  <a:lnTo>
                    <a:pt x="111242" y="57960"/>
                  </a:lnTo>
                  <a:lnTo>
                    <a:pt x="111132" y="58027"/>
                  </a:lnTo>
                  <a:lnTo>
                    <a:pt x="111132" y="58160"/>
                  </a:lnTo>
                  <a:lnTo>
                    <a:pt x="111150" y="58160"/>
                  </a:lnTo>
                  <a:lnTo>
                    <a:pt x="111224" y="58160"/>
                  </a:lnTo>
                  <a:lnTo>
                    <a:pt x="111279" y="58280"/>
                  </a:lnTo>
                  <a:lnTo>
                    <a:pt x="111408" y="58320"/>
                  </a:lnTo>
                  <a:lnTo>
                    <a:pt x="111869" y="58280"/>
                  </a:lnTo>
                  <a:lnTo>
                    <a:pt x="112127" y="58227"/>
                  </a:lnTo>
                  <a:lnTo>
                    <a:pt x="112256" y="58227"/>
                  </a:lnTo>
                  <a:lnTo>
                    <a:pt x="112367" y="58200"/>
                  </a:lnTo>
                  <a:close/>
                  <a:moveTo>
                    <a:pt x="92253" y="116000"/>
                  </a:moveTo>
                  <a:lnTo>
                    <a:pt x="92290" y="115934"/>
                  </a:lnTo>
                  <a:lnTo>
                    <a:pt x="92290" y="115920"/>
                  </a:lnTo>
                  <a:lnTo>
                    <a:pt x="92253" y="115934"/>
                  </a:lnTo>
                  <a:lnTo>
                    <a:pt x="92198" y="115947"/>
                  </a:lnTo>
                  <a:lnTo>
                    <a:pt x="92106" y="115947"/>
                  </a:lnTo>
                  <a:lnTo>
                    <a:pt x="92051" y="115960"/>
                  </a:lnTo>
                  <a:lnTo>
                    <a:pt x="91958" y="116027"/>
                  </a:lnTo>
                  <a:lnTo>
                    <a:pt x="91885" y="116054"/>
                  </a:lnTo>
                  <a:lnTo>
                    <a:pt x="91866" y="116094"/>
                  </a:lnTo>
                  <a:lnTo>
                    <a:pt x="91885" y="116107"/>
                  </a:lnTo>
                  <a:lnTo>
                    <a:pt x="91921" y="116080"/>
                  </a:lnTo>
                  <a:lnTo>
                    <a:pt x="91940" y="116054"/>
                  </a:lnTo>
                  <a:lnTo>
                    <a:pt x="91958" y="116067"/>
                  </a:lnTo>
                  <a:lnTo>
                    <a:pt x="91977" y="116134"/>
                  </a:lnTo>
                  <a:lnTo>
                    <a:pt x="91977" y="116160"/>
                  </a:lnTo>
                  <a:lnTo>
                    <a:pt x="92014" y="116147"/>
                  </a:lnTo>
                  <a:lnTo>
                    <a:pt x="92014" y="116147"/>
                  </a:lnTo>
                  <a:lnTo>
                    <a:pt x="92032" y="116147"/>
                  </a:lnTo>
                  <a:lnTo>
                    <a:pt x="92032" y="116160"/>
                  </a:lnTo>
                  <a:lnTo>
                    <a:pt x="92032" y="116160"/>
                  </a:lnTo>
                  <a:lnTo>
                    <a:pt x="92051" y="116147"/>
                  </a:lnTo>
                  <a:lnTo>
                    <a:pt x="92051" y="116134"/>
                  </a:lnTo>
                  <a:lnTo>
                    <a:pt x="92069" y="116134"/>
                  </a:lnTo>
                  <a:lnTo>
                    <a:pt x="92087" y="116147"/>
                  </a:lnTo>
                  <a:lnTo>
                    <a:pt x="92124" y="116134"/>
                  </a:lnTo>
                  <a:lnTo>
                    <a:pt x="92124" y="116107"/>
                  </a:lnTo>
                  <a:lnTo>
                    <a:pt x="92143" y="116134"/>
                  </a:lnTo>
                  <a:lnTo>
                    <a:pt x="92143" y="116160"/>
                  </a:lnTo>
                  <a:lnTo>
                    <a:pt x="92216" y="116147"/>
                  </a:lnTo>
                  <a:lnTo>
                    <a:pt x="92272" y="116094"/>
                  </a:lnTo>
                  <a:lnTo>
                    <a:pt x="92272" y="116067"/>
                  </a:lnTo>
                  <a:lnTo>
                    <a:pt x="92161" y="116080"/>
                  </a:lnTo>
                  <a:lnTo>
                    <a:pt x="92143" y="116067"/>
                  </a:lnTo>
                  <a:lnTo>
                    <a:pt x="92198" y="116040"/>
                  </a:lnTo>
                  <a:lnTo>
                    <a:pt x="92253" y="116000"/>
                  </a:lnTo>
                  <a:close/>
                  <a:moveTo>
                    <a:pt x="118267" y="65892"/>
                  </a:moveTo>
                  <a:lnTo>
                    <a:pt x="118303" y="65785"/>
                  </a:lnTo>
                  <a:lnTo>
                    <a:pt x="118359" y="65718"/>
                  </a:lnTo>
                  <a:lnTo>
                    <a:pt x="118359" y="65625"/>
                  </a:lnTo>
                  <a:lnTo>
                    <a:pt x="118322" y="65518"/>
                  </a:lnTo>
                  <a:lnTo>
                    <a:pt x="118267" y="65438"/>
                  </a:lnTo>
                  <a:lnTo>
                    <a:pt x="118230" y="65398"/>
                  </a:lnTo>
                  <a:lnTo>
                    <a:pt x="118211" y="65372"/>
                  </a:lnTo>
                  <a:lnTo>
                    <a:pt x="118174" y="65358"/>
                  </a:lnTo>
                  <a:lnTo>
                    <a:pt x="118156" y="65372"/>
                  </a:lnTo>
                  <a:lnTo>
                    <a:pt x="118137" y="65385"/>
                  </a:lnTo>
                  <a:lnTo>
                    <a:pt x="118174" y="65505"/>
                  </a:lnTo>
                  <a:lnTo>
                    <a:pt x="118174" y="65772"/>
                  </a:lnTo>
                  <a:lnTo>
                    <a:pt x="118137" y="65852"/>
                  </a:lnTo>
                  <a:lnTo>
                    <a:pt x="118174" y="65878"/>
                  </a:lnTo>
                  <a:lnTo>
                    <a:pt x="118211" y="65892"/>
                  </a:lnTo>
                  <a:lnTo>
                    <a:pt x="118267" y="65892"/>
                  </a:lnTo>
                  <a:close/>
                  <a:moveTo>
                    <a:pt x="110911" y="57867"/>
                  </a:moveTo>
                  <a:lnTo>
                    <a:pt x="110911" y="57840"/>
                  </a:lnTo>
                  <a:lnTo>
                    <a:pt x="110911" y="57773"/>
                  </a:lnTo>
                  <a:lnTo>
                    <a:pt x="110929" y="57747"/>
                  </a:lnTo>
                  <a:lnTo>
                    <a:pt x="110947" y="57733"/>
                  </a:lnTo>
                  <a:lnTo>
                    <a:pt x="111021" y="57720"/>
                  </a:lnTo>
                  <a:lnTo>
                    <a:pt x="111058" y="57693"/>
                  </a:lnTo>
                  <a:lnTo>
                    <a:pt x="111058" y="57640"/>
                  </a:lnTo>
                  <a:lnTo>
                    <a:pt x="111076" y="57547"/>
                  </a:lnTo>
                  <a:lnTo>
                    <a:pt x="110892" y="57533"/>
                  </a:lnTo>
                  <a:lnTo>
                    <a:pt x="110781" y="57507"/>
                  </a:lnTo>
                  <a:lnTo>
                    <a:pt x="110689" y="57547"/>
                  </a:lnTo>
                  <a:lnTo>
                    <a:pt x="110579" y="57600"/>
                  </a:lnTo>
                  <a:lnTo>
                    <a:pt x="110542" y="57680"/>
                  </a:lnTo>
                  <a:lnTo>
                    <a:pt x="110523" y="57707"/>
                  </a:lnTo>
                  <a:lnTo>
                    <a:pt x="110523" y="57747"/>
                  </a:lnTo>
                  <a:lnTo>
                    <a:pt x="110523" y="57800"/>
                  </a:lnTo>
                  <a:lnTo>
                    <a:pt x="110523" y="57853"/>
                  </a:lnTo>
                  <a:lnTo>
                    <a:pt x="110505" y="57880"/>
                  </a:lnTo>
                  <a:lnTo>
                    <a:pt x="110357" y="57973"/>
                  </a:lnTo>
                  <a:lnTo>
                    <a:pt x="110487" y="58000"/>
                  </a:lnTo>
                  <a:lnTo>
                    <a:pt x="110652" y="57973"/>
                  </a:lnTo>
                  <a:lnTo>
                    <a:pt x="110911" y="57880"/>
                  </a:lnTo>
                  <a:lnTo>
                    <a:pt x="110911" y="57867"/>
                  </a:lnTo>
                  <a:close/>
                  <a:moveTo>
                    <a:pt x="80270" y="30206"/>
                  </a:moveTo>
                  <a:lnTo>
                    <a:pt x="80251" y="30153"/>
                  </a:lnTo>
                  <a:lnTo>
                    <a:pt x="80196" y="30099"/>
                  </a:lnTo>
                  <a:lnTo>
                    <a:pt x="80141" y="30099"/>
                  </a:lnTo>
                  <a:lnTo>
                    <a:pt x="80104" y="30086"/>
                  </a:lnTo>
                  <a:lnTo>
                    <a:pt x="80086" y="30059"/>
                  </a:lnTo>
                  <a:lnTo>
                    <a:pt x="80012" y="30073"/>
                  </a:lnTo>
                  <a:lnTo>
                    <a:pt x="79938" y="30073"/>
                  </a:lnTo>
                  <a:lnTo>
                    <a:pt x="79846" y="30059"/>
                  </a:lnTo>
                  <a:lnTo>
                    <a:pt x="79772" y="30019"/>
                  </a:lnTo>
                  <a:lnTo>
                    <a:pt x="79717" y="29980"/>
                  </a:lnTo>
                  <a:lnTo>
                    <a:pt x="79698" y="29980"/>
                  </a:lnTo>
                  <a:lnTo>
                    <a:pt x="79643" y="30033"/>
                  </a:lnTo>
                  <a:lnTo>
                    <a:pt x="79569" y="30046"/>
                  </a:lnTo>
                  <a:lnTo>
                    <a:pt x="79551" y="30073"/>
                  </a:lnTo>
                  <a:lnTo>
                    <a:pt x="79569" y="30113"/>
                  </a:lnTo>
                  <a:lnTo>
                    <a:pt x="79662" y="30166"/>
                  </a:lnTo>
                  <a:lnTo>
                    <a:pt x="79993" y="30166"/>
                  </a:lnTo>
                  <a:lnTo>
                    <a:pt x="79901" y="30246"/>
                  </a:lnTo>
                  <a:lnTo>
                    <a:pt x="79551" y="30219"/>
                  </a:lnTo>
                  <a:lnTo>
                    <a:pt x="79440" y="30299"/>
                  </a:lnTo>
                  <a:lnTo>
                    <a:pt x="79422" y="30486"/>
                  </a:lnTo>
                  <a:lnTo>
                    <a:pt x="79367" y="30553"/>
                  </a:lnTo>
                  <a:lnTo>
                    <a:pt x="79367" y="30646"/>
                  </a:lnTo>
                  <a:lnTo>
                    <a:pt x="79348" y="30686"/>
                  </a:lnTo>
                  <a:lnTo>
                    <a:pt x="79367" y="30686"/>
                  </a:lnTo>
                  <a:lnTo>
                    <a:pt x="79237" y="30753"/>
                  </a:lnTo>
                  <a:lnTo>
                    <a:pt x="79219" y="30806"/>
                  </a:lnTo>
                  <a:lnTo>
                    <a:pt x="80141" y="30819"/>
                  </a:lnTo>
                  <a:lnTo>
                    <a:pt x="80251" y="30753"/>
                  </a:lnTo>
                  <a:lnTo>
                    <a:pt x="80178" y="30633"/>
                  </a:lnTo>
                  <a:lnTo>
                    <a:pt x="80159" y="30513"/>
                  </a:lnTo>
                  <a:lnTo>
                    <a:pt x="80178" y="30339"/>
                  </a:lnTo>
                  <a:lnTo>
                    <a:pt x="80270" y="30206"/>
                  </a:lnTo>
                  <a:close/>
                  <a:moveTo>
                    <a:pt x="82556" y="34059"/>
                  </a:moveTo>
                  <a:lnTo>
                    <a:pt x="82058" y="34099"/>
                  </a:lnTo>
                  <a:lnTo>
                    <a:pt x="81800" y="34179"/>
                  </a:lnTo>
                  <a:lnTo>
                    <a:pt x="81597" y="34192"/>
                  </a:lnTo>
                  <a:lnTo>
                    <a:pt x="81524" y="34165"/>
                  </a:lnTo>
                  <a:lnTo>
                    <a:pt x="81505" y="34179"/>
                  </a:lnTo>
                  <a:lnTo>
                    <a:pt x="81468" y="34192"/>
                  </a:lnTo>
                  <a:lnTo>
                    <a:pt x="81468" y="34232"/>
                  </a:lnTo>
                  <a:lnTo>
                    <a:pt x="81524" y="34299"/>
                  </a:lnTo>
                  <a:lnTo>
                    <a:pt x="81579" y="34325"/>
                  </a:lnTo>
                  <a:lnTo>
                    <a:pt x="82187" y="34205"/>
                  </a:lnTo>
                  <a:lnTo>
                    <a:pt x="82980" y="34245"/>
                  </a:lnTo>
                  <a:lnTo>
                    <a:pt x="83552" y="34099"/>
                  </a:lnTo>
                  <a:lnTo>
                    <a:pt x="83533" y="34059"/>
                  </a:lnTo>
                  <a:lnTo>
                    <a:pt x="83404" y="34045"/>
                  </a:lnTo>
                  <a:lnTo>
                    <a:pt x="82556" y="34059"/>
                  </a:lnTo>
                  <a:close/>
                  <a:moveTo>
                    <a:pt x="52763" y="33619"/>
                  </a:moveTo>
                  <a:lnTo>
                    <a:pt x="52616" y="33565"/>
                  </a:lnTo>
                  <a:lnTo>
                    <a:pt x="52468" y="33459"/>
                  </a:lnTo>
                  <a:lnTo>
                    <a:pt x="52302" y="33392"/>
                  </a:lnTo>
                  <a:lnTo>
                    <a:pt x="52137" y="33299"/>
                  </a:lnTo>
                  <a:lnTo>
                    <a:pt x="52081" y="33272"/>
                  </a:lnTo>
                  <a:lnTo>
                    <a:pt x="52044" y="33312"/>
                  </a:lnTo>
                  <a:lnTo>
                    <a:pt x="52026" y="33352"/>
                  </a:lnTo>
                  <a:lnTo>
                    <a:pt x="51971" y="33365"/>
                  </a:lnTo>
                  <a:lnTo>
                    <a:pt x="51842" y="33299"/>
                  </a:lnTo>
                  <a:lnTo>
                    <a:pt x="51657" y="33299"/>
                  </a:lnTo>
                  <a:lnTo>
                    <a:pt x="51583" y="33259"/>
                  </a:lnTo>
                  <a:lnTo>
                    <a:pt x="51491" y="33179"/>
                  </a:lnTo>
                  <a:lnTo>
                    <a:pt x="51418" y="33139"/>
                  </a:lnTo>
                  <a:lnTo>
                    <a:pt x="51399" y="33139"/>
                  </a:lnTo>
                  <a:lnTo>
                    <a:pt x="51362" y="33152"/>
                  </a:lnTo>
                  <a:lnTo>
                    <a:pt x="51325" y="33152"/>
                  </a:lnTo>
                  <a:lnTo>
                    <a:pt x="51307" y="33139"/>
                  </a:lnTo>
                  <a:lnTo>
                    <a:pt x="51178" y="33085"/>
                  </a:lnTo>
                  <a:lnTo>
                    <a:pt x="51123" y="33085"/>
                  </a:lnTo>
                  <a:lnTo>
                    <a:pt x="51104" y="33099"/>
                  </a:lnTo>
                  <a:lnTo>
                    <a:pt x="51104" y="33139"/>
                  </a:lnTo>
                  <a:lnTo>
                    <a:pt x="51159" y="33219"/>
                  </a:lnTo>
                  <a:lnTo>
                    <a:pt x="51104" y="33219"/>
                  </a:lnTo>
                  <a:lnTo>
                    <a:pt x="50957" y="33139"/>
                  </a:lnTo>
                  <a:lnTo>
                    <a:pt x="50920" y="33152"/>
                  </a:lnTo>
                  <a:lnTo>
                    <a:pt x="50864" y="33219"/>
                  </a:lnTo>
                  <a:lnTo>
                    <a:pt x="50828" y="33232"/>
                  </a:lnTo>
                  <a:lnTo>
                    <a:pt x="50680" y="33259"/>
                  </a:lnTo>
                  <a:lnTo>
                    <a:pt x="50846" y="33339"/>
                  </a:lnTo>
                  <a:lnTo>
                    <a:pt x="50864" y="33365"/>
                  </a:lnTo>
                  <a:lnTo>
                    <a:pt x="50864" y="33405"/>
                  </a:lnTo>
                  <a:lnTo>
                    <a:pt x="50846" y="33445"/>
                  </a:lnTo>
                  <a:lnTo>
                    <a:pt x="50606" y="33539"/>
                  </a:lnTo>
                  <a:lnTo>
                    <a:pt x="50496" y="33539"/>
                  </a:lnTo>
                  <a:lnTo>
                    <a:pt x="50440" y="33445"/>
                  </a:lnTo>
                  <a:lnTo>
                    <a:pt x="50385" y="33405"/>
                  </a:lnTo>
                  <a:lnTo>
                    <a:pt x="50367" y="33392"/>
                  </a:lnTo>
                  <a:lnTo>
                    <a:pt x="50311" y="33365"/>
                  </a:lnTo>
                  <a:lnTo>
                    <a:pt x="50367" y="33339"/>
                  </a:lnTo>
                  <a:lnTo>
                    <a:pt x="50330" y="33312"/>
                  </a:lnTo>
                  <a:lnTo>
                    <a:pt x="50293" y="33272"/>
                  </a:lnTo>
                  <a:lnTo>
                    <a:pt x="50238" y="33272"/>
                  </a:lnTo>
                  <a:lnTo>
                    <a:pt x="50182" y="33312"/>
                  </a:lnTo>
                  <a:lnTo>
                    <a:pt x="50109" y="33365"/>
                  </a:lnTo>
                  <a:lnTo>
                    <a:pt x="50035" y="33392"/>
                  </a:lnTo>
                  <a:lnTo>
                    <a:pt x="49906" y="33405"/>
                  </a:lnTo>
                  <a:lnTo>
                    <a:pt x="49777" y="33392"/>
                  </a:lnTo>
                  <a:lnTo>
                    <a:pt x="49685" y="33352"/>
                  </a:lnTo>
                  <a:lnTo>
                    <a:pt x="49703" y="33339"/>
                  </a:lnTo>
                  <a:lnTo>
                    <a:pt x="49703" y="33299"/>
                  </a:lnTo>
                  <a:lnTo>
                    <a:pt x="49703" y="33272"/>
                  </a:lnTo>
                  <a:lnTo>
                    <a:pt x="49648" y="33245"/>
                  </a:lnTo>
                  <a:lnTo>
                    <a:pt x="49574" y="33245"/>
                  </a:lnTo>
                  <a:lnTo>
                    <a:pt x="49519" y="33272"/>
                  </a:lnTo>
                  <a:lnTo>
                    <a:pt x="49500" y="33325"/>
                  </a:lnTo>
                  <a:lnTo>
                    <a:pt x="49592" y="33379"/>
                  </a:lnTo>
                  <a:lnTo>
                    <a:pt x="49648" y="33432"/>
                  </a:lnTo>
                  <a:lnTo>
                    <a:pt x="49666" y="33499"/>
                  </a:lnTo>
                  <a:lnTo>
                    <a:pt x="49611" y="33525"/>
                  </a:lnTo>
                  <a:lnTo>
                    <a:pt x="49371" y="33485"/>
                  </a:lnTo>
                  <a:lnTo>
                    <a:pt x="49131" y="33392"/>
                  </a:lnTo>
                  <a:lnTo>
                    <a:pt x="49002" y="33312"/>
                  </a:lnTo>
                  <a:lnTo>
                    <a:pt x="49002" y="33219"/>
                  </a:lnTo>
                  <a:lnTo>
                    <a:pt x="48929" y="33179"/>
                  </a:lnTo>
                  <a:lnTo>
                    <a:pt x="48929" y="33125"/>
                  </a:lnTo>
                  <a:lnTo>
                    <a:pt x="48966" y="33085"/>
                  </a:lnTo>
                  <a:lnTo>
                    <a:pt x="49021" y="33085"/>
                  </a:lnTo>
                  <a:lnTo>
                    <a:pt x="49095" y="33112"/>
                  </a:lnTo>
                  <a:lnTo>
                    <a:pt x="49150" y="33112"/>
                  </a:lnTo>
                  <a:lnTo>
                    <a:pt x="49297" y="33099"/>
                  </a:lnTo>
                  <a:lnTo>
                    <a:pt x="49334" y="33099"/>
                  </a:lnTo>
                  <a:lnTo>
                    <a:pt x="49426" y="33179"/>
                  </a:lnTo>
                  <a:lnTo>
                    <a:pt x="49500" y="33192"/>
                  </a:lnTo>
                  <a:lnTo>
                    <a:pt x="49555" y="33179"/>
                  </a:lnTo>
                  <a:lnTo>
                    <a:pt x="49574" y="33125"/>
                  </a:lnTo>
                  <a:lnTo>
                    <a:pt x="49574" y="33019"/>
                  </a:lnTo>
                  <a:lnTo>
                    <a:pt x="49611" y="32992"/>
                  </a:lnTo>
                  <a:lnTo>
                    <a:pt x="49758" y="33019"/>
                  </a:lnTo>
                  <a:lnTo>
                    <a:pt x="49795" y="32992"/>
                  </a:lnTo>
                  <a:lnTo>
                    <a:pt x="49740" y="32939"/>
                  </a:lnTo>
                  <a:lnTo>
                    <a:pt x="49740" y="32886"/>
                  </a:lnTo>
                  <a:lnTo>
                    <a:pt x="49887" y="32779"/>
                  </a:lnTo>
                  <a:lnTo>
                    <a:pt x="49943" y="32779"/>
                  </a:lnTo>
                  <a:lnTo>
                    <a:pt x="50016" y="32819"/>
                  </a:lnTo>
                  <a:lnTo>
                    <a:pt x="50035" y="32846"/>
                  </a:lnTo>
                  <a:lnTo>
                    <a:pt x="49980" y="32859"/>
                  </a:lnTo>
                  <a:lnTo>
                    <a:pt x="49906" y="32832"/>
                  </a:lnTo>
                  <a:lnTo>
                    <a:pt x="49869" y="32846"/>
                  </a:lnTo>
                  <a:lnTo>
                    <a:pt x="49943" y="32912"/>
                  </a:lnTo>
                  <a:lnTo>
                    <a:pt x="50035" y="32926"/>
                  </a:lnTo>
                  <a:lnTo>
                    <a:pt x="50127" y="32886"/>
                  </a:lnTo>
                  <a:lnTo>
                    <a:pt x="50182" y="32886"/>
                  </a:lnTo>
                  <a:lnTo>
                    <a:pt x="50238" y="32926"/>
                  </a:lnTo>
                  <a:lnTo>
                    <a:pt x="50256" y="32926"/>
                  </a:lnTo>
                  <a:lnTo>
                    <a:pt x="50275" y="32832"/>
                  </a:lnTo>
                  <a:lnTo>
                    <a:pt x="50311" y="32819"/>
                  </a:lnTo>
                  <a:lnTo>
                    <a:pt x="50404" y="32806"/>
                  </a:lnTo>
                  <a:lnTo>
                    <a:pt x="50201" y="32752"/>
                  </a:lnTo>
                  <a:lnTo>
                    <a:pt x="50145" y="32712"/>
                  </a:lnTo>
                  <a:lnTo>
                    <a:pt x="50201" y="32686"/>
                  </a:lnTo>
                  <a:lnTo>
                    <a:pt x="50256" y="32672"/>
                  </a:lnTo>
                  <a:lnTo>
                    <a:pt x="50330" y="32686"/>
                  </a:lnTo>
                  <a:lnTo>
                    <a:pt x="50404" y="32712"/>
                  </a:lnTo>
                  <a:lnTo>
                    <a:pt x="50459" y="32779"/>
                  </a:lnTo>
                  <a:lnTo>
                    <a:pt x="50496" y="32832"/>
                  </a:lnTo>
                  <a:lnTo>
                    <a:pt x="50496" y="32886"/>
                  </a:lnTo>
                  <a:lnTo>
                    <a:pt x="50459" y="32926"/>
                  </a:lnTo>
                  <a:lnTo>
                    <a:pt x="50330" y="32966"/>
                  </a:lnTo>
                  <a:lnTo>
                    <a:pt x="50293" y="33019"/>
                  </a:lnTo>
                  <a:lnTo>
                    <a:pt x="50330" y="33072"/>
                  </a:lnTo>
                  <a:lnTo>
                    <a:pt x="50422" y="33085"/>
                  </a:lnTo>
                  <a:lnTo>
                    <a:pt x="50569" y="32992"/>
                  </a:lnTo>
                  <a:lnTo>
                    <a:pt x="50662" y="33019"/>
                  </a:lnTo>
                  <a:lnTo>
                    <a:pt x="50680" y="33059"/>
                  </a:lnTo>
                  <a:lnTo>
                    <a:pt x="50735" y="33125"/>
                  </a:lnTo>
                  <a:lnTo>
                    <a:pt x="50772" y="33152"/>
                  </a:lnTo>
                  <a:lnTo>
                    <a:pt x="50809" y="33179"/>
                  </a:lnTo>
                  <a:lnTo>
                    <a:pt x="50828" y="33152"/>
                  </a:lnTo>
                  <a:lnTo>
                    <a:pt x="50846" y="33139"/>
                  </a:lnTo>
                  <a:lnTo>
                    <a:pt x="50957" y="32926"/>
                  </a:lnTo>
                  <a:lnTo>
                    <a:pt x="50975" y="32912"/>
                  </a:lnTo>
                  <a:lnTo>
                    <a:pt x="50975" y="32886"/>
                  </a:lnTo>
                  <a:lnTo>
                    <a:pt x="50975" y="32859"/>
                  </a:lnTo>
                  <a:lnTo>
                    <a:pt x="50994" y="32859"/>
                  </a:lnTo>
                  <a:lnTo>
                    <a:pt x="51141" y="32859"/>
                  </a:lnTo>
                  <a:lnTo>
                    <a:pt x="51270" y="32806"/>
                  </a:lnTo>
                  <a:lnTo>
                    <a:pt x="51325" y="32806"/>
                  </a:lnTo>
                  <a:lnTo>
                    <a:pt x="51399" y="32832"/>
                  </a:lnTo>
                  <a:lnTo>
                    <a:pt x="51344" y="32872"/>
                  </a:lnTo>
                  <a:lnTo>
                    <a:pt x="51307" y="32926"/>
                  </a:lnTo>
                  <a:lnTo>
                    <a:pt x="51344" y="32952"/>
                  </a:lnTo>
                  <a:lnTo>
                    <a:pt x="51381" y="32966"/>
                  </a:lnTo>
                  <a:lnTo>
                    <a:pt x="51473" y="32966"/>
                  </a:lnTo>
                  <a:lnTo>
                    <a:pt x="51491" y="32966"/>
                  </a:lnTo>
                  <a:lnTo>
                    <a:pt x="51528" y="32992"/>
                  </a:lnTo>
                  <a:lnTo>
                    <a:pt x="51547" y="33045"/>
                  </a:lnTo>
                  <a:lnTo>
                    <a:pt x="51565" y="33085"/>
                  </a:lnTo>
                  <a:lnTo>
                    <a:pt x="51657" y="33139"/>
                  </a:lnTo>
                  <a:lnTo>
                    <a:pt x="51713" y="33192"/>
                  </a:lnTo>
                  <a:lnTo>
                    <a:pt x="51768" y="33192"/>
                  </a:lnTo>
                  <a:lnTo>
                    <a:pt x="51823" y="33152"/>
                  </a:lnTo>
                  <a:lnTo>
                    <a:pt x="51768" y="33112"/>
                  </a:lnTo>
                  <a:lnTo>
                    <a:pt x="51749" y="33099"/>
                  </a:lnTo>
                  <a:lnTo>
                    <a:pt x="51823" y="33045"/>
                  </a:lnTo>
                  <a:lnTo>
                    <a:pt x="51897" y="33059"/>
                  </a:lnTo>
                  <a:lnTo>
                    <a:pt x="52081" y="33179"/>
                  </a:lnTo>
                  <a:lnTo>
                    <a:pt x="52229" y="33179"/>
                  </a:lnTo>
                  <a:lnTo>
                    <a:pt x="52302" y="33205"/>
                  </a:lnTo>
                  <a:lnTo>
                    <a:pt x="52321" y="33259"/>
                  </a:lnTo>
                  <a:lnTo>
                    <a:pt x="52432" y="33379"/>
                  </a:lnTo>
                  <a:lnTo>
                    <a:pt x="52487" y="33432"/>
                  </a:lnTo>
                  <a:lnTo>
                    <a:pt x="52542" y="33472"/>
                  </a:lnTo>
                  <a:lnTo>
                    <a:pt x="52616" y="33499"/>
                  </a:lnTo>
                  <a:lnTo>
                    <a:pt x="52745" y="33512"/>
                  </a:lnTo>
                  <a:lnTo>
                    <a:pt x="52819" y="33565"/>
                  </a:lnTo>
                  <a:lnTo>
                    <a:pt x="52763" y="33619"/>
                  </a:lnTo>
                  <a:close/>
                  <a:moveTo>
                    <a:pt x="40282" y="34192"/>
                  </a:moveTo>
                  <a:lnTo>
                    <a:pt x="40264" y="34245"/>
                  </a:lnTo>
                  <a:lnTo>
                    <a:pt x="40264" y="34299"/>
                  </a:lnTo>
                  <a:lnTo>
                    <a:pt x="40153" y="34445"/>
                  </a:lnTo>
                  <a:lnTo>
                    <a:pt x="40116" y="34485"/>
                  </a:lnTo>
                  <a:lnTo>
                    <a:pt x="40061" y="34512"/>
                  </a:lnTo>
                  <a:lnTo>
                    <a:pt x="39932" y="34578"/>
                  </a:lnTo>
                  <a:lnTo>
                    <a:pt x="39434" y="35165"/>
                  </a:lnTo>
                  <a:lnTo>
                    <a:pt x="39194" y="35245"/>
                  </a:lnTo>
                  <a:lnTo>
                    <a:pt x="39065" y="35325"/>
                  </a:lnTo>
                  <a:lnTo>
                    <a:pt x="38973" y="35418"/>
                  </a:lnTo>
                  <a:lnTo>
                    <a:pt x="38826" y="35472"/>
                  </a:lnTo>
                  <a:lnTo>
                    <a:pt x="38660" y="35485"/>
                  </a:lnTo>
                  <a:lnTo>
                    <a:pt x="38512" y="35458"/>
                  </a:lnTo>
                  <a:lnTo>
                    <a:pt x="39360" y="35152"/>
                  </a:lnTo>
                  <a:lnTo>
                    <a:pt x="39397" y="35085"/>
                  </a:lnTo>
                  <a:lnTo>
                    <a:pt x="39508" y="34898"/>
                  </a:lnTo>
                  <a:lnTo>
                    <a:pt x="40245" y="34205"/>
                  </a:lnTo>
                  <a:lnTo>
                    <a:pt x="40356" y="34152"/>
                  </a:lnTo>
                  <a:lnTo>
                    <a:pt x="40282" y="34192"/>
                  </a:lnTo>
                  <a:close/>
                  <a:moveTo>
                    <a:pt x="110265" y="61506"/>
                  </a:moveTo>
                  <a:lnTo>
                    <a:pt x="110210" y="61493"/>
                  </a:lnTo>
                  <a:lnTo>
                    <a:pt x="110136" y="61466"/>
                  </a:lnTo>
                  <a:lnTo>
                    <a:pt x="110118" y="61439"/>
                  </a:lnTo>
                  <a:lnTo>
                    <a:pt x="110062" y="61399"/>
                  </a:lnTo>
                  <a:lnTo>
                    <a:pt x="110044" y="61359"/>
                  </a:lnTo>
                  <a:lnTo>
                    <a:pt x="109989" y="61359"/>
                  </a:lnTo>
                  <a:lnTo>
                    <a:pt x="109952" y="61413"/>
                  </a:lnTo>
                  <a:lnTo>
                    <a:pt x="109897" y="61426"/>
                  </a:lnTo>
                  <a:lnTo>
                    <a:pt x="109878" y="61413"/>
                  </a:lnTo>
                  <a:lnTo>
                    <a:pt x="109768" y="61319"/>
                  </a:lnTo>
                  <a:lnTo>
                    <a:pt x="109712" y="61279"/>
                  </a:lnTo>
                  <a:lnTo>
                    <a:pt x="109620" y="61279"/>
                  </a:lnTo>
                  <a:lnTo>
                    <a:pt x="109528" y="61293"/>
                  </a:lnTo>
                  <a:lnTo>
                    <a:pt x="109454" y="61293"/>
                  </a:lnTo>
                  <a:lnTo>
                    <a:pt x="109454" y="61266"/>
                  </a:lnTo>
                  <a:lnTo>
                    <a:pt x="109509" y="61199"/>
                  </a:lnTo>
                  <a:lnTo>
                    <a:pt x="109491" y="61173"/>
                  </a:lnTo>
                  <a:lnTo>
                    <a:pt x="109454" y="61119"/>
                  </a:lnTo>
                  <a:lnTo>
                    <a:pt x="109417" y="61106"/>
                  </a:lnTo>
                  <a:lnTo>
                    <a:pt x="109085" y="60919"/>
                  </a:lnTo>
                  <a:lnTo>
                    <a:pt x="109067" y="60906"/>
                  </a:lnTo>
                  <a:lnTo>
                    <a:pt x="109049" y="60879"/>
                  </a:lnTo>
                  <a:lnTo>
                    <a:pt x="109030" y="60879"/>
                  </a:lnTo>
                  <a:lnTo>
                    <a:pt x="108993" y="60919"/>
                  </a:lnTo>
                  <a:lnTo>
                    <a:pt x="108975" y="60919"/>
                  </a:lnTo>
                  <a:lnTo>
                    <a:pt x="108956" y="60919"/>
                  </a:lnTo>
                  <a:lnTo>
                    <a:pt x="108938" y="60906"/>
                  </a:lnTo>
                  <a:lnTo>
                    <a:pt x="108938" y="60799"/>
                  </a:lnTo>
                  <a:lnTo>
                    <a:pt x="109049" y="60839"/>
                  </a:lnTo>
                  <a:lnTo>
                    <a:pt x="109233" y="60959"/>
                  </a:lnTo>
                  <a:lnTo>
                    <a:pt x="109270" y="60959"/>
                  </a:lnTo>
                  <a:lnTo>
                    <a:pt x="109325" y="60906"/>
                  </a:lnTo>
                  <a:lnTo>
                    <a:pt x="109343" y="60919"/>
                  </a:lnTo>
                  <a:lnTo>
                    <a:pt x="109362" y="60919"/>
                  </a:lnTo>
                  <a:lnTo>
                    <a:pt x="109473" y="60933"/>
                  </a:lnTo>
                  <a:lnTo>
                    <a:pt x="109509" y="60933"/>
                  </a:lnTo>
                  <a:lnTo>
                    <a:pt x="109509" y="60919"/>
                  </a:lnTo>
                  <a:lnTo>
                    <a:pt x="109509" y="60893"/>
                  </a:lnTo>
                  <a:lnTo>
                    <a:pt x="109491" y="60839"/>
                  </a:lnTo>
                  <a:lnTo>
                    <a:pt x="109473" y="60826"/>
                  </a:lnTo>
                  <a:lnTo>
                    <a:pt x="109343" y="60746"/>
                  </a:lnTo>
                  <a:lnTo>
                    <a:pt x="109307" y="60719"/>
                  </a:lnTo>
                  <a:lnTo>
                    <a:pt x="109270" y="60653"/>
                  </a:lnTo>
                  <a:lnTo>
                    <a:pt x="109251" y="60639"/>
                  </a:lnTo>
                  <a:lnTo>
                    <a:pt x="109251" y="60613"/>
                  </a:lnTo>
                  <a:lnTo>
                    <a:pt x="109251" y="60559"/>
                  </a:lnTo>
                  <a:lnTo>
                    <a:pt x="109270" y="60466"/>
                  </a:lnTo>
                  <a:lnTo>
                    <a:pt x="109417" y="60279"/>
                  </a:lnTo>
                  <a:lnTo>
                    <a:pt x="109399" y="60253"/>
                  </a:lnTo>
                  <a:lnTo>
                    <a:pt x="109122" y="60146"/>
                  </a:lnTo>
                  <a:lnTo>
                    <a:pt x="108993" y="60146"/>
                  </a:lnTo>
                  <a:lnTo>
                    <a:pt x="108956" y="60226"/>
                  </a:lnTo>
                  <a:lnTo>
                    <a:pt x="108975" y="60213"/>
                  </a:lnTo>
                  <a:lnTo>
                    <a:pt x="108956" y="60279"/>
                  </a:lnTo>
                  <a:lnTo>
                    <a:pt x="108588" y="60346"/>
                  </a:lnTo>
                  <a:lnTo>
                    <a:pt x="108256" y="60319"/>
                  </a:lnTo>
                  <a:lnTo>
                    <a:pt x="108403" y="60266"/>
                  </a:lnTo>
                  <a:lnTo>
                    <a:pt x="108495" y="60253"/>
                  </a:lnTo>
                  <a:lnTo>
                    <a:pt x="108569" y="60266"/>
                  </a:lnTo>
                  <a:lnTo>
                    <a:pt x="108624" y="60306"/>
                  </a:lnTo>
                  <a:lnTo>
                    <a:pt x="108606" y="60266"/>
                  </a:lnTo>
                  <a:lnTo>
                    <a:pt x="108588" y="60226"/>
                  </a:lnTo>
                  <a:lnTo>
                    <a:pt x="108569" y="60199"/>
                  </a:lnTo>
                  <a:lnTo>
                    <a:pt x="108551" y="60186"/>
                  </a:lnTo>
                  <a:lnTo>
                    <a:pt x="108477" y="60133"/>
                  </a:lnTo>
                  <a:lnTo>
                    <a:pt x="108440" y="60106"/>
                  </a:lnTo>
                  <a:lnTo>
                    <a:pt x="108440" y="60079"/>
                  </a:lnTo>
                  <a:lnTo>
                    <a:pt x="108440" y="60066"/>
                  </a:lnTo>
                  <a:lnTo>
                    <a:pt x="108440" y="60039"/>
                  </a:lnTo>
                  <a:lnTo>
                    <a:pt x="108403" y="60039"/>
                  </a:lnTo>
                  <a:lnTo>
                    <a:pt x="108330" y="60013"/>
                  </a:lnTo>
                  <a:lnTo>
                    <a:pt x="108256" y="60013"/>
                  </a:lnTo>
                  <a:lnTo>
                    <a:pt x="108219" y="59986"/>
                  </a:lnTo>
                  <a:lnTo>
                    <a:pt x="108200" y="59960"/>
                  </a:lnTo>
                  <a:lnTo>
                    <a:pt x="108182" y="59946"/>
                  </a:lnTo>
                  <a:lnTo>
                    <a:pt x="108127" y="59933"/>
                  </a:lnTo>
                  <a:lnTo>
                    <a:pt x="108090" y="59933"/>
                  </a:lnTo>
                  <a:lnTo>
                    <a:pt x="108090" y="59973"/>
                  </a:lnTo>
                  <a:lnTo>
                    <a:pt x="108145" y="60066"/>
                  </a:lnTo>
                  <a:lnTo>
                    <a:pt x="108090" y="60053"/>
                  </a:lnTo>
                  <a:lnTo>
                    <a:pt x="107998" y="60000"/>
                  </a:lnTo>
                  <a:lnTo>
                    <a:pt x="107942" y="59986"/>
                  </a:lnTo>
                  <a:lnTo>
                    <a:pt x="107887" y="59986"/>
                  </a:lnTo>
                  <a:lnTo>
                    <a:pt x="107813" y="60079"/>
                  </a:lnTo>
                  <a:lnTo>
                    <a:pt x="107795" y="60133"/>
                  </a:lnTo>
                  <a:lnTo>
                    <a:pt x="107887" y="60226"/>
                  </a:lnTo>
                  <a:lnTo>
                    <a:pt x="108145" y="60333"/>
                  </a:lnTo>
                  <a:lnTo>
                    <a:pt x="108035" y="60386"/>
                  </a:lnTo>
                  <a:lnTo>
                    <a:pt x="107647" y="60253"/>
                  </a:lnTo>
                  <a:lnTo>
                    <a:pt x="107481" y="60226"/>
                  </a:lnTo>
                  <a:lnTo>
                    <a:pt x="107445" y="60213"/>
                  </a:lnTo>
                  <a:lnTo>
                    <a:pt x="107426" y="60199"/>
                  </a:lnTo>
                  <a:lnTo>
                    <a:pt x="107408" y="60173"/>
                  </a:lnTo>
                  <a:lnTo>
                    <a:pt x="107408" y="60146"/>
                  </a:lnTo>
                  <a:lnTo>
                    <a:pt x="107426" y="60133"/>
                  </a:lnTo>
                  <a:lnTo>
                    <a:pt x="107445" y="60133"/>
                  </a:lnTo>
                  <a:lnTo>
                    <a:pt x="107481" y="60106"/>
                  </a:lnTo>
                  <a:lnTo>
                    <a:pt x="107574" y="60093"/>
                  </a:lnTo>
                  <a:lnTo>
                    <a:pt x="107592" y="60066"/>
                  </a:lnTo>
                  <a:lnTo>
                    <a:pt x="107592" y="60013"/>
                  </a:lnTo>
                  <a:lnTo>
                    <a:pt x="107592" y="59986"/>
                  </a:lnTo>
                  <a:lnTo>
                    <a:pt x="107666" y="59933"/>
                  </a:lnTo>
                  <a:lnTo>
                    <a:pt x="107684" y="59933"/>
                  </a:lnTo>
                  <a:lnTo>
                    <a:pt x="107703" y="59906"/>
                  </a:lnTo>
                  <a:lnTo>
                    <a:pt x="107684" y="59853"/>
                  </a:lnTo>
                  <a:lnTo>
                    <a:pt x="107408" y="59786"/>
                  </a:lnTo>
                  <a:lnTo>
                    <a:pt x="107445" y="59693"/>
                  </a:lnTo>
                  <a:lnTo>
                    <a:pt x="107445" y="59640"/>
                  </a:lnTo>
                  <a:lnTo>
                    <a:pt x="107408" y="59613"/>
                  </a:lnTo>
                  <a:lnTo>
                    <a:pt x="107223" y="59733"/>
                  </a:lnTo>
                  <a:lnTo>
                    <a:pt x="107168" y="59773"/>
                  </a:lnTo>
                  <a:lnTo>
                    <a:pt x="107168" y="59840"/>
                  </a:lnTo>
                  <a:lnTo>
                    <a:pt x="107131" y="59880"/>
                  </a:lnTo>
                  <a:lnTo>
                    <a:pt x="107094" y="59880"/>
                  </a:lnTo>
                  <a:lnTo>
                    <a:pt x="107039" y="59840"/>
                  </a:lnTo>
                  <a:lnTo>
                    <a:pt x="106984" y="59706"/>
                  </a:lnTo>
                  <a:lnTo>
                    <a:pt x="106947" y="59653"/>
                  </a:lnTo>
                  <a:lnTo>
                    <a:pt x="106910" y="59520"/>
                  </a:lnTo>
                  <a:lnTo>
                    <a:pt x="106818" y="59480"/>
                  </a:lnTo>
                  <a:lnTo>
                    <a:pt x="106744" y="59506"/>
                  </a:lnTo>
                  <a:lnTo>
                    <a:pt x="106633" y="59426"/>
                  </a:lnTo>
                  <a:lnTo>
                    <a:pt x="106541" y="59333"/>
                  </a:lnTo>
                  <a:lnTo>
                    <a:pt x="106320" y="59293"/>
                  </a:lnTo>
                  <a:lnTo>
                    <a:pt x="106191" y="59226"/>
                  </a:lnTo>
                  <a:lnTo>
                    <a:pt x="106209" y="59200"/>
                  </a:lnTo>
                  <a:lnTo>
                    <a:pt x="106191" y="59186"/>
                  </a:lnTo>
                  <a:lnTo>
                    <a:pt x="106191" y="59173"/>
                  </a:lnTo>
                  <a:lnTo>
                    <a:pt x="106191" y="59160"/>
                  </a:lnTo>
                  <a:lnTo>
                    <a:pt x="106154" y="59173"/>
                  </a:lnTo>
                  <a:lnTo>
                    <a:pt x="106080" y="59160"/>
                  </a:lnTo>
                  <a:lnTo>
                    <a:pt x="106043" y="59173"/>
                  </a:lnTo>
                  <a:lnTo>
                    <a:pt x="105988" y="59226"/>
                  </a:lnTo>
                  <a:lnTo>
                    <a:pt x="105970" y="59226"/>
                  </a:lnTo>
                  <a:lnTo>
                    <a:pt x="105896" y="59226"/>
                  </a:lnTo>
                  <a:lnTo>
                    <a:pt x="105859" y="59200"/>
                  </a:lnTo>
                  <a:lnTo>
                    <a:pt x="105914" y="59133"/>
                  </a:lnTo>
                  <a:lnTo>
                    <a:pt x="105951" y="59093"/>
                  </a:lnTo>
                  <a:lnTo>
                    <a:pt x="105859" y="59080"/>
                  </a:lnTo>
                  <a:lnTo>
                    <a:pt x="105675" y="59226"/>
                  </a:lnTo>
                  <a:lnTo>
                    <a:pt x="105656" y="59160"/>
                  </a:lnTo>
                  <a:lnTo>
                    <a:pt x="105656" y="59120"/>
                  </a:lnTo>
                  <a:lnTo>
                    <a:pt x="105675" y="59066"/>
                  </a:lnTo>
                  <a:lnTo>
                    <a:pt x="105693" y="59040"/>
                  </a:lnTo>
                  <a:lnTo>
                    <a:pt x="105546" y="59013"/>
                  </a:lnTo>
                  <a:lnTo>
                    <a:pt x="105048" y="59333"/>
                  </a:lnTo>
                  <a:lnTo>
                    <a:pt x="104974" y="59373"/>
                  </a:lnTo>
                  <a:lnTo>
                    <a:pt x="104974" y="59280"/>
                  </a:lnTo>
                  <a:lnTo>
                    <a:pt x="104993" y="59226"/>
                  </a:lnTo>
                  <a:lnTo>
                    <a:pt x="105011" y="59200"/>
                  </a:lnTo>
                  <a:lnTo>
                    <a:pt x="105103" y="59133"/>
                  </a:lnTo>
                  <a:lnTo>
                    <a:pt x="105103" y="59093"/>
                  </a:lnTo>
                  <a:lnTo>
                    <a:pt x="104900" y="59146"/>
                  </a:lnTo>
                  <a:lnTo>
                    <a:pt x="104808" y="59186"/>
                  </a:lnTo>
                  <a:lnTo>
                    <a:pt x="104734" y="59266"/>
                  </a:lnTo>
                  <a:lnTo>
                    <a:pt x="104698" y="59226"/>
                  </a:lnTo>
                  <a:lnTo>
                    <a:pt x="104716" y="59120"/>
                  </a:lnTo>
                  <a:lnTo>
                    <a:pt x="104716" y="59053"/>
                  </a:lnTo>
                  <a:lnTo>
                    <a:pt x="104698" y="59026"/>
                  </a:lnTo>
                  <a:lnTo>
                    <a:pt x="104642" y="59000"/>
                  </a:lnTo>
                  <a:lnTo>
                    <a:pt x="104532" y="58960"/>
                  </a:lnTo>
                  <a:lnTo>
                    <a:pt x="104532" y="58933"/>
                  </a:lnTo>
                  <a:lnTo>
                    <a:pt x="104532" y="58920"/>
                  </a:lnTo>
                  <a:lnTo>
                    <a:pt x="104513" y="58920"/>
                  </a:lnTo>
                  <a:lnTo>
                    <a:pt x="104532" y="58920"/>
                  </a:lnTo>
                  <a:lnTo>
                    <a:pt x="104532" y="58920"/>
                  </a:lnTo>
                  <a:lnTo>
                    <a:pt x="104532" y="58906"/>
                  </a:lnTo>
                  <a:lnTo>
                    <a:pt x="104513" y="58893"/>
                  </a:lnTo>
                  <a:lnTo>
                    <a:pt x="104440" y="58906"/>
                  </a:lnTo>
                  <a:lnTo>
                    <a:pt x="104403" y="58933"/>
                  </a:lnTo>
                  <a:lnTo>
                    <a:pt x="104384" y="59013"/>
                  </a:lnTo>
                  <a:lnTo>
                    <a:pt x="104347" y="59040"/>
                  </a:lnTo>
                  <a:lnTo>
                    <a:pt x="104329" y="58986"/>
                  </a:lnTo>
                  <a:lnTo>
                    <a:pt x="104329" y="58893"/>
                  </a:lnTo>
                  <a:lnTo>
                    <a:pt x="104292" y="58826"/>
                  </a:lnTo>
                  <a:lnTo>
                    <a:pt x="104255" y="58800"/>
                  </a:lnTo>
                  <a:lnTo>
                    <a:pt x="104218" y="58773"/>
                  </a:lnTo>
                  <a:lnTo>
                    <a:pt x="104108" y="58733"/>
                  </a:lnTo>
                  <a:lnTo>
                    <a:pt x="104052" y="58813"/>
                  </a:lnTo>
                  <a:lnTo>
                    <a:pt x="104015" y="58853"/>
                  </a:lnTo>
                  <a:lnTo>
                    <a:pt x="103960" y="58800"/>
                  </a:lnTo>
                  <a:lnTo>
                    <a:pt x="103923" y="58813"/>
                  </a:lnTo>
                  <a:lnTo>
                    <a:pt x="103850" y="58893"/>
                  </a:lnTo>
                  <a:lnTo>
                    <a:pt x="103831" y="58906"/>
                  </a:lnTo>
                  <a:lnTo>
                    <a:pt x="103850" y="58826"/>
                  </a:lnTo>
                  <a:lnTo>
                    <a:pt x="103886" y="58760"/>
                  </a:lnTo>
                  <a:lnTo>
                    <a:pt x="103886" y="58666"/>
                  </a:lnTo>
                  <a:lnTo>
                    <a:pt x="103739" y="58600"/>
                  </a:lnTo>
                  <a:lnTo>
                    <a:pt x="103665" y="58613"/>
                  </a:lnTo>
                  <a:lnTo>
                    <a:pt x="103628" y="58653"/>
                  </a:lnTo>
                  <a:lnTo>
                    <a:pt x="103591" y="58773"/>
                  </a:lnTo>
                  <a:lnTo>
                    <a:pt x="103555" y="58733"/>
                  </a:lnTo>
                  <a:lnTo>
                    <a:pt x="103536" y="58786"/>
                  </a:lnTo>
                  <a:lnTo>
                    <a:pt x="103481" y="58813"/>
                  </a:lnTo>
                  <a:lnTo>
                    <a:pt x="103352" y="58853"/>
                  </a:lnTo>
                  <a:lnTo>
                    <a:pt x="103333" y="58813"/>
                  </a:lnTo>
                  <a:lnTo>
                    <a:pt x="103610" y="58613"/>
                  </a:lnTo>
                  <a:lnTo>
                    <a:pt x="103591" y="58586"/>
                  </a:lnTo>
                  <a:lnTo>
                    <a:pt x="103499" y="58600"/>
                  </a:lnTo>
                  <a:lnTo>
                    <a:pt x="103426" y="58600"/>
                  </a:lnTo>
                  <a:lnTo>
                    <a:pt x="103131" y="58493"/>
                  </a:lnTo>
                  <a:lnTo>
                    <a:pt x="103075" y="58493"/>
                  </a:lnTo>
                  <a:lnTo>
                    <a:pt x="103020" y="58506"/>
                  </a:lnTo>
                  <a:lnTo>
                    <a:pt x="102983" y="58560"/>
                  </a:lnTo>
                  <a:lnTo>
                    <a:pt x="102965" y="58546"/>
                  </a:lnTo>
                  <a:lnTo>
                    <a:pt x="102965" y="58546"/>
                  </a:lnTo>
                  <a:lnTo>
                    <a:pt x="102946" y="58546"/>
                  </a:lnTo>
                  <a:lnTo>
                    <a:pt x="102946" y="58546"/>
                  </a:lnTo>
                  <a:lnTo>
                    <a:pt x="102946" y="58520"/>
                  </a:lnTo>
                  <a:lnTo>
                    <a:pt x="102946" y="58506"/>
                  </a:lnTo>
                  <a:lnTo>
                    <a:pt x="102946" y="58453"/>
                  </a:lnTo>
                  <a:lnTo>
                    <a:pt x="102946" y="58400"/>
                  </a:lnTo>
                  <a:lnTo>
                    <a:pt x="102928" y="58387"/>
                  </a:lnTo>
                  <a:lnTo>
                    <a:pt x="102799" y="58373"/>
                  </a:lnTo>
                  <a:lnTo>
                    <a:pt x="102743" y="58373"/>
                  </a:lnTo>
                  <a:lnTo>
                    <a:pt x="102688" y="58373"/>
                  </a:lnTo>
                  <a:lnTo>
                    <a:pt x="102633" y="58387"/>
                  </a:lnTo>
                  <a:lnTo>
                    <a:pt x="102577" y="58506"/>
                  </a:lnTo>
                  <a:lnTo>
                    <a:pt x="102522" y="58546"/>
                  </a:lnTo>
                  <a:lnTo>
                    <a:pt x="102430" y="58533"/>
                  </a:lnTo>
                  <a:lnTo>
                    <a:pt x="102430" y="58626"/>
                  </a:lnTo>
                  <a:lnTo>
                    <a:pt x="102375" y="58773"/>
                  </a:lnTo>
                  <a:lnTo>
                    <a:pt x="102375" y="58853"/>
                  </a:lnTo>
                  <a:lnTo>
                    <a:pt x="102356" y="58813"/>
                  </a:lnTo>
                  <a:lnTo>
                    <a:pt x="102356" y="58826"/>
                  </a:lnTo>
                  <a:lnTo>
                    <a:pt x="102338" y="58826"/>
                  </a:lnTo>
                  <a:lnTo>
                    <a:pt x="102282" y="58813"/>
                  </a:lnTo>
                  <a:lnTo>
                    <a:pt x="102246" y="58786"/>
                  </a:lnTo>
                  <a:lnTo>
                    <a:pt x="102246" y="58746"/>
                  </a:lnTo>
                  <a:lnTo>
                    <a:pt x="102246" y="58720"/>
                  </a:lnTo>
                  <a:lnTo>
                    <a:pt x="102282" y="58666"/>
                  </a:lnTo>
                  <a:lnTo>
                    <a:pt x="102227" y="58626"/>
                  </a:lnTo>
                  <a:lnTo>
                    <a:pt x="102246" y="58546"/>
                  </a:lnTo>
                  <a:lnTo>
                    <a:pt x="102301" y="58493"/>
                  </a:lnTo>
                  <a:lnTo>
                    <a:pt x="102356" y="58453"/>
                  </a:lnTo>
                  <a:lnTo>
                    <a:pt x="102412" y="58413"/>
                  </a:lnTo>
                  <a:lnTo>
                    <a:pt x="102448" y="58387"/>
                  </a:lnTo>
                  <a:lnTo>
                    <a:pt x="102504" y="58333"/>
                  </a:lnTo>
                  <a:lnTo>
                    <a:pt x="102448" y="58267"/>
                  </a:lnTo>
                  <a:lnTo>
                    <a:pt x="102393" y="58227"/>
                  </a:lnTo>
                  <a:lnTo>
                    <a:pt x="102282" y="58200"/>
                  </a:lnTo>
                  <a:lnTo>
                    <a:pt x="102209" y="58173"/>
                  </a:lnTo>
                  <a:lnTo>
                    <a:pt x="102190" y="58200"/>
                  </a:lnTo>
                  <a:lnTo>
                    <a:pt x="102172" y="58280"/>
                  </a:lnTo>
                  <a:lnTo>
                    <a:pt x="102117" y="58293"/>
                  </a:lnTo>
                  <a:lnTo>
                    <a:pt x="102043" y="58320"/>
                  </a:lnTo>
                  <a:lnTo>
                    <a:pt x="101969" y="58333"/>
                  </a:lnTo>
                  <a:lnTo>
                    <a:pt x="102006" y="58360"/>
                  </a:lnTo>
                  <a:lnTo>
                    <a:pt x="102006" y="58360"/>
                  </a:lnTo>
                  <a:lnTo>
                    <a:pt x="101969" y="58333"/>
                  </a:lnTo>
                  <a:lnTo>
                    <a:pt x="101988" y="58387"/>
                  </a:lnTo>
                  <a:lnTo>
                    <a:pt x="101895" y="58586"/>
                  </a:lnTo>
                  <a:lnTo>
                    <a:pt x="101932" y="58600"/>
                  </a:lnTo>
                  <a:lnTo>
                    <a:pt x="102006" y="58640"/>
                  </a:lnTo>
                  <a:lnTo>
                    <a:pt x="102061" y="58666"/>
                  </a:lnTo>
                  <a:lnTo>
                    <a:pt x="102080" y="58720"/>
                  </a:lnTo>
                  <a:lnTo>
                    <a:pt x="102061" y="58746"/>
                  </a:lnTo>
                  <a:lnTo>
                    <a:pt x="102024" y="58760"/>
                  </a:lnTo>
                  <a:lnTo>
                    <a:pt x="101914" y="58786"/>
                  </a:lnTo>
                  <a:lnTo>
                    <a:pt x="101914" y="58746"/>
                  </a:lnTo>
                  <a:lnTo>
                    <a:pt x="101914" y="58693"/>
                  </a:lnTo>
                  <a:lnTo>
                    <a:pt x="101914" y="58680"/>
                  </a:lnTo>
                  <a:lnTo>
                    <a:pt x="101969" y="58666"/>
                  </a:lnTo>
                  <a:lnTo>
                    <a:pt x="101932" y="58640"/>
                  </a:lnTo>
                  <a:lnTo>
                    <a:pt x="101895" y="58653"/>
                  </a:lnTo>
                  <a:lnTo>
                    <a:pt x="101858" y="58640"/>
                  </a:lnTo>
                  <a:lnTo>
                    <a:pt x="101803" y="58600"/>
                  </a:lnTo>
                  <a:lnTo>
                    <a:pt x="101785" y="58533"/>
                  </a:lnTo>
                  <a:lnTo>
                    <a:pt x="101674" y="58560"/>
                  </a:lnTo>
                  <a:lnTo>
                    <a:pt x="101693" y="58520"/>
                  </a:lnTo>
                  <a:lnTo>
                    <a:pt x="101748" y="58427"/>
                  </a:lnTo>
                  <a:lnTo>
                    <a:pt x="101748" y="58387"/>
                  </a:lnTo>
                  <a:lnTo>
                    <a:pt x="101729" y="58333"/>
                  </a:lnTo>
                  <a:lnTo>
                    <a:pt x="101785" y="58280"/>
                  </a:lnTo>
                  <a:lnTo>
                    <a:pt x="101988" y="58213"/>
                  </a:lnTo>
                  <a:lnTo>
                    <a:pt x="102024" y="58160"/>
                  </a:lnTo>
                  <a:lnTo>
                    <a:pt x="102006" y="58093"/>
                  </a:lnTo>
                  <a:lnTo>
                    <a:pt x="101914" y="58027"/>
                  </a:lnTo>
                  <a:lnTo>
                    <a:pt x="101858" y="58027"/>
                  </a:lnTo>
                  <a:lnTo>
                    <a:pt x="101729" y="58080"/>
                  </a:lnTo>
                  <a:lnTo>
                    <a:pt x="101563" y="58213"/>
                  </a:lnTo>
                  <a:lnTo>
                    <a:pt x="101453" y="58240"/>
                  </a:lnTo>
                  <a:lnTo>
                    <a:pt x="101176" y="58160"/>
                  </a:lnTo>
                  <a:lnTo>
                    <a:pt x="101103" y="58213"/>
                  </a:lnTo>
                  <a:lnTo>
                    <a:pt x="101084" y="58280"/>
                  </a:lnTo>
                  <a:lnTo>
                    <a:pt x="101158" y="58347"/>
                  </a:lnTo>
                  <a:lnTo>
                    <a:pt x="101139" y="58413"/>
                  </a:lnTo>
                  <a:lnTo>
                    <a:pt x="101103" y="58467"/>
                  </a:lnTo>
                  <a:lnTo>
                    <a:pt x="101066" y="58493"/>
                  </a:lnTo>
                  <a:lnTo>
                    <a:pt x="100992" y="58480"/>
                  </a:lnTo>
                  <a:lnTo>
                    <a:pt x="100974" y="58333"/>
                  </a:lnTo>
                  <a:lnTo>
                    <a:pt x="100937" y="58227"/>
                  </a:lnTo>
                  <a:lnTo>
                    <a:pt x="100955" y="58200"/>
                  </a:lnTo>
                  <a:lnTo>
                    <a:pt x="100955" y="58160"/>
                  </a:lnTo>
                  <a:lnTo>
                    <a:pt x="100955" y="58120"/>
                  </a:lnTo>
                  <a:lnTo>
                    <a:pt x="100881" y="58133"/>
                  </a:lnTo>
                  <a:lnTo>
                    <a:pt x="100660" y="58160"/>
                  </a:lnTo>
                  <a:lnTo>
                    <a:pt x="100513" y="58147"/>
                  </a:lnTo>
                  <a:lnTo>
                    <a:pt x="100384" y="58240"/>
                  </a:lnTo>
                  <a:lnTo>
                    <a:pt x="100347" y="58253"/>
                  </a:lnTo>
                  <a:lnTo>
                    <a:pt x="100273" y="58253"/>
                  </a:lnTo>
                  <a:lnTo>
                    <a:pt x="100236" y="58240"/>
                  </a:lnTo>
                  <a:lnTo>
                    <a:pt x="100162" y="58200"/>
                  </a:lnTo>
                  <a:lnTo>
                    <a:pt x="100070" y="58160"/>
                  </a:lnTo>
                  <a:lnTo>
                    <a:pt x="99941" y="58160"/>
                  </a:lnTo>
                  <a:lnTo>
                    <a:pt x="99849" y="58120"/>
                  </a:lnTo>
                  <a:lnTo>
                    <a:pt x="99886" y="58120"/>
                  </a:lnTo>
                  <a:lnTo>
                    <a:pt x="99923" y="58093"/>
                  </a:lnTo>
                  <a:lnTo>
                    <a:pt x="99941" y="58067"/>
                  </a:lnTo>
                  <a:lnTo>
                    <a:pt x="99904" y="57987"/>
                  </a:lnTo>
                  <a:lnTo>
                    <a:pt x="99849" y="57960"/>
                  </a:lnTo>
                  <a:lnTo>
                    <a:pt x="99720" y="57947"/>
                  </a:lnTo>
                  <a:lnTo>
                    <a:pt x="99665" y="57933"/>
                  </a:lnTo>
                  <a:lnTo>
                    <a:pt x="99609" y="57947"/>
                  </a:lnTo>
                  <a:lnTo>
                    <a:pt x="99572" y="57907"/>
                  </a:lnTo>
                  <a:lnTo>
                    <a:pt x="99554" y="57893"/>
                  </a:lnTo>
                  <a:lnTo>
                    <a:pt x="99536" y="57853"/>
                  </a:lnTo>
                  <a:lnTo>
                    <a:pt x="99536" y="57840"/>
                  </a:lnTo>
                  <a:lnTo>
                    <a:pt x="99536" y="57827"/>
                  </a:lnTo>
                  <a:lnTo>
                    <a:pt x="99499" y="57800"/>
                  </a:lnTo>
                  <a:lnTo>
                    <a:pt x="99462" y="57760"/>
                  </a:lnTo>
                  <a:lnTo>
                    <a:pt x="99388" y="57733"/>
                  </a:lnTo>
                  <a:lnTo>
                    <a:pt x="99277" y="57720"/>
                  </a:lnTo>
                  <a:lnTo>
                    <a:pt x="99019" y="57600"/>
                  </a:lnTo>
                  <a:lnTo>
                    <a:pt x="98927" y="57560"/>
                  </a:lnTo>
                  <a:lnTo>
                    <a:pt x="98743" y="57533"/>
                  </a:lnTo>
                  <a:lnTo>
                    <a:pt x="98540" y="57440"/>
                  </a:lnTo>
                  <a:lnTo>
                    <a:pt x="98485" y="57400"/>
                  </a:lnTo>
                  <a:lnTo>
                    <a:pt x="98577" y="57373"/>
                  </a:lnTo>
                  <a:lnTo>
                    <a:pt x="98614" y="57347"/>
                  </a:lnTo>
                  <a:lnTo>
                    <a:pt x="98595" y="57293"/>
                  </a:lnTo>
                  <a:lnTo>
                    <a:pt x="98411" y="57347"/>
                  </a:lnTo>
                  <a:lnTo>
                    <a:pt x="98282" y="57360"/>
                  </a:lnTo>
                  <a:lnTo>
                    <a:pt x="98134" y="57293"/>
                  </a:lnTo>
                  <a:lnTo>
                    <a:pt x="97876" y="57213"/>
                  </a:lnTo>
                  <a:lnTo>
                    <a:pt x="97729" y="57213"/>
                  </a:lnTo>
                  <a:lnTo>
                    <a:pt x="97637" y="57187"/>
                  </a:lnTo>
                  <a:lnTo>
                    <a:pt x="97397" y="57093"/>
                  </a:lnTo>
                  <a:lnTo>
                    <a:pt x="97360" y="57053"/>
                  </a:lnTo>
                  <a:lnTo>
                    <a:pt x="97286" y="57013"/>
                  </a:lnTo>
                  <a:lnTo>
                    <a:pt x="97213" y="56960"/>
                  </a:lnTo>
                  <a:lnTo>
                    <a:pt x="97176" y="56947"/>
                  </a:lnTo>
                  <a:lnTo>
                    <a:pt x="97084" y="56960"/>
                  </a:lnTo>
                  <a:lnTo>
                    <a:pt x="97010" y="56960"/>
                  </a:lnTo>
                  <a:lnTo>
                    <a:pt x="96954" y="56947"/>
                  </a:lnTo>
                  <a:lnTo>
                    <a:pt x="96973" y="56880"/>
                  </a:lnTo>
                  <a:lnTo>
                    <a:pt x="97047" y="56827"/>
                  </a:lnTo>
                  <a:lnTo>
                    <a:pt x="97010" y="56787"/>
                  </a:lnTo>
                  <a:lnTo>
                    <a:pt x="96936" y="56747"/>
                  </a:lnTo>
                  <a:lnTo>
                    <a:pt x="96715" y="56667"/>
                  </a:lnTo>
                  <a:lnTo>
                    <a:pt x="96530" y="56574"/>
                  </a:lnTo>
                  <a:lnTo>
                    <a:pt x="96217" y="56494"/>
                  </a:lnTo>
                  <a:lnTo>
                    <a:pt x="96180" y="56454"/>
                  </a:lnTo>
                  <a:lnTo>
                    <a:pt x="96143" y="56400"/>
                  </a:lnTo>
                  <a:lnTo>
                    <a:pt x="96309" y="56347"/>
                  </a:lnTo>
                  <a:lnTo>
                    <a:pt x="96383" y="56347"/>
                  </a:lnTo>
                  <a:lnTo>
                    <a:pt x="96475" y="56360"/>
                  </a:lnTo>
                  <a:lnTo>
                    <a:pt x="96825" y="56347"/>
                  </a:lnTo>
                  <a:lnTo>
                    <a:pt x="96862" y="56280"/>
                  </a:lnTo>
                  <a:lnTo>
                    <a:pt x="96918" y="56294"/>
                  </a:lnTo>
                  <a:lnTo>
                    <a:pt x="96954" y="56294"/>
                  </a:lnTo>
                  <a:lnTo>
                    <a:pt x="96973" y="56267"/>
                  </a:lnTo>
                  <a:lnTo>
                    <a:pt x="96936" y="56227"/>
                  </a:lnTo>
                  <a:lnTo>
                    <a:pt x="96918" y="56187"/>
                  </a:lnTo>
                  <a:lnTo>
                    <a:pt x="96825" y="56174"/>
                  </a:lnTo>
                  <a:lnTo>
                    <a:pt x="96789" y="56160"/>
                  </a:lnTo>
                  <a:lnTo>
                    <a:pt x="96752" y="56107"/>
                  </a:lnTo>
                  <a:lnTo>
                    <a:pt x="96789" y="56107"/>
                  </a:lnTo>
                  <a:lnTo>
                    <a:pt x="97342" y="56160"/>
                  </a:lnTo>
                  <a:lnTo>
                    <a:pt x="97434" y="56134"/>
                  </a:lnTo>
                  <a:lnTo>
                    <a:pt x="97434" y="56120"/>
                  </a:lnTo>
                  <a:lnTo>
                    <a:pt x="97434" y="56094"/>
                  </a:lnTo>
                  <a:lnTo>
                    <a:pt x="97397" y="56080"/>
                  </a:lnTo>
                  <a:lnTo>
                    <a:pt x="97397" y="56054"/>
                  </a:lnTo>
                  <a:lnTo>
                    <a:pt x="97434" y="56054"/>
                  </a:lnTo>
                  <a:lnTo>
                    <a:pt x="97508" y="56054"/>
                  </a:lnTo>
                  <a:lnTo>
                    <a:pt x="97526" y="56054"/>
                  </a:lnTo>
                  <a:lnTo>
                    <a:pt x="97581" y="56054"/>
                  </a:lnTo>
                  <a:lnTo>
                    <a:pt x="97747" y="56107"/>
                  </a:lnTo>
                  <a:lnTo>
                    <a:pt x="97821" y="56134"/>
                  </a:lnTo>
                  <a:lnTo>
                    <a:pt x="97858" y="56174"/>
                  </a:lnTo>
                  <a:lnTo>
                    <a:pt x="97932" y="56254"/>
                  </a:lnTo>
                  <a:lnTo>
                    <a:pt x="98024" y="56294"/>
                  </a:lnTo>
                  <a:lnTo>
                    <a:pt x="98079" y="56307"/>
                  </a:lnTo>
                  <a:lnTo>
                    <a:pt x="98171" y="56307"/>
                  </a:lnTo>
                  <a:lnTo>
                    <a:pt x="98319" y="56320"/>
                  </a:lnTo>
                  <a:lnTo>
                    <a:pt x="98411" y="56307"/>
                  </a:lnTo>
                  <a:lnTo>
                    <a:pt x="98411" y="56280"/>
                  </a:lnTo>
                  <a:lnTo>
                    <a:pt x="98319" y="56214"/>
                  </a:lnTo>
                  <a:lnTo>
                    <a:pt x="98171" y="56107"/>
                  </a:lnTo>
                  <a:lnTo>
                    <a:pt x="98134" y="56080"/>
                  </a:lnTo>
                  <a:lnTo>
                    <a:pt x="98208" y="56040"/>
                  </a:lnTo>
                  <a:lnTo>
                    <a:pt x="98282" y="56054"/>
                  </a:lnTo>
                  <a:lnTo>
                    <a:pt x="98374" y="56107"/>
                  </a:lnTo>
                  <a:lnTo>
                    <a:pt x="98522" y="56227"/>
                  </a:lnTo>
                  <a:lnTo>
                    <a:pt x="98595" y="56280"/>
                  </a:lnTo>
                  <a:lnTo>
                    <a:pt x="98632" y="56347"/>
                  </a:lnTo>
                  <a:lnTo>
                    <a:pt x="98614" y="56400"/>
                  </a:lnTo>
                  <a:lnTo>
                    <a:pt x="98706" y="56440"/>
                  </a:lnTo>
                  <a:lnTo>
                    <a:pt x="98798" y="56360"/>
                  </a:lnTo>
                  <a:lnTo>
                    <a:pt x="98853" y="56400"/>
                  </a:lnTo>
                  <a:lnTo>
                    <a:pt x="98909" y="56427"/>
                  </a:lnTo>
                  <a:lnTo>
                    <a:pt x="98964" y="56427"/>
                  </a:lnTo>
                  <a:lnTo>
                    <a:pt x="98982" y="56387"/>
                  </a:lnTo>
                  <a:lnTo>
                    <a:pt x="98909" y="56294"/>
                  </a:lnTo>
                  <a:lnTo>
                    <a:pt x="98964" y="56307"/>
                  </a:lnTo>
                  <a:lnTo>
                    <a:pt x="99019" y="56360"/>
                  </a:lnTo>
                  <a:lnTo>
                    <a:pt x="99111" y="56414"/>
                  </a:lnTo>
                  <a:lnTo>
                    <a:pt x="99185" y="56480"/>
                  </a:lnTo>
                  <a:lnTo>
                    <a:pt x="99259" y="56507"/>
                  </a:lnTo>
                  <a:lnTo>
                    <a:pt x="99370" y="56480"/>
                  </a:lnTo>
                  <a:lnTo>
                    <a:pt x="99462" y="56507"/>
                  </a:lnTo>
                  <a:lnTo>
                    <a:pt x="99517" y="56534"/>
                  </a:lnTo>
                  <a:lnTo>
                    <a:pt x="99738" y="56560"/>
                  </a:lnTo>
                  <a:lnTo>
                    <a:pt x="100070" y="56680"/>
                  </a:lnTo>
                  <a:lnTo>
                    <a:pt x="100107" y="56707"/>
                  </a:lnTo>
                  <a:lnTo>
                    <a:pt x="100236" y="56787"/>
                  </a:lnTo>
                  <a:lnTo>
                    <a:pt x="100310" y="56854"/>
                  </a:lnTo>
                  <a:lnTo>
                    <a:pt x="100365" y="56894"/>
                  </a:lnTo>
                  <a:lnTo>
                    <a:pt x="100402" y="56907"/>
                  </a:lnTo>
                  <a:lnTo>
                    <a:pt x="100513" y="56907"/>
                  </a:lnTo>
                  <a:lnTo>
                    <a:pt x="100752" y="56960"/>
                  </a:lnTo>
                  <a:lnTo>
                    <a:pt x="100826" y="56934"/>
                  </a:lnTo>
                  <a:lnTo>
                    <a:pt x="100826" y="56800"/>
                  </a:lnTo>
                  <a:lnTo>
                    <a:pt x="100660" y="56654"/>
                  </a:lnTo>
                  <a:lnTo>
                    <a:pt x="100439" y="56507"/>
                  </a:lnTo>
                  <a:lnTo>
                    <a:pt x="100089" y="56307"/>
                  </a:lnTo>
                  <a:lnTo>
                    <a:pt x="100033" y="56280"/>
                  </a:lnTo>
                  <a:lnTo>
                    <a:pt x="99941" y="56214"/>
                  </a:lnTo>
                  <a:lnTo>
                    <a:pt x="99886" y="56160"/>
                  </a:lnTo>
                  <a:lnTo>
                    <a:pt x="99812" y="56094"/>
                  </a:lnTo>
                  <a:lnTo>
                    <a:pt x="99720" y="55907"/>
                  </a:lnTo>
                  <a:lnTo>
                    <a:pt x="99628" y="55827"/>
                  </a:lnTo>
                  <a:lnTo>
                    <a:pt x="99462" y="55760"/>
                  </a:lnTo>
                  <a:lnTo>
                    <a:pt x="99370" y="55720"/>
                  </a:lnTo>
                  <a:lnTo>
                    <a:pt x="99333" y="55654"/>
                  </a:lnTo>
                  <a:lnTo>
                    <a:pt x="99277" y="55614"/>
                  </a:lnTo>
                  <a:lnTo>
                    <a:pt x="99075" y="55507"/>
                  </a:lnTo>
                  <a:lnTo>
                    <a:pt x="98964" y="55427"/>
                  </a:lnTo>
                  <a:lnTo>
                    <a:pt x="99204" y="55481"/>
                  </a:lnTo>
                  <a:lnTo>
                    <a:pt x="99333" y="55534"/>
                  </a:lnTo>
                  <a:lnTo>
                    <a:pt x="99370" y="55614"/>
                  </a:lnTo>
                  <a:lnTo>
                    <a:pt x="99443" y="55654"/>
                  </a:lnTo>
                  <a:lnTo>
                    <a:pt x="99462" y="55654"/>
                  </a:lnTo>
                  <a:lnTo>
                    <a:pt x="99480" y="55640"/>
                  </a:lnTo>
                  <a:lnTo>
                    <a:pt x="99499" y="55614"/>
                  </a:lnTo>
                  <a:lnTo>
                    <a:pt x="99554" y="55654"/>
                  </a:lnTo>
                  <a:lnTo>
                    <a:pt x="99646" y="55747"/>
                  </a:lnTo>
                  <a:lnTo>
                    <a:pt x="99720" y="55827"/>
                  </a:lnTo>
                  <a:lnTo>
                    <a:pt x="99812" y="55854"/>
                  </a:lnTo>
                  <a:lnTo>
                    <a:pt x="99849" y="55800"/>
                  </a:lnTo>
                  <a:lnTo>
                    <a:pt x="99923" y="55707"/>
                  </a:lnTo>
                  <a:lnTo>
                    <a:pt x="99996" y="55667"/>
                  </a:lnTo>
                  <a:lnTo>
                    <a:pt x="100015" y="55787"/>
                  </a:lnTo>
                  <a:lnTo>
                    <a:pt x="100107" y="55854"/>
                  </a:lnTo>
                  <a:lnTo>
                    <a:pt x="100218" y="55880"/>
                  </a:lnTo>
                  <a:lnTo>
                    <a:pt x="100310" y="55934"/>
                  </a:lnTo>
                  <a:lnTo>
                    <a:pt x="100439" y="56040"/>
                  </a:lnTo>
                  <a:lnTo>
                    <a:pt x="100550" y="56094"/>
                  </a:lnTo>
                  <a:lnTo>
                    <a:pt x="100660" y="56094"/>
                  </a:lnTo>
                  <a:lnTo>
                    <a:pt x="100789" y="56134"/>
                  </a:lnTo>
                  <a:lnTo>
                    <a:pt x="100789" y="56214"/>
                  </a:lnTo>
                  <a:lnTo>
                    <a:pt x="100844" y="56267"/>
                  </a:lnTo>
                  <a:lnTo>
                    <a:pt x="101010" y="56307"/>
                  </a:lnTo>
                  <a:lnTo>
                    <a:pt x="101029" y="56360"/>
                  </a:lnTo>
                  <a:lnTo>
                    <a:pt x="101084" y="56400"/>
                  </a:lnTo>
                  <a:lnTo>
                    <a:pt x="101121" y="56440"/>
                  </a:lnTo>
                  <a:lnTo>
                    <a:pt x="101158" y="56440"/>
                  </a:lnTo>
                  <a:lnTo>
                    <a:pt x="101195" y="56440"/>
                  </a:lnTo>
                  <a:lnTo>
                    <a:pt x="101305" y="56454"/>
                  </a:lnTo>
                  <a:lnTo>
                    <a:pt x="101379" y="56480"/>
                  </a:lnTo>
                  <a:lnTo>
                    <a:pt x="101398" y="56494"/>
                  </a:lnTo>
                  <a:lnTo>
                    <a:pt x="101434" y="56494"/>
                  </a:lnTo>
                  <a:lnTo>
                    <a:pt x="101434" y="56427"/>
                  </a:lnTo>
                  <a:lnTo>
                    <a:pt x="101398" y="56427"/>
                  </a:lnTo>
                  <a:lnTo>
                    <a:pt x="101361" y="56387"/>
                  </a:lnTo>
                  <a:lnTo>
                    <a:pt x="101287" y="56307"/>
                  </a:lnTo>
                  <a:lnTo>
                    <a:pt x="101269" y="56267"/>
                  </a:lnTo>
                  <a:lnTo>
                    <a:pt x="101269" y="56254"/>
                  </a:lnTo>
                  <a:lnTo>
                    <a:pt x="101324" y="56254"/>
                  </a:lnTo>
                  <a:lnTo>
                    <a:pt x="101361" y="56267"/>
                  </a:lnTo>
                  <a:lnTo>
                    <a:pt x="101379" y="56294"/>
                  </a:lnTo>
                  <a:lnTo>
                    <a:pt x="101490" y="56414"/>
                  </a:lnTo>
                  <a:lnTo>
                    <a:pt x="101600" y="56494"/>
                  </a:lnTo>
                  <a:lnTo>
                    <a:pt x="101674" y="56547"/>
                  </a:lnTo>
                  <a:lnTo>
                    <a:pt x="101785" y="56587"/>
                  </a:lnTo>
                  <a:lnTo>
                    <a:pt x="102209" y="56720"/>
                  </a:lnTo>
                  <a:lnTo>
                    <a:pt x="102412" y="56827"/>
                  </a:lnTo>
                  <a:lnTo>
                    <a:pt x="102504" y="56827"/>
                  </a:lnTo>
                  <a:lnTo>
                    <a:pt x="102559" y="56800"/>
                  </a:lnTo>
                  <a:lnTo>
                    <a:pt x="102522" y="56760"/>
                  </a:lnTo>
                  <a:lnTo>
                    <a:pt x="102448" y="56707"/>
                  </a:lnTo>
                  <a:lnTo>
                    <a:pt x="102375" y="56694"/>
                  </a:lnTo>
                  <a:lnTo>
                    <a:pt x="102356" y="56667"/>
                  </a:lnTo>
                  <a:lnTo>
                    <a:pt x="102430" y="56680"/>
                  </a:lnTo>
                  <a:lnTo>
                    <a:pt x="102596" y="56747"/>
                  </a:lnTo>
                  <a:lnTo>
                    <a:pt x="102651" y="56747"/>
                  </a:lnTo>
                  <a:lnTo>
                    <a:pt x="102872" y="56694"/>
                  </a:lnTo>
                  <a:lnTo>
                    <a:pt x="102928" y="56654"/>
                  </a:lnTo>
                  <a:lnTo>
                    <a:pt x="102743" y="56520"/>
                  </a:lnTo>
                  <a:lnTo>
                    <a:pt x="102707" y="56480"/>
                  </a:lnTo>
                  <a:lnTo>
                    <a:pt x="102688" y="56440"/>
                  </a:lnTo>
                  <a:lnTo>
                    <a:pt x="102614" y="56307"/>
                  </a:lnTo>
                  <a:lnTo>
                    <a:pt x="102577" y="56214"/>
                  </a:lnTo>
                  <a:lnTo>
                    <a:pt x="102559" y="56174"/>
                  </a:lnTo>
                  <a:lnTo>
                    <a:pt x="102559" y="56160"/>
                  </a:lnTo>
                  <a:lnTo>
                    <a:pt x="102596" y="56134"/>
                  </a:lnTo>
                  <a:lnTo>
                    <a:pt x="102688" y="56147"/>
                  </a:lnTo>
                  <a:lnTo>
                    <a:pt x="102725" y="56240"/>
                  </a:lnTo>
                  <a:lnTo>
                    <a:pt x="102762" y="56414"/>
                  </a:lnTo>
                  <a:lnTo>
                    <a:pt x="102836" y="56507"/>
                  </a:lnTo>
                  <a:lnTo>
                    <a:pt x="102928" y="56534"/>
                  </a:lnTo>
                  <a:lnTo>
                    <a:pt x="103001" y="56534"/>
                  </a:lnTo>
                  <a:lnTo>
                    <a:pt x="103075" y="56574"/>
                  </a:lnTo>
                  <a:lnTo>
                    <a:pt x="103075" y="56654"/>
                  </a:lnTo>
                  <a:lnTo>
                    <a:pt x="103020" y="56694"/>
                  </a:lnTo>
                  <a:lnTo>
                    <a:pt x="102983" y="56774"/>
                  </a:lnTo>
                  <a:lnTo>
                    <a:pt x="103075" y="56880"/>
                  </a:lnTo>
                  <a:lnTo>
                    <a:pt x="103149" y="56907"/>
                  </a:lnTo>
                  <a:lnTo>
                    <a:pt x="103352" y="56934"/>
                  </a:lnTo>
                  <a:lnTo>
                    <a:pt x="103462" y="56960"/>
                  </a:lnTo>
                  <a:lnTo>
                    <a:pt x="103555" y="57027"/>
                  </a:lnTo>
                  <a:lnTo>
                    <a:pt x="103665" y="57067"/>
                  </a:lnTo>
                  <a:lnTo>
                    <a:pt x="103776" y="57093"/>
                  </a:lnTo>
                  <a:lnTo>
                    <a:pt x="103850" y="57067"/>
                  </a:lnTo>
                  <a:lnTo>
                    <a:pt x="103850" y="56987"/>
                  </a:lnTo>
                  <a:lnTo>
                    <a:pt x="103813" y="56894"/>
                  </a:lnTo>
                  <a:lnTo>
                    <a:pt x="103702" y="56800"/>
                  </a:lnTo>
                  <a:lnTo>
                    <a:pt x="103610" y="56787"/>
                  </a:lnTo>
                  <a:lnTo>
                    <a:pt x="103536" y="56747"/>
                  </a:lnTo>
                  <a:lnTo>
                    <a:pt x="103481" y="56654"/>
                  </a:lnTo>
                  <a:lnTo>
                    <a:pt x="103462" y="56547"/>
                  </a:lnTo>
                  <a:lnTo>
                    <a:pt x="103518" y="56520"/>
                  </a:lnTo>
                  <a:lnTo>
                    <a:pt x="103555" y="56614"/>
                  </a:lnTo>
                  <a:lnTo>
                    <a:pt x="103647" y="56680"/>
                  </a:lnTo>
                  <a:lnTo>
                    <a:pt x="103886" y="56840"/>
                  </a:lnTo>
                  <a:lnTo>
                    <a:pt x="103923" y="56854"/>
                  </a:lnTo>
                  <a:lnTo>
                    <a:pt x="103979" y="56947"/>
                  </a:lnTo>
                  <a:lnTo>
                    <a:pt x="103979" y="56960"/>
                  </a:lnTo>
                  <a:lnTo>
                    <a:pt x="103997" y="57013"/>
                  </a:lnTo>
                  <a:lnTo>
                    <a:pt x="104015" y="57053"/>
                  </a:lnTo>
                  <a:lnTo>
                    <a:pt x="104052" y="57067"/>
                  </a:lnTo>
                  <a:lnTo>
                    <a:pt x="104089" y="57080"/>
                  </a:lnTo>
                  <a:lnTo>
                    <a:pt x="104108" y="57147"/>
                  </a:lnTo>
                  <a:lnTo>
                    <a:pt x="104181" y="57227"/>
                  </a:lnTo>
                  <a:lnTo>
                    <a:pt x="104218" y="57280"/>
                  </a:lnTo>
                  <a:lnTo>
                    <a:pt x="104255" y="57307"/>
                  </a:lnTo>
                  <a:lnTo>
                    <a:pt x="104569" y="57427"/>
                  </a:lnTo>
                  <a:lnTo>
                    <a:pt x="104679" y="57453"/>
                  </a:lnTo>
                  <a:lnTo>
                    <a:pt x="104734" y="57427"/>
                  </a:lnTo>
                  <a:lnTo>
                    <a:pt x="104716" y="57413"/>
                  </a:lnTo>
                  <a:lnTo>
                    <a:pt x="104716" y="57413"/>
                  </a:lnTo>
                  <a:lnTo>
                    <a:pt x="104679" y="57373"/>
                  </a:lnTo>
                  <a:lnTo>
                    <a:pt x="104900" y="57413"/>
                  </a:lnTo>
                  <a:lnTo>
                    <a:pt x="105066" y="57467"/>
                  </a:lnTo>
                  <a:lnTo>
                    <a:pt x="105103" y="57467"/>
                  </a:lnTo>
                  <a:lnTo>
                    <a:pt x="105103" y="57427"/>
                  </a:lnTo>
                  <a:lnTo>
                    <a:pt x="105011" y="57360"/>
                  </a:lnTo>
                  <a:lnTo>
                    <a:pt x="104937" y="57333"/>
                  </a:lnTo>
                  <a:lnTo>
                    <a:pt x="104716" y="57307"/>
                  </a:lnTo>
                  <a:lnTo>
                    <a:pt x="104624" y="57280"/>
                  </a:lnTo>
                  <a:lnTo>
                    <a:pt x="104550" y="57240"/>
                  </a:lnTo>
                  <a:lnTo>
                    <a:pt x="104495" y="57187"/>
                  </a:lnTo>
                  <a:lnTo>
                    <a:pt x="104403" y="57147"/>
                  </a:lnTo>
                  <a:lnTo>
                    <a:pt x="104495" y="57147"/>
                  </a:lnTo>
                  <a:lnTo>
                    <a:pt x="104642" y="57200"/>
                  </a:lnTo>
                  <a:lnTo>
                    <a:pt x="104734" y="57200"/>
                  </a:lnTo>
                  <a:lnTo>
                    <a:pt x="104790" y="57147"/>
                  </a:lnTo>
                  <a:lnTo>
                    <a:pt x="104790" y="57107"/>
                  </a:lnTo>
                  <a:lnTo>
                    <a:pt x="104771" y="57053"/>
                  </a:lnTo>
                  <a:lnTo>
                    <a:pt x="104734" y="57053"/>
                  </a:lnTo>
                  <a:lnTo>
                    <a:pt x="104698" y="57053"/>
                  </a:lnTo>
                  <a:lnTo>
                    <a:pt x="104642" y="57053"/>
                  </a:lnTo>
                  <a:lnTo>
                    <a:pt x="104624" y="57013"/>
                  </a:lnTo>
                  <a:lnTo>
                    <a:pt x="104587" y="56907"/>
                  </a:lnTo>
                  <a:lnTo>
                    <a:pt x="104550" y="56894"/>
                  </a:lnTo>
                  <a:lnTo>
                    <a:pt x="104532" y="56894"/>
                  </a:lnTo>
                  <a:lnTo>
                    <a:pt x="104440" y="56840"/>
                  </a:lnTo>
                  <a:lnTo>
                    <a:pt x="104366" y="56814"/>
                  </a:lnTo>
                  <a:lnTo>
                    <a:pt x="104329" y="56747"/>
                  </a:lnTo>
                  <a:lnTo>
                    <a:pt x="104255" y="56587"/>
                  </a:lnTo>
                  <a:lnTo>
                    <a:pt x="104218" y="56574"/>
                  </a:lnTo>
                  <a:lnTo>
                    <a:pt x="104145" y="56534"/>
                  </a:lnTo>
                  <a:lnTo>
                    <a:pt x="104108" y="56534"/>
                  </a:lnTo>
                  <a:lnTo>
                    <a:pt x="104034" y="56520"/>
                  </a:lnTo>
                  <a:lnTo>
                    <a:pt x="103794" y="56480"/>
                  </a:lnTo>
                  <a:lnTo>
                    <a:pt x="103684" y="56427"/>
                  </a:lnTo>
                  <a:lnTo>
                    <a:pt x="103628" y="56374"/>
                  </a:lnTo>
                  <a:lnTo>
                    <a:pt x="103610" y="56294"/>
                  </a:lnTo>
                  <a:lnTo>
                    <a:pt x="103628" y="56147"/>
                  </a:lnTo>
                  <a:lnTo>
                    <a:pt x="103628" y="56054"/>
                  </a:lnTo>
                  <a:lnTo>
                    <a:pt x="103610" y="56027"/>
                  </a:lnTo>
                  <a:lnTo>
                    <a:pt x="103591" y="55987"/>
                  </a:lnTo>
                  <a:lnTo>
                    <a:pt x="103555" y="55960"/>
                  </a:lnTo>
                  <a:lnTo>
                    <a:pt x="103591" y="55934"/>
                  </a:lnTo>
                  <a:lnTo>
                    <a:pt x="103628" y="55920"/>
                  </a:lnTo>
                  <a:lnTo>
                    <a:pt x="103647" y="55934"/>
                  </a:lnTo>
                  <a:lnTo>
                    <a:pt x="103665" y="55974"/>
                  </a:lnTo>
                  <a:lnTo>
                    <a:pt x="103684" y="56014"/>
                  </a:lnTo>
                  <a:lnTo>
                    <a:pt x="103702" y="56000"/>
                  </a:lnTo>
                  <a:lnTo>
                    <a:pt x="103721" y="56094"/>
                  </a:lnTo>
                  <a:lnTo>
                    <a:pt x="103721" y="56240"/>
                  </a:lnTo>
                  <a:lnTo>
                    <a:pt x="103721" y="56294"/>
                  </a:lnTo>
                  <a:lnTo>
                    <a:pt x="103813" y="56374"/>
                  </a:lnTo>
                  <a:lnTo>
                    <a:pt x="103886" y="56400"/>
                  </a:lnTo>
                  <a:lnTo>
                    <a:pt x="103960" y="56400"/>
                  </a:lnTo>
                  <a:lnTo>
                    <a:pt x="104034" y="56427"/>
                  </a:lnTo>
                  <a:lnTo>
                    <a:pt x="104108" y="56454"/>
                  </a:lnTo>
                  <a:lnTo>
                    <a:pt x="104255" y="56507"/>
                  </a:lnTo>
                  <a:lnTo>
                    <a:pt x="104347" y="56534"/>
                  </a:lnTo>
                  <a:lnTo>
                    <a:pt x="104440" y="56587"/>
                  </a:lnTo>
                  <a:lnTo>
                    <a:pt x="104495" y="56654"/>
                  </a:lnTo>
                  <a:lnTo>
                    <a:pt x="104495" y="56774"/>
                  </a:lnTo>
                  <a:lnTo>
                    <a:pt x="104569" y="56814"/>
                  </a:lnTo>
                  <a:lnTo>
                    <a:pt x="104753" y="56907"/>
                  </a:lnTo>
                  <a:lnTo>
                    <a:pt x="104900" y="56974"/>
                  </a:lnTo>
                  <a:lnTo>
                    <a:pt x="104956" y="57013"/>
                  </a:lnTo>
                  <a:lnTo>
                    <a:pt x="104900" y="57040"/>
                  </a:lnTo>
                  <a:lnTo>
                    <a:pt x="104919" y="57080"/>
                  </a:lnTo>
                  <a:lnTo>
                    <a:pt x="105011" y="57120"/>
                  </a:lnTo>
                  <a:lnTo>
                    <a:pt x="105103" y="57107"/>
                  </a:lnTo>
                  <a:lnTo>
                    <a:pt x="105122" y="57173"/>
                  </a:lnTo>
                  <a:lnTo>
                    <a:pt x="105232" y="57213"/>
                  </a:lnTo>
                  <a:lnTo>
                    <a:pt x="105435" y="57293"/>
                  </a:lnTo>
                  <a:lnTo>
                    <a:pt x="105509" y="57307"/>
                  </a:lnTo>
                  <a:lnTo>
                    <a:pt x="105601" y="57293"/>
                  </a:lnTo>
                  <a:lnTo>
                    <a:pt x="105767" y="57227"/>
                  </a:lnTo>
                  <a:lnTo>
                    <a:pt x="105841" y="57213"/>
                  </a:lnTo>
                  <a:lnTo>
                    <a:pt x="105859" y="57227"/>
                  </a:lnTo>
                  <a:lnTo>
                    <a:pt x="105878" y="57267"/>
                  </a:lnTo>
                  <a:lnTo>
                    <a:pt x="105896" y="57293"/>
                  </a:lnTo>
                  <a:lnTo>
                    <a:pt x="105951" y="57293"/>
                  </a:lnTo>
                  <a:lnTo>
                    <a:pt x="105970" y="57280"/>
                  </a:lnTo>
                  <a:lnTo>
                    <a:pt x="105988" y="57240"/>
                  </a:lnTo>
                  <a:lnTo>
                    <a:pt x="106007" y="57240"/>
                  </a:lnTo>
                  <a:lnTo>
                    <a:pt x="106043" y="57227"/>
                  </a:lnTo>
                  <a:lnTo>
                    <a:pt x="106099" y="57267"/>
                  </a:lnTo>
                  <a:lnTo>
                    <a:pt x="106209" y="57307"/>
                  </a:lnTo>
                  <a:lnTo>
                    <a:pt x="106320" y="57320"/>
                  </a:lnTo>
                  <a:lnTo>
                    <a:pt x="106412" y="57293"/>
                  </a:lnTo>
                  <a:lnTo>
                    <a:pt x="106449" y="57227"/>
                  </a:lnTo>
                  <a:lnTo>
                    <a:pt x="106375" y="57147"/>
                  </a:lnTo>
                  <a:lnTo>
                    <a:pt x="106375" y="57120"/>
                  </a:lnTo>
                  <a:lnTo>
                    <a:pt x="106394" y="57093"/>
                  </a:lnTo>
                  <a:lnTo>
                    <a:pt x="106394" y="57093"/>
                  </a:lnTo>
                  <a:lnTo>
                    <a:pt x="106283" y="57040"/>
                  </a:lnTo>
                  <a:lnTo>
                    <a:pt x="106136" y="57013"/>
                  </a:lnTo>
                  <a:lnTo>
                    <a:pt x="105988" y="56960"/>
                  </a:lnTo>
                  <a:lnTo>
                    <a:pt x="105914" y="56960"/>
                  </a:lnTo>
                  <a:lnTo>
                    <a:pt x="105878" y="56947"/>
                  </a:lnTo>
                  <a:lnTo>
                    <a:pt x="105841" y="56907"/>
                  </a:lnTo>
                  <a:lnTo>
                    <a:pt x="105767" y="56814"/>
                  </a:lnTo>
                  <a:lnTo>
                    <a:pt x="105730" y="56787"/>
                  </a:lnTo>
                  <a:lnTo>
                    <a:pt x="105693" y="56760"/>
                  </a:lnTo>
                  <a:lnTo>
                    <a:pt x="105490" y="56694"/>
                  </a:lnTo>
                  <a:lnTo>
                    <a:pt x="105361" y="56654"/>
                  </a:lnTo>
                  <a:lnTo>
                    <a:pt x="105343" y="56614"/>
                  </a:lnTo>
                  <a:lnTo>
                    <a:pt x="105453" y="56614"/>
                  </a:lnTo>
                  <a:lnTo>
                    <a:pt x="105656" y="56654"/>
                  </a:lnTo>
                  <a:lnTo>
                    <a:pt x="105730" y="56654"/>
                  </a:lnTo>
                  <a:lnTo>
                    <a:pt x="105822" y="56667"/>
                  </a:lnTo>
                  <a:lnTo>
                    <a:pt x="105878" y="56720"/>
                  </a:lnTo>
                  <a:lnTo>
                    <a:pt x="105970" y="56800"/>
                  </a:lnTo>
                  <a:lnTo>
                    <a:pt x="106025" y="56854"/>
                  </a:lnTo>
                  <a:lnTo>
                    <a:pt x="106136" y="56880"/>
                  </a:lnTo>
                  <a:lnTo>
                    <a:pt x="106172" y="56840"/>
                  </a:lnTo>
                  <a:lnTo>
                    <a:pt x="106191" y="56787"/>
                  </a:lnTo>
                  <a:lnTo>
                    <a:pt x="106228" y="56747"/>
                  </a:lnTo>
                  <a:lnTo>
                    <a:pt x="106246" y="56760"/>
                  </a:lnTo>
                  <a:lnTo>
                    <a:pt x="106265" y="56800"/>
                  </a:lnTo>
                  <a:lnTo>
                    <a:pt x="106265" y="56840"/>
                  </a:lnTo>
                  <a:lnTo>
                    <a:pt x="106265" y="56854"/>
                  </a:lnTo>
                  <a:lnTo>
                    <a:pt x="106283" y="56894"/>
                  </a:lnTo>
                  <a:lnTo>
                    <a:pt x="106338" y="56920"/>
                  </a:lnTo>
                  <a:lnTo>
                    <a:pt x="106375" y="56947"/>
                  </a:lnTo>
                  <a:lnTo>
                    <a:pt x="106412" y="56960"/>
                  </a:lnTo>
                  <a:lnTo>
                    <a:pt x="106541" y="57013"/>
                  </a:lnTo>
                  <a:lnTo>
                    <a:pt x="106615" y="57013"/>
                  </a:lnTo>
                  <a:lnTo>
                    <a:pt x="106781" y="56947"/>
                  </a:lnTo>
                  <a:lnTo>
                    <a:pt x="106762" y="56934"/>
                  </a:lnTo>
                  <a:lnTo>
                    <a:pt x="106726" y="56920"/>
                  </a:lnTo>
                  <a:lnTo>
                    <a:pt x="106707" y="56907"/>
                  </a:lnTo>
                  <a:lnTo>
                    <a:pt x="106689" y="56880"/>
                  </a:lnTo>
                  <a:lnTo>
                    <a:pt x="106762" y="56707"/>
                  </a:lnTo>
                  <a:lnTo>
                    <a:pt x="106799" y="56654"/>
                  </a:lnTo>
                  <a:lnTo>
                    <a:pt x="106891" y="56614"/>
                  </a:lnTo>
                  <a:lnTo>
                    <a:pt x="106910" y="56640"/>
                  </a:lnTo>
                  <a:lnTo>
                    <a:pt x="106910" y="56680"/>
                  </a:lnTo>
                  <a:lnTo>
                    <a:pt x="106891" y="56760"/>
                  </a:lnTo>
                  <a:lnTo>
                    <a:pt x="106873" y="56774"/>
                  </a:lnTo>
                  <a:lnTo>
                    <a:pt x="106873" y="56800"/>
                  </a:lnTo>
                  <a:lnTo>
                    <a:pt x="106891" y="56947"/>
                  </a:lnTo>
                  <a:lnTo>
                    <a:pt x="106855" y="57080"/>
                  </a:lnTo>
                  <a:lnTo>
                    <a:pt x="106873" y="57160"/>
                  </a:lnTo>
                  <a:lnTo>
                    <a:pt x="106965" y="57187"/>
                  </a:lnTo>
                  <a:lnTo>
                    <a:pt x="107002" y="57173"/>
                  </a:lnTo>
                  <a:lnTo>
                    <a:pt x="107094" y="57093"/>
                  </a:lnTo>
                  <a:lnTo>
                    <a:pt x="107131" y="57093"/>
                  </a:lnTo>
                  <a:lnTo>
                    <a:pt x="107279" y="57147"/>
                  </a:lnTo>
                  <a:lnTo>
                    <a:pt x="107463" y="57227"/>
                  </a:lnTo>
                  <a:lnTo>
                    <a:pt x="107537" y="57240"/>
                  </a:lnTo>
                  <a:lnTo>
                    <a:pt x="107518" y="57187"/>
                  </a:lnTo>
                  <a:lnTo>
                    <a:pt x="107445" y="57120"/>
                  </a:lnTo>
                  <a:lnTo>
                    <a:pt x="107334" y="57093"/>
                  </a:lnTo>
                  <a:lnTo>
                    <a:pt x="107260" y="57053"/>
                  </a:lnTo>
                  <a:lnTo>
                    <a:pt x="107242" y="56960"/>
                  </a:lnTo>
                  <a:lnTo>
                    <a:pt x="107316" y="56840"/>
                  </a:lnTo>
                  <a:lnTo>
                    <a:pt x="107334" y="56774"/>
                  </a:lnTo>
                  <a:lnTo>
                    <a:pt x="107242" y="56680"/>
                  </a:lnTo>
                  <a:lnTo>
                    <a:pt x="107168" y="56627"/>
                  </a:lnTo>
                  <a:lnTo>
                    <a:pt x="107113" y="56534"/>
                  </a:lnTo>
                  <a:lnTo>
                    <a:pt x="107094" y="56454"/>
                  </a:lnTo>
                  <a:lnTo>
                    <a:pt x="107113" y="56414"/>
                  </a:lnTo>
                  <a:lnTo>
                    <a:pt x="107150" y="56414"/>
                  </a:lnTo>
                  <a:lnTo>
                    <a:pt x="107186" y="56454"/>
                  </a:lnTo>
                  <a:lnTo>
                    <a:pt x="107242" y="56507"/>
                  </a:lnTo>
                  <a:lnTo>
                    <a:pt x="107279" y="56547"/>
                  </a:lnTo>
                  <a:lnTo>
                    <a:pt x="107297" y="56560"/>
                  </a:lnTo>
                  <a:lnTo>
                    <a:pt x="107352" y="56587"/>
                  </a:lnTo>
                  <a:lnTo>
                    <a:pt x="107408" y="56614"/>
                  </a:lnTo>
                  <a:lnTo>
                    <a:pt x="107408" y="56627"/>
                  </a:lnTo>
                  <a:lnTo>
                    <a:pt x="107408" y="56640"/>
                  </a:lnTo>
                  <a:lnTo>
                    <a:pt x="107408" y="56654"/>
                  </a:lnTo>
                  <a:lnTo>
                    <a:pt x="107445" y="56667"/>
                  </a:lnTo>
                  <a:lnTo>
                    <a:pt x="107445" y="56814"/>
                  </a:lnTo>
                  <a:lnTo>
                    <a:pt x="107445" y="56907"/>
                  </a:lnTo>
                  <a:lnTo>
                    <a:pt x="107481" y="56987"/>
                  </a:lnTo>
                  <a:lnTo>
                    <a:pt x="107629" y="57040"/>
                  </a:lnTo>
                  <a:lnTo>
                    <a:pt x="107684" y="57053"/>
                  </a:lnTo>
                  <a:lnTo>
                    <a:pt x="107758" y="57053"/>
                  </a:lnTo>
                  <a:lnTo>
                    <a:pt x="107721" y="56974"/>
                  </a:lnTo>
                  <a:lnTo>
                    <a:pt x="107758" y="56960"/>
                  </a:lnTo>
                  <a:lnTo>
                    <a:pt x="107795" y="57013"/>
                  </a:lnTo>
                  <a:lnTo>
                    <a:pt x="107832" y="57053"/>
                  </a:lnTo>
                  <a:lnTo>
                    <a:pt x="107905" y="57120"/>
                  </a:lnTo>
                  <a:lnTo>
                    <a:pt x="108053" y="57240"/>
                  </a:lnTo>
                  <a:lnTo>
                    <a:pt x="108200" y="57280"/>
                  </a:lnTo>
                  <a:lnTo>
                    <a:pt x="108348" y="57240"/>
                  </a:lnTo>
                  <a:lnTo>
                    <a:pt x="108403" y="57187"/>
                  </a:lnTo>
                  <a:lnTo>
                    <a:pt x="108385" y="57187"/>
                  </a:lnTo>
                  <a:lnTo>
                    <a:pt x="108403" y="57187"/>
                  </a:lnTo>
                  <a:lnTo>
                    <a:pt x="108403" y="57187"/>
                  </a:lnTo>
                  <a:lnTo>
                    <a:pt x="108551" y="57160"/>
                  </a:lnTo>
                  <a:lnTo>
                    <a:pt x="108551" y="57120"/>
                  </a:lnTo>
                  <a:lnTo>
                    <a:pt x="108532" y="57053"/>
                  </a:lnTo>
                  <a:lnTo>
                    <a:pt x="108532" y="57027"/>
                  </a:lnTo>
                  <a:lnTo>
                    <a:pt x="108569" y="57027"/>
                  </a:lnTo>
                  <a:lnTo>
                    <a:pt x="108606" y="57053"/>
                  </a:lnTo>
                  <a:lnTo>
                    <a:pt x="108624" y="57093"/>
                  </a:lnTo>
                  <a:lnTo>
                    <a:pt x="108680" y="57120"/>
                  </a:lnTo>
                  <a:lnTo>
                    <a:pt x="108698" y="57107"/>
                  </a:lnTo>
                  <a:lnTo>
                    <a:pt x="108717" y="57093"/>
                  </a:lnTo>
                  <a:lnTo>
                    <a:pt x="108735" y="57067"/>
                  </a:lnTo>
                  <a:lnTo>
                    <a:pt x="108735" y="57053"/>
                  </a:lnTo>
                  <a:lnTo>
                    <a:pt x="108606" y="56760"/>
                  </a:lnTo>
                  <a:lnTo>
                    <a:pt x="108551" y="56587"/>
                  </a:lnTo>
                  <a:lnTo>
                    <a:pt x="108624" y="56614"/>
                  </a:lnTo>
                  <a:lnTo>
                    <a:pt x="108661" y="56654"/>
                  </a:lnTo>
                  <a:lnTo>
                    <a:pt x="108698" y="56747"/>
                  </a:lnTo>
                  <a:lnTo>
                    <a:pt x="108754" y="56827"/>
                  </a:lnTo>
                  <a:lnTo>
                    <a:pt x="108790" y="56894"/>
                  </a:lnTo>
                  <a:lnTo>
                    <a:pt x="108883" y="56920"/>
                  </a:lnTo>
                  <a:lnTo>
                    <a:pt x="108956" y="56920"/>
                  </a:lnTo>
                  <a:lnTo>
                    <a:pt x="109030" y="56894"/>
                  </a:lnTo>
                  <a:lnTo>
                    <a:pt x="109122" y="56880"/>
                  </a:lnTo>
                  <a:lnTo>
                    <a:pt x="109085" y="56934"/>
                  </a:lnTo>
                  <a:lnTo>
                    <a:pt x="109030" y="56960"/>
                  </a:lnTo>
                  <a:lnTo>
                    <a:pt x="108901" y="56987"/>
                  </a:lnTo>
                  <a:lnTo>
                    <a:pt x="108883" y="57027"/>
                  </a:lnTo>
                  <a:lnTo>
                    <a:pt x="108901" y="57067"/>
                  </a:lnTo>
                  <a:lnTo>
                    <a:pt x="108938" y="57147"/>
                  </a:lnTo>
                  <a:lnTo>
                    <a:pt x="108938" y="57213"/>
                  </a:lnTo>
                  <a:lnTo>
                    <a:pt x="109085" y="57227"/>
                  </a:lnTo>
                  <a:lnTo>
                    <a:pt x="109233" y="57107"/>
                  </a:lnTo>
                  <a:lnTo>
                    <a:pt x="109307" y="57107"/>
                  </a:lnTo>
                  <a:lnTo>
                    <a:pt x="109251" y="57240"/>
                  </a:lnTo>
                  <a:lnTo>
                    <a:pt x="109251" y="57333"/>
                  </a:lnTo>
                  <a:lnTo>
                    <a:pt x="109288" y="57533"/>
                  </a:lnTo>
                  <a:lnTo>
                    <a:pt x="109307" y="57573"/>
                  </a:lnTo>
                  <a:lnTo>
                    <a:pt x="109343" y="57627"/>
                  </a:lnTo>
                  <a:lnTo>
                    <a:pt x="109417" y="57667"/>
                  </a:lnTo>
                  <a:lnTo>
                    <a:pt x="109454" y="57667"/>
                  </a:lnTo>
                  <a:lnTo>
                    <a:pt x="109454" y="57627"/>
                  </a:lnTo>
                  <a:lnTo>
                    <a:pt x="109362" y="57573"/>
                  </a:lnTo>
                  <a:lnTo>
                    <a:pt x="109399" y="57533"/>
                  </a:lnTo>
                  <a:lnTo>
                    <a:pt x="109436" y="57507"/>
                  </a:lnTo>
                  <a:lnTo>
                    <a:pt x="109528" y="57480"/>
                  </a:lnTo>
                  <a:lnTo>
                    <a:pt x="109509" y="57600"/>
                  </a:lnTo>
                  <a:lnTo>
                    <a:pt x="109897" y="57853"/>
                  </a:lnTo>
                  <a:lnTo>
                    <a:pt x="110081" y="57933"/>
                  </a:lnTo>
                  <a:lnTo>
                    <a:pt x="110228" y="57947"/>
                  </a:lnTo>
                  <a:lnTo>
                    <a:pt x="110321" y="57893"/>
                  </a:lnTo>
                  <a:lnTo>
                    <a:pt x="110376" y="57840"/>
                  </a:lnTo>
                  <a:lnTo>
                    <a:pt x="110413" y="57773"/>
                  </a:lnTo>
                  <a:lnTo>
                    <a:pt x="110523" y="57573"/>
                  </a:lnTo>
                  <a:lnTo>
                    <a:pt x="110523" y="57493"/>
                  </a:lnTo>
                  <a:lnTo>
                    <a:pt x="110450" y="57440"/>
                  </a:lnTo>
                  <a:lnTo>
                    <a:pt x="110523" y="57440"/>
                  </a:lnTo>
                  <a:lnTo>
                    <a:pt x="110597" y="57440"/>
                  </a:lnTo>
                  <a:lnTo>
                    <a:pt x="110652" y="57440"/>
                  </a:lnTo>
                  <a:lnTo>
                    <a:pt x="110616" y="57373"/>
                  </a:lnTo>
                  <a:lnTo>
                    <a:pt x="110560" y="57360"/>
                  </a:lnTo>
                  <a:lnTo>
                    <a:pt x="110487" y="57320"/>
                  </a:lnTo>
                  <a:lnTo>
                    <a:pt x="110394" y="57280"/>
                  </a:lnTo>
                  <a:lnTo>
                    <a:pt x="110321" y="57213"/>
                  </a:lnTo>
                  <a:lnTo>
                    <a:pt x="110302" y="57200"/>
                  </a:lnTo>
                  <a:lnTo>
                    <a:pt x="110247" y="57160"/>
                  </a:lnTo>
                  <a:lnTo>
                    <a:pt x="110228" y="57120"/>
                  </a:lnTo>
                  <a:lnTo>
                    <a:pt x="110173" y="57080"/>
                  </a:lnTo>
                  <a:lnTo>
                    <a:pt x="110155" y="57080"/>
                  </a:lnTo>
                  <a:lnTo>
                    <a:pt x="110118" y="57080"/>
                  </a:lnTo>
                  <a:lnTo>
                    <a:pt x="110081" y="57067"/>
                  </a:lnTo>
                  <a:lnTo>
                    <a:pt x="110044" y="57040"/>
                  </a:lnTo>
                  <a:lnTo>
                    <a:pt x="109989" y="57013"/>
                  </a:lnTo>
                  <a:lnTo>
                    <a:pt x="109786" y="56907"/>
                  </a:lnTo>
                  <a:lnTo>
                    <a:pt x="109712" y="56880"/>
                  </a:lnTo>
                  <a:lnTo>
                    <a:pt x="109657" y="56880"/>
                  </a:lnTo>
                  <a:lnTo>
                    <a:pt x="109454" y="56760"/>
                  </a:lnTo>
                  <a:lnTo>
                    <a:pt x="109214" y="56680"/>
                  </a:lnTo>
                  <a:lnTo>
                    <a:pt x="109141" y="56640"/>
                  </a:lnTo>
                  <a:lnTo>
                    <a:pt x="109049" y="56574"/>
                  </a:lnTo>
                  <a:lnTo>
                    <a:pt x="109030" y="56534"/>
                  </a:lnTo>
                  <a:lnTo>
                    <a:pt x="109030" y="56507"/>
                  </a:lnTo>
                  <a:lnTo>
                    <a:pt x="108993" y="56440"/>
                  </a:lnTo>
                  <a:lnTo>
                    <a:pt x="108883" y="56400"/>
                  </a:lnTo>
                  <a:lnTo>
                    <a:pt x="108698" y="56360"/>
                  </a:lnTo>
                  <a:lnTo>
                    <a:pt x="108532" y="56280"/>
                  </a:lnTo>
                  <a:lnTo>
                    <a:pt x="108477" y="56174"/>
                  </a:lnTo>
                  <a:lnTo>
                    <a:pt x="108569" y="56214"/>
                  </a:lnTo>
                  <a:lnTo>
                    <a:pt x="108624" y="56267"/>
                  </a:lnTo>
                  <a:lnTo>
                    <a:pt x="108717" y="56307"/>
                  </a:lnTo>
                  <a:lnTo>
                    <a:pt x="108901" y="56307"/>
                  </a:lnTo>
                  <a:lnTo>
                    <a:pt x="109085" y="56360"/>
                  </a:lnTo>
                  <a:lnTo>
                    <a:pt x="109159" y="56374"/>
                  </a:lnTo>
                  <a:lnTo>
                    <a:pt x="109049" y="56280"/>
                  </a:lnTo>
                  <a:lnTo>
                    <a:pt x="108956" y="56227"/>
                  </a:lnTo>
                  <a:lnTo>
                    <a:pt x="108901" y="56160"/>
                  </a:lnTo>
                  <a:lnTo>
                    <a:pt x="108883" y="56054"/>
                  </a:lnTo>
                  <a:lnTo>
                    <a:pt x="108938" y="56080"/>
                  </a:lnTo>
                  <a:lnTo>
                    <a:pt x="108993" y="56120"/>
                  </a:lnTo>
                  <a:lnTo>
                    <a:pt x="109049" y="56160"/>
                  </a:lnTo>
                  <a:lnTo>
                    <a:pt x="109104" y="56214"/>
                  </a:lnTo>
                  <a:lnTo>
                    <a:pt x="109159" y="56240"/>
                  </a:lnTo>
                  <a:lnTo>
                    <a:pt x="109288" y="56254"/>
                  </a:lnTo>
                  <a:lnTo>
                    <a:pt x="109491" y="56307"/>
                  </a:lnTo>
                  <a:lnTo>
                    <a:pt x="109712" y="56320"/>
                  </a:lnTo>
                  <a:lnTo>
                    <a:pt x="109841" y="56360"/>
                  </a:lnTo>
                  <a:lnTo>
                    <a:pt x="109970" y="56374"/>
                  </a:lnTo>
                  <a:lnTo>
                    <a:pt x="110247" y="56280"/>
                  </a:lnTo>
                  <a:lnTo>
                    <a:pt x="110339" y="56240"/>
                  </a:lnTo>
                  <a:lnTo>
                    <a:pt x="110321" y="56174"/>
                  </a:lnTo>
                  <a:lnTo>
                    <a:pt x="110321" y="56120"/>
                  </a:lnTo>
                  <a:lnTo>
                    <a:pt x="110302" y="56080"/>
                  </a:lnTo>
                  <a:lnTo>
                    <a:pt x="110339" y="56027"/>
                  </a:lnTo>
                  <a:lnTo>
                    <a:pt x="110450" y="56027"/>
                  </a:lnTo>
                  <a:lnTo>
                    <a:pt x="110523" y="56000"/>
                  </a:lnTo>
                  <a:lnTo>
                    <a:pt x="110505" y="55920"/>
                  </a:lnTo>
                  <a:lnTo>
                    <a:pt x="110173" y="55800"/>
                  </a:lnTo>
                  <a:lnTo>
                    <a:pt x="110155" y="55800"/>
                  </a:lnTo>
                  <a:lnTo>
                    <a:pt x="110136" y="55827"/>
                  </a:lnTo>
                  <a:lnTo>
                    <a:pt x="110155" y="55854"/>
                  </a:lnTo>
                  <a:lnTo>
                    <a:pt x="110210" y="55907"/>
                  </a:lnTo>
                  <a:lnTo>
                    <a:pt x="110228" y="55987"/>
                  </a:lnTo>
                  <a:lnTo>
                    <a:pt x="110173" y="55974"/>
                  </a:lnTo>
                  <a:lnTo>
                    <a:pt x="110026" y="55894"/>
                  </a:lnTo>
                  <a:lnTo>
                    <a:pt x="109952" y="55880"/>
                  </a:lnTo>
                  <a:lnTo>
                    <a:pt x="109804" y="55894"/>
                  </a:lnTo>
                  <a:lnTo>
                    <a:pt x="109712" y="55894"/>
                  </a:lnTo>
                  <a:lnTo>
                    <a:pt x="109768" y="55854"/>
                  </a:lnTo>
                  <a:lnTo>
                    <a:pt x="109841" y="55787"/>
                  </a:lnTo>
                  <a:lnTo>
                    <a:pt x="109860" y="55760"/>
                  </a:lnTo>
                  <a:lnTo>
                    <a:pt x="109841" y="55734"/>
                  </a:lnTo>
                  <a:lnTo>
                    <a:pt x="109804" y="55720"/>
                  </a:lnTo>
                  <a:lnTo>
                    <a:pt x="109768" y="55694"/>
                  </a:lnTo>
                  <a:lnTo>
                    <a:pt x="109712" y="55654"/>
                  </a:lnTo>
                  <a:lnTo>
                    <a:pt x="109749" y="55614"/>
                  </a:lnTo>
                  <a:lnTo>
                    <a:pt x="109712" y="55587"/>
                  </a:lnTo>
                  <a:lnTo>
                    <a:pt x="109657" y="55587"/>
                  </a:lnTo>
                  <a:lnTo>
                    <a:pt x="109602" y="55560"/>
                  </a:lnTo>
                  <a:lnTo>
                    <a:pt x="109528" y="55520"/>
                  </a:lnTo>
                  <a:lnTo>
                    <a:pt x="109565" y="55494"/>
                  </a:lnTo>
                  <a:lnTo>
                    <a:pt x="109602" y="55507"/>
                  </a:lnTo>
                  <a:lnTo>
                    <a:pt x="109657" y="55520"/>
                  </a:lnTo>
                  <a:lnTo>
                    <a:pt x="109694" y="55520"/>
                  </a:lnTo>
                  <a:lnTo>
                    <a:pt x="109657" y="55454"/>
                  </a:lnTo>
                  <a:lnTo>
                    <a:pt x="109565" y="55387"/>
                  </a:lnTo>
                  <a:lnTo>
                    <a:pt x="109343" y="55427"/>
                  </a:lnTo>
                  <a:lnTo>
                    <a:pt x="109251" y="55387"/>
                  </a:lnTo>
                  <a:lnTo>
                    <a:pt x="109288" y="55334"/>
                  </a:lnTo>
                  <a:lnTo>
                    <a:pt x="109473" y="55307"/>
                  </a:lnTo>
                  <a:lnTo>
                    <a:pt x="109528" y="55241"/>
                  </a:lnTo>
                  <a:lnTo>
                    <a:pt x="109473" y="55267"/>
                  </a:lnTo>
                  <a:lnTo>
                    <a:pt x="109436" y="55241"/>
                  </a:lnTo>
                  <a:lnTo>
                    <a:pt x="109362" y="55201"/>
                  </a:lnTo>
                  <a:lnTo>
                    <a:pt x="109325" y="55174"/>
                  </a:lnTo>
                  <a:lnTo>
                    <a:pt x="109251" y="55161"/>
                  </a:lnTo>
                  <a:lnTo>
                    <a:pt x="109214" y="55134"/>
                  </a:lnTo>
                  <a:lnTo>
                    <a:pt x="109049" y="55214"/>
                  </a:lnTo>
                  <a:lnTo>
                    <a:pt x="108993" y="55214"/>
                  </a:lnTo>
                  <a:lnTo>
                    <a:pt x="108938" y="55174"/>
                  </a:lnTo>
                  <a:lnTo>
                    <a:pt x="108956" y="55161"/>
                  </a:lnTo>
                  <a:lnTo>
                    <a:pt x="108975" y="55134"/>
                  </a:lnTo>
                  <a:lnTo>
                    <a:pt x="108993" y="55107"/>
                  </a:lnTo>
                  <a:lnTo>
                    <a:pt x="108993" y="55067"/>
                  </a:lnTo>
                  <a:lnTo>
                    <a:pt x="108919" y="55081"/>
                  </a:lnTo>
                  <a:lnTo>
                    <a:pt x="108772" y="55081"/>
                  </a:lnTo>
                  <a:lnTo>
                    <a:pt x="108440" y="55227"/>
                  </a:lnTo>
                  <a:lnTo>
                    <a:pt x="108422" y="55201"/>
                  </a:lnTo>
                  <a:lnTo>
                    <a:pt x="108440" y="55187"/>
                  </a:lnTo>
                  <a:lnTo>
                    <a:pt x="108440" y="55161"/>
                  </a:lnTo>
                  <a:lnTo>
                    <a:pt x="108330" y="55134"/>
                  </a:lnTo>
                  <a:lnTo>
                    <a:pt x="108274" y="55134"/>
                  </a:lnTo>
                  <a:lnTo>
                    <a:pt x="108256" y="55067"/>
                  </a:lnTo>
                  <a:lnTo>
                    <a:pt x="108330" y="55054"/>
                  </a:lnTo>
                  <a:lnTo>
                    <a:pt x="108422" y="55067"/>
                  </a:lnTo>
                  <a:lnTo>
                    <a:pt x="108495" y="55081"/>
                  </a:lnTo>
                  <a:lnTo>
                    <a:pt x="108551" y="55067"/>
                  </a:lnTo>
                  <a:lnTo>
                    <a:pt x="108551" y="55001"/>
                  </a:lnTo>
                  <a:lnTo>
                    <a:pt x="108514" y="54934"/>
                  </a:lnTo>
                  <a:lnTo>
                    <a:pt x="108385" y="54921"/>
                  </a:lnTo>
                  <a:lnTo>
                    <a:pt x="108145" y="55001"/>
                  </a:lnTo>
                  <a:lnTo>
                    <a:pt x="108090" y="54987"/>
                  </a:lnTo>
                  <a:lnTo>
                    <a:pt x="107850" y="54854"/>
                  </a:lnTo>
                  <a:lnTo>
                    <a:pt x="107942" y="54827"/>
                  </a:lnTo>
                  <a:lnTo>
                    <a:pt x="108145" y="54881"/>
                  </a:lnTo>
                  <a:lnTo>
                    <a:pt x="108274" y="54907"/>
                  </a:lnTo>
                  <a:lnTo>
                    <a:pt x="108256" y="54774"/>
                  </a:lnTo>
                  <a:lnTo>
                    <a:pt x="108035" y="54694"/>
                  </a:lnTo>
                  <a:lnTo>
                    <a:pt x="107979" y="54694"/>
                  </a:lnTo>
                  <a:lnTo>
                    <a:pt x="107979" y="54641"/>
                  </a:lnTo>
                  <a:lnTo>
                    <a:pt x="108053" y="54641"/>
                  </a:lnTo>
                  <a:lnTo>
                    <a:pt x="108182" y="54667"/>
                  </a:lnTo>
                  <a:lnTo>
                    <a:pt x="108256" y="54694"/>
                  </a:lnTo>
                  <a:lnTo>
                    <a:pt x="108477" y="54801"/>
                  </a:lnTo>
                  <a:lnTo>
                    <a:pt x="108569" y="54827"/>
                  </a:lnTo>
                  <a:lnTo>
                    <a:pt x="108661" y="54814"/>
                  </a:lnTo>
                  <a:lnTo>
                    <a:pt x="108495" y="54681"/>
                  </a:lnTo>
                  <a:lnTo>
                    <a:pt x="108495" y="54667"/>
                  </a:lnTo>
                  <a:lnTo>
                    <a:pt x="108477" y="54641"/>
                  </a:lnTo>
                  <a:lnTo>
                    <a:pt x="108477" y="54614"/>
                  </a:lnTo>
                  <a:lnTo>
                    <a:pt x="108422" y="54587"/>
                  </a:lnTo>
                  <a:lnTo>
                    <a:pt x="108311" y="54507"/>
                  </a:lnTo>
                  <a:lnTo>
                    <a:pt x="108237" y="54454"/>
                  </a:lnTo>
                  <a:lnTo>
                    <a:pt x="108200" y="54427"/>
                  </a:lnTo>
                  <a:lnTo>
                    <a:pt x="108164" y="54374"/>
                  </a:lnTo>
                  <a:lnTo>
                    <a:pt x="108127" y="54347"/>
                  </a:lnTo>
                  <a:lnTo>
                    <a:pt x="108090" y="54334"/>
                  </a:lnTo>
                  <a:lnTo>
                    <a:pt x="108016" y="54307"/>
                  </a:lnTo>
                  <a:lnTo>
                    <a:pt x="107813" y="54241"/>
                  </a:lnTo>
                  <a:lnTo>
                    <a:pt x="107703" y="54267"/>
                  </a:lnTo>
                  <a:lnTo>
                    <a:pt x="107629" y="54307"/>
                  </a:lnTo>
                  <a:lnTo>
                    <a:pt x="107518" y="54334"/>
                  </a:lnTo>
                  <a:lnTo>
                    <a:pt x="107592" y="54241"/>
                  </a:lnTo>
                  <a:lnTo>
                    <a:pt x="107611" y="54174"/>
                  </a:lnTo>
                  <a:lnTo>
                    <a:pt x="107611" y="54121"/>
                  </a:lnTo>
                  <a:lnTo>
                    <a:pt x="107481" y="54201"/>
                  </a:lnTo>
                  <a:lnTo>
                    <a:pt x="107426" y="54214"/>
                  </a:lnTo>
                  <a:lnTo>
                    <a:pt x="107352" y="54254"/>
                  </a:lnTo>
                  <a:lnTo>
                    <a:pt x="107352" y="54174"/>
                  </a:lnTo>
                  <a:lnTo>
                    <a:pt x="107481" y="54121"/>
                  </a:lnTo>
                  <a:lnTo>
                    <a:pt x="107518" y="54067"/>
                  </a:lnTo>
                  <a:lnTo>
                    <a:pt x="107426" y="53934"/>
                  </a:lnTo>
                  <a:lnTo>
                    <a:pt x="107223" y="53814"/>
                  </a:lnTo>
                  <a:lnTo>
                    <a:pt x="107076" y="53681"/>
                  </a:lnTo>
                  <a:lnTo>
                    <a:pt x="107113" y="53534"/>
                  </a:lnTo>
                  <a:lnTo>
                    <a:pt x="107242" y="53414"/>
                  </a:lnTo>
                  <a:lnTo>
                    <a:pt x="107223" y="53388"/>
                  </a:lnTo>
                  <a:lnTo>
                    <a:pt x="107168" y="53361"/>
                  </a:lnTo>
                  <a:lnTo>
                    <a:pt x="107131" y="53321"/>
                  </a:lnTo>
                  <a:lnTo>
                    <a:pt x="107094" y="53321"/>
                  </a:lnTo>
                  <a:lnTo>
                    <a:pt x="106928" y="53281"/>
                  </a:lnTo>
                  <a:lnTo>
                    <a:pt x="106726" y="53228"/>
                  </a:lnTo>
                  <a:lnTo>
                    <a:pt x="106615" y="53161"/>
                  </a:lnTo>
                  <a:lnTo>
                    <a:pt x="106523" y="53081"/>
                  </a:lnTo>
                  <a:lnTo>
                    <a:pt x="106394" y="53014"/>
                  </a:lnTo>
                  <a:lnTo>
                    <a:pt x="106320" y="53001"/>
                  </a:lnTo>
                  <a:lnTo>
                    <a:pt x="106246" y="53001"/>
                  </a:lnTo>
                  <a:lnTo>
                    <a:pt x="106209" y="52988"/>
                  </a:lnTo>
                  <a:lnTo>
                    <a:pt x="106080" y="52934"/>
                  </a:lnTo>
                  <a:lnTo>
                    <a:pt x="105730" y="52828"/>
                  </a:lnTo>
                  <a:lnTo>
                    <a:pt x="105675" y="52814"/>
                  </a:lnTo>
                  <a:lnTo>
                    <a:pt x="105656" y="52774"/>
                  </a:lnTo>
                  <a:lnTo>
                    <a:pt x="105693" y="52748"/>
                  </a:lnTo>
                  <a:lnTo>
                    <a:pt x="105785" y="52748"/>
                  </a:lnTo>
                  <a:lnTo>
                    <a:pt x="105859" y="52721"/>
                  </a:lnTo>
                  <a:lnTo>
                    <a:pt x="105951" y="52708"/>
                  </a:lnTo>
                  <a:lnTo>
                    <a:pt x="106043" y="52734"/>
                  </a:lnTo>
                  <a:lnTo>
                    <a:pt x="106191" y="52774"/>
                  </a:lnTo>
                  <a:lnTo>
                    <a:pt x="106043" y="52801"/>
                  </a:lnTo>
                  <a:lnTo>
                    <a:pt x="106007" y="52814"/>
                  </a:lnTo>
                  <a:lnTo>
                    <a:pt x="106099" y="52868"/>
                  </a:lnTo>
                  <a:lnTo>
                    <a:pt x="106283" y="52881"/>
                  </a:lnTo>
                  <a:lnTo>
                    <a:pt x="106394" y="52921"/>
                  </a:lnTo>
                  <a:lnTo>
                    <a:pt x="106597" y="53068"/>
                  </a:lnTo>
                  <a:lnTo>
                    <a:pt x="106670" y="53094"/>
                  </a:lnTo>
                  <a:lnTo>
                    <a:pt x="106781" y="53134"/>
                  </a:lnTo>
                  <a:lnTo>
                    <a:pt x="106965" y="53134"/>
                  </a:lnTo>
                  <a:lnTo>
                    <a:pt x="107150" y="53161"/>
                  </a:lnTo>
                  <a:lnTo>
                    <a:pt x="107186" y="53188"/>
                  </a:lnTo>
                  <a:lnTo>
                    <a:pt x="107242" y="53228"/>
                  </a:lnTo>
                  <a:lnTo>
                    <a:pt x="107297" y="53268"/>
                  </a:lnTo>
                  <a:lnTo>
                    <a:pt x="107316" y="53334"/>
                  </a:lnTo>
                  <a:lnTo>
                    <a:pt x="107334" y="53374"/>
                  </a:lnTo>
                  <a:lnTo>
                    <a:pt x="107445" y="53428"/>
                  </a:lnTo>
                  <a:lnTo>
                    <a:pt x="107611" y="53481"/>
                  </a:lnTo>
                  <a:lnTo>
                    <a:pt x="107703" y="53521"/>
                  </a:lnTo>
                  <a:lnTo>
                    <a:pt x="107832" y="53588"/>
                  </a:lnTo>
                  <a:lnTo>
                    <a:pt x="107869" y="53614"/>
                  </a:lnTo>
                  <a:lnTo>
                    <a:pt x="107887" y="53614"/>
                  </a:lnTo>
                  <a:lnTo>
                    <a:pt x="107887" y="53614"/>
                  </a:lnTo>
                  <a:lnTo>
                    <a:pt x="107905" y="53628"/>
                  </a:lnTo>
                  <a:lnTo>
                    <a:pt x="107961" y="53654"/>
                  </a:lnTo>
                  <a:lnTo>
                    <a:pt x="107961" y="53668"/>
                  </a:lnTo>
                  <a:lnTo>
                    <a:pt x="107961" y="53681"/>
                  </a:lnTo>
                  <a:lnTo>
                    <a:pt x="107979" y="53694"/>
                  </a:lnTo>
                  <a:lnTo>
                    <a:pt x="108274" y="53948"/>
                  </a:lnTo>
                  <a:lnTo>
                    <a:pt x="108366" y="54027"/>
                  </a:lnTo>
                  <a:lnTo>
                    <a:pt x="108385" y="54041"/>
                  </a:lnTo>
                  <a:lnTo>
                    <a:pt x="108422" y="54054"/>
                  </a:lnTo>
                  <a:lnTo>
                    <a:pt x="108532" y="54054"/>
                  </a:lnTo>
                  <a:lnTo>
                    <a:pt x="108551" y="54147"/>
                  </a:lnTo>
                  <a:lnTo>
                    <a:pt x="108588" y="54187"/>
                  </a:lnTo>
                  <a:lnTo>
                    <a:pt x="108661" y="54241"/>
                  </a:lnTo>
                  <a:lnTo>
                    <a:pt x="108698" y="54307"/>
                  </a:lnTo>
                  <a:lnTo>
                    <a:pt x="108864" y="54334"/>
                  </a:lnTo>
                  <a:lnTo>
                    <a:pt x="108901" y="54347"/>
                  </a:lnTo>
                  <a:lnTo>
                    <a:pt x="108938" y="54401"/>
                  </a:lnTo>
                  <a:lnTo>
                    <a:pt x="108956" y="54427"/>
                  </a:lnTo>
                  <a:lnTo>
                    <a:pt x="108993" y="54454"/>
                  </a:lnTo>
                  <a:lnTo>
                    <a:pt x="109049" y="54454"/>
                  </a:lnTo>
                  <a:lnTo>
                    <a:pt x="109141" y="54454"/>
                  </a:lnTo>
                  <a:lnTo>
                    <a:pt x="109178" y="54467"/>
                  </a:lnTo>
                  <a:lnTo>
                    <a:pt x="109214" y="54507"/>
                  </a:lnTo>
                  <a:lnTo>
                    <a:pt x="109251" y="54534"/>
                  </a:lnTo>
                  <a:lnTo>
                    <a:pt x="109307" y="54547"/>
                  </a:lnTo>
                  <a:lnTo>
                    <a:pt x="109325" y="54547"/>
                  </a:lnTo>
                  <a:lnTo>
                    <a:pt x="109343" y="54534"/>
                  </a:lnTo>
                  <a:lnTo>
                    <a:pt x="109343" y="54507"/>
                  </a:lnTo>
                  <a:lnTo>
                    <a:pt x="109343" y="54454"/>
                  </a:lnTo>
                  <a:lnTo>
                    <a:pt x="109343" y="54427"/>
                  </a:lnTo>
                  <a:lnTo>
                    <a:pt x="109399" y="54401"/>
                  </a:lnTo>
                  <a:lnTo>
                    <a:pt x="109436" y="54401"/>
                  </a:lnTo>
                  <a:lnTo>
                    <a:pt x="109473" y="54414"/>
                  </a:lnTo>
                  <a:lnTo>
                    <a:pt x="109509" y="54401"/>
                  </a:lnTo>
                  <a:lnTo>
                    <a:pt x="109565" y="54387"/>
                  </a:lnTo>
                  <a:lnTo>
                    <a:pt x="109565" y="54347"/>
                  </a:lnTo>
                  <a:lnTo>
                    <a:pt x="109528" y="54321"/>
                  </a:lnTo>
                  <a:lnTo>
                    <a:pt x="109509" y="54281"/>
                  </a:lnTo>
                  <a:lnTo>
                    <a:pt x="109528" y="54267"/>
                  </a:lnTo>
                  <a:lnTo>
                    <a:pt x="109583" y="54214"/>
                  </a:lnTo>
                  <a:lnTo>
                    <a:pt x="109583" y="54187"/>
                  </a:lnTo>
                  <a:lnTo>
                    <a:pt x="109454" y="54174"/>
                  </a:lnTo>
                  <a:lnTo>
                    <a:pt x="109233" y="54214"/>
                  </a:lnTo>
                  <a:lnTo>
                    <a:pt x="109085" y="54187"/>
                  </a:lnTo>
                  <a:lnTo>
                    <a:pt x="109122" y="54134"/>
                  </a:lnTo>
                  <a:lnTo>
                    <a:pt x="109233" y="54134"/>
                  </a:lnTo>
                  <a:lnTo>
                    <a:pt x="109325" y="54161"/>
                  </a:lnTo>
                  <a:lnTo>
                    <a:pt x="109417" y="54147"/>
                  </a:lnTo>
                  <a:lnTo>
                    <a:pt x="109417" y="54107"/>
                  </a:lnTo>
                  <a:lnTo>
                    <a:pt x="109399" y="54054"/>
                  </a:lnTo>
                  <a:lnTo>
                    <a:pt x="109362" y="54014"/>
                  </a:lnTo>
                  <a:lnTo>
                    <a:pt x="109325" y="53974"/>
                  </a:lnTo>
                  <a:lnTo>
                    <a:pt x="109159" y="53854"/>
                  </a:lnTo>
                  <a:lnTo>
                    <a:pt x="108919" y="53894"/>
                  </a:lnTo>
                  <a:lnTo>
                    <a:pt x="108735" y="53788"/>
                  </a:lnTo>
                  <a:lnTo>
                    <a:pt x="108790" y="53748"/>
                  </a:lnTo>
                  <a:lnTo>
                    <a:pt x="108975" y="53788"/>
                  </a:lnTo>
                  <a:lnTo>
                    <a:pt x="109067" y="53748"/>
                  </a:lnTo>
                  <a:lnTo>
                    <a:pt x="109067" y="53641"/>
                  </a:lnTo>
                  <a:lnTo>
                    <a:pt x="108975" y="53548"/>
                  </a:lnTo>
                  <a:lnTo>
                    <a:pt x="108883" y="53494"/>
                  </a:lnTo>
                  <a:lnTo>
                    <a:pt x="108754" y="53481"/>
                  </a:lnTo>
                  <a:lnTo>
                    <a:pt x="108772" y="53414"/>
                  </a:lnTo>
                  <a:lnTo>
                    <a:pt x="108754" y="53374"/>
                  </a:lnTo>
                  <a:lnTo>
                    <a:pt x="108735" y="53334"/>
                  </a:lnTo>
                  <a:lnTo>
                    <a:pt x="108680" y="53254"/>
                  </a:lnTo>
                  <a:lnTo>
                    <a:pt x="108606" y="53201"/>
                  </a:lnTo>
                  <a:lnTo>
                    <a:pt x="108551" y="53148"/>
                  </a:lnTo>
                  <a:lnTo>
                    <a:pt x="108495" y="53121"/>
                  </a:lnTo>
                  <a:lnTo>
                    <a:pt x="108422" y="53108"/>
                  </a:lnTo>
                  <a:lnTo>
                    <a:pt x="108477" y="53054"/>
                  </a:lnTo>
                  <a:lnTo>
                    <a:pt x="108403" y="53001"/>
                  </a:lnTo>
                  <a:lnTo>
                    <a:pt x="108311" y="52974"/>
                  </a:lnTo>
                  <a:lnTo>
                    <a:pt x="108219" y="52961"/>
                  </a:lnTo>
                  <a:lnTo>
                    <a:pt x="108200" y="52894"/>
                  </a:lnTo>
                  <a:lnTo>
                    <a:pt x="108219" y="52881"/>
                  </a:lnTo>
                  <a:lnTo>
                    <a:pt x="108330" y="52881"/>
                  </a:lnTo>
                  <a:lnTo>
                    <a:pt x="108348" y="52854"/>
                  </a:lnTo>
                  <a:lnTo>
                    <a:pt x="108330" y="52801"/>
                  </a:lnTo>
                  <a:lnTo>
                    <a:pt x="108274" y="52708"/>
                  </a:lnTo>
                  <a:lnTo>
                    <a:pt x="108164" y="52614"/>
                  </a:lnTo>
                  <a:lnTo>
                    <a:pt x="108035" y="52561"/>
                  </a:lnTo>
                  <a:lnTo>
                    <a:pt x="107500" y="52468"/>
                  </a:lnTo>
                  <a:lnTo>
                    <a:pt x="107463" y="52441"/>
                  </a:lnTo>
                  <a:lnTo>
                    <a:pt x="107408" y="52415"/>
                  </a:lnTo>
                  <a:lnTo>
                    <a:pt x="107352" y="52415"/>
                  </a:lnTo>
                  <a:lnTo>
                    <a:pt x="107260" y="52508"/>
                  </a:lnTo>
                  <a:lnTo>
                    <a:pt x="106726" y="52561"/>
                  </a:lnTo>
                  <a:lnTo>
                    <a:pt x="106633" y="52548"/>
                  </a:lnTo>
                  <a:lnTo>
                    <a:pt x="106523" y="52481"/>
                  </a:lnTo>
                  <a:lnTo>
                    <a:pt x="106394" y="52415"/>
                  </a:lnTo>
                  <a:lnTo>
                    <a:pt x="106375" y="52321"/>
                  </a:lnTo>
                  <a:lnTo>
                    <a:pt x="106375" y="52281"/>
                  </a:lnTo>
                  <a:lnTo>
                    <a:pt x="106449" y="52228"/>
                  </a:lnTo>
                  <a:lnTo>
                    <a:pt x="106504" y="52188"/>
                  </a:lnTo>
                  <a:lnTo>
                    <a:pt x="106523" y="52148"/>
                  </a:lnTo>
                  <a:lnTo>
                    <a:pt x="106504" y="52081"/>
                  </a:lnTo>
                  <a:lnTo>
                    <a:pt x="106412" y="52028"/>
                  </a:lnTo>
                  <a:lnTo>
                    <a:pt x="106504" y="51881"/>
                  </a:lnTo>
                  <a:lnTo>
                    <a:pt x="106504" y="51801"/>
                  </a:lnTo>
                  <a:lnTo>
                    <a:pt x="106523" y="51761"/>
                  </a:lnTo>
                  <a:lnTo>
                    <a:pt x="106762" y="51441"/>
                  </a:lnTo>
                  <a:lnTo>
                    <a:pt x="106781" y="51401"/>
                  </a:lnTo>
                  <a:lnTo>
                    <a:pt x="106744" y="51375"/>
                  </a:lnTo>
                  <a:lnTo>
                    <a:pt x="106670" y="51348"/>
                  </a:lnTo>
                  <a:lnTo>
                    <a:pt x="106597" y="51308"/>
                  </a:lnTo>
                  <a:lnTo>
                    <a:pt x="106578" y="51268"/>
                  </a:lnTo>
                  <a:lnTo>
                    <a:pt x="106541" y="51241"/>
                  </a:lnTo>
                  <a:lnTo>
                    <a:pt x="106523" y="51228"/>
                  </a:lnTo>
                  <a:lnTo>
                    <a:pt x="106486" y="51215"/>
                  </a:lnTo>
                  <a:lnTo>
                    <a:pt x="106394" y="51188"/>
                  </a:lnTo>
                  <a:lnTo>
                    <a:pt x="106394" y="51268"/>
                  </a:lnTo>
                  <a:lnTo>
                    <a:pt x="106412" y="51361"/>
                  </a:lnTo>
                  <a:lnTo>
                    <a:pt x="106394" y="51415"/>
                  </a:lnTo>
                  <a:lnTo>
                    <a:pt x="106357" y="51415"/>
                  </a:lnTo>
                  <a:lnTo>
                    <a:pt x="106338" y="51388"/>
                  </a:lnTo>
                  <a:lnTo>
                    <a:pt x="106320" y="51361"/>
                  </a:lnTo>
                  <a:lnTo>
                    <a:pt x="106265" y="51348"/>
                  </a:lnTo>
                  <a:lnTo>
                    <a:pt x="106228" y="51348"/>
                  </a:lnTo>
                  <a:lnTo>
                    <a:pt x="106209" y="51361"/>
                  </a:lnTo>
                  <a:lnTo>
                    <a:pt x="106136" y="51428"/>
                  </a:lnTo>
                  <a:lnTo>
                    <a:pt x="106099" y="51481"/>
                  </a:lnTo>
                  <a:lnTo>
                    <a:pt x="106099" y="51588"/>
                  </a:lnTo>
                  <a:lnTo>
                    <a:pt x="106080" y="51655"/>
                  </a:lnTo>
                  <a:lnTo>
                    <a:pt x="106062" y="51695"/>
                  </a:lnTo>
                  <a:lnTo>
                    <a:pt x="105970" y="51761"/>
                  </a:lnTo>
                  <a:lnTo>
                    <a:pt x="105988" y="51668"/>
                  </a:lnTo>
                  <a:lnTo>
                    <a:pt x="105970" y="51615"/>
                  </a:lnTo>
                  <a:lnTo>
                    <a:pt x="105951" y="51548"/>
                  </a:lnTo>
                  <a:lnTo>
                    <a:pt x="105619" y="51641"/>
                  </a:lnTo>
                  <a:lnTo>
                    <a:pt x="105546" y="51695"/>
                  </a:lnTo>
                  <a:lnTo>
                    <a:pt x="105527" y="51695"/>
                  </a:lnTo>
                  <a:lnTo>
                    <a:pt x="105232" y="51788"/>
                  </a:lnTo>
                  <a:lnTo>
                    <a:pt x="105140" y="51775"/>
                  </a:lnTo>
                  <a:lnTo>
                    <a:pt x="105066" y="51735"/>
                  </a:lnTo>
                  <a:lnTo>
                    <a:pt x="105177" y="51681"/>
                  </a:lnTo>
                  <a:lnTo>
                    <a:pt x="105288" y="51615"/>
                  </a:lnTo>
                  <a:lnTo>
                    <a:pt x="105361" y="51481"/>
                  </a:lnTo>
                  <a:lnTo>
                    <a:pt x="105417" y="51441"/>
                  </a:lnTo>
                  <a:lnTo>
                    <a:pt x="105306" y="51401"/>
                  </a:lnTo>
                  <a:lnTo>
                    <a:pt x="105195" y="51441"/>
                  </a:lnTo>
                  <a:lnTo>
                    <a:pt x="105011" y="51548"/>
                  </a:lnTo>
                  <a:lnTo>
                    <a:pt x="105122" y="51321"/>
                  </a:lnTo>
                  <a:lnTo>
                    <a:pt x="105066" y="51321"/>
                  </a:lnTo>
                  <a:lnTo>
                    <a:pt x="104956" y="51348"/>
                  </a:lnTo>
                  <a:lnTo>
                    <a:pt x="104900" y="51348"/>
                  </a:lnTo>
                  <a:lnTo>
                    <a:pt x="104900" y="51281"/>
                  </a:lnTo>
                  <a:lnTo>
                    <a:pt x="104900" y="51268"/>
                  </a:lnTo>
                  <a:lnTo>
                    <a:pt x="104882" y="51241"/>
                  </a:lnTo>
                  <a:lnTo>
                    <a:pt x="104827" y="51281"/>
                  </a:lnTo>
                  <a:lnTo>
                    <a:pt x="104790" y="51281"/>
                  </a:lnTo>
                  <a:lnTo>
                    <a:pt x="104771" y="51241"/>
                  </a:lnTo>
                  <a:lnTo>
                    <a:pt x="104532" y="51175"/>
                  </a:lnTo>
                  <a:lnTo>
                    <a:pt x="104495" y="51175"/>
                  </a:lnTo>
                  <a:lnTo>
                    <a:pt x="104421" y="51215"/>
                  </a:lnTo>
                  <a:lnTo>
                    <a:pt x="104421" y="51241"/>
                  </a:lnTo>
                  <a:lnTo>
                    <a:pt x="104403" y="51361"/>
                  </a:lnTo>
                  <a:lnTo>
                    <a:pt x="104384" y="51388"/>
                  </a:lnTo>
                  <a:lnTo>
                    <a:pt x="104255" y="51428"/>
                  </a:lnTo>
                  <a:lnTo>
                    <a:pt x="104237" y="51401"/>
                  </a:lnTo>
                  <a:lnTo>
                    <a:pt x="104255" y="51361"/>
                  </a:lnTo>
                  <a:lnTo>
                    <a:pt x="104347" y="51161"/>
                  </a:lnTo>
                  <a:lnTo>
                    <a:pt x="104384" y="51135"/>
                  </a:lnTo>
                  <a:lnTo>
                    <a:pt x="104495" y="51081"/>
                  </a:lnTo>
                  <a:lnTo>
                    <a:pt x="104366" y="51015"/>
                  </a:lnTo>
                  <a:lnTo>
                    <a:pt x="104255" y="51015"/>
                  </a:lnTo>
                  <a:lnTo>
                    <a:pt x="104089" y="51081"/>
                  </a:lnTo>
                  <a:lnTo>
                    <a:pt x="104052" y="51041"/>
                  </a:lnTo>
                  <a:lnTo>
                    <a:pt x="104089" y="51001"/>
                  </a:lnTo>
                  <a:lnTo>
                    <a:pt x="104071" y="50975"/>
                  </a:lnTo>
                  <a:lnTo>
                    <a:pt x="104034" y="50948"/>
                  </a:lnTo>
                  <a:lnTo>
                    <a:pt x="103997" y="50962"/>
                  </a:lnTo>
                  <a:lnTo>
                    <a:pt x="103610" y="51148"/>
                  </a:lnTo>
                  <a:lnTo>
                    <a:pt x="103536" y="51161"/>
                  </a:lnTo>
                  <a:lnTo>
                    <a:pt x="103481" y="51148"/>
                  </a:lnTo>
                  <a:lnTo>
                    <a:pt x="103518" y="51095"/>
                  </a:lnTo>
                  <a:lnTo>
                    <a:pt x="103684" y="51001"/>
                  </a:lnTo>
                  <a:lnTo>
                    <a:pt x="103721" y="50948"/>
                  </a:lnTo>
                  <a:lnTo>
                    <a:pt x="103702" y="50948"/>
                  </a:lnTo>
                  <a:lnTo>
                    <a:pt x="103665" y="50922"/>
                  </a:lnTo>
                  <a:lnTo>
                    <a:pt x="103628" y="50895"/>
                  </a:lnTo>
                  <a:lnTo>
                    <a:pt x="103591" y="50882"/>
                  </a:lnTo>
                  <a:lnTo>
                    <a:pt x="103628" y="50868"/>
                  </a:lnTo>
                  <a:lnTo>
                    <a:pt x="103665" y="50868"/>
                  </a:lnTo>
                  <a:lnTo>
                    <a:pt x="103721" y="50868"/>
                  </a:lnTo>
                  <a:lnTo>
                    <a:pt x="103628" y="50815"/>
                  </a:lnTo>
                  <a:lnTo>
                    <a:pt x="103518" y="50842"/>
                  </a:lnTo>
                  <a:lnTo>
                    <a:pt x="103094" y="51028"/>
                  </a:lnTo>
                  <a:lnTo>
                    <a:pt x="103075" y="51028"/>
                  </a:lnTo>
                  <a:lnTo>
                    <a:pt x="103075" y="51015"/>
                  </a:lnTo>
                  <a:lnTo>
                    <a:pt x="103057" y="51001"/>
                  </a:lnTo>
                  <a:lnTo>
                    <a:pt x="103057" y="51015"/>
                  </a:lnTo>
                  <a:lnTo>
                    <a:pt x="103186" y="50922"/>
                  </a:lnTo>
                  <a:lnTo>
                    <a:pt x="103241" y="50855"/>
                  </a:lnTo>
                  <a:lnTo>
                    <a:pt x="103278" y="50828"/>
                  </a:lnTo>
                  <a:lnTo>
                    <a:pt x="103315" y="50788"/>
                  </a:lnTo>
                  <a:lnTo>
                    <a:pt x="104071" y="50695"/>
                  </a:lnTo>
                  <a:lnTo>
                    <a:pt x="104181" y="50628"/>
                  </a:lnTo>
                  <a:lnTo>
                    <a:pt x="104200" y="50535"/>
                  </a:lnTo>
                  <a:lnTo>
                    <a:pt x="104145" y="50388"/>
                  </a:lnTo>
                  <a:lnTo>
                    <a:pt x="104015" y="50335"/>
                  </a:lnTo>
                  <a:lnTo>
                    <a:pt x="103794" y="50322"/>
                  </a:lnTo>
                  <a:lnTo>
                    <a:pt x="103794" y="50228"/>
                  </a:lnTo>
                  <a:lnTo>
                    <a:pt x="103794" y="50202"/>
                  </a:lnTo>
                  <a:lnTo>
                    <a:pt x="103997" y="50108"/>
                  </a:lnTo>
                  <a:lnTo>
                    <a:pt x="104089" y="50002"/>
                  </a:lnTo>
                  <a:lnTo>
                    <a:pt x="104089" y="49948"/>
                  </a:lnTo>
                  <a:lnTo>
                    <a:pt x="104052" y="49855"/>
                  </a:lnTo>
                  <a:lnTo>
                    <a:pt x="103997" y="49802"/>
                  </a:lnTo>
                  <a:lnTo>
                    <a:pt x="103923" y="49735"/>
                  </a:lnTo>
                  <a:lnTo>
                    <a:pt x="103868" y="49708"/>
                  </a:lnTo>
                  <a:lnTo>
                    <a:pt x="103868" y="49762"/>
                  </a:lnTo>
                  <a:lnTo>
                    <a:pt x="103721" y="49828"/>
                  </a:lnTo>
                  <a:lnTo>
                    <a:pt x="103684" y="49828"/>
                  </a:lnTo>
                  <a:lnTo>
                    <a:pt x="103684" y="49788"/>
                  </a:lnTo>
                  <a:lnTo>
                    <a:pt x="103721" y="49668"/>
                  </a:lnTo>
                  <a:lnTo>
                    <a:pt x="103721" y="49628"/>
                  </a:lnTo>
                  <a:lnTo>
                    <a:pt x="103647" y="49642"/>
                  </a:lnTo>
                  <a:lnTo>
                    <a:pt x="103555" y="49802"/>
                  </a:lnTo>
                  <a:lnTo>
                    <a:pt x="103499" y="49855"/>
                  </a:lnTo>
                  <a:lnTo>
                    <a:pt x="103481" y="49815"/>
                  </a:lnTo>
                  <a:lnTo>
                    <a:pt x="103481" y="49695"/>
                  </a:lnTo>
                  <a:lnTo>
                    <a:pt x="103462" y="49655"/>
                  </a:lnTo>
                  <a:lnTo>
                    <a:pt x="103426" y="49628"/>
                  </a:lnTo>
                  <a:lnTo>
                    <a:pt x="103370" y="49588"/>
                  </a:lnTo>
                  <a:lnTo>
                    <a:pt x="103370" y="49628"/>
                  </a:lnTo>
                  <a:lnTo>
                    <a:pt x="103352" y="49655"/>
                  </a:lnTo>
                  <a:lnTo>
                    <a:pt x="103315" y="49695"/>
                  </a:lnTo>
                  <a:lnTo>
                    <a:pt x="103315" y="49735"/>
                  </a:lnTo>
                  <a:lnTo>
                    <a:pt x="103333" y="49775"/>
                  </a:lnTo>
                  <a:lnTo>
                    <a:pt x="103352" y="49815"/>
                  </a:lnTo>
                  <a:lnTo>
                    <a:pt x="103389" y="49895"/>
                  </a:lnTo>
                  <a:lnTo>
                    <a:pt x="103462" y="49935"/>
                  </a:lnTo>
                  <a:lnTo>
                    <a:pt x="103462" y="49948"/>
                  </a:lnTo>
                  <a:lnTo>
                    <a:pt x="103444" y="49962"/>
                  </a:lnTo>
                  <a:lnTo>
                    <a:pt x="103389" y="49975"/>
                  </a:lnTo>
                  <a:lnTo>
                    <a:pt x="103370" y="49962"/>
                  </a:lnTo>
                  <a:lnTo>
                    <a:pt x="103296" y="49948"/>
                  </a:lnTo>
                  <a:lnTo>
                    <a:pt x="103278" y="49948"/>
                  </a:lnTo>
                  <a:lnTo>
                    <a:pt x="103260" y="49962"/>
                  </a:lnTo>
                  <a:lnTo>
                    <a:pt x="103260" y="50028"/>
                  </a:lnTo>
                  <a:lnTo>
                    <a:pt x="103241" y="50042"/>
                  </a:lnTo>
                  <a:lnTo>
                    <a:pt x="103241" y="50135"/>
                  </a:lnTo>
                  <a:lnTo>
                    <a:pt x="103204" y="50188"/>
                  </a:lnTo>
                  <a:lnTo>
                    <a:pt x="103186" y="50188"/>
                  </a:lnTo>
                  <a:lnTo>
                    <a:pt x="103149" y="50122"/>
                  </a:lnTo>
                  <a:lnTo>
                    <a:pt x="103149" y="50068"/>
                  </a:lnTo>
                  <a:lnTo>
                    <a:pt x="103167" y="49908"/>
                  </a:lnTo>
                  <a:lnTo>
                    <a:pt x="103167" y="49842"/>
                  </a:lnTo>
                  <a:lnTo>
                    <a:pt x="103112" y="49775"/>
                  </a:lnTo>
                  <a:lnTo>
                    <a:pt x="103075" y="49788"/>
                  </a:lnTo>
                  <a:lnTo>
                    <a:pt x="102983" y="49828"/>
                  </a:lnTo>
                  <a:lnTo>
                    <a:pt x="102965" y="49842"/>
                  </a:lnTo>
                  <a:lnTo>
                    <a:pt x="102965" y="49935"/>
                  </a:lnTo>
                  <a:lnTo>
                    <a:pt x="102946" y="50055"/>
                  </a:lnTo>
                  <a:lnTo>
                    <a:pt x="102909" y="50135"/>
                  </a:lnTo>
                  <a:lnTo>
                    <a:pt x="102817" y="50162"/>
                  </a:lnTo>
                  <a:lnTo>
                    <a:pt x="102817" y="50122"/>
                  </a:lnTo>
                  <a:lnTo>
                    <a:pt x="102799" y="50082"/>
                  </a:lnTo>
                  <a:lnTo>
                    <a:pt x="102780" y="50055"/>
                  </a:lnTo>
                  <a:lnTo>
                    <a:pt x="102522" y="50162"/>
                  </a:lnTo>
                  <a:lnTo>
                    <a:pt x="102356" y="50268"/>
                  </a:lnTo>
                  <a:lnTo>
                    <a:pt x="102301" y="50295"/>
                  </a:lnTo>
                  <a:lnTo>
                    <a:pt x="102227" y="50228"/>
                  </a:lnTo>
                  <a:lnTo>
                    <a:pt x="102190" y="50202"/>
                  </a:lnTo>
                  <a:lnTo>
                    <a:pt x="102172" y="50162"/>
                  </a:lnTo>
                  <a:lnTo>
                    <a:pt x="102098" y="50082"/>
                  </a:lnTo>
                  <a:lnTo>
                    <a:pt x="102043" y="49988"/>
                  </a:lnTo>
                  <a:lnTo>
                    <a:pt x="101988" y="49935"/>
                  </a:lnTo>
                  <a:lnTo>
                    <a:pt x="101914" y="49908"/>
                  </a:lnTo>
                  <a:lnTo>
                    <a:pt x="101858" y="49908"/>
                  </a:lnTo>
                  <a:lnTo>
                    <a:pt x="101877" y="49842"/>
                  </a:lnTo>
                  <a:lnTo>
                    <a:pt x="101914" y="49815"/>
                  </a:lnTo>
                  <a:lnTo>
                    <a:pt x="102024" y="49775"/>
                  </a:lnTo>
                  <a:lnTo>
                    <a:pt x="102043" y="49735"/>
                  </a:lnTo>
                  <a:lnTo>
                    <a:pt x="102061" y="49588"/>
                  </a:lnTo>
                  <a:lnTo>
                    <a:pt x="102080" y="49508"/>
                  </a:lnTo>
                  <a:lnTo>
                    <a:pt x="102061" y="49442"/>
                  </a:lnTo>
                  <a:lnTo>
                    <a:pt x="102006" y="49349"/>
                  </a:lnTo>
                  <a:lnTo>
                    <a:pt x="102006" y="49349"/>
                  </a:lnTo>
                  <a:lnTo>
                    <a:pt x="101969" y="49335"/>
                  </a:lnTo>
                  <a:lnTo>
                    <a:pt x="101932" y="49322"/>
                  </a:lnTo>
                  <a:lnTo>
                    <a:pt x="101895" y="49282"/>
                  </a:lnTo>
                  <a:lnTo>
                    <a:pt x="101895" y="49255"/>
                  </a:lnTo>
                  <a:lnTo>
                    <a:pt x="101914" y="49215"/>
                  </a:lnTo>
                  <a:lnTo>
                    <a:pt x="101914" y="49202"/>
                  </a:lnTo>
                  <a:lnTo>
                    <a:pt x="101711" y="49029"/>
                  </a:lnTo>
                  <a:lnTo>
                    <a:pt x="101508" y="49029"/>
                  </a:lnTo>
                  <a:lnTo>
                    <a:pt x="101434" y="49162"/>
                  </a:lnTo>
                  <a:lnTo>
                    <a:pt x="101637" y="49429"/>
                  </a:lnTo>
                  <a:lnTo>
                    <a:pt x="101619" y="49429"/>
                  </a:lnTo>
                  <a:lnTo>
                    <a:pt x="101471" y="49322"/>
                  </a:lnTo>
                  <a:lnTo>
                    <a:pt x="101398" y="49282"/>
                  </a:lnTo>
                  <a:lnTo>
                    <a:pt x="101361" y="49215"/>
                  </a:lnTo>
                  <a:lnTo>
                    <a:pt x="101324" y="49135"/>
                  </a:lnTo>
                  <a:lnTo>
                    <a:pt x="101324" y="49055"/>
                  </a:lnTo>
                  <a:lnTo>
                    <a:pt x="101361" y="48935"/>
                  </a:lnTo>
                  <a:lnTo>
                    <a:pt x="101305" y="48882"/>
                  </a:lnTo>
                  <a:lnTo>
                    <a:pt x="101195" y="48815"/>
                  </a:lnTo>
                  <a:lnTo>
                    <a:pt x="101084" y="48789"/>
                  </a:lnTo>
                  <a:lnTo>
                    <a:pt x="101010" y="48802"/>
                  </a:lnTo>
                  <a:lnTo>
                    <a:pt x="101029" y="48869"/>
                  </a:lnTo>
                  <a:lnTo>
                    <a:pt x="101066" y="48949"/>
                  </a:lnTo>
                  <a:lnTo>
                    <a:pt x="101084" y="49015"/>
                  </a:lnTo>
                  <a:lnTo>
                    <a:pt x="101010" y="49015"/>
                  </a:lnTo>
                  <a:lnTo>
                    <a:pt x="100918" y="48842"/>
                  </a:lnTo>
                  <a:lnTo>
                    <a:pt x="100881" y="48775"/>
                  </a:lnTo>
                  <a:lnTo>
                    <a:pt x="100826" y="48762"/>
                  </a:lnTo>
                  <a:lnTo>
                    <a:pt x="100808" y="48775"/>
                  </a:lnTo>
                  <a:lnTo>
                    <a:pt x="100752" y="48749"/>
                  </a:lnTo>
                  <a:lnTo>
                    <a:pt x="100715" y="48735"/>
                  </a:lnTo>
                  <a:lnTo>
                    <a:pt x="100697" y="48735"/>
                  </a:lnTo>
                  <a:lnTo>
                    <a:pt x="100660" y="48735"/>
                  </a:lnTo>
                  <a:lnTo>
                    <a:pt x="100642" y="48735"/>
                  </a:lnTo>
                  <a:lnTo>
                    <a:pt x="100623" y="48749"/>
                  </a:lnTo>
                  <a:lnTo>
                    <a:pt x="100623" y="48775"/>
                  </a:lnTo>
                  <a:lnTo>
                    <a:pt x="100642" y="48789"/>
                  </a:lnTo>
                  <a:lnTo>
                    <a:pt x="100642" y="48802"/>
                  </a:lnTo>
                  <a:lnTo>
                    <a:pt x="100623" y="48815"/>
                  </a:lnTo>
                  <a:lnTo>
                    <a:pt x="100605" y="48815"/>
                  </a:lnTo>
                  <a:lnTo>
                    <a:pt x="100550" y="48802"/>
                  </a:lnTo>
                  <a:lnTo>
                    <a:pt x="100439" y="48789"/>
                  </a:lnTo>
                  <a:lnTo>
                    <a:pt x="100365" y="48789"/>
                  </a:lnTo>
                  <a:lnTo>
                    <a:pt x="100365" y="48842"/>
                  </a:lnTo>
                  <a:lnTo>
                    <a:pt x="100476" y="48922"/>
                  </a:lnTo>
                  <a:lnTo>
                    <a:pt x="100715" y="49015"/>
                  </a:lnTo>
                  <a:lnTo>
                    <a:pt x="100752" y="49069"/>
                  </a:lnTo>
                  <a:lnTo>
                    <a:pt x="100734" y="49122"/>
                  </a:lnTo>
                  <a:lnTo>
                    <a:pt x="100697" y="49135"/>
                  </a:lnTo>
                  <a:lnTo>
                    <a:pt x="100642" y="49149"/>
                  </a:lnTo>
                  <a:lnTo>
                    <a:pt x="100734" y="49189"/>
                  </a:lnTo>
                  <a:lnTo>
                    <a:pt x="100844" y="49242"/>
                  </a:lnTo>
                  <a:lnTo>
                    <a:pt x="100955" y="49269"/>
                  </a:lnTo>
                  <a:lnTo>
                    <a:pt x="101010" y="49269"/>
                  </a:lnTo>
                  <a:lnTo>
                    <a:pt x="101066" y="49295"/>
                  </a:lnTo>
                  <a:lnTo>
                    <a:pt x="100955" y="49349"/>
                  </a:lnTo>
                  <a:lnTo>
                    <a:pt x="101010" y="49429"/>
                  </a:lnTo>
                  <a:lnTo>
                    <a:pt x="101139" y="49522"/>
                  </a:lnTo>
                  <a:lnTo>
                    <a:pt x="101287" y="49588"/>
                  </a:lnTo>
                  <a:lnTo>
                    <a:pt x="101490" y="49668"/>
                  </a:lnTo>
                  <a:lnTo>
                    <a:pt x="101527" y="49682"/>
                  </a:lnTo>
                  <a:lnTo>
                    <a:pt x="101545" y="49762"/>
                  </a:lnTo>
                  <a:lnTo>
                    <a:pt x="101527" y="49775"/>
                  </a:lnTo>
                  <a:lnTo>
                    <a:pt x="101453" y="49735"/>
                  </a:lnTo>
                  <a:lnTo>
                    <a:pt x="101379" y="49722"/>
                  </a:lnTo>
                  <a:lnTo>
                    <a:pt x="101324" y="49695"/>
                  </a:lnTo>
                  <a:lnTo>
                    <a:pt x="101158" y="49668"/>
                  </a:lnTo>
                  <a:lnTo>
                    <a:pt x="100844" y="49469"/>
                  </a:lnTo>
                  <a:lnTo>
                    <a:pt x="100826" y="49442"/>
                  </a:lnTo>
                  <a:lnTo>
                    <a:pt x="100808" y="49402"/>
                  </a:lnTo>
                  <a:lnTo>
                    <a:pt x="100789" y="49375"/>
                  </a:lnTo>
                  <a:lnTo>
                    <a:pt x="100752" y="49335"/>
                  </a:lnTo>
                  <a:lnTo>
                    <a:pt x="100715" y="49335"/>
                  </a:lnTo>
                  <a:lnTo>
                    <a:pt x="100697" y="49349"/>
                  </a:lnTo>
                  <a:lnTo>
                    <a:pt x="100660" y="49389"/>
                  </a:lnTo>
                  <a:lnTo>
                    <a:pt x="100642" y="49402"/>
                  </a:lnTo>
                  <a:lnTo>
                    <a:pt x="100642" y="49442"/>
                  </a:lnTo>
                  <a:lnTo>
                    <a:pt x="100715" y="49522"/>
                  </a:lnTo>
                  <a:lnTo>
                    <a:pt x="100771" y="49575"/>
                  </a:lnTo>
                  <a:lnTo>
                    <a:pt x="100826" y="49602"/>
                  </a:lnTo>
                  <a:lnTo>
                    <a:pt x="100789" y="49655"/>
                  </a:lnTo>
                  <a:lnTo>
                    <a:pt x="100697" y="49628"/>
                  </a:lnTo>
                  <a:lnTo>
                    <a:pt x="100605" y="49535"/>
                  </a:lnTo>
                  <a:lnTo>
                    <a:pt x="100568" y="49429"/>
                  </a:lnTo>
                  <a:lnTo>
                    <a:pt x="100550" y="49335"/>
                  </a:lnTo>
                  <a:lnTo>
                    <a:pt x="100476" y="49215"/>
                  </a:lnTo>
                  <a:lnTo>
                    <a:pt x="100402" y="49122"/>
                  </a:lnTo>
                  <a:lnTo>
                    <a:pt x="100273" y="49015"/>
                  </a:lnTo>
                  <a:lnTo>
                    <a:pt x="100273" y="49215"/>
                  </a:lnTo>
                  <a:lnTo>
                    <a:pt x="100236" y="49255"/>
                  </a:lnTo>
                  <a:lnTo>
                    <a:pt x="100255" y="49295"/>
                  </a:lnTo>
                  <a:lnTo>
                    <a:pt x="100310" y="49482"/>
                  </a:lnTo>
                  <a:lnTo>
                    <a:pt x="100347" y="49628"/>
                  </a:lnTo>
                  <a:lnTo>
                    <a:pt x="100439" y="49775"/>
                  </a:lnTo>
                  <a:lnTo>
                    <a:pt x="100476" y="49895"/>
                  </a:lnTo>
                  <a:lnTo>
                    <a:pt x="100347" y="49908"/>
                  </a:lnTo>
                  <a:lnTo>
                    <a:pt x="100310" y="49842"/>
                  </a:lnTo>
                  <a:lnTo>
                    <a:pt x="100291" y="49802"/>
                  </a:lnTo>
                  <a:lnTo>
                    <a:pt x="100255" y="49762"/>
                  </a:lnTo>
                  <a:lnTo>
                    <a:pt x="100218" y="49722"/>
                  </a:lnTo>
                  <a:lnTo>
                    <a:pt x="100181" y="49695"/>
                  </a:lnTo>
                  <a:lnTo>
                    <a:pt x="100162" y="49668"/>
                  </a:lnTo>
                  <a:lnTo>
                    <a:pt x="100125" y="49588"/>
                  </a:lnTo>
                  <a:lnTo>
                    <a:pt x="99941" y="49682"/>
                  </a:lnTo>
                  <a:lnTo>
                    <a:pt x="99849" y="49695"/>
                  </a:lnTo>
                  <a:lnTo>
                    <a:pt x="99757" y="49668"/>
                  </a:lnTo>
                  <a:lnTo>
                    <a:pt x="100089" y="49548"/>
                  </a:lnTo>
                  <a:lnTo>
                    <a:pt x="100107" y="49508"/>
                  </a:lnTo>
                  <a:lnTo>
                    <a:pt x="100089" y="49429"/>
                  </a:lnTo>
                  <a:lnTo>
                    <a:pt x="100033" y="49349"/>
                  </a:lnTo>
                  <a:lnTo>
                    <a:pt x="99941" y="49322"/>
                  </a:lnTo>
                  <a:lnTo>
                    <a:pt x="99941" y="49255"/>
                  </a:lnTo>
                  <a:lnTo>
                    <a:pt x="99923" y="49189"/>
                  </a:lnTo>
                  <a:lnTo>
                    <a:pt x="99904" y="49122"/>
                  </a:lnTo>
                  <a:lnTo>
                    <a:pt x="99904" y="49069"/>
                  </a:lnTo>
                  <a:lnTo>
                    <a:pt x="99683" y="49015"/>
                  </a:lnTo>
                  <a:lnTo>
                    <a:pt x="99554" y="49015"/>
                  </a:lnTo>
                  <a:lnTo>
                    <a:pt x="99499" y="49042"/>
                  </a:lnTo>
                  <a:lnTo>
                    <a:pt x="99499" y="49082"/>
                  </a:lnTo>
                  <a:lnTo>
                    <a:pt x="99517" y="49149"/>
                  </a:lnTo>
                  <a:lnTo>
                    <a:pt x="99536" y="49189"/>
                  </a:lnTo>
                  <a:lnTo>
                    <a:pt x="99517" y="49215"/>
                  </a:lnTo>
                  <a:lnTo>
                    <a:pt x="99480" y="49215"/>
                  </a:lnTo>
                  <a:lnTo>
                    <a:pt x="99443" y="49175"/>
                  </a:lnTo>
                  <a:lnTo>
                    <a:pt x="99425" y="49135"/>
                  </a:lnTo>
                  <a:lnTo>
                    <a:pt x="99425" y="49069"/>
                  </a:lnTo>
                  <a:lnTo>
                    <a:pt x="99388" y="49082"/>
                  </a:lnTo>
                  <a:lnTo>
                    <a:pt x="99370" y="49042"/>
                  </a:lnTo>
                  <a:lnTo>
                    <a:pt x="99314" y="49015"/>
                  </a:lnTo>
                  <a:lnTo>
                    <a:pt x="99222" y="48975"/>
                  </a:lnTo>
                  <a:lnTo>
                    <a:pt x="99167" y="48935"/>
                  </a:lnTo>
                  <a:lnTo>
                    <a:pt x="99111" y="48949"/>
                  </a:lnTo>
                  <a:lnTo>
                    <a:pt x="99204" y="49042"/>
                  </a:lnTo>
                  <a:lnTo>
                    <a:pt x="99185" y="49069"/>
                  </a:lnTo>
                  <a:lnTo>
                    <a:pt x="98964" y="49109"/>
                  </a:lnTo>
                  <a:lnTo>
                    <a:pt x="98890" y="49109"/>
                  </a:lnTo>
                  <a:lnTo>
                    <a:pt x="98798" y="49069"/>
                  </a:lnTo>
                  <a:lnTo>
                    <a:pt x="98761" y="48949"/>
                  </a:lnTo>
                  <a:lnTo>
                    <a:pt x="98743" y="48922"/>
                  </a:lnTo>
                  <a:lnTo>
                    <a:pt x="98706" y="48895"/>
                  </a:lnTo>
                  <a:lnTo>
                    <a:pt x="98651" y="48895"/>
                  </a:lnTo>
                  <a:lnTo>
                    <a:pt x="98651" y="48922"/>
                  </a:lnTo>
                  <a:lnTo>
                    <a:pt x="98651" y="49055"/>
                  </a:lnTo>
                  <a:lnTo>
                    <a:pt x="98614" y="49029"/>
                  </a:lnTo>
                  <a:lnTo>
                    <a:pt x="98558" y="48895"/>
                  </a:lnTo>
                  <a:lnTo>
                    <a:pt x="98485" y="48855"/>
                  </a:lnTo>
                  <a:lnTo>
                    <a:pt x="98466" y="48815"/>
                  </a:lnTo>
                  <a:lnTo>
                    <a:pt x="98429" y="48815"/>
                  </a:lnTo>
                  <a:lnTo>
                    <a:pt x="98392" y="48842"/>
                  </a:lnTo>
                  <a:lnTo>
                    <a:pt x="98374" y="48842"/>
                  </a:lnTo>
                  <a:lnTo>
                    <a:pt x="98282" y="48815"/>
                  </a:lnTo>
                  <a:lnTo>
                    <a:pt x="98005" y="48815"/>
                  </a:lnTo>
                  <a:lnTo>
                    <a:pt x="98005" y="48882"/>
                  </a:lnTo>
                  <a:lnTo>
                    <a:pt x="98061" y="48935"/>
                  </a:lnTo>
                  <a:lnTo>
                    <a:pt x="98263" y="49042"/>
                  </a:lnTo>
                  <a:lnTo>
                    <a:pt x="98319" y="49109"/>
                  </a:lnTo>
                  <a:lnTo>
                    <a:pt x="98392" y="49189"/>
                  </a:lnTo>
                  <a:lnTo>
                    <a:pt x="98448" y="49269"/>
                  </a:lnTo>
                  <a:lnTo>
                    <a:pt x="98595" y="49588"/>
                  </a:lnTo>
                  <a:lnTo>
                    <a:pt x="98632" y="49668"/>
                  </a:lnTo>
                  <a:lnTo>
                    <a:pt x="98724" y="49762"/>
                  </a:lnTo>
                  <a:lnTo>
                    <a:pt x="98780" y="49828"/>
                  </a:lnTo>
                  <a:lnTo>
                    <a:pt x="98835" y="49842"/>
                  </a:lnTo>
                  <a:lnTo>
                    <a:pt x="98927" y="49855"/>
                  </a:lnTo>
                  <a:lnTo>
                    <a:pt x="99001" y="49908"/>
                  </a:lnTo>
                  <a:lnTo>
                    <a:pt x="98927" y="50002"/>
                  </a:lnTo>
                  <a:lnTo>
                    <a:pt x="98890" y="50028"/>
                  </a:lnTo>
                  <a:lnTo>
                    <a:pt x="98853" y="50028"/>
                  </a:lnTo>
                  <a:lnTo>
                    <a:pt x="98835" y="50002"/>
                  </a:lnTo>
                  <a:lnTo>
                    <a:pt x="98817" y="49988"/>
                  </a:lnTo>
                  <a:lnTo>
                    <a:pt x="98817" y="49975"/>
                  </a:lnTo>
                  <a:lnTo>
                    <a:pt x="98817" y="49948"/>
                  </a:lnTo>
                  <a:lnTo>
                    <a:pt x="98817" y="49935"/>
                  </a:lnTo>
                  <a:lnTo>
                    <a:pt x="98798" y="49935"/>
                  </a:lnTo>
                  <a:lnTo>
                    <a:pt x="98724" y="49922"/>
                  </a:lnTo>
                  <a:lnTo>
                    <a:pt x="98706" y="49868"/>
                  </a:lnTo>
                  <a:lnTo>
                    <a:pt x="98669" y="49842"/>
                  </a:lnTo>
                  <a:lnTo>
                    <a:pt x="98632" y="49815"/>
                  </a:lnTo>
                  <a:lnTo>
                    <a:pt x="98595" y="49815"/>
                  </a:lnTo>
                  <a:lnTo>
                    <a:pt x="98577" y="49762"/>
                  </a:lnTo>
                  <a:lnTo>
                    <a:pt x="98522" y="49682"/>
                  </a:lnTo>
                  <a:lnTo>
                    <a:pt x="98429" y="49642"/>
                  </a:lnTo>
                  <a:lnTo>
                    <a:pt x="98374" y="49642"/>
                  </a:lnTo>
                  <a:lnTo>
                    <a:pt x="98356" y="49602"/>
                  </a:lnTo>
                  <a:lnTo>
                    <a:pt x="98374" y="49562"/>
                  </a:lnTo>
                  <a:lnTo>
                    <a:pt x="98374" y="49522"/>
                  </a:lnTo>
                  <a:lnTo>
                    <a:pt x="98356" y="49469"/>
                  </a:lnTo>
                  <a:lnTo>
                    <a:pt x="98300" y="49402"/>
                  </a:lnTo>
                  <a:lnTo>
                    <a:pt x="98208" y="49375"/>
                  </a:lnTo>
                  <a:lnTo>
                    <a:pt x="97950" y="49389"/>
                  </a:lnTo>
                  <a:lnTo>
                    <a:pt x="98079" y="49282"/>
                  </a:lnTo>
                  <a:lnTo>
                    <a:pt x="98098" y="49202"/>
                  </a:lnTo>
                  <a:lnTo>
                    <a:pt x="98024" y="49082"/>
                  </a:lnTo>
                  <a:lnTo>
                    <a:pt x="97950" y="49042"/>
                  </a:lnTo>
                  <a:lnTo>
                    <a:pt x="97950" y="49055"/>
                  </a:lnTo>
                  <a:lnTo>
                    <a:pt x="97950" y="49082"/>
                  </a:lnTo>
                  <a:lnTo>
                    <a:pt x="97913" y="49082"/>
                  </a:lnTo>
                  <a:lnTo>
                    <a:pt x="97876" y="49055"/>
                  </a:lnTo>
                  <a:lnTo>
                    <a:pt x="97858" y="49029"/>
                  </a:lnTo>
                  <a:lnTo>
                    <a:pt x="97839" y="49002"/>
                  </a:lnTo>
                  <a:lnTo>
                    <a:pt x="97858" y="48975"/>
                  </a:lnTo>
                  <a:lnTo>
                    <a:pt x="97839" y="48975"/>
                  </a:lnTo>
                  <a:lnTo>
                    <a:pt x="97821" y="48949"/>
                  </a:lnTo>
                  <a:lnTo>
                    <a:pt x="97803" y="48949"/>
                  </a:lnTo>
                  <a:lnTo>
                    <a:pt x="97766" y="48949"/>
                  </a:lnTo>
                  <a:lnTo>
                    <a:pt x="97766" y="48909"/>
                  </a:lnTo>
                  <a:lnTo>
                    <a:pt x="97747" y="48869"/>
                  </a:lnTo>
                  <a:lnTo>
                    <a:pt x="97729" y="48775"/>
                  </a:lnTo>
                  <a:lnTo>
                    <a:pt x="97655" y="48975"/>
                  </a:lnTo>
                  <a:lnTo>
                    <a:pt x="97618" y="49015"/>
                  </a:lnTo>
                  <a:lnTo>
                    <a:pt x="97637" y="49015"/>
                  </a:lnTo>
                  <a:lnTo>
                    <a:pt x="97618" y="49015"/>
                  </a:lnTo>
                  <a:lnTo>
                    <a:pt x="97618" y="49015"/>
                  </a:lnTo>
                  <a:lnTo>
                    <a:pt x="97563" y="49002"/>
                  </a:lnTo>
                  <a:lnTo>
                    <a:pt x="97397" y="49015"/>
                  </a:lnTo>
                  <a:lnTo>
                    <a:pt x="97397" y="48909"/>
                  </a:lnTo>
                  <a:lnTo>
                    <a:pt x="97637" y="48869"/>
                  </a:lnTo>
                  <a:lnTo>
                    <a:pt x="97563" y="48735"/>
                  </a:lnTo>
                  <a:lnTo>
                    <a:pt x="97489" y="48762"/>
                  </a:lnTo>
                  <a:lnTo>
                    <a:pt x="97489" y="48682"/>
                  </a:lnTo>
                  <a:lnTo>
                    <a:pt x="97563" y="48589"/>
                  </a:lnTo>
                  <a:lnTo>
                    <a:pt x="97526" y="48522"/>
                  </a:lnTo>
                  <a:lnTo>
                    <a:pt x="97508" y="48469"/>
                  </a:lnTo>
                  <a:lnTo>
                    <a:pt x="97489" y="48402"/>
                  </a:lnTo>
                  <a:lnTo>
                    <a:pt x="97452" y="48335"/>
                  </a:lnTo>
                  <a:lnTo>
                    <a:pt x="97452" y="48282"/>
                  </a:lnTo>
                  <a:lnTo>
                    <a:pt x="97434" y="48255"/>
                  </a:lnTo>
                  <a:lnTo>
                    <a:pt x="97379" y="48295"/>
                  </a:lnTo>
                  <a:lnTo>
                    <a:pt x="97342" y="48455"/>
                  </a:lnTo>
                  <a:lnTo>
                    <a:pt x="97305" y="48495"/>
                  </a:lnTo>
                  <a:lnTo>
                    <a:pt x="97286" y="48522"/>
                  </a:lnTo>
                  <a:lnTo>
                    <a:pt x="97286" y="48762"/>
                  </a:lnTo>
                  <a:lnTo>
                    <a:pt x="97360" y="48855"/>
                  </a:lnTo>
                  <a:lnTo>
                    <a:pt x="97360" y="48909"/>
                  </a:lnTo>
                  <a:lnTo>
                    <a:pt x="97268" y="48989"/>
                  </a:lnTo>
                  <a:lnTo>
                    <a:pt x="97231" y="49002"/>
                  </a:lnTo>
                  <a:lnTo>
                    <a:pt x="97213" y="48909"/>
                  </a:lnTo>
                  <a:lnTo>
                    <a:pt x="97157" y="48895"/>
                  </a:lnTo>
                  <a:lnTo>
                    <a:pt x="97084" y="48922"/>
                  </a:lnTo>
                  <a:lnTo>
                    <a:pt x="97028" y="48949"/>
                  </a:lnTo>
                  <a:lnTo>
                    <a:pt x="96936" y="49082"/>
                  </a:lnTo>
                  <a:lnTo>
                    <a:pt x="96862" y="49122"/>
                  </a:lnTo>
                  <a:lnTo>
                    <a:pt x="96844" y="49109"/>
                  </a:lnTo>
                  <a:lnTo>
                    <a:pt x="96862" y="49055"/>
                  </a:lnTo>
                  <a:lnTo>
                    <a:pt x="96844" y="48922"/>
                  </a:lnTo>
                  <a:lnTo>
                    <a:pt x="96862" y="48869"/>
                  </a:lnTo>
                  <a:lnTo>
                    <a:pt x="96918" y="48842"/>
                  </a:lnTo>
                  <a:lnTo>
                    <a:pt x="97102" y="48789"/>
                  </a:lnTo>
                  <a:lnTo>
                    <a:pt x="97047" y="48709"/>
                  </a:lnTo>
                  <a:lnTo>
                    <a:pt x="96807" y="48322"/>
                  </a:lnTo>
                  <a:lnTo>
                    <a:pt x="96733" y="48215"/>
                  </a:lnTo>
                  <a:lnTo>
                    <a:pt x="96733" y="48375"/>
                  </a:lnTo>
                  <a:lnTo>
                    <a:pt x="96715" y="48442"/>
                  </a:lnTo>
                  <a:lnTo>
                    <a:pt x="96623" y="48442"/>
                  </a:lnTo>
                  <a:lnTo>
                    <a:pt x="96623" y="48402"/>
                  </a:lnTo>
                  <a:lnTo>
                    <a:pt x="96604" y="48362"/>
                  </a:lnTo>
                  <a:lnTo>
                    <a:pt x="96549" y="48362"/>
                  </a:lnTo>
                  <a:lnTo>
                    <a:pt x="96494" y="48375"/>
                  </a:lnTo>
                  <a:lnTo>
                    <a:pt x="96457" y="48415"/>
                  </a:lnTo>
                  <a:lnTo>
                    <a:pt x="96438" y="48509"/>
                  </a:lnTo>
                  <a:lnTo>
                    <a:pt x="96420" y="48522"/>
                  </a:lnTo>
                  <a:lnTo>
                    <a:pt x="96383" y="48509"/>
                  </a:lnTo>
                  <a:lnTo>
                    <a:pt x="96328" y="48455"/>
                  </a:lnTo>
                  <a:lnTo>
                    <a:pt x="96291" y="48442"/>
                  </a:lnTo>
                  <a:lnTo>
                    <a:pt x="96254" y="48415"/>
                  </a:lnTo>
                  <a:lnTo>
                    <a:pt x="96217" y="48455"/>
                  </a:lnTo>
                  <a:lnTo>
                    <a:pt x="96199" y="48482"/>
                  </a:lnTo>
                  <a:lnTo>
                    <a:pt x="96180" y="48402"/>
                  </a:lnTo>
                  <a:lnTo>
                    <a:pt x="96217" y="48362"/>
                  </a:lnTo>
                  <a:lnTo>
                    <a:pt x="96328" y="48295"/>
                  </a:lnTo>
                  <a:lnTo>
                    <a:pt x="96309" y="48282"/>
                  </a:lnTo>
                  <a:lnTo>
                    <a:pt x="96254" y="48269"/>
                  </a:lnTo>
                  <a:lnTo>
                    <a:pt x="96235" y="48269"/>
                  </a:lnTo>
                  <a:lnTo>
                    <a:pt x="96217" y="48269"/>
                  </a:lnTo>
                  <a:lnTo>
                    <a:pt x="96143" y="48229"/>
                  </a:lnTo>
                  <a:lnTo>
                    <a:pt x="96125" y="48229"/>
                  </a:lnTo>
                  <a:lnTo>
                    <a:pt x="96106" y="48295"/>
                  </a:lnTo>
                  <a:lnTo>
                    <a:pt x="96088" y="48322"/>
                  </a:lnTo>
                  <a:lnTo>
                    <a:pt x="96051" y="48295"/>
                  </a:lnTo>
                  <a:lnTo>
                    <a:pt x="96033" y="48215"/>
                  </a:lnTo>
                  <a:lnTo>
                    <a:pt x="96014" y="48055"/>
                  </a:lnTo>
                  <a:lnTo>
                    <a:pt x="95904" y="48082"/>
                  </a:lnTo>
                  <a:lnTo>
                    <a:pt x="95590" y="48015"/>
                  </a:lnTo>
                  <a:lnTo>
                    <a:pt x="95480" y="48015"/>
                  </a:lnTo>
                  <a:lnTo>
                    <a:pt x="95461" y="48029"/>
                  </a:lnTo>
                  <a:lnTo>
                    <a:pt x="95480" y="48082"/>
                  </a:lnTo>
                  <a:lnTo>
                    <a:pt x="95498" y="48122"/>
                  </a:lnTo>
                  <a:lnTo>
                    <a:pt x="95498" y="48162"/>
                  </a:lnTo>
                  <a:lnTo>
                    <a:pt x="95498" y="48189"/>
                  </a:lnTo>
                  <a:lnTo>
                    <a:pt x="95480" y="48202"/>
                  </a:lnTo>
                  <a:lnTo>
                    <a:pt x="95461" y="48215"/>
                  </a:lnTo>
                  <a:lnTo>
                    <a:pt x="95443" y="48215"/>
                  </a:lnTo>
                  <a:lnTo>
                    <a:pt x="95387" y="48229"/>
                  </a:lnTo>
                  <a:lnTo>
                    <a:pt x="95314" y="48229"/>
                  </a:lnTo>
                  <a:lnTo>
                    <a:pt x="95222" y="48215"/>
                  </a:lnTo>
                  <a:lnTo>
                    <a:pt x="95166" y="48162"/>
                  </a:lnTo>
                  <a:lnTo>
                    <a:pt x="95369" y="48069"/>
                  </a:lnTo>
                  <a:lnTo>
                    <a:pt x="95369" y="48002"/>
                  </a:lnTo>
                  <a:lnTo>
                    <a:pt x="95775" y="47856"/>
                  </a:lnTo>
                  <a:lnTo>
                    <a:pt x="95848" y="47816"/>
                  </a:lnTo>
                  <a:lnTo>
                    <a:pt x="95885" y="47749"/>
                  </a:lnTo>
                  <a:lnTo>
                    <a:pt x="95867" y="47682"/>
                  </a:lnTo>
                  <a:lnTo>
                    <a:pt x="95830" y="47629"/>
                  </a:lnTo>
                  <a:lnTo>
                    <a:pt x="95811" y="47536"/>
                  </a:lnTo>
                  <a:lnTo>
                    <a:pt x="95775" y="47496"/>
                  </a:lnTo>
                  <a:lnTo>
                    <a:pt x="95738" y="47496"/>
                  </a:lnTo>
                  <a:lnTo>
                    <a:pt x="95664" y="47522"/>
                  </a:lnTo>
                  <a:lnTo>
                    <a:pt x="95627" y="47522"/>
                  </a:lnTo>
                  <a:lnTo>
                    <a:pt x="95646" y="47482"/>
                  </a:lnTo>
                  <a:lnTo>
                    <a:pt x="95719" y="47416"/>
                  </a:lnTo>
                  <a:lnTo>
                    <a:pt x="95701" y="47389"/>
                  </a:lnTo>
                  <a:lnTo>
                    <a:pt x="95590" y="47362"/>
                  </a:lnTo>
                  <a:lnTo>
                    <a:pt x="95535" y="47389"/>
                  </a:lnTo>
                  <a:lnTo>
                    <a:pt x="95461" y="47416"/>
                  </a:lnTo>
                  <a:lnTo>
                    <a:pt x="95332" y="47522"/>
                  </a:lnTo>
                  <a:lnTo>
                    <a:pt x="95295" y="47536"/>
                  </a:lnTo>
                  <a:lnTo>
                    <a:pt x="95240" y="47536"/>
                  </a:lnTo>
                  <a:lnTo>
                    <a:pt x="95166" y="47522"/>
                  </a:lnTo>
                  <a:lnTo>
                    <a:pt x="95129" y="47522"/>
                  </a:lnTo>
                  <a:lnTo>
                    <a:pt x="95092" y="47536"/>
                  </a:lnTo>
                  <a:lnTo>
                    <a:pt x="95092" y="47562"/>
                  </a:lnTo>
                  <a:lnTo>
                    <a:pt x="95092" y="47602"/>
                  </a:lnTo>
                  <a:lnTo>
                    <a:pt x="95056" y="47629"/>
                  </a:lnTo>
                  <a:lnTo>
                    <a:pt x="95037" y="47669"/>
                  </a:lnTo>
                  <a:lnTo>
                    <a:pt x="95019" y="47669"/>
                  </a:lnTo>
                  <a:lnTo>
                    <a:pt x="95000" y="47629"/>
                  </a:lnTo>
                  <a:lnTo>
                    <a:pt x="94945" y="47602"/>
                  </a:lnTo>
                  <a:lnTo>
                    <a:pt x="94834" y="47589"/>
                  </a:lnTo>
                  <a:lnTo>
                    <a:pt x="94576" y="47562"/>
                  </a:lnTo>
                  <a:lnTo>
                    <a:pt x="94558" y="47536"/>
                  </a:lnTo>
                  <a:lnTo>
                    <a:pt x="94632" y="47522"/>
                  </a:lnTo>
                  <a:lnTo>
                    <a:pt x="94834" y="47456"/>
                  </a:lnTo>
                  <a:lnTo>
                    <a:pt x="94871" y="47416"/>
                  </a:lnTo>
                  <a:lnTo>
                    <a:pt x="94834" y="47362"/>
                  </a:lnTo>
                  <a:lnTo>
                    <a:pt x="94797" y="47362"/>
                  </a:lnTo>
                  <a:lnTo>
                    <a:pt x="94668" y="47416"/>
                  </a:lnTo>
                  <a:lnTo>
                    <a:pt x="94632" y="47416"/>
                  </a:lnTo>
                  <a:lnTo>
                    <a:pt x="94595" y="47402"/>
                  </a:lnTo>
                  <a:lnTo>
                    <a:pt x="94632" y="47309"/>
                  </a:lnTo>
                  <a:lnTo>
                    <a:pt x="94724" y="47269"/>
                  </a:lnTo>
                  <a:lnTo>
                    <a:pt x="94963" y="47229"/>
                  </a:lnTo>
                  <a:lnTo>
                    <a:pt x="94927" y="47202"/>
                  </a:lnTo>
                  <a:lnTo>
                    <a:pt x="94871" y="47176"/>
                  </a:lnTo>
                  <a:lnTo>
                    <a:pt x="94834" y="47149"/>
                  </a:lnTo>
                  <a:lnTo>
                    <a:pt x="94797" y="47149"/>
                  </a:lnTo>
                  <a:lnTo>
                    <a:pt x="94761" y="47149"/>
                  </a:lnTo>
                  <a:lnTo>
                    <a:pt x="94668" y="47149"/>
                  </a:lnTo>
                  <a:lnTo>
                    <a:pt x="94613" y="47136"/>
                  </a:lnTo>
                  <a:lnTo>
                    <a:pt x="94595" y="47096"/>
                  </a:lnTo>
                  <a:lnTo>
                    <a:pt x="94668" y="46962"/>
                  </a:lnTo>
                  <a:lnTo>
                    <a:pt x="94724" y="46936"/>
                  </a:lnTo>
                  <a:lnTo>
                    <a:pt x="94742" y="46922"/>
                  </a:lnTo>
                  <a:lnTo>
                    <a:pt x="94613" y="46829"/>
                  </a:lnTo>
                  <a:lnTo>
                    <a:pt x="94558" y="46776"/>
                  </a:lnTo>
                  <a:lnTo>
                    <a:pt x="94226" y="46736"/>
                  </a:lnTo>
                  <a:lnTo>
                    <a:pt x="94115" y="46749"/>
                  </a:lnTo>
                  <a:lnTo>
                    <a:pt x="94134" y="46736"/>
                  </a:lnTo>
                  <a:lnTo>
                    <a:pt x="94042" y="46762"/>
                  </a:lnTo>
                  <a:lnTo>
                    <a:pt x="94005" y="46789"/>
                  </a:lnTo>
                  <a:lnTo>
                    <a:pt x="93968" y="46829"/>
                  </a:lnTo>
                  <a:lnTo>
                    <a:pt x="94005" y="46869"/>
                  </a:lnTo>
                  <a:lnTo>
                    <a:pt x="94023" y="46922"/>
                  </a:lnTo>
                  <a:lnTo>
                    <a:pt x="94042" y="46949"/>
                  </a:lnTo>
                  <a:lnTo>
                    <a:pt x="94005" y="46949"/>
                  </a:lnTo>
                  <a:lnTo>
                    <a:pt x="93913" y="46922"/>
                  </a:lnTo>
                  <a:lnTo>
                    <a:pt x="93839" y="46936"/>
                  </a:lnTo>
                  <a:lnTo>
                    <a:pt x="93452" y="47202"/>
                  </a:lnTo>
                  <a:lnTo>
                    <a:pt x="93415" y="47242"/>
                  </a:lnTo>
                  <a:lnTo>
                    <a:pt x="93415" y="47336"/>
                  </a:lnTo>
                  <a:lnTo>
                    <a:pt x="93415" y="47416"/>
                  </a:lnTo>
                  <a:lnTo>
                    <a:pt x="93470" y="47456"/>
                  </a:lnTo>
                  <a:lnTo>
                    <a:pt x="93452" y="47482"/>
                  </a:lnTo>
                  <a:lnTo>
                    <a:pt x="93341" y="47536"/>
                  </a:lnTo>
                  <a:lnTo>
                    <a:pt x="93304" y="47562"/>
                  </a:lnTo>
                  <a:lnTo>
                    <a:pt x="93304" y="47589"/>
                  </a:lnTo>
                  <a:lnTo>
                    <a:pt x="93304" y="47709"/>
                  </a:lnTo>
                  <a:lnTo>
                    <a:pt x="93230" y="47936"/>
                  </a:lnTo>
                  <a:lnTo>
                    <a:pt x="93249" y="47989"/>
                  </a:lnTo>
                  <a:lnTo>
                    <a:pt x="93249" y="48055"/>
                  </a:lnTo>
                  <a:lnTo>
                    <a:pt x="93230" y="48095"/>
                  </a:lnTo>
                  <a:lnTo>
                    <a:pt x="93194" y="48109"/>
                  </a:lnTo>
                  <a:lnTo>
                    <a:pt x="93175" y="48082"/>
                  </a:lnTo>
                  <a:lnTo>
                    <a:pt x="93175" y="48002"/>
                  </a:lnTo>
                  <a:lnTo>
                    <a:pt x="93175" y="47789"/>
                  </a:lnTo>
                  <a:lnTo>
                    <a:pt x="93157" y="47709"/>
                  </a:lnTo>
                  <a:lnTo>
                    <a:pt x="93120" y="47682"/>
                  </a:lnTo>
                  <a:lnTo>
                    <a:pt x="93064" y="47669"/>
                  </a:lnTo>
                  <a:lnTo>
                    <a:pt x="93028" y="47682"/>
                  </a:lnTo>
                  <a:lnTo>
                    <a:pt x="93009" y="47709"/>
                  </a:lnTo>
                  <a:lnTo>
                    <a:pt x="93009" y="47749"/>
                  </a:lnTo>
                  <a:lnTo>
                    <a:pt x="92972" y="47789"/>
                  </a:lnTo>
                  <a:lnTo>
                    <a:pt x="92935" y="47789"/>
                  </a:lnTo>
                  <a:lnTo>
                    <a:pt x="92862" y="47789"/>
                  </a:lnTo>
                  <a:lnTo>
                    <a:pt x="92935" y="47589"/>
                  </a:lnTo>
                  <a:lnTo>
                    <a:pt x="92954" y="47562"/>
                  </a:lnTo>
                  <a:lnTo>
                    <a:pt x="92972" y="47562"/>
                  </a:lnTo>
                  <a:lnTo>
                    <a:pt x="92991" y="47576"/>
                  </a:lnTo>
                  <a:lnTo>
                    <a:pt x="93028" y="47602"/>
                  </a:lnTo>
                  <a:lnTo>
                    <a:pt x="93064" y="47602"/>
                  </a:lnTo>
                  <a:lnTo>
                    <a:pt x="93064" y="47589"/>
                  </a:lnTo>
                  <a:lnTo>
                    <a:pt x="93120" y="47496"/>
                  </a:lnTo>
                  <a:lnTo>
                    <a:pt x="92917" y="47469"/>
                  </a:lnTo>
                  <a:lnTo>
                    <a:pt x="92825" y="47442"/>
                  </a:lnTo>
                  <a:lnTo>
                    <a:pt x="92880" y="47402"/>
                  </a:lnTo>
                  <a:lnTo>
                    <a:pt x="93028" y="47442"/>
                  </a:lnTo>
                  <a:lnTo>
                    <a:pt x="93064" y="47442"/>
                  </a:lnTo>
                  <a:lnTo>
                    <a:pt x="93101" y="47416"/>
                  </a:lnTo>
                  <a:lnTo>
                    <a:pt x="93120" y="47389"/>
                  </a:lnTo>
                  <a:lnTo>
                    <a:pt x="93120" y="47336"/>
                  </a:lnTo>
                  <a:lnTo>
                    <a:pt x="93101" y="47296"/>
                  </a:lnTo>
                  <a:lnTo>
                    <a:pt x="93028" y="47269"/>
                  </a:lnTo>
                  <a:lnTo>
                    <a:pt x="92972" y="47202"/>
                  </a:lnTo>
                  <a:lnTo>
                    <a:pt x="92954" y="47162"/>
                  </a:lnTo>
                  <a:lnTo>
                    <a:pt x="92972" y="47109"/>
                  </a:lnTo>
                  <a:lnTo>
                    <a:pt x="92935" y="47082"/>
                  </a:lnTo>
                  <a:lnTo>
                    <a:pt x="92917" y="47069"/>
                  </a:lnTo>
                  <a:lnTo>
                    <a:pt x="92862" y="47056"/>
                  </a:lnTo>
                  <a:lnTo>
                    <a:pt x="92843" y="47042"/>
                  </a:lnTo>
                  <a:lnTo>
                    <a:pt x="92825" y="47082"/>
                  </a:lnTo>
                  <a:lnTo>
                    <a:pt x="92788" y="47109"/>
                  </a:lnTo>
                  <a:lnTo>
                    <a:pt x="92733" y="47136"/>
                  </a:lnTo>
                  <a:lnTo>
                    <a:pt x="92677" y="47136"/>
                  </a:lnTo>
                  <a:lnTo>
                    <a:pt x="92622" y="47096"/>
                  </a:lnTo>
                  <a:lnTo>
                    <a:pt x="92622" y="47016"/>
                  </a:lnTo>
                  <a:lnTo>
                    <a:pt x="92567" y="46949"/>
                  </a:lnTo>
                  <a:lnTo>
                    <a:pt x="92604" y="46869"/>
                  </a:lnTo>
                  <a:lnTo>
                    <a:pt x="92770" y="46762"/>
                  </a:lnTo>
                  <a:lnTo>
                    <a:pt x="92788" y="46656"/>
                  </a:lnTo>
                  <a:lnTo>
                    <a:pt x="92733" y="46642"/>
                  </a:lnTo>
                  <a:lnTo>
                    <a:pt x="92677" y="46602"/>
                  </a:lnTo>
                  <a:lnTo>
                    <a:pt x="92659" y="46549"/>
                  </a:lnTo>
                  <a:lnTo>
                    <a:pt x="92677" y="46509"/>
                  </a:lnTo>
                  <a:lnTo>
                    <a:pt x="92604" y="46496"/>
                  </a:lnTo>
                  <a:lnTo>
                    <a:pt x="92511" y="46509"/>
                  </a:lnTo>
                  <a:lnTo>
                    <a:pt x="92493" y="46549"/>
                  </a:lnTo>
                  <a:lnTo>
                    <a:pt x="92548" y="46642"/>
                  </a:lnTo>
                  <a:lnTo>
                    <a:pt x="92548" y="46682"/>
                  </a:lnTo>
                  <a:lnTo>
                    <a:pt x="92382" y="46709"/>
                  </a:lnTo>
                  <a:lnTo>
                    <a:pt x="92327" y="46762"/>
                  </a:lnTo>
                  <a:lnTo>
                    <a:pt x="92309" y="46816"/>
                  </a:lnTo>
                  <a:lnTo>
                    <a:pt x="92235" y="46842"/>
                  </a:lnTo>
                  <a:lnTo>
                    <a:pt x="92051" y="46829"/>
                  </a:lnTo>
                  <a:lnTo>
                    <a:pt x="91958" y="46842"/>
                  </a:lnTo>
                  <a:lnTo>
                    <a:pt x="91774" y="46922"/>
                  </a:lnTo>
                  <a:lnTo>
                    <a:pt x="91756" y="46896"/>
                  </a:lnTo>
                  <a:lnTo>
                    <a:pt x="91848" y="46802"/>
                  </a:lnTo>
                  <a:lnTo>
                    <a:pt x="91940" y="46749"/>
                  </a:lnTo>
                  <a:lnTo>
                    <a:pt x="91958" y="46709"/>
                  </a:lnTo>
                  <a:lnTo>
                    <a:pt x="91958" y="46669"/>
                  </a:lnTo>
                  <a:lnTo>
                    <a:pt x="91921" y="46656"/>
                  </a:lnTo>
                  <a:lnTo>
                    <a:pt x="91848" y="46682"/>
                  </a:lnTo>
                  <a:lnTo>
                    <a:pt x="91590" y="46629"/>
                  </a:lnTo>
                  <a:lnTo>
                    <a:pt x="91645" y="46602"/>
                  </a:lnTo>
                  <a:lnTo>
                    <a:pt x="91663" y="46562"/>
                  </a:lnTo>
                  <a:lnTo>
                    <a:pt x="91645" y="46522"/>
                  </a:lnTo>
                  <a:lnTo>
                    <a:pt x="91590" y="46483"/>
                  </a:lnTo>
                  <a:lnTo>
                    <a:pt x="91590" y="46429"/>
                  </a:lnTo>
                  <a:lnTo>
                    <a:pt x="91571" y="46363"/>
                  </a:lnTo>
                  <a:lnTo>
                    <a:pt x="91534" y="46296"/>
                  </a:lnTo>
                  <a:lnTo>
                    <a:pt x="91497" y="46283"/>
                  </a:lnTo>
                  <a:lnTo>
                    <a:pt x="91479" y="46309"/>
                  </a:lnTo>
                  <a:lnTo>
                    <a:pt x="91497" y="46403"/>
                  </a:lnTo>
                  <a:lnTo>
                    <a:pt x="91497" y="46429"/>
                  </a:lnTo>
                  <a:lnTo>
                    <a:pt x="91479" y="46416"/>
                  </a:lnTo>
                  <a:lnTo>
                    <a:pt x="91424" y="46403"/>
                  </a:lnTo>
                  <a:lnTo>
                    <a:pt x="91405" y="46376"/>
                  </a:lnTo>
                  <a:lnTo>
                    <a:pt x="91405" y="46363"/>
                  </a:lnTo>
                  <a:lnTo>
                    <a:pt x="91239" y="46483"/>
                  </a:lnTo>
                  <a:lnTo>
                    <a:pt x="91147" y="46509"/>
                  </a:lnTo>
                  <a:lnTo>
                    <a:pt x="91018" y="46443"/>
                  </a:lnTo>
                  <a:lnTo>
                    <a:pt x="90981" y="46376"/>
                  </a:lnTo>
                  <a:lnTo>
                    <a:pt x="90981" y="46296"/>
                  </a:lnTo>
                  <a:lnTo>
                    <a:pt x="91018" y="46269"/>
                  </a:lnTo>
                  <a:lnTo>
                    <a:pt x="91055" y="46256"/>
                  </a:lnTo>
                  <a:lnTo>
                    <a:pt x="91221" y="46283"/>
                  </a:lnTo>
                  <a:lnTo>
                    <a:pt x="91258" y="46283"/>
                  </a:lnTo>
                  <a:lnTo>
                    <a:pt x="91313" y="46243"/>
                  </a:lnTo>
                  <a:lnTo>
                    <a:pt x="91202" y="46216"/>
                  </a:lnTo>
                  <a:lnTo>
                    <a:pt x="91000" y="46176"/>
                  </a:lnTo>
                  <a:lnTo>
                    <a:pt x="90889" y="46136"/>
                  </a:lnTo>
                  <a:lnTo>
                    <a:pt x="90686" y="46029"/>
                  </a:lnTo>
                  <a:lnTo>
                    <a:pt x="90649" y="46003"/>
                  </a:lnTo>
                  <a:lnTo>
                    <a:pt x="90649" y="45963"/>
                  </a:lnTo>
                  <a:lnTo>
                    <a:pt x="90649" y="45949"/>
                  </a:lnTo>
                  <a:lnTo>
                    <a:pt x="90686" y="45963"/>
                  </a:lnTo>
                  <a:lnTo>
                    <a:pt x="90797" y="46003"/>
                  </a:lnTo>
                  <a:lnTo>
                    <a:pt x="90889" y="46029"/>
                  </a:lnTo>
                  <a:lnTo>
                    <a:pt x="91295" y="46136"/>
                  </a:lnTo>
                  <a:lnTo>
                    <a:pt x="91368" y="46136"/>
                  </a:lnTo>
                  <a:lnTo>
                    <a:pt x="91461" y="46123"/>
                  </a:lnTo>
                  <a:lnTo>
                    <a:pt x="91350" y="46043"/>
                  </a:lnTo>
                  <a:lnTo>
                    <a:pt x="91258" y="46016"/>
                  </a:lnTo>
                  <a:lnTo>
                    <a:pt x="91073" y="46016"/>
                  </a:lnTo>
                  <a:lnTo>
                    <a:pt x="91073" y="45909"/>
                  </a:lnTo>
                  <a:lnTo>
                    <a:pt x="91147" y="45869"/>
                  </a:lnTo>
                  <a:lnTo>
                    <a:pt x="91239" y="45869"/>
                  </a:lnTo>
                  <a:lnTo>
                    <a:pt x="91368" y="45923"/>
                  </a:lnTo>
                  <a:lnTo>
                    <a:pt x="91387" y="45963"/>
                  </a:lnTo>
                  <a:lnTo>
                    <a:pt x="91405" y="46003"/>
                  </a:lnTo>
                  <a:lnTo>
                    <a:pt x="91461" y="46016"/>
                  </a:lnTo>
                  <a:lnTo>
                    <a:pt x="91497" y="46029"/>
                  </a:lnTo>
                  <a:lnTo>
                    <a:pt x="91497" y="45963"/>
                  </a:lnTo>
                  <a:lnTo>
                    <a:pt x="91479" y="45883"/>
                  </a:lnTo>
                  <a:lnTo>
                    <a:pt x="91424" y="45829"/>
                  </a:lnTo>
                  <a:lnTo>
                    <a:pt x="91313" y="45723"/>
                  </a:lnTo>
                  <a:lnTo>
                    <a:pt x="91295" y="45629"/>
                  </a:lnTo>
                  <a:lnTo>
                    <a:pt x="91295" y="45603"/>
                  </a:lnTo>
                  <a:lnTo>
                    <a:pt x="91313" y="45576"/>
                  </a:lnTo>
                  <a:lnTo>
                    <a:pt x="91239" y="45563"/>
                  </a:lnTo>
                  <a:lnTo>
                    <a:pt x="91184" y="45616"/>
                  </a:lnTo>
                  <a:lnTo>
                    <a:pt x="91129" y="45603"/>
                  </a:lnTo>
                  <a:lnTo>
                    <a:pt x="91110" y="45603"/>
                  </a:lnTo>
                  <a:lnTo>
                    <a:pt x="90963" y="45523"/>
                  </a:lnTo>
                  <a:lnTo>
                    <a:pt x="90871" y="45496"/>
                  </a:lnTo>
                  <a:lnTo>
                    <a:pt x="90742" y="45496"/>
                  </a:lnTo>
                  <a:lnTo>
                    <a:pt x="90668" y="45509"/>
                  </a:lnTo>
                  <a:lnTo>
                    <a:pt x="90705" y="45563"/>
                  </a:lnTo>
                  <a:lnTo>
                    <a:pt x="90742" y="45589"/>
                  </a:lnTo>
                  <a:lnTo>
                    <a:pt x="90705" y="45576"/>
                  </a:lnTo>
                  <a:lnTo>
                    <a:pt x="90668" y="45576"/>
                  </a:lnTo>
                  <a:lnTo>
                    <a:pt x="90649" y="45589"/>
                  </a:lnTo>
                  <a:lnTo>
                    <a:pt x="90631" y="45616"/>
                  </a:lnTo>
                  <a:lnTo>
                    <a:pt x="90742" y="45643"/>
                  </a:lnTo>
                  <a:lnTo>
                    <a:pt x="90834" y="45709"/>
                  </a:lnTo>
                  <a:lnTo>
                    <a:pt x="90834" y="45723"/>
                  </a:lnTo>
                  <a:lnTo>
                    <a:pt x="90852" y="45736"/>
                  </a:lnTo>
                  <a:lnTo>
                    <a:pt x="90742" y="45749"/>
                  </a:lnTo>
                  <a:lnTo>
                    <a:pt x="90428" y="45629"/>
                  </a:lnTo>
                  <a:lnTo>
                    <a:pt x="90244" y="45616"/>
                  </a:lnTo>
                  <a:lnTo>
                    <a:pt x="90170" y="45576"/>
                  </a:lnTo>
                  <a:lnTo>
                    <a:pt x="90023" y="45469"/>
                  </a:lnTo>
                  <a:lnTo>
                    <a:pt x="89967" y="45456"/>
                  </a:lnTo>
                  <a:lnTo>
                    <a:pt x="89912" y="45456"/>
                  </a:lnTo>
                  <a:lnTo>
                    <a:pt x="89801" y="45456"/>
                  </a:lnTo>
                  <a:lnTo>
                    <a:pt x="89691" y="45483"/>
                  </a:lnTo>
                  <a:lnTo>
                    <a:pt x="89672" y="45523"/>
                  </a:lnTo>
                  <a:lnTo>
                    <a:pt x="89672" y="45576"/>
                  </a:lnTo>
                  <a:lnTo>
                    <a:pt x="89672" y="45603"/>
                  </a:lnTo>
                  <a:lnTo>
                    <a:pt x="89654" y="45616"/>
                  </a:lnTo>
                  <a:lnTo>
                    <a:pt x="89617" y="45629"/>
                  </a:lnTo>
                  <a:lnTo>
                    <a:pt x="89580" y="45629"/>
                  </a:lnTo>
                  <a:lnTo>
                    <a:pt x="89506" y="45616"/>
                  </a:lnTo>
                  <a:lnTo>
                    <a:pt x="89433" y="45603"/>
                  </a:lnTo>
                  <a:lnTo>
                    <a:pt x="89414" y="45643"/>
                  </a:lnTo>
                  <a:lnTo>
                    <a:pt x="89414" y="45683"/>
                  </a:lnTo>
                  <a:lnTo>
                    <a:pt x="89396" y="45696"/>
                  </a:lnTo>
                  <a:lnTo>
                    <a:pt x="89340" y="45723"/>
                  </a:lnTo>
                  <a:lnTo>
                    <a:pt x="89267" y="45709"/>
                  </a:lnTo>
                  <a:lnTo>
                    <a:pt x="88953" y="45749"/>
                  </a:lnTo>
                  <a:lnTo>
                    <a:pt x="88972" y="45696"/>
                  </a:lnTo>
                  <a:lnTo>
                    <a:pt x="89691" y="45429"/>
                  </a:lnTo>
                  <a:lnTo>
                    <a:pt x="89709" y="45416"/>
                  </a:lnTo>
                  <a:lnTo>
                    <a:pt x="89746" y="45376"/>
                  </a:lnTo>
                  <a:lnTo>
                    <a:pt x="89746" y="45336"/>
                  </a:lnTo>
                  <a:lnTo>
                    <a:pt x="89746" y="45296"/>
                  </a:lnTo>
                  <a:lnTo>
                    <a:pt x="89728" y="45243"/>
                  </a:lnTo>
                  <a:lnTo>
                    <a:pt x="89691" y="45229"/>
                  </a:lnTo>
                  <a:lnTo>
                    <a:pt x="89617" y="45189"/>
                  </a:lnTo>
                  <a:lnTo>
                    <a:pt x="89469" y="45096"/>
                  </a:lnTo>
                  <a:lnTo>
                    <a:pt x="89396" y="45043"/>
                  </a:lnTo>
                  <a:lnTo>
                    <a:pt x="89414" y="44990"/>
                  </a:lnTo>
                  <a:lnTo>
                    <a:pt x="89469" y="45003"/>
                  </a:lnTo>
                  <a:lnTo>
                    <a:pt x="89543" y="45029"/>
                  </a:lnTo>
                  <a:lnTo>
                    <a:pt x="89617" y="45056"/>
                  </a:lnTo>
                  <a:lnTo>
                    <a:pt x="89691" y="45096"/>
                  </a:lnTo>
                  <a:lnTo>
                    <a:pt x="89746" y="45136"/>
                  </a:lnTo>
                  <a:lnTo>
                    <a:pt x="89930" y="45309"/>
                  </a:lnTo>
                  <a:lnTo>
                    <a:pt x="89986" y="45376"/>
                  </a:lnTo>
                  <a:lnTo>
                    <a:pt x="90059" y="45416"/>
                  </a:lnTo>
                  <a:lnTo>
                    <a:pt x="90133" y="45416"/>
                  </a:lnTo>
                  <a:lnTo>
                    <a:pt x="90207" y="45376"/>
                  </a:lnTo>
                  <a:lnTo>
                    <a:pt x="90244" y="45349"/>
                  </a:lnTo>
                  <a:lnTo>
                    <a:pt x="90115" y="45256"/>
                  </a:lnTo>
                  <a:lnTo>
                    <a:pt x="90115" y="45203"/>
                  </a:lnTo>
                  <a:lnTo>
                    <a:pt x="90152" y="45163"/>
                  </a:lnTo>
                  <a:lnTo>
                    <a:pt x="90244" y="45123"/>
                  </a:lnTo>
                  <a:lnTo>
                    <a:pt x="90299" y="45163"/>
                  </a:lnTo>
                  <a:lnTo>
                    <a:pt x="90391" y="45229"/>
                  </a:lnTo>
                  <a:lnTo>
                    <a:pt x="90465" y="45336"/>
                  </a:lnTo>
                  <a:lnTo>
                    <a:pt x="90557" y="45389"/>
                  </a:lnTo>
                  <a:lnTo>
                    <a:pt x="90631" y="45429"/>
                  </a:lnTo>
                  <a:lnTo>
                    <a:pt x="90871" y="45456"/>
                  </a:lnTo>
                  <a:lnTo>
                    <a:pt x="91055" y="45429"/>
                  </a:lnTo>
                  <a:lnTo>
                    <a:pt x="91350" y="45469"/>
                  </a:lnTo>
                  <a:lnTo>
                    <a:pt x="91424" y="45496"/>
                  </a:lnTo>
                  <a:lnTo>
                    <a:pt x="91350" y="45576"/>
                  </a:lnTo>
                  <a:lnTo>
                    <a:pt x="91350" y="45589"/>
                  </a:lnTo>
                  <a:lnTo>
                    <a:pt x="91350" y="45603"/>
                  </a:lnTo>
                  <a:lnTo>
                    <a:pt x="91350" y="45616"/>
                  </a:lnTo>
                  <a:lnTo>
                    <a:pt x="91368" y="45643"/>
                  </a:lnTo>
                  <a:lnTo>
                    <a:pt x="91387" y="45656"/>
                  </a:lnTo>
                  <a:lnTo>
                    <a:pt x="91405" y="45683"/>
                  </a:lnTo>
                  <a:lnTo>
                    <a:pt x="91424" y="45683"/>
                  </a:lnTo>
                  <a:lnTo>
                    <a:pt x="91461" y="45696"/>
                  </a:lnTo>
                  <a:lnTo>
                    <a:pt x="91479" y="45749"/>
                  </a:lnTo>
                  <a:lnTo>
                    <a:pt x="91516" y="45856"/>
                  </a:lnTo>
                  <a:lnTo>
                    <a:pt x="91534" y="45896"/>
                  </a:lnTo>
                  <a:lnTo>
                    <a:pt x="91571" y="45909"/>
                  </a:lnTo>
                  <a:lnTo>
                    <a:pt x="91700" y="45909"/>
                  </a:lnTo>
                  <a:lnTo>
                    <a:pt x="91737" y="45989"/>
                  </a:lnTo>
                  <a:lnTo>
                    <a:pt x="91792" y="46016"/>
                  </a:lnTo>
                  <a:lnTo>
                    <a:pt x="91866" y="46029"/>
                  </a:lnTo>
                  <a:lnTo>
                    <a:pt x="91940" y="46056"/>
                  </a:lnTo>
                  <a:lnTo>
                    <a:pt x="92014" y="46123"/>
                  </a:lnTo>
                  <a:lnTo>
                    <a:pt x="92069" y="46176"/>
                  </a:lnTo>
                  <a:lnTo>
                    <a:pt x="92124" y="46229"/>
                  </a:lnTo>
                  <a:lnTo>
                    <a:pt x="92475" y="46243"/>
                  </a:lnTo>
                  <a:lnTo>
                    <a:pt x="92511" y="46216"/>
                  </a:lnTo>
                  <a:lnTo>
                    <a:pt x="92548" y="46149"/>
                  </a:lnTo>
                  <a:lnTo>
                    <a:pt x="92585" y="46109"/>
                  </a:lnTo>
                  <a:lnTo>
                    <a:pt x="92677" y="46056"/>
                  </a:lnTo>
                  <a:lnTo>
                    <a:pt x="92659" y="46029"/>
                  </a:lnTo>
                  <a:lnTo>
                    <a:pt x="92511" y="45976"/>
                  </a:lnTo>
                  <a:lnTo>
                    <a:pt x="92438" y="45923"/>
                  </a:lnTo>
                  <a:lnTo>
                    <a:pt x="92401" y="45883"/>
                  </a:lnTo>
                  <a:lnTo>
                    <a:pt x="92364" y="45816"/>
                  </a:lnTo>
                  <a:lnTo>
                    <a:pt x="92419" y="45829"/>
                  </a:lnTo>
                  <a:lnTo>
                    <a:pt x="92567" y="45909"/>
                  </a:lnTo>
                  <a:lnTo>
                    <a:pt x="92604" y="45909"/>
                  </a:lnTo>
                  <a:lnTo>
                    <a:pt x="92696" y="45896"/>
                  </a:lnTo>
                  <a:lnTo>
                    <a:pt x="92751" y="45909"/>
                  </a:lnTo>
                  <a:lnTo>
                    <a:pt x="92788" y="45949"/>
                  </a:lnTo>
                  <a:lnTo>
                    <a:pt x="92825" y="45963"/>
                  </a:lnTo>
                  <a:lnTo>
                    <a:pt x="92862" y="45963"/>
                  </a:lnTo>
                  <a:lnTo>
                    <a:pt x="92917" y="45949"/>
                  </a:lnTo>
                  <a:lnTo>
                    <a:pt x="93009" y="45869"/>
                  </a:lnTo>
                  <a:lnTo>
                    <a:pt x="93101" y="45856"/>
                  </a:lnTo>
                  <a:lnTo>
                    <a:pt x="93249" y="45883"/>
                  </a:lnTo>
                  <a:lnTo>
                    <a:pt x="93286" y="45829"/>
                  </a:lnTo>
                  <a:lnTo>
                    <a:pt x="93249" y="45683"/>
                  </a:lnTo>
                  <a:lnTo>
                    <a:pt x="93249" y="45643"/>
                  </a:lnTo>
                  <a:lnTo>
                    <a:pt x="93230" y="45629"/>
                  </a:lnTo>
                  <a:lnTo>
                    <a:pt x="93230" y="45616"/>
                  </a:lnTo>
                  <a:lnTo>
                    <a:pt x="93230" y="45603"/>
                  </a:lnTo>
                  <a:lnTo>
                    <a:pt x="93230" y="45603"/>
                  </a:lnTo>
                  <a:lnTo>
                    <a:pt x="93249" y="45616"/>
                  </a:lnTo>
                  <a:lnTo>
                    <a:pt x="93286" y="45629"/>
                  </a:lnTo>
                  <a:lnTo>
                    <a:pt x="93286" y="45629"/>
                  </a:lnTo>
                  <a:lnTo>
                    <a:pt x="93323" y="45616"/>
                  </a:lnTo>
                  <a:lnTo>
                    <a:pt x="93359" y="45629"/>
                  </a:lnTo>
                  <a:lnTo>
                    <a:pt x="93396" y="45629"/>
                  </a:lnTo>
                  <a:lnTo>
                    <a:pt x="93470" y="45656"/>
                  </a:lnTo>
                  <a:lnTo>
                    <a:pt x="93489" y="45656"/>
                  </a:lnTo>
                  <a:lnTo>
                    <a:pt x="93507" y="45643"/>
                  </a:lnTo>
                  <a:lnTo>
                    <a:pt x="93544" y="45616"/>
                  </a:lnTo>
                  <a:lnTo>
                    <a:pt x="93636" y="45563"/>
                  </a:lnTo>
                  <a:lnTo>
                    <a:pt x="93839" y="45576"/>
                  </a:lnTo>
                  <a:lnTo>
                    <a:pt x="93876" y="45549"/>
                  </a:lnTo>
                  <a:lnTo>
                    <a:pt x="93857" y="45456"/>
                  </a:lnTo>
                  <a:lnTo>
                    <a:pt x="93820" y="45469"/>
                  </a:lnTo>
                  <a:lnTo>
                    <a:pt x="93728" y="45456"/>
                  </a:lnTo>
                  <a:lnTo>
                    <a:pt x="93673" y="45429"/>
                  </a:lnTo>
                  <a:lnTo>
                    <a:pt x="93599" y="45389"/>
                  </a:lnTo>
                  <a:lnTo>
                    <a:pt x="93562" y="45376"/>
                  </a:lnTo>
                  <a:lnTo>
                    <a:pt x="93507" y="45323"/>
                  </a:lnTo>
                  <a:lnTo>
                    <a:pt x="93470" y="45309"/>
                  </a:lnTo>
                  <a:lnTo>
                    <a:pt x="93415" y="45296"/>
                  </a:lnTo>
                  <a:lnTo>
                    <a:pt x="93341" y="45309"/>
                  </a:lnTo>
                  <a:lnTo>
                    <a:pt x="93286" y="45296"/>
                  </a:lnTo>
                  <a:lnTo>
                    <a:pt x="93378" y="45243"/>
                  </a:lnTo>
                  <a:lnTo>
                    <a:pt x="93452" y="45176"/>
                  </a:lnTo>
                  <a:lnTo>
                    <a:pt x="93544" y="45003"/>
                  </a:lnTo>
                  <a:lnTo>
                    <a:pt x="93525" y="44990"/>
                  </a:lnTo>
                  <a:lnTo>
                    <a:pt x="93378" y="45043"/>
                  </a:lnTo>
                  <a:lnTo>
                    <a:pt x="93359" y="45043"/>
                  </a:lnTo>
                  <a:lnTo>
                    <a:pt x="93286" y="45003"/>
                  </a:lnTo>
                  <a:lnTo>
                    <a:pt x="93230" y="45003"/>
                  </a:lnTo>
                  <a:lnTo>
                    <a:pt x="93194" y="44990"/>
                  </a:lnTo>
                  <a:lnTo>
                    <a:pt x="93120" y="44923"/>
                  </a:lnTo>
                  <a:lnTo>
                    <a:pt x="93028" y="44843"/>
                  </a:lnTo>
                  <a:lnTo>
                    <a:pt x="92972" y="44803"/>
                  </a:lnTo>
                  <a:lnTo>
                    <a:pt x="92917" y="44790"/>
                  </a:lnTo>
                  <a:lnTo>
                    <a:pt x="92548" y="44816"/>
                  </a:lnTo>
                  <a:lnTo>
                    <a:pt x="92419" y="44790"/>
                  </a:lnTo>
                  <a:lnTo>
                    <a:pt x="92419" y="44776"/>
                  </a:lnTo>
                  <a:lnTo>
                    <a:pt x="92401" y="44776"/>
                  </a:lnTo>
                  <a:lnTo>
                    <a:pt x="92382" y="44776"/>
                  </a:lnTo>
                  <a:lnTo>
                    <a:pt x="92364" y="44776"/>
                  </a:lnTo>
                  <a:lnTo>
                    <a:pt x="92327" y="44723"/>
                  </a:lnTo>
                  <a:lnTo>
                    <a:pt x="92309" y="44696"/>
                  </a:lnTo>
                  <a:lnTo>
                    <a:pt x="92087" y="44710"/>
                  </a:lnTo>
                  <a:lnTo>
                    <a:pt x="91756" y="44630"/>
                  </a:lnTo>
                  <a:lnTo>
                    <a:pt x="91682" y="44643"/>
                  </a:lnTo>
                  <a:lnTo>
                    <a:pt x="91682" y="44603"/>
                  </a:lnTo>
                  <a:lnTo>
                    <a:pt x="91663" y="44590"/>
                  </a:lnTo>
                  <a:lnTo>
                    <a:pt x="91590" y="44576"/>
                  </a:lnTo>
                  <a:lnTo>
                    <a:pt x="91479" y="44603"/>
                  </a:lnTo>
                  <a:lnTo>
                    <a:pt x="91387" y="44576"/>
                  </a:lnTo>
                  <a:lnTo>
                    <a:pt x="91424" y="44510"/>
                  </a:lnTo>
                  <a:lnTo>
                    <a:pt x="91424" y="44443"/>
                  </a:lnTo>
                  <a:lnTo>
                    <a:pt x="91387" y="44376"/>
                  </a:lnTo>
                  <a:lnTo>
                    <a:pt x="91332" y="44323"/>
                  </a:lnTo>
                  <a:lnTo>
                    <a:pt x="91221" y="44310"/>
                  </a:lnTo>
                  <a:lnTo>
                    <a:pt x="91202" y="44270"/>
                  </a:lnTo>
                  <a:lnTo>
                    <a:pt x="91166" y="44270"/>
                  </a:lnTo>
                  <a:lnTo>
                    <a:pt x="91129" y="44243"/>
                  </a:lnTo>
                  <a:lnTo>
                    <a:pt x="91073" y="44176"/>
                  </a:lnTo>
                  <a:lnTo>
                    <a:pt x="91037" y="44136"/>
                  </a:lnTo>
                  <a:lnTo>
                    <a:pt x="91018" y="44123"/>
                  </a:lnTo>
                  <a:lnTo>
                    <a:pt x="90944" y="44070"/>
                  </a:lnTo>
                  <a:lnTo>
                    <a:pt x="90834" y="44043"/>
                  </a:lnTo>
                  <a:lnTo>
                    <a:pt x="90686" y="44016"/>
                  </a:lnTo>
                  <a:lnTo>
                    <a:pt x="90649" y="43990"/>
                  </a:lnTo>
                  <a:lnTo>
                    <a:pt x="90631" y="43976"/>
                  </a:lnTo>
                  <a:lnTo>
                    <a:pt x="90612" y="43936"/>
                  </a:lnTo>
                  <a:lnTo>
                    <a:pt x="90557" y="43910"/>
                  </a:lnTo>
                  <a:lnTo>
                    <a:pt x="90502" y="43870"/>
                  </a:lnTo>
                  <a:lnTo>
                    <a:pt x="90465" y="43816"/>
                  </a:lnTo>
                  <a:lnTo>
                    <a:pt x="90428" y="43790"/>
                  </a:lnTo>
                  <a:lnTo>
                    <a:pt x="90336" y="43790"/>
                  </a:lnTo>
                  <a:lnTo>
                    <a:pt x="90225" y="43776"/>
                  </a:lnTo>
                  <a:lnTo>
                    <a:pt x="90207" y="43750"/>
                  </a:lnTo>
                  <a:lnTo>
                    <a:pt x="90133" y="43710"/>
                  </a:lnTo>
                  <a:lnTo>
                    <a:pt x="90078" y="43710"/>
                  </a:lnTo>
                  <a:lnTo>
                    <a:pt x="90059" y="43723"/>
                  </a:lnTo>
                  <a:lnTo>
                    <a:pt x="89986" y="43683"/>
                  </a:lnTo>
                  <a:lnTo>
                    <a:pt x="90023" y="43656"/>
                  </a:lnTo>
                  <a:lnTo>
                    <a:pt x="90078" y="43590"/>
                  </a:lnTo>
                  <a:lnTo>
                    <a:pt x="90133" y="43603"/>
                  </a:lnTo>
                  <a:lnTo>
                    <a:pt x="90244" y="43656"/>
                  </a:lnTo>
                  <a:lnTo>
                    <a:pt x="90281" y="43656"/>
                  </a:lnTo>
                  <a:lnTo>
                    <a:pt x="90299" y="43630"/>
                  </a:lnTo>
                  <a:lnTo>
                    <a:pt x="90299" y="43590"/>
                  </a:lnTo>
                  <a:lnTo>
                    <a:pt x="90281" y="43536"/>
                  </a:lnTo>
                  <a:lnTo>
                    <a:pt x="90281" y="43523"/>
                  </a:lnTo>
                  <a:lnTo>
                    <a:pt x="90318" y="43536"/>
                  </a:lnTo>
                  <a:lnTo>
                    <a:pt x="90465" y="43670"/>
                  </a:lnTo>
                  <a:lnTo>
                    <a:pt x="90557" y="43736"/>
                  </a:lnTo>
                  <a:lnTo>
                    <a:pt x="90631" y="43750"/>
                  </a:lnTo>
                  <a:lnTo>
                    <a:pt x="90926" y="43750"/>
                  </a:lnTo>
                  <a:lnTo>
                    <a:pt x="91018" y="43670"/>
                  </a:lnTo>
                  <a:lnTo>
                    <a:pt x="91055" y="43656"/>
                  </a:lnTo>
                  <a:lnTo>
                    <a:pt x="91055" y="43670"/>
                  </a:lnTo>
                  <a:lnTo>
                    <a:pt x="91073" y="43723"/>
                  </a:lnTo>
                  <a:lnTo>
                    <a:pt x="91129" y="43736"/>
                  </a:lnTo>
                  <a:lnTo>
                    <a:pt x="91239" y="43750"/>
                  </a:lnTo>
                  <a:lnTo>
                    <a:pt x="91295" y="43763"/>
                  </a:lnTo>
                  <a:lnTo>
                    <a:pt x="91295" y="43736"/>
                  </a:lnTo>
                  <a:lnTo>
                    <a:pt x="91424" y="43803"/>
                  </a:lnTo>
                  <a:lnTo>
                    <a:pt x="91516" y="43816"/>
                  </a:lnTo>
                  <a:lnTo>
                    <a:pt x="91534" y="43790"/>
                  </a:lnTo>
                  <a:lnTo>
                    <a:pt x="91571" y="43803"/>
                  </a:lnTo>
                  <a:lnTo>
                    <a:pt x="91608" y="43843"/>
                  </a:lnTo>
                  <a:lnTo>
                    <a:pt x="91663" y="43883"/>
                  </a:lnTo>
                  <a:lnTo>
                    <a:pt x="91700" y="43923"/>
                  </a:lnTo>
                  <a:lnTo>
                    <a:pt x="91719" y="43936"/>
                  </a:lnTo>
                  <a:lnTo>
                    <a:pt x="91866" y="43923"/>
                  </a:lnTo>
                  <a:lnTo>
                    <a:pt x="91866" y="43950"/>
                  </a:lnTo>
                  <a:lnTo>
                    <a:pt x="91885" y="43976"/>
                  </a:lnTo>
                  <a:lnTo>
                    <a:pt x="91885" y="43990"/>
                  </a:lnTo>
                  <a:lnTo>
                    <a:pt x="91885" y="44003"/>
                  </a:lnTo>
                  <a:lnTo>
                    <a:pt x="91940" y="44043"/>
                  </a:lnTo>
                  <a:lnTo>
                    <a:pt x="92032" y="44070"/>
                  </a:lnTo>
                  <a:lnTo>
                    <a:pt x="92106" y="44110"/>
                  </a:lnTo>
                  <a:lnTo>
                    <a:pt x="92124" y="44096"/>
                  </a:lnTo>
                  <a:lnTo>
                    <a:pt x="92087" y="44003"/>
                  </a:lnTo>
                  <a:lnTo>
                    <a:pt x="92124" y="44003"/>
                  </a:lnTo>
                  <a:lnTo>
                    <a:pt x="92290" y="44070"/>
                  </a:lnTo>
                  <a:lnTo>
                    <a:pt x="92401" y="44096"/>
                  </a:lnTo>
                  <a:lnTo>
                    <a:pt x="92419" y="44030"/>
                  </a:lnTo>
                  <a:lnTo>
                    <a:pt x="92438" y="43950"/>
                  </a:lnTo>
                  <a:lnTo>
                    <a:pt x="92475" y="43910"/>
                  </a:lnTo>
                  <a:lnTo>
                    <a:pt x="92622" y="43896"/>
                  </a:lnTo>
                  <a:lnTo>
                    <a:pt x="92696" y="43870"/>
                  </a:lnTo>
                  <a:lnTo>
                    <a:pt x="92677" y="43790"/>
                  </a:lnTo>
                  <a:lnTo>
                    <a:pt x="92622" y="43763"/>
                  </a:lnTo>
                  <a:lnTo>
                    <a:pt x="92438" y="43683"/>
                  </a:lnTo>
                  <a:lnTo>
                    <a:pt x="92382" y="43670"/>
                  </a:lnTo>
                  <a:lnTo>
                    <a:pt x="92309" y="43683"/>
                  </a:lnTo>
                  <a:lnTo>
                    <a:pt x="92143" y="43683"/>
                  </a:lnTo>
                  <a:lnTo>
                    <a:pt x="92087" y="43670"/>
                  </a:lnTo>
                  <a:lnTo>
                    <a:pt x="92014" y="43670"/>
                  </a:lnTo>
                  <a:lnTo>
                    <a:pt x="91885" y="43656"/>
                  </a:lnTo>
                  <a:lnTo>
                    <a:pt x="91737" y="43603"/>
                  </a:lnTo>
                  <a:lnTo>
                    <a:pt x="91645" y="43523"/>
                  </a:lnTo>
                  <a:lnTo>
                    <a:pt x="91719" y="43497"/>
                  </a:lnTo>
                  <a:lnTo>
                    <a:pt x="91774" y="43483"/>
                  </a:lnTo>
                  <a:lnTo>
                    <a:pt x="91848" y="43497"/>
                  </a:lnTo>
                  <a:lnTo>
                    <a:pt x="91829" y="43523"/>
                  </a:lnTo>
                  <a:lnTo>
                    <a:pt x="91829" y="43536"/>
                  </a:lnTo>
                  <a:lnTo>
                    <a:pt x="91792" y="43550"/>
                  </a:lnTo>
                  <a:lnTo>
                    <a:pt x="91829" y="43576"/>
                  </a:lnTo>
                  <a:lnTo>
                    <a:pt x="92106" y="43510"/>
                  </a:lnTo>
                  <a:lnTo>
                    <a:pt x="92161" y="43523"/>
                  </a:lnTo>
                  <a:lnTo>
                    <a:pt x="92327" y="43616"/>
                  </a:lnTo>
                  <a:lnTo>
                    <a:pt x="92419" y="43630"/>
                  </a:lnTo>
                  <a:lnTo>
                    <a:pt x="92456" y="43590"/>
                  </a:lnTo>
                  <a:lnTo>
                    <a:pt x="92438" y="43536"/>
                  </a:lnTo>
                  <a:lnTo>
                    <a:pt x="92401" y="43483"/>
                  </a:lnTo>
                  <a:lnTo>
                    <a:pt x="92364" y="43417"/>
                  </a:lnTo>
                  <a:lnTo>
                    <a:pt x="92253" y="43363"/>
                  </a:lnTo>
                  <a:lnTo>
                    <a:pt x="92235" y="43323"/>
                  </a:lnTo>
                  <a:lnTo>
                    <a:pt x="92253" y="43270"/>
                  </a:lnTo>
                  <a:lnTo>
                    <a:pt x="92124" y="43243"/>
                  </a:lnTo>
                  <a:lnTo>
                    <a:pt x="91866" y="43217"/>
                  </a:lnTo>
                  <a:lnTo>
                    <a:pt x="91756" y="43137"/>
                  </a:lnTo>
                  <a:lnTo>
                    <a:pt x="91700" y="43070"/>
                  </a:lnTo>
                  <a:lnTo>
                    <a:pt x="91608" y="43017"/>
                  </a:lnTo>
                  <a:lnTo>
                    <a:pt x="91553" y="43017"/>
                  </a:lnTo>
                  <a:lnTo>
                    <a:pt x="91387" y="43017"/>
                  </a:lnTo>
                  <a:lnTo>
                    <a:pt x="91332" y="43003"/>
                  </a:lnTo>
                  <a:lnTo>
                    <a:pt x="90520" y="43230"/>
                  </a:lnTo>
                  <a:lnTo>
                    <a:pt x="90391" y="43230"/>
                  </a:lnTo>
                  <a:lnTo>
                    <a:pt x="90410" y="43150"/>
                  </a:lnTo>
                  <a:lnTo>
                    <a:pt x="90465" y="43123"/>
                  </a:lnTo>
                  <a:lnTo>
                    <a:pt x="90631" y="43110"/>
                  </a:lnTo>
                  <a:lnTo>
                    <a:pt x="90594" y="43083"/>
                  </a:lnTo>
                  <a:lnTo>
                    <a:pt x="90557" y="43057"/>
                  </a:lnTo>
                  <a:lnTo>
                    <a:pt x="90520" y="43017"/>
                  </a:lnTo>
                  <a:lnTo>
                    <a:pt x="90576" y="43003"/>
                  </a:lnTo>
                  <a:lnTo>
                    <a:pt x="90612" y="43003"/>
                  </a:lnTo>
                  <a:lnTo>
                    <a:pt x="90668" y="43017"/>
                  </a:lnTo>
                  <a:lnTo>
                    <a:pt x="90705" y="43043"/>
                  </a:lnTo>
                  <a:lnTo>
                    <a:pt x="90797" y="43057"/>
                  </a:lnTo>
                  <a:lnTo>
                    <a:pt x="90871" y="43057"/>
                  </a:lnTo>
                  <a:lnTo>
                    <a:pt x="90889" y="43003"/>
                  </a:lnTo>
                  <a:lnTo>
                    <a:pt x="90815" y="42923"/>
                  </a:lnTo>
                  <a:lnTo>
                    <a:pt x="90705" y="42870"/>
                  </a:lnTo>
                  <a:lnTo>
                    <a:pt x="90668" y="42843"/>
                  </a:lnTo>
                  <a:lnTo>
                    <a:pt x="90686" y="42817"/>
                  </a:lnTo>
                  <a:lnTo>
                    <a:pt x="90742" y="42817"/>
                  </a:lnTo>
                  <a:lnTo>
                    <a:pt x="90760" y="42817"/>
                  </a:lnTo>
                  <a:lnTo>
                    <a:pt x="90797" y="42830"/>
                  </a:lnTo>
                  <a:lnTo>
                    <a:pt x="91018" y="42950"/>
                  </a:lnTo>
                  <a:lnTo>
                    <a:pt x="91073" y="42963"/>
                  </a:lnTo>
                  <a:lnTo>
                    <a:pt x="91110" y="42937"/>
                  </a:lnTo>
                  <a:lnTo>
                    <a:pt x="91129" y="42857"/>
                  </a:lnTo>
                  <a:lnTo>
                    <a:pt x="91221" y="42790"/>
                  </a:lnTo>
                  <a:lnTo>
                    <a:pt x="91295" y="42790"/>
                  </a:lnTo>
                  <a:lnTo>
                    <a:pt x="91332" y="42857"/>
                  </a:lnTo>
                  <a:lnTo>
                    <a:pt x="91424" y="42883"/>
                  </a:lnTo>
                  <a:lnTo>
                    <a:pt x="91553" y="42923"/>
                  </a:lnTo>
                  <a:lnTo>
                    <a:pt x="91792" y="42897"/>
                  </a:lnTo>
                  <a:lnTo>
                    <a:pt x="91848" y="42950"/>
                  </a:lnTo>
                  <a:lnTo>
                    <a:pt x="91885" y="43017"/>
                  </a:lnTo>
                  <a:lnTo>
                    <a:pt x="91940" y="43083"/>
                  </a:lnTo>
                  <a:lnTo>
                    <a:pt x="92032" y="43083"/>
                  </a:lnTo>
                  <a:lnTo>
                    <a:pt x="92124" y="43070"/>
                  </a:lnTo>
                  <a:lnTo>
                    <a:pt x="92161" y="43003"/>
                  </a:lnTo>
                  <a:lnTo>
                    <a:pt x="92143" y="42923"/>
                  </a:lnTo>
                  <a:lnTo>
                    <a:pt x="92106" y="42897"/>
                  </a:lnTo>
                  <a:lnTo>
                    <a:pt x="91921" y="42950"/>
                  </a:lnTo>
                  <a:lnTo>
                    <a:pt x="91903" y="42923"/>
                  </a:lnTo>
                  <a:lnTo>
                    <a:pt x="91940" y="42857"/>
                  </a:lnTo>
                  <a:lnTo>
                    <a:pt x="92014" y="42830"/>
                  </a:lnTo>
                  <a:lnTo>
                    <a:pt x="92106" y="42817"/>
                  </a:lnTo>
                  <a:lnTo>
                    <a:pt x="92198" y="42843"/>
                  </a:lnTo>
                  <a:lnTo>
                    <a:pt x="92198" y="42817"/>
                  </a:lnTo>
                  <a:lnTo>
                    <a:pt x="92161" y="42790"/>
                  </a:lnTo>
                  <a:lnTo>
                    <a:pt x="92161" y="42737"/>
                  </a:lnTo>
                  <a:lnTo>
                    <a:pt x="92253" y="42750"/>
                  </a:lnTo>
                  <a:lnTo>
                    <a:pt x="92327" y="42697"/>
                  </a:lnTo>
                  <a:lnTo>
                    <a:pt x="92401" y="42590"/>
                  </a:lnTo>
                  <a:lnTo>
                    <a:pt x="92438" y="42497"/>
                  </a:lnTo>
                  <a:lnTo>
                    <a:pt x="91774" y="42350"/>
                  </a:lnTo>
                  <a:lnTo>
                    <a:pt x="91756" y="42323"/>
                  </a:lnTo>
                  <a:lnTo>
                    <a:pt x="91885" y="42310"/>
                  </a:lnTo>
                  <a:lnTo>
                    <a:pt x="92032" y="42310"/>
                  </a:lnTo>
                  <a:lnTo>
                    <a:pt x="92309" y="42390"/>
                  </a:lnTo>
                  <a:lnTo>
                    <a:pt x="92438" y="42390"/>
                  </a:lnTo>
                  <a:lnTo>
                    <a:pt x="92604" y="42283"/>
                  </a:lnTo>
                  <a:lnTo>
                    <a:pt x="92733" y="42283"/>
                  </a:lnTo>
                  <a:lnTo>
                    <a:pt x="92751" y="42363"/>
                  </a:lnTo>
                  <a:lnTo>
                    <a:pt x="92585" y="42603"/>
                  </a:lnTo>
                  <a:lnTo>
                    <a:pt x="92622" y="42617"/>
                  </a:lnTo>
                  <a:lnTo>
                    <a:pt x="92659" y="42603"/>
                  </a:lnTo>
                  <a:lnTo>
                    <a:pt x="92659" y="42590"/>
                  </a:lnTo>
                  <a:lnTo>
                    <a:pt x="92640" y="42577"/>
                  </a:lnTo>
                  <a:lnTo>
                    <a:pt x="92770" y="42617"/>
                  </a:lnTo>
                  <a:lnTo>
                    <a:pt x="92880" y="42723"/>
                  </a:lnTo>
                  <a:lnTo>
                    <a:pt x="92954" y="42830"/>
                  </a:lnTo>
                  <a:lnTo>
                    <a:pt x="92935" y="42883"/>
                  </a:lnTo>
                  <a:lnTo>
                    <a:pt x="92991" y="42937"/>
                  </a:lnTo>
                  <a:lnTo>
                    <a:pt x="93101" y="42963"/>
                  </a:lnTo>
                  <a:lnTo>
                    <a:pt x="93175" y="42963"/>
                  </a:lnTo>
                  <a:lnTo>
                    <a:pt x="93230" y="42963"/>
                  </a:lnTo>
                  <a:lnTo>
                    <a:pt x="93249" y="42923"/>
                  </a:lnTo>
                  <a:lnTo>
                    <a:pt x="93230" y="42870"/>
                  </a:lnTo>
                  <a:lnTo>
                    <a:pt x="93212" y="42830"/>
                  </a:lnTo>
                  <a:lnTo>
                    <a:pt x="93286" y="42803"/>
                  </a:lnTo>
                  <a:lnTo>
                    <a:pt x="93359" y="42950"/>
                  </a:lnTo>
                  <a:lnTo>
                    <a:pt x="93396" y="43070"/>
                  </a:lnTo>
                  <a:lnTo>
                    <a:pt x="93396" y="43137"/>
                  </a:lnTo>
                  <a:lnTo>
                    <a:pt x="93323" y="43190"/>
                  </a:lnTo>
                  <a:lnTo>
                    <a:pt x="93452" y="43203"/>
                  </a:lnTo>
                  <a:lnTo>
                    <a:pt x="93544" y="43190"/>
                  </a:lnTo>
                  <a:lnTo>
                    <a:pt x="93728" y="43110"/>
                  </a:lnTo>
                  <a:lnTo>
                    <a:pt x="93710" y="43123"/>
                  </a:lnTo>
                  <a:lnTo>
                    <a:pt x="93728" y="43043"/>
                  </a:lnTo>
                  <a:lnTo>
                    <a:pt x="93747" y="42963"/>
                  </a:lnTo>
                  <a:lnTo>
                    <a:pt x="93820" y="42897"/>
                  </a:lnTo>
                  <a:lnTo>
                    <a:pt x="93857" y="42883"/>
                  </a:lnTo>
                  <a:lnTo>
                    <a:pt x="93876" y="42857"/>
                  </a:lnTo>
                  <a:lnTo>
                    <a:pt x="93894" y="42803"/>
                  </a:lnTo>
                  <a:lnTo>
                    <a:pt x="93931" y="42790"/>
                  </a:lnTo>
                  <a:lnTo>
                    <a:pt x="94005" y="42790"/>
                  </a:lnTo>
                  <a:lnTo>
                    <a:pt x="94023" y="42817"/>
                  </a:lnTo>
                  <a:lnTo>
                    <a:pt x="94042" y="42843"/>
                  </a:lnTo>
                  <a:lnTo>
                    <a:pt x="93839" y="43017"/>
                  </a:lnTo>
                  <a:lnTo>
                    <a:pt x="93839" y="43083"/>
                  </a:lnTo>
                  <a:lnTo>
                    <a:pt x="93894" y="43150"/>
                  </a:lnTo>
                  <a:lnTo>
                    <a:pt x="93968" y="43150"/>
                  </a:lnTo>
                  <a:lnTo>
                    <a:pt x="94134" y="43083"/>
                  </a:lnTo>
                  <a:lnTo>
                    <a:pt x="94152" y="43110"/>
                  </a:lnTo>
                  <a:lnTo>
                    <a:pt x="94115" y="43203"/>
                  </a:lnTo>
                  <a:lnTo>
                    <a:pt x="94134" y="43243"/>
                  </a:lnTo>
                  <a:lnTo>
                    <a:pt x="94189" y="43243"/>
                  </a:lnTo>
                  <a:lnTo>
                    <a:pt x="94226" y="43257"/>
                  </a:lnTo>
                  <a:lnTo>
                    <a:pt x="94263" y="43310"/>
                  </a:lnTo>
                  <a:lnTo>
                    <a:pt x="94318" y="43350"/>
                  </a:lnTo>
                  <a:lnTo>
                    <a:pt x="94373" y="43390"/>
                  </a:lnTo>
                  <a:lnTo>
                    <a:pt x="94337" y="43403"/>
                  </a:lnTo>
                  <a:lnTo>
                    <a:pt x="94189" y="43390"/>
                  </a:lnTo>
                  <a:lnTo>
                    <a:pt x="94189" y="43443"/>
                  </a:lnTo>
                  <a:lnTo>
                    <a:pt x="94244" y="43497"/>
                  </a:lnTo>
                  <a:lnTo>
                    <a:pt x="94318" y="43590"/>
                  </a:lnTo>
                  <a:lnTo>
                    <a:pt x="94466" y="43683"/>
                  </a:lnTo>
                  <a:lnTo>
                    <a:pt x="94613" y="43710"/>
                  </a:lnTo>
                  <a:lnTo>
                    <a:pt x="94761" y="43670"/>
                  </a:lnTo>
                  <a:lnTo>
                    <a:pt x="94816" y="43616"/>
                  </a:lnTo>
                  <a:lnTo>
                    <a:pt x="94797" y="43523"/>
                  </a:lnTo>
                  <a:lnTo>
                    <a:pt x="94687" y="43470"/>
                  </a:lnTo>
                  <a:lnTo>
                    <a:pt x="94576" y="43417"/>
                  </a:lnTo>
                  <a:lnTo>
                    <a:pt x="94484" y="43403"/>
                  </a:lnTo>
                  <a:lnTo>
                    <a:pt x="94484" y="43337"/>
                  </a:lnTo>
                  <a:lnTo>
                    <a:pt x="94558" y="43350"/>
                  </a:lnTo>
                  <a:lnTo>
                    <a:pt x="94650" y="43377"/>
                  </a:lnTo>
                  <a:lnTo>
                    <a:pt x="94724" y="43390"/>
                  </a:lnTo>
                  <a:lnTo>
                    <a:pt x="94761" y="43310"/>
                  </a:lnTo>
                  <a:lnTo>
                    <a:pt x="94779" y="43270"/>
                  </a:lnTo>
                  <a:lnTo>
                    <a:pt x="94816" y="43323"/>
                  </a:lnTo>
                  <a:lnTo>
                    <a:pt x="94963" y="43377"/>
                  </a:lnTo>
                  <a:lnTo>
                    <a:pt x="95019" y="43283"/>
                  </a:lnTo>
                  <a:lnTo>
                    <a:pt x="95111" y="43070"/>
                  </a:lnTo>
                  <a:lnTo>
                    <a:pt x="95129" y="43190"/>
                  </a:lnTo>
                  <a:lnTo>
                    <a:pt x="95166" y="43310"/>
                  </a:lnTo>
                  <a:lnTo>
                    <a:pt x="95166" y="43310"/>
                  </a:lnTo>
                  <a:lnTo>
                    <a:pt x="95092" y="43270"/>
                  </a:lnTo>
                  <a:lnTo>
                    <a:pt x="95056" y="43323"/>
                  </a:lnTo>
                  <a:lnTo>
                    <a:pt x="95092" y="43390"/>
                  </a:lnTo>
                  <a:lnTo>
                    <a:pt x="95092" y="43443"/>
                  </a:lnTo>
                  <a:lnTo>
                    <a:pt x="95240" y="43483"/>
                  </a:lnTo>
                  <a:lnTo>
                    <a:pt x="95295" y="43510"/>
                  </a:lnTo>
                  <a:lnTo>
                    <a:pt x="95332" y="43536"/>
                  </a:lnTo>
                  <a:lnTo>
                    <a:pt x="95351" y="43576"/>
                  </a:lnTo>
                  <a:lnTo>
                    <a:pt x="95351" y="43576"/>
                  </a:lnTo>
                  <a:lnTo>
                    <a:pt x="95387" y="43590"/>
                  </a:lnTo>
                  <a:lnTo>
                    <a:pt x="95535" y="43616"/>
                  </a:lnTo>
                  <a:lnTo>
                    <a:pt x="95572" y="43643"/>
                  </a:lnTo>
                  <a:lnTo>
                    <a:pt x="95590" y="43670"/>
                  </a:lnTo>
                  <a:lnTo>
                    <a:pt x="95627" y="43683"/>
                  </a:lnTo>
                  <a:lnTo>
                    <a:pt x="96033" y="43656"/>
                  </a:lnTo>
                  <a:lnTo>
                    <a:pt x="96143" y="43630"/>
                  </a:lnTo>
                  <a:lnTo>
                    <a:pt x="96217" y="43603"/>
                  </a:lnTo>
                  <a:lnTo>
                    <a:pt x="96235" y="43536"/>
                  </a:lnTo>
                  <a:lnTo>
                    <a:pt x="96217" y="43550"/>
                  </a:lnTo>
                  <a:lnTo>
                    <a:pt x="96309" y="43470"/>
                  </a:lnTo>
                  <a:lnTo>
                    <a:pt x="96328" y="43417"/>
                  </a:lnTo>
                  <a:lnTo>
                    <a:pt x="96328" y="43363"/>
                  </a:lnTo>
                  <a:lnTo>
                    <a:pt x="96383" y="43230"/>
                  </a:lnTo>
                  <a:lnTo>
                    <a:pt x="96457" y="43150"/>
                  </a:lnTo>
                  <a:lnTo>
                    <a:pt x="96549" y="43097"/>
                  </a:lnTo>
                  <a:lnTo>
                    <a:pt x="96549" y="43070"/>
                  </a:lnTo>
                  <a:lnTo>
                    <a:pt x="96549" y="42697"/>
                  </a:lnTo>
                  <a:lnTo>
                    <a:pt x="96530" y="42630"/>
                  </a:lnTo>
                  <a:lnTo>
                    <a:pt x="96494" y="42577"/>
                  </a:lnTo>
                  <a:lnTo>
                    <a:pt x="96365" y="42363"/>
                  </a:lnTo>
                  <a:lnTo>
                    <a:pt x="96365" y="42337"/>
                  </a:lnTo>
                  <a:lnTo>
                    <a:pt x="96383" y="42310"/>
                  </a:lnTo>
                  <a:lnTo>
                    <a:pt x="96401" y="42297"/>
                  </a:lnTo>
                  <a:lnTo>
                    <a:pt x="96401" y="42283"/>
                  </a:lnTo>
                  <a:lnTo>
                    <a:pt x="96401" y="42270"/>
                  </a:lnTo>
                  <a:lnTo>
                    <a:pt x="96365" y="42190"/>
                  </a:lnTo>
                  <a:lnTo>
                    <a:pt x="96309" y="42123"/>
                  </a:lnTo>
                  <a:lnTo>
                    <a:pt x="96309" y="42070"/>
                  </a:lnTo>
                  <a:lnTo>
                    <a:pt x="96328" y="42030"/>
                  </a:lnTo>
                  <a:lnTo>
                    <a:pt x="96383" y="42057"/>
                  </a:lnTo>
                  <a:lnTo>
                    <a:pt x="96383" y="42070"/>
                  </a:lnTo>
                  <a:lnTo>
                    <a:pt x="96383" y="42097"/>
                  </a:lnTo>
                  <a:lnTo>
                    <a:pt x="96401" y="42123"/>
                  </a:lnTo>
                  <a:lnTo>
                    <a:pt x="96475" y="42190"/>
                  </a:lnTo>
                  <a:lnTo>
                    <a:pt x="96475" y="42270"/>
                  </a:lnTo>
                  <a:lnTo>
                    <a:pt x="96420" y="42390"/>
                  </a:lnTo>
                  <a:lnTo>
                    <a:pt x="96475" y="42390"/>
                  </a:lnTo>
                  <a:lnTo>
                    <a:pt x="96567" y="42337"/>
                  </a:lnTo>
                  <a:lnTo>
                    <a:pt x="96604" y="42337"/>
                  </a:lnTo>
                  <a:lnTo>
                    <a:pt x="96586" y="42457"/>
                  </a:lnTo>
                  <a:lnTo>
                    <a:pt x="96586" y="42537"/>
                  </a:lnTo>
                  <a:lnTo>
                    <a:pt x="96604" y="42577"/>
                  </a:lnTo>
                  <a:lnTo>
                    <a:pt x="96660" y="42670"/>
                  </a:lnTo>
                  <a:lnTo>
                    <a:pt x="96678" y="42723"/>
                  </a:lnTo>
                  <a:lnTo>
                    <a:pt x="96678" y="42763"/>
                  </a:lnTo>
                  <a:lnTo>
                    <a:pt x="96678" y="42897"/>
                  </a:lnTo>
                  <a:lnTo>
                    <a:pt x="96660" y="42963"/>
                  </a:lnTo>
                  <a:lnTo>
                    <a:pt x="96678" y="43017"/>
                  </a:lnTo>
                  <a:lnTo>
                    <a:pt x="96715" y="43097"/>
                  </a:lnTo>
                  <a:lnTo>
                    <a:pt x="96641" y="43150"/>
                  </a:lnTo>
                  <a:lnTo>
                    <a:pt x="96475" y="43576"/>
                  </a:lnTo>
                  <a:lnTo>
                    <a:pt x="96438" y="43616"/>
                  </a:lnTo>
                  <a:lnTo>
                    <a:pt x="96365" y="43656"/>
                  </a:lnTo>
                  <a:lnTo>
                    <a:pt x="96309" y="43710"/>
                  </a:lnTo>
                  <a:lnTo>
                    <a:pt x="96401" y="43763"/>
                  </a:lnTo>
                  <a:lnTo>
                    <a:pt x="96401" y="43803"/>
                  </a:lnTo>
                  <a:lnTo>
                    <a:pt x="96383" y="43856"/>
                  </a:lnTo>
                  <a:lnTo>
                    <a:pt x="96365" y="43896"/>
                  </a:lnTo>
                  <a:lnTo>
                    <a:pt x="96401" y="43936"/>
                  </a:lnTo>
                  <a:lnTo>
                    <a:pt x="96438" y="43990"/>
                  </a:lnTo>
                  <a:lnTo>
                    <a:pt x="96494" y="44016"/>
                  </a:lnTo>
                  <a:lnTo>
                    <a:pt x="96549" y="44056"/>
                  </a:lnTo>
                  <a:lnTo>
                    <a:pt x="96660" y="44190"/>
                  </a:lnTo>
                  <a:lnTo>
                    <a:pt x="96770" y="44256"/>
                  </a:lnTo>
                  <a:lnTo>
                    <a:pt x="96844" y="44256"/>
                  </a:lnTo>
                  <a:lnTo>
                    <a:pt x="96936" y="44230"/>
                  </a:lnTo>
                  <a:lnTo>
                    <a:pt x="97010" y="44176"/>
                  </a:lnTo>
                  <a:lnTo>
                    <a:pt x="97139" y="44056"/>
                  </a:lnTo>
                  <a:lnTo>
                    <a:pt x="97950" y="43683"/>
                  </a:lnTo>
                  <a:lnTo>
                    <a:pt x="97987" y="43656"/>
                  </a:lnTo>
                  <a:lnTo>
                    <a:pt x="98005" y="43603"/>
                  </a:lnTo>
                  <a:lnTo>
                    <a:pt x="98061" y="43523"/>
                  </a:lnTo>
                  <a:lnTo>
                    <a:pt x="98079" y="43497"/>
                  </a:lnTo>
                  <a:lnTo>
                    <a:pt x="98061" y="43470"/>
                  </a:lnTo>
                  <a:lnTo>
                    <a:pt x="98005" y="43363"/>
                  </a:lnTo>
                  <a:lnTo>
                    <a:pt x="98005" y="43337"/>
                  </a:lnTo>
                  <a:lnTo>
                    <a:pt x="98061" y="43323"/>
                  </a:lnTo>
                  <a:lnTo>
                    <a:pt x="98079" y="43323"/>
                  </a:lnTo>
                  <a:lnTo>
                    <a:pt x="98116" y="43350"/>
                  </a:lnTo>
                  <a:lnTo>
                    <a:pt x="98190" y="43363"/>
                  </a:lnTo>
                  <a:lnTo>
                    <a:pt x="98245" y="43323"/>
                  </a:lnTo>
                  <a:lnTo>
                    <a:pt x="98466" y="43057"/>
                  </a:lnTo>
                  <a:lnTo>
                    <a:pt x="98485" y="42977"/>
                  </a:lnTo>
                  <a:lnTo>
                    <a:pt x="98522" y="42950"/>
                  </a:lnTo>
                  <a:lnTo>
                    <a:pt x="98651" y="42897"/>
                  </a:lnTo>
                  <a:lnTo>
                    <a:pt x="98651" y="42870"/>
                  </a:lnTo>
                  <a:lnTo>
                    <a:pt x="98669" y="42763"/>
                  </a:lnTo>
                  <a:lnTo>
                    <a:pt x="98761" y="42683"/>
                  </a:lnTo>
                  <a:lnTo>
                    <a:pt x="98761" y="42603"/>
                  </a:lnTo>
                  <a:lnTo>
                    <a:pt x="98651" y="42537"/>
                  </a:lnTo>
                  <a:lnTo>
                    <a:pt x="98632" y="42483"/>
                  </a:lnTo>
                  <a:lnTo>
                    <a:pt x="98595" y="42430"/>
                  </a:lnTo>
                  <a:lnTo>
                    <a:pt x="98558" y="42310"/>
                  </a:lnTo>
                  <a:lnTo>
                    <a:pt x="98540" y="42283"/>
                  </a:lnTo>
                  <a:lnTo>
                    <a:pt x="98522" y="42270"/>
                  </a:lnTo>
                  <a:lnTo>
                    <a:pt x="98522" y="42257"/>
                  </a:lnTo>
                  <a:lnTo>
                    <a:pt x="98540" y="42230"/>
                  </a:lnTo>
                  <a:lnTo>
                    <a:pt x="98540" y="42217"/>
                  </a:lnTo>
                  <a:lnTo>
                    <a:pt x="98540" y="42177"/>
                  </a:lnTo>
                  <a:lnTo>
                    <a:pt x="98522" y="42190"/>
                  </a:lnTo>
                  <a:lnTo>
                    <a:pt x="98485" y="42083"/>
                  </a:lnTo>
                  <a:lnTo>
                    <a:pt x="98466" y="41964"/>
                  </a:lnTo>
                  <a:lnTo>
                    <a:pt x="98522" y="41804"/>
                  </a:lnTo>
                  <a:lnTo>
                    <a:pt x="98669" y="41657"/>
                  </a:lnTo>
                  <a:lnTo>
                    <a:pt x="98706" y="41550"/>
                  </a:lnTo>
                  <a:lnTo>
                    <a:pt x="98743" y="41524"/>
                  </a:lnTo>
                  <a:lnTo>
                    <a:pt x="98780" y="41510"/>
                  </a:lnTo>
                  <a:lnTo>
                    <a:pt x="98798" y="41484"/>
                  </a:lnTo>
                  <a:lnTo>
                    <a:pt x="98890" y="41337"/>
                  </a:lnTo>
                  <a:lnTo>
                    <a:pt x="98909" y="41310"/>
                  </a:lnTo>
                  <a:lnTo>
                    <a:pt x="98927" y="41297"/>
                  </a:lnTo>
                  <a:lnTo>
                    <a:pt x="98946" y="41297"/>
                  </a:lnTo>
                  <a:lnTo>
                    <a:pt x="98982" y="41350"/>
                  </a:lnTo>
                  <a:lnTo>
                    <a:pt x="99001" y="41350"/>
                  </a:lnTo>
                  <a:lnTo>
                    <a:pt x="99019" y="41337"/>
                  </a:lnTo>
                  <a:lnTo>
                    <a:pt x="99038" y="41310"/>
                  </a:lnTo>
                  <a:lnTo>
                    <a:pt x="99038" y="41284"/>
                  </a:lnTo>
                  <a:lnTo>
                    <a:pt x="99038" y="41257"/>
                  </a:lnTo>
                  <a:lnTo>
                    <a:pt x="99038" y="41230"/>
                  </a:lnTo>
                  <a:lnTo>
                    <a:pt x="99038" y="41204"/>
                  </a:lnTo>
                  <a:lnTo>
                    <a:pt x="99111" y="41204"/>
                  </a:lnTo>
                  <a:lnTo>
                    <a:pt x="99111" y="41310"/>
                  </a:lnTo>
                  <a:lnTo>
                    <a:pt x="99075" y="41430"/>
                  </a:lnTo>
                  <a:lnTo>
                    <a:pt x="99001" y="41524"/>
                  </a:lnTo>
                  <a:lnTo>
                    <a:pt x="98909" y="41564"/>
                  </a:lnTo>
                  <a:lnTo>
                    <a:pt x="98835" y="41657"/>
                  </a:lnTo>
                  <a:lnTo>
                    <a:pt x="98817" y="41897"/>
                  </a:lnTo>
                  <a:lnTo>
                    <a:pt x="98706" y="42057"/>
                  </a:lnTo>
                  <a:lnTo>
                    <a:pt x="98743" y="42177"/>
                  </a:lnTo>
                  <a:lnTo>
                    <a:pt x="98817" y="42323"/>
                  </a:lnTo>
                  <a:lnTo>
                    <a:pt x="98927" y="42483"/>
                  </a:lnTo>
                  <a:lnTo>
                    <a:pt x="98982" y="42617"/>
                  </a:lnTo>
                  <a:lnTo>
                    <a:pt x="99038" y="42750"/>
                  </a:lnTo>
                  <a:lnTo>
                    <a:pt x="99075" y="42883"/>
                  </a:lnTo>
                  <a:lnTo>
                    <a:pt x="99038" y="42977"/>
                  </a:lnTo>
                  <a:lnTo>
                    <a:pt x="99075" y="42990"/>
                  </a:lnTo>
                  <a:lnTo>
                    <a:pt x="99130" y="43003"/>
                  </a:lnTo>
                  <a:lnTo>
                    <a:pt x="99259" y="43070"/>
                  </a:lnTo>
                  <a:lnTo>
                    <a:pt x="99351" y="43057"/>
                  </a:lnTo>
                  <a:lnTo>
                    <a:pt x="99425" y="43070"/>
                  </a:lnTo>
                  <a:lnTo>
                    <a:pt x="99480" y="43097"/>
                  </a:lnTo>
                  <a:lnTo>
                    <a:pt x="99536" y="43123"/>
                  </a:lnTo>
                  <a:lnTo>
                    <a:pt x="99517" y="43177"/>
                  </a:lnTo>
                  <a:lnTo>
                    <a:pt x="99462" y="43177"/>
                  </a:lnTo>
                  <a:lnTo>
                    <a:pt x="99425" y="43177"/>
                  </a:lnTo>
                  <a:lnTo>
                    <a:pt x="99370" y="43190"/>
                  </a:lnTo>
                  <a:lnTo>
                    <a:pt x="99370" y="43190"/>
                  </a:lnTo>
                  <a:lnTo>
                    <a:pt x="99351" y="43190"/>
                  </a:lnTo>
                  <a:lnTo>
                    <a:pt x="99370" y="43190"/>
                  </a:lnTo>
                  <a:lnTo>
                    <a:pt x="99019" y="43137"/>
                  </a:lnTo>
                  <a:lnTo>
                    <a:pt x="98946" y="43177"/>
                  </a:lnTo>
                  <a:lnTo>
                    <a:pt x="98927" y="43217"/>
                  </a:lnTo>
                  <a:lnTo>
                    <a:pt x="98743" y="43377"/>
                  </a:lnTo>
                  <a:lnTo>
                    <a:pt x="98669" y="43483"/>
                  </a:lnTo>
                  <a:lnTo>
                    <a:pt x="98614" y="43510"/>
                  </a:lnTo>
                  <a:lnTo>
                    <a:pt x="98632" y="43510"/>
                  </a:lnTo>
                  <a:lnTo>
                    <a:pt x="98595" y="43550"/>
                  </a:lnTo>
                  <a:lnTo>
                    <a:pt x="98540" y="43683"/>
                  </a:lnTo>
                  <a:lnTo>
                    <a:pt x="98429" y="43750"/>
                  </a:lnTo>
                  <a:lnTo>
                    <a:pt x="98411" y="43803"/>
                  </a:lnTo>
                  <a:lnTo>
                    <a:pt x="98300" y="43896"/>
                  </a:lnTo>
                  <a:lnTo>
                    <a:pt x="98282" y="43936"/>
                  </a:lnTo>
                  <a:lnTo>
                    <a:pt x="98300" y="44003"/>
                  </a:lnTo>
                  <a:lnTo>
                    <a:pt x="98319" y="44056"/>
                  </a:lnTo>
                  <a:lnTo>
                    <a:pt x="98300" y="44323"/>
                  </a:lnTo>
                  <a:lnTo>
                    <a:pt x="98319" y="44376"/>
                  </a:lnTo>
                  <a:lnTo>
                    <a:pt x="98411" y="44550"/>
                  </a:lnTo>
                  <a:lnTo>
                    <a:pt x="98411" y="44643"/>
                  </a:lnTo>
                  <a:lnTo>
                    <a:pt x="98448" y="44696"/>
                  </a:lnTo>
                  <a:lnTo>
                    <a:pt x="98466" y="44736"/>
                  </a:lnTo>
                  <a:lnTo>
                    <a:pt x="98558" y="44803"/>
                  </a:lnTo>
                  <a:lnTo>
                    <a:pt x="98614" y="44763"/>
                  </a:lnTo>
                  <a:lnTo>
                    <a:pt x="98614" y="44670"/>
                  </a:lnTo>
                  <a:lnTo>
                    <a:pt x="98614" y="44563"/>
                  </a:lnTo>
                  <a:lnTo>
                    <a:pt x="98614" y="44523"/>
                  </a:lnTo>
                  <a:lnTo>
                    <a:pt x="98651" y="44496"/>
                  </a:lnTo>
                  <a:lnTo>
                    <a:pt x="98706" y="44510"/>
                  </a:lnTo>
                  <a:lnTo>
                    <a:pt x="98724" y="44550"/>
                  </a:lnTo>
                  <a:lnTo>
                    <a:pt x="98743" y="44590"/>
                  </a:lnTo>
                  <a:lnTo>
                    <a:pt x="98743" y="44683"/>
                  </a:lnTo>
                  <a:lnTo>
                    <a:pt x="98835" y="44963"/>
                  </a:lnTo>
                  <a:lnTo>
                    <a:pt x="98853" y="45003"/>
                  </a:lnTo>
                  <a:lnTo>
                    <a:pt x="99572" y="44856"/>
                  </a:lnTo>
                  <a:lnTo>
                    <a:pt x="99628" y="44816"/>
                  </a:lnTo>
                  <a:lnTo>
                    <a:pt x="99628" y="44736"/>
                  </a:lnTo>
                  <a:lnTo>
                    <a:pt x="99646" y="44576"/>
                  </a:lnTo>
                  <a:lnTo>
                    <a:pt x="99665" y="44523"/>
                  </a:lnTo>
                  <a:lnTo>
                    <a:pt x="99794" y="44416"/>
                  </a:lnTo>
                  <a:lnTo>
                    <a:pt x="100181" y="44190"/>
                  </a:lnTo>
                  <a:lnTo>
                    <a:pt x="100273" y="44203"/>
                  </a:lnTo>
                  <a:lnTo>
                    <a:pt x="100255" y="44283"/>
                  </a:lnTo>
                  <a:lnTo>
                    <a:pt x="100181" y="44323"/>
                  </a:lnTo>
                  <a:lnTo>
                    <a:pt x="99996" y="44403"/>
                  </a:lnTo>
                  <a:lnTo>
                    <a:pt x="99904" y="44456"/>
                  </a:lnTo>
                  <a:lnTo>
                    <a:pt x="99812" y="44630"/>
                  </a:lnTo>
                  <a:lnTo>
                    <a:pt x="99738" y="44683"/>
                  </a:lnTo>
                  <a:lnTo>
                    <a:pt x="99720" y="44723"/>
                  </a:lnTo>
                  <a:lnTo>
                    <a:pt x="99812" y="44843"/>
                  </a:lnTo>
                  <a:lnTo>
                    <a:pt x="99812" y="44870"/>
                  </a:lnTo>
                  <a:lnTo>
                    <a:pt x="99701" y="44963"/>
                  </a:lnTo>
                  <a:lnTo>
                    <a:pt x="99554" y="44976"/>
                  </a:lnTo>
                  <a:lnTo>
                    <a:pt x="99462" y="45029"/>
                  </a:lnTo>
                  <a:lnTo>
                    <a:pt x="99388" y="45083"/>
                  </a:lnTo>
                  <a:lnTo>
                    <a:pt x="99480" y="45176"/>
                  </a:lnTo>
                  <a:lnTo>
                    <a:pt x="99462" y="45176"/>
                  </a:lnTo>
                  <a:lnTo>
                    <a:pt x="99499" y="45203"/>
                  </a:lnTo>
                  <a:lnTo>
                    <a:pt x="99517" y="45243"/>
                  </a:lnTo>
                  <a:lnTo>
                    <a:pt x="99499" y="45296"/>
                  </a:lnTo>
                  <a:lnTo>
                    <a:pt x="99462" y="45323"/>
                  </a:lnTo>
                  <a:lnTo>
                    <a:pt x="99572" y="45389"/>
                  </a:lnTo>
                  <a:lnTo>
                    <a:pt x="99628" y="45416"/>
                  </a:lnTo>
                  <a:lnTo>
                    <a:pt x="99665" y="45363"/>
                  </a:lnTo>
                  <a:lnTo>
                    <a:pt x="99738" y="45096"/>
                  </a:lnTo>
                  <a:lnTo>
                    <a:pt x="99794" y="45096"/>
                  </a:lnTo>
                  <a:lnTo>
                    <a:pt x="99831" y="45189"/>
                  </a:lnTo>
                  <a:lnTo>
                    <a:pt x="99812" y="45229"/>
                  </a:lnTo>
                  <a:lnTo>
                    <a:pt x="99812" y="45283"/>
                  </a:lnTo>
                  <a:lnTo>
                    <a:pt x="99886" y="45323"/>
                  </a:lnTo>
                  <a:lnTo>
                    <a:pt x="99996" y="45336"/>
                  </a:lnTo>
                  <a:lnTo>
                    <a:pt x="100052" y="45309"/>
                  </a:lnTo>
                  <a:lnTo>
                    <a:pt x="100181" y="45229"/>
                  </a:lnTo>
                  <a:lnTo>
                    <a:pt x="100365" y="45189"/>
                  </a:lnTo>
                  <a:lnTo>
                    <a:pt x="100420" y="45136"/>
                  </a:lnTo>
                  <a:lnTo>
                    <a:pt x="100457" y="45083"/>
                  </a:lnTo>
                  <a:lnTo>
                    <a:pt x="100365" y="44603"/>
                  </a:lnTo>
                  <a:lnTo>
                    <a:pt x="100365" y="44536"/>
                  </a:lnTo>
                  <a:lnTo>
                    <a:pt x="100402" y="44510"/>
                  </a:lnTo>
                  <a:lnTo>
                    <a:pt x="100715" y="44416"/>
                  </a:lnTo>
                  <a:lnTo>
                    <a:pt x="100752" y="44443"/>
                  </a:lnTo>
                  <a:lnTo>
                    <a:pt x="100715" y="44496"/>
                  </a:lnTo>
                  <a:lnTo>
                    <a:pt x="100513" y="44603"/>
                  </a:lnTo>
                  <a:lnTo>
                    <a:pt x="100513" y="44643"/>
                  </a:lnTo>
                  <a:lnTo>
                    <a:pt x="100550" y="44683"/>
                  </a:lnTo>
                  <a:lnTo>
                    <a:pt x="100586" y="44723"/>
                  </a:lnTo>
                  <a:lnTo>
                    <a:pt x="100605" y="44736"/>
                  </a:lnTo>
                  <a:lnTo>
                    <a:pt x="100734" y="44790"/>
                  </a:lnTo>
                  <a:lnTo>
                    <a:pt x="100789" y="44816"/>
                  </a:lnTo>
                  <a:lnTo>
                    <a:pt x="100752" y="44816"/>
                  </a:lnTo>
                  <a:lnTo>
                    <a:pt x="100660" y="44816"/>
                  </a:lnTo>
                  <a:lnTo>
                    <a:pt x="100642" y="44830"/>
                  </a:lnTo>
                  <a:lnTo>
                    <a:pt x="100623" y="44843"/>
                  </a:lnTo>
                  <a:lnTo>
                    <a:pt x="100623" y="44870"/>
                  </a:lnTo>
                  <a:lnTo>
                    <a:pt x="100623" y="44950"/>
                  </a:lnTo>
                  <a:lnTo>
                    <a:pt x="100605" y="44963"/>
                  </a:lnTo>
                  <a:lnTo>
                    <a:pt x="100623" y="44976"/>
                  </a:lnTo>
                  <a:lnTo>
                    <a:pt x="100642" y="45003"/>
                  </a:lnTo>
                  <a:lnTo>
                    <a:pt x="100642" y="45029"/>
                  </a:lnTo>
                  <a:lnTo>
                    <a:pt x="100623" y="45029"/>
                  </a:lnTo>
                  <a:lnTo>
                    <a:pt x="100605" y="45029"/>
                  </a:lnTo>
                  <a:lnTo>
                    <a:pt x="100605" y="45043"/>
                  </a:lnTo>
                  <a:lnTo>
                    <a:pt x="100586" y="45096"/>
                  </a:lnTo>
                  <a:lnTo>
                    <a:pt x="100586" y="45123"/>
                  </a:lnTo>
                  <a:lnTo>
                    <a:pt x="100605" y="45123"/>
                  </a:lnTo>
                  <a:lnTo>
                    <a:pt x="100642" y="45176"/>
                  </a:lnTo>
                  <a:lnTo>
                    <a:pt x="100476" y="45336"/>
                  </a:lnTo>
                  <a:lnTo>
                    <a:pt x="100273" y="45443"/>
                  </a:lnTo>
                  <a:lnTo>
                    <a:pt x="100236" y="45496"/>
                  </a:lnTo>
                  <a:lnTo>
                    <a:pt x="100218" y="45563"/>
                  </a:lnTo>
                  <a:lnTo>
                    <a:pt x="100310" y="45603"/>
                  </a:lnTo>
                  <a:lnTo>
                    <a:pt x="100365" y="45643"/>
                  </a:lnTo>
                  <a:lnTo>
                    <a:pt x="100402" y="45709"/>
                  </a:lnTo>
                  <a:lnTo>
                    <a:pt x="100439" y="45763"/>
                  </a:lnTo>
                  <a:lnTo>
                    <a:pt x="100531" y="45789"/>
                  </a:lnTo>
                  <a:lnTo>
                    <a:pt x="100734" y="45869"/>
                  </a:lnTo>
                  <a:lnTo>
                    <a:pt x="100789" y="45883"/>
                  </a:lnTo>
                  <a:lnTo>
                    <a:pt x="100918" y="45923"/>
                  </a:lnTo>
                  <a:lnTo>
                    <a:pt x="101010" y="45909"/>
                  </a:lnTo>
                  <a:lnTo>
                    <a:pt x="101029" y="45856"/>
                  </a:lnTo>
                  <a:lnTo>
                    <a:pt x="100974" y="45789"/>
                  </a:lnTo>
                  <a:lnTo>
                    <a:pt x="101010" y="45709"/>
                  </a:lnTo>
                  <a:lnTo>
                    <a:pt x="101121" y="45576"/>
                  </a:lnTo>
                  <a:lnTo>
                    <a:pt x="101139" y="45549"/>
                  </a:lnTo>
                  <a:lnTo>
                    <a:pt x="101324" y="45523"/>
                  </a:lnTo>
                  <a:lnTo>
                    <a:pt x="101342" y="45496"/>
                  </a:lnTo>
                  <a:lnTo>
                    <a:pt x="101434" y="45416"/>
                  </a:lnTo>
                  <a:lnTo>
                    <a:pt x="101508" y="45349"/>
                  </a:lnTo>
                  <a:lnTo>
                    <a:pt x="101527" y="45323"/>
                  </a:lnTo>
                  <a:lnTo>
                    <a:pt x="101545" y="45283"/>
                  </a:lnTo>
                  <a:lnTo>
                    <a:pt x="101527" y="45243"/>
                  </a:lnTo>
                  <a:lnTo>
                    <a:pt x="101527" y="45189"/>
                  </a:lnTo>
                  <a:lnTo>
                    <a:pt x="101545" y="45136"/>
                  </a:lnTo>
                  <a:lnTo>
                    <a:pt x="101600" y="45176"/>
                  </a:lnTo>
                  <a:lnTo>
                    <a:pt x="101674" y="45189"/>
                  </a:lnTo>
                  <a:lnTo>
                    <a:pt x="101914" y="45056"/>
                  </a:lnTo>
                  <a:lnTo>
                    <a:pt x="101969" y="45083"/>
                  </a:lnTo>
                  <a:lnTo>
                    <a:pt x="101914" y="45123"/>
                  </a:lnTo>
                  <a:lnTo>
                    <a:pt x="101914" y="45136"/>
                  </a:lnTo>
                  <a:lnTo>
                    <a:pt x="101988" y="45136"/>
                  </a:lnTo>
                  <a:lnTo>
                    <a:pt x="102024" y="45109"/>
                  </a:lnTo>
                  <a:lnTo>
                    <a:pt x="102043" y="45069"/>
                  </a:lnTo>
                  <a:lnTo>
                    <a:pt x="102024" y="45003"/>
                  </a:lnTo>
                  <a:lnTo>
                    <a:pt x="101988" y="44936"/>
                  </a:lnTo>
                  <a:lnTo>
                    <a:pt x="101988" y="44896"/>
                  </a:lnTo>
                  <a:lnTo>
                    <a:pt x="102024" y="44870"/>
                  </a:lnTo>
                  <a:lnTo>
                    <a:pt x="102061" y="44896"/>
                  </a:lnTo>
                  <a:lnTo>
                    <a:pt x="102172" y="45083"/>
                  </a:lnTo>
                  <a:lnTo>
                    <a:pt x="102190" y="45136"/>
                  </a:lnTo>
                  <a:lnTo>
                    <a:pt x="102172" y="45189"/>
                  </a:lnTo>
                  <a:lnTo>
                    <a:pt x="102117" y="45189"/>
                  </a:lnTo>
                  <a:lnTo>
                    <a:pt x="102061" y="45176"/>
                  </a:lnTo>
                  <a:lnTo>
                    <a:pt x="102006" y="45189"/>
                  </a:lnTo>
                  <a:lnTo>
                    <a:pt x="101785" y="45283"/>
                  </a:lnTo>
                  <a:lnTo>
                    <a:pt x="101748" y="45309"/>
                  </a:lnTo>
                  <a:lnTo>
                    <a:pt x="101748" y="45389"/>
                  </a:lnTo>
                  <a:lnTo>
                    <a:pt x="101711" y="45469"/>
                  </a:lnTo>
                  <a:lnTo>
                    <a:pt x="101545" y="45576"/>
                  </a:lnTo>
                  <a:lnTo>
                    <a:pt x="101471" y="45736"/>
                  </a:lnTo>
                  <a:lnTo>
                    <a:pt x="101342" y="45856"/>
                  </a:lnTo>
                  <a:lnTo>
                    <a:pt x="101324" y="45923"/>
                  </a:lnTo>
                  <a:lnTo>
                    <a:pt x="101398" y="45949"/>
                  </a:lnTo>
                  <a:lnTo>
                    <a:pt x="101619" y="45789"/>
                  </a:lnTo>
                  <a:lnTo>
                    <a:pt x="101895" y="45723"/>
                  </a:lnTo>
                  <a:lnTo>
                    <a:pt x="101858" y="45816"/>
                  </a:lnTo>
                  <a:lnTo>
                    <a:pt x="101803" y="45896"/>
                  </a:lnTo>
                  <a:lnTo>
                    <a:pt x="101748" y="45909"/>
                  </a:lnTo>
                  <a:lnTo>
                    <a:pt x="101656" y="45896"/>
                  </a:lnTo>
                  <a:lnTo>
                    <a:pt x="101619" y="45896"/>
                  </a:lnTo>
                  <a:lnTo>
                    <a:pt x="101600" y="45949"/>
                  </a:lnTo>
                  <a:lnTo>
                    <a:pt x="101508" y="46016"/>
                  </a:lnTo>
                  <a:lnTo>
                    <a:pt x="101508" y="46056"/>
                  </a:lnTo>
                  <a:lnTo>
                    <a:pt x="101471" y="46083"/>
                  </a:lnTo>
                  <a:lnTo>
                    <a:pt x="101490" y="46109"/>
                  </a:lnTo>
                  <a:lnTo>
                    <a:pt x="101527" y="46109"/>
                  </a:lnTo>
                  <a:lnTo>
                    <a:pt x="101600" y="46096"/>
                  </a:lnTo>
                  <a:lnTo>
                    <a:pt x="101637" y="46096"/>
                  </a:lnTo>
                  <a:lnTo>
                    <a:pt x="101693" y="46136"/>
                  </a:lnTo>
                  <a:lnTo>
                    <a:pt x="101563" y="46176"/>
                  </a:lnTo>
                  <a:lnTo>
                    <a:pt x="101729" y="46243"/>
                  </a:lnTo>
                  <a:lnTo>
                    <a:pt x="101877" y="46283"/>
                  </a:lnTo>
                  <a:lnTo>
                    <a:pt x="101988" y="46256"/>
                  </a:lnTo>
                  <a:lnTo>
                    <a:pt x="102006" y="46163"/>
                  </a:lnTo>
                  <a:lnTo>
                    <a:pt x="101988" y="46083"/>
                  </a:lnTo>
                  <a:lnTo>
                    <a:pt x="101988" y="46056"/>
                  </a:lnTo>
                  <a:lnTo>
                    <a:pt x="102006" y="46043"/>
                  </a:lnTo>
                  <a:lnTo>
                    <a:pt x="102024" y="46043"/>
                  </a:lnTo>
                  <a:lnTo>
                    <a:pt x="102061" y="46029"/>
                  </a:lnTo>
                  <a:lnTo>
                    <a:pt x="102080" y="46043"/>
                  </a:lnTo>
                  <a:lnTo>
                    <a:pt x="102153" y="46109"/>
                  </a:lnTo>
                  <a:lnTo>
                    <a:pt x="102209" y="46109"/>
                  </a:lnTo>
                  <a:lnTo>
                    <a:pt x="102282" y="46056"/>
                  </a:lnTo>
                  <a:lnTo>
                    <a:pt x="102301" y="46096"/>
                  </a:lnTo>
                  <a:lnTo>
                    <a:pt x="102282" y="46109"/>
                  </a:lnTo>
                  <a:lnTo>
                    <a:pt x="102227" y="46149"/>
                  </a:lnTo>
                  <a:lnTo>
                    <a:pt x="102209" y="46176"/>
                  </a:lnTo>
                  <a:lnTo>
                    <a:pt x="102227" y="46243"/>
                  </a:lnTo>
                  <a:lnTo>
                    <a:pt x="102246" y="46269"/>
                  </a:lnTo>
                  <a:lnTo>
                    <a:pt x="102375" y="46296"/>
                  </a:lnTo>
                  <a:lnTo>
                    <a:pt x="102356" y="46349"/>
                  </a:lnTo>
                  <a:lnTo>
                    <a:pt x="102375" y="46389"/>
                  </a:lnTo>
                  <a:lnTo>
                    <a:pt x="102393" y="46469"/>
                  </a:lnTo>
                  <a:lnTo>
                    <a:pt x="102430" y="46536"/>
                  </a:lnTo>
                  <a:lnTo>
                    <a:pt x="102448" y="46509"/>
                  </a:lnTo>
                  <a:lnTo>
                    <a:pt x="102504" y="46443"/>
                  </a:lnTo>
                  <a:lnTo>
                    <a:pt x="102559" y="46403"/>
                  </a:lnTo>
                  <a:lnTo>
                    <a:pt x="102541" y="46376"/>
                  </a:lnTo>
                  <a:lnTo>
                    <a:pt x="102522" y="46349"/>
                  </a:lnTo>
                  <a:lnTo>
                    <a:pt x="102522" y="46309"/>
                  </a:lnTo>
                  <a:lnTo>
                    <a:pt x="102559" y="46283"/>
                  </a:lnTo>
                  <a:lnTo>
                    <a:pt x="102577" y="46283"/>
                  </a:lnTo>
                  <a:lnTo>
                    <a:pt x="102614" y="46336"/>
                  </a:lnTo>
                  <a:lnTo>
                    <a:pt x="102651" y="46469"/>
                  </a:lnTo>
                  <a:lnTo>
                    <a:pt x="102688" y="46483"/>
                  </a:lnTo>
                  <a:lnTo>
                    <a:pt x="102725" y="46483"/>
                  </a:lnTo>
                  <a:lnTo>
                    <a:pt x="102780" y="46522"/>
                  </a:lnTo>
                  <a:lnTo>
                    <a:pt x="102780" y="46522"/>
                  </a:lnTo>
                  <a:lnTo>
                    <a:pt x="102762" y="46549"/>
                  </a:lnTo>
                  <a:lnTo>
                    <a:pt x="102743" y="46562"/>
                  </a:lnTo>
                  <a:lnTo>
                    <a:pt x="102762" y="46602"/>
                  </a:lnTo>
                  <a:lnTo>
                    <a:pt x="102817" y="46562"/>
                  </a:lnTo>
                  <a:lnTo>
                    <a:pt x="102872" y="46522"/>
                  </a:lnTo>
                  <a:lnTo>
                    <a:pt x="102928" y="46522"/>
                  </a:lnTo>
                  <a:lnTo>
                    <a:pt x="103020" y="46629"/>
                  </a:lnTo>
                  <a:lnTo>
                    <a:pt x="103075" y="46656"/>
                  </a:lnTo>
                  <a:lnTo>
                    <a:pt x="103075" y="46562"/>
                  </a:lnTo>
                  <a:lnTo>
                    <a:pt x="103020" y="46389"/>
                  </a:lnTo>
                  <a:lnTo>
                    <a:pt x="102909" y="46083"/>
                  </a:lnTo>
                  <a:lnTo>
                    <a:pt x="102799" y="45923"/>
                  </a:lnTo>
                  <a:lnTo>
                    <a:pt x="102633" y="45816"/>
                  </a:lnTo>
                  <a:lnTo>
                    <a:pt x="102614" y="45776"/>
                  </a:lnTo>
                  <a:lnTo>
                    <a:pt x="102596" y="45736"/>
                  </a:lnTo>
                  <a:lnTo>
                    <a:pt x="102559" y="45589"/>
                  </a:lnTo>
                  <a:lnTo>
                    <a:pt x="102541" y="45549"/>
                  </a:lnTo>
                  <a:lnTo>
                    <a:pt x="102559" y="45496"/>
                  </a:lnTo>
                  <a:lnTo>
                    <a:pt x="102633" y="45429"/>
                  </a:lnTo>
                  <a:lnTo>
                    <a:pt x="102651" y="45363"/>
                  </a:lnTo>
                  <a:lnTo>
                    <a:pt x="102614" y="45336"/>
                  </a:lnTo>
                  <a:lnTo>
                    <a:pt x="102596" y="45296"/>
                  </a:lnTo>
                  <a:lnTo>
                    <a:pt x="102559" y="45229"/>
                  </a:lnTo>
                  <a:lnTo>
                    <a:pt x="102559" y="45189"/>
                  </a:lnTo>
                  <a:lnTo>
                    <a:pt x="102596" y="45123"/>
                  </a:lnTo>
                  <a:lnTo>
                    <a:pt x="102614" y="45083"/>
                  </a:lnTo>
                  <a:lnTo>
                    <a:pt x="102541" y="45029"/>
                  </a:lnTo>
                  <a:lnTo>
                    <a:pt x="102559" y="44976"/>
                  </a:lnTo>
                  <a:lnTo>
                    <a:pt x="102651" y="44923"/>
                  </a:lnTo>
                  <a:lnTo>
                    <a:pt x="102688" y="44963"/>
                  </a:lnTo>
                  <a:lnTo>
                    <a:pt x="102688" y="45003"/>
                  </a:lnTo>
                  <a:lnTo>
                    <a:pt x="102688" y="45043"/>
                  </a:lnTo>
                  <a:lnTo>
                    <a:pt x="102688" y="45069"/>
                  </a:lnTo>
                  <a:lnTo>
                    <a:pt x="102743" y="45083"/>
                  </a:lnTo>
                  <a:lnTo>
                    <a:pt x="102762" y="45109"/>
                  </a:lnTo>
                  <a:lnTo>
                    <a:pt x="102743" y="45363"/>
                  </a:lnTo>
                  <a:lnTo>
                    <a:pt x="102762" y="45443"/>
                  </a:lnTo>
                  <a:lnTo>
                    <a:pt x="102743" y="45603"/>
                  </a:lnTo>
                  <a:lnTo>
                    <a:pt x="102762" y="45696"/>
                  </a:lnTo>
                  <a:lnTo>
                    <a:pt x="102762" y="45696"/>
                  </a:lnTo>
                  <a:lnTo>
                    <a:pt x="102799" y="45723"/>
                  </a:lnTo>
                  <a:lnTo>
                    <a:pt x="102817" y="45683"/>
                  </a:lnTo>
                  <a:lnTo>
                    <a:pt x="102817" y="45616"/>
                  </a:lnTo>
                  <a:lnTo>
                    <a:pt x="102836" y="45576"/>
                  </a:lnTo>
                  <a:lnTo>
                    <a:pt x="102909" y="45589"/>
                  </a:lnTo>
                  <a:lnTo>
                    <a:pt x="102909" y="45683"/>
                  </a:lnTo>
                  <a:lnTo>
                    <a:pt x="102909" y="45749"/>
                  </a:lnTo>
                  <a:lnTo>
                    <a:pt x="102909" y="45776"/>
                  </a:lnTo>
                  <a:lnTo>
                    <a:pt x="102909" y="45816"/>
                  </a:lnTo>
                  <a:lnTo>
                    <a:pt x="102928" y="45856"/>
                  </a:lnTo>
                  <a:lnTo>
                    <a:pt x="102965" y="45883"/>
                  </a:lnTo>
                  <a:lnTo>
                    <a:pt x="103001" y="45923"/>
                  </a:lnTo>
                  <a:lnTo>
                    <a:pt x="103057" y="45976"/>
                  </a:lnTo>
                  <a:lnTo>
                    <a:pt x="103131" y="46043"/>
                  </a:lnTo>
                  <a:lnTo>
                    <a:pt x="103167" y="46083"/>
                  </a:lnTo>
                  <a:lnTo>
                    <a:pt x="103204" y="46123"/>
                  </a:lnTo>
                  <a:lnTo>
                    <a:pt x="103296" y="46109"/>
                  </a:lnTo>
                  <a:lnTo>
                    <a:pt x="103389" y="46176"/>
                  </a:lnTo>
                  <a:lnTo>
                    <a:pt x="103444" y="46176"/>
                  </a:lnTo>
                  <a:lnTo>
                    <a:pt x="103444" y="46176"/>
                  </a:lnTo>
                  <a:lnTo>
                    <a:pt x="103426" y="46149"/>
                  </a:lnTo>
                  <a:lnTo>
                    <a:pt x="103444" y="46083"/>
                  </a:lnTo>
                  <a:lnTo>
                    <a:pt x="103462" y="46029"/>
                  </a:lnTo>
                  <a:lnTo>
                    <a:pt x="103499" y="46016"/>
                  </a:lnTo>
                  <a:lnTo>
                    <a:pt x="103518" y="45989"/>
                  </a:lnTo>
                  <a:lnTo>
                    <a:pt x="103499" y="45909"/>
                  </a:lnTo>
                  <a:lnTo>
                    <a:pt x="103499" y="45883"/>
                  </a:lnTo>
                  <a:lnTo>
                    <a:pt x="103739" y="45749"/>
                  </a:lnTo>
                  <a:lnTo>
                    <a:pt x="103850" y="45723"/>
                  </a:lnTo>
                  <a:lnTo>
                    <a:pt x="103868" y="45749"/>
                  </a:lnTo>
                  <a:lnTo>
                    <a:pt x="103831" y="45829"/>
                  </a:lnTo>
                  <a:lnTo>
                    <a:pt x="103702" y="45949"/>
                  </a:lnTo>
                  <a:lnTo>
                    <a:pt x="103684" y="46029"/>
                  </a:lnTo>
                  <a:lnTo>
                    <a:pt x="103721" y="46256"/>
                  </a:lnTo>
                  <a:lnTo>
                    <a:pt x="103721" y="46349"/>
                  </a:lnTo>
                  <a:lnTo>
                    <a:pt x="103794" y="46349"/>
                  </a:lnTo>
                  <a:lnTo>
                    <a:pt x="103831" y="46309"/>
                  </a:lnTo>
                  <a:lnTo>
                    <a:pt x="103850" y="46269"/>
                  </a:lnTo>
                  <a:lnTo>
                    <a:pt x="103886" y="46243"/>
                  </a:lnTo>
                  <a:lnTo>
                    <a:pt x="103923" y="46256"/>
                  </a:lnTo>
                  <a:lnTo>
                    <a:pt x="103905" y="46269"/>
                  </a:lnTo>
                  <a:lnTo>
                    <a:pt x="103905" y="46296"/>
                  </a:lnTo>
                  <a:lnTo>
                    <a:pt x="104200" y="46416"/>
                  </a:lnTo>
                  <a:lnTo>
                    <a:pt x="104255" y="46429"/>
                  </a:lnTo>
                  <a:lnTo>
                    <a:pt x="104329" y="46389"/>
                  </a:lnTo>
                  <a:lnTo>
                    <a:pt x="104329" y="46349"/>
                  </a:lnTo>
                  <a:lnTo>
                    <a:pt x="104292" y="46256"/>
                  </a:lnTo>
                  <a:lnTo>
                    <a:pt x="104218" y="46163"/>
                  </a:lnTo>
                  <a:lnTo>
                    <a:pt x="104163" y="46083"/>
                  </a:lnTo>
                  <a:lnTo>
                    <a:pt x="104200" y="46043"/>
                  </a:lnTo>
                  <a:lnTo>
                    <a:pt x="104366" y="46096"/>
                  </a:lnTo>
                  <a:lnTo>
                    <a:pt x="104440" y="46083"/>
                  </a:lnTo>
                  <a:lnTo>
                    <a:pt x="104495" y="46043"/>
                  </a:lnTo>
                  <a:lnTo>
                    <a:pt x="104513" y="46003"/>
                  </a:lnTo>
                  <a:lnTo>
                    <a:pt x="104495" y="45816"/>
                  </a:lnTo>
                  <a:lnTo>
                    <a:pt x="104513" y="45816"/>
                  </a:lnTo>
                  <a:lnTo>
                    <a:pt x="104532" y="45816"/>
                  </a:lnTo>
                  <a:lnTo>
                    <a:pt x="104550" y="45789"/>
                  </a:lnTo>
                  <a:lnTo>
                    <a:pt x="104440" y="45643"/>
                  </a:lnTo>
                  <a:lnTo>
                    <a:pt x="104458" y="45603"/>
                  </a:lnTo>
                  <a:lnTo>
                    <a:pt x="104513" y="45563"/>
                  </a:lnTo>
                  <a:lnTo>
                    <a:pt x="104569" y="45549"/>
                  </a:lnTo>
                  <a:lnTo>
                    <a:pt x="104624" y="45563"/>
                  </a:lnTo>
                  <a:lnTo>
                    <a:pt x="104679" y="45629"/>
                  </a:lnTo>
                  <a:lnTo>
                    <a:pt x="104679" y="45869"/>
                  </a:lnTo>
                  <a:lnTo>
                    <a:pt x="104698" y="45963"/>
                  </a:lnTo>
                  <a:lnTo>
                    <a:pt x="104734" y="46029"/>
                  </a:lnTo>
                  <a:lnTo>
                    <a:pt x="104864" y="46096"/>
                  </a:lnTo>
                  <a:lnTo>
                    <a:pt x="104919" y="46189"/>
                  </a:lnTo>
                  <a:lnTo>
                    <a:pt x="105048" y="46229"/>
                  </a:lnTo>
                  <a:lnTo>
                    <a:pt x="105122" y="46189"/>
                  </a:lnTo>
                  <a:lnTo>
                    <a:pt x="105159" y="46136"/>
                  </a:lnTo>
                  <a:lnTo>
                    <a:pt x="105177" y="46043"/>
                  </a:lnTo>
                  <a:lnTo>
                    <a:pt x="105251" y="46003"/>
                  </a:lnTo>
                  <a:lnTo>
                    <a:pt x="105343" y="45989"/>
                  </a:lnTo>
                  <a:lnTo>
                    <a:pt x="105453" y="46003"/>
                  </a:lnTo>
                  <a:lnTo>
                    <a:pt x="105288" y="46123"/>
                  </a:lnTo>
                  <a:lnTo>
                    <a:pt x="105251" y="46189"/>
                  </a:lnTo>
                  <a:lnTo>
                    <a:pt x="105269" y="46189"/>
                  </a:lnTo>
                  <a:lnTo>
                    <a:pt x="105269" y="46189"/>
                  </a:lnTo>
                  <a:lnTo>
                    <a:pt x="105288" y="46216"/>
                  </a:lnTo>
                  <a:lnTo>
                    <a:pt x="105140" y="46269"/>
                  </a:lnTo>
                  <a:lnTo>
                    <a:pt x="105159" y="46296"/>
                  </a:lnTo>
                  <a:lnTo>
                    <a:pt x="105177" y="46296"/>
                  </a:lnTo>
                  <a:lnTo>
                    <a:pt x="105195" y="46283"/>
                  </a:lnTo>
                  <a:lnTo>
                    <a:pt x="105195" y="46309"/>
                  </a:lnTo>
                  <a:lnTo>
                    <a:pt x="105195" y="46336"/>
                  </a:lnTo>
                  <a:lnTo>
                    <a:pt x="105232" y="46349"/>
                  </a:lnTo>
                  <a:lnTo>
                    <a:pt x="105195" y="46363"/>
                  </a:lnTo>
                  <a:lnTo>
                    <a:pt x="105251" y="46389"/>
                  </a:lnTo>
                  <a:lnTo>
                    <a:pt x="105380" y="46376"/>
                  </a:lnTo>
                  <a:lnTo>
                    <a:pt x="105435" y="46376"/>
                  </a:lnTo>
                  <a:lnTo>
                    <a:pt x="105490" y="46416"/>
                  </a:lnTo>
                  <a:lnTo>
                    <a:pt x="105527" y="46389"/>
                  </a:lnTo>
                  <a:lnTo>
                    <a:pt x="105583" y="46296"/>
                  </a:lnTo>
                  <a:lnTo>
                    <a:pt x="105638" y="46216"/>
                  </a:lnTo>
                  <a:lnTo>
                    <a:pt x="105638" y="46163"/>
                  </a:lnTo>
                  <a:lnTo>
                    <a:pt x="105656" y="46123"/>
                  </a:lnTo>
                  <a:lnTo>
                    <a:pt x="105693" y="46123"/>
                  </a:lnTo>
                  <a:lnTo>
                    <a:pt x="105767" y="46136"/>
                  </a:lnTo>
                  <a:lnTo>
                    <a:pt x="105804" y="46216"/>
                  </a:lnTo>
                  <a:lnTo>
                    <a:pt x="105859" y="46269"/>
                  </a:lnTo>
                  <a:lnTo>
                    <a:pt x="105841" y="46309"/>
                  </a:lnTo>
                  <a:lnTo>
                    <a:pt x="105785" y="46403"/>
                  </a:lnTo>
                  <a:lnTo>
                    <a:pt x="105859" y="46416"/>
                  </a:lnTo>
                  <a:lnTo>
                    <a:pt x="105896" y="46429"/>
                  </a:lnTo>
                  <a:lnTo>
                    <a:pt x="105914" y="46483"/>
                  </a:lnTo>
                  <a:lnTo>
                    <a:pt x="105896" y="46509"/>
                  </a:lnTo>
                  <a:lnTo>
                    <a:pt x="106099" y="46509"/>
                  </a:lnTo>
                  <a:lnTo>
                    <a:pt x="106265" y="46483"/>
                  </a:lnTo>
                  <a:lnTo>
                    <a:pt x="106265" y="46443"/>
                  </a:lnTo>
                  <a:lnTo>
                    <a:pt x="106228" y="46403"/>
                  </a:lnTo>
                  <a:lnTo>
                    <a:pt x="106172" y="46363"/>
                  </a:lnTo>
                  <a:lnTo>
                    <a:pt x="106136" y="46349"/>
                  </a:lnTo>
                  <a:lnTo>
                    <a:pt x="106136" y="46296"/>
                  </a:lnTo>
                  <a:lnTo>
                    <a:pt x="106099" y="46269"/>
                  </a:lnTo>
                  <a:lnTo>
                    <a:pt x="106136" y="46189"/>
                  </a:lnTo>
                  <a:lnTo>
                    <a:pt x="106080" y="46176"/>
                  </a:lnTo>
                  <a:lnTo>
                    <a:pt x="106025" y="46163"/>
                  </a:lnTo>
                  <a:lnTo>
                    <a:pt x="106007" y="46163"/>
                  </a:lnTo>
                  <a:lnTo>
                    <a:pt x="106062" y="46003"/>
                  </a:lnTo>
                  <a:lnTo>
                    <a:pt x="106062" y="45949"/>
                  </a:lnTo>
                  <a:lnTo>
                    <a:pt x="106025" y="45909"/>
                  </a:lnTo>
                  <a:lnTo>
                    <a:pt x="105914" y="45843"/>
                  </a:lnTo>
                  <a:lnTo>
                    <a:pt x="105988" y="45816"/>
                  </a:lnTo>
                  <a:lnTo>
                    <a:pt x="106043" y="45816"/>
                  </a:lnTo>
                  <a:lnTo>
                    <a:pt x="106080" y="45789"/>
                  </a:lnTo>
                  <a:lnTo>
                    <a:pt x="106099" y="45736"/>
                  </a:lnTo>
                  <a:lnTo>
                    <a:pt x="106080" y="45709"/>
                  </a:lnTo>
                  <a:lnTo>
                    <a:pt x="105878" y="45749"/>
                  </a:lnTo>
                  <a:lnTo>
                    <a:pt x="105841" y="45723"/>
                  </a:lnTo>
                  <a:lnTo>
                    <a:pt x="105988" y="45696"/>
                  </a:lnTo>
                  <a:lnTo>
                    <a:pt x="106025" y="45643"/>
                  </a:lnTo>
                  <a:lnTo>
                    <a:pt x="106043" y="45603"/>
                  </a:lnTo>
                  <a:lnTo>
                    <a:pt x="106025" y="45603"/>
                  </a:lnTo>
                  <a:lnTo>
                    <a:pt x="105951" y="45576"/>
                  </a:lnTo>
                  <a:lnTo>
                    <a:pt x="105914" y="45589"/>
                  </a:lnTo>
                  <a:lnTo>
                    <a:pt x="105878" y="45576"/>
                  </a:lnTo>
                  <a:lnTo>
                    <a:pt x="105841" y="45549"/>
                  </a:lnTo>
                  <a:lnTo>
                    <a:pt x="105804" y="45523"/>
                  </a:lnTo>
                  <a:lnTo>
                    <a:pt x="105767" y="45523"/>
                  </a:lnTo>
                  <a:lnTo>
                    <a:pt x="105804" y="45456"/>
                  </a:lnTo>
                  <a:lnTo>
                    <a:pt x="105841" y="45416"/>
                  </a:lnTo>
                  <a:lnTo>
                    <a:pt x="105878" y="45349"/>
                  </a:lnTo>
                  <a:lnTo>
                    <a:pt x="105841" y="45256"/>
                  </a:lnTo>
                  <a:lnTo>
                    <a:pt x="105730" y="45256"/>
                  </a:lnTo>
                  <a:lnTo>
                    <a:pt x="105527" y="45309"/>
                  </a:lnTo>
                  <a:lnTo>
                    <a:pt x="105435" y="45323"/>
                  </a:lnTo>
                  <a:lnTo>
                    <a:pt x="105453" y="45309"/>
                  </a:lnTo>
                  <a:lnTo>
                    <a:pt x="105490" y="45296"/>
                  </a:lnTo>
                  <a:lnTo>
                    <a:pt x="105509" y="45256"/>
                  </a:lnTo>
                  <a:lnTo>
                    <a:pt x="105509" y="45229"/>
                  </a:lnTo>
                  <a:lnTo>
                    <a:pt x="105251" y="45229"/>
                  </a:lnTo>
                  <a:lnTo>
                    <a:pt x="105269" y="45176"/>
                  </a:lnTo>
                  <a:lnTo>
                    <a:pt x="105472" y="45096"/>
                  </a:lnTo>
                  <a:lnTo>
                    <a:pt x="105527" y="45043"/>
                  </a:lnTo>
                  <a:lnTo>
                    <a:pt x="105527" y="45043"/>
                  </a:lnTo>
                  <a:lnTo>
                    <a:pt x="105583" y="45043"/>
                  </a:lnTo>
                  <a:lnTo>
                    <a:pt x="105638" y="45056"/>
                  </a:lnTo>
                  <a:lnTo>
                    <a:pt x="105675" y="45056"/>
                  </a:lnTo>
                  <a:lnTo>
                    <a:pt x="105693" y="45003"/>
                  </a:lnTo>
                  <a:lnTo>
                    <a:pt x="105675" y="44963"/>
                  </a:lnTo>
                  <a:lnTo>
                    <a:pt x="105601" y="44923"/>
                  </a:lnTo>
                  <a:lnTo>
                    <a:pt x="105527" y="44923"/>
                  </a:lnTo>
                  <a:lnTo>
                    <a:pt x="105306" y="44976"/>
                  </a:lnTo>
                  <a:lnTo>
                    <a:pt x="105232" y="44963"/>
                  </a:lnTo>
                  <a:lnTo>
                    <a:pt x="105251" y="44910"/>
                  </a:lnTo>
                  <a:lnTo>
                    <a:pt x="105288" y="44870"/>
                  </a:lnTo>
                  <a:lnTo>
                    <a:pt x="105435" y="44816"/>
                  </a:lnTo>
                  <a:lnTo>
                    <a:pt x="105435" y="44790"/>
                  </a:lnTo>
                  <a:lnTo>
                    <a:pt x="105417" y="44763"/>
                  </a:lnTo>
                  <a:lnTo>
                    <a:pt x="105343" y="44736"/>
                  </a:lnTo>
                  <a:lnTo>
                    <a:pt x="105306" y="44736"/>
                  </a:lnTo>
                  <a:lnTo>
                    <a:pt x="105269" y="44763"/>
                  </a:lnTo>
                  <a:lnTo>
                    <a:pt x="105251" y="44790"/>
                  </a:lnTo>
                  <a:lnTo>
                    <a:pt x="105232" y="44816"/>
                  </a:lnTo>
                  <a:lnTo>
                    <a:pt x="105159" y="44803"/>
                  </a:lnTo>
                  <a:lnTo>
                    <a:pt x="105103" y="44803"/>
                  </a:lnTo>
                  <a:lnTo>
                    <a:pt x="105066" y="44790"/>
                  </a:lnTo>
                  <a:lnTo>
                    <a:pt x="105066" y="44723"/>
                  </a:lnTo>
                  <a:lnTo>
                    <a:pt x="105103" y="44683"/>
                  </a:lnTo>
                  <a:lnTo>
                    <a:pt x="105232" y="44656"/>
                  </a:lnTo>
                  <a:lnTo>
                    <a:pt x="105269" y="44603"/>
                  </a:lnTo>
                  <a:lnTo>
                    <a:pt x="105232" y="44590"/>
                  </a:lnTo>
                  <a:lnTo>
                    <a:pt x="105177" y="44590"/>
                  </a:lnTo>
                  <a:lnTo>
                    <a:pt x="105140" y="44630"/>
                  </a:lnTo>
                  <a:lnTo>
                    <a:pt x="105122" y="44590"/>
                  </a:lnTo>
                  <a:lnTo>
                    <a:pt x="105103" y="44523"/>
                  </a:lnTo>
                  <a:lnTo>
                    <a:pt x="104827" y="44496"/>
                  </a:lnTo>
                  <a:lnTo>
                    <a:pt x="104771" y="44510"/>
                  </a:lnTo>
                  <a:lnTo>
                    <a:pt x="104753" y="44496"/>
                  </a:lnTo>
                  <a:lnTo>
                    <a:pt x="104642" y="44470"/>
                  </a:lnTo>
                  <a:lnTo>
                    <a:pt x="104679" y="44430"/>
                  </a:lnTo>
                  <a:lnTo>
                    <a:pt x="104679" y="44416"/>
                  </a:lnTo>
                  <a:lnTo>
                    <a:pt x="104716" y="44416"/>
                  </a:lnTo>
                  <a:lnTo>
                    <a:pt x="104679" y="44390"/>
                  </a:lnTo>
                  <a:lnTo>
                    <a:pt x="104532" y="44443"/>
                  </a:lnTo>
                  <a:lnTo>
                    <a:pt x="104513" y="44416"/>
                  </a:lnTo>
                  <a:lnTo>
                    <a:pt x="104808" y="44256"/>
                  </a:lnTo>
                  <a:lnTo>
                    <a:pt x="104753" y="44256"/>
                  </a:lnTo>
                  <a:lnTo>
                    <a:pt x="104605" y="44296"/>
                  </a:lnTo>
                  <a:lnTo>
                    <a:pt x="103923" y="44230"/>
                  </a:lnTo>
                  <a:lnTo>
                    <a:pt x="103923" y="44150"/>
                  </a:lnTo>
                  <a:lnTo>
                    <a:pt x="104089" y="44123"/>
                  </a:lnTo>
                  <a:lnTo>
                    <a:pt x="104587" y="44136"/>
                  </a:lnTo>
                  <a:lnTo>
                    <a:pt x="104624" y="44136"/>
                  </a:lnTo>
                  <a:lnTo>
                    <a:pt x="104642" y="44123"/>
                  </a:lnTo>
                  <a:lnTo>
                    <a:pt x="104698" y="44056"/>
                  </a:lnTo>
                  <a:lnTo>
                    <a:pt x="104753" y="44043"/>
                  </a:lnTo>
                  <a:lnTo>
                    <a:pt x="104864" y="44030"/>
                  </a:lnTo>
                  <a:lnTo>
                    <a:pt x="104919" y="44016"/>
                  </a:lnTo>
                  <a:lnTo>
                    <a:pt x="104882" y="43990"/>
                  </a:lnTo>
                  <a:lnTo>
                    <a:pt x="104366" y="43936"/>
                  </a:lnTo>
                  <a:lnTo>
                    <a:pt x="104329" y="43936"/>
                  </a:lnTo>
                  <a:lnTo>
                    <a:pt x="104237" y="43976"/>
                  </a:lnTo>
                  <a:lnTo>
                    <a:pt x="104200" y="44030"/>
                  </a:lnTo>
                  <a:lnTo>
                    <a:pt x="104163" y="44030"/>
                  </a:lnTo>
                  <a:lnTo>
                    <a:pt x="104108" y="43950"/>
                  </a:lnTo>
                  <a:lnTo>
                    <a:pt x="103997" y="43883"/>
                  </a:lnTo>
                  <a:lnTo>
                    <a:pt x="103813" y="43896"/>
                  </a:lnTo>
                  <a:lnTo>
                    <a:pt x="103702" y="43856"/>
                  </a:lnTo>
                  <a:lnTo>
                    <a:pt x="103721" y="43816"/>
                  </a:lnTo>
                  <a:lnTo>
                    <a:pt x="103739" y="43803"/>
                  </a:lnTo>
                  <a:lnTo>
                    <a:pt x="103831" y="43803"/>
                  </a:lnTo>
                  <a:lnTo>
                    <a:pt x="103721" y="43750"/>
                  </a:lnTo>
                  <a:lnTo>
                    <a:pt x="103702" y="43736"/>
                  </a:lnTo>
                  <a:lnTo>
                    <a:pt x="103684" y="43710"/>
                  </a:lnTo>
                  <a:lnTo>
                    <a:pt x="103665" y="43670"/>
                  </a:lnTo>
                  <a:lnTo>
                    <a:pt x="103610" y="43656"/>
                  </a:lnTo>
                  <a:lnTo>
                    <a:pt x="103591" y="43656"/>
                  </a:lnTo>
                  <a:lnTo>
                    <a:pt x="103555" y="43643"/>
                  </a:lnTo>
                  <a:lnTo>
                    <a:pt x="103628" y="43616"/>
                  </a:lnTo>
                  <a:lnTo>
                    <a:pt x="103684" y="43616"/>
                  </a:lnTo>
                  <a:lnTo>
                    <a:pt x="103739" y="43643"/>
                  </a:lnTo>
                  <a:lnTo>
                    <a:pt x="103979" y="43763"/>
                  </a:lnTo>
                  <a:lnTo>
                    <a:pt x="104052" y="43790"/>
                  </a:lnTo>
                  <a:lnTo>
                    <a:pt x="104108" y="43790"/>
                  </a:lnTo>
                  <a:lnTo>
                    <a:pt x="104347" y="43643"/>
                  </a:lnTo>
                  <a:lnTo>
                    <a:pt x="104347" y="43603"/>
                  </a:lnTo>
                  <a:lnTo>
                    <a:pt x="104274" y="43457"/>
                  </a:lnTo>
                  <a:lnTo>
                    <a:pt x="104255" y="43443"/>
                  </a:lnTo>
                  <a:lnTo>
                    <a:pt x="104218" y="43403"/>
                  </a:lnTo>
                  <a:lnTo>
                    <a:pt x="104237" y="43390"/>
                  </a:lnTo>
                  <a:lnTo>
                    <a:pt x="104237" y="43377"/>
                  </a:lnTo>
                  <a:lnTo>
                    <a:pt x="104237" y="43377"/>
                  </a:lnTo>
                  <a:lnTo>
                    <a:pt x="104255" y="43363"/>
                  </a:lnTo>
                  <a:lnTo>
                    <a:pt x="104089" y="43283"/>
                  </a:lnTo>
                  <a:lnTo>
                    <a:pt x="103997" y="43257"/>
                  </a:lnTo>
                  <a:lnTo>
                    <a:pt x="103960" y="43243"/>
                  </a:lnTo>
                  <a:lnTo>
                    <a:pt x="103702" y="43390"/>
                  </a:lnTo>
                  <a:lnTo>
                    <a:pt x="103628" y="43390"/>
                  </a:lnTo>
                  <a:lnTo>
                    <a:pt x="103462" y="43350"/>
                  </a:lnTo>
                  <a:lnTo>
                    <a:pt x="103389" y="43363"/>
                  </a:lnTo>
                  <a:lnTo>
                    <a:pt x="103241" y="43483"/>
                  </a:lnTo>
                  <a:lnTo>
                    <a:pt x="103149" y="43470"/>
                  </a:lnTo>
                  <a:lnTo>
                    <a:pt x="103057" y="43443"/>
                  </a:lnTo>
                  <a:lnTo>
                    <a:pt x="103001" y="43403"/>
                  </a:lnTo>
                  <a:lnTo>
                    <a:pt x="103001" y="43377"/>
                  </a:lnTo>
                  <a:lnTo>
                    <a:pt x="103260" y="43337"/>
                  </a:lnTo>
                  <a:lnTo>
                    <a:pt x="103333" y="43350"/>
                  </a:lnTo>
                  <a:lnTo>
                    <a:pt x="103333" y="43323"/>
                  </a:lnTo>
                  <a:lnTo>
                    <a:pt x="103333" y="43270"/>
                  </a:lnTo>
                  <a:lnTo>
                    <a:pt x="103591" y="43123"/>
                  </a:lnTo>
                  <a:lnTo>
                    <a:pt x="103831" y="43097"/>
                  </a:lnTo>
                  <a:lnTo>
                    <a:pt x="103905" y="43070"/>
                  </a:lnTo>
                  <a:lnTo>
                    <a:pt x="103850" y="43017"/>
                  </a:lnTo>
                  <a:lnTo>
                    <a:pt x="103776" y="42990"/>
                  </a:lnTo>
                  <a:lnTo>
                    <a:pt x="103702" y="42963"/>
                  </a:lnTo>
                  <a:lnTo>
                    <a:pt x="103665" y="42950"/>
                  </a:lnTo>
                  <a:lnTo>
                    <a:pt x="103647" y="42857"/>
                  </a:lnTo>
                  <a:lnTo>
                    <a:pt x="103647" y="42843"/>
                  </a:lnTo>
                  <a:lnTo>
                    <a:pt x="103426" y="42750"/>
                  </a:lnTo>
                  <a:lnTo>
                    <a:pt x="102946" y="42470"/>
                  </a:lnTo>
                  <a:lnTo>
                    <a:pt x="102725" y="42403"/>
                  </a:lnTo>
                  <a:lnTo>
                    <a:pt x="102707" y="42297"/>
                  </a:lnTo>
                  <a:lnTo>
                    <a:pt x="102651" y="42257"/>
                  </a:lnTo>
                  <a:lnTo>
                    <a:pt x="102596" y="42203"/>
                  </a:lnTo>
                  <a:lnTo>
                    <a:pt x="102596" y="42177"/>
                  </a:lnTo>
                  <a:lnTo>
                    <a:pt x="102577" y="42190"/>
                  </a:lnTo>
                  <a:lnTo>
                    <a:pt x="102559" y="42150"/>
                  </a:lnTo>
                  <a:lnTo>
                    <a:pt x="102559" y="42137"/>
                  </a:lnTo>
                  <a:lnTo>
                    <a:pt x="102577" y="42123"/>
                  </a:lnTo>
                  <a:lnTo>
                    <a:pt x="102577" y="42123"/>
                  </a:lnTo>
                  <a:lnTo>
                    <a:pt x="102559" y="42123"/>
                  </a:lnTo>
                  <a:lnTo>
                    <a:pt x="102577" y="42097"/>
                  </a:lnTo>
                  <a:lnTo>
                    <a:pt x="102577" y="42123"/>
                  </a:lnTo>
                  <a:lnTo>
                    <a:pt x="102651" y="42123"/>
                  </a:lnTo>
                  <a:lnTo>
                    <a:pt x="102780" y="42203"/>
                  </a:lnTo>
                  <a:lnTo>
                    <a:pt x="102946" y="42337"/>
                  </a:lnTo>
                  <a:lnTo>
                    <a:pt x="103075" y="42430"/>
                  </a:lnTo>
                  <a:lnTo>
                    <a:pt x="103499" y="42617"/>
                  </a:lnTo>
                  <a:lnTo>
                    <a:pt x="103591" y="42683"/>
                  </a:lnTo>
                  <a:lnTo>
                    <a:pt x="103702" y="42763"/>
                  </a:lnTo>
                  <a:lnTo>
                    <a:pt x="103831" y="42830"/>
                  </a:lnTo>
                  <a:lnTo>
                    <a:pt x="104052" y="42883"/>
                  </a:lnTo>
                  <a:lnTo>
                    <a:pt x="104181" y="42963"/>
                  </a:lnTo>
                  <a:lnTo>
                    <a:pt x="104292" y="43043"/>
                  </a:lnTo>
                  <a:lnTo>
                    <a:pt x="104403" y="43097"/>
                  </a:lnTo>
                  <a:lnTo>
                    <a:pt x="104495" y="43070"/>
                  </a:lnTo>
                  <a:lnTo>
                    <a:pt x="104421" y="43017"/>
                  </a:lnTo>
                  <a:lnTo>
                    <a:pt x="104421" y="42990"/>
                  </a:lnTo>
                  <a:lnTo>
                    <a:pt x="104827" y="42897"/>
                  </a:lnTo>
                  <a:lnTo>
                    <a:pt x="104882" y="42937"/>
                  </a:lnTo>
                  <a:lnTo>
                    <a:pt x="104900" y="42977"/>
                  </a:lnTo>
                  <a:lnTo>
                    <a:pt x="104919" y="43003"/>
                  </a:lnTo>
                  <a:lnTo>
                    <a:pt x="104993" y="43070"/>
                  </a:lnTo>
                  <a:lnTo>
                    <a:pt x="105066" y="43083"/>
                  </a:lnTo>
                  <a:lnTo>
                    <a:pt x="105122" y="43043"/>
                  </a:lnTo>
                  <a:lnTo>
                    <a:pt x="105122" y="42830"/>
                  </a:lnTo>
                  <a:lnTo>
                    <a:pt x="105085" y="42763"/>
                  </a:lnTo>
                  <a:lnTo>
                    <a:pt x="105048" y="42723"/>
                  </a:lnTo>
                  <a:lnTo>
                    <a:pt x="104937" y="42657"/>
                  </a:lnTo>
                  <a:lnTo>
                    <a:pt x="104827" y="42550"/>
                  </a:lnTo>
                  <a:lnTo>
                    <a:pt x="104734" y="42443"/>
                  </a:lnTo>
                  <a:lnTo>
                    <a:pt x="104698" y="42417"/>
                  </a:lnTo>
                  <a:lnTo>
                    <a:pt x="104624" y="42390"/>
                  </a:lnTo>
                  <a:lnTo>
                    <a:pt x="104513" y="42350"/>
                  </a:lnTo>
                  <a:lnTo>
                    <a:pt x="104569" y="42310"/>
                  </a:lnTo>
                  <a:lnTo>
                    <a:pt x="104679" y="42323"/>
                  </a:lnTo>
                  <a:lnTo>
                    <a:pt x="104808" y="42403"/>
                  </a:lnTo>
                  <a:lnTo>
                    <a:pt x="104956" y="42497"/>
                  </a:lnTo>
                  <a:lnTo>
                    <a:pt x="105103" y="42683"/>
                  </a:lnTo>
                  <a:lnTo>
                    <a:pt x="105140" y="42710"/>
                  </a:lnTo>
                  <a:lnTo>
                    <a:pt x="105177" y="42737"/>
                  </a:lnTo>
                  <a:lnTo>
                    <a:pt x="105232" y="42750"/>
                  </a:lnTo>
                  <a:lnTo>
                    <a:pt x="105251" y="42750"/>
                  </a:lnTo>
                  <a:lnTo>
                    <a:pt x="105269" y="42737"/>
                  </a:lnTo>
                  <a:lnTo>
                    <a:pt x="105288" y="42750"/>
                  </a:lnTo>
                  <a:lnTo>
                    <a:pt x="105343" y="42803"/>
                  </a:lnTo>
                  <a:lnTo>
                    <a:pt x="105361" y="42817"/>
                  </a:lnTo>
                  <a:lnTo>
                    <a:pt x="105453" y="42843"/>
                  </a:lnTo>
                  <a:lnTo>
                    <a:pt x="105509" y="42843"/>
                  </a:lnTo>
                  <a:lnTo>
                    <a:pt x="105583" y="42843"/>
                  </a:lnTo>
                  <a:lnTo>
                    <a:pt x="105619" y="42830"/>
                  </a:lnTo>
                  <a:lnTo>
                    <a:pt x="105656" y="42803"/>
                  </a:lnTo>
                  <a:lnTo>
                    <a:pt x="105638" y="42763"/>
                  </a:lnTo>
                  <a:lnTo>
                    <a:pt x="105546" y="42683"/>
                  </a:lnTo>
                  <a:lnTo>
                    <a:pt x="105546" y="42617"/>
                  </a:lnTo>
                  <a:lnTo>
                    <a:pt x="105619" y="42563"/>
                  </a:lnTo>
                  <a:lnTo>
                    <a:pt x="105693" y="42577"/>
                  </a:lnTo>
                  <a:lnTo>
                    <a:pt x="105730" y="42710"/>
                  </a:lnTo>
                  <a:lnTo>
                    <a:pt x="105841" y="42750"/>
                  </a:lnTo>
                  <a:lnTo>
                    <a:pt x="105841" y="42683"/>
                  </a:lnTo>
                  <a:lnTo>
                    <a:pt x="105804" y="42577"/>
                  </a:lnTo>
                  <a:lnTo>
                    <a:pt x="105767" y="42497"/>
                  </a:lnTo>
                  <a:lnTo>
                    <a:pt x="105730" y="42443"/>
                  </a:lnTo>
                  <a:lnTo>
                    <a:pt x="105693" y="42390"/>
                  </a:lnTo>
                  <a:lnTo>
                    <a:pt x="105656" y="42337"/>
                  </a:lnTo>
                  <a:lnTo>
                    <a:pt x="105527" y="42337"/>
                  </a:lnTo>
                  <a:lnTo>
                    <a:pt x="105361" y="42283"/>
                  </a:lnTo>
                  <a:lnTo>
                    <a:pt x="105306" y="42270"/>
                  </a:lnTo>
                  <a:lnTo>
                    <a:pt x="105066" y="42337"/>
                  </a:lnTo>
                  <a:lnTo>
                    <a:pt x="104919" y="42310"/>
                  </a:lnTo>
                  <a:lnTo>
                    <a:pt x="104734" y="42190"/>
                  </a:lnTo>
                  <a:lnTo>
                    <a:pt x="104771" y="42177"/>
                  </a:lnTo>
                  <a:lnTo>
                    <a:pt x="105177" y="42137"/>
                  </a:lnTo>
                  <a:lnTo>
                    <a:pt x="105306" y="42150"/>
                  </a:lnTo>
                  <a:lnTo>
                    <a:pt x="105472" y="42150"/>
                  </a:lnTo>
                  <a:lnTo>
                    <a:pt x="105490" y="42123"/>
                  </a:lnTo>
                  <a:lnTo>
                    <a:pt x="105472" y="42070"/>
                  </a:lnTo>
                  <a:lnTo>
                    <a:pt x="105435" y="42017"/>
                  </a:lnTo>
                  <a:lnTo>
                    <a:pt x="105380" y="41950"/>
                  </a:lnTo>
                  <a:lnTo>
                    <a:pt x="105343" y="41937"/>
                  </a:lnTo>
                  <a:lnTo>
                    <a:pt x="105251" y="41937"/>
                  </a:lnTo>
                  <a:lnTo>
                    <a:pt x="104974" y="41870"/>
                  </a:lnTo>
                  <a:lnTo>
                    <a:pt x="104900" y="41844"/>
                  </a:lnTo>
                  <a:lnTo>
                    <a:pt x="104827" y="41897"/>
                  </a:lnTo>
                  <a:lnTo>
                    <a:pt x="104808" y="41910"/>
                  </a:lnTo>
                  <a:lnTo>
                    <a:pt x="104569" y="41870"/>
                  </a:lnTo>
                  <a:lnTo>
                    <a:pt x="104513" y="41870"/>
                  </a:lnTo>
                  <a:lnTo>
                    <a:pt x="104458" y="41830"/>
                  </a:lnTo>
                  <a:lnTo>
                    <a:pt x="104495" y="41817"/>
                  </a:lnTo>
                  <a:lnTo>
                    <a:pt x="104458" y="41790"/>
                  </a:lnTo>
                  <a:lnTo>
                    <a:pt x="104458" y="41777"/>
                  </a:lnTo>
                  <a:lnTo>
                    <a:pt x="104440" y="41764"/>
                  </a:lnTo>
                  <a:lnTo>
                    <a:pt x="104403" y="41764"/>
                  </a:lnTo>
                  <a:lnTo>
                    <a:pt x="104237" y="41737"/>
                  </a:lnTo>
                  <a:lnTo>
                    <a:pt x="104218" y="41710"/>
                  </a:lnTo>
                  <a:lnTo>
                    <a:pt x="104218" y="41697"/>
                  </a:lnTo>
                  <a:lnTo>
                    <a:pt x="104200" y="41670"/>
                  </a:lnTo>
                  <a:lnTo>
                    <a:pt x="104163" y="41644"/>
                  </a:lnTo>
                  <a:lnTo>
                    <a:pt x="104200" y="41630"/>
                  </a:lnTo>
                  <a:lnTo>
                    <a:pt x="104274" y="41630"/>
                  </a:lnTo>
                  <a:lnTo>
                    <a:pt x="104366" y="41644"/>
                  </a:lnTo>
                  <a:lnTo>
                    <a:pt x="104421" y="41670"/>
                  </a:lnTo>
                  <a:lnTo>
                    <a:pt x="104440" y="41697"/>
                  </a:lnTo>
                  <a:lnTo>
                    <a:pt x="104495" y="41737"/>
                  </a:lnTo>
                  <a:lnTo>
                    <a:pt x="104532" y="41737"/>
                  </a:lnTo>
                  <a:lnTo>
                    <a:pt x="104569" y="41737"/>
                  </a:lnTo>
                  <a:lnTo>
                    <a:pt x="104605" y="41737"/>
                  </a:lnTo>
                  <a:lnTo>
                    <a:pt x="104642" y="41737"/>
                  </a:lnTo>
                  <a:lnTo>
                    <a:pt x="104716" y="41764"/>
                  </a:lnTo>
                  <a:lnTo>
                    <a:pt x="104790" y="41804"/>
                  </a:lnTo>
                  <a:lnTo>
                    <a:pt x="104827" y="41817"/>
                  </a:lnTo>
                  <a:lnTo>
                    <a:pt x="105048" y="41817"/>
                  </a:lnTo>
                  <a:lnTo>
                    <a:pt x="105195" y="41777"/>
                  </a:lnTo>
                  <a:lnTo>
                    <a:pt x="105232" y="41750"/>
                  </a:lnTo>
                  <a:lnTo>
                    <a:pt x="105251" y="41737"/>
                  </a:lnTo>
                  <a:lnTo>
                    <a:pt x="105251" y="41697"/>
                  </a:lnTo>
                  <a:lnTo>
                    <a:pt x="105269" y="41684"/>
                  </a:lnTo>
                  <a:lnTo>
                    <a:pt x="105306" y="41684"/>
                  </a:lnTo>
                  <a:lnTo>
                    <a:pt x="105324" y="41750"/>
                  </a:lnTo>
                  <a:lnTo>
                    <a:pt x="105435" y="41764"/>
                  </a:lnTo>
                  <a:lnTo>
                    <a:pt x="105638" y="41617"/>
                  </a:lnTo>
                  <a:lnTo>
                    <a:pt x="105675" y="41537"/>
                  </a:lnTo>
                  <a:lnTo>
                    <a:pt x="105693" y="41510"/>
                  </a:lnTo>
                  <a:lnTo>
                    <a:pt x="105804" y="41510"/>
                  </a:lnTo>
                  <a:lnTo>
                    <a:pt x="105841" y="41484"/>
                  </a:lnTo>
                  <a:lnTo>
                    <a:pt x="105822" y="41417"/>
                  </a:lnTo>
                  <a:lnTo>
                    <a:pt x="105767" y="41417"/>
                  </a:lnTo>
                  <a:lnTo>
                    <a:pt x="105509" y="41337"/>
                  </a:lnTo>
                  <a:lnTo>
                    <a:pt x="105472" y="41310"/>
                  </a:lnTo>
                  <a:lnTo>
                    <a:pt x="105435" y="41284"/>
                  </a:lnTo>
                  <a:lnTo>
                    <a:pt x="105361" y="41230"/>
                  </a:lnTo>
                  <a:lnTo>
                    <a:pt x="105361" y="41217"/>
                  </a:lnTo>
                  <a:lnTo>
                    <a:pt x="105361" y="41204"/>
                  </a:lnTo>
                  <a:lnTo>
                    <a:pt x="105361" y="41150"/>
                  </a:lnTo>
                  <a:lnTo>
                    <a:pt x="105324" y="41124"/>
                  </a:lnTo>
                  <a:lnTo>
                    <a:pt x="105288" y="41124"/>
                  </a:lnTo>
                  <a:lnTo>
                    <a:pt x="105269" y="41150"/>
                  </a:lnTo>
                  <a:lnTo>
                    <a:pt x="105269" y="41204"/>
                  </a:lnTo>
                  <a:lnTo>
                    <a:pt x="105195" y="41217"/>
                  </a:lnTo>
                  <a:lnTo>
                    <a:pt x="105159" y="41204"/>
                  </a:lnTo>
                  <a:lnTo>
                    <a:pt x="105103" y="41177"/>
                  </a:lnTo>
                  <a:lnTo>
                    <a:pt x="105066" y="41164"/>
                  </a:lnTo>
                  <a:lnTo>
                    <a:pt x="105177" y="41070"/>
                  </a:lnTo>
                  <a:lnTo>
                    <a:pt x="105103" y="41004"/>
                  </a:lnTo>
                  <a:lnTo>
                    <a:pt x="104993" y="40950"/>
                  </a:lnTo>
                  <a:lnTo>
                    <a:pt x="104919" y="40910"/>
                  </a:lnTo>
                  <a:lnTo>
                    <a:pt x="104882" y="40950"/>
                  </a:lnTo>
                  <a:lnTo>
                    <a:pt x="104827" y="40990"/>
                  </a:lnTo>
                  <a:lnTo>
                    <a:pt x="104734" y="40964"/>
                  </a:lnTo>
                  <a:lnTo>
                    <a:pt x="104642" y="40910"/>
                  </a:lnTo>
                  <a:lnTo>
                    <a:pt x="104569" y="40897"/>
                  </a:lnTo>
                  <a:lnTo>
                    <a:pt x="103850" y="41124"/>
                  </a:lnTo>
                  <a:lnTo>
                    <a:pt x="103813" y="41124"/>
                  </a:lnTo>
                  <a:lnTo>
                    <a:pt x="103721" y="41084"/>
                  </a:lnTo>
                  <a:lnTo>
                    <a:pt x="103628" y="41044"/>
                  </a:lnTo>
                  <a:lnTo>
                    <a:pt x="103518" y="40990"/>
                  </a:lnTo>
                  <a:lnTo>
                    <a:pt x="103389" y="40884"/>
                  </a:lnTo>
                  <a:lnTo>
                    <a:pt x="103260" y="40817"/>
                  </a:lnTo>
                  <a:lnTo>
                    <a:pt x="103204" y="40790"/>
                  </a:lnTo>
                  <a:lnTo>
                    <a:pt x="103167" y="40790"/>
                  </a:lnTo>
                  <a:lnTo>
                    <a:pt x="103149" y="40817"/>
                  </a:lnTo>
                  <a:lnTo>
                    <a:pt x="103020" y="40910"/>
                  </a:lnTo>
                  <a:lnTo>
                    <a:pt x="102965" y="40950"/>
                  </a:lnTo>
                  <a:lnTo>
                    <a:pt x="102909" y="40937"/>
                  </a:lnTo>
                  <a:lnTo>
                    <a:pt x="103020" y="40737"/>
                  </a:lnTo>
                  <a:lnTo>
                    <a:pt x="103131" y="40684"/>
                  </a:lnTo>
                  <a:lnTo>
                    <a:pt x="103315" y="40724"/>
                  </a:lnTo>
                  <a:lnTo>
                    <a:pt x="103389" y="40777"/>
                  </a:lnTo>
                  <a:lnTo>
                    <a:pt x="103536" y="40897"/>
                  </a:lnTo>
                  <a:lnTo>
                    <a:pt x="103628" y="40964"/>
                  </a:lnTo>
                  <a:lnTo>
                    <a:pt x="103702" y="40990"/>
                  </a:lnTo>
                  <a:lnTo>
                    <a:pt x="103813" y="41017"/>
                  </a:lnTo>
                  <a:lnTo>
                    <a:pt x="103868" y="41017"/>
                  </a:lnTo>
                  <a:lnTo>
                    <a:pt x="103923" y="41004"/>
                  </a:lnTo>
                  <a:lnTo>
                    <a:pt x="103960" y="40977"/>
                  </a:lnTo>
                  <a:lnTo>
                    <a:pt x="103979" y="40937"/>
                  </a:lnTo>
                  <a:lnTo>
                    <a:pt x="104015" y="40897"/>
                  </a:lnTo>
                  <a:lnTo>
                    <a:pt x="104071" y="40897"/>
                  </a:lnTo>
                  <a:lnTo>
                    <a:pt x="104108" y="40897"/>
                  </a:lnTo>
                  <a:lnTo>
                    <a:pt x="104237" y="40897"/>
                  </a:lnTo>
                  <a:lnTo>
                    <a:pt x="104274" y="40897"/>
                  </a:lnTo>
                  <a:lnTo>
                    <a:pt x="104458" y="40777"/>
                  </a:lnTo>
                  <a:lnTo>
                    <a:pt x="104569" y="40777"/>
                  </a:lnTo>
                  <a:lnTo>
                    <a:pt x="104716" y="40790"/>
                  </a:lnTo>
                  <a:lnTo>
                    <a:pt x="104753" y="40790"/>
                  </a:lnTo>
                  <a:lnTo>
                    <a:pt x="104790" y="40724"/>
                  </a:lnTo>
                  <a:lnTo>
                    <a:pt x="104864" y="40737"/>
                  </a:lnTo>
                  <a:lnTo>
                    <a:pt x="104919" y="40764"/>
                  </a:lnTo>
                  <a:lnTo>
                    <a:pt x="104956" y="40764"/>
                  </a:lnTo>
                  <a:lnTo>
                    <a:pt x="104993" y="40764"/>
                  </a:lnTo>
                  <a:lnTo>
                    <a:pt x="105122" y="40790"/>
                  </a:lnTo>
                  <a:lnTo>
                    <a:pt x="105159" y="40790"/>
                  </a:lnTo>
                  <a:lnTo>
                    <a:pt x="105195" y="40777"/>
                  </a:lnTo>
                  <a:lnTo>
                    <a:pt x="105324" y="40564"/>
                  </a:lnTo>
                  <a:lnTo>
                    <a:pt x="105380" y="40524"/>
                  </a:lnTo>
                  <a:lnTo>
                    <a:pt x="105490" y="40524"/>
                  </a:lnTo>
                  <a:lnTo>
                    <a:pt x="105583" y="40510"/>
                  </a:lnTo>
                  <a:lnTo>
                    <a:pt x="105638" y="40391"/>
                  </a:lnTo>
                  <a:lnTo>
                    <a:pt x="105675" y="40351"/>
                  </a:lnTo>
                  <a:lnTo>
                    <a:pt x="105841" y="40324"/>
                  </a:lnTo>
                  <a:lnTo>
                    <a:pt x="105859" y="40297"/>
                  </a:lnTo>
                  <a:lnTo>
                    <a:pt x="105804" y="40244"/>
                  </a:lnTo>
                  <a:lnTo>
                    <a:pt x="105693" y="40204"/>
                  </a:lnTo>
                  <a:lnTo>
                    <a:pt x="105656" y="40204"/>
                  </a:lnTo>
                  <a:lnTo>
                    <a:pt x="105453" y="40297"/>
                  </a:lnTo>
                  <a:lnTo>
                    <a:pt x="105417" y="40311"/>
                  </a:lnTo>
                  <a:lnTo>
                    <a:pt x="105343" y="40297"/>
                  </a:lnTo>
                  <a:lnTo>
                    <a:pt x="105361" y="40231"/>
                  </a:lnTo>
                  <a:lnTo>
                    <a:pt x="105472" y="40164"/>
                  </a:lnTo>
                  <a:lnTo>
                    <a:pt x="105509" y="40111"/>
                  </a:lnTo>
                  <a:lnTo>
                    <a:pt x="105453" y="40097"/>
                  </a:lnTo>
                  <a:lnTo>
                    <a:pt x="105417" y="40097"/>
                  </a:lnTo>
                  <a:lnTo>
                    <a:pt x="105324" y="40151"/>
                  </a:lnTo>
                  <a:lnTo>
                    <a:pt x="105324" y="40111"/>
                  </a:lnTo>
                  <a:lnTo>
                    <a:pt x="105324" y="40084"/>
                  </a:lnTo>
                  <a:lnTo>
                    <a:pt x="105343" y="40071"/>
                  </a:lnTo>
                  <a:lnTo>
                    <a:pt x="105361" y="40044"/>
                  </a:lnTo>
                  <a:lnTo>
                    <a:pt x="105343" y="40031"/>
                  </a:lnTo>
                  <a:lnTo>
                    <a:pt x="105269" y="40044"/>
                  </a:lnTo>
                  <a:lnTo>
                    <a:pt x="105159" y="40124"/>
                  </a:lnTo>
                  <a:lnTo>
                    <a:pt x="105085" y="40124"/>
                  </a:lnTo>
                  <a:lnTo>
                    <a:pt x="104974" y="40084"/>
                  </a:lnTo>
                  <a:lnTo>
                    <a:pt x="104974" y="40031"/>
                  </a:lnTo>
                  <a:lnTo>
                    <a:pt x="105048" y="39924"/>
                  </a:lnTo>
                  <a:lnTo>
                    <a:pt x="104919" y="39911"/>
                  </a:lnTo>
                  <a:lnTo>
                    <a:pt x="104458" y="40071"/>
                  </a:lnTo>
                  <a:lnTo>
                    <a:pt x="104366" y="40071"/>
                  </a:lnTo>
                  <a:lnTo>
                    <a:pt x="104292" y="39991"/>
                  </a:lnTo>
                  <a:lnTo>
                    <a:pt x="104255" y="40031"/>
                  </a:lnTo>
                  <a:lnTo>
                    <a:pt x="104052" y="40057"/>
                  </a:lnTo>
                  <a:lnTo>
                    <a:pt x="103905" y="40044"/>
                  </a:lnTo>
                  <a:lnTo>
                    <a:pt x="103886" y="40044"/>
                  </a:lnTo>
                  <a:lnTo>
                    <a:pt x="103776" y="39991"/>
                  </a:lnTo>
                  <a:lnTo>
                    <a:pt x="103721" y="39991"/>
                  </a:lnTo>
                  <a:lnTo>
                    <a:pt x="103555" y="40231"/>
                  </a:lnTo>
                  <a:lnTo>
                    <a:pt x="103481" y="40284"/>
                  </a:lnTo>
                  <a:lnTo>
                    <a:pt x="103370" y="40244"/>
                  </a:lnTo>
                  <a:lnTo>
                    <a:pt x="103260" y="40217"/>
                  </a:lnTo>
                  <a:lnTo>
                    <a:pt x="103167" y="40204"/>
                  </a:lnTo>
                  <a:lnTo>
                    <a:pt x="103075" y="40191"/>
                  </a:lnTo>
                  <a:lnTo>
                    <a:pt x="102946" y="40097"/>
                  </a:lnTo>
                  <a:lnTo>
                    <a:pt x="102928" y="40071"/>
                  </a:lnTo>
                  <a:lnTo>
                    <a:pt x="102725" y="39964"/>
                  </a:lnTo>
                  <a:lnTo>
                    <a:pt x="102633" y="39937"/>
                  </a:lnTo>
                  <a:lnTo>
                    <a:pt x="102541" y="39924"/>
                  </a:lnTo>
                  <a:lnTo>
                    <a:pt x="102522" y="39897"/>
                  </a:lnTo>
                  <a:lnTo>
                    <a:pt x="102633" y="39844"/>
                  </a:lnTo>
                  <a:lnTo>
                    <a:pt x="102725" y="39844"/>
                  </a:lnTo>
                  <a:lnTo>
                    <a:pt x="102817" y="39884"/>
                  </a:lnTo>
                  <a:lnTo>
                    <a:pt x="102909" y="39924"/>
                  </a:lnTo>
                  <a:lnTo>
                    <a:pt x="102909" y="39937"/>
                  </a:lnTo>
                  <a:lnTo>
                    <a:pt x="102928" y="39951"/>
                  </a:lnTo>
                  <a:lnTo>
                    <a:pt x="102946" y="39977"/>
                  </a:lnTo>
                  <a:lnTo>
                    <a:pt x="102983" y="40017"/>
                  </a:lnTo>
                  <a:lnTo>
                    <a:pt x="103001" y="40031"/>
                  </a:lnTo>
                  <a:lnTo>
                    <a:pt x="103057" y="40044"/>
                  </a:lnTo>
                  <a:lnTo>
                    <a:pt x="103075" y="40044"/>
                  </a:lnTo>
                  <a:lnTo>
                    <a:pt x="103112" y="40084"/>
                  </a:lnTo>
                  <a:lnTo>
                    <a:pt x="103112" y="40097"/>
                  </a:lnTo>
                  <a:lnTo>
                    <a:pt x="103186" y="40111"/>
                  </a:lnTo>
                  <a:lnTo>
                    <a:pt x="103352" y="40111"/>
                  </a:lnTo>
                  <a:lnTo>
                    <a:pt x="103389" y="40151"/>
                  </a:lnTo>
                  <a:lnTo>
                    <a:pt x="103481" y="40164"/>
                  </a:lnTo>
                  <a:lnTo>
                    <a:pt x="103518" y="40111"/>
                  </a:lnTo>
                  <a:lnTo>
                    <a:pt x="103536" y="40071"/>
                  </a:lnTo>
                  <a:lnTo>
                    <a:pt x="103628" y="39991"/>
                  </a:lnTo>
                  <a:lnTo>
                    <a:pt x="103721" y="39791"/>
                  </a:lnTo>
                  <a:lnTo>
                    <a:pt x="103868" y="39671"/>
                  </a:lnTo>
                  <a:lnTo>
                    <a:pt x="103905" y="39511"/>
                  </a:lnTo>
                  <a:lnTo>
                    <a:pt x="103960" y="39471"/>
                  </a:lnTo>
                  <a:lnTo>
                    <a:pt x="103813" y="39431"/>
                  </a:lnTo>
                  <a:lnTo>
                    <a:pt x="103591" y="39404"/>
                  </a:lnTo>
                  <a:lnTo>
                    <a:pt x="103352" y="39337"/>
                  </a:lnTo>
                  <a:lnTo>
                    <a:pt x="103241" y="39244"/>
                  </a:lnTo>
                  <a:lnTo>
                    <a:pt x="103149" y="39231"/>
                  </a:lnTo>
                  <a:lnTo>
                    <a:pt x="103075" y="39244"/>
                  </a:lnTo>
                  <a:lnTo>
                    <a:pt x="103001" y="39284"/>
                  </a:lnTo>
                  <a:lnTo>
                    <a:pt x="102983" y="39364"/>
                  </a:lnTo>
                  <a:lnTo>
                    <a:pt x="102965" y="39417"/>
                  </a:lnTo>
                  <a:lnTo>
                    <a:pt x="102872" y="39431"/>
                  </a:lnTo>
                  <a:lnTo>
                    <a:pt x="102743" y="39431"/>
                  </a:lnTo>
                  <a:lnTo>
                    <a:pt x="102633" y="39417"/>
                  </a:lnTo>
                  <a:lnTo>
                    <a:pt x="102651" y="39377"/>
                  </a:lnTo>
                  <a:lnTo>
                    <a:pt x="102725" y="39364"/>
                  </a:lnTo>
                  <a:lnTo>
                    <a:pt x="102799" y="39364"/>
                  </a:lnTo>
                  <a:lnTo>
                    <a:pt x="102872" y="39364"/>
                  </a:lnTo>
                  <a:lnTo>
                    <a:pt x="102909" y="39324"/>
                  </a:lnTo>
                  <a:lnTo>
                    <a:pt x="102872" y="39297"/>
                  </a:lnTo>
                  <a:lnTo>
                    <a:pt x="102799" y="39257"/>
                  </a:lnTo>
                  <a:lnTo>
                    <a:pt x="102743" y="39204"/>
                  </a:lnTo>
                  <a:lnTo>
                    <a:pt x="102780" y="39177"/>
                  </a:lnTo>
                  <a:lnTo>
                    <a:pt x="103112" y="39137"/>
                  </a:lnTo>
                  <a:lnTo>
                    <a:pt x="103278" y="39057"/>
                  </a:lnTo>
                  <a:lnTo>
                    <a:pt x="103370" y="39057"/>
                  </a:lnTo>
                  <a:lnTo>
                    <a:pt x="103481" y="39031"/>
                  </a:lnTo>
                  <a:lnTo>
                    <a:pt x="103536" y="39044"/>
                  </a:lnTo>
                  <a:lnTo>
                    <a:pt x="103702" y="38991"/>
                  </a:lnTo>
                  <a:lnTo>
                    <a:pt x="103831" y="39004"/>
                  </a:lnTo>
                  <a:lnTo>
                    <a:pt x="103868" y="39124"/>
                  </a:lnTo>
                  <a:lnTo>
                    <a:pt x="103960" y="39164"/>
                  </a:lnTo>
                  <a:lnTo>
                    <a:pt x="104034" y="39244"/>
                  </a:lnTo>
                  <a:lnTo>
                    <a:pt x="104108" y="39284"/>
                  </a:lnTo>
                  <a:lnTo>
                    <a:pt x="104181" y="39297"/>
                  </a:lnTo>
                  <a:lnTo>
                    <a:pt x="104347" y="39244"/>
                  </a:lnTo>
                  <a:lnTo>
                    <a:pt x="104366" y="39204"/>
                  </a:lnTo>
                  <a:lnTo>
                    <a:pt x="104366" y="39164"/>
                  </a:lnTo>
                  <a:lnTo>
                    <a:pt x="104384" y="39137"/>
                  </a:lnTo>
                  <a:lnTo>
                    <a:pt x="104458" y="39137"/>
                  </a:lnTo>
                  <a:lnTo>
                    <a:pt x="104624" y="39164"/>
                  </a:lnTo>
                  <a:lnTo>
                    <a:pt x="104734" y="39151"/>
                  </a:lnTo>
                  <a:lnTo>
                    <a:pt x="104827" y="39164"/>
                  </a:lnTo>
                  <a:lnTo>
                    <a:pt x="104882" y="39164"/>
                  </a:lnTo>
                  <a:lnTo>
                    <a:pt x="104993" y="39111"/>
                  </a:lnTo>
                  <a:lnTo>
                    <a:pt x="105048" y="39057"/>
                  </a:lnTo>
                  <a:lnTo>
                    <a:pt x="105048" y="38991"/>
                  </a:lnTo>
                  <a:lnTo>
                    <a:pt x="105048" y="38898"/>
                  </a:lnTo>
                  <a:lnTo>
                    <a:pt x="105048" y="38831"/>
                  </a:lnTo>
                  <a:lnTo>
                    <a:pt x="105085" y="38764"/>
                  </a:lnTo>
                  <a:lnTo>
                    <a:pt x="105269" y="38764"/>
                  </a:lnTo>
                  <a:lnTo>
                    <a:pt x="105343" y="38724"/>
                  </a:lnTo>
                  <a:lnTo>
                    <a:pt x="105343" y="38698"/>
                  </a:lnTo>
                  <a:lnTo>
                    <a:pt x="105343" y="38631"/>
                  </a:lnTo>
                  <a:lnTo>
                    <a:pt x="105343" y="38604"/>
                  </a:lnTo>
                  <a:lnTo>
                    <a:pt x="105380" y="38591"/>
                  </a:lnTo>
                  <a:lnTo>
                    <a:pt x="105472" y="38591"/>
                  </a:lnTo>
                  <a:lnTo>
                    <a:pt x="105509" y="38578"/>
                  </a:lnTo>
                  <a:lnTo>
                    <a:pt x="105527" y="38524"/>
                  </a:lnTo>
                  <a:lnTo>
                    <a:pt x="105583" y="38404"/>
                  </a:lnTo>
                  <a:lnTo>
                    <a:pt x="105638" y="38364"/>
                  </a:lnTo>
                  <a:lnTo>
                    <a:pt x="105583" y="38351"/>
                  </a:lnTo>
                  <a:lnTo>
                    <a:pt x="105417" y="38338"/>
                  </a:lnTo>
                  <a:lnTo>
                    <a:pt x="105343" y="38324"/>
                  </a:lnTo>
                  <a:lnTo>
                    <a:pt x="105306" y="38284"/>
                  </a:lnTo>
                  <a:lnTo>
                    <a:pt x="105269" y="38258"/>
                  </a:lnTo>
                  <a:lnTo>
                    <a:pt x="105232" y="38271"/>
                  </a:lnTo>
                  <a:lnTo>
                    <a:pt x="104550" y="38551"/>
                  </a:lnTo>
                  <a:lnTo>
                    <a:pt x="104440" y="38671"/>
                  </a:lnTo>
                  <a:lnTo>
                    <a:pt x="104384" y="38724"/>
                  </a:lnTo>
                  <a:lnTo>
                    <a:pt x="104274" y="38711"/>
                  </a:lnTo>
                  <a:lnTo>
                    <a:pt x="104255" y="38698"/>
                  </a:lnTo>
                  <a:lnTo>
                    <a:pt x="104403" y="38538"/>
                  </a:lnTo>
                  <a:lnTo>
                    <a:pt x="104403" y="38524"/>
                  </a:lnTo>
                  <a:lnTo>
                    <a:pt x="104403" y="38484"/>
                  </a:lnTo>
                  <a:lnTo>
                    <a:pt x="104403" y="38471"/>
                  </a:lnTo>
                  <a:lnTo>
                    <a:pt x="104495" y="38418"/>
                  </a:lnTo>
                  <a:lnTo>
                    <a:pt x="104532" y="38418"/>
                  </a:lnTo>
                  <a:lnTo>
                    <a:pt x="104624" y="38418"/>
                  </a:lnTo>
                  <a:lnTo>
                    <a:pt x="104698" y="38418"/>
                  </a:lnTo>
                  <a:lnTo>
                    <a:pt x="104716" y="38391"/>
                  </a:lnTo>
                  <a:lnTo>
                    <a:pt x="104698" y="38284"/>
                  </a:lnTo>
                  <a:lnTo>
                    <a:pt x="104716" y="38258"/>
                  </a:lnTo>
                  <a:lnTo>
                    <a:pt x="104734" y="38231"/>
                  </a:lnTo>
                  <a:lnTo>
                    <a:pt x="104882" y="38191"/>
                  </a:lnTo>
                  <a:lnTo>
                    <a:pt x="104937" y="38124"/>
                  </a:lnTo>
                  <a:lnTo>
                    <a:pt x="104956" y="38098"/>
                  </a:lnTo>
                  <a:lnTo>
                    <a:pt x="104956" y="38058"/>
                  </a:lnTo>
                  <a:lnTo>
                    <a:pt x="104919" y="38004"/>
                  </a:lnTo>
                  <a:lnTo>
                    <a:pt x="104864" y="37978"/>
                  </a:lnTo>
                  <a:lnTo>
                    <a:pt x="104790" y="37964"/>
                  </a:lnTo>
                  <a:lnTo>
                    <a:pt x="104679" y="37964"/>
                  </a:lnTo>
                  <a:lnTo>
                    <a:pt x="104569" y="37938"/>
                  </a:lnTo>
                  <a:lnTo>
                    <a:pt x="104052" y="37738"/>
                  </a:lnTo>
                  <a:lnTo>
                    <a:pt x="103960" y="37698"/>
                  </a:lnTo>
                  <a:lnTo>
                    <a:pt x="103831" y="37671"/>
                  </a:lnTo>
                  <a:lnTo>
                    <a:pt x="103426" y="37724"/>
                  </a:lnTo>
                  <a:lnTo>
                    <a:pt x="103352" y="37751"/>
                  </a:lnTo>
                  <a:lnTo>
                    <a:pt x="103315" y="37831"/>
                  </a:lnTo>
                  <a:lnTo>
                    <a:pt x="103333" y="37924"/>
                  </a:lnTo>
                  <a:lnTo>
                    <a:pt x="103315" y="38004"/>
                  </a:lnTo>
                  <a:lnTo>
                    <a:pt x="103241" y="38018"/>
                  </a:lnTo>
                  <a:lnTo>
                    <a:pt x="103020" y="38044"/>
                  </a:lnTo>
                  <a:lnTo>
                    <a:pt x="103001" y="38004"/>
                  </a:lnTo>
                  <a:lnTo>
                    <a:pt x="103260" y="37804"/>
                  </a:lnTo>
                  <a:lnTo>
                    <a:pt x="103260" y="37738"/>
                  </a:lnTo>
                  <a:lnTo>
                    <a:pt x="103241" y="37684"/>
                  </a:lnTo>
                  <a:lnTo>
                    <a:pt x="103149" y="37618"/>
                  </a:lnTo>
                  <a:lnTo>
                    <a:pt x="103167" y="37551"/>
                  </a:lnTo>
                  <a:lnTo>
                    <a:pt x="103315" y="37551"/>
                  </a:lnTo>
                  <a:lnTo>
                    <a:pt x="103499" y="37578"/>
                  </a:lnTo>
                  <a:lnTo>
                    <a:pt x="103628" y="37578"/>
                  </a:lnTo>
                  <a:lnTo>
                    <a:pt x="103831" y="37524"/>
                  </a:lnTo>
                  <a:lnTo>
                    <a:pt x="103979" y="37498"/>
                  </a:lnTo>
                  <a:lnTo>
                    <a:pt x="104292" y="37578"/>
                  </a:lnTo>
                  <a:lnTo>
                    <a:pt x="104384" y="37604"/>
                  </a:lnTo>
                  <a:lnTo>
                    <a:pt x="104440" y="37658"/>
                  </a:lnTo>
                  <a:lnTo>
                    <a:pt x="104495" y="37698"/>
                  </a:lnTo>
                  <a:lnTo>
                    <a:pt x="104550" y="37724"/>
                  </a:lnTo>
                  <a:lnTo>
                    <a:pt x="104605" y="37738"/>
                  </a:lnTo>
                  <a:lnTo>
                    <a:pt x="104698" y="37738"/>
                  </a:lnTo>
                  <a:lnTo>
                    <a:pt x="105011" y="37618"/>
                  </a:lnTo>
                  <a:lnTo>
                    <a:pt x="104974" y="37578"/>
                  </a:lnTo>
                  <a:lnTo>
                    <a:pt x="104974" y="37564"/>
                  </a:lnTo>
                  <a:lnTo>
                    <a:pt x="104956" y="37498"/>
                  </a:lnTo>
                  <a:lnTo>
                    <a:pt x="104937" y="37471"/>
                  </a:lnTo>
                  <a:lnTo>
                    <a:pt x="104956" y="37445"/>
                  </a:lnTo>
                  <a:lnTo>
                    <a:pt x="104993" y="37445"/>
                  </a:lnTo>
                  <a:lnTo>
                    <a:pt x="105048" y="37445"/>
                  </a:lnTo>
                  <a:lnTo>
                    <a:pt x="105066" y="37431"/>
                  </a:lnTo>
                  <a:lnTo>
                    <a:pt x="105085" y="37405"/>
                  </a:lnTo>
                  <a:lnTo>
                    <a:pt x="105103" y="37325"/>
                  </a:lnTo>
                  <a:lnTo>
                    <a:pt x="105159" y="37258"/>
                  </a:lnTo>
                  <a:lnTo>
                    <a:pt x="105159" y="37218"/>
                  </a:lnTo>
                  <a:lnTo>
                    <a:pt x="105140" y="37218"/>
                  </a:lnTo>
                  <a:lnTo>
                    <a:pt x="105085" y="37191"/>
                  </a:lnTo>
                  <a:lnTo>
                    <a:pt x="105066" y="37191"/>
                  </a:lnTo>
                  <a:lnTo>
                    <a:pt x="105066" y="37125"/>
                  </a:lnTo>
                  <a:lnTo>
                    <a:pt x="104956" y="37031"/>
                  </a:lnTo>
                  <a:lnTo>
                    <a:pt x="104808" y="36951"/>
                  </a:lnTo>
                  <a:lnTo>
                    <a:pt x="104550" y="36885"/>
                  </a:lnTo>
                  <a:lnTo>
                    <a:pt x="104384" y="36805"/>
                  </a:lnTo>
                  <a:lnTo>
                    <a:pt x="104292" y="36778"/>
                  </a:lnTo>
                  <a:lnTo>
                    <a:pt x="104200" y="36805"/>
                  </a:lnTo>
                  <a:lnTo>
                    <a:pt x="104108" y="36778"/>
                  </a:lnTo>
                  <a:lnTo>
                    <a:pt x="104145" y="36738"/>
                  </a:lnTo>
                  <a:lnTo>
                    <a:pt x="103868" y="36645"/>
                  </a:lnTo>
                  <a:lnTo>
                    <a:pt x="103499" y="36765"/>
                  </a:lnTo>
                  <a:lnTo>
                    <a:pt x="103278" y="36751"/>
                  </a:lnTo>
                  <a:lnTo>
                    <a:pt x="103426" y="36671"/>
                  </a:lnTo>
                  <a:lnTo>
                    <a:pt x="103444" y="36591"/>
                  </a:lnTo>
                  <a:lnTo>
                    <a:pt x="103370" y="36471"/>
                  </a:lnTo>
                  <a:lnTo>
                    <a:pt x="103094" y="36471"/>
                  </a:lnTo>
                  <a:lnTo>
                    <a:pt x="103001" y="36565"/>
                  </a:lnTo>
                  <a:lnTo>
                    <a:pt x="102946" y="36591"/>
                  </a:lnTo>
                  <a:lnTo>
                    <a:pt x="102891" y="36591"/>
                  </a:lnTo>
                  <a:lnTo>
                    <a:pt x="102577" y="36698"/>
                  </a:lnTo>
                  <a:lnTo>
                    <a:pt x="102559" y="36818"/>
                  </a:lnTo>
                  <a:lnTo>
                    <a:pt x="102522" y="36831"/>
                  </a:lnTo>
                  <a:lnTo>
                    <a:pt x="102448" y="36818"/>
                  </a:lnTo>
                  <a:lnTo>
                    <a:pt x="102448" y="36738"/>
                  </a:lnTo>
                  <a:lnTo>
                    <a:pt x="102541" y="36645"/>
                  </a:lnTo>
                  <a:lnTo>
                    <a:pt x="102891" y="36551"/>
                  </a:lnTo>
                  <a:lnTo>
                    <a:pt x="102909" y="36418"/>
                  </a:lnTo>
                  <a:lnTo>
                    <a:pt x="102872" y="36351"/>
                  </a:lnTo>
                  <a:lnTo>
                    <a:pt x="102817" y="36298"/>
                  </a:lnTo>
                  <a:lnTo>
                    <a:pt x="102762" y="36285"/>
                  </a:lnTo>
                  <a:lnTo>
                    <a:pt x="102707" y="36298"/>
                  </a:lnTo>
                  <a:lnTo>
                    <a:pt x="102651" y="36338"/>
                  </a:lnTo>
                  <a:lnTo>
                    <a:pt x="102633" y="36391"/>
                  </a:lnTo>
                  <a:lnTo>
                    <a:pt x="102596" y="36431"/>
                  </a:lnTo>
                  <a:lnTo>
                    <a:pt x="102522" y="36405"/>
                  </a:lnTo>
                  <a:lnTo>
                    <a:pt x="102504" y="36298"/>
                  </a:lnTo>
                  <a:lnTo>
                    <a:pt x="102467" y="36271"/>
                  </a:lnTo>
                  <a:lnTo>
                    <a:pt x="102338" y="36338"/>
                  </a:lnTo>
                  <a:lnTo>
                    <a:pt x="102282" y="36365"/>
                  </a:lnTo>
                  <a:lnTo>
                    <a:pt x="102264" y="36391"/>
                  </a:lnTo>
                  <a:lnTo>
                    <a:pt x="102264" y="36431"/>
                  </a:lnTo>
                  <a:lnTo>
                    <a:pt x="102338" y="36685"/>
                  </a:lnTo>
                  <a:lnTo>
                    <a:pt x="102282" y="36738"/>
                  </a:lnTo>
                  <a:lnTo>
                    <a:pt x="102246" y="36751"/>
                  </a:lnTo>
                  <a:lnTo>
                    <a:pt x="102172" y="36765"/>
                  </a:lnTo>
                  <a:lnTo>
                    <a:pt x="102098" y="36751"/>
                  </a:lnTo>
                  <a:lnTo>
                    <a:pt x="102080" y="36725"/>
                  </a:lnTo>
                  <a:lnTo>
                    <a:pt x="102098" y="36645"/>
                  </a:lnTo>
                  <a:lnTo>
                    <a:pt x="102080" y="36605"/>
                  </a:lnTo>
                  <a:lnTo>
                    <a:pt x="102061" y="36565"/>
                  </a:lnTo>
                  <a:lnTo>
                    <a:pt x="102006" y="36485"/>
                  </a:lnTo>
                  <a:lnTo>
                    <a:pt x="101969" y="36458"/>
                  </a:lnTo>
                  <a:lnTo>
                    <a:pt x="101914" y="36378"/>
                  </a:lnTo>
                  <a:lnTo>
                    <a:pt x="101895" y="36298"/>
                  </a:lnTo>
                  <a:lnTo>
                    <a:pt x="101877" y="36165"/>
                  </a:lnTo>
                  <a:lnTo>
                    <a:pt x="101729" y="36151"/>
                  </a:lnTo>
                  <a:lnTo>
                    <a:pt x="101600" y="36151"/>
                  </a:lnTo>
                  <a:lnTo>
                    <a:pt x="101490" y="36205"/>
                  </a:lnTo>
                  <a:lnTo>
                    <a:pt x="101434" y="36271"/>
                  </a:lnTo>
                  <a:lnTo>
                    <a:pt x="101398" y="36311"/>
                  </a:lnTo>
                  <a:lnTo>
                    <a:pt x="101379" y="36351"/>
                  </a:lnTo>
                  <a:lnTo>
                    <a:pt x="101361" y="36365"/>
                  </a:lnTo>
                  <a:lnTo>
                    <a:pt x="101342" y="36365"/>
                  </a:lnTo>
                  <a:lnTo>
                    <a:pt x="101287" y="36351"/>
                  </a:lnTo>
                  <a:lnTo>
                    <a:pt x="101269" y="36365"/>
                  </a:lnTo>
                  <a:lnTo>
                    <a:pt x="101250" y="36378"/>
                  </a:lnTo>
                  <a:lnTo>
                    <a:pt x="101250" y="36418"/>
                  </a:lnTo>
                  <a:lnTo>
                    <a:pt x="101269" y="36458"/>
                  </a:lnTo>
                  <a:lnTo>
                    <a:pt x="101287" y="36511"/>
                  </a:lnTo>
                  <a:lnTo>
                    <a:pt x="101490" y="36658"/>
                  </a:lnTo>
                  <a:lnTo>
                    <a:pt x="101563" y="36738"/>
                  </a:lnTo>
                  <a:lnTo>
                    <a:pt x="101619" y="36805"/>
                  </a:lnTo>
                  <a:lnTo>
                    <a:pt x="101545" y="36885"/>
                  </a:lnTo>
                  <a:lnTo>
                    <a:pt x="101471" y="36938"/>
                  </a:lnTo>
                  <a:lnTo>
                    <a:pt x="101361" y="36965"/>
                  </a:lnTo>
                  <a:lnTo>
                    <a:pt x="101361" y="37018"/>
                  </a:lnTo>
                  <a:lnTo>
                    <a:pt x="101434" y="37071"/>
                  </a:lnTo>
                  <a:lnTo>
                    <a:pt x="101434" y="37085"/>
                  </a:lnTo>
                  <a:lnTo>
                    <a:pt x="101434" y="37138"/>
                  </a:lnTo>
                  <a:lnTo>
                    <a:pt x="101434" y="37151"/>
                  </a:lnTo>
                  <a:lnTo>
                    <a:pt x="101619" y="37285"/>
                  </a:lnTo>
                  <a:lnTo>
                    <a:pt x="101656" y="37338"/>
                  </a:lnTo>
                  <a:lnTo>
                    <a:pt x="101693" y="37351"/>
                  </a:lnTo>
                  <a:lnTo>
                    <a:pt x="101803" y="37338"/>
                  </a:lnTo>
                  <a:lnTo>
                    <a:pt x="101858" y="37365"/>
                  </a:lnTo>
                  <a:lnTo>
                    <a:pt x="101988" y="37445"/>
                  </a:lnTo>
                  <a:lnTo>
                    <a:pt x="102043" y="37471"/>
                  </a:lnTo>
                  <a:lnTo>
                    <a:pt x="102209" y="37524"/>
                  </a:lnTo>
                  <a:lnTo>
                    <a:pt x="102246" y="37551"/>
                  </a:lnTo>
                  <a:lnTo>
                    <a:pt x="102282" y="37578"/>
                  </a:lnTo>
                  <a:lnTo>
                    <a:pt x="102338" y="37644"/>
                  </a:lnTo>
                  <a:lnTo>
                    <a:pt x="102356" y="37698"/>
                  </a:lnTo>
                  <a:lnTo>
                    <a:pt x="102375" y="37724"/>
                  </a:lnTo>
                  <a:lnTo>
                    <a:pt x="102282" y="37711"/>
                  </a:lnTo>
                  <a:lnTo>
                    <a:pt x="101932" y="37578"/>
                  </a:lnTo>
                  <a:lnTo>
                    <a:pt x="101803" y="37458"/>
                  </a:lnTo>
                  <a:lnTo>
                    <a:pt x="101711" y="37445"/>
                  </a:lnTo>
                  <a:lnTo>
                    <a:pt x="101619" y="37458"/>
                  </a:lnTo>
                  <a:lnTo>
                    <a:pt x="101508" y="37431"/>
                  </a:lnTo>
                  <a:lnTo>
                    <a:pt x="101471" y="37391"/>
                  </a:lnTo>
                  <a:lnTo>
                    <a:pt x="101305" y="37231"/>
                  </a:lnTo>
                  <a:lnTo>
                    <a:pt x="101213" y="37178"/>
                  </a:lnTo>
                  <a:lnTo>
                    <a:pt x="101121" y="37138"/>
                  </a:lnTo>
                  <a:lnTo>
                    <a:pt x="101029" y="37085"/>
                  </a:lnTo>
                  <a:lnTo>
                    <a:pt x="100937" y="37071"/>
                  </a:lnTo>
                  <a:lnTo>
                    <a:pt x="100844" y="37085"/>
                  </a:lnTo>
                  <a:lnTo>
                    <a:pt x="100734" y="37138"/>
                  </a:lnTo>
                  <a:lnTo>
                    <a:pt x="100715" y="37165"/>
                  </a:lnTo>
                  <a:lnTo>
                    <a:pt x="100697" y="37191"/>
                  </a:lnTo>
                  <a:lnTo>
                    <a:pt x="100586" y="37205"/>
                  </a:lnTo>
                  <a:lnTo>
                    <a:pt x="100586" y="37258"/>
                  </a:lnTo>
                  <a:lnTo>
                    <a:pt x="100605" y="37325"/>
                  </a:lnTo>
                  <a:lnTo>
                    <a:pt x="100605" y="37365"/>
                  </a:lnTo>
                  <a:lnTo>
                    <a:pt x="100642" y="37405"/>
                  </a:lnTo>
                  <a:lnTo>
                    <a:pt x="100697" y="37445"/>
                  </a:lnTo>
                  <a:lnTo>
                    <a:pt x="100771" y="37485"/>
                  </a:lnTo>
                  <a:lnTo>
                    <a:pt x="100808" y="37524"/>
                  </a:lnTo>
                  <a:lnTo>
                    <a:pt x="100844" y="37578"/>
                  </a:lnTo>
                  <a:lnTo>
                    <a:pt x="100881" y="37671"/>
                  </a:lnTo>
                  <a:lnTo>
                    <a:pt x="100918" y="37698"/>
                  </a:lnTo>
                  <a:lnTo>
                    <a:pt x="101066" y="37778"/>
                  </a:lnTo>
                  <a:lnTo>
                    <a:pt x="101084" y="37791"/>
                  </a:lnTo>
                  <a:lnTo>
                    <a:pt x="101158" y="37884"/>
                  </a:lnTo>
                  <a:lnTo>
                    <a:pt x="101158" y="37964"/>
                  </a:lnTo>
                  <a:lnTo>
                    <a:pt x="101158" y="38004"/>
                  </a:lnTo>
                  <a:lnTo>
                    <a:pt x="101176" y="38111"/>
                  </a:lnTo>
                  <a:lnTo>
                    <a:pt x="101195" y="38111"/>
                  </a:lnTo>
                  <a:lnTo>
                    <a:pt x="101213" y="38138"/>
                  </a:lnTo>
                  <a:lnTo>
                    <a:pt x="101195" y="38218"/>
                  </a:lnTo>
                  <a:lnTo>
                    <a:pt x="101213" y="38244"/>
                  </a:lnTo>
                  <a:lnTo>
                    <a:pt x="101269" y="38284"/>
                  </a:lnTo>
                  <a:lnTo>
                    <a:pt x="101361" y="38364"/>
                  </a:lnTo>
                  <a:lnTo>
                    <a:pt x="101379" y="38391"/>
                  </a:lnTo>
                  <a:lnTo>
                    <a:pt x="101379" y="38471"/>
                  </a:lnTo>
                  <a:lnTo>
                    <a:pt x="101361" y="38591"/>
                  </a:lnTo>
                  <a:lnTo>
                    <a:pt x="101361" y="38658"/>
                  </a:lnTo>
                  <a:lnTo>
                    <a:pt x="101287" y="38604"/>
                  </a:lnTo>
                  <a:lnTo>
                    <a:pt x="101269" y="38511"/>
                  </a:lnTo>
                  <a:lnTo>
                    <a:pt x="101250" y="38404"/>
                  </a:lnTo>
                  <a:lnTo>
                    <a:pt x="101213" y="38338"/>
                  </a:lnTo>
                  <a:lnTo>
                    <a:pt x="101195" y="38338"/>
                  </a:lnTo>
                  <a:lnTo>
                    <a:pt x="101158" y="38284"/>
                  </a:lnTo>
                  <a:lnTo>
                    <a:pt x="101121" y="38244"/>
                  </a:lnTo>
                  <a:lnTo>
                    <a:pt x="101084" y="38218"/>
                  </a:lnTo>
                  <a:lnTo>
                    <a:pt x="101029" y="38138"/>
                  </a:lnTo>
                  <a:lnTo>
                    <a:pt x="100974" y="37991"/>
                  </a:lnTo>
                  <a:lnTo>
                    <a:pt x="100974" y="37964"/>
                  </a:lnTo>
                  <a:lnTo>
                    <a:pt x="100937" y="37911"/>
                  </a:lnTo>
                  <a:lnTo>
                    <a:pt x="100844" y="37804"/>
                  </a:lnTo>
                  <a:lnTo>
                    <a:pt x="100715" y="37658"/>
                  </a:lnTo>
                  <a:lnTo>
                    <a:pt x="100586" y="37564"/>
                  </a:lnTo>
                  <a:lnTo>
                    <a:pt x="100457" y="37458"/>
                  </a:lnTo>
                  <a:lnTo>
                    <a:pt x="100365" y="37338"/>
                  </a:lnTo>
                  <a:lnTo>
                    <a:pt x="100310" y="37271"/>
                  </a:lnTo>
                  <a:lnTo>
                    <a:pt x="100218" y="37258"/>
                  </a:lnTo>
                  <a:lnTo>
                    <a:pt x="100107" y="37285"/>
                  </a:lnTo>
                  <a:lnTo>
                    <a:pt x="100033" y="37325"/>
                  </a:lnTo>
                  <a:lnTo>
                    <a:pt x="99996" y="37365"/>
                  </a:lnTo>
                  <a:lnTo>
                    <a:pt x="99996" y="37405"/>
                  </a:lnTo>
                  <a:lnTo>
                    <a:pt x="99996" y="37431"/>
                  </a:lnTo>
                  <a:lnTo>
                    <a:pt x="99996" y="37458"/>
                  </a:lnTo>
                  <a:lnTo>
                    <a:pt x="99738" y="37644"/>
                  </a:lnTo>
                  <a:lnTo>
                    <a:pt x="99683" y="37818"/>
                  </a:lnTo>
                  <a:lnTo>
                    <a:pt x="99646" y="37871"/>
                  </a:lnTo>
                  <a:lnTo>
                    <a:pt x="99517" y="37951"/>
                  </a:lnTo>
                  <a:lnTo>
                    <a:pt x="99443" y="38018"/>
                  </a:lnTo>
                  <a:lnTo>
                    <a:pt x="99517" y="38124"/>
                  </a:lnTo>
                  <a:lnTo>
                    <a:pt x="99665" y="38231"/>
                  </a:lnTo>
                  <a:lnTo>
                    <a:pt x="99757" y="38364"/>
                  </a:lnTo>
                  <a:lnTo>
                    <a:pt x="99812" y="38444"/>
                  </a:lnTo>
                  <a:lnTo>
                    <a:pt x="99886" y="38618"/>
                  </a:lnTo>
                  <a:lnTo>
                    <a:pt x="99904" y="38698"/>
                  </a:lnTo>
                  <a:lnTo>
                    <a:pt x="99941" y="38778"/>
                  </a:lnTo>
                  <a:lnTo>
                    <a:pt x="99941" y="38831"/>
                  </a:lnTo>
                  <a:lnTo>
                    <a:pt x="99923" y="38858"/>
                  </a:lnTo>
                  <a:lnTo>
                    <a:pt x="99867" y="38884"/>
                  </a:lnTo>
                  <a:lnTo>
                    <a:pt x="99701" y="38591"/>
                  </a:lnTo>
                  <a:lnTo>
                    <a:pt x="99609" y="38458"/>
                  </a:lnTo>
                  <a:lnTo>
                    <a:pt x="99480" y="38311"/>
                  </a:lnTo>
                  <a:lnTo>
                    <a:pt x="99296" y="38138"/>
                  </a:lnTo>
                  <a:lnTo>
                    <a:pt x="99167" y="38044"/>
                  </a:lnTo>
                  <a:lnTo>
                    <a:pt x="99148" y="38044"/>
                  </a:lnTo>
                  <a:lnTo>
                    <a:pt x="99111" y="38044"/>
                  </a:lnTo>
                  <a:lnTo>
                    <a:pt x="99093" y="38058"/>
                  </a:lnTo>
                  <a:lnTo>
                    <a:pt x="99075" y="38071"/>
                  </a:lnTo>
                  <a:lnTo>
                    <a:pt x="99075" y="38098"/>
                  </a:lnTo>
                  <a:lnTo>
                    <a:pt x="99093" y="38138"/>
                  </a:lnTo>
                  <a:lnTo>
                    <a:pt x="99130" y="38191"/>
                  </a:lnTo>
                  <a:lnTo>
                    <a:pt x="99148" y="38218"/>
                  </a:lnTo>
                  <a:lnTo>
                    <a:pt x="99167" y="38244"/>
                  </a:lnTo>
                  <a:lnTo>
                    <a:pt x="99277" y="38311"/>
                  </a:lnTo>
                  <a:lnTo>
                    <a:pt x="99314" y="38338"/>
                  </a:lnTo>
                  <a:lnTo>
                    <a:pt x="99314" y="38364"/>
                  </a:lnTo>
                  <a:lnTo>
                    <a:pt x="99333" y="38391"/>
                  </a:lnTo>
                  <a:lnTo>
                    <a:pt x="99333" y="38444"/>
                  </a:lnTo>
                  <a:lnTo>
                    <a:pt x="99296" y="38498"/>
                  </a:lnTo>
                  <a:lnTo>
                    <a:pt x="99222" y="38578"/>
                  </a:lnTo>
                  <a:lnTo>
                    <a:pt x="98632" y="38764"/>
                  </a:lnTo>
                  <a:lnTo>
                    <a:pt x="98614" y="38698"/>
                  </a:lnTo>
                  <a:lnTo>
                    <a:pt x="98706" y="38658"/>
                  </a:lnTo>
                  <a:lnTo>
                    <a:pt x="98853" y="38644"/>
                  </a:lnTo>
                  <a:lnTo>
                    <a:pt x="99075" y="38524"/>
                  </a:lnTo>
                  <a:lnTo>
                    <a:pt x="99093" y="38471"/>
                  </a:lnTo>
                  <a:lnTo>
                    <a:pt x="99111" y="38404"/>
                  </a:lnTo>
                  <a:lnTo>
                    <a:pt x="99093" y="38364"/>
                  </a:lnTo>
                  <a:lnTo>
                    <a:pt x="99075" y="38311"/>
                  </a:lnTo>
                  <a:lnTo>
                    <a:pt x="99038" y="38284"/>
                  </a:lnTo>
                  <a:lnTo>
                    <a:pt x="98964" y="38244"/>
                  </a:lnTo>
                  <a:lnTo>
                    <a:pt x="98946" y="38218"/>
                  </a:lnTo>
                  <a:lnTo>
                    <a:pt x="98927" y="38138"/>
                  </a:lnTo>
                  <a:lnTo>
                    <a:pt x="98946" y="38084"/>
                  </a:lnTo>
                  <a:lnTo>
                    <a:pt x="99019" y="37991"/>
                  </a:lnTo>
                  <a:lnTo>
                    <a:pt x="99277" y="37844"/>
                  </a:lnTo>
                  <a:lnTo>
                    <a:pt x="99370" y="37738"/>
                  </a:lnTo>
                  <a:lnTo>
                    <a:pt x="99370" y="37578"/>
                  </a:lnTo>
                  <a:lnTo>
                    <a:pt x="99351" y="37524"/>
                  </a:lnTo>
                  <a:lnTo>
                    <a:pt x="99314" y="37458"/>
                  </a:lnTo>
                  <a:lnTo>
                    <a:pt x="99259" y="37405"/>
                  </a:lnTo>
                  <a:lnTo>
                    <a:pt x="99148" y="37311"/>
                  </a:lnTo>
                  <a:lnTo>
                    <a:pt x="98890" y="37151"/>
                  </a:lnTo>
                  <a:lnTo>
                    <a:pt x="98853" y="37138"/>
                  </a:lnTo>
                  <a:lnTo>
                    <a:pt x="98798" y="37125"/>
                  </a:lnTo>
                  <a:lnTo>
                    <a:pt x="98780" y="37058"/>
                  </a:lnTo>
                  <a:lnTo>
                    <a:pt x="98761" y="37005"/>
                  </a:lnTo>
                  <a:lnTo>
                    <a:pt x="98761" y="36938"/>
                  </a:lnTo>
                  <a:lnTo>
                    <a:pt x="99075" y="36631"/>
                  </a:lnTo>
                  <a:lnTo>
                    <a:pt x="99075" y="36591"/>
                  </a:lnTo>
                  <a:lnTo>
                    <a:pt x="99019" y="36431"/>
                  </a:lnTo>
                  <a:lnTo>
                    <a:pt x="99019" y="36311"/>
                  </a:lnTo>
                  <a:lnTo>
                    <a:pt x="98909" y="36205"/>
                  </a:lnTo>
                  <a:lnTo>
                    <a:pt x="98743" y="36085"/>
                  </a:lnTo>
                  <a:lnTo>
                    <a:pt x="98614" y="36031"/>
                  </a:lnTo>
                  <a:lnTo>
                    <a:pt x="98485" y="36031"/>
                  </a:lnTo>
                  <a:lnTo>
                    <a:pt x="98319" y="36005"/>
                  </a:lnTo>
                  <a:lnTo>
                    <a:pt x="98190" y="36018"/>
                  </a:lnTo>
                  <a:lnTo>
                    <a:pt x="98171" y="36151"/>
                  </a:lnTo>
                  <a:lnTo>
                    <a:pt x="98245" y="36165"/>
                  </a:lnTo>
                  <a:lnTo>
                    <a:pt x="98319" y="36205"/>
                  </a:lnTo>
                  <a:lnTo>
                    <a:pt x="98374" y="36298"/>
                  </a:lnTo>
                  <a:lnTo>
                    <a:pt x="98374" y="36405"/>
                  </a:lnTo>
                  <a:lnTo>
                    <a:pt x="98300" y="36471"/>
                  </a:lnTo>
                  <a:lnTo>
                    <a:pt x="98245" y="36511"/>
                  </a:lnTo>
                  <a:lnTo>
                    <a:pt x="98208" y="36485"/>
                  </a:lnTo>
                  <a:lnTo>
                    <a:pt x="98245" y="36365"/>
                  </a:lnTo>
                  <a:lnTo>
                    <a:pt x="98263" y="36338"/>
                  </a:lnTo>
                  <a:lnTo>
                    <a:pt x="98263" y="36298"/>
                  </a:lnTo>
                  <a:lnTo>
                    <a:pt x="98263" y="36258"/>
                  </a:lnTo>
                  <a:lnTo>
                    <a:pt x="98245" y="36218"/>
                  </a:lnTo>
                  <a:lnTo>
                    <a:pt x="98208" y="36218"/>
                  </a:lnTo>
                  <a:lnTo>
                    <a:pt x="98061" y="36218"/>
                  </a:lnTo>
                  <a:lnTo>
                    <a:pt x="98024" y="36245"/>
                  </a:lnTo>
                  <a:lnTo>
                    <a:pt x="98024" y="36271"/>
                  </a:lnTo>
                  <a:lnTo>
                    <a:pt x="98024" y="36391"/>
                  </a:lnTo>
                  <a:lnTo>
                    <a:pt x="98079" y="36738"/>
                  </a:lnTo>
                  <a:lnTo>
                    <a:pt x="98134" y="36831"/>
                  </a:lnTo>
                  <a:lnTo>
                    <a:pt x="98227" y="36898"/>
                  </a:lnTo>
                  <a:lnTo>
                    <a:pt x="98282" y="36925"/>
                  </a:lnTo>
                  <a:lnTo>
                    <a:pt x="98356" y="36991"/>
                  </a:lnTo>
                  <a:lnTo>
                    <a:pt x="98392" y="37165"/>
                  </a:lnTo>
                  <a:lnTo>
                    <a:pt x="98374" y="37325"/>
                  </a:lnTo>
                  <a:lnTo>
                    <a:pt x="98300" y="37471"/>
                  </a:lnTo>
                  <a:lnTo>
                    <a:pt x="98098" y="37658"/>
                  </a:lnTo>
                  <a:lnTo>
                    <a:pt x="98061" y="37818"/>
                  </a:lnTo>
                  <a:lnTo>
                    <a:pt x="98061" y="37871"/>
                  </a:lnTo>
                  <a:lnTo>
                    <a:pt x="98079" y="37951"/>
                  </a:lnTo>
                  <a:lnTo>
                    <a:pt x="98134" y="38018"/>
                  </a:lnTo>
                  <a:lnTo>
                    <a:pt x="98227" y="38124"/>
                  </a:lnTo>
                  <a:lnTo>
                    <a:pt x="98098" y="38071"/>
                  </a:lnTo>
                  <a:lnTo>
                    <a:pt x="98042" y="38018"/>
                  </a:lnTo>
                  <a:lnTo>
                    <a:pt x="98005" y="37858"/>
                  </a:lnTo>
                  <a:lnTo>
                    <a:pt x="97987" y="37738"/>
                  </a:lnTo>
                  <a:lnTo>
                    <a:pt x="98079" y="37604"/>
                  </a:lnTo>
                  <a:lnTo>
                    <a:pt x="98208" y="37298"/>
                  </a:lnTo>
                  <a:lnTo>
                    <a:pt x="98171" y="36991"/>
                  </a:lnTo>
                  <a:lnTo>
                    <a:pt x="98134" y="36951"/>
                  </a:lnTo>
                  <a:lnTo>
                    <a:pt x="98042" y="36858"/>
                  </a:lnTo>
                  <a:lnTo>
                    <a:pt x="98005" y="36791"/>
                  </a:lnTo>
                  <a:lnTo>
                    <a:pt x="97950" y="36738"/>
                  </a:lnTo>
                  <a:lnTo>
                    <a:pt x="97803" y="36738"/>
                  </a:lnTo>
                  <a:lnTo>
                    <a:pt x="97655" y="36778"/>
                  </a:lnTo>
                  <a:lnTo>
                    <a:pt x="97397" y="36925"/>
                  </a:lnTo>
                  <a:lnTo>
                    <a:pt x="97342" y="37045"/>
                  </a:lnTo>
                  <a:lnTo>
                    <a:pt x="97323" y="37045"/>
                  </a:lnTo>
                  <a:lnTo>
                    <a:pt x="97286" y="37031"/>
                  </a:lnTo>
                  <a:lnTo>
                    <a:pt x="97194" y="36991"/>
                  </a:lnTo>
                  <a:lnTo>
                    <a:pt x="97176" y="36965"/>
                  </a:lnTo>
                  <a:lnTo>
                    <a:pt x="97047" y="37058"/>
                  </a:lnTo>
                  <a:lnTo>
                    <a:pt x="96954" y="37058"/>
                  </a:lnTo>
                  <a:lnTo>
                    <a:pt x="96936" y="37071"/>
                  </a:lnTo>
                  <a:lnTo>
                    <a:pt x="96936" y="37098"/>
                  </a:lnTo>
                  <a:lnTo>
                    <a:pt x="97010" y="37258"/>
                  </a:lnTo>
                  <a:lnTo>
                    <a:pt x="97010" y="37298"/>
                  </a:lnTo>
                  <a:lnTo>
                    <a:pt x="96991" y="37325"/>
                  </a:lnTo>
                  <a:lnTo>
                    <a:pt x="96973" y="37351"/>
                  </a:lnTo>
                  <a:lnTo>
                    <a:pt x="96567" y="37524"/>
                  </a:lnTo>
                  <a:lnTo>
                    <a:pt x="96438" y="37711"/>
                  </a:lnTo>
                  <a:lnTo>
                    <a:pt x="96328" y="37791"/>
                  </a:lnTo>
                  <a:lnTo>
                    <a:pt x="96254" y="37871"/>
                  </a:lnTo>
                  <a:lnTo>
                    <a:pt x="95941" y="38044"/>
                  </a:lnTo>
                  <a:lnTo>
                    <a:pt x="95885" y="38111"/>
                  </a:lnTo>
                  <a:lnTo>
                    <a:pt x="95885" y="38204"/>
                  </a:lnTo>
                  <a:lnTo>
                    <a:pt x="95885" y="38244"/>
                  </a:lnTo>
                  <a:lnTo>
                    <a:pt x="95885" y="38324"/>
                  </a:lnTo>
                  <a:lnTo>
                    <a:pt x="95904" y="38364"/>
                  </a:lnTo>
                  <a:lnTo>
                    <a:pt x="95904" y="38391"/>
                  </a:lnTo>
                  <a:lnTo>
                    <a:pt x="96051" y="38618"/>
                  </a:lnTo>
                  <a:lnTo>
                    <a:pt x="96070" y="38644"/>
                  </a:lnTo>
                  <a:lnTo>
                    <a:pt x="96070" y="38711"/>
                  </a:lnTo>
                  <a:lnTo>
                    <a:pt x="96051" y="38738"/>
                  </a:lnTo>
                  <a:lnTo>
                    <a:pt x="96033" y="38751"/>
                  </a:lnTo>
                  <a:lnTo>
                    <a:pt x="95941" y="38764"/>
                  </a:lnTo>
                  <a:lnTo>
                    <a:pt x="95922" y="38711"/>
                  </a:lnTo>
                  <a:lnTo>
                    <a:pt x="95701" y="38444"/>
                  </a:lnTo>
                  <a:lnTo>
                    <a:pt x="95646" y="38271"/>
                  </a:lnTo>
                  <a:lnTo>
                    <a:pt x="95701" y="38124"/>
                  </a:lnTo>
                  <a:lnTo>
                    <a:pt x="96365" y="37485"/>
                  </a:lnTo>
                  <a:lnTo>
                    <a:pt x="96401" y="37418"/>
                  </a:lnTo>
                  <a:lnTo>
                    <a:pt x="96438" y="37391"/>
                  </a:lnTo>
                  <a:lnTo>
                    <a:pt x="96604" y="37391"/>
                  </a:lnTo>
                  <a:lnTo>
                    <a:pt x="96715" y="37351"/>
                  </a:lnTo>
                  <a:lnTo>
                    <a:pt x="96752" y="37311"/>
                  </a:lnTo>
                  <a:lnTo>
                    <a:pt x="96752" y="37218"/>
                  </a:lnTo>
                  <a:lnTo>
                    <a:pt x="96641" y="37005"/>
                  </a:lnTo>
                  <a:lnTo>
                    <a:pt x="96586" y="36991"/>
                  </a:lnTo>
                  <a:lnTo>
                    <a:pt x="96530" y="37018"/>
                  </a:lnTo>
                  <a:lnTo>
                    <a:pt x="96033" y="37445"/>
                  </a:lnTo>
                  <a:lnTo>
                    <a:pt x="95443" y="37698"/>
                  </a:lnTo>
                  <a:lnTo>
                    <a:pt x="95314" y="37791"/>
                  </a:lnTo>
                  <a:lnTo>
                    <a:pt x="95203" y="37978"/>
                  </a:lnTo>
                  <a:lnTo>
                    <a:pt x="95111" y="38044"/>
                  </a:lnTo>
                  <a:lnTo>
                    <a:pt x="94982" y="38044"/>
                  </a:lnTo>
                  <a:lnTo>
                    <a:pt x="95000" y="37951"/>
                  </a:lnTo>
                  <a:lnTo>
                    <a:pt x="95443" y="37551"/>
                  </a:lnTo>
                  <a:lnTo>
                    <a:pt x="95775" y="37485"/>
                  </a:lnTo>
                  <a:lnTo>
                    <a:pt x="95867" y="37418"/>
                  </a:lnTo>
                  <a:lnTo>
                    <a:pt x="95941" y="37298"/>
                  </a:lnTo>
                  <a:lnTo>
                    <a:pt x="95996" y="37151"/>
                  </a:lnTo>
                  <a:lnTo>
                    <a:pt x="95885" y="37138"/>
                  </a:lnTo>
                  <a:lnTo>
                    <a:pt x="95664" y="37231"/>
                  </a:lnTo>
                  <a:lnTo>
                    <a:pt x="94502" y="37418"/>
                  </a:lnTo>
                  <a:lnTo>
                    <a:pt x="94558" y="37338"/>
                  </a:lnTo>
                  <a:lnTo>
                    <a:pt x="96401" y="36898"/>
                  </a:lnTo>
                  <a:lnTo>
                    <a:pt x="96586" y="36898"/>
                  </a:lnTo>
                  <a:lnTo>
                    <a:pt x="96660" y="36885"/>
                  </a:lnTo>
                  <a:lnTo>
                    <a:pt x="96660" y="36818"/>
                  </a:lnTo>
                  <a:lnTo>
                    <a:pt x="96586" y="36778"/>
                  </a:lnTo>
                  <a:lnTo>
                    <a:pt x="96365" y="36805"/>
                  </a:lnTo>
                  <a:lnTo>
                    <a:pt x="96401" y="36778"/>
                  </a:lnTo>
                  <a:lnTo>
                    <a:pt x="96420" y="36698"/>
                  </a:lnTo>
                  <a:lnTo>
                    <a:pt x="96383" y="36631"/>
                  </a:lnTo>
                  <a:lnTo>
                    <a:pt x="96272" y="36525"/>
                  </a:lnTo>
                  <a:lnTo>
                    <a:pt x="96217" y="36471"/>
                  </a:lnTo>
                  <a:lnTo>
                    <a:pt x="96106" y="36391"/>
                  </a:lnTo>
                  <a:lnTo>
                    <a:pt x="95922" y="36285"/>
                  </a:lnTo>
                  <a:lnTo>
                    <a:pt x="95756" y="36271"/>
                  </a:lnTo>
                  <a:lnTo>
                    <a:pt x="95664" y="36311"/>
                  </a:lnTo>
                  <a:lnTo>
                    <a:pt x="95480" y="36471"/>
                  </a:lnTo>
                  <a:lnTo>
                    <a:pt x="95185" y="36591"/>
                  </a:lnTo>
                  <a:lnTo>
                    <a:pt x="95019" y="36605"/>
                  </a:lnTo>
                  <a:lnTo>
                    <a:pt x="94834" y="36565"/>
                  </a:lnTo>
                  <a:lnTo>
                    <a:pt x="95277" y="36471"/>
                  </a:lnTo>
                  <a:lnTo>
                    <a:pt x="95314" y="36458"/>
                  </a:lnTo>
                  <a:lnTo>
                    <a:pt x="95480" y="36205"/>
                  </a:lnTo>
                  <a:lnTo>
                    <a:pt x="95498" y="36165"/>
                  </a:lnTo>
                  <a:lnTo>
                    <a:pt x="95443" y="36111"/>
                  </a:lnTo>
                  <a:lnTo>
                    <a:pt x="95461" y="36098"/>
                  </a:lnTo>
                  <a:lnTo>
                    <a:pt x="95516" y="36085"/>
                  </a:lnTo>
                  <a:lnTo>
                    <a:pt x="95516" y="36071"/>
                  </a:lnTo>
                  <a:lnTo>
                    <a:pt x="95535" y="36018"/>
                  </a:lnTo>
                  <a:lnTo>
                    <a:pt x="95516" y="35992"/>
                  </a:lnTo>
                  <a:lnTo>
                    <a:pt x="95480" y="35978"/>
                  </a:lnTo>
                  <a:lnTo>
                    <a:pt x="95443" y="35992"/>
                  </a:lnTo>
                  <a:lnTo>
                    <a:pt x="95332" y="35978"/>
                  </a:lnTo>
                  <a:lnTo>
                    <a:pt x="95295" y="35898"/>
                  </a:lnTo>
                  <a:lnTo>
                    <a:pt x="95240" y="35805"/>
                  </a:lnTo>
                  <a:lnTo>
                    <a:pt x="95203" y="35725"/>
                  </a:lnTo>
                  <a:lnTo>
                    <a:pt x="95148" y="35685"/>
                  </a:lnTo>
                  <a:lnTo>
                    <a:pt x="95056" y="35698"/>
                  </a:lnTo>
                  <a:lnTo>
                    <a:pt x="94834" y="35832"/>
                  </a:lnTo>
                  <a:lnTo>
                    <a:pt x="94761" y="35845"/>
                  </a:lnTo>
                  <a:lnTo>
                    <a:pt x="94668" y="35832"/>
                  </a:lnTo>
                  <a:lnTo>
                    <a:pt x="94742" y="35805"/>
                  </a:lnTo>
                  <a:lnTo>
                    <a:pt x="94761" y="35738"/>
                  </a:lnTo>
                  <a:lnTo>
                    <a:pt x="94742" y="35645"/>
                  </a:lnTo>
                  <a:lnTo>
                    <a:pt x="94613" y="35552"/>
                  </a:lnTo>
                  <a:lnTo>
                    <a:pt x="94539" y="35498"/>
                  </a:lnTo>
                  <a:lnTo>
                    <a:pt x="94392" y="35445"/>
                  </a:lnTo>
                  <a:lnTo>
                    <a:pt x="94281" y="35405"/>
                  </a:lnTo>
                  <a:lnTo>
                    <a:pt x="94208" y="35405"/>
                  </a:lnTo>
                  <a:lnTo>
                    <a:pt x="94189" y="35445"/>
                  </a:lnTo>
                  <a:lnTo>
                    <a:pt x="94208" y="35552"/>
                  </a:lnTo>
                  <a:lnTo>
                    <a:pt x="94208" y="35605"/>
                  </a:lnTo>
                  <a:lnTo>
                    <a:pt x="94152" y="35632"/>
                  </a:lnTo>
                  <a:lnTo>
                    <a:pt x="94060" y="35685"/>
                  </a:lnTo>
                  <a:lnTo>
                    <a:pt x="93765" y="35952"/>
                  </a:lnTo>
                  <a:lnTo>
                    <a:pt x="93728" y="35978"/>
                  </a:lnTo>
                  <a:lnTo>
                    <a:pt x="93747" y="35845"/>
                  </a:lnTo>
                  <a:lnTo>
                    <a:pt x="93820" y="35738"/>
                  </a:lnTo>
                  <a:lnTo>
                    <a:pt x="93894" y="35645"/>
                  </a:lnTo>
                  <a:lnTo>
                    <a:pt x="94097" y="35565"/>
                  </a:lnTo>
                  <a:lnTo>
                    <a:pt x="94097" y="35552"/>
                  </a:lnTo>
                  <a:lnTo>
                    <a:pt x="94078" y="35538"/>
                  </a:lnTo>
                  <a:lnTo>
                    <a:pt x="94060" y="35512"/>
                  </a:lnTo>
                  <a:lnTo>
                    <a:pt x="94060" y="35498"/>
                  </a:lnTo>
                  <a:lnTo>
                    <a:pt x="94023" y="35378"/>
                  </a:lnTo>
                  <a:lnTo>
                    <a:pt x="94005" y="35352"/>
                  </a:lnTo>
                  <a:lnTo>
                    <a:pt x="93931" y="35312"/>
                  </a:lnTo>
                  <a:lnTo>
                    <a:pt x="93876" y="35325"/>
                  </a:lnTo>
                  <a:lnTo>
                    <a:pt x="93783" y="35418"/>
                  </a:lnTo>
                  <a:lnTo>
                    <a:pt x="93691" y="35312"/>
                  </a:lnTo>
                  <a:lnTo>
                    <a:pt x="93525" y="35258"/>
                  </a:lnTo>
                  <a:lnTo>
                    <a:pt x="93212" y="35245"/>
                  </a:lnTo>
                  <a:lnTo>
                    <a:pt x="93175" y="35258"/>
                  </a:lnTo>
                  <a:lnTo>
                    <a:pt x="93120" y="35298"/>
                  </a:lnTo>
                  <a:lnTo>
                    <a:pt x="93101" y="35325"/>
                  </a:lnTo>
                  <a:lnTo>
                    <a:pt x="93101" y="35365"/>
                  </a:lnTo>
                  <a:lnTo>
                    <a:pt x="93101" y="35378"/>
                  </a:lnTo>
                  <a:lnTo>
                    <a:pt x="93028" y="35405"/>
                  </a:lnTo>
                  <a:lnTo>
                    <a:pt x="92972" y="35378"/>
                  </a:lnTo>
                  <a:lnTo>
                    <a:pt x="92935" y="35378"/>
                  </a:lnTo>
                  <a:lnTo>
                    <a:pt x="92917" y="35418"/>
                  </a:lnTo>
                  <a:lnTo>
                    <a:pt x="93009" y="35498"/>
                  </a:lnTo>
                  <a:lnTo>
                    <a:pt x="93064" y="35592"/>
                  </a:lnTo>
                  <a:lnTo>
                    <a:pt x="93138" y="35685"/>
                  </a:lnTo>
                  <a:lnTo>
                    <a:pt x="93194" y="35778"/>
                  </a:lnTo>
                  <a:lnTo>
                    <a:pt x="93286" y="35898"/>
                  </a:lnTo>
                  <a:lnTo>
                    <a:pt x="93286" y="35978"/>
                  </a:lnTo>
                  <a:lnTo>
                    <a:pt x="93212" y="36018"/>
                  </a:lnTo>
                  <a:lnTo>
                    <a:pt x="93157" y="36045"/>
                  </a:lnTo>
                  <a:lnTo>
                    <a:pt x="93138" y="36018"/>
                  </a:lnTo>
                  <a:lnTo>
                    <a:pt x="93175" y="35992"/>
                  </a:lnTo>
                  <a:lnTo>
                    <a:pt x="93157" y="35938"/>
                  </a:lnTo>
                  <a:lnTo>
                    <a:pt x="93120" y="35858"/>
                  </a:lnTo>
                  <a:lnTo>
                    <a:pt x="93064" y="35765"/>
                  </a:lnTo>
                  <a:lnTo>
                    <a:pt x="93046" y="35738"/>
                  </a:lnTo>
                  <a:lnTo>
                    <a:pt x="92954" y="35645"/>
                  </a:lnTo>
                  <a:lnTo>
                    <a:pt x="92935" y="35632"/>
                  </a:lnTo>
                  <a:lnTo>
                    <a:pt x="92880" y="35645"/>
                  </a:lnTo>
                  <a:lnTo>
                    <a:pt x="92770" y="35632"/>
                  </a:lnTo>
                  <a:lnTo>
                    <a:pt x="92696" y="35645"/>
                  </a:lnTo>
                  <a:lnTo>
                    <a:pt x="92677" y="35685"/>
                  </a:lnTo>
                  <a:lnTo>
                    <a:pt x="92659" y="35712"/>
                  </a:lnTo>
                  <a:lnTo>
                    <a:pt x="92659" y="35738"/>
                  </a:lnTo>
                  <a:lnTo>
                    <a:pt x="92659" y="35778"/>
                  </a:lnTo>
                  <a:lnTo>
                    <a:pt x="92567" y="35858"/>
                  </a:lnTo>
                  <a:lnTo>
                    <a:pt x="92567" y="35898"/>
                  </a:lnTo>
                  <a:lnTo>
                    <a:pt x="92585" y="35912"/>
                  </a:lnTo>
                  <a:lnTo>
                    <a:pt x="92604" y="35938"/>
                  </a:lnTo>
                  <a:lnTo>
                    <a:pt x="92622" y="35952"/>
                  </a:lnTo>
                  <a:lnTo>
                    <a:pt x="92640" y="35978"/>
                  </a:lnTo>
                  <a:lnTo>
                    <a:pt x="92640" y="36005"/>
                  </a:lnTo>
                  <a:lnTo>
                    <a:pt x="92640" y="36018"/>
                  </a:lnTo>
                  <a:lnTo>
                    <a:pt x="92622" y="36045"/>
                  </a:lnTo>
                  <a:lnTo>
                    <a:pt x="92622" y="36071"/>
                  </a:lnTo>
                  <a:lnTo>
                    <a:pt x="92585" y="36085"/>
                  </a:lnTo>
                  <a:lnTo>
                    <a:pt x="92511" y="36111"/>
                  </a:lnTo>
                  <a:lnTo>
                    <a:pt x="92493" y="36151"/>
                  </a:lnTo>
                  <a:lnTo>
                    <a:pt x="92493" y="36231"/>
                  </a:lnTo>
                  <a:lnTo>
                    <a:pt x="92511" y="36298"/>
                  </a:lnTo>
                  <a:lnTo>
                    <a:pt x="92585" y="36378"/>
                  </a:lnTo>
                  <a:lnTo>
                    <a:pt x="92604" y="36458"/>
                  </a:lnTo>
                  <a:lnTo>
                    <a:pt x="92659" y="36511"/>
                  </a:lnTo>
                  <a:lnTo>
                    <a:pt x="92640" y="36538"/>
                  </a:lnTo>
                  <a:lnTo>
                    <a:pt x="92585" y="36538"/>
                  </a:lnTo>
                  <a:lnTo>
                    <a:pt x="92511" y="36498"/>
                  </a:lnTo>
                  <a:lnTo>
                    <a:pt x="92438" y="36378"/>
                  </a:lnTo>
                  <a:lnTo>
                    <a:pt x="92401" y="36311"/>
                  </a:lnTo>
                  <a:lnTo>
                    <a:pt x="92364" y="36271"/>
                  </a:lnTo>
                  <a:lnTo>
                    <a:pt x="92327" y="36138"/>
                  </a:lnTo>
                  <a:lnTo>
                    <a:pt x="92401" y="36045"/>
                  </a:lnTo>
                  <a:lnTo>
                    <a:pt x="92456" y="35992"/>
                  </a:lnTo>
                  <a:lnTo>
                    <a:pt x="92511" y="35912"/>
                  </a:lnTo>
                  <a:lnTo>
                    <a:pt x="92456" y="35858"/>
                  </a:lnTo>
                  <a:lnTo>
                    <a:pt x="92456" y="35832"/>
                  </a:lnTo>
                  <a:lnTo>
                    <a:pt x="92475" y="35818"/>
                  </a:lnTo>
                  <a:lnTo>
                    <a:pt x="92456" y="35765"/>
                  </a:lnTo>
                  <a:lnTo>
                    <a:pt x="92419" y="35712"/>
                  </a:lnTo>
                  <a:lnTo>
                    <a:pt x="92364" y="35672"/>
                  </a:lnTo>
                  <a:lnTo>
                    <a:pt x="92309" y="35632"/>
                  </a:lnTo>
                  <a:lnTo>
                    <a:pt x="92272" y="35632"/>
                  </a:lnTo>
                  <a:lnTo>
                    <a:pt x="92235" y="35645"/>
                  </a:lnTo>
                  <a:lnTo>
                    <a:pt x="92216" y="35685"/>
                  </a:lnTo>
                  <a:lnTo>
                    <a:pt x="92198" y="35832"/>
                  </a:lnTo>
                  <a:lnTo>
                    <a:pt x="92161" y="35858"/>
                  </a:lnTo>
                  <a:lnTo>
                    <a:pt x="92143" y="35872"/>
                  </a:lnTo>
                  <a:lnTo>
                    <a:pt x="92124" y="35805"/>
                  </a:lnTo>
                  <a:lnTo>
                    <a:pt x="92069" y="35632"/>
                  </a:lnTo>
                  <a:lnTo>
                    <a:pt x="92051" y="35632"/>
                  </a:lnTo>
                  <a:lnTo>
                    <a:pt x="92014" y="35578"/>
                  </a:lnTo>
                  <a:lnTo>
                    <a:pt x="91977" y="35552"/>
                  </a:lnTo>
                  <a:lnTo>
                    <a:pt x="92032" y="35552"/>
                  </a:lnTo>
                  <a:lnTo>
                    <a:pt x="92106" y="35605"/>
                  </a:lnTo>
                  <a:lnTo>
                    <a:pt x="92124" y="35605"/>
                  </a:lnTo>
                  <a:lnTo>
                    <a:pt x="92198" y="35552"/>
                  </a:lnTo>
                  <a:lnTo>
                    <a:pt x="92216" y="35445"/>
                  </a:lnTo>
                  <a:lnTo>
                    <a:pt x="92198" y="35205"/>
                  </a:lnTo>
                  <a:lnTo>
                    <a:pt x="92087" y="35178"/>
                  </a:lnTo>
                  <a:lnTo>
                    <a:pt x="91940" y="35232"/>
                  </a:lnTo>
                  <a:lnTo>
                    <a:pt x="91848" y="35218"/>
                  </a:lnTo>
                  <a:lnTo>
                    <a:pt x="91903" y="35112"/>
                  </a:lnTo>
                  <a:lnTo>
                    <a:pt x="92216" y="35045"/>
                  </a:lnTo>
                  <a:lnTo>
                    <a:pt x="92401" y="34832"/>
                  </a:lnTo>
                  <a:lnTo>
                    <a:pt x="92419" y="34712"/>
                  </a:lnTo>
                  <a:lnTo>
                    <a:pt x="92290" y="34672"/>
                  </a:lnTo>
                  <a:lnTo>
                    <a:pt x="92216" y="34672"/>
                  </a:lnTo>
                  <a:lnTo>
                    <a:pt x="92032" y="34685"/>
                  </a:lnTo>
                  <a:lnTo>
                    <a:pt x="91645" y="34645"/>
                  </a:lnTo>
                  <a:lnTo>
                    <a:pt x="91497" y="34672"/>
                  </a:lnTo>
                  <a:lnTo>
                    <a:pt x="91461" y="34712"/>
                  </a:lnTo>
                  <a:lnTo>
                    <a:pt x="91424" y="34778"/>
                  </a:lnTo>
                  <a:lnTo>
                    <a:pt x="91424" y="34805"/>
                  </a:lnTo>
                  <a:lnTo>
                    <a:pt x="91424" y="34832"/>
                  </a:lnTo>
                  <a:lnTo>
                    <a:pt x="91461" y="34858"/>
                  </a:lnTo>
                  <a:lnTo>
                    <a:pt x="91424" y="34885"/>
                  </a:lnTo>
                  <a:lnTo>
                    <a:pt x="91387" y="34898"/>
                  </a:lnTo>
                  <a:lnTo>
                    <a:pt x="91332" y="34898"/>
                  </a:lnTo>
                  <a:lnTo>
                    <a:pt x="91258" y="34912"/>
                  </a:lnTo>
                  <a:lnTo>
                    <a:pt x="91295" y="34978"/>
                  </a:lnTo>
                  <a:lnTo>
                    <a:pt x="91479" y="35058"/>
                  </a:lnTo>
                  <a:lnTo>
                    <a:pt x="91479" y="35178"/>
                  </a:lnTo>
                  <a:lnTo>
                    <a:pt x="91332" y="35378"/>
                  </a:lnTo>
                  <a:lnTo>
                    <a:pt x="91166" y="35485"/>
                  </a:lnTo>
                  <a:lnTo>
                    <a:pt x="91166" y="35512"/>
                  </a:lnTo>
                  <a:lnTo>
                    <a:pt x="91147" y="35605"/>
                  </a:lnTo>
                  <a:lnTo>
                    <a:pt x="91166" y="35645"/>
                  </a:lnTo>
                  <a:lnTo>
                    <a:pt x="91258" y="35952"/>
                  </a:lnTo>
                  <a:lnTo>
                    <a:pt x="91313" y="36031"/>
                  </a:lnTo>
                  <a:lnTo>
                    <a:pt x="91313" y="36085"/>
                  </a:lnTo>
                  <a:lnTo>
                    <a:pt x="91313" y="36111"/>
                  </a:lnTo>
                  <a:lnTo>
                    <a:pt x="91258" y="36165"/>
                  </a:lnTo>
                  <a:lnTo>
                    <a:pt x="91295" y="36218"/>
                  </a:lnTo>
                  <a:lnTo>
                    <a:pt x="91332" y="36271"/>
                  </a:lnTo>
                  <a:lnTo>
                    <a:pt x="91461" y="36298"/>
                  </a:lnTo>
                  <a:lnTo>
                    <a:pt x="91921" y="36391"/>
                  </a:lnTo>
                  <a:lnTo>
                    <a:pt x="91977" y="36431"/>
                  </a:lnTo>
                  <a:lnTo>
                    <a:pt x="92051" y="36498"/>
                  </a:lnTo>
                  <a:lnTo>
                    <a:pt x="92419" y="36791"/>
                  </a:lnTo>
                  <a:lnTo>
                    <a:pt x="92438" y="36831"/>
                  </a:lnTo>
                  <a:lnTo>
                    <a:pt x="92382" y="36885"/>
                  </a:lnTo>
                  <a:lnTo>
                    <a:pt x="92309" y="36858"/>
                  </a:lnTo>
                  <a:lnTo>
                    <a:pt x="92014" y="36605"/>
                  </a:lnTo>
                  <a:lnTo>
                    <a:pt x="91903" y="36538"/>
                  </a:lnTo>
                  <a:lnTo>
                    <a:pt x="91792" y="36485"/>
                  </a:lnTo>
                  <a:lnTo>
                    <a:pt x="91719" y="36431"/>
                  </a:lnTo>
                  <a:lnTo>
                    <a:pt x="91571" y="36458"/>
                  </a:lnTo>
                  <a:lnTo>
                    <a:pt x="91350" y="36405"/>
                  </a:lnTo>
                  <a:lnTo>
                    <a:pt x="91239" y="36365"/>
                  </a:lnTo>
                  <a:lnTo>
                    <a:pt x="91202" y="36338"/>
                  </a:lnTo>
                  <a:lnTo>
                    <a:pt x="91147" y="36285"/>
                  </a:lnTo>
                  <a:lnTo>
                    <a:pt x="91129" y="36245"/>
                  </a:lnTo>
                  <a:lnTo>
                    <a:pt x="91147" y="36205"/>
                  </a:lnTo>
                  <a:lnTo>
                    <a:pt x="91147" y="36111"/>
                  </a:lnTo>
                  <a:lnTo>
                    <a:pt x="91166" y="36085"/>
                  </a:lnTo>
                  <a:lnTo>
                    <a:pt x="91184" y="36071"/>
                  </a:lnTo>
                  <a:lnTo>
                    <a:pt x="91166" y="36005"/>
                  </a:lnTo>
                  <a:lnTo>
                    <a:pt x="91129" y="35912"/>
                  </a:lnTo>
                  <a:lnTo>
                    <a:pt x="91000" y="35592"/>
                  </a:lnTo>
                  <a:lnTo>
                    <a:pt x="90944" y="35485"/>
                  </a:lnTo>
                  <a:lnTo>
                    <a:pt x="90797" y="35298"/>
                  </a:lnTo>
                  <a:lnTo>
                    <a:pt x="90778" y="35285"/>
                  </a:lnTo>
                  <a:lnTo>
                    <a:pt x="90705" y="35285"/>
                  </a:lnTo>
                  <a:lnTo>
                    <a:pt x="90686" y="35298"/>
                  </a:lnTo>
                  <a:lnTo>
                    <a:pt x="90668" y="35338"/>
                  </a:lnTo>
                  <a:lnTo>
                    <a:pt x="90649" y="35338"/>
                  </a:lnTo>
                  <a:lnTo>
                    <a:pt x="90649" y="35338"/>
                  </a:lnTo>
                  <a:lnTo>
                    <a:pt x="90631" y="35352"/>
                  </a:lnTo>
                  <a:lnTo>
                    <a:pt x="90649" y="35338"/>
                  </a:lnTo>
                  <a:lnTo>
                    <a:pt x="90318" y="35445"/>
                  </a:lnTo>
                  <a:lnTo>
                    <a:pt x="90262" y="35512"/>
                  </a:lnTo>
                  <a:lnTo>
                    <a:pt x="90225" y="35632"/>
                  </a:lnTo>
                  <a:lnTo>
                    <a:pt x="90207" y="35672"/>
                  </a:lnTo>
                  <a:lnTo>
                    <a:pt x="90152" y="35672"/>
                  </a:lnTo>
                  <a:lnTo>
                    <a:pt x="90115" y="35672"/>
                  </a:lnTo>
                  <a:lnTo>
                    <a:pt x="90078" y="35685"/>
                  </a:lnTo>
                  <a:lnTo>
                    <a:pt x="90059" y="35725"/>
                  </a:lnTo>
                  <a:lnTo>
                    <a:pt x="90115" y="35752"/>
                  </a:lnTo>
                  <a:lnTo>
                    <a:pt x="90225" y="35805"/>
                  </a:lnTo>
                  <a:lnTo>
                    <a:pt x="90281" y="35818"/>
                  </a:lnTo>
                  <a:lnTo>
                    <a:pt x="90318" y="35858"/>
                  </a:lnTo>
                  <a:lnTo>
                    <a:pt x="90391" y="35912"/>
                  </a:lnTo>
                  <a:lnTo>
                    <a:pt x="90428" y="35965"/>
                  </a:lnTo>
                  <a:lnTo>
                    <a:pt x="90410" y="36018"/>
                  </a:lnTo>
                  <a:lnTo>
                    <a:pt x="90428" y="36045"/>
                  </a:lnTo>
                  <a:lnTo>
                    <a:pt x="90447" y="36085"/>
                  </a:lnTo>
                  <a:lnTo>
                    <a:pt x="90465" y="36111"/>
                  </a:lnTo>
                  <a:lnTo>
                    <a:pt x="90447" y="36138"/>
                  </a:lnTo>
                  <a:lnTo>
                    <a:pt x="90318" y="36271"/>
                  </a:lnTo>
                  <a:lnTo>
                    <a:pt x="90281" y="36405"/>
                  </a:lnTo>
                  <a:lnTo>
                    <a:pt x="90281" y="36471"/>
                  </a:lnTo>
                  <a:lnTo>
                    <a:pt x="90373" y="36525"/>
                  </a:lnTo>
                  <a:lnTo>
                    <a:pt x="90428" y="36565"/>
                  </a:lnTo>
                  <a:lnTo>
                    <a:pt x="90465" y="36605"/>
                  </a:lnTo>
                  <a:lnTo>
                    <a:pt x="90612" y="36831"/>
                  </a:lnTo>
                  <a:lnTo>
                    <a:pt x="90686" y="36938"/>
                  </a:lnTo>
                  <a:lnTo>
                    <a:pt x="90705" y="37045"/>
                  </a:lnTo>
                  <a:lnTo>
                    <a:pt x="90705" y="37125"/>
                  </a:lnTo>
                  <a:lnTo>
                    <a:pt x="90815" y="37191"/>
                  </a:lnTo>
                  <a:lnTo>
                    <a:pt x="90834" y="37258"/>
                  </a:lnTo>
                  <a:lnTo>
                    <a:pt x="90797" y="37271"/>
                  </a:lnTo>
                  <a:lnTo>
                    <a:pt x="90705" y="37205"/>
                  </a:lnTo>
                  <a:lnTo>
                    <a:pt x="90668" y="37125"/>
                  </a:lnTo>
                  <a:lnTo>
                    <a:pt x="90594" y="37045"/>
                  </a:lnTo>
                  <a:lnTo>
                    <a:pt x="90502" y="36965"/>
                  </a:lnTo>
                  <a:lnTo>
                    <a:pt x="90428" y="36898"/>
                  </a:lnTo>
                  <a:lnTo>
                    <a:pt x="90410" y="36831"/>
                  </a:lnTo>
                  <a:lnTo>
                    <a:pt x="90391" y="36725"/>
                  </a:lnTo>
                  <a:lnTo>
                    <a:pt x="90336" y="36671"/>
                  </a:lnTo>
                  <a:lnTo>
                    <a:pt x="90299" y="36618"/>
                  </a:lnTo>
                  <a:lnTo>
                    <a:pt x="90225" y="36538"/>
                  </a:lnTo>
                  <a:lnTo>
                    <a:pt x="90170" y="36498"/>
                  </a:lnTo>
                  <a:lnTo>
                    <a:pt x="90152" y="36405"/>
                  </a:lnTo>
                  <a:lnTo>
                    <a:pt x="90133" y="36311"/>
                  </a:lnTo>
                  <a:lnTo>
                    <a:pt x="90115" y="36218"/>
                  </a:lnTo>
                  <a:lnTo>
                    <a:pt x="90041" y="36111"/>
                  </a:lnTo>
                  <a:lnTo>
                    <a:pt x="89930" y="36045"/>
                  </a:lnTo>
                  <a:lnTo>
                    <a:pt x="89728" y="35978"/>
                  </a:lnTo>
                  <a:lnTo>
                    <a:pt x="89672" y="35938"/>
                  </a:lnTo>
                  <a:lnTo>
                    <a:pt x="89654" y="35938"/>
                  </a:lnTo>
                  <a:lnTo>
                    <a:pt x="89654" y="35938"/>
                  </a:lnTo>
                  <a:lnTo>
                    <a:pt x="89617" y="35912"/>
                  </a:lnTo>
                  <a:lnTo>
                    <a:pt x="89654" y="35605"/>
                  </a:lnTo>
                  <a:lnTo>
                    <a:pt x="89672" y="35578"/>
                  </a:lnTo>
                  <a:lnTo>
                    <a:pt x="89654" y="35512"/>
                  </a:lnTo>
                  <a:lnTo>
                    <a:pt x="89599" y="35418"/>
                  </a:lnTo>
                  <a:lnTo>
                    <a:pt x="89617" y="35312"/>
                  </a:lnTo>
                  <a:lnTo>
                    <a:pt x="89599" y="35258"/>
                  </a:lnTo>
                  <a:lnTo>
                    <a:pt x="89543" y="35232"/>
                  </a:lnTo>
                  <a:lnTo>
                    <a:pt x="89543" y="35258"/>
                  </a:lnTo>
                  <a:lnTo>
                    <a:pt x="89525" y="35285"/>
                  </a:lnTo>
                  <a:lnTo>
                    <a:pt x="89506" y="35285"/>
                  </a:lnTo>
                  <a:lnTo>
                    <a:pt x="89488" y="35298"/>
                  </a:lnTo>
                  <a:lnTo>
                    <a:pt x="89488" y="35205"/>
                  </a:lnTo>
                  <a:lnTo>
                    <a:pt x="89469" y="35165"/>
                  </a:lnTo>
                  <a:lnTo>
                    <a:pt x="89414" y="35112"/>
                  </a:lnTo>
                  <a:lnTo>
                    <a:pt x="89304" y="35045"/>
                  </a:lnTo>
                  <a:lnTo>
                    <a:pt x="89230" y="34992"/>
                  </a:lnTo>
                  <a:lnTo>
                    <a:pt x="89156" y="34978"/>
                  </a:lnTo>
                  <a:lnTo>
                    <a:pt x="89082" y="34992"/>
                  </a:lnTo>
                  <a:lnTo>
                    <a:pt x="89138" y="35085"/>
                  </a:lnTo>
                  <a:lnTo>
                    <a:pt x="89174" y="35125"/>
                  </a:lnTo>
                  <a:lnTo>
                    <a:pt x="89211" y="35165"/>
                  </a:lnTo>
                  <a:lnTo>
                    <a:pt x="89248" y="35178"/>
                  </a:lnTo>
                  <a:lnTo>
                    <a:pt x="89304" y="35205"/>
                  </a:lnTo>
                  <a:lnTo>
                    <a:pt x="89322" y="35245"/>
                  </a:lnTo>
                  <a:lnTo>
                    <a:pt x="89377" y="35338"/>
                  </a:lnTo>
                  <a:lnTo>
                    <a:pt x="89488" y="35458"/>
                  </a:lnTo>
                  <a:lnTo>
                    <a:pt x="89506" y="35512"/>
                  </a:lnTo>
                  <a:lnTo>
                    <a:pt x="89525" y="35565"/>
                  </a:lnTo>
                  <a:lnTo>
                    <a:pt x="89414" y="35632"/>
                  </a:lnTo>
                  <a:lnTo>
                    <a:pt x="89377" y="35738"/>
                  </a:lnTo>
                  <a:lnTo>
                    <a:pt x="89340" y="35858"/>
                  </a:lnTo>
                  <a:lnTo>
                    <a:pt x="89322" y="35898"/>
                  </a:lnTo>
                  <a:lnTo>
                    <a:pt x="89211" y="35978"/>
                  </a:lnTo>
                  <a:lnTo>
                    <a:pt x="89193" y="35992"/>
                  </a:lnTo>
                  <a:lnTo>
                    <a:pt x="89193" y="36071"/>
                  </a:lnTo>
                  <a:lnTo>
                    <a:pt x="89174" y="36085"/>
                  </a:lnTo>
                  <a:lnTo>
                    <a:pt x="89082" y="36098"/>
                  </a:lnTo>
                  <a:lnTo>
                    <a:pt x="89082" y="36125"/>
                  </a:lnTo>
                  <a:lnTo>
                    <a:pt x="89082" y="36205"/>
                  </a:lnTo>
                  <a:lnTo>
                    <a:pt x="89156" y="36351"/>
                  </a:lnTo>
                  <a:lnTo>
                    <a:pt x="89138" y="36405"/>
                  </a:lnTo>
                  <a:lnTo>
                    <a:pt x="89193" y="36471"/>
                  </a:lnTo>
                  <a:lnTo>
                    <a:pt x="89230" y="36511"/>
                  </a:lnTo>
                  <a:lnTo>
                    <a:pt x="89230" y="36551"/>
                  </a:lnTo>
                  <a:lnTo>
                    <a:pt x="89267" y="36618"/>
                  </a:lnTo>
                  <a:lnTo>
                    <a:pt x="89267" y="36645"/>
                  </a:lnTo>
                  <a:lnTo>
                    <a:pt x="89267" y="36671"/>
                  </a:lnTo>
                  <a:lnTo>
                    <a:pt x="89304" y="36685"/>
                  </a:lnTo>
                  <a:lnTo>
                    <a:pt x="89322" y="36725"/>
                  </a:lnTo>
                  <a:lnTo>
                    <a:pt x="89359" y="36751"/>
                  </a:lnTo>
                  <a:lnTo>
                    <a:pt x="89377" y="36765"/>
                  </a:lnTo>
                  <a:lnTo>
                    <a:pt x="89396" y="36778"/>
                  </a:lnTo>
                  <a:lnTo>
                    <a:pt x="89433" y="36818"/>
                  </a:lnTo>
                  <a:lnTo>
                    <a:pt x="89506" y="36938"/>
                  </a:lnTo>
                  <a:lnTo>
                    <a:pt x="89469" y="36965"/>
                  </a:lnTo>
                  <a:lnTo>
                    <a:pt x="89377" y="36911"/>
                  </a:lnTo>
                  <a:lnTo>
                    <a:pt x="89322" y="36818"/>
                  </a:lnTo>
                  <a:lnTo>
                    <a:pt x="89193" y="36765"/>
                  </a:lnTo>
                  <a:lnTo>
                    <a:pt x="89009" y="36871"/>
                  </a:lnTo>
                  <a:lnTo>
                    <a:pt x="88880" y="36858"/>
                  </a:lnTo>
                  <a:lnTo>
                    <a:pt x="88806" y="36818"/>
                  </a:lnTo>
                  <a:lnTo>
                    <a:pt x="88677" y="36858"/>
                  </a:lnTo>
                  <a:lnTo>
                    <a:pt x="88511" y="36831"/>
                  </a:lnTo>
                  <a:lnTo>
                    <a:pt x="88419" y="36871"/>
                  </a:lnTo>
                  <a:lnTo>
                    <a:pt x="88326" y="36858"/>
                  </a:lnTo>
                  <a:lnTo>
                    <a:pt x="88400" y="36765"/>
                  </a:lnTo>
                  <a:lnTo>
                    <a:pt x="88529" y="36738"/>
                  </a:lnTo>
                  <a:lnTo>
                    <a:pt x="88935" y="36725"/>
                  </a:lnTo>
                  <a:lnTo>
                    <a:pt x="89064" y="36645"/>
                  </a:lnTo>
                  <a:lnTo>
                    <a:pt x="89082" y="36618"/>
                  </a:lnTo>
                  <a:lnTo>
                    <a:pt x="89082" y="36565"/>
                  </a:lnTo>
                  <a:lnTo>
                    <a:pt x="89064" y="36525"/>
                  </a:lnTo>
                  <a:lnTo>
                    <a:pt x="89009" y="36485"/>
                  </a:lnTo>
                  <a:lnTo>
                    <a:pt x="88990" y="36378"/>
                  </a:lnTo>
                  <a:lnTo>
                    <a:pt x="88972" y="36338"/>
                  </a:lnTo>
                  <a:lnTo>
                    <a:pt x="88990" y="36298"/>
                  </a:lnTo>
                  <a:lnTo>
                    <a:pt x="88990" y="36271"/>
                  </a:lnTo>
                  <a:lnTo>
                    <a:pt x="88935" y="36098"/>
                  </a:lnTo>
                  <a:lnTo>
                    <a:pt x="88953" y="35992"/>
                  </a:lnTo>
                  <a:lnTo>
                    <a:pt x="89064" y="35885"/>
                  </a:lnTo>
                  <a:lnTo>
                    <a:pt x="89119" y="35818"/>
                  </a:lnTo>
                  <a:lnTo>
                    <a:pt x="89064" y="35778"/>
                  </a:lnTo>
                  <a:lnTo>
                    <a:pt x="88972" y="35765"/>
                  </a:lnTo>
                  <a:lnTo>
                    <a:pt x="88935" y="35738"/>
                  </a:lnTo>
                  <a:lnTo>
                    <a:pt x="88843" y="35685"/>
                  </a:lnTo>
                  <a:lnTo>
                    <a:pt x="88806" y="35645"/>
                  </a:lnTo>
                  <a:lnTo>
                    <a:pt x="88787" y="35605"/>
                  </a:lnTo>
                  <a:lnTo>
                    <a:pt x="88750" y="35578"/>
                  </a:lnTo>
                  <a:lnTo>
                    <a:pt x="88714" y="35578"/>
                  </a:lnTo>
                  <a:lnTo>
                    <a:pt x="88621" y="35578"/>
                  </a:lnTo>
                  <a:lnTo>
                    <a:pt x="88585" y="35592"/>
                  </a:lnTo>
                  <a:lnTo>
                    <a:pt x="88455" y="35752"/>
                  </a:lnTo>
                  <a:lnTo>
                    <a:pt x="88253" y="35805"/>
                  </a:lnTo>
                  <a:lnTo>
                    <a:pt x="88216" y="35752"/>
                  </a:lnTo>
                  <a:lnTo>
                    <a:pt x="88419" y="35685"/>
                  </a:lnTo>
                  <a:lnTo>
                    <a:pt x="88492" y="35605"/>
                  </a:lnTo>
                  <a:lnTo>
                    <a:pt x="88437" y="35445"/>
                  </a:lnTo>
                  <a:lnTo>
                    <a:pt x="88326" y="35445"/>
                  </a:lnTo>
                  <a:lnTo>
                    <a:pt x="87847" y="35538"/>
                  </a:lnTo>
                  <a:lnTo>
                    <a:pt x="87773" y="35578"/>
                  </a:lnTo>
                  <a:lnTo>
                    <a:pt x="87755" y="35672"/>
                  </a:lnTo>
                  <a:lnTo>
                    <a:pt x="87792" y="35778"/>
                  </a:lnTo>
                  <a:lnTo>
                    <a:pt x="88031" y="36111"/>
                  </a:lnTo>
                  <a:lnTo>
                    <a:pt x="88068" y="36245"/>
                  </a:lnTo>
                  <a:lnTo>
                    <a:pt x="88050" y="36338"/>
                  </a:lnTo>
                  <a:lnTo>
                    <a:pt x="87958" y="36378"/>
                  </a:lnTo>
                  <a:lnTo>
                    <a:pt x="87958" y="36311"/>
                  </a:lnTo>
                  <a:lnTo>
                    <a:pt x="87958" y="36245"/>
                  </a:lnTo>
                  <a:lnTo>
                    <a:pt x="87939" y="36151"/>
                  </a:lnTo>
                  <a:lnTo>
                    <a:pt x="87902" y="36071"/>
                  </a:lnTo>
                  <a:lnTo>
                    <a:pt x="87755" y="35898"/>
                  </a:lnTo>
                  <a:lnTo>
                    <a:pt x="87736" y="35885"/>
                  </a:lnTo>
                  <a:lnTo>
                    <a:pt x="87736" y="35872"/>
                  </a:lnTo>
                  <a:lnTo>
                    <a:pt x="87718" y="35872"/>
                  </a:lnTo>
                  <a:lnTo>
                    <a:pt x="87700" y="35858"/>
                  </a:lnTo>
                  <a:lnTo>
                    <a:pt x="87700" y="35845"/>
                  </a:lnTo>
                  <a:lnTo>
                    <a:pt x="87700" y="35818"/>
                  </a:lnTo>
                  <a:lnTo>
                    <a:pt x="87700" y="35805"/>
                  </a:lnTo>
                  <a:lnTo>
                    <a:pt x="87700" y="35805"/>
                  </a:lnTo>
                  <a:lnTo>
                    <a:pt x="87607" y="35725"/>
                  </a:lnTo>
                  <a:lnTo>
                    <a:pt x="87534" y="35685"/>
                  </a:lnTo>
                  <a:lnTo>
                    <a:pt x="87497" y="35698"/>
                  </a:lnTo>
                  <a:lnTo>
                    <a:pt x="87442" y="35738"/>
                  </a:lnTo>
                  <a:lnTo>
                    <a:pt x="87442" y="35778"/>
                  </a:lnTo>
                  <a:lnTo>
                    <a:pt x="87497" y="35872"/>
                  </a:lnTo>
                  <a:lnTo>
                    <a:pt x="87478" y="35885"/>
                  </a:lnTo>
                  <a:lnTo>
                    <a:pt x="87423" y="35898"/>
                  </a:lnTo>
                  <a:lnTo>
                    <a:pt x="87405" y="35965"/>
                  </a:lnTo>
                  <a:lnTo>
                    <a:pt x="87349" y="36205"/>
                  </a:lnTo>
                  <a:lnTo>
                    <a:pt x="87349" y="36271"/>
                  </a:lnTo>
                  <a:lnTo>
                    <a:pt x="87368" y="36311"/>
                  </a:lnTo>
                  <a:lnTo>
                    <a:pt x="87405" y="36365"/>
                  </a:lnTo>
                  <a:lnTo>
                    <a:pt x="87423" y="36405"/>
                  </a:lnTo>
                  <a:lnTo>
                    <a:pt x="87423" y="36418"/>
                  </a:lnTo>
                  <a:lnTo>
                    <a:pt x="87386" y="36418"/>
                  </a:lnTo>
                  <a:lnTo>
                    <a:pt x="87349" y="36391"/>
                  </a:lnTo>
                  <a:lnTo>
                    <a:pt x="87276" y="36365"/>
                  </a:lnTo>
                  <a:lnTo>
                    <a:pt x="87220" y="36258"/>
                  </a:lnTo>
                  <a:lnTo>
                    <a:pt x="87183" y="36178"/>
                  </a:lnTo>
                  <a:lnTo>
                    <a:pt x="87276" y="35912"/>
                  </a:lnTo>
                  <a:lnTo>
                    <a:pt x="87276" y="35845"/>
                  </a:lnTo>
                  <a:lnTo>
                    <a:pt x="87202" y="35805"/>
                  </a:lnTo>
                  <a:lnTo>
                    <a:pt x="87147" y="35738"/>
                  </a:lnTo>
                  <a:lnTo>
                    <a:pt x="87091" y="35645"/>
                  </a:lnTo>
                  <a:lnTo>
                    <a:pt x="87073" y="35578"/>
                  </a:lnTo>
                  <a:lnTo>
                    <a:pt x="87091" y="35552"/>
                  </a:lnTo>
                  <a:lnTo>
                    <a:pt x="87128" y="35485"/>
                  </a:lnTo>
                  <a:lnTo>
                    <a:pt x="87128" y="35458"/>
                  </a:lnTo>
                  <a:lnTo>
                    <a:pt x="87091" y="35432"/>
                  </a:lnTo>
                  <a:lnTo>
                    <a:pt x="87073" y="35405"/>
                  </a:lnTo>
                  <a:lnTo>
                    <a:pt x="87054" y="35365"/>
                  </a:lnTo>
                  <a:lnTo>
                    <a:pt x="87036" y="35325"/>
                  </a:lnTo>
                  <a:lnTo>
                    <a:pt x="86981" y="35325"/>
                  </a:lnTo>
                  <a:lnTo>
                    <a:pt x="86704" y="35365"/>
                  </a:lnTo>
                  <a:lnTo>
                    <a:pt x="86538" y="35338"/>
                  </a:lnTo>
                  <a:lnTo>
                    <a:pt x="86464" y="35338"/>
                  </a:lnTo>
                  <a:lnTo>
                    <a:pt x="86446" y="35338"/>
                  </a:lnTo>
                  <a:lnTo>
                    <a:pt x="86409" y="35325"/>
                  </a:lnTo>
                  <a:lnTo>
                    <a:pt x="86391" y="35312"/>
                  </a:lnTo>
                  <a:lnTo>
                    <a:pt x="86335" y="35312"/>
                  </a:lnTo>
                  <a:lnTo>
                    <a:pt x="86298" y="35312"/>
                  </a:lnTo>
                  <a:lnTo>
                    <a:pt x="86188" y="35338"/>
                  </a:lnTo>
                  <a:lnTo>
                    <a:pt x="86114" y="35418"/>
                  </a:lnTo>
                  <a:lnTo>
                    <a:pt x="86096" y="35458"/>
                  </a:lnTo>
                  <a:lnTo>
                    <a:pt x="85893" y="35752"/>
                  </a:lnTo>
                  <a:lnTo>
                    <a:pt x="85930" y="35805"/>
                  </a:lnTo>
                  <a:lnTo>
                    <a:pt x="85967" y="35845"/>
                  </a:lnTo>
                  <a:lnTo>
                    <a:pt x="86003" y="35872"/>
                  </a:lnTo>
                  <a:lnTo>
                    <a:pt x="86059" y="35898"/>
                  </a:lnTo>
                  <a:lnTo>
                    <a:pt x="86096" y="35938"/>
                  </a:lnTo>
                  <a:lnTo>
                    <a:pt x="86096" y="35978"/>
                  </a:lnTo>
                  <a:lnTo>
                    <a:pt x="86077" y="36018"/>
                  </a:lnTo>
                  <a:lnTo>
                    <a:pt x="86096" y="36045"/>
                  </a:lnTo>
                  <a:lnTo>
                    <a:pt x="86114" y="36085"/>
                  </a:lnTo>
                  <a:lnTo>
                    <a:pt x="86133" y="36125"/>
                  </a:lnTo>
                  <a:lnTo>
                    <a:pt x="86077" y="36205"/>
                  </a:lnTo>
                  <a:lnTo>
                    <a:pt x="86077" y="36258"/>
                  </a:lnTo>
                  <a:lnTo>
                    <a:pt x="86077" y="36298"/>
                  </a:lnTo>
                  <a:lnTo>
                    <a:pt x="86040" y="36311"/>
                  </a:lnTo>
                  <a:lnTo>
                    <a:pt x="85579" y="36338"/>
                  </a:lnTo>
                  <a:lnTo>
                    <a:pt x="85450" y="36311"/>
                  </a:lnTo>
                  <a:lnTo>
                    <a:pt x="85524" y="36245"/>
                  </a:lnTo>
                  <a:lnTo>
                    <a:pt x="85616" y="36245"/>
                  </a:lnTo>
                  <a:lnTo>
                    <a:pt x="85745" y="36258"/>
                  </a:lnTo>
                  <a:lnTo>
                    <a:pt x="85819" y="36258"/>
                  </a:lnTo>
                  <a:lnTo>
                    <a:pt x="85967" y="36205"/>
                  </a:lnTo>
                  <a:lnTo>
                    <a:pt x="86003" y="36125"/>
                  </a:lnTo>
                  <a:lnTo>
                    <a:pt x="85985" y="36005"/>
                  </a:lnTo>
                  <a:lnTo>
                    <a:pt x="85856" y="35858"/>
                  </a:lnTo>
                  <a:lnTo>
                    <a:pt x="85782" y="35712"/>
                  </a:lnTo>
                  <a:lnTo>
                    <a:pt x="85801" y="35605"/>
                  </a:lnTo>
                  <a:lnTo>
                    <a:pt x="85874" y="35538"/>
                  </a:lnTo>
                  <a:lnTo>
                    <a:pt x="85893" y="35538"/>
                  </a:lnTo>
                  <a:lnTo>
                    <a:pt x="85893" y="35512"/>
                  </a:lnTo>
                  <a:lnTo>
                    <a:pt x="85893" y="35512"/>
                  </a:lnTo>
                  <a:lnTo>
                    <a:pt x="85893" y="35512"/>
                  </a:lnTo>
                  <a:lnTo>
                    <a:pt x="85874" y="35485"/>
                  </a:lnTo>
                  <a:lnTo>
                    <a:pt x="85856" y="35472"/>
                  </a:lnTo>
                  <a:lnTo>
                    <a:pt x="85819" y="35472"/>
                  </a:lnTo>
                  <a:lnTo>
                    <a:pt x="86169" y="35298"/>
                  </a:lnTo>
                  <a:lnTo>
                    <a:pt x="86243" y="35205"/>
                  </a:lnTo>
                  <a:lnTo>
                    <a:pt x="86169" y="35192"/>
                  </a:lnTo>
                  <a:lnTo>
                    <a:pt x="85709" y="35178"/>
                  </a:lnTo>
                  <a:lnTo>
                    <a:pt x="85635" y="35192"/>
                  </a:lnTo>
                  <a:lnTo>
                    <a:pt x="85598" y="35205"/>
                  </a:lnTo>
                  <a:lnTo>
                    <a:pt x="85579" y="35232"/>
                  </a:lnTo>
                  <a:lnTo>
                    <a:pt x="85561" y="35285"/>
                  </a:lnTo>
                  <a:lnTo>
                    <a:pt x="85561" y="35365"/>
                  </a:lnTo>
                  <a:lnTo>
                    <a:pt x="85561" y="35418"/>
                  </a:lnTo>
                  <a:lnTo>
                    <a:pt x="85524" y="35445"/>
                  </a:lnTo>
                  <a:lnTo>
                    <a:pt x="85432" y="35325"/>
                  </a:lnTo>
                  <a:lnTo>
                    <a:pt x="85358" y="35312"/>
                  </a:lnTo>
                  <a:lnTo>
                    <a:pt x="85266" y="35352"/>
                  </a:lnTo>
                  <a:lnTo>
                    <a:pt x="85248" y="35418"/>
                  </a:lnTo>
                  <a:lnTo>
                    <a:pt x="85137" y="35672"/>
                  </a:lnTo>
                  <a:lnTo>
                    <a:pt x="85137" y="35685"/>
                  </a:lnTo>
                  <a:lnTo>
                    <a:pt x="85155" y="35712"/>
                  </a:lnTo>
                  <a:lnTo>
                    <a:pt x="85174" y="35738"/>
                  </a:lnTo>
                  <a:lnTo>
                    <a:pt x="85192" y="35738"/>
                  </a:lnTo>
                  <a:lnTo>
                    <a:pt x="85192" y="35738"/>
                  </a:lnTo>
                  <a:lnTo>
                    <a:pt x="85248" y="35832"/>
                  </a:lnTo>
                  <a:lnTo>
                    <a:pt x="85248" y="35872"/>
                  </a:lnTo>
                  <a:lnTo>
                    <a:pt x="85248" y="35898"/>
                  </a:lnTo>
                  <a:lnTo>
                    <a:pt x="85229" y="35938"/>
                  </a:lnTo>
                  <a:lnTo>
                    <a:pt x="85100" y="35992"/>
                  </a:lnTo>
                  <a:lnTo>
                    <a:pt x="85026" y="36071"/>
                  </a:lnTo>
                  <a:lnTo>
                    <a:pt x="84990" y="36071"/>
                  </a:lnTo>
                  <a:lnTo>
                    <a:pt x="84990" y="36045"/>
                  </a:lnTo>
                  <a:lnTo>
                    <a:pt x="84990" y="36031"/>
                  </a:lnTo>
                  <a:lnTo>
                    <a:pt x="84971" y="36031"/>
                  </a:lnTo>
                  <a:lnTo>
                    <a:pt x="85155" y="35885"/>
                  </a:lnTo>
                  <a:lnTo>
                    <a:pt x="85155" y="35832"/>
                  </a:lnTo>
                  <a:lnTo>
                    <a:pt x="85100" y="35778"/>
                  </a:lnTo>
                  <a:lnTo>
                    <a:pt x="85082" y="35752"/>
                  </a:lnTo>
                  <a:lnTo>
                    <a:pt x="85045" y="35725"/>
                  </a:lnTo>
                  <a:lnTo>
                    <a:pt x="85008" y="35645"/>
                  </a:lnTo>
                  <a:lnTo>
                    <a:pt x="85026" y="35605"/>
                  </a:lnTo>
                  <a:lnTo>
                    <a:pt x="85026" y="35592"/>
                  </a:lnTo>
                  <a:lnTo>
                    <a:pt x="85045" y="35565"/>
                  </a:lnTo>
                  <a:lnTo>
                    <a:pt x="85026" y="35498"/>
                  </a:lnTo>
                  <a:lnTo>
                    <a:pt x="85008" y="35498"/>
                  </a:lnTo>
                  <a:lnTo>
                    <a:pt x="84990" y="35512"/>
                  </a:lnTo>
                  <a:lnTo>
                    <a:pt x="84971" y="35565"/>
                  </a:lnTo>
                  <a:lnTo>
                    <a:pt x="84842" y="35712"/>
                  </a:lnTo>
                  <a:lnTo>
                    <a:pt x="84676" y="35752"/>
                  </a:lnTo>
                  <a:lnTo>
                    <a:pt x="84639" y="35778"/>
                  </a:lnTo>
                  <a:lnTo>
                    <a:pt x="84584" y="35912"/>
                  </a:lnTo>
                  <a:lnTo>
                    <a:pt x="84547" y="35938"/>
                  </a:lnTo>
                  <a:lnTo>
                    <a:pt x="84547" y="35952"/>
                  </a:lnTo>
                  <a:lnTo>
                    <a:pt x="84602" y="36018"/>
                  </a:lnTo>
                  <a:lnTo>
                    <a:pt x="84621" y="36045"/>
                  </a:lnTo>
                  <a:lnTo>
                    <a:pt x="84602" y="36111"/>
                  </a:lnTo>
                  <a:lnTo>
                    <a:pt x="84529" y="36098"/>
                  </a:lnTo>
                  <a:lnTo>
                    <a:pt x="84473" y="36031"/>
                  </a:lnTo>
                  <a:lnTo>
                    <a:pt x="84418" y="35938"/>
                  </a:lnTo>
                  <a:lnTo>
                    <a:pt x="84418" y="35885"/>
                  </a:lnTo>
                  <a:lnTo>
                    <a:pt x="84418" y="35832"/>
                  </a:lnTo>
                  <a:lnTo>
                    <a:pt x="84473" y="35738"/>
                  </a:lnTo>
                  <a:lnTo>
                    <a:pt x="85100" y="35298"/>
                  </a:lnTo>
                  <a:lnTo>
                    <a:pt x="85155" y="35232"/>
                  </a:lnTo>
                  <a:lnTo>
                    <a:pt x="85137" y="35218"/>
                  </a:lnTo>
                  <a:lnTo>
                    <a:pt x="85137" y="35218"/>
                  </a:lnTo>
                  <a:lnTo>
                    <a:pt x="85137" y="35218"/>
                  </a:lnTo>
                  <a:lnTo>
                    <a:pt x="85100" y="35205"/>
                  </a:lnTo>
                  <a:lnTo>
                    <a:pt x="85137" y="35178"/>
                  </a:lnTo>
                  <a:lnTo>
                    <a:pt x="85211" y="35178"/>
                  </a:lnTo>
                  <a:lnTo>
                    <a:pt x="85248" y="35098"/>
                  </a:lnTo>
                  <a:lnTo>
                    <a:pt x="85616" y="35032"/>
                  </a:lnTo>
                  <a:lnTo>
                    <a:pt x="85856" y="35058"/>
                  </a:lnTo>
                  <a:lnTo>
                    <a:pt x="86003" y="35058"/>
                  </a:lnTo>
                  <a:lnTo>
                    <a:pt x="86077" y="35032"/>
                  </a:lnTo>
                  <a:lnTo>
                    <a:pt x="86169" y="34952"/>
                  </a:lnTo>
                  <a:lnTo>
                    <a:pt x="86188" y="34898"/>
                  </a:lnTo>
                  <a:lnTo>
                    <a:pt x="86188" y="34818"/>
                  </a:lnTo>
                  <a:lnTo>
                    <a:pt x="86114" y="34725"/>
                  </a:lnTo>
                  <a:lnTo>
                    <a:pt x="86151" y="34672"/>
                  </a:lnTo>
                  <a:lnTo>
                    <a:pt x="86243" y="34672"/>
                  </a:lnTo>
                  <a:lnTo>
                    <a:pt x="86335" y="34685"/>
                  </a:lnTo>
                  <a:lnTo>
                    <a:pt x="86428" y="34672"/>
                  </a:lnTo>
                  <a:lnTo>
                    <a:pt x="86335" y="34592"/>
                  </a:lnTo>
                  <a:lnTo>
                    <a:pt x="86354" y="34552"/>
                  </a:lnTo>
                  <a:lnTo>
                    <a:pt x="86409" y="34525"/>
                  </a:lnTo>
                  <a:lnTo>
                    <a:pt x="86483" y="34525"/>
                  </a:lnTo>
                  <a:lnTo>
                    <a:pt x="86612" y="34432"/>
                  </a:lnTo>
                  <a:lnTo>
                    <a:pt x="86593" y="34419"/>
                  </a:lnTo>
                  <a:lnTo>
                    <a:pt x="86225" y="34419"/>
                  </a:lnTo>
                  <a:lnTo>
                    <a:pt x="86077" y="34459"/>
                  </a:lnTo>
                  <a:lnTo>
                    <a:pt x="85967" y="34565"/>
                  </a:lnTo>
                  <a:lnTo>
                    <a:pt x="85930" y="34658"/>
                  </a:lnTo>
                  <a:lnTo>
                    <a:pt x="85874" y="34658"/>
                  </a:lnTo>
                  <a:lnTo>
                    <a:pt x="85782" y="34618"/>
                  </a:lnTo>
                  <a:lnTo>
                    <a:pt x="85598" y="34578"/>
                  </a:lnTo>
                  <a:lnTo>
                    <a:pt x="85432" y="34618"/>
                  </a:lnTo>
                  <a:lnTo>
                    <a:pt x="85487" y="34645"/>
                  </a:lnTo>
                  <a:lnTo>
                    <a:pt x="85524" y="34658"/>
                  </a:lnTo>
                  <a:lnTo>
                    <a:pt x="85598" y="34698"/>
                  </a:lnTo>
                  <a:lnTo>
                    <a:pt x="85616" y="34725"/>
                  </a:lnTo>
                  <a:lnTo>
                    <a:pt x="85690" y="34818"/>
                  </a:lnTo>
                  <a:lnTo>
                    <a:pt x="85690" y="34845"/>
                  </a:lnTo>
                  <a:lnTo>
                    <a:pt x="85690" y="34898"/>
                  </a:lnTo>
                  <a:lnTo>
                    <a:pt x="85211" y="35058"/>
                  </a:lnTo>
                  <a:lnTo>
                    <a:pt x="85211" y="34978"/>
                  </a:lnTo>
                  <a:lnTo>
                    <a:pt x="85303" y="34925"/>
                  </a:lnTo>
                  <a:lnTo>
                    <a:pt x="85487" y="34885"/>
                  </a:lnTo>
                  <a:lnTo>
                    <a:pt x="85450" y="34858"/>
                  </a:lnTo>
                  <a:lnTo>
                    <a:pt x="85395" y="34832"/>
                  </a:lnTo>
                  <a:lnTo>
                    <a:pt x="85358" y="34792"/>
                  </a:lnTo>
                  <a:lnTo>
                    <a:pt x="85321" y="34752"/>
                  </a:lnTo>
                  <a:lnTo>
                    <a:pt x="85248" y="34698"/>
                  </a:lnTo>
                  <a:lnTo>
                    <a:pt x="85174" y="34658"/>
                  </a:lnTo>
                  <a:lnTo>
                    <a:pt x="85174" y="34698"/>
                  </a:lnTo>
                  <a:lnTo>
                    <a:pt x="85211" y="34792"/>
                  </a:lnTo>
                  <a:lnTo>
                    <a:pt x="85211" y="34832"/>
                  </a:lnTo>
                  <a:lnTo>
                    <a:pt x="85174" y="34832"/>
                  </a:lnTo>
                  <a:lnTo>
                    <a:pt x="85100" y="34778"/>
                  </a:lnTo>
                  <a:lnTo>
                    <a:pt x="85045" y="34712"/>
                  </a:lnTo>
                  <a:lnTo>
                    <a:pt x="85008" y="34685"/>
                  </a:lnTo>
                  <a:lnTo>
                    <a:pt x="84953" y="34685"/>
                  </a:lnTo>
                  <a:lnTo>
                    <a:pt x="84879" y="34698"/>
                  </a:lnTo>
                  <a:lnTo>
                    <a:pt x="84860" y="34765"/>
                  </a:lnTo>
                  <a:lnTo>
                    <a:pt x="84916" y="34832"/>
                  </a:lnTo>
                  <a:lnTo>
                    <a:pt x="84897" y="34832"/>
                  </a:lnTo>
                  <a:lnTo>
                    <a:pt x="84860" y="34818"/>
                  </a:lnTo>
                  <a:lnTo>
                    <a:pt x="84805" y="34778"/>
                  </a:lnTo>
                  <a:lnTo>
                    <a:pt x="84768" y="34778"/>
                  </a:lnTo>
                  <a:lnTo>
                    <a:pt x="84731" y="34792"/>
                  </a:lnTo>
                  <a:lnTo>
                    <a:pt x="84695" y="34832"/>
                  </a:lnTo>
                  <a:lnTo>
                    <a:pt x="84492" y="34898"/>
                  </a:lnTo>
                  <a:lnTo>
                    <a:pt x="84455" y="34925"/>
                  </a:lnTo>
                  <a:lnTo>
                    <a:pt x="84492" y="34965"/>
                  </a:lnTo>
                  <a:lnTo>
                    <a:pt x="84602" y="35045"/>
                  </a:lnTo>
                  <a:lnTo>
                    <a:pt x="84658" y="35085"/>
                  </a:lnTo>
                  <a:lnTo>
                    <a:pt x="84695" y="35165"/>
                  </a:lnTo>
                  <a:lnTo>
                    <a:pt x="84713" y="35218"/>
                  </a:lnTo>
                  <a:lnTo>
                    <a:pt x="84731" y="35365"/>
                  </a:lnTo>
                  <a:lnTo>
                    <a:pt x="84713" y="35405"/>
                  </a:lnTo>
                  <a:lnTo>
                    <a:pt x="84695" y="35378"/>
                  </a:lnTo>
                  <a:lnTo>
                    <a:pt x="84639" y="35338"/>
                  </a:lnTo>
                  <a:lnTo>
                    <a:pt x="84602" y="35285"/>
                  </a:lnTo>
                  <a:lnTo>
                    <a:pt x="84584" y="35218"/>
                  </a:lnTo>
                  <a:lnTo>
                    <a:pt x="84547" y="35165"/>
                  </a:lnTo>
                  <a:lnTo>
                    <a:pt x="84492" y="35085"/>
                  </a:lnTo>
                  <a:lnTo>
                    <a:pt x="84307" y="34952"/>
                  </a:lnTo>
                  <a:lnTo>
                    <a:pt x="84344" y="34885"/>
                  </a:lnTo>
                  <a:lnTo>
                    <a:pt x="84455" y="34805"/>
                  </a:lnTo>
                  <a:lnTo>
                    <a:pt x="84492" y="34685"/>
                  </a:lnTo>
                  <a:lnTo>
                    <a:pt x="84418" y="34645"/>
                  </a:lnTo>
                  <a:lnTo>
                    <a:pt x="84363" y="34632"/>
                  </a:lnTo>
                  <a:lnTo>
                    <a:pt x="84326" y="34632"/>
                  </a:lnTo>
                  <a:lnTo>
                    <a:pt x="84289" y="34645"/>
                  </a:lnTo>
                  <a:lnTo>
                    <a:pt x="84234" y="34712"/>
                  </a:lnTo>
                  <a:lnTo>
                    <a:pt x="84178" y="34698"/>
                  </a:lnTo>
                  <a:lnTo>
                    <a:pt x="84141" y="34685"/>
                  </a:lnTo>
                  <a:lnTo>
                    <a:pt x="84105" y="34672"/>
                  </a:lnTo>
                  <a:lnTo>
                    <a:pt x="84049" y="34658"/>
                  </a:lnTo>
                  <a:lnTo>
                    <a:pt x="83994" y="34672"/>
                  </a:lnTo>
                  <a:lnTo>
                    <a:pt x="83957" y="34752"/>
                  </a:lnTo>
                  <a:lnTo>
                    <a:pt x="83754" y="34912"/>
                  </a:lnTo>
                  <a:lnTo>
                    <a:pt x="83717" y="34912"/>
                  </a:lnTo>
                  <a:lnTo>
                    <a:pt x="83644" y="34885"/>
                  </a:lnTo>
                  <a:lnTo>
                    <a:pt x="83607" y="34885"/>
                  </a:lnTo>
                  <a:lnTo>
                    <a:pt x="83625" y="34952"/>
                  </a:lnTo>
                  <a:lnTo>
                    <a:pt x="83699" y="35018"/>
                  </a:lnTo>
                  <a:lnTo>
                    <a:pt x="83736" y="35072"/>
                  </a:lnTo>
                  <a:lnTo>
                    <a:pt x="83773" y="35112"/>
                  </a:lnTo>
                  <a:lnTo>
                    <a:pt x="83810" y="35232"/>
                  </a:lnTo>
                  <a:lnTo>
                    <a:pt x="83902" y="35352"/>
                  </a:lnTo>
                  <a:lnTo>
                    <a:pt x="83920" y="35418"/>
                  </a:lnTo>
                  <a:lnTo>
                    <a:pt x="83939" y="35472"/>
                  </a:lnTo>
                  <a:lnTo>
                    <a:pt x="83939" y="35512"/>
                  </a:lnTo>
                  <a:lnTo>
                    <a:pt x="83920" y="35565"/>
                  </a:lnTo>
                  <a:lnTo>
                    <a:pt x="83902" y="35605"/>
                  </a:lnTo>
                  <a:lnTo>
                    <a:pt x="83883" y="35512"/>
                  </a:lnTo>
                  <a:lnTo>
                    <a:pt x="83810" y="35325"/>
                  </a:lnTo>
                  <a:lnTo>
                    <a:pt x="83773" y="35245"/>
                  </a:lnTo>
                  <a:lnTo>
                    <a:pt x="83736" y="35218"/>
                  </a:lnTo>
                  <a:lnTo>
                    <a:pt x="83644" y="35125"/>
                  </a:lnTo>
                  <a:lnTo>
                    <a:pt x="83533" y="35032"/>
                  </a:lnTo>
                  <a:lnTo>
                    <a:pt x="83515" y="34992"/>
                  </a:lnTo>
                  <a:lnTo>
                    <a:pt x="83515" y="34952"/>
                  </a:lnTo>
                  <a:lnTo>
                    <a:pt x="83496" y="34925"/>
                  </a:lnTo>
                  <a:lnTo>
                    <a:pt x="83422" y="34898"/>
                  </a:lnTo>
                  <a:lnTo>
                    <a:pt x="83404" y="34938"/>
                  </a:lnTo>
                  <a:lnTo>
                    <a:pt x="83404" y="35032"/>
                  </a:lnTo>
                  <a:lnTo>
                    <a:pt x="83386" y="35072"/>
                  </a:lnTo>
                  <a:lnTo>
                    <a:pt x="83367" y="35085"/>
                  </a:lnTo>
                  <a:lnTo>
                    <a:pt x="83349" y="35085"/>
                  </a:lnTo>
                  <a:lnTo>
                    <a:pt x="83330" y="35072"/>
                  </a:lnTo>
                  <a:lnTo>
                    <a:pt x="83275" y="35045"/>
                  </a:lnTo>
                  <a:lnTo>
                    <a:pt x="83275" y="35045"/>
                  </a:lnTo>
                  <a:lnTo>
                    <a:pt x="83146" y="35085"/>
                  </a:lnTo>
                  <a:lnTo>
                    <a:pt x="83109" y="35098"/>
                  </a:lnTo>
                  <a:lnTo>
                    <a:pt x="83091" y="35112"/>
                  </a:lnTo>
                  <a:lnTo>
                    <a:pt x="83072" y="35112"/>
                  </a:lnTo>
                  <a:lnTo>
                    <a:pt x="83017" y="35085"/>
                  </a:lnTo>
                  <a:lnTo>
                    <a:pt x="82998" y="35058"/>
                  </a:lnTo>
                  <a:lnTo>
                    <a:pt x="82980" y="35032"/>
                  </a:lnTo>
                  <a:lnTo>
                    <a:pt x="82962" y="34992"/>
                  </a:lnTo>
                  <a:lnTo>
                    <a:pt x="82906" y="34978"/>
                  </a:lnTo>
                  <a:lnTo>
                    <a:pt x="82833" y="35045"/>
                  </a:lnTo>
                  <a:lnTo>
                    <a:pt x="82796" y="35045"/>
                  </a:lnTo>
                  <a:lnTo>
                    <a:pt x="82703" y="34992"/>
                  </a:lnTo>
                  <a:lnTo>
                    <a:pt x="82427" y="35058"/>
                  </a:lnTo>
                  <a:lnTo>
                    <a:pt x="82372" y="35058"/>
                  </a:lnTo>
                  <a:lnTo>
                    <a:pt x="82316" y="35058"/>
                  </a:lnTo>
                  <a:lnTo>
                    <a:pt x="82261" y="35085"/>
                  </a:lnTo>
                  <a:lnTo>
                    <a:pt x="82243" y="35112"/>
                  </a:lnTo>
                  <a:lnTo>
                    <a:pt x="82261" y="35178"/>
                  </a:lnTo>
                  <a:lnTo>
                    <a:pt x="82279" y="35205"/>
                  </a:lnTo>
                  <a:lnTo>
                    <a:pt x="82279" y="35245"/>
                  </a:lnTo>
                  <a:lnTo>
                    <a:pt x="82261" y="35285"/>
                  </a:lnTo>
                  <a:lnTo>
                    <a:pt x="81579" y="35472"/>
                  </a:lnTo>
                  <a:lnTo>
                    <a:pt x="81634" y="35405"/>
                  </a:lnTo>
                  <a:lnTo>
                    <a:pt x="81984" y="35245"/>
                  </a:lnTo>
                  <a:lnTo>
                    <a:pt x="82058" y="35178"/>
                  </a:lnTo>
                  <a:lnTo>
                    <a:pt x="82095" y="35165"/>
                  </a:lnTo>
                  <a:lnTo>
                    <a:pt x="82095" y="35152"/>
                  </a:lnTo>
                  <a:lnTo>
                    <a:pt x="82095" y="35112"/>
                  </a:lnTo>
                  <a:lnTo>
                    <a:pt x="82077" y="35085"/>
                  </a:lnTo>
                  <a:lnTo>
                    <a:pt x="82021" y="35058"/>
                  </a:lnTo>
                  <a:lnTo>
                    <a:pt x="82003" y="35058"/>
                  </a:lnTo>
                  <a:lnTo>
                    <a:pt x="81634" y="35085"/>
                  </a:lnTo>
                  <a:lnTo>
                    <a:pt x="81542" y="35165"/>
                  </a:lnTo>
                  <a:lnTo>
                    <a:pt x="81524" y="35178"/>
                  </a:lnTo>
                  <a:lnTo>
                    <a:pt x="81524" y="35258"/>
                  </a:lnTo>
                  <a:lnTo>
                    <a:pt x="81505" y="35298"/>
                  </a:lnTo>
                  <a:lnTo>
                    <a:pt x="81468" y="35365"/>
                  </a:lnTo>
                  <a:lnTo>
                    <a:pt x="81413" y="35418"/>
                  </a:lnTo>
                  <a:lnTo>
                    <a:pt x="81358" y="35445"/>
                  </a:lnTo>
                  <a:lnTo>
                    <a:pt x="81321" y="35445"/>
                  </a:lnTo>
                  <a:lnTo>
                    <a:pt x="81192" y="35432"/>
                  </a:lnTo>
                  <a:lnTo>
                    <a:pt x="81155" y="35445"/>
                  </a:lnTo>
                  <a:lnTo>
                    <a:pt x="81173" y="35378"/>
                  </a:lnTo>
                  <a:lnTo>
                    <a:pt x="81284" y="35352"/>
                  </a:lnTo>
                  <a:lnTo>
                    <a:pt x="81339" y="35298"/>
                  </a:lnTo>
                  <a:lnTo>
                    <a:pt x="81321" y="35298"/>
                  </a:lnTo>
                  <a:lnTo>
                    <a:pt x="81284" y="35245"/>
                  </a:lnTo>
                  <a:lnTo>
                    <a:pt x="81284" y="35245"/>
                  </a:lnTo>
                  <a:lnTo>
                    <a:pt x="81284" y="35205"/>
                  </a:lnTo>
                  <a:lnTo>
                    <a:pt x="81284" y="35192"/>
                  </a:lnTo>
                  <a:lnTo>
                    <a:pt x="81284" y="35125"/>
                  </a:lnTo>
                  <a:lnTo>
                    <a:pt x="81339" y="35112"/>
                  </a:lnTo>
                  <a:lnTo>
                    <a:pt x="81394" y="35098"/>
                  </a:lnTo>
                  <a:lnTo>
                    <a:pt x="81524" y="34978"/>
                  </a:lnTo>
                  <a:lnTo>
                    <a:pt x="82187" y="34952"/>
                  </a:lnTo>
                  <a:lnTo>
                    <a:pt x="82261" y="34925"/>
                  </a:lnTo>
                  <a:lnTo>
                    <a:pt x="82353" y="34778"/>
                  </a:lnTo>
                  <a:lnTo>
                    <a:pt x="82464" y="34698"/>
                  </a:lnTo>
                  <a:lnTo>
                    <a:pt x="82556" y="34698"/>
                  </a:lnTo>
                  <a:lnTo>
                    <a:pt x="82703" y="34725"/>
                  </a:lnTo>
                  <a:lnTo>
                    <a:pt x="82814" y="34725"/>
                  </a:lnTo>
                  <a:lnTo>
                    <a:pt x="82833" y="34645"/>
                  </a:lnTo>
                  <a:lnTo>
                    <a:pt x="82740" y="34592"/>
                  </a:lnTo>
                  <a:lnTo>
                    <a:pt x="82611" y="34618"/>
                  </a:lnTo>
                  <a:lnTo>
                    <a:pt x="82519" y="34592"/>
                  </a:lnTo>
                  <a:lnTo>
                    <a:pt x="82667" y="34565"/>
                  </a:lnTo>
                  <a:lnTo>
                    <a:pt x="82685" y="34538"/>
                  </a:lnTo>
                  <a:lnTo>
                    <a:pt x="82703" y="34565"/>
                  </a:lnTo>
                  <a:lnTo>
                    <a:pt x="82777" y="34485"/>
                  </a:lnTo>
                  <a:lnTo>
                    <a:pt x="82740" y="34445"/>
                  </a:lnTo>
                  <a:lnTo>
                    <a:pt x="82630" y="34499"/>
                  </a:lnTo>
                  <a:lnTo>
                    <a:pt x="82593" y="34499"/>
                  </a:lnTo>
                  <a:lnTo>
                    <a:pt x="82556" y="34485"/>
                  </a:lnTo>
                  <a:lnTo>
                    <a:pt x="82538" y="34459"/>
                  </a:lnTo>
                  <a:lnTo>
                    <a:pt x="82501" y="34459"/>
                  </a:lnTo>
                  <a:lnTo>
                    <a:pt x="82298" y="34445"/>
                  </a:lnTo>
                  <a:lnTo>
                    <a:pt x="81819" y="34512"/>
                  </a:lnTo>
                  <a:lnTo>
                    <a:pt x="81616" y="34578"/>
                  </a:lnTo>
                  <a:lnTo>
                    <a:pt x="81560" y="34565"/>
                  </a:lnTo>
                  <a:lnTo>
                    <a:pt x="81450" y="34538"/>
                  </a:lnTo>
                  <a:lnTo>
                    <a:pt x="81229" y="34672"/>
                  </a:lnTo>
                  <a:lnTo>
                    <a:pt x="80989" y="34672"/>
                  </a:lnTo>
                  <a:lnTo>
                    <a:pt x="80675" y="34712"/>
                  </a:lnTo>
                  <a:lnTo>
                    <a:pt x="80639" y="34765"/>
                  </a:lnTo>
                  <a:lnTo>
                    <a:pt x="80602" y="34885"/>
                  </a:lnTo>
                  <a:lnTo>
                    <a:pt x="80546" y="34912"/>
                  </a:lnTo>
                  <a:lnTo>
                    <a:pt x="80473" y="34898"/>
                  </a:lnTo>
                  <a:lnTo>
                    <a:pt x="80454" y="34858"/>
                  </a:lnTo>
                  <a:lnTo>
                    <a:pt x="80473" y="34858"/>
                  </a:lnTo>
                  <a:lnTo>
                    <a:pt x="80510" y="34845"/>
                  </a:lnTo>
                  <a:lnTo>
                    <a:pt x="80510" y="34832"/>
                  </a:lnTo>
                  <a:lnTo>
                    <a:pt x="80510" y="34805"/>
                  </a:lnTo>
                  <a:lnTo>
                    <a:pt x="80491" y="34765"/>
                  </a:lnTo>
                  <a:lnTo>
                    <a:pt x="80491" y="34725"/>
                  </a:lnTo>
                  <a:lnTo>
                    <a:pt x="80473" y="34685"/>
                  </a:lnTo>
                  <a:lnTo>
                    <a:pt x="80417" y="34658"/>
                  </a:lnTo>
                  <a:lnTo>
                    <a:pt x="80325" y="34658"/>
                  </a:lnTo>
                  <a:lnTo>
                    <a:pt x="79422" y="34885"/>
                  </a:lnTo>
                  <a:lnTo>
                    <a:pt x="79440" y="34792"/>
                  </a:lnTo>
                  <a:lnTo>
                    <a:pt x="79883" y="34658"/>
                  </a:lnTo>
                  <a:lnTo>
                    <a:pt x="79698" y="34592"/>
                  </a:lnTo>
                  <a:lnTo>
                    <a:pt x="79532" y="34618"/>
                  </a:lnTo>
                  <a:lnTo>
                    <a:pt x="79256" y="34712"/>
                  </a:lnTo>
                  <a:lnTo>
                    <a:pt x="79256" y="34592"/>
                  </a:lnTo>
                  <a:lnTo>
                    <a:pt x="79385" y="34538"/>
                  </a:lnTo>
                  <a:lnTo>
                    <a:pt x="79791" y="34565"/>
                  </a:lnTo>
                  <a:lnTo>
                    <a:pt x="80012" y="34499"/>
                  </a:lnTo>
                  <a:lnTo>
                    <a:pt x="80086" y="34512"/>
                  </a:lnTo>
                  <a:lnTo>
                    <a:pt x="80251" y="34565"/>
                  </a:lnTo>
                  <a:lnTo>
                    <a:pt x="80325" y="34578"/>
                  </a:lnTo>
                  <a:lnTo>
                    <a:pt x="80528" y="34552"/>
                  </a:lnTo>
                  <a:lnTo>
                    <a:pt x="80565" y="34512"/>
                  </a:lnTo>
                  <a:lnTo>
                    <a:pt x="80620" y="34499"/>
                  </a:lnTo>
                  <a:lnTo>
                    <a:pt x="80749" y="34512"/>
                  </a:lnTo>
                  <a:lnTo>
                    <a:pt x="80823" y="34432"/>
                  </a:lnTo>
                  <a:lnTo>
                    <a:pt x="80897" y="34419"/>
                  </a:lnTo>
                  <a:lnTo>
                    <a:pt x="80989" y="34432"/>
                  </a:lnTo>
                  <a:lnTo>
                    <a:pt x="81063" y="34459"/>
                  </a:lnTo>
                  <a:lnTo>
                    <a:pt x="81118" y="34459"/>
                  </a:lnTo>
                  <a:lnTo>
                    <a:pt x="81192" y="34445"/>
                  </a:lnTo>
                  <a:lnTo>
                    <a:pt x="81229" y="34432"/>
                  </a:lnTo>
                  <a:lnTo>
                    <a:pt x="81192" y="34392"/>
                  </a:lnTo>
                  <a:lnTo>
                    <a:pt x="81173" y="34379"/>
                  </a:lnTo>
                  <a:lnTo>
                    <a:pt x="81431" y="34312"/>
                  </a:lnTo>
                  <a:lnTo>
                    <a:pt x="81339" y="34245"/>
                  </a:lnTo>
                  <a:lnTo>
                    <a:pt x="81229" y="34232"/>
                  </a:lnTo>
                  <a:lnTo>
                    <a:pt x="81044" y="34232"/>
                  </a:lnTo>
                  <a:lnTo>
                    <a:pt x="81026" y="34192"/>
                  </a:lnTo>
                  <a:lnTo>
                    <a:pt x="81063" y="34152"/>
                  </a:lnTo>
                  <a:lnTo>
                    <a:pt x="81192" y="34125"/>
                  </a:lnTo>
                  <a:lnTo>
                    <a:pt x="81321" y="34112"/>
                  </a:lnTo>
                  <a:lnTo>
                    <a:pt x="81468" y="34032"/>
                  </a:lnTo>
                  <a:lnTo>
                    <a:pt x="81800" y="34045"/>
                  </a:lnTo>
                  <a:lnTo>
                    <a:pt x="81929" y="33992"/>
                  </a:lnTo>
                  <a:lnTo>
                    <a:pt x="82851" y="33965"/>
                  </a:lnTo>
                  <a:lnTo>
                    <a:pt x="82980" y="33912"/>
                  </a:lnTo>
                  <a:lnTo>
                    <a:pt x="83035" y="33832"/>
                  </a:lnTo>
                  <a:lnTo>
                    <a:pt x="82962" y="33805"/>
                  </a:lnTo>
                  <a:lnTo>
                    <a:pt x="82851" y="33859"/>
                  </a:lnTo>
                  <a:lnTo>
                    <a:pt x="82796" y="33845"/>
                  </a:lnTo>
                  <a:lnTo>
                    <a:pt x="82796" y="33805"/>
                  </a:lnTo>
                  <a:lnTo>
                    <a:pt x="82722" y="33779"/>
                  </a:lnTo>
                  <a:lnTo>
                    <a:pt x="82685" y="33792"/>
                  </a:lnTo>
                  <a:lnTo>
                    <a:pt x="82611" y="33832"/>
                  </a:lnTo>
                  <a:lnTo>
                    <a:pt x="82077" y="33872"/>
                  </a:lnTo>
                  <a:lnTo>
                    <a:pt x="81911" y="33845"/>
                  </a:lnTo>
                  <a:lnTo>
                    <a:pt x="81819" y="33859"/>
                  </a:lnTo>
                  <a:lnTo>
                    <a:pt x="81763" y="33845"/>
                  </a:lnTo>
                  <a:lnTo>
                    <a:pt x="81708" y="33832"/>
                  </a:lnTo>
                  <a:lnTo>
                    <a:pt x="81634" y="33832"/>
                  </a:lnTo>
                  <a:lnTo>
                    <a:pt x="81229" y="33912"/>
                  </a:lnTo>
                  <a:lnTo>
                    <a:pt x="81081" y="33885"/>
                  </a:lnTo>
                  <a:lnTo>
                    <a:pt x="81800" y="33725"/>
                  </a:lnTo>
                  <a:lnTo>
                    <a:pt x="81966" y="33739"/>
                  </a:lnTo>
                  <a:lnTo>
                    <a:pt x="82298" y="33699"/>
                  </a:lnTo>
                  <a:lnTo>
                    <a:pt x="82316" y="33632"/>
                  </a:lnTo>
                  <a:lnTo>
                    <a:pt x="82187" y="33565"/>
                  </a:lnTo>
                  <a:lnTo>
                    <a:pt x="82150" y="33539"/>
                  </a:lnTo>
                  <a:lnTo>
                    <a:pt x="82095" y="33539"/>
                  </a:lnTo>
                  <a:lnTo>
                    <a:pt x="82003" y="33565"/>
                  </a:lnTo>
                  <a:lnTo>
                    <a:pt x="81948" y="33539"/>
                  </a:lnTo>
                  <a:lnTo>
                    <a:pt x="81966" y="33525"/>
                  </a:lnTo>
                  <a:lnTo>
                    <a:pt x="81984" y="33499"/>
                  </a:lnTo>
                  <a:lnTo>
                    <a:pt x="81984" y="33472"/>
                  </a:lnTo>
                  <a:lnTo>
                    <a:pt x="81948" y="33445"/>
                  </a:lnTo>
                  <a:lnTo>
                    <a:pt x="81948" y="33405"/>
                  </a:lnTo>
                  <a:lnTo>
                    <a:pt x="81911" y="33339"/>
                  </a:lnTo>
                  <a:lnTo>
                    <a:pt x="81634" y="33432"/>
                  </a:lnTo>
                  <a:lnTo>
                    <a:pt x="81524" y="33405"/>
                  </a:lnTo>
                  <a:lnTo>
                    <a:pt x="81376" y="33445"/>
                  </a:lnTo>
                  <a:lnTo>
                    <a:pt x="81265" y="33405"/>
                  </a:lnTo>
                  <a:lnTo>
                    <a:pt x="81229" y="33365"/>
                  </a:lnTo>
                  <a:lnTo>
                    <a:pt x="80805" y="33592"/>
                  </a:lnTo>
                  <a:lnTo>
                    <a:pt x="80786" y="33632"/>
                  </a:lnTo>
                  <a:lnTo>
                    <a:pt x="80749" y="33645"/>
                  </a:lnTo>
                  <a:lnTo>
                    <a:pt x="80712" y="33605"/>
                  </a:lnTo>
                  <a:lnTo>
                    <a:pt x="80694" y="33565"/>
                  </a:lnTo>
                  <a:lnTo>
                    <a:pt x="80712" y="33525"/>
                  </a:lnTo>
                  <a:lnTo>
                    <a:pt x="80823" y="33525"/>
                  </a:lnTo>
                  <a:lnTo>
                    <a:pt x="80841" y="33525"/>
                  </a:lnTo>
                  <a:lnTo>
                    <a:pt x="80841" y="33512"/>
                  </a:lnTo>
                  <a:lnTo>
                    <a:pt x="80841" y="33472"/>
                  </a:lnTo>
                  <a:lnTo>
                    <a:pt x="80841" y="33472"/>
                  </a:lnTo>
                  <a:lnTo>
                    <a:pt x="80841" y="33459"/>
                  </a:lnTo>
                  <a:lnTo>
                    <a:pt x="80897" y="33405"/>
                  </a:lnTo>
                  <a:lnTo>
                    <a:pt x="80970" y="33352"/>
                  </a:lnTo>
                  <a:lnTo>
                    <a:pt x="81284" y="33232"/>
                  </a:lnTo>
                  <a:lnTo>
                    <a:pt x="81819" y="33232"/>
                  </a:lnTo>
                  <a:lnTo>
                    <a:pt x="81911" y="33205"/>
                  </a:lnTo>
                  <a:lnTo>
                    <a:pt x="81966" y="33125"/>
                  </a:lnTo>
                  <a:lnTo>
                    <a:pt x="81892" y="33085"/>
                  </a:lnTo>
                  <a:lnTo>
                    <a:pt x="81911" y="33019"/>
                  </a:lnTo>
                  <a:lnTo>
                    <a:pt x="82335" y="32832"/>
                  </a:lnTo>
                  <a:lnTo>
                    <a:pt x="82372" y="32752"/>
                  </a:lnTo>
                  <a:lnTo>
                    <a:pt x="82261" y="32712"/>
                  </a:lnTo>
                  <a:lnTo>
                    <a:pt x="81155" y="32606"/>
                  </a:lnTo>
                  <a:lnTo>
                    <a:pt x="81026" y="32579"/>
                  </a:lnTo>
                  <a:lnTo>
                    <a:pt x="81007" y="32579"/>
                  </a:lnTo>
                  <a:lnTo>
                    <a:pt x="80897" y="32592"/>
                  </a:lnTo>
                  <a:lnTo>
                    <a:pt x="80436" y="32592"/>
                  </a:lnTo>
                  <a:lnTo>
                    <a:pt x="80270" y="32686"/>
                  </a:lnTo>
                  <a:lnTo>
                    <a:pt x="79993" y="32966"/>
                  </a:lnTo>
                  <a:lnTo>
                    <a:pt x="79993" y="33099"/>
                  </a:lnTo>
                  <a:lnTo>
                    <a:pt x="79809" y="33179"/>
                  </a:lnTo>
                  <a:lnTo>
                    <a:pt x="79662" y="33339"/>
                  </a:lnTo>
                  <a:lnTo>
                    <a:pt x="79643" y="33365"/>
                  </a:lnTo>
                  <a:lnTo>
                    <a:pt x="79662" y="33445"/>
                  </a:lnTo>
                  <a:lnTo>
                    <a:pt x="79698" y="33459"/>
                  </a:lnTo>
                  <a:lnTo>
                    <a:pt x="79717" y="33512"/>
                  </a:lnTo>
                  <a:lnTo>
                    <a:pt x="79735" y="33525"/>
                  </a:lnTo>
                  <a:lnTo>
                    <a:pt x="79735" y="33565"/>
                  </a:lnTo>
                  <a:lnTo>
                    <a:pt x="79754" y="33632"/>
                  </a:lnTo>
                  <a:lnTo>
                    <a:pt x="79754" y="33659"/>
                  </a:lnTo>
                  <a:lnTo>
                    <a:pt x="79754" y="33672"/>
                  </a:lnTo>
                  <a:lnTo>
                    <a:pt x="79827" y="33792"/>
                  </a:lnTo>
                  <a:lnTo>
                    <a:pt x="79791" y="33912"/>
                  </a:lnTo>
                  <a:lnTo>
                    <a:pt x="79735" y="33979"/>
                  </a:lnTo>
                  <a:lnTo>
                    <a:pt x="79717" y="33805"/>
                  </a:lnTo>
                  <a:lnTo>
                    <a:pt x="79717" y="33752"/>
                  </a:lnTo>
                  <a:lnTo>
                    <a:pt x="79662" y="33699"/>
                  </a:lnTo>
                  <a:lnTo>
                    <a:pt x="79643" y="33659"/>
                  </a:lnTo>
                  <a:lnTo>
                    <a:pt x="79643" y="33632"/>
                  </a:lnTo>
                  <a:lnTo>
                    <a:pt x="79569" y="33459"/>
                  </a:lnTo>
                  <a:lnTo>
                    <a:pt x="79569" y="33405"/>
                  </a:lnTo>
                  <a:lnTo>
                    <a:pt x="79551" y="33379"/>
                  </a:lnTo>
                  <a:lnTo>
                    <a:pt x="79532" y="33379"/>
                  </a:lnTo>
                  <a:lnTo>
                    <a:pt x="79514" y="33365"/>
                  </a:lnTo>
                  <a:lnTo>
                    <a:pt x="79477" y="33325"/>
                  </a:lnTo>
                  <a:lnTo>
                    <a:pt x="79274" y="33392"/>
                  </a:lnTo>
                  <a:lnTo>
                    <a:pt x="79256" y="33405"/>
                  </a:lnTo>
                  <a:lnTo>
                    <a:pt x="79274" y="33459"/>
                  </a:lnTo>
                  <a:lnTo>
                    <a:pt x="79256" y="33472"/>
                  </a:lnTo>
                  <a:lnTo>
                    <a:pt x="79182" y="33499"/>
                  </a:lnTo>
                  <a:lnTo>
                    <a:pt x="79164" y="33379"/>
                  </a:lnTo>
                  <a:lnTo>
                    <a:pt x="79201" y="33325"/>
                  </a:lnTo>
                  <a:lnTo>
                    <a:pt x="79440" y="33245"/>
                  </a:lnTo>
                  <a:lnTo>
                    <a:pt x="79643" y="33085"/>
                  </a:lnTo>
                  <a:lnTo>
                    <a:pt x="79809" y="33045"/>
                  </a:lnTo>
                  <a:lnTo>
                    <a:pt x="79846" y="33005"/>
                  </a:lnTo>
                  <a:lnTo>
                    <a:pt x="79883" y="32979"/>
                  </a:lnTo>
                  <a:lnTo>
                    <a:pt x="79883" y="32859"/>
                  </a:lnTo>
                  <a:lnTo>
                    <a:pt x="80030" y="32686"/>
                  </a:lnTo>
                  <a:lnTo>
                    <a:pt x="80086" y="32606"/>
                  </a:lnTo>
                  <a:lnTo>
                    <a:pt x="79993" y="32579"/>
                  </a:lnTo>
                  <a:lnTo>
                    <a:pt x="79662" y="32686"/>
                  </a:lnTo>
                  <a:lnTo>
                    <a:pt x="79569" y="32779"/>
                  </a:lnTo>
                  <a:lnTo>
                    <a:pt x="79256" y="32872"/>
                  </a:lnTo>
                  <a:lnTo>
                    <a:pt x="79035" y="32846"/>
                  </a:lnTo>
                  <a:lnTo>
                    <a:pt x="79035" y="32846"/>
                  </a:lnTo>
                  <a:lnTo>
                    <a:pt x="79440" y="32739"/>
                  </a:lnTo>
                  <a:lnTo>
                    <a:pt x="79606" y="32659"/>
                  </a:lnTo>
                  <a:lnTo>
                    <a:pt x="79717" y="32539"/>
                  </a:lnTo>
                  <a:lnTo>
                    <a:pt x="80639" y="32339"/>
                  </a:lnTo>
                  <a:lnTo>
                    <a:pt x="80786" y="32352"/>
                  </a:lnTo>
                  <a:lnTo>
                    <a:pt x="80823" y="32339"/>
                  </a:lnTo>
                  <a:lnTo>
                    <a:pt x="80860" y="32326"/>
                  </a:lnTo>
                  <a:lnTo>
                    <a:pt x="80897" y="32259"/>
                  </a:lnTo>
                  <a:lnTo>
                    <a:pt x="80915" y="32246"/>
                  </a:lnTo>
                  <a:lnTo>
                    <a:pt x="80915" y="32206"/>
                  </a:lnTo>
                  <a:lnTo>
                    <a:pt x="80878" y="32179"/>
                  </a:lnTo>
                  <a:lnTo>
                    <a:pt x="80823" y="32152"/>
                  </a:lnTo>
                  <a:lnTo>
                    <a:pt x="80731" y="32139"/>
                  </a:lnTo>
                  <a:lnTo>
                    <a:pt x="80602" y="32059"/>
                  </a:lnTo>
                  <a:lnTo>
                    <a:pt x="80546" y="32032"/>
                  </a:lnTo>
                  <a:lnTo>
                    <a:pt x="80436" y="32046"/>
                  </a:lnTo>
                  <a:lnTo>
                    <a:pt x="80012" y="32219"/>
                  </a:lnTo>
                  <a:lnTo>
                    <a:pt x="79330" y="32312"/>
                  </a:lnTo>
                  <a:lnTo>
                    <a:pt x="79127" y="32286"/>
                  </a:lnTo>
                  <a:lnTo>
                    <a:pt x="78684" y="32339"/>
                  </a:lnTo>
                  <a:lnTo>
                    <a:pt x="78611" y="32392"/>
                  </a:lnTo>
                  <a:lnTo>
                    <a:pt x="78389" y="32619"/>
                  </a:lnTo>
                  <a:lnTo>
                    <a:pt x="78353" y="32792"/>
                  </a:lnTo>
                  <a:lnTo>
                    <a:pt x="78316" y="32859"/>
                  </a:lnTo>
                  <a:lnTo>
                    <a:pt x="78205" y="32832"/>
                  </a:lnTo>
                  <a:lnTo>
                    <a:pt x="78260" y="32686"/>
                  </a:lnTo>
                  <a:lnTo>
                    <a:pt x="78482" y="32299"/>
                  </a:lnTo>
                  <a:lnTo>
                    <a:pt x="80104" y="32072"/>
                  </a:lnTo>
                  <a:lnTo>
                    <a:pt x="80288" y="31926"/>
                  </a:lnTo>
                  <a:lnTo>
                    <a:pt x="80362" y="31912"/>
                  </a:lnTo>
                  <a:lnTo>
                    <a:pt x="80694" y="31952"/>
                  </a:lnTo>
                  <a:lnTo>
                    <a:pt x="80823" y="31952"/>
                  </a:lnTo>
                  <a:lnTo>
                    <a:pt x="80989" y="32006"/>
                  </a:lnTo>
                  <a:lnTo>
                    <a:pt x="81155" y="32006"/>
                  </a:lnTo>
                  <a:lnTo>
                    <a:pt x="81247" y="32019"/>
                  </a:lnTo>
                  <a:lnTo>
                    <a:pt x="81929" y="32086"/>
                  </a:lnTo>
                  <a:lnTo>
                    <a:pt x="82335" y="32032"/>
                  </a:lnTo>
                  <a:lnTo>
                    <a:pt x="82408" y="31966"/>
                  </a:lnTo>
                  <a:lnTo>
                    <a:pt x="82482" y="31832"/>
                  </a:lnTo>
                  <a:lnTo>
                    <a:pt x="82538" y="31779"/>
                  </a:lnTo>
                  <a:lnTo>
                    <a:pt x="82648" y="31792"/>
                  </a:lnTo>
                  <a:lnTo>
                    <a:pt x="82888" y="31859"/>
                  </a:lnTo>
                  <a:lnTo>
                    <a:pt x="83017" y="31872"/>
                  </a:lnTo>
                  <a:lnTo>
                    <a:pt x="83035" y="31819"/>
                  </a:lnTo>
                  <a:lnTo>
                    <a:pt x="82980" y="31779"/>
                  </a:lnTo>
                  <a:lnTo>
                    <a:pt x="82962" y="31779"/>
                  </a:lnTo>
                  <a:lnTo>
                    <a:pt x="82925" y="31752"/>
                  </a:lnTo>
                  <a:lnTo>
                    <a:pt x="82998" y="31672"/>
                  </a:lnTo>
                  <a:lnTo>
                    <a:pt x="83404" y="31552"/>
                  </a:lnTo>
                  <a:lnTo>
                    <a:pt x="83957" y="31606"/>
                  </a:lnTo>
                  <a:lnTo>
                    <a:pt x="84049" y="31552"/>
                  </a:lnTo>
                  <a:lnTo>
                    <a:pt x="84012" y="31286"/>
                  </a:lnTo>
                  <a:lnTo>
                    <a:pt x="83994" y="31219"/>
                  </a:lnTo>
                  <a:lnTo>
                    <a:pt x="83939" y="31126"/>
                  </a:lnTo>
                  <a:lnTo>
                    <a:pt x="83865" y="31033"/>
                  </a:lnTo>
                  <a:lnTo>
                    <a:pt x="83754" y="30966"/>
                  </a:lnTo>
                  <a:lnTo>
                    <a:pt x="83644" y="30899"/>
                  </a:lnTo>
                  <a:lnTo>
                    <a:pt x="83570" y="30873"/>
                  </a:lnTo>
                  <a:lnTo>
                    <a:pt x="83533" y="30873"/>
                  </a:lnTo>
                  <a:lnTo>
                    <a:pt x="83496" y="30859"/>
                  </a:lnTo>
                  <a:lnTo>
                    <a:pt x="83312" y="30753"/>
                  </a:lnTo>
                  <a:lnTo>
                    <a:pt x="83238" y="30726"/>
                  </a:lnTo>
                  <a:lnTo>
                    <a:pt x="81911" y="30553"/>
                  </a:lnTo>
                  <a:lnTo>
                    <a:pt x="81210" y="30753"/>
                  </a:lnTo>
                  <a:lnTo>
                    <a:pt x="81081" y="30753"/>
                  </a:lnTo>
                  <a:lnTo>
                    <a:pt x="80675" y="30886"/>
                  </a:lnTo>
                  <a:lnTo>
                    <a:pt x="80565" y="31059"/>
                  </a:lnTo>
                  <a:lnTo>
                    <a:pt x="80491" y="31099"/>
                  </a:lnTo>
                  <a:lnTo>
                    <a:pt x="80288" y="31126"/>
                  </a:lnTo>
                  <a:lnTo>
                    <a:pt x="79182" y="31059"/>
                  </a:lnTo>
                  <a:lnTo>
                    <a:pt x="78998" y="31006"/>
                  </a:lnTo>
                  <a:lnTo>
                    <a:pt x="78648" y="31006"/>
                  </a:lnTo>
                  <a:lnTo>
                    <a:pt x="78260" y="31126"/>
                  </a:lnTo>
                  <a:lnTo>
                    <a:pt x="77947" y="31366"/>
                  </a:lnTo>
                  <a:lnTo>
                    <a:pt x="77929" y="31539"/>
                  </a:lnTo>
                  <a:lnTo>
                    <a:pt x="77855" y="31566"/>
                  </a:lnTo>
                  <a:lnTo>
                    <a:pt x="77744" y="31606"/>
                  </a:lnTo>
                  <a:lnTo>
                    <a:pt x="77726" y="31619"/>
                  </a:lnTo>
                  <a:lnTo>
                    <a:pt x="77707" y="31672"/>
                  </a:lnTo>
                  <a:lnTo>
                    <a:pt x="77670" y="31686"/>
                  </a:lnTo>
                  <a:lnTo>
                    <a:pt x="77597" y="31726"/>
                  </a:lnTo>
                  <a:lnTo>
                    <a:pt x="77523" y="31806"/>
                  </a:lnTo>
                  <a:lnTo>
                    <a:pt x="77412" y="31859"/>
                  </a:lnTo>
                  <a:lnTo>
                    <a:pt x="76509" y="31939"/>
                  </a:lnTo>
                  <a:lnTo>
                    <a:pt x="76306" y="32046"/>
                  </a:lnTo>
                  <a:lnTo>
                    <a:pt x="76251" y="32112"/>
                  </a:lnTo>
                  <a:lnTo>
                    <a:pt x="76196" y="32206"/>
                  </a:lnTo>
                  <a:lnTo>
                    <a:pt x="76159" y="32286"/>
                  </a:lnTo>
                  <a:lnTo>
                    <a:pt x="75974" y="32272"/>
                  </a:lnTo>
                  <a:lnTo>
                    <a:pt x="75901" y="32299"/>
                  </a:lnTo>
                  <a:lnTo>
                    <a:pt x="75808" y="32299"/>
                  </a:lnTo>
                  <a:lnTo>
                    <a:pt x="75772" y="32259"/>
                  </a:lnTo>
                  <a:lnTo>
                    <a:pt x="75772" y="32259"/>
                  </a:lnTo>
                  <a:lnTo>
                    <a:pt x="75790" y="32206"/>
                  </a:lnTo>
                  <a:lnTo>
                    <a:pt x="75937" y="32192"/>
                  </a:lnTo>
                  <a:lnTo>
                    <a:pt x="76177" y="31952"/>
                  </a:lnTo>
                  <a:lnTo>
                    <a:pt x="76343" y="31886"/>
                  </a:lnTo>
                  <a:lnTo>
                    <a:pt x="77394" y="31726"/>
                  </a:lnTo>
                  <a:lnTo>
                    <a:pt x="77468" y="31672"/>
                  </a:lnTo>
                  <a:lnTo>
                    <a:pt x="77541" y="31512"/>
                  </a:lnTo>
                  <a:lnTo>
                    <a:pt x="77597" y="31459"/>
                  </a:lnTo>
                  <a:lnTo>
                    <a:pt x="77744" y="31379"/>
                  </a:lnTo>
                  <a:lnTo>
                    <a:pt x="77763" y="31366"/>
                  </a:lnTo>
                  <a:lnTo>
                    <a:pt x="77799" y="31246"/>
                  </a:lnTo>
                  <a:lnTo>
                    <a:pt x="78076" y="31019"/>
                  </a:lnTo>
                  <a:lnTo>
                    <a:pt x="78131" y="30913"/>
                  </a:lnTo>
                  <a:lnTo>
                    <a:pt x="78168" y="30886"/>
                  </a:lnTo>
                  <a:lnTo>
                    <a:pt x="78168" y="30886"/>
                  </a:lnTo>
                  <a:lnTo>
                    <a:pt x="78168" y="30873"/>
                  </a:lnTo>
                  <a:lnTo>
                    <a:pt x="78205" y="30859"/>
                  </a:lnTo>
                  <a:lnTo>
                    <a:pt x="78297" y="30833"/>
                  </a:lnTo>
                  <a:lnTo>
                    <a:pt x="78574" y="30806"/>
                  </a:lnTo>
                  <a:lnTo>
                    <a:pt x="78998" y="30646"/>
                  </a:lnTo>
                  <a:lnTo>
                    <a:pt x="79035" y="30619"/>
                  </a:lnTo>
                  <a:lnTo>
                    <a:pt x="79072" y="30539"/>
                  </a:lnTo>
                  <a:lnTo>
                    <a:pt x="79072" y="30446"/>
                  </a:lnTo>
                  <a:lnTo>
                    <a:pt x="79053" y="30353"/>
                  </a:lnTo>
                  <a:lnTo>
                    <a:pt x="78998" y="30233"/>
                  </a:lnTo>
                  <a:lnTo>
                    <a:pt x="79035" y="30166"/>
                  </a:lnTo>
                  <a:lnTo>
                    <a:pt x="79108" y="30059"/>
                  </a:lnTo>
                  <a:lnTo>
                    <a:pt x="79127" y="30033"/>
                  </a:lnTo>
                  <a:lnTo>
                    <a:pt x="79127" y="29940"/>
                  </a:lnTo>
                  <a:lnTo>
                    <a:pt x="79127" y="29913"/>
                  </a:lnTo>
                  <a:lnTo>
                    <a:pt x="79164" y="29860"/>
                  </a:lnTo>
                  <a:lnTo>
                    <a:pt x="79219" y="29806"/>
                  </a:lnTo>
                  <a:lnTo>
                    <a:pt x="79754" y="29580"/>
                  </a:lnTo>
                  <a:lnTo>
                    <a:pt x="79883" y="29593"/>
                  </a:lnTo>
                  <a:lnTo>
                    <a:pt x="79993" y="29620"/>
                  </a:lnTo>
                  <a:lnTo>
                    <a:pt x="80104" y="29593"/>
                  </a:lnTo>
                  <a:lnTo>
                    <a:pt x="80288" y="29633"/>
                  </a:lnTo>
                  <a:lnTo>
                    <a:pt x="80805" y="29566"/>
                  </a:lnTo>
                  <a:lnTo>
                    <a:pt x="81229" y="29353"/>
                  </a:lnTo>
                  <a:lnTo>
                    <a:pt x="81155" y="29286"/>
                  </a:lnTo>
                  <a:lnTo>
                    <a:pt x="81063" y="29233"/>
                  </a:lnTo>
                  <a:lnTo>
                    <a:pt x="80897" y="29126"/>
                  </a:lnTo>
                  <a:lnTo>
                    <a:pt x="80897" y="29046"/>
                  </a:lnTo>
                  <a:lnTo>
                    <a:pt x="80805" y="28980"/>
                  </a:lnTo>
                  <a:lnTo>
                    <a:pt x="80602" y="28860"/>
                  </a:lnTo>
                  <a:lnTo>
                    <a:pt x="80510" y="28780"/>
                  </a:lnTo>
                  <a:lnTo>
                    <a:pt x="80344" y="28593"/>
                  </a:lnTo>
                  <a:lnTo>
                    <a:pt x="80270" y="28500"/>
                  </a:lnTo>
                  <a:lnTo>
                    <a:pt x="80159" y="28460"/>
                  </a:lnTo>
                  <a:lnTo>
                    <a:pt x="79846" y="28380"/>
                  </a:lnTo>
                  <a:lnTo>
                    <a:pt x="79809" y="28353"/>
                  </a:lnTo>
                  <a:lnTo>
                    <a:pt x="79791" y="28340"/>
                  </a:lnTo>
                  <a:lnTo>
                    <a:pt x="79772" y="28340"/>
                  </a:lnTo>
                  <a:lnTo>
                    <a:pt x="79754" y="28340"/>
                  </a:lnTo>
                  <a:lnTo>
                    <a:pt x="79735" y="28300"/>
                  </a:lnTo>
                  <a:lnTo>
                    <a:pt x="79717" y="28260"/>
                  </a:lnTo>
                  <a:lnTo>
                    <a:pt x="79698" y="28247"/>
                  </a:lnTo>
                  <a:lnTo>
                    <a:pt x="79625" y="28220"/>
                  </a:lnTo>
                  <a:lnTo>
                    <a:pt x="79569" y="28193"/>
                  </a:lnTo>
                  <a:lnTo>
                    <a:pt x="79459" y="28167"/>
                  </a:lnTo>
                  <a:lnTo>
                    <a:pt x="79514" y="28140"/>
                  </a:lnTo>
                  <a:lnTo>
                    <a:pt x="79459" y="28127"/>
                  </a:lnTo>
                  <a:lnTo>
                    <a:pt x="79440" y="28113"/>
                  </a:lnTo>
                  <a:lnTo>
                    <a:pt x="79422" y="28113"/>
                  </a:lnTo>
                  <a:lnTo>
                    <a:pt x="79422" y="28140"/>
                  </a:lnTo>
                  <a:lnTo>
                    <a:pt x="79385" y="28113"/>
                  </a:lnTo>
                  <a:lnTo>
                    <a:pt x="79219" y="28047"/>
                  </a:lnTo>
                  <a:lnTo>
                    <a:pt x="79164" y="27993"/>
                  </a:lnTo>
                  <a:lnTo>
                    <a:pt x="78924" y="27913"/>
                  </a:lnTo>
                  <a:lnTo>
                    <a:pt x="78813" y="27900"/>
                  </a:lnTo>
                  <a:lnTo>
                    <a:pt x="78279" y="27700"/>
                  </a:lnTo>
                  <a:lnTo>
                    <a:pt x="78168" y="27660"/>
                  </a:lnTo>
                  <a:lnTo>
                    <a:pt x="78002" y="27607"/>
                  </a:lnTo>
                  <a:lnTo>
                    <a:pt x="77836" y="27580"/>
                  </a:lnTo>
                  <a:lnTo>
                    <a:pt x="77523" y="27607"/>
                  </a:lnTo>
                  <a:lnTo>
                    <a:pt x="77468" y="27607"/>
                  </a:lnTo>
                  <a:lnTo>
                    <a:pt x="77412" y="27593"/>
                  </a:lnTo>
                  <a:lnTo>
                    <a:pt x="77394" y="27580"/>
                  </a:lnTo>
                  <a:lnTo>
                    <a:pt x="77339" y="27540"/>
                  </a:lnTo>
                  <a:lnTo>
                    <a:pt x="77302" y="27527"/>
                  </a:lnTo>
                  <a:lnTo>
                    <a:pt x="77246" y="27540"/>
                  </a:lnTo>
                  <a:lnTo>
                    <a:pt x="77117" y="27620"/>
                  </a:lnTo>
                  <a:lnTo>
                    <a:pt x="77210" y="27700"/>
                  </a:lnTo>
                  <a:lnTo>
                    <a:pt x="77210" y="27793"/>
                  </a:lnTo>
                  <a:lnTo>
                    <a:pt x="77136" y="27927"/>
                  </a:lnTo>
                  <a:lnTo>
                    <a:pt x="77136" y="28073"/>
                  </a:lnTo>
                  <a:lnTo>
                    <a:pt x="77099" y="28100"/>
                  </a:lnTo>
                  <a:lnTo>
                    <a:pt x="77099" y="28140"/>
                  </a:lnTo>
                  <a:lnTo>
                    <a:pt x="77173" y="28193"/>
                  </a:lnTo>
                  <a:lnTo>
                    <a:pt x="77265" y="28260"/>
                  </a:lnTo>
                  <a:lnTo>
                    <a:pt x="77246" y="28273"/>
                  </a:lnTo>
                  <a:lnTo>
                    <a:pt x="77191" y="28260"/>
                  </a:lnTo>
                  <a:lnTo>
                    <a:pt x="77173" y="28273"/>
                  </a:lnTo>
                  <a:lnTo>
                    <a:pt x="77173" y="28313"/>
                  </a:lnTo>
                  <a:lnTo>
                    <a:pt x="77210" y="28367"/>
                  </a:lnTo>
                  <a:lnTo>
                    <a:pt x="77265" y="28380"/>
                  </a:lnTo>
                  <a:lnTo>
                    <a:pt x="77357" y="28353"/>
                  </a:lnTo>
                  <a:lnTo>
                    <a:pt x="77375" y="28380"/>
                  </a:lnTo>
                  <a:lnTo>
                    <a:pt x="77339" y="28433"/>
                  </a:lnTo>
                  <a:lnTo>
                    <a:pt x="77339" y="28473"/>
                  </a:lnTo>
                  <a:lnTo>
                    <a:pt x="77375" y="28487"/>
                  </a:lnTo>
                  <a:lnTo>
                    <a:pt x="77615" y="28447"/>
                  </a:lnTo>
                  <a:lnTo>
                    <a:pt x="77707" y="28460"/>
                  </a:lnTo>
                  <a:lnTo>
                    <a:pt x="77634" y="28713"/>
                  </a:lnTo>
                  <a:lnTo>
                    <a:pt x="77578" y="28793"/>
                  </a:lnTo>
                  <a:lnTo>
                    <a:pt x="77486" y="28860"/>
                  </a:lnTo>
                  <a:lnTo>
                    <a:pt x="77394" y="28860"/>
                  </a:lnTo>
                  <a:lnTo>
                    <a:pt x="77357" y="28860"/>
                  </a:lnTo>
                  <a:lnTo>
                    <a:pt x="77357" y="28886"/>
                  </a:lnTo>
                  <a:lnTo>
                    <a:pt x="77357" y="28900"/>
                  </a:lnTo>
                  <a:lnTo>
                    <a:pt x="77394" y="28966"/>
                  </a:lnTo>
                  <a:lnTo>
                    <a:pt x="77394" y="28966"/>
                  </a:lnTo>
                  <a:lnTo>
                    <a:pt x="77375" y="28980"/>
                  </a:lnTo>
                  <a:lnTo>
                    <a:pt x="77265" y="29006"/>
                  </a:lnTo>
                  <a:lnTo>
                    <a:pt x="77210" y="28993"/>
                  </a:lnTo>
                  <a:lnTo>
                    <a:pt x="77191" y="29006"/>
                  </a:lnTo>
                  <a:lnTo>
                    <a:pt x="77173" y="29033"/>
                  </a:lnTo>
                  <a:lnTo>
                    <a:pt x="77191" y="29060"/>
                  </a:lnTo>
                  <a:lnTo>
                    <a:pt x="77246" y="29100"/>
                  </a:lnTo>
                  <a:lnTo>
                    <a:pt x="77283" y="29086"/>
                  </a:lnTo>
                  <a:lnTo>
                    <a:pt x="77283" y="29140"/>
                  </a:lnTo>
                  <a:lnTo>
                    <a:pt x="77265" y="29193"/>
                  </a:lnTo>
                  <a:lnTo>
                    <a:pt x="77265" y="29313"/>
                  </a:lnTo>
                  <a:lnTo>
                    <a:pt x="77228" y="29353"/>
                  </a:lnTo>
                  <a:lnTo>
                    <a:pt x="77191" y="29366"/>
                  </a:lnTo>
                  <a:lnTo>
                    <a:pt x="77191" y="29406"/>
                  </a:lnTo>
                  <a:lnTo>
                    <a:pt x="77210" y="29406"/>
                  </a:lnTo>
                  <a:lnTo>
                    <a:pt x="77228" y="29433"/>
                  </a:lnTo>
                  <a:lnTo>
                    <a:pt x="77265" y="29460"/>
                  </a:lnTo>
                  <a:lnTo>
                    <a:pt x="77283" y="29513"/>
                  </a:lnTo>
                  <a:lnTo>
                    <a:pt x="77302" y="29513"/>
                  </a:lnTo>
                  <a:lnTo>
                    <a:pt x="77339" y="29513"/>
                  </a:lnTo>
                  <a:lnTo>
                    <a:pt x="77357" y="29526"/>
                  </a:lnTo>
                  <a:lnTo>
                    <a:pt x="77375" y="29526"/>
                  </a:lnTo>
                  <a:lnTo>
                    <a:pt x="77357" y="29553"/>
                  </a:lnTo>
                  <a:lnTo>
                    <a:pt x="77339" y="29566"/>
                  </a:lnTo>
                  <a:lnTo>
                    <a:pt x="77283" y="29566"/>
                  </a:lnTo>
                  <a:lnTo>
                    <a:pt x="77246" y="29566"/>
                  </a:lnTo>
                  <a:lnTo>
                    <a:pt x="77283" y="29633"/>
                  </a:lnTo>
                  <a:lnTo>
                    <a:pt x="77265" y="29646"/>
                  </a:lnTo>
                  <a:lnTo>
                    <a:pt x="77062" y="29620"/>
                  </a:lnTo>
                  <a:lnTo>
                    <a:pt x="76730" y="29700"/>
                  </a:lnTo>
                  <a:lnTo>
                    <a:pt x="76693" y="29726"/>
                  </a:lnTo>
                  <a:lnTo>
                    <a:pt x="76638" y="29846"/>
                  </a:lnTo>
                  <a:lnTo>
                    <a:pt x="76491" y="29966"/>
                  </a:lnTo>
                  <a:lnTo>
                    <a:pt x="76454" y="30113"/>
                  </a:lnTo>
                  <a:lnTo>
                    <a:pt x="76361" y="30193"/>
                  </a:lnTo>
                  <a:lnTo>
                    <a:pt x="76361" y="30713"/>
                  </a:lnTo>
                  <a:lnTo>
                    <a:pt x="76325" y="30753"/>
                  </a:lnTo>
                  <a:lnTo>
                    <a:pt x="76140" y="30819"/>
                  </a:lnTo>
                  <a:lnTo>
                    <a:pt x="76085" y="30833"/>
                  </a:lnTo>
                  <a:lnTo>
                    <a:pt x="75919" y="30779"/>
                  </a:lnTo>
                  <a:lnTo>
                    <a:pt x="75790" y="30779"/>
                  </a:lnTo>
                  <a:lnTo>
                    <a:pt x="75532" y="30913"/>
                  </a:lnTo>
                  <a:lnTo>
                    <a:pt x="75495" y="30953"/>
                  </a:lnTo>
                  <a:lnTo>
                    <a:pt x="75495" y="31033"/>
                  </a:lnTo>
                  <a:lnTo>
                    <a:pt x="75477" y="31099"/>
                  </a:lnTo>
                  <a:lnTo>
                    <a:pt x="75495" y="31139"/>
                  </a:lnTo>
                  <a:lnTo>
                    <a:pt x="75550" y="31193"/>
                  </a:lnTo>
                  <a:lnTo>
                    <a:pt x="75587" y="31219"/>
                  </a:lnTo>
                  <a:lnTo>
                    <a:pt x="75606" y="31339"/>
                  </a:lnTo>
                  <a:lnTo>
                    <a:pt x="75606" y="31459"/>
                  </a:lnTo>
                  <a:lnTo>
                    <a:pt x="75569" y="31552"/>
                  </a:lnTo>
                  <a:lnTo>
                    <a:pt x="75532" y="31606"/>
                  </a:lnTo>
                  <a:lnTo>
                    <a:pt x="75550" y="31659"/>
                  </a:lnTo>
                  <a:lnTo>
                    <a:pt x="75587" y="31779"/>
                  </a:lnTo>
                  <a:lnTo>
                    <a:pt x="75606" y="31886"/>
                  </a:lnTo>
                  <a:lnTo>
                    <a:pt x="75532" y="31859"/>
                  </a:lnTo>
                  <a:lnTo>
                    <a:pt x="75495" y="31806"/>
                  </a:lnTo>
                  <a:lnTo>
                    <a:pt x="75458" y="31752"/>
                  </a:lnTo>
                  <a:lnTo>
                    <a:pt x="75440" y="31699"/>
                  </a:lnTo>
                  <a:lnTo>
                    <a:pt x="75403" y="31659"/>
                  </a:lnTo>
                  <a:lnTo>
                    <a:pt x="75403" y="31632"/>
                  </a:lnTo>
                  <a:lnTo>
                    <a:pt x="75384" y="31552"/>
                  </a:lnTo>
                  <a:lnTo>
                    <a:pt x="75403" y="31499"/>
                  </a:lnTo>
                  <a:lnTo>
                    <a:pt x="75440" y="31379"/>
                  </a:lnTo>
                  <a:lnTo>
                    <a:pt x="75421" y="31299"/>
                  </a:lnTo>
                  <a:lnTo>
                    <a:pt x="75403" y="31246"/>
                  </a:lnTo>
                  <a:lnTo>
                    <a:pt x="75347" y="31099"/>
                  </a:lnTo>
                  <a:lnTo>
                    <a:pt x="75311" y="31033"/>
                  </a:lnTo>
                  <a:lnTo>
                    <a:pt x="75311" y="30966"/>
                  </a:lnTo>
                  <a:lnTo>
                    <a:pt x="75347" y="30833"/>
                  </a:lnTo>
                  <a:lnTo>
                    <a:pt x="75384" y="30753"/>
                  </a:lnTo>
                  <a:lnTo>
                    <a:pt x="75458" y="30713"/>
                  </a:lnTo>
                  <a:lnTo>
                    <a:pt x="76030" y="30673"/>
                  </a:lnTo>
                  <a:lnTo>
                    <a:pt x="76103" y="30633"/>
                  </a:lnTo>
                  <a:lnTo>
                    <a:pt x="76140" y="30579"/>
                  </a:lnTo>
                  <a:lnTo>
                    <a:pt x="76177" y="30486"/>
                  </a:lnTo>
                  <a:lnTo>
                    <a:pt x="76159" y="30246"/>
                  </a:lnTo>
                  <a:lnTo>
                    <a:pt x="76159" y="30179"/>
                  </a:lnTo>
                  <a:lnTo>
                    <a:pt x="76214" y="30113"/>
                  </a:lnTo>
                  <a:lnTo>
                    <a:pt x="76214" y="30019"/>
                  </a:lnTo>
                  <a:lnTo>
                    <a:pt x="76251" y="29966"/>
                  </a:lnTo>
                  <a:lnTo>
                    <a:pt x="76269" y="29886"/>
                  </a:lnTo>
                  <a:lnTo>
                    <a:pt x="76269" y="29753"/>
                  </a:lnTo>
                  <a:lnTo>
                    <a:pt x="76325" y="29686"/>
                  </a:lnTo>
                  <a:lnTo>
                    <a:pt x="76656" y="29393"/>
                  </a:lnTo>
                  <a:lnTo>
                    <a:pt x="76730" y="29246"/>
                  </a:lnTo>
                  <a:lnTo>
                    <a:pt x="76730" y="29033"/>
                  </a:lnTo>
                  <a:lnTo>
                    <a:pt x="76675" y="29006"/>
                  </a:lnTo>
                  <a:lnTo>
                    <a:pt x="76583" y="28953"/>
                  </a:lnTo>
                  <a:lnTo>
                    <a:pt x="76693" y="28700"/>
                  </a:lnTo>
                  <a:lnTo>
                    <a:pt x="76638" y="28620"/>
                  </a:lnTo>
                  <a:lnTo>
                    <a:pt x="76583" y="28593"/>
                  </a:lnTo>
                  <a:lnTo>
                    <a:pt x="76546" y="28580"/>
                  </a:lnTo>
                  <a:lnTo>
                    <a:pt x="76509" y="28526"/>
                  </a:lnTo>
                  <a:lnTo>
                    <a:pt x="76472" y="28500"/>
                  </a:lnTo>
                  <a:lnTo>
                    <a:pt x="76454" y="28487"/>
                  </a:lnTo>
                  <a:lnTo>
                    <a:pt x="76361" y="28473"/>
                  </a:lnTo>
                  <a:lnTo>
                    <a:pt x="75901" y="28673"/>
                  </a:lnTo>
                  <a:lnTo>
                    <a:pt x="75790" y="28713"/>
                  </a:lnTo>
                  <a:lnTo>
                    <a:pt x="75532" y="28700"/>
                  </a:lnTo>
                  <a:lnTo>
                    <a:pt x="75477" y="28740"/>
                  </a:lnTo>
                  <a:lnTo>
                    <a:pt x="75569" y="28780"/>
                  </a:lnTo>
                  <a:lnTo>
                    <a:pt x="75808" y="28766"/>
                  </a:lnTo>
                  <a:lnTo>
                    <a:pt x="75827" y="28873"/>
                  </a:lnTo>
                  <a:lnTo>
                    <a:pt x="75735" y="28900"/>
                  </a:lnTo>
                  <a:lnTo>
                    <a:pt x="75495" y="28873"/>
                  </a:lnTo>
                  <a:lnTo>
                    <a:pt x="75403" y="28886"/>
                  </a:lnTo>
                  <a:lnTo>
                    <a:pt x="74573" y="29433"/>
                  </a:lnTo>
                  <a:lnTo>
                    <a:pt x="74555" y="29526"/>
                  </a:lnTo>
                  <a:lnTo>
                    <a:pt x="74518" y="29660"/>
                  </a:lnTo>
                  <a:lnTo>
                    <a:pt x="74536" y="29753"/>
                  </a:lnTo>
                  <a:lnTo>
                    <a:pt x="74555" y="29820"/>
                  </a:lnTo>
                  <a:lnTo>
                    <a:pt x="74628" y="29913"/>
                  </a:lnTo>
                  <a:lnTo>
                    <a:pt x="74647" y="29926"/>
                  </a:lnTo>
                  <a:lnTo>
                    <a:pt x="74702" y="29966"/>
                  </a:lnTo>
                  <a:lnTo>
                    <a:pt x="74739" y="29980"/>
                  </a:lnTo>
                  <a:lnTo>
                    <a:pt x="74776" y="30006"/>
                  </a:lnTo>
                  <a:lnTo>
                    <a:pt x="74850" y="30019"/>
                  </a:lnTo>
                  <a:lnTo>
                    <a:pt x="74905" y="30059"/>
                  </a:lnTo>
                  <a:lnTo>
                    <a:pt x="74942" y="30139"/>
                  </a:lnTo>
                  <a:lnTo>
                    <a:pt x="74942" y="30206"/>
                  </a:lnTo>
                  <a:lnTo>
                    <a:pt x="74923" y="30246"/>
                  </a:lnTo>
                  <a:lnTo>
                    <a:pt x="74887" y="30286"/>
                  </a:lnTo>
                  <a:lnTo>
                    <a:pt x="74831" y="30353"/>
                  </a:lnTo>
                  <a:lnTo>
                    <a:pt x="74776" y="30366"/>
                  </a:lnTo>
                  <a:lnTo>
                    <a:pt x="74665" y="30339"/>
                  </a:lnTo>
                  <a:lnTo>
                    <a:pt x="74592" y="30339"/>
                  </a:lnTo>
                  <a:lnTo>
                    <a:pt x="74370" y="30446"/>
                  </a:lnTo>
                  <a:lnTo>
                    <a:pt x="74315" y="30499"/>
                  </a:lnTo>
                  <a:lnTo>
                    <a:pt x="74131" y="31113"/>
                  </a:lnTo>
                  <a:lnTo>
                    <a:pt x="74094" y="31166"/>
                  </a:lnTo>
                  <a:lnTo>
                    <a:pt x="73854" y="31233"/>
                  </a:lnTo>
                  <a:lnTo>
                    <a:pt x="73854" y="31139"/>
                  </a:lnTo>
                  <a:lnTo>
                    <a:pt x="73873" y="31113"/>
                  </a:lnTo>
                  <a:lnTo>
                    <a:pt x="73965" y="31099"/>
                  </a:lnTo>
                  <a:lnTo>
                    <a:pt x="73983" y="31086"/>
                  </a:lnTo>
                  <a:lnTo>
                    <a:pt x="74002" y="31033"/>
                  </a:lnTo>
                  <a:lnTo>
                    <a:pt x="74002" y="30966"/>
                  </a:lnTo>
                  <a:lnTo>
                    <a:pt x="74020" y="30913"/>
                  </a:lnTo>
                  <a:lnTo>
                    <a:pt x="74131" y="30859"/>
                  </a:lnTo>
                  <a:lnTo>
                    <a:pt x="74149" y="30819"/>
                  </a:lnTo>
                  <a:lnTo>
                    <a:pt x="74168" y="30739"/>
                  </a:lnTo>
                  <a:lnTo>
                    <a:pt x="74149" y="30726"/>
                  </a:lnTo>
                  <a:lnTo>
                    <a:pt x="74131" y="30699"/>
                  </a:lnTo>
                  <a:lnTo>
                    <a:pt x="74112" y="30686"/>
                  </a:lnTo>
                  <a:lnTo>
                    <a:pt x="74094" y="30673"/>
                  </a:lnTo>
                  <a:lnTo>
                    <a:pt x="74057" y="30633"/>
                  </a:lnTo>
                  <a:lnTo>
                    <a:pt x="74094" y="30619"/>
                  </a:lnTo>
                  <a:lnTo>
                    <a:pt x="74094" y="30606"/>
                  </a:lnTo>
                  <a:lnTo>
                    <a:pt x="74112" y="30566"/>
                  </a:lnTo>
                  <a:lnTo>
                    <a:pt x="74168" y="30473"/>
                  </a:lnTo>
                  <a:lnTo>
                    <a:pt x="74223" y="30446"/>
                  </a:lnTo>
                  <a:lnTo>
                    <a:pt x="74315" y="30313"/>
                  </a:lnTo>
                  <a:lnTo>
                    <a:pt x="74370" y="30273"/>
                  </a:lnTo>
                  <a:lnTo>
                    <a:pt x="74758" y="30206"/>
                  </a:lnTo>
                  <a:lnTo>
                    <a:pt x="74776" y="30166"/>
                  </a:lnTo>
                  <a:lnTo>
                    <a:pt x="74684" y="30086"/>
                  </a:lnTo>
                  <a:lnTo>
                    <a:pt x="74555" y="30019"/>
                  </a:lnTo>
                  <a:lnTo>
                    <a:pt x="74499" y="29980"/>
                  </a:lnTo>
                  <a:lnTo>
                    <a:pt x="74297" y="29966"/>
                  </a:lnTo>
                  <a:lnTo>
                    <a:pt x="74112" y="29980"/>
                  </a:lnTo>
                  <a:lnTo>
                    <a:pt x="74057" y="30046"/>
                  </a:lnTo>
                  <a:lnTo>
                    <a:pt x="74039" y="30219"/>
                  </a:lnTo>
                  <a:lnTo>
                    <a:pt x="74002" y="30286"/>
                  </a:lnTo>
                  <a:lnTo>
                    <a:pt x="73928" y="30286"/>
                  </a:lnTo>
                  <a:lnTo>
                    <a:pt x="73909" y="30233"/>
                  </a:lnTo>
                  <a:lnTo>
                    <a:pt x="73909" y="30166"/>
                  </a:lnTo>
                  <a:lnTo>
                    <a:pt x="73965" y="30086"/>
                  </a:lnTo>
                  <a:lnTo>
                    <a:pt x="73965" y="30019"/>
                  </a:lnTo>
                  <a:lnTo>
                    <a:pt x="74223" y="29846"/>
                  </a:lnTo>
                  <a:lnTo>
                    <a:pt x="74297" y="29793"/>
                  </a:lnTo>
                  <a:lnTo>
                    <a:pt x="74315" y="29700"/>
                  </a:lnTo>
                  <a:lnTo>
                    <a:pt x="74297" y="29593"/>
                  </a:lnTo>
                  <a:lnTo>
                    <a:pt x="74278" y="29553"/>
                  </a:lnTo>
                  <a:lnTo>
                    <a:pt x="74260" y="29526"/>
                  </a:lnTo>
                  <a:lnTo>
                    <a:pt x="74223" y="29486"/>
                  </a:lnTo>
                  <a:lnTo>
                    <a:pt x="74223" y="29433"/>
                  </a:lnTo>
                  <a:lnTo>
                    <a:pt x="74260" y="29406"/>
                  </a:lnTo>
                  <a:lnTo>
                    <a:pt x="74370" y="29286"/>
                  </a:lnTo>
                  <a:lnTo>
                    <a:pt x="74481" y="29060"/>
                  </a:lnTo>
                  <a:lnTo>
                    <a:pt x="74628" y="29006"/>
                  </a:lnTo>
                  <a:lnTo>
                    <a:pt x="74684" y="28953"/>
                  </a:lnTo>
                  <a:lnTo>
                    <a:pt x="74665" y="28873"/>
                  </a:lnTo>
                  <a:lnTo>
                    <a:pt x="74684" y="28833"/>
                  </a:lnTo>
                  <a:lnTo>
                    <a:pt x="74868" y="28726"/>
                  </a:lnTo>
                  <a:lnTo>
                    <a:pt x="74923" y="28633"/>
                  </a:lnTo>
                  <a:lnTo>
                    <a:pt x="75016" y="28593"/>
                  </a:lnTo>
                  <a:lnTo>
                    <a:pt x="75053" y="28526"/>
                  </a:lnTo>
                  <a:lnTo>
                    <a:pt x="75089" y="28500"/>
                  </a:lnTo>
                  <a:lnTo>
                    <a:pt x="75255" y="28473"/>
                  </a:lnTo>
                  <a:lnTo>
                    <a:pt x="75347" y="28433"/>
                  </a:lnTo>
                  <a:lnTo>
                    <a:pt x="75421" y="28273"/>
                  </a:lnTo>
                  <a:lnTo>
                    <a:pt x="75661" y="28233"/>
                  </a:lnTo>
                  <a:lnTo>
                    <a:pt x="75753" y="28113"/>
                  </a:lnTo>
                  <a:lnTo>
                    <a:pt x="75974" y="27993"/>
                  </a:lnTo>
                  <a:lnTo>
                    <a:pt x="76011" y="27940"/>
                  </a:lnTo>
                  <a:lnTo>
                    <a:pt x="76011" y="27860"/>
                  </a:lnTo>
                  <a:lnTo>
                    <a:pt x="75974" y="27793"/>
                  </a:lnTo>
                  <a:lnTo>
                    <a:pt x="75919" y="27700"/>
                  </a:lnTo>
                  <a:lnTo>
                    <a:pt x="75808" y="27607"/>
                  </a:lnTo>
                  <a:lnTo>
                    <a:pt x="75735" y="27540"/>
                  </a:lnTo>
                  <a:lnTo>
                    <a:pt x="75716" y="27447"/>
                  </a:lnTo>
                  <a:lnTo>
                    <a:pt x="75716" y="27380"/>
                  </a:lnTo>
                  <a:lnTo>
                    <a:pt x="75735" y="27327"/>
                  </a:lnTo>
                  <a:lnTo>
                    <a:pt x="75753" y="27300"/>
                  </a:lnTo>
                  <a:lnTo>
                    <a:pt x="75790" y="27273"/>
                  </a:lnTo>
                  <a:lnTo>
                    <a:pt x="75845" y="27300"/>
                  </a:lnTo>
                  <a:lnTo>
                    <a:pt x="75937" y="27380"/>
                  </a:lnTo>
                  <a:lnTo>
                    <a:pt x="75937" y="27407"/>
                  </a:lnTo>
                  <a:lnTo>
                    <a:pt x="75937" y="27473"/>
                  </a:lnTo>
                  <a:lnTo>
                    <a:pt x="75956" y="27527"/>
                  </a:lnTo>
                  <a:lnTo>
                    <a:pt x="76030" y="27580"/>
                  </a:lnTo>
                  <a:lnTo>
                    <a:pt x="76177" y="27620"/>
                  </a:lnTo>
                  <a:lnTo>
                    <a:pt x="76288" y="27647"/>
                  </a:lnTo>
                  <a:lnTo>
                    <a:pt x="76325" y="27593"/>
                  </a:lnTo>
                  <a:lnTo>
                    <a:pt x="76306" y="27527"/>
                  </a:lnTo>
                  <a:lnTo>
                    <a:pt x="76251" y="27447"/>
                  </a:lnTo>
                  <a:lnTo>
                    <a:pt x="76214" y="27380"/>
                  </a:lnTo>
                  <a:lnTo>
                    <a:pt x="76269" y="27327"/>
                  </a:lnTo>
                  <a:lnTo>
                    <a:pt x="76269" y="27300"/>
                  </a:lnTo>
                  <a:lnTo>
                    <a:pt x="76196" y="27193"/>
                  </a:lnTo>
                  <a:lnTo>
                    <a:pt x="76196" y="27167"/>
                  </a:lnTo>
                  <a:lnTo>
                    <a:pt x="76214" y="27153"/>
                  </a:lnTo>
                  <a:lnTo>
                    <a:pt x="76251" y="27113"/>
                  </a:lnTo>
                  <a:lnTo>
                    <a:pt x="76251" y="26980"/>
                  </a:lnTo>
                  <a:lnTo>
                    <a:pt x="76251" y="26914"/>
                  </a:lnTo>
                  <a:lnTo>
                    <a:pt x="76196" y="26874"/>
                  </a:lnTo>
                  <a:lnTo>
                    <a:pt x="76177" y="26820"/>
                  </a:lnTo>
                  <a:lnTo>
                    <a:pt x="76122" y="26767"/>
                  </a:lnTo>
                  <a:lnTo>
                    <a:pt x="76085" y="26727"/>
                  </a:lnTo>
                  <a:lnTo>
                    <a:pt x="76030" y="26714"/>
                  </a:lnTo>
                  <a:lnTo>
                    <a:pt x="75919" y="26674"/>
                  </a:lnTo>
                  <a:lnTo>
                    <a:pt x="75827" y="26647"/>
                  </a:lnTo>
                  <a:lnTo>
                    <a:pt x="73909" y="26554"/>
                  </a:lnTo>
                  <a:lnTo>
                    <a:pt x="73817" y="26540"/>
                  </a:lnTo>
                  <a:lnTo>
                    <a:pt x="73504" y="26394"/>
                  </a:lnTo>
                  <a:lnTo>
                    <a:pt x="73356" y="26407"/>
                  </a:lnTo>
                  <a:lnTo>
                    <a:pt x="73098" y="26540"/>
                  </a:lnTo>
                  <a:lnTo>
                    <a:pt x="73098" y="26527"/>
                  </a:lnTo>
                  <a:lnTo>
                    <a:pt x="73061" y="26474"/>
                  </a:lnTo>
                  <a:lnTo>
                    <a:pt x="72932" y="26527"/>
                  </a:lnTo>
                  <a:lnTo>
                    <a:pt x="72748" y="26674"/>
                  </a:lnTo>
                  <a:lnTo>
                    <a:pt x="72730" y="26740"/>
                  </a:lnTo>
                  <a:lnTo>
                    <a:pt x="72730" y="26807"/>
                  </a:lnTo>
                  <a:lnTo>
                    <a:pt x="72766" y="26900"/>
                  </a:lnTo>
                  <a:lnTo>
                    <a:pt x="72840" y="27007"/>
                  </a:lnTo>
                  <a:lnTo>
                    <a:pt x="72859" y="27060"/>
                  </a:lnTo>
                  <a:lnTo>
                    <a:pt x="72859" y="27113"/>
                  </a:lnTo>
                  <a:lnTo>
                    <a:pt x="72766" y="27127"/>
                  </a:lnTo>
                  <a:lnTo>
                    <a:pt x="72601" y="27033"/>
                  </a:lnTo>
                  <a:lnTo>
                    <a:pt x="72545" y="27033"/>
                  </a:lnTo>
                  <a:lnTo>
                    <a:pt x="72545" y="27127"/>
                  </a:lnTo>
                  <a:lnTo>
                    <a:pt x="72637" y="27153"/>
                  </a:lnTo>
                  <a:lnTo>
                    <a:pt x="72656" y="27153"/>
                  </a:lnTo>
                  <a:lnTo>
                    <a:pt x="72637" y="27193"/>
                  </a:lnTo>
                  <a:lnTo>
                    <a:pt x="72490" y="27207"/>
                  </a:lnTo>
                  <a:lnTo>
                    <a:pt x="72471" y="27327"/>
                  </a:lnTo>
                  <a:lnTo>
                    <a:pt x="72379" y="27393"/>
                  </a:lnTo>
                  <a:lnTo>
                    <a:pt x="72342" y="27433"/>
                  </a:lnTo>
                  <a:lnTo>
                    <a:pt x="72398" y="27660"/>
                  </a:lnTo>
                  <a:lnTo>
                    <a:pt x="72398" y="27727"/>
                  </a:lnTo>
                  <a:lnTo>
                    <a:pt x="72324" y="27647"/>
                  </a:lnTo>
                  <a:lnTo>
                    <a:pt x="72269" y="27567"/>
                  </a:lnTo>
                  <a:lnTo>
                    <a:pt x="72269" y="27593"/>
                  </a:lnTo>
                  <a:lnTo>
                    <a:pt x="72287" y="27687"/>
                  </a:lnTo>
                  <a:lnTo>
                    <a:pt x="72232" y="27700"/>
                  </a:lnTo>
                  <a:lnTo>
                    <a:pt x="72029" y="27727"/>
                  </a:lnTo>
                  <a:lnTo>
                    <a:pt x="71771" y="27847"/>
                  </a:lnTo>
                  <a:lnTo>
                    <a:pt x="71660" y="27860"/>
                  </a:lnTo>
                  <a:lnTo>
                    <a:pt x="71642" y="27873"/>
                  </a:lnTo>
                  <a:lnTo>
                    <a:pt x="71623" y="27927"/>
                  </a:lnTo>
                  <a:lnTo>
                    <a:pt x="71771" y="28033"/>
                  </a:lnTo>
                  <a:lnTo>
                    <a:pt x="71882" y="28087"/>
                  </a:lnTo>
                  <a:lnTo>
                    <a:pt x="72011" y="28167"/>
                  </a:lnTo>
                  <a:lnTo>
                    <a:pt x="72158" y="28313"/>
                  </a:lnTo>
                  <a:lnTo>
                    <a:pt x="72047" y="28353"/>
                  </a:lnTo>
                  <a:lnTo>
                    <a:pt x="71937" y="28500"/>
                  </a:lnTo>
                  <a:lnTo>
                    <a:pt x="71882" y="28513"/>
                  </a:lnTo>
                  <a:lnTo>
                    <a:pt x="71845" y="28513"/>
                  </a:lnTo>
                  <a:lnTo>
                    <a:pt x="71826" y="28487"/>
                  </a:lnTo>
                  <a:lnTo>
                    <a:pt x="71882" y="28340"/>
                  </a:lnTo>
                  <a:lnTo>
                    <a:pt x="71882" y="28260"/>
                  </a:lnTo>
                  <a:lnTo>
                    <a:pt x="71845" y="28207"/>
                  </a:lnTo>
                  <a:lnTo>
                    <a:pt x="71642" y="28100"/>
                  </a:lnTo>
                  <a:lnTo>
                    <a:pt x="71587" y="28007"/>
                  </a:lnTo>
                  <a:lnTo>
                    <a:pt x="71568" y="27993"/>
                  </a:lnTo>
                  <a:lnTo>
                    <a:pt x="71513" y="27980"/>
                  </a:lnTo>
                  <a:lnTo>
                    <a:pt x="71457" y="27940"/>
                  </a:lnTo>
                  <a:lnTo>
                    <a:pt x="71457" y="27833"/>
                  </a:lnTo>
                  <a:lnTo>
                    <a:pt x="71513" y="27780"/>
                  </a:lnTo>
                  <a:lnTo>
                    <a:pt x="71771" y="27687"/>
                  </a:lnTo>
                  <a:lnTo>
                    <a:pt x="71882" y="27580"/>
                  </a:lnTo>
                  <a:lnTo>
                    <a:pt x="72140" y="27073"/>
                  </a:lnTo>
                  <a:lnTo>
                    <a:pt x="72195" y="26847"/>
                  </a:lnTo>
                  <a:lnTo>
                    <a:pt x="72195" y="26647"/>
                  </a:lnTo>
                  <a:lnTo>
                    <a:pt x="72176" y="26567"/>
                  </a:lnTo>
                  <a:lnTo>
                    <a:pt x="72140" y="26527"/>
                  </a:lnTo>
                  <a:lnTo>
                    <a:pt x="72140" y="26487"/>
                  </a:lnTo>
                  <a:lnTo>
                    <a:pt x="72121" y="26434"/>
                  </a:lnTo>
                  <a:lnTo>
                    <a:pt x="72066" y="26407"/>
                  </a:lnTo>
                  <a:lnTo>
                    <a:pt x="72011" y="26394"/>
                  </a:lnTo>
                  <a:lnTo>
                    <a:pt x="71974" y="26380"/>
                  </a:lnTo>
                  <a:lnTo>
                    <a:pt x="71826" y="26394"/>
                  </a:lnTo>
                  <a:lnTo>
                    <a:pt x="71771" y="26434"/>
                  </a:lnTo>
                  <a:lnTo>
                    <a:pt x="71384" y="26994"/>
                  </a:lnTo>
                  <a:lnTo>
                    <a:pt x="71107" y="27153"/>
                  </a:lnTo>
                  <a:lnTo>
                    <a:pt x="71052" y="27260"/>
                  </a:lnTo>
                  <a:lnTo>
                    <a:pt x="71033" y="27380"/>
                  </a:lnTo>
                  <a:lnTo>
                    <a:pt x="71015" y="27420"/>
                  </a:lnTo>
                  <a:lnTo>
                    <a:pt x="70904" y="27433"/>
                  </a:lnTo>
                  <a:lnTo>
                    <a:pt x="70831" y="27540"/>
                  </a:lnTo>
                  <a:lnTo>
                    <a:pt x="70849" y="27553"/>
                  </a:lnTo>
                  <a:lnTo>
                    <a:pt x="70849" y="27593"/>
                  </a:lnTo>
                  <a:lnTo>
                    <a:pt x="70831" y="27620"/>
                  </a:lnTo>
                  <a:lnTo>
                    <a:pt x="70757" y="27687"/>
                  </a:lnTo>
                  <a:lnTo>
                    <a:pt x="70609" y="28033"/>
                  </a:lnTo>
                  <a:lnTo>
                    <a:pt x="70370" y="28180"/>
                  </a:lnTo>
                  <a:lnTo>
                    <a:pt x="70388" y="28260"/>
                  </a:lnTo>
                  <a:lnTo>
                    <a:pt x="70462" y="28380"/>
                  </a:lnTo>
                  <a:lnTo>
                    <a:pt x="70462" y="28447"/>
                  </a:lnTo>
                  <a:lnTo>
                    <a:pt x="70462" y="28487"/>
                  </a:lnTo>
                  <a:lnTo>
                    <a:pt x="70480" y="28580"/>
                  </a:lnTo>
                  <a:lnTo>
                    <a:pt x="70646" y="28606"/>
                  </a:lnTo>
                  <a:lnTo>
                    <a:pt x="70683" y="28620"/>
                  </a:lnTo>
                  <a:lnTo>
                    <a:pt x="70683" y="28660"/>
                  </a:lnTo>
                  <a:lnTo>
                    <a:pt x="70573" y="28700"/>
                  </a:lnTo>
                  <a:lnTo>
                    <a:pt x="70554" y="28740"/>
                  </a:lnTo>
                  <a:lnTo>
                    <a:pt x="70591" y="28753"/>
                  </a:lnTo>
                  <a:lnTo>
                    <a:pt x="70609" y="28860"/>
                  </a:lnTo>
                  <a:lnTo>
                    <a:pt x="70683" y="29113"/>
                  </a:lnTo>
                  <a:lnTo>
                    <a:pt x="70702" y="29153"/>
                  </a:lnTo>
                  <a:lnTo>
                    <a:pt x="70738" y="29260"/>
                  </a:lnTo>
                  <a:lnTo>
                    <a:pt x="70738" y="29286"/>
                  </a:lnTo>
                  <a:lnTo>
                    <a:pt x="70738" y="29313"/>
                  </a:lnTo>
                  <a:lnTo>
                    <a:pt x="70757" y="29366"/>
                  </a:lnTo>
                  <a:lnTo>
                    <a:pt x="70775" y="29446"/>
                  </a:lnTo>
                  <a:lnTo>
                    <a:pt x="70794" y="29526"/>
                  </a:lnTo>
                  <a:lnTo>
                    <a:pt x="70849" y="29580"/>
                  </a:lnTo>
                  <a:lnTo>
                    <a:pt x="70868" y="29620"/>
                  </a:lnTo>
                  <a:lnTo>
                    <a:pt x="70868" y="29620"/>
                  </a:lnTo>
                  <a:lnTo>
                    <a:pt x="70886" y="29753"/>
                  </a:lnTo>
                  <a:lnTo>
                    <a:pt x="70904" y="29806"/>
                  </a:lnTo>
                  <a:lnTo>
                    <a:pt x="70941" y="29846"/>
                  </a:lnTo>
                  <a:lnTo>
                    <a:pt x="70978" y="29860"/>
                  </a:lnTo>
                  <a:lnTo>
                    <a:pt x="71015" y="29886"/>
                  </a:lnTo>
                  <a:lnTo>
                    <a:pt x="71033" y="29940"/>
                  </a:lnTo>
                  <a:lnTo>
                    <a:pt x="71052" y="30073"/>
                  </a:lnTo>
                  <a:lnTo>
                    <a:pt x="71089" y="30113"/>
                  </a:lnTo>
                  <a:lnTo>
                    <a:pt x="71052" y="30233"/>
                  </a:lnTo>
                  <a:lnTo>
                    <a:pt x="71052" y="30313"/>
                  </a:lnTo>
                  <a:lnTo>
                    <a:pt x="71089" y="30406"/>
                  </a:lnTo>
                  <a:lnTo>
                    <a:pt x="71126" y="30499"/>
                  </a:lnTo>
                  <a:lnTo>
                    <a:pt x="71163" y="30566"/>
                  </a:lnTo>
                  <a:lnTo>
                    <a:pt x="71163" y="30606"/>
                  </a:lnTo>
                  <a:lnTo>
                    <a:pt x="71070" y="30859"/>
                  </a:lnTo>
                  <a:lnTo>
                    <a:pt x="71070" y="30953"/>
                  </a:lnTo>
                  <a:lnTo>
                    <a:pt x="71089" y="31086"/>
                  </a:lnTo>
                  <a:lnTo>
                    <a:pt x="71089" y="31139"/>
                  </a:lnTo>
                  <a:lnTo>
                    <a:pt x="71070" y="31166"/>
                  </a:lnTo>
                  <a:lnTo>
                    <a:pt x="71033" y="31099"/>
                  </a:lnTo>
                  <a:lnTo>
                    <a:pt x="70978" y="30939"/>
                  </a:lnTo>
                  <a:lnTo>
                    <a:pt x="70960" y="30873"/>
                  </a:lnTo>
                  <a:lnTo>
                    <a:pt x="71052" y="30686"/>
                  </a:lnTo>
                  <a:lnTo>
                    <a:pt x="71033" y="30606"/>
                  </a:lnTo>
                  <a:lnTo>
                    <a:pt x="70978" y="30606"/>
                  </a:lnTo>
                  <a:lnTo>
                    <a:pt x="70960" y="30619"/>
                  </a:lnTo>
                  <a:lnTo>
                    <a:pt x="70960" y="30646"/>
                  </a:lnTo>
                  <a:lnTo>
                    <a:pt x="70960" y="30619"/>
                  </a:lnTo>
                  <a:lnTo>
                    <a:pt x="70923" y="30499"/>
                  </a:lnTo>
                  <a:lnTo>
                    <a:pt x="70923" y="30486"/>
                  </a:lnTo>
                  <a:lnTo>
                    <a:pt x="70960" y="30473"/>
                  </a:lnTo>
                  <a:lnTo>
                    <a:pt x="70960" y="30433"/>
                  </a:lnTo>
                  <a:lnTo>
                    <a:pt x="70960" y="30366"/>
                  </a:lnTo>
                  <a:lnTo>
                    <a:pt x="70904" y="30313"/>
                  </a:lnTo>
                  <a:lnTo>
                    <a:pt x="70941" y="30193"/>
                  </a:lnTo>
                  <a:lnTo>
                    <a:pt x="70941" y="30153"/>
                  </a:lnTo>
                  <a:lnTo>
                    <a:pt x="70886" y="29926"/>
                  </a:lnTo>
                  <a:lnTo>
                    <a:pt x="70757" y="29846"/>
                  </a:lnTo>
                  <a:lnTo>
                    <a:pt x="70683" y="29806"/>
                  </a:lnTo>
                  <a:lnTo>
                    <a:pt x="70646" y="29753"/>
                  </a:lnTo>
                  <a:lnTo>
                    <a:pt x="70609" y="29686"/>
                  </a:lnTo>
                  <a:lnTo>
                    <a:pt x="70665" y="29660"/>
                  </a:lnTo>
                  <a:lnTo>
                    <a:pt x="70665" y="29620"/>
                  </a:lnTo>
                  <a:lnTo>
                    <a:pt x="70554" y="29420"/>
                  </a:lnTo>
                  <a:lnTo>
                    <a:pt x="70517" y="29273"/>
                  </a:lnTo>
                  <a:lnTo>
                    <a:pt x="70351" y="28793"/>
                  </a:lnTo>
                  <a:lnTo>
                    <a:pt x="70314" y="28726"/>
                  </a:lnTo>
                  <a:lnTo>
                    <a:pt x="70241" y="28700"/>
                  </a:lnTo>
                  <a:lnTo>
                    <a:pt x="70204" y="28700"/>
                  </a:lnTo>
                  <a:lnTo>
                    <a:pt x="70167" y="28713"/>
                  </a:lnTo>
                  <a:lnTo>
                    <a:pt x="70075" y="28726"/>
                  </a:lnTo>
                  <a:lnTo>
                    <a:pt x="69927" y="28700"/>
                  </a:lnTo>
                  <a:lnTo>
                    <a:pt x="69854" y="28700"/>
                  </a:lnTo>
                  <a:lnTo>
                    <a:pt x="69743" y="28806"/>
                  </a:lnTo>
                  <a:lnTo>
                    <a:pt x="69669" y="28793"/>
                  </a:lnTo>
                  <a:lnTo>
                    <a:pt x="69743" y="28713"/>
                  </a:lnTo>
                  <a:lnTo>
                    <a:pt x="69651" y="28673"/>
                  </a:lnTo>
                  <a:lnTo>
                    <a:pt x="69577" y="28673"/>
                  </a:lnTo>
                  <a:lnTo>
                    <a:pt x="69503" y="28713"/>
                  </a:lnTo>
                  <a:lnTo>
                    <a:pt x="69448" y="28753"/>
                  </a:lnTo>
                  <a:lnTo>
                    <a:pt x="69577" y="28886"/>
                  </a:lnTo>
                  <a:lnTo>
                    <a:pt x="69577" y="29046"/>
                  </a:lnTo>
                  <a:lnTo>
                    <a:pt x="69485" y="29313"/>
                  </a:lnTo>
                  <a:lnTo>
                    <a:pt x="69503" y="29313"/>
                  </a:lnTo>
                  <a:lnTo>
                    <a:pt x="69559" y="29353"/>
                  </a:lnTo>
                  <a:lnTo>
                    <a:pt x="69577" y="29366"/>
                  </a:lnTo>
                  <a:lnTo>
                    <a:pt x="69632" y="29553"/>
                  </a:lnTo>
                  <a:lnTo>
                    <a:pt x="69688" y="29660"/>
                  </a:lnTo>
                  <a:lnTo>
                    <a:pt x="69761" y="29753"/>
                  </a:lnTo>
                  <a:lnTo>
                    <a:pt x="69761" y="30046"/>
                  </a:lnTo>
                  <a:lnTo>
                    <a:pt x="69706" y="30113"/>
                  </a:lnTo>
                  <a:lnTo>
                    <a:pt x="69669" y="30179"/>
                  </a:lnTo>
                  <a:lnTo>
                    <a:pt x="69595" y="30179"/>
                  </a:lnTo>
                  <a:lnTo>
                    <a:pt x="69651" y="30099"/>
                  </a:lnTo>
                  <a:lnTo>
                    <a:pt x="69669" y="30006"/>
                  </a:lnTo>
                  <a:lnTo>
                    <a:pt x="69651" y="29846"/>
                  </a:lnTo>
                  <a:lnTo>
                    <a:pt x="69503" y="29580"/>
                  </a:lnTo>
                  <a:lnTo>
                    <a:pt x="69466" y="29553"/>
                  </a:lnTo>
                  <a:lnTo>
                    <a:pt x="69448" y="29540"/>
                  </a:lnTo>
                  <a:lnTo>
                    <a:pt x="69282" y="29553"/>
                  </a:lnTo>
                  <a:lnTo>
                    <a:pt x="69079" y="29726"/>
                  </a:lnTo>
                  <a:lnTo>
                    <a:pt x="68987" y="29713"/>
                  </a:lnTo>
                  <a:lnTo>
                    <a:pt x="69024" y="29633"/>
                  </a:lnTo>
                  <a:lnTo>
                    <a:pt x="69098" y="29566"/>
                  </a:lnTo>
                  <a:lnTo>
                    <a:pt x="69337" y="29500"/>
                  </a:lnTo>
                  <a:lnTo>
                    <a:pt x="69374" y="29460"/>
                  </a:lnTo>
                  <a:lnTo>
                    <a:pt x="69337" y="29406"/>
                  </a:lnTo>
                  <a:lnTo>
                    <a:pt x="69282" y="29313"/>
                  </a:lnTo>
                  <a:lnTo>
                    <a:pt x="69264" y="29273"/>
                  </a:lnTo>
                  <a:lnTo>
                    <a:pt x="69264" y="29246"/>
                  </a:lnTo>
                  <a:lnTo>
                    <a:pt x="69393" y="28966"/>
                  </a:lnTo>
                  <a:lnTo>
                    <a:pt x="69393" y="28926"/>
                  </a:lnTo>
                  <a:lnTo>
                    <a:pt x="69393" y="28886"/>
                  </a:lnTo>
                  <a:lnTo>
                    <a:pt x="69337" y="28833"/>
                  </a:lnTo>
                  <a:lnTo>
                    <a:pt x="69300" y="28780"/>
                  </a:lnTo>
                  <a:lnTo>
                    <a:pt x="69245" y="28740"/>
                  </a:lnTo>
                  <a:lnTo>
                    <a:pt x="69227" y="28700"/>
                  </a:lnTo>
                  <a:lnTo>
                    <a:pt x="69227" y="28660"/>
                  </a:lnTo>
                  <a:lnTo>
                    <a:pt x="69227" y="28633"/>
                  </a:lnTo>
                  <a:lnTo>
                    <a:pt x="69300" y="28580"/>
                  </a:lnTo>
                  <a:lnTo>
                    <a:pt x="69964" y="28580"/>
                  </a:lnTo>
                  <a:lnTo>
                    <a:pt x="70056" y="28540"/>
                  </a:lnTo>
                  <a:lnTo>
                    <a:pt x="70149" y="28473"/>
                  </a:lnTo>
                  <a:lnTo>
                    <a:pt x="70149" y="28393"/>
                  </a:lnTo>
                  <a:lnTo>
                    <a:pt x="70112" y="28327"/>
                  </a:lnTo>
                  <a:lnTo>
                    <a:pt x="70056" y="28233"/>
                  </a:lnTo>
                  <a:lnTo>
                    <a:pt x="70038" y="28127"/>
                  </a:lnTo>
                  <a:lnTo>
                    <a:pt x="70075" y="28060"/>
                  </a:lnTo>
                  <a:lnTo>
                    <a:pt x="70462" y="27673"/>
                  </a:lnTo>
                  <a:lnTo>
                    <a:pt x="70480" y="27513"/>
                  </a:lnTo>
                  <a:lnTo>
                    <a:pt x="70351" y="27313"/>
                  </a:lnTo>
                  <a:lnTo>
                    <a:pt x="70333" y="27273"/>
                  </a:lnTo>
                  <a:lnTo>
                    <a:pt x="70296" y="27167"/>
                  </a:lnTo>
                  <a:lnTo>
                    <a:pt x="70296" y="27127"/>
                  </a:lnTo>
                  <a:lnTo>
                    <a:pt x="70462" y="26767"/>
                  </a:lnTo>
                  <a:lnTo>
                    <a:pt x="70462" y="26674"/>
                  </a:lnTo>
                  <a:lnTo>
                    <a:pt x="70388" y="26567"/>
                  </a:lnTo>
                  <a:lnTo>
                    <a:pt x="70296" y="26500"/>
                  </a:lnTo>
                  <a:lnTo>
                    <a:pt x="70112" y="26367"/>
                  </a:lnTo>
                  <a:lnTo>
                    <a:pt x="70056" y="26340"/>
                  </a:lnTo>
                  <a:lnTo>
                    <a:pt x="69983" y="26247"/>
                  </a:lnTo>
                  <a:lnTo>
                    <a:pt x="69946" y="26207"/>
                  </a:lnTo>
                  <a:lnTo>
                    <a:pt x="69761" y="26087"/>
                  </a:lnTo>
                  <a:lnTo>
                    <a:pt x="69688" y="26060"/>
                  </a:lnTo>
                  <a:lnTo>
                    <a:pt x="69466" y="25994"/>
                  </a:lnTo>
                  <a:lnTo>
                    <a:pt x="69300" y="25994"/>
                  </a:lnTo>
                  <a:lnTo>
                    <a:pt x="69153" y="26060"/>
                  </a:lnTo>
                  <a:lnTo>
                    <a:pt x="69042" y="26300"/>
                  </a:lnTo>
                  <a:lnTo>
                    <a:pt x="68803" y="26540"/>
                  </a:lnTo>
                  <a:lnTo>
                    <a:pt x="68784" y="26620"/>
                  </a:lnTo>
                  <a:lnTo>
                    <a:pt x="68784" y="26714"/>
                  </a:lnTo>
                  <a:lnTo>
                    <a:pt x="68840" y="26820"/>
                  </a:lnTo>
                  <a:lnTo>
                    <a:pt x="68858" y="26887"/>
                  </a:lnTo>
                  <a:lnTo>
                    <a:pt x="68876" y="26914"/>
                  </a:lnTo>
                  <a:lnTo>
                    <a:pt x="68895" y="26954"/>
                  </a:lnTo>
                  <a:lnTo>
                    <a:pt x="68895" y="27007"/>
                  </a:lnTo>
                  <a:lnTo>
                    <a:pt x="68876" y="27073"/>
                  </a:lnTo>
                  <a:lnTo>
                    <a:pt x="68895" y="27127"/>
                  </a:lnTo>
                  <a:lnTo>
                    <a:pt x="68932" y="27193"/>
                  </a:lnTo>
                  <a:lnTo>
                    <a:pt x="68969" y="27193"/>
                  </a:lnTo>
                  <a:lnTo>
                    <a:pt x="69024" y="27193"/>
                  </a:lnTo>
                  <a:lnTo>
                    <a:pt x="69264" y="27300"/>
                  </a:lnTo>
                  <a:lnTo>
                    <a:pt x="69300" y="27340"/>
                  </a:lnTo>
                  <a:lnTo>
                    <a:pt x="69282" y="27380"/>
                  </a:lnTo>
                  <a:lnTo>
                    <a:pt x="69245" y="27380"/>
                  </a:lnTo>
                  <a:lnTo>
                    <a:pt x="68969" y="27300"/>
                  </a:lnTo>
                  <a:lnTo>
                    <a:pt x="68913" y="27300"/>
                  </a:lnTo>
                  <a:lnTo>
                    <a:pt x="68416" y="27527"/>
                  </a:lnTo>
                  <a:lnTo>
                    <a:pt x="68231" y="27767"/>
                  </a:lnTo>
                  <a:lnTo>
                    <a:pt x="68084" y="27860"/>
                  </a:lnTo>
                  <a:lnTo>
                    <a:pt x="67936" y="28100"/>
                  </a:lnTo>
                  <a:lnTo>
                    <a:pt x="67475" y="28380"/>
                  </a:lnTo>
                  <a:lnTo>
                    <a:pt x="67475" y="28460"/>
                  </a:lnTo>
                  <a:lnTo>
                    <a:pt x="67512" y="28660"/>
                  </a:lnTo>
                  <a:lnTo>
                    <a:pt x="67512" y="28753"/>
                  </a:lnTo>
                  <a:lnTo>
                    <a:pt x="67494" y="28846"/>
                  </a:lnTo>
                  <a:lnTo>
                    <a:pt x="67475" y="28900"/>
                  </a:lnTo>
                  <a:lnTo>
                    <a:pt x="67438" y="28966"/>
                  </a:lnTo>
                  <a:lnTo>
                    <a:pt x="67273" y="29046"/>
                  </a:lnTo>
                  <a:lnTo>
                    <a:pt x="67273" y="29113"/>
                  </a:lnTo>
                  <a:lnTo>
                    <a:pt x="67273" y="29166"/>
                  </a:lnTo>
                  <a:lnTo>
                    <a:pt x="67254" y="29220"/>
                  </a:lnTo>
                  <a:lnTo>
                    <a:pt x="67236" y="29246"/>
                  </a:lnTo>
                  <a:lnTo>
                    <a:pt x="67199" y="29260"/>
                  </a:lnTo>
                  <a:lnTo>
                    <a:pt x="67162" y="29180"/>
                  </a:lnTo>
                  <a:lnTo>
                    <a:pt x="67143" y="29153"/>
                  </a:lnTo>
                  <a:lnTo>
                    <a:pt x="67107" y="29166"/>
                  </a:lnTo>
                  <a:lnTo>
                    <a:pt x="67088" y="29193"/>
                  </a:lnTo>
                  <a:lnTo>
                    <a:pt x="67070" y="29220"/>
                  </a:lnTo>
                  <a:lnTo>
                    <a:pt x="66996" y="29193"/>
                  </a:lnTo>
                  <a:lnTo>
                    <a:pt x="67070" y="29126"/>
                  </a:lnTo>
                  <a:lnTo>
                    <a:pt x="67236" y="29033"/>
                  </a:lnTo>
                  <a:lnTo>
                    <a:pt x="67383" y="28846"/>
                  </a:lnTo>
                  <a:lnTo>
                    <a:pt x="67402" y="28793"/>
                  </a:lnTo>
                  <a:lnTo>
                    <a:pt x="67383" y="28593"/>
                  </a:lnTo>
                  <a:lnTo>
                    <a:pt x="67328" y="28580"/>
                  </a:lnTo>
                  <a:lnTo>
                    <a:pt x="67309" y="28540"/>
                  </a:lnTo>
                  <a:lnTo>
                    <a:pt x="67254" y="28487"/>
                  </a:lnTo>
                  <a:lnTo>
                    <a:pt x="67273" y="28460"/>
                  </a:lnTo>
                  <a:lnTo>
                    <a:pt x="67328" y="28367"/>
                  </a:lnTo>
                  <a:lnTo>
                    <a:pt x="67383" y="28167"/>
                  </a:lnTo>
                  <a:lnTo>
                    <a:pt x="67383" y="28113"/>
                  </a:lnTo>
                  <a:lnTo>
                    <a:pt x="67383" y="28100"/>
                  </a:lnTo>
                  <a:lnTo>
                    <a:pt x="67402" y="28087"/>
                  </a:lnTo>
                  <a:lnTo>
                    <a:pt x="67383" y="28073"/>
                  </a:lnTo>
                  <a:lnTo>
                    <a:pt x="67346" y="28033"/>
                  </a:lnTo>
                  <a:lnTo>
                    <a:pt x="67328" y="28007"/>
                  </a:lnTo>
                  <a:lnTo>
                    <a:pt x="67291" y="27993"/>
                  </a:lnTo>
                  <a:lnTo>
                    <a:pt x="67162" y="27993"/>
                  </a:lnTo>
                  <a:lnTo>
                    <a:pt x="67033" y="27953"/>
                  </a:lnTo>
                  <a:lnTo>
                    <a:pt x="66978" y="27967"/>
                  </a:lnTo>
                  <a:lnTo>
                    <a:pt x="66719" y="28220"/>
                  </a:lnTo>
                  <a:lnTo>
                    <a:pt x="66166" y="28487"/>
                  </a:lnTo>
                  <a:lnTo>
                    <a:pt x="66203" y="28433"/>
                  </a:lnTo>
                  <a:lnTo>
                    <a:pt x="66848" y="27967"/>
                  </a:lnTo>
                  <a:lnTo>
                    <a:pt x="66867" y="27927"/>
                  </a:lnTo>
                  <a:lnTo>
                    <a:pt x="66867" y="27873"/>
                  </a:lnTo>
                  <a:lnTo>
                    <a:pt x="66848" y="27807"/>
                  </a:lnTo>
                  <a:lnTo>
                    <a:pt x="66775" y="27740"/>
                  </a:lnTo>
                  <a:lnTo>
                    <a:pt x="66775" y="27647"/>
                  </a:lnTo>
                  <a:lnTo>
                    <a:pt x="66793" y="27580"/>
                  </a:lnTo>
                  <a:lnTo>
                    <a:pt x="66941" y="27487"/>
                  </a:lnTo>
                  <a:lnTo>
                    <a:pt x="66941" y="27460"/>
                  </a:lnTo>
                  <a:lnTo>
                    <a:pt x="66922" y="27287"/>
                  </a:lnTo>
                  <a:lnTo>
                    <a:pt x="66941" y="27247"/>
                  </a:lnTo>
                  <a:lnTo>
                    <a:pt x="66941" y="27220"/>
                  </a:lnTo>
                  <a:lnTo>
                    <a:pt x="66941" y="27193"/>
                  </a:lnTo>
                  <a:lnTo>
                    <a:pt x="66922" y="27167"/>
                  </a:lnTo>
                  <a:lnTo>
                    <a:pt x="66867" y="27127"/>
                  </a:lnTo>
                  <a:lnTo>
                    <a:pt x="66848" y="27087"/>
                  </a:lnTo>
                  <a:lnTo>
                    <a:pt x="66812" y="27047"/>
                  </a:lnTo>
                  <a:lnTo>
                    <a:pt x="66812" y="27007"/>
                  </a:lnTo>
                  <a:lnTo>
                    <a:pt x="66848" y="26927"/>
                  </a:lnTo>
                  <a:lnTo>
                    <a:pt x="66885" y="26900"/>
                  </a:lnTo>
                  <a:lnTo>
                    <a:pt x="66959" y="26847"/>
                  </a:lnTo>
                  <a:lnTo>
                    <a:pt x="67107" y="26687"/>
                  </a:lnTo>
                  <a:lnTo>
                    <a:pt x="67143" y="26660"/>
                  </a:lnTo>
                  <a:lnTo>
                    <a:pt x="67494" y="26634"/>
                  </a:lnTo>
                  <a:lnTo>
                    <a:pt x="67770" y="26687"/>
                  </a:lnTo>
                  <a:lnTo>
                    <a:pt x="68065" y="26620"/>
                  </a:lnTo>
                  <a:lnTo>
                    <a:pt x="68121" y="26567"/>
                  </a:lnTo>
                  <a:lnTo>
                    <a:pt x="68084" y="26487"/>
                  </a:lnTo>
                  <a:lnTo>
                    <a:pt x="68047" y="26274"/>
                  </a:lnTo>
                  <a:lnTo>
                    <a:pt x="68028" y="26114"/>
                  </a:lnTo>
                  <a:lnTo>
                    <a:pt x="68028" y="26074"/>
                  </a:lnTo>
                  <a:lnTo>
                    <a:pt x="68065" y="26007"/>
                  </a:lnTo>
                  <a:lnTo>
                    <a:pt x="68084" y="25847"/>
                  </a:lnTo>
                  <a:lnTo>
                    <a:pt x="68176" y="25674"/>
                  </a:lnTo>
                  <a:lnTo>
                    <a:pt x="68157" y="25540"/>
                  </a:lnTo>
                  <a:lnTo>
                    <a:pt x="68028" y="25447"/>
                  </a:lnTo>
                  <a:lnTo>
                    <a:pt x="67475" y="25154"/>
                  </a:lnTo>
                  <a:lnTo>
                    <a:pt x="67199" y="25074"/>
                  </a:lnTo>
                  <a:lnTo>
                    <a:pt x="67051" y="25021"/>
                  </a:lnTo>
                  <a:lnTo>
                    <a:pt x="67033" y="24981"/>
                  </a:lnTo>
                  <a:lnTo>
                    <a:pt x="66996" y="24914"/>
                  </a:lnTo>
                  <a:lnTo>
                    <a:pt x="66719" y="24834"/>
                  </a:lnTo>
                  <a:lnTo>
                    <a:pt x="66683" y="24834"/>
                  </a:lnTo>
                  <a:lnTo>
                    <a:pt x="66609" y="24781"/>
                  </a:lnTo>
                  <a:lnTo>
                    <a:pt x="66517" y="24767"/>
                  </a:lnTo>
                  <a:lnTo>
                    <a:pt x="66056" y="24794"/>
                  </a:lnTo>
                  <a:lnTo>
                    <a:pt x="65669" y="24701"/>
                  </a:lnTo>
                  <a:lnTo>
                    <a:pt x="64360" y="24714"/>
                  </a:lnTo>
                  <a:lnTo>
                    <a:pt x="64249" y="24687"/>
                  </a:lnTo>
                  <a:lnTo>
                    <a:pt x="64175" y="24687"/>
                  </a:lnTo>
                  <a:lnTo>
                    <a:pt x="64138" y="24754"/>
                  </a:lnTo>
                  <a:lnTo>
                    <a:pt x="64138" y="24767"/>
                  </a:lnTo>
                  <a:lnTo>
                    <a:pt x="64157" y="24834"/>
                  </a:lnTo>
                  <a:lnTo>
                    <a:pt x="64175" y="24914"/>
                  </a:lnTo>
                  <a:lnTo>
                    <a:pt x="64212" y="24954"/>
                  </a:lnTo>
                  <a:lnTo>
                    <a:pt x="64249" y="25047"/>
                  </a:lnTo>
                  <a:lnTo>
                    <a:pt x="64304" y="25114"/>
                  </a:lnTo>
                  <a:lnTo>
                    <a:pt x="64341" y="25247"/>
                  </a:lnTo>
                  <a:lnTo>
                    <a:pt x="64157" y="25447"/>
                  </a:lnTo>
                  <a:lnTo>
                    <a:pt x="64065" y="25487"/>
                  </a:lnTo>
                  <a:lnTo>
                    <a:pt x="64046" y="25514"/>
                  </a:lnTo>
                  <a:lnTo>
                    <a:pt x="64083" y="25567"/>
                  </a:lnTo>
                  <a:lnTo>
                    <a:pt x="64157" y="25607"/>
                  </a:lnTo>
                  <a:lnTo>
                    <a:pt x="64212" y="25620"/>
                  </a:lnTo>
                  <a:lnTo>
                    <a:pt x="64231" y="25634"/>
                  </a:lnTo>
                  <a:lnTo>
                    <a:pt x="64267" y="25660"/>
                  </a:lnTo>
                  <a:lnTo>
                    <a:pt x="64341" y="25700"/>
                  </a:lnTo>
                  <a:lnTo>
                    <a:pt x="64415" y="25807"/>
                  </a:lnTo>
                  <a:lnTo>
                    <a:pt x="64360" y="25900"/>
                  </a:lnTo>
                  <a:lnTo>
                    <a:pt x="64102" y="25967"/>
                  </a:lnTo>
                  <a:lnTo>
                    <a:pt x="64028" y="26060"/>
                  </a:lnTo>
                  <a:lnTo>
                    <a:pt x="64102" y="26127"/>
                  </a:lnTo>
                  <a:lnTo>
                    <a:pt x="64175" y="26194"/>
                  </a:lnTo>
                  <a:lnTo>
                    <a:pt x="64231" y="26247"/>
                  </a:lnTo>
                  <a:lnTo>
                    <a:pt x="64323" y="26354"/>
                  </a:lnTo>
                  <a:lnTo>
                    <a:pt x="64360" y="26407"/>
                  </a:lnTo>
                  <a:lnTo>
                    <a:pt x="64396" y="26487"/>
                  </a:lnTo>
                  <a:lnTo>
                    <a:pt x="64415" y="26554"/>
                  </a:lnTo>
                  <a:lnTo>
                    <a:pt x="64452" y="26647"/>
                  </a:lnTo>
                  <a:lnTo>
                    <a:pt x="64489" y="26727"/>
                  </a:lnTo>
                  <a:lnTo>
                    <a:pt x="64489" y="26780"/>
                  </a:lnTo>
                  <a:lnTo>
                    <a:pt x="64452" y="26847"/>
                  </a:lnTo>
                  <a:lnTo>
                    <a:pt x="64415" y="26860"/>
                  </a:lnTo>
                  <a:lnTo>
                    <a:pt x="64267" y="26887"/>
                  </a:lnTo>
                  <a:lnTo>
                    <a:pt x="64194" y="26940"/>
                  </a:lnTo>
                  <a:lnTo>
                    <a:pt x="64212" y="27047"/>
                  </a:lnTo>
                  <a:lnTo>
                    <a:pt x="64249" y="27073"/>
                  </a:lnTo>
                  <a:lnTo>
                    <a:pt x="64341" y="27153"/>
                  </a:lnTo>
                  <a:lnTo>
                    <a:pt x="64360" y="27180"/>
                  </a:lnTo>
                  <a:lnTo>
                    <a:pt x="64378" y="27260"/>
                  </a:lnTo>
                  <a:lnTo>
                    <a:pt x="64378" y="27327"/>
                  </a:lnTo>
                  <a:lnTo>
                    <a:pt x="64360" y="27460"/>
                  </a:lnTo>
                  <a:lnTo>
                    <a:pt x="64360" y="27527"/>
                  </a:lnTo>
                  <a:lnTo>
                    <a:pt x="64396" y="27593"/>
                  </a:lnTo>
                  <a:lnTo>
                    <a:pt x="64396" y="27687"/>
                  </a:lnTo>
                  <a:lnTo>
                    <a:pt x="64267" y="27807"/>
                  </a:lnTo>
                  <a:lnTo>
                    <a:pt x="64249" y="27860"/>
                  </a:lnTo>
                  <a:lnTo>
                    <a:pt x="64304" y="27953"/>
                  </a:lnTo>
                  <a:lnTo>
                    <a:pt x="64415" y="28047"/>
                  </a:lnTo>
                  <a:lnTo>
                    <a:pt x="64452" y="28113"/>
                  </a:lnTo>
                  <a:lnTo>
                    <a:pt x="64433" y="28100"/>
                  </a:lnTo>
                  <a:lnTo>
                    <a:pt x="64231" y="27967"/>
                  </a:lnTo>
                  <a:lnTo>
                    <a:pt x="64175" y="27953"/>
                  </a:lnTo>
                  <a:lnTo>
                    <a:pt x="64175" y="27833"/>
                  </a:lnTo>
                  <a:lnTo>
                    <a:pt x="64304" y="27660"/>
                  </a:lnTo>
                  <a:lnTo>
                    <a:pt x="64323" y="27567"/>
                  </a:lnTo>
                  <a:lnTo>
                    <a:pt x="64267" y="27433"/>
                  </a:lnTo>
                  <a:lnTo>
                    <a:pt x="64249" y="27300"/>
                  </a:lnTo>
                  <a:lnTo>
                    <a:pt x="64212" y="27207"/>
                  </a:lnTo>
                  <a:lnTo>
                    <a:pt x="64138" y="27127"/>
                  </a:lnTo>
                  <a:lnTo>
                    <a:pt x="64046" y="27060"/>
                  </a:lnTo>
                  <a:lnTo>
                    <a:pt x="63991" y="27020"/>
                  </a:lnTo>
                  <a:lnTo>
                    <a:pt x="64028" y="26887"/>
                  </a:lnTo>
                  <a:lnTo>
                    <a:pt x="64323" y="26674"/>
                  </a:lnTo>
                  <a:lnTo>
                    <a:pt x="64249" y="26634"/>
                  </a:lnTo>
                  <a:lnTo>
                    <a:pt x="64194" y="26620"/>
                  </a:lnTo>
                  <a:lnTo>
                    <a:pt x="64083" y="26607"/>
                  </a:lnTo>
                  <a:lnTo>
                    <a:pt x="64028" y="26660"/>
                  </a:lnTo>
                  <a:lnTo>
                    <a:pt x="64009" y="26647"/>
                  </a:lnTo>
                  <a:lnTo>
                    <a:pt x="63991" y="26607"/>
                  </a:lnTo>
                  <a:lnTo>
                    <a:pt x="63954" y="26594"/>
                  </a:lnTo>
                  <a:lnTo>
                    <a:pt x="63733" y="26540"/>
                  </a:lnTo>
                  <a:lnTo>
                    <a:pt x="63585" y="26527"/>
                  </a:lnTo>
                  <a:lnTo>
                    <a:pt x="63309" y="26567"/>
                  </a:lnTo>
                  <a:lnTo>
                    <a:pt x="63364" y="26634"/>
                  </a:lnTo>
                  <a:lnTo>
                    <a:pt x="63419" y="26674"/>
                  </a:lnTo>
                  <a:lnTo>
                    <a:pt x="63419" y="26727"/>
                  </a:lnTo>
                  <a:lnTo>
                    <a:pt x="63419" y="26767"/>
                  </a:lnTo>
                  <a:lnTo>
                    <a:pt x="63401" y="26794"/>
                  </a:lnTo>
                  <a:lnTo>
                    <a:pt x="63346" y="26847"/>
                  </a:lnTo>
                  <a:lnTo>
                    <a:pt x="63290" y="26874"/>
                  </a:lnTo>
                  <a:lnTo>
                    <a:pt x="63290" y="26900"/>
                  </a:lnTo>
                  <a:lnTo>
                    <a:pt x="63309" y="26927"/>
                  </a:lnTo>
                  <a:lnTo>
                    <a:pt x="63309" y="26980"/>
                  </a:lnTo>
                  <a:lnTo>
                    <a:pt x="63272" y="27127"/>
                  </a:lnTo>
                  <a:lnTo>
                    <a:pt x="63272" y="27167"/>
                  </a:lnTo>
                  <a:lnTo>
                    <a:pt x="63290" y="27207"/>
                  </a:lnTo>
                  <a:lnTo>
                    <a:pt x="63309" y="27273"/>
                  </a:lnTo>
                  <a:lnTo>
                    <a:pt x="63309" y="27300"/>
                  </a:lnTo>
                  <a:lnTo>
                    <a:pt x="63327" y="27393"/>
                  </a:lnTo>
                  <a:lnTo>
                    <a:pt x="63327" y="27420"/>
                  </a:lnTo>
                  <a:lnTo>
                    <a:pt x="63401" y="27540"/>
                  </a:lnTo>
                  <a:lnTo>
                    <a:pt x="63475" y="27647"/>
                  </a:lnTo>
                  <a:lnTo>
                    <a:pt x="63530" y="27740"/>
                  </a:lnTo>
                  <a:lnTo>
                    <a:pt x="63530" y="27847"/>
                  </a:lnTo>
                  <a:lnTo>
                    <a:pt x="63493" y="27927"/>
                  </a:lnTo>
                  <a:lnTo>
                    <a:pt x="63438" y="27967"/>
                  </a:lnTo>
                  <a:lnTo>
                    <a:pt x="63309" y="28033"/>
                  </a:lnTo>
                  <a:lnTo>
                    <a:pt x="63272" y="28060"/>
                  </a:lnTo>
                  <a:lnTo>
                    <a:pt x="63272" y="28087"/>
                  </a:lnTo>
                  <a:lnTo>
                    <a:pt x="63253" y="28100"/>
                  </a:lnTo>
                  <a:lnTo>
                    <a:pt x="63180" y="28087"/>
                  </a:lnTo>
                  <a:lnTo>
                    <a:pt x="63235" y="27980"/>
                  </a:lnTo>
                  <a:lnTo>
                    <a:pt x="63419" y="27860"/>
                  </a:lnTo>
                  <a:lnTo>
                    <a:pt x="63401" y="27713"/>
                  </a:lnTo>
                  <a:lnTo>
                    <a:pt x="63364" y="27660"/>
                  </a:lnTo>
                  <a:lnTo>
                    <a:pt x="63272" y="27540"/>
                  </a:lnTo>
                  <a:lnTo>
                    <a:pt x="63253" y="27473"/>
                  </a:lnTo>
                  <a:lnTo>
                    <a:pt x="63235" y="27433"/>
                  </a:lnTo>
                  <a:lnTo>
                    <a:pt x="63235" y="27340"/>
                  </a:lnTo>
                  <a:lnTo>
                    <a:pt x="63217" y="27313"/>
                  </a:lnTo>
                  <a:lnTo>
                    <a:pt x="63180" y="27287"/>
                  </a:lnTo>
                  <a:lnTo>
                    <a:pt x="63161" y="27247"/>
                  </a:lnTo>
                  <a:lnTo>
                    <a:pt x="63143" y="27207"/>
                  </a:lnTo>
                  <a:lnTo>
                    <a:pt x="63124" y="27180"/>
                  </a:lnTo>
                  <a:lnTo>
                    <a:pt x="63106" y="27167"/>
                  </a:lnTo>
                  <a:lnTo>
                    <a:pt x="63106" y="27047"/>
                  </a:lnTo>
                  <a:lnTo>
                    <a:pt x="63106" y="26954"/>
                  </a:lnTo>
                  <a:lnTo>
                    <a:pt x="63143" y="26780"/>
                  </a:lnTo>
                  <a:lnTo>
                    <a:pt x="63217" y="26687"/>
                  </a:lnTo>
                  <a:lnTo>
                    <a:pt x="63180" y="26634"/>
                  </a:lnTo>
                  <a:lnTo>
                    <a:pt x="63180" y="26607"/>
                  </a:lnTo>
                  <a:lnTo>
                    <a:pt x="63161" y="26567"/>
                  </a:lnTo>
                  <a:lnTo>
                    <a:pt x="63143" y="26554"/>
                  </a:lnTo>
                  <a:lnTo>
                    <a:pt x="63124" y="26514"/>
                  </a:lnTo>
                  <a:lnTo>
                    <a:pt x="63143" y="26500"/>
                  </a:lnTo>
                  <a:lnTo>
                    <a:pt x="63143" y="26487"/>
                  </a:lnTo>
                  <a:lnTo>
                    <a:pt x="63180" y="26474"/>
                  </a:lnTo>
                  <a:lnTo>
                    <a:pt x="63235" y="26460"/>
                  </a:lnTo>
                  <a:lnTo>
                    <a:pt x="63272" y="26434"/>
                  </a:lnTo>
                  <a:lnTo>
                    <a:pt x="63327" y="26367"/>
                  </a:lnTo>
                  <a:lnTo>
                    <a:pt x="63272" y="26327"/>
                  </a:lnTo>
                  <a:lnTo>
                    <a:pt x="63217" y="26287"/>
                  </a:lnTo>
                  <a:lnTo>
                    <a:pt x="63143" y="26247"/>
                  </a:lnTo>
                  <a:lnTo>
                    <a:pt x="63088" y="26154"/>
                  </a:lnTo>
                  <a:lnTo>
                    <a:pt x="63051" y="26154"/>
                  </a:lnTo>
                  <a:lnTo>
                    <a:pt x="62995" y="26167"/>
                  </a:lnTo>
                  <a:lnTo>
                    <a:pt x="62958" y="26220"/>
                  </a:lnTo>
                  <a:lnTo>
                    <a:pt x="62958" y="26247"/>
                  </a:lnTo>
                  <a:lnTo>
                    <a:pt x="62977" y="26327"/>
                  </a:lnTo>
                  <a:lnTo>
                    <a:pt x="63051" y="26460"/>
                  </a:lnTo>
                  <a:lnTo>
                    <a:pt x="63051" y="26487"/>
                  </a:lnTo>
                  <a:lnTo>
                    <a:pt x="62995" y="26500"/>
                  </a:lnTo>
                  <a:lnTo>
                    <a:pt x="62922" y="26607"/>
                  </a:lnTo>
                  <a:lnTo>
                    <a:pt x="62885" y="26634"/>
                  </a:lnTo>
                  <a:lnTo>
                    <a:pt x="62885" y="26434"/>
                  </a:lnTo>
                  <a:lnTo>
                    <a:pt x="62866" y="26420"/>
                  </a:lnTo>
                  <a:lnTo>
                    <a:pt x="62811" y="26394"/>
                  </a:lnTo>
                  <a:lnTo>
                    <a:pt x="62682" y="26287"/>
                  </a:lnTo>
                  <a:lnTo>
                    <a:pt x="62608" y="26274"/>
                  </a:lnTo>
                  <a:lnTo>
                    <a:pt x="62608" y="26140"/>
                  </a:lnTo>
                  <a:lnTo>
                    <a:pt x="62571" y="26074"/>
                  </a:lnTo>
                  <a:lnTo>
                    <a:pt x="62461" y="25940"/>
                  </a:lnTo>
                  <a:lnTo>
                    <a:pt x="62461" y="25860"/>
                  </a:lnTo>
                  <a:lnTo>
                    <a:pt x="62498" y="25794"/>
                  </a:lnTo>
                  <a:lnTo>
                    <a:pt x="62461" y="25727"/>
                  </a:lnTo>
                  <a:lnTo>
                    <a:pt x="62276" y="25660"/>
                  </a:lnTo>
                  <a:lnTo>
                    <a:pt x="62203" y="25634"/>
                  </a:lnTo>
                  <a:lnTo>
                    <a:pt x="62110" y="25634"/>
                  </a:lnTo>
                  <a:lnTo>
                    <a:pt x="62055" y="25687"/>
                  </a:lnTo>
                  <a:lnTo>
                    <a:pt x="62018" y="25740"/>
                  </a:lnTo>
                  <a:lnTo>
                    <a:pt x="61981" y="25887"/>
                  </a:lnTo>
                  <a:lnTo>
                    <a:pt x="61963" y="25954"/>
                  </a:lnTo>
                  <a:lnTo>
                    <a:pt x="61926" y="25994"/>
                  </a:lnTo>
                  <a:lnTo>
                    <a:pt x="61963" y="26020"/>
                  </a:lnTo>
                  <a:lnTo>
                    <a:pt x="61981" y="26074"/>
                  </a:lnTo>
                  <a:lnTo>
                    <a:pt x="62000" y="26114"/>
                  </a:lnTo>
                  <a:lnTo>
                    <a:pt x="62000" y="26194"/>
                  </a:lnTo>
                  <a:lnTo>
                    <a:pt x="62018" y="26247"/>
                  </a:lnTo>
                  <a:lnTo>
                    <a:pt x="62037" y="26274"/>
                  </a:lnTo>
                  <a:lnTo>
                    <a:pt x="62074" y="26327"/>
                  </a:lnTo>
                  <a:lnTo>
                    <a:pt x="62074" y="26354"/>
                  </a:lnTo>
                  <a:lnTo>
                    <a:pt x="62092" y="26407"/>
                  </a:lnTo>
                  <a:lnTo>
                    <a:pt x="62074" y="26434"/>
                  </a:lnTo>
                  <a:lnTo>
                    <a:pt x="62055" y="26460"/>
                  </a:lnTo>
                  <a:lnTo>
                    <a:pt x="62037" y="26487"/>
                  </a:lnTo>
                  <a:lnTo>
                    <a:pt x="62092" y="26794"/>
                  </a:lnTo>
                  <a:lnTo>
                    <a:pt x="62147" y="26847"/>
                  </a:lnTo>
                  <a:lnTo>
                    <a:pt x="62203" y="26900"/>
                  </a:lnTo>
                  <a:lnTo>
                    <a:pt x="62239" y="26940"/>
                  </a:lnTo>
                  <a:lnTo>
                    <a:pt x="62239" y="26980"/>
                  </a:lnTo>
                  <a:lnTo>
                    <a:pt x="62166" y="27553"/>
                  </a:lnTo>
                  <a:lnTo>
                    <a:pt x="62092" y="27660"/>
                  </a:lnTo>
                  <a:lnTo>
                    <a:pt x="62074" y="27620"/>
                  </a:lnTo>
                  <a:lnTo>
                    <a:pt x="62110" y="27567"/>
                  </a:lnTo>
                  <a:lnTo>
                    <a:pt x="62166" y="27420"/>
                  </a:lnTo>
                  <a:lnTo>
                    <a:pt x="62166" y="27300"/>
                  </a:lnTo>
                  <a:lnTo>
                    <a:pt x="62166" y="27273"/>
                  </a:lnTo>
                  <a:lnTo>
                    <a:pt x="62184" y="27220"/>
                  </a:lnTo>
                  <a:lnTo>
                    <a:pt x="62147" y="27167"/>
                  </a:lnTo>
                  <a:lnTo>
                    <a:pt x="62092" y="27127"/>
                  </a:lnTo>
                  <a:lnTo>
                    <a:pt x="62037" y="27140"/>
                  </a:lnTo>
                  <a:lnTo>
                    <a:pt x="61926" y="27167"/>
                  </a:lnTo>
                  <a:lnTo>
                    <a:pt x="61908" y="27140"/>
                  </a:lnTo>
                  <a:lnTo>
                    <a:pt x="62000" y="27020"/>
                  </a:lnTo>
                  <a:lnTo>
                    <a:pt x="62074" y="26980"/>
                  </a:lnTo>
                  <a:lnTo>
                    <a:pt x="62055" y="26914"/>
                  </a:lnTo>
                  <a:lnTo>
                    <a:pt x="62018" y="26860"/>
                  </a:lnTo>
                  <a:lnTo>
                    <a:pt x="61981" y="26780"/>
                  </a:lnTo>
                  <a:lnTo>
                    <a:pt x="61908" y="26714"/>
                  </a:lnTo>
                  <a:lnTo>
                    <a:pt x="61871" y="26634"/>
                  </a:lnTo>
                  <a:lnTo>
                    <a:pt x="61871" y="26567"/>
                  </a:lnTo>
                  <a:lnTo>
                    <a:pt x="61889" y="26514"/>
                  </a:lnTo>
                  <a:lnTo>
                    <a:pt x="61871" y="26487"/>
                  </a:lnTo>
                  <a:lnTo>
                    <a:pt x="61594" y="26607"/>
                  </a:lnTo>
                  <a:lnTo>
                    <a:pt x="61502" y="26740"/>
                  </a:lnTo>
                  <a:lnTo>
                    <a:pt x="61447" y="26780"/>
                  </a:lnTo>
                  <a:lnTo>
                    <a:pt x="61355" y="26767"/>
                  </a:lnTo>
                  <a:lnTo>
                    <a:pt x="61428" y="26660"/>
                  </a:lnTo>
                  <a:lnTo>
                    <a:pt x="61539" y="26567"/>
                  </a:lnTo>
                  <a:lnTo>
                    <a:pt x="61520" y="26540"/>
                  </a:lnTo>
                  <a:lnTo>
                    <a:pt x="61594" y="26527"/>
                  </a:lnTo>
                  <a:lnTo>
                    <a:pt x="61650" y="26420"/>
                  </a:lnTo>
                  <a:lnTo>
                    <a:pt x="61705" y="26394"/>
                  </a:lnTo>
                  <a:lnTo>
                    <a:pt x="61834" y="26394"/>
                  </a:lnTo>
                  <a:lnTo>
                    <a:pt x="61871" y="26380"/>
                  </a:lnTo>
                  <a:lnTo>
                    <a:pt x="61871" y="26300"/>
                  </a:lnTo>
                  <a:lnTo>
                    <a:pt x="61852" y="26300"/>
                  </a:lnTo>
                  <a:lnTo>
                    <a:pt x="61815" y="26300"/>
                  </a:lnTo>
                  <a:lnTo>
                    <a:pt x="61797" y="26287"/>
                  </a:lnTo>
                  <a:lnTo>
                    <a:pt x="61742" y="26274"/>
                  </a:lnTo>
                  <a:lnTo>
                    <a:pt x="61779" y="26220"/>
                  </a:lnTo>
                  <a:lnTo>
                    <a:pt x="61742" y="26140"/>
                  </a:lnTo>
                  <a:lnTo>
                    <a:pt x="61705" y="26074"/>
                  </a:lnTo>
                  <a:lnTo>
                    <a:pt x="61686" y="26007"/>
                  </a:lnTo>
                  <a:lnTo>
                    <a:pt x="61686" y="25954"/>
                  </a:lnTo>
                  <a:lnTo>
                    <a:pt x="61723" y="25860"/>
                  </a:lnTo>
                  <a:lnTo>
                    <a:pt x="61742" y="25820"/>
                  </a:lnTo>
                  <a:lnTo>
                    <a:pt x="61705" y="25727"/>
                  </a:lnTo>
                  <a:lnTo>
                    <a:pt x="61686" y="25687"/>
                  </a:lnTo>
                  <a:lnTo>
                    <a:pt x="61686" y="25634"/>
                  </a:lnTo>
                  <a:lnTo>
                    <a:pt x="61797" y="25580"/>
                  </a:lnTo>
                  <a:lnTo>
                    <a:pt x="61797" y="25554"/>
                  </a:lnTo>
                  <a:lnTo>
                    <a:pt x="61797" y="25514"/>
                  </a:lnTo>
                  <a:lnTo>
                    <a:pt x="61779" y="25487"/>
                  </a:lnTo>
                  <a:lnTo>
                    <a:pt x="61742" y="25461"/>
                  </a:lnTo>
                  <a:lnTo>
                    <a:pt x="61705" y="25421"/>
                  </a:lnTo>
                  <a:lnTo>
                    <a:pt x="61723" y="25407"/>
                  </a:lnTo>
                  <a:lnTo>
                    <a:pt x="61742" y="25367"/>
                  </a:lnTo>
                  <a:lnTo>
                    <a:pt x="61889" y="25114"/>
                  </a:lnTo>
                  <a:lnTo>
                    <a:pt x="61889" y="25061"/>
                  </a:lnTo>
                  <a:lnTo>
                    <a:pt x="61889" y="24981"/>
                  </a:lnTo>
                  <a:lnTo>
                    <a:pt x="61834" y="24847"/>
                  </a:lnTo>
                  <a:lnTo>
                    <a:pt x="61742" y="24821"/>
                  </a:lnTo>
                  <a:lnTo>
                    <a:pt x="61723" y="24901"/>
                  </a:lnTo>
                  <a:lnTo>
                    <a:pt x="61779" y="25074"/>
                  </a:lnTo>
                  <a:lnTo>
                    <a:pt x="61779" y="25074"/>
                  </a:lnTo>
                  <a:lnTo>
                    <a:pt x="61742" y="25047"/>
                  </a:lnTo>
                  <a:lnTo>
                    <a:pt x="61723" y="24981"/>
                  </a:lnTo>
                  <a:lnTo>
                    <a:pt x="61668" y="24914"/>
                  </a:lnTo>
                  <a:lnTo>
                    <a:pt x="61594" y="24874"/>
                  </a:lnTo>
                  <a:lnTo>
                    <a:pt x="61539" y="24847"/>
                  </a:lnTo>
                  <a:lnTo>
                    <a:pt x="61189" y="24967"/>
                  </a:lnTo>
                  <a:lnTo>
                    <a:pt x="61078" y="25101"/>
                  </a:lnTo>
                  <a:lnTo>
                    <a:pt x="61078" y="25367"/>
                  </a:lnTo>
                  <a:lnTo>
                    <a:pt x="61115" y="25500"/>
                  </a:lnTo>
                  <a:lnTo>
                    <a:pt x="61115" y="25607"/>
                  </a:lnTo>
                  <a:lnTo>
                    <a:pt x="61096" y="25700"/>
                  </a:lnTo>
                  <a:lnTo>
                    <a:pt x="61004" y="25727"/>
                  </a:lnTo>
                  <a:lnTo>
                    <a:pt x="61004" y="25820"/>
                  </a:lnTo>
                  <a:lnTo>
                    <a:pt x="61115" y="25940"/>
                  </a:lnTo>
                  <a:lnTo>
                    <a:pt x="61355" y="26127"/>
                  </a:lnTo>
                  <a:lnTo>
                    <a:pt x="61318" y="26127"/>
                  </a:lnTo>
                  <a:lnTo>
                    <a:pt x="61225" y="26114"/>
                  </a:lnTo>
                  <a:lnTo>
                    <a:pt x="61115" y="26060"/>
                  </a:lnTo>
                  <a:lnTo>
                    <a:pt x="61023" y="25994"/>
                  </a:lnTo>
                  <a:lnTo>
                    <a:pt x="60967" y="25874"/>
                  </a:lnTo>
                  <a:lnTo>
                    <a:pt x="60931" y="25807"/>
                  </a:lnTo>
                  <a:lnTo>
                    <a:pt x="60931" y="25740"/>
                  </a:lnTo>
                  <a:lnTo>
                    <a:pt x="60986" y="25620"/>
                  </a:lnTo>
                  <a:lnTo>
                    <a:pt x="61004" y="25554"/>
                  </a:lnTo>
                  <a:lnTo>
                    <a:pt x="61004" y="25461"/>
                  </a:lnTo>
                  <a:lnTo>
                    <a:pt x="60949" y="25354"/>
                  </a:lnTo>
                  <a:lnTo>
                    <a:pt x="60949" y="25327"/>
                  </a:lnTo>
                  <a:lnTo>
                    <a:pt x="60931" y="25301"/>
                  </a:lnTo>
                  <a:lnTo>
                    <a:pt x="60931" y="25287"/>
                  </a:lnTo>
                  <a:lnTo>
                    <a:pt x="60912" y="25247"/>
                  </a:lnTo>
                  <a:lnTo>
                    <a:pt x="60894" y="25234"/>
                  </a:lnTo>
                  <a:lnTo>
                    <a:pt x="60875" y="25234"/>
                  </a:lnTo>
                  <a:lnTo>
                    <a:pt x="60838" y="25221"/>
                  </a:lnTo>
                  <a:lnTo>
                    <a:pt x="60820" y="25234"/>
                  </a:lnTo>
                  <a:lnTo>
                    <a:pt x="60562" y="25341"/>
                  </a:lnTo>
                  <a:lnTo>
                    <a:pt x="60562" y="25381"/>
                  </a:lnTo>
                  <a:lnTo>
                    <a:pt x="60562" y="25474"/>
                  </a:lnTo>
                  <a:lnTo>
                    <a:pt x="60451" y="25700"/>
                  </a:lnTo>
                  <a:lnTo>
                    <a:pt x="60285" y="25754"/>
                  </a:lnTo>
                  <a:lnTo>
                    <a:pt x="60267" y="25794"/>
                  </a:lnTo>
                  <a:lnTo>
                    <a:pt x="60267" y="25834"/>
                  </a:lnTo>
                  <a:lnTo>
                    <a:pt x="60285" y="25874"/>
                  </a:lnTo>
                  <a:lnTo>
                    <a:pt x="60377" y="26234"/>
                  </a:lnTo>
                  <a:lnTo>
                    <a:pt x="60377" y="26300"/>
                  </a:lnTo>
                  <a:lnTo>
                    <a:pt x="60322" y="26340"/>
                  </a:lnTo>
                  <a:lnTo>
                    <a:pt x="60230" y="26367"/>
                  </a:lnTo>
                  <a:lnTo>
                    <a:pt x="60193" y="26420"/>
                  </a:lnTo>
                  <a:lnTo>
                    <a:pt x="60248" y="26554"/>
                  </a:lnTo>
                  <a:lnTo>
                    <a:pt x="60359" y="26727"/>
                  </a:lnTo>
                  <a:lnTo>
                    <a:pt x="60470" y="26780"/>
                  </a:lnTo>
                  <a:lnTo>
                    <a:pt x="60599" y="26847"/>
                  </a:lnTo>
                  <a:lnTo>
                    <a:pt x="60728" y="26914"/>
                  </a:lnTo>
                  <a:lnTo>
                    <a:pt x="60801" y="27047"/>
                  </a:lnTo>
                  <a:lnTo>
                    <a:pt x="60783" y="27180"/>
                  </a:lnTo>
                  <a:lnTo>
                    <a:pt x="60746" y="27300"/>
                  </a:lnTo>
                  <a:lnTo>
                    <a:pt x="60746" y="27407"/>
                  </a:lnTo>
                  <a:lnTo>
                    <a:pt x="60691" y="27580"/>
                  </a:lnTo>
                  <a:lnTo>
                    <a:pt x="60691" y="27713"/>
                  </a:lnTo>
                  <a:lnTo>
                    <a:pt x="60654" y="27820"/>
                  </a:lnTo>
                  <a:lnTo>
                    <a:pt x="60506" y="28167"/>
                  </a:lnTo>
                  <a:lnTo>
                    <a:pt x="60451" y="28193"/>
                  </a:lnTo>
                  <a:lnTo>
                    <a:pt x="60377" y="28167"/>
                  </a:lnTo>
                  <a:lnTo>
                    <a:pt x="60396" y="28100"/>
                  </a:lnTo>
                  <a:lnTo>
                    <a:pt x="60451" y="28033"/>
                  </a:lnTo>
                  <a:lnTo>
                    <a:pt x="60470" y="27967"/>
                  </a:lnTo>
                  <a:lnTo>
                    <a:pt x="60451" y="27940"/>
                  </a:lnTo>
                  <a:lnTo>
                    <a:pt x="60451" y="27927"/>
                  </a:lnTo>
                  <a:lnTo>
                    <a:pt x="60451" y="27900"/>
                  </a:lnTo>
                  <a:lnTo>
                    <a:pt x="60470" y="27833"/>
                  </a:lnTo>
                  <a:lnTo>
                    <a:pt x="60506" y="27780"/>
                  </a:lnTo>
                  <a:lnTo>
                    <a:pt x="60525" y="27767"/>
                  </a:lnTo>
                  <a:lnTo>
                    <a:pt x="60543" y="27727"/>
                  </a:lnTo>
                  <a:lnTo>
                    <a:pt x="60525" y="27580"/>
                  </a:lnTo>
                  <a:lnTo>
                    <a:pt x="60543" y="27553"/>
                  </a:lnTo>
                  <a:lnTo>
                    <a:pt x="60562" y="27527"/>
                  </a:lnTo>
                  <a:lnTo>
                    <a:pt x="60580" y="27460"/>
                  </a:lnTo>
                  <a:lnTo>
                    <a:pt x="60580" y="27340"/>
                  </a:lnTo>
                  <a:lnTo>
                    <a:pt x="60580" y="27313"/>
                  </a:lnTo>
                  <a:lnTo>
                    <a:pt x="60562" y="27273"/>
                  </a:lnTo>
                  <a:lnTo>
                    <a:pt x="60562" y="27247"/>
                  </a:lnTo>
                  <a:lnTo>
                    <a:pt x="60580" y="27220"/>
                  </a:lnTo>
                  <a:lnTo>
                    <a:pt x="60599" y="27207"/>
                  </a:lnTo>
                  <a:lnTo>
                    <a:pt x="60636" y="27180"/>
                  </a:lnTo>
                  <a:lnTo>
                    <a:pt x="60654" y="27153"/>
                  </a:lnTo>
                  <a:lnTo>
                    <a:pt x="60654" y="27087"/>
                  </a:lnTo>
                  <a:lnTo>
                    <a:pt x="60636" y="27060"/>
                  </a:lnTo>
                  <a:lnTo>
                    <a:pt x="60599" y="27033"/>
                  </a:lnTo>
                  <a:lnTo>
                    <a:pt x="60562" y="26980"/>
                  </a:lnTo>
                  <a:lnTo>
                    <a:pt x="60433" y="26887"/>
                  </a:lnTo>
                  <a:lnTo>
                    <a:pt x="60267" y="26874"/>
                  </a:lnTo>
                  <a:lnTo>
                    <a:pt x="60027" y="26914"/>
                  </a:lnTo>
                  <a:lnTo>
                    <a:pt x="60064" y="26887"/>
                  </a:lnTo>
                  <a:lnTo>
                    <a:pt x="60138" y="26780"/>
                  </a:lnTo>
                  <a:lnTo>
                    <a:pt x="60156" y="26714"/>
                  </a:lnTo>
                  <a:lnTo>
                    <a:pt x="60082" y="26607"/>
                  </a:lnTo>
                  <a:lnTo>
                    <a:pt x="60009" y="26567"/>
                  </a:lnTo>
                  <a:lnTo>
                    <a:pt x="59658" y="26687"/>
                  </a:lnTo>
                  <a:lnTo>
                    <a:pt x="59622" y="26754"/>
                  </a:lnTo>
                  <a:lnTo>
                    <a:pt x="59603" y="26807"/>
                  </a:lnTo>
                  <a:lnTo>
                    <a:pt x="59603" y="26900"/>
                  </a:lnTo>
                  <a:lnTo>
                    <a:pt x="59566" y="26954"/>
                  </a:lnTo>
                  <a:lnTo>
                    <a:pt x="59529" y="26980"/>
                  </a:lnTo>
                  <a:lnTo>
                    <a:pt x="59511" y="26874"/>
                  </a:lnTo>
                  <a:lnTo>
                    <a:pt x="59566" y="26754"/>
                  </a:lnTo>
                  <a:lnTo>
                    <a:pt x="59566" y="26660"/>
                  </a:lnTo>
                  <a:lnTo>
                    <a:pt x="59622" y="26594"/>
                  </a:lnTo>
                  <a:lnTo>
                    <a:pt x="59972" y="26460"/>
                  </a:lnTo>
                  <a:lnTo>
                    <a:pt x="60009" y="26420"/>
                  </a:lnTo>
                  <a:lnTo>
                    <a:pt x="60009" y="26380"/>
                  </a:lnTo>
                  <a:lnTo>
                    <a:pt x="59990" y="26340"/>
                  </a:lnTo>
                  <a:lnTo>
                    <a:pt x="60064" y="26287"/>
                  </a:lnTo>
                  <a:lnTo>
                    <a:pt x="60082" y="26260"/>
                  </a:lnTo>
                  <a:lnTo>
                    <a:pt x="60082" y="26220"/>
                  </a:lnTo>
                  <a:lnTo>
                    <a:pt x="60101" y="26140"/>
                  </a:lnTo>
                  <a:lnTo>
                    <a:pt x="60101" y="26114"/>
                  </a:lnTo>
                  <a:lnTo>
                    <a:pt x="60101" y="26034"/>
                  </a:lnTo>
                  <a:lnTo>
                    <a:pt x="60064" y="25887"/>
                  </a:lnTo>
                  <a:lnTo>
                    <a:pt x="60064" y="25860"/>
                  </a:lnTo>
                  <a:lnTo>
                    <a:pt x="60027" y="25834"/>
                  </a:lnTo>
                  <a:lnTo>
                    <a:pt x="59990" y="25794"/>
                  </a:lnTo>
                  <a:lnTo>
                    <a:pt x="59917" y="25740"/>
                  </a:lnTo>
                  <a:lnTo>
                    <a:pt x="59861" y="25714"/>
                  </a:lnTo>
                  <a:lnTo>
                    <a:pt x="59824" y="25714"/>
                  </a:lnTo>
                  <a:lnTo>
                    <a:pt x="59787" y="25727"/>
                  </a:lnTo>
                  <a:lnTo>
                    <a:pt x="59677" y="25847"/>
                  </a:lnTo>
                  <a:lnTo>
                    <a:pt x="59640" y="25954"/>
                  </a:lnTo>
                  <a:lnTo>
                    <a:pt x="59640" y="25994"/>
                  </a:lnTo>
                  <a:lnTo>
                    <a:pt x="59640" y="26087"/>
                  </a:lnTo>
                  <a:lnTo>
                    <a:pt x="59640" y="26127"/>
                  </a:lnTo>
                  <a:lnTo>
                    <a:pt x="59640" y="26154"/>
                  </a:lnTo>
                  <a:lnTo>
                    <a:pt x="59603" y="26207"/>
                  </a:lnTo>
                  <a:lnTo>
                    <a:pt x="59382" y="26327"/>
                  </a:lnTo>
                  <a:lnTo>
                    <a:pt x="59234" y="26634"/>
                  </a:lnTo>
                  <a:lnTo>
                    <a:pt x="59013" y="26727"/>
                  </a:lnTo>
                  <a:lnTo>
                    <a:pt x="58921" y="26887"/>
                  </a:lnTo>
                  <a:lnTo>
                    <a:pt x="58847" y="26874"/>
                  </a:lnTo>
                  <a:lnTo>
                    <a:pt x="59068" y="26620"/>
                  </a:lnTo>
                  <a:lnTo>
                    <a:pt x="59161" y="26407"/>
                  </a:lnTo>
                  <a:lnTo>
                    <a:pt x="59456" y="26074"/>
                  </a:lnTo>
                  <a:lnTo>
                    <a:pt x="59456" y="26020"/>
                  </a:lnTo>
                  <a:lnTo>
                    <a:pt x="59419" y="25967"/>
                  </a:lnTo>
                  <a:lnTo>
                    <a:pt x="59308" y="25900"/>
                  </a:lnTo>
                  <a:lnTo>
                    <a:pt x="59198" y="25887"/>
                  </a:lnTo>
                  <a:lnTo>
                    <a:pt x="59068" y="25927"/>
                  </a:lnTo>
                  <a:lnTo>
                    <a:pt x="58515" y="26207"/>
                  </a:lnTo>
                  <a:lnTo>
                    <a:pt x="58515" y="26114"/>
                  </a:lnTo>
                  <a:lnTo>
                    <a:pt x="58534" y="26074"/>
                  </a:lnTo>
                  <a:lnTo>
                    <a:pt x="59068" y="25820"/>
                  </a:lnTo>
                  <a:lnTo>
                    <a:pt x="59345" y="25807"/>
                  </a:lnTo>
                  <a:lnTo>
                    <a:pt x="59382" y="25794"/>
                  </a:lnTo>
                  <a:lnTo>
                    <a:pt x="59456" y="25674"/>
                  </a:lnTo>
                  <a:lnTo>
                    <a:pt x="59511" y="25634"/>
                  </a:lnTo>
                  <a:lnTo>
                    <a:pt x="59658" y="25594"/>
                  </a:lnTo>
                  <a:lnTo>
                    <a:pt x="59695" y="25567"/>
                  </a:lnTo>
                  <a:lnTo>
                    <a:pt x="59714" y="25514"/>
                  </a:lnTo>
                  <a:lnTo>
                    <a:pt x="59714" y="25421"/>
                  </a:lnTo>
                  <a:lnTo>
                    <a:pt x="59714" y="25367"/>
                  </a:lnTo>
                  <a:lnTo>
                    <a:pt x="59732" y="25327"/>
                  </a:lnTo>
                  <a:lnTo>
                    <a:pt x="59824" y="25247"/>
                  </a:lnTo>
                  <a:lnTo>
                    <a:pt x="59861" y="25207"/>
                  </a:lnTo>
                  <a:lnTo>
                    <a:pt x="59824" y="25181"/>
                  </a:lnTo>
                  <a:lnTo>
                    <a:pt x="59751" y="25154"/>
                  </a:lnTo>
                  <a:lnTo>
                    <a:pt x="59714" y="25101"/>
                  </a:lnTo>
                  <a:lnTo>
                    <a:pt x="59732" y="25101"/>
                  </a:lnTo>
                  <a:lnTo>
                    <a:pt x="59751" y="25074"/>
                  </a:lnTo>
                  <a:lnTo>
                    <a:pt x="59787" y="25061"/>
                  </a:lnTo>
                  <a:lnTo>
                    <a:pt x="59806" y="25061"/>
                  </a:lnTo>
                  <a:lnTo>
                    <a:pt x="59824" y="25074"/>
                  </a:lnTo>
                  <a:lnTo>
                    <a:pt x="59843" y="25087"/>
                  </a:lnTo>
                  <a:lnTo>
                    <a:pt x="59861" y="25101"/>
                  </a:lnTo>
                  <a:lnTo>
                    <a:pt x="59917" y="25114"/>
                  </a:lnTo>
                  <a:lnTo>
                    <a:pt x="59990" y="25141"/>
                  </a:lnTo>
                  <a:lnTo>
                    <a:pt x="60101" y="25101"/>
                  </a:lnTo>
                  <a:lnTo>
                    <a:pt x="60248" y="25007"/>
                  </a:lnTo>
                  <a:lnTo>
                    <a:pt x="60359" y="24967"/>
                  </a:lnTo>
                  <a:lnTo>
                    <a:pt x="60377" y="24941"/>
                  </a:lnTo>
                  <a:lnTo>
                    <a:pt x="60414" y="24874"/>
                  </a:lnTo>
                  <a:lnTo>
                    <a:pt x="60396" y="24767"/>
                  </a:lnTo>
                  <a:lnTo>
                    <a:pt x="60414" y="24714"/>
                  </a:lnTo>
                  <a:lnTo>
                    <a:pt x="60377" y="24674"/>
                  </a:lnTo>
                  <a:lnTo>
                    <a:pt x="60359" y="24634"/>
                  </a:lnTo>
                  <a:lnTo>
                    <a:pt x="60322" y="24607"/>
                  </a:lnTo>
                  <a:lnTo>
                    <a:pt x="60248" y="24554"/>
                  </a:lnTo>
                  <a:lnTo>
                    <a:pt x="60212" y="24541"/>
                  </a:lnTo>
                  <a:lnTo>
                    <a:pt x="60212" y="24514"/>
                  </a:lnTo>
                  <a:lnTo>
                    <a:pt x="60193" y="24447"/>
                  </a:lnTo>
                  <a:lnTo>
                    <a:pt x="60248" y="24301"/>
                  </a:lnTo>
                  <a:lnTo>
                    <a:pt x="60230" y="24247"/>
                  </a:lnTo>
                  <a:lnTo>
                    <a:pt x="60138" y="24141"/>
                  </a:lnTo>
                  <a:lnTo>
                    <a:pt x="59935" y="23994"/>
                  </a:lnTo>
                  <a:lnTo>
                    <a:pt x="59787" y="23901"/>
                  </a:lnTo>
                  <a:lnTo>
                    <a:pt x="59751" y="23888"/>
                  </a:lnTo>
                  <a:lnTo>
                    <a:pt x="59695" y="23834"/>
                  </a:lnTo>
                  <a:lnTo>
                    <a:pt x="59677" y="23821"/>
                  </a:lnTo>
                  <a:lnTo>
                    <a:pt x="59658" y="23821"/>
                  </a:lnTo>
                  <a:lnTo>
                    <a:pt x="59622" y="23848"/>
                  </a:lnTo>
                  <a:lnTo>
                    <a:pt x="59511" y="23821"/>
                  </a:lnTo>
                  <a:lnTo>
                    <a:pt x="58349" y="24021"/>
                  </a:lnTo>
                  <a:lnTo>
                    <a:pt x="58110" y="23981"/>
                  </a:lnTo>
                  <a:lnTo>
                    <a:pt x="58036" y="23994"/>
                  </a:lnTo>
                  <a:lnTo>
                    <a:pt x="57944" y="24034"/>
                  </a:lnTo>
                  <a:lnTo>
                    <a:pt x="57925" y="24127"/>
                  </a:lnTo>
                  <a:lnTo>
                    <a:pt x="57925" y="24167"/>
                  </a:lnTo>
                  <a:lnTo>
                    <a:pt x="57925" y="24247"/>
                  </a:lnTo>
                  <a:lnTo>
                    <a:pt x="57925" y="24274"/>
                  </a:lnTo>
                  <a:lnTo>
                    <a:pt x="57944" y="24314"/>
                  </a:lnTo>
                  <a:lnTo>
                    <a:pt x="57981" y="24421"/>
                  </a:lnTo>
                  <a:lnTo>
                    <a:pt x="57999" y="24474"/>
                  </a:lnTo>
                  <a:lnTo>
                    <a:pt x="57981" y="24567"/>
                  </a:lnTo>
                  <a:lnTo>
                    <a:pt x="57907" y="24647"/>
                  </a:lnTo>
                  <a:lnTo>
                    <a:pt x="57833" y="24701"/>
                  </a:lnTo>
                  <a:lnTo>
                    <a:pt x="57760" y="24714"/>
                  </a:lnTo>
                  <a:lnTo>
                    <a:pt x="57760" y="24714"/>
                  </a:lnTo>
                  <a:lnTo>
                    <a:pt x="57760" y="24714"/>
                  </a:lnTo>
                  <a:lnTo>
                    <a:pt x="57760" y="24714"/>
                  </a:lnTo>
                  <a:lnTo>
                    <a:pt x="57501" y="24767"/>
                  </a:lnTo>
                  <a:lnTo>
                    <a:pt x="57446" y="24807"/>
                  </a:lnTo>
                  <a:lnTo>
                    <a:pt x="57391" y="24927"/>
                  </a:lnTo>
                  <a:lnTo>
                    <a:pt x="57372" y="25007"/>
                  </a:lnTo>
                  <a:lnTo>
                    <a:pt x="57428" y="25074"/>
                  </a:lnTo>
                  <a:lnTo>
                    <a:pt x="57483" y="25154"/>
                  </a:lnTo>
                  <a:lnTo>
                    <a:pt x="57501" y="25221"/>
                  </a:lnTo>
                  <a:lnTo>
                    <a:pt x="57520" y="25301"/>
                  </a:lnTo>
                  <a:lnTo>
                    <a:pt x="57501" y="25447"/>
                  </a:lnTo>
                  <a:lnTo>
                    <a:pt x="57520" y="25474"/>
                  </a:lnTo>
                  <a:lnTo>
                    <a:pt x="57520" y="25514"/>
                  </a:lnTo>
                  <a:lnTo>
                    <a:pt x="57557" y="25594"/>
                  </a:lnTo>
                  <a:lnTo>
                    <a:pt x="57575" y="25634"/>
                  </a:lnTo>
                  <a:lnTo>
                    <a:pt x="57575" y="25714"/>
                  </a:lnTo>
                  <a:lnTo>
                    <a:pt x="57557" y="25834"/>
                  </a:lnTo>
                  <a:lnTo>
                    <a:pt x="57557" y="26114"/>
                  </a:lnTo>
                  <a:lnTo>
                    <a:pt x="57557" y="26194"/>
                  </a:lnTo>
                  <a:lnTo>
                    <a:pt x="57520" y="26247"/>
                  </a:lnTo>
                  <a:lnTo>
                    <a:pt x="57483" y="26287"/>
                  </a:lnTo>
                  <a:lnTo>
                    <a:pt x="57354" y="26354"/>
                  </a:lnTo>
                  <a:lnTo>
                    <a:pt x="57206" y="26367"/>
                  </a:lnTo>
                  <a:lnTo>
                    <a:pt x="57133" y="26434"/>
                  </a:lnTo>
                  <a:lnTo>
                    <a:pt x="57041" y="26474"/>
                  </a:lnTo>
                  <a:lnTo>
                    <a:pt x="57022" y="26434"/>
                  </a:lnTo>
                  <a:lnTo>
                    <a:pt x="57133" y="26340"/>
                  </a:lnTo>
                  <a:lnTo>
                    <a:pt x="57428" y="26220"/>
                  </a:lnTo>
                  <a:lnTo>
                    <a:pt x="57483" y="26060"/>
                  </a:lnTo>
                  <a:lnTo>
                    <a:pt x="57465" y="25860"/>
                  </a:lnTo>
                  <a:lnTo>
                    <a:pt x="57465" y="25807"/>
                  </a:lnTo>
                  <a:lnTo>
                    <a:pt x="57483" y="25687"/>
                  </a:lnTo>
                  <a:lnTo>
                    <a:pt x="57483" y="25607"/>
                  </a:lnTo>
                  <a:lnTo>
                    <a:pt x="57428" y="25540"/>
                  </a:lnTo>
                  <a:lnTo>
                    <a:pt x="57391" y="25500"/>
                  </a:lnTo>
                  <a:lnTo>
                    <a:pt x="57372" y="25421"/>
                  </a:lnTo>
                  <a:lnTo>
                    <a:pt x="57372" y="25381"/>
                  </a:lnTo>
                  <a:lnTo>
                    <a:pt x="57372" y="25341"/>
                  </a:lnTo>
                  <a:lnTo>
                    <a:pt x="57391" y="25327"/>
                  </a:lnTo>
                  <a:lnTo>
                    <a:pt x="57391" y="25287"/>
                  </a:lnTo>
                  <a:lnTo>
                    <a:pt x="57372" y="25221"/>
                  </a:lnTo>
                  <a:lnTo>
                    <a:pt x="57317" y="25101"/>
                  </a:lnTo>
                  <a:lnTo>
                    <a:pt x="57280" y="25007"/>
                  </a:lnTo>
                  <a:lnTo>
                    <a:pt x="57262" y="24927"/>
                  </a:lnTo>
                  <a:lnTo>
                    <a:pt x="57262" y="24847"/>
                  </a:lnTo>
                  <a:lnTo>
                    <a:pt x="57317" y="24767"/>
                  </a:lnTo>
                  <a:lnTo>
                    <a:pt x="57723" y="24541"/>
                  </a:lnTo>
                  <a:lnTo>
                    <a:pt x="57815" y="24474"/>
                  </a:lnTo>
                  <a:lnTo>
                    <a:pt x="57815" y="24381"/>
                  </a:lnTo>
                  <a:lnTo>
                    <a:pt x="57723" y="24327"/>
                  </a:lnTo>
                  <a:lnTo>
                    <a:pt x="57096" y="24274"/>
                  </a:lnTo>
                  <a:lnTo>
                    <a:pt x="56801" y="24367"/>
                  </a:lnTo>
                  <a:lnTo>
                    <a:pt x="56285" y="24821"/>
                  </a:lnTo>
                  <a:lnTo>
                    <a:pt x="56266" y="24847"/>
                  </a:lnTo>
                  <a:lnTo>
                    <a:pt x="56266" y="24901"/>
                  </a:lnTo>
                  <a:lnTo>
                    <a:pt x="56303" y="25061"/>
                  </a:lnTo>
                  <a:lnTo>
                    <a:pt x="56303" y="25167"/>
                  </a:lnTo>
                  <a:lnTo>
                    <a:pt x="56285" y="25234"/>
                  </a:lnTo>
                  <a:lnTo>
                    <a:pt x="56211" y="25367"/>
                  </a:lnTo>
                  <a:lnTo>
                    <a:pt x="56156" y="25514"/>
                  </a:lnTo>
                  <a:lnTo>
                    <a:pt x="56119" y="25607"/>
                  </a:lnTo>
                  <a:lnTo>
                    <a:pt x="56119" y="25820"/>
                  </a:lnTo>
                  <a:lnTo>
                    <a:pt x="56119" y="25887"/>
                  </a:lnTo>
                  <a:lnTo>
                    <a:pt x="56082" y="25927"/>
                  </a:lnTo>
                  <a:lnTo>
                    <a:pt x="56008" y="25900"/>
                  </a:lnTo>
                  <a:lnTo>
                    <a:pt x="56008" y="25847"/>
                  </a:lnTo>
                  <a:lnTo>
                    <a:pt x="56027" y="25754"/>
                  </a:lnTo>
                  <a:lnTo>
                    <a:pt x="56027" y="25567"/>
                  </a:lnTo>
                  <a:lnTo>
                    <a:pt x="56045" y="25461"/>
                  </a:lnTo>
                  <a:lnTo>
                    <a:pt x="56174" y="25274"/>
                  </a:lnTo>
                  <a:lnTo>
                    <a:pt x="56192" y="25207"/>
                  </a:lnTo>
                  <a:lnTo>
                    <a:pt x="56192" y="25087"/>
                  </a:lnTo>
                  <a:lnTo>
                    <a:pt x="56192" y="24967"/>
                  </a:lnTo>
                  <a:lnTo>
                    <a:pt x="56156" y="24887"/>
                  </a:lnTo>
                  <a:lnTo>
                    <a:pt x="56119" y="24781"/>
                  </a:lnTo>
                  <a:lnTo>
                    <a:pt x="56174" y="24701"/>
                  </a:lnTo>
                  <a:lnTo>
                    <a:pt x="56782" y="24261"/>
                  </a:lnTo>
                  <a:lnTo>
                    <a:pt x="57096" y="24167"/>
                  </a:lnTo>
                  <a:lnTo>
                    <a:pt x="57538" y="24167"/>
                  </a:lnTo>
                  <a:lnTo>
                    <a:pt x="57612" y="24127"/>
                  </a:lnTo>
                  <a:lnTo>
                    <a:pt x="57815" y="23781"/>
                  </a:lnTo>
                  <a:lnTo>
                    <a:pt x="57815" y="23701"/>
                  </a:lnTo>
                  <a:lnTo>
                    <a:pt x="57815" y="23688"/>
                  </a:lnTo>
                  <a:lnTo>
                    <a:pt x="57815" y="23648"/>
                  </a:lnTo>
                  <a:lnTo>
                    <a:pt x="57796" y="23634"/>
                  </a:lnTo>
                  <a:lnTo>
                    <a:pt x="57796" y="23634"/>
                  </a:lnTo>
                  <a:lnTo>
                    <a:pt x="57815" y="23621"/>
                  </a:lnTo>
                  <a:lnTo>
                    <a:pt x="57815" y="23554"/>
                  </a:lnTo>
                  <a:lnTo>
                    <a:pt x="57852" y="23421"/>
                  </a:lnTo>
                  <a:lnTo>
                    <a:pt x="57741" y="23341"/>
                  </a:lnTo>
                  <a:lnTo>
                    <a:pt x="57483" y="23181"/>
                  </a:lnTo>
                  <a:lnTo>
                    <a:pt x="57391" y="23114"/>
                  </a:lnTo>
                  <a:lnTo>
                    <a:pt x="57317" y="23034"/>
                  </a:lnTo>
                  <a:lnTo>
                    <a:pt x="57004" y="22821"/>
                  </a:lnTo>
                  <a:lnTo>
                    <a:pt x="56985" y="22808"/>
                  </a:lnTo>
                  <a:lnTo>
                    <a:pt x="56930" y="22741"/>
                  </a:lnTo>
                  <a:lnTo>
                    <a:pt x="56819" y="22674"/>
                  </a:lnTo>
                  <a:lnTo>
                    <a:pt x="56819" y="22674"/>
                  </a:lnTo>
                  <a:lnTo>
                    <a:pt x="56801" y="22608"/>
                  </a:lnTo>
                  <a:lnTo>
                    <a:pt x="56764" y="22554"/>
                  </a:lnTo>
                  <a:lnTo>
                    <a:pt x="56746" y="22514"/>
                  </a:lnTo>
                  <a:lnTo>
                    <a:pt x="56709" y="22501"/>
                  </a:lnTo>
                  <a:lnTo>
                    <a:pt x="56100" y="22501"/>
                  </a:lnTo>
                  <a:lnTo>
                    <a:pt x="55897" y="22421"/>
                  </a:lnTo>
                  <a:lnTo>
                    <a:pt x="55842" y="22408"/>
                  </a:lnTo>
                  <a:lnTo>
                    <a:pt x="55695" y="22421"/>
                  </a:lnTo>
                  <a:lnTo>
                    <a:pt x="55455" y="22395"/>
                  </a:lnTo>
                  <a:lnTo>
                    <a:pt x="55031" y="22435"/>
                  </a:lnTo>
                  <a:lnTo>
                    <a:pt x="54957" y="22501"/>
                  </a:lnTo>
                  <a:lnTo>
                    <a:pt x="54939" y="22528"/>
                  </a:lnTo>
                  <a:lnTo>
                    <a:pt x="54939" y="22608"/>
                  </a:lnTo>
                  <a:lnTo>
                    <a:pt x="54902" y="22674"/>
                  </a:lnTo>
                  <a:lnTo>
                    <a:pt x="54920" y="22701"/>
                  </a:lnTo>
                  <a:lnTo>
                    <a:pt x="55086" y="22901"/>
                  </a:lnTo>
                  <a:lnTo>
                    <a:pt x="55123" y="22941"/>
                  </a:lnTo>
                  <a:lnTo>
                    <a:pt x="55049" y="23008"/>
                  </a:lnTo>
                  <a:lnTo>
                    <a:pt x="55013" y="23008"/>
                  </a:lnTo>
                  <a:lnTo>
                    <a:pt x="54939" y="22968"/>
                  </a:lnTo>
                  <a:lnTo>
                    <a:pt x="54773" y="22821"/>
                  </a:lnTo>
                  <a:lnTo>
                    <a:pt x="54754" y="22794"/>
                  </a:lnTo>
                  <a:lnTo>
                    <a:pt x="54736" y="22741"/>
                  </a:lnTo>
                  <a:lnTo>
                    <a:pt x="54718" y="22714"/>
                  </a:lnTo>
                  <a:lnTo>
                    <a:pt x="54718" y="22661"/>
                  </a:lnTo>
                  <a:lnTo>
                    <a:pt x="54662" y="22594"/>
                  </a:lnTo>
                  <a:lnTo>
                    <a:pt x="54607" y="22554"/>
                  </a:lnTo>
                  <a:lnTo>
                    <a:pt x="54533" y="22541"/>
                  </a:lnTo>
                  <a:lnTo>
                    <a:pt x="53556" y="22581"/>
                  </a:lnTo>
                  <a:lnTo>
                    <a:pt x="53464" y="22528"/>
                  </a:lnTo>
                  <a:lnTo>
                    <a:pt x="53501" y="22501"/>
                  </a:lnTo>
                  <a:lnTo>
                    <a:pt x="53482" y="22461"/>
                  </a:lnTo>
                  <a:lnTo>
                    <a:pt x="53445" y="22408"/>
                  </a:lnTo>
                  <a:lnTo>
                    <a:pt x="53390" y="22368"/>
                  </a:lnTo>
                  <a:lnTo>
                    <a:pt x="53335" y="22328"/>
                  </a:lnTo>
                  <a:lnTo>
                    <a:pt x="53095" y="22248"/>
                  </a:lnTo>
                  <a:lnTo>
                    <a:pt x="52837" y="22221"/>
                  </a:lnTo>
                  <a:lnTo>
                    <a:pt x="51454" y="22501"/>
                  </a:lnTo>
                  <a:lnTo>
                    <a:pt x="51399" y="22594"/>
                  </a:lnTo>
                  <a:lnTo>
                    <a:pt x="51288" y="22674"/>
                  </a:lnTo>
                  <a:lnTo>
                    <a:pt x="51196" y="22821"/>
                  </a:lnTo>
                  <a:lnTo>
                    <a:pt x="50864" y="22928"/>
                  </a:lnTo>
                  <a:lnTo>
                    <a:pt x="50864" y="22954"/>
                  </a:lnTo>
                  <a:lnTo>
                    <a:pt x="50846" y="23034"/>
                  </a:lnTo>
                  <a:lnTo>
                    <a:pt x="50828" y="23048"/>
                  </a:lnTo>
                  <a:lnTo>
                    <a:pt x="50569" y="23208"/>
                  </a:lnTo>
                  <a:lnTo>
                    <a:pt x="50367" y="23568"/>
                  </a:lnTo>
                  <a:lnTo>
                    <a:pt x="50311" y="23581"/>
                  </a:lnTo>
                  <a:lnTo>
                    <a:pt x="50275" y="23581"/>
                  </a:lnTo>
                  <a:lnTo>
                    <a:pt x="50256" y="23594"/>
                  </a:lnTo>
                  <a:lnTo>
                    <a:pt x="50238" y="23621"/>
                  </a:lnTo>
                  <a:lnTo>
                    <a:pt x="50256" y="23661"/>
                  </a:lnTo>
                  <a:lnTo>
                    <a:pt x="50275" y="23741"/>
                  </a:lnTo>
                  <a:lnTo>
                    <a:pt x="50275" y="23768"/>
                  </a:lnTo>
                  <a:lnTo>
                    <a:pt x="50238" y="23981"/>
                  </a:lnTo>
                  <a:lnTo>
                    <a:pt x="50201" y="24007"/>
                  </a:lnTo>
                  <a:lnTo>
                    <a:pt x="50275" y="24114"/>
                  </a:lnTo>
                  <a:lnTo>
                    <a:pt x="50311" y="24221"/>
                  </a:lnTo>
                  <a:lnTo>
                    <a:pt x="50367" y="24301"/>
                  </a:lnTo>
                  <a:lnTo>
                    <a:pt x="50440" y="24381"/>
                  </a:lnTo>
                  <a:lnTo>
                    <a:pt x="51233" y="24634"/>
                  </a:lnTo>
                  <a:lnTo>
                    <a:pt x="51749" y="24661"/>
                  </a:lnTo>
                  <a:lnTo>
                    <a:pt x="51915" y="24701"/>
                  </a:lnTo>
                  <a:lnTo>
                    <a:pt x="52173" y="24714"/>
                  </a:lnTo>
                  <a:lnTo>
                    <a:pt x="52561" y="24834"/>
                  </a:lnTo>
                  <a:lnTo>
                    <a:pt x="52690" y="24847"/>
                  </a:lnTo>
                  <a:lnTo>
                    <a:pt x="52911" y="24941"/>
                  </a:lnTo>
                  <a:lnTo>
                    <a:pt x="53464" y="24821"/>
                  </a:lnTo>
                  <a:lnTo>
                    <a:pt x="53777" y="24874"/>
                  </a:lnTo>
                  <a:lnTo>
                    <a:pt x="54165" y="24967"/>
                  </a:lnTo>
                  <a:lnTo>
                    <a:pt x="53722" y="24941"/>
                  </a:lnTo>
                  <a:lnTo>
                    <a:pt x="53519" y="24874"/>
                  </a:lnTo>
                  <a:lnTo>
                    <a:pt x="53409" y="24874"/>
                  </a:lnTo>
                  <a:lnTo>
                    <a:pt x="52856" y="25034"/>
                  </a:lnTo>
                  <a:lnTo>
                    <a:pt x="52819" y="25074"/>
                  </a:lnTo>
                  <a:lnTo>
                    <a:pt x="52856" y="25141"/>
                  </a:lnTo>
                  <a:lnTo>
                    <a:pt x="52911" y="25167"/>
                  </a:lnTo>
                  <a:lnTo>
                    <a:pt x="52966" y="25221"/>
                  </a:lnTo>
                  <a:lnTo>
                    <a:pt x="52985" y="25301"/>
                  </a:lnTo>
                  <a:lnTo>
                    <a:pt x="52985" y="25354"/>
                  </a:lnTo>
                  <a:lnTo>
                    <a:pt x="52966" y="25421"/>
                  </a:lnTo>
                  <a:lnTo>
                    <a:pt x="52929" y="25434"/>
                  </a:lnTo>
                  <a:lnTo>
                    <a:pt x="52911" y="25407"/>
                  </a:lnTo>
                  <a:lnTo>
                    <a:pt x="52929" y="25367"/>
                  </a:lnTo>
                  <a:lnTo>
                    <a:pt x="52929" y="25287"/>
                  </a:lnTo>
                  <a:lnTo>
                    <a:pt x="52929" y="25247"/>
                  </a:lnTo>
                  <a:lnTo>
                    <a:pt x="52874" y="25207"/>
                  </a:lnTo>
                  <a:lnTo>
                    <a:pt x="52837" y="25181"/>
                  </a:lnTo>
                  <a:lnTo>
                    <a:pt x="52800" y="25167"/>
                  </a:lnTo>
                  <a:lnTo>
                    <a:pt x="52745" y="25141"/>
                  </a:lnTo>
                  <a:lnTo>
                    <a:pt x="52726" y="25021"/>
                  </a:lnTo>
                  <a:lnTo>
                    <a:pt x="52597" y="24927"/>
                  </a:lnTo>
                  <a:lnTo>
                    <a:pt x="52321" y="24847"/>
                  </a:lnTo>
                  <a:lnTo>
                    <a:pt x="52044" y="24821"/>
                  </a:lnTo>
                  <a:lnTo>
                    <a:pt x="51971" y="24834"/>
                  </a:lnTo>
                  <a:lnTo>
                    <a:pt x="51860" y="24927"/>
                  </a:lnTo>
                  <a:lnTo>
                    <a:pt x="51842" y="24834"/>
                  </a:lnTo>
                  <a:lnTo>
                    <a:pt x="51786" y="24807"/>
                  </a:lnTo>
                  <a:lnTo>
                    <a:pt x="50920" y="24767"/>
                  </a:lnTo>
                  <a:lnTo>
                    <a:pt x="50809" y="24821"/>
                  </a:lnTo>
                  <a:lnTo>
                    <a:pt x="50883" y="24914"/>
                  </a:lnTo>
                  <a:lnTo>
                    <a:pt x="50938" y="24981"/>
                  </a:lnTo>
                  <a:lnTo>
                    <a:pt x="50975" y="25167"/>
                  </a:lnTo>
                  <a:lnTo>
                    <a:pt x="51104" y="25207"/>
                  </a:lnTo>
                  <a:lnTo>
                    <a:pt x="51141" y="25221"/>
                  </a:lnTo>
                  <a:lnTo>
                    <a:pt x="51159" y="25247"/>
                  </a:lnTo>
                  <a:lnTo>
                    <a:pt x="51159" y="25287"/>
                  </a:lnTo>
                  <a:lnTo>
                    <a:pt x="51178" y="25314"/>
                  </a:lnTo>
                  <a:lnTo>
                    <a:pt x="51178" y="25327"/>
                  </a:lnTo>
                  <a:lnTo>
                    <a:pt x="51196" y="25341"/>
                  </a:lnTo>
                  <a:lnTo>
                    <a:pt x="51270" y="25367"/>
                  </a:lnTo>
                  <a:lnTo>
                    <a:pt x="51288" y="25381"/>
                  </a:lnTo>
                  <a:lnTo>
                    <a:pt x="51288" y="25434"/>
                  </a:lnTo>
                  <a:lnTo>
                    <a:pt x="51215" y="25434"/>
                  </a:lnTo>
                  <a:lnTo>
                    <a:pt x="51141" y="25381"/>
                  </a:lnTo>
                  <a:lnTo>
                    <a:pt x="51086" y="25287"/>
                  </a:lnTo>
                  <a:lnTo>
                    <a:pt x="51012" y="25247"/>
                  </a:lnTo>
                  <a:lnTo>
                    <a:pt x="50957" y="25247"/>
                  </a:lnTo>
                  <a:lnTo>
                    <a:pt x="50920" y="25221"/>
                  </a:lnTo>
                  <a:lnTo>
                    <a:pt x="50846" y="25167"/>
                  </a:lnTo>
                  <a:lnTo>
                    <a:pt x="50809" y="25074"/>
                  </a:lnTo>
                  <a:lnTo>
                    <a:pt x="50791" y="25034"/>
                  </a:lnTo>
                  <a:lnTo>
                    <a:pt x="50772" y="24981"/>
                  </a:lnTo>
                  <a:lnTo>
                    <a:pt x="50699" y="24914"/>
                  </a:lnTo>
                  <a:lnTo>
                    <a:pt x="50680" y="24847"/>
                  </a:lnTo>
                  <a:lnTo>
                    <a:pt x="50699" y="24834"/>
                  </a:lnTo>
                  <a:lnTo>
                    <a:pt x="50699" y="24807"/>
                  </a:lnTo>
                  <a:lnTo>
                    <a:pt x="50625" y="24741"/>
                  </a:lnTo>
                  <a:lnTo>
                    <a:pt x="50514" y="24701"/>
                  </a:lnTo>
                  <a:lnTo>
                    <a:pt x="50459" y="24714"/>
                  </a:lnTo>
                  <a:lnTo>
                    <a:pt x="50404" y="24754"/>
                  </a:lnTo>
                  <a:lnTo>
                    <a:pt x="50293" y="24874"/>
                  </a:lnTo>
                  <a:lnTo>
                    <a:pt x="50256" y="24887"/>
                  </a:lnTo>
                  <a:lnTo>
                    <a:pt x="50127" y="24874"/>
                  </a:lnTo>
                  <a:lnTo>
                    <a:pt x="50109" y="24901"/>
                  </a:lnTo>
                  <a:lnTo>
                    <a:pt x="50109" y="24927"/>
                  </a:lnTo>
                  <a:lnTo>
                    <a:pt x="50109" y="24967"/>
                  </a:lnTo>
                  <a:lnTo>
                    <a:pt x="50145" y="25007"/>
                  </a:lnTo>
                  <a:lnTo>
                    <a:pt x="50201" y="25034"/>
                  </a:lnTo>
                  <a:lnTo>
                    <a:pt x="50238" y="25034"/>
                  </a:lnTo>
                  <a:lnTo>
                    <a:pt x="50293" y="25047"/>
                  </a:lnTo>
                  <a:lnTo>
                    <a:pt x="50330" y="25101"/>
                  </a:lnTo>
                  <a:lnTo>
                    <a:pt x="50367" y="25194"/>
                  </a:lnTo>
                  <a:lnTo>
                    <a:pt x="50311" y="25287"/>
                  </a:lnTo>
                  <a:lnTo>
                    <a:pt x="50219" y="25407"/>
                  </a:lnTo>
                  <a:lnTo>
                    <a:pt x="50293" y="25447"/>
                  </a:lnTo>
                  <a:lnTo>
                    <a:pt x="50754" y="25607"/>
                  </a:lnTo>
                  <a:lnTo>
                    <a:pt x="50883" y="25607"/>
                  </a:lnTo>
                  <a:lnTo>
                    <a:pt x="51049" y="25674"/>
                  </a:lnTo>
                  <a:lnTo>
                    <a:pt x="51288" y="25674"/>
                  </a:lnTo>
                  <a:lnTo>
                    <a:pt x="51362" y="25700"/>
                  </a:lnTo>
                  <a:lnTo>
                    <a:pt x="51454" y="25740"/>
                  </a:lnTo>
                  <a:lnTo>
                    <a:pt x="51491" y="25794"/>
                  </a:lnTo>
                  <a:lnTo>
                    <a:pt x="51547" y="25834"/>
                  </a:lnTo>
                  <a:lnTo>
                    <a:pt x="51602" y="25900"/>
                  </a:lnTo>
                  <a:lnTo>
                    <a:pt x="51676" y="25967"/>
                  </a:lnTo>
                  <a:lnTo>
                    <a:pt x="51823" y="26167"/>
                  </a:lnTo>
                  <a:lnTo>
                    <a:pt x="51860" y="26234"/>
                  </a:lnTo>
                  <a:lnTo>
                    <a:pt x="51952" y="26274"/>
                  </a:lnTo>
                  <a:lnTo>
                    <a:pt x="52044" y="26260"/>
                  </a:lnTo>
                  <a:lnTo>
                    <a:pt x="52173" y="26207"/>
                  </a:lnTo>
                  <a:lnTo>
                    <a:pt x="52302" y="26207"/>
                  </a:lnTo>
                  <a:lnTo>
                    <a:pt x="52376" y="26234"/>
                  </a:lnTo>
                  <a:lnTo>
                    <a:pt x="52395" y="26287"/>
                  </a:lnTo>
                  <a:lnTo>
                    <a:pt x="52450" y="26340"/>
                  </a:lnTo>
                  <a:lnTo>
                    <a:pt x="52653" y="26407"/>
                  </a:lnTo>
                  <a:lnTo>
                    <a:pt x="52929" y="26607"/>
                  </a:lnTo>
                  <a:lnTo>
                    <a:pt x="53003" y="26647"/>
                  </a:lnTo>
                  <a:lnTo>
                    <a:pt x="53095" y="26674"/>
                  </a:lnTo>
                  <a:lnTo>
                    <a:pt x="53169" y="26714"/>
                  </a:lnTo>
                  <a:lnTo>
                    <a:pt x="53261" y="26714"/>
                  </a:lnTo>
                  <a:lnTo>
                    <a:pt x="53335" y="26740"/>
                  </a:lnTo>
                  <a:lnTo>
                    <a:pt x="53372" y="26740"/>
                  </a:lnTo>
                  <a:lnTo>
                    <a:pt x="53464" y="26714"/>
                  </a:lnTo>
                  <a:lnTo>
                    <a:pt x="53501" y="26714"/>
                  </a:lnTo>
                  <a:lnTo>
                    <a:pt x="53538" y="26740"/>
                  </a:lnTo>
                  <a:lnTo>
                    <a:pt x="53519" y="26767"/>
                  </a:lnTo>
                  <a:lnTo>
                    <a:pt x="53519" y="26820"/>
                  </a:lnTo>
                  <a:lnTo>
                    <a:pt x="53538" y="26887"/>
                  </a:lnTo>
                  <a:lnTo>
                    <a:pt x="53575" y="27033"/>
                  </a:lnTo>
                  <a:lnTo>
                    <a:pt x="53556" y="27007"/>
                  </a:lnTo>
                  <a:lnTo>
                    <a:pt x="53482" y="26914"/>
                  </a:lnTo>
                  <a:lnTo>
                    <a:pt x="53316" y="26820"/>
                  </a:lnTo>
                  <a:lnTo>
                    <a:pt x="53040" y="26780"/>
                  </a:lnTo>
                  <a:lnTo>
                    <a:pt x="52911" y="26714"/>
                  </a:lnTo>
                  <a:lnTo>
                    <a:pt x="52800" y="26567"/>
                  </a:lnTo>
                  <a:lnTo>
                    <a:pt x="52634" y="26487"/>
                  </a:lnTo>
                  <a:lnTo>
                    <a:pt x="52487" y="26420"/>
                  </a:lnTo>
                  <a:lnTo>
                    <a:pt x="52376" y="26354"/>
                  </a:lnTo>
                  <a:lnTo>
                    <a:pt x="52321" y="26327"/>
                  </a:lnTo>
                  <a:lnTo>
                    <a:pt x="52321" y="26287"/>
                  </a:lnTo>
                  <a:lnTo>
                    <a:pt x="52302" y="26274"/>
                  </a:lnTo>
                  <a:lnTo>
                    <a:pt x="52284" y="26247"/>
                  </a:lnTo>
                  <a:lnTo>
                    <a:pt x="52247" y="26234"/>
                  </a:lnTo>
                  <a:lnTo>
                    <a:pt x="52210" y="26247"/>
                  </a:lnTo>
                  <a:lnTo>
                    <a:pt x="52026" y="26354"/>
                  </a:lnTo>
                  <a:lnTo>
                    <a:pt x="52007" y="26394"/>
                  </a:lnTo>
                  <a:lnTo>
                    <a:pt x="52044" y="26500"/>
                  </a:lnTo>
                  <a:lnTo>
                    <a:pt x="52081" y="26540"/>
                  </a:lnTo>
                  <a:lnTo>
                    <a:pt x="52229" y="26594"/>
                  </a:lnTo>
                  <a:lnTo>
                    <a:pt x="52284" y="26634"/>
                  </a:lnTo>
                  <a:lnTo>
                    <a:pt x="52487" y="26780"/>
                  </a:lnTo>
                  <a:lnTo>
                    <a:pt x="52819" y="26914"/>
                  </a:lnTo>
                  <a:lnTo>
                    <a:pt x="52948" y="26927"/>
                  </a:lnTo>
                  <a:lnTo>
                    <a:pt x="53132" y="26994"/>
                  </a:lnTo>
                  <a:lnTo>
                    <a:pt x="53206" y="26994"/>
                  </a:lnTo>
                  <a:lnTo>
                    <a:pt x="53206" y="27020"/>
                  </a:lnTo>
                  <a:lnTo>
                    <a:pt x="53132" y="27033"/>
                  </a:lnTo>
                  <a:lnTo>
                    <a:pt x="52911" y="27007"/>
                  </a:lnTo>
                  <a:lnTo>
                    <a:pt x="52690" y="26927"/>
                  </a:lnTo>
                  <a:lnTo>
                    <a:pt x="52487" y="26914"/>
                  </a:lnTo>
                  <a:lnTo>
                    <a:pt x="51860" y="26487"/>
                  </a:lnTo>
                  <a:lnTo>
                    <a:pt x="51786" y="26354"/>
                  </a:lnTo>
                  <a:lnTo>
                    <a:pt x="51510" y="26034"/>
                  </a:lnTo>
                  <a:lnTo>
                    <a:pt x="51381" y="25900"/>
                  </a:lnTo>
                  <a:lnTo>
                    <a:pt x="51270" y="25820"/>
                  </a:lnTo>
                  <a:lnTo>
                    <a:pt x="50440" y="25634"/>
                  </a:lnTo>
                  <a:lnTo>
                    <a:pt x="50385" y="25634"/>
                  </a:lnTo>
                  <a:lnTo>
                    <a:pt x="50367" y="25687"/>
                  </a:lnTo>
                  <a:lnTo>
                    <a:pt x="50385" y="25727"/>
                  </a:lnTo>
                  <a:lnTo>
                    <a:pt x="50385" y="25754"/>
                  </a:lnTo>
                  <a:lnTo>
                    <a:pt x="50440" y="25847"/>
                  </a:lnTo>
                  <a:lnTo>
                    <a:pt x="50514" y="25954"/>
                  </a:lnTo>
                  <a:lnTo>
                    <a:pt x="50514" y="25967"/>
                  </a:lnTo>
                  <a:lnTo>
                    <a:pt x="50514" y="25994"/>
                  </a:lnTo>
                  <a:lnTo>
                    <a:pt x="50514" y="26007"/>
                  </a:lnTo>
                  <a:lnTo>
                    <a:pt x="50551" y="26060"/>
                  </a:lnTo>
                  <a:lnTo>
                    <a:pt x="50569" y="26100"/>
                  </a:lnTo>
                  <a:lnTo>
                    <a:pt x="50588" y="26127"/>
                  </a:lnTo>
                  <a:lnTo>
                    <a:pt x="50606" y="26167"/>
                  </a:lnTo>
                  <a:lnTo>
                    <a:pt x="50606" y="26207"/>
                  </a:lnTo>
                  <a:lnTo>
                    <a:pt x="50588" y="26234"/>
                  </a:lnTo>
                  <a:lnTo>
                    <a:pt x="50588" y="26260"/>
                  </a:lnTo>
                  <a:lnTo>
                    <a:pt x="50588" y="26300"/>
                  </a:lnTo>
                  <a:lnTo>
                    <a:pt x="50625" y="26380"/>
                  </a:lnTo>
                  <a:lnTo>
                    <a:pt x="50680" y="26420"/>
                  </a:lnTo>
                  <a:lnTo>
                    <a:pt x="50791" y="26474"/>
                  </a:lnTo>
                  <a:lnTo>
                    <a:pt x="50938" y="26527"/>
                  </a:lnTo>
                  <a:lnTo>
                    <a:pt x="51049" y="26554"/>
                  </a:lnTo>
                  <a:lnTo>
                    <a:pt x="51381" y="26554"/>
                  </a:lnTo>
                  <a:lnTo>
                    <a:pt x="51418" y="26567"/>
                  </a:lnTo>
                  <a:lnTo>
                    <a:pt x="51473" y="26607"/>
                  </a:lnTo>
                  <a:lnTo>
                    <a:pt x="51491" y="26647"/>
                  </a:lnTo>
                  <a:lnTo>
                    <a:pt x="51491" y="26674"/>
                  </a:lnTo>
                  <a:lnTo>
                    <a:pt x="51510" y="26714"/>
                  </a:lnTo>
                  <a:lnTo>
                    <a:pt x="51528" y="26740"/>
                  </a:lnTo>
                  <a:lnTo>
                    <a:pt x="51583" y="26767"/>
                  </a:lnTo>
                  <a:lnTo>
                    <a:pt x="51713" y="26794"/>
                  </a:lnTo>
                  <a:lnTo>
                    <a:pt x="51768" y="26820"/>
                  </a:lnTo>
                  <a:lnTo>
                    <a:pt x="51713" y="26900"/>
                  </a:lnTo>
                  <a:lnTo>
                    <a:pt x="51602" y="26887"/>
                  </a:lnTo>
                  <a:lnTo>
                    <a:pt x="51215" y="26714"/>
                  </a:lnTo>
                  <a:lnTo>
                    <a:pt x="50422" y="26620"/>
                  </a:lnTo>
                  <a:lnTo>
                    <a:pt x="50385" y="26647"/>
                  </a:lnTo>
                  <a:lnTo>
                    <a:pt x="50311" y="26727"/>
                  </a:lnTo>
                  <a:lnTo>
                    <a:pt x="50275" y="26754"/>
                  </a:lnTo>
                  <a:lnTo>
                    <a:pt x="50238" y="26754"/>
                  </a:lnTo>
                  <a:lnTo>
                    <a:pt x="50072" y="26687"/>
                  </a:lnTo>
                  <a:lnTo>
                    <a:pt x="50090" y="26634"/>
                  </a:lnTo>
                  <a:lnTo>
                    <a:pt x="50201" y="26527"/>
                  </a:lnTo>
                  <a:lnTo>
                    <a:pt x="50182" y="26380"/>
                  </a:lnTo>
                  <a:lnTo>
                    <a:pt x="50238" y="26234"/>
                  </a:lnTo>
                  <a:lnTo>
                    <a:pt x="50256" y="26167"/>
                  </a:lnTo>
                  <a:lnTo>
                    <a:pt x="50238" y="26114"/>
                  </a:lnTo>
                  <a:lnTo>
                    <a:pt x="50182" y="25940"/>
                  </a:lnTo>
                  <a:lnTo>
                    <a:pt x="50145" y="25874"/>
                  </a:lnTo>
                  <a:lnTo>
                    <a:pt x="50127" y="25807"/>
                  </a:lnTo>
                  <a:lnTo>
                    <a:pt x="50127" y="25714"/>
                  </a:lnTo>
                  <a:lnTo>
                    <a:pt x="50145" y="25580"/>
                  </a:lnTo>
                  <a:lnTo>
                    <a:pt x="50035" y="25487"/>
                  </a:lnTo>
                  <a:lnTo>
                    <a:pt x="49980" y="25447"/>
                  </a:lnTo>
                  <a:lnTo>
                    <a:pt x="49961" y="25381"/>
                  </a:lnTo>
                  <a:lnTo>
                    <a:pt x="49961" y="25354"/>
                  </a:lnTo>
                  <a:lnTo>
                    <a:pt x="49961" y="25341"/>
                  </a:lnTo>
                  <a:lnTo>
                    <a:pt x="49961" y="25301"/>
                  </a:lnTo>
                  <a:lnTo>
                    <a:pt x="49961" y="25234"/>
                  </a:lnTo>
                  <a:lnTo>
                    <a:pt x="49924" y="25207"/>
                  </a:lnTo>
                  <a:lnTo>
                    <a:pt x="49906" y="25194"/>
                  </a:lnTo>
                  <a:lnTo>
                    <a:pt x="49795" y="25234"/>
                  </a:lnTo>
                  <a:lnTo>
                    <a:pt x="49758" y="25221"/>
                  </a:lnTo>
                  <a:lnTo>
                    <a:pt x="49574" y="25074"/>
                  </a:lnTo>
                  <a:lnTo>
                    <a:pt x="49463" y="25021"/>
                  </a:lnTo>
                  <a:lnTo>
                    <a:pt x="49039" y="24834"/>
                  </a:lnTo>
                  <a:lnTo>
                    <a:pt x="48929" y="24821"/>
                  </a:lnTo>
                  <a:lnTo>
                    <a:pt x="48855" y="24887"/>
                  </a:lnTo>
                  <a:lnTo>
                    <a:pt x="48929" y="24967"/>
                  </a:lnTo>
                  <a:lnTo>
                    <a:pt x="48892" y="25047"/>
                  </a:lnTo>
                  <a:lnTo>
                    <a:pt x="48855" y="25114"/>
                  </a:lnTo>
                  <a:lnTo>
                    <a:pt x="48836" y="25194"/>
                  </a:lnTo>
                  <a:lnTo>
                    <a:pt x="48800" y="25207"/>
                  </a:lnTo>
                  <a:lnTo>
                    <a:pt x="48800" y="25234"/>
                  </a:lnTo>
                  <a:lnTo>
                    <a:pt x="48800" y="25247"/>
                  </a:lnTo>
                  <a:lnTo>
                    <a:pt x="48800" y="25287"/>
                  </a:lnTo>
                  <a:lnTo>
                    <a:pt x="48818" y="25301"/>
                  </a:lnTo>
                  <a:lnTo>
                    <a:pt x="48818" y="25327"/>
                  </a:lnTo>
                  <a:lnTo>
                    <a:pt x="48836" y="25341"/>
                  </a:lnTo>
                  <a:lnTo>
                    <a:pt x="48836" y="25354"/>
                  </a:lnTo>
                  <a:lnTo>
                    <a:pt x="48800" y="25367"/>
                  </a:lnTo>
                  <a:lnTo>
                    <a:pt x="48763" y="25421"/>
                  </a:lnTo>
                  <a:lnTo>
                    <a:pt x="48800" y="25447"/>
                  </a:lnTo>
                  <a:lnTo>
                    <a:pt x="48855" y="25461"/>
                  </a:lnTo>
                  <a:lnTo>
                    <a:pt x="48892" y="25474"/>
                  </a:lnTo>
                  <a:lnTo>
                    <a:pt x="48947" y="25514"/>
                  </a:lnTo>
                  <a:lnTo>
                    <a:pt x="49021" y="25607"/>
                  </a:lnTo>
                  <a:lnTo>
                    <a:pt x="49039" y="25634"/>
                  </a:lnTo>
                  <a:lnTo>
                    <a:pt x="49058" y="25674"/>
                  </a:lnTo>
                  <a:lnTo>
                    <a:pt x="49113" y="25714"/>
                  </a:lnTo>
                  <a:lnTo>
                    <a:pt x="49150" y="25767"/>
                  </a:lnTo>
                  <a:lnTo>
                    <a:pt x="49150" y="25807"/>
                  </a:lnTo>
                  <a:lnTo>
                    <a:pt x="49131" y="25820"/>
                  </a:lnTo>
                  <a:lnTo>
                    <a:pt x="49095" y="25794"/>
                  </a:lnTo>
                  <a:lnTo>
                    <a:pt x="48984" y="25687"/>
                  </a:lnTo>
                  <a:lnTo>
                    <a:pt x="48966" y="25660"/>
                  </a:lnTo>
                  <a:lnTo>
                    <a:pt x="48929" y="25567"/>
                  </a:lnTo>
                  <a:lnTo>
                    <a:pt x="48873" y="25540"/>
                  </a:lnTo>
                  <a:lnTo>
                    <a:pt x="48836" y="25500"/>
                  </a:lnTo>
                  <a:lnTo>
                    <a:pt x="48781" y="25487"/>
                  </a:lnTo>
                  <a:lnTo>
                    <a:pt x="48689" y="25487"/>
                  </a:lnTo>
                  <a:lnTo>
                    <a:pt x="48652" y="25514"/>
                  </a:lnTo>
                  <a:lnTo>
                    <a:pt x="48634" y="25554"/>
                  </a:lnTo>
                  <a:lnTo>
                    <a:pt x="48615" y="25607"/>
                  </a:lnTo>
                  <a:lnTo>
                    <a:pt x="48560" y="25700"/>
                  </a:lnTo>
                  <a:lnTo>
                    <a:pt x="48523" y="25727"/>
                  </a:lnTo>
                  <a:lnTo>
                    <a:pt x="48597" y="25794"/>
                  </a:lnTo>
                  <a:lnTo>
                    <a:pt x="48578" y="25820"/>
                  </a:lnTo>
                  <a:lnTo>
                    <a:pt x="48523" y="25834"/>
                  </a:lnTo>
                  <a:lnTo>
                    <a:pt x="48468" y="25820"/>
                  </a:lnTo>
                  <a:lnTo>
                    <a:pt x="48412" y="25754"/>
                  </a:lnTo>
                  <a:lnTo>
                    <a:pt x="48394" y="25700"/>
                  </a:lnTo>
                  <a:lnTo>
                    <a:pt x="48412" y="25660"/>
                  </a:lnTo>
                  <a:lnTo>
                    <a:pt x="48431" y="25607"/>
                  </a:lnTo>
                  <a:lnTo>
                    <a:pt x="48523" y="25474"/>
                  </a:lnTo>
                  <a:lnTo>
                    <a:pt x="48560" y="25421"/>
                  </a:lnTo>
                  <a:lnTo>
                    <a:pt x="48560" y="25367"/>
                  </a:lnTo>
                  <a:lnTo>
                    <a:pt x="48523" y="25274"/>
                  </a:lnTo>
                  <a:lnTo>
                    <a:pt x="48560" y="25221"/>
                  </a:lnTo>
                  <a:lnTo>
                    <a:pt x="48486" y="25194"/>
                  </a:lnTo>
                  <a:lnTo>
                    <a:pt x="48449" y="25167"/>
                  </a:lnTo>
                  <a:lnTo>
                    <a:pt x="48394" y="25154"/>
                  </a:lnTo>
                  <a:lnTo>
                    <a:pt x="48339" y="25167"/>
                  </a:lnTo>
                  <a:lnTo>
                    <a:pt x="48339" y="25154"/>
                  </a:lnTo>
                  <a:lnTo>
                    <a:pt x="48339" y="25141"/>
                  </a:lnTo>
                  <a:lnTo>
                    <a:pt x="48339" y="25101"/>
                  </a:lnTo>
                  <a:lnTo>
                    <a:pt x="48339" y="25087"/>
                  </a:lnTo>
                  <a:lnTo>
                    <a:pt x="48099" y="25021"/>
                  </a:lnTo>
                  <a:lnTo>
                    <a:pt x="48025" y="24954"/>
                  </a:lnTo>
                  <a:lnTo>
                    <a:pt x="47988" y="24874"/>
                  </a:lnTo>
                  <a:lnTo>
                    <a:pt x="48025" y="24794"/>
                  </a:lnTo>
                  <a:lnTo>
                    <a:pt x="48062" y="24741"/>
                  </a:lnTo>
                  <a:lnTo>
                    <a:pt x="48062" y="24674"/>
                  </a:lnTo>
                  <a:lnTo>
                    <a:pt x="48044" y="24647"/>
                  </a:lnTo>
                  <a:lnTo>
                    <a:pt x="47970" y="24621"/>
                  </a:lnTo>
                  <a:lnTo>
                    <a:pt x="47933" y="24621"/>
                  </a:lnTo>
                  <a:lnTo>
                    <a:pt x="47933" y="24621"/>
                  </a:lnTo>
                  <a:lnTo>
                    <a:pt x="47933" y="24661"/>
                  </a:lnTo>
                  <a:lnTo>
                    <a:pt x="47915" y="24674"/>
                  </a:lnTo>
                  <a:lnTo>
                    <a:pt x="47896" y="24674"/>
                  </a:lnTo>
                  <a:lnTo>
                    <a:pt x="47859" y="24661"/>
                  </a:lnTo>
                  <a:lnTo>
                    <a:pt x="47859" y="24647"/>
                  </a:lnTo>
                  <a:lnTo>
                    <a:pt x="47859" y="24581"/>
                  </a:lnTo>
                  <a:lnTo>
                    <a:pt x="47804" y="24567"/>
                  </a:lnTo>
                  <a:lnTo>
                    <a:pt x="47730" y="24567"/>
                  </a:lnTo>
                  <a:lnTo>
                    <a:pt x="47693" y="24581"/>
                  </a:lnTo>
                  <a:lnTo>
                    <a:pt x="47675" y="24661"/>
                  </a:lnTo>
                  <a:lnTo>
                    <a:pt x="47712" y="24714"/>
                  </a:lnTo>
                  <a:lnTo>
                    <a:pt x="47749" y="24781"/>
                  </a:lnTo>
                  <a:lnTo>
                    <a:pt x="47786" y="24847"/>
                  </a:lnTo>
                  <a:lnTo>
                    <a:pt x="47786" y="24941"/>
                  </a:lnTo>
                  <a:lnTo>
                    <a:pt x="47730" y="25047"/>
                  </a:lnTo>
                  <a:lnTo>
                    <a:pt x="47528" y="25154"/>
                  </a:lnTo>
                  <a:lnTo>
                    <a:pt x="47417" y="25461"/>
                  </a:lnTo>
                  <a:lnTo>
                    <a:pt x="47435" y="25514"/>
                  </a:lnTo>
                  <a:lnTo>
                    <a:pt x="47509" y="25580"/>
                  </a:lnTo>
                  <a:lnTo>
                    <a:pt x="47749" y="25700"/>
                  </a:lnTo>
                  <a:lnTo>
                    <a:pt x="47841" y="25794"/>
                  </a:lnTo>
                  <a:lnTo>
                    <a:pt x="47878" y="25820"/>
                  </a:lnTo>
                  <a:lnTo>
                    <a:pt x="48210" y="26007"/>
                  </a:lnTo>
                  <a:lnTo>
                    <a:pt x="48449" y="26100"/>
                  </a:lnTo>
                  <a:lnTo>
                    <a:pt x="48671" y="26100"/>
                  </a:lnTo>
                  <a:lnTo>
                    <a:pt x="48781" y="26127"/>
                  </a:lnTo>
                  <a:lnTo>
                    <a:pt x="48855" y="26207"/>
                  </a:lnTo>
                  <a:lnTo>
                    <a:pt x="48247" y="26140"/>
                  </a:lnTo>
                  <a:lnTo>
                    <a:pt x="48154" y="26114"/>
                  </a:lnTo>
                  <a:lnTo>
                    <a:pt x="48099" y="26114"/>
                  </a:lnTo>
                  <a:lnTo>
                    <a:pt x="48081" y="26100"/>
                  </a:lnTo>
                  <a:lnTo>
                    <a:pt x="48044" y="26087"/>
                  </a:lnTo>
                  <a:lnTo>
                    <a:pt x="47970" y="26020"/>
                  </a:lnTo>
                  <a:lnTo>
                    <a:pt x="47878" y="25980"/>
                  </a:lnTo>
                  <a:lnTo>
                    <a:pt x="47546" y="25714"/>
                  </a:lnTo>
                  <a:lnTo>
                    <a:pt x="47435" y="25674"/>
                  </a:lnTo>
                  <a:lnTo>
                    <a:pt x="47343" y="25674"/>
                  </a:lnTo>
                  <a:lnTo>
                    <a:pt x="47306" y="25727"/>
                  </a:lnTo>
                  <a:lnTo>
                    <a:pt x="47306" y="25887"/>
                  </a:lnTo>
                  <a:lnTo>
                    <a:pt x="47435" y="25994"/>
                  </a:lnTo>
                  <a:lnTo>
                    <a:pt x="47546" y="26074"/>
                  </a:lnTo>
                  <a:lnTo>
                    <a:pt x="47546" y="26100"/>
                  </a:lnTo>
                  <a:lnTo>
                    <a:pt x="47509" y="26100"/>
                  </a:lnTo>
                  <a:lnTo>
                    <a:pt x="47491" y="26100"/>
                  </a:lnTo>
                  <a:lnTo>
                    <a:pt x="47435" y="26100"/>
                  </a:lnTo>
                  <a:lnTo>
                    <a:pt x="47435" y="26114"/>
                  </a:lnTo>
                  <a:lnTo>
                    <a:pt x="47435" y="26127"/>
                  </a:lnTo>
                  <a:lnTo>
                    <a:pt x="47435" y="26154"/>
                  </a:lnTo>
                  <a:lnTo>
                    <a:pt x="47435" y="26194"/>
                  </a:lnTo>
                  <a:lnTo>
                    <a:pt x="47398" y="26247"/>
                  </a:lnTo>
                  <a:lnTo>
                    <a:pt x="47380" y="26260"/>
                  </a:lnTo>
                  <a:lnTo>
                    <a:pt x="47362" y="26274"/>
                  </a:lnTo>
                  <a:lnTo>
                    <a:pt x="47325" y="26274"/>
                  </a:lnTo>
                  <a:lnTo>
                    <a:pt x="47233" y="26220"/>
                  </a:lnTo>
                  <a:lnTo>
                    <a:pt x="47214" y="26207"/>
                  </a:lnTo>
                  <a:lnTo>
                    <a:pt x="47159" y="26220"/>
                  </a:lnTo>
                  <a:lnTo>
                    <a:pt x="47122" y="26247"/>
                  </a:lnTo>
                  <a:lnTo>
                    <a:pt x="47122" y="26300"/>
                  </a:lnTo>
                  <a:lnTo>
                    <a:pt x="47214" y="26407"/>
                  </a:lnTo>
                  <a:lnTo>
                    <a:pt x="47306" y="26474"/>
                  </a:lnTo>
                  <a:lnTo>
                    <a:pt x="47435" y="26527"/>
                  </a:lnTo>
                  <a:lnTo>
                    <a:pt x="47509" y="26567"/>
                  </a:lnTo>
                  <a:lnTo>
                    <a:pt x="47601" y="26727"/>
                  </a:lnTo>
                  <a:lnTo>
                    <a:pt x="47564" y="26860"/>
                  </a:lnTo>
                  <a:lnTo>
                    <a:pt x="47491" y="26940"/>
                  </a:lnTo>
                  <a:lnTo>
                    <a:pt x="47380" y="26994"/>
                  </a:lnTo>
                  <a:lnTo>
                    <a:pt x="47343" y="27060"/>
                  </a:lnTo>
                  <a:lnTo>
                    <a:pt x="47306" y="27087"/>
                  </a:lnTo>
                  <a:lnTo>
                    <a:pt x="47122" y="27153"/>
                  </a:lnTo>
                  <a:lnTo>
                    <a:pt x="46974" y="27300"/>
                  </a:lnTo>
                  <a:lnTo>
                    <a:pt x="47067" y="27513"/>
                  </a:lnTo>
                  <a:lnTo>
                    <a:pt x="46993" y="27673"/>
                  </a:lnTo>
                  <a:lnTo>
                    <a:pt x="46716" y="27820"/>
                  </a:lnTo>
                  <a:lnTo>
                    <a:pt x="46716" y="27713"/>
                  </a:lnTo>
                  <a:lnTo>
                    <a:pt x="46864" y="27607"/>
                  </a:lnTo>
                  <a:lnTo>
                    <a:pt x="46882" y="27540"/>
                  </a:lnTo>
                  <a:lnTo>
                    <a:pt x="46882" y="27447"/>
                  </a:lnTo>
                  <a:lnTo>
                    <a:pt x="46882" y="27407"/>
                  </a:lnTo>
                  <a:lnTo>
                    <a:pt x="46864" y="27340"/>
                  </a:lnTo>
                  <a:lnTo>
                    <a:pt x="46845" y="27313"/>
                  </a:lnTo>
                  <a:lnTo>
                    <a:pt x="46827" y="27287"/>
                  </a:lnTo>
                  <a:lnTo>
                    <a:pt x="46809" y="27260"/>
                  </a:lnTo>
                  <a:lnTo>
                    <a:pt x="46790" y="27193"/>
                  </a:lnTo>
                  <a:lnTo>
                    <a:pt x="46809" y="27180"/>
                  </a:lnTo>
                  <a:lnTo>
                    <a:pt x="46827" y="27180"/>
                  </a:lnTo>
                  <a:lnTo>
                    <a:pt x="46827" y="27167"/>
                  </a:lnTo>
                  <a:lnTo>
                    <a:pt x="46753" y="27033"/>
                  </a:lnTo>
                  <a:lnTo>
                    <a:pt x="46661" y="27020"/>
                  </a:lnTo>
                  <a:lnTo>
                    <a:pt x="46477" y="27140"/>
                  </a:lnTo>
                  <a:lnTo>
                    <a:pt x="46385" y="27167"/>
                  </a:lnTo>
                  <a:lnTo>
                    <a:pt x="46274" y="27167"/>
                  </a:lnTo>
                  <a:lnTo>
                    <a:pt x="46163" y="27127"/>
                  </a:lnTo>
                  <a:lnTo>
                    <a:pt x="46292" y="27033"/>
                  </a:lnTo>
                  <a:lnTo>
                    <a:pt x="46311" y="26994"/>
                  </a:lnTo>
                  <a:lnTo>
                    <a:pt x="46292" y="26954"/>
                  </a:lnTo>
                  <a:lnTo>
                    <a:pt x="46274" y="26940"/>
                  </a:lnTo>
                  <a:lnTo>
                    <a:pt x="46237" y="26927"/>
                  </a:lnTo>
                  <a:lnTo>
                    <a:pt x="46219" y="26914"/>
                  </a:lnTo>
                  <a:lnTo>
                    <a:pt x="46237" y="26914"/>
                  </a:lnTo>
                  <a:lnTo>
                    <a:pt x="46716" y="26767"/>
                  </a:lnTo>
                  <a:lnTo>
                    <a:pt x="46938" y="26860"/>
                  </a:lnTo>
                  <a:lnTo>
                    <a:pt x="47140" y="26887"/>
                  </a:lnTo>
                  <a:lnTo>
                    <a:pt x="47159" y="26847"/>
                  </a:lnTo>
                  <a:lnTo>
                    <a:pt x="47159" y="26780"/>
                  </a:lnTo>
                  <a:lnTo>
                    <a:pt x="47140" y="26740"/>
                  </a:lnTo>
                  <a:lnTo>
                    <a:pt x="46993" y="26674"/>
                  </a:lnTo>
                  <a:lnTo>
                    <a:pt x="46845" y="26647"/>
                  </a:lnTo>
                  <a:lnTo>
                    <a:pt x="46753" y="26607"/>
                  </a:lnTo>
                  <a:lnTo>
                    <a:pt x="46698" y="26594"/>
                  </a:lnTo>
                  <a:lnTo>
                    <a:pt x="46643" y="26594"/>
                  </a:lnTo>
                  <a:lnTo>
                    <a:pt x="46090" y="26394"/>
                  </a:lnTo>
                  <a:lnTo>
                    <a:pt x="46311" y="26367"/>
                  </a:lnTo>
                  <a:lnTo>
                    <a:pt x="46348" y="26300"/>
                  </a:lnTo>
                  <a:lnTo>
                    <a:pt x="46274" y="26234"/>
                  </a:lnTo>
                  <a:lnTo>
                    <a:pt x="46255" y="26087"/>
                  </a:lnTo>
                  <a:lnTo>
                    <a:pt x="46311" y="25834"/>
                  </a:lnTo>
                  <a:lnTo>
                    <a:pt x="46440" y="25567"/>
                  </a:lnTo>
                  <a:lnTo>
                    <a:pt x="46514" y="25461"/>
                  </a:lnTo>
                  <a:lnTo>
                    <a:pt x="46643" y="25407"/>
                  </a:lnTo>
                  <a:lnTo>
                    <a:pt x="46606" y="25367"/>
                  </a:lnTo>
                  <a:lnTo>
                    <a:pt x="46587" y="25327"/>
                  </a:lnTo>
                  <a:lnTo>
                    <a:pt x="46532" y="25287"/>
                  </a:lnTo>
                  <a:lnTo>
                    <a:pt x="46532" y="25234"/>
                  </a:lnTo>
                  <a:lnTo>
                    <a:pt x="46532" y="25154"/>
                  </a:lnTo>
                  <a:lnTo>
                    <a:pt x="46514" y="25087"/>
                  </a:lnTo>
                  <a:lnTo>
                    <a:pt x="46495" y="25047"/>
                  </a:lnTo>
                  <a:lnTo>
                    <a:pt x="46477" y="25021"/>
                  </a:lnTo>
                  <a:lnTo>
                    <a:pt x="46440" y="24927"/>
                  </a:lnTo>
                  <a:lnTo>
                    <a:pt x="46403" y="24887"/>
                  </a:lnTo>
                  <a:lnTo>
                    <a:pt x="46348" y="24834"/>
                  </a:lnTo>
                  <a:lnTo>
                    <a:pt x="46311" y="24821"/>
                  </a:lnTo>
                  <a:lnTo>
                    <a:pt x="46274" y="24821"/>
                  </a:lnTo>
                  <a:lnTo>
                    <a:pt x="45979" y="25114"/>
                  </a:lnTo>
                  <a:lnTo>
                    <a:pt x="45942" y="25221"/>
                  </a:lnTo>
                  <a:lnTo>
                    <a:pt x="45905" y="25247"/>
                  </a:lnTo>
                  <a:lnTo>
                    <a:pt x="45795" y="25287"/>
                  </a:lnTo>
                  <a:lnTo>
                    <a:pt x="45776" y="25314"/>
                  </a:lnTo>
                  <a:lnTo>
                    <a:pt x="45426" y="26247"/>
                  </a:lnTo>
                  <a:lnTo>
                    <a:pt x="45334" y="26340"/>
                  </a:lnTo>
                  <a:lnTo>
                    <a:pt x="45186" y="26367"/>
                  </a:lnTo>
                  <a:lnTo>
                    <a:pt x="45315" y="26194"/>
                  </a:lnTo>
                  <a:lnTo>
                    <a:pt x="45407" y="26127"/>
                  </a:lnTo>
                  <a:lnTo>
                    <a:pt x="45444" y="26087"/>
                  </a:lnTo>
                  <a:lnTo>
                    <a:pt x="45444" y="26020"/>
                  </a:lnTo>
                  <a:lnTo>
                    <a:pt x="45407" y="25954"/>
                  </a:lnTo>
                  <a:lnTo>
                    <a:pt x="45389" y="25887"/>
                  </a:lnTo>
                  <a:lnTo>
                    <a:pt x="45389" y="25860"/>
                  </a:lnTo>
                  <a:lnTo>
                    <a:pt x="45407" y="25834"/>
                  </a:lnTo>
                  <a:lnTo>
                    <a:pt x="45444" y="25820"/>
                  </a:lnTo>
                  <a:lnTo>
                    <a:pt x="45481" y="25807"/>
                  </a:lnTo>
                  <a:lnTo>
                    <a:pt x="45500" y="25794"/>
                  </a:lnTo>
                  <a:lnTo>
                    <a:pt x="45518" y="25754"/>
                  </a:lnTo>
                  <a:lnTo>
                    <a:pt x="45518" y="25687"/>
                  </a:lnTo>
                  <a:lnTo>
                    <a:pt x="45518" y="25674"/>
                  </a:lnTo>
                  <a:lnTo>
                    <a:pt x="45555" y="25594"/>
                  </a:lnTo>
                  <a:lnTo>
                    <a:pt x="45573" y="25314"/>
                  </a:lnTo>
                  <a:lnTo>
                    <a:pt x="45610" y="25234"/>
                  </a:lnTo>
                  <a:lnTo>
                    <a:pt x="45702" y="25194"/>
                  </a:lnTo>
                  <a:lnTo>
                    <a:pt x="45850" y="24874"/>
                  </a:lnTo>
                  <a:lnTo>
                    <a:pt x="46200" y="24527"/>
                  </a:lnTo>
                  <a:lnTo>
                    <a:pt x="46071" y="24394"/>
                  </a:lnTo>
                  <a:lnTo>
                    <a:pt x="46034" y="24314"/>
                  </a:lnTo>
                  <a:lnTo>
                    <a:pt x="46053" y="24274"/>
                  </a:lnTo>
                  <a:lnTo>
                    <a:pt x="46090" y="24261"/>
                  </a:lnTo>
                  <a:lnTo>
                    <a:pt x="46108" y="24194"/>
                  </a:lnTo>
                  <a:lnTo>
                    <a:pt x="46108" y="24141"/>
                  </a:lnTo>
                  <a:lnTo>
                    <a:pt x="46126" y="24087"/>
                  </a:lnTo>
                  <a:lnTo>
                    <a:pt x="46126" y="24047"/>
                  </a:lnTo>
                  <a:lnTo>
                    <a:pt x="46200" y="23981"/>
                  </a:lnTo>
                  <a:lnTo>
                    <a:pt x="46219" y="23888"/>
                  </a:lnTo>
                  <a:lnTo>
                    <a:pt x="46237" y="23874"/>
                  </a:lnTo>
                  <a:lnTo>
                    <a:pt x="46329" y="23821"/>
                  </a:lnTo>
                  <a:lnTo>
                    <a:pt x="46385" y="23768"/>
                  </a:lnTo>
                  <a:lnTo>
                    <a:pt x="46403" y="23701"/>
                  </a:lnTo>
                  <a:lnTo>
                    <a:pt x="46348" y="23701"/>
                  </a:lnTo>
                  <a:lnTo>
                    <a:pt x="46329" y="23648"/>
                  </a:lnTo>
                  <a:lnTo>
                    <a:pt x="46292" y="23608"/>
                  </a:lnTo>
                  <a:lnTo>
                    <a:pt x="46255" y="23568"/>
                  </a:lnTo>
                  <a:lnTo>
                    <a:pt x="46145" y="23461"/>
                  </a:lnTo>
                  <a:lnTo>
                    <a:pt x="46108" y="23434"/>
                  </a:lnTo>
                  <a:lnTo>
                    <a:pt x="46016" y="23381"/>
                  </a:lnTo>
                  <a:lnTo>
                    <a:pt x="45795" y="23381"/>
                  </a:lnTo>
                  <a:lnTo>
                    <a:pt x="45684" y="23341"/>
                  </a:lnTo>
                  <a:lnTo>
                    <a:pt x="45592" y="23274"/>
                  </a:lnTo>
                  <a:lnTo>
                    <a:pt x="45444" y="23128"/>
                  </a:lnTo>
                  <a:lnTo>
                    <a:pt x="45371" y="23074"/>
                  </a:lnTo>
                  <a:lnTo>
                    <a:pt x="45297" y="23048"/>
                  </a:lnTo>
                  <a:lnTo>
                    <a:pt x="45223" y="22994"/>
                  </a:lnTo>
                  <a:lnTo>
                    <a:pt x="45205" y="22941"/>
                  </a:lnTo>
                  <a:lnTo>
                    <a:pt x="45186" y="22901"/>
                  </a:lnTo>
                  <a:lnTo>
                    <a:pt x="45168" y="22848"/>
                  </a:lnTo>
                  <a:lnTo>
                    <a:pt x="45131" y="22808"/>
                  </a:lnTo>
                  <a:lnTo>
                    <a:pt x="45112" y="22794"/>
                  </a:lnTo>
                  <a:lnTo>
                    <a:pt x="45076" y="22701"/>
                  </a:lnTo>
                  <a:lnTo>
                    <a:pt x="45131" y="22608"/>
                  </a:lnTo>
                  <a:lnTo>
                    <a:pt x="45149" y="22541"/>
                  </a:lnTo>
                  <a:lnTo>
                    <a:pt x="45057" y="22448"/>
                  </a:lnTo>
                  <a:lnTo>
                    <a:pt x="45057" y="22341"/>
                  </a:lnTo>
                  <a:lnTo>
                    <a:pt x="45039" y="22208"/>
                  </a:lnTo>
                  <a:lnTo>
                    <a:pt x="44946" y="22088"/>
                  </a:lnTo>
                  <a:lnTo>
                    <a:pt x="44781" y="21941"/>
                  </a:lnTo>
                  <a:lnTo>
                    <a:pt x="44707" y="21915"/>
                  </a:lnTo>
                  <a:lnTo>
                    <a:pt x="43619" y="21755"/>
                  </a:lnTo>
                  <a:lnTo>
                    <a:pt x="43490" y="21688"/>
                  </a:lnTo>
                  <a:lnTo>
                    <a:pt x="43361" y="21581"/>
                  </a:lnTo>
                  <a:lnTo>
                    <a:pt x="43324" y="21461"/>
                  </a:lnTo>
                  <a:lnTo>
                    <a:pt x="43306" y="21421"/>
                  </a:lnTo>
                  <a:lnTo>
                    <a:pt x="43324" y="21408"/>
                  </a:lnTo>
                  <a:lnTo>
                    <a:pt x="43306" y="21288"/>
                  </a:lnTo>
                  <a:lnTo>
                    <a:pt x="43269" y="21221"/>
                  </a:lnTo>
                  <a:lnTo>
                    <a:pt x="43177" y="21021"/>
                  </a:lnTo>
                  <a:lnTo>
                    <a:pt x="43158" y="20968"/>
                  </a:lnTo>
                  <a:lnTo>
                    <a:pt x="43121" y="20942"/>
                  </a:lnTo>
                  <a:lnTo>
                    <a:pt x="43048" y="20808"/>
                  </a:lnTo>
                  <a:lnTo>
                    <a:pt x="43029" y="20808"/>
                  </a:lnTo>
                  <a:lnTo>
                    <a:pt x="43029" y="20742"/>
                  </a:lnTo>
                  <a:lnTo>
                    <a:pt x="43011" y="20728"/>
                  </a:lnTo>
                  <a:lnTo>
                    <a:pt x="43011" y="20715"/>
                  </a:lnTo>
                  <a:lnTo>
                    <a:pt x="42992" y="20702"/>
                  </a:lnTo>
                  <a:lnTo>
                    <a:pt x="42992" y="20702"/>
                  </a:lnTo>
                  <a:lnTo>
                    <a:pt x="42974" y="20675"/>
                  </a:lnTo>
                  <a:lnTo>
                    <a:pt x="42900" y="20568"/>
                  </a:lnTo>
                  <a:lnTo>
                    <a:pt x="42845" y="20475"/>
                  </a:lnTo>
                  <a:lnTo>
                    <a:pt x="42771" y="20408"/>
                  </a:lnTo>
                  <a:lnTo>
                    <a:pt x="42716" y="20355"/>
                  </a:lnTo>
                  <a:lnTo>
                    <a:pt x="42476" y="20195"/>
                  </a:lnTo>
                  <a:lnTo>
                    <a:pt x="42310" y="20128"/>
                  </a:lnTo>
                  <a:lnTo>
                    <a:pt x="42273" y="20102"/>
                  </a:lnTo>
                  <a:lnTo>
                    <a:pt x="42236" y="20062"/>
                  </a:lnTo>
                  <a:lnTo>
                    <a:pt x="42181" y="20022"/>
                  </a:lnTo>
                  <a:lnTo>
                    <a:pt x="42163" y="19982"/>
                  </a:lnTo>
                  <a:lnTo>
                    <a:pt x="42126" y="19888"/>
                  </a:lnTo>
                  <a:lnTo>
                    <a:pt x="42052" y="19822"/>
                  </a:lnTo>
                  <a:lnTo>
                    <a:pt x="41923" y="19782"/>
                  </a:lnTo>
                  <a:lnTo>
                    <a:pt x="41259" y="19888"/>
                  </a:lnTo>
                  <a:lnTo>
                    <a:pt x="40909" y="19875"/>
                  </a:lnTo>
                  <a:lnTo>
                    <a:pt x="40190" y="20035"/>
                  </a:lnTo>
                  <a:lnTo>
                    <a:pt x="39453" y="20142"/>
                  </a:lnTo>
                  <a:lnTo>
                    <a:pt x="39416" y="20168"/>
                  </a:lnTo>
                  <a:lnTo>
                    <a:pt x="39416" y="20195"/>
                  </a:lnTo>
                  <a:lnTo>
                    <a:pt x="39397" y="20302"/>
                  </a:lnTo>
                  <a:lnTo>
                    <a:pt x="39250" y="20462"/>
                  </a:lnTo>
                  <a:lnTo>
                    <a:pt x="39231" y="20555"/>
                  </a:lnTo>
                  <a:lnTo>
                    <a:pt x="39213" y="20608"/>
                  </a:lnTo>
                  <a:lnTo>
                    <a:pt x="39047" y="20555"/>
                  </a:lnTo>
                  <a:lnTo>
                    <a:pt x="38973" y="20568"/>
                  </a:lnTo>
                  <a:lnTo>
                    <a:pt x="38660" y="20728"/>
                  </a:lnTo>
                  <a:lnTo>
                    <a:pt x="38365" y="20995"/>
                  </a:lnTo>
                  <a:lnTo>
                    <a:pt x="38199" y="21035"/>
                  </a:lnTo>
                  <a:lnTo>
                    <a:pt x="37701" y="21488"/>
                  </a:lnTo>
                  <a:lnTo>
                    <a:pt x="37664" y="21581"/>
                  </a:lnTo>
                  <a:lnTo>
                    <a:pt x="38420" y="21675"/>
                  </a:lnTo>
                  <a:lnTo>
                    <a:pt x="38494" y="21755"/>
                  </a:lnTo>
                  <a:lnTo>
                    <a:pt x="38531" y="21821"/>
                  </a:lnTo>
                  <a:lnTo>
                    <a:pt x="38549" y="21875"/>
                  </a:lnTo>
                  <a:lnTo>
                    <a:pt x="38568" y="21928"/>
                  </a:lnTo>
                  <a:lnTo>
                    <a:pt x="38605" y="22021"/>
                  </a:lnTo>
                  <a:lnTo>
                    <a:pt x="38641" y="22115"/>
                  </a:lnTo>
                  <a:lnTo>
                    <a:pt x="38660" y="22141"/>
                  </a:lnTo>
                  <a:lnTo>
                    <a:pt x="38715" y="22168"/>
                  </a:lnTo>
                  <a:lnTo>
                    <a:pt x="38789" y="22261"/>
                  </a:lnTo>
                  <a:lnTo>
                    <a:pt x="38807" y="22315"/>
                  </a:lnTo>
                  <a:lnTo>
                    <a:pt x="38807" y="22368"/>
                  </a:lnTo>
                  <a:lnTo>
                    <a:pt x="38789" y="22381"/>
                  </a:lnTo>
                  <a:lnTo>
                    <a:pt x="38715" y="22368"/>
                  </a:lnTo>
                  <a:lnTo>
                    <a:pt x="38641" y="22301"/>
                  </a:lnTo>
                  <a:lnTo>
                    <a:pt x="38549" y="22208"/>
                  </a:lnTo>
                  <a:lnTo>
                    <a:pt x="38475" y="22088"/>
                  </a:lnTo>
                  <a:lnTo>
                    <a:pt x="38383" y="21995"/>
                  </a:lnTo>
                  <a:lnTo>
                    <a:pt x="38420" y="21941"/>
                  </a:lnTo>
                  <a:lnTo>
                    <a:pt x="38346" y="21901"/>
                  </a:lnTo>
                  <a:lnTo>
                    <a:pt x="38291" y="21848"/>
                  </a:lnTo>
                  <a:lnTo>
                    <a:pt x="38236" y="21808"/>
                  </a:lnTo>
                  <a:lnTo>
                    <a:pt x="37388" y="21755"/>
                  </a:lnTo>
                  <a:lnTo>
                    <a:pt x="37277" y="21781"/>
                  </a:lnTo>
                  <a:lnTo>
                    <a:pt x="36706" y="22168"/>
                  </a:lnTo>
                  <a:lnTo>
                    <a:pt x="36632" y="22275"/>
                  </a:lnTo>
                  <a:lnTo>
                    <a:pt x="36669" y="22301"/>
                  </a:lnTo>
                  <a:lnTo>
                    <a:pt x="36742" y="22341"/>
                  </a:lnTo>
                  <a:lnTo>
                    <a:pt x="36798" y="22395"/>
                  </a:lnTo>
                  <a:lnTo>
                    <a:pt x="36816" y="22448"/>
                  </a:lnTo>
                  <a:lnTo>
                    <a:pt x="36853" y="22528"/>
                  </a:lnTo>
                  <a:lnTo>
                    <a:pt x="36908" y="22568"/>
                  </a:lnTo>
                  <a:lnTo>
                    <a:pt x="37388" y="22808"/>
                  </a:lnTo>
                  <a:lnTo>
                    <a:pt x="37517" y="22928"/>
                  </a:lnTo>
                  <a:lnTo>
                    <a:pt x="37425" y="22968"/>
                  </a:lnTo>
                  <a:lnTo>
                    <a:pt x="37259" y="22874"/>
                  </a:lnTo>
                  <a:lnTo>
                    <a:pt x="37093" y="22768"/>
                  </a:lnTo>
                  <a:lnTo>
                    <a:pt x="36982" y="22714"/>
                  </a:lnTo>
                  <a:lnTo>
                    <a:pt x="36908" y="22714"/>
                  </a:lnTo>
                  <a:lnTo>
                    <a:pt x="36853" y="22701"/>
                  </a:lnTo>
                  <a:lnTo>
                    <a:pt x="36761" y="22661"/>
                  </a:lnTo>
                  <a:lnTo>
                    <a:pt x="36687" y="22594"/>
                  </a:lnTo>
                  <a:lnTo>
                    <a:pt x="36521" y="22408"/>
                  </a:lnTo>
                  <a:lnTo>
                    <a:pt x="36466" y="22341"/>
                  </a:lnTo>
                  <a:lnTo>
                    <a:pt x="36374" y="22328"/>
                  </a:lnTo>
                  <a:lnTo>
                    <a:pt x="36300" y="22341"/>
                  </a:lnTo>
                  <a:lnTo>
                    <a:pt x="35894" y="22728"/>
                  </a:lnTo>
                  <a:lnTo>
                    <a:pt x="35858" y="22808"/>
                  </a:lnTo>
                  <a:lnTo>
                    <a:pt x="35858" y="22901"/>
                  </a:lnTo>
                  <a:lnTo>
                    <a:pt x="35894" y="22981"/>
                  </a:lnTo>
                  <a:lnTo>
                    <a:pt x="35913" y="23061"/>
                  </a:lnTo>
                  <a:lnTo>
                    <a:pt x="35894" y="23114"/>
                  </a:lnTo>
                  <a:lnTo>
                    <a:pt x="35858" y="23181"/>
                  </a:lnTo>
                  <a:lnTo>
                    <a:pt x="35968" y="23261"/>
                  </a:lnTo>
                  <a:lnTo>
                    <a:pt x="36079" y="23274"/>
                  </a:lnTo>
                  <a:lnTo>
                    <a:pt x="36263" y="23248"/>
                  </a:lnTo>
                  <a:lnTo>
                    <a:pt x="37277" y="23514"/>
                  </a:lnTo>
                  <a:lnTo>
                    <a:pt x="37425" y="23488"/>
                  </a:lnTo>
                  <a:lnTo>
                    <a:pt x="37959" y="23528"/>
                  </a:lnTo>
                  <a:lnTo>
                    <a:pt x="38144" y="23594"/>
                  </a:lnTo>
                  <a:lnTo>
                    <a:pt x="38623" y="23554"/>
                  </a:lnTo>
                  <a:lnTo>
                    <a:pt x="38899" y="23594"/>
                  </a:lnTo>
                  <a:lnTo>
                    <a:pt x="38936" y="23608"/>
                  </a:lnTo>
                  <a:lnTo>
                    <a:pt x="38936" y="23648"/>
                  </a:lnTo>
                  <a:lnTo>
                    <a:pt x="39231" y="23741"/>
                  </a:lnTo>
                  <a:lnTo>
                    <a:pt x="39324" y="23821"/>
                  </a:lnTo>
                  <a:lnTo>
                    <a:pt x="39250" y="23781"/>
                  </a:lnTo>
                  <a:lnTo>
                    <a:pt x="39176" y="23781"/>
                  </a:lnTo>
                  <a:lnTo>
                    <a:pt x="38789" y="23648"/>
                  </a:lnTo>
                  <a:lnTo>
                    <a:pt x="38512" y="23701"/>
                  </a:lnTo>
                  <a:lnTo>
                    <a:pt x="38125" y="23714"/>
                  </a:lnTo>
                  <a:lnTo>
                    <a:pt x="37572" y="23728"/>
                  </a:lnTo>
                  <a:lnTo>
                    <a:pt x="37001" y="23701"/>
                  </a:lnTo>
                  <a:lnTo>
                    <a:pt x="36687" y="23688"/>
                  </a:lnTo>
                  <a:lnTo>
                    <a:pt x="36337" y="23568"/>
                  </a:lnTo>
                  <a:lnTo>
                    <a:pt x="36060" y="23554"/>
                  </a:lnTo>
                  <a:lnTo>
                    <a:pt x="35968" y="23634"/>
                  </a:lnTo>
                  <a:lnTo>
                    <a:pt x="36023" y="23741"/>
                  </a:lnTo>
                  <a:lnTo>
                    <a:pt x="36208" y="23888"/>
                  </a:lnTo>
                  <a:lnTo>
                    <a:pt x="36300" y="23981"/>
                  </a:lnTo>
                  <a:lnTo>
                    <a:pt x="36134" y="23968"/>
                  </a:lnTo>
                  <a:lnTo>
                    <a:pt x="35821" y="23848"/>
                  </a:lnTo>
                  <a:lnTo>
                    <a:pt x="35784" y="23794"/>
                  </a:lnTo>
                  <a:lnTo>
                    <a:pt x="35710" y="23714"/>
                  </a:lnTo>
                  <a:lnTo>
                    <a:pt x="35673" y="23688"/>
                  </a:lnTo>
                  <a:lnTo>
                    <a:pt x="35636" y="23648"/>
                  </a:lnTo>
                  <a:lnTo>
                    <a:pt x="35581" y="23648"/>
                  </a:lnTo>
                  <a:lnTo>
                    <a:pt x="35563" y="23714"/>
                  </a:lnTo>
                  <a:lnTo>
                    <a:pt x="35544" y="23794"/>
                  </a:lnTo>
                  <a:lnTo>
                    <a:pt x="35544" y="24141"/>
                  </a:lnTo>
                  <a:lnTo>
                    <a:pt x="35544" y="24221"/>
                  </a:lnTo>
                  <a:lnTo>
                    <a:pt x="36282" y="24167"/>
                  </a:lnTo>
                  <a:lnTo>
                    <a:pt x="36245" y="24141"/>
                  </a:lnTo>
                  <a:lnTo>
                    <a:pt x="36263" y="24061"/>
                  </a:lnTo>
                  <a:lnTo>
                    <a:pt x="36337" y="24047"/>
                  </a:lnTo>
                  <a:lnTo>
                    <a:pt x="36447" y="24127"/>
                  </a:lnTo>
                  <a:lnTo>
                    <a:pt x="36521" y="24234"/>
                  </a:lnTo>
                  <a:lnTo>
                    <a:pt x="36484" y="24261"/>
                  </a:lnTo>
                  <a:lnTo>
                    <a:pt x="36484" y="24274"/>
                  </a:lnTo>
                  <a:lnTo>
                    <a:pt x="36798" y="24314"/>
                  </a:lnTo>
                  <a:lnTo>
                    <a:pt x="36853" y="24314"/>
                  </a:lnTo>
                  <a:lnTo>
                    <a:pt x="37332" y="24501"/>
                  </a:lnTo>
                  <a:lnTo>
                    <a:pt x="37535" y="24501"/>
                  </a:lnTo>
                  <a:lnTo>
                    <a:pt x="38457" y="24847"/>
                  </a:lnTo>
                  <a:lnTo>
                    <a:pt x="38807" y="24847"/>
                  </a:lnTo>
                  <a:lnTo>
                    <a:pt x="39084" y="24954"/>
                  </a:lnTo>
                  <a:lnTo>
                    <a:pt x="39029" y="25007"/>
                  </a:lnTo>
                  <a:lnTo>
                    <a:pt x="38715" y="24914"/>
                  </a:lnTo>
                  <a:lnTo>
                    <a:pt x="38439" y="24914"/>
                  </a:lnTo>
                  <a:lnTo>
                    <a:pt x="38328" y="24874"/>
                  </a:lnTo>
                  <a:lnTo>
                    <a:pt x="38180" y="24834"/>
                  </a:lnTo>
                  <a:lnTo>
                    <a:pt x="37959" y="24741"/>
                  </a:lnTo>
                  <a:lnTo>
                    <a:pt x="36964" y="24621"/>
                  </a:lnTo>
                  <a:lnTo>
                    <a:pt x="36392" y="24474"/>
                  </a:lnTo>
                  <a:lnTo>
                    <a:pt x="36079" y="24434"/>
                  </a:lnTo>
                  <a:lnTo>
                    <a:pt x="35599" y="24434"/>
                  </a:lnTo>
                  <a:lnTo>
                    <a:pt x="35563" y="24474"/>
                  </a:lnTo>
                  <a:lnTo>
                    <a:pt x="35526" y="24527"/>
                  </a:lnTo>
                  <a:lnTo>
                    <a:pt x="35544" y="24607"/>
                  </a:lnTo>
                  <a:lnTo>
                    <a:pt x="35544" y="24647"/>
                  </a:lnTo>
                  <a:lnTo>
                    <a:pt x="35470" y="24754"/>
                  </a:lnTo>
                  <a:lnTo>
                    <a:pt x="35452" y="24794"/>
                  </a:lnTo>
                  <a:lnTo>
                    <a:pt x="35452" y="24874"/>
                  </a:lnTo>
                  <a:lnTo>
                    <a:pt x="35470" y="24887"/>
                  </a:lnTo>
                  <a:lnTo>
                    <a:pt x="35526" y="24901"/>
                  </a:lnTo>
                  <a:lnTo>
                    <a:pt x="35563" y="24954"/>
                  </a:lnTo>
                  <a:lnTo>
                    <a:pt x="35563" y="25007"/>
                  </a:lnTo>
                  <a:lnTo>
                    <a:pt x="35563" y="25047"/>
                  </a:lnTo>
                  <a:lnTo>
                    <a:pt x="35563" y="25101"/>
                  </a:lnTo>
                  <a:lnTo>
                    <a:pt x="35599" y="25167"/>
                  </a:lnTo>
                  <a:lnTo>
                    <a:pt x="35599" y="25234"/>
                  </a:lnTo>
                  <a:lnTo>
                    <a:pt x="35599" y="25301"/>
                  </a:lnTo>
                  <a:lnTo>
                    <a:pt x="35599" y="25354"/>
                  </a:lnTo>
                  <a:lnTo>
                    <a:pt x="35618" y="25434"/>
                  </a:lnTo>
                  <a:lnTo>
                    <a:pt x="35618" y="25434"/>
                  </a:lnTo>
                  <a:lnTo>
                    <a:pt x="35636" y="25461"/>
                  </a:lnTo>
                  <a:lnTo>
                    <a:pt x="35636" y="25500"/>
                  </a:lnTo>
                  <a:lnTo>
                    <a:pt x="35636" y="25554"/>
                  </a:lnTo>
                  <a:lnTo>
                    <a:pt x="35636" y="25594"/>
                  </a:lnTo>
                  <a:lnTo>
                    <a:pt x="35673" y="25660"/>
                  </a:lnTo>
                  <a:lnTo>
                    <a:pt x="35728" y="25687"/>
                  </a:lnTo>
                  <a:lnTo>
                    <a:pt x="35710" y="25687"/>
                  </a:lnTo>
                  <a:lnTo>
                    <a:pt x="35747" y="25740"/>
                  </a:lnTo>
                  <a:lnTo>
                    <a:pt x="35765" y="25794"/>
                  </a:lnTo>
                  <a:lnTo>
                    <a:pt x="35784" y="25927"/>
                  </a:lnTo>
                  <a:lnTo>
                    <a:pt x="35802" y="25954"/>
                  </a:lnTo>
                  <a:lnTo>
                    <a:pt x="35802" y="26007"/>
                  </a:lnTo>
                  <a:lnTo>
                    <a:pt x="35802" y="26034"/>
                  </a:lnTo>
                  <a:lnTo>
                    <a:pt x="35821" y="26060"/>
                  </a:lnTo>
                  <a:lnTo>
                    <a:pt x="36023" y="26234"/>
                  </a:lnTo>
                  <a:lnTo>
                    <a:pt x="36153" y="26260"/>
                  </a:lnTo>
                  <a:lnTo>
                    <a:pt x="36374" y="26247"/>
                  </a:lnTo>
                  <a:lnTo>
                    <a:pt x="36374" y="26274"/>
                  </a:lnTo>
                  <a:lnTo>
                    <a:pt x="36337" y="26300"/>
                  </a:lnTo>
                  <a:lnTo>
                    <a:pt x="36153" y="26380"/>
                  </a:lnTo>
                  <a:lnTo>
                    <a:pt x="36134" y="26394"/>
                  </a:lnTo>
                  <a:lnTo>
                    <a:pt x="36134" y="26434"/>
                  </a:lnTo>
                  <a:lnTo>
                    <a:pt x="36153" y="26474"/>
                  </a:lnTo>
                  <a:lnTo>
                    <a:pt x="36171" y="26500"/>
                  </a:lnTo>
                  <a:lnTo>
                    <a:pt x="36208" y="26514"/>
                  </a:lnTo>
                  <a:lnTo>
                    <a:pt x="36245" y="26527"/>
                  </a:lnTo>
                  <a:lnTo>
                    <a:pt x="36282" y="26554"/>
                  </a:lnTo>
                  <a:lnTo>
                    <a:pt x="36318" y="26620"/>
                  </a:lnTo>
                  <a:lnTo>
                    <a:pt x="36355" y="26674"/>
                  </a:lnTo>
                  <a:lnTo>
                    <a:pt x="36374" y="26714"/>
                  </a:lnTo>
                  <a:lnTo>
                    <a:pt x="36466" y="26780"/>
                  </a:lnTo>
                  <a:lnTo>
                    <a:pt x="36632" y="26820"/>
                  </a:lnTo>
                  <a:lnTo>
                    <a:pt x="36890" y="26980"/>
                  </a:lnTo>
                  <a:lnTo>
                    <a:pt x="37388" y="27020"/>
                  </a:lnTo>
                  <a:lnTo>
                    <a:pt x="37406" y="27047"/>
                  </a:lnTo>
                  <a:lnTo>
                    <a:pt x="37388" y="27047"/>
                  </a:lnTo>
                  <a:lnTo>
                    <a:pt x="37369" y="27060"/>
                  </a:lnTo>
                  <a:lnTo>
                    <a:pt x="37369" y="27113"/>
                  </a:lnTo>
                  <a:lnTo>
                    <a:pt x="37388" y="27153"/>
                  </a:lnTo>
                  <a:lnTo>
                    <a:pt x="37425" y="27180"/>
                  </a:lnTo>
                  <a:lnTo>
                    <a:pt x="37443" y="27167"/>
                  </a:lnTo>
                  <a:lnTo>
                    <a:pt x="37461" y="27087"/>
                  </a:lnTo>
                  <a:lnTo>
                    <a:pt x="37480" y="27047"/>
                  </a:lnTo>
                  <a:lnTo>
                    <a:pt x="37627" y="27047"/>
                  </a:lnTo>
                  <a:lnTo>
                    <a:pt x="37627" y="27020"/>
                  </a:lnTo>
                  <a:lnTo>
                    <a:pt x="37591" y="26940"/>
                  </a:lnTo>
                  <a:lnTo>
                    <a:pt x="37572" y="26914"/>
                  </a:lnTo>
                  <a:lnTo>
                    <a:pt x="37775" y="26727"/>
                  </a:lnTo>
                  <a:lnTo>
                    <a:pt x="37886" y="26660"/>
                  </a:lnTo>
                  <a:lnTo>
                    <a:pt x="37959" y="26567"/>
                  </a:lnTo>
                  <a:lnTo>
                    <a:pt x="37978" y="26567"/>
                  </a:lnTo>
                  <a:lnTo>
                    <a:pt x="37978" y="26634"/>
                  </a:lnTo>
                  <a:lnTo>
                    <a:pt x="37978" y="26754"/>
                  </a:lnTo>
                  <a:lnTo>
                    <a:pt x="37996" y="26754"/>
                  </a:lnTo>
                  <a:lnTo>
                    <a:pt x="37996" y="26807"/>
                  </a:lnTo>
                  <a:lnTo>
                    <a:pt x="37959" y="26847"/>
                  </a:lnTo>
                  <a:lnTo>
                    <a:pt x="37904" y="26860"/>
                  </a:lnTo>
                  <a:lnTo>
                    <a:pt x="37849" y="26874"/>
                  </a:lnTo>
                  <a:lnTo>
                    <a:pt x="37904" y="26980"/>
                  </a:lnTo>
                  <a:lnTo>
                    <a:pt x="37922" y="27007"/>
                  </a:lnTo>
                  <a:lnTo>
                    <a:pt x="37941" y="27033"/>
                  </a:lnTo>
                  <a:lnTo>
                    <a:pt x="37996" y="26954"/>
                  </a:lnTo>
                  <a:lnTo>
                    <a:pt x="38623" y="26927"/>
                  </a:lnTo>
                  <a:lnTo>
                    <a:pt x="38734" y="26807"/>
                  </a:lnTo>
                  <a:lnTo>
                    <a:pt x="38789" y="26820"/>
                  </a:lnTo>
                  <a:lnTo>
                    <a:pt x="38641" y="26980"/>
                  </a:lnTo>
                  <a:lnTo>
                    <a:pt x="38549" y="26994"/>
                  </a:lnTo>
                  <a:lnTo>
                    <a:pt x="38125" y="27033"/>
                  </a:lnTo>
                  <a:lnTo>
                    <a:pt x="38070" y="27060"/>
                  </a:lnTo>
                  <a:lnTo>
                    <a:pt x="37996" y="27247"/>
                  </a:lnTo>
                  <a:lnTo>
                    <a:pt x="37996" y="27273"/>
                  </a:lnTo>
                  <a:lnTo>
                    <a:pt x="37996" y="27300"/>
                  </a:lnTo>
                  <a:lnTo>
                    <a:pt x="37941" y="27353"/>
                  </a:lnTo>
                  <a:lnTo>
                    <a:pt x="37922" y="27407"/>
                  </a:lnTo>
                  <a:lnTo>
                    <a:pt x="37978" y="27433"/>
                  </a:lnTo>
                  <a:lnTo>
                    <a:pt x="38199" y="27487"/>
                  </a:lnTo>
                  <a:lnTo>
                    <a:pt x="38328" y="27553"/>
                  </a:lnTo>
                  <a:lnTo>
                    <a:pt x="38365" y="27553"/>
                  </a:lnTo>
                  <a:lnTo>
                    <a:pt x="38457" y="27540"/>
                  </a:lnTo>
                  <a:lnTo>
                    <a:pt x="38494" y="27540"/>
                  </a:lnTo>
                  <a:lnTo>
                    <a:pt x="38549" y="27567"/>
                  </a:lnTo>
                  <a:lnTo>
                    <a:pt x="38512" y="27593"/>
                  </a:lnTo>
                  <a:lnTo>
                    <a:pt x="38494" y="27607"/>
                  </a:lnTo>
                  <a:lnTo>
                    <a:pt x="38420" y="27607"/>
                  </a:lnTo>
                  <a:lnTo>
                    <a:pt x="38789" y="27860"/>
                  </a:lnTo>
                  <a:lnTo>
                    <a:pt x="38844" y="27873"/>
                  </a:lnTo>
                  <a:lnTo>
                    <a:pt x="39084" y="27940"/>
                  </a:lnTo>
                  <a:lnTo>
                    <a:pt x="39324" y="27940"/>
                  </a:lnTo>
                  <a:lnTo>
                    <a:pt x="39287" y="27980"/>
                  </a:lnTo>
                  <a:lnTo>
                    <a:pt x="39268" y="28007"/>
                  </a:lnTo>
                  <a:lnTo>
                    <a:pt x="39324" y="28033"/>
                  </a:lnTo>
                  <a:lnTo>
                    <a:pt x="39342" y="28047"/>
                  </a:lnTo>
                  <a:lnTo>
                    <a:pt x="39508" y="28193"/>
                  </a:lnTo>
                  <a:lnTo>
                    <a:pt x="39526" y="28207"/>
                  </a:lnTo>
                  <a:lnTo>
                    <a:pt x="39563" y="28233"/>
                  </a:lnTo>
                  <a:lnTo>
                    <a:pt x="39729" y="28247"/>
                  </a:lnTo>
                  <a:lnTo>
                    <a:pt x="39913" y="28367"/>
                  </a:lnTo>
                  <a:lnTo>
                    <a:pt x="39950" y="28367"/>
                  </a:lnTo>
                  <a:lnTo>
                    <a:pt x="39913" y="28447"/>
                  </a:lnTo>
                  <a:lnTo>
                    <a:pt x="39950" y="28460"/>
                  </a:lnTo>
                  <a:lnTo>
                    <a:pt x="39987" y="28526"/>
                  </a:lnTo>
                  <a:lnTo>
                    <a:pt x="40043" y="28566"/>
                  </a:lnTo>
                  <a:lnTo>
                    <a:pt x="40043" y="28566"/>
                  </a:lnTo>
                  <a:lnTo>
                    <a:pt x="40006" y="28580"/>
                  </a:lnTo>
                  <a:lnTo>
                    <a:pt x="40006" y="28593"/>
                  </a:lnTo>
                  <a:lnTo>
                    <a:pt x="39987" y="28593"/>
                  </a:lnTo>
                  <a:lnTo>
                    <a:pt x="40061" y="28713"/>
                  </a:lnTo>
                  <a:lnTo>
                    <a:pt x="40061" y="28766"/>
                  </a:lnTo>
                  <a:lnTo>
                    <a:pt x="40006" y="28780"/>
                  </a:lnTo>
                  <a:lnTo>
                    <a:pt x="39932" y="28726"/>
                  </a:lnTo>
                  <a:lnTo>
                    <a:pt x="39895" y="28646"/>
                  </a:lnTo>
                  <a:lnTo>
                    <a:pt x="39821" y="28540"/>
                  </a:lnTo>
                  <a:lnTo>
                    <a:pt x="39766" y="28447"/>
                  </a:lnTo>
                  <a:lnTo>
                    <a:pt x="39729" y="28407"/>
                  </a:lnTo>
                  <a:lnTo>
                    <a:pt x="39692" y="28393"/>
                  </a:lnTo>
                  <a:lnTo>
                    <a:pt x="39600" y="28340"/>
                  </a:lnTo>
                  <a:lnTo>
                    <a:pt x="39545" y="28327"/>
                  </a:lnTo>
                  <a:lnTo>
                    <a:pt x="39508" y="28300"/>
                  </a:lnTo>
                  <a:lnTo>
                    <a:pt x="39471" y="28273"/>
                  </a:lnTo>
                  <a:lnTo>
                    <a:pt x="39397" y="28300"/>
                  </a:lnTo>
                  <a:lnTo>
                    <a:pt x="39360" y="28273"/>
                  </a:lnTo>
                  <a:lnTo>
                    <a:pt x="39342" y="28247"/>
                  </a:lnTo>
                  <a:lnTo>
                    <a:pt x="39250" y="28167"/>
                  </a:lnTo>
                  <a:lnTo>
                    <a:pt x="39231" y="28140"/>
                  </a:lnTo>
                  <a:lnTo>
                    <a:pt x="39213" y="28140"/>
                  </a:lnTo>
                  <a:lnTo>
                    <a:pt x="39084" y="28060"/>
                  </a:lnTo>
                  <a:lnTo>
                    <a:pt x="39047" y="28047"/>
                  </a:lnTo>
                  <a:lnTo>
                    <a:pt x="38973" y="28047"/>
                  </a:lnTo>
                  <a:lnTo>
                    <a:pt x="38918" y="28047"/>
                  </a:lnTo>
                  <a:lnTo>
                    <a:pt x="38844" y="27993"/>
                  </a:lnTo>
                  <a:lnTo>
                    <a:pt x="38678" y="27980"/>
                  </a:lnTo>
                  <a:lnTo>
                    <a:pt x="38291" y="27820"/>
                  </a:lnTo>
                  <a:lnTo>
                    <a:pt x="38273" y="27793"/>
                  </a:lnTo>
                  <a:lnTo>
                    <a:pt x="38236" y="27727"/>
                  </a:lnTo>
                  <a:lnTo>
                    <a:pt x="38180" y="27700"/>
                  </a:lnTo>
                  <a:lnTo>
                    <a:pt x="38144" y="27700"/>
                  </a:lnTo>
                  <a:lnTo>
                    <a:pt x="38125" y="27700"/>
                  </a:lnTo>
                  <a:lnTo>
                    <a:pt x="38088" y="27687"/>
                  </a:lnTo>
                  <a:lnTo>
                    <a:pt x="37959" y="27647"/>
                  </a:lnTo>
                  <a:lnTo>
                    <a:pt x="37849" y="27620"/>
                  </a:lnTo>
                  <a:lnTo>
                    <a:pt x="37812" y="27607"/>
                  </a:lnTo>
                  <a:lnTo>
                    <a:pt x="37775" y="27593"/>
                  </a:lnTo>
                  <a:lnTo>
                    <a:pt x="37738" y="27620"/>
                  </a:lnTo>
                  <a:lnTo>
                    <a:pt x="37775" y="27687"/>
                  </a:lnTo>
                  <a:lnTo>
                    <a:pt x="37756" y="27713"/>
                  </a:lnTo>
                  <a:lnTo>
                    <a:pt x="37664" y="27727"/>
                  </a:lnTo>
                  <a:lnTo>
                    <a:pt x="37646" y="27700"/>
                  </a:lnTo>
                  <a:lnTo>
                    <a:pt x="37664" y="27673"/>
                  </a:lnTo>
                  <a:lnTo>
                    <a:pt x="37664" y="27647"/>
                  </a:lnTo>
                  <a:lnTo>
                    <a:pt x="37646" y="27607"/>
                  </a:lnTo>
                  <a:lnTo>
                    <a:pt x="37609" y="27607"/>
                  </a:lnTo>
                  <a:lnTo>
                    <a:pt x="37517" y="27607"/>
                  </a:lnTo>
                  <a:lnTo>
                    <a:pt x="37461" y="27620"/>
                  </a:lnTo>
                  <a:lnTo>
                    <a:pt x="37461" y="27660"/>
                  </a:lnTo>
                  <a:lnTo>
                    <a:pt x="37461" y="27660"/>
                  </a:lnTo>
                  <a:lnTo>
                    <a:pt x="37480" y="27700"/>
                  </a:lnTo>
                  <a:lnTo>
                    <a:pt x="37461" y="27713"/>
                  </a:lnTo>
                  <a:lnTo>
                    <a:pt x="37425" y="27740"/>
                  </a:lnTo>
                  <a:lnTo>
                    <a:pt x="37406" y="27727"/>
                  </a:lnTo>
                  <a:lnTo>
                    <a:pt x="37369" y="27673"/>
                  </a:lnTo>
                  <a:lnTo>
                    <a:pt x="37406" y="27647"/>
                  </a:lnTo>
                  <a:lnTo>
                    <a:pt x="37369" y="27660"/>
                  </a:lnTo>
                  <a:lnTo>
                    <a:pt x="37277" y="27620"/>
                  </a:lnTo>
                  <a:lnTo>
                    <a:pt x="37240" y="27647"/>
                  </a:lnTo>
                  <a:lnTo>
                    <a:pt x="37166" y="27700"/>
                  </a:lnTo>
                  <a:lnTo>
                    <a:pt x="37111" y="27713"/>
                  </a:lnTo>
                  <a:lnTo>
                    <a:pt x="36927" y="27673"/>
                  </a:lnTo>
                  <a:lnTo>
                    <a:pt x="36853" y="27687"/>
                  </a:lnTo>
                  <a:lnTo>
                    <a:pt x="36835" y="27767"/>
                  </a:lnTo>
                  <a:lnTo>
                    <a:pt x="36890" y="27767"/>
                  </a:lnTo>
                  <a:lnTo>
                    <a:pt x="36927" y="27780"/>
                  </a:lnTo>
                  <a:lnTo>
                    <a:pt x="37001" y="27807"/>
                  </a:lnTo>
                  <a:lnTo>
                    <a:pt x="37056" y="27900"/>
                  </a:lnTo>
                  <a:lnTo>
                    <a:pt x="37001" y="27873"/>
                  </a:lnTo>
                  <a:lnTo>
                    <a:pt x="36835" y="27820"/>
                  </a:lnTo>
                  <a:lnTo>
                    <a:pt x="36761" y="27833"/>
                  </a:lnTo>
                  <a:lnTo>
                    <a:pt x="36853" y="27873"/>
                  </a:lnTo>
                  <a:lnTo>
                    <a:pt x="36890" y="27927"/>
                  </a:lnTo>
                  <a:lnTo>
                    <a:pt x="36908" y="27993"/>
                  </a:lnTo>
                  <a:lnTo>
                    <a:pt x="36927" y="28100"/>
                  </a:lnTo>
                  <a:lnTo>
                    <a:pt x="37001" y="28100"/>
                  </a:lnTo>
                  <a:lnTo>
                    <a:pt x="37093" y="28140"/>
                  </a:lnTo>
                  <a:lnTo>
                    <a:pt x="37185" y="28193"/>
                  </a:lnTo>
                  <a:lnTo>
                    <a:pt x="37222" y="28260"/>
                  </a:lnTo>
                  <a:lnTo>
                    <a:pt x="37185" y="28247"/>
                  </a:lnTo>
                  <a:lnTo>
                    <a:pt x="37166" y="28260"/>
                  </a:lnTo>
                  <a:lnTo>
                    <a:pt x="37093" y="28313"/>
                  </a:lnTo>
                  <a:lnTo>
                    <a:pt x="36964" y="28340"/>
                  </a:lnTo>
                  <a:lnTo>
                    <a:pt x="36964" y="28367"/>
                  </a:lnTo>
                  <a:lnTo>
                    <a:pt x="37056" y="28460"/>
                  </a:lnTo>
                  <a:lnTo>
                    <a:pt x="37093" y="28513"/>
                  </a:lnTo>
                  <a:lnTo>
                    <a:pt x="37111" y="28540"/>
                  </a:lnTo>
                  <a:lnTo>
                    <a:pt x="37093" y="28566"/>
                  </a:lnTo>
                  <a:lnTo>
                    <a:pt x="37019" y="28646"/>
                  </a:lnTo>
                  <a:lnTo>
                    <a:pt x="37001" y="28660"/>
                  </a:lnTo>
                  <a:lnTo>
                    <a:pt x="36908" y="28673"/>
                  </a:lnTo>
                  <a:lnTo>
                    <a:pt x="36890" y="28673"/>
                  </a:lnTo>
                  <a:lnTo>
                    <a:pt x="36890" y="28673"/>
                  </a:lnTo>
                  <a:lnTo>
                    <a:pt x="36650" y="28740"/>
                  </a:lnTo>
                  <a:lnTo>
                    <a:pt x="36577" y="28806"/>
                  </a:lnTo>
                  <a:lnTo>
                    <a:pt x="36632" y="28873"/>
                  </a:lnTo>
                  <a:lnTo>
                    <a:pt x="36706" y="28886"/>
                  </a:lnTo>
                  <a:lnTo>
                    <a:pt x="36761" y="28926"/>
                  </a:lnTo>
                  <a:lnTo>
                    <a:pt x="36392" y="28873"/>
                  </a:lnTo>
                  <a:lnTo>
                    <a:pt x="36300" y="28886"/>
                  </a:lnTo>
                  <a:lnTo>
                    <a:pt x="36318" y="28886"/>
                  </a:lnTo>
                  <a:lnTo>
                    <a:pt x="36300" y="28913"/>
                  </a:lnTo>
                  <a:lnTo>
                    <a:pt x="36263" y="28913"/>
                  </a:lnTo>
                  <a:lnTo>
                    <a:pt x="36208" y="28913"/>
                  </a:lnTo>
                  <a:lnTo>
                    <a:pt x="36171" y="28913"/>
                  </a:lnTo>
                  <a:lnTo>
                    <a:pt x="36189" y="28953"/>
                  </a:lnTo>
                  <a:lnTo>
                    <a:pt x="36208" y="28980"/>
                  </a:lnTo>
                  <a:lnTo>
                    <a:pt x="36208" y="29033"/>
                  </a:lnTo>
                  <a:lnTo>
                    <a:pt x="36245" y="29033"/>
                  </a:lnTo>
                  <a:lnTo>
                    <a:pt x="36282" y="29086"/>
                  </a:lnTo>
                  <a:lnTo>
                    <a:pt x="36300" y="29126"/>
                  </a:lnTo>
                  <a:lnTo>
                    <a:pt x="36282" y="29126"/>
                  </a:lnTo>
                  <a:lnTo>
                    <a:pt x="36208" y="29113"/>
                  </a:lnTo>
                  <a:lnTo>
                    <a:pt x="36171" y="29086"/>
                  </a:lnTo>
                  <a:lnTo>
                    <a:pt x="36134" y="29033"/>
                  </a:lnTo>
                  <a:lnTo>
                    <a:pt x="36134" y="29006"/>
                  </a:lnTo>
                  <a:lnTo>
                    <a:pt x="36116" y="28993"/>
                  </a:lnTo>
                  <a:lnTo>
                    <a:pt x="36079" y="28993"/>
                  </a:lnTo>
                  <a:lnTo>
                    <a:pt x="36079" y="29006"/>
                  </a:lnTo>
                  <a:lnTo>
                    <a:pt x="36097" y="29033"/>
                  </a:lnTo>
                  <a:lnTo>
                    <a:pt x="36116" y="29100"/>
                  </a:lnTo>
                  <a:lnTo>
                    <a:pt x="36171" y="29140"/>
                  </a:lnTo>
                  <a:lnTo>
                    <a:pt x="36816" y="29233"/>
                  </a:lnTo>
                  <a:lnTo>
                    <a:pt x="37037" y="29313"/>
                  </a:lnTo>
                  <a:lnTo>
                    <a:pt x="37222" y="29366"/>
                  </a:lnTo>
                  <a:lnTo>
                    <a:pt x="37277" y="29380"/>
                  </a:lnTo>
                  <a:lnTo>
                    <a:pt x="37259" y="29420"/>
                  </a:lnTo>
                  <a:lnTo>
                    <a:pt x="37296" y="29446"/>
                  </a:lnTo>
                  <a:lnTo>
                    <a:pt x="37480" y="29580"/>
                  </a:lnTo>
                  <a:lnTo>
                    <a:pt x="37572" y="29646"/>
                  </a:lnTo>
                  <a:lnTo>
                    <a:pt x="37609" y="29673"/>
                  </a:lnTo>
                  <a:lnTo>
                    <a:pt x="37646" y="29753"/>
                  </a:lnTo>
                  <a:lnTo>
                    <a:pt x="37664" y="29780"/>
                  </a:lnTo>
                  <a:lnTo>
                    <a:pt x="37646" y="29806"/>
                  </a:lnTo>
                  <a:lnTo>
                    <a:pt x="37388" y="29900"/>
                  </a:lnTo>
                  <a:lnTo>
                    <a:pt x="37425" y="29913"/>
                  </a:lnTo>
                  <a:lnTo>
                    <a:pt x="37480" y="29913"/>
                  </a:lnTo>
                  <a:lnTo>
                    <a:pt x="37535" y="29940"/>
                  </a:lnTo>
                  <a:lnTo>
                    <a:pt x="37535" y="29966"/>
                  </a:lnTo>
                  <a:lnTo>
                    <a:pt x="37720" y="30006"/>
                  </a:lnTo>
                  <a:lnTo>
                    <a:pt x="38088" y="30299"/>
                  </a:lnTo>
                  <a:lnTo>
                    <a:pt x="38273" y="30353"/>
                  </a:lnTo>
                  <a:lnTo>
                    <a:pt x="39084" y="30406"/>
                  </a:lnTo>
                  <a:lnTo>
                    <a:pt x="39139" y="30406"/>
                  </a:lnTo>
                  <a:lnTo>
                    <a:pt x="39176" y="30353"/>
                  </a:lnTo>
                  <a:lnTo>
                    <a:pt x="39158" y="30286"/>
                  </a:lnTo>
                  <a:lnTo>
                    <a:pt x="39139" y="30286"/>
                  </a:lnTo>
                  <a:lnTo>
                    <a:pt x="39102" y="30273"/>
                  </a:lnTo>
                  <a:lnTo>
                    <a:pt x="39084" y="30233"/>
                  </a:lnTo>
                  <a:lnTo>
                    <a:pt x="39065" y="30206"/>
                  </a:lnTo>
                  <a:lnTo>
                    <a:pt x="39379" y="30113"/>
                  </a:lnTo>
                  <a:lnTo>
                    <a:pt x="39545" y="30139"/>
                  </a:lnTo>
                  <a:lnTo>
                    <a:pt x="39582" y="30139"/>
                  </a:lnTo>
                  <a:lnTo>
                    <a:pt x="39600" y="30166"/>
                  </a:lnTo>
                  <a:lnTo>
                    <a:pt x="39692" y="30233"/>
                  </a:lnTo>
                  <a:lnTo>
                    <a:pt x="39618" y="30366"/>
                  </a:lnTo>
                  <a:lnTo>
                    <a:pt x="39618" y="30419"/>
                  </a:lnTo>
                  <a:lnTo>
                    <a:pt x="39692" y="30553"/>
                  </a:lnTo>
                  <a:lnTo>
                    <a:pt x="39784" y="30606"/>
                  </a:lnTo>
                  <a:lnTo>
                    <a:pt x="39877" y="30619"/>
                  </a:lnTo>
                  <a:lnTo>
                    <a:pt x="39913" y="30646"/>
                  </a:lnTo>
                  <a:lnTo>
                    <a:pt x="39950" y="30739"/>
                  </a:lnTo>
                  <a:lnTo>
                    <a:pt x="40079" y="30913"/>
                  </a:lnTo>
                  <a:lnTo>
                    <a:pt x="40135" y="31019"/>
                  </a:lnTo>
                  <a:lnTo>
                    <a:pt x="40116" y="31126"/>
                  </a:lnTo>
                  <a:lnTo>
                    <a:pt x="40061" y="31193"/>
                  </a:lnTo>
                  <a:lnTo>
                    <a:pt x="39821" y="31259"/>
                  </a:lnTo>
                  <a:lnTo>
                    <a:pt x="39766" y="31299"/>
                  </a:lnTo>
                  <a:lnTo>
                    <a:pt x="39748" y="31393"/>
                  </a:lnTo>
                  <a:lnTo>
                    <a:pt x="39821" y="31512"/>
                  </a:lnTo>
                  <a:lnTo>
                    <a:pt x="39803" y="31566"/>
                  </a:lnTo>
                  <a:lnTo>
                    <a:pt x="39821" y="31806"/>
                  </a:lnTo>
                  <a:lnTo>
                    <a:pt x="39840" y="31952"/>
                  </a:lnTo>
                  <a:lnTo>
                    <a:pt x="39987" y="32072"/>
                  </a:lnTo>
                  <a:lnTo>
                    <a:pt x="40264" y="32206"/>
                  </a:lnTo>
                  <a:lnTo>
                    <a:pt x="40227" y="32272"/>
                  </a:lnTo>
                  <a:lnTo>
                    <a:pt x="40098" y="32312"/>
                  </a:lnTo>
                  <a:lnTo>
                    <a:pt x="40061" y="32379"/>
                  </a:lnTo>
                  <a:lnTo>
                    <a:pt x="40043" y="32432"/>
                  </a:lnTo>
                  <a:lnTo>
                    <a:pt x="40043" y="32472"/>
                  </a:lnTo>
                  <a:lnTo>
                    <a:pt x="40098" y="32619"/>
                  </a:lnTo>
                  <a:lnTo>
                    <a:pt x="40098" y="32686"/>
                  </a:lnTo>
                  <a:lnTo>
                    <a:pt x="40116" y="32819"/>
                  </a:lnTo>
                  <a:lnTo>
                    <a:pt x="40116" y="32886"/>
                  </a:lnTo>
                  <a:lnTo>
                    <a:pt x="40153" y="32979"/>
                  </a:lnTo>
                  <a:lnTo>
                    <a:pt x="40227" y="33019"/>
                  </a:lnTo>
                  <a:lnTo>
                    <a:pt x="40319" y="33099"/>
                  </a:lnTo>
                  <a:lnTo>
                    <a:pt x="40319" y="33152"/>
                  </a:lnTo>
                  <a:lnTo>
                    <a:pt x="40337" y="33192"/>
                  </a:lnTo>
                  <a:lnTo>
                    <a:pt x="40374" y="33205"/>
                  </a:lnTo>
                  <a:lnTo>
                    <a:pt x="40430" y="33259"/>
                  </a:lnTo>
                  <a:lnTo>
                    <a:pt x="40467" y="33365"/>
                  </a:lnTo>
                  <a:lnTo>
                    <a:pt x="40467" y="33405"/>
                  </a:lnTo>
                  <a:lnTo>
                    <a:pt x="40448" y="33445"/>
                  </a:lnTo>
                  <a:lnTo>
                    <a:pt x="40430" y="33472"/>
                  </a:lnTo>
                  <a:lnTo>
                    <a:pt x="40430" y="33525"/>
                  </a:lnTo>
                  <a:lnTo>
                    <a:pt x="40448" y="33592"/>
                  </a:lnTo>
                  <a:lnTo>
                    <a:pt x="40448" y="33605"/>
                  </a:lnTo>
                  <a:lnTo>
                    <a:pt x="40227" y="33645"/>
                  </a:lnTo>
                  <a:lnTo>
                    <a:pt x="40135" y="33672"/>
                  </a:lnTo>
                  <a:lnTo>
                    <a:pt x="40098" y="33672"/>
                  </a:lnTo>
                  <a:lnTo>
                    <a:pt x="40043" y="33632"/>
                  </a:lnTo>
                  <a:lnTo>
                    <a:pt x="40006" y="33565"/>
                  </a:lnTo>
                  <a:lnTo>
                    <a:pt x="40043" y="33512"/>
                  </a:lnTo>
                  <a:lnTo>
                    <a:pt x="40061" y="33472"/>
                  </a:lnTo>
                  <a:lnTo>
                    <a:pt x="40079" y="33432"/>
                  </a:lnTo>
                  <a:lnTo>
                    <a:pt x="40043" y="33325"/>
                  </a:lnTo>
                  <a:lnTo>
                    <a:pt x="39969" y="33232"/>
                  </a:lnTo>
                  <a:lnTo>
                    <a:pt x="39895" y="33205"/>
                  </a:lnTo>
                  <a:lnTo>
                    <a:pt x="39821" y="33205"/>
                  </a:lnTo>
                  <a:lnTo>
                    <a:pt x="39803" y="33152"/>
                  </a:lnTo>
                  <a:lnTo>
                    <a:pt x="39784" y="33112"/>
                  </a:lnTo>
                  <a:lnTo>
                    <a:pt x="39803" y="33085"/>
                  </a:lnTo>
                  <a:lnTo>
                    <a:pt x="39803" y="33072"/>
                  </a:lnTo>
                  <a:lnTo>
                    <a:pt x="39840" y="33099"/>
                  </a:lnTo>
                  <a:lnTo>
                    <a:pt x="39877" y="33072"/>
                  </a:lnTo>
                  <a:lnTo>
                    <a:pt x="39877" y="33019"/>
                  </a:lnTo>
                  <a:lnTo>
                    <a:pt x="39840" y="32966"/>
                  </a:lnTo>
                  <a:lnTo>
                    <a:pt x="39434" y="32992"/>
                  </a:lnTo>
                  <a:lnTo>
                    <a:pt x="39434" y="32966"/>
                  </a:lnTo>
                  <a:lnTo>
                    <a:pt x="39766" y="32846"/>
                  </a:lnTo>
                  <a:lnTo>
                    <a:pt x="39803" y="32859"/>
                  </a:lnTo>
                  <a:lnTo>
                    <a:pt x="40006" y="32966"/>
                  </a:lnTo>
                  <a:lnTo>
                    <a:pt x="40043" y="32966"/>
                  </a:lnTo>
                  <a:lnTo>
                    <a:pt x="40043" y="32939"/>
                  </a:lnTo>
                  <a:lnTo>
                    <a:pt x="39987" y="32779"/>
                  </a:lnTo>
                  <a:lnTo>
                    <a:pt x="39987" y="32739"/>
                  </a:lnTo>
                  <a:lnTo>
                    <a:pt x="39969" y="32659"/>
                  </a:lnTo>
                  <a:lnTo>
                    <a:pt x="39969" y="32592"/>
                  </a:lnTo>
                  <a:lnTo>
                    <a:pt x="39950" y="32566"/>
                  </a:lnTo>
                  <a:lnTo>
                    <a:pt x="39895" y="32526"/>
                  </a:lnTo>
                  <a:lnTo>
                    <a:pt x="39840" y="32486"/>
                  </a:lnTo>
                  <a:lnTo>
                    <a:pt x="39821" y="32486"/>
                  </a:lnTo>
                  <a:lnTo>
                    <a:pt x="39803" y="32526"/>
                  </a:lnTo>
                  <a:lnTo>
                    <a:pt x="39766" y="32512"/>
                  </a:lnTo>
                  <a:lnTo>
                    <a:pt x="39692" y="32446"/>
                  </a:lnTo>
                  <a:lnTo>
                    <a:pt x="39637" y="32432"/>
                  </a:lnTo>
                  <a:lnTo>
                    <a:pt x="39508" y="32486"/>
                  </a:lnTo>
                  <a:lnTo>
                    <a:pt x="39508" y="32526"/>
                  </a:lnTo>
                  <a:lnTo>
                    <a:pt x="39545" y="32526"/>
                  </a:lnTo>
                  <a:lnTo>
                    <a:pt x="39563" y="32526"/>
                  </a:lnTo>
                  <a:lnTo>
                    <a:pt x="39637" y="32566"/>
                  </a:lnTo>
                  <a:lnTo>
                    <a:pt x="39600" y="32606"/>
                  </a:lnTo>
                  <a:lnTo>
                    <a:pt x="39342" y="32552"/>
                  </a:lnTo>
                  <a:lnTo>
                    <a:pt x="39360" y="32592"/>
                  </a:lnTo>
                  <a:lnTo>
                    <a:pt x="39379" y="32619"/>
                  </a:lnTo>
                  <a:lnTo>
                    <a:pt x="39434" y="32672"/>
                  </a:lnTo>
                  <a:lnTo>
                    <a:pt x="39342" y="32686"/>
                  </a:lnTo>
                  <a:lnTo>
                    <a:pt x="39324" y="32699"/>
                  </a:lnTo>
                  <a:lnTo>
                    <a:pt x="39287" y="32739"/>
                  </a:lnTo>
                  <a:lnTo>
                    <a:pt x="39268" y="32752"/>
                  </a:lnTo>
                  <a:lnTo>
                    <a:pt x="39231" y="32726"/>
                  </a:lnTo>
                  <a:lnTo>
                    <a:pt x="39231" y="32712"/>
                  </a:lnTo>
                  <a:lnTo>
                    <a:pt x="39231" y="32712"/>
                  </a:lnTo>
                  <a:lnTo>
                    <a:pt x="39231" y="32699"/>
                  </a:lnTo>
                  <a:lnTo>
                    <a:pt x="38568" y="32699"/>
                  </a:lnTo>
                  <a:lnTo>
                    <a:pt x="38531" y="32712"/>
                  </a:lnTo>
                  <a:lnTo>
                    <a:pt x="38494" y="32792"/>
                  </a:lnTo>
                  <a:lnTo>
                    <a:pt x="38475" y="32806"/>
                  </a:lnTo>
                  <a:lnTo>
                    <a:pt x="37996" y="32912"/>
                  </a:lnTo>
                  <a:lnTo>
                    <a:pt x="37904" y="32952"/>
                  </a:lnTo>
                  <a:lnTo>
                    <a:pt x="37812" y="33139"/>
                  </a:lnTo>
                  <a:lnTo>
                    <a:pt x="37369" y="33445"/>
                  </a:lnTo>
                  <a:lnTo>
                    <a:pt x="37296" y="33525"/>
                  </a:lnTo>
                  <a:lnTo>
                    <a:pt x="37240" y="33565"/>
                  </a:lnTo>
                  <a:lnTo>
                    <a:pt x="37203" y="33632"/>
                  </a:lnTo>
                  <a:lnTo>
                    <a:pt x="37148" y="33672"/>
                  </a:lnTo>
                  <a:lnTo>
                    <a:pt x="37074" y="33725"/>
                  </a:lnTo>
                  <a:lnTo>
                    <a:pt x="36300" y="33979"/>
                  </a:lnTo>
                  <a:lnTo>
                    <a:pt x="35931" y="33965"/>
                  </a:lnTo>
                  <a:lnTo>
                    <a:pt x="35950" y="33965"/>
                  </a:lnTo>
                  <a:lnTo>
                    <a:pt x="35968" y="33899"/>
                  </a:lnTo>
                  <a:lnTo>
                    <a:pt x="36577" y="33645"/>
                  </a:lnTo>
                  <a:lnTo>
                    <a:pt x="36742" y="33619"/>
                  </a:lnTo>
                  <a:lnTo>
                    <a:pt x="36742" y="33605"/>
                  </a:lnTo>
                  <a:lnTo>
                    <a:pt x="36761" y="33565"/>
                  </a:lnTo>
                  <a:lnTo>
                    <a:pt x="36761" y="33539"/>
                  </a:lnTo>
                  <a:lnTo>
                    <a:pt x="36798" y="33525"/>
                  </a:lnTo>
                  <a:lnTo>
                    <a:pt x="36890" y="33525"/>
                  </a:lnTo>
                  <a:lnTo>
                    <a:pt x="36964" y="33499"/>
                  </a:lnTo>
                  <a:lnTo>
                    <a:pt x="37148" y="33365"/>
                  </a:lnTo>
                  <a:lnTo>
                    <a:pt x="37148" y="33339"/>
                  </a:lnTo>
                  <a:lnTo>
                    <a:pt x="37111" y="33299"/>
                  </a:lnTo>
                  <a:lnTo>
                    <a:pt x="37093" y="33272"/>
                  </a:lnTo>
                  <a:lnTo>
                    <a:pt x="37203" y="33219"/>
                  </a:lnTo>
                  <a:lnTo>
                    <a:pt x="37443" y="32992"/>
                  </a:lnTo>
                  <a:lnTo>
                    <a:pt x="37480" y="32912"/>
                  </a:lnTo>
                  <a:lnTo>
                    <a:pt x="37517" y="32846"/>
                  </a:lnTo>
                  <a:lnTo>
                    <a:pt x="37572" y="32819"/>
                  </a:lnTo>
                  <a:lnTo>
                    <a:pt x="37627" y="32806"/>
                  </a:lnTo>
                  <a:lnTo>
                    <a:pt x="37720" y="32806"/>
                  </a:lnTo>
                  <a:lnTo>
                    <a:pt x="37775" y="32739"/>
                  </a:lnTo>
                  <a:lnTo>
                    <a:pt x="37886" y="32726"/>
                  </a:lnTo>
                  <a:lnTo>
                    <a:pt x="37996" y="32619"/>
                  </a:lnTo>
                  <a:lnTo>
                    <a:pt x="38051" y="32606"/>
                  </a:lnTo>
                  <a:lnTo>
                    <a:pt x="38439" y="32686"/>
                  </a:lnTo>
                  <a:lnTo>
                    <a:pt x="38494" y="32686"/>
                  </a:lnTo>
                  <a:lnTo>
                    <a:pt x="38512" y="32659"/>
                  </a:lnTo>
                  <a:lnTo>
                    <a:pt x="38531" y="32579"/>
                  </a:lnTo>
                  <a:lnTo>
                    <a:pt x="38531" y="32539"/>
                  </a:lnTo>
                  <a:lnTo>
                    <a:pt x="38568" y="32526"/>
                  </a:lnTo>
                  <a:lnTo>
                    <a:pt x="38641" y="32552"/>
                  </a:lnTo>
                  <a:lnTo>
                    <a:pt x="38660" y="32592"/>
                  </a:lnTo>
                  <a:lnTo>
                    <a:pt x="38697" y="32566"/>
                  </a:lnTo>
                  <a:lnTo>
                    <a:pt x="38715" y="32512"/>
                  </a:lnTo>
                  <a:lnTo>
                    <a:pt x="38678" y="32432"/>
                  </a:lnTo>
                  <a:lnTo>
                    <a:pt x="38623" y="32432"/>
                  </a:lnTo>
                  <a:lnTo>
                    <a:pt x="38549" y="32446"/>
                  </a:lnTo>
                  <a:lnTo>
                    <a:pt x="38512" y="32446"/>
                  </a:lnTo>
                  <a:lnTo>
                    <a:pt x="38531" y="32379"/>
                  </a:lnTo>
                  <a:lnTo>
                    <a:pt x="38605" y="32312"/>
                  </a:lnTo>
                  <a:lnTo>
                    <a:pt x="38863" y="32312"/>
                  </a:lnTo>
                  <a:lnTo>
                    <a:pt x="38918" y="32286"/>
                  </a:lnTo>
                  <a:lnTo>
                    <a:pt x="39029" y="32192"/>
                  </a:lnTo>
                  <a:lnTo>
                    <a:pt x="39084" y="32152"/>
                  </a:lnTo>
                  <a:lnTo>
                    <a:pt x="39065" y="32126"/>
                  </a:lnTo>
                  <a:lnTo>
                    <a:pt x="38973" y="32179"/>
                  </a:lnTo>
                  <a:lnTo>
                    <a:pt x="38899" y="32179"/>
                  </a:lnTo>
                  <a:lnTo>
                    <a:pt x="38844" y="32126"/>
                  </a:lnTo>
                  <a:lnTo>
                    <a:pt x="38992" y="32032"/>
                  </a:lnTo>
                  <a:lnTo>
                    <a:pt x="39748" y="32032"/>
                  </a:lnTo>
                  <a:lnTo>
                    <a:pt x="39766" y="31966"/>
                  </a:lnTo>
                  <a:lnTo>
                    <a:pt x="39692" y="31832"/>
                  </a:lnTo>
                  <a:lnTo>
                    <a:pt x="39618" y="31752"/>
                  </a:lnTo>
                  <a:lnTo>
                    <a:pt x="39582" y="31739"/>
                  </a:lnTo>
                  <a:lnTo>
                    <a:pt x="39545" y="31726"/>
                  </a:lnTo>
                  <a:lnTo>
                    <a:pt x="39508" y="31739"/>
                  </a:lnTo>
                  <a:lnTo>
                    <a:pt x="39471" y="31752"/>
                  </a:lnTo>
                  <a:lnTo>
                    <a:pt x="39453" y="31752"/>
                  </a:lnTo>
                  <a:lnTo>
                    <a:pt x="39434" y="31686"/>
                  </a:lnTo>
                  <a:lnTo>
                    <a:pt x="39416" y="31632"/>
                  </a:lnTo>
                  <a:lnTo>
                    <a:pt x="39434" y="31566"/>
                  </a:lnTo>
                  <a:lnTo>
                    <a:pt x="39434" y="31526"/>
                  </a:lnTo>
                  <a:lnTo>
                    <a:pt x="39397" y="31473"/>
                  </a:lnTo>
                  <a:lnTo>
                    <a:pt x="39360" y="31419"/>
                  </a:lnTo>
                  <a:lnTo>
                    <a:pt x="39324" y="31379"/>
                  </a:lnTo>
                  <a:lnTo>
                    <a:pt x="39268" y="31366"/>
                  </a:lnTo>
                  <a:lnTo>
                    <a:pt x="39139" y="31339"/>
                  </a:lnTo>
                  <a:lnTo>
                    <a:pt x="38789" y="31366"/>
                  </a:lnTo>
                  <a:lnTo>
                    <a:pt x="38734" y="31353"/>
                  </a:lnTo>
                  <a:lnTo>
                    <a:pt x="38715" y="31339"/>
                  </a:lnTo>
                  <a:lnTo>
                    <a:pt x="38715" y="31326"/>
                  </a:lnTo>
                  <a:lnTo>
                    <a:pt x="38715" y="31286"/>
                  </a:lnTo>
                  <a:lnTo>
                    <a:pt x="38697" y="31286"/>
                  </a:lnTo>
                  <a:lnTo>
                    <a:pt x="38660" y="31273"/>
                  </a:lnTo>
                  <a:lnTo>
                    <a:pt x="38623" y="31259"/>
                  </a:lnTo>
                  <a:lnTo>
                    <a:pt x="38531" y="31273"/>
                  </a:lnTo>
                  <a:lnTo>
                    <a:pt x="38494" y="31273"/>
                  </a:lnTo>
                  <a:lnTo>
                    <a:pt x="38439" y="31219"/>
                  </a:lnTo>
                  <a:lnTo>
                    <a:pt x="38383" y="31206"/>
                  </a:lnTo>
                  <a:lnTo>
                    <a:pt x="38310" y="31233"/>
                  </a:lnTo>
                  <a:lnTo>
                    <a:pt x="38273" y="31233"/>
                  </a:lnTo>
                  <a:lnTo>
                    <a:pt x="38199" y="31193"/>
                  </a:lnTo>
                  <a:lnTo>
                    <a:pt x="38199" y="31166"/>
                  </a:lnTo>
                  <a:lnTo>
                    <a:pt x="38180" y="31139"/>
                  </a:lnTo>
                  <a:lnTo>
                    <a:pt x="38180" y="31113"/>
                  </a:lnTo>
                  <a:lnTo>
                    <a:pt x="38144" y="31099"/>
                  </a:lnTo>
                  <a:lnTo>
                    <a:pt x="38051" y="31153"/>
                  </a:lnTo>
                  <a:lnTo>
                    <a:pt x="37996" y="31139"/>
                  </a:lnTo>
                  <a:lnTo>
                    <a:pt x="37959" y="31099"/>
                  </a:lnTo>
                  <a:lnTo>
                    <a:pt x="37941" y="31059"/>
                  </a:lnTo>
                  <a:lnTo>
                    <a:pt x="37904" y="31006"/>
                  </a:lnTo>
                  <a:lnTo>
                    <a:pt x="37756" y="30913"/>
                  </a:lnTo>
                  <a:lnTo>
                    <a:pt x="37517" y="30846"/>
                  </a:lnTo>
                  <a:lnTo>
                    <a:pt x="37388" y="30753"/>
                  </a:lnTo>
                  <a:lnTo>
                    <a:pt x="37369" y="30726"/>
                  </a:lnTo>
                  <a:lnTo>
                    <a:pt x="37351" y="30713"/>
                  </a:lnTo>
                  <a:lnTo>
                    <a:pt x="37332" y="30633"/>
                  </a:lnTo>
                  <a:lnTo>
                    <a:pt x="37240" y="30579"/>
                  </a:lnTo>
                  <a:lnTo>
                    <a:pt x="37222" y="30579"/>
                  </a:lnTo>
                  <a:lnTo>
                    <a:pt x="37166" y="30579"/>
                  </a:lnTo>
                  <a:lnTo>
                    <a:pt x="37093" y="30566"/>
                  </a:lnTo>
                  <a:lnTo>
                    <a:pt x="37019" y="30539"/>
                  </a:lnTo>
                  <a:lnTo>
                    <a:pt x="36798" y="30353"/>
                  </a:lnTo>
                  <a:lnTo>
                    <a:pt x="36724" y="30299"/>
                  </a:lnTo>
                  <a:lnTo>
                    <a:pt x="36669" y="30246"/>
                  </a:lnTo>
                  <a:lnTo>
                    <a:pt x="36558" y="30206"/>
                  </a:lnTo>
                  <a:lnTo>
                    <a:pt x="36503" y="30153"/>
                  </a:lnTo>
                  <a:lnTo>
                    <a:pt x="36466" y="30113"/>
                  </a:lnTo>
                  <a:lnTo>
                    <a:pt x="36355" y="30099"/>
                  </a:lnTo>
                  <a:lnTo>
                    <a:pt x="36300" y="30086"/>
                  </a:lnTo>
                  <a:lnTo>
                    <a:pt x="36245" y="30046"/>
                  </a:lnTo>
                  <a:lnTo>
                    <a:pt x="36060" y="29833"/>
                  </a:lnTo>
                  <a:lnTo>
                    <a:pt x="35839" y="29620"/>
                  </a:lnTo>
                  <a:lnTo>
                    <a:pt x="35802" y="29566"/>
                  </a:lnTo>
                  <a:lnTo>
                    <a:pt x="35655" y="29446"/>
                  </a:lnTo>
                  <a:lnTo>
                    <a:pt x="35599" y="29380"/>
                  </a:lnTo>
                  <a:lnTo>
                    <a:pt x="35563" y="29313"/>
                  </a:lnTo>
                  <a:lnTo>
                    <a:pt x="35563" y="29260"/>
                  </a:lnTo>
                  <a:lnTo>
                    <a:pt x="35526" y="29220"/>
                  </a:lnTo>
                  <a:lnTo>
                    <a:pt x="35470" y="29180"/>
                  </a:lnTo>
                  <a:lnTo>
                    <a:pt x="35415" y="29180"/>
                  </a:lnTo>
                  <a:lnTo>
                    <a:pt x="35360" y="29153"/>
                  </a:lnTo>
                  <a:lnTo>
                    <a:pt x="35286" y="29086"/>
                  </a:lnTo>
                  <a:lnTo>
                    <a:pt x="35268" y="29033"/>
                  </a:lnTo>
                  <a:lnTo>
                    <a:pt x="35212" y="28913"/>
                  </a:lnTo>
                  <a:lnTo>
                    <a:pt x="35194" y="28860"/>
                  </a:lnTo>
                  <a:lnTo>
                    <a:pt x="35157" y="28726"/>
                  </a:lnTo>
                  <a:lnTo>
                    <a:pt x="35120" y="28660"/>
                  </a:lnTo>
                  <a:lnTo>
                    <a:pt x="35083" y="28606"/>
                  </a:lnTo>
                  <a:lnTo>
                    <a:pt x="35046" y="28407"/>
                  </a:lnTo>
                  <a:lnTo>
                    <a:pt x="35028" y="28380"/>
                  </a:lnTo>
                  <a:lnTo>
                    <a:pt x="34973" y="28313"/>
                  </a:lnTo>
                  <a:lnTo>
                    <a:pt x="34936" y="28247"/>
                  </a:lnTo>
                  <a:lnTo>
                    <a:pt x="34917" y="28073"/>
                  </a:lnTo>
                  <a:lnTo>
                    <a:pt x="34899" y="27953"/>
                  </a:lnTo>
                  <a:lnTo>
                    <a:pt x="34899" y="27913"/>
                  </a:lnTo>
                  <a:lnTo>
                    <a:pt x="34899" y="27847"/>
                  </a:lnTo>
                  <a:lnTo>
                    <a:pt x="34899" y="27780"/>
                  </a:lnTo>
                  <a:lnTo>
                    <a:pt x="34973" y="27620"/>
                  </a:lnTo>
                  <a:lnTo>
                    <a:pt x="34991" y="27553"/>
                  </a:lnTo>
                  <a:lnTo>
                    <a:pt x="35009" y="27460"/>
                  </a:lnTo>
                  <a:lnTo>
                    <a:pt x="35046" y="27407"/>
                  </a:lnTo>
                  <a:lnTo>
                    <a:pt x="35083" y="27313"/>
                  </a:lnTo>
                  <a:lnTo>
                    <a:pt x="35065" y="27180"/>
                  </a:lnTo>
                  <a:lnTo>
                    <a:pt x="34936" y="26994"/>
                  </a:lnTo>
                  <a:lnTo>
                    <a:pt x="34770" y="26847"/>
                  </a:lnTo>
                  <a:lnTo>
                    <a:pt x="33848" y="26274"/>
                  </a:lnTo>
                  <a:lnTo>
                    <a:pt x="33774" y="26194"/>
                  </a:lnTo>
                  <a:lnTo>
                    <a:pt x="33793" y="26114"/>
                  </a:lnTo>
                  <a:lnTo>
                    <a:pt x="33627" y="25967"/>
                  </a:lnTo>
                  <a:lnTo>
                    <a:pt x="33608" y="25900"/>
                  </a:lnTo>
                  <a:lnTo>
                    <a:pt x="33608" y="25847"/>
                  </a:lnTo>
                  <a:lnTo>
                    <a:pt x="33608" y="25754"/>
                  </a:lnTo>
                  <a:lnTo>
                    <a:pt x="33608" y="25714"/>
                  </a:lnTo>
                  <a:lnTo>
                    <a:pt x="33571" y="25500"/>
                  </a:lnTo>
                  <a:lnTo>
                    <a:pt x="33571" y="25461"/>
                  </a:lnTo>
                  <a:lnTo>
                    <a:pt x="33571" y="25354"/>
                  </a:lnTo>
                  <a:lnTo>
                    <a:pt x="33627" y="25114"/>
                  </a:lnTo>
                  <a:lnTo>
                    <a:pt x="33811" y="24794"/>
                  </a:lnTo>
                  <a:lnTo>
                    <a:pt x="33848" y="24554"/>
                  </a:lnTo>
                  <a:lnTo>
                    <a:pt x="33866" y="24487"/>
                  </a:lnTo>
                  <a:lnTo>
                    <a:pt x="33959" y="24367"/>
                  </a:lnTo>
                  <a:lnTo>
                    <a:pt x="33940" y="24287"/>
                  </a:lnTo>
                  <a:lnTo>
                    <a:pt x="33959" y="24234"/>
                  </a:lnTo>
                  <a:lnTo>
                    <a:pt x="33977" y="24194"/>
                  </a:lnTo>
                  <a:lnTo>
                    <a:pt x="33977" y="24141"/>
                  </a:lnTo>
                  <a:lnTo>
                    <a:pt x="33959" y="24127"/>
                  </a:lnTo>
                  <a:lnTo>
                    <a:pt x="33940" y="24061"/>
                  </a:lnTo>
                  <a:lnTo>
                    <a:pt x="33922" y="24021"/>
                  </a:lnTo>
                  <a:lnTo>
                    <a:pt x="33977" y="23954"/>
                  </a:lnTo>
                  <a:lnTo>
                    <a:pt x="34014" y="23848"/>
                  </a:lnTo>
                  <a:lnTo>
                    <a:pt x="34069" y="23434"/>
                  </a:lnTo>
                  <a:lnTo>
                    <a:pt x="34143" y="23088"/>
                  </a:lnTo>
                  <a:lnTo>
                    <a:pt x="34493" y="22368"/>
                  </a:lnTo>
                  <a:lnTo>
                    <a:pt x="34622" y="22275"/>
                  </a:lnTo>
                  <a:lnTo>
                    <a:pt x="34678" y="22008"/>
                  </a:lnTo>
                  <a:lnTo>
                    <a:pt x="34715" y="21955"/>
                  </a:lnTo>
                  <a:lnTo>
                    <a:pt x="34862" y="21915"/>
                  </a:lnTo>
                  <a:lnTo>
                    <a:pt x="35618" y="21115"/>
                  </a:lnTo>
                  <a:lnTo>
                    <a:pt x="35636" y="20982"/>
                  </a:lnTo>
                  <a:lnTo>
                    <a:pt x="35673" y="20928"/>
                  </a:lnTo>
                  <a:lnTo>
                    <a:pt x="35673" y="20888"/>
                  </a:lnTo>
                  <a:lnTo>
                    <a:pt x="35673" y="20755"/>
                  </a:lnTo>
                  <a:lnTo>
                    <a:pt x="35710" y="20728"/>
                  </a:lnTo>
                  <a:lnTo>
                    <a:pt x="35618" y="20728"/>
                  </a:lnTo>
                  <a:lnTo>
                    <a:pt x="35083" y="20488"/>
                  </a:lnTo>
                  <a:lnTo>
                    <a:pt x="34862" y="20488"/>
                  </a:lnTo>
                  <a:lnTo>
                    <a:pt x="34825" y="20462"/>
                  </a:lnTo>
                  <a:lnTo>
                    <a:pt x="34751" y="20528"/>
                  </a:lnTo>
                  <a:lnTo>
                    <a:pt x="33848" y="20582"/>
                  </a:lnTo>
                  <a:lnTo>
                    <a:pt x="33313" y="20555"/>
                  </a:lnTo>
                  <a:lnTo>
                    <a:pt x="32668" y="20688"/>
                  </a:lnTo>
                  <a:lnTo>
                    <a:pt x="32299" y="20702"/>
                  </a:lnTo>
                  <a:lnTo>
                    <a:pt x="32023" y="20768"/>
                  </a:lnTo>
                  <a:lnTo>
                    <a:pt x="31765" y="20955"/>
                  </a:lnTo>
                  <a:lnTo>
                    <a:pt x="31285" y="21088"/>
                  </a:lnTo>
                  <a:lnTo>
                    <a:pt x="31027" y="21275"/>
                  </a:lnTo>
                  <a:lnTo>
                    <a:pt x="30769" y="21328"/>
                  </a:lnTo>
                  <a:lnTo>
                    <a:pt x="30530" y="21501"/>
                  </a:lnTo>
                  <a:lnTo>
                    <a:pt x="30216" y="21635"/>
                  </a:lnTo>
                  <a:lnTo>
                    <a:pt x="30106" y="21795"/>
                  </a:lnTo>
                  <a:lnTo>
                    <a:pt x="29866" y="21955"/>
                  </a:lnTo>
                  <a:lnTo>
                    <a:pt x="29239" y="22661"/>
                  </a:lnTo>
                  <a:lnTo>
                    <a:pt x="29202" y="22781"/>
                  </a:lnTo>
                  <a:lnTo>
                    <a:pt x="29147" y="22821"/>
                  </a:lnTo>
                  <a:lnTo>
                    <a:pt x="29147" y="22848"/>
                  </a:lnTo>
                  <a:lnTo>
                    <a:pt x="29147" y="22874"/>
                  </a:lnTo>
                  <a:lnTo>
                    <a:pt x="29147" y="22914"/>
                  </a:lnTo>
                  <a:lnTo>
                    <a:pt x="29147" y="22954"/>
                  </a:lnTo>
                  <a:lnTo>
                    <a:pt x="29110" y="22981"/>
                  </a:lnTo>
                  <a:lnTo>
                    <a:pt x="28999" y="23034"/>
                  </a:lnTo>
                  <a:lnTo>
                    <a:pt x="28833" y="23194"/>
                  </a:lnTo>
                  <a:lnTo>
                    <a:pt x="28778" y="23301"/>
                  </a:lnTo>
                  <a:lnTo>
                    <a:pt x="28741" y="23421"/>
                  </a:lnTo>
                  <a:lnTo>
                    <a:pt x="28723" y="23488"/>
                  </a:lnTo>
                  <a:lnTo>
                    <a:pt x="28612" y="23581"/>
                  </a:lnTo>
                  <a:lnTo>
                    <a:pt x="28612" y="23648"/>
                  </a:lnTo>
                  <a:lnTo>
                    <a:pt x="28686" y="23701"/>
                  </a:lnTo>
                  <a:lnTo>
                    <a:pt x="29073" y="23768"/>
                  </a:lnTo>
                  <a:lnTo>
                    <a:pt x="29128" y="23821"/>
                  </a:lnTo>
                  <a:lnTo>
                    <a:pt x="29092" y="23848"/>
                  </a:lnTo>
                  <a:lnTo>
                    <a:pt x="28889" y="23821"/>
                  </a:lnTo>
                  <a:lnTo>
                    <a:pt x="28741" y="23834"/>
                  </a:lnTo>
                  <a:lnTo>
                    <a:pt x="28704" y="23821"/>
                  </a:lnTo>
                  <a:lnTo>
                    <a:pt x="28667" y="23781"/>
                  </a:lnTo>
                  <a:lnTo>
                    <a:pt x="28649" y="23768"/>
                  </a:lnTo>
                  <a:lnTo>
                    <a:pt x="28538" y="23794"/>
                  </a:lnTo>
                  <a:lnTo>
                    <a:pt x="28483" y="23874"/>
                  </a:lnTo>
                  <a:lnTo>
                    <a:pt x="28336" y="24061"/>
                  </a:lnTo>
                  <a:lnTo>
                    <a:pt x="28391" y="24114"/>
                  </a:lnTo>
                  <a:lnTo>
                    <a:pt x="28502" y="24167"/>
                  </a:lnTo>
                  <a:lnTo>
                    <a:pt x="28557" y="24181"/>
                  </a:lnTo>
                  <a:lnTo>
                    <a:pt x="28667" y="24154"/>
                  </a:lnTo>
                  <a:lnTo>
                    <a:pt x="28704" y="24194"/>
                  </a:lnTo>
                  <a:lnTo>
                    <a:pt x="28612" y="24247"/>
                  </a:lnTo>
                  <a:lnTo>
                    <a:pt x="28391" y="24221"/>
                  </a:lnTo>
                  <a:lnTo>
                    <a:pt x="28317" y="24261"/>
                  </a:lnTo>
                  <a:lnTo>
                    <a:pt x="28299" y="24287"/>
                  </a:lnTo>
                  <a:lnTo>
                    <a:pt x="28299" y="24327"/>
                  </a:lnTo>
                  <a:lnTo>
                    <a:pt x="28299" y="24367"/>
                  </a:lnTo>
                  <a:lnTo>
                    <a:pt x="28225" y="24394"/>
                  </a:lnTo>
                  <a:lnTo>
                    <a:pt x="28207" y="24434"/>
                  </a:lnTo>
                  <a:lnTo>
                    <a:pt x="28207" y="24487"/>
                  </a:lnTo>
                  <a:lnTo>
                    <a:pt x="28207" y="24541"/>
                  </a:lnTo>
                  <a:lnTo>
                    <a:pt x="28299" y="24567"/>
                  </a:lnTo>
                  <a:lnTo>
                    <a:pt x="28317" y="24567"/>
                  </a:lnTo>
                  <a:lnTo>
                    <a:pt x="28207" y="24621"/>
                  </a:lnTo>
                  <a:lnTo>
                    <a:pt x="28151" y="24661"/>
                  </a:lnTo>
                  <a:lnTo>
                    <a:pt x="28133" y="24754"/>
                  </a:lnTo>
                  <a:lnTo>
                    <a:pt x="28133" y="24781"/>
                  </a:lnTo>
                  <a:lnTo>
                    <a:pt x="28133" y="24874"/>
                  </a:lnTo>
                  <a:lnTo>
                    <a:pt x="28133" y="24914"/>
                  </a:lnTo>
                  <a:lnTo>
                    <a:pt x="28114" y="24941"/>
                  </a:lnTo>
                  <a:lnTo>
                    <a:pt x="28059" y="25007"/>
                  </a:lnTo>
                  <a:lnTo>
                    <a:pt x="28059" y="25047"/>
                  </a:lnTo>
                  <a:lnTo>
                    <a:pt x="28096" y="25074"/>
                  </a:lnTo>
                  <a:lnTo>
                    <a:pt x="28059" y="25074"/>
                  </a:lnTo>
                  <a:lnTo>
                    <a:pt x="28243" y="25154"/>
                  </a:lnTo>
                  <a:lnTo>
                    <a:pt x="28299" y="25181"/>
                  </a:lnTo>
                  <a:lnTo>
                    <a:pt x="28317" y="25207"/>
                  </a:lnTo>
                  <a:lnTo>
                    <a:pt x="28299" y="25221"/>
                  </a:lnTo>
                  <a:lnTo>
                    <a:pt x="28243" y="25221"/>
                  </a:lnTo>
                  <a:lnTo>
                    <a:pt x="28280" y="25207"/>
                  </a:lnTo>
                  <a:lnTo>
                    <a:pt x="28280" y="25207"/>
                  </a:lnTo>
                  <a:lnTo>
                    <a:pt x="28280" y="25181"/>
                  </a:lnTo>
                  <a:lnTo>
                    <a:pt x="28207" y="25181"/>
                  </a:lnTo>
                  <a:lnTo>
                    <a:pt x="28170" y="25181"/>
                  </a:lnTo>
                  <a:lnTo>
                    <a:pt x="28133" y="25194"/>
                  </a:lnTo>
                  <a:lnTo>
                    <a:pt x="28096" y="25234"/>
                  </a:lnTo>
                  <a:lnTo>
                    <a:pt x="28059" y="25287"/>
                  </a:lnTo>
                  <a:lnTo>
                    <a:pt x="28041" y="25327"/>
                  </a:lnTo>
                  <a:lnTo>
                    <a:pt x="28041" y="25381"/>
                  </a:lnTo>
                  <a:lnTo>
                    <a:pt x="28096" y="25447"/>
                  </a:lnTo>
                  <a:lnTo>
                    <a:pt x="28114" y="25487"/>
                  </a:lnTo>
                  <a:lnTo>
                    <a:pt x="28188" y="25540"/>
                  </a:lnTo>
                  <a:lnTo>
                    <a:pt x="28225" y="25580"/>
                  </a:lnTo>
                  <a:lnTo>
                    <a:pt x="28243" y="25660"/>
                  </a:lnTo>
                  <a:lnTo>
                    <a:pt x="28243" y="25700"/>
                  </a:lnTo>
                  <a:lnTo>
                    <a:pt x="28207" y="25767"/>
                  </a:lnTo>
                  <a:lnTo>
                    <a:pt x="28243" y="25834"/>
                  </a:lnTo>
                  <a:lnTo>
                    <a:pt x="28225" y="25874"/>
                  </a:lnTo>
                  <a:lnTo>
                    <a:pt x="28151" y="25954"/>
                  </a:lnTo>
                  <a:lnTo>
                    <a:pt x="28151" y="25954"/>
                  </a:lnTo>
                  <a:lnTo>
                    <a:pt x="28151" y="26007"/>
                  </a:lnTo>
                  <a:lnTo>
                    <a:pt x="28151" y="26007"/>
                  </a:lnTo>
                  <a:lnTo>
                    <a:pt x="28133" y="26034"/>
                  </a:lnTo>
                  <a:lnTo>
                    <a:pt x="28133" y="26074"/>
                  </a:lnTo>
                  <a:lnTo>
                    <a:pt x="28133" y="26100"/>
                  </a:lnTo>
                  <a:lnTo>
                    <a:pt x="28133" y="26127"/>
                  </a:lnTo>
                  <a:lnTo>
                    <a:pt x="28188" y="26167"/>
                  </a:lnTo>
                  <a:lnTo>
                    <a:pt x="28225" y="26194"/>
                  </a:lnTo>
                  <a:lnTo>
                    <a:pt x="28317" y="26194"/>
                  </a:lnTo>
                  <a:lnTo>
                    <a:pt x="28465" y="26234"/>
                  </a:lnTo>
                  <a:lnTo>
                    <a:pt x="28502" y="26234"/>
                  </a:lnTo>
                  <a:lnTo>
                    <a:pt x="28483" y="26260"/>
                  </a:lnTo>
                  <a:lnTo>
                    <a:pt x="28465" y="26274"/>
                  </a:lnTo>
                  <a:lnTo>
                    <a:pt x="28465" y="26287"/>
                  </a:lnTo>
                  <a:lnTo>
                    <a:pt x="28428" y="26300"/>
                  </a:lnTo>
                  <a:lnTo>
                    <a:pt x="28465" y="26380"/>
                  </a:lnTo>
                  <a:lnTo>
                    <a:pt x="28483" y="26394"/>
                  </a:lnTo>
                  <a:lnTo>
                    <a:pt x="28465" y="26420"/>
                  </a:lnTo>
                  <a:lnTo>
                    <a:pt x="28409" y="26420"/>
                  </a:lnTo>
                  <a:lnTo>
                    <a:pt x="28336" y="26380"/>
                  </a:lnTo>
                  <a:lnTo>
                    <a:pt x="28299" y="26380"/>
                  </a:lnTo>
                  <a:lnTo>
                    <a:pt x="28207" y="26407"/>
                  </a:lnTo>
                  <a:lnTo>
                    <a:pt x="28170" y="26394"/>
                  </a:lnTo>
                  <a:lnTo>
                    <a:pt x="28041" y="26340"/>
                  </a:lnTo>
                  <a:lnTo>
                    <a:pt x="27985" y="26327"/>
                  </a:lnTo>
                  <a:lnTo>
                    <a:pt x="27875" y="26327"/>
                  </a:lnTo>
                  <a:lnTo>
                    <a:pt x="27838" y="26300"/>
                  </a:lnTo>
                  <a:lnTo>
                    <a:pt x="27856" y="26340"/>
                  </a:lnTo>
                  <a:lnTo>
                    <a:pt x="27930" y="26420"/>
                  </a:lnTo>
                  <a:lnTo>
                    <a:pt x="27912" y="26474"/>
                  </a:lnTo>
                  <a:lnTo>
                    <a:pt x="27912" y="26527"/>
                  </a:lnTo>
                  <a:lnTo>
                    <a:pt x="27912" y="26594"/>
                  </a:lnTo>
                  <a:lnTo>
                    <a:pt x="27912" y="26620"/>
                  </a:lnTo>
                  <a:lnTo>
                    <a:pt x="27967" y="26740"/>
                  </a:lnTo>
                  <a:lnTo>
                    <a:pt x="28133" y="26780"/>
                  </a:lnTo>
                  <a:lnTo>
                    <a:pt x="28188" y="26860"/>
                  </a:lnTo>
                  <a:lnTo>
                    <a:pt x="28151" y="26887"/>
                  </a:lnTo>
                  <a:lnTo>
                    <a:pt x="28041" y="26874"/>
                  </a:lnTo>
                  <a:lnTo>
                    <a:pt x="28004" y="26914"/>
                  </a:lnTo>
                  <a:lnTo>
                    <a:pt x="28059" y="26954"/>
                  </a:lnTo>
                  <a:lnTo>
                    <a:pt x="28059" y="27007"/>
                  </a:lnTo>
                  <a:lnTo>
                    <a:pt x="28041" y="27087"/>
                  </a:lnTo>
                  <a:lnTo>
                    <a:pt x="28022" y="27127"/>
                  </a:lnTo>
                  <a:lnTo>
                    <a:pt x="27967" y="27113"/>
                  </a:lnTo>
                  <a:lnTo>
                    <a:pt x="27838" y="27060"/>
                  </a:lnTo>
                  <a:lnTo>
                    <a:pt x="27801" y="27060"/>
                  </a:lnTo>
                  <a:lnTo>
                    <a:pt x="27764" y="27087"/>
                  </a:lnTo>
                  <a:lnTo>
                    <a:pt x="27709" y="27140"/>
                  </a:lnTo>
                  <a:lnTo>
                    <a:pt x="27690" y="27180"/>
                  </a:lnTo>
                  <a:lnTo>
                    <a:pt x="27672" y="27380"/>
                  </a:lnTo>
                  <a:lnTo>
                    <a:pt x="27672" y="27420"/>
                  </a:lnTo>
                  <a:lnTo>
                    <a:pt x="27690" y="27473"/>
                  </a:lnTo>
                  <a:lnTo>
                    <a:pt x="27709" y="27527"/>
                  </a:lnTo>
                  <a:lnTo>
                    <a:pt x="27746" y="27567"/>
                  </a:lnTo>
                  <a:lnTo>
                    <a:pt x="27746" y="27607"/>
                  </a:lnTo>
                  <a:lnTo>
                    <a:pt x="27764" y="27673"/>
                  </a:lnTo>
                  <a:lnTo>
                    <a:pt x="27764" y="27780"/>
                  </a:lnTo>
                  <a:lnTo>
                    <a:pt x="27764" y="27820"/>
                  </a:lnTo>
                  <a:lnTo>
                    <a:pt x="27764" y="27860"/>
                  </a:lnTo>
                  <a:lnTo>
                    <a:pt x="27746" y="27913"/>
                  </a:lnTo>
                  <a:lnTo>
                    <a:pt x="27617" y="27940"/>
                  </a:lnTo>
                  <a:lnTo>
                    <a:pt x="27598" y="27967"/>
                  </a:lnTo>
                  <a:lnTo>
                    <a:pt x="27580" y="28007"/>
                  </a:lnTo>
                  <a:lnTo>
                    <a:pt x="27617" y="28047"/>
                  </a:lnTo>
                  <a:lnTo>
                    <a:pt x="27654" y="28047"/>
                  </a:lnTo>
                  <a:lnTo>
                    <a:pt x="27819" y="28047"/>
                  </a:lnTo>
                  <a:lnTo>
                    <a:pt x="27690" y="28060"/>
                  </a:lnTo>
                  <a:lnTo>
                    <a:pt x="27635" y="28047"/>
                  </a:lnTo>
                  <a:lnTo>
                    <a:pt x="27617" y="28047"/>
                  </a:lnTo>
                  <a:lnTo>
                    <a:pt x="27580" y="28033"/>
                  </a:lnTo>
                  <a:lnTo>
                    <a:pt x="27580" y="28007"/>
                  </a:lnTo>
                  <a:lnTo>
                    <a:pt x="27580" y="27993"/>
                  </a:lnTo>
                  <a:lnTo>
                    <a:pt x="27580" y="28073"/>
                  </a:lnTo>
                  <a:lnTo>
                    <a:pt x="27617" y="28113"/>
                  </a:lnTo>
                  <a:lnTo>
                    <a:pt x="27746" y="28167"/>
                  </a:lnTo>
                  <a:lnTo>
                    <a:pt x="27764" y="28167"/>
                  </a:lnTo>
                  <a:lnTo>
                    <a:pt x="27764" y="28167"/>
                  </a:lnTo>
                  <a:lnTo>
                    <a:pt x="27764" y="28207"/>
                  </a:lnTo>
                  <a:lnTo>
                    <a:pt x="27746" y="28247"/>
                  </a:lnTo>
                  <a:lnTo>
                    <a:pt x="27672" y="28300"/>
                  </a:lnTo>
                  <a:lnTo>
                    <a:pt x="27654" y="28340"/>
                  </a:lnTo>
                  <a:lnTo>
                    <a:pt x="27598" y="28447"/>
                  </a:lnTo>
                  <a:lnTo>
                    <a:pt x="27598" y="28513"/>
                  </a:lnTo>
                  <a:lnTo>
                    <a:pt x="27617" y="28620"/>
                  </a:lnTo>
                  <a:lnTo>
                    <a:pt x="27617" y="28633"/>
                  </a:lnTo>
                  <a:lnTo>
                    <a:pt x="27690" y="28793"/>
                  </a:lnTo>
                  <a:lnTo>
                    <a:pt x="27690" y="28833"/>
                  </a:lnTo>
                  <a:lnTo>
                    <a:pt x="27654" y="28873"/>
                  </a:lnTo>
                  <a:lnTo>
                    <a:pt x="27746" y="28953"/>
                  </a:lnTo>
                  <a:lnTo>
                    <a:pt x="27783" y="28993"/>
                  </a:lnTo>
                  <a:lnTo>
                    <a:pt x="27819" y="29046"/>
                  </a:lnTo>
                  <a:lnTo>
                    <a:pt x="27838" y="29060"/>
                  </a:lnTo>
                  <a:lnTo>
                    <a:pt x="27838" y="29140"/>
                  </a:lnTo>
                  <a:lnTo>
                    <a:pt x="27856" y="29166"/>
                  </a:lnTo>
                  <a:lnTo>
                    <a:pt x="28004" y="29193"/>
                  </a:lnTo>
                  <a:lnTo>
                    <a:pt x="28114" y="29273"/>
                  </a:lnTo>
                  <a:lnTo>
                    <a:pt x="28151" y="29273"/>
                  </a:lnTo>
                  <a:lnTo>
                    <a:pt x="28336" y="29153"/>
                  </a:lnTo>
                  <a:lnTo>
                    <a:pt x="28317" y="29153"/>
                  </a:lnTo>
                  <a:lnTo>
                    <a:pt x="28465" y="29140"/>
                  </a:lnTo>
                  <a:lnTo>
                    <a:pt x="28520" y="29153"/>
                  </a:lnTo>
                  <a:lnTo>
                    <a:pt x="28557" y="29233"/>
                  </a:lnTo>
                  <a:lnTo>
                    <a:pt x="28520" y="29286"/>
                  </a:lnTo>
                  <a:lnTo>
                    <a:pt x="28409" y="29353"/>
                  </a:lnTo>
                  <a:lnTo>
                    <a:pt x="28428" y="29406"/>
                  </a:lnTo>
                  <a:lnTo>
                    <a:pt x="28409" y="29486"/>
                  </a:lnTo>
                  <a:lnTo>
                    <a:pt x="28373" y="29486"/>
                  </a:lnTo>
                  <a:lnTo>
                    <a:pt x="28317" y="29433"/>
                  </a:lnTo>
                  <a:lnTo>
                    <a:pt x="28280" y="29420"/>
                  </a:lnTo>
                  <a:lnTo>
                    <a:pt x="28207" y="29433"/>
                  </a:lnTo>
                  <a:lnTo>
                    <a:pt x="27801" y="29753"/>
                  </a:lnTo>
                  <a:lnTo>
                    <a:pt x="27783" y="29780"/>
                  </a:lnTo>
                  <a:lnTo>
                    <a:pt x="27875" y="29886"/>
                  </a:lnTo>
                  <a:lnTo>
                    <a:pt x="27819" y="29953"/>
                  </a:lnTo>
                  <a:lnTo>
                    <a:pt x="27838" y="29980"/>
                  </a:lnTo>
                  <a:lnTo>
                    <a:pt x="27819" y="30033"/>
                  </a:lnTo>
                  <a:lnTo>
                    <a:pt x="27838" y="30046"/>
                  </a:lnTo>
                  <a:lnTo>
                    <a:pt x="27875" y="30113"/>
                  </a:lnTo>
                  <a:lnTo>
                    <a:pt x="27838" y="30153"/>
                  </a:lnTo>
                  <a:lnTo>
                    <a:pt x="27801" y="30246"/>
                  </a:lnTo>
                  <a:lnTo>
                    <a:pt x="27801" y="30286"/>
                  </a:lnTo>
                  <a:lnTo>
                    <a:pt x="27801" y="30299"/>
                  </a:lnTo>
                  <a:lnTo>
                    <a:pt x="27801" y="30313"/>
                  </a:lnTo>
                  <a:lnTo>
                    <a:pt x="27783" y="30326"/>
                  </a:lnTo>
                  <a:lnTo>
                    <a:pt x="27746" y="30326"/>
                  </a:lnTo>
                  <a:lnTo>
                    <a:pt x="27709" y="30326"/>
                  </a:lnTo>
                  <a:lnTo>
                    <a:pt x="27690" y="30339"/>
                  </a:lnTo>
                  <a:lnTo>
                    <a:pt x="27672" y="30433"/>
                  </a:lnTo>
                  <a:lnTo>
                    <a:pt x="27709" y="30486"/>
                  </a:lnTo>
                  <a:lnTo>
                    <a:pt x="27875" y="30579"/>
                  </a:lnTo>
                  <a:lnTo>
                    <a:pt x="27930" y="30579"/>
                  </a:lnTo>
                  <a:lnTo>
                    <a:pt x="27948" y="30579"/>
                  </a:lnTo>
                  <a:lnTo>
                    <a:pt x="27967" y="30633"/>
                  </a:lnTo>
                  <a:lnTo>
                    <a:pt x="27985" y="30686"/>
                  </a:lnTo>
                  <a:lnTo>
                    <a:pt x="28096" y="30726"/>
                  </a:lnTo>
                  <a:lnTo>
                    <a:pt x="28114" y="30739"/>
                  </a:lnTo>
                  <a:lnTo>
                    <a:pt x="28133" y="30766"/>
                  </a:lnTo>
                  <a:lnTo>
                    <a:pt x="28133" y="30806"/>
                  </a:lnTo>
                  <a:lnTo>
                    <a:pt x="28133" y="30846"/>
                  </a:lnTo>
                  <a:lnTo>
                    <a:pt x="28151" y="30886"/>
                  </a:lnTo>
                  <a:lnTo>
                    <a:pt x="28188" y="30899"/>
                  </a:lnTo>
                  <a:lnTo>
                    <a:pt x="28280" y="30886"/>
                  </a:lnTo>
                  <a:lnTo>
                    <a:pt x="28317" y="30913"/>
                  </a:lnTo>
                  <a:lnTo>
                    <a:pt x="28280" y="30979"/>
                  </a:lnTo>
                  <a:lnTo>
                    <a:pt x="28243" y="30993"/>
                  </a:lnTo>
                  <a:lnTo>
                    <a:pt x="28391" y="31099"/>
                  </a:lnTo>
                  <a:lnTo>
                    <a:pt x="28483" y="31113"/>
                  </a:lnTo>
                  <a:lnTo>
                    <a:pt x="28538" y="31126"/>
                  </a:lnTo>
                  <a:lnTo>
                    <a:pt x="28557" y="31153"/>
                  </a:lnTo>
                  <a:lnTo>
                    <a:pt x="28502" y="31193"/>
                  </a:lnTo>
                  <a:lnTo>
                    <a:pt x="28483" y="31206"/>
                  </a:lnTo>
                  <a:lnTo>
                    <a:pt x="28502" y="31233"/>
                  </a:lnTo>
                  <a:lnTo>
                    <a:pt x="28538" y="31273"/>
                  </a:lnTo>
                  <a:lnTo>
                    <a:pt x="28520" y="31339"/>
                  </a:lnTo>
                  <a:lnTo>
                    <a:pt x="28428" y="31393"/>
                  </a:lnTo>
                  <a:lnTo>
                    <a:pt x="28465" y="31419"/>
                  </a:lnTo>
                  <a:lnTo>
                    <a:pt x="28409" y="31539"/>
                  </a:lnTo>
                  <a:lnTo>
                    <a:pt x="28280" y="31659"/>
                  </a:lnTo>
                  <a:lnTo>
                    <a:pt x="28243" y="31779"/>
                  </a:lnTo>
                  <a:lnTo>
                    <a:pt x="28243" y="31792"/>
                  </a:lnTo>
                  <a:lnTo>
                    <a:pt x="28299" y="31819"/>
                  </a:lnTo>
                  <a:lnTo>
                    <a:pt x="28299" y="31859"/>
                  </a:lnTo>
                  <a:lnTo>
                    <a:pt x="28299" y="31886"/>
                  </a:lnTo>
                  <a:lnTo>
                    <a:pt x="28207" y="31926"/>
                  </a:lnTo>
                  <a:lnTo>
                    <a:pt x="28207" y="31952"/>
                  </a:lnTo>
                  <a:lnTo>
                    <a:pt x="28225" y="32006"/>
                  </a:lnTo>
                  <a:lnTo>
                    <a:pt x="28336" y="32046"/>
                  </a:lnTo>
                  <a:lnTo>
                    <a:pt x="28354" y="32086"/>
                  </a:lnTo>
                  <a:lnTo>
                    <a:pt x="28465" y="32219"/>
                  </a:lnTo>
                  <a:lnTo>
                    <a:pt x="28483" y="32286"/>
                  </a:lnTo>
                  <a:lnTo>
                    <a:pt x="28428" y="32312"/>
                  </a:lnTo>
                  <a:lnTo>
                    <a:pt x="28354" y="32312"/>
                  </a:lnTo>
                  <a:lnTo>
                    <a:pt x="28409" y="32379"/>
                  </a:lnTo>
                  <a:lnTo>
                    <a:pt x="28428" y="32419"/>
                  </a:lnTo>
                  <a:lnTo>
                    <a:pt x="28483" y="32539"/>
                  </a:lnTo>
                  <a:lnTo>
                    <a:pt x="28465" y="32552"/>
                  </a:lnTo>
                  <a:lnTo>
                    <a:pt x="28428" y="32552"/>
                  </a:lnTo>
                  <a:lnTo>
                    <a:pt x="28428" y="32606"/>
                  </a:lnTo>
                  <a:lnTo>
                    <a:pt x="28483" y="32619"/>
                  </a:lnTo>
                  <a:lnTo>
                    <a:pt x="28502" y="32659"/>
                  </a:lnTo>
                  <a:lnTo>
                    <a:pt x="28557" y="32739"/>
                  </a:lnTo>
                  <a:lnTo>
                    <a:pt x="28557" y="32779"/>
                  </a:lnTo>
                  <a:lnTo>
                    <a:pt x="28575" y="32792"/>
                  </a:lnTo>
                  <a:lnTo>
                    <a:pt x="28594" y="32806"/>
                  </a:lnTo>
                  <a:lnTo>
                    <a:pt x="28649" y="32819"/>
                  </a:lnTo>
                  <a:lnTo>
                    <a:pt x="28686" y="32846"/>
                  </a:lnTo>
                  <a:lnTo>
                    <a:pt x="28723" y="32952"/>
                  </a:lnTo>
                  <a:lnTo>
                    <a:pt x="28760" y="33005"/>
                  </a:lnTo>
                  <a:lnTo>
                    <a:pt x="28833" y="33072"/>
                  </a:lnTo>
                  <a:lnTo>
                    <a:pt x="28889" y="33112"/>
                  </a:lnTo>
                  <a:lnTo>
                    <a:pt x="28999" y="33152"/>
                  </a:lnTo>
                  <a:lnTo>
                    <a:pt x="31691" y="33299"/>
                  </a:lnTo>
                  <a:lnTo>
                    <a:pt x="31931" y="33232"/>
                  </a:lnTo>
                  <a:lnTo>
                    <a:pt x="32668" y="33219"/>
                  </a:lnTo>
                  <a:lnTo>
                    <a:pt x="32852" y="33272"/>
                  </a:lnTo>
                  <a:lnTo>
                    <a:pt x="32889" y="33299"/>
                  </a:lnTo>
                  <a:lnTo>
                    <a:pt x="32926" y="33272"/>
                  </a:lnTo>
                  <a:lnTo>
                    <a:pt x="33000" y="33139"/>
                  </a:lnTo>
                  <a:lnTo>
                    <a:pt x="33166" y="32966"/>
                  </a:lnTo>
                  <a:lnTo>
                    <a:pt x="33277" y="32939"/>
                  </a:lnTo>
                  <a:lnTo>
                    <a:pt x="33406" y="32992"/>
                  </a:lnTo>
                  <a:lnTo>
                    <a:pt x="33387" y="33005"/>
                  </a:lnTo>
                  <a:lnTo>
                    <a:pt x="33369" y="33072"/>
                  </a:lnTo>
                  <a:lnTo>
                    <a:pt x="33406" y="33085"/>
                  </a:lnTo>
                  <a:lnTo>
                    <a:pt x="33424" y="33112"/>
                  </a:lnTo>
                  <a:lnTo>
                    <a:pt x="33424" y="33152"/>
                  </a:lnTo>
                  <a:lnTo>
                    <a:pt x="33406" y="33259"/>
                  </a:lnTo>
                  <a:lnTo>
                    <a:pt x="33424" y="33312"/>
                  </a:lnTo>
                  <a:lnTo>
                    <a:pt x="33442" y="33339"/>
                  </a:lnTo>
                  <a:lnTo>
                    <a:pt x="33719" y="33512"/>
                  </a:lnTo>
                  <a:lnTo>
                    <a:pt x="33848" y="33579"/>
                  </a:lnTo>
                  <a:lnTo>
                    <a:pt x="33903" y="33605"/>
                  </a:lnTo>
                  <a:lnTo>
                    <a:pt x="33959" y="33605"/>
                  </a:lnTo>
                  <a:lnTo>
                    <a:pt x="34217" y="33672"/>
                  </a:lnTo>
                  <a:lnTo>
                    <a:pt x="34290" y="33725"/>
                  </a:lnTo>
                  <a:lnTo>
                    <a:pt x="34327" y="33739"/>
                  </a:lnTo>
                  <a:lnTo>
                    <a:pt x="34512" y="33752"/>
                  </a:lnTo>
                  <a:lnTo>
                    <a:pt x="34530" y="33779"/>
                  </a:lnTo>
                  <a:lnTo>
                    <a:pt x="34567" y="33805"/>
                  </a:lnTo>
                  <a:lnTo>
                    <a:pt x="34622" y="33845"/>
                  </a:lnTo>
                  <a:lnTo>
                    <a:pt x="34659" y="33859"/>
                  </a:lnTo>
                  <a:lnTo>
                    <a:pt x="34678" y="33859"/>
                  </a:lnTo>
                  <a:lnTo>
                    <a:pt x="34696" y="33832"/>
                  </a:lnTo>
                  <a:lnTo>
                    <a:pt x="34715" y="33805"/>
                  </a:lnTo>
                  <a:lnTo>
                    <a:pt x="34733" y="33832"/>
                  </a:lnTo>
                  <a:lnTo>
                    <a:pt x="34751" y="33859"/>
                  </a:lnTo>
                  <a:lnTo>
                    <a:pt x="34751" y="33872"/>
                  </a:lnTo>
                  <a:lnTo>
                    <a:pt x="35415" y="33925"/>
                  </a:lnTo>
                  <a:lnTo>
                    <a:pt x="35544" y="33979"/>
                  </a:lnTo>
                  <a:lnTo>
                    <a:pt x="35489" y="34019"/>
                  </a:lnTo>
                  <a:lnTo>
                    <a:pt x="35415" y="34019"/>
                  </a:lnTo>
                  <a:lnTo>
                    <a:pt x="35028" y="33979"/>
                  </a:lnTo>
                  <a:lnTo>
                    <a:pt x="34899" y="34005"/>
                  </a:lnTo>
                  <a:lnTo>
                    <a:pt x="34862" y="34032"/>
                  </a:lnTo>
                  <a:lnTo>
                    <a:pt x="34844" y="34125"/>
                  </a:lnTo>
                  <a:lnTo>
                    <a:pt x="34844" y="34259"/>
                  </a:lnTo>
                  <a:lnTo>
                    <a:pt x="34825" y="34299"/>
                  </a:lnTo>
                  <a:lnTo>
                    <a:pt x="34770" y="34299"/>
                  </a:lnTo>
                  <a:lnTo>
                    <a:pt x="34825" y="34299"/>
                  </a:lnTo>
                  <a:lnTo>
                    <a:pt x="34438" y="34312"/>
                  </a:lnTo>
                  <a:lnTo>
                    <a:pt x="34327" y="34365"/>
                  </a:lnTo>
                  <a:lnTo>
                    <a:pt x="34217" y="34325"/>
                  </a:lnTo>
                  <a:lnTo>
                    <a:pt x="34088" y="34325"/>
                  </a:lnTo>
                  <a:lnTo>
                    <a:pt x="34032" y="34352"/>
                  </a:lnTo>
                  <a:lnTo>
                    <a:pt x="33996" y="34379"/>
                  </a:lnTo>
                  <a:lnTo>
                    <a:pt x="33866" y="34392"/>
                  </a:lnTo>
                  <a:lnTo>
                    <a:pt x="33811" y="34405"/>
                  </a:lnTo>
                  <a:lnTo>
                    <a:pt x="33664" y="34512"/>
                  </a:lnTo>
                  <a:lnTo>
                    <a:pt x="32687" y="34525"/>
                  </a:lnTo>
                  <a:lnTo>
                    <a:pt x="32650" y="34512"/>
                  </a:lnTo>
                  <a:lnTo>
                    <a:pt x="32594" y="34459"/>
                  </a:lnTo>
                  <a:lnTo>
                    <a:pt x="32576" y="34419"/>
                  </a:lnTo>
                  <a:lnTo>
                    <a:pt x="32539" y="34312"/>
                  </a:lnTo>
                  <a:lnTo>
                    <a:pt x="32521" y="34285"/>
                  </a:lnTo>
                  <a:lnTo>
                    <a:pt x="32410" y="34205"/>
                  </a:lnTo>
                  <a:lnTo>
                    <a:pt x="32299" y="34192"/>
                  </a:lnTo>
                  <a:lnTo>
                    <a:pt x="32041" y="34192"/>
                  </a:lnTo>
                  <a:lnTo>
                    <a:pt x="31931" y="34152"/>
                  </a:lnTo>
                  <a:lnTo>
                    <a:pt x="31857" y="34152"/>
                  </a:lnTo>
                  <a:lnTo>
                    <a:pt x="31636" y="34192"/>
                  </a:lnTo>
                  <a:lnTo>
                    <a:pt x="31544" y="34272"/>
                  </a:lnTo>
                  <a:lnTo>
                    <a:pt x="31451" y="34285"/>
                  </a:lnTo>
                  <a:lnTo>
                    <a:pt x="31396" y="34272"/>
                  </a:lnTo>
                  <a:lnTo>
                    <a:pt x="31304" y="34245"/>
                  </a:lnTo>
                  <a:lnTo>
                    <a:pt x="31267" y="34232"/>
                  </a:lnTo>
                  <a:lnTo>
                    <a:pt x="30843" y="34379"/>
                  </a:lnTo>
                  <a:lnTo>
                    <a:pt x="30769" y="34379"/>
                  </a:lnTo>
                  <a:lnTo>
                    <a:pt x="30714" y="34365"/>
                  </a:lnTo>
                  <a:lnTo>
                    <a:pt x="30585" y="34299"/>
                  </a:lnTo>
                  <a:lnTo>
                    <a:pt x="30603" y="34285"/>
                  </a:lnTo>
                  <a:lnTo>
                    <a:pt x="30603" y="34259"/>
                  </a:lnTo>
                  <a:lnTo>
                    <a:pt x="30603" y="34245"/>
                  </a:lnTo>
                  <a:lnTo>
                    <a:pt x="30548" y="34192"/>
                  </a:lnTo>
                  <a:lnTo>
                    <a:pt x="29811" y="34192"/>
                  </a:lnTo>
                  <a:lnTo>
                    <a:pt x="29866" y="34205"/>
                  </a:lnTo>
                  <a:lnTo>
                    <a:pt x="29958" y="34312"/>
                  </a:lnTo>
                  <a:lnTo>
                    <a:pt x="29995" y="34325"/>
                  </a:lnTo>
                  <a:lnTo>
                    <a:pt x="30050" y="34352"/>
                  </a:lnTo>
                  <a:lnTo>
                    <a:pt x="30400" y="34552"/>
                  </a:lnTo>
                  <a:lnTo>
                    <a:pt x="30677" y="34632"/>
                  </a:lnTo>
                  <a:lnTo>
                    <a:pt x="30732" y="34658"/>
                  </a:lnTo>
                  <a:lnTo>
                    <a:pt x="30769" y="34712"/>
                  </a:lnTo>
                  <a:lnTo>
                    <a:pt x="30751" y="34712"/>
                  </a:lnTo>
                  <a:lnTo>
                    <a:pt x="30732" y="34752"/>
                  </a:lnTo>
                  <a:lnTo>
                    <a:pt x="30732" y="34778"/>
                  </a:lnTo>
                  <a:lnTo>
                    <a:pt x="30751" y="34778"/>
                  </a:lnTo>
                  <a:lnTo>
                    <a:pt x="30751" y="34805"/>
                  </a:lnTo>
                  <a:lnTo>
                    <a:pt x="30511" y="34845"/>
                  </a:lnTo>
                  <a:lnTo>
                    <a:pt x="30400" y="34925"/>
                  </a:lnTo>
                  <a:lnTo>
                    <a:pt x="30345" y="34938"/>
                  </a:lnTo>
                  <a:lnTo>
                    <a:pt x="30308" y="34952"/>
                  </a:lnTo>
                  <a:lnTo>
                    <a:pt x="30271" y="35032"/>
                  </a:lnTo>
                  <a:lnTo>
                    <a:pt x="30364" y="35165"/>
                  </a:lnTo>
                  <a:lnTo>
                    <a:pt x="30548" y="35432"/>
                  </a:lnTo>
                  <a:lnTo>
                    <a:pt x="30659" y="35512"/>
                  </a:lnTo>
                  <a:lnTo>
                    <a:pt x="30751" y="35605"/>
                  </a:lnTo>
                  <a:lnTo>
                    <a:pt x="31101" y="35805"/>
                  </a:lnTo>
                  <a:lnTo>
                    <a:pt x="31193" y="35832"/>
                  </a:lnTo>
                  <a:lnTo>
                    <a:pt x="31285" y="35885"/>
                  </a:lnTo>
                  <a:lnTo>
                    <a:pt x="31304" y="35898"/>
                  </a:lnTo>
                  <a:lnTo>
                    <a:pt x="31322" y="35898"/>
                  </a:lnTo>
                  <a:lnTo>
                    <a:pt x="31359" y="35938"/>
                  </a:lnTo>
                  <a:lnTo>
                    <a:pt x="31378" y="35965"/>
                  </a:lnTo>
                  <a:lnTo>
                    <a:pt x="31378" y="35992"/>
                  </a:lnTo>
                  <a:lnTo>
                    <a:pt x="31488" y="36031"/>
                  </a:lnTo>
                  <a:lnTo>
                    <a:pt x="31544" y="36071"/>
                  </a:lnTo>
                  <a:lnTo>
                    <a:pt x="31562" y="36111"/>
                  </a:lnTo>
                  <a:lnTo>
                    <a:pt x="31562" y="36151"/>
                  </a:lnTo>
                  <a:lnTo>
                    <a:pt x="31580" y="36205"/>
                  </a:lnTo>
                  <a:lnTo>
                    <a:pt x="31820" y="36511"/>
                  </a:lnTo>
                  <a:lnTo>
                    <a:pt x="31912" y="36591"/>
                  </a:lnTo>
                  <a:lnTo>
                    <a:pt x="32281" y="36831"/>
                  </a:lnTo>
                  <a:lnTo>
                    <a:pt x="32484" y="36911"/>
                  </a:lnTo>
                  <a:lnTo>
                    <a:pt x="33074" y="36938"/>
                  </a:lnTo>
                  <a:lnTo>
                    <a:pt x="33092" y="36925"/>
                  </a:lnTo>
                  <a:lnTo>
                    <a:pt x="33111" y="36911"/>
                  </a:lnTo>
                  <a:lnTo>
                    <a:pt x="33129" y="36898"/>
                  </a:lnTo>
                  <a:lnTo>
                    <a:pt x="33313" y="37005"/>
                  </a:lnTo>
                  <a:lnTo>
                    <a:pt x="33811" y="37071"/>
                  </a:lnTo>
                  <a:lnTo>
                    <a:pt x="34309" y="37311"/>
                  </a:lnTo>
                  <a:lnTo>
                    <a:pt x="34438" y="37325"/>
                  </a:lnTo>
                  <a:lnTo>
                    <a:pt x="34493" y="37365"/>
                  </a:lnTo>
                  <a:lnTo>
                    <a:pt x="34383" y="37458"/>
                  </a:lnTo>
                  <a:lnTo>
                    <a:pt x="34309" y="37471"/>
                  </a:lnTo>
                  <a:lnTo>
                    <a:pt x="34254" y="37458"/>
                  </a:lnTo>
                  <a:lnTo>
                    <a:pt x="34069" y="37338"/>
                  </a:lnTo>
                  <a:lnTo>
                    <a:pt x="33996" y="37325"/>
                  </a:lnTo>
                  <a:lnTo>
                    <a:pt x="33811" y="37365"/>
                  </a:lnTo>
                  <a:lnTo>
                    <a:pt x="33756" y="37351"/>
                  </a:lnTo>
                  <a:lnTo>
                    <a:pt x="33756" y="37338"/>
                  </a:lnTo>
                  <a:lnTo>
                    <a:pt x="33756" y="37298"/>
                  </a:lnTo>
                  <a:lnTo>
                    <a:pt x="33737" y="37298"/>
                  </a:lnTo>
                  <a:lnTo>
                    <a:pt x="33682" y="37298"/>
                  </a:lnTo>
                  <a:lnTo>
                    <a:pt x="33664" y="37311"/>
                  </a:lnTo>
                  <a:lnTo>
                    <a:pt x="33608" y="37418"/>
                  </a:lnTo>
                  <a:lnTo>
                    <a:pt x="33664" y="37445"/>
                  </a:lnTo>
                  <a:lnTo>
                    <a:pt x="33793" y="37458"/>
                  </a:lnTo>
                  <a:lnTo>
                    <a:pt x="33922" y="37524"/>
                  </a:lnTo>
                  <a:lnTo>
                    <a:pt x="34180" y="37524"/>
                  </a:lnTo>
                  <a:lnTo>
                    <a:pt x="34438" y="37618"/>
                  </a:lnTo>
                  <a:lnTo>
                    <a:pt x="34475" y="37644"/>
                  </a:lnTo>
                  <a:lnTo>
                    <a:pt x="34475" y="37658"/>
                  </a:lnTo>
                  <a:lnTo>
                    <a:pt x="34475" y="37671"/>
                  </a:lnTo>
                  <a:lnTo>
                    <a:pt x="34475" y="37684"/>
                  </a:lnTo>
                  <a:lnTo>
                    <a:pt x="34475" y="37698"/>
                  </a:lnTo>
                  <a:lnTo>
                    <a:pt x="34678" y="37724"/>
                  </a:lnTo>
                  <a:lnTo>
                    <a:pt x="34844" y="37671"/>
                  </a:lnTo>
                  <a:lnTo>
                    <a:pt x="35157" y="37445"/>
                  </a:lnTo>
                  <a:lnTo>
                    <a:pt x="35157" y="37418"/>
                  </a:lnTo>
                  <a:lnTo>
                    <a:pt x="35065" y="37391"/>
                  </a:lnTo>
                  <a:lnTo>
                    <a:pt x="34696" y="37365"/>
                  </a:lnTo>
                  <a:lnTo>
                    <a:pt x="34696" y="37351"/>
                  </a:lnTo>
                  <a:lnTo>
                    <a:pt x="34696" y="37325"/>
                  </a:lnTo>
                  <a:lnTo>
                    <a:pt x="34696" y="37298"/>
                  </a:lnTo>
                  <a:lnTo>
                    <a:pt x="34715" y="37285"/>
                  </a:lnTo>
                  <a:lnTo>
                    <a:pt x="35378" y="37205"/>
                  </a:lnTo>
                  <a:lnTo>
                    <a:pt x="35544" y="37258"/>
                  </a:lnTo>
                  <a:lnTo>
                    <a:pt x="36521" y="37285"/>
                  </a:lnTo>
                  <a:lnTo>
                    <a:pt x="36577" y="37231"/>
                  </a:lnTo>
                  <a:lnTo>
                    <a:pt x="36558" y="37231"/>
                  </a:lnTo>
                  <a:lnTo>
                    <a:pt x="36558" y="37218"/>
                  </a:lnTo>
                  <a:lnTo>
                    <a:pt x="36540" y="37205"/>
                  </a:lnTo>
                  <a:lnTo>
                    <a:pt x="36540" y="37138"/>
                  </a:lnTo>
                  <a:lnTo>
                    <a:pt x="36558" y="37098"/>
                  </a:lnTo>
                  <a:lnTo>
                    <a:pt x="36521" y="37085"/>
                  </a:lnTo>
                  <a:lnTo>
                    <a:pt x="36503" y="37058"/>
                  </a:lnTo>
                  <a:lnTo>
                    <a:pt x="36503" y="37005"/>
                  </a:lnTo>
                  <a:lnTo>
                    <a:pt x="36503" y="36951"/>
                  </a:lnTo>
                  <a:lnTo>
                    <a:pt x="36392" y="36871"/>
                  </a:lnTo>
                  <a:lnTo>
                    <a:pt x="36300" y="36818"/>
                  </a:lnTo>
                  <a:lnTo>
                    <a:pt x="35950" y="36858"/>
                  </a:lnTo>
                  <a:lnTo>
                    <a:pt x="35894" y="36898"/>
                  </a:lnTo>
                  <a:lnTo>
                    <a:pt x="35858" y="36898"/>
                  </a:lnTo>
                  <a:lnTo>
                    <a:pt x="35821" y="36831"/>
                  </a:lnTo>
                  <a:lnTo>
                    <a:pt x="35987" y="36765"/>
                  </a:lnTo>
                  <a:lnTo>
                    <a:pt x="36060" y="36698"/>
                  </a:lnTo>
                  <a:lnTo>
                    <a:pt x="36005" y="36591"/>
                  </a:lnTo>
                  <a:lnTo>
                    <a:pt x="36208" y="36431"/>
                  </a:lnTo>
                  <a:lnTo>
                    <a:pt x="36337" y="36391"/>
                  </a:lnTo>
                  <a:lnTo>
                    <a:pt x="36466" y="36418"/>
                  </a:lnTo>
                  <a:lnTo>
                    <a:pt x="36484" y="36458"/>
                  </a:lnTo>
                  <a:lnTo>
                    <a:pt x="36466" y="36498"/>
                  </a:lnTo>
                  <a:lnTo>
                    <a:pt x="36374" y="36538"/>
                  </a:lnTo>
                  <a:lnTo>
                    <a:pt x="36337" y="36565"/>
                  </a:lnTo>
                  <a:lnTo>
                    <a:pt x="36429" y="36631"/>
                  </a:lnTo>
                  <a:lnTo>
                    <a:pt x="36577" y="36605"/>
                  </a:lnTo>
                  <a:lnTo>
                    <a:pt x="36650" y="36658"/>
                  </a:lnTo>
                  <a:lnTo>
                    <a:pt x="36503" y="36685"/>
                  </a:lnTo>
                  <a:lnTo>
                    <a:pt x="36632" y="36778"/>
                  </a:lnTo>
                  <a:lnTo>
                    <a:pt x="36853" y="36698"/>
                  </a:lnTo>
                  <a:lnTo>
                    <a:pt x="36982" y="36725"/>
                  </a:lnTo>
                  <a:lnTo>
                    <a:pt x="36908" y="36778"/>
                  </a:lnTo>
                  <a:lnTo>
                    <a:pt x="36724" y="36831"/>
                  </a:lnTo>
                  <a:lnTo>
                    <a:pt x="36669" y="36898"/>
                  </a:lnTo>
                  <a:lnTo>
                    <a:pt x="36724" y="37005"/>
                  </a:lnTo>
                  <a:lnTo>
                    <a:pt x="36816" y="37045"/>
                  </a:lnTo>
                  <a:lnTo>
                    <a:pt x="37296" y="36965"/>
                  </a:lnTo>
                  <a:lnTo>
                    <a:pt x="37240" y="36911"/>
                  </a:lnTo>
                  <a:lnTo>
                    <a:pt x="37203" y="36831"/>
                  </a:lnTo>
                  <a:lnTo>
                    <a:pt x="37166" y="36765"/>
                  </a:lnTo>
                  <a:lnTo>
                    <a:pt x="37148" y="36738"/>
                  </a:lnTo>
                  <a:lnTo>
                    <a:pt x="37203" y="36738"/>
                  </a:lnTo>
                  <a:lnTo>
                    <a:pt x="37203" y="36725"/>
                  </a:lnTo>
                  <a:lnTo>
                    <a:pt x="37222" y="36685"/>
                  </a:lnTo>
                  <a:lnTo>
                    <a:pt x="37203" y="36671"/>
                  </a:lnTo>
                  <a:lnTo>
                    <a:pt x="37222" y="36658"/>
                  </a:lnTo>
                  <a:lnTo>
                    <a:pt x="37277" y="36485"/>
                  </a:lnTo>
                  <a:lnTo>
                    <a:pt x="37332" y="36471"/>
                  </a:lnTo>
                  <a:lnTo>
                    <a:pt x="37443" y="36418"/>
                  </a:lnTo>
                  <a:lnTo>
                    <a:pt x="37480" y="36351"/>
                  </a:lnTo>
                  <a:lnTo>
                    <a:pt x="37609" y="36271"/>
                  </a:lnTo>
                  <a:lnTo>
                    <a:pt x="37609" y="36258"/>
                  </a:lnTo>
                  <a:lnTo>
                    <a:pt x="37609" y="36245"/>
                  </a:lnTo>
                  <a:lnTo>
                    <a:pt x="37646" y="36218"/>
                  </a:lnTo>
                  <a:lnTo>
                    <a:pt x="37664" y="36205"/>
                  </a:lnTo>
                  <a:lnTo>
                    <a:pt x="37738" y="36125"/>
                  </a:lnTo>
                  <a:lnTo>
                    <a:pt x="37701" y="36085"/>
                  </a:lnTo>
                  <a:lnTo>
                    <a:pt x="37554" y="35978"/>
                  </a:lnTo>
                  <a:lnTo>
                    <a:pt x="37609" y="35965"/>
                  </a:lnTo>
                  <a:lnTo>
                    <a:pt x="37664" y="35992"/>
                  </a:lnTo>
                  <a:lnTo>
                    <a:pt x="37756" y="36031"/>
                  </a:lnTo>
                  <a:lnTo>
                    <a:pt x="37830" y="36098"/>
                  </a:lnTo>
                  <a:lnTo>
                    <a:pt x="37830" y="36165"/>
                  </a:lnTo>
                  <a:lnTo>
                    <a:pt x="37793" y="36245"/>
                  </a:lnTo>
                  <a:lnTo>
                    <a:pt x="37738" y="36298"/>
                  </a:lnTo>
                  <a:lnTo>
                    <a:pt x="37461" y="36458"/>
                  </a:lnTo>
                  <a:lnTo>
                    <a:pt x="37425" y="36511"/>
                  </a:lnTo>
                  <a:lnTo>
                    <a:pt x="37369" y="36738"/>
                  </a:lnTo>
                  <a:lnTo>
                    <a:pt x="37351" y="36765"/>
                  </a:lnTo>
                  <a:lnTo>
                    <a:pt x="37369" y="36805"/>
                  </a:lnTo>
                  <a:lnTo>
                    <a:pt x="37425" y="36818"/>
                  </a:lnTo>
                  <a:lnTo>
                    <a:pt x="37461" y="36871"/>
                  </a:lnTo>
                  <a:lnTo>
                    <a:pt x="37461" y="36938"/>
                  </a:lnTo>
                  <a:lnTo>
                    <a:pt x="37443" y="36991"/>
                  </a:lnTo>
                  <a:lnTo>
                    <a:pt x="37517" y="37071"/>
                  </a:lnTo>
                  <a:lnTo>
                    <a:pt x="37572" y="37191"/>
                  </a:lnTo>
                  <a:lnTo>
                    <a:pt x="37591" y="37311"/>
                  </a:lnTo>
                  <a:lnTo>
                    <a:pt x="37627" y="37351"/>
                  </a:lnTo>
                  <a:lnTo>
                    <a:pt x="37701" y="37365"/>
                  </a:lnTo>
                  <a:lnTo>
                    <a:pt x="38439" y="37844"/>
                  </a:lnTo>
                  <a:lnTo>
                    <a:pt x="39729" y="38231"/>
                  </a:lnTo>
                  <a:lnTo>
                    <a:pt x="39840" y="38218"/>
                  </a:lnTo>
                  <a:lnTo>
                    <a:pt x="40135" y="38071"/>
                  </a:lnTo>
                  <a:lnTo>
                    <a:pt x="40927" y="38084"/>
                  </a:lnTo>
                  <a:lnTo>
                    <a:pt x="40983" y="38044"/>
                  </a:lnTo>
                  <a:lnTo>
                    <a:pt x="40669" y="37924"/>
                  </a:lnTo>
                  <a:lnTo>
                    <a:pt x="40522" y="37911"/>
                  </a:lnTo>
                  <a:lnTo>
                    <a:pt x="40301" y="37844"/>
                  </a:lnTo>
                  <a:lnTo>
                    <a:pt x="40172" y="37844"/>
                  </a:lnTo>
                  <a:lnTo>
                    <a:pt x="39987" y="37791"/>
                  </a:lnTo>
                  <a:lnTo>
                    <a:pt x="39600" y="37938"/>
                  </a:lnTo>
                  <a:lnTo>
                    <a:pt x="39545" y="37991"/>
                  </a:lnTo>
                  <a:lnTo>
                    <a:pt x="39471" y="38004"/>
                  </a:lnTo>
                  <a:lnTo>
                    <a:pt x="39397" y="37911"/>
                  </a:lnTo>
                  <a:lnTo>
                    <a:pt x="39416" y="37818"/>
                  </a:lnTo>
                  <a:lnTo>
                    <a:pt x="39526" y="37751"/>
                  </a:lnTo>
                  <a:lnTo>
                    <a:pt x="40153" y="37644"/>
                  </a:lnTo>
                  <a:lnTo>
                    <a:pt x="40337" y="37658"/>
                  </a:lnTo>
                  <a:lnTo>
                    <a:pt x="40485" y="37564"/>
                  </a:lnTo>
                  <a:lnTo>
                    <a:pt x="40559" y="37564"/>
                  </a:lnTo>
                  <a:lnTo>
                    <a:pt x="40725" y="37604"/>
                  </a:lnTo>
                  <a:lnTo>
                    <a:pt x="40835" y="37591"/>
                  </a:lnTo>
                  <a:lnTo>
                    <a:pt x="40909" y="37564"/>
                  </a:lnTo>
                  <a:lnTo>
                    <a:pt x="40927" y="37551"/>
                  </a:lnTo>
                  <a:lnTo>
                    <a:pt x="40964" y="37564"/>
                  </a:lnTo>
                  <a:lnTo>
                    <a:pt x="41020" y="37591"/>
                  </a:lnTo>
                  <a:lnTo>
                    <a:pt x="41038" y="37604"/>
                  </a:lnTo>
                  <a:lnTo>
                    <a:pt x="41517" y="37618"/>
                  </a:lnTo>
                  <a:lnTo>
                    <a:pt x="41610" y="37538"/>
                  </a:lnTo>
                  <a:lnTo>
                    <a:pt x="41702" y="37391"/>
                  </a:lnTo>
                  <a:lnTo>
                    <a:pt x="41739" y="37325"/>
                  </a:lnTo>
                  <a:lnTo>
                    <a:pt x="41794" y="37351"/>
                  </a:lnTo>
                  <a:lnTo>
                    <a:pt x="41812" y="37418"/>
                  </a:lnTo>
                  <a:lnTo>
                    <a:pt x="41776" y="37471"/>
                  </a:lnTo>
                  <a:lnTo>
                    <a:pt x="41683" y="37538"/>
                  </a:lnTo>
                  <a:lnTo>
                    <a:pt x="41776" y="37671"/>
                  </a:lnTo>
                  <a:lnTo>
                    <a:pt x="41812" y="37724"/>
                  </a:lnTo>
                  <a:lnTo>
                    <a:pt x="41868" y="37738"/>
                  </a:lnTo>
                  <a:lnTo>
                    <a:pt x="42070" y="37751"/>
                  </a:lnTo>
                  <a:lnTo>
                    <a:pt x="42181" y="37818"/>
                  </a:lnTo>
                  <a:lnTo>
                    <a:pt x="42531" y="37724"/>
                  </a:lnTo>
                  <a:lnTo>
                    <a:pt x="42974" y="37791"/>
                  </a:lnTo>
                  <a:lnTo>
                    <a:pt x="43619" y="37684"/>
                  </a:lnTo>
                  <a:lnTo>
                    <a:pt x="43674" y="37658"/>
                  </a:lnTo>
                  <a:lnTo>
                    <a:pt x="43748" y="37698"/>
                  </a:lnTo>
                  <a:lnTo>
                    <a:pt x="44615" y="37711"/>
                  </a:lnTo>
                  <a:lnTo>
                    <a:pt x="44817" y="37644"/>
                  </a:lnTo>
                  <a:lnTo>
                    <a:pt x="44983" y="37524"/>
                  </a:lnTo>
                  <a:lnTo>
                    <a:pt x="45297" y="37418"/>
                  </a:lnTo>
                  <a:lnTo>
                    <a:pt x="45407" y="37231"/>
                  </a:lnTo>
                  <a:lnTo>
                    <a:pt x="45444" y="37231"/>
                  </a:lnTo>
                  <a:lnTo>
                    <a:pt x="45481" y="37285"/>
                  </a:lnTo>
                  <a:lnTo>
                    <a:pt x="45518" y="37285"/>
                  </a:lnTo>
                  <a:lnTo>
                    <a:pt x="45610" y="37205"/>
                  </a:lnTo>
                  <a:lnTo>
                    <a:pt x="45629" y="37191"/>
                  </a:lnTo>
                  <a:lnTo>
                    <a:pt x="45666" y="37205"/>
                  </a:lnTo>
                  <a:lnTo>
                    <a:pt x="45702" y="37231"/>
                  </a:lnTo>
                  <a:lnTo>
                    <a:pt x="45721" y="37258"/>
                  </a:lnTo>
                  <a:lnTo>
                    <a:pt x="45905" y="37178"/>
                  </a:lnTo>
                  <a:lnTo>
                    <a:pt x="45924" y="37191"/>
                  </a:lnTo>
                  <a:lnTo>
                    <a:pt x="45942" y="37205"/>
                  </a:lnTo>
                  <a:lnTo>
                    <a:pt x="45942" y="37231"/>
                  </a:lnTo>
                  <a:lnTo>
                    <a:pt x="45960" y="37258"/>
                  </a:lnTo>
                  <a:lnTo>
                    <a:pt x="45979" y="37271"/>
                  </a:lnTo>
                  <a:lnTo>
                    <a:pt x="46034" y="37271"/>
                  </a:lnTo>
                  <a:lnTo>
                    <a:pt x="46053" y="37258"/>
                  </a:lnTo>
                  <a:lnTo>
                    <a:pt x="46071" y="37258"/>
                  </a:lnTo>
                  <a:lnTo>
                    <a:pt x="46329" y="37391"/>
                  </a:lnTo>
                  <a:lnTo>
                    <a:pt x="46495" y="37405"/>
                  </a:lnTo>
                  <a:lnTo>
                    <a:pt x="46679" y="37485"/>
                  </a:lnTo>
                  <a:lnTo>
                    <a:pt x="46790" y="37498"/>
                  </a:lnTo>
                  <a:lnTo>
                    <a:pt x="46790" y="37431"/>
                  </a:lnTo>
                  <a:lnTo>
                    <a:pt x="46864" y="37445"/>
                  </a:lnTo>
                  <a:lnTo>
                    <a:pt x="46974" y="37485"/>
                  </a:lnTo>
                  <a:lnTo>
                    <a:pt x="47030" y="37551"/>
                  </a:lnTo>
                  <a:lnTo>
                    <a:pt x="47583" y="37698"/>
                  </a:lnTo>
                  <a:lnTo>
                    <a:pt x="47620" y="37671"/>
                  </a:lnTo>
                  <a:lnTo>
                    <a:pt x="47675" y="37591"/>
                  </a:lnTo>
                  <a:lnTo>
                    <a:pt x="47841" y="37578"/>
                  </a:lnTo>
                  <a:lnTo>
                    <a:pt x="48136" y="37658"/>
                  </a:lnTo>
                  <a:lnTo>
                    <a:pt x="48099" y="37684"/>
                  </a:lnTo>
                  <a:lnTo>
                    <a:pt x="47933" y="37671"/>
                  </a:lnTo>
                  <a:lnTo>
                    <a:pt x="47878" y="37711"/>
                  </a:lnTo>
                  <a:lnTo>
                    <a:pt x="47878" y="37738"/>
                  </a:lnTo>
                  <a:lnTo>
                    <a:pt x="47915" y="37711"/>
                  </a:lnTo>
                  <a:lnTo>
                    <a:pt x="47952" y="37698"/>
                  </a:lnTo>
                  <a:lnTo>
                    <a:pt x="47988" y="37698"/>
                  </a:lnTo>
                  <a:lnTo>
                    <a:pt x="48044" y="37711"/>
                  </a:lnTo>
                  <a:lnTo>
                    <a:pt x="48044" y="37738"/>
                  </a:lnTo>
                  <a:lnTo>
                    <a:pt x="48025" y="37778"/>
                  </a:lnTo>
                  <a:lnTo>
                    <a:pt x="47988" y="37791"/>
                  </a:lnTo>
                  <a:lnTo>
                    <a:pt x="47970" y="37791"/>
                  </a:lnTo>
                  <a:lnTo>
                    <a:pt x="47970" y="37818"/>
                  </a:lnTo>
                  <a:lnTo>
                    <a:pt x="48081" y="37791"/>
                  </a:lnTo>
                  <a:lnTo>
                    <a:pt x="48394" y="37844"/>
                  </a:lnTo>
                  <a:lnTo>
                    <a:pt x="48394" y="37818"/>
                  </a:lnTo>
                  <a:lnTo>
                    <a:pt x="48376" y="37684"/>
                  </a:lnTo>
                  <a:lnTo>
                    <a:pt x="48339" y="37671"/>
                  </a:lnTo>
                  <a:lnTo>
                    <a:pt x="48302" y="37671"/>
                  </a:lnTo>
                  <a:lnTo>
                    <a:pt x="48320" y="37644"/>
                  </a:lnTo>
                  <a:lnTo>
                    <a:pt x="48339" y="37604"/>
                  </a:lnTo>
                  <a:lnTo>
                    <a:pt x="48431" y="37578"/>
                  </a:lnTo>
                  <a:lnTo>
                    <a:pt x="48431" y="37564"/>
                  </a:lnTo>
                  <a:lnTo>
                    <a:pt x="48449" y="37445"/>
                  </a:lnTo>
                  <a:lnTo>
                    <a:pt x="48468" y="37391"/>
                  </a:lnTo>
                  <a:lnTo>
                    <a:pt x="48523" y="37365"/>
                  </a:lnTo>
                  <a:lnTo>
                    <a:pt x="48615" y="37405"/>
                  </a:lnTo>
                  <a:lnTo>
                    <a:pt x="48671" y="37485"/>
                  </a:lnTo>
                  <a:lnTo>
                    <a:pt x="48873" y="37351"/>
                  </a:lnTo>
                  <a:lnTo>
                    <a:pt x="48855" y="37298"/>
                  </a:lnTo>
                  <a:lnTo>
                    <a:pt x="48836" y="37271"/>
                  </a:lnTo>
                  <a:lnTo>
                    <a:pt x="48892" y="37258"/>
                  </a:lnTo>
                  <a:lnTo>
                    <a:pt x="48947" y="37205"/>
                  </a:lnTo>
                  <a:lnTo>
                    <a:pt x="49095" y="37271"/>
                  </a:lnTo>
                  <a:lnTo>
                    <a:pt x="49113" y="37258"/>
                  </a:lnTo>
                  <a:lnTo>
                    <a:pt x="49113" y="37205"/>
                  </a:lnTo>
                  <a:lnTo>
                    <a:pt x="49039" y="37178"/>
                  </a:lnTo>
                  <a:lnTo>
                    <a:pt x="49002" y="37165"/>
                  </a:lnTo>
                  <a:lnTo>
                    <a:pt x="49002" y="37138"/>
                  </a:lnTo>
                  <a:lnTo>
                    <a:pt x="49058" y="36991"/>
                  </a:lnTo>
                  <a:lnTo>
                    <a:pt x="48984" y="36911"/>
                  </a:lnTo>
                  <a:lnTo>
                    <a:pt x="48855" y="36885"/>
                  </a:lnTo>
                  <a:lnTo>
                    <a:pt x="48634" y="36885"/>
                  </a:lnTo>
                  <a:lnTo>
                    <a:pt x="48578" y="36885"/>
                  </a:lnTo>
                  <a:lnTo>
                    <a:pt x="48449" y="36805"/>
                  </a:lnTo>
                  <a:lnTo>
                    <a:pt x="48431" y="36805"/>
                  </a:lnTo>
                  <a:lnTo>
                    <a:pt x="48412" y="36805"/>
                  </a:lnTo>
                  <a:lnTo>
                    <a:pt x="48376" y="36805"/>
                  </a:lnTo>
                  <a:lnTo>
                    <a:pt x="48376" y="36791"/>
                  </a:lnTo>
                  <a:lnTo>
                    <a:pt x="48339" y="36765"/>
                  </a:lnTo>
                  <a:lnTo>
                    <a:pt x="48320" y="36751"/>
                  </a:lnTo>
                  <a:lnTo>
                    <a:pt x="48062" y="36551"/>
                  </a:lnTo>
                  <a:lnTo>
                    <a:pt x="47878" y="36538"/>
                  </a:lnTo>
                  <a:lnTo>
                    <a:pt x="47528" y="36391"/>
                  </a:lnTo>
                  <a:lnTo>
                    <a:pt x="46458" y="36205"/>
                  </a:lnTo>
                  <a:lnTo>
                    <a:pt x="46292" y="36138"/>
                  </a:lnTo>
                  <a:lnTo>
                    <a:pt x="46237" y="36151"/>
                  </a:lnTo>
                  <a:lnTo>
                    <a:pt x="46126" y="36178"/>
                  </a:lnTo>
                  <a:lnTo>
                    <a:pt x="46071" y="36178"/>
                  </a:lnTo>
                  <a:lnTo>
                    <a:pt x="46053" y="36165"/>
                  </a:lnTo>
                  <a:lnTo>
                    <a:pt x="46016" y="36111"/>
                  </a:lnTo>
                  <a:lnTo>
                    <a:pt x="45979" y="36098"/>
                  </a:lnTo>
                  <a:lnTo>
                    <a:pt x="45960" y="36085"/>
                  </a:lnTo>
                  <a:lnTo>
                    <a:pt x="45924" y="36071"/>
                  </a:lnTo>
                  <a:lnTo>
                    <a:pt x="45371" y="35805"/>
                  </a:lnTo>
                  <a:lnTo>
                    <a:pt x="45481" y="35805"/>
                  </a:lnTo>
                  <a:lnTo>
                    <a:pt x="45573" y="35818"/>
                  </a:lnTo>
                  <a:lnTo>
                    <a:pt x="45684" y="35845"/>
                  </a:lnTo>
                  <a:lnTo>
                    <a:pt x="45924" y="35978"/>
                  </a:lnTo>
                  <a:lnTo>
                    <a:pt x="46532" y="36098"/>
                  </a:lnTo>
                  <a:lnTo>
                    <a:pt x="46643" y="36151"/>
                  </a:lnTo>
                  <a:lnTo>
                    <a:pt x="46698" y="36178"/>
                  </a:lnTo>
                  <a:lnTo>
                    <a:pt x="46809" y="36151"/>
                  </a:lnTo>
                  <a:lnTo>
                    <a:pt x="46845" y="36151"/>
                  </a:lnTo>
                  <a:lnTo>
                    <a:pt x="46901" y="36178"/>
                  </a:lnTo>
                  <a:lnTo>
                    <a:pt x="46974" y="36205"/>
                  </a:lnTo>
                  <a:lnTo>
                    <a:pt x="47177" y="36205"/>
                  </a:lnTo>
                  <a:lnTo>
                    <a:pt x="47233" y="36218"/>
                  </a:lnTo>
                  <a:lnTo>
                    <a:pt x="47343" y="36271"/>
                  </a:lnTo>
                  <a:lnTo>
                    <a:pt x="47380" y="36271"/>
                  </a:lnTo>
                  <a:lnTo>
                    <a:pt x="47435" y="36245"/>
                  </a:lnTo>
                  <a:lnTo>
                    <a:pt x="47491" y="36245"/>
                  </a:lnTo>
                  <a:lnTo>
                    <a:pt x="47620" y="36298"/>
                  </a:lnTo>
                  <a:lnTo>
                    <a:pt x="47693" y="36311"/>
                  </a:lnTo>
                  <a:lnTo>
                    <a:pt x="47804" y="36311"/>
                  </a:lnTo>
                  <a:lnTo>
                    <a:pt x="48283" y="36525"/>
                  </a:lnTo>
                  <a:lnTo>
                    <a:pt x="48283" y="36538"/>
                  </a:lnTo>
                  <a:lnTo>
                    <a:pt x="48302" y="36551"/>
                  </a:lnTo>
                  <a:lnTo>
                    <a:pt x="48302" y="36565"/>
                  </a:lnTo>
                  <a:lnTo>
                    <a:pt x="48320" y="36591"/>
                  </a:lnTo>
                  <a:lnTo>
                    <a:pt x="48376" y="36605"/>
                  </a:lnTo>
                  <a:lnTo>
                    <a:pt x="48431" y="36605"/>
                  </a:lnTo>
                  <a:lnTo>
                    <a:pt x="48892" y="36818"/>
                  </a:lnTo>
                  <a:lnTo>
                    <a:pt x="48966" y="36831"/>
                  </a:lnTo>
                  <a:lnTo>
                    <a:pt x="49224" y="36751"/>
                  </a:lnTo>
                  <a:lnTo>
                    <a:pt x="49334" y="36765"/>
                  </a:lnTo>
                  <a:lnTo>
                    <a:pt x="49297" y="36831"/>
                  </a:lnTo>
                  <a:lnTo>
                    <a:pt x="49316" y="36898"/>
                  </a:lnTo>
                  <a:lnTo>
                    <a:pt x="49371" y="36938"/>
                  </a:lnTo>
                  <a:lnTo>
                    <a:pt x="49426" y="36951"/>
                  </a:lnTo>
                  <a:lnTo>
                    <a:pt x="49592" y="36925"/>
                  </a:lnTo>
                  <a:lnTo>
                    <a:pt x="49721" y="36965"/>
                  </a:lnTo>
                  <a:lnTo>
                    <a:pt x="49924" y="37058"/>
                  </a:lnTo>
                  <a:lnTo>
                    <a:pt x="49980" y="37071"/>
                  </a:lnTo>
                  <a:lnTo>
                    <a:pt x="50016" y="37085"/>
                  </a:lnTo>
                  <a:lnTo>
                    <a:pt x="50145" y="37178"/>
                  </a:lnTo>
                  <a:lnTo>
                    <a:pt x="50238" y="37205"/>
                  </a:lnTo>
                  <a:lnTo>
                    <a:pt x="50367" y="37231"/>
                  </a:lnTo>
                  <a:lnTo>
                    <a:pt x="50477" y="37231"/>
                  </a:lnTo>
                  <a:lnTo>
                    <a:pt x="50551" y="37271"/>
                  </a:lnTo>
                  <a:lnTo>
                    <a:pt x="50680" y="37391"/>
                  </a:lnTo>
                  <a:lnTo>
                    <a:pt x="50828" y="37471"/>
                  </a:lnTo>
                  <a:lnTo>
                    <a:pt x="51178" y="37564"/>
                  </a:lnTo>
                  <a:lnTo>
                    <a:pt x="51159" y="37591"/>
                  </a:lnTo>
                  <a:lnTo>
                    <a:pt x="51159" y="37618"/>
                  </a:lnTo>
                  <a:lnTo>
                    <a:pt x="51178" y="37644"/>
                  </a:lnTo>
                  <a:lnTo>
                    <a:pt x="51215" y="37658"/>
                  </a:lnTo>
                  <a:lnTo>
                    <a:pt x="51288" y="37658"/>
                  </a:lnTo>
                  <a:lnTo>
                    <a:pt x="51473" y="37524"/>
                  </a:lnTo>
                  <a:lnTo>
                    <a:pt x="51510" y="37445"/>
                  </a:lnTo>
                  <a:lnTo>
                    <a:pt x="51528" y="37391"/>
                  </a:lnTo>
                  <a:lnTo>
                    <a:pt x="51528" y="37325"/>
                  </a:lnTo>
                  <a:lnTo>
                    <a:pt x="51491" y="37271"/>
                  </a:lnTo>
                  <a:lnTo>
                    <a:pt x="51473" y="37218"/>
                  </a:lnTo>
                  <a:lnTo>
                    <a:pt x="51325" y="37191"/>
                  </a:lnTo>
                  <a:lnTo>
                    <a:pt x="50809" y="36885"/>
                  </a:lnTo>
                  <a:lnTo>
                    <a:pt x="50625" y="36858"/>
                  </a:lnTo>
                  <a:lnTo>
                    <a:pt x="50496" y="36791"/>
                  </a:lnTo>
                  <a:lnTo>
                    <a:pt x="50404" y="36765"/>
                  </a:lnTo>
                  <a:lnTo>
                    <a:pt x="50367" y="36725"/>
                  </a:lnTo>
                  <a:lnTo>
                    <a:pt x="50311" y="36671"/>
                  </a:lnTo>
                  <a:lnTo>
                    <a:pt x="50238" y="36565"/>
                  </a:lnTo>
                  <a:lnTo>
                    <a:pt x="50219" y="36525"/>
                  </a:lnTo>
                  <a:lnTo>
                    <a:pt x="50109" y="36471"/>
                  </a:lnTo>
                  <a:lnTo>
                    <a:pt x="49777" y="36365"/>
                  </a:lnTo>
                  <a:lnTo>
                    <a:pt x="49703" y="36365"/>
                  </a:lnTo>
                  <a:lnTo>
                    <a:pt x="49611" y="36511"/>
                  </a:lnTo>
                  <a:lnTo>
                    <a:pt x="49555" y="36551"/>
                  </a:lnTo>
                  <a:lnTo>
                    <a:pt x="49537" y="36551"/>
                  </a:lnTo>
                  <a:lnTo>
                    <a:pt x="49519" y="36525"/>
                  </a:lnTo>
                  <a:lnTo>
                    <a:pt x="49500" y="36498"/>
                  </a:lnTo>
                  <a:lnTo>
                    <a:pt x="49463" y="36471"/>
                  </a:lnTo>
                  <a:lnTo>
                    <a:pt x="49242" y="36378"/>
                  </a:lnTo>
                  <a:lnTo>
                    <a:pt x="49113" y="36311"/>
                  </a:lnTo>
                  <a:lnTo>
                    <a:pt x="48855" y="36338"/>
                  </a:lnTo>
                  <a:lnTo>
                    <a:pt x="48689" y="36258"/>
                  </a:lnTo>
                  <a:lnTo>
                    <a:pt x="48634" y="36205"/>
                  </a:lnTo>
                  <a:lnTo>
                    <a:pt x="48597" y="36151"/>
                  </a:lnTo>
                  <a:lnTo>
                    <a:pt x="48597" y="36111"/>
                  </a:lnTo>
                  <a:lnTo>
                    <a:pt x="48634" y="36085"/>
                  </a:lnTo>
                  <a:lnTo>
                    <a:pt x="48707" y="36085"/>
                  </a:lnTo>
                  <a:lnTo>
                    <a:pt x="48947" y="36098"/>
                  </a:lnTo>
                  <a:lnTo>
                    <a:pt x="49058" y="36125"/>
                  </a:lnTo>
                  <a:lnTo>
                    <a:pt x="49887" y="36031"/>
                  </a:lnTo>
                  <a:lnTo>
                    <a:pt x="50016" y="36045"/>
                  </a:lnTo>
                  <a:lnTo>
                    <a:pt x="50072" y="36045"/>
                  </a:lnTo>
                  <a:lnTo>
                    <a:pt x="50182" y="35965"/>
                  </a:lnTo>
                  <a:lnTo>
                    <a:pt x="50219" y="35978"/>
                  </a:lnTo>
                  <a:lnTo>
                    <a:pt x="50293" y="36085"/>
                  </a:lnTo>
                  <a:lnTo>
                    <a:pt x="50404" y="36098"/>
                  </a:lnTo>
                  <a:lnTo>
                    <a:pt x="50477" y="36071"/>
                  </a:lnTo>
                  <a:lnTo>
                    <a:pt x="50514" y="36031"/>
                  </a:lnTo>
                  <a:lnTo>
                    <a:pt x="50625" y="36005"/>
                  </a:lnTo>
                  <a:lnTo>
                    <a:pt x="50809" y="36045"/>
                  </a:lnTo>
                  <a:lnTo>
                    <a:pt x="51454" y="35965"/>
                  </a:lnTo>
                  <a:lnTo>
                    <a:pt x="51952" y="36125"/>
                  </a:lnTo>
                  <a:lnTo>
                    <a:pt x="52118" y="36111"/>
                  </a:lnTo>
                  <a:lnTo>
                    <a:pt x="52137" y="36111"/>
                  </a:lnTo>
                  <a:lnTo>
                    <a:pt x="52173" y="36031"/>
                  </a:lnTo>
                  <a:lnTo>
                    <a:pt x="52210" y="36005"/>
                  </a:lnTo>
                  <a:lnTo>
                    <a:pt x="52284" y="35978"/>
                  </a:lnTo>
                  <a:lnTo>
                    <a:pt x="52616" y="35952"/>
                  </a:lnTo>
                  <a:lnTo>
                    <a:pt x="52690" y="35965"/>
                  </a:lnTo>
                  <a:lnTo>
                    <a:pt x="52726" y="36031"/>
                  </a:lnTo>
                  <a:lnTo>
                    <a:pt x="52726" y="36098"/>
                  </a:lnTo>
                  <a:lnTo>
                    <a:pt x="52745" y="36111"/>
                  </a:lnTo>
                  <a:lnTo>
                    <a:pt x="52782" y="36151"/>
                  </a:lnTo>
                  <a:lnTo>
                    <a:pt x="52856" y="36178"/>
                  </a:lnTo>
                  <a:lnTo>
                    <a:pt x="52929" y="36151"/>
                  </a:lnTo>
                  <a:lnTo>
                    <a:pt x="52985" y="35992"/>
                  </a:lnTo>
                  <a:lnTo>
                    <a:pt x="53021" y="35965"/>
                  </a:lnTo>
                  <a:lnTo>
                    <a:pt x="53077" y="35992"/>
                  </a:lnTo>
                  <a:lnTo>
                    <a:pt x="53114" y="36018"/>
                  </a:lnTo>
                  <a:lnTo>
                    <a:pt x="53151" y="36031"/>
                  </a:lnTo>
                  <a:lnTo>
                    <a:pt x="53187" y="36045"/>
                  </a:lnTo>
                  <a:lnTo>
                    <a:pt x="53224" y="36071"/>
                  </a:lnTo>
                  <a:lnTo>
                    <a:pt x="53298" y="36111"/>
                  </a:lnTo>
                  <a:lnTo>
                    <a:pt x="53335" y="36138"/>
                  </a:lnTo>
                  <a:lnTo>
                    <a:pt x="53372" y="36178"/>
                  </a:lnTo>
                  <a:lnTo>
                    <a:pt x="53482" y="36298"/>
                  </a:lnTo>
                  <a:lnTo>
                    <a:pt x="53519" y="36351"/>
                  </a:lnTo>
                  <a:lnTo>
                    <a:pt x="53556" y="36365"/>
                  </a:lnTo>
                  <a:lnTo>
                    <a:pt x="53648" y="36391"/>
                  </a:lnTo>
                  <a:lnTo>
                    <a:pt x="53704" y="36418"/>
                  </a:lnTo>
                  <a:lnTo>
                    <a:pt x="53814" y="36471"/>
                  </a:lnTo>
                  <a:lnTo>
                    <a:pt x="54275" y="36205"/>
                  </a:lnTo>
                  <a:lnTo>
                    <a:pt x="55473" y="35885"/>
                  </a:lnTo>
                  <a:lnTo>
                    <a:pt x="55529" y="35898"/>
                  </a:lnTo>
                  <a:lnTo>
                    <a:pt x="55621" y="35912"/>
                  </a:lnTo>
                  <a:lnTo>
                    <a:pt x="55658" y="35912"/>
                  </a:lnTo>
                  <a:lnTo>
                    <a:pt x="55695" y="35912"/>
                  </a:lnTo>
                  <a:lnTo>
                    <a:pt x="55695" y="35885"/>
                  </a:lnTo>
                  <a:lnTo>
                    <a:pt x="55676" y="35805"/>
                  </a:lnTo>
                  <a:lnTo>
                    <a:pt x="55695" y="35765"/>
                  </a:lnTo>
                  <a:lnTo>
                    <a:pt x="55732" y="35752"/>
                  </a:lnTo>
                  <a:lnTo>
                    <a:pt x="55750" y="35725"/>
                  </a:lnTo>
                  <a:lnTo>
                    <a:pt x="55805" y="35685"/>
                  </a:lnTo>
                  <a:lnTo>
                    <a:pt x="55824" y="35632"/>
                  </a:lnTo>
                  <a:lnTo>
                    <a:pt x="55824" y="35458"/>
                  </a:lnTo>
                  <a:lnTo>
                    <a:pt x="55805" y="35418"/>
                  </a:lnTo>
                  <a:lnTo>
                    <a:pt x="55732" y="35312"/>
                  </a:lnTo>
                  <a:lnTo>
                    <a:pt x="55695" y="35232"/>
                  </a:lnTo>
                  <a:lnTo>
                    <a:pt x="55676" y="35205"/>
                  </a:lnTo>
                  <a:lnTo>
                    <a:pt x="55621" y="35152"/>
                  </a:lnTo>
                  <a:lnTo>
                    <a:pt x="55584" y="35125"/>
                  </a:lnTo>
                  <a:lnTo>
                    <a:pt x="55584" y="35112"/>
                  </a:lnTo>
                  <a:lnTo>
                    <a:pt x="55566" y="35098"/>
                  </a:lnTo>
                  <a:lnTo>
                    <a:pt x="55547" y="35085"/>
                  </a:lnTo>
                  <a:lnTo>
                    <a:pt x="55529" y="35072"/>
                  </a:lnTo>
                  <a:lnTo>
                    <a:pt x="55492" y="35058"/>
                  </a:lnTo>
                  <a:lnTo>
                    <a:pt x="55437" y="34992"/>
                  </a:lnTo>
                  <a:lnTo>
                    <a:pt x="55400" y="34978"/>
                  </a:lnTo>
                  <a:lnTo>
                    <a:pt x="55381" y="34965"/>
                  </a:lnTo>
                  <a:lnTo>
                    <a:pt x="55363" y="34925"/>
                  </a:lnTo>
                  <a:lnTo>
                    <a:pt x="55344" y="34845"/>
                  </a:lnTo>
                  <a:lnTo>
                    <a:pt x="55326" y="34832"/>
                  </a:lnTo>
                  <a:lnTo>
                    <a:pt x="55308" y="34805"/>
                  </a:lnTo>
                  <a:lnTo>
                    <a:pt x="55271" y="34778"/>
                  </a:lnTo>
                  <a:lnTo>
                    <a:pt x="55252" y="34752"/>
                  </a:lnTo>
                  <a:lnTo>
                    <a:pt x="55215" y="34698"/>
                  </a:lnTo>
                  <a:lnTo>
                    <a:pt x="55160" y="34578"/>
                  </a:lnTo>
                  <a:lnTo>
                    <a:pt x="55123" y="34525"/>
                  </a:lnTo>
                  <a:lnTo>
                    <a:pt x="55086" y="34499"/>
                  </a:lnTo>
                  <a:lnTo>
                    <a:pt x="54718" y="34259"/>
                  </a:lnTo>
                  <a:lnTo>
                    <a:pt x="54478" y="34059"/>
                  </a:lnTo>
                  <a:lnTo>
                    <a:pt x="54404" y="34019"/>
                  </a:lnTo>
                  <a:lnTo>
                    <a:pt x="54349" y="33992"/>
                  </a:lnTo>
                  <a:lnTo>
                    <a:pt x="54128" y="33939"/>
                  </a:lnTo>
                  <a:lnTo>
                    <a:pt x="54054" y="33979"/>
                  </a:lnTo>
                  <a:lnTo>
                    <a:pt x="54091" y="34072"/>
                  </a:lnTo>
                  <a:lnTo>
                    <a:pt x="54017" y="34139"/>
                  </a:lnTo>
                  <a:lnTo>
                    <a:pt x="53906" y="34152"/>
                  </a:lnTo>
                  <a:lnTo>
                    <a:pt x="53777" y="34125"/>
                  </a:lnTo>
                  <a:lnTo>
                    <a:pt x="53667" y="34059"/>
                  </a:lnTo>
                  <a:lnTo>
                    <a:pt x="53556" y="34005"/>
                  </a:lnTo>
                  <a:lnTo>
                    <a:pt x="53445" y="33965"/>
                  </a:lnTo>
                  <a:lnTo>
                    <a:pt x="53335" y="33965"/>
                  </a:lnTo>
                  <a:lnTo>
                    <a:pt x="53280" y="34005"/>
                  </a:lnTo>
                  <a:lnTo>
                    <a:pt x="53261" y="34032"/>
                  </a:lnTo>
                  <a:lnTo>
                    <a:pt x="53261" y="34059"/>
                  </a:lnTo>
                  <a:lnTo>
                    <a:pt x="53224" y="34099"/>
                  </a:lnTo>
                  <a:lnTo>
                    <a:pt x="53187" y="34045"/>
                  </a:lnTo>
                  <a:lnTo>
                    <a:pt x="53132" y="34019"/>
                  </a:lnTo>
                  <a:lnTo>
                    <a:pt x="52874" y="33979"/>
                  </a:lnTo>
                  <a:lnTo>
                    <a:pt x="52837" y="33939"/>
                  </a:lnTo>
                  <a:lnTo>
                    <a:pt x="52782" y="33885"/>
                  </a:lnTo>
                  <a:lnTo>
                    <a:pt x="52763" y="33805"/>
                  </a:lnTo>
                  <a:lnTo>
                    <a:pt x="52763" y="33765"/>
                  </a:lnTo>
                  <a:lnTo>
                    <a:pt x="52819" y="33712"/>
                  </a:lnTo>
                  <a:lnTo>
                    <a:pt x="52856" y="33632"/>
                  </a:lnTo>
                  <a:lnTo>
                    <a:pt x="52929" y="33632"/>
                  </a:lnTo>
                  <a:lnTo>
                    <a:pt x="53040" y="33672"/>
                  </a:lnTo>
                  <a:lnTo>
                    <a:pt x="53114" y="33699"/>
                  </a:lnTo>
                  <a:lnTo>
                    <a:pt x="53132" y="33672"/>
                  </a:lnTo>
                  <a:lnTo>
                    <a:pt x="53114" y="33565"/>
                  </a:lnTo>
                  <a:lnTo>
                    <a:pt x="53077" y="33539"/>
                  </a:lnTo>
                  <a:lnTo>
                    <a:pt x="53003" y="33499"/>
                  </a:lnTo>
                  <a:lnTo>
                    <a:pt x="52966" y="33459"/>
                  </a:lnTo>
                  <a:lnTo>
                    <a:pt x="52985" y="33432"/>
                  </a:lnTo>
                  <a:lnTo>
                    <a:pt x="53040" y="33432"/>
                  </a:lnTo>
                  <a:lnTo>
                    <a:pt x="53151" y="33472"/>
                  </a:lnTo>
                  <a:lnTo>
                    <a:pt x="53187" y="33485"/>
                  </a:lnTo>
                  <a:lnTo>
                    <a:pt x="53224" y="33445"/>
                  </a:lnTo>
                  <a:lnTo>
                    <a:pt x="53206" y="33365"/>
                  </a:lnTo>
                  <a:lnTo>
                    <a:pt x="53187" y="33299"/>
                  </a:lnTo>
                  <a:lnTo>
                    <a:pt x="53206" y="33232"/>
                  </a:lnTo>
                  <a:lnTo>
                    <a:pt x="53187" y="33205"/>
                  </a:lnTo>
                  <a:lnTo>
                    <a:pt x="53151" y="33192"/>
                  </a:lnTo>
                  <a:lnTo>
                    <a:pt x="53132" y="33179"/>
                  </a:lnTo>
                  <a:lnTo>
                    <a:pt x="53095" y="33152"/>
                  </a:lnTo>
                  <a:lnTo>
                    <a:pt x="53187" y="33072"/>
                  </a:lnTo>
                  <a:lnTo>
                    <a:pt x="53261" y="33059"/>
                  </a:lnTo>
                  <a:lnTo>
                    <a:pt x="53261" y="33099"/>
                  </a:lnTo>
                  <a:lnTo>
                    <a:pt x="53261" y="33125"/>
                  </a:lnTo>
                  <a:lnTo>
                    <a:pt x="53280" y="33139"/>
                  </a:lnTo>
                  <a:lnTo>
                    <a:pt x="53298" y="33179"/>
                  </a:lnTo>
                  <a:lnTo>
                    <a:pt x="53316" y="33179"/>
                  </a:lnTo>
                  <a:lnTo>
                    <a:pt x="53298" y="33259"/>
                  </a:lnTo>
                  <a:lnTo>
                    <a:pt x="53280" y="33325"/>
                  </a:lnTo>
                  <a:lnTo>
                    <a:pt x="53261" y="33379"/>
                  </a:lnTo>
                  <a:lnTo>
                    <a:pt x="53280" y="33485"/>
                  </a:lnTo>
                  <a:lnTo>
                    <a:pt x="53298" y="33512"/>
                  </a:lnTo>
                  <a:lnTo>
                    <a:pt x="53316" y="33525"/>
                  </a:lnTo>
                  <a:lnTo>
                    <a:pt x="53335" y="33565"/>
                  </a:lnTo>
                  <a:lnTo>
                    <a:pt x="53316" y="33592"/>
                  </a:lnTo>
                  <a:lnTo>
                    <a:pt x="53298" y="33592"/>
                  </a:lnTo>
                  <a:lnTo>
                    <a:pt x="53280" y="33579"/>
                  </a:lnTo>
                  <a:lnTo>
                    <a:pt x="53261" y="33579"/>
                  </a:lnTo>
                  <a:lnTo>
                    <a:pt x="53224" y="33605"/>
                  </a:lnTo>
                  <a:lnTo>
                    <a:pt x="53298" y="33632"/>
                  </a:lnTo>
                  <a:lnTo>
                    <a:pt x="53372" y="33605"/>
                  </a:lnTo>
                  <a:lnTo>
                    <a:pt x="53445" y="33619"/>
                  </a:lnTo>
                  <a:lnTo>
                    <a:pt x="53538" y="33659"/>
                  </a:lnTo>
                  <a:lnTo>
                    <a:pt x="53575" y="33672"/>
                  </a:lnTo>
                  <a:lnTo>
                    <a:pt x="53593" y="33645"/>
                  </a:lnTo>
                  <a:lnTo>
                    <a:pt x="53630" y="33605"/>
                  </a:lnTo>
                  <a:lnTo>
                    <a:pt x="53648" y="33592"/>
                  </a:lnTo>
                  <a:lnTo>
                    <a:pt x="53667" y="33539"/>
                  </a:lnTo>
                  <a:lnTo>
                    <a:pt x="53648" y="33485"/>
                  </a:lnTo>
                  <a:lnTo>
                    <a:pt x="53648" y="33445"/>
                  </a:lnTo>
                  <a:lnTo>
                    <a:pt x="53630" y="33392"/>
                  </a:lnTo>
                  <a:lnTo>
                    <a:pt x="53538" y="33312"/>
                  </a:lnTo>
                  <a:lnTo>
                    <a:pt x="53538" y="33299"/>
                  </a:lnTo>
                  <a:lnTo>
                    <a:pt x="53538" y="33272"/>
                  </a:lnTo>
                  <a:lnTo>
                    <a:pt x="53538" y="33245"/>
                  </a:lnTo>
                  <a:lnTo>
                    <a:pt x="53538" y="33232"/>
                  </a:lnTo>
                  <a:lnTo>
                    <a:pt x="53464" y="33219"/>
                  </a:lnTo>
                  <a:lnTo>
                    <a:pt x="53482" y="33192"/>
                  </a:lnTo>
                  <a:lnTo>
                    <a:pt x="53519" y="33192"/>
                  </a:lnTo>
                  <a:lnTo>
                    <a:pt x="53538" y="33179"/>
                  </a:lnTo>
                  <a:lnTo>
                    <a:pt x="53538" y="33139"/>
                  </a:lnTo>
                  <a:lnTo>
                    <a:pt x="53519" y="33085"/>
                  </a:lnTo>
                  <a:lnTo>
                    <a:pt x="53519" y="33059"/>
                  </a:lnTo>
                  <a:lnTo>
                    <a:pt x="53538" y="33005"/>
                  </a:lnTo>
                  <a:lnTo>
                    <a:pt x="53575" y="32886"/>
                  </a:lnTo>
                  <a:lnTo>
                    <a:pt x="53575" y="32846"/>
                  </a:lnTo>
                  <a:lnTo>
                    <a:pt x="53575" y="32806"/>
                  </a:lnTo>
                  <a:lnTo>
                    <a:pt x="53575" y="32726"/>
                  </a:lnTo>
                  <a:lnTo>
                    <a:pt x="53575" y="32712"/>
                  </a:lnTo>
                  <a:lnTo>
                    <a:pt x="53593" y="32699"/>
                  </a:lnTo>
                  <a:lnTo>
                    <a:pt x="53593" y="32686"/>
                  </a:lnTo>
                  <a:lnTo>
                    <a:pt x="53575" y="32659"/>
                  </a:lnTo>
                  <a:lnTo>
                    <a:pt x="53556" y="32646"/>
                  </a:lnTo>
                  <a:lnTo>
                    <a:pt x="53538" y="32646"/>
                  </a:lnTo>
                  <a:lnTo>
                    <a:pt x="53335" y="32779"/>
                  </a:lnTo>
                  <a:lnTo>
                    <a:pt x="53280" y="32739"/>
                  </a:lnTo>
                  <a:lnTo>
                    <a:pt x="53224" y="32712"/>
                  </a:lnTo>
                  <a:lnTo>
                    <a:pt x="53261" y="32699"/>
                  </a:lnTo>
                  <a:lnTo>
                    <a:pt x="53261" y="32686"/>
                  </a:lnTo>
                  <a:lnTo>
                    <a:pt x="53280" y="32672"/>
                  </a:lnTo>
                  <a:lnTo>
                    <a:pt x="53280" y="32606"/>
                  </a:lnTo>
                  <a:lnTo>
                    <a:pt x="53390" y="32419"/>
                  </a:lnTo>
                  <a:lnTo>
                    <a:pt x="53445" y="32406"/>
                  </a:lnTo>
                  <a:lnTo>
                    <a:pt x="53482" y="32432"/>
                  </a:lnTo>
                  <a:lnTo>
                    <a:pt x="53482" y="32459"/>
                  </a:lnTo>
                  <a:lnTo>
                    <a:pt x="53538" y="32539"/>
                  </a:lnTo>
                  <a:lnTo>
                    <a:pt x="53593" y="32579"/>
                  </a:lnTo>
                  <a:lnTo>
                    <a:pt x="53667" y="32606"/>
                  </a:lnTo>
                  <a:lnTo>
                    <a:pt x="53722" y="32619"/>
                  </a:lnTo>
                  <a:lnTo>
                    <a:pt x="53833" y="32592"/>
                  </a:lnTo>
                  <a:lnTo>
                    <a:pt x="53851" y="32579"/>
                  </a:lnTo>
                  <a:lnTo>
                    <a:pt x="53851" y="32539"/>
                  </a:lnTo>
                  <a:lnTo>
                    <a:pt x="53870" y="32526"/>
                  </a:lnTo>
                  <a:lnTo>
                    <a:pt x="53906" y="32539"/>
                  </a:lnTo>
                  <a:lnTo>
                    <a:pt x="53999" y="32579"/>
                  </a:lnTo>
                  <a:lnTo>
                    <a:pt x="54054" y="32619"/>
                  </a:lnTo>
                  <a:lnTo>
                    <a:pt x="54183" y="32779"/>
                  </a:lnTo>
                  <a:lnTo>
                    <a:pt x="54238" y="32819"/>
                  </a:lnTo>
                  <a:lnTo>
                    <a:pt x="54367" y="32846"/>
                  </a:lnTo>
                  <a:lnTo>
                    <a:pt x="54275" y="32859"/>
                  </a:lnTo>
                  <a:lnTo>
                    <a:pt x="54220" y="32859"/>
                  </a:lnTo>
                  <a:lnTo>
                    <a:pt x="54165" y="32832"/>
                  </a:lnTo>
                  <a:lnTo>
                    <a:pt x="54109" y="32792"/>
                  </a:lnTo>
                  <a:lnTo>
                    <a:pt x="54072" y="32739"/>
                  </a:lnTo>
                  <a:lnTo>
                    <a:pt x="54035" y="32712"/>
                  </a:lnTo>
                  <a:lnTo>
                    <a:pt x="53999" y="32699"/>
                  </a:lnTo>
                  <a:lnTo>
                    <a:pt x="53906" y="32712"/>
                  </a:lnTo>
                  <a:lnTo>
                    <a:pt x="53814" y="32872"/>
                  </a:lnTo>
                  <a:lnTo>
                    <a:pt x="53722" y="32926"/>
                  </a:lnTo>
                  <a:lnTo>
                    <a:pt x="53740" y="32952"/>
                  </a:lnTo>
                  <a:lnTo>
                    <a:pt x="53759" y="32966"/>
                  </a:lnTo>
                  <a:lnTo>
                    <a:pt x="53777" y="32966"/>
                  </a:lnTo>
                  <a:lnTo>
                    <a:pt x="53814" y="32952"/>
                  </a:lnTo>
                  <a:lnTo>
                    <a:pt x="53814" y="32939"/>
                  </a:lnTo>
                  <a:lnTo>
                    <a:pt x="53851" y="32952"/>
                  </a:lnTo>
                  <a:lnTo>
                    <a:pt x="53943" y="32912"/>
                  </a:lnTo>
                  <a:lnTo>
                    <a:pt x="54017" y="32926"/>
                  </a:lnTo>
                  <a:lnTo>
                    <a:pt x="53943" y="33005"/>
                  </a:lnTo>
                  <a:lnTo>
                    <a:pt x="53630" y="33085"/>
                  </a:lnTo>
                  <a:lnTo>
                    <a:pt x="53630" y="33112"/>
                  </a:lnTo>
                  <a:lnTo>
                    <a:pt x="53667" y="33099"/>
                  </a:lnTo>
                  <a:lnTo>
                    <a:pt x="53685" y="33099"/>
                  </a:lnTo>
                  <a:lnTo>
                    <a:pt x="53722" y="33125"/>
                  </a:lnTo>
                  <a:lnTo>
                    <a:pt x="53740" y="33152"/>
                  </a:lnTo>
                  <a:lnTo>
                    <a:pt x="53740" y="33192"/>
                  </a:lnTo>
                  <a:lnTo>
                    <a:pt x="53722" y="33232"/>
                  </a:lnTo>
                  <a:lnTo>
                    <a:pt x="53685" y="33245"/>
                  </a:lnTo>
                  <a:lnTo>
                    <a:pt x="53648" y="33245"/>
                  </a:lnTo>
                  <a:lnTo>
                    <a:pt x="53685" y="33272"/>
                  </a:lnTo>
                  <a:lnTo>
                    <a:pt x="53722" y="33299"/>
                  </a:lnTo>
                  <a:lnTo>
                    <a:pt x="53759" y="33299"/>
                  </a:lnTo>
                  <a:lnTo>
                    <a:pt x="53814" y="33272"/>
                  </a:lnTo>
                  <a:lnTo>
                    <a:pt x="53759" y="33352"/>
                  </a:lnTo>
                  <a:lnTo>
                    <a:pt x="53888" y="33405"/>
                  </a:lnTo>
                  <a:lnTo>
                    <a:pt x="53906" y="33432"/>
                  </a:lnTo>
                  <a:lnTo>
                    <a:pt x="54017" y="33392"/>
                  </a:lnTo>
                  <a:lnTo>
                    <a:pt x="54054" y="33392"/>
                  </a:lnTo>
                  <a:lnTo>
                    <a:pt x="54128" y="33445"/>
                  </a:lnTo>
                  <a:lnTo>
                    <a:pt x="54220" y="33499"/>
                  </a:lnTo>
                  <a:lnTo>
                    <a:pt x="54275" y="33539"/>
                  </a:lnTo>
                  <a:lnTo>
                    <a:pt x="54367" y="33539"/>
                  </a:lnTo>
                  <a:lnTo>
                    <a:pt x="54294" y="33499"/>
                  </a:lnTo>
                  <a:lnTo>
                    <a:pt x="54275" y="33459"/>
                  </a:lnTo>
                  <a:lnTo>
                    <a:pt x="54238" y="33432"/>
                  </a:lnTo>
                  <a:lnTo>
                    <a:pt x="54183" y="33405"/>
                  </a:lnTo>
                  <a:lnTo>
                    <a:pt x="54183" y="33365"/>
                  </a:lnTo>
                  <a:lnTo>
                    <a:pt x="54165" y="33299"/>
                  </a:lnTo>
                  <a:lnTo>
                    <a:pt x="54165" y="33259"/>
                  </a:lnTo>
                  <a:lnTo>
                    <a:pt x="54183" y="33232"/>
                  </a:lnTo>
                  <a:lnTo>
                    <a:pt x="54201" y="33259"/>
                  </a:lnTo>
                  <a:lnTo>
                    <a:pt x="54275" y="33352"/>
                  </a:lnTo>
                  <a:lnTo>
                    <a:pt x="54367" y="33379"/>
                  </a:lnTo>
                  <a:lnTo>
                    <a:pt x="54459" y="33312"/>
                  </a:lnTo>
                  <a:lnTo>
                    <a:pt x="54533" y="33299"/>
                  </a:lnTo>
                  <a:lnTo>
                    <a:pt x="54552" y="33365"/>
                  </a:lnTo>
                  <a:lnTo>
                    <a:pt x="54589" y="33405"/>
                  </a:lnTo>
                  <a:lnTo>
                    <a:pt x="54791" y="33605"/>
                  </a:lnTo>
                  <a:lnTo>
                    <a:pt x="54828" y="33619"/>
                  </a:lnTo>
                  <a:lnTo>
                    <a:pt x="54939" y="33592"/>
                  </a:lnTo>
                  <a:lnTo>
                    <a:pt x="54939" y="33619"/>
                  </a:lnTo>
                  <a:lnTo>
                    <a:pt x="54939" y="33672"/>
                  </a:lnTo>
                  <a:lnTo>
                    <a:pt x="54939" y="33725"/>
                  </a:lnTo>
                  <a:lnTo>
                    <a:pt x="55197" y="33859"/>
                  </a:lnTo>
                  <a:lnTo>
                    <a:pt x="55252" y="33832"/>
                  </a:lnTo>
                  <a:lnTo>
                    <a:pt x="55160" y="33752"/>
                  </a:lnTo>
                  <a:lnTo>
                    <a:pt x="55142" y="33739"/>
                  </a:lnTo>
                  <a:lnTo>
                    <a:pt x="55142" y="33725"/>
                  </a:lnTo>
                  <a:lnTo>
                    <a:pt x="55142" y="33725"/>
                  </a:lnTo>
                  <a:lnTo>
                    <a:pt x="55123" y="33725"/>
                  </a:lnTo>
                  <a:lnTo>
                    <a:pt x="55123" y="33712"/>
                  </a:lnTo>
                  <a:lnTo>
                    <a:pt x="55197" y="33632"/>
                  </a:lnTo>
                  <a:lnTo>
                    <a:pt x="55326" y="33619"/>
                  </a:lnTo>
                  <a:lnTo>
                    <a:pt x="55566" y="33645"/>
                  </a:lnTo>
                  <a:lnTo>
                    <a:pt x="55547" y="33699"/>
                  </a:lnTo>
                  <a:lnTo>
                    <a:pt x="55510" y="33712"/>
                  </a:lnTo>
                  <a:lnTo>
                    <a:pt x="55400" y="33725"/>
                  </a:lnTo>
                  <a:lnTo>
                    <a:pt x="55381" y="33739"/>
                  </a:lnTo>
                  <a:lnTo>
                    <a:pt x="55381" y="33779"/>
                  </a:lnTo>
                  <a:lnTo>
                    <a:pt x="55363" y="33792"/>
                  </a:lnTo>
                  <a:lnTo>
                    <a:pt x="55344" y="33792"/>
                  </a:lnTo>
                  <a:lnTo>
                    <a:pt x="55308" y="33832"/>
                  </a:lnTo>
                  <a:lnTo>
                    <a:pt x="55308" y="33845"/>
                  </a:lnTo>
                  <a:lnTo>
                    <a:pt x="55547" y="33939"/>
                  </a:lnTo>
                  <a:lnTo>
                    <a:pt x="55676" y="34032"/>
                  </a:lnTo>
                  <a:lnTo>
                    <a:pt x="55805" y="34139"/>
                  </a:lnTo>
                  <a:lnTo>
                    <a:pt x="55805" y="34192"/>
                  </a:lnTo>
                  <a:lnTo>
                    <a:pt x="55805" y="34205"/>
                  </a:lnTo>
                  <a:lnTo>
                    <a:pt x="55842" y="34192"/>
                  </a:lnTo>
                  <a:lnTo>
                    <a:pt x="55953" y="34232"/>
                  </a:lnTo>
                  <a:lnTo>
                    <a:pt x="56008" y="34232"/>
                  </a:lnTo>
                  <a:lnTo>
                    <a:pt x="56027" y="34205"/>
                  </a:lnTo>
                  <a:lnTo>
                    <a:pt x="56027" y="34139"/>
                  </a:lnTo>
                  <a:lnTo>
                    <a:pt x="56027" y="34125"/>
                  </a:lnTo>
                  <a:lnTo>
                    <a:pt x="56174" y="34059"/>
                  </a:lnTo>
                  <a:lnTo>
                    <a:pt x="56174" y="34139"/>
                  </a:lnTo>
                  <a:lnTo>
                    <a:pt x="56248" y="34165"/>
                  </a:lnTo>
                  <a:lnTo>
                    <a:pt x="56395" y="34139"/>
                  </a:lnTo>
                  <a:lnTo>
                    <a:pt x="56395" y="34125"/>
                  </a:lnTo>
                  <a:lnTo>
                    <a:pt x="56395" y="34072"/>
                  </a:lnTo>
                  <a:lnTo>
                    <a:pt x="56377" y="34032"/>
                  </a:lnTo>
                  <a:lnTo>
                    <a:pt x="56377" y="34019"/>
                  </a:lnTo>
                  <a:lnTo>
                    <a:pt x="56340" y="34005"/>
                  </a:lnTo>
                  <a:lnTo>
                    <a:pt x="56229" y="33965"/>
                  </a:lnTo>
                  <a:lnTo>
                    <a:pt x="56192" y="33939"/>
                  </a:lnTo>
                  <a:lnTo>
                    <a:pt x="56174" y="33912"/>
                  </a:lnTo>
                  <a:lnTo>
                    <a:pt x="56248" y="33899"/>
                  </a:lnTo>
                  <a:lnTo>
                    <a:pt x="56358" y="33912"/>
                  </a:lnTo>
                  <a:lnTo>
                    <a:pt x="56524" y="34005"/>
                  </a:lnTo>
                  <a:lnTo>
                    <a:pt x="56561" y="34005"/>
                  </a:lnTo>
                  <a:lnTo>
                    <a:pt x="56616" y="33965"/>
                  </a:lnTo>
                  <a:lnTo>
                    <a:pt x="56746" y="33779"/>
                  </a:lnTo>
                  <a:lnTo>
                    <a:pt x="56819" y="33739"/>
                  </a:lnTo>
                  <a:lnTo>
                    <a:pt x="56856" y="33752"/>
                  </a:lnTo>
                  <a:lnTo>
                    <a:pt x="56967" y="33792"/>
                  </a:lnTo>
                  <a:lnTo>
                    <a:pt x="57004" y="33792"/>
                  </a:lnTo>
                  <a:lnTo>
                    <a:pt x="57041" y="33765"/>
                  </a:lnTo>
                  <a:lnTo>
                    <a:pt x="57041" y="33752"/>
                  </a:lnTo>
                  <a:lnTo>
                    <a:pt x="57077" y="33752"/>
                  </a:lnTo>
                  <a:lnTo>
                    <a:pt x="57151" y="33805"/>
                  </a:lnTo>
                  <a:lnTo>
                    <a:pt x="57262" y="33885"/>
                  </a:lnTo>
                  <a:lnTo>
                    <a:pt x="57372" y="33925"/>
                  </a:lnTo>
                  <a:lnTo>
                    <a:pt x="57465" y="33992"/>
                  </a:lnTo>
                  <a:lnTo>
                    <a:pt x="57501" y="34139"/>
                  </a:lnTo>
                  <a:lnTo>
                    <a:pt x="57649" y="34312"/>
                  </a:lnTo>
                  <a:lnTo>
                    <a:pt x="57704" y="34405"/>
                  </a:lnTo>
                  <a:lnTo>
                    <a:pt x="57796" y="34538"/>
                  </a:lnTo>
                  <a:lnTo>
                    <a:pt x="57833" y="34632"/>
                  </a:lnTo>
                  <a:lnTo>
                    <a:pt x="57852" y="34752"/>
                  </a:lnTo>
                  <a:lnTo>
                    <a:pt x="57870" y="34845"/>
                  </a:lnTo>
                  <a:lnTo>
                    <a:pt x="57944" y="34952"/>
                  </a:lnTo>
                  <a:lnTo>
                    <a:pt x="58036" y="35072"/>
                  </a:lnTo>
                  <a:lnTo>
                    <a:pt x="58165" y="35245"/>
                  </a:lnTo>
                  <a:lnTo>
                    <a:pt x="58276" y="35458"/>
                  </a:lnTo>
                  <a:lnTo>
                    <a:pt x="58294" y="35592"/>
                  </a:lnTo>
                  <a:lnTo>
                    <a:pt x="58405" y="35685"/>
                  </a:lnTo>
                  <a:lnTo>
                    <a:pt x="58479" y="35778"/>
                  </a:lnTo>
                  <a:lnTo>
                    <a:pt x="58571" y="35872"/>
                  </a:lnTo>
                  <a:lnTo>
                    <a:pt x="58644" y="35938"/>
                  </a:lnTo>
                  <a:lnTo>
                    <a:pt x="58737" y="35912"/>
                  </a:lnTo>
                  <a:lnTo>
                    <a:pt x="58792" y="35845"/>
                  </a:lnTo>
                  <a:lnTo>
                    <a:pt x="58792" y="35738"/>
                  </a:lnTo>
                  <a:lnTo>
                    <a:pt x="58755" y="35632"/>
                  </a:lnTo>
                  <a:lnTo>
                    <a:pt x="58884" y="35632"/>
                  </a:lnTo>
                  <a:lnTo>
                    <a:pt x="58921" y="35618"/>
                  </a:lnTo>
                  <a:lnTo>
                    <a:pt x="58847" y="35592"/>
                  </a:lnTo>
                  <a:lnTo>
                    <a:pt x="58755" y="35565"/>
                  </a:lnTo>
                  <a:lnTo>
                    <a:pt x="58700" y="35552"/>
                  </a:lnTo>
                  <a:lnTo>
                    <a:pt x="58718" y="35498"/>
                  </a:lnTo>
                  <a:lnTo>
                    <a:pt x="58644" y="35485"/>
                  </a:lnTo>
                  <a:lnTo>
                    <a:pt x="58608" y="35485"/>
                  </a:lnTo>
                  <a:lnTo>
                    <a:pt x="58534" y="35578"/>
                  </a:lnTo>
                  <a:lnTo>
                    <a:pt x="58515" y="35578"/>
                  </a:lnTo>
                  <a:lnTo>
                    <a:pt x="58423" y="35578"/>
                  </a:lnTo>
                  <a:lnTo>
                    <a:pt x="58644" y="35418"/>
                  </a:lnTo>
                  <a:lnTo>
                    <a:pt x="58644" y="35325"/>
                  </a:lnTo>
                  <a:lnTo>
                    <a:pt x="58921" y="35205"/>
                  </a:lnTo>
                  <a:lnTo>
                    <a:pt x="58976" y="35152"/>
                  </a:lnTo>
                  <a:lnTo>
                    <a:pt x="58976" y="35098"/>
                  </a:lnTo>
                  <a:lnTo>
                    <a:pt x="59087" y="35072"/>
                  </a:lnTo>
                  <a:lnTo>
                    <a:pt x="59124" y="35045"/>
                  </a:lnTo>
                  <a:lnTo>
                    <a:pt x="59142" y="34992"/>
                  </a:lnTo>
                  <a:lnTo>
                    <a:pt x="59419" y="34778"/>
                  </a:lnTo>
                  <a:lnTo>
                    <a:pt x="59603" y="34698"/>
                  </a:lnTo>
                  <a:lnTo>
                    <a:pt x="59548" y="34818"/>
                  </a:lnTo>
                  <a:lnTo>
                    <a:pt x="59363" y="34938"/>
                  </a:lnTo>
                  <a:lnTo>
                    <a:pt x="59087" y="35205"/>
                  </a:lnTo>
                  <a:lnTo>
                    <a:pt x="59087" y="35325"/>
                  </a:lnTo>
                  <a:lnTo>
                    <a:pt x="59142" y="35338"/>
                  </a:lnTo>
                  <a:lnTo>
                    <a:pt x="59363" y="35312"/>
                  </a:lnTo>
                  <a:lnTo>
                    <a:pt x="59511" y="35352"/>
                  </a:lnTo>
                  <a:lnTo>
                    <a:pt x="59529" y="35312"/>
                  </a:lnTo>
                  <a:lnTo>
                    <a:pt x="59548" y="35205"/>
                  </a:lnTo>
                  <a:lnTo>
                    <a:pt x="59603" y="35165"/>
                  </a:lnTo>
                  <a:lnTo>
                    <a:pt x="59640" y="35112"/>
                  </a:lnTo>
                  <a:lnTo>
                    <a:pt x="59732" y="35085"/>
                  </a:lnTo>
                  <a:lnTo>
                    <a:pt x="59732" y="35152"/>
                  </a:lnTo>
                  <a:lnTo>
                    <a:pt x="59714" y="35205"/>
                  </a:lnTo>
                  <a:lnTo>
                    <a:pt x="59658" y="35285"/>
                  </a:lnTo>
                  <a:lnTo>
                    <a:pt x="59677" y="35312"/>
                  </a:lnTo>
                  <a:lnTo>
                    <a:pt x="60101" y="35205"/>
                  </a:lnTo>
                  <a:lnTo>
                    <a:pt x="60193" y="35165"/>
                  </a:lnTo>
                  <a:lnTo>
                    <a:pt x="60230" y="35098"/>
                  </a:lnTo>
                  <a:lnTo>
                    <a:pt x="60285" y="35072"/>
                  </a:lnTo>
                  <a:lnTo>
                    <a:pt x="60377" y="35125"/>
                  </a:lnTo>
                  <a:lnTo>
                    <a:pt x="60322" y="35205"/>
                  </a:lnTo>
                  <a:lnTo>
                    <a:pt x="60212" y="35232"/>
                  </a:lnTo>
                  <a:lnTo>
                    <a:pt x="60138" y="35285"/>
                  </a:lnTo>
                  <a:lnTo>
                    <a:pt x="60156" y="35405"/>
                  </a:lnTo>
                  <a:lnTo>
                    <a:pt x="60248" y="35485"/>
                  </a:lnTo>
                  <a:lnTo>
                    <a:pt x="60322" y="35472"/>
                  </a:lnTo>
                  <a:lnTo>
                    <a:pt x="60396" y="35445"/>
                  </a:lnTo>
                  <a:lnTo>
                    <a:pt x="60470" y="35458"/>
                  </a:lnTo>
                  <a:lnTo>
                    <a:pt x="60506" y="35498"/>
                  </a:lnTo>
                  <a:lnTo>
                    <a:pt x="60506" y="35552"/>
                  </a:lnTo>
                  <a:lnTo>
                    <a:pt x="60525" y="35578"/>
                  </a:lnTo>
                  <a:lnTo>
                    <a:pt x="60525" y="35592"/>
                  </a:lnTo>
                  <a:lnTo>
                    <a:pt x="60506" y="35738"/>
                  </a:lnTo>
                  <a:lnTo>
                    <a:pt x="60433" y="35778"/>
                  </a:lnTo>
                  <a:lnTo>
                    <a:pt x="60285" y="35845"/>
                  </a:lnTo>
                  <a:lnTo>
                    <a:pt x="60322" y="35765"/>
                  </a:lnTo>
                  <a:lnTo>
                    <a:pt x="60322" y="35725"/>
                  </a:lnTo>
                  <a:lnTo>
                    <a:pt x="60322" y="35685"/>
                  </a:lnTo>
                  <a:lnTo>
                    <a:pt x="60267" y="35698"/>
                  </a:lnTo>
                  <a:lnTo>
                    <a:pt x="60230" y="35778"/>
                  </a:lnTo>
                  <a:lnTo>
                    <a:pt x="60193" y="35818"/>
                  </a:lnTo>
                  <a:lnTo>
                    <a:pt x="60175" y="35805"/>
                  </a:lnTo>
                  <a:lnTo>
                    <a:pt x="60101" y="35765"/>
                  </a:lnTo>
                  <a:lnTo>
                    <a:pt x="60082" y="35765"/>
                  </a:lnTo>
                  <a:lnTo>
                    <a:pt x="60064" y="35778"/>
                  </a:lnTo>
                  <a:lnTo>
                    <a:pt x="60064" y="35858"/>
                  </a:lnTo>
                  <a:lnTo>
                    <a:pt x="60046" y="35872"/>
                  </a:lnTo>
                  <a:lnTo>
                    <a:pt x="59861" y="35938"/>
                  </a:lnTo>
                  <a:lnTo>
                    <a:pt x="59787" y="36005"/>
                  </a:lnTo>
                  <a:lnTo>
                    <a:pt x="59806" y="36138"/>
                  </a:lnTo>
                  <a:lnTo>
                    <a:pt x="60009" y="36178"/>
                  </a:lnTo>
                  <a:lnTo>
                    <a:pt x="60046" y="36178"/>
                  </a:lnTo>
                  <a:lnTo>
                    <a:pt x="60156" y="36125"/>
                  </a:lnTo>
                  <a:lnTo>
                    <a:pt x="60193" y="36138"/>
                  </a:lnTo>
                  <a:lnTo>
                    <a:pt x="60212" y="36165"/>
                  </a:lnTo>
                  <a:lnTo>
                    <a:pt x="60230" y="36218"/>
                  </a:lnTo>
                  <a:lnTo>
                    <a:pt x="60267" y="36245"/>
                  </a:lnTo>
                  <a:lnTo>
                    <a:pt x="60341" y="36258"/>
                  </a:lnTo>
                  <a:lnTo>
                    <a:pt x="60414" y="36245"/>
                  </a:lnTo>
                  <a:lnTo>
                    <a:pt x="60470" y="36218"/>
                  </a:lnTo>
                  <a:lnTo>
                    <a:pt x="60525" y="36098"/>
                  </a:lnTo>
                  <a:lnTo>
                    <a:pt x="60654" y="36045"/>
                  </a:lnTo>
                  <a:lnTo>
                    <a:pt x="60691" y="36005"/>
                  </a:lnTo>
                  <a:lnTo>
                    <a:pt x="60691" y="36031"/>
                  </a:lnTo>
                  <a:lnTo>
                    <a:pt x="60636" y="36085"/>
                  </a:lnTo>
                  <a:lnTo>
                    <a:pt x="60617" y="36125"/>
                  </a:lnTo>
                  <a:lnTo>
                    <a:pt x="60636" y="36205"/>
                  </a:lnTo>
                  <a:lnTo>
                    <a:pt x="60654" y="36231"/>
                  </a:lnTo>
                  <a:lnTo>
                    <a:pt x="60801" y="36258"/>
                  </a:lnTo>
                  <a:lnTo>
                    <a:pt x="61115" y="36245"/>
                  </a:lnTo>
                  <a:lnTo>
                    <a:pt x="61152" y="36205"/>
                  </a:lnTo>
                  <a:lnTo>
                    <a:pt x="61152" y="36031"/>
                  </a:lnTo>
                  <a:lnTo>
                    <a:pt x="61152" y="36005"/>
                  </a:lnTo>
                  <a:lnTo>
                    <a:pt x="61133" y="35992"/>
                  </a:lnTo>
                  <a:lnTo>
                    <a:pt x="61115" y="35978"/>
                  </a:lnTo>
                  <a:lnTo>
                    <a:pt x="61115" y="35952"/>
                  </a:lnTo>
                  <a:lnTo>
                    <a:pt x="61115" y="35938"/>
                  </a:lnTo>
                  <a:lnTo>
                    <a:pt x="61133" y="35938"/>
                  </a:lnTo>
                  <a:lnTo>
                    <a:pt x="61170" y="35952"/>
                  </a:lnTo>
                  <a:lnTo>
                    <a:pt x="61189" y="35952"/>
                  </a:lnTo>
                  <a:lnTo>
                    <a:pt x="61262" y="35912"/>
                  </a:lnTo>
                  <a:lnTo>
                    <a:pt x="61281" y="35858"/>
                  </a:lnTo>
                  <a:lnTo>
                    <a:pt x="61299" y="35778"/>
                  </a:lnTo>
                  <a:lnTo>
                    <a:pt x="61281" y="35685"/>
                  </a:lnTo>
                  <a:lnTo>
                    <a:pt x="61244" y="35672"/>
                  </a:lnTo>
                  <a:lnTo>
                    <a:pt x="61189" y="35672"/>
                  </a:lnTo>
                  <a:lnTo>
                    <a:pt x="60986" y="35725"/>
                  </a:lnTo>
                  <a:lnTo>
                    <a:pt x="60986" y="35645"/>
                  </a:lnTo>
                  <a:lnTo>
                    <a:pt x="61078" y="35605"/>
                  </a:lnTo>
                  <a:lnTo>
                    <a:pt x="61355" y="35538"/>
                  </a:lnTo>
                  <a:lnTo>
                    <a:pt x="61428" y="35472"/>
                  </a:lnTo>
                  <a:lnTo>
                    <a:pt x="61447" y="35472"/>
                  </a:lnTo>
                  <a:lnTo>
                    <a:pt x="61465" y="35485"/>
                  </a:lnTo>
                  <a:lnTo>
                    <a:pt x="61484" y="35538"/>
                  </a:lnTo>
                  <a:lnTo>
                    <a:pt x="61539" y="35578"/>
                  </a:lnTo>
                  <a:lnTo>
                    <a:pt x="61613" y="35592"/>
                  </a:lnTo>
                  <a:lnTo>
                    <a:pt x="62018" y="35498"/>
                  </a:lnTo>
                  <a:lnTo>
                    <a:pt x="61981" y="35605"/>
                  </a:lnTo>
                  <a:lnTo>
                    <a:pt x="62000" y="35672"/>
                  </a:lnTo>
                  <a:lnTo>
                    <a:pt x="62055" y="35698"/>
                  </a:lnTo>
                  <a:lnTo>
                    <a:pt x="62074" y="35725"/>
                  </a:lnTo>
                  <a:lnTo>
                    <a:pt x="62037" y="35738"/>
                  </a:lnTo>
                  <a:lnTo>
                    <a:pt x="61742" y="35698"/>
                  </a:lnTo>
                  <a:lnTo>
                    <a:pt x="61631" y="35712"/>
                  </a:lnTo>
                  <a:lnTo>
                    <a:pt x="61447" y="35685"/>
                  </a:lnTo>
                  <a:lnTo>
                    <a:pt x="61410" y="35698"/>
                  </a:lnTo>
                  <a:lnTo>
                    <a:pt x="61336" y="35952"/>
                  </a:lnTo>
                  <a:lnTo>
                    <a:pt x="61281" y="36005"/>
                  </a:lnTo>
                  <a:lnTo>
                    <a:pt x="61244" y="36085"/>
                  </a:lnTo>
                  <a:lnTo>
                    <a:pt x="61262" y="36165"/>
                  </a:lnTo>
                  <a:lnTo>
                    <a:pt x="61318" y="36285"/>
                  </a:lnTo>
                  <a:lnTo>
                    <a:pt x="61428" y="36351"/>
                  </a:lnTo>
                  <a:lnTo>
                    <a:pt x="61908" y="36538"/>
                  </a:lnTo>
                  <a:lnTo>
                    <a:pt x="62000" y="36591"/>
                  </a:lnTo>
                  <a:lnTo>
                    <a:pt x="62074" y="36658"/>
                  </a:lnTo>
                  <a:lnTo>
                    <a:pt x="62147" y="36738"/>
                  </a:lnTo>
                  <a:lnTo>
                    <a:pt x="62203" y="36778"/>
                  </a:lnTo>
                  <a:lnTo>
                    <a:pt x="62276" y="36791"/>
                  </a:lnTo>
                  <a:lnTo>
                    <a:pt x="62571" y="36631"/>
                  </a:lnTo>
                  <a:lnTo>
                    <a:pt x="62700" y="36618"/>
                  </a:lnTo>
                  <a:lnTo>
                    <a:pt x="63014" y="36685"/>
                  </a:lnTo>
                  <a:lnTo>
                    <a:pt x="63253" y="36685"/>
                  </a:lnTo>
                  <a:lnTo>
                    <a:pt x="63290" y="36698"/>
                  </a:lnTo>
                  <a:lnTo>
                    <a:pt x="63309" y="36725"/>
                  </a:lnTo>
                  <a:lnTo>
                    <a:pt x="63419" y="36778"/>
                  </a:lnTo>
                  <a:lnTo>
                    <a:pt x="63456" y="36778"/>
                  </a:lnTo>
                  <a:lnTo>
                    <a:pt x="63512" y="36778"/>
                  </a:lnTo>
                  <a:lnTo>
                    <a:pt x="63714" y="36805"/>
                  </a:lnTo>
                  <a:lnTo>
                    <a:pt x="63899" y="36871"/>
                  </a:lnTo>
                  <a:lnTo>
                    <a:pt x="64083" y="36911"/>
                  </a:lnTo>
                  <a:lnTo>
                    <a:pt x="64415" y="37085"/>
                  </a:lnTo>
                  <a:lnTo>
                    <a:pt x="64433" y="37125"/>
                  </a:lnTo>
                  <a:lnTo>
                    <a:pt x="64452" y="37165"/>
                  </a:lnTo>
                  <a:lnTo>
                    <a:pt x="64691" y="37431"/>
                  </a:lnTo>
                  <a:lnTo>
                    <a:pt x="64691" y="37458"/>
                  </a:lnTo>
                  <a:lnTo>
                    <a:pt x="64636" y="37485"/>
                  </a:lnTo>
                  <a:lnTo>
                    <a:pt x="64673" y="37538"/>
                  </a:lnTo>
                  <a:lnTo>
                    <a:pt x="64691" y="37564"/>
                  </a:lnTo>
                  <a:lnTo>
                    <a:pt x="64747" y="37658"/>
                  </a:lnTo>
                  <a:lnTo>
                    <a:pt x="64765" y="37684"/>
                  </a:lnTo>
                  <a:lnTo>
                    <a:pt x="64747" y="37751"/>
                  </a:lnTo>
                  <a:lnTo>
                    <a:pt x="64691" y="37791"/>
                  </a:lnTo>
                  <a:lnTo>
                    <a:pt x="64526" y="37804"/>
                  </a:lnTo>
                  <a:lnTo>
                    <a:pt x="64378" y="37844"/>
                  </a:lnTo>
                  <a:lnTo>
                    <a:pt x="64341" y="37884"/>
                  </a:lnTo>
                  <a:lnTo>
                    <a:pt x="64360" y="37964"/>
                  </a:lnTo>
                  <a:lnTo>
                    <a:pt x="64360" y="37978"/>
                  </a:lnTo>
                  <a:lnTo>
                    <a:pt x="64360" y="37978"/>
                  </a:lnTo>
                  <a:lnTo>
                    <a:pt x="64360" y="37978"/>
                  </a:lnTo>
                  <a:lnTo>
                    <a:pt x="64360" y="38004"/>
                  </a:lnTo>
                  <a:lnTo>
                    <a:pt x="64231" y="38098"/>
                  </a:lnTo>
                  <a:lnTo>
                    <a:pt x="64138" y="38244"/>
                  </a:lnTo>
                  <a:lnTo>
                    <a:pt x="64102" y="38284"/>
                  </a:lnTo>
                  <a:lnTo>
                    <a:pt x="64102" y="38324"/>
                  </a:lnTo>
                  <a:lnTo>
                    <a:pt x="63954" y="38364"/>
                  </a:lnTo>
                  <a:lnTo>
                    <a:pt x="63880" y="38351"/>
                  </a:lnTo>
                  <a:lnTo>
                    <a:pt x="63714" y="38271"/>
                  </a:lnTo>
                  <a:lnTo>
                    <a:pt x="63641" y="38258"/>
                  </a:lnTo>
                  <a:lnTo>
                    <a:pt x="62995" y="38338"/>
                  </a:lnTo>
                  <a:lnTo>
                    <a:pt x="62737" y="38511"/>
                  </a:lnTo>
                  <a:lnTo>
                    <a:pt x="62645" y="38604"/>
                  </a:lnTo>
                  <a:lnTo>
                    <a:pt x="62627" y="38618"/>
                  </a:lnTo>
                  <a:lnTo>
                    <a:pt x="62608" y="38658"/>
                  </a:lnTo>
                  <a:lnTo>
                    <a:pt x="62645" y="38738"/>
                  </a:lnTo>
                  <a:lnTo>
                    <a:pt x="62700" y="38831"/>
                  </a:lnTo>
                  <a:lnTo>
                    <a:pt x="62756" y="38871"/>
                  </a:lnTo>
                  <a:lnTo>
                    <a:pt x="62756" y="38978"/>
                  </a:lnTo>
                  <a:lnTo>
                    <a:pt x="62793" y="39031"/>
                  </a:lnTo>
                  <a:lnTo>
                    <a:pt x="62829" y="39111"/>
                  </a:lnTo>
                  <a:lnTo>
                    <a:pt x="62940" y="39177"/>
                  </a:lnTo>
                  <a:lnTo>
                    <a:pt x="63051" y="39204"/>
                  </a:lnTo>
                  <a:lnTo>
                    <a:pt x="63124" y="39191"/>
                  </a:lnTo>
                  <a:lnTo>
                    <a:pt x="63180" y="39191"/>
                  </a:lnTo>
                  <a:lnTo>
                    <a:pt x="63253" y="39324"/>
                  </a:lnTo>
                  <a:lnTo>
                    <a:pt x="63253" y="39497"/>
                  </a:lnTo>
                  <a:lnTo>
                    <a:pt x="63143" y="39791"/>
                  </a:lnTo>
                  <a:lnTo>
                    <a:pt x="63217" y="39964"/>
                  </a:lnTo>
                  <a:lnTo>
                    <a:pt x="63456" y="40151"/>
                  </a:lnTo>
                  <a:lnTo>
                    <a:pt x="63677" y="40124"/>
                  </a:lnTo>
                  <a:lnTo>
                    <a:pt x="64102" y="39897"/>
                  </a:lnTo>
                  <a:lnTo>
                    <a:pt x="64618" y="39377"/>
                  </a:lnTo>
                  <a:lnTo>
                    <a:pt x="64636" y="39311"/>
                  </a:lnTo>
                  <a:lnTo>
                    <a:pt x="64673" y="39151"/>
                  </a:lnTo>
                  <a:lnTo>
                    <a:pt x="64710" y="39111"/>
                  </a:lnTo>
                  <a:lnTo>
                    <a:pt x="64968" y="38991"/>
                  </a:lnTo>
                  <a:lnTo>
                    <a:pt x="65079" y="38831"/>
                  </a:lnTo>
                  <a:lnTo>
                    <a:pt x="65300" y="38644"/>
                  </a:lnTo>
                  <a:lnTo>
                    <a:pt x="65392" y="38524"/>
                  </a:lnTo>
                  <a:lnTo>
                    <a:pt x="65429" y="38364"/>
                  </a:lnTo>
                  <a:lnTo>
                    <a:pt x="65171" y="38244"/>
                  </a:lnTo>
                  <a:lnTo>
                    <a:pt x="65115" y="38191"/>
                  </a:lnTo>
                  <a:lnTo>
                    <a:pt x="65152" y="38058"/>
                  </a:lnTo>
                  <a:lnTo>
                    <a:pt x="65171" y="38004"/>
                  </a:lnTo>
                  <a:lnTo>
                    <a:pt x="65226" y="37978"/>
                  </a:lnTo>
                  <a:lnTo>
                    <a:pt x="65263" y="37964"/>
                  </a:lnTo>
                  <a:lnTo>
                    <a:pt x="65337" y="37964"/>
                  </a:lnTo>
                  <a:lnTo>
                    <a:pt x="65410" y="38004"/>
                  </a:lnTo>
                  <a:lnTo>
                    <a:pt x="65521" y="38098"/>
                  </a:lnTo>
                  <a:lnTo>
                    <a:pt x="65595" y="38111"/>
                  </a:lnTo>
                  <a:lnTo>
                    <a:pt x="65632" y="38124"/>
                  </a:lnTo>
                  <a:lnTo>
                    <a:pt x="65871" y="38258"/>
                  </a:lnTo>
                  <a:lnTo>
                    <a:pt x="66037" y="38271"/>
                  </a:lnTo>
                  <a:lnTo>
                    <a:pt x="66185" y="38364"/>
                  </a:lnTo>
                  <a:lnTo>
                    <a:pt x="66222" y="38364"/>
                  </a:lnTo>
                  <a:lnTo>
                    <a:pt x="66351" y="38364"/>
                  </a:lnTo>
                  <a:lnTo>
                    <a:pt x="66388" y="38338"/>
                  </a:lnTo>
                  <a:lnTo>
                    <a:pt x="66369" y="38244"/>
                  </a:lnTo>
                  <a:lnTo>
                    <a:pt x="66388" y="38111"/>
                  </a:lnTo>
                  <a:lnTo>
                    <a:pt x="66369" y="38018"/>
                  </a:lnTo>
                  <a:lnTo>
                    <a:pt x="66295" y="37938"/>
                  </a:lnTo>
                  <a:lnTo>
                    <a:pt x="66314" y="37911"/>
                  </a:lnTo>
                  <a:lnTo>
                    <a:pt x="66332" y="37871"/>
                  </a:lnTo>
                  <a:lnTo>
                    <a:pt x="66314" y="37831"/>
                  </a:lnTo>
                  <a:lnTo>
                    <a:pt x="66240" y="37778"/>
                  </a:lnTo>
                  <a:lnTo>
                    <a:pt x="66259" y="37738"/>
                  </a:lnTo>
                  <a:lnTo>
                    <a:pt x="66332" y="37698"/>
                  </a:lnTo>
                  <a:lnTo>
                    <a:pt x="66351" y="37658"/>
                  </a:lnTo>
                  <a:lnTo>
                    <a:pt x="66332" y="37578"/>
                  </a:lnTo>
                  <a:lnTo>
                    <a:pt x="66332" y="37551"/>
                  </a:lnTo>
                  <a:lnTo>
                    <a:pt x="66369" y="37538"/>
                  </a:lnTo>
                  <a:lnTo>
                    <a:pt x="66369" y="37485"/>
                  </a:lnTo>
                  <a:lnTo>
                    <a:pt x="66424" y="37418"/>
                  </a:lnTo>
                  <a:lnTo>
                    <a:pt x="66517" y="37365"/>
                  </a:lnTo>
                  <a:lnTo>
                    <a:pt x="66554" y="37325"/>
                  </a:lnTo>
                  <a:lnTo>
                    <a:pt x="66590" y="37298"/>
                  </a:lnTo>
                  <a:lnTo>
                    <a:pt x="66664" y="37311"/>
                  </a:lnTo>
                  <a:lnTo>
                    <a:pt x="66848" y="37391"/>
                  </a:lnTo>
                  <a:lnTo>
                    <a:pt x="66904" y="37391"/>
                  </a:lnTo>
                  <a:lnTo>
                    <a:pt x="66996" y="37365"/>
                  </a:lnTo>
                  <a:lnTo>
                    <a:pt x="67051" y="37405"/>
                  </a:lnTo>
                  <a:lnTo>
                    <a:pt x="67125" y="37458"/>
                  </a:lnTo>
                  <a:lnTo>
                    <a:pt x="67125" y="37538"/>
                  </a:lnTo>
                  <a:lnTo>
                    <a:pt x="67088" y="37564"/>
                  </a:lnTo>
                  <a:lnTo>
                    <a:pt x="66978" y="37578"/>
                  </a:lnTo>
                  <a:lnTo>
                    <a:pt x="66941" y="37604"/>
                  </a:lnTo>
                  <a:lnTo>
                    <a:pt x="66885" y="37671"/>
                  </a:lnTo>
                  <a:lnTo>
                    <a:pt x="66848" y="37684"/>
                  </a:lnTo>
                  <a:lnTo>
                    <a:pt x="66848" y="37644"/>
                  </a:lnTo>
                  <a:lnTo>
                    <a:pt x="66922" y="37524"/>
                  </a:lnTo>
                  <a:lnTo>
                    <a:pt x="66535" y="37738"/>
                  </a:lnTo>
                  <a:lnTo>
                    <a:pt x="66517" y="37751"/>
                  </a:lnTo>
                  <a:lnTo>
                    <a:pt x="66424" y="37938"/>
                  </a:lnTo>
                  <a:lnTo>
                    <a:pt x="66443" y="37991"/>
                  </a:lnTo>
                  <a:lnTo>
                    <a:pt x="66517" y="38018"/>
                  </a:lnTo>
                  <a:lnTo>
                    <a:pt x="66554" y="37991"/>
                  </a:lnTo>
                  <a:lnTo>
                    <a:pt x="66627" y="37924"/>
                  </a:lnTo>
                  <a:lnTo>
                    <a:pt x="66775" y="37844"/>
                  </a:lnTo>
                  <a:lnTo>
                    <a:pt x="66443" y="38098"/>
                  </a:lnTo>
                  <a:lnTo>
                    <a:pt x="66572" y="38111"/>
                  </a:lnTo>
                  <a:lnTo>
                    <a:pt x="66756" y="37951"/>
                  </a:lnTo>
                  <a:lnTo>
                    <a:pt x="66885" y="37964"/>
                  </a:lnTo>
                  <a:lnTo>
                    <a:pt x="66848" y="38004"/>
                  </a:lnTo>
                  <a:lnTo>
                    <a:pt x="66554" y="38178"/>
                  </a:lnTo>
                  <a:lnTo>
                    <a:pt x="66517" y="38231"/>
                  </a:lnTo>
                  <a:lnTo>
                    <a:pt x="66848" y="38098"/>
                  </a:lnTo>
                  <a:lnTo>
                    <a:pt x="67088" y="37911"/>
                  </a:lnTo>
                  <a:lnTo>
                    <a:pt x="67217" y="37884"/>
                  </a:lnTo>
                  <a:lnTo>
                    <a:pt x="67328" y="37938"/>
                  </a:lnTo>
                  <a:lnTo>
                    <a:pt x="67309" y="37951"/>
                  </a:lnTo>
                  <a:lnTo>
                    <a:pt x="67291" y="37964"/>
                  </a:lnTo>
                  <a:lnTo>
                    <a:pt x="67291" y="38018"/>
                  </a:lnTo>
                  <a:lnTo>
                    <a:pt x="67383" y="38058"/>
                  </a:lnTo>
                  <a:lnTo>
                    <a:pt x="67420" y="38124"/>
                  </a:lnTo>
                  <a:lnTo>
                    <a:pt x="67420" y="38204"/>
                  </a:lnTo>
                  <a:lnTo>
                    <a:pt x="67383" y="38244"/>
                  </a:lnTo>
                  <a:lnTo>
                    <a:pt x="67236" y="38311"/>
                  </a:lnTo>
                  <a:lnTo>
                    <a:pt x="67125" y="38404"/>
                  </a:lnTo>
                  <a:lnTo>
                    <a:pt x="67162" y="38444"/>
                  </a:lnTo>
                  <a:lnTo>
                    <a:pt x="67107" y="38484"/>
                  </a:lnTo>
                  <a:lnTo>
                    <a:pt x="66941" y="38538"/>
                  </a:lnTo>
                  <a:lnTo>
                    <a:pt x="66904" y="38618"/>
                  </a:lnTo>
                  <a:lnTo>
                    <a:pt x="66959" y="38604"/>
                  </a:lnTo>
                  <a:lnTo>
                    <a:pt x="67143" y="38618"/>
                  </a:lnTo>
                  <a:lnTo>
                    <a:pt x="67273" y="38591"/>
                  </a:lnTo>
                  <a:lnTo>
                    <a:pt x="67291" y="38604"/>
                  </a:lnTo>
                  <a:lnTo>
                    <a:pt x="67309" y="38631"/>
                  </a:lnTo>
                  <a:lnTo>
                    <a:pt x="67328" y="38658"/>
                  </a:lnTo>
                  <a:lnTo>
                    <a:pt x="67346" y="38671"/>
                  </a:lnTo>
                  <a:lnTo>
                    <a:pt x="67715" y="38498"/>
                  </a:lnTo>
                  <a:lnTo>
                    <a:pt x="67715" y="38444"/>
                  </a:lnTo>
                  <a:lnTo>
                    <a:pt x="67641" y="38378"/>
                  </a:lnTo>
                  <a:lnTo>
                    <a:pt x="67567" y="38391"/>
                  </a:lnTo>
                  <a:lnTo>
                    <a:pt x="67494" y="38418"/>
                  </a:lnTo>
                  <a:lnTo>
                    <a:pt x="67438" y="38444"/>
                  </a:lnTo>
                  <a:lnTo>
                    <a:pt x="67438" y="38404"/>
                  </a:lnTo>
                  <a:lnTo>
                    <a:pt x="67475" y="38364"/>
                  </a:lnTo>
                  <a:lnTo>
                    <a:pt x="67494" y="38351"/>
                  </a:lnTo>
                  <a:lnTo>
                    <a:pt x="67531" y="38351"/>
                  </a:lnTo>
                  <a:lnTo>
                    <a:pt x="67531" y="38324"/>
                  </a:lnTo>
                  <a:lnTo>
                    <a:pt x="67494" y="38271"/>
                  </a:lnTo>
                  <a:lnTo>
                    <a:pt x="67567" y="38244"/>
                  </a:lnTo>
                  <a:lnTo>
                    <a:pt x="67641" y="38218"/>
                  </a:lnTo>
                  <a:lnTo>
                    <a:pt x="67770" y="38231"/>
                  </a:lnTo>
                  <a:lnTo>
                    <a:pt x="67862" y="38284"/>
                  </a:lnTo>
                  <a:lnTo>
                    <a:pt x="67862" y="38404"/>
                  </a:lnTo>
                  <a:lnTo>
                    <a:pt x="67844" y="38471"/>
                  </a:lnTo>
                  <a:lnTo>
                    <a:pt x="67807" y="38511"/>
                  </a:lnTo>
                  <a:lnTo>
                    <a:pt x="67623" y="38618"/>
                  </a:lnTo>
                  <a:lnTo>
                    <a:pt x="67623" y="38644"/>
                  </a:lnTo>
                  <a:lnTo>
                    <a:pt x="67660" y="38711"/>
                  </a:lnTo>
                  <a:lnTo>
                    <a:pt x="67697" y="38791"/>
                  </a:lnTo>
                  <a:lnTo>
                    <a:pt x="67770" y="38831"/>
                  </a:lnTo>
                  <a:lnTo>
                    <a:pt x="67881" y="38858"/>
                  </a:lnTo>
                  <a:lnTo>
                    <a:pt x="68139" y="38964"/>
                  </a:lnTo>
                  <a:lnTo>
                    <a:pt x="68194" y="38978"/>
                  </a:lnTo>
                  <a:lnTo>
                    <a:pt x="68250" y="38978"/>
                  </a:lnTo>
                  <a:lnTo>
                    <a:pt x="68323" y="38991"/>
                  </a:lnTo>
                  <a:lnTo>
                    <a:pt x="68360" y="39031"/>
                  </a:lnTo>
                  <a:lnTo>
                    <a:pt x="68397" y="39124"/>
                  </a:lnTo>
                  <a:lnTo>
                    <a:pt x="68489" y="39231"/>
                  </a:lnTo>
                  <a:lnTo>
                    <a:pt x="68563" y="39257"/>
                  </a:lnTo>
                  <a:lnTo>
                    <a:pt x="68711" y="39257"/>
                  </a:lnTo>
                  <a:lnTo>
                    <a:pt x="68747" y="39271"/>
                  </a:lnTo>
                  <a:lnTo>
                    <a:pt x="68858" y="39311"/>
                  </a:lnTo>
                  <a:lnTo>
                    <a:pt x="68876" y="39324"/>
                  </a:lnTo>
                  <a:lnTo>
                    <a:pt x="68895" y="39337"/>
                  </a:lnTo>
                  <a:lnTo>
                    <a:pt x="68932" y="39377"/>
                  </a:lnTo>
                  <a:lnTo>
                    <a:pt x="68969" y="39417"/>
                  </a:lnTo>
                  <a:lnTo>
                    <a:pt x="69024" y="39417"/>
                  </a:lnTo>
                  <a:lnTo>
                    <a:pt x="69300" y="39377"/>
                  </a:lnTo>
                  <a:lnTo>
                    <a:pt x="69411" y="39391"/>
                  </a:lnTo>
                  <a:lnTo>
                    <a:pt x="69448" y="39444"/>
                  </a:lnTo>
                  <a:lnTo>
                    <a:pt x="69485" y="39431"/>
                  </a:lnTo>
                  <a:lnTo>
                    <a:pt x="69577" y="39337"/>
                  </a:lnTo>
                  <a:lnTo>
                    <a:pt x="69872" y="39231"/>
                  </a:lnTo>
                  <a:lnTo>
                    <a:pt x="69890" y="39311"/>
                  </a:lnTo>
                  <a:lnTo>
                    <a:pt x="69927" y="39377"/>
                  </a:lnTo>
                  <a:lnTo>
                    <a:pt x="69964" y="39404"/>
                  </a:lnTo>
                  <a:lnTo>
                    <a:pt x="70038" y="39404"/>
                  </a:lnTo>
                  <a:lnTo>
                    <a:pt x="70112" y="39311"/>
                  </a:lnTo>
                  <a:lnTo>
                    <a:pt x="70130" y="39244"/>
                  </a:lnTo>
                  <a:lnTo>
                    <a:pt x="70112" y="39124"/>
                  </a:lnTo>
                  <a:lnTo>
                    <a:pt x="70112" y="39111"/>
                  </a:lnTo>
                  <a:lnTo>
                    <a:pt x="70112" y="39071"/>
                  </a:lnTo>
                  <a:lnTo>
                    <a:pt x="70075" y="39031"/>
                  </a:lnTo>
                  <a:lnTo>
                    <a:pt x="70038" y="39004"/>
                  </a:lnTo>
                  <a:lnTo>
                    <a:pt x="69890" y="38978"/>
                  </a:lnTo>
                  <a:lnTo>
                    <a:pt x="69743" y="38858"/>
                  </a:lnTo>
                  <a:lnTo>
                    <a:pt x="69651" y="38831"/>
                  </a:lnTo>
                  <a:lnTo>
                    <a:pt x="69577" y="38804"/>
                  </a:lnTo>
                  <a:lnTo>
                    <a:pt x="69577" y="38791"/>
                  </a:lnTo>
                  <a:lnTo>
                    <a:pt x="69577" y="38791"/>
                  </a:lnTo>
                  <a:lnTo>
                    <a:pt x="69577" y="38778"/>
                  </a:lnTo>
                  <a:lnTo>
                    <a:pt x="69522" y="38751"/>
                  </a:lnTo>
                  <a:lnTo>
                    <a:pt x="69503" y="38738"/>
                  </a:lnTo>
                  <a:lnTo>
                    <a:pt x="69466" y="38738"/>
                  </a:lnTo>
                  <a:lnTo>
                    <a:pt x="69448" y="38711"/>
                  </a:lnTo>
                  <a:lnTo>
                    <a:pt x="69448" y="38698"/>
                  </a:lnTo>
                  <a:lnTo>
                    <a:pt x="69448" y="38671"/>
                  </a:lnTo>
                  <a:lnTo>
                    <a:pt x="69282" y="38604"/>
                  </a:lnTo>
                  <a:lnTo>
                    <a:pt x="69245" y="38591"/>
                  </a:lnTo>
                  <a:lnTo>
                    <a:pt x="69116" y="38604"/>
                  </a:lnTo>
                  <a:lnTo>
                    <a:pt x="69079" y="38604"/>
                  </a:lnTo>
                  <a:lnTo>
                    <a:pt x="69061" y="38591"/>
                  </a:lnTo>
                  <a:lnTo>
                    <a:pt x="68932" y="38498"/>
                  </a:lnTo>
                  <a:lnTo>
                    <a:pt x="68950" y="38484"/>
                  </a:lnTo>
                  <a:lnTo>
                    <a:pt x="68969" y="38484"/>
                  </a:lnTo>
                  <a:lnTo>
                    <a:pt x="69042" y="38444"/>
                  </a:lnTo>
                  <a:lnTo>
                    <a:pt x="69079" y="38444"/>
                  </a:lnTo>
                  <a:lnTo>
                    <a:pt x="69153" y="38458"/>
                  </a:lnTo>
                  <a:lnTo>
                    <a:pt x="69190" y="38471"/>
                  </a:lnTo>
                  <a:lnTo>
                    <a:pt x="69300" y="38444"/>
                  </a:lnTo>
                  <a:lnTo>
                    <a:pt x="69337" y="38378"/>
                  </a:lnTo>
                  <a:lnTo>
                    <a:pt x="69393" y="38391"/>
                  </a:lnTo>
                  <a:lnTo>
                    <a:pt x="69430" y="38444"/>
                  </a:lnTo>
                  <a:lnTo>
                    <a:pt x="69466" y="38458"/>
                  </a:lnTo>
                  <a:lnTo>
                    <a:pt x="69559" y="38458"/>
                  </a:lnTo>
                  <a:lnTo>
                    <a:pt x="69669" y="38364"/>
                  </a:lnTo>
                  <a:lnTo>
                    <a:pt x="69817" y="38418"/>
                  </a:lnTo>
                  <a:lnTo>
                    <a:pt x="70038" y="38404"/>
                  </a:lnTo>
                  <a:lnTo>
                    <a:pt x="70001" y="38458"/>
                  </a:lnTo>
                  <a:lnTo>
                    <a:pt x="70001" y="38484"/>
                  </a:lnTo>
                  <a:lnTo>
                    <a:pt x="70001" y="38524"/>
                  </a:lnTo>
                  <a:lnTo>
                    <a:pt x="70038" y="38511"/>
                  </a:lnTo>
                  <a:lnTo>
                    <a:pt x="70222" y="38498"/>
                  </a:lnTo>
                  <a:lnTo>
                    <a:pt x="70204" y="38578"/>
                  </a:lnTo>
                  <a:lnTo>
                    <a:pt x="70038" y="38724"/>
                  </a:lnTo>
                  <a:lnTo>
                    <a:pt x="70056" y="38751"/>
                  </a:lnTo>
                  <a:lnTo>
                    <a:pt x="70185" y="38671"/>
                  </a:lnTo>
                  <a:lnTo>
                    <a:pt x="70241" y="38658"/>
                  </a:lnTo>
                  <a:lnTo>
                    <a:pt x="70314" y="38711"/>
                  </a:lnTo>
                  <a:lnTo>
                    <a:pt x="70314" y="38711"/>
                  </a:lnTo>
                  <a:lnTo>
                    <a:pt x="70333" y="38844"/>
                  </a:lnTo>
                  <a:lnTo>
                    <a:pt x="70333" y="38871"/>
                  </a:lnTo>
                  <a:lnTo>
                    <a:pt x="70204" y="38964"/>
                  </a:lnTo>
                  <a:lnTo>
                    <a:pt x="70462" y="39017"/>
                  </a:lnTo>
                  <a:lnTo>
                    <a:pt x="70499" y="39031"/>
                  </a:lnTo>
                  <a:lnTo>
                    <a:pt x="70536" y="39137"/>
                  </a:lnTo>
                  <a:lnTo>
                    <a:pt x="70517" y="39191"/>
                  </a:lnTo>
                  <a:lnTo>
                    <a:pt x="70388" y="39231"/>
                  </a:lnTo>
                  <a:lnTo>
                    <a:pt x="70351" y="39257"/>
                  </a:lnTo>
                  <a:lnTo>
                    <a:pt x="70314" y="39297"/>
                  </a:lnTo>
                  <a:lnTo>
                    <a:pt x="70314" y="39377"/>
                  </a:lnTo>
                  <a:lnTo>
                    <a:pt x="70388" y="39551"/>
                  </a:lnTo>
                  <a:lnTo>
                    <a:pt x="70370" y="39631"/>
                  </a:lnTo>
                  <a:lnTo>
                    <a:pt x="70351" y="39671"/>
                  </a:lnTo>
                  <a:lnTo>
                    <a:pt x="70351" y="39724"/>
                  </a:lnTo>
                  <a:lnTo>
                    <a:pt x="70480" y="39777"/>
                  </a:lnTo>
                  <a:lnTo>
                    <a:pt x="70554" y="39804"/>
                  </a:lnTo>
                  <a:lnTo>
                    <a:pt x="70646" y="39844"/>
                  </a:lnTo>
                  <a:lnTo>
                    <a:pt x="70757" y="39951"/>
                  </a:lnTo>
                  <a:lnTo>
                    <a:pt x="70794" y="39964"/>
                  </a:lnTo>
                  <a:lnTo>
                    <a:pt x="71126" y="40044"/>
                  </a:lnTo>
                  <a:lnTo>
                    <a:pt x="71199" y="40031"/>
                  </a:lnTo>
                  <a:lnTo>
                    <a:pt x="71328" y="39991"/>
                  </a:lnTo>
                  <a:lnTo>
                    <a:pt x="71476" y="39977"/>
                  </a:lnTo>
                  <a:lnTo>
                    <a:pt x="71476" y="40044"/>
                  </a:lnTo>
                  <a:lnTo>
                    <a:pt x="71457" y="40057"/>
                  </a:lnTo>
                  <a:lnTo>
                    <a:pt x="71421" y="40057"/>
                  </a:lnTo>
                  <a:lnTo>
                    <a:pt x="71384" y="40057"/>
                  </a:lnTo>
                  <a:lnTo>
                    <a:pt x="71365" y="40071"/>
                  </a:lnTo>
                  <a:lnTo>
                    <a:pt x="71310" y="40177"/>
                  </a:lnTo>
                  <a:lnTo>
                    <a:pt x="71476" y="40204"/>
                  </a:lnTo>
                  <a:lnTo>
                    <a:pt x="71476" y="40204"/>
                  </a:lnTo>
                  <a:lnTo>
                    <a:pt x="71494" y="40217"/>
                  </a:lnTo>
                  <a:lnTo>
                    <a:pt x="71513" y="40231"/>
                  </a:lnTo>
                  <a:lnTo>
                    <a:pt x="71550" y="40244"/>
                  </a:lnTo>
                  <a:lnTo>
                    <a:pt x="71605" y="40204"/>
                  </a:lnTo>
                  <a:lnTo>
                    <a:pt x="71568" y="40177"/>
                  </a:lnTo>
                  <a:lnTo>
                    <a:pt x="71550" y="40164"/>
                  </a:lnTo>
                  <a:lnTo>
                    <a:pt x="71513" y="40164"/>
                  </a:lnTo>
                  <a:lnTo>
                    <a:pt x="71494" y="40111"/>
                  </a:lnTo>
                  <a:lnTo>
                    <a:pt x="71587" y="40084"/>
                  </a:lnTo>
                  <a:lnTo>
                    <a:pt x="71642" y="40031"/>
                  </a:lnTo>
                  <a:lnTo>
                    <a:pt x="71697" y="39844"/>
                  </a:lnTo>
                  <a:lnTo>
                    <a:pt x="71679" y="39831"/>
                  </a:lnTo>
                  <a:lnTo>
                    <a:pt x="71660" y="39831"/>
                  </a:lnTo>
                  <a:lnTo>
                    <a:pt x="71679" y="39777"/>
                  </a:lnTo>
                  <a:lnTo>
                    <a:pt x="71752" y="39764"/>
                  </a:lnTo>
                  <a:lnTo>
                    <a:pt x="71882" y="39724"/>
                  </a:lnTo>
                  <a:lnTo>
                    <a:pt x="71937" y="39697"/>
                  </a:lnTo>
                  <a:lnTo>
                    <a:pt x="71918" y="39657"/>
                  </a:lnTo>
                  <a:lnTo>
                    <a:pt x="71845" y="39577"/>
                  </a:lnTo>
                  <a:lnTo>
                    <a:pt x="71826" y="39524"/>
                  </a:lnTo>
                  <a:lnTo>
                    <a:pt x="71845" y="39497"/>
                  </a:lnTo>
                  <a:lnTo>
                    <a:pt x="71882" y="39457"/>
                  </a:lnTo>
                  <a:lnTo>
                    <a:pt x="71937" y="39444"/>
                  </a:lnTo>
                  <a:lnTo>
                    <a:pt x="71882" y="39431"/>
                  </a:lnTo>
                  <a:lnTo>
                    <a:pt x="71826" y="39391"/>
                  </a:lnTo>
                  <a:lnTo>
                    <a:pt x="71863" y="39391"/>
                  </a:lnTo>
                  <a:lnTo>
                    <a:pt x="71937" y="39377"/>
                  </a:lnTo>
                  <a:lnTo>
                    <a:pt x="71992" y="39377"/>
                  </a:lnTo>
                  <a:lnTo>
                    <a:pt x="72140" y="39417"/>
                  </a:lnTo>
                  <a:lnTo>
                    <a:pt x="71992" y="39444"/>
                  </a:lnTo>
                  <a:lnTo>
                    <a:pt x="71955" y="39497"/>
                  </a:lnTo>
                  <a:lnTo>
                    <a:pt x="71955" y="39564"/>
                  </a:lnTo>
                  <a:lnTo>
                    <a:pt x="71992" y="39577"/>
                  </a:lnTo>
                  <a:lnTo>
                    <a:pt x="72029" y="39604"/>
                  </a:lnTo>
                  <a:lnTo>
                    <a:pt x="72066" y="39657"/>
                  </a:lnTo>
                  <a:lnTo>
                    <a:pt x="72047" y="39684"/>
                  </a:lnTo>
                  <a:lnTo>
                    <a:pt x="72047" y="39684"/>
                  </a:lnTo>
                  <a:lnTo>
                    <a:pt x="72011" y="39751"/>
                  </a:lnTo>
                  <a:lnTo>
                    <a:pt x="71992" y="39764"/>
                  </a:lnTo>
                  <a:lnTo>
                    <a:pt x="71918" y="39764"/>
                  </a:lnTo>
                  <a:lnTo>
                    <a:pt x="71845" y="39804"/>
                  </a:lnTo>
                  <a:lnTo>
                    <a:pt x="71845" y="39817"/>
                  </a:lnTo>
                  <a:lnTo>
                    <a:pt x="71845" y="39831"/>
                  </a:lnTo>
                  <a:lnTo>
                    <a:pt x="71863" y="39897"/>
                  </a:lnTo>
                  <a:lnTo>
                    <a:pt x="71863" y="39911"/>
                  </a:lnTo>
                  <a:lnTo>
                    <a:pt x="71826" y="39937"/>
                  </a:lnTo>
                  <a:lnTo>
                    <a:pt x="71808" y="39951"/>
                  </a:lnTo>
                  <a:lnTo>
                    <a:pt x="71771" y="39991"/>
                  </a:lnTo>
                  <a:lnTo>
                    <a:pt x="71771" y="40044"/>
                  </a:lnTo>
                  <a:lnTo>
                    <a:pt x="71882" y="40017"/>
                  </a:lnTo>
                  <a:lnTo>
                    <a:pt x="71955" y="40031"/>
                  </a:lnTo>
                  <a:lnTo>
                    <a:pt x="72066" y="40084"/>
                  </a:lnTo>
                  <a:lnTo>
                    <a:pt x="72121" y="40084"/>
                  </a:lnTo>
                  <a:lnTo>
                    <a:pt x="72140" y="40084"/>
                  </a:lnTo>
                  <a:lnTo>
                    <a:pt x="72176" y="40071"/>
                  </a:lnTo>
                  <a:lnTo>
                    <a:pt x="72176" y="40057"/>
                  </a:lnTo>
                  <a:lnTo>
                    <a:pt x="72195" y="40017"/>
                  </a:lnTo>
                  <a:lnTo>
                    <a:pt x="72195" y="39977"/>
                  </a:lnTo>
                  <a:lnTo>
                    <a:pt x="72158" y="39977"/>
                  </a:lnTo>
                  <a:lnTo>
                    <a:pt x="72140" y="39964"/>
                  </a:lnTo>
                  <a:lnTo>
                    <a:pt x="72140" y="39924"/>
                  </a:lnTo>
                  <a:lnTo>
                    <a:pt x="72158" y="39897"/>
                  </a:lnTo>
                  <a:lnTo>
                    <a:pt x="72176" y="39857"/>
                  </a:lnTo>
                  <a:lnTo>
                    <a:pt x="72195" y="39844"/>
                  </a:lnTo>
                  <a:lnTo>
                    <a:pt x="72306" y="39857"/>
                  </a:lnTo>
                  <a:lnTo>
                    <a:pt x="72342" y="39857"/>
                  </a:lnTo>
                  <a:lnTo>
                    <a:pt x="72379" y="39857"/>
                  </a:lnTo>
                  <a:lnTo>
                    <a:pt x="72398" y="39857"/>
                  </a:lnTo>
                  <a:lnTo>
                    <a:pt x="72453" y="39857"/>
                  </a:lnTo>
                  <a:lnTo>
                    <a:pt x="72490" y="39911"/>
                  </a:lnTo>
                  <a:lnTo>
                    <a:pt x="72508" y="39951"/>
                  </a:lnTo>
                  <a:lnTo>
                    <a:pt x="72527" y="39991"/>
                  </a:lnTo>
                  <a:lnTo>
                    <a:pt x="72508" y="40017"/>
                  </a:lnTo>
                  <a:lnTo>
                    <a:pt x="72490" y="40031"/>
                  </a:lnTo>
                  <a:lnTo>
                    <a:pt x="72527" y="40044"/>
                  </a:lnTo>
                  <a:lnTo>
                    <a:pt x="72545" y="40031"/>
                  </a:lnTo>
                  <a:lnTo>
                    <a:pt x="72564" y="40017"/>
                  </a:lnTo>
                  <a:lnTo>
                    <a:pt x="72582" y="39991"/>
                  </a:lnTo>
                  <a:lnTo>
                    <a:pt x="72637" y="40017"/>
                  </a:lnTo>
                  <a:lnTo>
                    <a:pt x="72730" y="40084"/>
                  </a:lnTo>
                  <a:lnTo>
                    <a:pt x="72730" y="40071"/>
                  </a:lnTo>
                  <a:lnTo>
                    <a:pt x="72748" y="39991"/>
                  </a:lnTo>
                  <a:lnTo>
                    <a:pt x="72840" y="40031"/>
                  </a:lnTo>
                  <a:lnTo>
                    <a:pt x="72932" y="40071"/>
                  </a:lnTo>
                  <a:lnTo>
                    <a:pt x="73006" y="40084"/>
                  </a:lnTo>
                  <a:lnTo>
                    <a:pt x="73006" y="40044"/>
                  </a:lnTo>
                  <a:lnTo>
                    <a:pt x="72969" y="39991"/>
                  </a:lnTo>
                  <a:lnTo>
                    <a:pt x="72932" y="39964"/>
                  </a:lnTo>
                  <a:lnTo>
                    <a:pt x="72914" y="39937"/>
                  </a:lnTo>
                  <a:lnTo>
                    <a:pt x="72932" y="39911"/>
                  </a:lnTo>
                  <a:lnTo>
                    <a:pt x="72951" y="39884"/>
                  </a:lnTo>
                  <a:lnTo>
                    <a:pt x="73006" y="39884"/>
                  </a:lnTo>
                  <a:lnTo>
                    <a:pt x="73043" y="39911"/>
                  </a:lnTo>
                  <a:lnTo>
                    <a:pt x="73061" y="39937"/>
                  </a:lnTo>
                  <a:lnTo>
                    <a:pt x="73190" y="40097"/>
                  </a:lnTo>
                  <a:lnTo>
                    <a:pt x="73227" y="40177"/>
                  </a:lnTo>
                  <a:lnTo>
                    <a:pt x="73356" y="40311"/>
                  </a:lnTo>
                  <a:lnTo>
                    <a:pt x="73449" y="40431"/>
                  </a:lnTo>
                  <a:lnTo>
                    <a:pt x="73541" y="40484"/>
                  </a:lnTo>
                  <a:lnTo>
                    <a:pt x="73651" y="40577"/>
                  </a:lnTo>
                  <a:lnTo>
                    <a:pt x="73725" y="40630"/>
                  </a:lnTo>
                  <a:lnTo>
                    <a:pt x="73744" y="40644"/>
                  </a:lnTo>
                  <a:lnTo>
                    <a:pt x="73744" y="40684"/>
                  </a:lnTo>
                  <a:lnTo>
                    <a:pt x="73762" y="40697"/>
                  </a:lnTo>
                  <a:lnTo>
                    <a:pt x="73762" y="40710"/>
                  </a:lnTo>
                  <a:lnTo>
                    <a:pt x="73780" y="40737"/>
                  </a:lnTo>
                  <a:lnTo>
                    <a:pt x="73817" y="40750"/>
                  </a:lnTo>
                  <a:lnTo>
                    <a:pt x="73836" y="40764"/>
                  </a:lnTo>
                  <a:lnTo>
                    <a:pt x="73854" y="40764"/>
                  </a:lnTo>
                  <a:lnTo>
                    <a:pt x="73873" y="40817"/>
                  </a:lnTo>
                  <a:lnTo>
                    <a:pt x="73873" y="40870"/>
                  </a:lnTo>
                  <a:lnTo>
                    <a:pt x="73909" y="40897"/>
                  </a:lnTo>
                  <a:lnTo>
                    <a:pt x="73928" y="40950"/>
                  </a:lnTo>
                  <a:lnTo>
                    <a:pt x="73965" y="40977"/>
                  </a:lnTo>
                  <a:lnTo>
                    <a:pt x="73983" y="41004"/>
                  </a:lnTo>
                  <a:lnTo>
                    <a:pt x="74002" y="41044"/>
                  </a:lnTo>
                  <a:lnTo>
                    <a:pt x="74002" y="41070"/>
                  </a:lnTo>
                  <a:lnTo>
                    <a:pt x="73965" y="41124"/>
                  </a:lnTo>
                  <a:lnTo>
                    <a:pt x="74002" y="41204"/>
                  </a:lnTo>
                  <a:lnTo>
                    <a:pt x="74039" y="41204"/>
                  </a:lnTo>
                  <a:lnTo>
                    <a:pt x="74112" y="41150"/>
                  </a:lnTo>
                  <a:lnTo>
                    <a:pt x="74149" y="41150"/>
                  </a:lnTo>
                  <a:lnTo>
                    <a:pt x="74149" y="41244"/>
                  </a:lnTo>
                  <a:lnTo>
                    <a:pt x="74149" y="41297"/>
                  </a:lnTo>
                  <a:lnTo>
                    <a:pt x="74223" y="41337"/>
                  </a:lnTo>
                  <a:lnTo>
                    <a:pt x="74389" y="41470"/>
                  </a:lnTo>
                  <a:lnTo>
                    <a:pt x="74481" y="41484"/>
                  </a:lnTo>
                  <a:lnTo>
                    <a:pt x="74518" y="41430"/>
                  </a:lnTo>
                  <a:lnTo>
                    <a:pt x="74536" y="41364"/>
                  </a:lnTo>
                  <a:lnTo>
                    <a:pt x="74555" y="41297"/>
                  </a:lnTo>
                  <a:lnTo>
                    <a:pt x="74684" y="41364"/>
                  </a:lnTo>
                  <a:lnTo>
                    <a:pt x="74684" y="41404"/>
                  </a:lnTo>
                  <a:lnTo>
                    <a:pt x="74721" y="41417"/>
                  </a:lnTo>
                  <a:lnTo>
                    <a:pt x="74813" y="41470"/>
                  </a:lnTo>
                  <a:lnTo>
                    <a:pt x="74905" y="41524"/>
                  </a:lnTo>
                  <a:lnTo>
                    <a:pt x="74960" y="41537"/>
                  </a:lnTo>
                  <a:lnTo>
                    <a:pt x="75016" y="41550"/>
                  </a:lnTo>
                  <a:lnTo>
                    <a:pt x="75053" y="41537"/>
                  </a:lnTo>
                  <a:lnTo>
                    <a:pt x="75089" y="41550"/>
                  </a:lnTo>
                  <a:lnTo>
                    <a:pt x="75145" y="41577"/>
                  </a:lnTo>
                  <a:lnTo>
                    <a:pt x="75200" y="41617"/>
                  </a:lnTo>
                  <a:lnTo>
                    <a:pt x="75237" y="41657"/>
                  </a:lnTo>
                  <a:lnTo>
                    <a:pt x="75274" y="41684"/>
                  </a:lnTo>
                  <a:lnTo>
                    <a:pt x="75311" y="41750"/>
                  </a:lnTo>
                  <a:lnTo>
                    <a:pt x="75347" y="41790"/>
                  </a:lnTo>
                  <a:lnTo>
                    <a:pt x="75255" y="41897"/>
                  </a:lnTo>
                  <a:lnTo>
                    <a:pt x="75237" y="41937"/>
                  </a:lnTo>
                  <a:lnTo>
                    <a:pt x="75274" y="42030"/>
                  </a:lnTo>
                  <a:lnTo>
                    <a:pt x="75366" y="42097"/>
                  </a:lnTo>
                  <a:lnTo>
                    <a:pt x="75440" y="42150"/>
                  </a:lnTo>
                  <a:lnTo>
                    <a:pt x="75532" y="42163"/>
                  </a:lnTo>
                  <a:lnTo>
                    <a:pt x="75569" y="42177"/>
                  </a:lnTo>
                  <a:lnTo>
                    <a:pt x="75606" y="42203"/>
                  </a:lnTo>
                  <a:lnTo>
                    <a:pt x="75624" y="42230"/>
                  </a:lnTo>
                  <a:lnTo>
                    <a:pt x="75642" y="42257"/>
                  </a:lnTo>
                  <a:lnTo>
                    <a:pt x="75808" y="42203"/>
                  </a:lnTo>
                  <a:lnTo>
                    <a:pt x="75901" y="42217"/>
                  </a:lnTo>
                  <a:lnTo>
                    <a:pt x="75974" y="42270"/>
                  </a:lnTo>
                  <a:lnTo>
                    <a:pt x="75993" y="42363"/>
                  </a:lnTo>
                  <a:lnTo>
                    <a:pt x="76030" y="42390"/>
                  </a:lnTo>
                  <a:lnTo>
                    <a:pt x="76122" y="42457"/>
                  </a:lnTo>
                  <a:lnTo>
                    <a:pt x="76159" y="42497"/>
                  </a:lnTo>
                  <a:lnTo>
                    <a:pt x="76196" y="42497"/>
                  </a:lnTo>
                  <a:lnTo>
                    <a:pt x="76251" y="42497"/>
                  </a:lnTo>
                  <a:lnTo>
                    <a:pt x="76288" y="42523"/>
                  </a:lnTo>
                  <a:lnTo>
                    <a:pt x="76325" y="42563"/>
                  </a:lnTo>
                  <a:lnTo>
                    <a:pt x="76325" y="42617"/>
                  </a:lnTo>
                  <a:lnTo>
                    <a:pt x="76251" y="42723"/>
                  </a:lnTo>
                  <a:lnTo>
                    <a:pt x="76251" y="42803"/>
                  </a:lnTo>
                  <a:lnTo>
                    <a:pt x="76491" y="42857"/>
                  </a:lnTo>
                  <a:lnTo>
                    <a:pt x="76546" y="42950"/>
                  </a:lnTo>
                  <a:lnTo>
                    <a:pt x="76620" y="43003"/>
                  </a:lnTo>
                  <a:lnTo>
                    <a:pt x="76749" y="43110"/>
                  </a:lnTo>
                  <a:lnTo>
                    <a:pt x="76933" y="43257"/>
                  </a:lnTo>
                  <a:lnTo>
                    <a:pt x="76988" y="43283"/>
                  </a:lnTo>
                  <a:lnTo>
                    <a:pt x="77062" y="43457"/>
                  </a:lnTo>
                  <a:lnTo>
                    <a:pt x="77246" y="43523"/>
                  </a:lnTo>
                  <a:lnTo>
                    <a:pt x="77634" y="43576"/>
                  </a:lnTo>
                  <a:lnTo>
                    <a:pt x="77560" y="43670"/>
                  </a:lnTo>
                  <a:lnTo>
                    <a:pt x="77541" y="43763"/>
                  </a:lnTo>
                  <a:lnTo>
                    <a:pt x="77578" y="43870"/>
                  </a:lnTo>
                  <a:lnTo>
                    <a:pt x="77597" y="43923"/>
                  </a:lnTo>
                  <a:lnTo>
                    <a:pt x="77670" y="44016"/>
                  </a:lnTo>
                  <a:lnTo>
                    <a:pt x="77707" y="44043"/>
                  </a:lnTo>
                  <a:lnTo>
                    <a:pt x="77726" y="44110"/>
                  </a:lnTo>
                  <a:lnTo>
                    <a:pt x="77726" y="44136"/>
                  </a:lnTo>
                  <a:lnTo>
                    <a:pt x="77707" y="44376"/>
                  </a:lnTo>
                  <a:lnTo>
                    <a:pt x="77615" y="44496"/>
                  </a:lnTo>
                  <a:lnTo>
                    <a:pt x="77486" y="44590"/>
                  </a:lnTo>
                  <a:lnTo>
                    <a:pt x="77044" y="44763"/>
                  </a:lnTo>
                  <a:lnTo>
                    <a:pt x="76896" y="44856"/>
                  </a:lnTo>
                  <a:lnTo>
                    <a:pt x="76822" y="45003"/>
                  </a:lnTo>
                  <a:lnTo>
                    <a:pt x="76841" y="45136"/>
                  </a:lnTo>
                  <a:lnTo>
                    <a:pt x="76933" y="45456"/>
                  </a:lnTo>
                  <a:lnTo>
                    <a:pt x="76915" y="45563"/>
                  </a:lnTo>
                  <a:lnTo>
                    <a:pt x="76933" y="45576"/>
                  </a:lnTo>
                  <a:lnTo>
                    <a:pt x="76933" y="45589"/>
                  </a:lnTo>
                  <a:lnTo>
                    <a:pt x="76951" y="45576"/>
                  </a:lnTo>
                  <a:lnTo>
                    <a:pt x="76915" y="45696"/>
                  </a:lnTo>
                  <a:lnTo>
                    <a:pt x="76915" y="45896"/>
                  </a:lnTo>
                  <a:lnTo>
                    <a:pt x="76951" y="46149"/>
                  </a:lnTo>
                  <a:lnTo>
                    <a:pt x="77062" y="46309"/>
                  </a:lnTo>
                  <a:lnTo>
                    <a:pt x="77191" y="46389"/>
                  </a:lnTo>
                  <a:lnTo>
                    <a:pt x="77339" y="46483"/>
                  </a:lnTo>
                  <a:lnTo>
                    <a:pt x="77210" y="46549"/>
                  </a:lnTo>
                  <a:lnTo>
                    <a:pt x="76988" y="46616"/>
                  </a:lnTo>
                  <a:lnTo>
                    <a:pt x="76915" y="46656"/>
                  </a:lnTo>
                  <a:lnTo>
                    <a:pt x="76841" y="46802"/>
                  </a:lnTo>
                  <a:lnTo>
                    <a:pt x="76730" y="46869"/>
                  </a:lnTo>
                  <a:lnTo>
                    <a:pt x="76693" y="46949"/>
                  </a:lnTo>
                  <a:lnTo>
                    <a:pt x="76564" y="47056"/>
                  </a:lnTo>
                  <a:lnTo>
                    <a:pt x="76546" y="47082"/>
                  </a:lnTo>
                  <a:lnTo>
                    <a:pt x="76527" y="47149"/>
                  </a:lnTo>
                  <a:lnTo>
                    <a:pt x="76527" y="47242"/>
                  </a:lnTo>
                  <a:lnTo>
                    <a:pt x="76527" y="47349"/>
                  </a:lnTo>
                  <a:lnTo>
                    <a:pt x="76620" y="47562"/>
                  </a:lnTo>
                  <a:lnTo>
                    <a:pt x="76564" y="47629"/>
                  </a:lnTo>
                  <a:lnTo>
                    <a:pt x="76177" y="48215"/>
                  </a:lnTo>
                  <a:lnTo>
                    <a:pt x="76122" y="48455"/>
                  </a:lnTo>
                  <a:lnTo>
                    <a:pt x="76048" y="48509"/>
                  </a:lnTo>
                  <a:lnTo>
                    <a:pt x="75993" y="48615"/>
                  </a:lnTo>
                  <a:lnTo>
                    <a:pt x="75956" y="48669"/>
                  </a:lnTo>
                  <a:lnTo>
                    <a:pt x="75937" y="48709"/>
                  </a:lnTo>
                  <a:lnTo>
                    <a:pt x="75919" y="48749"/>
                  </a:lnTo>
                  <a:lnTo>
                    <a:pt x="75937" y="48762"/>
                  </a:lnTo>
                  <a:lnTo>
                    <a:pt x="75974" y="48802"/>
                  </a:lnTo>
                  <a:lnTo>
                    <a:pt x="75864" y="48815"/>
                  </a:lnTo>
                  <a:lnTo>
                    <a:pt x="75827" y="48855"/>
                  </a:lnTo>
                  <a:lnTo>
                    <a:pt x="75808" y="48882"/>
                  </a:lnTo>
                  <a:lnTo>
                    <a:pt x="75790" y="48975"/>
                  </a:lnTo>
                  <a:lnTo>
                    <a:pt x="75772" y="49002"/>
                  </a:lnTo>
                  <a:lnTo>
                    <a:pt x="75753" y="49015"/>
                  </a:lnTo>
                  <a:lnTo>
                    <a:pt x="75735" y="49042"/>
                  </a:lnTo>
                  <a:lnTo>
                    <a:pt x="75716" y="49069"/>
                  </a:lnTo>
                  <a:lnTo>
                    <a:pt x="75679" y="49175"/>
                  </a:lnTo>
                  <a:lnTo>
                    <a:pt x="75218" y="49682"/>
                  </a:lnTo>
                  <a:lnTo>
                    <a:pt x="75126" y="49908"/>
                  </a:lnTo>
                  <a:lnTo>
                    <a:pt x="75089" y="50042"/>
                  </a:lnTo>
                  <a:lnTo>
                    <a:pt x="75089" y="50108"/>
                  </a:lnTo>
                  <a:lnTo>
                    <a:pt x="75126" y="50202"/>
                  </a:lnTo>
                  <a:lnTo>
                    <a:pt x="75218" y="50268"/>
                  </a:lnTo>
                  <a:lnTo>
                    <a:pt x="75403" y="50375"/>
                  </a:lnTo>
                  <a:lnTo>
                    <a:pt x="76103" y="50642"/>
                  </a:lnTo>
                  <a:lnTo>
                    <a:pt x="76085" y="50642"/>
                  </a:lnTo>
                  <a:lnTo>
                    <a:pt x="76140" y="50642"/>
                  </a:lnTo>
                  <a:lnTo>
                    <a:pt x="76214" y="50695"/>
                  </a:lnTo>
                  <a:lnTo>
                    <a:pt x="76343" y="50788"/>
                  </a:lnTo>
                  <a:lnTo>
                    <a:pt x="76546" y="50882"/>
                  </a:lnTo>
                  <a:lnTo>
                    <a:pt x="76730" y="50922"/>
                  </a:lnTo>
                  <a:lnTo>
                    <a:pt x="77044" y="51108"/>
                  </a:lnTo>
                  <a:lnTo>
                    <a:pt x="77173" y="51135"/>
                  </a:lnTo>
                  <a:lnTo>
                    <a:pt x="77228" y="51135"/>
                  </a:lnTo>
                  <a:lnTo>
                    <a:pt x="77412" y="51161"/>
                  </a:lnTo>
                  <a:lnTo>
                    <a:pt x="77560" y="51148"/>
                  </a:lnTo>
                  <a:lnTo>
                    <a:pt x="77615" y="51148"/>
                  </a:lnTo>
                  <a:lnTo>
                    <a:pt x="77781" y="51215"/>
                  </a:lnTo>
                  <a:lnTo>
                    <a:pt x="78002" y="51268"/>
                  </a:lnTo>
                  <a:lnTo>
                    <a:pt x="78039" y="51295"/>
                  </a:lnTo>
                  <a:lnTo>
                    <a:pt x="78131" y="51375"/>
                  </a:lnTo>
                  <a:lnTo>
                    <a:pt x="78187" y="51401"/>
                  </a:lnTo>
                  <a:lnTo>
                    <a:pt x="78260" y="51415"/>
                  </a:lnTo>
                  <a:lnTo>
                    <a:pt x="78316" y="51455"/>
                  </a:lnTo>
                  <a:lnTo>
                    <a:pt x="78223" y="51481"/>
                  </a:lnTo>
                  <a:lnTo>
                    <a:pt x="78223" y="51521"/>
                  </a:lnTo>
                  <a:lnTo>
                    <a:pt x="78260" y="51575"/>
                  </a:lnTo>
                  <a:lnTo>
                    <a:pt x="78279" y="51628"/>
                  </a:lnTo>
                  <a:lnTo>
                    <a:pt x="78316" y="51668"/>
                  </a:lnTo>
                  <a:lnTo>
                    <a:pt x="78371" y="51708"/>
                  </a:lnTo>
                  <a:lnTo>
                    <a:pt x="78389" y="51735"/>
                  </a:lnTo>
                  <a:lnTo>
                    <a:pt x="78445" y="51708"/>
                  </a:lnTo>
                  <a:lnTo>
                    <a:pt x="78500" y="51695"/>
                  </a:lnTo>
                  <a:lnTo>
                    <a:pt x="78537" y="51695"/>
                  </a:lnTo>
                  <a:lnTo>
                    <a:pt x="78611" y="51735"/>
                  </a:lnTo>
                  <a:lnTo>
                    <a:pt x="78648" y="51788"/>
                  </a:lnTo>
                  <a:lnTo>
                    <a:pt x="78666" y="51828"/>
                  </a:lnTo>
                  <a:lnTo>
                    <a:pt x="78666" y="51881"/>
                  </a:lnTo>
                  <a:lnTo>
                    <a:pt x="78648" y="51895"/>
                  </a:lnTo>
                  <a:lnTo>
                    <a:pt x="78666" y="51935"/>
                  </a:lnTo>
                  <a:lnTo>
                    <a:pt x="78832" y="52001"/>
                  </a:lnTo>
                  <a:lnTo>
                    <a:pt x="79127" y="52215"/>
                  </a:lnTo>
                  <a:lnTo>
                    <a:pt x="79293" y="52321"/>
                  </a:lnTo>
                  <a:lnTo>
                    <a:pt x="79274" y="52335"/>
                  </a:lnTo>
                  <a:lnTo>
                    <a:pt x="79293" y="52335"/>
                  </a:lnTo>
                  <a:lnTo>
                    <a:pt x="79330" y="52348"/>
                  </a:lnTo>
                  <a:lnTo>
                    <a:pt x="79348" y="52375"/>
                  </a:lnTo>
                  <a:lnTo>
                    <a:pt x="79348" y="52415"/>
                  </a:lnTo>
                  <a:lnTo>
                    <a:pt x="79477" y="52481"/>
                  </a:lnTo>
                  <a:lnTo>
                    <a:pt x="79440" y="52534"/>
                  </a:lnTo>
                  <a:lnTo>
                    <a:pt x="79367" y="52548"/>
                  </a:lnTo>
                  <a:lnTo>
                    <a:pt x="79274" y="52548"/>
                  </a:lnTo>
                  <a:lnTo>
                    <a:pt x="79201" y="52508"/>
                  </a:lnTo>
                  <a:lnTo>
                    <a:pt x="79108" y="52495"/>
                  </a:lnTo>
                  <a:lnTo>
                    <a:pt x="79016" y="52601"/>
                  </a:lnTo>
                  <a:lnTo>
                    <a:pt x="78979" y="52628"/>
                  </a:lnTo>
                  <a:lnTo>
                    <a:pt x="78887" y="52614"/>
                  </a:lnTo>
                  <a:lnTo>
                    <a:pt x="78813" y="52588"/>
                  </a:lnTo>
                  <a:lnTo>
                    <a:pt x="78721" y="52548"/>
                  </a:lnTo>
                  <a:lnTo>
                    <a:pt x="78684" y="52508"/>
                  </a:lnTo>
                  <a:lnTo>
                    <a:pt x="78648" y="52441"/>
                  </a:lnTo>
                  <a:lnTo>
                    <a:pt x="78648" y="52428"/>
                  </a:lnTo>
                  <a:lnTo>
                    <a:pt x="78518" y="52415"/>
                  </a:lnTo>
                  <a:lnTo>
                    <a:pt x="78223" y="52441"/>
                  </a:lnTo>
                  <a:lnTo>
                    <a:pt x="78150" y="52468"/>
                  </a:lnTo>
                  <a:lnTo>
                    <a:pt x="78113" y="52614"/>
                  </a:lnTo>
                  <a:lnTo>
                    <a:pt x="78021" y="52628"/>
                  </a:lnTo>
                  <a:lnTo>
                    <a:pt x="77892" y="52601"/>
                  </a:lnTo>
                  <a:lnTo>
                    <a:pt x="77818" y="52561"/>
                  </a:lnTo>
                  <a:lnTo>
                    <a:pt x="77799" y="52561"/>
                  </a:lnTo>
                  <a:lnTo>
                    <a:pt x="77781" y="52561"/>
                  </a:lnTo>
                  <a:lnTo>
                    <a:pt x="77726" y="52574"/>
                  </a:lnTo>
                  <a:lnTo>
                    <a:pt x="77634" y="52588"/>
                  </a:lnTo>
                  <a:lnTo>
                    <a:pt x="77597" y="52601"/>
                  </a:lnTo>
                  <a:lnTo>
                    <a:pt x="77578" y="52628"/>
                  </a:lnTo>
                  <a:lnTo>
                    <a:pt x="77560" y="52641"/>
                  </a:lnTo>
                  <a:lnTo>
                    <a:pt x="77468" y="52681"/>
                  </a:lnTo>
                  <a:lnTo>
                    <a:pt x="77468" y="52721"/>
                  </a:lnTo>
                  <a:lnTo>
                    <a:pt x="77486" y="52748"/>
                  </a:lnTo>
                  <a:lnTo>
                    <a:pt x="77541" y="52774"/>
                  </a:lnTo>
                  <a:lnTo>
                    <a:pt x="77615" y="52814"/>
                  </a:lnTo>
                  <a:lnTo>
                    <a:pt x="77578" y="52854"/>
                  </a:lnTo>
                  <a:lnTo>
                    <a:pt x="77302" y="52961"/>
                  </a:lnTo>
                  <a:lnTo>
                    <a:pt x="77283" y="53014"/>
                  </a:lnTo>
                  <a:lnTo>
                    <a:pt x="77283" y="53121"/>
                  </a:lnTo>
                  <a:lnTo>
                    <a:pt x="77339" y="53321"/>
                  </a:lnTo>
                  <a:lnTo>
                    <a:pt x="77357" y="53321"/>
                  </a:lnTo>
                  <a:lnTo>
                    <a:pt x="77302" y="53374"/>
                  </a:lnTo>
                  <a:lnTo>
                    <a:pt x="77228" y="53454"/>
                  </a:lnTo>
                  <a:lnTo>
                    <a:pt x="77191" y="53508"/>
                  </a:lnTo>
                  <a:lnTo>
                    <a:pt x="77099" y="53734"/>
                  </a:lnTo>
                  <a:lnTo>
                    <a:pt x="77007" y="53801"/>
                  </a:lnTo>
                  <a:lnTo>
                    <a:pt x="76859" y="53828"/>
                  </a:lnTo>
                  <a:lnTo>
                    <a:pt x="76675" y="53801"/>
                  </a:lnTo>
                  <a:lnTo>
                    <a:pt x="76509" y="53694"/>
                  </a:lnTo>
                  <a:lnTo>
                    <a:pt x="76527" y="53681"/>
                  </a:lnTo>
                  <a:lnTo>
                    <a:pt x="76527" y="53668"/>
                  </a:lnTo>
                  <a:lnTo>
                    <a:pt x="76546" y="53654"/>
                  </a:lnTo>
                  <a:lnTo>
                    <a:pt x="76583" y="53654"/>
                  </a:lnTo>
                  <a:lnTo>
                    <a:pt x="76546" y="53614"/>
                  </a:lnTo>
                  <a:lnTo>
                    <a:pt x="76491" y="53601"/>
                  </a:lnTo>
                  <a:lnTo>
                    <a:pt x="76398" y="53601"/>
                  </a:lnTo>
                  <a:lnTo>
                    <a:pt x="76454" y="53534"/>
                  </a:lnTo>
                  <a:lnTo>
                    <a:pt x="76472" y="53508"/>
                  </a:lnTo>
                  <a:lnTo>
                    <a:pt x="76454" y="53481"/>
                  </a:lnTo>
                  <a:lnTo>
                    <a:pt x="76435" y="53454"/>
                  </a:lnTo>
                  <a:lnTo>
                    <a:pt x="76398" y="53454"/>
                  </a:lnTo>
                  <a:lnTo>
                    <a:pt x="76325" y="53481"/>
                  </a:lnTo>
                  <a:lnTo>
                    <a:pt x="76306" y="53454"/>
                  </a:lnTo>
                  <a:lnTo>
                    <a:pt x="76269" y="53494"/>
                  </a:lnTo>
                  <a:lnTo>
                    <a:pt x="76269" y="53521"/>
                  </a:lnTo>
                  <a:lnTo>
                    <a:pt x="76288" y="53614"/>
                  </a:lnTo>
                  <a:lnTo>
                    <a:pt x="76306" y="53654"/>
                  </a:lnTo>
                  <a:lnTo>
                    <a:pt x="76288" y="53694"/>
                  </a:lnTo>
                  <a:lnTo>
                    <a:pt x="76269" y="53734"/>
                  </a:lnTo>
                  <a:lnTo>
                    <a:pt x="76214" y="53748"/>
                  </a:lnTo>
                  <a:lnTo>
                    <a:pt x="76159" y="53748"/>
                  </a:lnTo>
                  <a:lnTo>
                    <a:pt x="76048" y="53734"/>
                  </a:lnTo>
                  <a:lnTo>
                    <a:pt x="75993" y="53734"/>
                  </a:lnTo>
                  <a:lnTo>
                    <a:pt x="75845" y="53801"/>
                  </a:lnTo>
                  <a:lnTo>
                    <a:pt x="75827" y="53814"/>
                  </a:lnTo>
                  <a:lnTo>
                    <a:pt x="75808" y="53881"/>
                  </a:lnTo>
                  <a:lnTo>
                    <a:pt x="75808" y="53894"/>
                  </a:lnTo>
                  <a:lnTo>
                    <a:pt x="75772" y="53894"/>
                  </a:lnTo>
                  <a:lnTo>
                    <a:pt x="75495" y="53868"/>
                  </a:lnTo>
                  <a:lnTo>
                    <a:pt x="75440" y="53881"/>
                  </a:lnTo>
                  <a:lnTo>
                    <a:pt x="75403" y="53908"/>
                  </a:lnTo>
                  <a:lnTo>
                    <a:pt x="75384" y="53921"/>
                  </a:lnTo>
                  <a:lnTo>
                    <a:pt x="75421" y="53934"/>
                  </a:lnTo>
                  <a:lnTo>
                    <a:pt x="75458" y="53988"/>
                  </a:lnTo>
                  <a:lnTo>
                    <a:pt x="75587" y="54134"/>
                  </a:lnTo>
                  <a:lnTo>
                    <a:pt x="75642" y="54187"/>
                  </a:lnTo>
                  <a:lnTo>
                    <a:pt x="75679" y="54307"/>
                  </a:lnTo>
                  <a:lnTo>
                    <a:pt x="75679" y="54427"/>
                  </a:lnTo>
                  <a:lnTo>
                    <a:pt x="75642" y="54507"/>
                  </a:lnTo>
                  <a:lnTo>
                    <a:pt x="75606" y="54521"/>
                  </a:lnTo>
                  <a:lnTo>
                    <a:pt x="75532" y="54587"/>
                  </a:lnTo>
                  <a:lnTo>
                    <a:pt x="75458" y="54614"/>
                  </a:lnTo>
                  <a:lnTo>
                    <a:pt x="75200" y="54601"/>
                  </a:lnTo>
                  <a:lnTo>
                    <a:pt x="74518" y="54734"/>
                  </a:lnTo>
                  <a:lnTo>
                    <a:pt x="74407" y="54707"/>
                  </a:lnTo>
                  <a:lnTo>
                    <a:pt x="74278" y="54641"/>
                  </a:lnTo>
                  <a:lnTo>
                    <a:pt x="74297" y="54561"/>
                  </a:lnTo>
                  <a:lnTo>
                    <a:pt x="74223" y="54521"/>
                  </a:lnTo>
                  <a:lnTo>
                    <a:pt x="74168" y="54481"/>
                  </a:lnTo>
                  <a:lnTo>
                    <a:pt x="74131" y="54507"/>
                  </a:lnTo>
                  <a:lnTo>
                    <a:pt x="74112" y="54521"/>
                  </a:lnTo>
                  <a:lnTo>
                    <a:pt x="74112" y="54561"/>
                  </a:lnTo>
                  <a:lnTo>
                    <a:pt x="74112" y="54587"/>
                  </a:lnTo>
                  <a:lnTo>
                    <a:pt x="74057" y="54614"/>
                  </a:lnTo>
                  <a:lnTo>
                    <a:pt x="74020" y="54681"/>
                  </a:lnTo>
                  <a:lnTo>
                    <a:pt x="74002" y="54694"/>
                  </a:lnTo>
                  <a:lnTo>
                    <a:pt x="73356" y="54801"/>
                  </a:lnTo>
                  <a:lnTo>
                    <a:pt x="73412" y="54841"/>
                  </a:lnTo>
                  <a:lnTo>
                    <a:pt x="73430" y="54881"/>
                  </a:lnTo>
                  <a:lnTo>
                    <a:pt x="73467" y="54921"/>
                  </a:lnTo>
                  <a:lnTo>
                    <a:pt x="73559" y="54934"/>
                  </a:lnTo>
                  <a:lnTo>
                    <a:pt x="73596" y="54961"/>
                  </a:lnTo>
                  <a:lnTo>
                    <a:pt x="73614" y="54987"/>
                  </a:lnTo>
                  <a:lnTo>
                    <a:pt x="73614" y="55041"/>
                  </a:lnTo>
                  <a:lnTo>
                    <a:pt x="73928" y="55027"/>
                  </a:lnTo>
                  <a:lnTo>
                    <a:pt x="74094" y="55054"/>
                  </a:lnTo>
                  <a:lnTo>
                    <a:pt x="74260" y="55121"/>
                  </a:lnTo>
                  <a:lnTo>
                    <a:pt x="74260" y="55134"/>
                  </a:lnTo>
                  <a:lnTo>
                    <a:pt x="74260" y="55174"/>
                  </a:lnTo>
                  <a:lnTo>
                    <a:pt x="74260" y="55187"/>
                  </a:lnTo>
                  <a:lnTo>
                    <a:pt x="74223" y="55201"/>
                  </a:lnTo>
                  <a:lnTo>
                    <a:pt x="74297" y="55227"/>
                  </a:lnTo>
                  <a:lnTo>
                    <a:pt x="74333" y="55227"/>
                  </a:lnTo>
                  <a:lnTo>
                    <a:pt x="74352" y="55214"/>
                  </a:lnTo>
                  <a:lnTo>
                    <a:pt x="74370" y="55174"/>
                  </a:lnTo>
                  <a:lnTo>
                    <a:pt x="74499" y="55214"/>
                  </a:lnTo>
                  <a:lnTo>
                    <a:pt x="74758" y="55227"/>
                  </a:lnTo>
                  <a:lnTo>
                    <a:pt x="74905" y="55307"/>
                  </a:lnTo>
                  <a:lnTo>
                    <a:pt x="75034" y="55374"/>
                  </a:lnTo>
                  <a:lnTo>
                    <a:pt x="75292" y="55507"/>
                  </a:lnTo>
                  <a:lnTo>
                    <a:pt x="75440" y="55600"/>
                  </a:lnTo>
                  <a:lnTo>
                    <a:pt x="75477" y="55640"/>
                  </a:lnTo>
                  <a:lnTo>
                    <a:pt x="75587" y="55760"/>
                  </a:lnTo>
                  <a:lnTo>
                    <a:pt x="75624" y="55787"/>
                  </a:lnTo>
                  <a:lnTo>
                    <a:pt x="75679" y="55827"/>
                  </a:lnTo>
                  <a:lnTo>
                    <a:pt x="75716" y="55787"/>
                  </a:lnTo>
                  <a:lnTo>
                    <a:pt x="75735" y="55760"/>
                  </a:lnTo>
                  <a:lnTo>
                    <a:pt x="75790" y="55707"/>
                  </a:lnTo>
                  <a:lnTo>
                    <a:pt x="75827" y="55640"/>
                  </a:lnTo>
                  <a:lnTo>
                    <a:pt x="75827" y="55574"/>
                  </a:lnTo>
                  <a:lnTo>
                    <a:pt x="75808" y="55494"/>
                  </a:lnTo>
                  <a:lnTo>
                    <a:pt x="75772" y="55401"/>
                  </a:lnTo>
                  <a:lnTo>
                    <a:pt x="75735" y="55347"/>
                  </a:lnTo>
                  <a:lnTo>
                    <a:pt x="75735" y="55294"/>
                  </a:lnTo>
                  <a:lnTo>
                    <a:pt x="75772" y="55267"/>
                  </a:lnTo>
                  <a:lnTo>
                    <a:pt x="75753" y="55267"/>
                  </a:lnTo>
                  <a:lnTo>
                    <a:pt x="75772" y="55267"/>
                  </a:lnTo>
                  <a:lnTo>
                    <a:pt x="75772" y="55267"/>
                  </a:lnTo>
                  <a:lnTo>
                    <a:pt x="75827" y="55254"/>
                  </a:lnTo>
                  <a:lnTo>
                    <a:pt x="75864" y="55267"/>
                  </a:lnTo>
                  <a:lnTo>
                    <a:pt x="75919" y="55321"/>
                  </a:lnTo>
                  <a:lnTo>
                    <a:pt x="75974" y="55401"/>
                  </a:lnTo>
                  <a:lnTo>
                    <a:pt x="75974" y="55441"/>
                  </a:lnTo>
                  <a:lnTo>
                    <a:pt x="75937" y="55467"/>
                  </a:lnTo>
                  <a:lnTo>
                    <a:pt x="75919" y="55507"/>
                  </a:lnTo>
                  <a:lnTo>
                    <a:pt x="75937" y="55600"/>
                  </a:lnTo>
                  <a:lnTo>
                    <a:pt x="75974" y="55707"/>
                  </a:lnTo>
                  <a:lnTo>
                    <a:pt x="75956" y="55747"/>
                  </a:lnTo>
                  <a:lnTo>
                    <a:pt x="75919" y="55747"/>
                  </a:lnTo>
                  <a:lnTo>
                    <a:pt x="75901" y="55800"/>
                  </a:lnTo>
                  <a:lnTo>
                    <a:pt x="75919" y="55854"/>
                  </a:lnTo>
                  <a:lnTo>
                    <a:pt x="75974" y="55880"/>
                  </a:lnTo>
                  <a:lnTo>
                    <a:pt x="76011" y="55907"/>
                  </a:lnTo>
                  <a:lnTo>
                    <a:pt x="76030" y="55934"/>
                  </a:lnTo>
                  <a:lnTo>
                    <a:pt x="76030" y="55920"/>
                  </a:lnTo>
                  <a:lnTo>
                    <a:pt x="76011" y="55907"/>
                  </a:lnTo>
                  <a:lnTo>
                    <a:pt x="76048" y="55920"/>
                  </a:lnTo>
                  <a:lnTo>
                    <a:pt x="76048" y="55920"/>
                  </a:lnTo>
                  <a:lnTo>
                    <a:pt x="76030" y="55920"/>
                  </a:lnTo>
                  <a:lnTo>
                    <a:pt x="76085" y="55987"/>
                  </a:lnTo>
                  <a:lnTo>
                    <a:pt x="76030" y="55987"/>
                  </a:lnTo>
                  <a:lnTo>
                    <a:pt x="75901" y="55934"/>
                  </a:lnTo>
                  <a:lnTo>
                    <a:pt x="75735" y="55920"/>
                  </a:lnTo>
                  <a:lnTo>
                    <a:pt x="75661" y="55960"/>
                  </a:lnTo>
                  <a:lnTo>
                    <a:pt x="75753" y="56040"/>
                  </a:lnTo>
                  <a:lnTo>
                    <a:pt x="75661" y="56080"/>
                  </a:lnTo>
                  <a:lnTo>
                    <a:pt x="75606" y="56134"/>
                  </a:lnTo>
                  <a:lnTo>
                    <a:pt x="75587" y="56187"/>
                  </a:lnTo>
                  <a:lnTo>
                    <a:pt x="75587" y="56294"/>
                  </a:lnTo>
                  <a:lnTo>
                    <a:pt x="75624" y="56360"/>
                  </a:lnTo>
                  <a:lnTo>
                    <a:pt x="75477" y="56454"/>
                  </a:lnTo>
                  <a:lnTo>
                    <a:pt x="75440" y="56520"/>
                  </a:lnTo>
                  <a:lnTo>
                    <a:pt x="75495" y="56520"/>
                  </a:lnTo>
                  <a:lnTo>
                    <a:pt x="75532" y="56520"/>
                  </a:lnTo>
                  <a:lnTo>
                    <a:pt x="75606" y="56480"/>
                  </a:lnTo>
                  <a:lnTo>
                    <a:pt x="75642" y="56454"/>
                  </a:lnTo>
                  <a:lnTo>
                    <a:pt x="75735" y="56480"/>
                  </a:lnTo>
                  <a:lnTo>
                    <a:pt x="75753" y="56480"/>
                  </a:lnTo>
                  <a:lnTo>
                    <a:pt x="75772" y="56427"/>
                  </a:lnTo>
                  <a:lnTo>
                    <a:pt x="75845" y="56240"/>
                  </a:lnTo>
                  <a:lnTo>
                    <a:pt x="75864" y="56187"/>
                  </a:lnTo>
                  <a:lnTo>
                    <a:pt x="75937" y="56174"/>
                  </a:lnTo>
                  <a:lnTo>
                    <a:pt x="75956" y="56240"/>
                  </a:lnTo>
                  <a:lnTo>
                    <a:pt x="75974" y="56294"/>
                  </a:lnTo>
                  <a:lnTo>
                    <a:pt x="75993" y="56320"/>
                  </a:lnTo>
                  <a:lnTo>
                    <a:pt x="76048" y="56360"/>
                  </a:lnTo>
                  <a:lnTo>
                    <a:pt x="76030" y="56400"/>
                  </a:lnTo>
                  <a:lnTo>
                    <a:pt x="76030" y="56454"/>
                  </a:lnTo>
                  <a:lnTo>
                    <a:pt x="76048" y="56520"/>
                  </a:lnTo>
                  <a:lnTo>
                    <a:pt x="76103" y="56587"/>
                  </a:lnTo>
                  <a:lnTo>
                    <a:pt x="76122" y="56587"/>
                  </a:lnTo>
                  <a:lnTo>
                    <a:pt x="76159" y="56614"/>
                  </a:lnTo>
                  <a:lnTo>
                    <a:pt x="76159" y="56654"/>
                  </a:lnTo>
                  <a:lnTo>
                    <a:pt x="76196" y="56720"/>
                  </a:lnTo>
                  <a:lnTo>
                    <a:pt x="76251" y="56774"/>
                  </a:lnTo>
                  <a:lnTo>
                    <a:pt x="76306" y="56827"/>
                  </a:lnTo>
                  <a:lnTo>
                    <a:pt x="76343" y="56854"/>
                  </a:lnTo>
                  <a:lnTo>
                    <a:pt x="76472" y="56894"/>
                  </a:lnTo>
                  <a:lnTo>
                    <a:pt x="76509" y="56920"/>
                  </a:lnTo>
                  <a:lnTo>
                    <a:pt x="76546" y="57013"/>
                  </a:lnTo>
                  <a:lnTo>
                    <a:pt x="76472" y="57067"/>
                  </a:lnTo>
                  <a:lnTo>
                    <a:pt x="76361" y="57107"/>
                  </a:lnTo>
                  <a:lnTo>
                    <a:pt x="76269" y="57107"/>
                  </a:lnTo>
                  <a:lnTo>
                    <a:pt x="76288" y="57067"/>
                  </a:lnTo>
                  <a:lnTo>
                    <a:pt x="76251" y="57040"/>
                  </a:lnTo>
                  <a:lnTo>
                    <a:pt x="76177" y="57027"/>
                  </a:lnTo>
                  <a:lnTo>
                    <a:pt x="76140" y="57040"/>
                  </a:lnTo>
                  <a:lnTo>
                    <a:pt x="76140" y="57013"/>
                  </a:lnTo>
                  <a:lnTo>
                    <a:pt x="76140" y="57013"/>
                  </a:lnTo>
                  <a:lnTo>
                    <a:pt x="76030" y="56934"/>
                  </a:lnTo>
                  <a:lnTo>
                    <a:pt x="75956" y="56934"/>
                  </a:lnTo>
                  <a:lnTo>
                    <a:pt x="75864" y="56960"/>
                  </a:lnTo>
                  <a:lnTo>
                    <a:pt x="75790" y="56947"/>
                  </a:lnTo>
                  <a:lnTo>
                    <a:pt x="75790" y="56920"/>
                  </a:lnTo>
                  <a:lnTo>
                    <a:pt x="75772" y="56920"/>
                  </a:lnTo>
                  <a:lnTo>
                    <a:pt x="75772" y="56894"/>
                  </a:lnTo>
                  <a:lnTo>
                    <a:pt x="75772" y="56880"/>
                  </a:lnTo>
                  <a:lnTo>
                    <a:pt x="75790" y="56840"/>
                  </a:lnTo>
                  <a:lnTo>
                    <a:pt x="75772" y="56840"/>
                  </a:lnTo>
                  <a:lnTo>
                    <a:pt x="75772" y="56840"/>
                  </a:lnTo>
                  <a:lnTo>
                    <a:pt x="75772" y="56840"/>
                  </a:lnTo>
                  <a:lnTo>
                    <a:pt x="75753" y="56814"/>
                  </a:lnTo>
                  <a:lnTo>
                    <a:pt x="75845" y="56800"/>
                  </a:lnTo>
                  <a:lnTo>
                    <a:pt x="75901" y="56760"/>
                  </a:lnTo>
                  <a:lnTo>
                    <a:pt x="75864" y="56694"/>
                  </a:lnTo>
                  <a:lnTo>
                    <a:pt x="75845" y="56654"/>
                  </a:lnTo>
                  <a:lnTo>
                    <a:pt x="75845" y="56640"/>
                  </a:lnTo>
                  <a:lnTo>
                    <a:pt x="75827" y="56627"/>
                  </a:lnTo>
                  <a:lnTo>
                    <a:pt x="75790" y="56587"/>
                  </a:lnTo>
                  <a:lnTo>
                    <a:pt x="75772" y="56574"/>
                  </a:lnTo>
                  <a:lnTo>
                    <a:pt x="75735" y="56574"/>
                  </a:lnTo>
                  <a:lnTo>
                    <a:pt x="75550" y="56640"/>
                  </a:lnTo>
                  <a:lnTo>
                    <a:pt x="75477" y="56640"/>
                  </a:lnTo>
                  <a:lnTo>
                    <a:pt x="75403" y="56587"/>
                  </a:lnTo>
                  <a:lnTo>
                    <a:pt x="75366" y="56547"/>
                  </a:lnTo>
                  <a:lnTo>
                    <a:pt x="75274" y="56427"/>
                  </a:lnTo>
                  <a:lnTo>
                    <a:pt x="75237" y="56387"/>
                  </a:lnTo>
                  <a:lnTo>
                    <a:pt x="75255" y="56387"/>
                  </a:lnTo>
                  <a:lnTo>
                    <a:pt x="75145" y="56360"/>
                  </a:lnTo>
                  <a:lnTo>
                    <a:pt x="75089" y="56347"/>
                  </a:lnTo>
                  <a:lnTo>
                    <a:pt x="75034" y="56294"/>
                  </a:lnTo>
                  <a:lnTo>
                    <a:pt x="75089" y="56240"/>
                  </a:lnTo>
                  <a:lnTo>
                    <a:pt x="75347" y="56254"/>
                  </a:lnTo>
                  <a:lnTo>
                    <a:pt x="75440" y="56227"/>
                  </a:lnTo>
                  <a:lnTo>
                    <a:pt x="75477" y="56187"/>
                  </a:lnTo>
                  <a:lnTo>
                    <a:pt x="75495" y="56120"/>
                  </a:lnTo>
                  <a:lnTo>
                    <a:pt x="75569" y="56094"/>
                  </a:lnTo>
                  <a:lnTo>
                    <a:pt x="75587" y="56054"/>
                  </a:lnTo>
                  <a:lnTo>
                    <a:pt x="75606" y="56014"/>
                  </a:lnTo>
                  <a:lnTo>
                    <a:pt x="75624" y="55974"/>
                  </a:lnTo>
                  <a:lnTo>
                    <a:pt x="75532" y="55894"/>
                  </a:lnTo>
                  <a:lnTo>
                    <a:pt x="75477" y="55867"/>
                  </a:lnTo>
                  <a:lnTo>
                    <a:pt x="75532" y="55827"/>
                  </a:lnTo>
                  <a:lnTo>
                    <a:pt x="75477" y="55747"/>
                  </a:lnTo>
                  <a:lnTo>
                    <a:pt x="75403" y="55694"/>
                  </a:lnTo>
                  <a:lnTo>
                    <a:pt x="75347" y="55614"/>
                  </a:lnTo>
                  <a:lnTo>
                    <a:pt x="75274" y="55560"/>
                  </a:lnTo>
                  <a:lnTo>
                    <a:pt x="75016" y="55467"/>
                  </a:lnTo>
                  <a:lnTo>
                    <a:pt x="74868" y="55441"/>
                  </a:lnTo>
                  <a:lnTo>
                    <a:pt x="74758" y="55441"/>
                  </a:lnTo>
                  <a:lnTo>
                    <a:pt x="74573" y="55387"/>
                  </a:lnTo>
                  <a:lnTo>
                    <a:pt x="74315" y="55387"/>
                  </a:lnTo>
                  <a:lnTo>
                    <a:pt x="74297" y="55361"/>
                  </a:lnTo>
                  <a:lnTo>
                    <a:pt x="74260" y="55321"/>
                  </a:lnTo>
                  <a:lnTo>
                    <a:pt x="74186" y="55267"/>
                  </a:lnTo>
                  <a:lnTo>
                    <a:pt x="74149" y="55254"/>
                  </a:lnTo>
                  <a:lnTo>
                    <a:pt x="74131" y="55187"/>
                  </a:lnTo>
                  <a:lnTo>
                    <a:pt x="74131" y="55161"/>
                  </a:lnTo>
                  <a:lnTo>
                    <a:pt x="74057" y="55121"/>
                  </a:lnTo>
                  <a:lnTo>
                    <a:pt x="73983" y="55094"/>
                  </a:lnTo>
                  <a:lnTo>
                    <a:pt x="73909" y="55081"/>
                  </a:lnTo>
                  <a:lnTo>
                    <a:pt x="73762" y="55094"/>
                  </a:lnTo>
                  <a:lnTo>
                    <a:pt x="73614" y="55054"/>
                  </a:lnTo>
                  <a:lnTo>
                    <a:pt x="73559" y="55067"/>
                  </a:lnTo>
                  <a:lnTo>
                    <a:pt x="73412" y="55094"/>
                  </a:lnTo>
                  <a:lnTo>
                    <a:pt x="73393" y="55081"/>
                  </a:lnTo>
                  <a:lnTo>
                    <a:pt x="73264" y="55027"/>
                  </a:lnTo>
                  <a:lnTo>
                    <a:pt x="73209" y="55027"/>
                  </a:lnTo>
                  <a:lnTo>
                    <a:pt x="73061" y="55054"/>
                  </a:lnTo>
                  <a:lnTo>
                    <a:pt x="72969" y="55054"/>
                  </a:lnTo>
                  <a:lnTo>
                    <a:pt x="71218" y="54854"/>
                  </a:lnTo>
                  <a:lnTo>
                    <a:pt x="70978" y="54947"/>
                  </a:lnTo>
                  <a:lnTo>
                    <a:pt x="70941" y="54947"/>
                  </a:lnTo>
                  <a:lnTo>
                    <a:pt x="70831" y="54867"/>
                  </a:lnTo>
                  <a:lnTo>
                    <a:pt x="70757" y="54867"/>
                  </a:lnTo>
                  <a:lnTo>
                    <a:pt x="70499" y="54921"/>
                  </a:lnTo>
                  <a:lnTo>
                    <a:pt x="70462" y="54947"/>
                  </a:lnTo>
                  <a:lnTo>
                    <a:pt x="70480" y="55027"/>
                  </a:lnTo>
                  <a:lnTo>
                    <a:pt x="70462" y="55041"/>
                  </a:lnTo>
                  <a:lnTo>
                    <a:pt x="70112" y="55094"/>
                  </a:lnTo>
                  <a:lnTo>
                    <a:pt x="70019" y="55081"/>
                  </a:lnTo>
                  <a:lnTo>
                    <a:pt x="69983" y="55001"/>
                  </a:lnTo>
                  <a:lnTo>
                    <a:pt x="69743" y="54974"/>
                  </a:lnTo>
                  <a:lnTo>
                    <a:pt x="69522" y="55001"/>
                  </a:lnTo>
                  <a:lnTo>
                    <a:pt x="69503" y="54974"/>
                  </a:lnTo>
                  <a:lnTo>
                    <a:pt x="69522" y="54974"/>
                  </a:lnTo>
                  <a:lnTo>
                    <a:pt x="69559" y="54961"/>
                  </a:lnTo>
                  <a:lnTo>
                    <a:pt x="69577" y="54947"/>
                  </a:lnTo>
                  <a:lnTo>
                    <a:pt x="69595" y="54934"/>
                  </a:lnTo>
                  <a:lnTo>
                    <a:pt x="69190" y="55027"/>
                  </a:lnTo>
                  <a:lnTo>
                    <a:pt x="69098" y="55107"/>
                  </a:lnTo>
                  <a:lnTo>
                    <a:pt x="69227" y="55187"/>
                  </a:lnTo>
                  <a:lnTo>
                    <a:pt x="69577" y="55321"/>
                  </a:lnTo>
                  <a:lnTo>
                    <a:pt x="69651" y="55374"/>
                  </a:lnTo>
                  <a:lnTo>
                    <a:pt x="69632" y="55481"/>
                  </a:lnTo>
                  <a:lnTo>
                    <a:pt x="69208" y="55467"/>
                  </a:lnTo>
                  <a:lnTo>
                    <a:pt x="69208" y="55507"/>
                  </a:lnTo>
                  <a:lnTo>
                    <a:pt x="69190" y="55720"/>
                  </a:lnTo>
                  <a:lnTo>
                    <a:pt x="69208" y="55760"/>
                  </a:lnTo>
                  <a:lnTo>
                    <a:pt x="69264" y="55800"/>
                  </a:lnTo>
                  <a:lnTo>
                    <a:pt x="69393" y="55867"/>
                  </a:lnTo>
                  <a:lnTo>
                    <a:pt x="69503" y="55960"/>
                  </a:lnTo>
                  <a:lnTo>
                    <a:pt x="69743" y="56040"/>
                  </a:lnTo>
                  <a:lnTo>
                    <a:pt x="70019" y="56214"/>
                  </a:lnTo>
                  <a:lnTo>
                    <a:pt x="70001" y="56280"/>
                  </a:lnTo>
                  <a:lnTo>
                    <a:pt x="69964" y="56347"/>
                  </a:lnTo>
                  <a:lnTo>
                    <a:pt x="69927" y="56400"/>
                  </a:lnTo>
                  <a:lnTo>
                    <a:pt x="69798" y="56454"/>
                  </a:lnTo>
                  <a:lnTo>
                    <a:pt x="69669" y="56547"/>
                  </a:lnTo>
                  <a:lnTo>
                    <a:pt x="69595" y="56587"/>
                  </a:lnTo>
                  <a:lnTo>
                    <a:pt x="69393" y="56614"/>
                  </a:lnTo>
                  <a:lnTo>
                    <a:pt x="69282" y="56640"/>
                  </a:lnTo>
                  <a:lnTo>
                    <a:pt x="69245" y="56720"/>
                  </a:lnTo>
                  <a:lnTo>
                    <a:pt x="69227" y="56787"/>
                  </a:lnTo>
                  <a:lnTo>
                    <a:pt x="69190" y="56854"/>
                  </a:lnTo>
                  <a:lnTo>
                    <a:pt x="69061" y="56947"/>
                  </a:lnTo>
                  <a:lnTo>
                    <a:pt x="68913" y="57013"/>
                  </a:lnTo>
                  <a:lnTo>
                    <a:pt x="68784" y="57160"/>
                  </a:lnTo>
                  <a:lnTo>
                    <a:pt x="68766" y="57173"/>
                  </a:lnTo>
                  <a:lnTo>
                    <a:pt x="68600" y="57280"/>
                  </a:lnTo>
                  <a:lnTo>
                    <a:pt x="68581" y="57293"/>
                  </a:lnTo>
                  <a:lnTo>
                    <a:pt x="68581" y="57320"/>
                  </a:lnTo>
                  <a:lnTo>
                    <a:pt x="68600" y="57347"/>
                  </a:lnTo>
                  <a:lnTo>
                    <a:pt x="68618" y="57373"/>
                  </a:lnTo>
                  <a:lnTo>
                    <a:pt x="68618" y="57400"/>
                  </a:lnTo>
                  <a:lnTo>
                    <a:pt x="68600" y="57440"/>
                  </a:lnTo>
                  <a:lnTo>
                    <a:pt x="68526" y="57467"/>
                  </a:lnTo>
                  <a:lnTo>
                    <a:pt x="68489" y="57547"/>
                  </a:lnTo>
                  <a:lnTo>
                    <a:pt x="68434" y="57600"/>
                  </a:lnTo>
                  <a:lnTo>
                    <a:pt x="68416" y="57680"/>
                  </a:lnTo>
                  <a:lnTo>
                    <a:pt x="68360" y="57733"/>
                  </a:lnTo>
                  <a:lnTo>
                    <a:pt x="68342" y="57760"/>
                  </a:lnTo>
                  <a:lnTo>
                    <a:pt x="68323" y="57827"/>
                  </a:lnTo>
                  <a:lnTo>
                    <a:pt x="68342" y="57853"/>
                  </a:lnTo>
                  <a:lnTo>
                    <a:pt x="68360" y="57867"/>
                  </a:lnTo>
                  <a:lnTo>
                    <a:pt x="68489" y="58067"/>
                  </a:lnTo>
                  <a:lnTo>
                    <a:pt x="68545" y="58133"/>
                  </a:lnTo>
                  <a:lnTo>
                    <a:pt x="68581" y="58160"/>
                  </a:lnTo>
                  <a:lnTo>
                    <a:pt x="68618" y="58160"/>
                  </a:lnTo>
                  <a:lnTo>
                    <a:pt x="68692" y="58200"/>
                  </a:lnTo>
                  <a:lnTo>
                    <a:pt x="68729" y="58227"/>
                  </a:lnTo>
                  <a:lnTo>
                    <a:pt x="68784" y="58253"/>
                  </a:lnTo>
                  <a:lnTo>
                    <a:pt x="68784" y="58320"/>
                  </a:lnTo>
                  <a:lnTo>
                    <a:pt x="68784" y="58360"/>
                  </a:lnTo>
                  <a:lnTo>
                    <a:pt x="68840" y="58413"/>
                  </a:lnTo>
                  <a:lnTo>
                    <a:pt x="68747" y="58453"/>
                  </a:lnTo>
                  <a:lnTo>
                    <a:pt x="68729" y="58467"/>
                  </a:lnTo>
                  <a:lnTo>
                    <a:pt x="68729" y="58480"/>
                  </a:lnTo>
                  <a:lnTo>
                    <a:pt x="68729" y="58506"/>
                  </a:lnTo>
                  <a:lnTo>
                    <a:pt x="68747" y="58506"/>
                  </a:lnTo>
                  <a:lnTo>
                    <a:pt x="68766" y="58520"/>
                  </a:lnTo>
                  <a:lnTo>
                    <a:pt x="68766" y="58546"/>
                  </a:lnTo>
                  <a:lnTo>
                    <a:pt x="68766" y="58600"/>
                  </a:lnTo>
                  <a:lnTo>
                    <a:pt x="68747" y="58613"/>
                  </a:lnTo>
                  <a:lnTo>
                    <a:pt x="68711" y="58640"/>
                  </a:lnTo>
                  <a:lnTo>
                    <a:pt x="68674" y="58693"/>
                  </a:lnTo>
                  <a:lnTo>
                    <a:pt x="68674" y="58773"/>
                  </a:lnTo>
                  <a:lnTo>
                    <a:pt x="68711" y="58866"/>
                  </a:lnTo>
                  <a:lnTo>
                    <a:pt x="68711" y="58880"/>
                  </a:lnTo>
                  <a:lnTo>
                    <a:pt x="68711" y="58880"/>
                  </a:lnTo>
                  <a:lnTo>
                    <a:pt x="68711" y="58893"/>
                  </a:lnTo>
                  <a:lnTo>
                    <a:pt x="68729" y="58893"/>
                  </a:lnTo>
                  <a:lnTo>
                    <a:pt x="68526" y="59000"/>
                  </a:lnTo>
                  <a:lnTo>
                    <a:pt x="68471" y="59053"/>
                  </a:lnTo>
                  <a:lnTo>
                    <a:pt x="68766" y="58986"/>
                  </a:lnTo>
                  <a:lnTo>
                    <a:pt x="68876" y="59000"/>
                  </a:lnTo>
                  <a:lnTo>
                    <a:pt x="68840" y="59093"/>
                  </a:lnTo>
                  <a:lnTo>
                    <a:pt x="68840" y="59160"/>
                  </a:lnTo>
                  <a:lnTo>
                    <a:pt x="68858" y="59253"/>
                  </a:lnTo>
                  <a:lnTo>
                    <a:pt x="68895" y="59226"/>
                  </a:lnTo>
                  <a:lnTo>
                    <a:pt x="68913" y="59226"/>
                  </a:lnTo>
                  <a:lnTo>
                    <a:pt x="68950" y="59253"/>
                  </a:lnTo>
                  <a:lnTo>
                    <a:pt x="68987" y="59280"/>
                  </a:lnTo>
                  <a:lnTo>
                    <a:pt x="68987" y="59373"/>
                  </a:lnTo>
                  <a:lnTo>
                    <a:pt x="69061" y="59413"/>
                  </a:lnTo>
                  <a:lnTo>
                    <a:pt x="69116" y="59440"/>
                  </a:lnTo>
                  <a:lnTo>
                    <a:pt x="69190" y="59453"/>
                  </a:lnTo>
                  <a:lnTo>
                    <a:pt x="69190" y="59480"/>
                  </a:lnTo>
                  <a:lnTo>
                    <a:pt x="69061" y="59520"/>
                  </a:lnTo>
                  <a:lnTo>
                    <a:pt x="69042" y="59533"/>
                  </a:lnTo>
                  <a:lnTo>
                    <a:pt x="69061" y="59560"/>
                  </a:lnTo>
                  <a:lnTo>
                    <a:pt x="69098" y="59586"/>
                  </a:lnTo>
                  <a:lnTo>
                    <a:pt x="69116" y="59600"/>
                  </a:lnTo>
                  <a:lnTo>
                    <a:pt x="69227" y="59640"/>
                  </a:lnTo>
                  <a:lnTo>
                    <a:pt x="69393" y="59653"/>
                  </a:lnTo>
                  <a:lnTo>
                    <a:pt x="69466" y="59666"/>
                  </a:lnTo>
                  <a:lnTo>
                    <a:pt x="69485" y="59693"/>
                  </a:lnTo>
                  <a:lnTo>
                    <a:pt x="69485" y="59786"/>
                  </a:lnTo>
                  <a:lnTo>
                    <a:pt x="69614" y="59853"/>
                  </a:lnTo>
                  <a:lnTo>
                    <a:pt x="69890" y="59946"/>
                  </a:lnTo>
                  <a:lnTo>
                    <a:pt x="69927" y="59973"/>
                  </a:lnTo>
                  <a:lnTo>
                    <a:pt x="69835" y="60053"/>
                  </a:lnTo>
                  <a:lnTo>
                    <a:pt x="69817" y="60066"/>
                  </a:lnTo>
                  <a:lnTo>
                    <a:pt x="69817" y="60079"/>
                  </a:lnTo>
                  <a:lnTo>
                    <a:pt x="69835" y="60119"/>
                  </a:lnTo>
                  <a:lnTo>
                    <a:pt x="69854" y="60146"/>
                  </a:lnTo>
                  <a:lnTo>
                    <a:pt x="69890" y="60146"/>
                  </a:lnTo>
                  <a:lnTo>
                    <a:pt x="69946" y="60146"/>
                  </a:lnTo>
                  <a:lnTo>
                    <a:pt x="70001" y="60186"/>
                  </a:lnTo>
                  <a:lnTo>
                    <a:pt x="70038" y="60199"/>
                  </a:lnTo>
                  <a:lnTo>
                    <a:pt x="70056" y="60186"/>
                  </a:lnTo>
                  <a:lnTo>
                    <a:pt x="70130" y="60133"/>
                  </a:lnTo>
                  <a:lnTo>
                    <a:pt x="70222" y="60079"/>
                  </a:lnTo>
                  <a:lnTo>
                    <a:pt x="70351" y="60053"/>
                  </a:lnTo>
                  <a:lnTo>
                    <a:pt x="70370" y="60066"/>
                  </a:lnTo>
                  <a:lnTo>
                    <a:pt x="70370" y="60093"/>
                  </a:lnTo>
                  <a:lnTo>
                    <a:pt x="70351" y="60133"/>
                  </a:lnTo>
                  <a:lnTo>
                    <a:pt x="70333" y="60146"/>
                  </a:lnTo>
                  <a:lnTo>
                    <a:pt x="70314" y="60173"/>
                  </a:lnTo>
                  <a:lnTo>
                    <a:pt x="70222" y="60173"/>
                  </a:lnTo>
                  <a:lnTo>
                    <a:pt x="70204" y="60186"/>
                  </a:lnTo>
                  <a:lnTo>
                    <a:pt x="70370" y="60279"/>
                  </a:lnTo>
                  <a:lnTo>
                    <a:pt x="70425" y="60319"/>
                  </a:lnTo>
                  <a:lnTo>
                    <a:pt x="70665" y="60279"/>
                  </a:lnTo>
                  <a:lnTo>
                    <a:pt x="70683" y="60306"/>
                  </a:lnTo>
                  <a:lnTo>
                    <a:pt x="70738" y="60359"/>
                  </a:lnTo>
                  <a:lnTo>
                    <a:pt x="70757" y="60373"/>
                  </a:lnTo>
                  <a:lnTo>
                    <a:pt x="70775" y="60373"/>
                  </a:lnTo>
                  <a:lnTo>
                    <a:pt x="70794" y="60373"/>
                  </a:lnTo>
                  <a:lnTo>
                    <a:pt x="70831" y="60359"/>
                  </a:lnTo>
                  <a:lnTo>
                    <a:pt x="70849" y="60359"/>
                  </a:lnTo>
                  <a:lnTo>
                    <a:pt x="70941" y="60359"/>
                  </a:lnTo>
                  <a:lnTo>
                    <a:pt x="70960" y="60373"/>
                  </a:lnTo>
                  <a:lnTo>
                    <a:pt x="71015" y="60426"/>
                  </a:lnTo>
                  <a:lnTo>
                    <a:pt x="71033" y="60426"/>
                  </a:lnTo>
                  <a:lnTo>
                    <a:pt x="71089" y="60359"/>
                  </a:lnTo>
                  <a:lnTo>
                    <a:pt x="71033" y="60253"/>
                  </a:lnTo>
                  <a:lnTo>
                    <a:pt x="70941" y="60173"/>
                  </a:lnTo>
                  <a:lnTo>
                    <a:pt x="70941" y="60093"/>
                  </a:lnTo>
                  <a:lnTo>
                    <a:pt x="70978" y="60106"/>
                  </a:lnTo>
                  <a:lnTo>
                    <a:pt x="71273" y="60186"/>
                  </a:lnTo>
                  <a:lnTo>
                    <a:pt x="71421" y="60146"/>
                  </a:lnTo>
                  <a:lnTo>
                    <a:pt x="71476" y="60186"/>
                  </a:lnTo>
                  <a:lnTo>
                    <a:pt x="71439" y="60266"/>
                  </a:lnTo>
                  <a:lnTo>
                    <a:pt x="71402" y="60333"/>
                  </a:lnTo>
                  <a:lnTo>
                    <a:pt x="71421" y="60373"/>
                  </a:lnTo>
                  <a:lnTo>
                    <a:pt x="71697" y="60306"/>
                  </a:lnTo>
                  <a:lnTo>
                    <a:pt x="71734" y="60253"/>
                  </a:lnTo>
                  <a:lnTo>
                    <a:pt x="71734" y="60239"/>
                  </a:lnTo>
                  <a:lnTo>
                    <a:pt x="71752" y="60226"/>
                  </a:lnTo>
                  <a:lnTo>
                    <a:pt x="71771" y="60226"/>
                  </a:lnTo>
                  <a:lnTo>
                    <a:pt x="71863" y="60266"/>
                  </a:lnTo>
                  <a:lnTo>
                    <a:pt x="71826" y="60319"/>
                  </a:lnTo>
                  <a:lnTo>
                    <a:pt x="71752" y="60359"/>
                  </a:lnTo>
                  <a:lnTo>
                    <a:pt x="71734" y="60399"/>
                  </a:lnTo>
                  <a:lnTo>
                    <a:pt x="71771" y="60426"/>
                  </a:lnTo>
                  <a:lnTo>
                    <a:pt x="71808" y="60399"/>
                  </a:lnTo>
                  <a:lnTo>
                    <a:pt x="71826" y="60373"/>
                  </a:lnTo>
                  <a:lnTo>
                    <a:pt x="71845" y="60373"/>
                  </a:lnTo>
                  <a:lnTo>
                    <a:pt x="71882" y="60373"/>
                  </a:lnTo>
                  <a:lnTo>
                    <a:pt x="71955" y="60399"/>
                  </a:lnTo>
                  <a:lnTo>
                    <a:pt x="71974" y="60426"/>
                  </a:lnTo>
                  <a:lnTo>
                    <a:pt x="71992" y="60439"/>
                  </a:lnTo>
                  <a:lnTo>
                    <a:pt x="71992" y="60533"/>
                  </a:lnTo>
                  <a:lnTo>
                    <a:pt x="72011" y="60586"/>
                  </a:lnTo>
                  <a:lnTo>
                    <a:pt x="72121" y="60586"/>
                  </a:lnTo>
                  <a:lnTo>
                    <a:pt x="72379" y="60346"/>
                  </a:lnTo>
                  <a:lnTo>
                    <a:pt x="72564" y="60253"/>
                  </a:lnTo>
                  <a:lnTo>
                    <a:pt x="72582" y="60226"/>
                  </a:lnTo>
                  <a:lnTo>
                    <a:pt x="72582" y="60173"/>
                  </a:lnTo>
                  <a:lnTo>
                    <a:pt x="72637" y="60186"/>
                  </a:lnTo>
                  <a:lnTo>
                    <a:pt x="72748" y="60226"/>
                  </a:lnTo>
                  <a:lnTo>
                    <a:pt x="73006" y="60279"/>
                  </a:lnTo>
                  <a:lnTo>
                    <a:pt x="73098" y="60266"/>
                  </a:lnTo>
                  <a:lnTo>
                    <a:pt x="73117" y="60186"/>
                  </a:lnTo>
                  <a:lnTo>
                    <a:pt x="73375" y="60279"/>
                  </a:lnTo>
                  <a:lnTo>
                    <a:pt x="73467" y="60306"/>
                  </a:lnTo>
                  <a:lnTo>
                    <a:pt x="73596" y="60266"/>
                  </a:lnTo>
                  <a:lnTo>
                    <a:pt x="73578" y="60319"/>
                  </a:lnTo>
                  <a:lnTo>
                    <a:pt x="73614" y="60319"/>
                  </a:lnTo>
                  <a:lnTo>
                    <a:pt x="73614" y="60319"/>
                  </a:lnTo>
                  <a:lnTo>
                    <a:pt x="73651" y="60333"/>
                  </a:lnTo>
                  <a:lnTo>
                    <a:pt x="73614" y="60373"/>
                  </a:lnTo>
                  <a:lnTo>
                    <a:pt x="73596" y="60426"/>
                  </a:lnTo>
                  <a:lnTo>
                    <a:pt x="73817" y="60359"/>
                  </a:lnTo>
                  <a:lnTo>
                    <a:pt x="73873" y="60359"/>
                  </a:lnTo>
                  <a:lnTo>
                    <a:pt x="74002" y="60373"/>
                  </a:lnTo>
                  <a:lnTo>
                    <a:pt x="74057" y="60373"/>
                  </a:lnTo>
                  <a:lnTo>
                    <a:pt x="74112" y="60346"/>
                  </a:lnTo>
                  <a:lnTo>
                    <a:pt x="74112" y="60279"/>
                  </a:lnTo>
                  <a:lnTo>
                    <a:pt x="74094" y="60226"/>
                  </a:lnTo>
                  <a:lnTo>
                    <a:pt x="74020" y="60213"/>
                  </a:lnTo>
                  <a:lnTo>
                    <a:pt x="73983" y="60213"/>
                  </a:lnTo>
                  <a:lnTo>
                    <a:pt x="73928" y="60199"/>
                  </a:lnTo>
                  <a:lnTo>
                    <a:pt x="73854" y="60173"/>
                  </a:lnTo>
                  <a:lnTo>
                    <a:pt x="73836" y="60106"/>
                  </a:lnTo>
                  <a:lnTo>
                    <a:pt x="73762" y="60013"/>
                  </a:lnTo>
                  <a:lnTo>
                    <a:pt x="73725" y="59933"/>
                  </a:lnTo>
                  <a:lnTo>
                    <a:pt x="73744" y="59880"/>
                  </a:lnTo>
                  <a:lnTo>
                    <a:pt x="73836" y="59906"/>
                  </a:lnTo>
                  <a:lnTo>
                    <a:pt x="73836" y="59933"/>
                  </a:lnTo>
                  <a:lnTo>
                    <a:pt x="73854" y="59973"/>
                  </a:lnTo>
                  <a:lnTo>
                    <a:pt x="73983" y="59933"/>
                  </a:lnTo>
                  <a:lnTo>
                    <a:pt x="74002" y="59906"/>
                  </a:lnTo>
                  <a:lnTo>
                    <a:pt x="74002" y="59786"/>
                  </a:lnTo>
                  <a:lnTo>
                    <a:pt x="74020" y="59773"/>
                  </a:lnTo>
                  <a:lnTo>
                    <a:pt x="74039" y="59773"/>
                  </a:lnTo>
                  <a:lnTo>
                    <a:pt x="74057" y="59773"/>
                  </a:lnTo>
                  <a:lnTo>
                    <a:pt x="74094" y="59786"/>
                  </a:lnTo>
                  <a:lnTo>
                    <a:pt x="74131" y="59813"/>
                  </a:lnTo>
                  <a:lnTo>
                    <a:pt x="74131" y="59800"/>
                  </a:lnTo>
                  <a:lnTo>
                    <a:pt x="74149" y="59773"/>
                  </a:lnTo>
                  <a:lnTo>
                    <a:pt x="74315" y="59773"/>
                  </a:lnTo>
                  <a:lnTo>
                    <a:pt x="74389" y="59853"/>
                  </a:lnTo>
                  <a:lnTo>
                    <a:pt x="74518" y="59866"/>
                  </a:lnTo>
                  <a:lnTo>
                    <a:pt x="74647" y="59826"/>
                  </a:lnTo>
                  <a:lnTo>
                    <a:pt x="74684" y="59733"/>
                  </a:lnTo>
                  <a:lnTo>
                    <a:pt x="74647" y="59733"/>
                  </a:lnTo>
                  <a:lnTo>
                    <a:pt x="74555" y="59693"/>
                  </a:lnTo>
                  <a:lnTo>
                    <a:pt x="74499" y="59680"/>
                  </a:lnTo>
                  <a:lnTo>
                    <a:pt x="74463" y="59680"/>
                  </a:lnTo>
                  <a:lnTo>
                    <a:pt x="74370" y="59706"/>
                  </a:lnTo>
                  <a:lnTo>
                    <a:pt x="74333" y="59693"/>
                  </a:lnTo>
                  <a:lnTo>
                    <a:pt x="74370" y="59640"/>
                  </a:lnTo>
                  <a:lnTo>
                    <a:pt x="74499" y="59613"/>
                  </a:lnTo>
                  <a:lnTo>
                    <a:pt x="74647" y="59653"/>
                  </a:lnTo>
                  <a:lnTo>
                    <a:pt x="74758" y="59706"/>
                  </a:lnTo>
                  <a:lnTo>
                    <a:pt x="74868" y="59733"/>
                  </a:lnTo>
                  <a:lnTo>
                    <a:pt x="75182" y="59560"/>
                  </a:lnTo>
                  <a:lnTo>
                    <a:pt x="75089" y="59480"/>
                  </a:lnTo>
                  <a:lnTo>
                    <a:pt x="74997" y="59480"/>
                  </a:lnTo>
                  <a:lnTo>
                    <a:pt x="74850" y="59560"/>
                  </a:lnTo>
                  <a:lnTo>
                    <a:pt x="74758" y="59546"/>
                  </a:lnTo>
                  <a:lnTo>
                    <a:pt x="74628" y="59453"/>
                  </a:lnTo>
                  <a:lnTo>
                    <a:pt x="74518" y="59426"/>
                  </a:lnTo>
                  <a:lnTo>
                    <a:pt x="74573" y="59386"/>
                  </a:lnTo>
                  <a:lnTo>
                    <a:pt x="74776" y="59400"/>
                  </a:lnTo>
                  <a:lnTo>
                    <a:pt x="74905" y="59280"/>
                  </a:lnTo>
                  <a:lnTo>
                    <a:pt x="75108" y="59293"/>
                  </a:lnTo>
                  <a:lnTo>
                    <a:pt x="75145" y="59200"/>
                  </a:lnTo>
                  <a:lnTo>
                    <a:pt x="75108" y="59200"/>
                  </a:lnTo>
                  <a:lnTo>
                    <a:pt x="75089" y="59186"/>
                  </a:lnTo>
                  <a:lnTo>
                    <a:pt x="75053" y="59186"/>
                  </a:lnTo>
                  <a:lnTo>
                    <a:pt x="75034" y="59200"/>
                  </a:lnTo>
                  <a:lnTo>
                    <a:pt x="75145" y="59093"/>
                  </a:lnTo>
                  <a:lnTo>
                    <a:pt x="75126" y="59120"/>
                  </a:lnTo>
                  <a:lnTo>
                    <a:pt x="75182" y="59080"/>
                  </a:lnTo>
                  <a:lnTo>
                    <a:pt x="75218" y="59120"/>
                  </a:lnTo>
                  <a:lnTo>
                    <a:pt x="75237" y="59160"/>
                  </a:lnTo>
                  <a:lnTo>
                    <a:pt x="75274" y="59173"/>
                  </a:lnTo>
                  <a:lnTo>
                    <a:pt x="75347" y="59173"/>
                  </a:lnTo>
                  <a:lnTo>
                    <a:pt x="75384" y="59146"/>
                  </a:lnTo>
                  <a:lnTo>
                    <a:pt x="75403" y="59093"/>
                  </a:lnTo>
                  <a:lnTo>
                    <a:pt x="75421" y="59066"/>
                  </a:lnTo>
                  <a:lnTo>
                    <a:pt x="75495" y="58933"/>
                  </a:lnTo>
                  <a:lnTo>
                    <a:pt x="75569" y="58920"/>
                  </a:lnTo>
                  <a:lnTo>
                    <a:pt x="75642" y="59040"/>
                  </a:lnTo>
                  <a:lnTo>
                    <a:pt x="75679" y="59000"/>
                  </a:lnTo>
                  <a:lnTo>
                    <a:pt x="75716" y="58986"/>
                  </a:lnTo>
                  <a:lnTo>
                    <a:pt x="75753" y="58960"/>
                  </a:lnTo>
                  <a:lnTo>
                    <a:pt x="75901" y="59000"/>
                  </a:lnTo>
                  <a:lnTo>
                    <a:pt x="75956" y="59026"/>
                  </a:lnTo>
                  <a:lnTo>
                    <a:pt x="75956" y="59000"/>
                  </a:lnTo>
                  <a:lnTo>
                    <a:pt x="75956" y="58960"/>
                  </a:lnTo>
                  <a:lnTo>
                    <a:pt x="75956" y="58933"/>
                  </a:lnTo>
                  <a:lnTo>
                    <a:pt x="76159" y="58933"/>
                  </a:lnTo>
                  <a:lnTo>
                    <a:pt x="76251" y="58920"/>
                  </a:lnTo>
                  <a:lnTo>
                    <a:pt x="76288" y="58866"/>
                  </a:lnTo>
                  <a:lnTo>
                    <a:pt x="75937" y="58760"/>
                  </a:lnTo>
                  <a:lnTo>
                    <a:pt x="75864" y="58720"/>
                  </a:lnTo>
                  <a:lnTo>
                    <a:pt x="75864" y="58720"/>
                  </a:lnTo>
                  <a:lnTo>
                    <a:pt x="75864" y="58720"/>
                  </a:lnTo>
                  <a:lnTo>
                    <a:pt x="75901" y="58693"/>
                  </a:lnTo>
                  <a:lnTo>
                    <a:pt x="75919" y="58693"/>
                  </a:lnTo>
                  <a:lnTo>
                    <a:pt x="75919" y="58666"/>
                  </a:lnTo>
                  <a:lnTo>
                    <a:pt x="75864" y="58653"/>
                  </a:lnTo>
                  <a:lnTo>
                    <a:pt x="75753" y="58600"/>
                  </a:lnTo>
                  <a:lnTo>
                    <a:pt x="75716" y="58586"/>
                  </a:lnTo>
                  <a:lnTo>
                    <a:pt x="75679" y="58586"/>
                  </a:lnTo>
                  <a:lnTo>
                    <a:pt x="75587" y="58546"/>
                  </a:lnTo>
                  <a:lnTo>
                    <a:pt x="75550" y="58533"/>
                  </a:lnTo>
                  <a:lnTo>
                    <a:pt x="75495" y="58546"/>
                  </a:lnTo>
                  <a:lnTo>
                    <a:pt x="75458" y="58533"/>
                  </a:lnTo>
                  <a:lnTo>
                    <a:pt x="75532" y="58493"/>
                  </a:lnTo>
                  <a:lnTo>
                    <a:pt x="75606" y="58493"/>
                  </a:lnTo>
                  <a:lnTo>
                    <a:pt x="75993" y="58546"/>
                  </a:lnTo>
                  <a:lnTo>
                    <a:pt x="76103" y="58600"/>
                  </a:lnTo>
                  <a:lnTo>
                    <a:pt x="76159" y="58600"/>
                  </a:lnTo>
                  <a:lnTo>
                    <a:pt x="76177" y="58560"/>
                  </a:lnTo>
                  <a:lnTo>
                    <a:pt x="76103" y="58546"/>
                  </a:lnTo>
                  <a:lnTo>
                    <a:pt x="75993" y="58506"/>
                  </a:lnTo>
                  <a:lnTo>
                    <a:pt x="76030" y="58480"/>
                  </a:lnTo>
                  <a:lnTo>
                    <a:pt x="76196" y="58506"/>
                  </a:lnTo>
                  <a:lnTo>
                    <a:pt x="76288" y="58506"/>
                  </a:lnTo>
                  <a:lnTo>
                    <a:pt x="76269" y="58520"/>
                  </a:lnTo>
                  <a:lnTo>
                    <a:pt x="76288" y="58520"/>
                  </a:lnTo>
                  <a:lnTo>
                    <a:pt x="76306" y="58506"/>
                  </a:lnTo>
                  <a:lnTo>
                    <a:pt x="76306" y="58493"/>
                  </a:lnTo>
                  <a:lnTo>
                    <a:pt x="76325" y="58467"/>
                  </a:lnTo>
                  <a:lnTo>
                    <a:pt x="76269" y="58427"/>
                  </a:lnTo>
                  <a:lnTo>
                    <a:pt x="76196" y="58400"/>
                  </a:lnTo>
                  <a:lnTo>
                    <a:pt x="76085" y="58387"/>
                  </a:lnTo>
                  <a:lnTo>
                    <a:pt x="75901" y="58280"/>
                  </a:lnTo>
                  <a:lnTo>
                    <a:pt x="75772" y="58293"/>
                  </a:lnTo>
                  <a:lnTo>
                    <a:pt x="75716" y="58280"/>
                  </a:lnTo>
                  <a:lnTo>
                    <a:pt x="75642" y="58267"/>
                  </a:lnTo>
                  <a:lnTo>
                    <a:pt x="75606" y="58227"/>
                  </a:lnTo>
                  <a:lnTo>
                    <a:pt x="75569" y="58173"/>
                  </a:lnTo>
                  <a:lnTo>
                    <a:pt x="75550" y="58147"/>
                  </a:lnTo>
                  <a:lnTo>
                    <a:pt x="75495" y="58133"/>
                  </a:lnTo>
                  <a:lnTo>
                    <a:pt x="75532" y="58107"/>
                  </a:lnTo>
                  <a:lnTo>
                    <a:pt x="75569" y="58093"/>
                  </a:lnTo>
                  <a:lnTo>
                    <a:pt x="75642" y="58080"/>
                  </a:lnTo>
                  <a:lnTo>
                    <a:pt x="75624" y="58040"/>
                  </a:lnTo>
                  <a:lnTo>
                    <a:pt x="75569" y="58027"/>
                  </a:lnTo>
                  <a:lnTo>
                    <a:pt x="75477" y="58000"/>
                  </a:lnTo>
                  <a:lnTo>
                    <a:pt x="75403" y="57973"/>
                  </a:lnTo>
                  <a:lnTo>
                    <a:pt x="75384" y="57907"/>
                  </a:lnTo>
                  <a:lnTo>
                    <a:pt x="75421" y="57853"/>
                  </a:lnTo>
                  <a:lnTo>
                    <a:pt x="75495" y="57867"/>
                  </a:lnTo>
                  <a:lnTo>
                    <a:pt x="75827" y="57973"/>
                  </a:lnTo>
                  <a:lnTo>
                    <a:pt x="75974" y="57987"/>
                  </a:lnTo>
                  <a:lnTo>
                    <a:pt x="76103" y="57973"/>
                  </a:lnTo>
                  <a:lnTo>
                    <a:pt x="76196" y="57893"/>
                  </a:lnTo>
                  <a:lnTo>
                    <a:pt x="76288" y="58000"/>
                  </a:lnTo>
                  <a:lnTo>
                    <a:pt x="76361" y="58027"/>
                  </a:lnTo>
                  <a:lnTo>
                    <a:pt x="76509" y="58000"/>
                  </a:lnTo>
                  <a:lnTo>
                    <a:pt x="76620" y="57987"/>
                  </a:lnTo>
                  <a:lnTo>
                    <a:pt x="76804" y="58027"/>
                  </a:lnTo>
                  <a:lnTo>
                    <a:pt x="76896" y="58027"/>
                  </a:lnTo>
                  <a:lnTo>
                    <a:pt x="76933" y="58040"/>
                  </a:lnTo>
                  <a:lnTo>
                    <a:pt x="77080" y="58133"/>
                  </a:lnTo>
                  <a:lnTo>
                    <a:pt x="77136" y="58147"/>
                  </a:lnTo>
                  <a:lnTo>
                    <a:pt x="77302" y="58200"/>
                  </a:lnTo>
                  <a:lnTo>
                    <a:pt x="77357" y="58200"/>
                  </a:lnTo>
                  <a:lnTo>
                    <a:pt x="77375" y="58200"/>
                  </a:lnTo>
                  <a:lnTo>
                    <a:pt x="77412" y="58213"/>
                  </a:lnTo>
                  <a:lnTo>
                    <a:pt x="77468" y="58280"/>
                  </a:lnTo>
                  <a:lnTo>
                    <a:pt x="77523" y="58293"/>
                  </a:lnTo>
                  <a:lnTo>
                    <a:pt x="77541" y="58293"/>
                  </a:lnTo>
                  <a:lnTo>
                    <a:pt x="77578" y="58280"/>
                  </a:lnTo>
                  <a:lnTo>
                    <a:pt x="77578" y="58253"/>
                  </a:lnTo>
                  <a:lnTo>
                    <a:pt x="77541" y="58227"/>
                  </a:lnTo>
                  <a:lnTo>
                    <a:pt x="77578" y="58200"/>
                  </a:lnTo>
                  <a:lnTo>
                    <a:pt x="77634" y="58200"/>
                  </a:lnTo>
                  <a:lnTo>
                    <a:pt x="77652" y="58160"/>
                  </a:lnTo>
                  <a:lnTo>
                    <a:pt x="77597" y="58107"/>
                  </a:lnTo>
                  <a:lnTo>
                    <a:pt x="77560" y="58093"/>
                  </a:lnTo>
                  <a:lnTo>
                    <a:pt x="77523" y="58080"/>
                  </a:lnTo>
                  <a:lnTo>
                    <a:pt x="77468" y="58067"/>
                  </a:lnTo>
                  <a:lnTo>
                    <a:pt x="77468" y="58000"/>
                  </a:lnTo>
                  <a:lnTo>
                    <a:pt x="77523" y="57987"/>
                  </a:lnTo>
                  <a:lnTo>
                    <a:pt x="77597" y="58000"/>
                  </a:lnTo>
                  <a:lnTo>
                    <a:pt x="77726" y="58080"/>
                  </a:lnTo>
                  <a:lnTo>
                    <a:pt x="78021" y="58120"/>
                  </a:lnTo>
                  <a:lnTo>
                    <a:pt x="78168" y="58200"/>
                  </a:lnTo>
                  <a:lnTo>
                    <a:pt x="78205" y="58200"/>
                  </a:lnTo>
                  <a:lnTo>
                    <a:pt x="78260" y="58160"/>
                  </a:lnTo>
                  <a:lnTo>
                    <a:pt x="78279" y="58120"/>
                  </a:lnTo>
                  <a:lnTo>
                    <a:pt x="78297" y="58093"/>
                  </a:lnTo>
                  <a:lnTo>
                    <a:pt x="78353" y="58107"/>
                  </a:lnTo>
                  <a:lnTo>
                    <a:pt x="78463" y="58160"/>
                  </a:lnTo>
                  <a:lnTo>
                    <a:pt x="78611" y="58213"/>
                  </a:lnTo>
                  <a:lnTo>
                    <a:pt x="78721" y="58227"/>
                  </a:lnTo>
                  <a:lnTo>
                    <a:pt x="78813" y="58227"/>
                  </a:lnTo>
                  <a:lnTo>
                    <a:pt x="78813" y="58200"/>
                  </a:lnTo>
                  <a:lnTo>
                    <a:pt x="78758" y="58147"/>
                  </a:lnTo>
                  <a:lnTo>
                    <a:pt x="78740" y="58133"/>
                  </a:lnTo>
                  <a:lnTo>
                    <a:pt x="78850" y="58120"/>
                  </a:lnTo>
                  <a:lnTo>
                    <a:pt x="79016" y="58173"/>
                  </a:lnTo>
                  <a:lnTo>
                    <a:pt x="79108" y="58173"/>
                  </a:lnTo>
                  <a:lnTo>
                    <a:pt x="79090" y="58147"/>
                  </a:lnTo>
                  <a:lnTo>
                    <a:pt x="79053" y="58093"/>
                  </a:lnTo>
                  <a:lnTo>
                    <a:pt x="79090" y="58027"/>
                  </a:lnTo>
                  <a:lnTo>
                    <a:pt x="79219" y="57973"/>
                  </a:lnTo>
                  <a:lnTo>
                    <a:pt x="79182" y="57893"/>
                  </a:lnTo>
                  <a:lnTo>
                    <a:pt x="79219" y="57880"/>
                  </a:lnTo>
                  <a:lnTo>
                    <a:pt x="79330" y="57867"/>
                  </a:lnTo>
                  <a:lnTo>
                    <a:pt x="79367" y="57827"/>
                  </a:lnTo>
                  <a:lnTo>
                    <a:pt x="79330" y="57760"/>
                  </a:lnTo>
                  <a:lnTo>
                    <a:pt x="79348" y="57707"/>
                  </a:lnTo>
                  <a:lnTo>
                    <a:pt x="79367" y="57680"/>
                  </a:lnTo>
                  <a:lnTo>
                    <a:pt x="79348" y="57640"/>
                  </a:lnTo>
                  <a:lnTo>
                    <a:pt x="79256" y="57627"/>
                  </a:lnTo>
                  <a:lnTo>
                    <a:pt x="79127" y="57640"/>
                  </a:lnTo>
                  <a:lnTo>
                    <a:pt x="79053" y="57627"/>
                  </a:lnTo>
                  <a:lnTo>
                    <a:pt x="79016" y="57600"/>
                  </a:lnTo>
                  <a:lnTo>
                    <a:pt x="78943" y="57560"/>
                  </a:lnTo>
                  <a:lnTo>
                    <a:pt x="78924" y="57507"/>
                  </a:lnTo>
                  <a:lnTo>
                    <a:pt x="78943" y="57480"/>
                  </a:lnTo>
                  <a:lnTo>
                    <a:pt x="79016" y="57480"/>
                  </a:lnTo>
                  <a:lnTo>
                    <a:pt x="79072" y="57507"/>
                  </a:lnTo>
                  <a:lnTo>
                    <a:pt x="79127" y="57533"/>
                  </a:lnTo>
                  <a:lnTo>
                    <a:pt x="79182" y="57480"/>
                  </a:lnTo>
                  <a:lnTo>
                    <a:pt x="79072" y="57427"/>
                  </a:lnTo>
                  <a:lnTo>
                    <a:pt x="78979" y="57413"/>
                  </a:lnTo>
                  <a:lnTo>
                    <a:pt x="78813" y="57440"/>
                  </a:lnTo>
                  <a:lnTo>
                    <a:pt x="78832" y="57360"/>
                  </a:lnTo>
                  <a:lnTo>
                    <a:pt x="78887" y="57333"/>
                  </a:lnTo>
                  <a:lnTo>
                    <a:pt x="79053" y="57333"/>
                  </a:lnTo>
                  <a:lnTo>
                    <a:pt x="79108" y="57320"/>
                  </a:lnTo>
                  <a:lnTo>
                    <a:pt x="79164" y="57293"/>
                  </a:lnTo>
                  <a:lnTo>
                    <a:pt x="79219" y="57200"/>
                  </a:lnTo>
                  <a:lnTo>
                    <a:pt x="78703" y="56974"/>
                  </a:lnTo>
                  <a:lnTo>
                    <a:pt x="78187" y="56814"/>
                  </a:lnTo>
                  <a:lnTo>
                    <a:pt x="78113" y="56800"/>
                  </a:lnTo>
                  <a:lnTo>
                    <a:pt x="77965" y="56800"/>
                  </a:lnTo>
                  <a:lnTo>
                    <a:pt x="77910" y="56787"/>
                  </a:lnTo>
                  <a:lnTo>
                    <a:pt x="77892" y="56760"/>
                  </a:lnTo>
                  <a:lnTo>
                    <a:pt x="77818" y="56747"/>
                  </a:lnTo>
                  <a:lnTo>
                    <a:pt x="77799" y="56720"/>
                  </a:lnTo>
                  <a:lnTo>
                    <a:pt x="77781" y="56694"/>
                  </a:lnTo>
                  <a:lnTo>
                    <a:pt x="77744" y="56640"/>
                  </a:lnTo>
                  <a:lnTo>
                    <a:pt x="77726" y="56627"/>
                  </a:lnTo>
                  <a:lnTo>
                    <a:pt x="77597" y="56587"/>
                  </a:lnTo>
                  <a:lnTo>
                    <a:pt x="77468" y="56587"/>
                  </a:lnTo>
                  <a:lnTo>
                    <a:pt x="77339" y="56587"/>
                  </a:lnTo>
                  <a:lnTo>
                    <a:pt x="77210" y="56494"/>
                  </a:lnTo>
                  <a:lnTo>
                    <a:pt x="77246" y="56454"/>
                  </a:lnTo>
                  <a:lnTo>
                    <a:pt x="77394" y="56440"/>
                  </a:lnTo>
                  <a:lnTo>
                    <a:pt x="77431" y="56440"/>
                  </a:lnTo>
                  <a:lnTo>
                    <a:pt x="77578" y="56494"/>
                  </a:lnTo>
                  <a:lnTo>
                    <a:pt x="77615" y="56494"/>
                  </a:lnTo>
                  <a:lnTo>
                    <a:pt x="77634" y="56440"/>
                  </a:lnTo>
                  <a:lnTo>
                    <a:pt x="77634" y="56400"/>
                  </a:lnTo>
                  <a:lnTo>
                    <a:pt x="77634" y="56360"/>
                  </a:lnTo>
                  <a:lnTo>
                    <a:pt x="77634" y="56347"/>
                  </a:lnTo>
                  <a:lnTo>
                    <a:pt x="77670" y="56347"/>
                  </a:lnTo>
                  <a:lnTo>
                    <a:pt x="77726" y="56360"/>
                  </a:lnTo>
                  <a:lnTo>
                    <a:pt x="77929" y="56427"/>
                  </a:lnTo>
                  <a:lnTo>
                    <a:pt x="77965" y="56440"/>
                  </a:lnTo>
                  <a:lnTo>
                    <a:pt x="77984" y="56400"/>
                  </a:lnTo>
                  <a:lnTo>
                    <a:pt x="77984" y="56347"/>
                  </a:lnTo>
                  <a:lnTo>
                    <a:pt x="77947" y="56280"/>
                  </a:lnTo>
                  <a:lnTo>
                    <a:pt x="77855" y="56214"/>
                  </a:lnTo>
                  <a:lnTo>
                    <a:pt x="77763" y="56120"/>
                  </a:lnTo>
                  <a:lnTo>
                    <a:pt x="77726" y="56054"/>
                  </a:lnTo>
                  <a:lnTo>
                    <a:pt x="77763" y="56027"/>
                  </a:lnTo>
                  <a:lnTo>
                    <a:pt x="77910" y="55960"/>
                  </a:lnTo>
                  <a:lnTo>
                    <a:pt x="77984" y="55974"/>
                  </a:lnTo>
                  <a:lnTo>
                    <a:pt x="77929" y="55907"/>
                  </a:lnTo>
                  <a:lnTo>
                    <a:pt x="77855" y="55867"/>
                  </a:lnTo>
                  <a:lnTo>
                    <a:pt x="77836" y="55827"/>
                  </a:lnTo>
                  <a:lnTo>
                    <a:pt x="77855" y="55787"/>
                  </a:lnTo>
                  <a:lnTo>
                    <a:pt x="78094" y="55760"/>
                  </a:lnTo>
                  <a:lnTo>
                    <a:pt x="78150" y="55747"/>
                  </a:lnTo>
                  <a:lnTo>
                    <a:pt x="78150" y="55787"/>
                  </a:lnTo>
                  <a:lnTo>
                    <a:pt x="78150" y="55827"/>
                  </a:lnTo>
                  <a:lnTo>
                    <a:pt x="78131" y="55840"/>
                  </a:lnTo>
                  <a:lnTo>
                    <a:pt x="78113" y="55867"/>
                  </a:lnTo>
                  <a:lnTo>
                    <a:pt x="78187" y="55907"/>
                  </a:lnTo>
                  <a:lnTo>
                    <a:pt x="78353" y="55880"/>
                  </a:lnTo>
                  <a:lnTo>
                    <a:pt x="78445" y="55907"/>
                  </a:lnTo>
                  <a:lnTo>
                    <a:pt x="78463" y="55987"/>
                  </a:lnTo>
                  <a:lnTo>
                    <a:pt x="78389" y="56000"/>
                  </a:lnTo>
                  <a:lnTo>
                    <a:pt x="78260" y="55974"/>
                  </a:lnTo>
                  <a:lnTo>
                    <a:pt x="78205" y="56014"/>
                  </a:lnTo>
                  <a:lnTo>
                    <a:pt x="78205" y="56214"/>
                  </a:lnTo>
                  <a:lnTo>
                    <a:pt x="78168" y="56294"/>
                  </a:lnTo>
                  <a:lnTo>
                    <a:pt x="78168" y="56347"/>
                  </a:lnTo>
                  <a:lnTo>
                    <a:pt x="78168" y="56400"/>
                  </a:lnTo>
                  <a:lnTo>
                    <a:pt x="78187" y="56440"/>
                  </a:lnTo>
                  <a:lnTo>
                    <a:pt x="78168" y="56440"/>
                  </a:lnTo>
                  <a:lnTo>
                    <a:pt x="78150" y="56440"/>
                  </a:lnTo>
                  <a:lnTo>
                    <a:pt x="78131" y="56454"/>
                  </a:lnTo>
                  <a:lnTo>
                    <a:pt x="78131" y="56480"/>
                  </a:lnTo>
                  <a:lnTo>
                    <a:pt x="78131" y="56507"/>
                  </a:lnTo>
                  <a:lnTo>
                    <a:pt x="78131" y="56534"/>
                  </a:lnTo>
                  <a:lnTo>
                    <a:pt x="78113" y="56560"/>
                  </a:lnTo>
                  <a:lnTo>
                    <a:pt x="78334" y="56667"/>
                  </a:lnTo>
                  <a:lnTo>
                    <a:pt x="78389" y="56720"/>
                  </a:lnTo>
                  <a:lnTo>
                    <a:pt x="78482" y="56760"/>
                  </a:lnTo>
                  <a:lnTo>
                    <a:pt x="78629" y="56787"/>
                  </a:lnTo>
                  <a:lnTo>
                    <a:pt x="78684" y="56800"/>
                  </a:lnTo>
                  <a:lnTo>
                    <a:pt x="78721" y="56827"/>
                  </a:lnTo>
                  <a:lnTo>
                    <a:pt x="78795" y="56920"/>
                  </a:lnTo>
                  <a:lnTo>
                    <a:pt x="78813" y="56947"/>
                  </a:lnTo>
                  <a:lnTo>
                    <a:pt x="78850" y="56960"/>
                  </a:lnTo>
                  <a:lnTo>
                    <a:pt x="78906" y="56960"/>
                  </a:lnTo>
                  <a:lnTo>
                    <a:pt x="78998" y="56974"/>
                  </a:lnTo>
                  <a:lnTo>
                    <a:pt x="79035" y="56947"/>
                  </a:lnTo>
                  <a:lnTo>
                    <a:pt x="79108" y="56880"/>
                  </a:lnTo>
                  <a:lnTo>
                    <a:pt x="79164" y="56854"/>
                  </a:lnTo>
                  <a:lnTo>
                    <a:pt x="79182" y="56854"/>
                  </a:lnTo>
                  <a:lnTo>
                    <a:pt x="79219" y="56907"/>
                  </a:lnTo>
                  <a:lnTo>
                    <a:pt x="79201" y="56934"/>
                  </a:lnTo>
                  <a:lnTo>
                    <a:pt x="79182" y="56960"/>
                  </a:lnTo>
                  <a:lnTo>
                    <a:pt x="79274" y="57040"/>
                  </a:lnTo>
                  <a:lnTo>
                    <a:pt x="79385" y="57080"/>
                  </a:lnTo>
                  <a:lnTo>
                    <a:pt x="79440" y="57067"/>
                  </a:lnTo>
                  <a:lnTo>
                    <a:pt x="79459" y="56947"/>
                  </a:lnTo>
                  <a:lnTo>
                    <a:pt x="79385" y="56920"/>
                  </a:lnTo>
                  <a:lnTo>
                    <a:pt x="79256" y="56840"/>
                  </a:lnTo>
                  <a:lnTo>
                    <a:pt x="79164" y="56774"/>
                  </a:lnTo>
                  <a:lnTo>
                    <a:pt x="79072" y="56694"/>
                  </a:lnTo>
                  <a:lnTo>
                    <a:pt x="79164" y="56707"/>
                  </a:lnTo>
                  <a:lnTo>
                    <a:pt x="79330" y="56800"/>
                  </a:lnTo>
                  <a:lnTo>
                    <a:pt x="79385" y="56800"/>
                  </a:lnTo>
                  <a:lnTo>
                    <a:pt x="79385" y="56720"/>
                  </a:lnTo>
                  <a:lnTo>
                    <a:pt x="79293" y="56574"/>
                  </a:lnTo>
                  <a:lnTo>
                    <a:pt x="79330" y="56534"/>
                  </a:lnTo>
                  <a:lnTo>
                    <a:pt x="79367" y="56534"/>
                  </a:lnTo>
                  <a:lnTo>
                    <a:pt x="79403" y="56547"/>
                  </a:lnTo>
                  <a:lnTo>
                    <a:pt x="79459" y="56574"/>
                  </a:lnTo>
                  <a:lnTo>
                    <a:pt x="79514" y="56614"/>
                  </a:lnTo>
                  <a:lnTo>
                    <a:pt x="79551" y="56654"/>
                  </a:lnTo>
                  <a:lnTo>
                    <a:pt x="79532" y="56694"/>
                  </a:lnTo>
                  <a:lnTo>
                    <a:pt x="79514" y="56760"/>
                  </a:lnTo>
                  <a:lnTo>
                    <a:pt x="79532" y="56800"/>
                  </a:lnTo>
                  <a:lnTo>
                    <a:pt x="79606" y="56854"/>
                  </a:lnTo>
                  <a:lnTo>
                    <a:pt x="79772" y="56947"/>
                  </a:lnTo>
                  <a:lnTo>
                    <a:pt x="79772" y="56800"/>
                  </a:lnTo>
                  <a:lnTo>
                    <a:pt x="79754" y="56760"/>
                  </a:lnTo>
                  <a:lnTo>
                    <a:pt x="79625" y="56654"/>
                  </a:lnTo>
                  <a:lnTo>
                    <a:pt x="79606" y="56614"/>
                  </a:lnTo>
                  <a:lnTo>
                    <a:pt x="79588" y="56547"/>
                  </a:lnTo>
                  <a:lnTo>
                    <a:pt x="79588" y="56494"/>
                  </a:lnTo>
                  <a:lnTo>
                    <a:pt x="79662" y="56547"/>
                  </a:lnTo>
                  <a:lnTo>
                    <a:pt x="79698" y="56520"/>
                  </a:lnTo>
                  <a:lnTo>
                    <a:pt x="79717" y="56427"/>
                  </a:lnTo>
                  <a:lnTo>
                    <a:pt x="79735" y="56414"/>
                  </a:lnTo>
                  <a:lnTo>
                    <a:pt x="79809" y="56414"/>
                  </a:lnTo>
                  <a:lnTo>
                    <a:pt x="79827" y="56400"/>
                  </a:lnTo>
                  <a:lnTo>
                    <a:pt x="79809" y="56294"/>
                  </a:lnTo>
                  <a:lnTo>
                    <a:pt x="79698" y="56187"/>
                  </a:lnTo>
                  <a:lnTo>
                    <a:pt x="79662" y="56120"/>
                  </a:lnTo>
                  <a:lnTo>
                    <a:pt x="79717" y="56080"/>
                  </a:lnTo>
                  <a:lnTo>
                    <a:pt x="79772" y="56094"/>
                  </a:lnTo>
                  <a:lnTo>
                    <a:pt x="79827" y="56120"/>
                  </a:lnTo>
                  <a:lnTo>
                    <a:pt x="79920" y="56160"/>
                  </a:lnTo>
                  <a:lnTo>
                    <a:pt x="79920" y="56227"/>
                  </a:lnTo>
                  <a:lnTo>
                    <a:pt x="79956" y="56320"/>
                  </a:lnTo>
                  <a:lnTo>
                    <a:pt x="80012" y="56427"/>
                  </a:lnTo>
                  <a:lnTo>
                    <a:pt x="80030" y="56534"/>
                  </a:lnTo>
                  <a:lnTo>
                    <a:pt x="80030" y="56560"/>
                  </a:lnTo>
                  <a:lnTo>
                    <a:pt x="80122" y="56654"/>
                  </a:lnTo>
                  <a:lnTo>
                    <a:pt x="80325" y="56694"/>
                  </a:lnTo>
                  <a:lnTo>
                    <a:pt x="80417" y="56774"/>
                  </a:lnTo>
                  <a:lnTo>
                    <a:pt x="80030" y="56827"/>
                  </a:lnTo>
                  <a:lnTo>
                    <a:pt x="79975" y="56920"/>
                  </a:lnTo>
                  <a:lnTo>
                    <a:pt x="79993" y="56947"/>
                  </a:lnTo>
                  <a:lnTo>
                    <a:pt x="80067" y="56960"/>
                  </a:lnTo>
                  <a:lnTo>
                    <a:pt x="80178" y="56907"/>
                  </a:lnTo>
                  <a:lnTo>
                    <a:pt x="80215" y="56907"/>
                  </a:lnTo>
                  <a:lnTo>
                    <a:pt x="80528" y="56947"/>
                  </a:lnTo>
                  <a:lnTo>
                    <a:pt x="80620" y="56960"/>
                  </a:lnTo>
                  <a:lnTo>
                    <a:pt x="80694" y="57013"/>
                  </a:lnTo>
                  <a:lnTo>
                    <a:pt x="80712" y="57040"/>
                  </a:lnTo>
                  <a:lnTo>
                    <a:pt x="80602" y="57067"/>
                  </a:lnTo>
                  <a:lnTo>
                    <a:pt x="80325" y="57040"/>
                  </a:lnTo>
                  <a:lnTo>
                    <a:pt x="80178" y="57040"/>
                  </a:lnTo>
                  <a:lnTo>
                    <a:pt x="80565" y="57320"/>
                  </a:lnTo>
                  <a:lnTo>
                    <a:pt x="80657" y="57413"/>
                  </a:lnTo>
                  <a:lnTo>
                    <a:pt x="80657" y="57467"/>
                  </a:lnTo>
                  <a:lnTo>
                    <a:pt x="80602" y="57453"/>
                  </a:lnTo>
                  <a:lnTo>
                    <a:pt x="80491" y="57400"/>
                  </a:lnTo>
                  <a:lnTo>
                    <a:pt x="80270" y="57427"/>
                  </a:lnTo>
                  <a:lnTo>
                    <a:pt x="80362" y="57467"/>
                  </a:lnTo>
                  <a:lnTo>
                    <a:pt x="80528" y="57493"/>
                  </a:lnTo>
                  <a:lnTo>
                    <a:pt x="80639" y="57560"/>
                  </a:lnTo>
                  <a:lnTo>
                    <a:pt x="80565" y="57640"/>
                  </a:lnTo>
                  <a:lnTo>
                    <a:pt x="80620" y="57707"/>
                  </a:lnTo>
                  <a:lnTo>
                    <a:pt x="80657" y="57733"/>
                  </a:lnTo>
                  <a:lnTo>
                    <a:pt x="80694" y="57747"/>
                  </a:lnTo>
                  <a:lnTo>
                    <a:pt x="80657" y="57800"/>
                  </a:lnTo>
                  <a:lnTo>
                    <a:pt x="80620" y="57827"/>
                  </a:lnTo>
                  <a:lnTo>
                    <a:pt x="80510" y="57840"/>
                  </a:lnTo>
                  <a:lnTo>
                    <a:pt x="80565" y="57880"/>
                  </a:lnTo>
                  <a:lnTo>
                    <a:pt x="80620" y="57880"/>
                  </a:lnTo>
                  <a:lnTo>
                    <a:pt x="80657" y="57880"/>
                  </a:lnTo>
                  <a:lnTo>
                    <a:pt x="80712" y="57893"/>
                  </a:lnTo>
                  <a:lnTo>
                    <a:pt x="80731" y="57933"/>
                  </a:lnTo>
                  <a:lnTo>
                    <a:pt x="80786" y="57947"/>
                  </a:lnTo>
                  <a:lnTo>
                    <a:pt x="80841" y="57947"/>
                  </a:lnTo>
                  <a:lnTo>
                    <a:pt x="80860" y="57907"/>
                  </a:lnTo>
                  <a:lnTo>
                    <a:pt x="80878" y="57960"/>
                  </a:lnTo>
                  <a:lnTo>
                    <a:pt x="80897" y="57893"/>
                  </a:lnTo>
                  <a:lnTo>
                    <a:pt x="80970" y="57893"/>
                  </a:lnTo>
                  <a:lnTo>
                    <a:pt x="81044" y="57933"/>
                  </a:lnTo>
                  <a:lnTo>
                    <a:pt x="81081" y="57893"/>
                  </a:lnTo>
                  <a:lnTo>
                    <a:pt x="81081" y="57853"/>
                  </a:lnTo>
                  <a:lnTo>
                    <a:pt x="81044" y="57760"/>
                  </a:lnTo>
                  <a:lnTo>
                    <a:pt x="80989" y="57693"/>
                  </a:lnTo>
                  <a:lnTo>
                    <a:pt x="80970" y="57640"/>
                  </a:lnTo>
                  <a:lnTo>
                    <a:pt x="80934" y="57613"/>
                  </a:lnTo>
                  <a:lnTo>
                    <a:pt x="81007" y="57573"/>
                  </a:lnTo>
                  <a:lnTo>
                    <a:pt x="81026" y="57533"/>
                  </a:lnTo>
                  <a:lnTo>
                    <a:pt x="81026" y="57493"/>
                  </a:lnTo>
                  <a:lnTo>
                    <a:pt x="80915" y="57440"/>
                  </a:lnTo>
                  <a:lnTo>
                    <a:pt x="80878" y="57373"/>
                  </a:lnTo>
                  <a:lnTo>
                    <a:pt x="80860" y="57307"/>
                  </a:lnTo>
                  <a:lnTo>
                    <a:pt x="80805" y="57200"/>
                  </a:lnTo>
                  <a:lnTo>
                    <a:pt x="80841" y="57200"/>
                  </a:lnTo>
                  <a:lnTo>
                    <a:pt x="80970" y="57240"/>
                  </a:lnTo>
                  <a:lnTo>
                    <a:pt x="81026" y="57240"/>
                  </a:lnTo>
                  <a:lnTo>
                    <a:pt x="81063" y="57213"/>
                  </a:lnTo>
                  <a:lnTo>
                    <a:pt x="81044" y="57160"/>
                  </a:lnTo>
                  <a:lnTo>
                    <a:pt x="80989" y="57107"/>
                  </a:lnTo>
                  <a:lnTo>
                    <a:pt x="80970" y="57080"/>
                  </a:lnTo>
                  <a:lnTo>
                    <a:pt x="80989" y="57053"/>
                  </a:lnTo>
                  <a:lnTo>
                    <a:pt x="81026" y="57053"/>
                  </a:lnTo>
                  <a:lnTo>
                    <a:pt x="81081" y="57080"/>
                  </a:lnTo>
                  <a:lnTo>
                    <a:pt x="81210" y="57147"/>
                  </a:lnTo>
                  <a:lnTo>
                    <a:pt x="81247" y="57147"/>
                  </a:lnTo>
                  <a:lnTo>
                    <a:pt x="81265" y="57107"/>
                  </a:lnTo>
                  <a:lnTo>
                    <a:pt x="81265" y="57067"/>
                  </a:lnTo>
                  <a:lnTo>
                    <a:pt x="81247" y="57040"/>
                  </a:lnTo>
                  <a:lnTo>
                    <a:pt x="81210" y="57027"/>
                  </a:lnTo>
                  <a:lnTo>
                    <a:pt x="81192" y="57013"/>
                  </a:lnTo>
                  <a:lnTo>
                    <a:pt x="81173" y="56987"/>
                  </a:lnTo>
                  <a:lnTo>
                    <a:pt x="81210" y="57027"/>
                  </a:lnTo>
                  <a:lnTo>
                    <a:pt x="81155" y="57013"/>
                  </a:lnTo>
                  <a:lnTo>
                    <a:pt x="81100" y="57013"/>
                  </a:lnTo>
                  <a:lnTo>
                    <a:pt x="81044" y="57013"/>
                  </a:lnTo>
                  <a:lnTo>
                    <a:pt x="80989" y="56947"/>
                  </a:lnTo>
                  <a:lnTo>
                    <a:pt x="80915" y="56907"/>
                  </a:lnTo>
                  <a:lnTo>
                    <a:pt x="80860" y="56880"/>
                  </a:lnTo>
                  <a:lnTo>
                    <a:pt x="80786" y="56814"/>
                  </a:lnTo>
                  <a:lnTo>
                    <a:pt x="80731" y="56707"/>
                  </a:lnTo>
                  <a:lnTo>
                    <a:pt x="80620" y="56707"/>
                  </a:lnTo>
                  <a:lnTo>
                    <a:pt x="80565" y="56680"/>
                  </a:lnTo>
                  <a:lnTo>
                    <a:pt x="80546" y="56640"/>
                  </a:lnTo>
                  <a:lnTo>
                    <a:pt x="80546" y="56587"/>
                  </a:lnTo>
                  <a:lnTo>
                    <a:pt x="80639" y="56560"/>
                  </a:lnTo>
                  <a:lnTo>
                    <a:pt x="80694" y="56574"/>
                  </a:lnTo>
                  <a:lnTo>
                    <a:pt x="80878" y="56680"/>
                  </a:lnTo>
                  <a:lnTo>
                    <a:pt x="80970" y="56707"/>
                  </a:lnTo>
                  <a:lnTo>
                    <a:pt x="81063" y="56760"/>
                  </a:lnTo>
                  <a:lnTo>
                    <a:pt x="81100" y="56760"/>
                  </a:lnTo>
                  <a:lnTo>
                    <a:pt x="81118" y="56760"/>
                  </a:lnTo>
                  <a:lnTo>
                    <a:pt x="81173" y="56774"/>
                  </a:lnTo>
                  <a:lnTo>
                    <a:pt x="81192" y="56774"/>
                  </a:lnTo>
                  <a:lnTo>
                    <a:pt x="81192" y="56760"/>
                  </a:lnTo>
                  <a:lnTo>
                    <a:pt x="81192" y="56747"/>
                  </a:lnTo>
                  <a:lnTo>
                    <a:pt x="81173" y="56720"/>
                  </a:lnTo>
                  <a:lnTo>
                    <a:pt x="81173" y="56707"/>
                  </a:lnTo>
                  <a:lnTo>
                    <a:pt x="81376" y="56614"/>
                  </a:lnTo>
                  <a:lnTo>
                    <a:pt x="81394" y="56547"/>
                  </a:lnTo>
                  <a:lnTo>
                    <a:pt x="81321" y="56534"/>
                  </a:lnTo>
                  <a:lnTo>
                    <a:pt x="81247" y="56547"/>
                  </a:lnTo>
                  <a:lnTo>
                    <a:pt x="81247" y="56494"/>
                  </a:lnTo>
                  <a:lnTo>
                    <a:pt x="81247" y="56440"/>
                  </a:lnTo>
                  <a:lnTo>
                    <a:pt x="81229" y="56387"/>
                  </a:lnTo>
                  <a:lnTo>
                    <a:pt x="81210" y="56320"/>
                  </a:lnTo>
                  <a:lnTo>
                    <a:pt x="81155" y="56254"/>
                  </a:lnTo>
                  <a:lnTo>
                    <a:pt x="81100" y="56214"/>
                  </a:lnTo>
                  <a:lnTo>
                    <a:pt x="81081" y="56160"/>
                  </a:lnTo>
                  <a:lnTo>
                    <a:pt x="81155" y="56147"/>
                  </a:lnTo>
                  <a:lnTo>
                    <a:pt x="81229" y="56160"/>
                  </a:lnTo>
                  <a:lnTo>
                    <a:pt x="81321" y="56214"/>
                  </a:lnTo>
                  <a:lnTo>
                    <a:pt x="81413" y="56280"/>
                  </a:lnTo>
                  <a:lnTo>
                    <a:pt x="81468" y="56347"/>
                  </a:lnTo>
                  <a:lnTo>
                    <a:pt x="81505" y="56400"/>
                  </a:lnTo>
                  <a:lnTo>
                    <a:pt x="81560" y="56414"/>
                  </a:lnTo>
                  <a:lnTo>
                    <a:pt x="81634" y="56387"/>
                  </a:lnTo>
                  <a:lnTo>
                    <a:pt x="81689" y="56360"/>
                  </a:lnTo>
                  <a:lnTo>
                    <a:pt x="81745" y="56254"/>
                  </a:lnTo>
                  <a:lnTo>
                    <a:pt x="81800" y="56227"/>
                  </a:lnTo>
                  <a:lnTo>
                    <a:pt x="81911" y="56267"/>
                  </a:lnTo>
                  <a:lnTo>
                    <a:pt x="81837" y="56280"/>
                  </a:lnTo>
                  <a:lnTo>
                    <a:pt x="81837" y="56294"/>
                  </a:lnTo>
                  <a:lnTo>
                    <a:pt x="81874" y="56320"/>
                  </a:lnTo>
                  <a:lnTo>
                    <a:pt x="81911" y="56360"/>
                  </a:lnTo>
                  <a:lnTo>
                    <a:pt x="82095" y="56400"/>
                  </a:lnTo>
                  <a:lnTo>
                    <a:pt x="82095" y="56414"/>
                  </a:lnTo>
                  <a:lnTo>
                    <a:pt x="82077" y="56440"/>
                  </a:lnTo>
                  <a:lnTo>
                    <a:pt x="82077" y="56480"/>
                  </a:lnTo>
                  <a:lnTo>
                    <a:pt x="82058" y="56494"/>
                  </a:lnTo>
                  <a:lnTo>
                    <a:pt x="81948" y="56440"/>
                  </a:lnTo>
                  <a:lnTo>
                    <a:pt x="81892" y="56427"/>
                  </a:lnTo>
                  <a:lnTo>
                    <a:pt x="81837" y="56414"/>
                  </a:lnTo>
                  <a:lnTo>
                    <a:pt x="81800" y="56427"/>
                  </a:lnTo>
                  <a:lnTo>
                    <a:pt x="81819" y="56454"/>
                  </a:lnTo>
                  <a:lnTo>
                    <a:pt x="81892" y="56494"/>
                  </a:lnTo>
                  <a:lnTo>
                    <a:pt x="81948" y="56547"/>
                  </a:lnTo>
                  <a:lnTo>
                    <a:pt x="81984" y="56627"/>
                  </a:lnTo>
                  <a:lnTo>
                    <a:pt x="81984" y="56694"/>
                  </a:lnTo>
                  <a:lnTo>
                    <a:pt x="82058" y="56707"/>
                  </a:lnTo>
                  <a:lnTo>
                    <a:pt x="82095" y="56680"/>
                  </a:lnTo>
                  <a:lnTo>
                    <a:pt x="82132" y="56640"/>
                  </a:lnTo>
                  <a:lnTo>
                    <a:pt x="82353" y="56520"/>
                  </a:lnTo>
                  <a:lnTo>
                    <a:pt x="82372" y="56480"/>
                  </a:lnTo>
                  <a:lnTo>
                    <a:pt x="82335" y="56347"/>
                  </a:lnTo>
                  <a:lnTo>
                    <a:pt x="82243" y="56227"/>
                  </a:lnTo>
                  <a:lnTo>
                    <a:pt x="82113" y="56120"/>
                  </a:lnTo>
                  <a:lnTo>
                    <a:pt x="82003" y="56054"/>
                  </a:lnTo>
                  <a:lnTo>
                    <a:pt x="82003" y="56014"/>
                  </a:lnTo>
                  <a:lnTo>
                    <a:pt x="82003" y="55987"/>
                  </a:lnTo>
                  <a:lnTo>
                    <a:pt x="82003" y="55960"/>
                  </a:lnTo>
                  <a:lnTo>
                    <a:pt x="82021" y="55934"/>
                  </a:lnTo>
                  <a:lnTo>
                    <a:pt x="82058" y="55920"/>
                  </a:lnTo>
                  <a:lnTo>
                    <a:pt x="82058" y="55907"/>
                  </a:lnTo>
                  <a:lnTo>
                    <a:pt x="82058" y="55894"/>
                  </a:lnTo>
                  <a:lnTo>
                    <a:pt x="82077" y="55894"/>
                  </a:lnTo>
                  <a:lnTo>
                    <a:pt x="82077" y="55894"/>
                  </a:lnTo>
                  <a:lnTo>
                    <a:pt x="82113" y="55934"/>
                  </a:lnTo>
                  <a:lnTo>
                    <a:pt x="82150" y="55960"/>
                  </a:lnTo>
                  <a:lnTo>
                    <a:pt x="82169" y="55987"/>
                  </a:lnTo>
                  <a:lnTo>
                    <a:pt x="82243" y="56054"/>
                  </a:lnTo>
                  <a:lnTo>
                    <a:pt x="82279" y="56107"/>
                  </a:lnTo>
                  <a:lnTo>
                    <a:pt x="82298" y="56134"/>
                  </a:lnTo>
                  <a:lnTo>
                    <a:pt x="82298" y="56147"/>
                  </a:lnTo>
                  <a:lnTo>
                    <a:pt x="82335" y="56174"/>
                  </a:lnTo>
                  <a:lnTo>
                    <a:pt x="82427" y="56187"/>
                  </a:lnTo>
                  <a:lnTo>
                    <a:pt x="82464" y="56160"/>
                  </a:lnTo>
                  <a:lnTo>
                    <a:pt x="82501" y="56107"/>
                  </a:lnTo>
                  <a:lnTo>
                    <a:pt x="82519" y="56027"/>
                  </a:lnTo>
                  <a:lnTo>
                    <a:pt x="82538" y="56014"/>
                  </a:lnTo>
                  <a:lnTo>
                    <a:pt x="82556" y="56040"/>
                  </a:lnTo>
                  <a:lnTo>
                    <a:pt x="82611" y="56094"/>
                  </a:lnTo>
                  <a:lnTo>
                    <a:pt x="82630" y="56134"/>
                  </a:lnTo>
                  <a:lnTo>
                    <a:pt x="82648" y="56174"/>
                  </a:lnTo>
                  <a:lnTo>
                    <a:pt x="82630" y="56214"/>
                  </a:lnTo>
                  <a:lnTo>
                    <a:pt x="82593" y="56254"/>
                  </a:lnTo>
                  <a:lnTo>
                    <a:pt x="82482" y="56294"/>
                  </a:lnTo>
                  <a:lnTo>
                    <a:pt x="82482" y="56320"/>
                  </a:lnTo>
                  <a:lnTo>
                    <a:pt x="82482" y="56374"/>
                  </a:lnTo>
                  <a:lnTo>
                    <a:pt x="82501" y="56454"/>
                  </a:lnTo>
                  <a:lnTo>
                    <a:pt x="82501" y="56494"/>
                  </a:lnTo>
                  <a:lnTo>
                    <a:pt x="82464" y="56520"/>
                  </a:lnTo>
                  <a:lnTo>
                    <a:pt x="82279" y="56747"/>
                  </a:lnTo>
                  <a:lnTo>
                    <a:pt x="82261" y="56814"/>
                  </a:lnTo>
                  <a:lnTo>
                    <a:pt x="82298" y="56880"/>
                  </a:lnTo>
                  <a:lnTo>
                    <a:pt x="82372" y="56880"/>
                  </a:lnTo>
                  <a:lnTo>
                    <a:pt x="82445" y="56827"/>
                  </a:lnTo>
                  <a:lnTo>
                    <a:pt x="82464" y="56787"/>
                  </a:lnTo>
                  <a:lnTo>
                    <a:pt x="82501" y="56747"/>
                  </a:lnTo>
                  <a:lnTo>
                    <a:pt x="82593" y="56760"/>
                  </a:lnTo>
                  <a:lnTo>
                    <a:pt x="82556" y="56840"/>
                  </a:lnTo>
                  <a:lnTo>
                    <a:pt x="82519" y="56920"/>
                  </a:lnTo>
                  <a:lnTo>
                    <a:pt x="82464" y="56960"/>
                  </a:lnTo>
                  <a:lnTo>
                    <a:pt x="82353" y="56934"/>
                  </a:lnTo>
                  <a:lnTo>
                    <a:pt x="82298" y="56920"/>
                  </a:lnTo>
                  <a:lnTo>
                    <a:pt x="82279" y="56987"/>
                  </a:lnTo>
                  <a:lnTo>
                    <a:pt x="82279" y="57187"/>
                  </a:lnTo>
                  <a:lnTo>
                    <a:pt x="82538" y="57280"/>
                  </a:lnTo>
                  <a:lnTo>
                    <a:pt x="82611" y="57280"/>
                  </a:lnTo>
                  <a:lnTo>
                    <a:pt x="82648" y="57227"/>
                  </a:lnTo>
                  <a:lnTo>
                    <a:pt x="82630" y="57107"/>
                  </a:lnTo>
                  <a:lnTo>
                    <a:pt x="82667" y="57080"/>
                  </a:lnTo>
                  <a:lnTo>
                    <a:pt x="82722" y="57080"/>
                  </a:lnTo>
                  <a:lnTo>
                    <a:pt x="82906" y="57160"/>
                  </a:lnTo>
                  <a:lnTo>
                    <a:pt x="82962" y="57187"/>
                  </a:lnTo>
                  <a:lnTo>
                    <a:pt x="82962" y="57187"/>
                  </a:lnTo>
                  <a:lnTo>
                    <a:pt x="82962" y="57200"/>
                  </a:lnTo>
                  <a:lnTo>
                    <a:pt x="82925" y="57227"/>
                  </a:lnTo>
                  <a:lnTo>
                    <a:pt x="82888" y="57227"/>
                  </a:lnTo>
                  <a:lnTo>
                    <a:pt x="82851" y="57213"/>
                  </a:lnTo>
                  <a:lnTo>
                    <a:pt x="82777" y="57173"/>
                  </a:lnTo>
                  <a:lnTo>
                    <a:pt x="82740" y="57160"/>
                  </a:lnTo>
                  <a:lnTo>
                    <a:pt x="82740" y="57187"/>
                  </a:lnTo>
                  <a:lnTo>
                    <a:pt x="82740" y="57213"/>
                  </a:lnTo>
                  <a:lnTo>
                    <a:pt x="82740" y="57267"/>
                  </a:lnTo>
                  <a:lnTo>
                    <a:pt x="82777" y="57280"/>
                  </a:lnTo>
                  <a:lnTo>
                    <a:pt x="82796" y="57320"/>
                  </a:lnTo>
                  <a:lnTo>
                    <a:pt x="82777" y="57347"/>
                  </a:lnTo>
                  <a:lnTo>
                    <a:pt x="82722" y="57360"/>
                  </a:lnTo>
                  <a:lnTo>
                    <a:pt x="82722" y="57373"/>
                  </a:lnTo>
                  <a:lnTo>
                    <a:pt x="82703" y="57427"/>
                  </a:lnTo>
                  <a:lnTo>
                    <a:pt x="82703" y="57453"/>
                  </a:lnTo>
                  <a:lnTo>
                    <a:pt x="82796" y="57547"/>
                  </a:lnTo>
                  <a:lnTo>
                    <a:pt x="82833" y="57627"/>
                  </a:lnTo>
                  <a:lnTo>
                    <a:pt x="82869" y="57667"/>
                  </a:lnTo>
                  <a:lnTo>
                    <a:pt x="82962" y="57707"/>
                  </a:lnTo>
                  <a:lnTo>
                    <a:pt x="83054" y="57733"/>
                  </a:lnTo>
                  <a:lnTo>
                    <a:pt x="83164" y="57720"/>
                  </a:lnTo>
                  <a:lnTo>
                    <a:pt x="83201" y="57680"/>
                  </a:lnTo>
                  <a:lnTo>
                    <a:pt x="83201" y="57600"/>
                  </a:lnTo>
                  <a:lnTo>
                    <a:pt x="83146" y="57547"/>
                  </a:lnTo>
                  <a:lnTo>
                    <a:pt x="83054" y="57493"/>
                  </a:lnTo>
                  <a:lnTo>
                    <a:pt x="82998" y="57480"/>
                  </a:lnTo>
                  <a:lnTo>
                    <a:pt x="82980" y="57453"/>
                  </a:lnTo>
                  <a:lnTo>
                    <a:pt x="83072" y="57440"/>
                  </a:lnTo>
                  <a:lnTo>
                    <a:pt x="83109" y="57427"/>
                  </a:lnTo>
                  <a:lnTo>
                    <a:pt x="83109" y="57373"/>
                  </a:lnTo>
                  <a:lnTo>
                    <a:pt x="83091" y="57347"/>
                  </a:lnTo>
                  <a:lnTo>
                    <a:pt x="83091" y="57320"/>
                  </a:lnTo>
                  <a:lnTo>
                    <a:pt x="83146" y="57320"/>
                  </a:lnTo>
                  <a:lnTo>
                    <a:pt x="83183" y="57347"/>
                  </a:lnTo>
                  <a:lnTo>
                    <a:pt x="83275" y="57453"/>
                  </a:lnTo>
                  <a:lnTo>
                    <a:pt x="83533" y="57427"/>
                  </a:lnTo>
                  <a:lnTo>
                    <a:pt x="83625" y="57453"/>
                  </a:lnTo>
                  <a:lnTo>
                    <a:pt x="83588" y="57453"/>
                  </a:lnTo>
                  <a:lnTo>
                    <a:pt x="83588" y="57467"/>
                  </a:lnTo>
                  <a:lnTo>
                    <a:pt x="83588" y="57493"/>
                  </a:lnTo>
                  <a:lnTo>
                    <a:pt x="83588" y="57533"/>
                  </a:lnTo>
                  <a:lnTo>
                    <a:pt x="83607" y="57547"/>
                  </a:lnTo>
                  <a:lnTo>
                    <a:pt x="83681" y="57573"/>
                  </a:lnTo>
                  <a:lnTo>
                    <a:pt x="83828" y="57573"/>
                  </a:lnTo>
                  <a:lnTo>
                    <a:pt x="83902" y="57640"/>
                  </a:lnTo>
                  <a:lnTo>
                    <a:pt x="83920" y="57707"/>
                  </a:lnTo>
                  <a:lnTo>
                    <a:pt x="83902" y="57747"/>
                  </a:lnTo>
                  <a:lnTo>
                    <a:pt x="83902" y="57813"/>
                  </a:lnTo>
                  <a:lnTo>
                    <a:pt x="83957" y="57867"/>
                  </a:lnTo>
                  <a:lnTo>
                    <a:pt x="84012" y="57867"/>
                  </a:lnTo>
                  <a:lnTo>
                    <a:pt x="84105" y="57773"/>
                  </a:lnTo>
                  <a:lnTo>
                    <a:pt x="84252" y="57747"/>
                  </a:lnTo>
                  <a:lnTo>
                    <a:pt x="84326" y="57747"/>
                  </a:lnTo>
                  <a:lnTo>
                    <a:pt x="84418" y="57760"/>
                  </a:lnTo>
                  <a:lnTo>
                    <a:pt x="84473" y="57827"/>
                  </a:lnTo>
                  <a:lnTo>
                    <a:pt x="84510" y="57867"/>
                  </a:lnTo>
                  <a:lnTo>
                    <a:pt x="84547" y="57933"/>
                  </a:lnTo>
                  <a:lnTo>
                    <a:pt x="84621" y="58000"/>
                  </a:lnTo>
                  <a:lnTo>
                    <a:pt x="84639" y="58013"/>
                  </a:lnTo>
                  <a:lnTo>
                    <a:pt x="84658" y="58013"/>
                  </a:lnTo>
                  <a:lnTo>
                    <a:pt x="84695" y="58013"/>
                  </a:lnTo>
                  <a:lnTo>
                    <a:pt x="84713" y="58067"/>
                  </a:lnTo>
                  <a:lnTo>
                    <a:pt x="84768" y="58107"/>
                  </a:lnTo>
                  <a:lnTo>
                    <a:pt x="84731" y="58133"/>
                  </a:lnTo>
                  <a:lnTo>
                    <a:pt x="84713" y="58133"/>
                  </a:lnTo>
                  <a:lnTo>
                    <a:pt x="84676" y="58147"/>
                  </a:lnTo>
                  <a:lnTo>
                    <a:pt x="84658" y="58200"/>
                  </a:lnTo>
                  <a:lnTo>
                    <a:pt x="84639" y="58227"/>
                  </a:lnTo>
                  <a:lnTo>
                    <a:pt x="84639" y="58280"/>
                  </a:lnTo>
                  <a:lnTo>
                    <a:pt x="84695" y="58333"/>
                  </a:lnTo>
                  <a:lnTo>
                    <a:pt x="84768" y="58347"/>
                  </a:lnTo>
                  <a:lnTo>
                    <a:pt x="84860" y="58293"/>
                  </a:lnTo>
                  <a:lnTo>
                    <a:pt x="84916" y="58293"/>
                  </a:lnTo>
                  <a:lnTo>
                    <a:pt x="84953" y="58333"/>
                  </a:lnTo>
                  <a:lnTo>
                    <a:pt x="84916" y="58347"/>
                  </a:lnTo>
                  <a:lnTo>
                    <a:pt x="84897" y="58347"/>
                  </a:lnTo>
                  <a:lnTo>
                    <a:pt x="84879" y="58387"/>
                  </a:lnTo>
                  <a:lnTo>
                    <a:pt x="85008" y="58413"/>
                  </a:lnTo>
                  <a:lnTo>
                    <a:pt x="85229" y="58387"/>
                  </a:lnTo>
                  <a:lnTo>
                    <a:pt x="85358" y="58427"/>
                  </a:lnTo>
                  <a:lnTo>
                    <a:pt x="85395" y="58480"/>
                  </a:lnTo>
                  <a:lnTo>
                    <a:pt x="85432" y="58520"/>
                  </a:lnTo>
                  <a:lnTo>
                    <a:pt x="85487" y="58546"/>
                  </a:lnTo>
                  <a:lnTo>
                    <a:pt x="85543" y="58560"/>
                  </a:lnTo>
                  <a:lnTo>
                    <a:pt x="85579" y="58546"/>
                  </a:lnTo>
                  <a:lnTo>
                    <a:pt x="85598" y="58506"/>
                  </a:lnTo>
                  <a:lnTo>
                    <a:pt x="85616" y="58467"/>
                  </a:lnTo>
                  <a:lnTo>
                    <a:pt x="85635" y="58413"/>
                  </a:lnTo>
                  <a:lnTo>
                    <a:pt x="85579" y="58373"/>
                  </a:lnTo>
                  <a:lnTo>
                    <a:pt x="85543" y="58373"/>
                  </a:lnTo>
                  <a:lnTo>
                    <a:pt x="85506" y="58373"/>
                  </a:lnTo>
                  <a:lnTo>
                    <a:pt x="85432" y="58360"/>
                  </a:lnTo>
                  <a:lnTo>
                    <a:pt x="85414" y="58333"/>
                  </a:lnTo>
                  <a:lnTo>
                    <a:pt x="85414" y="58280"/>
                  </a:lnTo>
                  <a:lnTo>
                    <a:pt x="85395" y="58253"/>
                  </a:lnTo>
                  <a:lnTo>
                    <a:pt x="85395" y="58213"/>
                  </a:lnTo>
                  <a:lnTo>
                    <a:pt x="85358" y="58120"/>
                  </a:lnTo>
                  <a:lnTo>
                    <a:pt x="85321" y="58027"/>
                  </a:lnTo>
                  <a:lnTo>
                    <a:pt x="85303" y="57987"/>
                  </a:lnTo>
                  <a:lnTo>
                    <a:pt x="85321" y="57987"/>
                  </a:lnTo>
                  <a:lnTo>
                    <a:pt x="85358" y="58000"/>
                  </a:lnTo>
                  <a:lnTo>
                    <a:pt x="85377" y="58013"/>
                  </a:lnTo>
                  <a:lnTo>
                    <a:pt x="85414" y="58107"/>
                  </a:lnTo>
                  <a:lnTo>
                    <a:pt x="85432" y="58173"/>
                  </a:lnTo>
                  <a:lnTo>
                    <a:pt x="85450" y="58240"/>
                  </a:lnTo>
                  <a:lnTo>
                    <a:pt x="85524" y="58293"/>
                  </a:lnTo>
                  <a:lnTo>
                    <a:pt x="85579" y="58293"/>
                  </a:lnTo>
                  <a:lnTo>
                    <a:pt x="85635" y="58173"/>
                  </a:lnTo>
                  <a:lnTo>
                    <a:pt x="85709" y="58200"/>
                  </a:lnTo>
                  <a:lnTo>
                    <a:pt x="85727" y="58333"/>
                  </a:lnTo>
                  <a:lnTo>
                    <a:pt x="85745" y="58373"/>
                  </a:lnTo>
                  <a:lnTo>
                    <a:pt x="85782" y="58413"/>
                  </a:lnTo>
                  <a:lnTo>
                    <a:pt x="85801" y="58453"/>
                  </a:lnTo>
                  <a:lnTo>
                    <a:pt x="85856" y="58493"/>
                  </a:lnTo>
                  <a:lnTo>
                    <a:pt x="85874" y="58546"/>
                  </a:lnTo>
                  <a:lnTo>
                    <a:pt x="85856" y="58613"/>
                  </a:lnTo>
                  <a:lnTo>
                    <a:pt x="85764" y="58666"/>
                  </a:lnTo>
                  <a:lnTo>
                    <a:pt x="85874" y="58760"/>
                  </a:lnTo>
                  <a:lnTo>
                    <a:pt x="85930" y="58813"/>
                  </a:lnTo>
                  <a:lnTo>
                    <a:pt x="85967" y="58880"/>
                  </a:lnTo>
                  <a:lnTo>
                    <a:pt x="85967" y="59013"/>
                  </a:lnTo>
                  <a:lnTo>
                    <a:pt x="86040" y="59000"/>
                  </a:lnTo>
                  <a:lnTo>
                    <a:pt x="86077" y="58946"/>
                  </a:lnTo>
                  <a:lnTo>
                    <a:pt x="86133" y="58906"/>
                  </a:lnTo>
                  <a:lnTo>
                    <a:pt x="86243" y="58946"/>
                  </a:lnTo>
                  <a:lnTo>
                    <a:pt x="86520" y="59000"/>
                  </a:lnTo>
                  <a:lnTo>
                    <a:pt x="86630" y="59000"/>
                  </a:lnTo>
                  <a:lnTo>
                    <a:pt x="86630" y="59066"/>
                  </a:lnTo>
                  <a:lnTo>
                    <a:pt x="86501" y="59120"/>
                  </a:lnTo>
                  <a:lnTo>
                    <a:pt x="86464" y="59146"/>
                  </a:lnTo>
                  <a:lnTo>
                    <a:pt x="86575" y="59186"/>
                  </a:lnTo>
                  <a:lnTo>
                    <a:pt x="86686" y="59173"/>
                  </a:lnTo>
                  <a:lnTo>
                    <a:pt x="86870" y="59120"/>
                  </a:lnTo>
                  <a:lnTo>
                    <a:pt x="86962" y="59120"/>
                  </a:lnTo>
                  <a:lnTo>
                    <a:pt x="86981" y="59093"/>
                  </a:lnTo>
                  <a:lnTo>
                    <a:pt x="86962" y="59026"/>
                  </a:lnTo>
                  <a:lnTo>
                    <a:pt x="86888" y="58986"/>
                  </a:lnTo>
                  <a:lnTo>
                    <a:pt x="86852" y="58946"/>
                  </a:lnTo>
                  <a:lnTo>
                    <a:pt x="86759" y="58933"/>
                  </a:lnTo>
                  <a:lnTo>
                    <a:pt x="86778" y="58826"/>
                  </a:lnTo>
                  <a:lnTo>
                    <a:pt x="86815" y="58760"/>
                  </a:lnTo>
                  <a:lnTo>
                    <a:pt x="86833" y="58666"/>
                  </a:lnTo>
                  <a:lnTo>
                    <a:pt x="86815" y="58520"/>
                  </a:lnTo>
                  <a:lnTo>
                    <a:pt x="86888" y="58546"/>
                  </a:lnTo>
                  <a:lnTo>
                    <a:pt x="86962" y="58586"/>
                  </a:lnTo>
                  <a:lnTo>
                    <a:pt x="86999" y="58560"/>
                  </a:lnTo>
                  <a:lnTo>
                    <a:pt x="86981" y="58506"/>
                  </a:lnTo>
                  <a:lnTo>
                    <a:pt x="86962" y="58493"/>
                  </a:lnTo>
                  <a:lnTo>
                    <a:pt x="86888" y="58467"/>
                  </a:lnTo>
                  <a:lnTo>
                    <a:pt x="86852" y="58427"/>
                  </a:lnTo>
                  <a:lnTo>
                    <a:pt x="86852" y="58400"/>
                  </a:lnTo>
                  <a:lnTo>
                    <a:pt x="86833" y="58387"/>
                  </a:lnTo>
                  <a:lnTo>
                    <a:pt x="86833" y="58373"/>
                  </a:lnTo>
                  <a:lnTo>
                    <a:pt x="86833" y="58360"/>
                  </a:lnTo>
                  <a:lnTo>
                    <a:pt x="86833" y="58333"/>
                  </a:lnTo>
                  <a:lnTo>
                    <a:pt x="86833" y="58227"/>
                  </a:lnTo>
                  <a:lnTo>
                    <a:pt x="86981" y="58333"/>
                  </a:lnTo>
                  <a:lnTo>
                    <a:pt x="86981" y="58387"/>
                  </a:lnTo>
                  <a:lnTo>
                    <a:pt x="87017" y="58427"/>
                  </a:lnTo>
                  <a:lnTo>
                    <a:pt x="87091" y="58467"/>
                  </a:lnTo>
                  <a:lnTo>
                    <a:pt x="87165" y="58467"/>
                  </a:lnTo>
                  <a:lnTo>
                    <a:pt x="87220" y="58427"/>
                  </a:lnTo>
                  <a:lnTo>
                    <a:pt x="87386" y="58320"/>
                  </a:lnTo>
                  <a:lnTo>
                    <a:pt x="87349" y="58467"/>
                  </a:lnTo>
                  <a:lnTo>
                    <a:pt x="87312" y="58480"/>
                  </a:lnTo>
                  <a:lnTo>
                    <a:pt x="87202" y="58520"/>
                  </a:lnTo>
                  <a:lnTo>
                    <a:pt x="87165" y="58546"/>
                  </a:lnTo>
                  <a:lnTo>
                    <a:pt x="87147" y="58613"/>
                  </a:lnTo>
                  <a:lnTo>
                    <a:pt x="87202" y="58826"/>
                  </a:lnTo>
                  <a:lnTo>
                    <a:pt x="87202" y="58880"/>
                  </a:lnTo>
                  <a:lnTo>
                    <a:pt x="87165" y="58906"/>
                  </a:lnTo>
                  <a:lnTo>
                    <a:pt x="87202" y="58986"/>
                  </a:lnTo>
                  <a:lnTo>
                    <a:pt x="87276" y="59040"/>
                  </a:lnTo>
                  <a:lnTo>
                    <a:pt x="87349" y="59066"/>
                  </a:lnTo>
                  <a:lnTo>
                    <a:pt x="87331" y="59093"/>
                  </a:lnTo>
                  <a:lnTo>
                    <a:pt x="87183" y="59066"/>
                  </a:lnTo>
                  <a:lnTo>
                    <a:pt x="87128" y="59066"/>
                  </a:lnTo>
                  <a:lnTo>
                    <a:pt x="87091" y="59080"/>
                  </a:lnTo>
                  <a:lnTo>
                    <a:pt x="87073" y="59133"/>
                  </a:lnTo>
                  <a:lnTo>
                    <a:pt x="87054" y="59200"/>
                  </a:lnTo>
                  <a:lnTo>
                    <a:pt x="87073" y="59226"/>
                  </a:lnTo>
                  <a:lnTo>
                    <a:pt x="87147" y="59200"/>
                  </a:lnTo>
                  <a:lnTo>
                    <a:pt x="87202" y="59253"/>
                  </a:lnTo>
                  <a:lnTo>
                    <a:pt x="87368" y="59506"/>
                  </a:lnTo>
                  <a:lnTo>
                    <a:pt x="87405" y="59533"/>
                  </a:lnTo>
                  <a:lnTo>
                    <a:pt x="87663" y="59466"/>
                  </a:lnTo>
                  <a:lnTo>
                    <a:pt x="87700" y="59453"/>
                  </a:lnTo>
                  <a:lnTo>
                    <a:pt x="87607" y="59346"/>
                  </a:lnTo>
                  <a:lnTo>
                    <a:pt x="87571" y="59306"/>
                  </a:lnTo>
                  <a:lnTo>
                    <a:pt x="87571" y="59253"/>
                  </a:lnTo>
                  <a:lnTo>
                    <a:pt x="87552" y="59160"/>
                  </a:lnTo>
                  <a:lnTo>
                    <a:pt x="87515" y="59133"/>
                  </a:lnTo>
                  <a:lnTo>
                    <a:pt x="87478" y="59080"/>
                  </a:lnTo>
                  <a:lnTo>
                    <a:pt x="87442" y="59040"/>
                  </a:lnTo>
                  <a:lnTo>
                    <a:pt x="87423" y="59000"/>
                  </a:lnTo>
                  <a:lnTo>
                    <a:pt x="87442" y="58986"/>
                  </a:lnTo>
                  <a:lnTo>
                    <a:pt x="87497" y="59000"/>
                  </a:lnTo>
                  <a:lnTo>
                    <a:pt x="87571" y="59066"/>
                  </a:lnTo>
                  <a:lnTo>
                    <a:pt x="87718" y="59146"/>
                  </a:lnTo>
                  <a:lnTo>
                    <a:pt x="87792" y="59173"/>
                  </a:lnTo>
                  <a:lnTo>
                    <a:pt x="87866" y="59186"/>
                  </a:lnTo>
                  <a:lnTo>
                    <a:pt x="87902" y="59146"/>
                  </a:lnTo>
                  <a:lnTo>
                    <a:pt x="87902" y="59080"/>
                  </a:lnTo>
                  <a:lnTo>
                    <a:pt x="87902" y="59053"/>
                  </a:lnTo>
                  <a:lnTo>
                    <a:pt x="87958" y="59080"/>
                  </a:lnTo>
                  <a:lnTo>
                    <a:pt x="87995" y="59120"/>
                  </a:lnTo>
                  <a:lnTo>
                    <a:pt x="88050" y="59173"/>
                  </a:lnTo>
                  <a:lnTo>
                    <a:pt x="88087" y="59226"/>
                  </a:lnTo>
                  <a:lnTo>
                    <a:pt x="88105" y="59293"/>
                  </a:lnTo>
                  <a:lnTo>
                    <a:pt x="88179" y="59333"/>
                  </a:lnTo>
                  <a:lnTo>
                    <a:pt x="88234" y="59306"/>
                  </a:lnTo>
                  <a:lnTo>
                    <a:pt x="88253" y="59040"/>
                  </a:lnTo>
                  <a:lnTo>
                    <a:pt x="88290" y="59040"/>
                  </a:lnTo>
                  <a:lnTo>
                    <a:pt x="88382" y="59080"/>
                  </a:lnTo>
                  <a:lnTo>
                    <a:pt x="88437" y="59146"/>
                  </a:lnTo>
                  <a:lnTo>
                    <a:pt x="88437" y="59186"/>
                  </a:lnTo>
                  <a:lnTo>
                    <a:pt x="88419" y="59213"/>
                  </a:lnTo>
                  <a:lnTo>
                    <a:pt x="88419" y="59266"/>
                  </a:lnTo>
                  <a:lnTo>
                    <a:pt x="88400" y="59266"/>
                  </a:lnTo>
                  <a:lnTo>
                    <a:pt x="88400" y="59293"/>
                  </a:lnTo>
                  <a:lnTo>
                    <a:pt x="88400" y="59320"/>
                  </a:lnTo>
                  <a:lnTo>
                    <a:pt x="88419" y="59346"/>
                  </a:lnTo>
                  <a:lnTo>
                    <a:pt x="88437" y="59346"/>
                  </a:lnTo>
                  <a:lnTo>
                    <a:pt x="88455" y="59333"/>
                  </a:lnTo>
                  <a:lnTo>
                    <a:pt x="88529" y="59320"/>
                  </a:lnTo>
                  <a:lnTo>
                    <a:pt x="88566" y="59280"/>
                  </a:lnTo>
                  <a:lnTo>
                    <a:pt x="88566" y="59213"/>
                  </a:lnTo>
                  <a:lnTo>
                    <a:pt x="88603" y="59146"/>
                  </a:lnTo>
                  <a:lnTo>
                    <a:pt x="88529" y="59120"/>
                  </a:lnTo>
                  <a:lnTo>
                    <a:pt x="88492" y="59066"/>
                  </a:lnTo>
                  <a:lnTo>
                    <a:pt x="88474" y="59026"/>
                  </a:lnTo>
                  <a:lnTo>
                    <a:pt x="88492" y="59000"/>
                  </a:lnTo>
                  <a:lnTo>
                    <a:pt x="88492" y="58960"/>
                  </a:lnTo>
                  <a:lnTo>
                    <a:pt x="88474" y="58826"/>
                  </a:lnTo>
                  <a:lnTo>
                    <a:pt x="88474" y="58786"/>
                  </a:lnTo>
                  <a:lnTo>
                    <a:pt x="88400" y="58786"/>
                  </a:lnTo>
                  <a:lnTo>
                    <a:pt x="88290" y="58853"/>
                  </a:lnTo>
                  <a:lnTo>
                    <a:pt x="88234" y="58866"/>
                  </a:lnTo>
                  <a:lnTo>
                    <a:pt x="88234" y="58813"/>
                  </a:lnTo>
                  <a:lnTo>
                    <a:pt x="88216" y="58786"/>
                  </a:lnTo>
                  <a:lnTo>
                    <a:pt x="88161" y="58813"/>
                  </a:lnTo>
                  <a:lnTo>
                    <a:pt x="88142" y="58920"/>
                  </a:lnTo>
                  <a:lnTo>
                    <a:pt x="88105" y="58960"/>
                  </a:lnTo>
                  <a:lnTo>
                    <a:pt x="88068" y="58946"/>
                  </a:lnTo>
                  <a:lnTo>
                    <a:pt x="88050" y="58946"/>
                  </a:lnTo>
                  <a:lnTo>
                    <a:pt x="88031" y="58800"/>
                  </a:lnTo>
                  <a:lnTo>
                    <a:pt x="88050" y="58666"/>
                  </a:lnTo>
                  <a:lnTo>
                    <a:pt x="88087" y="58600"/>
                  </a:lnTo>
                  <a:lnTo>
                    <a:pt x="88234" y="58613"/>
                  </a:lnTo>
                  <a:lnTo>
                    <a:pt x="88234" y="58626"/>
                  </a:lnTo>
                  <a:lnTo>
                    <a:pt x="88216" y="58666"/>
                  </a:lnTo>
                  <a:lnTo>
                    <a:pt x="88216" y="58680"/>
                  </a:lnTo>
                  <a:lnTo>
                    <a:pt x="88253" y="58693"/>
                  </a:lnTo>
                  <a:lnTo>
                    <a:pt x="88382" y="58666"/>
                  </a:lnTo>
                  <a:lnTo>
                    <a:pt x="88437" y="58680"/>
                  </a:lnTo>
                  <a:lnTo>
                    <a:pt x="88474" y="58680"/>
                  </a:lnTo>
                  <a:lnTo>
                    <a:pt x="88695" y="58800"/>
                  </a:lnTo>
                  <a:lnTo>
                    <a:pt x="88769" y="58866"/>
                  </a:lnTo>
                  <a:lnTo>
                    <a:pt x="88806" y="58946"/>
                  </a:lnTo>
                  <a:lnTo>
                    <a:pt x="88824" y="58986"/>
                  </a:lnTo>
                  <a:lnTo>
                    <a:pt x="88843" y="59000"/>
                  </a:lnTo>
                  <a:lnTo>
                    <a:pt x="88880" y="59013"/>
                  </a:lnTo>
                  <a:lnTo>
                    <a:pt x="88898" y="59026"/>
                  </a:lnTo>
                  <a:lnTo>
                    <a:pt x="88880" y="58800"/>
                  </a:lnTo>
                  <a:lnTo>
                    <a:pt x="88880" y="58693"/>
                  </a:lnTo>
                  <a:lnTo>
                    <a:pt x="88990" y="58746"/>
                  </a:lnTo>
                  <a:lnTo>
                    <a:pt x="88990" y="58800"/>
                  </a:lnTo>
                  <a:lnTo>
                    <a:pt x="89009" y="58880"/>
                  </a:lnTo>
                  <a:lnTo>
                    <a:pt x="89027" y="58933"/>
                  </a:lnTo>
                  <a:lnTo>
                    <a:pt x="88990" y="58960"/>
                  </a:lnTo>
                  <a:lnTo>
                    <a:pt x="89009" y="59000"/>
                  </a:lnTo>
                  <a:lnTo>
                    <a:pt x="89156" y="59026"/>
                  </a:lnTo>
                  <a:lnTo>
                    <a:pt x="89248" y="59080"/>
                  </a:lnTo>
                  <a:lnTo>
                    <a:pt x="89267" y="59080"/>
                  </a:lnTo>
                  <a:lnTo>
                    <a:pt x="89377" y="59093"/>
                  </a:lnTo>
                  <a:lnTo>
                    <a:pt x="89396" y="59080"/>
                  </a:lnTo>
                  <a:lnTo>
                    <a:pt x="89359" y="59026"/>
                  </a:lnTo>
                  <a:lnTo>
                    <a:pt x="89304" y="59000"/>
                  </a:lnTo>
                  <a:lnTo>
                    <a:pt x="89156" y="58920"/>
                  </a:lnTo>
                  <a:lnTo>
                    <a:pt x="89119" y="58880"/>
                  </a:lnTo>
                  <a:lnTo>
                    <a:pt x="89138" y="58800"/>
                  </a:lnTo>
                  <a:lnTo>
                    <a:pt x="89174" y="58773"/>
                  </a:lnTo>
                  <a:lnTo>
                    <a:pt x="89230" y="58760"/>
                  </a:lnTo>
                  <a:lnTo>
                    <a:pt x="89304" y="58760"/>
                  </a:lnTo>
                  <a:lnTo>
                    <a:pt x="89304" y="58786"/>
                  </a:lnTo>
                  <a:lnTo>
                    <a:pt x="89304" y="58813"/>
                  </a:lnTo>
                  <a:lnTo>
                    <a:pt x="89322" y="58853"/>
                  </a:lnTo>
                  <a:lnTo>
                    <a:pt x="89359" y="58853"/>
                  </a:lnTo>
                  <a:lnTo>
                    <a:pt x="89377" y="58826"/>
                  </a:lnTo>
                  <a:lnTo>
                    <a:pt x="89414" y="58760"/>
                  </a:lnTo>
                  <a:lnTo>
                    <a:pt x="89469" y="58760"/>
                  </a:lnTo>
                  <a:lnTo>
                    <a:pt x="89469" y="58786"/>
                  </a:lnTo>
                  <a:lnTo>
                    <a:pt x="89469" y="58800"/>
                  </a:lnTo>
                  <a:lnTo>
                    <a:pt x="89433" y="58826"/>
                  </a:lnTo>
                  <a:lnTo>
                    <a:pt x="89414" y="58880"/>
                  </a:lnTo>
                  <a:lnTo>
                    <a:pt x="89433" y="58920"/>
                  </a:lnTo>
                  <a:lnTo>
                    <a:pt x="89469" y="58960"/>
                  </a:lnTo>
                  <a:lnTo>
                    <a:pt x="89469" y="59013"/>
                  </a:lnTo>
                  <a:lnTo>
                    <a:pt x="89488" y="59053"/>
                  </a:lnTo>
                  <a:lnTo>
                    <a:pt x="89543" y="59080"/>
                  </a:lnTo>
                  <a:lnTo>
                    <a:pt x="89728" y="59040"/>
                  </a:lnTo>
                  <a:lnTo>
                    <a:pt x="89801" y="59066"/>
                  </a:lnTo>
                  <a:lnTo>
                    <a:pt x="89746" y="59120"/>
                  </a:lnTo>
                  <a:lnTo>
                    <a:pt x="89654" y="59146"/>
                  </a:lnTo>
                  <a:lnTo>
                    <a:pt x="89599" y="59186"/>
                  </a:lnTo>
                  <a:lnTo>
                    <a:pt x="89672" y="59320"/>
                  </a:lnTo>
                  <a:lnTo>
                    <a:pt x="89746" y="59346"/>
                  </a:lnTo>
                  <a:lnTo>
                    <a:pt x="89893" y="59320"/>
                  </a:lnTo>
                  <a:lnTo>
                    <a:pt x="90023" y="59266"/>
                  </a:lnTo>
                  <a:lnTo>
                    <a:pt x="90059" y="59213"/>
                  </a:lnTo>
                  <a:lnTo>
                    <a:pt x="90041" y="59186"/>
                  </a:lnTo>
                  <a:lnTo>
                    <a:pt x="90023" y="59186"/>
                  </a:lnTo>
                  <a:lnTo>
                    <a:pt x="89986" y="59186"/>
                  </a:lnTo>
                  <a:lnTo>
                    <a:pt x="89949" y="59146"/>
                  </a:lnTo>
                  <a:lnTo>
                    <a:pt x="90023" y="59120"/>
                  </a:lnTo>
                  <a:lnTo>
                    <a:pt x="90059" y="59093"/>
                  </a:lnTo>
                  <a:lnTo>
                    <a:pt x="90078" y="59066"/>
                  </a:lnTo>
                  <a:lnTo>
                    <a:pt x="90059" y="59053"/>
                  </a:lnTo>
                  <a:lnTo>
                    <a:pt x="89967" y="59000"/>
                  </a:lnTo>
                  <a:lnTo>
                    <a:pt x="90041" y="58986"/>
                  </a:lnTo>
                  <a:lnTo>
                    <a:pt x="90096" y="58986"/>
                  </a:lnTo>
                  <a:lnTo>
                    <a:pt x="90152" y="59000"/>
                  </a:lnTo>
                  <a:lnTo>
                    <a:pt x="90207" y="59066"/>
                  </a:lnTo>
                  <a:lnTo>
                    <a:pt x="90225" y="59120"/>
                  </a:lnTo>
                  <a:lnTo>
                    <a:pt x="90152" y="59266"/>
                  </a:lnTo>
                  <a:lnTo>
                    <a:pt x="90225" y="59280"/>
                  </a:lnTo>
                  <a:lnTo>
                    <a:pt x="90262" y="59280"/>
                  </a:lnTo>
                  <a:lnTo>
                    <a:pt x="90410" y="59226"/>
                  </a:lnTo>
                  <a:lnTo>
                    <a:pt x="90410" y="59200"/>
                  </a:lnTo>
                  <a:lnTo>
                    <a:pt x="90391" y="59186"/>
                  </a:lnTo>
                  <a:lnTo>
                    <a:pt x="90336" y="59146"/>
                  </a:lnTo>
                  <a:lnTo>
                    <a:pt x="90318" y="59040"/>
                  </a:lnTo>
                  <a:lnTo>
                    <a:pt x="90391" y="58960"/>
                  </a:lnTo>
                  <a:lnTo>
                    <a:pt x="90483" y="58946"/>
                  </a:lnTo>
                  <a:lnTo>
                    <a:pt x="90612" y="58986"/>
                  </a:lnTo>
                  <a:lnTo>
                    <a:pt x="90502" y="59013"/>
                  </a:lnTo>
                  <a:lnTo>
                    <a:pt x="90465" y="59040"/>
                  </a:lnTo>
                  <a:lnTo>
                    <a:pt x="90465" y="59093"/>
                  </a:lnTo>
                  <a:lnTo>
                    <a:pt x="90483" y="59120"/>
                  </a:lnTo>
                  <a:lnTo>
                    <a:pt x="90520" y="59146"/>
                  </a:lnTo>
                  <a:lnTo>
                    <a:pt x="90576" y="59160"/>
                  </a:lnTo>
                  <a:lnTo>
                    <a:pt x="90576" y="59186"/>
                  </a:lnTo>
                  <a:lnTo>
                    <a:pt x="90520" y="59333"/>
                  </a:lnTo>
                  <a:lnTo>
                    <a:pt x="90391" y="59440"/>
                  </a:lnTo>
                  <a:lnTo>
                    <a:pt x="90336" y="59533"/>
                  </a:lnTo>
                  <a:lnTo>
                    <a:pt x="90373" y="59546"/>
                  </a:lnTo>
                  <a:lnTo>
                    <a:pt x="90410" y="59573"/>
                  </a:lnTo>
                  <a:lnTo>
                    <a:pt x="90428" y="59573"/>
                  </a:lnTo>
                  <a:lnTo>
                    <a:pt x="90410" y="59653"/>
                  </a:lnTo>
                  <a:lnTo>
                    <a:pt x="90078" y="59826"/>
                  </a:lnTo>
                  <a:lnTo>
                    <a:pt x="90059" y="59880"/>
                  </a:lnTo>
                  <a:lnTo>
                    <a:pt x="90115" y="59933"/>
                  </a:lnTo>
                  <a:lnTo>
                    <a:pt x="90115" y="60000"/>
                  </a:lnTo>
                  <a:lnTo>
                    <a:pt x="90041" y="60079"/>
                  </a:lnTo>
                  <a:lnTo>
                    <a:pt x="89857" y="60146"/>
                  </a:lnTo>
                  <a:lnTo>
                    <a:pt x="89267" y="60213"/>
                  </a:lnTo>
                  <a:lnTo>
                    <a:pt x="89009" y="60279"/>
                  </a:lnTo>
                  <a:lnTo>
                    <a:pt x="88843" y="60279"/>
                  </a:lnTo>
                  <a:lnTo>
                    <a:pt x="88806" y="60306"/>
                  </a:lnTo>
                  <a:lnTo>
                    <a:pt x="88787" y="60386"/>
                  </a:lnTo>
                  <a:lnTo>
                    <a:pt x="88769" y="60426"/>
                  </a:lnTo>
                  <a:lnTo>
                    <a:pt x="88714" y="60386"/>
                  </a:lnTo>
                  <a:lnTo>
                    <a:pt x="88677" y="60359"/>
                  </a:lnTo>
                  <a:lnTo>
                    <a:pt x="88640" y="60359"/>
                  </a:lnTo>
                  <a:lnTo>
                    <a:pt x="88566" y="60373"/>
                  </a:lnTo>
                  <a:lnTo>
                    <a:pt x="88511" y="60399"/>
                  </a:lnTo>
                  <a:lnTo>
                    <a:pt x="88603" y="60453"/>
                  </a:lnTo>
                  <a:lnTo>
                    <a:pt x="88714" y="60466"/>
                  </a:lnTo>
                  <a:lnTo>
                    <a:pt x="88806" y="60453"/>
                  </a:lnTo>
                  <a:lnTo>
                    <a:pt x="88824" y="60479"/>
                  </a:lnTo>
                  <a:lnTo>
                    <a:pt x="88806" y="60493"/>
                  </a:lnTo>
                  <a:lnTo>
                    <a:pt x="88806" y="60519"/>
                  </a:lnTo>
                  <a:lnTo>
                    <a:pt x="88806" y="60559"/>
                  </a:lnTo>
                  <a:lnTo>
                    <a:pt x="88824" y="60559"/>
                  </a:lnTo>
                  <a:lnTo>
                    <a:pt x="89009" y="60533"/>
                  </a:lnTo>
                  <a:lnTo>
                    <a:pt x="89045" y="60519"/>
                  </a:lnTo>
                  <a:lnTo>
                    <a:pt x="89027" y="60493"/>
                  </a:lnTo>
                  <a:lnTo>
                    <a:pt x="88990" y="60426"/>
                  </a:lnTo>
                  <a:lnTo>
                    <a:pt x="88990" y="60373"/>
                  </a:lnTo>
                  <a:lnTo>
                    <a:pt x="88990" y="60359"/>
                  </a:lnTo>
                  <a:lnTo>
                    <a:pt x="89027" y="60359"/>
                  </a:lnTo>
                  <a:lnTo>
                    <a:pt x="89156" y="60466"/>
                  </a:lnTo>
                  <a:lnTo>
                    <a:pt x="89230" y="60479"/>
                  </a:lnTo>
                  <a:lnTo>
                    <a:pt x="89562" y="60426"/>
                  </a:lnTo>
                  <a:lnTo>
                    <a:pt x="89617" y="60386"/>
                  </a:lnTo>
                  <a:lnTo>
                    <a:pt x="89599" y="60333"/>
                  </a:lnTo>
                  <a:lnTo>
                    <a:pt x="89617" y="60266"/>
                  </a:lnTo>
                  <a:lnTo>
                    <a:pt x="89709" y="60306"/>
                  </a:lnTo>
                  <a:lnTo>
                    <a:pt x="89801" y="60386"/>
                  </a:lnTo>
                  <a:lnTo>
                    <a:pt x="89857" y="60466"/>
                  </a:lnTo>
                  <a:lnTo>
                    <a:pt x="89912" y="60479"/>
                  </a:lnTo>
                  <a:lnTo>
                    <a:pt x="89930" y="60479"/>
                  </a:lnTo>
                  <a:lnTo>
                    <a:pt x="89893" y="60533"/>
                  </a:lnTo>
                  <a:lnTo>
                    <a:pt x="89838" y="60559"/>
                  </a:lnTo>
                  <a:lnTo>
                    <a:pt x="89691" y="60599"/>
                  </a:lnTo>
                  <a:lnTo>
                    <a:pt x="89783" y="60626"/>
                  </a:lnTo>
                  <a:lnTo>
                    <a:pt x="89912" y="60666"/>
                  </a:lnTo>
                  <a:lnTo>
                    <a:pt x="89967" y="60733"/>
                  </a:lnTo>
                  <a:lnTo>
                    <a:pt x="89986" y="60786"/>
                  </a:lnTo>
                  <a:lnTo>
                    <a:pt x="90023" y="60839"/>
                  </a:lnTo>
                  <a:lnTo>
                    <a:pt x="90115" y="60853"/>
                  </a:lnTo>
                  <a:lnTo>
                    <a:pt x="90078" y="60906"/>
                  </a:lnTo>
                  <a:lnTo>
                    <a:pt x="90059" y="60906"/>
                  </a:lnTo>
                  <a:lnTo>
                    <a:pt x="90078" y="60933"/>
                  </a:lnTo>
                  <a:lnTo>
                    <a:pt x="90318" y="60799"/>
                  </a:lnTo>
                  <a:lnTo>
                    <a:pt x="90410" y="60839"/>
                  </a:lnTo>
                  <a:lnTo>
                    <a:pt x="90428" y="60879"/>
                  </a:lnTo>
                  <a:lnTo>
                    <a:pt x="90391" y="60906"/>
                  </a:lnTo>
                  <a:lnTo>
                    <a:pt x="90207" y="60973"/>
                  </a:lnTo>
                  <a:lnTo>
                    <a:pt x="90170" y="60999"/>
                  </a:lnTo>
                  <a:lnTo>
                    <a:pt x="90170" y="61053"/>
                  </a:lnTo>
                  <a:lnTo>
                    <a:pt x="90225" y="61066"/>
                  </a:lnTo>
                  <a:lnTo>
                    <a:pt x="90373" y="61066"/>
                  </a:lnTo>
                  <a:lnTo>
                    <a:pt x="90576" y="61133"/>
                  </a:lnTo>
                  <a:lnTo>
                    <a:pt x="90576" y="61159"/>
                  </a:lnTo>
                  <a:lnTo>
                    <a:pt x="90483" y="61173"/>
                  </a:lnTo>
                  <a:lnTo>
                    <a:pt x="90447" y="61199"/>
                  </a:lnTo>
                  <a:lnTo>
                    <a:pt x="90465" y="61266"/>
                  </a:lnTo>
                  <a:lnTo>
                    <a:pt x="90557" y="61266"/>
                  </a:lnTo>
                  <a:lnTo>
                    <a:pt x="90834" y="61333"/>
                  </a:lnTo>
                  <a:lnTo>
                    <a:pt x="91037" y="61359"/>
                  </a:lnTo>
                  <a:lnTo>
                    <a:pt x="91221" y="61319"/>
                  </a:lnTo>
                  <a:lnTo>
                    <a:pt x="91368" y="61386"/>
                  </a:lnTo>
                  <a:lnTo>
                    <a:pt x="91387" y="61373"/>
                  </a:lnTo>
                  <a:lnTo>
                    <a:pt x="91405" y="61333"/>
                  </a:lnTo>
                  <a:lnTo>
                    <a:pt x="91461" y="61266"/>
                  </a:lnTo>
                  <a:lnTo>
                    <a:pt x="91479" y="61253"/>
                  </a:lnTo>
                  <a:lnTo>
                    <a:pt x="91534" y="61266"/>
                  </a:lnTo>
                  <a:lnTo>
                    <a:pt x="91571" y="61333"/>
                  </a:lnTo>
                  <a:lnTo>
                    <a:pt x="91571" y="61426"/>
                  </a:lnTo>
                  <a:lnTo>
                    <a:pt x="91553" y="61466"/>
                  </a:lnTo>
                  <a:lnTo>
                    <a:pt x="91682" y="61546"/>
                  </a:lnTo>
                  <a:lnTo>
                    <a:pt x="91774" y="61546"/>
                  </a:lnTo>
                  <a:lnTo>
                    <a:pt x="91958" y="61506"/>
                  </a:lnTo>
                  <a:lnTo>
                    <a:pt x="92032" y="61506"/>
                  </a:lnTo>
                  <a:lnTo>
                    <a:pt x="92124" y="61519"/>
                  </a:lnTo>
                  <a:lnTo>
                    <a:pt x="92161" y="61546"/>
                  </a:lnTo>
                  <a:lnTo>
                    <a:pt x="92124" y="61586"/>
                  </a:lnTo>
                  <a:lnTo>
                    <a:pt x="92143" y="61626"/>
                  </a:lnTo>
                  <a:lnTo>
                    <a:pt x="92198" y="61639"/>
                  </a:lnTo>
                  <a:lnTo>
                    <a:pt x="92272" y="61626"/>
                  </a:lnTo>
                  <a:lnTo>
                    <a:pt x="92309" y="61612"/>
                  </a:lnTo>
                  <a:lnTo>
                    <a:pt x="92327" y="61559"/>
                  </a:lnTo>
                  <a:lnTo>
                    <a:pt x="92235" y="61386"/>
                  </a:lnTo>
                  <a:lnTo>
                    <a:pt x="92216" y="61333"/>
                  </a:lnTo>
                  <a:lnTo>
                    <a:pt x="92235" y="61159"/>
                  </a:lnTo>
                  <a:lnTo>
                    <a:pt x="92235" y="61133"/>
                  </a:lnTo>
                  <a:lnTo>
                    <a:pt x="92272" y="61146"/>
                  </a:lnTo>
                  <a:lnTo>
                    <a:pt x="92309" y="61173"/>
                  </a:lnTo>
                  <a:lnTo>
                    <a:pt x="92364" y="61199"/>
                  </a:lnTo>
                  <a:lnTo>
                    <a:pt x="92419" y="61226"/>
                  </a:lnTo>
                  <a:lnTo>
                    <a:pt x="92640" y="61133"/>
                  </a:lnTo>
                  <a:lnTo>
                    <a:pt x="92640" y="61093"/>
                  </a:lnTo>
                  <a:lnTo>
                    <a:pt x="92659" y="61039"/>
                  </a:lnTo>
                  <a:lnTo>
                    <a:pt x="92659" y="60986"/>
                  </a:lnTo>
                  <a:lnTo>
                    <a:pt x="92622" y="60919"/>
                  </a:lnTo>
                  <a:lnTo>
                    <a:pt x="92548" y="60826"/>
                  </a:lnTo>
                  <a:lnTo>
                    <a:pt x="92585" y="60719"/>
                  </a:lnTo>
                  <a:lnTo>
                    <a:pt x="92659" y="60639"/>
                  </a:lnTo>
                  <a:lnTo>
                    <a:pt x="92770" y="60639"/>
                  </a:lnTo>
                  <a:lnTo>
                    <a:pt x="92770" y="60693"/>
                  </a:lnTo>
                  <a:lnTo>
                    <a:pt x="92696" y="60746"/>
                  </a:lnTo>
                  <a:lnTo>
                    <a:pt x="92659" y="60786"/>
                  </a:lnTo>
                  <a:lnTo>
                    <a:pt x="92696" y="60799"/>
                  </a:lnTo>
                  <a:lnTo>
                    <a:pt x="92751" y="60839"/>
                  </a:lnTo>
                  <a:lnTo>
                    <a:pt x="92788" y="60866"/>
                  </a:lnTo>
                  <a:lnTo>
                    <a:pt x="92806" y="60893"/>
                  </a:lnTo>
                  <a:lnTo>
                    <a:pt x="92825" y="60879"/>
                  </a:lnTo>
                  <a:lnTo>
                    <a:pt x="92843" y="60853"/>
                  </a:lnTo>
                  <a:lnTo>
                    <a:pt x="92862" y="60786"/>
                  </a:lnTo>
                  <a:lnTo>
                    <a:pt x="92935" y="60733"/>
                  </a:lnTo>
                  <a:lnTo>
                    <a:pt x="92954" y="60706"/>
                  </a:lnTo>
                  <a:lnTo>
                    <a:pt x="93009" y="60693"/>
                  </a:lnTo>
                  <a:lnTo>
                    <a:pt x="93028" y="60706"/>
                  </a:lnTo>
                  <a:lnTo>
                    <a:pt x="93046" y="60719"/>
                  </a:lnTo>
                  <a:lnTo>
                    <a:pt x="93064" y="60733"/>
                  </a:lnTo>
                  <a:lnTo>
                    <a:pt x="93028" y="60746"/>
                  </a:lnTo>
                  <a:lnTo>
                    <a:pt x="92991" y="60839"/>
                  </a:lnTo>
                  <a:lnTo>
                    <a:pt x="92935" y="60879"/>
                  </a:lnTo>
                  <a:lnTo>
                    <a:pt x="92880" y="60933"/>
                  </a:lnTo>
                  <a:lnTo>
                    <a:pt x="92825" y="60973"/>
                  </a:lnTo>
                  <a:lnTo>
                    <a:pt x="92825" y="61013"/>
                  </a:lnTo>
                  <a:lnTo>
                    <a:pt x="92825" y="61039"/>
                  </a:lnTo>
                  <a:lnTo>
                    <a:pt x="92862" y="61106"/>
                  </a:lnTo>
                  <a:lnTo>
                    <a:pt x="92862" y="61119"/>
                  </a:lnTo>
                  <a:lnTo>
                    <a:pt x="92843" y="61159"/>
                  </a:lnTo>
                  <a:lnTo>
                    <a:pt x="92806" y="61186"/>
                  </a:lnTo>
                  <a:lnTo>
                    <a:pt x="92788" y="61226"/>
                  </a:lnTo>
                  <a:lnTo>
                    <a:pt x="92788" y="61253"/>
                  </a:lnTo>
                  <a:lnTo>
                    <a:pt x="92806" y="61333"/>
                  </a:lnTo>
                  <a:lnTo>
                    <a:pt x="92788" y="61373"/>
                  </a:lnTo>
                  <a:lnTo>
                    <a:pt x="92511" y="61413"/>
                  </a:lnTo>
                  <a:lnTo>
                    <a:pt x="92493" y="61439"/>
                  </a:lnTo>
                  <a:lnTo>
                    <a:pt x="92493" y="61506"/>
                  </a:lnTo>
                  <a:lnTo>
                    <a:pt x="92493" y="61559"/>
                  </a:lnTo>
                  <a:lnTo>
                    <a:pt x="92511" y="61626"/>
                  </a:lnTo>
                  <a:lnTo>
                    <a:pt x="92604" y="61652"/>
                  </a:lnTo>
                  <a:lnTo>
                    <a:pt x="92677" y="61626"/>
                  </a:lnTo>
                  <a:lnTo>
                    <a:pt x="92843" y="61559"/>
                  </a:lnTo>
                  <a:lnTo>
                    <a:pt x="92880" y="61519"/>
                  </a:lnTo>
                  <a:lnTo>
                    <a:pt x="92917" y="61506"/>
                  </a:lnTo>
                  <a:lnTo>
                    <a:pt x="92935" y="61493"/>
                  </a:lnTo>
                  <a:lnTo>
                    <a:pt x="92917" y="61439"/>
                  </a:lnTo>
                  <a:lnTo>
                    <a:pt x="92880" y="61413"/>
                  </a:lnTo>
                  <a:lnTo>
                    <a:pt x="92862" y="61373"/>
                  </a:lnTo>
                  <a:lnTo>
                    <a:pt x="92880" y="61319"/>
                  </a:lnTo>
                  <a:lnTo>
                    <a:pt x="92954" y="61279"/>
                  </a:lnTo>
                  <a:lnTo>
                    <a:pt x="93009" y="61266"/>
                  </a:lnTo>
                  <a:lnTo>
                    <a:pt x="93064" y="61306"/>
                  </a:lnTo>
                  <a:lnTo>
                    <a:pt x="93028" y="61399"/>
                  </a:lnTo>
                  <a:lnTo>
                    <a:pt x="93064" y="61426"/>
                  </a:lnTo>
                  <a:lnTo>
                    <a:pt x="93138" y="61453"/>
                  </a:lnTo>
                  <a:lnTo>
                    <a:pt x="93194" y="61532"/>
                  </a:lnTo>
                  <a:lnTo>
                    <a:pt x="93175" y="61572"/>
                  </a:lnTo>
                  <a:lnTo>
                    <a:pt x="92991" y="61612"/>
                  </a:lnTo>
                  <a:lnTo>
                    <a:pt x="92935" y="61652"/>
                  </a:lnTo>
                  <a:lnTo>
                    <a:pt x="92954" y="61679"/>
                  </a:lnTo>
                  <a:lnTo>
                    <a:pt x="93009" y="61679"/>
                  </a:lnTo>
                  <a:lnTo>
                    <a:pt x="93230" y="61666"/>
                  </a:lnTo>
                  <a:lnTo>
                    <a:pt x="93341" y="61586"/>
                  </a:lnTo>
                  <a:lnTo>
                    <a:pt x="93452" y="61572"/>
                  </a:lnTo>
                  <a:lnTo>
                    <a:pt x="93691" y="61586"/>
                  </a:lnTo>
                  <a:lnTo>
                    <a:pt x="93783" y="61559"/>
                  </a:lnTo>
                  <a:lnTo>
                    <a:pt x="93710" y="61612"/>
                  </a:lnTo>
                  <a:lnTo>
                    <a:pt x="93525" y="61666"/>
                  </a:lnTo>
                  <a:lnTo>
                    <a:pt x="93470" y="61746"/>
                  </a:lnTo>
                  <a:lnTo>
                    <a:pt x="93525" y="61759"/>
                  </a:lnTo>
                  <a:lnTo>
                    <a:pt x="93728" y="61772"/>
                  </a:lnTo>
                  <a:lnTo>
                    <a:pt x="93691" y="61746"/>
                  </a:lnTo>
                  <a:lnTo>
                    <a:pt x="93820" y="61759"/>
                  </a:lnTo>
                  <a:lnTo>
                    <a:pt x="94134" y="61679"/>
                  </a:lnTo>
                  <a:lnTo>
                    <a:pt x="94613" y="61639"/>
                  </a:lnTo>
                  <a:lnTo>
                    <a:pt x="94687" y="61626"/>
                  </a:lnTo>
                  <a:lnTo>
                    <a:pt x="94742" y="61626"/>
                  </a:lnTo>
                  <a:lnTo>
                    <a:pt x="94779" y="61639"/>
                  </a:lnTo>
                  <a:lnTo>
                    <a:pt x="94816" y="61666"/>
                  </a:lnTo>
                  <a:lnTo>
                    <a:pt x="94853" y="61692"/>
                  </a:lnTo>
                  <a:lnTo>
                    <a:pt x="94927" y="61706"/>
                  </a:lnTo>
                  <a:lnTo>
                    <a:pt x="95037" y="61719"/>
                  </a:lnTo>
                  <a:lnTo>
                    <a:pt x="95222" y="61812"/>
                  </a:lnTo>
                  <a:lnTo>
                    <a:pt x="95314" y="61826"/>
                  </a:lnTo>
                  <a:lnTo>
                    <a:pt x="95387" y="61812"/>
                  </a:lnTo>
                  <a:lnTo>
                    <a:pt x="95682" y="61892"/>
                  </a:lnTo>
                  <a:lnTo>
                    <a:pt x="95775" y="61892"/>
                  </a:lnTo>
                  <a:lnTo>
                    <a:pt x="95959" y="61799"/>
                  </a:lnTo>
                  <a:lnTo>
                    <a:pt x="96033" y="61799"/>
                  </a:lnTo>
                  <a:lnTo>
                    <a:pt x="96180" y="61799"/>
                  </a:lnTo>
                  <a:lnTo>
                    <a:pt x="96235" y="61799"/>
                  </a:lnTo>
                  <a:lnTo>
                    <a:pt x="96272" y="61772"/>
                  </a:lnTo>
                  <a:lnTo>
                    <a:pt x="96420" y="61626"/>
                  </a:lnTo>
                  <a:lnTo>
                    <a:pt x="96438" y="61572"/>
                  </a:lnTo>
                  <a:lnTo>
                    <a:pt x="96475" y="61426"/>
                  </a:lnTo>
                  <a:lnTo>
                    <a:pt x="96623" y="61519"/>
                  </a:lnTo>
                  <a:lnTo>
                    <a:pt x="96715" y="61546"/>
                  </a:lnTo>
                  <a:lnTo>
                    <a:pt x="96770" y="61546"/>
                  </a:lnTo>
                  <a:lnTo>
                    <a:pt x="96844" y="61506"/>
                  </a:lnTo>
                  <a:lnTo>
                    <a:pt x="96899" y="61493"/>
                  </a:lnTo>
                  <a:lnTo>
                    <a:pt x="96954" y="61506"/>
                  </a:lnTo>
                  <a:lnTo>
                    <a:pt x="97084" y="61572"/>
                  </a:lnTo>
                  <a:lnTo>
                    <a:pt x="97120" y="61586"/>
                  </a:lnTo>
                  <a:lnTo>
                    <a:pt x="97176" y="61559"/>
                  </a:lnTo>
                  <a:lnTo>
                    <a:pt x="97139" y="61546"/>
                  </a:lnTo>
                  <a:lnTo>
                    <a:pt x="97084" y="61506"/>
                  </a:lnTo>
                  <a:lnTo>
                    <a:pt x="97047" y="61506"/>
                  </a:lnTo>
                  <a:lnTo>
                    <a:pt x="97047" y="61453"/>
                  </a:lnTo>
                  <a:lnTo>
                    <a:pt x="97084" y="61453"/>
                  </a:lnTo>
                  <a:lnTo>
                    <a:pt x="97010" y="61413"/>
                  </a:lnTo>
                  <a:lnTo>
                    <a:pt x="96954" y="61399"/>
                  </a:lnTo>
                  <a:lnTo>
                    <a:pt x="96899" y="61399"/>
                  </a:lnTo>
                  <a:lnTo>
                    <a:pt x="96825" y="61373"/>
                  </a:lnTo>
                  <a:lnTo>
                    <a:pt x="96715" y="61279"/>
                  </a:lnTo>
                  <a:lnTo>
                    <a:pt x="96660" y="61253"/>
                  </a:lnTo>
                  <a:lnTo>
                    <a:pt x="96660" y="61239"/>
                  </a:lnTo>
                  <a:lnTo>
                    <a:pt x="96678" y="61199"/>
                  </a:lnTo>
                  <a:lnTo>
                    <a:pt x="96825" y="61266"/>
                  </a:lnTo>
                  <a:lnTo>
                    <a:pt x="96991" y="61306"/>
                  </a:lnTo>
                  <a:lnTo>
                    <a:pt x="97139" y="61306"/>
                  </a:lnTo>
                  <a:lnTo>
                    <a:pt x="97268" y="61293"/>
                  </a:lnTo>
                  <a:lnTo>
                    <a:pt x="97305" y="61453"/>
                  </a:lnTo>
                  <a:lnTo>
                    <a:pt x="97342" y="61439"/>
                  </a:lnTo>
                  <a:lnTo>
                    <a:pt x="97397" y="61373"/>
                  </a:lnTo>
                  <a:lnTo>
                    <a:pt x="97434" y="61333"/>
                  </a:lnTo>
                  <a:lnTo>
                    <a:pt x="97434" y="61319"/>
                  </a:lnTo>
                  <a:lnTo>
                    <a:pt x="97360" y="61253"/>
                  </a:lnTo>
                  <a:lnTo>
                    <a:pt x="97342" y="61226"/>
                  </a:lnTo>
                  <a:lnTo>
                    <a:pt x="97360" y="61186"/>
                  </a:lnTo>
                  <a:lnTo>
                    <a:pt x="97379" y="61186"/>
                  </a:lnTo>
                  <a:lnTo>
                    <a:pt x="97434" y="61199"/>
                  </a:lnTo>
                  <a:lnTo>
                    <a:pt x="97618" y="61253"/>
                  </a:lnTo>
                  <a:lnTo>
                    <a:pt x="97673" y="61239"/>
                  </a:lnTo>
                  <a:lnTo>
                    <a:pt x="97747" y="61159"/>
                  </a:lnTo>
                  <a:lnTo>
                    <a:pt x="97803" y="61159"/>
                  </a:lnTo>
                  <a:lnTo>
                    <a:pt x="97858" y="61186"/>
                  </a:lnTo>
                  <a:lnTo>
                    <a:pt x="97913" y="61186"/>
                  </a:lnTo>
                  <a:lnTo>
                    <a:pt x="98042" y="61093"/>
                  </a:lnTo>
                  <a:lnTo>
                    <a:pt x="98098" y="61093"/>
                  </a:lnTo>
                  <a:lnTo>
                    <a:pt x="98134" y="61119"/>
                  </a:lnTo>
                  <a:lnTo>
                    <a:pt x="98134" y="61159"/>
                  </a:lnTo>
                  <a:lnTo>
                    <a:pt x="98116" y="61186"/>
                  </a:lnTo>
                  <a:lnTo>
                    <a:pt x="98079" y="61199"/>
                  </a:lnTo>
                  <a:lnTo>
                    <a:pt x="97858" y="61279"/>
                  </a:lnTo>
                  <a:lnTo>
                    <a:pt x="97766" y="61333"/>
                  </a:lnTo>
                  <a:lnTo>
                    <a:pt x="97747" y="61453"/>
                  </a:lnTo>
                  <a:lnTo>
                    <a:pt x="97821" y="61493"/>
                  </a:lnTo>
                  <a:lnTo>
                    <a:pt x="97876" y="61493"/>
                  </a:lnTo>
                  <a:lnTo>
                    <a:pt x="97987" y="61413"/>
                  </a:lnTo>
                  <a:lnTo>
                    <a:pt x="98134" y="61373"/>
                  </a:lnTo>
                  <a:lnTo>
                    <a:pt x="98171" y="61426"/>
                  </a:lnTo>
                  <a:lnTo>
                    <a:pt x="98116" y="61453"/>
                  </a:lnTo>
                  <a:lnTo>
                    <a:pt x="98042" y="61466"/>
                  </a:lnTo>
                  <a:lnTo>
                    <a:pt x="98079" y="61519"/>
                  </a:lnTo>
                  <a:lnTo>
                    <a:pt x="98116" y="61532"/>
                  </a:lnTo>
                  <a:lnTo>
                    <a:pt x="98116" y="61546"/>
                  </a:lnTo>
                  <a:lnTo>
                    <a:pt x="97913" y="61586"/>
                  </a:lnTo>
                  <a:lnTo>
                    <a:pt x="97858" y="61639"/>
                  </a:lnTo>
                  <a:lnTo>
                    <a:pt x="97839" y="61706"/>
                  </a:lnTo>
                  <a:lnTo>
                    <a:pt x="97876" y="61746"/>
                  </a:lnTo>
                  <a:lnTo>
                    <a:pt x="98042" y="61812"/>
                  </a:lnTo>
                  <a:lnTo>
                    <a:pt x="98227" y="61919"/>
                  </a:lnTo>
                  <a:lnTo>
                    <a:pt x="98300" y="61946"/>
                  </a:lnTo>
                  <a:lnTo>
                    <a:pt x="98374" y="61959"/>
                  </a:lnTo>
                  <a:lnTo>
                    <a:pt x="98429" y="61972"/>
                  </a:lnTo>
                  <a:lnTo>
                    <a:pt x="98522" y="62039"/>
                  </a:lnTo>
                  <a:lnTo>
                    <a:pt x="98577" y="62079"/>
                  </a:lnTo>
                  <a:lnTo>
                    <a:pt x="98614" y="62026"/>
                  </a:lnTo>
                  <a:lnTo>
                    <a:pt x="98577" y="62012"/>
                  </a:lnTo>
                  <a:lnTo>
                    <a:pt x="98558" y="61959"/>
                  </a:lnTo>
                  <a:lnTo>
                    <a:pt x="98540" y="61919"/>
                  </a:lnTo>
                  <a:lnTo>
                    <a:pt x="98485" y="61879"/>
                  </a:lnTo>
                  <a:lnTo>
                    <a:pt x="98448" y="61839"/>
                  </a:lnTo>
                  <a:lnTo>
                    <a:pt x="98411" y="61826"/>
                  </a:lnTo>
                  <a:lnTo>
                    <a:pt x="98374" y="61799"/>
                  </a:lnTo>
                  <a:lnTo>
                    <a:pt x="98300" y="61759"/>
                  </a:lnTo>
                  <a:lnTo>
                    <a:pt x="98448" y="61772"/>
                  </a:lnTo>
                  <a:lnTo>
                    <a:pt x="98485" y="61786"/>
                  </a:lnTo>
                  <a:lnTo>
                    <a:pt x="98540" y="61812"/>
                  </a:lnTo>
                  <a:lnTo>
                    <a:pt x="98558" y="61826"/>
                  </a:lnTo>
                  <a:lnTo>
                    <a:pt x="98558" y="61852"/>
                  </a:lnTo>
                  <a:lnTo>
                    <a:pt x="98577" y="61906"/>
                  </a:lnTo>
                  <a:lnTo>
                    <a:pt x="98614" y="61946"/>
                  </a:lnTo>
                  <a:lnTo>
                    <a:pt x="98651" y="61959"/>
                  </a:lnTo>
                  <a:lnTo>
                    <a:pt x="98669" y="61972"/>
                  </a:lnTo>
                  <a:lnTo>
                    <a:pt x="98724" y="61986"/>
                  </a:lnTo>
                  <a:lnTo>
                    <a:pt x="98743" y="62026"/>
                  </a:lnTo>
                  <a:lnTo>
                    <a:pt x="98761" y="62052"/>
                  </a:lnTo>
                  <a:lnTo>
                    <a:pt x="98780" y="62079"/>
                  </a:lnTo>
                  <a:lnTo>
                    <a:pt x="98835" y="62092"/>
                  </a:lnTo>
                  <a:lnTo>
                    <a:pt x="98835" y="62052"/>
                  </a:lnTo>
                  <a:lnTo>
                    <a:pt x="98835" y="62026"/>
                  </a:lnTo>
                  <a:lnTo>
                    <a:pt x="98817" y="61972"/>
                  </a:lnTo>
                  <a:lnTo>
                    <a:pt x="98798" y="61919"/>
                  </a:lnTo>
                  <a:lnTo>
                    <a:pt x="98798" y="61892"/>
                  </a:lnTo>
                  <a:lnTo>
                    <a:pt x="98817" y="61826"/>
                  </a:lnTo>
                  <a:lnTo>
                    <a:pt x="98817" y="61799"/>
                  </a:lnTo>
                  <a:lnTo>
                    <a:pt x="98798" y="61759"/>
                  </a:lnTo>
                  <a:lnTo>
                    <a:pt x="98743" y="61626"/>
                  </a:lnTo>
                  <a:lnTo>
                    <a:pt x="98780" y="61612"/>
                  </a:lnTo>
                  <a:lnTo>
                    <a:pt x="98817" y="61626"/>
                  </a:lnTo>
                  <a:lnTo>
                    <a:pt x="98853" y="61639"/>
                  </a:lnTo>
                  <a:lnTo>
                    <a:pt x="98982" y="62012"/>
                  </a:lnTo>
                  <a:lnTo>
                    <a:pt x="99001" y="62012"/>
                  </a:lnTo>
                  <a:lnTo>
                    <a:pt x="99204" y="62199"/>
                  </a:lnTo>
                  <a:lnTo>
                    <a:pt x="99609" y="62332"/>
                  </a:lnTo>
                  <a:lnTo>
                    <a:pt x="100273" y="62452"/>
                  </a:lnTo>
                  <a:lnTo>
                    <a:pt x="100365" y="62452"/>
                  </a:lnTo>
                  <a:lnTo>
                    <a:pt x="100439" y="62359"/>
                  </a:lnTo>
                  <a:lnTo>
                    <a:pt x="100513" y="62372"/>
                  </a:lnTo>
                  <a:lnTo>
                    <a:pt x="100568" y="62386"/>
                  </a:lnTo>
                  <a:lnTo>
                    <a:pt x="100623" y="62412"/>
                  </a:lnTo>
                  <a:lnTo>
                    <a:pt x="100660" y="62426"/>
                  </a:lnTo>
                  <a:lnTo>
                    <a:pt x="100715" y="62412"/>
                  </a:lnTo>
                  <a:lnTo>
                    <a:pt x="100715" y="62372"/>
                  </a:lnTo>
                  <a:lnTo>
                    <a:pt x="100734" y="62292"/>
                  </a:lnTo>
                  <a:lnTo>
                    <a:pt x="100789" y="62292"/>
                  </a:lnTo>
                  <a:lnTo>
                    <a:pt x="100881" y="62332"/>
                  </a:lnTo>
                  <a:lnTo>
                    <a:pt x="100937" y="62412"/>
                  </a:lnTo>
                  <a:lnTo>
                    <a:pt x="100974" y="62426"/>
                  </a:lnTo>
                  <a:lnTo>
                    <a:pt x="101324" y="62386"/>
                  </a:lnTo>
                  <a:lnTo>
                    <a:pt x="101342" y="62426"/>
                  </a:lnTo>
                  <a:lnTo>
                    <a:pt x="101342" y="62426"/>
                  </a:lnTo>
                  <a:lnTo>
                    <a:pt x="101305" y="62466"/>
                  </a:lnTo>
                  <a:lnTo>
                    <a:pt x="101324" y="62492"/>
                  </a:lnTo>
                  <a:lnTo>
                    <a:pt x="101361" y="62506"/>
                  </a:lnTo>
                  <a:lnTo>
                    <a:pt x="101527" y="62519"/>
                  </a:lnTo>
                  <a:lnTo>
                    <a:pt x="101600" y="62519"/>
                  </a:lnTo>
                  <a:lnTo>
                    <a:pt x="101711" y="62559"/>
                  </a:lnTo>
                  <a:lnTo>
                    <a:pt x="101785" y="62572"/>
                  </a:lnTo>
                  <a:lnTo>
                    <a:pt x="102006" y="62586"/>
                  </a:lnTo>
                  <a:lnTo>
                    <a:pt x="103333" y="62319"/>
                  </a:lnTo>
                  <a:lnTo>
                    <a:pt x="103333" y="62306"/>
                  </a:lnTo>
                  <a:lnTo>
                    <a:pt x="103352" y="62239"/>
                  </a:lnTo>
                  <a:lnTo>
                    <a:pt x="103352" y="62226"/>
                  </a:lnTo>
                  <a:lnTo>
                    <a:pt x="103389" y="62226"/>
                  </a:lnTo>
                  <a:lnTo>
                    <a:pt x="103444" y="62252"/>
                  </a:lnTo>
                  <a:lnTo>
                    <a:pt x="103462" y="62292"/>
                  </a:lnTo>
                  <a:lnTo>
                    <a:pt x="103481" y="62306"/>
                  </a:lnTo>
                  <a:lnTo>
                    <a:pt x="103536" y="62306"/>
                  </a:lnTo>
                  <a:lnTo>
                    <a:pt x="103591" y="62292"/>
                  </a:lnTo>
                  <a:lnTo>
                    <a:pt x="103647" y="62239"/>
                  </a:lnTo>
                  <a:lnTo>
                    <a:pt x="103702" y="62212"/>
                  </a:lnTo>
                  <a:lnTo>
                    <a:pt x="104015" y="62199"/>
                  </a:lnTo>
                  <a:lnTo>
                    <a:pt x="104071" y="62212"/>
                  </a:lnTo>
                  <a:lnTo>
                    <a:pt x="104089" y="62199"/>
                  </a:lnTo>
                  <a:lnTo>
                    <a:pt x="104108" y="62186"/>
                  </a:lnTo>
                  <a:lnTo>
                    <a:pt x="104089" y="62146"/>
                  </a:lnTo>
                  <a:lnTo>
                    <a:pt x="104089" y="62119"/>
                  </a:lnTo>
                  <a:lnTo>
                    <a:pt x="104145" y="62092"/>
                  </a:lnTo>
                  <a:lnTo>
                    <a:pt x="104163" y="62079"/>
                  </a:lnTo>
                  <a:lnTo>
                    <a:pt x="104218" y="62079"/>
                  </a:lnTo>
                  <a:lnTo>
                    <a:pt x="104237" y="62106"/>
                  </a:lnTo>
                  <a:lnTo>
                    <a:pt x="104218" y="62146"/>
                  </a:lnTo>
                  <a:lnTo>
                    <a:pt x="104200" y="62159"/>
                  </a:lnTo>
                  <a:lnTo>
                    <a:pt x="104200" y="62186"/>
                  </a:lnTo>
                  <a:lnTo>
                    <a:pt x="104218" y="62226"/>
                  </a:lnTo>
                  <a:lnTo>
                    <a:pt x="104495" y="62212"/>
                  </a:lnTo>
                  <a:lnTo>
                    <a:pt x="104734" y="62172"/>
                  </a:lnTo>
                  <a:lnTo>
                    <a:pt x="104790" y="62106"/>
                  </a:lnTo>
                  <a:lnTo>
                    <a:pt x="104864" y="62026"/>
                  </a:lnTo>
                  <a:lnTo>
                    <a:pt x="104919" y="61972"/>
                  </a:lnTo>
                  <a:lnTo>
                    <a:pt x="105048" y="62012"/>
                  </a:lnTo>
                  <a:lnTo>
                    <a:pt x="105177" y="62052"/>
                  </a:lnTo>
                  <a:lnTo>
                    <a:pt x="105288" y="62039"/>
                  </a:lnTo>
                  <a:lnTo>
                    <a:pt x="105509" y="61932"/>
                  </a:lnTo>
                  <a:lnTo>
                    <a:pt x="105712" y="61919"/>
                  </a:lnTo>
                  <a:lnTo>
                    <a:pt x="105785" y="61946"/>
                  </a:lnTo>
                  <a:lnTo>
                    <a:pt x="105785" y="61972"/>
                  </a:lnTo>
                  <a:lnTo>
                    <a:pt x="105730" y="62012"/>
                  </a:lnTo>
                  <a:lnTo>
                    <a:pt x="105804" y="62039"/>
                  </a:lnTo>
                  <a:lnTo>
                    <a:pt x="105859" y="62079"/>
                  </a:lnTo>
                  <a:lnTo>
                    <a:pt x="105914" y="62146"/>
                  </a:lnTo>
                  <a:lnTo>
                    <a:pt x="105951" y="62172"/>
                  </a:lnTo>
                  <a:lnTo>
                    <a:pt x="105988" y="62186"/>
                  </a:lnTo>
                  <a:lnTo>
                    <a:pt x="106136" y="62092"/>
                  </a:lnTo>
                  <a:lnTo>
                    <a:pt x="106136" y="62079"/>
                  </a:lnTo>
                  <a:lnTo>
                    <a:pt x="106099" y="62012"/>
                  </a:lnTo>
                  <a:lnTo>
                    <a:pt x="106099" y="61986"/>
                  </a:lnTo>
                  <a:lnTo>
                    <a:pt x="106136" y="61986"/>
                  </a:lnTo>
                  <a:lnTo>
                    <a:pt x="106172" y="61986"/>
                  </a:lnTo>
                  <a:lnTo>
                    <a:pt x="106615" y="62119"/>
                  </a:lnTo>
                  <a:lnTo>
                    <a:pt x="106689" y="62146"/>
                  </a:lnTo>
                  <a:lnTo>
                    <a:pt x="106762" y="62146"/>
                  </a:lnTo>
                  <a:lnTo>
                    <a:pt x="106781" y="62106"/>
                  </a:lnTo>
                  <a:lnTo>
                    <a:pt x="106855" y="62026"/>
                  </a:lnTo>
                  <a:lnTo>
                    <a:pt x="106873" y="61986"/>
                  </a:lnTo>
                  <a:lnTo>
                    <a:pt x="107113" y="62066"/>
                  </a:lnTo>
                  <a:lnTo>
                    <a:pt x="107242" y="62066"/>
                  </a:lnTo>
                  <a:lnTo>
                    <a:pt x="107242" y="61959"/>
                  </a:lnTo>
                  <a:lnTo>
                    <a:pt x="107186" y="61959"/>
                  </a:lnTo>
                  <a:lnTo>
                    <a:pt x="107113" y="61932"/>
                  </a:lnTo>
                  <a:lnTo>
                    <a:pt x="107186" y="61932"/>
                  </a:lnTo>
                  <a:lnTo>
                    <a:pt x="107445" y="61959"/>
                  </a:lnTo>
                  <a:lnTo>
                    <a:pt x="107684" y="61906"/>
                  </a:lnTo>
                  <a:lnTo>
                    <a:pt x="107776" y="61892"/>
                  </a:lnTo>
                  <a:lnTo>
                    <a:pt x="107795" y="61932"/>
                  </a:lnTo>
                  <a:lnTo>
                    <a:pt x="107813" y="61959"/>
                  </a:lnTo>
                  <a:lnTo>
                    <a:pt x="107887" y="61959"/>
                  </a:lnTo>
                  <a:lnTo>
                    <a:pt x="107905" y="61972"/>
                  </a:lnTo>
                  <a:lnTo>
                    <a:pt x="107998" y="62026"/>
                  </a:lnTo>
                  <a:lnTo>
                    <a:pt x="108035" y="62039"/>
                  </a:lnTo>
                  <a:lnTo>
                    <a:pt x="108053" y="62052"/>
                  </a:lnTo>
                  <a:lnTo>
                    <a:pt x="108127" y="62039"/>
                  </a:lnTo>
                  <a:lnTo>
                    <a:pt x="108200" y="61959"/>
                  </a:lnTo>
                  <a:lnTo>
                    <a:pt x="108274" y="61959"/>
                  </a:lnTo>
                  <a:lnTo>
                    <a:pt x="108237" y="62079"/>
                  </a:lnTo>
                  <a:lnTo>
                    <a:pt x="108237" y="62146"/>
                  </a:lnTo>
                  <a:lnTo>
                    <a:pt x="108348" y="62172"/>
                  </a:lnTo>
                  <a:lnTo>
                    <a:pt x="108403" y="62172"/>
                  </a:lnTo>
                  <a:lnTo>
                    <a:pt x="108422" y="62159"/>
                  </a:lnTo>
                  <a:lnTo>
                    <a:pt x="108440" y="62119"/>
                  </a:lnTo>
                  <a:lnTo>
                    <a:pt x="108477" y="62092"/>
                  </a:lnTo>
                  <a:lnTo>
                    <a:pt x="108514" y="62092"/>
                  </a:lnTo>
                  <a:lnTo>
                    <a:pt x="108661" y="62159"/>
                  </a:lnTo>
                  <a:lnTo>
                    <a:pt x="108698" y="62159"/>
                  </a:lnTo>
                  <a:lnTo>
                    <a:pt x="108790" y="62146"/>
                  </a:lnTo>
                  <a:lnTo>
                    <a:pt x="108864" y="62119"/>
                  </a:lnTo>
                  <a:lnTo>
                    <a:pt x="109049" y="62146"/>
                  </a:lnTo>
                  <a:lnTo>
                    <a:pt x="109159" y="62146"/>
                  </a:lnTo>
                  <a:lnTo>
                    <a:pt x="109343" y="62079"/>
                  </a:lnTo>
                  <a:lnTo>
                    <a:pt x="109583" y="62092"/>
                  </a:lnTo>
                  <a:lnTo>
                    <a:pt x="109823" y="61906"/>
                  </a:lnTo>
                  <a:lnTo>
                    <a:pt x="110118" y="61812"/>
                  </a:lnTo>
                  <a:lnTo>
                    <a:pt x="110155" y="61772"/>
                  </a:lnTo>
                  <a:lnTo>
                    <a:pt x="110155" y="61706"/>
                  </a:lnTo>
                  <a:lnTo>
                    <a:pt x="110339" y="61666"/>
                  </a:lnTo>
                  <a:lnTo>
                    <a:pt x="110357" y="61586"/>
                  </a:lnTo>
                  <a:lnTo>
                    <a:pt x="110321" y="61546"/>
                  </a:lnTo>
                  <a:lnTo>
                    <a:pt x="110265" y="61506"/>
                  </a:lnTo>
                  <a:close/>
                  <a:moveTo>
                    <a:pt x="102836" y="49455"/>
                  </a:moveTo>
                  <a:lnTo>
                    <a:pt x="102909" y="49402"/>
                  </a:lnTo>
                  <a:lnTo>
                    <a:pt x="102928" y="49335"/>
                  </a:lnTo>
                  <a:lnTo>
                    <a:pt x="102946" y="49309"/>
                  </a:lnTo>
                  <a:lnTo>
                    <a:pt x="103057" y="49269"/>
                  </a:lnTo>
                  <a:lnTo>
                    <a:pt x="103075" y="49215"/>
                  </a:lnTo>
                  <a:lnTo>
                    <a:pt x="103020" y="49162"/>
                  </a:lnTo>
                  <a:lnTo>
                    <a:pt x="102983" y="49175"/>
                  </a:lnTo>
                  <a:lnTo>
                    <a:pt x="102965" y="49189"/>
                  </a:lnTo>
                  <a:lnTo>
                    <a:pt x="102946" y="49215"/>
                  </a:lnTo>
                  <a:lnTo>
                    <a:pt x="102928" y="49189"/>
                  </a:lnTo>
                  <a:lnTo>
                    <a:pt x="102891" y="49162"/>
                  </a:lnTo>
                  <a:lnTo>
                    <a:pt x="102891" y="49149"/>
                  </a:lnTo>
                  <a:lnTo>
                    <a:pt x="102817" y="49122"/>
                  </a:lnTo>
                  <a:lnTo>
                    <a:pt x="102780" y="49135"/>
                  </a:lnTo>
                  <a:lnTo>
                    <a:pt x="102707" y="49162"/>
                  </a:lnTo>
                  <a:lnTo>
                    <a:pt x="102707" y="48989"/>
                  </a:lnTo>
                  <a:lnTo>
                    <a:pt x="102707" y="48909"/>
                  </a:lnTo>
                  <a:lnTo>
                    <a:pt x="102633" y="48922"/>
                  </a:lnTo>
                  <a:lnTo>
                    <a:pt x="102596" y="48935"/>
                  </a:lnTo>
                  <a:lnTo>
                    <a:pt x="102541" y="48909"/>
                  </a:lnTo>
                  <a:lnTo>
                    <a:pt x="102504" y="48842"/>
                  </a:lnTo>
                  <a:lnTo>
                    <a:pt x="102467" y="48882"/>
                  </a:lnTo>
                  <a:lnTo>
                    <a:pt x="102448" y="49015"/>
                  </a:lnTo>
                  <a:lnTo>
                    <a:pt x="102467" y="49069"/>
                  </a:lnTo>
                  <a:lnTo>
                    <a:pt x="102541" y="49242"/>
                  </a:lnTo>
                  <a:lnTo>
                    <a:pt x="102559" y="49295"/>
                  </a:lnTo>
                  <a:lnTo>
                    <a:pt x="102504" y="49295"/>
                  </a:lnTo>
                  <a:lnTo>
                    <a:pt x="102375" y="49042"/>
                  </a:lnTo>
                  <a:lnTo>
                    <a:pt x="102338" y="48989"/>
                  </a:lnTo>
                  <a:lnTo>
                    <a:pt x="102246" y="48922"/>
                  </a:lnTo>
                  <a:lnTo>
                    <a:pt x="102209" y="48949"/>
                  </a:lnTo>
                  <a:lnTo>
                    <a:pt x="102190" y="49015"/>
                  </a:lnTo>
                  <a:lnTo>
                    <a:pt x="102282" y="49189"/>
                  </a:lnTo>
                  <a:lnTo>
                    <a:pt x="102282" y="49255"/>
                  </a:lnTo>
                  <a:lnTo>
                    <a:pt x="102246" y="49335"/>
                  </a:lnTo>
                  <a:lnTo>
                    <a:pt x="102246" y="49575"/>
                  </a:lnTo>
                  <a:lnTo>
                    <a:pt x="102172" y="49695"/>
                  </a:lnTo>
                  <a:lnTo>
                    <a:pt x="102153" y="49842"/>
                  </a:lnTo>
                  <a:lnTo>
                    <a:pt x="102172" y="50028"/>
                  </a:lnTo>
                  <a:lnTo>
                    <a:pt x="102282" y="50162"/>
                  </a:lnTo>
                  <a:lnTo>
                    <a:pt x="102375" y="50162"/>
                  </a:lnTo>
                  <a:lnTo>
                    <a:pt x="102577" y="50002"/>
                  </a:lnTo>
                  <a:lnTo>
                    <a:pt x="102743" y="49962"/>
                  </a:lnTo>
                  <a:lnTo>
                    <a:pt x="102780" y="49922"/>
                  </a:lnTo>
                  <a:lnTo>
                    <a:pt x="102799" y="49855"/>
                  </a:lnTo>
                  <a:lnTo>
                    <a:pt x="102688" y="49908"/>
                  </a:lnTo>
                  <a:lnTo>
                    <a:pt x="102614" y="49922"/>
                  </a:lnTo>
                  <a:lnTo>
                    <a:pt x="102522" y="49895"/>
                  </a:lnTo>
                  <a:lnTo>
                    <a:pt x="102762" y="49775"/>
                  </a:lnTo>
                  <a:lnTo>
                    <a:pt x="102872" y="49682"/>
                  </a:lnTo>
                  <a:lnTo>
                    <a:pt x="102872" y="49562"/>
                  </a:lnTo>
                  <a:lnTo>
                    <a:pt x="102780" y="49602"/>
                  </a:lnTo>
                  <a:lnTo>
                    <a:pt x="102725" y="49628"/>
                  </a:lnTo>
                  <a:lnTo>
                    <a:pt x="102651" y="49602"/>
                  </a:lnTo>
                  <a:lnTo>
                    <a:pt x="102707" y="49535"/>
                  </a:lnTo>
                  <a:lnTo>
                    <a:pt x="102836" y="49455"/>
                  </a:lnTo>
                  <a:close/>
                  <a:moveTo>
                    <a:pt x="111390" y="61799"/>
                  </a:moveTo>
                  <a:lnTo>
                    <a:pt x="111390" y="61786"/>
                  </a:lnTo>
                  <a:lnTo>
                    <a:pt x="111279" y="61692"/>
                  </a:lnTo>
                  <a:lnTo>
                    <a:pt x="111242" y="61666"/>
                  </a:lnTo>
                  <a:lnTo>
                    <a:pt x="111150" y="61586"/>
                  </a:lnTo>
                  <a:lnTo>
                    <a:pt x="111113" y="61586"/>
                  </a:lnTo>
                  <a:lnTo>
                    <a:pt x="111076" y="61639"/>
                  </a:lnTo>
                  <a:lnTo>
                    <a:pt x="111076" y="61692"/>
                  </a:lnTo>
                  <a:lnTo>
                    <a:pt x="111076" y="61719"/>
                  </a:lnTo>
                  <a:lnTo>
                    <a:pt x="111040" y="61706"/>
                  </a:lnTo>
                  <a:lnTo>
                    <a:pt x="110984" y="61692"/>
                  </a:lnTo>
                  <a:lnTo>
                    <a:pt x="110966" y="61666"/>
                  </a:lnTo>
                  <a:lnTo>
                    <a:pt x="111040" y="61612"/>
                  </a:lnTo>
                  <a:lnTo>
                    <a:pt x="111040" y="61572"/>
                  </a:lnTo>
                  <a:lnTo>
                    <a:pt x="110874" y="61546"/>
                  </a:lnTo>
                  <a:lnTo>
                    <a:pt x="110800" y="61679"/>
                  </a:lnTo>
                  <a:lnTo>
                    <a:pt x="110763" y="61852"/>
                  </a:lnTo>
                  <a:lnTo>
                    <a:pt x="110689" y="62012"/>
                  </a:lnTo>
                  <a:lnTo>
                    <a:pt x="110781" y="62052"/>
                  </a:lnTo>
                  <a:lnTo>
                    <a:pt x="110911" y="62079"/>
                  </a:lnTo>
                  <a:lnTo>
                    <a:pt x="110984" y="62079"/>
                  </a:lnTo>
                  <a:lnTo>
                    <a:pt x="111206" y="62052"/>
                  </a:lnTo>
                  <a:lnTo>
                    <a:pt x="111242" y="62012"/>
                  </a:lnTo>
                  <a:lnTo>
                    <a:pt x="111224" y="61892"/>
                  </a:lnTo>
                  <a:lnTo>
                    <a:pt x="111316" y="61932"/>
                  </a:lnTo>
                  <a:lnTo>
                    <a:pt x="111445" y="61959"/>
                  </a:lnTo>
                  <a:lnTo>
                    <a:pt x="111574" y="61959"/>
                  </a:lnTo>
                  <a:lnTo>
                    <a:pt x="111574" y="61906"/>
                  </a:lnTo>
                  <a:lnTo>
                    <a:pt x="111519" y="61879"/>
                  </a:lnTo>
                  <a:lnTo>
                    <a:pt x="111390" y="61799"/>
                  </a:lnTo>
                  <a:close/>
                  <a:moveTo>
                    <a:pt x="95056" y="43417"/>
                  </a:moveTo>
                  <a:lnTo>
                    <a:pt x="95056" y="43417"/>
                  </a:lnTo>
                  <a:lnTo>
                    <a:pt x="95056" y="43417"/>
                  </a:lnTo>
                  <a:lnTo>
                    <a:pt x="95056" y="43417"/>
                  </a:lnTo>
                  <a:lnTo>
                    <a:pt x="95056" y="43417"/>
                  </a:lnTo>
                  <a:close/>
                  <a:moveTo>
                    <a:pt x="91921" y="97045"/>
                  </a:moveTo>
                  <a:lnTo>
                    <a:pt x="91903" y="97071"/>
                  </a:lnTo>
                  <a:lnTo>
                    <a:pt x="91903" y="97125"/>
                  </a:lnTo>
                  <a:lnTo>
                    <a:pt x="91921" y="97191"/>
                  </a:lnTo>
                  <a:lnTo>
                    <a:pt x="91958" y="97245"/>
                  </a:lnTo>
                  <a:lnTo>
                    <a:pt x="91977" y="97311"/>
                  </a:lnTo>
                  <a:lnTo>
                    <a:pt x="92014" y="97391"/>
                  </a:lnTo>
                  <a:lnTo>
                    <a:pt x="92032" y="97405"/>
                  </a:lnTo>
                  <a:lnTo>
                    <a:pt x="92124" y="97311"/>
                  </a:lnTo>
                  <a:lnTo>
                    <a:pt x="92161" y="97258"/>
                  </a:lnTo>
                  <a:lnTo>
                    <a:pt x="92143" y="97205"/>
                  </a:lnTo>
                  <a:lnTo>
                    <a:pt x="92087" y="97138"/>
                  </a:lnTo>
                  <a:lnTo>
                    <a:pt x="92069" y="97111"/>
                  </a:lnTo>
                  <a:lnTo>
                    <a:pt x="92032" y="97098"/>
                  </a:lnTo>
                  <a:lnTo>
                    <a:pt x="91977" y="97098"/>
                  </a:lnTo>
                  <a:lnTo>
                    <a:pt x="91921" y="97045"/>
                  </a:lnTo>
                  <a:close/>
                  <a:moveTo>
                    <a:pt x="79367" y="96351"/>
                  </a:moveTo>
                  <a:lnTo>
                    <a:pt x="79385" y="96471"/>
                  </a:lnTo>
                  <a:lnTo>
                    <a:pt x="79440" y="96618"/>
                  </a:lnTo>
                  <a:lnTo>
                    <a:pt x="79532" y="96725"/>
                  </a:lnTo>
                  <a:lnTo>
                    <a:pt x="79643" y="96751"/>
                  </a:lnTo>
                  <a:lnTo>
                    <a:pt x="79735" y="96738"/>
                  </a:lnTo>
                  <a:lnTo>
                    <a:pt x="79754" y="96711"/>
                  </a:lnTo>
                  <a:lnTo>
                    <a:pt x="79772" y="96658"/>
                  </a:lnTo>
                  <a:lnTo>
                    <a:pt x="79772" y="96645"/>
                  </a:lnTo>
                  <a:lnTo>
                    <a:pt x="79772" y="96578"/>
                  </a:lnTo>
                  <a:lnTo>
                    <a:pt x="79754" y="96551"/>
                  </a:lnTo>
                  <a:lnTo>
                    <a:pt x="79772" y="96538"/>
                  </a:lnTo>
                  <a:lnTo>
                    <a:pt x="79809" y="96525"/>
                  </a:lnTo>
                  <a:lnTo>
                    <a:pt x="79827" y="96485"/>
                  </a:lnTo>
                  <a:lnTo>
                    <a:pt x="79827" y="96405"/>
                  </a:lnTo>
                  <a:lnTo>
                    <a:pt x="79827" y="96311"/>
                  </a:lnTo>
                  <a:lnTo>
                    <a:pt x="79772" y="96231"/>
                  </a:lnTo>
                  <a:lnTo>
                    <a:pt x="79625" y="96178"/>
                  </a:lnTo>
                  <a:lnTo>
                    <a:pt x="79569" y="96178"/>
                  </a:lnTo>
                  <a:lnTo>
                    <a:pt x="79440" y="96205"/>
                  </a:lnTo>
                  <a:lnTo>
                    <a:pt x="79422" y="96218"/>
                  </a:lnTo>
                  <a:lnTo>
                    <a:pt x="79385" y="96325"/>
                  </a:lnTo>
                  <a:lnTo>
                    <a:pt x="79367" y="96351"/>
                  </a:lnTo>
                  <a:close/>
                  <a:moveTo>
                    <a:pt x="85358" y="105029"/>
                  </a:moveTo>
                  <a:lnTo>
                    <a:pt x="85432" y="105016"/>
                  </a:lnTo>
                  <a:lnTo>
                    <a:pt x="85506" y="104950"/>
                  </a:lnTo>
                  <a:lnTo>
                    <a:pt x="85579" y="104896"/>
                  </a:lnTo>
                  <a:lnTo>
                    <a:pt x="85911" y="104816"/>
                  </a:lnTo>
                  <a:lnTo>
                    <a:pt x="86280" y="104616"/>
                  </a:lnTo>
                  <a:lnTo>
                    <a:pt x="86317" y="104590"/>
                  </a:lnTo>
                  <a:lnTo>
                    <a:pt x="86317" y="104523"/>
                  </a:lnTo>
                  <a:lnTo>
                    <a:pt x="85395" y="104856"/>
                  </a:lnTo>
                  <a:lnTo>
                    <a:pt x="85321" y="104896"/>
                  </a:lnTo>
                  <a:lnTo>
                    <a:pt x="85192" y="104990"/>
                  </a:lnTo>
                  <a:lnTo>
                    <a:pt x="85137" y="105016"/>
                  </a:lnTo>
                  <a:lnTo>
                    <a:pt x="84768" y="105109"/>
                  </a:lnTo>
                  <a:lnTo>
                    <a:pt x="84141" y="105403"/>
                  </a:lnTo>
                  <a:lnTo>
                    <a:pt x="83994" y="105496"/>
                  </a:lnTo>
                  <a:lnTo>
                    <a:pt x="83920" y="105629"/>
                  </a:lnTo>
                  <a:lnTo>
                    <a:pt x="84105" y="105603"/>
                  </a:lnTo>
                  <a:lnTo>
                    <a:pt x="84123" y="105629"/>
                  </a:lnTo>
                  <a:lnTo>
                    <a:pt x="84049" y="105643"/>
                  </a:lnTo>
                  <a:lnTo>
                    <a:pt x="83939" y="105696"/>
                  </a:lnTo>
                  <a:lnTo>
                    <a:pt x="83865" y="105763"/>
                  </a:lnTo>
                  <a:lnTo>
                    <a:pt x="83810" y="105816"/>
                  </a:lnTo>
                  <a:lnTo>
                    <a:pt x="83902" y="105816"/>
                  </a:lnTo>
                  <a:lnTo>
                    <a:pt x="84363" y="105496"/>
                  </a:lnTo>
                  <a:lnTo>
                    <a:pt x="85082" y="105229"/>
                  </a:lnTo>
                  <a:lnTo>
                    <a:pt x="85358" y="105029"/>
                  </a:lnTo>
                  <a:close/>
                  <a:moveTo>
                    <a:pt x="84860" y="109868"/>
                  </a:moveTo>
                  <a:lnTo>
                    <a:pt x="84805" y="109868"/>
                  </a:lnTo>
                  <a:lnTo>
                    <a:pt x="84860" y="109922"/>
                  </a:lnTo>
                  <a:lnTo>
                    <a:pt x="84916" y="109962"/>
                  </a:lnTo>
                  <a:lnTo>
                    <a:pt x="85063" y="109988"/>
                  </a:lnTo>
                  <a:lnTo>
                    <a:pt x="85082" y="109988"/>
                  </a:lnTo>
                  <a:lnTo>
                    <a:pt x="85082" y="109975"/>
                  </a:lnTo>
                  <a:lnTo>
                    <a:pt x="85082" y="109962"/>
                  </a:lnTo>
                  <a:lnTo>
                    <a:pt x="85100" y="109962"/>
                  </a:lnTo>
                  <a:lnTo>
                    <a:pt x="85100" y="109908"/>
                  </a:lnTo>
                  <a:lnTo>
                    <a:pt x="84860" y="109868"/>
                  </a:lnTo>
                  <a:close/>
                  <a:moveTo>
                    <a:pt x="85819" y="112774"/>
                  </a:moveTo>
                  <a:lnTo>
                    <a:pt x="85801" y="112641"/>
                  </a:lnTo>
                  <a:lnTo>
                    <a:pt x="85801" y="112614"/>
                  </a:lnTo>
                  <a:lnTo>
                    <a:pt x="85782" y="112601"/>
                  </a:lnTo>
                  <a:lnTo>
                    <a:pt x="85782" y="112561"/>
                  </a:lnTo>
                  <a:lnTo>
                    <a:pt x="85782" y="112534"/>
                  </a:lnTo>
                  <a:lnTo>
                    <a:pt x="85709" y="112601"/>
                  </a:lnTo>
                  <a:lnTo>
                    <a:pt x="85414" y="112641"/>
                  </a:lnTo>
                  <a:lnTo>
                    <a:pt x="85340" y="112721"/>
                  </a:lnTo>
                  <a:lnTo>
                    <a:pt x="85321" y="112841"/>
                  </a:lnTo>
                  <a:lnTo>
                    <a:pt x="85395" y="112881"/>
                  </a:lnTo>
                  <a:lnTo>
                    <a:pt x="85524" y="112908"/>
                  </a:lnTo>
                  <a:lnTo>
                    <a:pt x="85690" y="113054"/>
                  </a:lnTo>
                  <a:lnTo>
                    <a:pt x="85819" y="113068"/>
                  </a:lnTo>
                  <a:lnTo>
                    <a:pt x="85967" y="113041"/>
                  </a:lnTo>
                  <a:lnTo>
                    <a:pt x="86059" y="112988"/>
                  </a:lnTo>
                  <a:lnTo>
                    <a:pt x="86040" y="112868"/>
                  </a:lnTo>
                  <a:lnTo>
                    <a:pt x="85819" y="112774"/>
                  </a:lnTo>
                  <a:close/>
                  <a:moveTo>
                    <a:pt x="81044" y="96351"/>
                  </a:moveTo>
                  <a:lnTo>
                    <a:pt x="81044" y="96338"/>
                  </a:lnTo>
                  <a:lnTo>
                    <a:pt x="81026" y="96351"/>
                  </a:lnTo>
                  <a:lnTo>
                    <a:pt x="81044" y="96365"/>
                  </a:lnTo>
                  <a:lnTo>
                    <a:pt x="81007" y="96311"/>
                  </a:lnTo>
                  <a:lnTo>
                    <a:pt x="80970" y="96311"/>
                  </a:lnTo>
                  <a:lnTo>
                    <a:pt x="80934" y="96325"/>
                  </a:lnTo>
                  <a:lnTo>
                    <a:pt x="80897" y="96325"/>
                  </a:lnTo>
                  <a:lnTo>
                    <a:pt x="80878" y="96338"/>
                  </a:lnTo>
                  <a:lnTo>
                    <a:pt x="80860" y="96338"/>
                  </a:lnTo>
                  <a:lnTo>
                    <a:pt x="80841" y="96325"/>
                  </a:lnTo>
                  <a:lnTo>
                    <a:pt x="80786" y="96271"/>
                  </a:lnTo>
                  <a:lnTo>
                    <a:pt x="80786" y="96258"/>
                  </a:lnTo>
                  <a:lnTo>
                    <a:pt x="80749" y="96231"/>
                  </a:lnTo>
                  <a:lnTo>
                    <a:pt x="80731" y="96205"/>
                  </a:lnTo>
                  <a:lnTo>
                    <a:pt x="80712" y="96205"/>
                  </a:lnTo>
                  <a:lnTo>
                    <a:pt x="80694" y="96231"/>
                  </a:lnTo>
                  <a:lnTo>
                    <a:pt x="80694" y="96285"/>
                  </a:lnTo>
                  <a:lnTo>
                    <a:pt x="80694" y="96311"/>
                  </a:lnTo>
                  <a:lnTo>
                    <a:pt x="80731" y="96338"/>
                  </a:lnTo>
                  <a:lnTo>
                    <a:pt x="80786" y="96351"/>
                  </a:lnTo>
                  <a:lnTo>
                    <a:pt x="80786" y="96391"/>
                  </a:lnTo>
                  <a:lnTo>
                    <a:pt x="80749" y="96405"/>
                  </a:lnTo>
                  <a:lnTo>
                    <a:pt x="80731" y="96431"/>
                  </a:lnTo>
                  <a:lnTo>
                    <a:pt x="80897" y="96525"/>
                  </a:lnTo>
                  <a:lnTo>
                    <a:pt x="80989" y="96605"/>
                  </a:lnTo>
                  <a:lnTo>
                    <a:pt x="80989" y="96711"/>
                  </a:lnTo>
                  <a:lnTo>
                    <a:pt x="81007" y="96725"/>
                  </a:lnTo>
                  <a:lnTo>
                    <a:pt x="81026" y="96858"/>
                  </a:lnTo>
                  <a:lnTo>
                    <a:pt x="81026" y="96925"/>
                  </a:lnTo>
                  <a:lnTo>
                    <a:pt x="81007" y="96951"/>
                  </a:lnTo>
                  <a:lnTo>
                    <a:pt x="81007" y="96991"/>
                  </a:lnTo>
                  <a:lnTo>
                    <a:pt x="81044" y="97071"/>
                  </a:lnTo>
                  <a:lnTo>
                    <a:pt x="81118" y="97111"/>
                  </a:lnTo>
                  <a:lnTo>
                    <a:pt x="81155" y="97045"/>
                  </a:lnTo>
                  <a:lnTo>
                    <a:pt x="81173" y="96925"/>
                  </a:lnTo>
                  <a:lnTo>
                    <a:pt x="81210" y="96858"/>
                  </a:lnTo>
                  <a:lnTo>
                    <a:pt x="81284" y="96871"/>
                  </a:lnTo>
                  <a:lnTo>
                    <a:pt x="81321" y="96858"/>
                  </a:lnTo>
                  <a:lnTo>
                    <a:pt x="81265" y="96711"/>
                  </a:lnTo>
                  <a:lnTo>
                    <a:pt x="81247" y="96671"/>
                  </a:lnTo>
                  <a:lnTo>
                    <a:pt x="81192" y="96618"/>
                  </a:lnTo>
                  <a:lnTo>
                    <a:pt x="81229" y="96578"/>
                  </a:lnTo>
                  <a:lnTo>
                    <a:pt x="81173" y="96511"/>
                  </a:lnTo>
                  <a:lnTo>
                    <a:pt x="81063" y="96365"/>
                  </a:lnTo>
                  <a:lnTo>
                    <a:pt x="81044" y="96351"/>
                  </a:lnTo>
                  <a:close/>
                  <a:moveTo>
                    <a:pt x="84252" y="93699"/>
                  </a:moveTo>
                  <a:lnTo>
                    <a:pt x="84307" y="93685"/>
                  </a:lnTo>
                  <a:lnTo>
                    <a:pt x="84326" y="93672"/>
                  </a:lnTo>
                  <a:lnTo>
                    <a:pt x="84363" y="93672"/>
                  </a:lnTo>
                  <a:lnTo>
                    <a:pt x="84418" y="93632"/>
                  </a:lnTo>
                  <a:lnTo>
                    <a:pt x="84418" y="93579"/>
                  </a:lnTo>
                  <a:lnTo>
                    <a:pt x="84418" y="93552"/>
                  </a:lnTo>
                  <a:lnTo>
                    <a:pt x="84436" y="93552"/>
                  </a:lnTo>
                  <a:lnTo>
                    <a:pt x="84455" y="93552"/>
                  </a:lnTo>
                  <a:lnTo>
                    <a:pt x="84473" y="93552"/>
                  </a:lnTo>
                  <a:lnTo>
                    <a:pt x="84492" y="93539"/>
                  </a:lnTo>
                  <a:lnTo>
                    <a:pt x="84510" y="93539"/>
                  </a:lnTo>
                  <a:lnTo>
                    <a:pt x="84529" y="93525"/>
                  </a:lnTo>
                  <a:lnTo>
                    <a:pt x="84547" y="93512"/>
                  </a:lnTo>
                  <a:lnTo>
                    <a:pt x="84510" y="93512"/>
                  </a:lnTo>
                  <a:lnTo>
                    <a:pt x="84492" y="93512"/>
                  </a:lnTo>
                  <a:lnTo>
                    <a:pt x="84400" y="93485"/>
                  </a:lnTo>
                  <a:lnTo>
                    <a:pt x="84326" y="93485"/>
                  </a:lnTo>
                  <a:lnTo>
                    <a:pt x="84289" y="93512"/>
                  </a:lnTo>
                  <a:lnTo>
                    <a:pt x="84197" y="93565"/>
                  </a:lnTo>
                  <a:lnTo>
                    <a:pt x="84197" y="93579"/>
                  </a:lnTo>
                  <a:lnTo>
                    <a:pt x="84197" y="93592"/>
                  </a:lnTo>
                  <a:lnTo>
                    <a:pt x="84197" y="93619"/>
                  </a:lnTo>
                  <a:lnTo>
                    <a:pt x="84178" y="93619"/>
                  </a:lnTo>
                  <a:lnTo>
                    <a:pt x="84160" y="93645"/>
                  </a:lnTo>
                  <a:lnTo>
                    <a:pt x="84141" y="93685"/>
                  </a:lnTo>
                  <a:lnTo>
                    <a:pt x="84160" y="93699"/>
                  </a:lnTo>
                  <a:lnTo>
                    <a:pt x="84252" y="93699"/>
                  </a:lnTo>
                  <a:close/>
                  <a:moveTo>
                    <a:pt x="84271" y="88273"/>
                  </a:moveTo>
                  <a:lnTo>
                    <a:pt x="84363" y="88233"/>
                  </a:lnTo>
                  <a:lnTo>
                    <a:pt x="84344" y="88193"/>
                  </a:lnTo>
                  <a:lnTo>
                    <a:pt x="84252" y="88193"/>
                  </a:lnTo>
                  <a:lnTo>
                    <a:pt x="83736" y="88047"/>
                  </a:lnTo>
                  <a:lnTo>
                    <a:pt x="83330" y="88007"/>
                  </a:lnTo>
                  <a:lnTo>
                    <a:pt x="83349" y="88007"/>
                  </a:lnTo>
                  <a:lnTo>
                    <a:pt x="83330" y="88007"/>
                  </a:lnTo>
                  <a:lnTo>
                    <a:pt x="83238" y="88033"/>
                  </a:lnTo>
                  <a:lnTo>
                    <a:pt x="83238" y="88047"/>
                  </a:lnTo>
                  <a:lnTo>
                    <a:pt x="84123" y="88260"/>
                  </a:lnTo>
                  <a:lnTo>
                    <a:pt x="84271" y="88273"/>
                  </a:lnTo>
                  <a:close/>
                  <a:moveTo>
                    <a:pt x="86335" y="111721"/>
                  </a:moveTo>
                  <a:lnTo>
                    <a:pt x="86391" y="111735"/>
                  </a:lnTo>
                  <a:lnTo>
                    <a:pt x="86428" y="111721"/>
                  </a:lnTo>
                  <a:lnTo>
                    <a:pt x="86446" y="111708"/>
                  </a:lnTo>
                  <a:lnTo>
                    <a:pt x="86446" y="111695"/>
                  </a:lnTo>
                  <a:lnTo>
                    <a:pt x="86151" y="111588"/>
                  </a:lnTo>
                  <a:lnTo>
                    <a:pt x="86151" y="111628"/>
                  </a:lnTo>
                  <a:lnTo>
                    <a:pt x="86151" y="111655"/>
                  </a:lnTo>
                  <a:lnTo>
                    <a:pt x="86169" y="111668"/>
                  </a:lnTo>
                  <a:lnTo>
                    <a:pt x="86225" y="111695"/>
                  </a:lnTo>
                  <a:lnTo>
                    <a:pt x="86262" y="111708"/>
                  </a:lnTo>
                  <a:lnTo>
                    <a:pt x="86335" y="111721"/>
                  </a:lnTo>
                  <a:close/>
                  <a:moveTo>
                    <a:pt x="79938" y="99257"/>
                  </a:moveTo>
                  <a:lnTo>
                    <a:pt x="79956" y="99297"/>
                  </a:lnTo>
                  <a:lnTo>
                    <a:pt x="79993" y="99417"/>
                  </a:lnTo>
                  <a:lnTo>
                    <a:pt x="79993" y="99444"/>
                  </a:lnTo>
                  <a:lnTo>
                    <a:pt x="79993" y="99457"/>
                  </a:lnTo>
                  <a:lnTo>
                    <a:pt x="80086" y="99471"/>
                  </a:lnTo>
                  <a:lnTo>
                    <a:pt x="80159" y="99471"/>
                  </a:lnTo>
                  <a:lnTo>
                    <a:pt x="80270" y="99444"/>
                  </a:lnTo>
                  <a:lnTo>
                    <a:pt x="80454" y="99351"/>
                  </a:lnTo>
                  <a:lnTo>
                    <a:pt x="81173" y="98671"/>
                  </a:lnTo>
                  <a:lnTo>
                    <a:pt x="81265" y="98538"/>
                  </a:lnTo>
                  <a:lnTo>
                    <a:pt x="81339" y="98364"/>
                  </a:lnTo>
                  <a:lnTo>
                    <a:pt x="81394" y="98018"/>
                  </a:lnTo>
                  <a:lnTo>
                    <a:pt x="81394" y="97831"/>
                  </a:lnTo>
                  <a:lnTo>
                    <a:pt x="81358" y="97644"/>
                  </a:lnTo>
                  <a:lnTo>
                    <a:pt x="81376" y="97618"/>
                  </a:lnTo>
                  <a:lnTo>
                    <a:pt x="81376" y="97591"/>
                  </a:lnTo>
                  <a:lnTo>
                    <a:pt x="81376" y="97564"/>
                  </a:lnTo>
                  <a:lnTo>
                    <a:pt x="81358" y="97511"/>
                  </a:lnTo>
                  <a:lnTo>
                    <a:pt x="81321" y="97578"/>
                  </a:lnTo>
                  <a:lnTo>
                    <a:pt x="81284" y="97631"/>
                  </a:lnTo>
                  <a:lnTo>
                    <a:pt x="81265" y="97724"/>
                  </a:lnTo>
                  <a:lnTo>
                    <a:pt x="81284" y="97831"/>
                  </a:lnTo>
                  <a:lnTo>
                    <a:pt x="81321" y="97911"/>
                  </a:lnTo>
                  <a:lnTo>
                    <a:pt x="81284" y="98018"/>
                  </a:lnTo>
                  <a:lnTo>
                    <a:pt x="81265" y="98111"/>
                  </a:lnTo>
                  <a:lnTo>
                    <a:pt x="81210" y="98178"/>
                  </a:lnTo>
                  <a:lnTo>
                    <a:pt x="81192" y="98284"/>
                  </a:lnTo>
                  <a:lnTo>
                    <a:pt x="81155" y="98311"/>
                  </a:lnTo>
                  <a:lnTo>
                    <a:pt x="81100" y="98338"/>
                  </a:lnTo>
                  <a:lnTo>
                    <a:pt x="81026" y="98404"/>
                  </a:lnTo>
                  <a:lnTo>
                    <a:pt x="80970" y="98418"/>
                  </a:lnTo>
                  <a:lnTo>
                    <a:pt x="80860" y="98431"/>
                  </a:lnTo>
                  <a:lnTo>
                    <a:pt x="80639" y="98418"/>
                  </a:lnTo>
                  <a:lnTo>
                    <a:pt x="80510" y="98418"/>
                  </a:lnTo>
                  <a:lnTo>
                    <a:pt x="80491" y="98418"/>
                  </a:lnTo>
                  <a:lnTo>
                    <a:pt x="80473" y="98444"/>
                  </a:lnTo>
                  <a:lnTo>
                    <a:pt x="80473" y="98458"/>
                  </a:lnTo>
                  <a:lnTo>
                    <a:pt x="80491" y="98511"/>
                  </a:lnTo>
                  <a:lnTo>
                    <a:pt x="80565" y="98564"/>
                  </a:lnTo>
                  <a:lnTo>
                    <a:pt x="80602" y="98591"/>
                  </a:lnTo>
                  <a:lnTo>
                    <a:pt x="80565" y="98658"/>
                  </a:lnTo>
                  <a:lnTo>
                    <a:pt x="80510" y="98698"/>
                  </a:lnTo>
                  <a:lnTo>
                    <a:pt x="80141" y="98791"/>
                  </a:lnTo>
                  <a:lnTo>
                    <a:pt x="80030" y="98831"/>
                  </a:lnTo>
                  <a:lnTo>
                    <a:pt x="79956" y="98924"/>
                  </a:lnTo>
                  <a:lnTo>
                    <a:pt x="79975" y="98951"/>
                  </a:lnTo>
                  <a:lnTo>
                    <a:pt x="80012" y="99031"/>
                  </a:lnTo>
                  <a:lnTo>
                    <a:pt x="80012" y="99084"/>
                  </a:lnTo>
                  <a:lnTo>
                    <a:pt x="79938" y="99257"/>
                  </a:lnTo>
                  <a:close/>
                  <a:moveTo>
                    <a:pt x="79662" y="95738"/>
                  </a:moveTo>
                  <a:lnTo>
                    <a:pt x="79625" y="95752"/>
                  </a:lnTo>
                  <a:lnTo>
                    <a:pt x="79606" y="95792"/>
                  </a:lnTo>
                  <a:lnTo>
                    <a:pt x="79606" y="95872"/>
                  </a:lnTo>
                  <a:lnTo>
                    <a:pt x="79551" y="95832"/>
                  </a:lnTo>
                  <a:lnTo>
                    <a:pt x="79514" y="95832"/>
                  </a:lnTo>
                  <a:lnTo>
                    <a:pt x="79477" y="95858"/>
                  </a:lnTo>
                  <a:lnTo>
                    <a:pt x="79440" y="95925"/>
                  </a:lnTo>
                  <a:lnTo>
                    <a:pt x="79422" y="96031"/>
                  </a:lnTo>
                  <a:lnTo>
                    <a:pt x="79403" y="96071"/>
                  </a:lnTo>
                  <a:lnTo>
                    <a:pt x="79514" y="96098"/>
                  </a:lnTo>
                  <a:lnTo>
                    <a:pt x="79717" y="96005"/>
                  </a:lnTo>
                  <a:lnTo>
                    <a:pt x="79809" y="96085"/>
                  </a:lnTo>
                  <a:lnTo>
                    <a:pt x="79827" y="96138"/>
                  </a:lnTo>
                  <a:lnTo>
                    <a:pt x="79920" y="96271"/>
                  </a:lnTo>
                  <a:lnTo>
                    <a:pt x="79956" y="96311"/>
                  </a:lnTo>
                  <a:lnTo>
                    <a:pt x="79956" y="96405"/>
                  </a:lnTo>
                  <a:lnTo>
                    <a:pt x="79975" y="96458"/>
                  </a:lnTo>
                  <a:lnTo>
                    <a:pt x="80012" y="96471"/>
                  </a:lnTo>
                  <a:lnTo>
                    <a:pt x="80141" y="96445"/>
                  </a:lnTo>
                  <a:lnTo>
                    <a:pt x="80178" y="96391"/>
                  </a:lnTo>
                  <a:lnTo>
                    <a:pt x="80178" y="96298"/>
                  </a:lnTo>
                  <a:lnTo>
                    <a:pt x="80086" y="96151"/>
                  </a:lnTo>
                  <a:lnTo>
                    <a:pt x="79956" y="95992"/>
                  </a:lnTo>
                  <a:lnTo>
                    <a:pt x="79920" y="95925"/>
                  </a:lnTo>
                  <a:lnTo>
                    <a:pt x="79883" y="95872"/>
                  </a:lnTo>
                  <a:lnTo>
                    <a:pt x="79827" y="95832"/>
                  </a:lnTo>
                  <a:lnTo>
                    <a:pt x="79735" y="95778"/>
                  </a:lnTo>
                  <a:lnTo>
                    <a:pt x="79662" y="95738"/>
                  </a:lnTo>
                  <a:close/>
                  <a:moveTo>
                    <a:pt x="79643" y="108682"/>
                  </a:moveTo>
                  <a:lnTo>
                    <a:pt x="79606" y="108669"/>
                  </a:lnTo>
                  <a:lnTo>
                    <a:pt x="79606" y="108709"/>
                  </a:lnTo>
                  <a:lnTo>
                    <a:pt x="79625" y="108775"/>
                  </a:lnTo>
                  <a:lnTo>
                    <a:pt x="79643" y="108815"/>
                  </a:lnTo>
                  <a:lnTo>
                    <a:pt x="79662" y="108855"/>
                  </a:lnTo>
                  <a:lnTo>
                    <a:pt x="79717" y="108869"/>
                  </a:lnTo>
                  <a:lnTo>
                    <a:pt x="79717" y="108855"/>
                  </a:lnTo>
                  <a:lnTo>
                    <a:pt x="79717" y="108829"/>
                  </a:lnTo>
                  <a:lnTo>
                    <a:pt x="79717" y="108789"/>
                  </a:lnTo>
                  <a:lnTo>
                    <a:pt x="79698" y="108722"/>
                  </a:lnTo>
                  <a:lnTo>
                    <a:pt x="79643" y="108682"/>
                  </a:lnTo>
                  <a:close/>
                  <a:moveTo>
                    <a:pt x="89912" y="117333"/>
                  </a:moveTo>
                  <a:lnTo>
                    <a:pt x="89746" y="117360"/>
                  </a:lnTo>
                  <a:lnTo>
                    <a:pt x="89599" y="117427"/>
                  </a:lnTo>
                  <a:lnTo>
                    <a:pt x="89580" y="117480"/>
                  </a:lnTo>
                  <a:lnTo>
                    <a:pt x="89580" y="117520"/>
                  </a:lnTo>
                  <a:lnTo>
                    <a:pt x="89580" y="117533"/>
                  </a:lnTo>
                  <a:lnTo>
                    <a:pt x="89691" y="117493"/>
                  </a:lnTo>
                  <a:lnTo>
                    <a:pt x="89967" y="117427"/>
                  </a:lnTo>
                  <a:lnTo>
                    <a:pt x="90041" y="117387"/>
                  </a:lnTo>
                  <a:lnTo>
                    <a:pt x="90041" y="117360"/>
                  </a:lnTo>
                  <a:lnTo>
                    <a:pt x="89986" y="117347"/>
                  </a:lnTo>
                  <a:lnTo>
                    <a:pt x="89912" y="117333"/>
                  </a:lnTo>
                  <a:close/>
                  <a:moveTo>
                    <a:pt x="91313" y="94605"/>
                  </a:moveTo>
                  <a:lnTo>
                    <a:pt x="91295" y="94552"/>
                  </a:lnTo>
                  <a:lnTo>
                    <a:pt x="91221" y="94485"/>
                  </a:lnTo>
                  <a:lnTo>
                    <a:pt x="91184" y="94472"/>
                  </a:lnTo>
                  <a:lnTo>
                    <a:pt x="91313" y="94738"/>
                  </a:lnTo>
                  <a:lnTo>
                    <a:pt x="91332" y="94898"/>
                  </a:lnTo>
                  <a:lnTo>
                    <a:pt x="91350" y="95005"/>
                  </a:lnTo>
                  <a:lnTo>
                    <a:pt x="91387" y="95085"/>
                  </a:lnTo>
                  <a:lnTo>
                    <a:pt x="91461" y="95138"/>
                  </a:lnTo>
                  <a:lnTo>
                    <a:pt x="91479" y="95205"/>
                  </a:lnTo>
                  <a:lnTo>
                    <a:pt x="91479" y="95258"/>
                  </a:lnTo>
                  <a:lnTo>
                    <a:pt x="91516" y="95245"/>
                  </a:lnTo>
                  <a:lnTo>
                    <a:pt x="91534" y="95138"/>
                  </a:lnTo>
                  <a:lnTo>
                    <a:pt x="91516" y="95045"/>
                  </a:lnTo>
                  <a:lnTo>
                    <a:pt x="91461" y="94912"/>
                  </a:lnTo>
                  <a:lnTo>
                    <a:pt x="91387" y="94845"/>
                  </a:lnTo>
                  <a:lnTo>
                    <a:pt x="91368" y="94805"/>
                  </a:lnTo>
                  <a:lnTo>
                    <a:pt x="91387" y="94765"/>
                  </a:lnTo>
                  <a:lnTo>
                    <a:pt x="91368" y="94738"/>
                  </a:lnTo>
                  <a:lnTo>
                    <a:pt x="91313" y="94672"/>
                  </a:lnTo>
                  <a:lnTo>
                    <a:pt x="91313" y="94645"/>
                  </a:lnTo>
                  <a:lnTo>
                    <a:pt x="91295" y="94632"/>
                  </a:lnTo>
                  <a:lnTo>
                    <a:pt x="91313" y="94618"/>
                  </a:lnTo>
                  <a:lnTo>
                    <a:pt x="91313" y="94605"/>
                  </a:lnTo>
                  <a:close/>
                  <a:moveTo>
                    <a:pt x="91682" y="117733"/>
                  </a:moveTo>
                  <a:lnTo>
                    <a:pt x="91590" y="117747"/>
                  </a:lnTo>
                  <a:lnTo>
                    <a:pt x="91479" y="117800"/>
                  </a:lnTo>
                  <a:lnTo>
                    <a:pt x="91479" y="117853"/>
                  </a:lnTo>
                  <a:lnTo>
                    <a:pt x="91700" y="117827"/>
                  </a:lnTo>
                  <a:lnTo>
                    <a:pt x="91774" y="117787"/>
                  </a:lnTo>
                  <a:lnTo>
                    <a:pt x="91774" y="117747"/>
                  </a:lnTo>
                  <a:lnTo>
                    <a:pt x="91700" y="117733"/>
                  </a:lnTo>
                  <a:lnTo>
                    <a:pt x="91682" y="117733"/>
                  </a:lnTo>
                  <a:close/>
                  <a:moveTo>
                    <a:pt x="90336" y="101217"/>
                  </a:moveTo>
                  <a:lnTo>
                    <a:pt x="90557" y="101137"/>
                  </a:lnTo>
                  <a:lnTo>
                    <a:pt x="90686" y="100950"/>
                  </a:lnTo>
                  <a:lnTo>
                    <a:pt x="91037" y="100391"/>
                  </a:lnTo>
                  <a:lnTo>
                    <a:pt x="91110" y="100351"/>
                  </a:lnTo>
                  <a:lnTo>
                    <a:pt x="91202" y="100244"/>
                  </a:lnTo>
                  <a:lnTo>
                    <a:pt x="91387" y="99964"/>
                  </a:lnTo>
                  <a:lnTo>
                    <a:pt x="91424" y="99911"/>
                  </a:lnTo>
                  <a:lnTo>
                    <a:pt x="91479" y="99897"/>
                  </a:lnTo>
                  <a:lnTo>
                    <a:pt x="91424" y="99831"/>
                  </a:lnTo>
                  <a:lnTo>
                    <a:pt x="91332" y="99897"/>
                  </a:lnTo>
                  <a:lnTo>
                    <a:pt x="91147" y="100071"/>
                  </a:lnTo>
                  <a:lnTo>
                    <a:pt x="91110" y="100111"/>
                  </a:lnTo>
                  <a:lnTo>
                    <a:pt x="91055" y="100164"/>
                  </a:lnTo>
                  <a:lnTo>
                    <a:pt x="91037" y="100297"/>
                  </a:lnTo>
                  <a:lnTo>
                    <a:pt x="91000" y="100351"/>
                  </a:lnTo>
                  <a:lnTo>
                    <a:pt x="90889" y="100417"/>
                  </a:lnTo>
                  <a:lnTo>
                    <a:pt x="90834" y="100564"/>
                  </a:lnTo>
                  <a:lnTo>
                    <a:pt x="90428" y="101164"/>
                  </a:lnTo>
                  <a:lnTo>
                    <a:pt x="90336" y="101217"/>
                  </a:lnTo>
                  <a:close/>
                  <a:moveTo>
                    <a:pt x="90742" y="118200"/>
                  </a:moveTo>
                  <a:lnTo>
                    <a:pt x="90852" y="118067"/>
                  </a:lnTo>
                  <a:lnTo>
                    <a:pt x="90760" y="118027"/>
                  </a:lnTo>
                  <a:lnTo>
                    <a:pt x="90686" y="118013"/>
                  </a:lnTo>
                  <a:lnTo>
                    <a:pt x="90631" y="118013"/>
                  </a:lnTo>
                  <a:lnTo>
                    <a:pt x="90502" y="118013"/>
                  </a:lnTo>
                  <a:lnTo>
                    <a:pt x="90428" y="118027"/>
                  </a:lnTo>
                  <a:lnTo>
                    <a:pt x="90373" y="118067"/>
                  </a:lnTo>
                  <a:lnTo>
                    <a:pt x="90281" y="118160"/>
                  </a:lnTo>
                  <a:lnTo>
                    <a:pt x="90115" y="118280"/>
                  </a:lnTo>
                  <a:lnTo>
                    <a:pt x="90078" y="118293"/>
                  </a:lnTo>
                  <a:lnTo>
                    <a:pt x="89949" y="118320"/>
                  </a:lnTo>
                  <a:lnTo>
                    <a:pt x="89930" y="118347"/>
                  </a:lnTo>
                  <a:lnTo>
                    <a:pt x="89893" y="118427"/>
                  </a:lnTo>
                  <a:lnTo>
                    <a:pt x="89838" y="118520"/>
                  </a:lnTo>
                  <a:lnTo>
                    <a:pt x="89746" y="118586"/>
                  </a:lnTo>
                  <a:lnTo>
                    <a:pt x="89672" y="118613"/>
                  </a:lnTo>
                  <a:lnTo>
                    <a:pt x="89580" y="118613"/>
                  </a:lnTo>
                  <a:lnTo>
                    <a:pt x="89543" y="118600"/>
                  </a:lnTo>
                  <a:lnTo>
                    <a:pt x="89506" y="118600"/>
                  </a:lnTo>
                  <a:lnTo>
                    <a:pt x="89433" y="118640"/>
                  </a:lnTo>
                  <a:lnTo>
                    <a:pt x="89433" y="118666"/>
                  </a:lnTo>
                  <a:lnTo>
                    <a:pt x="89414" y="118813"/>
                  </a:lnTo>
                  <a:lnTo>
                    <a:pt x="89654" y="119000"/>
                  </a:lnTo>
                  <a:lnTo>
                    <a:pt x="89672" y="119040"/>
                  </a:lnTo>
                  <a:lnTo>
                    <a:pt x="89691" y="119080"/>
                  </a:lnTo>
                  <a:lnTo>
                    <a:pt x="89691" y="119093"/>
                  </a:lnTo>
                  <a:lnTo>
                    <a:pt x="89728" y="119093"/>
                  </a:lnTo>
                  <a:lnTo>
                    <a:pt x="89746" y="119080"/>
                  </a:lnTo>
                  <a:lnTo>
                    <a:pt x="89783" y="119013"/>
                  </a:lnTo>
                  <a:lnTo>
                    <a:pt x="89801" y="119000"/>
                  </a:lnTo>
                  <a:lnTo>
                    <a:pt x="90059" y="118880"/>
                  </a:lnTo>
                  <a:lnTo>
                    <a:pt x="90465" y="118853"/>
                  </a:lnTo>
                  <a:lnTo>
                    <a:pt x="90557" y="118826"/>
                  </a:lnTo>
                  <a:lnTo>
                    <a:pt x="90612" y="118786"/>
                  </a:lnTo>
                  <a:lnTo>
                    <a:pt x="90668" y="118733"/>
                  </a:lnTo>
                  <a:lnTo>
                    <a:pt x="90742" y="118680"/>
                  </a:lnTo>
                  <a:lnTo>
                    <a:pt x="90760" y="118640"/>
                  </a:lnTo>
                  <a:lnTo>
                    <a:pt x="90742" y="118573"/>
                  </a:lnTo>
                  <a:lnTo>
                    <a:pt x="90686" y="118453"/>
                  </a:lnTo>
                  <a:lnTo>
                    <a:pt x="90668" y="118400"/>
                  </a:lnTo>
                  <a:lnTo>
                    <a:pt x="90668" y="118333"/>
                  </a:lnTo>
                  <a:lnTo>
                    <a:pt x="90686" y="118267"/>
                  </a:lnTo>
                  <a:lnTo>
                    <a:pt x="90742" y="118200"/>
                  </a:lnTo>
                  <a:close/>
                  <a:moveTo>
                    <a:pt x="88714" y="96618"/>
                  </a:moveTo>
                  <a:lnTo>
                    <a:pt x="88714" y="96658"/>
                  </a:lnTo>
                  <a:lnTo>
                    <a:pt x="88750" y="96698"/>
                  </a:lnTo>
                  <a:lnTo>
                    <a:pt x="88769" y="96725"/>
                  </a:lnTo>
                  <a:lnTo>
                    <a:pt x="88806" y="96738"/>
                  </a:lnTo>
                  <a:lnTo>
                    <a:pt x="88861" y="96685"/>
                  </a:lnTo>
                  <a:lnTo>
                    <a:pt x="88824" y="96525"/>
                  </a:lnTo>
                  <a:lnTo>
                    <a:pt x="88843" y="96471"/>
                  </a:lnTo>
                  <a:lnTo>
                    <a:pt x="88843" y="96445"/>
                  </a:lnTo>
                  <a:lnTo>
                    <a:pt x="88843" y="96431"/>
                  </a:lnTo>
                  <a:lnTo>
                    <a:pt x="88806" y="96405"/>
                  </a:lnTo>
                  <a:lnTo>
                    <a:pt x="88806" y="96405"/>
                  </a:lnTo>
                  <a:lnTo>
                    <a:pt x="88787" y="96418"/>
                  </a:lnTo>
                  <a:lnTo>
                    <a:pt x="88769" y="96445"/>
                  </a:lnTo>
                  <a:lnTo>
                    <a:pt x="88769" y="96471"/>
                  </a:lnTo>
                  <a:lnTo>
                    <a:pt x="88769" y="96511"/>
                  </a:lnTo>
                  <a:lnTo>
                    <a:pt x="88787" y="96538"/>
                  </a:lnTo>
                  <a:lnTo>
                    <a:pt x="88769" y="96578"/>
                  </a:lnTo>
                  <a:lnTo>
                    <a:pt x="88714" y="96618"/>
                  </a:lnTo>
                  <a:close/>
                  <a:moveTo>
                    <a:pt x="86888" y="59533"/>
                  </a:moveTo>
                  <a:lnTo>
                    <a:pt x="86815" y="59520"/>
                  </a:lnTo>
                  <a:lnTo>
                    <a:pt x="86151" y="59920"/>
                  </a:lnTo>
                  <a:lnTo>
                    <a:pt x="86169" y="59946"/>
                  </a:lnTo>
                  <a:lnTo>
                    <a:pt x="86335" y="59866"/>
                  </a:lnTo>
                  <a:lnTo>
                    <a:pt x="86446" y="59840"/>
                  </a:lnTo>
                  <a:lnTo>
                    <a:pt x="86649" y="59920"/>
                  </a:lnTo>
                  <a:lnTo>
                    <a:pt x="86722" y="59880"/>
                  </a:lnTo>
                  <a:lnTo>
                    <a:pt x="86833" y="59773"/>
                  </a:lnTo>
                  <a:lnTo>
                    <a:pt x="86796" y="59746"/>
                  </a:lnTo>
                  <a:lnTo>
                    <a:pt x="86704" y="59746"/>
                  </a:lnTo>
                  <a:lnTo>
                    <a:pt x="86667" y="59746"/>
                  </a:lnTo>
                  <a:lnTo>
                    <a:pt x="86686" y="59693"/>
                  </a:lnTo>
                  <a:lnTo>
                    <a:pt x="86759" y="59640"/>
                  </a:lnTo>
                  <a:lnTo>
                    <a:pt x="86833" y="59600"/>
                  </a:lnTo>
                  <a:lnTo>
                    <a:pt x="86888" y="59666"/>
                  </a:lnTo>
                  <a:lnTo>
                    <a:pt x="86962" y="59693"/>
                  </a:lnTo>
                  <a:lnTo>
                    <a:pt x="86999" y="59666"/>
                  </a:lnTo>
                  <a:lnTo>
                    <a:pt x="86999" y="59600"/>
                  </a:lnTo>
                  <a:lnTo>
                    <a:pt x="86888" y="59533"/>
                  </a:lnTo>
                  <a:close/>
                  <a:moveTo>
                    <a:pt x="87773" y="97231"/>
                  </a:moveTo>
                  <a:lnTo>
                    <a:pt x="87478" y="97365"/>
                  </a:lnTo>
                  <a:lnTo>
                    <a:pt x="87423" y="97351"/>
                  </a:lnTo>
                  <a:lnTo>
                    <a:pt x="87405" y="97365"/>
                  </a:lnTo>
                  <a:lnTo>
                    <a:pt x="87405" y="97378"/>
                  </a:lnTo>
                  <a:lnTo>
                    <a:pt x="87405" y="97405"/>
                  </a:lnTo>
                  <a:lnTo>
                    <a:pt x="87386" y="97458"/>
                  </a:lnTo>
                  <a:lnTo>
                    <a:pt x="87386" y="97498"/>
                  </a:lnTo>
                  <a:lnTo>
                    <a:pt x="87405" y="97498"/>
                  </a:lnTo>
                  <a:lnTo>
                    <a:pt x="87552" y="97405"/>
                  </a:lnTo>
                  <a:lnTo>
                    <a:pt x="87589" y="97391"/>
                  </a:lnTo>
                  <a:lnTo>
                    <a:pt x="87681" y="97351"/>
                  </a:lnTo>
                  <a:lnTo>
                    <a:pt x="87773" y="97271"/>
                  </a:lnTo>
                  <a:lnTo>
                    <a:pt x="87792" y="97245"/>
                  </a:lnTo>
                  <a:lnTo>
                    <a:pt x="87792" y="97231"/>
                  </a:lnTo>
                  <a:lnTo>
                    <a:pt x="87773" y="97231"/>
                  </a:lnTo>
                  <a:close/>
                  <a:moveTo>
                    <a:pt x="90225" y="92592"/>
                  </a:moveTo>
                  <a:lnTo>
                    <a:pt x="90170" y="92539"/>
                  </a:lnTo>
                  <a:lnTo>
                    <a:pt x="90115" y="92526"/>
                  </a:lnTo>
                  <a:lnTo>
                    <a:pt x="90078" y="92499"/>
                  </a:lnTo>
                  <a:lnTo>
                    <a:pt x="90041" y="92432"/>
                  </a:lnTo>
                  <a:lnTo>
                    <a:pt x="89912" y="92339"/>
                  </a:lnTo>
                  <a:lnTo>
                    <a:pt x="89875" y="92326"/>
                  </a:lnTo>
                  <a:lnTo>
                    <a:pt x="89838" y="92366"/>
                  </a:lnTo>
                  <a:lnTo>
                    <a:pt x="89838" y="92379"/>
                  </a:lnTo>
                  <a:lnTo>
                    <a:pt x="89838" y="92446"/>
                  </a:lnTo>
                  <a:lnTo>
                    <a:pt x="89893" y="92512"/>
                  </a:lnTo>
                  <a:lnTo>
                    <a:pt x="89949" y="92566"/>
                  </a:lnTo>
                  <a:lnTo>
                    <a:pt x="89949" y="92592"/>
                  </a:lnTo>
                  <a:lnTo>
                    <a:pt x="89967" y="92619"/>
                  </a:lnTo>
                  <a:lnTo>
                    <a:pt x="90059" y="92726"/>
                  </a:lnTo>
                  <a:lnTo>
                    <a:pt x="90096" y="92766"/>
                  </a:lnTo>
                  <a:lnTo>
                    <a:pt x="90152" y="92846"/>
                  </a:lnTo>
                  <a:lnTo>
                    <a:pt x="90207" y="92886"/>
                  </a:lnTo>
                  <a:lnTo>
                    <a:pt x="90281" y="92899"/>
                  </a:lnTo>
                  <a:lnTo>
                    <a:pt x="90318" y="92886"/>
                  </a:lnTo>
                  <a:lnTo>
                    <a:pt x="90336" y="92872"/>
                  </a:lnTo>
                  <a:lnTo>
                    <a:pt x="90336" y="92859"/>
                  </a:lnTo>
                  <a:lnTo>
                    <a:pt x="90318" y="92846"/>
                  </a:lnTo>
                  <a:lnTo>
                    <a:pt x="90299" y="92832"/>
                  </a:lnTo>
                  <a:lnTo>
                    <a:pt x="90299" y="92792"/>
                  </a:lnTo>
                  <a:lnTo>
                    <a:pt x="90299" y="92779"/>
                  </a:lnTo>
                  <a:lnTo>
                    <a:pt x="90225" y="92739"/>
                  </a:lnTo>
                  <a:lnTo>
                    <a:pt x="90170" y="92699"/>
                  </a:lnTo>
                  <a:lnTo>
                    <a:pt x="90170" y="92659"/>
                  </a:lnTo>
                  <a:lnTo>
                    <a:pt x="90207" y="92632"/>
                  </a:lnTo>
                  <a:lnTo>
                    <a:pt x="90225" y="92592"/>
                  </a:lnTo>
                  <a:close/>
                  <a:moveTo>
                    <a:pt x="88658" y="116094"/>
                  </a:moveTo>
                  <a:lnTo>
                    <a:pt x="88640" y="116054"/>
                  </a:lnTo>
                  <a:lnTo>
                    <a:pt x="88621" y="116027"/>
                  </a:lnTo>
                  <a:lnTo>
                    <a:pt x="88603" y="116000"/>
                  </a:lnTo>
                  <a:lnTo>
                    <a:pt x="88566" y="116014"/>
                  </a:lnTo>
                  <a:lnTo>
                    <a:pt x="88511" y="116014"/>
                  </a:lnTo>
                  <a:lnTo>
                    <a:pt x="88511" y="116040"/>
                  </a:lnTo>
                  <a:lnTo>
                    <a:pt x="88511" y="116134"/>
                  </a:lnTo>
                  <a:lnTo>
                    <a:pt x="88492" y="116214"/>
                  </a:lnTo>
                  <a:lnTo>
                    <a:pt x="88492" y="116240"/>
                  </a:lnTo>
                  <a:lnTo>
                    <a:pt x="88603" y="116200"/>
                  </a:lnTo>
                  <a:lnTo>
                    <a:pt x="88695" y="116174"/>
                  </a:lnTo>
                  <a:lnTo>
                    <a:pt x="88750" y="116147"/>
                  </a:lnTo>
                  <a:lnTo>
                    <a:pt x="88769" y="116134"/>
                  </a:lnTo>
                  <a:lnTo>
                    <a:pt x="88714" y="116134"/>
                  </a:lnTo>
                  <a:lnTo>
                    <a:pt x="88658" y="116094"/>
                  </a:lnTo>
                  <a:close/>
                  <a:moveTo>
                    <a:pt x="89304" y="91739"/>
                  </a:moveTo>
                  <a:lnTo>
                    <a:pt x="89340" y="91806"/>
                  </a:lnTo>
                  <a:lnTo>
                    <a:pt x="89396" y="91846"/>
                  </a:lnTo>
                  <a:lnTo>
                    <a:pt x="89433" y="91872"/>
                  </a:lnTo>
                  <a:lnTo>
                    <a:pt x="89506" y="91952"/>
                  </a:lnTo>
                  <a:lnTo>
                    <a:pt x="89543" y="91966"/>
                  </a:lnTo>
                  <a:lnTo>
                    <a:pt x="89580" y="91952"/>
                  </a:lnTo>
                  <a:lnTo>
                    <a:pt x="89580" y="91886"/>
                  </a:lnTo>
                  <a:lnTo>
                    <a:pt x="89543" y="91846"/>
                  </a:lnTo>
                  <a:lnTo>
                    <a:pt x="89488" y="91806"/>
                  </a:lnTo>
                  <a:lnTo>
                    <a:pt x="89469" y="91752"/>
                  </a:lnTo>
                  <a:lnTo>
                    <a:pt x="89414" y="91712"/>
                  </a:lnTo>
                  <a:lnTo>
                    <a:pt x="89414" y="91686"/>
                  </a:lnTo>
                  <a:lnTo>
                    <a:pt x="89414" y="91646"/>
                  </a:lnTo>
                  <a:lnTo>
                    <a:pt x="89396" y="91592"/>
                  </a:lnTo>
                  <a:lnTo>
                    <a:pt x="89359" y="91552"/>
                  </a:lnTo>
                  <a:lnTo>
                    <a:pt x="89322" y="91539"/>
                  </a:lnTo>
                  <a:lnTo>
                    <a:pt x="89304" y="91526"/>
                  </a:lnTo>
                  <a:lnTo>
                    <a:pt x="89230" y="91473"/>
                  </a:lnTo>
                  <a:lnTo>
                    <a:pt x="89119" y="91433"/>
                  </a:lnTo>
                  <a:lnTo>
                    <a:pt x="89064" y="91406"/>
                  </a:lnTo>
                  <a:lnTo>
                    <a:pt x="89027" y="91406"/>
                  </a:lnTo>
                  <a:lnTo>
                    <a:pt x="88990" y="91379"/>
                  </a:lnTo>
                  <a:lnTo>
                    <a:pt x="88953" y="91379"/>
                  </a:lnTo>
                  <a:lnTo>
                    <a:pt x="88953" y="91406"/>
                  </a:lnTo>
                  <a:lnTo>
                    <a:pt x="88990" y="91446"/>
                  </a:lnTo>
                  <a:lnTo>
                    <a:pt x="89027" y="91473"/>
                  </a:lnTo>
                  <a:lnTo>
                    <a:pt x="89064" y="91512"/>
                  </a:lnTo>
                  <a:lnTo>
                    <a:pt x="89119" y="91566"/>
                  </a:lnTo>
                  <a:lnTo>
                    <a:pt x="89174" y="91619"/>
                  </a:lnTo>
                  <a:lnTo>
                    <a:pt x="89267" y="91712"/>
                  </a:lnTo>
                  <a:lnTo>
                    <a:pt x="89304" y="91739"/>
                  </a:lnTo>
                  <a:close/>
                  <a:moveTo>
                    <a:pt x="86796" y="113601"/>
                  </a:moveTo>
                  <a:lnTo>
                    <a:pt x="86778" y="113588"/>
                  </a:lnTo>
                  <a:lnTo>
                    <a:pt x="86593" y="113521"/>
                  </a:lnTo>
                  <a:lnTo>
                    <a:pt x="86575" y="113481"/>
                  </a:lnTo>
                  <a:lnTo>
                    <a:pt x="86520" y="113454"/>
                  </a:lnTo>
                  <a:lnTo>
                    <a:pt x="86501" y="113428"/>
                  </a:lnTo>
                  <a:lnTo>
                    <a:pt x="86317" y="113401"/>
                  </a:lnTo>
                  <a:lnTo>
                    <a:pt x="86262" y="113468"/>
                  </a:lnTo>
                  <a:lnTo>
                    <a:pt x="86243" y="113574"/>
                  </a:lnTo>
                  <a:lnTo>
                    <a:pt x="86262" y="113694"/>
                  </a:lnTo>
                  <a:lnTo>
                    <a:pt x="86335" y="113828"/>
                  </a:lnTo>
                  <a:lnTo>
                    <a:pt x="86428" y="113841"/>
                  </a:lnTo>
                  <a:lnTo>
                    <a:pt x="86501" y="113814"/>
                  </a:lnTo>
                  <a:lnTo>
                    <a:pt x="86667" y="113814"/>
                  </a:lnTo>
                  <a:lnTo>
                    <a:pt x="86722" y="113801"/>
                  </a:lnTo>
                  <a:lnTo>
                    <a:pt x="86796" y="113748"/>
                  </a:lnTo>
                  <a:lnTo>
                    <a:pt x="86815" y="113721"/>
                  </a:lnTo>
                  <a:lnTo>
                    <a:pt x="86852" y="113681"/>
                  </a:lnTo>
                  <a:lnTo>
                    <a:pt x="86852" y="113668"/>
                  </a:lnTo>
                  <a:lnTo>
                    <a:pt x="86833" y="113654"/>
                  </a:lnTo>
                  <a:lnTo>
                    <a:pt x="86796" y="113601"/>
                  </a:lnTo>
                  <a:close/>
                  <a:moveTo>
                    <a:pt x="12960" y="40790"/>
                  </a:moveTo>
                  <a:lnTo>
                    <a:pt x="12978" y="40764"/>
                  </a:lnTo>
                  <a:lnTo>
                    <a:pt x="12923" y="40697"/>
                  </a:lnTo>
                  <a:lnTo>
                    <a:pt x="12813" y="40644"/>
                  </a:lnTo>
                  <a:lnTo>
                    <a:pt x="12720" y="40630"/>
                  </a:lnTo>
                  <a:lnTo>
                    <a:pt x="12647" y="40644"/>
                  </a:lnTo>
                  <a:lnTo>
                    <a:pt x="12610" y="40710"/>
                  </a:lnTo>
                  <a:lnTo>
                    <a:pt x="12591" y="40790"/>
                  </a:lnTo>
                  <a:lnTo>
                    <a:pt x="12610" y="40870"/>
                  </a:lnTo>
                  <a:lnTo>
                    <a:pt x="12647" y="40950"/>
                  </a:lnTo>
                  <a:lnTo>
                    <a:pt x="12757" y="40964"/>
                  </a:lnTo>
                  <a:lnTo>
                    <a:pt x="12923" y="40977"/>
                  </a:lnTo>
                  <a:lnTo>
                    <a:pt x="12997" y="41030"/>
                  </a:lnTo>
                  <a:lnTo>
                    <a:pt x="13071" y="41084"/>
                  </a:lnTo>
                  <a:lnTo>
                    <a:pt x="13126" y="41124"/>
                  </a:lnTo>
                  <a:lnTo>
                    <a:pt x="13181" y="41124"/>
                  </a:lnTo>
                  <a:lnTo>
                    <a:pt x="13218" y="41017"/>
                  </a:lnTo>
                  <a:lnTo>
                    <a:pt x="13163" y="40964"/>
                  </a:lnTo>
                  <a:lnTo>
                    <a:pt x="12997" y="40977"/>
                  </a:lnTo>
                  <a:lnTo>
                    <a:pt x="12923" y="40897"/>
                  </a:lnTo>
                  <a:lnTo>
                    <a:pt x="12942" y="40830"/>
                  </a:lnTo>
                  <a:lnTo>
                    <a:pt x="12960" y="40790"/>
                  </a:lnTo>
                  <a:close/>
                  <a:moveTo>
                    <a:pt x="22565" y="7758"/>
                  </a:moveTo>
                  <a:lnTo>
                    <a:pt x="22491" y="7704"/>
                  </a:lnTo>
                  <a:lnTo>
                    <a:pt x="22160" y="7771"/>
                  </a:lnTo>
                  <a:lnTo>
                    <a:pt x="21957" y="7838"/>
                  </a:lnTo>
                  <a:lnTo>
                    <a:pt x="21680" y="8024"/>
                  </a:lnTo>
                  <a:lnTo>
                    <a:pt x="21643" y="8104"/>
                  </a:lnTo>
                  <a:lnTo>
                    <a:pt x="21625" y="8211"/>
                  </a:lnTo>
                  <a:lnTo>
                    <a:pt x="21643" y="8304"/>
                  </a:lnTo>
                  <a:lnTo>
                    <a:pt x="21699" y="8371"/>
                  </a:lnTo>
                  <a:lnTo>
                    <a:pt x="22344" y="8984"/>
                  </a:lnTo>
                  <a:lnTo>
                    <a:pt x="22491" y="9211"/>
                  </a:lnTo>
                  <a:lnTo>
                    <a:pt x="22584" y="9277"/>
                  </a:lnTo>
                  <a:lnTo>
                    <a:pt x="22750" y="9357"/>
                  </a:lnTo>
                  <a:lnTo>
                    <a:pt x="22915" y="9384"/>
                  </a:lnTo>
                  <a:lnTo>
                    <a:pt x="22952" y="9344"/>
                  </a:lnTo>
                  <a:lnTo>
                    <a:pt x="22915" y="9237"/>
                  </a:lnTo>
                  <a:lnTo>
                    <a:pt x="22952" y="9184"/>
                  </a:lnTo>
                  <a:lnTo>
                    <a:pt x="23026" y="9224"/>
                  </a:lnTo>
                  <a:lnTo>
                    <a:pt x="23137" y="9304"/>
                  </a:lnTo>
                  <a:lnTo>
                    <a:pt x="23210" y="9304"/>
                  </a:lnTo>
                  <a:lnTo>
                    <a:pt x="23303" y="9211"/>
                  </a:lnTo>
                  <a:lnTo>
                    <a:pt x="23339" y="9184"/>
                  </a:lnTo>
                  <a:lnTo>
                    <a:pt x="23284" y="9131"/>
                  </a:lnTo>
                  <a:lnTo>
                    <a:pt x="23137" y="9091"/>
                  </a:lnTo>
                  <a:lnTo>
                    <a:pt x="23081" y="9011"/>
                  </a:lnTo>
                  <a:lnTo>
                    <a:pt x="22989" y="8864"/>
                  </a:lnTo>
                  <a:lnTo>
                    <a:pt x="22952" y="8784"/>
                  </a:lnTo>
                  <a:lnTo>
                    <a:pt x="22934" y="8718"/>
                  </a:lnTo>
                  <a:lnTo>
                    <a:pt x="22915" y="8611"/>
                  </a:lnTo>
                  <a:lnTo>
                    <a:pt x="22934" y="8518"/>
                  </a:lnTo>
                  <a:lnTo>
                    <a:pt x="22934" y="8478"/>
                  </a:lnTo>
                  <a:lnTo>
                    <a:pt x="23081" y="8411"/>
                  </a:lnTo>
                  <a:lnTo>
                    <a:pt x="23100" y="8344"/>
                  </a:lnTo>
                  <a:lnTo>
                    <a:pt x="23118" y="8251"/>
                  </a:lnTo>
                  <a:lnTo>
                    <a:pt x="23100" y="8238"/>
                  </a:lnTo>
                  <a:lnTo>
                    <a:pt x="23081" y="8211"/>
                  </a:lnTo>
                  <a:lnTo>
                    <a:pt x="23081" y="8184"/>
                  </a:lnTo>
                  <a:lnTo>
                    <a:pt x="23100" y="8158"/>
                  </a:lnTo>
                  <a:lnTo>
                    <a:pt x="23045" y="8064"/>
                  </a:lnTo>
                  <a:lnTo>
                    <a:pt x="22731" y="7811"/>
                  </a:lnTo>
                  <a:lnTo>
                    <a:pt x="22565" y="7758"/>
                  </a:lnTo>
                  <a:close/>
                  <a:moveTo>
                    <a:pt x="14582" y="19102"/>
                  </a:moveTo>
                  <a:lnTo>
                    <a:pt x="15283" y="19249"/>
                  </a:lnTo>
                  <a:lnTo>
                    <a:pt x="15338" y="19235"/>
                  </a:lnTo>
                  <a:lnTo>
                    <a:pt x="15449" y="19129"/>
                  </a:lnTo>
                  <a:lnTo>
                    <a:pt x="15430" y="19009"/>
                  </a:lnTo>
                  <a:lnTo>
                    <a:pt x="15209" y="18795"/>
                  </a:lnTo>
                  <a:lnTo>
                    <a:pt x="15099" y="18689"/>
                  </a:lnTo>
                  <a:lnTo>
                    <a:pt x="14951" y="18609"/>
                  </a:lnTo>
                  <a:lnTo>
                    <a:pt x="14822" y="18582"/>
                  </a:lnTo>
                  <a:lnTo>
                    <a:pt x="14638" y="18595"/>
                  </a:lnTo>
                  <a:lnTo>
                    <a:pt x="14564" y="18635"/>
                  </a:lnTo>
                  <a:lnTo>
                    <a:pt x="14472" y="18715"/>
                  </a:lnTo>
                  <a:lnTo>
                    <a:pt x="14546" y="18849"/>
                  </a:lnTo>
                  <a:lnTo>
                    <a:pt x="14490" y="18849"/>
                  </a:lnTo>
                  <a:lnTo>
                    <a:pt x="14416" y="18795"/>
                  </a:lnTo>
                  <a:lnTo>
                    <a:pt x="14380" y="18822"/>
                  </a:lnTo>
                  <a:lnTo>
                    <a:pt x="14287" y="18889"/>
                  </a:lnTo>
                  <a:lnTo>
                    <a:pt x="14361" y="18969"/>
                  </a:lnTo>
                  <a:lnTo>
                    <a:pt x="14472" y="19009"/>
                  </a:lnTo>
                  <a:lnTo>
                    <a:pt x="14582" y="19102"/>
                  </a:lnTo>
                  <a:close/>
                  <a:moveTo>
                    <a:pt x="12794" y="27393"/>
                  </a:moveTo>
                  <a:lnTo>
                    <a:pt x="12886" y="27527"/>
                  </a:lnTo>
                  <a:lnTo>
                    <a:pt x="12923" y="27553"/>
                  </a:lnTo>
                  <a:lnTo>
                    <a:pt x="12997" y="27567"/>
                  </a:lnTo>
                  <a:lnTo>
                    <a:pt x="13144" y="27553"/>
                  </a:lnTo>
                  <a:lnTo>
                    <a:pt x="13181" y="27567"/>
                  </a:lnTo>
                  <a:lnTo>
                    <a:pt x="13292" y="27620"/>
                  </a:lnTo>
                  <a:lnTo>
                    <a:pt x="13329" y="27620"/>
                  </a:lnTo>
                  <a:lnTo>
                    <a:pt x="13366" y="27607"/>
                  </a:lnTo>
                  <a:lnTo>
                    <a:pt x="13439" y="27487"/>
                  </a:lnTo>
                  <a:lnTo>
                    <a:pt x="13532" y="27353"/>
                  </a:lnTo>
                  <a:lnTo>
                    <a:pt x="13513" y="27260"/>
                  </a:lnTo>
                  <a:lnTo>
                    <a:pt x="13476" y="27193"/>
                  </a:lnTo>
                  <a:lnTo>
                    <a:pt x="13347" y="27113"/>
                  </a:lnTo>
                  <a:lnTo>
                    <a:pt x="13384" y="26994"/>
                  </a:lnTo>
                  <a:lnTo>
                    <a:pt x="13402" y="26914"/>
                  </a:lnTo>
                  <a:lnTo>
                    <a:pt x="13402" y="26860"/>
                  </a:lnTo>
                  <a:lnTo>
                    <a:pt x="13329" y="26807"/>
                  </a:lnTo>
                  <a:lnTo>
                    <a:pt x="13273" y="26820"/>
                  </a:lnTo>
                  <a:lnTo>
                    <a:pt x="13200" y="26874"/>
                  </a:lnTo>
                  <a:lnTo>
                    <a:pt x="13089" y="27007"/>
                  </a:lnTo>
                  <a:lnTo>
                    <a:pt x="12960" y="27073"/>
                  </a:lnTo>
                  <a:lnTo>
                    <a:pt x="12923" y="27153"/>
                  </a:lnTo>
                  <a:lnTo>
                    <a:pt x="12960" y="27273"/>
                  </a:lnTo>
                  <a:lnTo>
                    <a:pt x="12923" y="27327"/>
                  </a:lnTo>
                  <a:lnTo>
                    <a:pt x="12794" y="27393"/>
                  </a:lnTo>
                  <a:close/>
                  <a:moveTo>
                    <a:pt x="19837" y="4518"/>
                  </a:moveTo>
                  <a:lnTo>
                    <a:pt x="19874" y="4625"/>
                  </a:lnTo>
                  <a:lnTo>
                    <a:pt x="19892" y="4665"/>
                  </a:lnTo>
                  <a:lnTo>
                    <a:pt x="19892" y="4678"/>
                  </a:lnTo>
                  <a:lnTo>
                    <a:pt x="19892" y="4705"/>
                  </a:lnTo>
                  <a:lnTo>
                    <a:pt x="19874" y="4772"/>
                  </a:lnTo>
                  <a:lnTo>
                    <a:pt x="19910" y="4812"/>
                  </a:lnTo>
                  <a:lnTo>
                    <a:pt x="20021" y="5078"/>
                  </a:lnTo>
                  <a:lnTo>
                    <a:pt x="20003" y="5118"/>
                  </a:lnTo>
                  <a:lnTo>
                    <a:pt x="20003" y="5172"/>
                  </a:lnTo>
                  <a:lnTo>
                    <a:pt x="20003" y="5225"/>
                  </a:lnTo>
                  <a:lnTo>
                    <a:pt x="20003" y="5292"/>
                  </a:lnTo>
                  <a:lnTo>
                    <a:pt x="20058" y="5345"/>
                  </a:lnTo>
                  <a:lnTo>
                    <a:pt x="20150" y="5385"/>
                  </a:lnTo>
                  <a:lnTo>
                    <a:pt x="20168" y="5438"/>
                  </a:lnTo>
                  <a:lnTo>
                    <a:pt x="20205" y="5478"/>
                  </a:lnTo>
                  <a:lnTo>
                    <a:pt x="20279" y="5518"/>
                  </a:lnTo>
                  <a:lnTo>
                    <a:pt x="20537" y="5705"/>
                  </a:lnTo>
                  <a:lnTo>
                    <a:pt x="21422" y="5972"/>
                  </a:lnTo>
                  <a:lnTo>
                    <a:pt x="21422" y="6011"/>
                  </a:lnTo>
                  <a:lnTo>
                    <a:pt x="21404" y="6065"/>
                  </a:lnTo>
                  <a:lnTo>
                    <a:pt x="21404" y="6091"/>
                  </a:lnTo>
                  <a:lnTo>
                    <a:pt x="21441" y="6105"/>
                  </a:lnTo>
                  <a:lnTo>
                    <a:pt x="21496" y="6118"/>
                  </a:lnTo>
                  <a:lnTo>
                    <a:pt x="21680" y="6078"/>
                  </a:lnTo>
                  <a:lnTo>
                    <a:pt x="21717" y="6051"/>
                  </a:lnTo>
                  <a:lnTo>
                    <a:pt x="21791" y="6038"/>
                  </a:lnTo>
                  <a:lnTo>
                    <a:pt x="21901" y="6065"/>
                  </a:lnTo>
                  <a:lnTo>
                    <a:pt x="22270" y="5705"/>
                  </a:lnTo>
                  <a:lnTo>
                    <a:pt x="22418" y="5438"/>
                  </a:lnTo>
                  <a:lnTo>
                    <a:pt x="22418" y="5398"/>
                  </a:lnTo>
                  <a:lnTo>
                    <a:pt x="22418" y="5345"/>
                  </a:lnTo>
                  <a:lnTo>
                    <a:pt x="22381" y="5292"/>
                  </a:lnTo>
                  <a:lnTo>
                    <a:pt x="22362" y="5292"/>
                  </a:lnTo>
                  <a:lnTo>
                    <a:pt x="22344" y="5292"/>
                  </a:lnTo>
                  <a:lnTo>
                    <a:pt x="22326" y="5292"/>
                  </a:lnTo>
                  <a:lnTo>
                    <a:pt x="22270" y="5252"/>
                  </a:lnTo>
                  <a:lnTo>
                    <a:pt x="22252" y="5198"/>
                  </a:lnTo>
                  <a:lnTo>
                    <a:pt x="22252" y="5172"/>
                  </a:lnTo>
                  <a:lnTo>
                    <a:pt x="22270" y="5158"/>
                  </a:lnTo>
                  <a:lnTo>
                    <a:pt x="22270" y="5145"/>
                  </a:lnTo>
                  <a:lnTo>
                    <a:pt x="22252" y="5078"/>
                  </a:lnTo>
                  <a:lnTo>
                    <a:pt x="22215" y="4998"/>
                  </a:lnTo>
                  <a:lnTo>
                    <a:pt x="22178" y="4905"/>
                  </a:lnTo>
                  <a:lnTo>
                    <a:pt x="22178" y="4825"/>
                  </a:lnTo>
                  <a:lnTo>
                    <a:pt x="22049" y="4705"/>
                  </a:lnTo>
                  <a:lnTo>
                    <a:pt x="21404" y="4332"/>
                  </a:lnTo>
                  <a:lnTo>
                    <a:pt x="21330" y="4332"/>
                  </a:lnTo>
                  <a:lnTo>
                    <a:pt x="21293" y="4292"/>
                  </a:lnTo>
                  <a:lnTo>
                    <a:pt x="21293" y="4279"/>
                  </a:lnTo>
                  <a:lnTo>
                    <a:pt x="21275" y="4252"/>
                  </a:lnTo>
                  <a:lnTo>
                    <a:pt x="21256" y="4239"/>
                  </a:lnTo>
                  <a:lnTo>
                    <a:pt x="21238" y="4212"/>
                  </a:lnTo>
                  <a:lnTo>
                    <a:pt x="21109" y="4145"/>
                  </a:lnTo>
                  <a:lnTo>
                    <a:pt x="20224" y="4092"/>
                  </a:lnTo>
                  <a:lnTo>
                    <a:pt x="20132" y="4132"/>
                  </a:lnTo>
                  <a:lnTo>
                    <a:pt x="20003" y="4279"/>
                  </a:lnTo>
                  <a:lnTo>
                    <a:pt x="19966" y="4305"/>
                  </a:lnTo>
                  <a:lnTo>
                    <a:pt x="19910" y="4279"/>
                  </a:lnTo>
                  <a:lnTo>
                    <a:pt x="19837" y="4332"/>
                  </a:lnTo>
                  <a:lnTo>
                    <a:pt x="19837" y="4359"/>
                  </a:lnTo>
                  <a:lnTo>
                    <a:pt x="19837" y="4399"/>
                  </a:lnTo>
                  <a:lnTo>
                    <a:pt x="19837" y="4465"/>
                  </a:lnTo>
                  <a:lnTo>
                    <a:pt x="19837" y="4492"/>
                  </a:lnTo>
                  <a:lnTo>
                    <a:pt x="19837" y="4518"/>
                  </a:lnTo>
                  <a:close/>
                  <a:moveTo>
                    <a:pt x="12223" y="4838"/>
                  </a:moveTo>
                  <a:lnTo>
                    <a:pt x="12186" y="4838"/>
                  </a:lnTo>
                  <a:lnTo>
                    <a:pt x="12223" y="4918"/>
                  </a:lnTo>
                  <a:lnTo>
                    <a:pt x="12536" y="5212"/>
                  </a:lnTo>
                  <a:lnTo>
                    <a:pt x="12591" y="5318"/>
                  </a:lnTo>
                  <a:lnTo>
                    <a:pt x="12610" y="5345"/>
                  </a:lnTo>
                  <a:lnTo>
                    <a:pt x="12757" y="5425"/>
                  </a:lnTo>
                  <a:lnTo>
                    <a:pt x="15246" y="5318"/>
                  </a:lnTo>
                  <a:lnTo>
                    <a:pt x="15430" y="5398"/>
                  </a:lnTo>
                  <a:lnTo>
                    <a:pt x="15633" y="5425"/>
                  </a:lnTo>
                  <a:lnTo>
                    <a:pt x="15744" y="5358"/>
                  </a:lnTo>
                  <a:lnTo>
                    <a:pt x="15799" y="5358"/>
                  </a:lnTo>
                  <a:lnTo>
                    <a:pt x="15836" y="5398"/>
                  </a:lnTo>
                  <a:lnTo>
                    <a:pt x="15836" y="5412"/>
                  </a:lnTo>
                  <a:lnTo>
                    <a:pt x="15836" y="5465"/>
                  </a:lnTo>
                  <a:lnTo>
                    <a:pt x="15984" y="5425"/>
                  </a:lnTo>
                  <a:lnTo>
                    <a:pt x="16057" y="5452"/>
                  </a:lnTo>
                  <a:lnTo>
                    <a:pt x="16094" y="5452"/>
                  </a:lnTo>
                  <a:lnTo>
                    <a:pt x="16113" y="5412"/>
                  </a:lnTo>
                  <a:lnTo>
                    <a:pt x="16094" y="5412"/>
                  </a:lnTo>
                  <a:lnTo>
                    <a:pt x="16020" y="5385"/>
                  </a:lnTo>
                  <a:lnTo>
                    <a:pt x="16002" y="5345"/>
                  </a:lnTo>
                  <a:lnTo>
                    <a:pt x="16039" y="5358"/>
                  </a:lnTo>
                  <a:lnTo>
                    <a:pt x="16168" y="5412"/>
                  </a:lnTo>
                  <a:lnTo>
                    <a:pt x="16205" y="5398"/>
                  </a:lnTo>
                  <a:lnTo>
                    <a:pt x="16242" y="5358"/>
                  </a:lnTo>
                  <a:lnTo>
                    <a:pt x="16278" y="5358"/>
                  </a:lnTo>
                  <a:lnTo>
                    <a:pt x="16408" y="5425"/>
                  </a:lnTo>
                  <a:lnTo>
                    <a:pt x="16444" y="5398"/>
                  </a:lnTo>
                  <a:lnTo>
                    <a:pt x="16518" y="5305"/>
                  </a:lnTo>
                  <a:lnTo>
                    <a:pt x="16518" y="5185"/>
                  </a:lnTo>
                  <a:lnTo>
                    <a:pt x="16463" y="5092"/>
                  </a:lnTo>
                  <a:lnTo>
                    <a:pt x="16463" y="5065"/>
                  </a:lnTo>
                  <a:lnTo>
                    <a:pt x="16481" y="5038"/>
                  </a:lnTo>
                  <a:lnTo>
                    <a:pt x="16481" y="5012"/>
                  </a:lnTo>
                  <a:lnTo>
                    <a:pt x="16444" y="4932"/>
                  </a:lnTo>
                  <a:lnTo>
                    <a:pt x="16463" y="4905"/>
                  </a:lnTo>
                  <a:lnTo>
                    <a:pt x="16463" y="4892"/>
                  </a:lnTo>
                  <a:lnTo>
                    <a:pt x="16463" y="4865"/>
                  </a:lnTo>
                  <a:lnTo>
                    <a:pt x="16592" y="4705"/>
                  </a:lnTo>
                  <a:lnTo>
                    <a:pt x="16573" y="4678"/>
                  </a:lnTo>
                  <a:lnTo>
                    <a:pt x="16573" y="4652"/>
                  </a:lnTo>
                  <a:lnTo>
                    <a:pt x="16555" y="4638"/>
                  </a:lnTo>
                  <a:lnTo>
                    <a:pt x="16537" y="4625"/>
                  </a:lnTo>
                  <a:lnTo>
                    <a:pt x="16573" y="4505"/>
                  </a:lnTo>
                  <a:lnTo>
                    <a:pt x="16610" y="4439"/>
                  </a:lnTo>
                  <a:lnTo>
                    <a:pt x="16739" y="4439"/>
                  </a:lnTo>
                  <a:lnTo>
                    <a:pt x="16795" y="4439"/>
                  </a:lnTo>
                  <a:lnTo>
                    <a:pt x="16942" y="4345"/>
                  </a:lnTo>
                  <a:lnTo>
                    <a:pt x="16832" y="4212"/>
                  </a:lnTo>
                  <a:lnTo>
                    <a:pt x="16795" y="4145"/>
                  </a:lnTo>
                  <a:lnTo>
                    <a:pt x="16739" y="4079"/>
                  </a:lnTo>
                  <a:lnTo>
                    <a:pt x="16703" y="4025"/>
                  </a:lnTo>
                  <a:lnTo>
                    <a:pt x="16629" y="4012"/>
                  </a:lnTo>
                  <a:lnTo>
                    <a:pt x="16537" y="4012"/>
                  </a:lnTo>
                  <a:lnTo>
                    <a:pt x="16481" y="3999"/>
                  </a:lnTo>
                  <a:lnTo>
                    <a:pt x="16426" y="3945"/>
                  </a:lnTo>
                  <a:lnTo>
                    <a:pt x="16408" y="3945"/>
                  </a:lnTo>
                  <a:lnTo>
                    <a:pt x="16352" y="3959"/>
                  </a:lnTo>
                  <a:lnTo>
                    <a:pt x="16168" y="3865"/>
                  </a:lnTo>
                  <a:lnTo>
                    <a:pt x="16094" y="3852"/>
                  </a:lnTo>
                  <a:lnTo>
                    <a:pt x="15873" y="3932"/>
                  </a:lnTo>
                  <a:lnTo>
                    <a:pt x="15854" y="3945"/>
                  </a:lnTo>
                  <a:lnTo>
                    <a:pt x="15836" y="3985"/>
                  </a:lnTo>
                  <a:lnTo>
                    <a:pt x="15836" y="4025"/>
                  </a:lnTo>
                  <a:lnTo>
                    <a:pt x="15818" y="4065"/>
                  </a:lnTo>
                  <a:lnTo>
                    <a:pt x="15799" y="4079"/>
                  </a:lnTo>
                  <a:lnTo>
                    <a:pt x="15689" y="4025"/>
                  </a:lnTo>
                  <a:lnTo>
                    <a:pt x="15670" y="4039"/>
                  </a:lnTo>
                  <a:lnTo>
                    <a:pt x="15670" y="4079"/>
                  </a:lnTo>
                  <a:lnTo>
                    <a:pt x="15652" y="4079"/>
                  </a:lnTo>
                  <a:lnTo>
                    <a:pt x="15578" y="4025"/>
                  </a:lnTo>
                  <a:lnTo>
                    <a:pt x="15541" y="3999"/>
                  </a:lnTo>
                  <a:lnTo>
                    <a:pt x="15504" y="3972"/>
                  </a:lnTo>
                  <a:lnTo>
                    <a:pt x="15449" y="3932"/>
                  </a:lnTo>
                  <a:lnTo>
                    <a:pt x="15338" y="3985"/>
                  </a:lnTo>
                  <a:lnTo>
                    <a:pt x="15283" y="3999"/>
                  </a:lnTo>
                  <a:lnTo>
                    <a:pt x="15080" y="3945"/>
                  </a:lnTo>
                  <a:lnTo>
                    <a:pt x="15099" y="3959"/>
                  </a:lnTo>
                  <a:lnTo>
                    <a:pt x="15117" y="3999"/>
                  </a:lnTo>
                  <a:lnTo>
                    <a:pt x="15006" y="4012"/>
                  </a:lnTo>
                  <a:lnTo>
                    <a:pt x="15006" y="3945"/>
                  </a:lnTo>
                  <a:lnTo>
                    <a:pt x="14121" y="3905"/>
                  </a:lnTo>
                  <a:lnTo>
                    <a:pt x="14085" y="3945"/>
                  </a:lnTo>
                  <a:lnTo>
                    <a:pt x="13937" y="4079"/>
                  </a:lnTo>
                  <a:lnTo>
                    <a:pt x="13808" y="4145"/>
                  </a:lnTo>
                  <a:lnTo>
                    <a:pt x="13734" y="4145"/>
                  </a:lnTo>
                  <a:lnTo>
                    <a:pt x="13642" y="4039"/>
                  </a:lnTo>
                  <a:lnTo>
                    <a:pt x="13624" y="4079"/>
                  </a:lnTo>
                  <a:lnTo>
                    <a:pt x="13587" y="4145"/>
                  </a:lnTo>
                  <a:lnTo>
                    <a:pt x="13568" y="4172"/>
                  </a:lnTo>
                  <a:lnTo>
                    <a:pt x="13532" y="4172"/>
                  </a:lnTo>
                  <a:lnTo>
                    <a:pt x="13495" y="4145"/>
                  </a:lnTo>
                  <a:lnTo>
                    <a:pt x="13476" y="4092"/>
                  </a:lnTo>
                  <a:lnTo>
                    <a:pt x="13476" y="3999"/>
                  </a:lnTo>
                  <a:lnTo>
                    <a:pt x="13384" y="3865"/>
                  </a:lnTo>
                  <a:lnTo>
                    <a:pt x="13310" y="3865"/>
                  </a:lnTo>
                  <a:lnTo>
                    <a:pt x="13144" y="4025"/>
                  </a:lnTo>
                  <a:lnTo>
                    <a:pt x="13126" y="4039"/>
                  </a:lnTo>
                  <a:lnTo>
                    <a:pt x="13089" y="4012"/>
                  </a:lnTo>
                  <a:lnTo>
                    <a:pt x="13034" y="4012"/>
                  </a:lnTo>
                  <a:lnTo>
                    <a:pt x="12997" y="4065"/>
                  </a:lnTo>
                  <a:lnTo>
                    <a:pt x="12757" y="4119"/>
                  </a:lnTo>
                  <a:lnTo>
                    <a:pt x="12647" y="4212"/>
                  </a:lnTo>
                  <a:lnTo>
                    <a:pt x="12554" y="4239"/>
                  </a:lnTo>
                  <a:lnTo>
                    <a:pt x="12425" y="4359"/>
                  </a:lnTo>
                  <a:lnTo>
                    <a:pt x="12278" y="4399"/>
                  </a:lnTo>
                  <a:lnTo>
                    <a:pt x="12241" y="4465"/>
                  </a:lnTo>
                  <a:lnTo>
                    <a:pt x="12259" y="4518"/>
                  </a:lnTo>
                  <a:lnTo>
                    <a:pt x="12278" y="4572"/>
                  </a:lnTo>
                  <a:lnTo>
                    <a:pt x="12259" y="4625"/>
                  </a:lnTo>
                  <a:lnTo>
                    <a:pt x="12223" y="4625"/>
                  </a:lnTo>
                  <a:lnTo>
                    <a:pt x="12241" y="4652"/>
                  </a:lnTo>
                  <a:lnTo>
                    <a:pt x="12241" y="4678"/>
                  </a:lnTo>
                  <a:lnTo>
                    <a:pt x="12241" y="4705"/>
                  </a:lnTo>
                  <a:lnTo>
                    <a:pt x="12223" y="4758"/>
                  </a:lnTo>
                  <a:lnTo>
                    <a:pt x="12259" y="4785"/>
                  </a:lnTo>
                  <a:lnTo>
                    <a:pt x="12241" y="4812"/>
                  </a:lnTo>
                  <a:lnTo>
                    <a:pt x="12223" y="4838"/>
                  </a:lnTo>
                  <a:close/>
                  <a:moveTo>
                    <a:pt x="23063" y="599"/>
                  </a:moveTo>
                  <a:lnTo>
                    <a:pt x="23026" y="693"/>
                  </a:lnTo>
                  <a:lnTo>
                    <a:pt x="23026" y="773"/>
                  </a:lnTo>
                  <a:lnTo>
                    <a:pt x="23026" y="866"/>
                  </a:lnTo>
                  <a:lnTo>
                    <a:pt x="23063" y="959"/>
                  </a:lnTo>
                  <a:lnTo>
                    <a:pt x="23118" y="1013"/>
                  </a:lnTo>
                  <a:lnTo>
                    <a:pt x="23174" y="1039"/>
                  </a:lnTo>
                  <a:lnTo>
                    <a:pt x="23247" y="999"/>
                  </a:lnTo>
                  <a:lnTo>
                    <a:pt x="23284" y="933"/>
                  </a:lnTo>
                  <a:lnTo>
                    <a:pt x="23303" y="826"/>
                  </a:lnTo>
                  <a:lnTo>
                    <a:pt x="23321" y="746"/>
                  </a:lnTo>
                  <a:lnTo>
                    <a:pt x="23321" y="666"/>
                  </a:lnTo>
                  <a:lnTo>
                    <a:pt x="23303" y="559"/>
                  </a:lnTo>
                  <a:lnTo>
                    <a:pt x="23266" y="453"/>
                  </a:lnTo>
                  <a:lnTo>
                    <a:pt x="23321" y="279"/>
                  </a:lnTo>
                  <a:lnTo>
                    <a:pt x="23339" y="159"/>
                  </a:lnTo>
                  <a:lnTo>
                    <a:pt x="23284" y="26"/>
                  </a:lnTo>
                  <a:lnTo>
                    <a:pt x="23247" y="0"/>
                  </a:lnTo>
                  <a:lnTo>
                    <a:pt x="23229" y="13"/>
                  </a:lnTo>
                  <a:lnTo>
                    <a:pt x="23174" y="53"/>
                  </a:lnTo>
                  <a:lnTo>
                    <a:pt x="23155" y="93"/>
                  </a:lnTo>
                  <a:lnTo>
                    <a:pt x="23155" y="93"/>
                  </a:lnTo>
                  <a:lnTo>
                    <a:pt x="23118" y="93"/>
                  </a:lnTo>
                  <a:lnTo>
                    <a:pt x="23100" y="119"/>
                  </a:lnTo>
                  <a:lnTo>
                    <a:pt x="23081" y="146"/>
                  </a:lnTo>
                  <a:lnTo>
                    <a:pt x="23081" y="186"/>
                  </a:lnTo>
                  <a:lnTo>
                    <a:pt x="23081" y="213"/>
                  </a:lnTo>
                  <a:lnTo>
                    <a:pt x="23100" y="279"/>
                  </a:lnTo>
                  <a:lnTo>
                    <a:pt x="23118" y="333"/>
                  </a:lnTo>
                  <a:lnTo>
                    <a:pt x="23118" y="399"/>
                  </a:lnTo>
                  <a:lnTo>
                    <a:pt x="23118" y="426"/>
                  </a:lnTo>
                  <a:lnTo>
                    <a:pt x="23155" y="426"/>
                  </a:lnTo>
                  <a:lnTo>
                    <a:pt x="23155" y="426"/>
                  </a:lnTo>
                  <a:lnTo>
                    <a:pt x="23174" y="439"/>
                  </a:lnTo>
                  <a:lnTo>
                    <a:pt x="23210" y="453"/>
                  </a:lnTo>
                  <a:lnTo>
                    <a:pt x="23229" y="479"/>
                  </a:lnTo>
                  <a:lnTo>
                    <a:pt x="23100" y="546"/>
                  </a:lnTo>
                  <a:lnTo>
                    <a:pt x="23063" y="599"/>
                  </a:lnTo>
                  <a:close/>
                  <a:moveTo>
                    <a:pt x="15375" y="12690"/>
                  </a:moveTo>
                  <a:lnTo>
                    <a:pt x="15449" y="12717"/>
                  </a:lnTo>
                  <a:lnTo>
                    <a:pt x="15449" y="12917"/>
                  </a:lnTo>
                  <a:lnTo>
                    <a:pt x="15486" y="13077"/>
                  </a:lnTo>
                  <a:lnTo>
                    <a:pt x="15559" y="13210"/>
                  </a:lnTo>
                  <a:lnTo>
                    <a:pt x="15652" y="13303"/>
                  </a:lnTo>
                  <a:lnTo>
                    <a:pt x="15818" y="13357"/>
                  </a:lnTo>
                  <a:lnTo>
                    <a:pt x="16371" y="13237"/>
                  </a:lnTo>
                  <a:lnTo>
                    <a:pt x="16408" y="13197"/>
                  </a:lnTo>
                  <a:lnTo>
                    <a:pt x="16389" y="13077"/>
                  </a:lnTo>
                  <a:lnTo>
                    <a:pt x="16352" y="12983"/>
                  </a:lnTo>
                  <a:lnTo>
                    <a:pt x="16186" y="12797"/>
                  </a:lnTo>
                  <a:lnTo>
                    <a:pt x="16149" y="12770"/>
                  </a:lnTo>
                  <a:lnTo>
                    <a:pt x="16113" y="12757"/>
                  </a:lnTo>
                  <a:lnTo>
                    <a:pt x="16113" y="12690"/>
                  </a:lnTo>
                  <a:lnTo>
                    <a:pt x="16113" y="12677"/>
                  </a:lnTo>
                  <a:lnTo>
                    <a:pt x="16057" y="12557"/>
                  </a:lnTo>
                  <a:lnTo>
                    <a:pt x="16039" y="12450"/>
                  </a:lnTo>
                  <a:lnTo>
                    <a:pt x="16039" y="12383"/>
                  </a:lnTo>
                  <a:lnTo>
                    <a:pt x="16020" y="12317"/>
                  </a:lnTo>
                  <a:lnTo>
                    <a:pt x="15965" y="12263"/>
                  </a:lnTo>
                  <a:lnTo>
                    <a:pt x="15891" y="12197"/>
                  </a:lnTo>
                  <a:lnTo>
                    <a:pt x="15873" y="12183"/>
                  </a:lnTo>
                  <a:lnTo>
                    <a:pt x="15854" y="12210"/>
                  </a:lnTo>
                  <a:lnTo>
                    <a:pt x="15670" y="12343"/>
                  </a:lnTo>
                  <a:lnTo>
                    <a:pt x="15357" y="12423"/>
                  </a:lnTo>
                  <a:lnTo>
                    <a:pt x="15283" y="12503"/>
                  </a:lnTo>
                  <a:lnTo>
                    <a:pt x="15301" y="12583"/>
                  </a:lnTo>
                  <a:lnTo>
                    <a:pt x="15338" y="12650"/>
                  </a:lnTo>
                  <a:lnTo>
                    <a:pt x="15375" y="12690"/>
                  </a:lnTo>
                  <a:close/>
                  <a:moveTo>
                    <a:pt x="2267" y="2506"/>
                  </a:moveTo>
                  <a:lnTo>
                    <a:pt x="2322" y="2492"/>
                  </a:lnTo>
                  <a:lnTo>
                    <a:pt x="2617" y="2199"/>
                  </a:lnTo>
                  <a:lnTo>
                    <a:pt x="2710" y="2159"/>
                  </a:lnTo>
                  <a:lnTo>
                    <a:pt x="2746" y="2132"/>
                  </a:lnTo>
                  <a:lnTo>
                    <a:pt x="2746" y="2092"/>
                  </a:lnTo>
                  <a:lnTo>
                    <a:pt x="2746" y="1986"/>
                  </a:lnTo>
                  <a:lnTo>
                    <a:pt x="2710" y="1892"/>
                  </a:lnTo>
                  <a:lnTo>
                    <a:pt x="2673" y="1852"/>
                  </a:lnTo>
                  <a:lnTo>
                    <a:pt x="2599" y="1799"/>
                  </a:lnTo>
                  <a:lnTo>
                    <a:pt x="2415" y="1826"/>
                  </a:lnTo>
                  <a:lnTo>
                    <a:pt x="2341" y="1866"/>
                  </a:lnTo>
                  <a:lnTo>
                    <a:pt x="2064" y="2159"/>
                  </a:lnTo>
                  <a:lnTo>
                    <a:pt x="2027" y="2239"/>
                  </a:lnTo>
                  <a:lnTo>
                    <a:pt x="1991" y="2306"/>
                  </a:lnTo>
                  <a:lnTo>
                    <a:pt x="2027" y="2412"/>
                  </a:lnTo>
                  <a:lnTo>
                    <a:pt x="2064" y="2466"/>
                  </a:lnTo>
                  <a:lnTo>
                    <a:pt x="2267" y="2506"/>
                  </a:lnTo>
                  <a:close/>
                  <a:moveTo>
                    <a:pt x="14121" y="15049"/>
                  </a:moveTo>
                  <a:lnTo>
                    <a:pt x="14085" y="15076"/>
                  </a:lnTo>
                  <a:lnTo>
                    <a:pt x="14066" y="15076"/>
                  </a:lnTo>
                  <a:lnTo>
                    <a:pt x="13974" y="15063"/>
                  </a:lnTo>
                  <a:lnTo>
                    <a:pt x="13919" y="15049"/>
                  </a:lnTo>
                  <a:lnTo>
                    <a:pt x="13900" y="14996"/>
                  </a:lnTo>
                  <a:lnTo>
                    <a:pt x="13882" y="14943"/>
                  </a:lnTo>
                  <a:lnTo>
                    <a:pt x="13827" y="14916"/>
                  </a:lnTo>
                  <a:lnTo>
                    <a:pt x="13679" y="14903"/>
                  </a:lnTo>
                  <a:lnTo>
                    <a:pt x="13661" y="14916"/>
                  </a:lnTo>
                  <a:lnTo>
                    <a:pt x="13661" y="14956"/>
                  </a:lnTo>
                  <a:lnTo>
                    <a:pt x="13661" y="15009"/>
                  </a:lnTo>
                  <a:lnTo>
                    <a:pt x="13642" y="15009"/>
                  </a:lnTo>
                  <a:lnTo>
                    <a:pt x="13624" y="14970"/>
                  </a:lnTo>
                  <a:lnTo>
                    <a:pt x="13476" y="14996"/>
                  </a:lnTo>
                  <a:lnTo>
                    <a:pt x="13402" y="15049"/>
                  </a:lnTo>
                  <a:lnTo>
                    <a:pt x="13366" y="15169"/>
                  </a:lnTo>
                  <a:lnTo>
                    <a:pt x="13402" y="15196"/>
                  </a:lnTo>
                  <a:lnTo>
                    <a:pt x="13476" y="15183"/>
                  </a:lnTo>
                  <a:lnTo>
                    <a:pt x="13532" y="15143"/>
                  </a:lnTo>
                  <a:lnTo>
                    <a:pt x="13532" y="15129"/>
                  </a:lnTo>
                  <a:lnTo>
                    <a:pt x="13532" y="15076"/>
                  </a:lnTo>
                  <a:lnTo>
                    <a:pt x="13532" y="15076"/>
                  </a:lnTo>
                  <a:lnTo>
                    <a:pt x="13550" y="15063"/>
                  </a:lnTo>
                  <a:lnTo>
                    <a:pt x="13568" y="15076"/>
                  </a:lnTo>
                  <a:lnTo>
                    <a:pt x="13624" y="15063"/>
                  </a:lnTo>
                  <a:lnTo>
                    <a:pt x="14066" y="15156"/>
                  </a:lnTo>
                  <a:lnTo>
                    <a:pt x="14048" y="15209"/>
                  </a:lnTo>
                  <a:lnTo>
                    <a:pt x="13827" y="15316"/>
                  </a:lnTo>
                  <a:lnTo>
                    <a:pt x="13808" y="15289"/>
                  </a:lnTo>
                  <a:lnTo>
                    <a:pt x="13863" y="15223"/>
                  </a:lnTo>
                  <a:lnTo>
                    <a:pt x="13882" y="15209"/>
                  </a:lnTo>
                  <a:lnTo>
                    <a:pt x="13827" y="15129"/>
                  </a:lnTo>
                  <a:lnTo>
                    <a:pt x="13753" y="15183"/>
                  </a:lnTo>
                  <a:lnTo>
                    <a:pt x="13661" y="15423"/>
                  </a:lnTo>
                  <a:lnTo>
                    <a:pt x="13495" y="15503"/>
                  </a:lnTo>
                  <a:lnTo>
                    <a:pt x="13439" y="15529"/>
                  </a:lnTo>
                  <a:lnTo>
                    <a:pt x="13439" y="15556"/>
                  </a:lnTo>
                  <a:lnTo>
                    <a:pt x="13458" y="15556"/>
                  </a:lnTo>
                  <a:lnTo>
                    <a:pt x="13439" y="15609"/>
                  </a:lnTo>
                  <a:lnTo>
                    <a:pt x="13845" y="15529"/>
                  </a:lnTo>
                  <a:lnTo>
                    <a:pt x="13900" y="15569"/>
                  </a:lnTo>
                  <a:lnTo>
                    <a:pt x="13827" y="15609"/>
                  </a:lnTo>
                  <a:lnTo>
                    <a:pt x="13679" y="15623"/>
                  </a:lnTo>
                  <a:lnTo>
                    <a:pt x="13587" y="15676"/>
                  </a:lnTo>
                  <a:lnTo>
                    <a:pt x="13568" y="15703"/>
                  </a:lnTo>
                  <a:lnTo>
                    <a:pt x="13568" y="15729"/>
                  </a:lnTo>
                  <a:lnTo>
                    <a:pt x="13587" y="15756"/>
                  </a:lnTo>
                  <a:lnTo>
                    <a:pt x="13624" y="15783"/>
                  </a:lnTo>
                  <a:lnTo>
                    <a:pt x="13697" y="15743"/>
                  </a:lnTo>
                  <a:lnTo>
                    <a:pt x="13734" y="15729"/>
                  </a:lnTo>
                  <a:lnTo>
                    <a:pt x="13790" y="15756"/>
                  </a:lnTo>
                  <a:lnTo>
                    <a:pt x="13624" y="15849"/>
                  </a:lnTo>
                  <a:lnTo>
                    <a:pt x="13513" y="15809"/>
                  </a:lnTo>
                  <a:lnTo>
                    <a:pt x="13144" y="15929"/>
                  </a:lnTo>
                  <a:lnTo>
                    <a:pt x="13071" y="15983"/>
                  </a:lnTo>
                  <a:lnTo>
                    <a:pt x="13071" y="16009"/>
                  </a:lnTo>
                  <a:lnTo>
                    <a:pt x="13089" y="16023"/>
                  </a:lnTo>
                  <a:lnTo>
                    <a:pt x="13108" y="16049"/>
                  </a:lnTo>
                  <a:lnTo>
                    <a:pt x="13126" y="16049"/>
                  </a:lnTo>
                  <a:lnTo>
                    <a:pt x="13108" y="16116"/>
                  </a:lnTo>
                  <a:lnTo>
                    <a:pt x="13108" y="16129"/>
                  </a:lnTo>
                  <a:lnTo>
                    <a:pt x="13034" y="16089"/>
                  </a:lnTo>
                  <a:lnTo>
                    <a:pt x="12997" y="16063"/>
                  </a:lnTo>
                  <a:lnTo>
                    <a:pt x="12960" y="16063"/>
                  </a:lnTo>
                  <a:lnTo>
                    <a:pt x="12942" y="16076"/>
                  </a:lnTo>
                  <a:lnTo>
                    <a:pt x="12942" y="16103"/>
                  </a:lnTo>
                  <a:lnTo>
                    <a:pt x="12942" y="16129"/>
                  </a:lnTo>
                  <a:lnTo>
                    <a:pt x="12942" y="16143"/>
                  </a:lnTo>
                  <a:lnTo>
                    <a:pt x="12942" y="16183"/>
                  </a:lnTo>
                  <a:lnTo>
                    <a:pt x="12905" y="16329"/>
                  </a:lnTo>
                  <a:lnTo>
                    <a:pt x="12849" y="16396"/>
                  </a:lnTo>
                  <a:lnTo>
                    <a:pt x="12776" y="16529"/>
                  </a:lnTo>
                  <a:lnTo>
                    <a:pt x="12794" y="16556"/>
                  </a:lnTo>
                  <a:lnTo>
                    <a:pt x="12794" y="16609"/>
                  </a:lnTo>
                  <a:lnTo>
                    <a:pt x="12757" y="16636"/>
                  </a:lnTo>
                  <a:lnTo>
                    <a:pt x="12757" y="16676"/>
                  </a:lnTo>
                  <a:lnTo>
                    <a:pt x="12776" y="16756"/>
                  </a:lnTo>
                  <a:lnTo>
                    <a:pt x="12794" y="16822"/>
                  </a:lnTo>
                  <a:lnTo>
                    <a:pt x="12794" y="16916"/>
                  </a:lnTo>
                  <a:lnTo>
                    <a:pt x="12776" y="16982"/>
                  </a:lnTo>
                  <a:lnTo>
                    <a:pt x="12757" y="17022"/>
                  </a:lnTo>
                  <a:lnTo>
                    <a:pt x="12813" y="17049"/>
                  </a:lnTo>
                  <a:lnTo>
                    <a:pt x="12849" y="17022"/>
                  </a:lnTo>
                  <a:lnTo>
                    <a:pt x="12905" y="16982"/>
                  </a:lnTo>
                  <a:lnTo>
                    <a:pt x="12923" y="16942"/>
                  </a:lnTo>
                  <a:lnTo>
                    <a:pt x="13218" y="16929"/>
                  </a:lnTo>
                  <a:lnTo>
                    <a:pt x="13273" y="16942"/>
                  </a:lnTo>
                  <a:lnTo>
                    <a:pt x="13292" y="17022"/>
                  </a:lnTo>
                  <a:lnTo>
                    <a:pt x="13273" y="17062"/>
                  </a:lnTo>
                  <a:lnTo>
                    <a:pt x="13218" y="17062"/>
                  </a:lnTo>
                  <a:lnTo>
                    <a:pt x="13163" y="17036"/>
                  </a:lnTo>
                  <a:lnTo>
                    <a:pt x="13181" y="17102"/>
                  </a:lnTo>
                  <a:lnTo>
                    <a:pt x="13181" y="17156"/>
                  </a:lnTo>
                  <a:lnTo>
                    <a:pt x="13181" y="17209"/>
                  </a:lnTo>
                  <a:lnTo>
                    <a:pt x="13163" y="17262"/>
                  </a:lnTo>
                  <a:lnTo>
                    <a:pt x="13200" y="17342"/>
                  </a:lnTo>
                  <a:lnTo>
                    <a:pt x="13273" y="17396"/>
                  </a:lnTo>
                  <a:lnTo>
                    <a:pt x="13439" y="17382"/>
                  </a:lnTo>
                  <a:lnTo>
                    <a:pt x="13495" y="17369"/>
                  </a:lnTo>
                  <a:lnTo>
                    <a:pt x="13513" y="17329"/>
                  </a:lnTo>
                  <a:lnTo>
                    <a:pt x="13513" y="17276"/>
                  </a:lnTo>
                  <a:lnTo>
                    <a:pt x="13532" y="17249"/>
                  </a:lnTo>
                  <a:lnTo>
                    <a:pt x="13513" y="17209"/>
                  </a:lnTo>
                  <a:lnTo>
                    <a:pt x="13513" y="17182"/>
                  </a:lnTo>
                  <a:lnTo>
                    <a:pt x="13532" y="17156"/>
                  </a:lnTo>
                  <a:lnTo>
                    <a:pt x="13532" y="17129"/>
                  </a:lnTo>
                  <a:lnTo>
                    <a:pt x="13587" y="17022"/>
                  </a:lnTo>
                  <a:lnTo>
                    <a:pt x="13568" y="16982"/>
                  </a:lnTo>
                  <a:lnTo>
                    <a:pt x="13587" y="16916"/>
                  </a:lnTo>
                  <a:lnTo>
                    <a:pt x="13568" y="16862"/>
                  </a:lnTo>
                  <a:lnTo>
                    <a:pt x="13679" y="16822"/>
                  </a:lnTo>
                  <a:lnTo>
                    <a:pt x="13734" y="16849"/>
                  </a:lnTo>
                  <a:lnTo>
                    <a:pt x="13753" y="16889"/>
                  </a:lnTo>
                  <a:lnTo>
                    <a:pt x="13716" y="16916"/>
                  </a:lnTo>
                  <a:lnTo>
                    <a:pt x="13679" y="16996"/>
                  </a:lnTo>
                  <a:lnTo>
                    <a:pt x="13642" y="17062"/>
                  </a:lnTo>
                  <a:lnTo>
                    <a:pt x="13624" y="17156"/>
                  </a:lnTo>
                  <a:lnTo>
                    <a:pt x="13679" y="17142"/>
                  </a:lnTo>
                  <a:lnTo>
                    <a:pt x="13697" y="17129"/>
                  </a:lnTo>
                  <a:lnTo>
                    <a:pt x="13734" y="17076"/>
                  </a:lnTo>
                  <a:lnTo>
                    <a:pt x="13753" y="17076"/>
                  </a:lnTo>
                  <a:lnTo>
                    <a:pt x="13790" y="17076"/>
                  </a:lnTo>
                  <a:lnTo>
                    <a:pt x="13808" y="17076"/>
                  </a:lnTo>
                  <a:lnTo>
                    <a:pt x="13808" y="17116"/>
                  </a:lnTo>
                  <a:lnTo>
                    <a:pt x="13827" y="17169"/>
                  </a:lnTo>
                  <a:lnTo>
                    <a:pt x="13679" y="17196"/>
                  </a:lnTo>
                  <a:lnTo>
                    <a:pt x="13642" y="17249"/>
                  </a:lnTo>
                  <a:lnTo>
                    <a:pt x="13679" y="17329"/>
                  </a:lnTo>
                  <a:lnTo>
                    <a:pt x="13734" y="17396"/>
                  </a:lnTo>
                  <a:lnTo>
                    <a:pt x="13845" y="17422"/>
                  </a:lnTo>
                  <a:lnTo>
                    <a:pt x="13845" y="17436"/>
                  </a:lnTo>
                  <a:lnTo>
                    <a:pt x="13900" y="17516"/>
                  </a:lnTo>
                  <a:lnTo>
                    <a:pt x="13992" y="17569"/>
                  </a:lnTo>
                  <a:lnTo>
                    <a:pt x="14066" y="17609"/>
                  </a:lnTo>
                  <a:lnTo>
                    <a:pt x="14158" y="17609"/>
                  </a:lnTo>
                  <a:lnTo>
                    <a:pt x="14158" y="17676"/>
                  </a:lnTo>
                  <a:lnTo>
                    <a:pt x="14121" y="17702"/>
                  </a:lnTo>
                  <a:lnTo>
                    <a:pt x="14103" y="17702"/>
                  </a:lnTo>
                  <a:lnTo>
                    <a:pt x="14066" y="17702"/>
                  </a:lnTo>
                  <a:lnTo>
                    <a:pt x="14121" y="17742"/>
                  </a:lnTo>
                  <a:lnTo>
                    <a:pt x="14416" y="17769"/>
                  </a:lnTo>
                  <a:lnTo>
                    <a:pt x="14416" y="17729"/>
                  </a:lnTo>
                  <a:lnTo>
                    <a:pt x="14398" y="17689"/>
                  </a:lnTo>
                  <a:lnTo>
                    <a:pt x="14416" y="17649"/>
                  </a:lnTo>
                  <a:lnTo>
                    <a:pt x="14435" y="17636"/>
                  </a:lnTo>
                  <a:lnTo>
                    <a:pt x="14453" y="17662"/>
                  </a:lnTo>
                  <a:lnTo>
                    <a:pt x="14453" y="17662"/>
                  </a:lnTo>
                  <a:lnTo>
                    <a:pt x="14527" y="17769"/>
                  </a:lnTo>
                  <a:lnTo>
                    <a:pt x="14601" y="17796"/>
                  </a:lnTo>
                  <a:lnTo>
                    <a:pt x="14822" y="17782"/>
                  </a:lnTo>
                  <a:lnTo>
                    <a:pt x="14840" y="17796"/>
                  </a:lnTo>
                  <a:lnTo>
                    <a:pt x="14877" y="17836"/>
                  </a:lnTo>
                  <a:lnTo>
                    <a:pt x="14785" y="17969"/>
                  </a:lnTo>
                  <a:lnTo>
                    <a:pt x="14804" y="18062"/>
                  </a:lnTo>
                  <a:lnTo>
                    <a:pt x="14877" y="18102"/>
                  </a:lnTo>
                  <a:lnTo>
                    <a:pt x="14970" y="18089"/>
                  </a:lnTo>
                  <a:lnTo>
                    <a:pt x="14914" y="17982"/>
                  </a:lnTo>
                  <a:lnTo>
                    <a:pt x="14914" y="17929"/>
                  </a:lnTo>
                  <a:lnTo>
                    <a:pt x="14896" y="17862"/>
                  </a:lnTo>
                  <a:lnTo>
                    <a:pt x="14933" y="17809"/>
                  </a:lnTo>
                  <a:lnTo>
                    <a:pt x="14970" y="17796"/>
                  </a:lnTo>
                  <a:lnTo>
                    <a:pt x="15062" y="17796"/>
                  </a:lnTo>
                  <a:lnTo>
                    <a:pt x="15080" y="17822"/>
                  </a:lnTo>
                  <a:lnTo>
                    <a:pt x="14933" y="17929"/>
                  </a:lnTo>
                  <a:lnTo>
                    <a:pt x="14970" y="17956"/>
                  </a:lnTo>
                  <a:lnTo>
                    <a:pt x="15025" y="17956"/>
                  </a:lnTo>
                  <a:lnTo>
                    <a:pt x="15080" y="17929"/>
                  </a:lnTo>
                  <a:lnTo>
                    <a:pt x="15117" y="17876"/>
                  </a:lnTo>
                  <a:lnTo>
                    <a:pt x="15117" y="17862"/>
                  </a:lnTo>
                  <a:lnTo>
                    <a:pt x="15135" y="17836"/>
                  </a:lnTo>
                  <a:lnTo>
                    <a:pt x="15154" y="17809"/>
                  </a:lnTo>
                  <a:lnTo>
                    <a:pt x="15172" y="17796"/>
                  </a:lnTo>
                  <a:lnTo>
                    <a:pt x="15191" y="17796"/>
                  </a:lnTo>
                  <a:lnTo>
                    <a:pt x="15689" y="18115"/>
                  </a:lnTo>
                  <a:lnTo>
                    <a:pt x="15689" y="18182"/>
                  </a:lnTo>
                  <a:lnTo>
                    <a:pt x="15670" y="18249"/>
                  </a:lnTo>
                  <a:lnTo>
                    <a:pt x="15652" y="18315"/>
                  </a:lnTo>
                  <a:lnTo>
                    <a:pt x="15707" y="18342"/>
                  </a:lnTo>
                  <a:lnTo>
                    <a:pt x="15744" y="18355"/>
                  </a:lnTo>
                  <a:lnTo>
                    <a:pt x="15836" y="18369"/>
                  </a:lnTo>
                  <a:lnTo>
                    <a:pt x="15928" y="18422"/>
                  </a:lnTo>
                  <a:lnTo>
                    <a:pt x="15984" y="18422"/>
                  </a:lnTo>
                  <a:lnTo>
                    <a:pt x="16057" y="18315"/>
                  </a:lnTo>
                  <a:lnTo>
                    <a:pt x="16149" y="18315"/>
                  </a:lnTo>
                  <a:lnTo>
                    <a:pt x="16205" y="18355"/>
                  </a:lnTo>
                  <a:lnTo>
                    <a:pt x="16260" y="18462"/>
                  </a:lnTo>
                  <a:lnTo>
                    <a:pt x="16371" y="18555"/>
                  </a:lnTo>
                  <a:lnTo>
                    <a:pt x="16868" y="18529"/>
                  </a:lnTo>
                  <a:lnTo>
                    <a:pt x="16905" y="18475"/>
                  </a:lnTo>
                  <a:lnTo>
                    <a:pt x="17145" y="18382"/>
                  </a:lnTo>
                  <a:lnTo>
                    <a:pt x="17163" y="18395"/>
                  </a:lnTo>
                  <a:lnTo>
                    <a:pt x="17256" y="18449"/>
                  </a:lnTo>
                  <a:lnTo>
                    <a:pt x="17311" y="18475"/>
                  </a:lnTo>
                  <a:lnTo>
                    <a:pt x="18380" y="18329"/>
                  </a:lnTo>
                  <a:lnTo>
                    <a:pt x="18509" y="18235"/>
                  </a:lnTo>
                  <a:lnTo>
                    <a:pt x="18565" y="18155"/>
                  </a:lnTo>
                  <a:lnTo>
                    <a:pt x="18601" y="18075"/>
                  </a:lnTo>
                  <a:lnTo>
                    <a:pt x="18601" y="18022"/>
                  </a:lnTo>
                  <a:lnTo>
                    <a:pt x="18565" y="17942"/>
                  </a:lnTo>
                  <a:lnTo>
                    <a:pt x="18509" y="17916"/>
                  </a:lnTo>
                  <a:lnTo>
                    <a:pt x="18380" y="17902"/>
                  </a:lnTo>
                  <a:lnTo>
                    <a:pt x="18528" y="17902"/>
                  </a:lnTo>
                  <a:lnTo>
                    <a:pt x="18583" y="17862"/>
                  </a:lnTo>
                  <a:lnTo>
                    <a:pt x="18583" y="17769"/>
                  </a:lnTo>
                  <a:lnTo>
                    <a:pt x="18583" y="17676"/>
                  </a:lnTo>
                  <a:lnTo>
                    <a:pt x="18583" y="17436"/>
                  </a:lnTo>
                  <a:lnTo>
                    <a:pt x="18583" y="17396"/>
                  </a:lnTo>
                  <a:lnTo>
                    <a:pt x="18565" y="17276"/>
                  </a:lnTo>
                  <a:lnTo>
                    <a:pt x="18565" y="17209"/>
                  </a:lnTo>
                  <a:lnTo>
                    <a:pt x="18546" y="17142"/>
                  </a:lnTo>
                  <a:lnTo>
                    <a:pt x="18528" y="17076"/>
                  </a:lnTo>
                  <a:lnTo>
                    <a:pt x="18472" y="16969"/>
                  </a:lnTo>
                  <a:lnTo>
                    <a:pt x="18454" y="16849"/>
                  </a:lnTo>
                  <a:lnTo>
                    <a:pt x="18417" y="16756"/>
                  </a:lnTo>
                  <a:lnTo>
                    <a:pt x="18325" y="16622"/>
                  </a:lnTo>
                  <a:lnTo>
                    <a:pt x="18251" y="16529"/>
                  </a:lnTo>
                  <a:lnTo>
                    <a:pt x="18233" y="16502"/>
                  </a:lnTo>
                  <a:lnTo>
                    <a:pt x="18196" y="16489"/>
                  </a:lnTo>
                  <a:lnTo>
                    <a:pt x="18067" y="16556"/>
                  </a:lnTo>
                  <a:lnTo>
                    <a:pt x="18048" y="16529"/>
                  </a:lnTo>
                  <a:lnTo>
                    <a:pt x="18067" y="16489"/>
                  </a:lnTo>
                  <a:lnTo>
                    <a:pt x="18085" y="16463"/>
                  </a:lnTo>
                  <a:lnTo>
                    <a:pt x="18196" y="16409"/>
                  </a:lnTo>
                  <a:lnTo>
                    <a:pt x="18251" y="16369"/>
                  </a:lnTo>
                  <a:lnTo>
                    <a:pt x="18270" y="16356"/>
                  </a:lnTo>
                  <a:lnTo>
                    <a:pt x="18251" y="16276"/>
                  </a:lnTo>
                  <a:lnTo>
                    <a:pt x="18233" y="16263"/>
                  </a:lnTo>
                  <a:lnTo>
                    <a:pt x="18270" y="16209"/>
                  </a:lnTo>
                  <a:lnTo>
                    <a:pt x="18288" y="16143"/>
                  </a:lnTo>
                  <a:lnTo>
                    <a:pt x="18288" y="16076"/>
                  </a:lnTo>
                  <a:lnTo>
                    <a:pt x="18233" y="15996"/>
                  </a:lnTo>
                  <a:lnTo>
                    <a:pt x="18067" y="15836"/>
                  </a:lnTo>
                  <a:lnTo>
                    <a:pt x="18030" y="15756"/>
                  </a:lnTo>
                  <a:lnTo>
                    <a:pt x="18104" y="15636"/>
                  </a:lnTo>
                  <a:lnTo>
                    <a:pt x="18141" y="15583"/>
                  </a:lnTo>
                  <a:lnTo>
                    <a:pt x="18141" y="15503"/>
                  </a:lnTo>
                  <a:lnTo>
                    <a:pt x="18141" y="15463"/>
                  </a:lnTo>
                  <a:lnTo>
                    <a:pt x="17809" y="15316"/>
                  </a:lnTo>
                  <a:lnTo>
                    <a:pt x="17569" y="15316"/>
                  </a:lnTo>
                  <a:lnTo>
                    <a:pt x="17569" y="15289"/>
                  </a:lnTo>
                  <a:lnTo>
                    <a:pt x="17698" y="15276"/>
                  </a:lnTo>
                  <a:lnTo>
                    <a:pt x="17790" y="15263"/>
                  </a:lnTo>
                  <a:lnTo>
                    <a:pt x="17827" y="15196"/>
                  </a:lnTo>
                  <a:lnTo>
                    <a:pt x="17809" y="15169"/>
                  </a:lnTo>
                  <a:lnTo>
                    <a:pt x="17753" y="15076"/>
                  </a:lnTo>
                  <a:lnTo>
                    <a:pt x="17735" y="15049"/>
                  </a:lnTo>
                  <a:lnTo>
                    <a:pt x="17717" y="15036"/>
                  </a:lnTo>
                  <a:lnTo>
                    <a:pt x="17551" y="15009"/>
                  </a:lnTo>
                  <a:lnTo>
                    <a:pt x="17348" y="14810"/>
                  </a:lnTo>
                  <a:lnTo>
                    <a:pt x="17145" y="14730"/>
                  </a:lnTo>
                  <a:lnTo>
                    <a:pt x="17090" y="14663"/>
                  </a:lnTo>
                  <a:lnTo>
                    <a:pt x="17016" y="14556"/>
                  </a:lnTo>
                  <a:lnTo>
                    <a:pt x="16352" y="13996"/>
                  </a:lnTo>
                  <a:lnTo>
                    <a:pt x="15467" y="13863"/>
                  </a:lnTo>
                  <a:lnTo>
                    <a:pt x="15430" y="13876"/>
                  </a:lnTo>
                  <a:lnTo>
                    <a:pt x="15338" y="13956"/>
                  </a:lnTo>
                  <a:lnTo>
                    <a:pt x="15320" y="13970"/>
                  </a:lnTo>
                  <a:lnTo>
                    <a:pt x="15191" y="13970"/>
                  </a:lnTo>
                  <a:lnTo>
                    <a:pt x="15172" y="13983"/>
                  </a:lnTo>
                  <a:lnTo>
                    <a:pt x="15135" y="14036"/>
                  </a:lnTo>
                  <a:lnTo>
                    <a:pt x="15117" y="14076"/>
                  </a:lnTo>
                  <a:lnTo>
                    <a:pt x="15062" y="14116"/>
                  </a:lnTo>
                  <a:lnTo>
                    <a:pt x="14988" y="14130"/>
                  </a:lnTo>
                  <a:lnTo>
                    <a:pt x="14914" y="14116"/>
                  </a:lnTo>
                  <a:lnTo>
                    <a:pt x="14822" y="14090"/>
                  </a:lnTo>
                  <a:lnTo>
                    <a:pt x="14785" y="14090"/>
                  </a:lnTo>
                  <a:lnTo>
                    <a:pt x="14767" y="14090"/>
                  </a:lnTo>
                  <a:lnTo>
                    <a:pt x="14748" y="14130"/>
                  </a:lnTo>
                  <a:lnTo>
                    <a:pt x="14730" y="14156"/>
                  </a:lnTo>
                  <a:lnTo>
                    <a:pt x="14730" y="14183"/>
                  </a:lnTo>
                  <a:lnTo>
                    <a:pt x="14711" y="14263"/>
                  </a:lnTo>
                  <a:lnTo>
                    <a:pt x="14675" y="14303"/>
                  </a:lnTo>
                  <a:lnTo>
                    <a:pt x="14656" y="14303"/>
                  </a:lnTo>
                  <a:lnTo>
                    <a:pt x="14619" y="14250"/>
                  </a:lnTo>
                  <a:lnTo>
                    <a:pt x="14582" y="14236"/>
                  </a:lnTo>
                  <a:lnTo>
                    <a:pt x="14564" y="14236"/>
                  </a:lnTo>
                  <a:lnTo>
                    <a:pt x="14435" y="14316"/>
                  </a:lnTo>
                  <a:lnTo>
                    <a:pt x="14306" y="14356"/>
                  </a:lnTo>
                  <a:lnTo>
                    <a:pt x="13992" y="14583"/>
                  </a:lnTo>
                  <a:lnTo>
                    <a:pt x="13919" y="14770"/>
                  </a:lnTo>
                  <a:lnTo>
                    <a:pt x="13974" y="14863"/>
                  </a:lnTo>
                  <a:lnTo>
                    <a:pt x="14011" y="14903"/>
                  </a:lnTo>
                  <a:lnTo>
                    <a:pt x="14066" y="14916"/>
                  </a:lnTo>
                  <a:lnTo>
                    <a:pt x="14177" y="14930"/>
                  </a:lnTo>
                  <a:lnTo>
                    <a:pt x="14214" y="14956"/>
                  </a:lnTo>
                  <a:lnTo>
                    <a:pt x="14232" y="14996"/>
                  </a:lnTo>
                  <a:lnTo>
                    <a:pt x="14195" y="15049"/>
                  </a:lnTo>
                  <a:lnTo>
                    <a:pt x="14121" y="15049"/>
                  </a:lnTo>
                  <a:close/>
                  <a:moveTo>
                    <a:pt x="2396" y="12410"/>
                  </a:moveTo>
                  <a:lnTo>
                    <a:pt x="2765" y="12317"/>
                  </a:lnTo>
                  <a:lnTo>
                    <a:pt x="2802" y="12277"/>
                  </a:lnTo>
                  <a:lnTo>
                    <a:pt x="2820" y="12170"/>
                  </a:lnTo>
                  <a:lnTo>
                    <a:pt x="2820" y="12077"/>
                  </a:lnTo>
                  <a:lnTo>
                    <a:pt x="2783" y="12023"/>
                  </a:lnTo>
                  <a:lnTo>
                    <a:pt x="2636" y="11970"/>
                  </a:lnTo>
                  <a:lnTo>
                    <a:pt x="1622" y="12130"/>
                  </a:lnTo>
                  <a:lnTo>
                    <a:pt x="1493" y="12117"/>
                  </a:lnTo>
                  <a:lnTo>
                    <a:pt x="1438" y="12130"/>
                  </a:lnTo>
                  <a:lnTo>
                    <a:pt x="1327" y="12237"/>
                  </a:lnTo>
                  <a:lnTo>
                    <a:pt x="1272" y="12250"/>
                  </a:lnTo>
                  <a:lnTo>
                    <a:pt x="1143" y="12237"/>
                  </a:lnTo>
                  <a:lnTo>
                    <a:pt x="829" y="12410"/>
                  </a:lnTo>
                  <a:lnTo>
                    <a:pt x="442" y="12410"/>
                  </a:lnTo>
                  <a:lnTo>
                    <a:pt x="276" y="12543"/>
                  </a:lnTo>
                  <a:lnTo>
                    <a:pt x="0" y="12557"/>
                  </a:lnTo>
                  <a:lnTo>
                    <a:pt x="36" y="12583"/>
                  </a:lnTo>
                  <a:lnTo>
                    <a:pt x="73" y="12597"/>
                  </a:lnTo>
                  <a:lnTo>
                    <a:pt x="73" y="12637"/>
                  </a:lnTo>
                  <a:lnTo>
                    <a:pt x="92" y="12757"/>
                  </a:lnTo>
                  <a:lnTo>
                    <a:pt x="129" y="12770"/>
                  </a:lnTo>
                  <a:lnTo>
                    <a:pt x="276" y="12757"/>
                  </a:lnTo>
                  <a:lnTo>
                    <a:pt x="460" y="12823"/>
                  </a:lnTo>
                  <a:lnTo>
                    <a:pt x="2396" y="12410"/>
                  </a:lnTo>
                  <a:close/>
                  <a:moveTo>
                    <a:pt x="4922" y="3865"/>
                  </a:moveTo>
                  <a:lnTo>
                    <a:pt x="4295" y="3625"/>
                  </a:lnTo>
                  <a:lnTo>
                    <a:pt x="4221" y="3559"/>
                  </a:lnTo>
                  <a:lnTo>
                    <a:pt x="4166" y="3559"/>
                  </a:lnTo>
                  <a:lnTo>
                    <a:pt x="4074" y="3599"/>
                  </a:lnTo>
                  <a:lnTo>
                    <a:pt x="3189" y="3612"/>
                  </a:lnTo>
                  <a:lnTo>
                    <a:pt x="3134" y="3639"/>
                  </a:lnTo>
                  <a:lnTo>
                    <a:pt x="3041" y="3719"/>
                  </a:lnTo>
                  <a:lnTo>
                    <a:pt x="2986" y="3852"/>
                  </a:lnTo>
                  <a:lnTo>
                    <a:pt x="3023" y="3932"/>
                  </a:lnTo>
                  <a:lnTo>
                    <a:pt x="3023" y="3972"/>
                  </a:lnTo>
                  <a:lnTo>
                    <a:pt x="2986" y="4039"/>
                  </a:lnTo>
                  <a:lnTo>
                    <a:pt x="3023" y="4105"/>
                  </a:lnTo>
                  <a:lnTo>
                    <a:pt x="3060" y="4159"/>
                  </a:lnTo>
                  <a:lnTo>
                    <a:pt x="3115" y="4199"/>
                  </a:lnTo>
                  <a:lnTo>
                    <a:pt x="3134" y="4212"/>
                  </a:lnTo>
                  <a:lnTo>
                    <a:pt x="3134" y="4252"/>
                  </a:lnTo>
                  <a:lnTo>
                    <a:pt x="3115" y="4279"/>
                  </a:lnTo>
                  <a:lnTo>
                    <a:pt x="3115" y="4305"/>
                  </a:lnTo>
                  <a:lnTo>
                    <a:pt x="3078" y="4292"/>
                  </a:lnTo>
                  <a:lnTo>
                    <a:pt x="3078" y="4332"/>
                  </a:lnTo>
                  <a:lnTo>
                    <a:pt x="3318" y="4399"/>
                  </a:lnTo>
                  <a:lnTo>
                    <a:pt x="3484" y="4518"/>
                  </a:lnTo>
                  <a:lnTo>
                    <a:pt x="4037" y="4612"/>
                  </a:lnTo>
                  <a:lnTo>
                    <a:pt x="4295" y="4505"/>
                  </a:lnTo>
                  <a:lnTo>
                    <a:pt x="4406" y="4372"/>
                  </a:lnTo>
                  <a:lnTo>
                    <a:pt x="4479" y="4385"/>
                  </a:lnTo>
                  <a:lnTo>
                    <a:pt x="4572" y="4412"/>
                  </a:lnTo>
                  <a:lnTo>
                    <a:pt x="4627" y="4412"/>
                  </a:lnTo>
                  <a:lnTo>
                    <a:pt x="4701" y="4372"/>
                  </a:lnTo>
                  <a:lnTo>
                    <a:pt x="4996" y="4425"/>
                  </a:lnTo>
                  <a:lnTo>
                    <a:pt x="5162" y="4385"/>
                  </a:lnTo>
                  <a:lnTo>
                    <a:pt x="5235" y="4399"/>
                  </a:lnTo>
                  <a:lnTo>
                    <a:pt x="5291" y="4385"/>
                  </a:lnTo>
                  <a:lnTo>
                    <a:pt x="5328" y="4305"/>
                  </a:lnTo>
                  <a:lnTo>
                    <a:pt x="5291" y="4239"/>
                  </a:lnTo>
                  <a:lnTo>
                    <a:pt x="4922" y="3865"/>
                  </a:lnTo>
                  <a:close/>
                  <a:moveTo>
                    <a:pt x="940" y="13423"/>
                  </a:moveTo>
                  <a:lnTo>
                    <a:pt x="1032" y="13490"/>
                  </a:lnTo>
                  <a:lnTo>
                    <a:pt x="1751" y="13516"/>
                  </a:lnTo>
                  <a:lnTo>
                    <a:pt x="1806" y="13477"/>
                  </a:lnTo>
                  <a:lnTo>
                    <a:pt x="1806" y="13450"/>
                  </a:lnTo>
                  <a:lnTo>
                    <a:pt x="1935" y="13423"/>
                  </a:lnTo>
                  <a:lnTo>
                    <a:pt x="1917" y="13450"/>
                  </a:lnTo>
                  <a:lnTo>
                    <a:pt x="1935" y="13477"/>
                  </a:lnTo>
                  <a:lnTo>
                    <a:pt x="1972" y="13490"/>
                  </a:lnTo>
                  <a:lnTo>
                    <a:pt x="2046" y="13477"/>
                  </a:lnTo>
                  <a:lnTo>
                    <a:pt x="2046" y="13397"/>
                  </a:lnTo>
                  <a:lnTo>
                    <a:pt x="2083" y="13397"/>
                  </a:lnTo>
                  <a:lnTo>
                    <a:pt x="2157" y="13450"/>
                  </a:lnTo>
                  <a:lnTo>
                    <a:pt x="2267" y="13437"/>
                  </a:lnTo>
                  <a:lnTo>
                    <a:pt x="2451" y="13317"/>
                  </a:lnTo>
                  <a:lnTo>
                    <a:pt x="2470" y="13263"/>
                  </a:lnTo>
                  <a:lnTo>
                    <a:pt x="2488" y="13210"/>
                  </a:lnTo>
                  <a:lnTo>
                    <a:pt x="2544" y="13037"/>
                  </a:lnTo>
                  <a:lnTo>
                    <a:pt x="2581" y="12983"/>
                  </a:lnTo>
                  <a:lnTo>
                    <a:pt x="2654" y="12890"/>
                  </a:lnTo>
                  <a:lnTo>
                    <a:pt x="3170" y="12783"/>
                  </a:lnTo>
                  <a:lnTo>
                    <a:pt x="3355" y="12690"/>
                  </a:lnTo>
                  <a:lnTo>
                    <a:pt x="3355" y="12663"/>
                  </a:lnTo>
                  <a:lnTo>
                    <a:pt x="3355" y="12650"/>
                  </a:lnTo>
                  <a:lnTo>
                    <a:pt x="3355" y="12637"/>
                  </a:lnTo>
                  <a:lnTo>
                    <a:pt x="3373" y="12623"/>
                  </a:lnTo>
                  <a:lnTo>
                    <a:pt x="3336" y="12597"/>
                  </a:lnTo>
                  <a:lnTo>
                    <a:pt x="3189" y="12583"/>
                  </a:lnTo>
                  <a:lnTo>
                    <a:pt x="3189" y="12557"/>
                  </a:lnTo>
                  <a:lnTo>
                    <a:pt x="3226" y="12517"/>
                  </a:lnTo>
                  <a:lnTo>
                    <a:pt x="2986" y="12423"/>
                  </a:lnTo>
                  <a:lnTo>
                    <a:pt x="2654" y="12530"/>
                  </a:lnTo>
                  <a:lnTo>
                    <a:pt x="2507" y="12517"/>
                  </a:lnTo>
                  <a:lnTo>
                    <a:pt x="1567" y="12783"/>
                  </a:lnTo>
                  <a:lnTo>
                    <a:pt x="1511" y="12823"/>
                  </a:lnTo>
                  <a:lnTo>
                    <a:pt x="1438" y="12863"/>
                  </a:lnTo>
                  <a:lnTo>
                    <a:pt x="1401" y="12943"/>
                  </a:lnTo>
                  <a:lnTo>
                    <a:pt x="1382" y="13037"/>
                  </a:lnTo>
                  <a:lnTo>
                    <a:pt x="1419" y="13077"/>
                  </a:lnTo>
                  <a:lnTo>
                    <a:pt x="1493" y="13077"/>
                  </a:lnTo>
                  <a:lnTo>
                    <a:pt x="1530" y="13117"/>
                  </a:lnTo>
                  <a:lnTo>
                    <a:pt x="1308" y="13090"/>
                  </a:lnTo>
                  <a:lnTo>
                    <a:pt x="1179" y="13117"/>
                  </a:lnTo>
                  <a:lnTo>
                    <a:pt x="1069" y="13223"/>
                  </a:lnTo>
                  <a:lnTo>
                    <a:pt x="1179" y="13237"/>
                  </a:lnTo>
                  <a:lnTo>
                    <a:pt x="1143" y="13303"/>
                  </a:lnTo>
                  <a:lnTo>
                    <a:pt x="940" y="13423"/>
                  </a:lnTo>
                  <a:close/>
                  <a:moveTo>
                    <a:pt x="5051" y="9077"/>
                  </a:moveTo>
                  <a:lnTo>
                    <a:pt x="5051" y="9104"/>
                  </a:lnTo>
                  <a:lnTo>
                    <a:pt x="5033" y="9117"/>
                  </a:lnTo>
                  <a:lnTo>
                    <a:pt x="5033" y="9157"/>
                  </a:lnTo>
                  <a:lnTo>
                    <a:pt x="5033" y="9184"/>
                  </a:lnTo>
                  <a:lnTo>
                    <a:pt x="5014" y="9211"/>
                  </a:lnTo>
                  <a:lnTo>
                    <a:pt x="5014" y="9211"/>
                  </a:lnTo>
                  <a:lnTo>
                    <a:pt x="4959" y="9224"/>
                  </a:lnTo>
                  <a:lnTo>
                    <a:pt x="4867" y="9237"/>
                  </a:lnTo>
                  <a:lnTo>
                    <a:pt x="4793" y="9371"/>
                  </a:lnTo>
                  <a:lnTo>
                    <a:pt x="4701" y="9411"/>
                  </a:lnTo>
                  <a:lnTo>
                    <a:pt x="4406" y="9424"/>
                  </a:lnTo>
                  <a:lnTo>
                    <a:pt x="4240" y="9491"/>
                  </a:lnTo>
                  <a:lnTo>
                    <a:pt x="4129" y="9611"/>
                  </a:lnTo>
                  <a:lnTo>
                    <a:pt x="4019" y="9637"/>
                  </a:lnTo>
                  <a:lnTo>
                    <a:pt x="3982" y="9664"/>
                  </a:lnTo>
                  <a:lnTo>
                    <a:pt x="4535" y="9797"/>
                  </a:lnTo>
                  <a:lnTo>
                    <a:pt x="4830" y="9704"/>
                  </a:lnTo>
                  <a:lnTo>
                    <a:pt x="6157" y="9104"/>
                  </a:lnTo>
                  <a:lnTo>
                    <a:pt x="6305" y="8984"/>
                  </a:lnTo>
                  <a:lnTo>
                    <a:pt x="5696" y="8891"/>
                  </a:lnTo>
                  <a:lnTo>
                    <a:pt x="5162" y="8998"/>
                  </a:lnTo>
                  <a:lnTo>
                    <a:pt x="5051" y="9077"/>
                  </a:lnTo>
                  <a:close/>
                  <a:moveTo>
                    <a:pt x="12683" y="14276"/>
                  </a:moveTo>
                  <a:lnTo>
                    <a:pt x="12444" y="14410"/>
                  </a:lnTo>
                  <a:lnTo>
                    <a:pt x="12388" y="14343"/>
                  </a:lnTo>
                  <a:lnTo>
                    <a:pt x="11817" y="14676"/>
                  </a:lnTo>
                  <a:lnTo>
                    <a:pt x="11872" y="14770"/>
                  </a:lnTo>
                  <a:lnTo>
                    <a:pt x="11891" y="14810"/>
                  </a:lnTo>
                  <a:lnTo>
                    <a:pt x="11854" y="14836"/>
                  </a:lnTo>
                  <a:lnTo>
                    <a:pt x="11854" y="14876"/>
                  </a:lnTo>
                  <a:lnTo>
                    <a:pt x="11891" y="14890"/>
                  </a:lnTo>
                  <a:lnTo>
                    <a:pt x="11909" y="14930"/>
                  </a:lnTo>
                  <a:lnTo>
                    <a:pt x="11983" y="15036"/>
                  </a:lnTo>
                  <a:lnTo>
                    <a:pt x="12001" y="15049"/>
                  </a:lnTo>
                  <a:lnTo>
                    <a:pt x="12020" y="15076"/>
                  </a:lnTo>
                  <a:lnTo>
                    <a:pt x="12020" y="15103"/>
                  </a:lnTo>
                  <a:lnTo>
                    <a:pt x="12020" y="15143"/>
                  </a:lnTo>
                  <a:lnTo>
                    <a:pt x="12001" y="15156"/>
                  </a:lnTo>
                  <a:lnTo>
                    <a:pt x="11983" y="15156"/>
                  </a:lnTo>
                  <a:lnTo>
                    <a:pt x="11946" y="15156"/>
                  </a:lnTo>
                  <a:lnTo>
                    <a:pt x="12020" y="15209"/>
                  </a:lnTo>
                  <a:lnTo>
                    <a:pt x="12112" y="15223"/>
                  </a:lnTo>
                  <a:lnTo>
                    <a:pt x="12186" y="15236"/>
                  </a:lnTo>
                  <a:lnTo>
                    <a:pt x="12186" y="15329"/>
                  </a:lnTo>
                  <a:lnTo>
                    <a:pt x="12223" y="15329"/>
                  </a:lnTo>
                  <a:lnTo>
                    <a:pt x="12315" y="15236"/>
                  </a:lnTo>
                  <a:lnTo>
                    <a:pt x="12554" y="15183"/>
                  </a:lnTo>
                  <a:lnTo>
                    <a:pt x="12591" y="15103"/>
                  </a:lnTo>
                  <a:lnTo>
                    <a:pt x="12554" y="15089"/>
                  </a:lnTo>
                  <a:lnTo>
                    <a:pt x="12499" y="15076"/>
                  </a:lnTo>
                  <a:lnTo>
                    <a:pt x="12462" y="15063"/>
                  </a:lnTo>
                  <a:lnTo>
                    <a:pt x="12444" y="15023"/>
                  </a:lnTo>
                  <a:lnTo>
                    <a:pt x="12481" y="14956"/>
                  </a:lnTo>
                  <a:lnTo>
                    <a:pt x="12665" y="14943"/>
                  </a:lnTo>
                  <a:lnTo>
                    <a:pt x="12683" y="14916"/>
                  </a:lnTo>
                  <a:lnTo>
                    <a:pt x="12739" y="14863"/>
                  </a:lnTo>
                  <a:lnTo>
                    <a:pt x="12776" y="14823"/>
                  </a:lnTo>
                  <a:lnTo>
                    <a:pt x="12776" y="14796"/>
                  </a:lnTo>
                  <a:lnTo>
                    <a:pt x="12757" y="14770"/>
                  </a:lnTo>
                  <a:lnTo>
                    <a:pt x="12739" y="14756"/>
                  </a:lnTo>
                  <a:lnTo>
                    <a:pt x="12683" y="14636"/>
                  </a:lnTo>
                  <a:lnTo>
                    <a:pt x="12665" y="14570"/>
                  </a:lnTo>
                  <a:lnTo>
                    <a:pt x="12683" y="14503"/>
                  </a:lnTo>
                  <a:lnTo>
                    <a:pt x="12739" y="14410"/>
                  </a:lnTo>
                  <a:lnTo>
                    <a:pt x="12776" y="14370"/>
                  </a:lnTo>
                  <a:lnTo>
                    <a:pt x="12886" y="14316"/>
                  </a:lnTo>
                  <a:lnTo>
                    <a:pt x="12886" y="14303"/>
                  </a:lnTo>
                  <a:lnTo>
                    <a:pt x="12886" y="14263"/>
                  </a:lnTo>
                  <a:lnTo>
                    <a:pt x="12942" y="14263"/>
                  </a:lnTo>
                  <a:lnTo>
                    <a:pt x="12978" y="14290"/>
                  </a:lnTo>
                  <a:lnTo>
                    <a:pt x="12978" y="14343"/>
                  </a:lnTo>
                  <a:lnTo>
                    <a:pt x="12960" y="14370"/>
                  </a:lnTo>
                  <a:lnTo>
                    <a:pt x="12923" y="14383"/>
                  </a:lnTo>
                  <a:lnTo>
                    <a:pt x="12905" y="14396"/>
                  </a:lnTo>
                  <a:lnTo>
                    <a:pt x="12886" y="14450"/>
                  </a:lnTo>
                  <a:lnTo>
                    <a:pt x="12923" y="14543"/>
                  </a:lnTo>
                  <a:lnTo>
                    <a:pt x="12997" y="14610"/>
                  </a:lnTo>
                  <a:lnTo>
                    <a:pt x="13126" y="14663"/>
                  </a:lnTo>
                  <a:lnTo>
                    <a:pt x="13181" y="14730"/>
                  </a:lnTo>
                  <a:lnTo>
                    <a:pt x="13255" y="14783"/>
                  </a:lnTo>
                  <a:lnTo>
                    <a:pt x="13292" y="14823"/>
                  </a:lnTo>
                  <a:lnTo>
                    <a:pt x="13366" y="14783"/>
                  </a:lnTo>
                  <a:lnTo>
                    <a:pt x="13384" y="14756"/>
                  </a:lnTo>
                  <a:lnTo>
                    <a:pt x="13439" y="14676"/>
                  </a:lnTo>
                  <a:lnTo>
                    <a:pt x="13458" y="14650"/>
                  </a:lnTo>
                  <a:lnTo>
                    <a:pt x="13513" y="14610"/>
                  </a:lnTo>
                  <a:lnTo>
                    <a:pt x="13550" y="14570"/>
                  </a:lnTo>
                  <a:lnTo>
                    <a:pt x="13568" y="14530"/>
                  </a:lnTo>
                  <a:lnTo>
                    <a:pt x="13532" y="14490"/>
                  </a:lnTo>
                  <a:lnTo>
                    <a:pt x="13568" y="14476"/>
                  </a:lnTo>
                  <a:lnTo>
                    <a:pt x="13697" y="14410"/>
                  </a:lnTo>
                  <a:lnTo>
                    <a:pt x="13716" y="14396"/>
                  </a:lnTo>
                  <a:lnTo>
                    <a:pt x="13753" y="14316"/>
                  </a:lnTo>
                  <a:lnTo>
                    <a:pt x="13697" y="14236"/>
                  </a:lnTo>
                  <a:lnTo>
                    <a:pt x="13587" y="14156"/>
                  </a:lnTo>
                  <a:lnTo>
                    <a:pt x="13532" y="14116"/>
                  </a:lnTo>
                  <a:lnTo>
                    <a:pt x="13532" y="14143"/>
                  </a:lnTo>
                  <a:lnTo>
                    <a:pt x="13513" y="14103"/>
                  </a:lnTo>
                  <a:lnTo>
                    <a:pt x="13458" y="14090"/>
                  </a:lnTo>
                  <a:lnTo>
                    <a:pt x="13366" y="14116"/>
                  </a:lnTo>
                  <a:lnTo>
                    <a:pt x="13089" y="13943"/>
                  </a:lnTo>
                  <a:lnTo>
                    <a:pt x="12923" y="13890"/>
                  </a:lnTo>
                  <a:lnTo>
                    <a:pt x="12831" y="14010"/>
                  </a:lnTo>
                  <a:lnTo>
                    <a:pt x="12849" y="14050"/>
                  </a:lnTo>
                  <a:lnTo>
                    <a:pt x="12886" y="14156"/>
                  </a:lnTo>
                  <a:lnTo>
                    <a:pt x="12886" y="14210"/>
                  </a:lnTo>
                  <a:lnTo>
                    <a:pt x="12831" y="14236"/>
                  </a:lnTo>
                  <a:lnTo>
                    <a:pt x="12683" y="14276"/>
                  </a:lnTo>
                  <a:close/>
                  <a:moveTo>
                    <a:pt x="10840" y="19275"/>
                  </a:moveTo>
                  <a:lnTo>
                    <a:pt x="10785" y="19409"/>
                  </a:lnTo>
                  <a:lnTo>
                    <a:pt x="10785" y="19449"/>
                  </a:lnTo>
                  <a:lnTo>
                    <a:pt x="10821" y="19489"/>
                  </a:lnTo>
                  <a:lnTo>
                    <a:pt x="10895" y="19515"/>
                  </a:lnTo>
                  <a:lnTo>
                    <a:pt x="10914" y="19515"/>
                  </a:lnTo>
                  <a:lnTo>
                    <a:pt x="10969" y="19555"/>
                  </a:lnTo>
                  <a:lnTo>
                    <a:pt x="10987" y="19568"/>
                  </a:lnTo>
                  <a:lnTo>
                    <a:pt x="11080" y="19555"/>
                  </a:lnTo>
                  <a:lnTo>
                    <a:pt x="11338" y="19342"/>
                  </a:lnTo>
                  <a:lnTo>
                    <a:pt x="11393" y="19302"/>
                  </a:lnTo>
                  <a:lnTo>
                    <a:pt x="11504" y="19315"/>
                  </a:lnTo>
                  <a:lnTo>
                    <a:pt x="11540" y="19302"/>
                  </a:lnTo>
                  <a:lnTo>
                    <a:pt x="11688" y="19049"/>
                  </a:lnTo>
                  <a:lnTo>
                    <a:pt x="11725" y="18982"/>
                  </a:lnTo>
                  <a:lnTo>
                    <a:pt x="11725" y="18889"/>
                  </a:lnTo>
                  <a:lnTo>
                    <a:pt x="11706" y="18862"/>
                  </a:lnTo>
                  <a:lnTo>
                    <a:pt x="11522" y="18755"/>
                  </a:lnTo>
                  <a:lnTo>
                    <a:pt x="11356" y="18755"/>
                  </a:lnTo>
                  <a:lnTo>
                    <a:pt x="11282" y="18782"/>
                  </a:lnTo>
                  <a:lnTo>
                    <a:pt x="11227" y="18889"/>
                  </a:lnTo>
                  <a:lnTo>
                    <a:pt x="11264" y="18889"/>
                  </a:lnTo>
                  <a:lnTo>
                    <a:pt x="11209" y="18955"/>
                  </a:lnTo>
                  <a:lnTo>
                    <a:pt x="11080" y="19022"/>
                  </a:lnTo>
                  <a:lnTo>
                    <a:pt x="11098" y="19102"/>
                  </a:lnTo>
                  <a:lnTo>
                    <a:pt x="11043" y="19155"/>
                  </a:lnTo>
                  <a:lnTo>
                    <a:pt x="10840" y="19275"/>
                  </a:lnTo>
                  <a:close/>
                  <a:moveTo>
                    <a:pt x="8425" y="21941"/>
                  </a:moveTo>
                  <a:lnTo>
                    <a:pt x="7872" y="22115"/>
                  </a:lnTo>
                  <a:lnTo>
                    <a:pt x="7761" y="22181"/>
                  </a:lnTo>
                  <a:lnTo>
                    <a:pt x="7835" y="22301"/>
                  </a:lnTo>
                  <a:lnTo>
                    <a:pt x="7927" y="22381"/>
                  </a:lnTo>
                  <a:lnTo>
                    <a:pt x="8130" y="22435"/>
                  </a:lnTo>
                  <a:lnTo>
                    <a:pt x="8849" y="22421"/>
                  </a:lnTo>
                  <a:lnTo>
                    <a:pt x="8923" y="22435"/>
                  </a:lnTo>
                  <a:lnTo>
                    <a:pt x="8978" y="22514"/>
                  </a:lnTo>
                  <a:lnTo>
                    <a:pt x="8959" y="22528"/>
                  </a:lnTo>
                  <a:lnTo>
                    <a:pt x="8333" y="22501"/>
                  </a:lnTo>
                  <a:lnTo>
                    <a:pt x="8296" y="22528"/>
                  </a:lnTo>
                  <a:lnTo>
                    <a:pt x="8333" y="22581"/>
                  </a:lnTo>
                  <a:lnTo>
                    <a:pt x="8701" y="22661"/>
                  </a:lnTo>
                  <a:lnTo>
                    <a:pt x="8812" y="22594"/>
                  </a:lnTo>
                  <a:lnTo>
                    <a:pt x="8941" y="22581"/>
                  </a:lnTo>
                  <a:lnTo>
                    <a:pt x="9088" y="22594"/>
                  </a:lnTo>
                  <a:lnTo>
                    <a:pt x="9125" y="22581"/>
                  </a:lnTo>
                  <a:lnTo>
                    <a:pt x="9162" y="22554"/>
                  </a:lnTo>
                  <a:lnTo>
                    <a:pt x="9107" y="22514"/>
                  </a:lnTo>
                  <a:lnTo>
                    <a:pt x="9125" y="22421"/>
                  </a:lnTo>
                  <a:lnTo>
                    <a:pt x="9162" y="22381"/>
                  </a:lnTo>
                  <a:lnTo>
                    <a:pt x="9291" y="22514"/>
                  </a:lnTo>
                  <a:lnTo>
                    <a:pt x="10250" y="22288"/>
                  </a:lnTo>
                  <a:lnTo>
                    <a:pt x="10287" y="22275"/>
                  </a:lnTo>
                  <a:lnTo>
                    <a:pt x="10361" y="22208"/>
                  </a:lnTo>
                  <a:lnTo>
                    <a:pt x="10379" y="22208"/>
                  </a:lnTo>
                  <a:lnTo>
                    <a:pt x="10397" y="22195"/>
                  </a:lnTo>
                  <a:lnTo>
                    <a:pt x="10397" y="22168"/>
                  </a:lnTo>
                  <a:lnTo>
                    <a:pt x="10416" y="22115"/>
                  </a:lnTo>
                  <a:lnTo>
                    <a:pt x="10434" y="22088"/>
                  </a:lnTo>
                  <a:lnTo>
                    <a:pt x="10434" y="22075"/>
                  </a:lnTo>
                  <a:lnTo>
                    <a:pt x="10453" y="22061"/>
                  </a:lnTo>
                  <a:lnTo>
                    <a:pt x="10490" y="22008"/>
                  </a:lnTo>
                  <a:lnTo>
                    <a:pt x="10545" y="21995"/>
                  </a:lnTo>
                  <a:lnTo>
                    <a:pt x="10692" y="21915"/>
                  </a:lnTo>
                  <a:lnTo>
                    <a:pt x="10895" y="21808"/>
                  </a:lnTo>
                  <a:lnTo>
                    <a:pt x="11098" y="21555"/>
                  </a:lnTo>
                  <a:lnTo>
                    <a:pt x="11172" y="21368"/>
                  </a:lnTo>
                  <a:lnTo>
                    <a:pt x="11135" y="21235"/>
                  </a:lnTo>
                  <a:lnTo>
                    <a:pt x="11080" y="21155"/>
                  </a:lnTo>
                  <a:lnTo>
                    <a:pt x="10987" y="21141"/>
                  </a:lnTo>
                  <a:lnTo>
                    <a:pt x="10139" y="21261"/>
                  </a:lnTo>
                  <a:lnTo>
                    <a:pt x="9494" y="21581"/>
                  </a:lnTo>
                  <a:lnTo>
                    <a:pt x="9088" y="21595"/>
                  </a:lnTo>
                  <a:lnTo>
                    <a:pt x="9033" y="21608"/>
                  </a:lnTo>
                  <a:lnTo>
                    <a:pt x="8904" y="21715"/>
                  </a:lnTo>
                  <a:lnTo>
                    <a:pt x="8628" y="21768"/>
                  </a:lnTo>
                  <a:lnTo>
                    <a:pt x="8572" y="21821"/>
                  </a:lnTo>
                  <a:lnTo>
                    <a:pt x="8591" y="21875"/>
                  </a:lnTo>
                  <a:lnTo>
                    <a:pt x="8609" y="21901"/>
                  </a:lnTo>
                  <a:lnTo>
                    <a:pt x="8628" y="21928"/>
                  </a:lnTo>
                  <a:lnTo>
                    <a:pt x="8646" y="21941"/>
                  </a:lnTo>
                  <a:lnTo>
                    <a:pt x="8609" y="21981"/>
                  </a:lnTo>
                  <a:lnTo>
                    <a:pt x="8425" y="21941"/>
                  </a:lnTo>
                  <a:close/>
                  <a:moveTo>
                    <a:pt x="13568" y="26154"/>
                  </a:moveTo>
                  <a:lnTo>
                    <a:pt x="13587" y="26074"/>
                  </a:lnTo>
                  <a:lnTo>
                    <a:pt x="13550" y="25940"/>
                  </a:lnTo>
                  <a:lnTo>
                    <a:pt x="13402" y="25740"/>
                  </a:lnTo>
                  <a:lnTo>
                    <a:pt x="13384" y="25674"/>
                  </a:lnTo>
                  <a:lnTo>
                    <a:pt x="13347" y="25700"/>
                  </a:lnTo>
                  <a:lnTo>
                    <a:pt x="13292" y="25754"/>
                  </a:lnTo>
                  <a:lnTo>
                    <a:pt x="13255" y="25807"/>
                  </a:lnTo>
                  <a:lnTo>
                    <a:pt x="13181" y="25807"/>
                  </a:lnTo>
                  <a:lnTo>
                    <a:pt x="13163" y="25754"/>
                  </a:lnTo>
                  <a:lnTo>
                    <a:pt x="13200" y="25660"/>
                  </a:lnTo>
                  <a:lnTo>
                    <a:pt x="13218" y="25580"/>
                  </a:lnTo>
                  <a:lnTo>
                    <a:pt x="13181" y="25500"/>
                  </a:lnTo>
                  <a:lnTo>
                    <a:pt x="13163" y="25474"/>
                  </a:lnTo>
                  <a:lnTo>
                    <a:pt x="13126" y="25474"/>
                  </a:lnTo>
                  <a:lnTo>
                    <a:pt x="13071" y="25434"/>
                  </a:lnTo>
                  <a:lnTo>
                    <a:pt x="12960" y="25434"/>
                  </a:lnTo>
                  <a:lnTo>
                    <a:pt x="12886" y="25461"/>
                  </a:lnTo>
                  <a:lnTo>
                    <a:pt x="12739" y="25554"/>
                  </a:lnTo>
                  <a:lnTo>
                    <a:pt x="12610" y="25620"/>
                  </a:lnTo>
                  <a:lnTo>
                    <a:pt x="12554" y="25714"/>
                  </a:lnTo>
                  <a:lnTo>
                    <a:pt x="12499" y="25767"/>
                  </a:lnTo>
                  <a:lnTo>
                    <a:pt x="12462" y="25834"/>
                  </a:lnTo>
                  <a:lnTo>
                    <a:pt x="12444" y="25900"/>
                  </a:lnTo>
                  <a:lnTo>
                    <a:pt x="12425" y="25994"/>
                  </a:lnTo>
                  <a:lnTo>
                    <a:pt x="12444" y="26087"/>
                  </a:lnTo>
                  <a:lnTo>
                    <a:pt x="12462" y="26154"/>
                  </a:lnTo>
                  <a:lnTo>
                    <a:pt x="12499" y="26260"/>
                  </a:lnTo>
                  <a:lnTo>
                    <a:pt x="12554" y="26394"/>
                  </a:lnTo>
                  <a:lnTo>
                    <a:pt x="12628" y="26527"/>
                  </a:lnTo>
                  <a:lnTo>
                    <a:pt x="12813" y="26674"/>
                  </a:lnTo>
                  <a:lnTo>
                    <a:pt x="12905" y="26714"/>
                  </a:lnTo>
                  <a:lnTo>
                    <a:pt x="13200" y="26660"/>
                  </a:lnTo>
                  <a:lnTo>
                    <a:pt x="13347" y="26607"/>
                  </a:lnTo>
                  <a:lnTo>
                    <a:pt x="13458" y="26500"/>
                  </a:lnTo>
                  <a:lnTo>
                    <a:pt x="13476" y="26474"/>
                  </a:lnTo>
                  <a:lnTo>
                    <a:pt x="13476" y="26434"/>
                  </a:lnTo>
                  <a:lnTo>
                    <a:pt x="13495" y="26407"/>
                  </a:lnTo>
                  <a:lnTo>
                    <a:pt x="13495" y="26340"/>
                  </a:lnTo>
                  <a:lnTo>
                    <a:pt x="13495" y="26300"/>
                  </a:lnTo>
                  <a:lnTo>
                    <a:pt x="13513" y="26247"/>
                  </a:lnTo>
                  <a:lnTo>
                    <a:pt x="13550" y="26207"/>
                  </a:lnTo>
                  <a:lnTo>
                    <a:pt x="13568" y="2615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Shape 4981"/>
            <p:cNvSpPr/>
            <p:nvPr/>
          </p:nvSpPr>
          <p:spPr>
            <a:xfrm>
              <a:off x="14444920" y="5597869"/>
              <a:ext cx="1587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lnTo>
                    <a:pt x="120000" y="0"/>
                  </a:ln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Shape 4982"/>
            <p:cNvSpPr/>
            <p:nvPr/>
          </p:nvSpPr>
          <p:spPr>
            <a:xfrm>
              <a:off x="13651170" y="7474295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0"/>
                  </a:moveTo>
                  <a:lnTo>
                    <a:pt x="60000" y="15000"/>
                  </a:lnTo>
                  <a:lnTo>
                    <a:pt x="40000" y="30000"/>
                  </a:lnTo>
                  <a:lnTo>
                    <a:pt x="0" y="75000"/>
                  </a:lnTo>
                  <a:lnTo>
                    <a:pt x="40000" y="105000"/>
                  </a:lnTo>
                  <a:lnTo>
                    <a:pt x="60000" y="120000"/>
                  </a:lnTo>
                  <a:lnTo>
                    <a:pt x="100000" y="105000"/>
                  </a:lnTo>
                  <a:lnTo>
                    <a:pt x="120000" y="30000"/>
                  </a:lnTo>
                  <a:lnTo>
                    <a:pt x="100000" y="0"/>
                  </a:lnTo>
                  <a:lnTo>
                    <a:pt x="8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Shape 4983"/>
            <p:cNvSpPr/>
            <p:nvPr/>
          </p:nvSpPr>
          <p:spPr>
            <a:xfrm>
              <a:off x="13624182" y="7458420"/>
              <a:ext cx="952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18461"/>
                  </a:moveTo>
                  <a:lnTo>
                    <a:pt x="0" y="92307"/>
                  </a:lnTo>
                  <a:lnTo>
                    <a:pt x="0" y="120000"/>
                  </a:lnTo>
                  <a:lnTo>
                    <a:pt x="20000" y="120000"/>
                  </a:lnTo>
                  <a:lnTo>
                    <a:pt x="73333" y="64615"/>
                  </a:lnTo>
                  <a:lnTo>
                    <a:pt x="80000" y="27692"/>
                  </a:lnTo>
                  <a:lnTo>
                    <a:pt x="106666" y="9230"/>
                  </a:lnTo>
                  <a:lnTo>
                    <a:pt x="120000" y="0"/>
                  </a:lnTo>
                  <a:lnTo>
                    <a:pt x="106666" y="0"/>
                  </a:lnTo>
                  <a:lnTo>
                    <a:pt x="60000" y="1846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Shape 4984"/>
            <p:cNvSpPr/>
            <p:nvPr/>
          </p:nvSpPr>
          <p:spPr>
            <a:xfrm>
              <a:off x="13609895" y="7425082"/>
              <a:ext cx="7937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500" y="8571"/>
                  </a:moveTo>
                  <a:lnTo>
                    <a:pt x="60000" y="17142"/>
                  </a:lnTo>
                  <a:lnTo>
                    <a:pt x="45000" y="8571"/>
                  </a:lnTo>
                  <a:lnTo>
                    <a:pt x="37500" y="8571"/>
                  </a:lnTo>
                  <a:lnTo>
                    <a:pt x="0" y="51428"/>
                  </a:lnTo>
                  <a:lnTo>
                    <a:pt x="0" y="85714"/>
                  </a:lnTo>
                  <a:lnTo>
                    <a:pt x="7500" y="111428"/>
                  </a:lnTo>
                  <a:lnTo>
                    <a:pt x="22500" y="119999"/>
                  </a:lnTo>
                  <a:lnTo>
                    <a:pt x="97500" y="59999"/>
                  </a:lnTo>
                  <a:lnTo>
                    <a:pt x="120000" y="51428"/>
                  </a:lnTo>
                  <a:lnTo>
                    <a:pt x="120000" y="17142"/>
                  </a:lnTo>
                  <a:lnTo>
                    <a:pt x="112500" y="0"/>
                  </a:lnTo>
                  <a:lnTo>
                    <a:pt x="112500" y="85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Shape 4985"/>
            <p:cNvSpPr/>
            <p:nvPr/>
          </p:nvSpPr>
          <p:spPr>
            <a:xfrm>
              <a:off x="13617832" y="7412382"/>
              <a:ext cx="317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20000"/>
                  </a:moveTo>
                  <a:lnTo>
                    <a:pt x="0" y="80000"/>
                  </a:lnTo>
                  <a:lnTo>
                    <a:pt x="20000" y="100000"/>
                  </a:lnTo>
                  <a:lnTo>
                    <a:pt x="60000" y="120000"/>
                  </a:lnTo>
                  <a:lnTo>
                    <a:pt x="120000" y="80000"/>
                  </a:lnTo>
                  <a:lnTo>
                    <a:pt x="120000" y="50000"/>
                  </a:lnTo>
                  <a:lnTo>
                    <a:pt x="100000" y="0"/>
                  </a:lnTo>
                  <a:lnTo>
                    <a:pt x="80000" y="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Shape 4986"/>
            <p:cNvSpPr/>
            <p:nvPr/>
          </p:nvSpPr>
          <p:spPr>
            <a:xfrm>
              <a:off x="13638470" y="7388570"/>
              <a:ext cx="6349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80000"/>
                  </a:moveTo>
                  <a:lnTo>
                    <a:pt x="109090" y="60000"/>
                  </a:lnTo>
                  <a:lnTo>
                    <a:pt x="87272" y="30000"/>
                  </a:lnTo>
                  <a:lnTo>
                    <a:pt x="43636" y="0"/>
                  </a:lnTo>
                  <a:lnTo>
                    <a:pt x="21818" y="10000"/>
                  </a:lnTo>
                  <a:lnTo>
                    <a:pt x="0" y="40000"/>
                  </a:lnTo>
                  <a:lnTo>
                    <a:pt x="0" y="70000"/>
                  </a:lnTo>
                  <a:lnTo>
                    <a:pt x="109090" y="120000"/>
                  </a:lnTo>
                  <a:lnTo>
                    <a:pt x="120000" y="110000"/>
                  </a:lnTo>
                  <a:lnTo>
                    <a:pt x="120000" y="100000"/>
                  </a:lnTo>
                  <a:lnTo>
                    <a:pt x="120000" y="100000"/>
                  </a:lnTo>
                  <a:lnTo>
                    <a:pt x="120000" y="8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Shape 4987"/>
            <p:cNvSpPr/>
            <p:nvPr/>
          </p:nvSpPr>
          <p:spPr>
            <a:xfrm>
              <a:off x="13592432" y="7310782"/>
              <a:ext cx="4763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285" y="90000"/>
                  </a:moveTo>
                  <a:lnTo>
                    <a:pt x="51428" y="100000"/>
                  </a:lnTo>
                  <a:lnTo>
                    <a:pt x="85714" y="110000"/>
                  </a:lnTo>
                  <a:lnTo>
                    <a:pt x="102857" y="120000"/>
                  </a:lnTo>
                  <a:lnTo>
                    <a:pt x="119999" y="110000"/>
                  </a:lnTo>
                  <a:lnTo>
                    <a:pt x="119999" y="40000"/>
                  </a:lnTo>
                  <a:lnTo>
                    <a:pt x="102857" y="10000"/>
                  </a:lnTo>
                  <a:lnTo>
                    <a:pt x="34285" y="0"/>
                  </a:lnTo>
                  <a:lnTo>
                    <a:pt x="17142" y="0"/>
                  </a:lnTo>
                  <a:lnTo>
                    <a:pt x="0" y="20000"/>
                  </a:lnTo>
                  <a:lnTo>
                    <a:pt x="34285" y="30000"/>
                  </a:lnTo>
                  <a:lnTo>
                    <a:pt x="34285" y="50000"/>
                  </a:lnTo>
                  <a:lnTo>
                    <a:pt x="34285" y="60000"/>
                  </a:lnTo>
                  <a:lnTo>
                    <a:pt x="34285" y="9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Shape 4988"/>
            <p:cNvSpPr/>
            <p:nvPr/>
          </p:nvSpPr>
          <p:spPr>
            <a:xfrm>
              <a:off x="13567032" y="7169495"/>
              <a:ext cx="6349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000" y="48000"/>
                  </a:moveTo>
                  <a:lnTo>
                    <a:pt x="120000" y="24000"/>
                  </a:lnTo>
                  <a:lnTo>
                    <a:pt x="108000" y="0"/>
                  </a:lnTo>
                  <a:lnTo>
                    <a:pt x="96000" y="24000"/>
                  </a:lnTo>
                  <a:lnTo>
                    <a:pt x="12000" y="24000"/>
                  </a:lnTo>
                  <a:lnTo>
                    <a:pt x="0" y="48000"/>
                  </a:lnTo>
                  <a:lnTo>
                    <a:pt x="0" y="96000"/>
                  </a:lnTo>
                  <a:lnTo>
                    <a:pt x="0" y="120000"/>
                  </a:lnTo>
                  <a:lnTo>
                    <a:pt x="12000" y="120000"/>
                  </a:lnTo>
                  <a:lnTo>
                    <a:pt x="108000" y="4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Shape 4989"/>
            <p:cNvSpPr/>
            <p:nvPr/>
          </p:nvSpPr>
          <p:spPr>
            <a:xfrm>
              <a:off x="13562270" y="7145682"/>
              <a:ext cx="4763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666" y="0"/>
                  </a:moveTo>
                  <a:lnTo>
                    <a:pt x="93333" y="0"/>
                  </a:lnTo>
                  <a:lnTo>
                    <a:pt x="13333" y="80000"/>
                  </a:lnTo>
                  <a:lnTo>
                    <a:pt x="0" y="100000"/>
                  </a:lnTo>
                  <a:lnTo>
                    <a:pt x="0" y="120000"/>
                  </a:lnTo>
                  <a:lnTo>
                    <a:pt x="13333" y="120000"/>
                  </a:lnTo>
                  <a:lnTo>
                    <a:pt x="53333" y="100000"/>
                  </a:lnTo>
                  <a:lnTo>
                    <a:pt x="66666" y="100000"/>
                  </a:lnTo>
                  <a:lnTo>
                    <a:pt x="93333" y="100000"/>
                  </a:lnTo>
                  <a:lnTo>
                    <a:pt x="120000" y="100000"/>
                  </a:lnTo>
                  <a:lnTo>
                    <a:pt x="120000" y="80000"/>
                  </a:lnTo>
                  <a:lnTo>
                    <a:pt x="106666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Shape 4990"/>
            <p:cNvSpPr/>
            <p:nvPr/>
          </p:nvSpPr>
          <p:spPr>
            <a:xfrm>
              <a:off x="13549570" y="7142507"/>
              <a:ext cx="317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000" y="32727"/>
                  </a:moveTo>
                  <a:lnTo>
                    <a:pt x="120000" y="21818"/>
                  </a:lnTo>
                  <a:lnTo>
                    <a:pt x="105000" y="10909"/>
                  </a:lnTo>
                  <a:lnTo>
                    <a:pt x="90000" y="10909"/>
                  </a:lnTo>
                  <a:lnTo>
                    <a:pt x="90000" y="21818"/>
                  </a:lnTo>
                  <a:lnTo>
                    <a:pt x="75000" y="21818"/>
                  </a:lnTo>
                  <a:lnTo>
                    <a:pt x="75000" y="10909"/>
                  </a:lnTo>
                  <a:lnTo>
                    <a:pt x="60000" y="0"/>
                  </a:lnTo>
                  <a:lnTo>
                    <a:pt x="60000" y="10909"/>
                  </a:lnTo>
                  <a:lnTo>
                    <a:pt x="45000" y="32727"/>
                  </a:lnTo>
                  <a:lnTo>
                    <a:pt x="0" y="98181"/>
                  </a:lnTo>
                  <a:lnTo>
                    <a:pt x="0" y="109090"/>
                  </a:lnTo>
                  <a:lnTo>
                    <a:pt x="0" y="109090"/>
                  </a:lnTo>
                  <a:lnTo>
                    <a:pt x="15000" y="120000"/>
                  </a:lnTo>
                  <a:lnTo>
                    <a:pt x="45000" y="109090"/>
                  </a:lnTo>
                  <a:lnTo>
                    <a:pt x="45000" y="98181"/>
                  </a:lnTo>
                  <a:lnTo>
                    <a:pt x="30000" y="98181"/>
                  </a:lnTo>
                  <a:lnTo>
                    <a:pt x="45000" y="76363"/>
                  </a:lnTo>
                  <a:lnTo>
                    <a:pt x="90000" y="65454"/>
                  </a:lnTo>
                  <a:lnTo>
                    <a:pt x="90000" y="76363"/>
                  </a:lnTo>
                  <a:lnTo>
                    <a:pt x="90000" y="98181"/>
                  </a:lnTo>
                  <a:lnTo>
                    <a:pt x="105000" y="98181"/>
                  </a:lnTo>
                  <a:lnTo>
                    <a:pt x="120000" y="76363"/>
                  </a:lnTo>
                  <a:lnTo>
                    <a:pt x="120000" y="65454"/>
                  </a:lnTo>
                  <a:lnTo>
                    <a:pt x="90000" y="43636"/>
                  </a:lnTo>
                  <a:lnTo>
                    <a:pt x="90000" y="3272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Shape 4991"/>
            <p:cNvSpPr/>
            <p:nvPr/>
          </p:nvSpPr>
          <p:spPr>
            <a:xfrm>
              <a:off x="13470195" y="7018682"/>
              <a:ext cx="7937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24000"/>
                  </a:moveTo>
                  <a:lnTo>
                    <a:pt x="67500" y="24000"/>
                  </a:lnTo>
                  <a:lnTo>
                    <a:pt x="75000" y="24000"/>
                  </a:lnTo>
                  <a:lnTo>
                    <a:pt x="112500" y="12000"/>
                  </a:lnTo>
                  <a:lnTo>
                    <a:pt x="120000" y="0"/>
                  </a:lnTo>
                  <a:lnTo>
                    <a:pt x="112500" y="0"/>
                  </a:lnTo>
                  <a:lnTo>
                    <a:pt x="67500" y="0"/>
                  </a:lnTo>
                  <a:lnTo>
                    <a:pt x="45000" y="24000"/>
                  </a:lnTo>
                  <a:lnTo>
                    <a:pt x="30000" y="24000"/>
                  </a:lnTo>
                  <a:lnTo>
                    <a:pt x="22500" y="48000"/>
                  </a:lnTo>
                  <a:lnTo>
                    <a:pt x="0" y="96000"/>
                  </a:lnTo>
                  <a:lnTo>
                    <a:pt x="0" y="108000"/>
                  </a:lnTo>
                  <a:lnTo>
                    <a:pt x="15000" y="120000"/>
                  </a:lnTo>
                  <a:lnTo>
                    <a:pt x="22500" y="120000"/>
                  </a:lnTo>
                  <a:lnTo>
                    <a:pt x="22500" y="120000"/>
                  </a:lnTo>
                  <a:lnTo>
                    <a:pt x="30000" y="108000"/>
                  </a:lnTo>
                  <a:lnTo>
                    <a:pt x="30000" y="108000"/>
                  </a:lnTo>
                  <a:lnTo>
                    <a:pt x="45000" y="108000"/>
                  </a:lnTo>
                  <a:lnTo>
                    <a:pt x="52500" y="84000"/>
                  </a:lnTo>
                  <a:lnTo>
                    <a:pt x="60000" y="48000"/>
                  </a:lnTo>
                  <a:lnTo>
                    <a:pt x="60000" y="24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Shape 4992"/>
            <p:cNvSpPr/>
            <p:nvPr/>
          </p:nvSpPr>
          <p:spPr>
            <a:xfrm>
              <a:off x="13471782" y="7004395"/>
              <a:ext cx="4763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68571"/>
                  </a:moveTo>
                  <a:lnTo>
                    <a:pt x="26666" y="85714"/>
                  </a:lnTo>
                  <a:lnTo>
                    <a:pt x="26666" y="85714"/>
                  </a:lnTo>
                  <a:lnTo>
                    <a:pt x="13333" y="85714"/>
                  </a:lnTo>
                  <a:lnTo>
                    <a:pt x="0" y="102857"/>
                  </a:lnTo>
                  <a:lnTo>
                    <a:pt x="0" y="102857"/>
                  </a:lnTo>
                  <a:lnTo>
                    <a:pt x="0" y="119999"/>
                  </a:lnTo>
                  <a:lnTo>
                    <a:pt x="120000" y="51428"/>
                  </a:lnTo>
                  <a:lnTo>
                    <a:pt x="120000" y="17142"/>
                  </a:lnTo>
                  <a:lnTo>
                    <a:pt x="120000" y="0"/>
                  </a:lnTo>
                  <a:lnTo>
                    <a:pt x="53333" y="51428"/>
                  </a:lnTo>
                  <a:lnTo>
                    <a:pt x="40000" y="685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Shape 4993"/>
            <p:cNvSpPr/>
            <p:nvPr/>
          </p:nvSpPr>
          <p:spPr>
            <a:xfrm>
              <a:off x="13474957" y="7001220"/>
              <a:ext cx="4763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000" y="48000"/>
                  </a:moveTo>
                  <a:lnTo>
                    <a:pt x="120000" y="48000"/>
                  </a:lnTo>
                  <a:lnTo>
                    <a:pt x="105000" y="0"/>
                  </a:lnTo>
                  <a:lnTo>
                    <a:pt x="60000" y="0"/>
                  </a:lnTo>
                  <a:lnTo>
                    <a:pt x="0" y="24000"/>
                  </a:lnTo>
                  <a:lnTo>
                    <a:pt x="0" y="24000"/>
                  </a:lnTo>
                  <a:lnTo>
                    <a:pt x="45000" y="48000"/>
                  </a:lnTo>
                  <a:lnTo>
                    <a:pt x="45000" y="72000"/>
                  </a:lnTo>
                  <a:lnTo>
                    <a:pt x="15000" y="96000"/>
                  </a:lnTo>
                  <a:lnTo>
                    <a:pt x="15000" y="120000"/>
                  </a:lnTo>
                  <a:lnTo>
                    <a:pt x="90000" y="48000"/>
                  </a:lnTo>
                  <a:lnTo>
                    <a:pt x="105000" y="4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Shape 4994"/>
            <p:cNvSpPr/>
            <p:nvPr/>
          </p:nvSpPr>
          <p:spPr>
            <a:xfrm>
              <a:off x="13635295" y="6556720"/>
              <a:ext cx="7937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3846" y="77647"/>
                  </a:moveTo>
                  <a:lnTo>
                    <a:pt x="73846" y="91764"/>
                  </a:lnTo>
                  <a:lnTo>
                    <a:pt x="64615" y="105882"/>
                  </a:lnTo>
                  <a:lnTo>
                    <a:pt x="55384" y="120000"/>
                  </a:lnTo>
                  <a:lnTo>
                    <a:pt x="120000" y="77647"/>
                  </a:lnTo>
                  <a:lnTo>
                    <a:pt x="120000" y="49411"/>
                  </a:lnTo>
                  <a:lnTo>
                    <a:pt x="92307" y="21176"/>
                  </a:lnTo>
                  <a:lnTo>
                    <a:pt x="64615" y="0"/>
                  </a:lnTo>
                  <a:lnTo>
                    <a:pt x="46153" y="0"/>
                  </a:lnTo>
                  <a:lnTo>
                    <a:pt x="27692" y="0"/>
                  </a:lnTo>
                  <a:lnTo>
                    <a:pt x="9230" y="14117"/>
                  </a:lnTo>
                  <a:lnTo>
                    <a:pt x="0" y="21176"/>
                  </a:lnTo>
                  <a:lnTo>
                    <a:pt x="27692" y="35294"/>
                  </a:lnTo>
                  <a:lnTo>
                    <a:pt x="64615" y="56470"/>
                  </a:lnTo>
                  <a:lnTo>
                    <a:pt x="73846" y="7764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Shape 4995"/>
            <p:cNvSpPr/>
            <p:nvPr/>
          </p:nvSpPr>
          <p:spPr>
            <a:xfrm>
              <a:off x="13500357" y="6583707"/>
              <a:ext cx="7937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000" y="12000"/>
                  </a:moveTo>
                  <a:lnTo>
                    <a:pt x="40000" y="24000"/>
                  </a:lnTo>
                  <a:lnTo>
                    <a:pt x="0" y="84000"/>
                  </a:lnTo>
                  <a:lnTo>
                    <a:pt x="0" y="108000"/>
                  </a:lnTo>
                  <a:lnTo>
                    <a:pt x="0" y="108000"/>
                  </a:lnTo>
                  <a:lnTo>
                    <a:pt x="16000" y="120000"/>
                  </a:lnTo>
                  <a:lnTo>
                    <a:pt x="32000" y="108000"/>
                  </a:lnTo>
                  <a:lnTo>
                    <a:pt x="56000" y="120000"/>
                  </a:lnTo>
                  <a:lnTo>
                    <a:pt x="64000" y="108000"/>
                  </a:lnTo>
                  <a:lnTo>
                    <a:pt x="64000" y="60000"/>
                  </a:lnTo>
                  <a:lnTo>
                    <a:pt x="72000" y="36000"/>
                  </a:lnTo>
                  <a:lnTo>
                    <a:pt x="96000" y="12000"/>
                  </a:lnTo>
                  <a:lnTo>
                    <a:pt x="112000" y="24000"/>
                  </a:lnTo>
                  <a:lnTo>
                    <a:pt x="120000" y="48000"/>
                  </a:lnTo>
                  <a:lnTo>
                    <a:pt x="120000" y="48000"/>
                  </a:lnTo>
                  <a:lnTo>
                    <a:pt x="120000" y="24000"/>
                  </a:lnTo>
                  <a:lnTo>
                    <a:pt x="112000" y="0"/>
                  </a:lnTo>
                  <a:lnTo>
                    <a:pt x="88000" y="12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Shape 4996"/>
            <p:cNvSpPr/>
            <p:nvPr/>
          </p:nvSpPr>
          <p:spPr>
            <a:xfrm>
              <a:off x="13635295" y="6534494"/>
              <a:ext cx="7937" cy="15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08000"/>
                  </a:moveTo>
                  <a:lnTo>
                    <a:pt x="0" y="116000"/>
                  </a:lnTo>
                  <a:lnTo>
                    <a:pt x="9230" y="120000"/>
                  </a:lnTo>
                  <a:lnTo>
                    <a:pt x="101538" y="76000"/>
                  </a:lnTo>
                  <a:lnTo>
                    <a:pt x="120000" y="56000"/>
                  </a:lnTo>
                  <a:lnTo>
                    <a:pt x="120000" y="40000"/>
                  </a:lnTo>
                  <a:lnTo>
                    <a:pt x="101538" y="32000"/>
                  </a:lnTo>
                  <a:lnTo>
                    <a:pt x="92307" y="28000"/>
                  </a:lnTo>
                  <a:lnTo>
                    <a:pt x="83076" y="28000"/>
                  </a:lnTo>
                  <a:lnTo>
                    <a:pt x="73846" y="20000"/>
                  </a:lnTo>
                  <a:lnTo>
                    <a:pt x="64615" y="16000"/>
                  </a:lnTo>
                  <a:lnTo>
                    <a:pt x="64615" y="4000"/>
                  </a:lnTo>
                  <a:lnTo>
                    <a:pt x="36923" y="0"/>
                  </a:lnTo>
                  <a:lnTo>
                    <a:pt x="36923" y="4000"/>
                  </a:lnTo>
                  <a:lnTo>
                    <a:pt x="46153" y="8000"/>
                  </a:lnTo>
                  <a:lnTo>
                    <a:pt x="55384" y="16000"/>
                  </a:lnTo>
                  <a:lnTo>
                    <a:pt x="55384" y="24000"/>
                  </a:lnTo>
                  <a:lnTo>
                    <a:pt x="46153" y="44000"/>
                  </a:lnTo>
                  <a:lnTo>
                    <a:pt x="0" y="10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Shape 4997"/>
            <p:cNvSpPr/>
            <p:nvPr/>
          </p:nvSpPr>
          <p:spPr>
            <a:xfrm>
              <a:off x="13527345" y="6567832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0"/>
                  </a:moveTo>
                  <a:lnTo>
                    <a:pt x="48000" y="12000"/>
                  </a:lnTo>
                  <a:lnTo>
                    <a:pt x="0" y="36000"/>
                  </a:lnTo>
                  <a:lnTo>
                    <a:pt x="48000" y="48000"/>
                  </a:lnTo>
                  <a:lnTo>
                    <a:pt x="48000" y="48000"/>
                  </a:lnTo>
                  <a:lnTo>
                    <a:pt x="48000" y="60000"/>
                  </a:lnTo>
                  <a:lnTo>
                    <a:pt x="72000" y="84000"/>
                  </a:lnTo>
                  <a:lnTo>
                    <a:pt x="72000" y="120000"/>
                  </a:lnTo>
                  <a:lnTo>
                    <a:pt x="96000" y="120000"/>
                  </a:lnTo>
                  <a:lnTo>
                    <a:pt x="96000" y="72000"/>
                  </a:lnTo>
                  <a:lnTo>
                    <a:pt x="120000" y="48000"/>
                  </a:lnTo>
                  <a:lnTo>
                    <a:pt x="96000" y="0"/>
                  </a:lnTo>
                  <a:lnTo>
                    <a:pt x="72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Shape 4998"/>
            <p:cNvSpPr/>
            <p:nvPr/>
          </p:nvSpPr>
          <p:spPr>
            <a:xfrm>
              <a:off x="13528932" y="6563070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000" y="51428"/>
                  </a:moveTo>
                  <a:lnTo>
                    <a:pt x="24000" y="0"/>
                  </a:lnTo>
                  <a:lnTo>
                    <a:pt x="0" y="34285"/>
                  </a:lnTo>
                  <a:lnTo>
                    <a:pt x="48000" y="68571"/>
                  </a:lnTo>
                  <a:lnTo>
                    <a:pt x="96000" y="119999"/>
                  </a:lnTo>
                  <a:lnTo>
                    <a:pt x="120000" y="119999"/>
                  </a:lnTo>
                  <a:lnTo>
                    <a:pt x="120000" y="85714"/>
                  </a:lnTo>
                  <a:lnTo>
                    <a:pt x="96000" y="5142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Shape 4999"/>
            <p:cNvSpPr/>
            <p:nvPr/>
          </p:nvSpPr>
          <p:spPr>
            <a:xfrm>
              <a:off x="13524170" y="6563070"/>
              <a:ext cx="4763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99" y="60000"/>
                  </a:moveTo>
                  <a:lnTo>
                    <a:pt x="85714" y="15000"/>
                  </a:lnTo>
                  <a:lnTo>
                    <a:pt x="51428" y="0"/>
                  </a:lnTo>
                  <a:lnTo>
                    <a:pt x="17142" y="15000"/>
                  </a:lnTo>
                  <a:lnTo>
                    <a:pt x="0" y="30000"/>
                  </a:lnTo>
                  <a:lnTo>
                    <a:pt x="0" y="90000"/>
                  </a:lnTo>
                  <a:lnTo>
                    <a:pt x="17142" y="90000"/>
                  </a:lnTo>
                  <a:lnTo>
                    <a:pt x="34285" y="75000"/>
                  </a:lnTo>
                  <a:lnTo>
                    <a:pt x="34285" y="60000"/>
                  </a:lnTo>
                  <a:lnTo>
                    <a:pt x="51428" y="45000"/>
                  </a:lnTo>
                  <a:lnTo>
                    <a:pt x="68571" y="75000"/>
                  </a:lnTo>
                  <a:lnTo>
                    <a:pt x="85714" y="90000"/>
                  </a:lnTo>
                  <a:lnTo>
                    <a:pt x="119999" y="120000"/>
                  </a:lnTo>
                  <a:lnTo>
                    <a:pt x="119999" y="6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Shape 5000"/>
            <p:cNvSpPr/>
            <p:nvPr/>
          </p:nvSpPr>
          <p:spPr>
            <a:xfrm>
              <a:off x="13632120" y="6510682"/>
              <a:ext cx="6349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454" y="22500"/>
                  </a:moveTo>
                  <a:lnTo>
                    <a:pt x="21818" y="0"/>
                  </a:lnTo>
                  <a:lnTo>
                    <a:pt x="10909" y="7500"/>
                  </a:lnTo>
                  <a:lnTo>
                    <a:pt x="0" y="75000"/>
                  </a:lnTo>
                  <a:lnTo>
                    <a:pt x="0" y="97500"/>
                  </a:lnTo>
                  <a:lnTo>
                    <a:pt x="21818" y="112500"/>
                  </a:lnTo>
                  <a:lnTo>
                    <a:pt x="76363" y="120000"/>
                  </a:lnTo>
                  <a:lnTo>
                    <a:pt x="109090" y="97500"/>
                  </a:lnTo>
                  <a:lnTo>
                    <a:pt x="120000" y="60000"/>
                  </a:lnTo>
                  <a:lnTo>
                    <a:pt x="109090" y="37500"/>
                  </a:lnTo>
                  <a:lnTo>
                    <a:pt x="65454" y="225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Shape 5001"/>
            <p:cNvSpPr/>
            <p:nvPr/>
          </p:nvSpPr>
          <p:spPr>
            <a:xfrm>
              <a:off x="13487657" y="6540844"/>
              <a:ext cx="1587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0"/>
                  </a:moveTo>
                  <a:lnTo>
                    <a:pt x="0" y="80000"/>
                  </a:lnTo>
                  <a:lnTo>
                    <a:pt x="60000" y="120000"/>
                  </a:lnTo>
                  <a:lnTo>
                    <a:pt x="120000" y="120000"/>
                  </a:lnTo>
                  <a:lnTo>
                    <a:pt x="6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Shape 5002"/>
            <p:cNvSpPr/>
            <p:nvPr/>
          </p:nvSpPr>
          <p:spPr>
            <a:xfrm>
              <a:off x="13479720" y="6537669"/>
              <a:ext cx="3174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60000"/>
                  </a:moveTo>
                  <a:lnTo>
                    <a:pt x="72000" y="0"/>
                  </a:lnTo>
                  <a:lnTo>
                    <a:pt x="0" y="60000"/>
                  </a:lnTo>
                  <a:lnTo>
                    <a:pt x="0" y="120000"/>
                  </a:lnTo>
                  <a:lnTo>
                    <a:pt x="72000" y="120000"/>
                  </a:lnTo>
                  <a:lnTo>
                    <a:pt x="120000" y="6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Shape 5003"/>
            <p:cNvSpPr/>
            <p:nvPr/>
          </p:nvSpPr>
          <p:spPr>
            <a:xfrm>
              <a:off x="13441620" y="6523382"/>
              <a:ext cx="3174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200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Shape 5004"/>
            <p:cNvSpPr/>
            <p:nvPr/>
          </p:nvSpPr>
          <p:spPr>
            <a:xfrm>
              <a:off x="13444795" y="6521794"/>
              <a:ext cx="6349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769" y="60000"/>
                  </a:moveTo>
                  <a:lnTo>
                    <a:pt x="120000" y="30000"/>
                  </a:lnTo>
                  <a:lnTo>
                    <a:pt x="101538" y="0"/>
                  </a:lnTo>
                  <a:lnTo>
                    <a:pt x="73846" y="0"/>
                  </a:lnTo>
                  <a:lnTo>
                    <a:pt x="0" y="120000"/>
                  </a:lnTo>
                  <a:lnTo>
                    <a:pt x="101538" y="90000"/>
                  </a:lnTo>
                  <a:lnTo>
                    <a:pt x="110769" y="6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Shape 5005"/>
            <p:cNvSpPr/>
            <p:nvPr/>
          </p:nvSpPr>
          <p:spPr>
            <a:xfrm>
              <a:off x="13614657" y="6458294"/>
              <a:ext cx="6349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000" y="73846"/>
                  </a:moveTo>
                  <a:lnTo>
                    <a:pt x="100000" y="46153"/>
                  </a:lnTo>
                  <a:lnTo>
                    <a:pt x="90000" y="27692"/>
                  </a:lnTo>
                  <a:lnTo>
                    <a:pt x="70000" y="18461"/>
                  </a:lnTo>
                  <a:lnTo>
                    <a:pt x="60000" y="18461"/>
                  </a:lnTo>
                  <a:lnTo>
                    <a:pt x="50000" y="18461"/>
                  </a:lnTo>
                  <a:lnTo>
                    <a:pt x="40000" y="0"/>
                  </a:lnTo>
                  <a:lnTo>
                    <a:pt x="10000" y="0"/>
                  </a:lnTo>
                  <a:lnTo>
                    <a:pt x="0" y="9230"/>
                  </a:lnTo>
                  <a:lnTo>
                    <a:pt x="10000" y="46153"/>
                  </a:lnTo>
                  <a:lnTo>
                    <a:pt x="20000" y="83076"/>
                  </a:lnTo>
                  <a:lnTo>
                    <a:pt x="40000" y="92307"/>
                  </a:lnTo>
                  <a:lnTo>
                    <a:pt x="60000" y="110769"/>
                  </a:lnTo>
                  <a:lnTo>
                    <a:pt x="110000" y="120000"/>
                  </a:lnTo>
                  <a:lnTo>
                    <a:pt x="120000" y="120000"/>
                  </a:lnTo>
                  <a:lnTo>
                    <a:pt x="120000" y="92307"/>
                  </a:lnTo>
                  <a:lnTo>
                    <a:pt x="100000" y="7384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Shape 5006"/>
            <p:cNvSpPr/>
            <p:nvPr/>
          </p:nvSpPr>
          <p:spPr>
            <a:xfrm>
              <a:off x="13606720" y="6436069"/>
              <a:ext cx="317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80000"/>
                  </a:moveTo>
                  <a:lnTo>
                    <a:pt x="24000" y="110000"/>
                  </a:lnTo>
                  <a:lnTo>
                    <a:pt x="48000" y="120000"/>
                  </a:lnTo>
                  <a:lnTo>
                    <a:pt x="72000" y="110000"/>
                  </a:lnTo>
                  <a:lnTo>
                    <a:pt x="96000" y="110000"/>
                  </a:lnTo>
                  <a:lnTo>
                    <a:pt x="120000" y="110000"/>
                  </a:lnTo>
                  <a:lnTo>
                    <a:pt x="120000" y="70000"/>
                  </a:lnTo>
                  <a:lnTo>
                    <a:pt x="120000" y="50000"/>
                  </a:lnTo>
                  <a:lnTo>
                    <a:pt x="96000" y="30000"/>
                  </a:lnTo>
                  <a:lnTo>
                    <a:pt x="48000" y="20000"/>
                  </a:lnTo>
                  <a:lnTo>
                    <a:pt x="0" y="0"/>
                  </a:lnTo>
                  <a:lnTo>
                    <a:pt x="0" y="10000"/>
                  </a:lnTo>
                  <a:lnTo>
                    <a:pt x="0" y="10000"/>
                  </a:lnTo>
                  <a:lnTo>
                    <a:pt x="24000" y="40000"/>
                  </a:lnTo>
                  <a:lnTo>
                    <a:pt x="24000" y="60000"/>
                  </a:lnTo>
                  <a:lnTo>
                    <a:pt x="0" y="8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Shape 5007"/>
            <p:cNvSpPr/>
            <p:nvPr/>
          </p:nvSpPr>
          <p:spPr>
            <a:xfrm>
              <a:off x="13597195" y="6417019"/>
              <a:ext cx="4763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0"/>
                  </a:moveTo>
                  <a:lnTo>
                    <a:pt x="45000" y="8000"/>
                  </a:lnTo>
                  <a:lnTo>
                    <a:pt x="15000" y="16000"/>
                  </a:lnTo>
                  <a:lnTo>
                    <a:pt x="0" y="40000"/>
                  </a:lnTo>
                  <a:lnTo>
                    <a:pt x="15000" y="72000"/>
                  </a:lnTo>
                  <a:lnTo>
                    <a:pt x="15000" y="80000"/>
                  </a:lnTo>
                  <a:lnTo>
                    <a:pt x="45000" y="112000"/>
                  </a:lnTo>
                  <a:lnTo>
                    <a:pt x="75000" y="120000"/>
                  </a:lnTo>
                  <a:lnTo>
                    <a:pt x="105000" y="120000"/>
                  </a:lnTo>
                  <a:lnTo>
                    <a:pt x="105000" y="96000"/>
                  </a:lnTo>
                  <a:lnTo>
                    <a:pt x="120000" y="80000"/>
                  </a:lnTo>
                  <a:lnTo>
                    <a:pt x="120000" y="48000"/>
                  </a:lnTo>
                  <a:lnTo>
                    <a:pt x="120000" y="24000"/>
                  </a:lnTo>
                  <a:lnTo>
                    <a:pt x="6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Shape 5008"/>
            <p:cNvSpPr/>
            <p:nvPr/>
          </p:nvSpPr>
          <p:spPr>
            <a:xfrm>
              <a:off x="13590845" y="6405907"/>
              <a:ext cx="7937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16363"/>
                  </a:moveTo>
                  <a:lnTo>
                    <a:pt x="64000" y="5454"/>
                  </a:lnTo>
                  <a:lnTo>
                    <a:pt x="8000" y="0"/>
                  </a:lnTo>
                  <a:lnTo>
                    <a:pt x="0" y="5454"/>
                  </a:lnTo>
                  <a:lnTo>
                    <a:pt x="0" y="16363"/>
                  </a:lnTo>
                  <a:lnTo>
                    <a:pt x="8000" y="27272"/>
                  </a:lnTo>
                  <a:lnTo>
                    <a:pt x="24000" y="76363"/>
                  </a:lnTo>
                  <a:lnTo>
                    <a:pt x="40000" y="87272"/>
                  </a:lnTo>
                  <a:lnTo>
                    <a:pt x="48000" y="98181"/>
                  </a:lnTo>
                  <a:lnTo>
                    <a:pt x="48000" y="103636"/>
                  </a:lnTo>
                  <a:lnTo>
                    <a:pt x="72000" y="114545"/>
                  </a:lnTo>
                  <a:lnTo>
                    <a:pt x="88000" y="120000"/>
                  </a:lnTo>
                  <a:lnTo>
                    <a:pt x="88000" y="114545"/>
                  </a:lnTo>
                  <a:lnTo>
                    <a:pt x="88000" y="109090"/>
                  </a:lnTo>
                  <a:lnTo>
                    <a:pt x="88000" y="98181"/>
                  </a:lnTo>
                  <a:lnTo>
                    <a:pt x="88000" y="87272"/>
                  </a:lnTo>
                  <a:lnTo>
                    <a:pt x="104000" y="81818"/>
                  </a:lnTo>
                  <a:lnTo>
                    <a:pt x="120000" y="65454"/>
                  </a:lnTo>
                  <a:lnTo>
                    <a:pt x="112000" y="38181"/>
                  </a:lnTo>
                  <a:lnTo>
                    <a:pt x="80000" y="1636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Shape 5009"/>
            <p:cNvSpPr/>
            <p:nvPr/>
          </p:nvSpPr>
          <p:spPr>
            <a:xfrm>
              <a:off x="13571795" y="6369394"/>
              <a:ext cx="9524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000" y="78000"/>
                  </a:moveTo>
                  <a:lnTo>
                    <a:pt x="93333" y="72000"/>
                  </a:lnTo>
                  <a:lnTo>
                    <a:pt x="80000" y="66000"/>
                  </a:lnTo>
                  <a:lnTo>
                    <a:pt x="80000" y="60000"/>
                  </a:lnTo>
                  <a:lnTo>
                    <a:pt x="80000" y="36000"/>
                  </a:lnTo>
                  <a:lnTo>
                    <a:pt x="60000" y="18000"/>
                  </a:lnTo>
                  <a:lnTo>
                    <a:pt x="33333" y="0"/>
                  </a:lnTo>
                  <a:lnTo>
                    <a:pt x="13333" y="0"/>
                  </a:lnTo>
                  <a:lnTo>
                    <a:pt x="0" y="12000"/>
                  </a:lnTo>
                  <a:lnTo>
                    <a:pt x="0" y="24000"/>
                  </a:lnTo>
                  <a:lnTo>
                    <a:pt x="46666" y="66000"/>
                  </a:lnTo>
                  <a:lnTo>
                    <a:pt x="66666" y="96000"/>
                  </a:lnTo>
                  <a:lnTo>
                    <a:pt x="73333" y="96000"/>
                  </a:lnTo>
                  <a:lnTo>
                    <a:pt x="80000" y="96000"/>
                  </a:lnTo>
                  <a:lnTo>
                    <a:pt x="93333" y="96000"/>
                  </a:lnTo>
                  <a:lnTo>
                    <a:pt x="100000" y="102000"/>
                  </a:lnTo>
                  <a:lnTo>
                    <a:pt x="100000" y="114000"/>
                  </a:lnTo>
                  <a:lnTo>
                    <a:pt x="113333" y="120000"/>
                  </a:lnTo>
                  <a:lnTo>
                    <a:pt x="120000" y="120000"/>
                  </a:lnTo>
                  <a:lnTo>
                    <a:pt x="120000" y="114000"/>
                  </a:lnTo>
                  <a:lnTo>
                    <a:pt x="120000" y="96000"/>
                  </a:lnTo>
                  <a:lnTo>
                    <a:pt x="100000" y="7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Shape 5010"/>
            <p:cNvSpPr/>
            <p:nvPr/>
          </p:nvSpPr>
          <p:spPr>
            <a:xfrm>
              <a:off x="13393995" y="6399557"/>
              <a:ext cx="952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20000"/>
                  </a:moveTo>
                  <a:lnTo>
                    <a:pt x="113333" y="0"/>
                  </a:lnTo>
                  <a:lnTo>
                    <a:pt x="73333" y="0"/>
                  </a:lnTo>
                  <a:lnTo>
                    <a:pt x="26666" y="20000"/>
                  </a:lnTo>
                  <a:lnTo>
                    <a:pt x="6666" y="60000"/>
                  </a:lnTo>
                  <a:lnTo>
                    <a:pt x="0" y="110000"/>
                  </a:lnTo>
                  <a:lnTo>
                    <a:pt x="20000" y="120000"/>
                  </a:lnTo>
                  <a:lnTo>
                    <a:pt x="66666" y="70000"/>
                  </a:lnTo>
                  <a:lnTo>
                    <a:pt x="100000" y="40000"/>
                  </a:lnTo>
                  <a:lnTo>
                    <a:pt x="120000" y="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Shape 5011"/>
            <p:cNvSpPr/>
            <p:nvPr/>
          </p:nvSpPr>
          <p:spPr>
            <a:xfrm>
              <a:off x="13381295" y="6370982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99" y="105000"/>
                  </a:moveTo>
                  <a:lnTo>
                    <a:pt x="119999" y="45000"/>
                  </a:lnTo>
                  <a:lnTo>
                    <a:pt x="119999" y="15000"/>
                  </a:lnTo>
                  <a:lnTo>
                    <a:pt x="85714" y="0"/>
                  </a:lnTo>
                  <a:lnTo>
                    <a:pt x="0" y="30000"/>
                  </a:lnTo>
                  <a:lnTo>
                    <a:pt x="0" y="45000"/>
                  </a:lnTo>
                  <a:lnTo>
                    <a:pt x="51428" y="105000"/>
                  </a:lnTo>
                  <a:lnTo>
                    <a:pt x="85714" y="120000"/>
                  </a:lnTo>
                  <a:lnTo>
                    <a:pt x="119999" y="10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Shape 5012"/>
            <p:cNvSpPr/>
            <p:nvPr/>
          </p:nvSpPr>
          <p:spPr>
            <a:xfrm>
              <a:off x="13540045" y="6317007"/>
              <a:ext cx="6349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99" y="110400"/>
                  </a:moveTo>
                  <a:lnTo>
                    <a:pt x="119999" y="91200"/>
                  </a:lnTo>
                  <a:lnTo>
                    <a:pt x="111428" y="76800"/>
                  </a:lnTo>
                  <a:lnTo>
                    <a:pt x="102857" y="62400"/>
                  </a:lnTo>
                  <a:lnTo>
                    <a:pt x="94285" y="48000"/>
                  </a:lnTo>
                  <a:lnTo>
                    <a:pt x="85714" y="3840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4400"/>
                  </a:lnTo>
                  <a:lnTo>
                    <a:pt x="25714" y="52800"/>
                  </a:lnTo>
                  <a:lnTo>
                    <a:pt x="111428" y="120000"/>
                  </a:lnTo>
                  <a:lnTo>
                    <a:pt x="119999" y="1104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Shape 5013"/>
            <p:cNvSpPr/>
            <p:nvPr/>
          </p:nvSpPr>
          <p:spPr>
            <a:xfrm>
              <a:off x="13424157" y="6220169"/>
              <a:ext cx="17462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101538"/>
                  </a:moveTo>
                  <a:lnTo>
                    <a:pt x="67500" y="120000"/>
                  </a:lnTo>
                  <a:lnTo>
                    <a:pt x="67500" y="101538"/>
                  </a:lnTo>
                  <a:lnTo>
                    <a:pt x="78750" y="92307"/>
                  </a:lnTo>
                  <a:lnTo>
                    <a:pt x="86250" y="120000"/>
                  </a:lnTo>
                  <a:lnTo>
                    <a:pt x="120000" y="120000"/>
                  </a:lnTo>
                  <a:lnTo>
                    <a:pt x="112500" y="101538"/>
                  </a:lnTo>
                  <a:lnTo>
                    <a:pt x="93750" y="73846"/>
                  </a:lnTo>
                  <a:lnTo>
                    <a:pt x="82500" y="73846"/>
                  </a:lnTo>
                  <a:lnTo>
                    <a:pt x="75000" y="64615"/>
                  </a:lnTo>
                  <a:lnTo>
                    <a:pt x="67500" y="55384"/>
                  </a:lnTo>
                  <a:lnTo>
                    <a:pt x="26250" y="27692"/>
                  </a:lnTo>
                  <a:lnTo>
                    <a:pt x="11250" y="0"/>
                  </a:lnTo>
                  <a:lnTo>
                    <a:pt x="3750" y="0"/>
                  </a:lnTo>
                  <a:lnTo>
                    <a:pt x="0" y="9230"/>
                  </a:lnTo>
                  <a:lnTo>
                    <a:pt x="3750" y="36923"/>
                  </a:lnTo>
                  <a:lnTo>
                    <a:pt x="52500" y="64615"/>
                  </a:lnTo>
                  <a:lnTo>
                    <a:pt x="56250" y="73846"/>
                  </a:lnTo>
                  <a:lnTo>
                    <a:pt x="56250" y="92307"/>
                  </a:lnTo>
                  <a:lnTo>
                    <a:pt x="60000" y="10153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Shape 5014"/>
            <p:cNvSpPr/>
            <p:nvPr/>
          </p:nvSpPr>
          <p:spPr>
            <a:xfrm>
              <a:off x="13362245" y="6202707"/>
              <a:ext cx="14288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1538" y="24000"/>
                  </a:moveTo>
                  <a:lnTo>
                    <a:pt x="69230" y="0"/>
                  </a:lnTo>
                  <a:lnTo>
                    <a:pt x="4615" y="48000"/>
                  </a:lnTo>
                  <a:lnTo>
                    <a:pt x="0" y="48000"/>
                  </a:lnTo>
                  <a:lnTo>
                    <a:pt x="4615" y="60000"/>
                  </a:lnTo>
                  <a:lnTo>
                    <a:pt x="18461" y="60000"/>
                  </a:lnTo>
                  <a:lnTo>
                    <a:pt x="23076" y="72000"/>
                  </a:lnTo>
                  <a:lnTo>
                    <a:pt x="27692" y="72000"/>
                  </a:lnTo>
                  <a:lnTo>
                    <a:pt x="36923" y="72000"/>
                  </a:lnTo>
                  <a:lnTo>
                    <a:pt x="50769" y="96000"/>
                  </a:lnTo>
                  <a:lnTo>
                    <a:pt x="60000" y="108000"/>
                  </a:lnTo>
                  <a:lnTo>
                    <a:pt x="96923" y="120000"/>
                  </a:lnTo>
                  <a:lnTo>
                    <a:pt x="101538" y="120000"/>
                  </a:lnTo>
                  <a:lnTo>
                    <a:pt x="101538" y="108000"/>
                  </a:lnTo>
                  <a:lnTo>
                    <a:pt x="115384" y="120000"/>
                  </a:lnTo>
                  <a:lnTo>
                    <a:pt x="120000" y="120000"/>
                  </a:lnTo>
                  <a:lnTo>
                    <a:pt x="120000" y="72000"/>
                  </a:lnTo>
                  <a:lnTo>
                    <a:pt x="101538" y="24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Shape 5015"/>
            <p:cNvSpPr/>
            <p:nvPr/>
          </p:nvSpPr>
          <p:spPr>
            <a:xfrm>
              <a:off x="13355895" y="6196357"/>
              <a:ext cx="7937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882" y="60000"/>
                  </a:moveTo>
                  <a:lnTo>
                    <a:pt x="77647" y="40000"/>
                  </a:lnTo>
                  <a:lnTo>
                    <a:pt x="77647" y="40000"/>
                  </a:lnTo>
                  <a:lnTo>
                    <a:pt x="28235" y="0"/>
                  </a:lnTo>
                  <a:lnTo>
                    <a:pt x="0" y="0"/>
                  </a:lnTo>
                  <a:lnTo>
                    <a:pt x="0" y="20000"/>
                  </a:lnTo>
                  <a:lnTo>
                    <a:pt x="35294" y="60000"/>
                  </a:lnTo>
                  <a:lnTo>
                    <a:pt x="98823" y="100000"/>
                  </a:lnTo>
                  <a:lnTo>
                    <a:pt x="120000" y="120000"/>
                  </a:lnTo>
                  <a:lnTo>
                    <a:pt x="120000" y="120000"/>
                  </a:lnTo>
                  <a:lnTo>
                    <a:pt x="112941" y="80000"/>
                  </a:lnTo>
                  <a:lnTo>
                    <a:pt x="105882" y="6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Shape 5016"/>
            <p:cNvSpPr/>
            <p:nvPr/>
          </p:nvSpPr>
          <p:spPr>
            <a:xfrm>
              <a:off x="13298745" y="6137619"/>
              <a:ext cx="6349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99" y="64615"/>
                  </a:moveTo>
                  <a:lnTo>
                    <a:pt x="119999" y="46153"/>
                  </a:lnTo>
                  <a:lnTo>
                    <a:pt x="119999" y="27692"/>
                  </a:lnTo>
                  <a:lnTo>
                    <a:pt x="111428" y="0"/>
                  </a:lnTo>
                  <a:lnTo>
                    <a:pt x="94285" y="9230"/>
                  </a:lnTo>
                  <a:lnTo>
                    <a:pt x="94285" y="36923"/>
                  </a:lnTo>
                  <a:lnTo>
                    <a:pt x="85714" y="46153"/>
                  </a:lnTo>
                  <a:lnTo>
                    <a:pt x="59999" y="27692"/>
                  </a:lnTo>
                  <a:lnTo>
                    <a:pt x="59999" y="55384"/>
                  </a:lnTo>
                  <a:lnTo>
                    <a:pt x="51428" y="64615"/>
                  </a:lnTo>
                  <a:lnTo>
                    <a:pt x="25714" y="64615"/>
                  </a:lnTo>
                  <a:lnTo>
                    <a:pt x="8571" y="64615"/>
                  </a:lnTo>
                  <a:lnTo>
                    <a:pt x="0" y="64615"/>
                  </a:lnTo>
                  <a:lnTo>
                    <a:pt x="0" y="73846"/>
                  </a:lnTo>
                  <a:lnTo>
                    <a:pt x="8571" y="92307"/>
                  </a:lnTo>
                  <a:lnTo>
                    <a:pt x="34285" y="120000"/>
                  </a:lnTo>
                  <a:lnTo>
                    <a:pt x="42857" y="120000"/>
                  </a:lnTo>
                  <a:lnTo>
                    <a:pt x="59999" y="101538"/>
                  </a:lnTo>
                  <a:lnTo>
                    <a:pt x="68571" y="92307"/>
                  </a:lnTo>
                  <a:lnTo>
                    <a:pt x="68571" y="92307"/>
                  </a:lnTo>
                  <a:lnTo>
                    <a:pt x="94285" y="101538"/>
                  </a:lnTo>
                  <a:lnTo>
                    <a:pt x="111428" y="101538"/>
                  </a:lnTo>
                  <a:lnTo>
                    <a:pt x="119999" y="83076"/>
                  </a:lnTo>
                  <a:lnTo>
                    <a:pt x="94285" y="83076"/>
                  </a:lnTo>
                  <a:lnTo>
                    <a:pt x="94285" y="73846"/>
                  </a:lnTo>
                  <a:lnTo>
                    <a:pt x="111428" y="64615"/>
                  </a:lnTo>
                  <a:lnTo>
                    <a:pt x="119999" y="6461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Shape 5017"/>
            <p:cNvSpPr/>
            <p:nvPr/>
          </p:nvSpPr>
          <p:spPr>
            <a:xfrm>
              <a:off x="13095546" y="6147144"/>
              <a:ext cx="3174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000" y="0"/>
                  </a:moveTo>
                  <a:lnTo>
                    <a:pt x="0" y="17142"/>
                  </a:lnTo>
                  <a:lnTo>
                    <a:pt x="0" y="34285"/>
                  </a:lnTo>
                  <a:lnTo>
                    <a:pt x="20000" y="51428"/>
                  </a:lnTo>
                  <a:lnTo>
                    <a:pt x="20000" y="102857"/>
                  </a:lnTo>
                  <a:lnTo>
                    <a:pt x="60000" y="119999"/>
                  </a:lnTo>
                  <a:lnTo>
                    <a:pt x="120000" y="85714"/>
                  </a:lnTo>
                  <a:lnTo>
                    <a:pt x="120000" y="34285"/>
                  </a:lnTo>
                  <a:lnTo>
                    <a:pt x="80000" y="0"/>
                  </a:lnTo>
                  <a:lnTo>
                    <a:pt x="2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Shape 5018"/>
            <p:cNvSpPr/>
            <p:nvPr/>
          </p:nvSpPr>
          <p:spPr>
            <a:xfrm>
              <a:off x="13082846" y="6110632"/>
              <a:ext cx="317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000" y="46153"/>
                  </a:moveTo>
                  <a:lnTo>
                    <a:pt x="30000" y="9230"/>
                  </a:lnTo>
                  <a:lnTo>
                    <a:pt x="0" y="0"/>
                  </a:lnTo>
                  <a:lnTo>
                    <a:pt x="0" y="27692"/>
                  </a:lnTo>
                  <a:lnTo>
                    <a:pt x="30000" y="36923"/>
                  </a:lnTo>
                  <a:lnTo>
                    <a:pt x="0" y="83076"/>
                  </a:lnTo>
                  <a:lnTo>
                    <a:pt x="30000" y="92307"/>
                  </a:lnTo>
                  <a:lnTo>
                    <a:pt x="90000" y="120000"/>
                  </a:lnTo>
                  <a:lnTo>
                    <a:pt x="120000" y="120000"/>
                  </a:lnTo>
                  <a:lnTo>
                    <a:pt x="120000" y="83076"/>
                  </a:lnTo>
                  <a:lnTo>
                    <a:pt x="90000" y="4615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Shape 5019"/>
            <p:cNvSpPr/>
            <p:nvPr/>
          </p:nvSpPr>
          <p:spPr>
            <a:xfrm>
              <a:off x="13081257" y="6102694"/>
              <a:ext cx="6349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0"/>
                  </a:moveTo>
                  <a:lnTo>
                    <a:pt x="72000" y="15000"/>
                  </a:lnTo>
                  <a:lnTo>
                    <a:pt x="60000" y="30000"/>
                  </a:lnTo>
                  <a:lnTo>
                    <a:pt x="48000" y="45000"/>
                  </a:lnTo>
                  <a:lnTo>
                    <a:pt x="12000" y="30000"/>
                  </a:lnTo>
                  <a:lnTo>
                    <a:pt x="0" y="45000"/>
                  </a:lnTo>
                  <a:lnTo>
                    <a:pt x="0" y="60000"/>
                  </a:lnTo>
                  <a:lnTo>
                    <a:pt x="24000" y="60000"/>
                  </a:lnTo>
                  <a:lnTo>
                    <a:pt x="72000" y="120000"/>
                  </a:lnTo>
                  <a:lnTo>
                    <a:pt x="108000" y="90000"/>
                  </a:lnTo>
                  <a:lnTo>
                    <a:pt x="120000" y="45000"/>
                  </a:lnTo>
                  <a:lnTo>
                    <a:pt x="108000" y="15000"/>
                  </a:lnTo>
                  <a:lnTo>
                    <a:pt x="72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Shape 5020"/>
            <p:cNvSpPr/>
            <p:nvPr/>
          </p:nvSpPr>
          <p:spPr>
            <a:xfrm>
              <a:off x="13106657" y="6077294"/>
              <a:ext cx="1587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0"/>
                  </a:moveTo>
                  <a:lnTo>
                    <a:pt x="0" y="12000"/>
                  </a:lnTo>
                  <a:lnTo>
                    <a:pt x="60000" y="24000"/>
                  </a:lnTo>
                  <a:lnTo>
                    <a:pt x="60000" y="48000"/>
                  </a:lnTo>
                  <a:lnTo>
                    <a:pt x="0" y="60000"/>
                  </a:lnTo>
                  <a:lnTo>
                    <a:pt x="0" y="120000"/>
                  </a:lnTo>
                  <a:lnTo>
                    <a:pt x="0" y="120000"/>
                  </a:lnTo>
                  <a:lnTo>
                    <a:pt x="60000" y="120000"/>
                  </a:lnTo>
                  <a:lnTo>
                    <a:pt x="90000" y="60000"/>
                  </a:lnTo>
                  <a:lnTo>
                    <a:pt x="120000" y="60000"/>
                  </a:lnTo>
                  <a:lnTo>
                    <a:pt x="120000" y="48000"/>
                  </a:lnTo>
                  <a:lnTo>
                    <a:pt x="60000" y="0"/>
                  </a:lnTo>
                  <a:lnTo>
                    <a:pt x="6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Shape 5021"/>
            <p:cNvSpPr/>
            <p:nvPr/>
          </p:nvSpPr>
          <p:spPr>
            <a:xfrm>
              <a:off x="13109832" y="6074119"/>
              <a:ext cx="3174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30000"/>
                  </a:moveTo>
                  <a:lnTo>
                    <a:pt x="40000" y="7500"/>
                  </a:lnTo>
                  <a:lnTo>
                    <a:pt x="20000" y="0"/>
                  </a:lnTo>
                  <a:lnTo>
                    <a:pt x="0" y="15000"/>
                  </a:lnTo>
                  <a:lnTo>
                    <a:pt x="0" y="37500"/>
                  </a:lnTo>
                  <a:lnTo>
                    <a:pt x="0" y="45000"/>
                  </a:lnTo>
                  <a:lnTo>
                    <a:pt x="0" y="52500"/>
                  </a:lnTo>
                  <a:lnTo>
                    <a:pt x="0" y="60000"/>
                  </a:lnTo>
                  <a:lnTo>
                    <a:pt x="20000" y="67500"/>
                  </a:lnTo>
                  <a:lnTo>
                    <a:pt x="60000" y="82500"/>
                  </a:lnTo>
                  <a:lnTo>
                    <a:pt x="80000" y="112500"/>
                  </a:lnTo>
                  <a:lnTo>
                    <a:pt x="80000" y="120000"/>
                  </a:lnTo>
                  <a:lnTo>
                    <a:pt x="120000" y="112500"/>
                  </a:lnTo>
                  <a:lnTo>
                    <a:pt x="120000" y="82500"/>
                  </a:lnTo>
                  <a:lnTo>
                    <a:pt x="40000" y="3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Shape 5022"/>
            <p:cNvSpPr/>
            <p:nvPr/>
          </p:nvSpPr>
          <p:spPr>
            <a:xfrm>
              <a:off x="13068557" y="6067769"/>
              <a:ext cx="3174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857" y="0"/>
                  </a:moveTo>
                  <a:lnTo>
                    <a:pt x="17142" y="52500"/>
                  </a:lnTo>
                  <a:lnTo>
                    <a:pt x="17142" y="67500"/>
                  </a:lnTo>
                  <a:lnTo>
                    <a:pt x="34285" y="75000"/>
                  </a:lnTo>
                  <a:lnTo>
                    <a:pt x="0" y="120000"/>
                  </a:lnTo>
                  <a:lnTo>
                    <a:pt x="17142" y="112500"/>
                  </a:lnTo>
                  <a:lnTo>
                    <a:pt x="102857" y="45000"/>
                  </a:lnTo>
                  <a:lnTo>
                    <a:pt x="119999" y="0"/>
                  </a:lnTo>
                  <a:lnTo>
                    <a:pt x="102857" y="0"/>
                  </a:lnTo>
                  <a:lnTo>
                    <a:pt x="102857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Shape 5023"/>
            <p:cNvSpPr/>
            <p:nvPr/>
          </p:nvSpPr>
          <p:spPr>
            <a:xfrm>
              <a:off x="13095546" y="6045544"/>
              <a:ext cx="317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0000"/>
                  </a:moveTo>
                  <a:lnTo>
                    <a:pt x="100000" y="0"/>
                  </a:lnTo>
                  <a:lnTo>
                    <a:pt x="80000" y="20000"/>
                  </a:lnTo>
                  <a:lnTo>
                    <a:pt x="40000" y="60000"/>
                  </a:lnTo>
                  <a:lnTo>
                    <a:pt x="0" y="110000"/>
                  </a:lnTo>
                  <a:lnTo>
                    <a:pt x="0" y="120000"/>
                  </a:lnTo>
                  <a:lnTo>
                    <a:pt x="120000" y="40000"/>
                  </a:lnTo>
                  <a:lnTo>
                    <a:pt x="120000" y="1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Shape 5024"/>
            <p:cNvSpPr/>
            <p:nvPr/>
          </p:nvSpPr>
          <p:spPr>
            <a:xfrm>
              <a:off x="13332082" y="5947119"/>
              <a:ext cx="7937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0"/>
                  </a:moveTo>
                  <a:lnTo>
                    <a:pt x="64000" y="24000"/>
                  </a:lnTo>
                  <a:lnTo>
                    <a:pt x="48000" y="36000"/>
                  </a:lnTo>
                  <a:lnTo>
                    <a:pt x="48000" y="60000"/>
                  </a:lnTo>
                  <a:lnTo>
                    <a:pt x="16000" y="60000"/>
                  </a:lnTo>
                  <a:lnTo>
                    <a:pt x="0" y="84000"/>
                  </a:lnTo>
                  <a:lnTo>
                    <a:pt x="0" y="84000"/>
                  </a:lnTo>
                  <a:lnTo>
                    <a:pt x="8000" y="96000"/>
                  </a:lnTo>
                  <a:lnTo>
                    <a:pt x="16000" y="84000"/>
                  </a:lnTo>
                  <a:lnTo>
                    <a:pt x="32000" y="96000"/>
                  </a:lnTo>
                  <a:lnTo>
                    <a:pt x="32000" y="96000"/>
                  </a:lnTo>
                  <a:lnTo>
                    <a:pt x="48000" y="120000"/>
                  </a:lnTo>
                  <a:lnTo>
                    <a:pt x="64000" y="108000"/>
                  </a:lnTo>
                  <a:lnTo>
                    <a:pt x="64000" y="96000"/>
                  </a:lnTo>
                  <a:lnTo>
                    <a:pt x="72000" y="108000"/>
                  </a:lnTo>
                  <a:lnTo>
                    <a:pt x="80000" y="120000"/>
                  </a:lnTo>
                  <a:lnTo>
                    <a:pt x="120000" y="72000"/>
                  </a:lnTo>
                  <a:lnTo>
                    <a:pt x="120000" y="60000"/>
                  </a:lnTo>
                  <a:lnTo>
                    <a:pt x="120000" y="24000"/>
                  </a:lnTo>
                  <a:lnTo>
                    <a:pt x="112000" y="12000"/>
                  </a:lnTo>
                  <a:lnTo>
                    <a:pt x="96000" y="0"/>
                  </a:lnTo>
                  <a:lnTo>
                    <a:pt x="8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Shape 5025"/>
            <p:cNvSpPr/>
            <p:nvPr/>
          </p:nvSpPr>
          <p:spPr>
            <a:xfrm>
              <a:off x="13349545" y="5916957"/>
              <a:ext cx="3174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lnTo>
                    <a:pt x="120000" y="60000"/>
                  </a:lnTo>
                  <a:lnTo>
                    <a:pt x="48000" y="20000"/>
                  </a:lnTo>
                  <a:lnTo>
                    <a:pt x="24000" y="0"/>
                  </a:lnTo>
                  <a:lnTo>
                    <a:pt x="0" y="0"/>
                  </a:lnTo>
                  <a:lnTo>
                    <a:pt x="0" y="60000"/>
                  </a:lnTo>
                  <a:lnTo>
                    <a:pt x="48000" y="120000"/>
                  </a:lnTo>
                  <a:lnTo>
                    <a:pt x="12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Shape 5026"/>
            <p:cNvSpPr/>
            <p:nvPr/>
          </p:nvSpPr>
          <p:spPr>
            <a:xfrm>
              <a:off x="13346370" y="5913782"/>
              <a:ext cx="1587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80000"/>
                  </a:moveTo>
                  <a:lnTo>
                    <a:pt x="120000" y="60000"/>
                  </a:lnTo>
                  <a:lnTo>
                    <a:pt x="80000" y="20000"/>
                  </a:lnTo>
                  <a:lnTo>
                    <a:pt x="40000" y="0"/>
                  </a:lnTo>
                  <a:lnTo>
                    <a:pt x="40000" y="0"/>
                  </a:lnTo>
                  <a:lnTo>
                    <a:pt x="0" y="20000"/>
                  </a:lnTo>
                  <a:lnTo>
                    <a:pt x="0" y="60000"/>
                  </a:lnTo>
                  <a:lnTo>
                    <a:pt x="0" y="80000"/>
                  </a:lnTo>
                  <a:lnTo>
                    <a:pt x="80000" y="120000"/>
                  </a:lnTo>
                  <a:lnTo>
                    <a:pt x="120000" y="120000"/>
                  </a:lnTo>
                  <a:lnTo>
                    <a:pt x="80000" y="100000"/>
                  </a:lnTo>
                  <a:lnTo>
                    <a:pt x="80000" y="80000"/>
                  </a:lnTo>
                  <a:lnTo>
                    <a:pt x="120000" y="8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Shape 5027"/>
            <p:cNvSpPr/>
            <p:nvPr/>
          </p:nvSpPr>
          <p:spPr>
            <a:xfrm>
              <a:off x="13119357" y="5975694"/>
              <a:ext cx="1587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17142"/>
                  </a:moveTo>
                  <a:lnTo>
                    <a:pt x="0" y="68571"/>
                  </a:lnTo>
                  <a:lnTo>
                    <a:pt x="0" y="102857"/>
                  </a:lnTo>
                  <a:lnTo>
                    <a:pt x="40000" y="119999"/>
                  </a:lnTo>
                  <a:lnTo>
                    <a:pt x="80000" y="68571"/>
                  </a:lnTo>
                  <a:lnTo>
                    <a:pt x="120000" y="17142"/>
                  </a:lnTo>
                  <a:lnTo>
                    <a:pt x="80000" y="0"/>
                  </a:lnTo>
                  <a:lnTo>
                    <a:pt x="40000" y="17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Shape 5028"/>
            <p:cNvSpPr/>
            <p:nvPr/>
          </p:nvSpPr>
          <p:spPr>
            <a:xfrm>
              <a:off x="13111420" y="5970932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000" y="24000"/>
                  </a:moveTo>
                  <a:lnTo>
                    <a:pt x="0" y="48000"/>
                  </a:lnTo>
                  <a:lnTo>
                    <a:pt x="0" y="84000"/>
                  </a:lnTo>
                  <a:lnTo>
                    <a:pt x="20000" y="108000"/>
                  </a:lnTo>
                  <a:lnTo>
                    <a:pt x="60000" y="120000"/>
                  </a:lnTo>
                  <a:lnTo>
                    <a:pt x="100000" y="108000"/>
                  </a:lnTo>
                  <a:lnTo>
                    <a:pt x="120000" y="60000"/>
                  </a:lnTo>
                  <a:lnTo>
                    <a:pt x="120000" y="24000"/>
                  </a:lnTo>
                  <a:lnTo>
                    <a:pt x="80000" y="0"/>
                  </a:lnTo>
                  <a:lnTo>
                    <a:pt x="20000" y="24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Shape 5029"/>
            <p:cNvSpPr/>
            <p:nvPr/>
          </p:nvSpPr>
          <p:spPr>
            <a:xfrm>
              <a:off x="13116182" y="5962994"/>
              <a:ext cx="3174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142" y="120000"/>
                  </a:moveTo>
                  <a:lnTo>
                    <a:pt x="85714" y="54545"/>
                  </a:lnTo>
                  <a:lnTo>
                    <a:pt x="119999" y="10909"/>
                  </a:lnTo>
                  <a:lnTo>
                    <a:pt x="102857" y="5454"/>
                  </a:lnTo>
                  <a:lnTo>
                    <a:pt x="102857" y="0"/>
                  </a:lnTo>
                  <a:lnTo>
                    <a:pt x="85714" y="0"/>
                  </a:lnTo>
                  <a:lnTo>
                    <a:pt x="68571" y="5454"/>
                  </a:lnTo>
                  <a:lnTo>
                    <a:pt x="0" y="49090"/>
                  </a:lnTo>
                  <a:lnTo>
                    <a:pt x="0" y="60000"/>
                  </a:lnTo>
                  <a:lnTo>
                    <a:pt x="17142" y="70909"/>
                  </a:lnTo>
                  <a:lnTo>
                    <a:pt x="17142" y="114545"/>
                  </a:lnTo>
                  <a:lnTo>
                    <a:pt x="17142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Shape 5030"/>
            <p:cNvSpPr/>
            <p:nvPr/>
          </p:nvSpPr>
          <p:spPr>
            <a:xfrm>
              <a:off x="13298745" y="5859807"/>
              <a:ext cx="7937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9999"/>
                  </a:moveTo>
                  <a:lnTo>
                    <a:pt x="35294" y="119999"/>
                  </a:lnTo>
                  <a:lnTo>
                    <a:pt x="91764" y="85714"/>
                  </a:lnTo>
                  <a:lnTo>
                    <a:pt x="112941" y="85714"/>
                  </a:lnTo>
                  <a:lnTo>
                    <a:pt x="120000" y="85714"/>
                  </a:lnTo>
                  <a:lnTo>
                    <a:pt x="112941" y="34285"/>
                  </a:lnTo>
                  <a:lnTo>
                    <a:pt x="112941" y="34285"/>
                  </a:lnTo>
                  <a:lnTo>
                    <a:pt x="105882" y="17142"/>
                  </a:lnTo>
                  <a:lnTo>
                    <a:pt x="91764" y="0"/>
                  </a:lnTo>
                  <a:lnTo>
                    <a:pt x="7058" y="85714"/>
                  </a:lnTo>
                  <a:lnTo>
                    <a:pt x="0" y="11999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Shape 5031"/>
            <p:cNvSpPr/>
            <p:nvPr/>
          </p:nvSpPr>
          <p:spPr>
            <a:xfrm>
              <a:off x="13295570" y="5856632"/>
              <a:ext cx="6349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30" y="0"/>
                  </a:moveTo>
                  <a:lnTo>
                    <a:pt x="0" y="0"/>
                  </a:lnTo>
                  <a:lnTo>
                    <a:pt x="0" y="20000"/>
                  </a:lnTo>
                  <a:lnTo>
                    <a:pt x="9230" y="40000"/>
                  </a:lnTo>
                  <a:lnTo>
                    <a:pt x="36923" y="40000"/>
                  </a:lnTo>
                  <a:lnTo>
                    <a:pt x="73846" y="60000"/>
                  </a:lnTo>
                  <a:lnTo>
                    <a:pt x="73846" y="60000"/>
                  </a:lnTo>
                  <a:lnTo>
                    <a:pt x="83076" y="80000"/>
                  </a:lnTo>
                  <a:lnTo>
                    <a:pt x="110769" y="120000"/>
                  </a:lnTo>
                  <a:lnTo>
                    <a:pt x="120000" y="120000"/>
                  </a:lnTo>
                  <a:lnTo>
                    <a:pt x="110769" y="100000"/>
                  </a:lnTo>
                  <a:lnTo>
                    <a:pt x="110769" y="40000"/>
                  </a:lnTo>
                  <a:lnTo>
                    <a:pt x="101538" y="20000"/>
                  </a:lnTo>
                  <a:lnTo>
                    <a:pt x="73846" y="20000"/>
                  </a:lnTo>
                  <a:lnTo>
                    <a:pt x="55384" y="0"/>
                  </a:lnTo>
                  <a:lnTo>
                    <a:pt x="18461" y="20000"/>
                  </a:lnTo>
                  <a:lnTo>
                    <a:pt x="9230" y="20000"/>
                  </a:lnTo>
                  <a:lnTo>
                    <a:pt x="9230" y="0"/>
                  </a:lnTo>
                  <a:lnTo>
                    <a:pt x="923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Shape 5032"/>
            <p:cNvSpPr/>
            <p:nvPr/>
          </p:nvSpPr>
          <p:spPr>
            <a:xfrm>
              <a:off x="13222545" y="5767732"/>
              <a:ext cx="7937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000" y="17142"/>
                  </a:moveTo>
                  <a:lnTo>
                    <a:pt x="80000" y="0"/>
                  </a:lnTo>
                  <a:lnTo>
                    <a:pt x="64000" y="0"/>
                  </a:lnTo>
                  <a:lnTo>
                    <a:pt x="0" y="68571"/>
                  </a:lnTo>
                  <a:lnTo>
                    <a:pt x="0" y="85714"/>
                  </a:lnTo>
                  <a:lnTo>
                    <a:pt x="16000" y="111428"/>
                  </a:lnTo>
                  <a:lnTo>
                    <a:pt x="16000" y="119999"/>
                  </a:lnTo>
                  <a:lnTo>
                    <a:pt x="32000" y="119999"/>
                  </a:lnTo>
                  <a:lnTo>
                    <a:pt x="120000" y="25714"/>
                  </a:lnTo>
                  <a:lnTo>
                    <a:pt x="120000" y="8571"/>
                  </a:lnTo>
                  <a:lnTo>
                    <a:pt x="120000" y="8571"/>
                  </a:lnTo>
                  <a:lnTo>
                    <a:pt x="96000" y="17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Shape 5033"/>
            <p:cNvSpPr/>
            <p:nvPr/>
          </p:nvSpPr>
          <p:spPr>
            <a:xfrm>
              <a:off x="13532107" y="7134570"/>
              <a:ext cx="4763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333" y="24000"/>
                  </a:moveTo>
                  <a:lnTo>
                    <a:pt x="53333" y="48000"/>
                  </a:lnTo>
                  <a:lnTo>
                    <a:pt x="40000" y="48000"/>
                  </a:lnTo>
                  <a:lnTo>
                    <a:pt x="26666" y="72000"/>
                  </a:lnTo>
                  <a:lnTo>
                    <a:pt x="26666" y="72000"/>
                  </a:lnTo>
                  <a:lnTo>
                    <a:pt x="0" y="72000"/>
                  </a:lnTo>
                  <a:lnTo>
                    <a:pt x="26666" y="120000"/>
                  </a:lnTo>
                  <a:lnTo>
                    <a:pt x="53333" y="120000"/>
                  </a:lnTo>
                  <a:lnTo>
                    <a:pt x="53333" y="120000"/>
                  </a:lnTo>
                  <a:lnTo>
                    <a:pt x="66666" y="72000"/>
                  </a:lnTo>
                  <a:lnTo>
                    <a:pt x="80000" y="48000"/>
                  </a:lnTo>
                  <a:lnTo>
                    <a:pt x="93333" y="48000"/>
                  </a:lnTo>
                  <a:lnTo>
                    <a:pt x="120000" y="48000"/>
                  </a:lnTo>
                  <a:lnTo>
                    <a:pt x="120000" y="24000"/>
                  </a:lnTo>
                  <a:lnTo>
                    <a:pt x="106666" y="0"/>
                  </a:lnTo>
                  <a:lnTo>
                    <a:pt x="93333" y="24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Shape 5034"/>
            <p:cNvSpPr/>
            <p:nvPr/>
          </p:nvSpPr>
          <p:spPr>
            <a:xfrm>
              <a:off x="13103482" y="6104282"/>
              <a:ext cx="1587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13333"/>
                  </a:moveTo>
                  <a:lnTo>
                    <a:pt x="40000" y="0"/>
                  </a:lnTo>
                  <a:lnTo>
                    <a:pt x="0" y="13333"/>
                  </a:lnTo>
                  <a:lnTo>
                    <a:pt x="0" y="26666"/>
                  </a:lnTo>
                  <a:lnTo>
                    <a:pt x="40000" y="40000"/>
                  </a:lnTo>
                  <a:lnTo>
                    <a:pt x="40000" y="53333"/>
                  </a:lnTo>
                  <a:lnTo>
                    <a:pt x="0" y="93333"/>
                  </a:lnTo>
                  <a:lnTo>
                    <a:pt x="0" y="106666"/>
                  </a:lnTo>
                  <a:lnTo>
                    <a:pt x="0" y="120000"/>
                  </a:lnTo>
                  <a:lnTo>
                    <a:pt x="40000" y="106666"/>
                  </a:lnTo>
                  <a:lnTo>
                    <a:pt x="80000" y="66666"/>
                  </a:lnTo>
                  <a:lnTo>
                    <a:pt x="120000" y="26666"/>
                  </a:lnTo>
                  <a:lnTo>
                    <a:pt x="80000" y="0"/>
                  </a:lnTo>
                  <a:lnTo>
                    <a:pt x="80000" y="13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Shape 5035"/>
            <p:cNvSpPr/>
            <p:nvPr/>
          </p:nvSpPr>
          <p:spPr>
            <a:xfrm>
              <a:off x="13301920" y="5847107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000" y="68571"/>
                  </a:moveTo>
                  <a:lnTo>
                    <a:pt x="20000" y="119999"/>
                  </a:lnTo>
                  <a:lnTo>
                    <a:pt x="20000" y="119999"/>
                  </a:lnTo>
                  <a:lnTo>
                    <a:pt x="40000" y="119999"/>
                  </a:lnTo>
                  <a:lnTo>
                    <a:pt x="60000" y="102857"/>
                  </a:lnTo>
                  <a:lnTo>
                    <a:pt x="60000" y="68571"/>
                  </a:lnTo>
                  <a:lnTo>
                    <a:pt x="100000" y="68571"/>
                  </a:lnTo>
                  <a:lnTo>
                    <a:pt x="120000" y="68571"/>
                  </a:lnTo>
                  <a:lnTo>
                    <a:pt x="120000" y="34285"/>
                  </a:lnTo>
                  <a:lnTo>
                    <a:pt x="40000" y="0"/>
                  </a:lnTo>
                  <a:lnTo>
                    <a:pt x="20000" y="0"/>
                  </a:lnTo>
                  <a:lnTo>
                    <a:pt x="0" y="0"/>
                  </a:lnTo>
                  <a:lnTo>
                    <a:pt x="0" y="17142"/>
                  </a:lnTo>
                  <a:lnTo>
                    <a:pt x="0" y="34285"/>
                  </a:lnTo>
                  <a:lnTo>
                    <a:pt x="0" y="51428"/>
                  </a:lnTo>
                  <a:lnTo>
                    <a:pt x="20000" y="685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Shape 5036"/>
            <p:cNvSpPr/>
            <p:nvPr/>
          </p:nvSpPr>
          <p:spPr>
            <a:xfrm>
              <a:off x="13259057" y="5796307"/>
              <a:ext cx="4763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285" y="96000"/>
                  </a:moveTo>
                  <a:lnTo>
                    <a:pt x="51428" y="120000"/>
                  </a:lnTo>
                  <a:lnTo>
                    <a:pt x="68571" y="96000"/>
                  </a:lnTo>
                  <a:lnTo>
                    <a:pt x="85714" y="96000"/>
                  </a:lnTo>
                  <a:lnTo>
                    <a:pt x="85714" y="96000"/>
                  </a:lnTo>
                  <a:lnTo>
                    <a:pt x="119999" y="48000"/>
                  </a:lnTo>
                  <a:lnTo>
                    <a:pt x="85714" y="24000"/>
                  </a:lnTo>
                  <a:lnTo>
                    <a:pt x="68571" y="24000"/>
                  </a:lnTo>
                  <a:lnTo>
                    <a:pt x="51428" y="0"/>
                  </a:lnTo>
                  <a:lnTo>
                    <a:pt x="34285" y="0"/>
                  </a:lnTo>
                  <a:lnTo>
                    <a:pt x="17142" y="0"/>
                  </a:lnTo>
                  <a:lnTo>
                    <a:pt x="0" y="48000"/>
                  </a:lnTo>
                  <a:lnTo>
                    <a:pt x="17142" y="96000"/>
                  </a:lnTo>
                  <a:lnTo>
                    <a:pt x="34285" y="96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Shape 5037"/>
            <p:cNvSpPr/>
            <p:nvPr/>
          </p:nvSpPr>
          <p:spPr>
            <a:xfrm>
              <a:off x="13417807" y="66567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Shape 5038"/>
            <p:cNvSpPr/>
            <p:nvPr/>
          </p:nvSpPr>
          <p:spPr>
            <a:xfrm>
              <a:off x="13417807" y="6651970"/>
              <a:ext cx="9524" cy="58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4736" y="30545"/>
                  </a:moveTo>
                  <a:lnTo>
                    <a:pt x="120000" y="20727"/>
                  </a:lnTo>
                  <a:lnTo>
                    <a:pt x="94736" y="19636"/>
                  </a:lnTo>
                  <a:lnTo>
                    <a:pt x="69473" y="21818"/>
                  </a:lnTo>
                  <a:lnTo>
                    <a:pt x="37894" y="27272"/>
                  </a:lnTo>
                  <a:lnTo>
                    <a:pt x="56842" y="20727"/>
                  </a:lnTo>
                  <a:lnTo>
                    <a:pt x="69473" y="17454"/>
                  </a:lnTo>
                  <a:lnTo>
                    <a:pt x="94736" y="16363"/>
                  </a:lnTo>
                  <a:lnTo>
                    <a:pt x="88421" y="14181"/>
                  </a:lnTo>
                  <a:lnTo>
                    <a:pt x="82105" y="12000"/>
                  </a:lnTo>
                  <a:lnTo>
                    <a:pt x="69473" y="9818"/>
                  </a:lnTo>
                  <a:lnTo>
                    <a:pt x="69473" y="5454"/>
                  </a:lnTo>
                  <a:lnTo>
                    <a:pt x="63157" y="1090"/>
                  </a:lnTo>
                  <a:lnTo>
                    <a:pt x="44210" y="0"/>
                  </a:lnTo>
                  <a:lnTo>
                    <a:pt x="31578" y="8727"/>
                  </a:lnTo>
                  <a:lnTo>
                    <a:pt x="12631" y="9818"/>
                  </a:lnTo>
                  <a:lnTo>
                    <a:pt x="0" y="12000"/>
                  </a:lnTo>
                  <a:lnTo>
                    <a:pt x="0" y="16363"/>
                  </a:lnTo>
                  <a:lnTo>
                    <a:pt x="6315" y="26181"/>
                  </a:lnTo>
                  <a:lnTo>
                    <a:pt x="31578" y="38181"/>
                  </a:lnTo>
                  <a:lnTo>
                    <a:pt x="31578" y="42545"/>
                  </a:lnTo>
                  <a:lnTo>
                    <a:pt x="37894" y="64363"/>
                  </a:lnTo>
                  <a:lnTo>
                    <a:pt x="44210" y="94909"/>
                  </a:lnTo>
                  <a:lnTo>
                    <a:pt x="44210" y="103636"/>
                  </a:lnTo>
                  <a:lnTo>
                    <a:pt x="37894" y="113454"/>
                  </a:lnTo>
                  <a:lnTo>
                    <a:pt x="12631" y="120000"/>
                  </a:lnTo>
                  <a:lnTo>
                    <a:pt x="50526" y="116727"/>
                  </a:lnTo>
                  <a:lnTo>
                    <a:pt x="69473" y="101454"/>
                  </a:lnTo>
                  <a:lnTo>
                    <a:pt x="82105" y="84000"/>
                  </a:lnTo>
                  <a:lnTo>
                    <a:pt x="69473" y="68727"/>
                  </a:lnTo>
                  <a:lnTo>
                    <a:pt x="63157" y="68727"/>
                  </a:lnTo>
                  <a:lnTo>
                    <a:pt x="63157" y="53454"/>
                  </a:lnTo>
                  <a:lnTo>
                    <a:pt x="69473" y="41454"/>
                  </a:lnTo>
                  <a:lnTo>
                    <a:pt x="94736" y="3054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Shape 5039"/>
            <p:cNvSpPr/>
            <p:nvPr/>
          </p:nvSpPr>
          <p:spPr>
            <a:xfrm>
              <a:off x="13419395" y="6577357"/>
              <a:ext cx="25399" cy="666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500" y="96562"/>
                  </a:moveTo>
                  <a:lnTo>
                    <a:pt x="90000" y="95625"/>
                  </a:lnTo>
                  <a:lnTo>
                    <a:pt x="97500" y="89062"/>
                  </a:lnTo>
                  <a:lnTo>
                    <a:pt x="102500" y="90000"/>
                  </a:lnTo>
                  <a:lnTo>
                    <a:pt x="107500" y="90000"/>
                  </a:lnTo>
                  <a:lnTo>
                    <a:pt x="112500" y="88125"/>
                  </a:lnTo>
                  <a:lnTo>
                    <a:pt x="120000" y="86250"/>
                  </a:lnTo>
                  <a:lnTo>
                    <a:pt x="110000" y="81562"/>
                  </a:lnTo>
                  <a:lnTo>
                    <a:pt x="110000" y="77812"/>
                  </a:lnTo>
                  <a:lnTo>
                    <a:pt x="112500" y="72187"/>
                  </a:lnTo>
                  <a:lnTo>
                    <a:pt x="112500" y="67500"/>
                  </a:lnTo>
                  <a:lnTo>
                    <a:pt x="107500" y="61875"/>
                  </a:lnTo>
                  <a:lnTo>
                    <a:pt x="102500" y="58125"/>
                  </a:lnTo>
                  <a:lnTo>
                    <a:pt x="100000" y="53437"/>
                  </a:lnTo>
                  <a:lnTo>
                    <a:pt x="102500" y="49687"/>
                  </a:lnTo>
                  <a:lnTo>
                    <a:pt x="87500" y="40312"/>
                  </a:lnTo>
                  <a:lnTo>
                    <a:pt x="77500" y="30000"/>
                  </a:lnTo>
                  <a:lnTo>
                    <a:pt x="60000" y="7500"/>
                  </a:lnTo>
                  <a:lnTo>
                    <a:pt x="50000" y="0"/>
                  </a:lnTo>
                  <a:lnTo>
                    <a:pt x="35000" y="0"/>
                  </a:lnTo>
                  <a:lnTo>
                    <a:pt x="22500" y="3750"/>
                  </a:lnTo>
                  <a:lnTo>
                    <a:pt x="10000" y="7500"/>
                  </a:lnTo>
                  <a:lnTo>
                    <a:pt x="7500" y="15000"/>
                  </a:lnTo>
                  <a:lnTo>
                    <a:pt x="5000" y="20625"/>
                  </a:lnTo>
                  <a:lnTo>
                    <a:pt x="7500" y="29062"/>
                  </a:lnTo>
                  <a:lnTo>
                    <a:pt x="0" y="35625"/>
                  </a:lnTo>
                  <a:lnTo>
                    <a:pt x="0" y="41250"/>
                  </a:lnTo>
                  <a:lnTo>
                    <a:pt x="7500" y="40312"/>
                  </a:lnTo>
                  <a:lnTo>
                    <a:pt x="10000" y="47812"/>
                  </a:lnTo>
                  <a:lnTo>
                    <a:pt x="10000" y="49687"/>
                  </a:lnTo>
                  <a:lnTo>
                    <a:pt x="15000" y="51562"/>
                  </a:lnTo>
                  <a:lnTo>
                    <a:pt x="15000" y="54375"/>
                  </a:lnTo>
                  <a:lnTo>
                    <a:pt x="12500" y="59062"/>
                  </a:lnTo>
                  <a:lnTo>
                    <a:pt x="10000" y="63750"/>
                  </a:lnTo>
                  <a:lnTo>
                    <a:pt x="22500" y="66562"/>
                  </a:lnTo>
                  <a:lnTo>
                    <a:pt x="22500" y="73125"/>
                  </a:lnTo>
                  <a:lnTo>
                    <a:pt x="5000" y="103125"/>
                  </a:lnTo>
                  <a:lnTo>
                    <a:pt x="5000" y="105937"/>
                  </a:lnTo>
                  <a:lnTo>
                    <a:pt x="7500" y="116250"/>
                  </a:lnTo>
                  <a:lnTo>
                    <a:pt x="10000" y="120000"/>
                  </a:lnTo>
                  <a:lnTo>
                    <a:pt x="32500" y="116250"/>
                  </a:lnTo>
                  <a:lnTo>
                    <a:pt x="55000" y="109687"/>
                  </a:lnTo>
                  <a:lnTo>
                    <a:pt x="60000" y="105937"/>
                  </a:lnTo>
                  <a:lnTo>
                    <a:pt x="65000" y="99375"/>
                  </a:lnTo>
                  <a:lnTo>
                    <a:pt x="72500" y="94687"/>
                  </a:lnTo>
                  <a:lnTo>
                    <a:pt x="82500" y="95625"/>
                  </a:lnTo>
                  <a:lnTo>
                    <a:pt x="80000" y="97500"/>
                  </a:lnTo>
                  <a:lnTo>
                    <a:pt x="87500" y="9656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Shape 5040"/>
            <p:cNvSpPr/>
            <p:nvPr/>
          </p:nvSpPr>
          <p:spPr>
            <a:xfrm>
              <a:off x="13398757" y="6537669"/>
              <a:ext cx="12699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818" y="80000"/>
                  </a:moveTo>
                  <a:lnTo>
                    <a:pt x="43636" y="120000"/>
                  </a:lnTo>
                  <a:lnTo>
                    <a:pt x="49090" y="120000"/>
                  </a:lnTo>
                  <a:lnTo>
                    <a:pt x="81818" y="120000"/>
                  </a:lnTo>
                  <a:lnTo>
                    <a:pt x="114545" y="66666"/>
                  </a:lnTo>
                  <a:lnTo>
                    <a:pt x="120000" y="26666"/>
                  </a:lnTo>
                  <a:lnTo>
                    <a:pt x="103636" y="0"/>
                  </a:lnTo>
                  <a:lnTo>
                    <a:pt x="81818" y="0"/>
                  </a:lnTo>
                  <a:lnTo>
                    <a:pt x="70909" y="13333"/>
                  </a:lnTo>
                  <a:lnTo>
                    <a:pt x="10909" y="53333"/>
                  </a:lnTo>
                  <a:lnTo>
                    <a:pt x="0" y="66666"/>
                  </a:lnTo>
                  <a:lnTo>
                    <a:pt x="16363" y="80000"/>
                  </a:lnTo>
                  <a:lnTo>
                    <a:pt x="21818" y="8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Shape 5041"/>
            <p:cNvSpPr/>
            <p:nvPr/>
          </p:nvSpPr>
          <p:spPr>
            <a:xfrm>
              <a:off x="13386057" y="5007319"/>
              <a:ext cx="15875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741" y="70000"/>
                  </a:moveTo>
                  <a:lnTo>
                    <a:pt x="0" y="73333"/>
                  </a:lnTo>
                  <a:lnTo>
                    <a:pt x="7741" y="86666"/>
                  </a:lnTo>
                  <a:lnTo>
                    <a:pt x="7741" y="93333"/>
                  </a:lnTo>
                  <a:lnTo>
                    <a:pt x="15483" y="113333"/>
                  </a:lnTo>
                  <a:lnTo>
                    <a:pt x="34838" y="96666"/>
                  </a:lnTo>
                  <a:lnTo>
                    <a:pt x="42580" y="93333"/>
                  </a:lnTo>
                  <a:lnTo>
                    <a:pt x="50322" y="100000"/>
                  </a:lnTo>
                  <a:lnTo>
                    <a:pt x="42580" y="106666"/>
                  </a:lnTo>
                  <a:lnTo>
                    <a:pt x="42580" y="113333"/>
                  </a:lnTo>
                  <a:lnTo>
                    <a:pt x="38709" y="113333"/>
                  </a:lnTo>
                  <a:lnTo>
                    <a:pt x="38709" y="120000"/>
                  </a:lnTo>
                  <a:lnTo>
                    <a:pt x="50322" y="116666"/>
                  </a:lnTo>
                  <a:lnTo>
                    <a:pt x="58064" y="106666"/>
                  </a:lnTo>
                  <a:lnTo>
                    <a:pt x="65806" y="100000"/>
                  </a:lnTo>
                  <a:lnTo>
                    <a:pt x="77419" y="103333"/>
                  </a:lnTo>
                  <a:lnTo>
                    <a:pt x="89032" y="106666"/>
                  </a:lnTo>
                  <a:lnTo>
                    <a:pt x="92903" y="103333"/>
                  </a:lnTo>
                  <a:lnTo>
                    <a:pt x="92903" y="80000"/>
                  </a:lnTo>
                  <a:lnTo>
                    <a:pt x="89032" y="73333"/>
                  </a:lnTo>
                  <a:lnTo>
                    <a:pt x="81290" y="70000"/>
                  </a:lnTo>
                  <a:lnTo>
                    <a:pt x="81290" y="66666"/>
                  </a:lnTo>
                  <a:lnTo>
                    <a:pt x="77419" y="63333"/>
                  </a:lnTo>
                  <a:lnTo>
                    <a:pt x="104516" y="50000"/>
                  </a:lnTo>
                  <a:lnTo>
                    <a:pt x="112258" y="36666"/>
                  </a:lnTo>
                  <a:lnTo>
                    <a:pt x="120000" y="23333"/>
                  </a:lnTo>
                  <a:lnTo>
                    <a:pt x="100645" y="20000"/>
                  </a:lnTo>
                  <a:lnTo>
                    <a:pt x="73548" y="30000"/>
                  </a:lnTo>
                  <a:lnTo>
                    <a:pt x="54193" y="26666"/>
                  </a:lnTo>
                  <a:lnTo>
                    <a:pt x="54193" y="20000"/>
                  </a:lnTo>
                  <a:lnTo>
                    <a:pt x="54193" y="16666"/>
                  </a:lnTo>
                  <a:lnTo>
                    <a:pt x="54193" y="13333"/>
                  </a:lnTo>
                  <a:lnTo>
                    <a:pt x="54193" y="6666"/>
                  </a:lnTo>
                  <a:lnTo>
                    <a:pt x="54193" y="6666"/>
                  </a:lnTo>
                  <a:lnTo>
                    <a:pt x="54193" y="0"/>
                  </a:lnTo>
                  <a:lnTo>
                    <a:pt x="7741" y="16666"/>
                  </a:lnTo>
                  <a:lnTo>
                    <a:pt x="7741" y="23333"/>
                  </a:lnTo>
                  <a:lnTo>
                    <a:pt x="27096" y="26666"/>
                  </a:lnTo>
                  <a:lnTo>
                    <a:pt x="34838" y="40000"/>
                  </a:lnTo>
                  <a:lnTo>
                    <a:pt x="42580" y="56666"/>
                  </a:lnTo>
                  <a:lnTo>
                    <a:pt x="38709" y="66666"/>
                  </a:lnTo>
                  <a:lnTo>
                    <a:pt x="7741" y="7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Shape 5042"/>
            <p:cNvSpPr/>
            <p:nvPr/>
          </p:nvSpPr>
          <p:spPr>
            <a:xfrm>
              <a:off x="13395582" y="5308944"/>
              <a:ext cx="63500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344" y="29090"/>
                  </a:moveTo>
                  <a:lnTo>
                    <a:pt x="36393" y="14545"/>
                  </a:lnTo>
                  <a:lnTo>
                    <a:pt x="33442" y="14545"/>
                  </a:lnTo>
                  <a:lnTo>
                    <a:pt x="31475" y="21818"/>
                  </a:lnTo>
                  <a:lnTo>
                    <a:pt x="30491" y="21818"/>
                  </a:lnTo>
                  <a:lnTo>
                    <a:pt x="28524" y="21818"/>
                  </a:lnTo>
                  <a:lnTo>
                    <a:pt x="26557" y="18181"/>
                  </a:lnTo>
                  <a:lnTo>
                    <a:pt x="23606" y="10909"/>
                  </a:lnTo>
                  <a:lnTo>
                    <a:pt x="21639" y="7272"/>
                  </a:lnTo>
                  <a:lnTo>
                    <a:pt x="20655" y="7272"/>
                  </a:lnTo>
                  <a:lnTo>
                    <a:pt x="16721" y="7272"/>
                  </a:lnTo>
                  <a:lnTo>
                    <a:pt x="13770" y="7272"/>
                  </a:lnTo>
                  <a:lnTo>
                    <a:pt x="11803" y="10909"/>
                  </a:lnTo>
                  <a:lnTo>
                    <a:pt x="10819" y="32727"/>
                  </a:lnTo>
                  <a:lnTo>
                    <a:pt x="983" y="54545"/>
                  </a:lnTo>
                  <a:lnTo>
                    <a:pt x="0" y="72727"/>
                  </a:lnTo>
                  <a:lnTo>
                    <a:pt x="17704" y="94545"/>
                  </a:lnTo>
                  <a:lnTo>
                    <a:pt x="21639" y="109090"/>
                  </a:lnTo>
                  <a:lnTo>
                    <a:pt x="25573" y="112727"/>
                  </a:lnTo>
                  <a:lnTo>
                    <a:pt x="39344" y="101818"/>
                  </a:lnTo>
                  <a:lnTo>
                    <a:pt x="41311" y="105454"/>
                  </a:lnTo>
                  <a:lnTo>
                    <a:pt x="48196" y="116363"/>
                  </a:lnTo>
                  <a:lnTo>
                    <a:pt x="54098" y="120000"/>
                  </a:lnTo>
                  <a:lnTo>
                    <a:pt x="97377" y="109090"/>
                  </a:lnTo>
                  <a:lnTo>
                    <a:pt x="120000" y="69090"/>
                  </a:lnTo>
                  <a:lnTo>
                    <a:pt x="118032" y="54545"/>
                  </a:lnTo>
                  <a:lnTo>
                    <a:pt x="107213" y="14545"/>
                  </a:lnTo>
                  <a:lnTo>
                    <a:pt x="104262" y="3636"/>
                  </a:lnTo>
                  <a:lnTo>
                    <a:pt x="100327" y="0"/>
                  </a:lnTo>
                  <a:lnTo>
                    <a:pt x="88524" y="7272"/>
                  </a:lnTo>
                  <a:lnTo>
                    <a:pt x="83606" y="3636"/>
                  </a:lnTo>
                  <a:lnTo>
                    <a:pt x="79672" y="3636"/>
                  </a:lnTo>
                  <a:lnTo>
                    <a:pt x="47213" y="58181"/>
                  </a:lnTo>
                  <a:lnTo>
                    <a:pt x="45245" y="54545"/>
                  </a:lnTo>
                  <a:lnTo>
                    <a:pt x="42295" y="50909"/>
                  </a:lnTo>
                  <a:lnTo>
                    <a:pt x="40327" y="43636"/>
                  </a:lnTo>
                  <a:lnTo>
                    <a:pt x="41311" y="36363"/>
                  </a:lnTo>
                  <a:lnTo>
                    <a:pt x="39344" y="2909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Shape 5043"/>
            <p:cNvSpPr/>
            <p:nvPr/>
          </p:nvSpPr>
          <p:spPr>
            <a:xfrm>
              <a:off x="13322557" y="6561482"/>
              <a:ext cx="93663" cy="1682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186" y="7147"/>
                  </a:moveTo>
                  <a:lnTo>
                    <a:pt x="68474" y="8652"/>
                  </a:lnTo>
                  <a:lnTo>
                    <a:pt x="64406" y="8275"/>
                  </a:lnTo>
                  <a:lnTo>
                    <a:pt x="58305" y="9028"/>
                  </a:lnTo>
                  <a:lnTo>
                    <a:pt x="55593" y="8275"/>
                  </a:lnTo>
                  <a:lnTo>
                    <a:pt x="51525" y="2257"/>
                  </a:lnTo>
                  <a:lnTo>
                    <a:pt x="48813" y="0"/>
                  </a:lnTo>
                  <a:lnTo>
                    <a:pt x="47457" y="0"/>
                  </a:lnTo>
                  <a:lnTo>
                    <a:pt x="47457" y="2633"/>
                  </a:lnTo>
                  <a:lnTo>
                    <a:pt x="48135" y="5642"/>
                  </a:lnTo>
                  <a:lnTo>
                    <a:pt x="54915" y="19561"/>
                  </a:lnTo>
                  <a:lnTo>
                    <a:pt x="56271" y="25579"/>
                  </a:lnTo>
                  <a:lnTo>
                    <a:pt x="57627" y="31222"/>
                  </a:lnTo>
                  <a:lnTo>
                    <a:pt x="55593" y="38369"/>
                  </a:lnTo>
                  <a:lnTo>
                    <a:pt x="58305" y="54169"/>
                  </a:lnTo>
                  <a:lnTo>
                    <a:pt x="58983" y="55673"/>
                  </a:lnTo>
                  <a:lnTo>
                    <a:pt x="57627" y="57554"/>
                  </a:lnTo>
                  <a:lnTo>
                    <a:pt x="54915" y="58683"/>
                  </a:lnTo>
                  <a:lnTo>
                    <a:pt x="48813" y="60940"/>
                  </a:lnTo>
                  <a:lnTo>
                    <a:pt x="45423" y="62821"/>
                  </a:lnTo>
                  <a:lnTo>
                    <a:pt x="43389" y="64326"/>
                  </a:lnTo>
                  <a:lnTo>
                    <a:pt x="42711" y="65830"/>
                  </a:lnTo>
                  <a:lnTo>
                    <a:pt x="42033" y="66959"/>
                  </a:lnTo>
                  <a:lnTo>
                    <a:pt x="42033" y="69968"/>
                  </a:lnTo>
                  <a:lnTo>
                    <a:pt x="41355" y="70721"/>
                  </a:lnTo>
                  <a:lnTo>
                    <a:pt x="40677" y="71849"/>
                  </a:lnTo>
                  <a:lnTo>
                    <a:pt x="39322" y="71849"/>
                  </a:lnTo>
                  <a:lnTo>
                    <a:pt x="39322" y="71473"/>
                  </a:lnTo>
                  <a:lnTo>
                    <a:pt x="37966" y="69592"/>
                  </a:lnTo>
                  <a:lnTo>
                    <a:pt x="37966" y="67711"/>
                  </a:lnTo>
                  <a:lnTo>
                    <a:pt x="37966" y="66206"/>
                  </a:lnTo>
                  <a:lnTo>
                    <a:pt x="40000" y="64326"/>
                  </a:lnTo>
                  <a:lnTo>
                    <a:pt x="43389" y="56426"/>
                  </a:lnTo>
                  <a:lnTo>
                    <a:pt x="44745" y="54545"/>
                  </a:lnTo>
                  <a:lnTo>
                    <a:pt x="44745" y="48902"/>
                  </a:lnTo>
                  <a:lnTo>
                    <a:pt x="43389" y="46645"/>
                  </a:lnTo>
                  <a:lnTo>
                    <a:pt x="42711" y="45517"/>
                  </a:lnTo>
                  <a:lnTo>
                    <a:pt x="40677" y="42507"/>
                  </a:lnTo>
                  <a:lnTo>
                    <a:pt x="40677" y="40626"/>
                  </a:lnTo>
                  <a:lnTo>
                    <a:pt x="40677" y="39498"/>
                  </a:lnTo>
                  <a:lnTo>
                    <a:pt x="40677" y="38369"/>
                  </a:lnTo>
                  <a:lnTo>
                    <a:pt x="40677" y="37241"/>
                  </a:lnTo>
                  <a:lnTo>
                    <a:pt x="40677" y="35736"/>
                  </a:lnTo>
                  <a:lnTo>
                    <a:pt x="41355" y="31222"/>
                  </a:lnTo>
                  <a:lnTo>
                    <a:pt x="41355" y="28589"/>
                  </a:lnTo>
                  <a:lnTo>
                    <a:pt x="39322" y="24451"/>
                  </a:lnTo>
                  <a:lnTo>
                    <a:pt x="38644" y="21818"/>
                  </a:lnTo>
                  <a:lnTo>
                    <a:pt x="38644" y="19937"/>
                  </a:lnTo>
                  <a:lnTo>
                    <a:pt x="36610" y="19184"/>
                  </a:lnTo>
                  <a:lnTo>
                    <a:pt x="35254" y="18056"/>
                  </a:lnTo>
                  <a:lnTo>
                    <a:pt x="29830" y="12789"/>
                  </a:lnTo>
                  <a:lnTo>
                    <a:pt x="28474" y="12413"/>
                  </a:lnTo>
                  <a:lnTo>
                    <a:pt x="27118" y="13542"/>
                  </a:lnTo>
                  <a:lnTo>
                    <a:pt x="27796" y="13918"/>
                  </a:lnTo>
                  <a:lnTo>
                    <a:pt x="29152" y="15799"/>
                  </a:lnTo>
                  <a:lnTo>
                    <a:pt x="29152" y="16551"/>
                  </a:lnTo>
                  <a:lnTo>
                    <a:pt x="29152" y="16551"/>
                  </a:lnTo>
                  <a:lnTo>
                    <a:pt x="28474" y="16927"/>
                  </a:lnTo>
                  <a:lnTo>
                    <a:pt x="28474" y="16927"/>
                  </a:lnTo>
                  <a:lnTo>
                    <a:pt x="28474" y="17304"/>
                  </a:lnTo>
                  <a:lnTo>
                    <a:pt x="33898" y="22946"/>
                  </a:lnTo>
                  <a:lnTo>
                    <a:pt x="35932" y="29717"/>
                  </a:lnTo>
                  <a:lnTo>
                    <a:pt x="38644" y="43260"/>
                  </a:lnTo>
                  <a:lnTo>
                    <a:pt x="38644" y="48902"/>
                  </a:lnTo>
                  <a:lnTo>
                    <a:pt x="36610" y="53040"/>
                  </a:lnTo>
                  <a:lnTo>
                    <a:pt x="19661" y="69968"/>
                  </a:lnTo>
                  <a:lnTo>
                    <a:pt x="5423" y="99686"/>
                  </a:lnTo>
                  <a:lnTo>
                    <a:pt x="677" y="102319"/>
                  </a:lnTo>
                  <a:lnTo>
                    <a:pt x="0" y="104952"/>
                  </a:lnTo>
                  <a:lnTo>
                    <a:pt x="0" y="110219"/>
                  </a:lnTo>
                  <a:lnTo>
                    <a:pt x="7457" y="109467"/>
                  </a:lnTo>
                  <a:lnTo>
                    <a:pt x="10169" y="110219"/>
                  </a:lnTo>
                  <a:lnTo>
                    <a:pt x="13559" y="112100"/>
                  </a:lnTo>
                  <a:lnTo>
                    <a:pt x="14237" y="112852"/>
                  </a:lnTo>
                  <a:lnTo>
                    <a:pt x="16271" y="113981"/>
                  </a:lnTo>
                  <a:lnTo>
                    <a:pt x="18983" y="115862"/>
                  </a:lnTo>
                  <a:lnTo>
                    <a:pt x="20338" y="117742"/>
                  </a:lnTo>
                  <a:lnTo>
                    <a:pt x="21694" y="116614"/>
                  </a:lnTo>
                  <a:lnTo>
                    <a:pt x="23050" y="115862"/>
                  </a:lnTo>
                  <a:lnTo>
                    <a:pt x="25084" y="114357"/>
                  </a:lnTo>
                  <a:lnTo>
                    <a:pt x="24406" y="112100"/>
                  </a:lnTo>
                  <a:lnTo>
                    <a:pt x="24406" y="110595"/>
                  </a:lnTo>
                  <a:lnTo>
                    <a:pt x="25762" y="106457"/>
                  </a:lnTo>
                  <a:lnTo>
                    <a:pt x="34576" y="94043"/>
                  </a:lnTo>
                  <a:lnTo>
                    <a:pt x="43389" y="73730"/>
                  </a:lnTo>
                  <a:lnTo>
                    <a:pt x="46779" y="69968"/>
                  </a:lnTo>
                  <a:lnTo>
                    <a:pt x="49491" y="69216"/>
                  </a:lnTo>
                  <a:lnTo>
                    <a:pt x="54237" y="69216"/>
                  </a:lnTo>
                  <a:lnTo>
                    <a:pt x="58305" y="69968"/>
                  </a:lnTo>
                  <a:lnTo>
                    <a:pt x="58983" y="72601"/>
                  </a:lnTo>
                  <a:lnTo>
                    <a:pt x="54237" y="79373"/>
                  </a:lnTo>
                  <a:lnTo>
                    <a:pt x="53559" y="81630"/>
                  </a:lnTo>
                  <a:lnTo>
                    <a:pt x="48813" y="96677"/>
                  </a:lnTo>
                  <a:lnTo>
                    <a:pt x="40000" y="116238"/>
                  </a:lnTo>
                  <a:lnTo>
                    <a:pt x="39322" y="120000"/>
                  </a:lnTo>
                  <a:lnTo>
                    <a:pt x="40677" y="119623"/>
                  </a:lnTo>
                  <a:lnTo>
                    <a:pt x="41355" y="118871"/>
                  </a:lnTo>
                  <a:lnTo>
                    <a:pt x="42033" y="118119"/>
                  </a:lnTo>
                  <a:lnTo>
                    <a:pt x="41355" y="117366"/>
                  </a:lnTo>
                  <a:lnTo>
                    <a:pt x="43389" y="116238"/>
                  </a:lnTo>
                  <a:lnTo>
                    <a:pt x="50169" y="103072"/>
                  </a:lnTo>
                  <a:lnTo>
                    <a:pt x="51525" y="102319"/>
                  </a:lnTo>
                  <a:lnTo>
                    <a:pt x="53559" y="102319"/>
                  </a:lnTo>
                  <a:lnTo>
                    <a:pt x="55593" y="103448"/>
                  </a:lnTo>
                  <a:lnTo>
                    <a:pt x="65084" y="105329"/>
                  </a:lnTo>
                  <a:lnTo>
                    <a:pt x="71186" y="104200"/>
                  </a:lnTo>
                  <a:lnTo>
                    <a:pt x="74576" y="101943"/>
                  </a:lnTo>
                  <a:lnTo>
                    <a:pt x="80677" y="89153"/>
                  </a:lnTo>
                  <a:lnTo>
                    <a:pt x="82033" y="88025"/>
                  </a:lnTo>
                  <a:lnTo>
                    <a:pt x="82711" y="86896"/>
                  </a:lnTo>
                  <a:lnTo>
                    <a:pt x="85423" y="62445"/>
                  </a:lnTo>
                  <a:lnTo>
                    <a:pt x="88135" y="52664"/>
                  </a:lnTo>
                  <a:lnTo>
                    <a:pt x="88813" y="50031"/>
                  </a:lnTo>
                  <a:lnTo>
                    <a:pt x="91525" y="48902"/>
                  </a:lnTo>
                  <a:lnTo>
                    <a:pt x="93559" y="49655"/>
                  </a:lnTo>
                  <a:lnTo>
                    <a:pt x="96271" y="52664"/>
                  </a:lnTo>
                  <a:lnTo>
                    <a:pt x="98305" y="55297"/>
                  </a:lnTo>
                  <a:lnTo>
                    <a:pt x="98983" y="58307"/>
                  </a:lnTo>
                  <a:lnTo>
                    <a:pt x="99661" y="57931"/>
                  </a:lnTo>
                  <a:lnTo>
                    <a:pt x="101694" y="79373"/>
                  </a:lnTo>
                  <a:lnTo>
                    <a:pt x="99661" y="96677"/>
                  </a:lnTo>
                  <a:lnTo>
                    <a:pt x="100338" y="99686"/>
                  </a:lnTo>
                  <a:lnTo>
                    <a:pt x="102372" y="87272"/>
                  </a:lnTo>
                  <a:lnTo>
                    <a:pt x="103050" y="69592"/>
                  </a:lnTo>
                  <a:lnTo>
                    <a:pt x="103050" y="68087"/>
                  </a:lnTo>
                  <a:lnTo>
                    <a:pt x="104406" y="64702"/>
                  </a:lnTo>
                  <a:lnTo>
                    <a:pt x="104406" y="63949"/>
                  </a:lnTo>
                  <a:lnTo>
                    <a:pt x="103050" y="60564"/>
                  </a:lnTo>
                  <a:lnTo>
                    <a:pt x="105762" y="54169"/>
                  </a:lnTo>
                  <a:lnTo>
                    <a:pt x="105762" y="51159"/>
                  </a:lnTo>
                  <a:lnTo>
                    <a:pt x="105762" y="51159"/>
                  </a:lnTo>
                  <a:lnTo>
                    <a:pt x="103050" y="50407"/>
                  </a:lnTo>
                  <a:lnTo>
                    <a:pt x="104406" y="50031"/>
                  </a:lnTo>
                  <a:lnTo>
                    <a:pt x="105084" y="49655"/>
                  </a:lnTo>
                  <a:lnTo>
                    <a:pt x="105084" y="47398"/>
                  </a:lnTo>
                  <a:lnTo>
                    <a:pt x="104406" y="47398"/>
                  </a:lnTo>
                  <a:lnTo>
                    <a:pt x="103050" y="48902"/>
                  </a:lnTo>
                  <a:lnTo>
                    <a:pt x="102372" y="49278"/>
                  </a:lnTo>
                  <a:lnTo>
                    <a:pt x="101016" y="50031"/>
                  </a:lnTo>
                  <a:lnTo>
                    <a:pt x="99661" y="50031"/>
                  </a:lnTo>
                  <a:lnTo>
                    <a:pt x="98983" y="49655"/>
                  </a:lnTo>
                  <a:lnTo>
                    <a:pt x="98305" y="47774"/>
                  </a:lnTo>
                  <a:lnTo>
                    <a:pt x="95593" y="31974"/>
                  </a:lnTo>
                  <a:lnTo>
                    <a:pt x="95593" y="30470"/>
                  </a:lnTo>
                  <a:lnTo>
                    <a:pt x="96271" y="29341"/>
                  </a:lnTo>
                  <a:lnTo>
                    <a:pt x="97627" y="28965"/>
                  </a:lnTo>
                  <a:lnTo>
                    <a:pt x="98305" y="28589"/>
                  </a:lnTo>
                  <a:lnTo>
                    <a:pt x="99661" y="27836"/>
                  </a:lnTo>
                  <a:lnTo>
                    <a:pt x="100338" y="27460"/>
                  </a:lnTo>
                  <a:lnTo>
                    <a:pt x="99661" y="26708"/>
                  </a:lnTo>
                  <a:lnTo>
                    <a:pt x="99661" y="25956"/>
                  </a:lnTo>
                  <a:lnTo>
                    <a:pt x="99661" y="25579"/>
                  </a:lnTo>
                  <a:lnTo>
                    <a:pt x="102372" y="24827"/>
                  </a:lnTo>
                  <a:lnTo>
                    <a:pt x="104406" y="25579"/>
                  </a:lnTo>
                  <a:lnTo>
                    <a:pt x="104406" y="27836"/>
                  </a:lnTo>
                  <a:lnTo>
                    <a:pt x="103050" y="30470"/>
                  </a:lnTo>
                  <a:lnTo>
                    <a:pt x="107118" y="30846"/>
                  </a:lnTo>
                  <a:lnTo>
                    <a:pt x="109830" y="36112"/>
                  </a:lnTo>
                  <a:lnTo>
                    <a:pt x="111186" y="42131"/>
                  </a:lnTo>
                  <a:lnTo>
                    <a:pt x="107118" y="66959"/>
                  </a:lnTo>
                  <a:lnTo>
                    <a:pt x="108474" y="71849"/>
                  </a:lnTo>
                  <a:lnTo>
                    <a:pt x="107796" y="76363"/>
                  </a:lnTo>
                  <a:lnTo>
                    <a:pt x="108474" y="80125"/>
                  </a:lnTo>
                  <a:lnTo>
                    <a:pt x="107796" y="87272"/>
                  </a:lnTo>
                  <a:lnTo>
                    <a:pt x="108474" y="92915"/>
                  </a:lnTo>
                  <a:lnTo>
                    <a:pt x="107796" y="94796"/>
                  </a:lnTo>
                  <a:lnTo>
                    <a:pt x="109152" y="94796"/>
                  </a:lnTo>
                  <a:lnTo>
                    <a:pt x="108474" y="95924"/>
                  </a:lnTo>
                  <a:lnTo>
                    <a:pt x="108474" y="97805"/>
                  </a:lnTo>
                  <a:lnTo>
                    <a:pt x="109152" y="98934"/>
                  </a:lnTo>
                  <a:lnTo>
                    <a:pt x="111864" y="98934"/>
                  </a:lnTo>
                  <a:lnTo>
                    <a:pt x="109152" y="92915"/>
                  </a:lnTo>
                  <a:lnTo>
                    <a:pt x="111864" y="71849"/>
                  </a:lnTo>
                  <a:lnTo>
                    <a:pt x="109830" y="59435"/>
                  </a:lnTo>
                  <a:lnTo>
                    <a:pt x="113898" y="45517"/>
                  </a:lnTo>
                  <a:lnTo>
                    <a:pt x="113898" y="43260"/>
                  </a:lnTo>
                  <a:lnTo>
                    <a:pt x="113898" y="39122"/>
                  </a:lnTo>
                  <a:lnTo>
                    <a:pt x="114576" y="37241"/>
                  </a:lnTo>
                  <a:lnTo>
                    <a:pt x="115932" y="36112"/>
                  </a:lnTo>
                  <a:lnTo>
                    <a:pt x="118644" y="34984"/>
                  </a:lnTo>
                  <a:lnTo>
                    <a:pt x="119999" y="33479"/>
                  </a:lnTo>
                  <a:lnTo>
                    <a:pt x="119999" y="31598"/>
                  </a:lnTo>
                  <a:lnTo>
                    <a:pt x="112542" y="33479"/>
                  </a:lnTo>
                  <a:lnTo>
                    <a:pt x="111186" y="33103"/>
                  </a:lnTo>
                  <a:lnTo>
                    <a:pt x="111186" y="31974"/>
                  </a:lnTo>
                  <a:lnTo>
                    <a:pt x="111864" y="29717"/>
                  </a:lnTo>
                  <a:lnTo>
                    <a:pt x="112542" y="29717"/>
                  </a:lnTo>
                  <a:lnTo>
                    <a:pt x="115254" y="29341"/>
                  </a:lnTo>
                  <a:lnTo>
                    <a:pt x="113898" y="28589"/>
                  </a:lnTo>
                  <a:lnTo>
                    <a:pt x="111864" y="27836"/>
                  </a:lnTo>
                  <a:lnTo>
                    <a:pt x="111186" y="27084"/>
                  </a:lnTo>
                  <a:lnTo>
                    <a:pt x="109830" y="25579"/>
                  </a:lnTo>
                  <a:lnTo>
                    <a:pt x="109152" y="22946"/>
                  </a:lnTo>
                  <a:lnTo>
                    <a:pt x="108474" y="21442"/>
                  </a:lnTo>
                  <a:lnTo>
                    <a:pt x="105762" y="18432"/>
                  </a:lnTo>
                  <a:lnTo>
                    <a:pt x="102372" y="18432"/>
                  </a:lnTo>
                  <a:lnTo>
                    <a:pt x="95593" y="20689"/>
                  </a:lnTo>
                  <a:lnTo>
                    <a:pt x="88813" y="20313"/>
                  </a:lnTo>
                  <a:lnTo>
                    <a:pt x="82711" y="18056"/>
                  </a:lnTo>
                  <a:lnTo>
                    <a:pt x="77966" y="14294"/>
                  </a:lnTo>
                  <a:lnTo>
                    <a:pt x="71864" y="7523"/>
                  </a:lnTo>
                  <a:lnTo>
                    <a:pt x="71186" y="714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Shape 5044"/>
            <p:cNvSpPr/>
            <p:nvPr/>
          </p:nvSpPr>
          <p:spPr>
            <a:xfrm>
              <a:off x="13338432" y="4958107"/>
              <a:ext cx="25399" cy="476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6326" y="10786"/>
                  </a:moveTo>
                  <a:lnTo>
                    <a:pt x="56326" y="6741"/>
                  </a:lnTo>
                  <a:lnTo>
                    <a:pt x="51428" y="2696"/>
                  </a:lnTo>
                  <a:lnTo>
                    <a:pt x="39183" y="0"/>
                  </a:lnTo>
                  <a:lnTo>
                    <a:pt x="24489" y="2696"/>
                  </a:lnTo>
                  <a:lnTo>
                    <a:pt x="14693" y="8089"/>
                  </a:lnTo>
                  <a:lnTo>
                    <a:pt x="12244" y="16179"/>
                  </a:lnTo>
                  <a:lnTo>
                    <a:pt x="2448" y="24269"/>
                  </a:lnTo>
                  <a:lnTo>
                    <a:pt x="0" y="29662"/>
                  </a:lnTo>
                  <a:lnTo>
                    <a:pt x="12244" y="37752"/>
                  </a:lnTo>
                  <a:lnTo>
                    <a:pt x="17142" y="37752"/>
                  </a:lnTo>
                  <a:lnTo>
                    <a:pt x="48979" y="35056"/>
                  </a:lnTo>
                  <a:lnTo>
                    <a:pt x="51428" y="39101"/>
                  </a:lnTo>
                  <a:lnTo>
                    <a:pt x="41632" y="40449"/>
                  </a:lnTo>
                  <a:lnTo>
                    <a:pt x="46530" y="44494"/>
                  </a:lnTo>
                  <a:lnTo>
                    <a:pt x="53877" y="51235"/>
                  </a:lnTo>
                  <a:lnTo>
                    <a:pt x="63673" y="53932"/>
                  </a:lnTo>
                  <a:lnTo>
                    <a:pt x="66122" y="56629"/>
                  </a:lnTo>
                  <a:lnTo>
                    <a:pt x="63673" y="57977"/>
                  </a:lnTo>
                  <a:lnTo>
                    <a:pt x="51428" y="57977"/>
                  </a:lnTo>
                  <a:lnTo>
                    <a:pt x="46530" y="57977"/>
                  </a:lnTo>
                  <a:lnTo>
                    <a:pt x="44081" y="59325"/>
                  </a:lnTo>
                  <a:lnTo>
                    <a:pt x="41632" y="64719"/>
                  </a:lnTo>
                  <a:lnTo>
                    <a:pt x="39183" y="70112"/>
                  </a:lnTo>
                  <a:lnTo>
                    <a:pt x="48979" y="78202"/>
                  </a:lnTo>
                  <a:lnTo>
                    <a:pt x="56326" y="86292"/>
                  </a:lnTo>
                  <a:lnTo>
                    <a:pt x="80816" y="118651"/>
                  </a:lnTo>
                  <a:lnTo>
                    <a:pt x="88163" y="120000"/>
                  </a:lnTo>
                  <a:lnTo>
                    <a:pt x="100408" y="120000"/>
                  </a:lnTo>
                  <a:lnTo>
                    <a:pt x="119999" y="114606"/>
                  </a:lnTo>
                  <a:lnTo>
                    <a:pt x="115102" y="110561"/>
                  </a:lnTo>
                  <a:lnTo>
                    <a:pt x="112653" y="109213"/>
                  </a:lnTo>
                  <a:lnTo>
                    <a:pt x="110204" y="109213"/>
                  </a:lnTo>
                  <a:lnTo>
                    <a:pt x="102857" y="110561"/>
                  </a:lnTo>
                  <a:lnTo>
                    <a:pt x="102857" y="101123"/>
                  </a:lnTo>
                  <a:lnTo>
                    <a:pt x="105306" y="97078"/>
                  </a:lnTo>
                  <a:lnTo>
                    <a:pt x="112653" y="93033"/>
                  </a:lnTo>
                  <a:lnTo>
                    <a:pt x="115102" y="86292"/>
                  </a:lnTo>
                  <a:lnTo>
                    <a:pt x="105306" y="87640"/>
                  </a:lnTo>
                  <a:lnTo>
                    <a:pt x="100408" y="84943"/>
                  </a:lnTo>
                  <a:lnTo>
                    <a:pt x="95510" y="79550"/>
                  </a:lnTo>
                  <a:lnTo>
                    <a:pt x="88163" y="70112"/>
                  </a:lnTo>
                  <a:lnTo>
                    <a:pt x="95510" y="64719"/>
                  </a:lnTo>
                  <a:lnTo>
                    <a:pt x="97959" y="57977"/>
                  </a:lnTo>
                  <a:lnTo>
                    <a:pt x="95510" y="51235"/>
                  </a:lnTo>
                  <a:lnTo>
                    <a:pt x="85714" y="37752"/>
                  </a:lnTo>
                  <a:lnTo>
                    <a:pt x="80816" y="33707"/>
                  </a:lnTo>
                  <a:lnTo>
                    <a:pt x="73469" y="33707"/>
                  </a:lnTo>
                  <a:lnTo>
                    <a:pt x="68571" y="32359"/>
                  </a:lnTo>
                  <a:lnTo>
                    <a:pt x="63673" y="28314"/>
                  </a:lnTo>
                  <a:lnTo>
                    <a:pt x="63673" y="24269"/>
                  </a:lnTo>
                  <a:lnTo>
                    <a:pt x="63673" y="20224"/>
                  </a:lnTo>
                  <a:lnTo>
                    <a:pt x="66122" y="14831"/>
                  </a:lnTo>
                  <a:lnTo>
                    <a:pt x="61224" y="12134"/>
                  </a:lnTo>
                  <a:lnTo>
                    <a:pt x="63673" y="12134"/>
                  </a:lnTo>
                  <a:lnTo>
                    <a:pt x="56326" y="1078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Shape 5045"/>
            <p:cNvSpPr/>
            <p:nvPr/>
          </p:nvSpPr>
          <p:spPr>
            <a:xfrm>
              <a:off x="13079671" y="6064594"/>
              <a:ext cx="6349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99" y="48000"/>
                  </a:moveTo>
                  <a:lnTo>
                    <a:pt x="59999" y="58666"/>
                  </a:lnTo>
                  <a:lnTo>
                    <a:pt x="51428" y="88000"/>
                  </a:lnTo>
                  <a:lnTo>
                    <a:pt x="59999" y="85333"/>
                  </a:lnTo>
                  <a:lnTo>
                    <a:pt x="68571" y="112000"/>
                  </a:lnTo>
                  <a:lnTo>
                    <a:pt x="85714" y="120000"/>
                  </a:lnTo>
                  <a:lnTo>
                    <a:pt x="102857" y="114666"/>
                  </a:lnTo>
                  <a:lnTo>
                    <a:pt x="102857" y="98666"/>
                  </a:lnTo>
                  <a:lnTo>
                    <a:pt x="94285" y="82666"/>
                  </a:lnTo>
                  <a:lnTo>
                    <a:pt x="102857" y="45333"/>
                  </a:lnTo>
                  <a:lnTo>
                    <a:pt x="102857" y="34666"/>
                  </a:lnTo>
                  <a:lnTo>
                    <a:pt x="119999" y="32000"/>
                  </a:lnTo>
                  <a:lnTo>
                    <a:pt x="119999" y="29333"/>
                  </a:lnTo>
                  <a:lnTo>
                    <a:pt x="119999" y="24000"/>
                  </a:lnTo>
                  <a:lnTo>
                    <a:pt x="119999" y="18666"/>
                  </a:lnTo>
                  <a:lnTo>
                    <a:pt x="94285" y="13333"/>
                  </a:lnTo>
                  <a:lnTo>
                    <a:pt x="94285" y="13333"/>
                  </a:lnTo>
                  <a:lnTo>
                    <a:pt x="85714" y="8000"/>
                  </a:lnTo>
                  <a:lnTo>
                    <a:pt x="85714" y="0"/>
                  </a:lnTo>
                  <a:lnTo>
                    <a:pt x="68571" y="8000"/>
                  </a:lnTo>
                  <a:lnTo>
                    <a:pt x="0" y="48000"/>
                  </a:lnTo>
                  <a:lnTo>
                    <a:pt x="34285" y="50666"/>
                  </a:lnTo>
                  <a:lnTo>
                    <a:pt x="42857" y="50666"/>
                  </a:lnTo>
                  <a:lnTo>
                    <a:pt x="59999" y="4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Shape 5046"/>
            <p:cNvSpPr/>
            <p:nvPr/>
          </p:nvSpPr>
          <p:spPr>
            <a:xfrm>
              <a:off x="13022521" y="5270844"/>
              <a:ext cx="101599" cy="714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473" y="108270"/>
                  </a:moveTo>
                  <a:lnTo>
                    <a:pt x="72000" y="108270"/>
                  </a:lnTo>
                  <a:lnTo>
                    <a:pt x="74526" y="110075"/>
                  </a:lnTo>
                  <a:lnTo>
                    <a:pt x="75789" y="114586"/>
                  </a:lnTo>
                  <a:lnTo>
                    <a:pt x="86526" y="120000"/>
                  </a:lnTo>
                  <a:lnTo>
                    <a:pt x="89684" y="119097"/>
                  </a:lnTo>
                  <a:lnTo>
                    <a:pt x="92842" y="117293"/>
                  </a:lnTo>
                  <a:lnTo>
                    <a:pt x="97263" y="108270"/>
                  </a:lnTo>
                  <a:lnTo>
                    <a:pt x="102947" y="102857"/>
                  </a:lnTo>
                  <a:lnTo>
                    <a:pt x="106736" y="92030"/>
                  </a:lnTo>
                  <a:lnTo>
                    <a:pt x="108631" y="88421"/>
                  </a:lnTo>
                  <a:lnTo>
                    <a:pt x="120000" y="75789"/>
                  </a:lnTo>
                  <a:lnTo>
                    <a:pt x="119368" y="73984"/>
                  </a:lnTo>
                  <a:lnTo>
                    <a:pt x="116842" y="68571"/>
                  </a:lnTo>
                  <a:lnTo>
                    <a:pt x="116842" y="62255"/>
                  </a:lnTo>
                  <a:lnTo>
                    <a:pt x="119368" y="49624"/>
                  </a:lnTo>
                  <a:lnTo>
                    <a:pt x="119368" y="45112"/>
                  </a:lnTo>
                  <a:lnTo>
                    <a:pt x="116842" y="44210"/>
                  </a:lnTo>
                  <a:lnTo>
                    <a:pt x="115578" y="44210"/>
                  </a:lnTo>
                  <a:lnTo>
                    <a:pt x="113684" y="43308"/>
                  </a:lnTo>
                  <a:lnTo>
                    <a:pt x="113052" y="41503"/>
                  </a:lnTo>
                  <a:lnTo>
                    <a:pt x="110526" y="36992"/>
                  </a:lnTo>
                  <a:lnTo>
                    <a:pt x="109894" y="35187"/>
                  </a:lnTo>
                  <a:lnTo>
                    <a:pt x="106736" y="31578"/>
                  </a:lnTo>
                  <a:lnTo>
                    <a:pt x="102947" y="29774"/>
                  </a:lnTo>
                  <a:lnTo>
                    <a:pt x="99157" y="27067"/>
                  </a:lnTo>
                  <a:lnTo>
                    <a:pt x="96631" y="20751"/>
                  </a:lnTo>
                  <a:lnTo>
                    <a:pt x="97263" y="19849"/>
                  </a:lnTo>
                  <a:lnTo>
                    <a:pt x="97263" y="18045"/>
                  </a:lnTo>
                  <a:lnTo>
                    <a:pt x="97263" y="17142"/>
                  </a:lnTo>
                  <a:lnTo>
                    <a:pt x="97263" y="15338"/>
                  </a:lnTo>
                  <a:lnTo>
                    <a:pt x="96631" y="15338"/>
                  </a:lnTo>
                  <a:lnTo>
                    <a:pt x="94736" y="14436"/>
                  </a:lnTo>
                  <a:lnTo>
                    <a:pt x="93473" y="14436"/>
                  </a:lnTo>
                  <a:lnTo>
                    <a:pt x="94736" y="11729"/>
                  </a:lnTo>
                  <a:lnTo>
                    <a:pt x="95368" y="11729"/>
                  </a:lnTo>
                  <a:lnTo>
                    <a:pt x="93473" y="9924"/>
                  </a:lnTo>
                  <a:lnTo>
                    <a:pt x="91578" y="9022"/>
                  </a:lnTo>
                  <a:lnTo>
                    <a:pt x="90315" y="9022"/>
                  </a:lnTo>
                  <a:lnTo>
                    <a:pt x="89052" y="9924"/>
                  </a:lnTo>
                  <a:lnTo>
                    <a:pt x="89052" y="8120"/>
                  </a:lnTo>
                  <a:lnTo>
                    <a:pt x="88421" y="4511"/>
                  </a:lnTo>
                  <a:lnTo>
                    <a:pt x="88421" y="2706"/>
                  </a:lnTo>
                  <a:lnTo>
                    <a:pt x="85894" y="3609"/>
                  </a:lnTo>
                  <a:lnTo>
                    <a:pt x="83368" y="9022"/>
                  </a:lnTo>
                  <a:lnTo>
                    <a:pt x="82105" y="10827"/>
                  </a:lnTo>
                  <a:lnTo>
                    <a:pt x="77052" y="11729"/>
                  </a:lnTo>
                  <a:lnTo>
                    <a:pt x="74526" y="11729"/>
                  </a:lnTo>
                  <a:lnTo>
                    <a:pt x="72000" y="10827"/>
                  </a:lnTo>
                  <a:lnTo>
                    <a:pt x="72631" y="6315"/>
                  </a:lnTo>
                  <a:lnTo>
                    <a:pt x="72631" y="5413"/>
                  </a:lnTo>
                  <a:lnTo>
                    <a:pt x="73263" y="4511"/>
                  </a:lnTo>
                  <a:lnTo>
                    <a:pt x="70105" y="0"/>
                  </a:lnTo>
                  <a:lnTo>
                    <a:pt x="64421" y="0"/>
                  </a:lnTo>
                  <a:lnTo>
                    <a:pt x="54947" y="3609"/>
                  </a:lnTo>
                  <a:lnTo>
                    <a:pt x="48631" y="4511"/>
                  </a:lnTo>
                  <a:lnTo>
                    <a:pt x="48000" y="5413"/>
                  </a:lnTo>
                  <a:lnTo>
                    <a:pt x="46736" y="9924"/>
                  </a:lnTo>
                  <a:lnTo>
                    <a:pt x="43578" y="10827"/>
                  </a:lnTo>
                  <a:lnTo>
                    <a:pt x="37263" y="8120"/>
                  </a:lnTo>
                  <a:lnTo>
                    <a:pt x="34736" y="8120"/>
                  </a:lnTo>
                  <a:lnTo>
                    <a:pt x="25263" y="11729"/>
                  </a:lnTo>
                  <a:lnTo>
                    <a:pt x="16421" y="20751"/>
                  </a:lnTo>
                  <a:lnTo>
                    <a:pt x="11368" y="28872"/>
                  </a:lnTo>
                  <a:lnTo>
                    <a:pt x="2526" y="36090"/>
                  </a:lnTo>
                  <a:lnTo>
                    <a:pt x="0" y="38796"/>
                  </a:lnTo>
                  <a:lnTo>
                    <a:pt x="1263" y="41503"/>
                  </a:lnTo>
                  <a:lnTo>
                    <a:pt x="2526" y="46917"/>
                  </a:lnTo>
                  <a:lnTo>
                    <a:pt x="3157" y="48721"/>
                  </a:lnTo>
                  <a:lnTo>
                    <a:pt x="4421" y="52330"/>
                  </a:lnTo>
                  <a:lnTo>
                    <a:pt x="5052" y="53233"/>
                  </a:lnTo>
                  <a:lnTo>
                    <a:pt x="8210" y="54135"/>
                  </a:lnTo>
                  <a:lnTo>
                    <a:pt x="11368" y="57744"/>
                  </a:lnTo>
                  <a:lnTo>
                    <a:pt x="12631" y="58646"/>
                  </a:lnTo>
                  <a:lnTo>
                    <a:pt x="18315" y="62255"/>
                  </a:lnTo>
                  <a:lnTo>
                    <a:pt x="34105" y="76691"/>
                  </a:lnTo>
                  <a:lnTo>
                    <a:pt x="37263" y="79398"/>
                  </a:lnTo>
                  <a:lnTo>
                    <a:pt x="48000" y="91127"/>
                  </a:lnTo>
                  <a:lnTo>
                    <a:pt x="53684" y="95639"/>
                  </a:lnTo>
                  <a:lnTo>
                    <a:pt x="58105" y="98345"/>
                  </a:lnTo>
                  <a:lnTo>
                    <a:pt x="60631" y="100150"/>
                  </a:lnTo>
                  <a:lnTo>
                    <a:pt x="64421" y="103759"/>
                  </a:lnTo>
                  <a:lnTo>
                    <a:pt x="66947" y="107368"/>
                  </a:lnTo>
                  <a:lnTo>
                    <a:pt x="69473" y="10827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Shape 5047"/>
            <p:cNvSpPr/>
            <p:nvPr/>
          </p:nvSpPr>
          <p:spPr>
            <a:xfrm>
              <a:off x="13078082" y="6021732"/>
              <a:ext cx="4763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3333" y="91200"/>
                  </a:moveTo>
                  <a:lnTo>
                    <a:pt x="66666" y="81600"/>
                  </a:lnTo>
                  <a:lnTo>
                    <a:pt x="66666" y="72000"/>
                  </a:lnTo>
                  <a:lnTo>
                    <a:pt x="53333" y="52800"/>
                  </a:lnTo>
                  <a:lnTo>
                    <a:pt x="53333" y="48000"/>
                  </a:lnTo>
                  <a:lnTo>
                    <a:pt x="93333" y="48000"/>
                  </a:lnTo>
                  <a:lnTo>
                    <a:pt x="106666" y="43200"/>
                  </a:lnTo>
                  <a:lnTo>
                    <a:pt x="106666" y="33600"/>
                  </a:lnTo>
                  <a:lnTo>
                    <a:pt x="106666" y="19200"/>
                  </a:lnTo>
                  <a:lnTo>
                    <a:pt x="120000" y="4800"/>
                  </a:lnTo>
                  <a:lnTo>
                    <a:pt x="120000" y="0"/>
                  </a:lnTo>
                  <a:lnTo>
                    <a:pt x="93333" y="0"/>
                  </a:lnTo>
                  <a:lnTo>
                    <a:pt x="66666" y="0"/>
                  </a:lnTo>
                  <a:lnTo>
                    <a:pt x="53333" y="14400"/>
                  </a:lnTo>
                  <a:lnTo>
                    <a:pt x="13333" y="38400"/>
                  </a:lnTo>
                  <a:lnTo>
                    <a:pt x="0" y="72000"/>
                  </a:lnTo>
                  <a:lnTo>
                    <a:pt x="0" y="100800"/>
                  </a:lnTo>
                  <a:lnTo>
                    <a:pt x="26666" y="120000"/>
                  </a:lnTo>
                  <a:lnTo>
                    <a:pt x="53333" y="110400"/>
                  </a:lnTo>
                  <a:lnTo>
                    <a:pt x="53333" y="912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Shape 5048"/>
            <p:cNvSpPr/>
            <p:nvPr/>
          </p:nvSpPr>
          <p:spPr>
            <a:xfrm>
              <a:off x="13063796" y="6028082"/>
              <a:ext cx="6349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090" y="48000"/>
                  </a:moveTo>
                  <a:lnTo>
                    <a:pt x="120000" y="30000"/>
                  </a:lnTo>
                  <a:lnTo>
                    <a:pt x="109090" y="12000"/>
                  </a:lnTo>
                  <a:lnTo>
                    <a:pt x="98181" y="0"/>
                  </a:lnTo>
                  <a:lnTo>
                    <a:pt x="98181" y="12000"/>
                  </a:lnTo>
                  <a:lnTo>
                    <a:pt x="65454" y="30000"/>
                  </a:lnTo>
                  <a:lnTo>
                    <a:pt x="65454" y="36000"/>
                  </a:lnTo>
                  <a:lnTo>
                    <a:pt x="0" y="78000"/>
                  </a:lnTo>
                  <a:lnTo>
                    <a:pt x="0" y="96000"/>
                  </a:lnTo>
                  <a:lnTo>
                    <a:pt x="32727" y="102000"/>
                  </a:lnTo>
                  <a:lnTo>
                    <a:pt x="43636" y="108000"/>
                  </a:lnTo>
                  <a:lnTo>
                    <a:pt x="65454" y="120000"/>
                  </a:lnTo>
                  <a:lnTo>
                    <a:pt x="87272" y="108000"/>
                  </a:lnTo>
                  <a:lnTo>
                    <a:pt x="109090" y="4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Shape 5049"/>
            <p:cNvSpPr/>
            <p:nvPr/>
          </p:nvSpPr>
          <p:spPr>
            <a:xfrm>
              <a:off x="13038396" y="5162894"/>
              <a:ext cx="31750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3606" y="46363"/>
                  </a:moveTo>
                  <a:lnTo>
                    <a:pt x="13770" y="54545"/>
                  </a:lnTo>
                  <a:lnTo>
                    <a:pt x="7868" y="60000"/>
                  </a:lnTo>
                  <a:lnTo>
                    <a:pt x="1967" y="68181"/>
                  </a:lnTo>
                  <a:lnTo>
                    <a:pt x="0" y="79090"/>
                  </a:lnTo>
                  <a:lnTo>
                    <a:pt x="0" y="95454"/>
                  </a:lnTo>
                  <a:lnTo>
                    <a:pt x="0" y="111818"/>
                  </a:lnTo>
                  <a:lnTo>
                    <a:pt x="7868" y="117272"/>
                  </a:lnTo>
                  <a:lnTo>
                    <a:pt x="11803" y="117272"/>
                  </a:lnTo>
                  <a:lnTo>
                    <a:pt x="23606" y="120000"/>
                  </a:lnTo>
                  <a:lnTo>
                    <a:pt x="66885" y="114545"/>
                  </a:lnTo>
                  <a:lnTo>
                    <a:pt x="78688" y="120000"/>
                  </a:lnTo>
                  <a:lnTo>
                    <a:pt x="84590" y="117272"/>
                  </a:lnTo>
                  <a:lnTo>
                    <a:pt x="90491" y="106363"/>
                  </a:lnTo>
                  <a:lnTo>
                    <a:pt x="100327" y="60000"/>
                  </a:lnTo>
                  <a:lnTo>
                    <a:pt x="100327" y="38181"/>
                  </a:lnTo>
                  <a:lnTo>
                    <a:pt x="104262" y="27272"/>
                  </a:lnTo>
                  <a:lnTo>
                    <a:pt x="108196" y="19090"/>
                  </a:lnTo>
                  <a:lnTo>
                    <a:pt x="120000" y="10909"/>
                  </a:lnTo>
                  <a:lnTo>
                    <a:pt x="118032" y="5454"/>
                  </a:lnTo>
                  <a:lnTo>
                    <a:pt x="100327" y="0"/>
                  </a:lnTo>
                  <a:lnTo>
                    <a:pt x="49180" y="27272"/>
                  </a:lnTo>
                  <a:lnTo>
                    <a:pt x="51147" y="32727"/>
                  </a:lnTo>
                  <a:lnTo>
                    <a:pt x="47213" y="40909"/>
                  </a:lnTo>
                  <a:lnTo>
                    <a:pt x="23606" y="4636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Shape 5050"/>
            <p:cNvSpPr/>
            <p:nvPr/>
          </p:nvSpPr>
          <p:spPr>
            <a:xfrm>
              <a:off x="13095546" y="6136032"/>
              <a:ext cx="4763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6666" y="0"/>
                  </a:moveTo>
                  <a:lnTo>
                    <a:pt x="26666" y="30000"/>
                  </a:lnTo>
                  <a:lnTo>
                    <a:pt x="0" y="90000"/>
                  </a:lnTo>
                  <a:lnTo>
                    <a:pt x="13333" y="120000"/>
                  </a:lnTo>
                  <a:lnTo>
                    <a:pt x="93333" y="105000"/>
                  </a:lnTo>
                  <a:lnTo>
                    <a:pt x="120000" y="90000"/>
                  </a:lnTo>
                  <a:lnTo>
                    <a:pt x="120000" y="60000"/>
                  </a:lnTo>
                  <a:lnTo>
                    <a:pt x="93333" y="15000"/>
                  </a:lnTo>
                  <a:lnTo>
                    <a:pt x="66666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Shape 5051"/>
            <p:cNvSpPr/>
            <p:nvPr/>
          </p:nvSpPr>
          <p:spPr>
            <a:xfrm>
              <a:off x="12959021" y="5504207"/>
              <a:ext cx="88900" cy="1619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000" y="48393"/>
                  </a:moveTo>
                  <a:lnTo>
                    <a:pt x="114285" y="46426"/>
                  </a:lnTo>
                  <a:lnTo>
                    <a:pt x="112857" y="43672"/>
                  </a:lnTo>
                  <a:lnTo>
                    <a:pt x="112857" y="40524"/>
                  </a:lnTo>
                  <a:lnTo>
                    <a:pt x="113571" y="35016"/>
                  </a:lnTo>
                  <a:lnTo>
                    <a:pt x="113571" y="32262"/>
                  </a:lnTo>
                  <a:lnTo>
                    <a:pt x="112857" y="29508"/>
                  </a:lnTo>
                  <a:lnTo>
                    <a:pt x="108571" y="24393"/>
                  </a:lnTo>
                  <a:lnTo>
                    <a:pt x="107857" y="21639"/>
                  </a:lnTo>
                  <a:lnTo>
                    <a:pt x="107142" y="19672"/>
                  </a:lnTo>
                  <a:lnTo>
                    <a:pt x="105714" y="18098"/>
                  </a:lnTo>
                  <a:lnTo>
                    <a:pt x="102857" y="15344"/>
                  </a:lnTo>
                  <a:lnTo>
                    <a:pt x="100000" y="14557"/>
                  </a:lnTo>
                  <a:lnTo>
                    <a:pt x="96428" y="14557"/>
                  </a:lnTo>
                  <a:lnTo>
                    <a:pt x="94285" y="14163"/>
                  </a:lnTo>
                  <a:lnTo>
                    <a:pt x="92857" y="13377"/>
                  </a:lnTo>
                  <a:lnTo>
                    <a:pt x="90000" y="11016"/>
                  </a:lnTo>
                  <a:lnTo>
                    <a:pt x="88571" y="10229"/>
                  </a:lnTo>
                  <a:lnTo>
                    <a:pt x="82857" y="8655"/>
                  </a:lnTo>
                  <a:lnTo>
                    <a:pt x="81428" y="7868"/>
                  </a:lnTo>
                  <a:lnTo>
                    <a:pt x="80000" y="7475"/>
                  </a:lnTo>
                  <a:lnTo>
                    <a:pt x="77142" y="4721"/>
                  </a:lnTo>
                  <a:lnTo>
                    <a:pt x="75714" y="3540"/>
                  </a:lnTo>
                  <a:lnTo>
                    <a:pt x="72857" y="2360"/>
                  </a:lnTo>
                  <a:lnTo>
                    <a:pt x="70714" y="2360"/>
                  </a:lnTo>
                  <a:lnTo>
                    <a:pt x="69285" y="2360"/>
                  </a:lnTo>
                  <a:lnTo>
                    <a:pt x="66428" y="2360"/>
                  </a:lnTo>
                  <a:lnTo>
                    <a:pt x="65000" y="1967"/>
                  </a:lnTo>
                  <a:lnTo>
                    <a:pt x="62142" y="786"/>
                  </a:lnTo>
                  <a:lnTo>
                    <a:pt x="60714" y="0"/>
                  </a:lnTo>
                  <a:lnTo>
                    <a:pt x="61428" y="0"/>
                  </a:lnTo>
                  <a:lnTo>
                    <a:pt x="58571" y="0"/>
                  </a:lnTo>
                  <a:lnTo>
                    <a:pt x="52142" y="1573"/>
                  </a:lnTo>
                  <a:lnTo>
                    <a:pt x="51428" y="1967"/>
                  </a:lnTo>
                  <a:lnTo>
                    <a:pt x="50000" y="4721"/>
                  </a:lnTo>
                  <a:lnTo>
                    <a:pt x="48571" y="5901"/>
                  </a:lnTo>
                  <a:lnTo>
                    <a:pt x="47142" y="7868"/>
                  </a:lnTo>
                  <a:lnTo>
                    <a:pt x="45000" y="8655"/>
                  </a:lnTo>
                  <a:lnTo>
                    <a:pt x="43571" y="8655"/>
                  </a:lnTo>
                  <a:lnTo>
                    <a:pt x="42142" y="7868"/>
                  </a:lnTo>
                  <a:lnTo>
                    <a:pt x="42142" y="7081"/>
                  </a:lnTo>
                  <a:lnTo>
                    <a:pt x="42857" y="5901"/>
                  </a:lnTo>
                  <a:lnTo>
                    <a:pt x="41428" y="5508"/>
                  </a:lnTo>
                  <a:lnTo>
                    <a:pt x="39285" y="5508"/>
                  </a:lnTo>
                  <a:lnTo>
                    <a:pt x="36428" y="5901"/>
                  </a:lnTo>
                  <a:lnTo>
                    <a:pt x="33571" y="7475"/>
                  </a:lnTo>
                  <a:lnTo>
                    <a:pt x="31428" y="7081"/>
                  </a:lnTo>
                  <a:lnTo>
                    <a:pt x="29285" y="6295"/>
                  </a:lnTo>
                  <a:lnTo>
                    <a:pt x="27857" y="6295"/>
                  </a:lnTo>
                  <a:lnTo>
                    <a:pt x="21428" y="7868"/>
                  </a:lnTo>
                  <a:lnTo>
                    <a:pt x="12142" y="14163"/>
                  </a:lnTo>
                  <a:lnTo>
                    <a:pt x="10000" y="15737"/>
                  </a:lnTo>
                  <a:lnTo>
                    <a:pt x="9285" y="17704"/>
                  </a:lnTo>
                  <a:lnTo>
                    <a:pt x="10000" y="20459"/>
                  </a:lnTo>
                  <a:lnTo>
                    <a:pt x="8571" y="25573"/>
                  </a:lnTo>
                  <a:lnTo>
                    <a:pt x="10000" y="27147"/>
                  </a:lnTo>
                  <a:lnTo>
                    <a:pt x="7857" y="30295"/>
                  </a:lnTo>
                  <a:lnTo>
                    <a:pt x="2857" y="35803"/>
                  </a:lnTo>
                  <a:lnTo>
                    <a:pt x="1428" y="38950"/>
                  </a:lnTo>
                  <a:lnTo>
                    <a:pt x="0" y="54688"/>
                  </a:lnTo>
                  <a:lnTo>
                    <a:pt x="2142" y="58229"/>
                  </a:lnTo>
                  <a:lnTo>
                    <a:pt x="2857" y="61377"/>
                  </a:lnTo>
                  <a:lnTo>
                    <a:pt x="4285" y="64918"/>
                  </a:lnTo>
                  <a:lnTo>
                    <a:pt x="5000" y="69245"/>
                  </a:lnTo>
                  <a:lnTo>
                    <a:pt x="12142" y="79868"/>
                  </a:lnTo>
                  <a:lnTo>
                    <a:pt x="12857" y="81049"/>
                  </a:lnTo>
                  <a:lnTo>
                    <a:pt x="15000" y="83016"/>
                  </a:lnTo>
                  <a:lnTo>
                    <a:pt x="18571" y="84590"/>
                  </a:lnTo>
                  <a:lnTo>
                    <a:pt x="16428" y="85770"/>
                  </a:lnTo>
                  <a:lnTo>
                    <a:pt x="15714" y="85770"/>
                  </a:lnTo>
                  <a:lnTo>
                    <a:pt x="14285" y="86557"/>
                  </a:lnTo>
                  <a:lnTo>
                    <a:pt x="18571" y="90491"/>
                  </a:lnTo>
                  <a:lnTo>
                    <a:pt x="19285" y="92459"/>
                  </a:lnTo>
                  <a:lnTo>
                    <a:pt x="20714" y="94819"/>
                  </a:lnTo>
                  <a:lnTo>
                    <a:pt x="22857" y="96393"/>
                  </a:lnTo>
                  <a:lnTo>
                    <a:pt x="29285" y="96000"/>
                  </a:lnTo>
                  <a:lnTo>
                    <a:pt x="31428" y="97180"/>
                  </a:lnTo>
                  <a:lnTo>
                    <a:pt x="35714" y="101114"/>
                  </a:lnTo>
                  <a:lnTo>
                    <a:pt x="41428" y="101901"/>
                  </a:lnTo>
                  <a:lnTo>
                    <a:pt x="47142" y="100721"/>
                  </a:lnTo>
                  <a:lnTo>
                    <a:pt x="52142" y="100721"/>
                  </a:lnTo>
                  <a:lnTo>
                    <a:pt x="53571" y="103475"/>
                  </a:lnTo>
                  <a:lnTo>
                    <a:pt x="56428" y="105049"/>
                  </a:lnTo>
                  <a:lnTo>
                    <a:pt x="60714" y="106229"/>
                  </a:lnTo>
                  <a:lnTo>
                    <a:pt x="66428" y="106622"/>
                  </a:lnTo>
                  <a:lnTo>
                    <a:pt x="68571" y="106622"/>
                  </a:lnTo>
                  <a:lnTo>
                    <a:pt x="70000" y="107409"/>
                  </a:lnTo>
                  <a:lnTo>
                    <a:pt x="75714" y="111344"/>
                  </a:lnTo>
                  <a:lnTo>
                    <a:pt x="82857" y="115278"/>
                  </a:lnTo>
                  <a:lnTo>
                    <a:pt x="83571" y="115672"/>
                  </a:lnTo>
                  <a:lnTo>
                    <a:pt x="85714" y="116065"/>
                  </a:lnTo>
                  <a:lnTo>
                    <a:pt x="86428" y="116852"/>
                  </a:lnTo>
                  <a:lnTo>
                    <a:pt x="87142" y="117639"/>
                  </a:lnTo>
                  <a:lnTo>
                    <a:pt x="89285" y="118819"/>
                  </a:lnTo>
                  <a:lnTo>
                    <a:pt x="89285" y="119213"/>
                  </a:lnTo>
                  <a:lnTo>
                    <a:pt x="92142" y="120000"/>
                  </a:lnTo>
                  <a:lnTo>
                    <a:pt x="95714" y="119606"/>
                  </a:lnTo>
                  <a:lnTo>
                    <a:pt x="100714" y="117639"/>
                  </a:lnTo>
                  <a:lnTo>
                    <a:pt x="100714" y="116852"/>
                  </a:lnTo>
                  <a:lnTo>
                    <a:pt x="101428" y="114098"/>
                  </a:lnTo>
                  <a:lnTo>
                    <a:pt x="102857" y="112918"/>
                  </a:lnTo>
                  <a:lnTo>
                    <a:pt x="105714" y="110557"/>
                  </a:lnTo>
                  <a:lnTo>
                    <a:pt x="107857" y="106229"/>
                  </a:lnTo>
                  <a:lnTo>
                    <a:pt x="108571" y="104655"/>
                  </a:lnTo>
                  <a:lnTo>
                    <a:pt x="107857" y="98360"/>
                  </a:lnTo>
                  <a:lnTo>
                    <a:pt x="106428" y="95213"/>
                  </a:lnTo>
                  <a:lnTo>
                    <a:pt x="105000" y="92065"/>
                  </a:lnTo>
                  <a:lnTo>
                    <a:pt x="104285" y="90885"/>
                  </a:lnTo>
                  <a:lnTo>
                    <a:pt x="105000" y="89704"/>
                  </a:lnTo>
                  <a:lnTo>
                    <a:pt x="104285" y="88524"/>
                  </a:lnTo>
                  <a:lnTo>
                    <a:pt x="105000" y="87344"/>
                  </a:lnTo>
                  <a:lnTo>
                    <a:pt x="105714" y="86557"/>
                  </a:lnTo>
                  <a:lnTo>
                    <a:pt x="106428" y="85770"/>
                  </a:lnTo>
                  <a:lnTo>
                    <a:pt x="107857" y="84590"/>
                  </a:lnTo>
                  <a:lnTo>
                    <a:pt x="110000" y="83803"/>
                  </a:lnTo>
                  <a:lnTo>
                    <a:pt x="108571" y="84196"/>
                  </a:lnTo>
                  <a:lnTo>
                    <a:pt x="110000" y="83409"/>
                  </a:lnTo>
                  <a:lnTo>
                    <a:pt x="110000" y="81836"/>
                  </a:lnTo>
                  <a:lnTo>
                    <a:pt x="110000" y="80262"/>
                  </a:lnTo>
                  <a:lnTo>
                    <a:pt x="108571" y="79081"/>
                  </a:lnTo>
                  <a:lnTo>
                    <a:pt x="107857" y="77114"/>
                  </a:lnTo>
                  <a:lnTo>
                    <a:pt x="111428" y="72000"/>
                  </a:lnTo>
                  <a:lnTo>
                    <a:pt x="112142" y="69245"/>
                  </a:lnTo>
                  <a:lnTo>
                    <a:pt x="111428" y="66098"/>
                  </a:lnTo>
                  <a:lnTo>
                    <a:pt x="111428" y="64918"/>
                  </a:lnTo>
                  <a:lnTo>
                    <a:pt x="111428" y="63344"/>
                  </a:lnTo>
                  <a:lnTo>
                    <a:pt x="112857" y="60983"/>
                  </a:lnTo>
                  <a:lnTo>
                    <a:pt x="112857" y="60196"/>
                  </a:lnTo>
                  <a:lnTo>
                    <a:pt x="112857" y="57836"/>
                  </a:lnTo>
                  <a:lnTo>
                    <a:pt x="112142" y="55475"/>
                  </a:lnTo>
                  <a:lnTo>
                    <a:pt x="111428" y="53508"/>
                  </a:lnTo>
                  <a:lnTo>
                    <a:pt x="112142" y="53114"/>
                  </a:lnTo>
                  <a:lnTo>
                    <a:pt x="113571" y="53114"/>
                  </a:lnTo>
                  <a:lnTo>
                    <a:pt x="115714" y="53901"/>
                  </a:lnTo>
                  <a:lnTo>
                    <a:pt x="117857" y="54295"/>
                  </a:lnTo>
                  <a:lnTo>
                    <a:pt x="119285" y="54295"/>
                  </a:lnTo>
                  <a:lnTo>
                    <a:pt x="120000" y="54295"/>
                  </a:lnTo>
                  <a:lnTo>
                    <a:pt x="117857" y="50754"/>
                  </a:lnTo>
                  <a:lnTo>
                    <a:pt x="115000" y="4839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Shape 5052"/>
            <p:cNvSpPr/>
            <p:nvPr/>
          </p:nvSpPr>
          <p:spPr>
            <a:xfrm>
              <a:off x="12941557" y="4267544"/>
              <a:ext cx="30162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8363" y="113513"/>
                  </a:moveTo>
                  <a:lnTo>
                    <a:pt x="39272" y="120000"/>
                  </a:lnTo>
                  <a:lnTo>
                    <a:pt x="48000" y="120000"/>
                  </a:lnTo>
                  <a:lnTo>
                    <a:pt x="117818" y="90810"/>
                  </a:lnTo>
                  <a:lnTo>
                    <a:pt x="120000" y="77837"/>
                  </a:lnTo>
                  <a:lnTo>
                    <a:pt x="98181" y="55135"/>
                  </a:lnTo>
                  <a:lnTo>
                    <a:pt x="93818" y="51891"/>
                  </a:lnTo>
                  <a:lnTo>
                    <a:pt x="80727" y="51891"/>
                  </a:lnTo>
                  <a:lnTo>
                    <a:pt x="69818" y="48648"/>
                  </a:lnTo>
                  <a:lnTo>
                    <a:pt x="67636" y="35675"/>
                  </a:lnTo>
                  <a:lnTo>
                    <a:pt x="61090" y="9729"/>
                  </a:lnTo>
                  <a:lnTo>
                    <a:pt x="45818" y="0"/>
                  </a:lnTo>
                  <a:lnTo>
                    <a:pt x="10909" y="0"/>
                  </a:lnTo>
                  <a:lnTo>
                    <a:pt x="6545" y="19459"/>
                  </a:lnTo>
                  <a:lnTo>
                    <a:pt x="0" y="68108"/>
                  </a:lnTo>
                  <a:lnTo>
                    <a:pt x="21818" y="103783"/>
                  </a:lnTo>
                  <a:lnTo>
                    <a:pt x="28363" y="11351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Shape 5053"/>
            <p:cNvSpPr/>
            <p:nvPr/>
          </p:nvSpPr>
          <p:spPr>
            <a:xfrm>
              <a:off x="12908221" y="4269132"/>
              <a:ext cx="61913" cy="619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68" y="46779"/>
                  </a:moveTo>
                  <a:lnTo>
                    <a:pt x="7241" y="56949"/>
                  </a:lnTo>
                  <a:lnTo>
                    <a:pt x="8275" y="61016"/>
                  </a:lnTo>
                  <a:lnTo>
                    <a:pt x="10344" y="66101"/>
                  </a:lnTo>
                  <a:lnTo>
                    <a:pt x="10344" y="66101"/>
                  </a:lnTo>
                  <a:lnTo>
                    <a:pt x="13448" y="76271"/>
                  </a:lnTo>
                  <a:lnTo>
                    <a:pt x="20689" y="82372"/>
                  </a:lnTo>
                  <a:lnTo>
                    <a:pt x="44482" y="93559"/>
                  </a:lnTo>
                  <a:lnTo>
                    <a:pt x="79655" y="101694"/>
                  </a:lnTo>
                  <a:lnTo>
                    <a:pt x="84827" y="103728"/>
                  </a:lnTo>
                  <a:lnTo>
                    <a:pt x="87931" y="109830"/>
                  </a:lnTo>
                  <a:lnTo>
                    <a:pt x="91034" y="117966"/>
                  </a:lnTo>
                  <a:lnTo>
                    <a:pt x="94137" y="120000"/>
                  </a:lnTo>
                  <a:lnTo>
                    <a:pt x="97241" y="120000"/>
                  </a:lnTo>
                  <a:lnTo>
                    <a:pt x="107586" y="111864"/>
                  </a:lnTo>
                  <a:lnTo>
                    <a:pt x="109655" y="112881"/>
                  </a:lnTo>
                  <a:lnTo>
                    <a:pt x="111724" y="116949"/>
                  </a:lnTo>
                  <a:lnTo>
                    <a:pt x="114827" y="117966"/>
                  </a:lnTo>
                  <a:lnTo>
                    <a:pt x="116896" y="117966"/>
                  </a:lnTo>
                  <a:lnTo>
                    <a:pt x="120000" y="114915"/>
                  </a:lnTo>
                  <a:lnTo>
                    <a:pt x="117931" y="112881"/>
                  </a:lnTo>
                  <a:lnTo>
                    <a:pt x="115862" y="111864"/>
                  </a:lnTo>
                  <a:lnTo>
                    <a:pt x="110689" y="110847"/>
                  </a:lnTo>
                  <a:lnTo>
                    <a:pt x="111724" y="108813"/>
                  </a:lnTo>
                  <a:lnTo>
                    <a:pt x="116896" y="108813"/>
                  </a:lnTo>
                  <a:lnTo>
                    <a:pt x="116896" y="106779"/>
                  </a:lnTo>
                  <a:lnTo>
                    <a:pt x="114827" y="101694"/>
                  </a:lnTo>
                  <a:lnTo>
                    <a:pt x="110689" y="99661"/>
                  </a:lnTo>
                  <a:lnTo>
                    <a:pt x="107586" y="99661"/>
                  </a:lnTo>
                  <a:lnTo>
                    <a:pt x="105517" y="99661"/>
                  </a:lnTo>
                  <a:lnTo>
                    <a:pt x="104482" y="97627"/>
                  </a:lnTo>
                  <a:lnTo>
                    <a:pt x="106551" y="96610"/>
                  </a:lnTo>
                  <a:lnTo>
                    <a:pt x="108620" y="93559"/>
                  </a:lnTo>
                  <a:lnTo>
                    <a:pt x="109655" y="90508"/>
                  </a:lnTo>
                  <a:lnTo>
                    <a:pt x="110689" y="87457"/>
                  </a:lnTo>
                  <a:lnTo>
                    <a:pt x="109655" y="82372"/>
                  </a:lnTo>
                  <a:lnTo>
                    <a:pt x="107586" y="81355"/>
                  </a:lnTo>
                  <a:lnTo>
                    <a:pt x="103448" y="84406"/>
                  </a:lnTo>
                  <a:lnTo>
                    <a:pt x="97241" y="87457"/>
                  </a:lnTo>
                  <a:lnTo>
                    <a:pt x="95172" y="86440"/>
                  </a:lnTo>
                  <a:lnTo>
                    <a:pt x="92068" y="82372"/>
                  </a:lnTo>
                  <a:lnTo>
                    <a:pt x="92068" y="78305"/>
                  </a:lnTo>
                  <a:lnTo>
                    <a:pt x="95172" y="76271"/>
                  </a:lnTo>
                  <a:lnTo>
                    <a:pt x="101379" y="73220"/>
                  </a:lnTo>
                  <a:lnTo>
                    <a:pt x="103448" y="72203"/>
                  </a:lnTo>
                  <a:lnTo>
                    <a:pt x="104482" y="68135"/>
                  </a:lnTo>
                  <a:lnTo>
                    <a:pt x="103448" y="63050"/>
                  </a:lnTo>
                  <a:lnTo>
                    <a:pt x="100344" y="60000"/>
                  </a:lnTo>
                  <a:lnTo>
                    <a:pt x="97241" y="56949"/>
                  </a:lnTo>
                  <a:lnTo>
                    <a:pt x="91034" y="53898"/>
                  </a:lnTo>
                  <a:lnTo>
                    <a:pt x="80689" y="46779"/>
                  </a:lnTo>
                  <a:lnTo>
                    <a:pt x="74482" y="42711"/>
                  </a:lnTo>
                  <a:lnTo>
                    <a:pt x="68275" y="37627"/>
                  </a:lnTo>
                  <a:lnTo>
                    <a:pt x="64137" y="31525"/>
                  </a:lnTo>
                  <a:lnTo>
                    <a:pt x="57931" y="26440"/>
                  </a:lnTo>
                  <a:lnTo>
                    <a:pt x="52758" y="16271"/>
                  </a:lnTo>
                  <a:lnTo>
                    <a:pt x="46551" y="7118"/>
                  </a:lnTo>
                  <a:lnTo>
                    <a:pt x="40344" y="4067"/>
                  </a:lnTo>
                  <a:lnTo>
                    <a:pt x="19655" y="9152"/>
                  </a:lnTo>
                  <a:lnTo>
                    <a:pt x="14482" y="6101"/>
                  </a:lnTo>
                  <a:lnTo>
                    <a:pt x="10344" y="4067"/>
                  </a:lnTo>
                  <a:lnTo>
                    <a:pt x="6206" y="0"/>
                  </a:lnTo>
                  <a:lnTo>
                    <a:pt x="4137" y="2033"/>
                  </a:lnTo>
                  <a:lnTo>
                    <a:pt x="3103" y="7118"/>
                  </a:lnTo>
                  <a:lnTo>
                    <a:pt x="2068" y="10169"/>
                  </a:lnTo>
                  <a:lnTo>
                    <a:pt x="0" y="12203"/>
                  </a:lnTo>
                  <a:lnTo>
                    <a:pt x="3103" y="21355"/>
                  </a:lnTo>
                  <a:lnTo>
                    <a:pt x="4137" y="26440"/>
                  </a:lnTo>
                  <a:lnTo>
                    <a:pt x="0" y="40677"/>
                  </a:lnTo>
                  <a:lnTo>
                    <a:pt x="2068" y="4677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Shape 5054"/>
            <p:cNvSpPr/>
            <p:nvPr/>
          </p:nvSpPr>
          <p:spPr>
            <a:xfrm>
              <a:off x="12989182" y="4291357"/>
              <a:ext cx="30162" cy="365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931" y="77647"/>
                  </a:moveTo>
                  <a:lnTo>
                    <a:pt x="117931" y="70588"/>
                  </a:lnTo>
                  <a:lnTo>
                    <a:pt x="113793" y="60000"/>
                  </a:lnTo>
                  <a:lnTo>
                    <a:pt x="111724" y="52941"/>
                  </a:lnTo>
                  <a:lnTo>
                    <a:pt x="99310" y="47647"/>
                  </a:lnTo>
                  <a:lnTo>
                    <a:pt x="70344" y="28235"/>
                  </a:lnTo>
                  <a:lnTo>
                    <a:pt x="39310" y="8823"/>
                  </a:lnTo>
                  <a:lnTo>
                    <a:pt x="20689" y="0"/>
                  </a:lnTo>
                  <a:lnTo>
                    <a:pt x="12413" y="0"/>
                  </a:lnTo>
                  <a:lnTo>
                    <a:pt x="2068" y="5294"/>
                  </a:lnTo>
                  <a:lnTo>
                    <a:pt x="0" y="8823"/>
                  </a:lnTo>
                  <a:lnTo>
                    <a:pt x="0" y="14117"/>
                  </a:lnTo>
                  <a:lnTo>
                    <a:pt x="0" y="22941"/>
                  </a:lnTo>
                  <a:lnTo>
                    <a:pt x="6206" y="33529"/>
                  </a:lnTo>
                  <a:lnTo>
                    <a:pt x="10344" y="40588"/>
                  </a:lnTo>
                  <a:lnTo>
                    <a:pt x="24827" y="49411"/>
                  </a:lnTo>
                  <a:lnTo>
                    <a:pt x="41379" y="65294"/>
                  </a:lnTo>
                  <a:lnTo>
                    <a:pt x="53793" y="68823"/>
                  </a:lnTo>
                  <a:lnTo>
                    <a:pt x="82758" y="75882"/>
                  </a:lnTo>
                  <a:lnTo>
                    <a:pt x="84827" y="79411"/>
                  </a:lnTo>
                  <a:lnTo>
                    <a:pt x="74482" y="84705"/>
                  </a:lnTo>
                  <a:lnTo>
                    <a:pt x="78620" y="97058"/>
                  </a:lnTo>
                  <a:lnTo>
                    <a:pt x="88965" y="112941"/>
                  </a:lnTo>
                  <a:lnTo>
                    <a:pt x="103448" y="120000"/>
                  </a:lnTo>
                  <a:lnTo>
                    <a:pt x="111724" y="120000"/>
                  </a:lnTo>
                  <a:lnTo>
                    <a:pt x="117931" y="116470"/>
                  </a:lnTo>
                  <a:lnTo>
                    <a:pt x="120000" y="111176"/>
                  </a:lnTo>
                  <a:lnTo>
                    <a:pt x="111724" y="91764"/>
                  </a:lnTo>
                  <a:lnTo>
                    <a:pt x="113793" y="82941"/>
                  </a:lnTo>
                  <a:lnTo>
                    <a:pt x="117931" y="7764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Shape 5055"/>
            <p:cNvSpPr/>
            <p:nvPr/>
          </p:nvSpPr>
          <p:spPr>
            <a:xfrm>
              <a:off x="12993946" y="4342157"/>
              <a:ext cx="114300" cy="730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777" y="17518"/>
                  </a:moveTo>
                  <a:lnTo>
                    <a:pt x="33888" y="14890"/>
                  </a:lnTo>
                  <a:lnTo>
                    <a:pt x="33333" y="10510"/>
                  </a:lnTo>
                  <a:lnTo>
                    <a:pt x="32777" y="8759"/>
                  </a:lnTo>
                  <a:lnTo>
                    <a:pt x="32222" y="7883"/>
                  </a:lnTo>
                  <a:lnTo>
                    <a:pt x="28888" y="7007"/>
                  </a:lnTo>
                  <a:lnTo>
                    <a:pt x="22777" y="875"/>
                  </a:lnTo>
                  <a:lnTo>
                    <a:pt x="20000" y="0"/>
                  </a:lnTo>
                  <a:lnTo>
                    <a:pt x="19444" y="4379"/>
                  </a:lnTo>
                  <a:lnTo>
                    <a:pt x="20555" y="17518"/>
                  </a:lnTo>
                  <a:lnTo>
                    <a:pt x="20555" y="21897"/>
                  </a:lnTo>
                  <a:lnTo>
                    <a:pt x="20000" y="21897"/>
                  </a:lnTo>
                  <a:lnTo>
                    <a:pt x="19444" y="25401"/>
                  </a:lnTo>
                  <a:lnTo>
                    <a:pt x="19444" y="26277"/>
                  </a:lnTo>
                  <a:lnTo>
                    <a:pt x="19444" y="28029"/>
                  </a:lnTo>
                  <a:lnTo>
                    <a:pt x="20000" y="30656"/>
                  </a:lnTo>
                  <a:lnTo>
                    <a:pt x="20555" y="32408"/>
                  </a:lnTo>
                  <a:lnTo>
                    <a:pt x="20555" y="32408"/>
                  </a:lnTo>
                  <a:lnTo>
                    <a:pt x="20555" y="35036"/>
                  </a:lnTo>
                  <a:lnTo>
                    <a:pt x="20000" y="36788"/>
                  </a:lnTo>
                  <a:lnTo>
                    <a:pt x="19444" y="37664"/>
                  </a:lnTo>
                  <a:lnTo>
                    <a:pt x="5555" y="42043"/>
                  </a:lnTo>
                  <a:lnTo>
                    <a:pt x="1111" y="48175"/>
                  </a:lnTo>
                  <a:lnTo>
                    <a:pt x="0" y="51678"/>
                  </a:lnTo>
                  <a:lnTo>
                    <a:pt x="555" y="56934"/>
                  </a:lnTo>
                  <a:lnTo>
                    <a:pt x="1666" y="62189"/>
                  </a:lnTo>
                  <a:lnTo>
                    <a:pt x="5000" y="75328"/>
                  </a:lnTo>
                  <a:lnTo>
                    <a:pt x="6666" y="80583"/>
                  </a:lnTo>
                  <a:lnTo>
                    <a:pt x="9444" y="84963"/>
                  </a:lnTo>
                  <a:lnTo>
                    <a:pt x="24444" y="106861"/>
                  </a:lnTo>
                  <a:lnTo>
                    <a:pt x="30000" y="112992"/>
                  </a:lnTo>
                  <a:lnTo>
                    <a:pt x="35000" y="117372"/>
                  </a:lnTo>
                  <a:lnTo>
                    <a:pt x="47777" y="120000"/>
                  </a:lnTo>
                  <a:lnTo>
                    <a:pt x="119444" y="77956"/>
                  </a:lnTo>
                  <a:lnTo>
                    <a:pt x="120000" y="75328"/>
                  </a:lnTo>
                  <a:lnTo>
                    <a:pt x="119444" y="69197"/>
                  </a:lnTo>
                  <a:lnTo>
                    <a:pt x="118333" y="62189"/>
                  </a:lnTo>
                  <a:lnTo>
                    <a:pt x="117222" y="58686"/>
                  </a:lnTo>
                  <a:lnTo>
                    <a:pt x="116111" y="56934"/>
                  </a:lnTo>
                  <a:lnTo>
                    <a:pt x="112777" y="54306"/>
                  </a:lnTo>
                  <a:lnTo>
                    <a:pt x="112222" y="53430"/>
                  </a:lnTo>
                  <a:lnTo>
                    <a:pt x="110555" y="46423"/>
                  </a:lnTo>
                  <a:lnTo>
                    <a:pt x="110000" y="43795"/>
                  </a:lnTo>
                  <a:lnTo>
                    <a:pt x="109444" y="42043"/>
                  </a:lnTo>
                  <a:lnTo>
                    <a:pt x="107777" y="42043"/>
                  </a:lnTo>
                  <a:lnTo>
                    <a:pt x="106666" y="40291"/>
                  </a:lnTo>
                  <a:lnTo>
                    <a:pt x="105555" y="36788"/>
                  </a:lnTo>
                  <a:lnTo>
                    <a:pt x="104444" y="33284"/>
                  </a:lnTo>
                  <a:lnTo>
                    <a:pt x="103888" y="31532"/>
                  </a:lnTo>
                  <a:lnTo>
                    <a:pt x="102222" y="22773"/>
                  </a:lnTo>
                  <a:lnTo>
                    <a:pt x="98333" y="17518"/>
                  </a:lnTo>
                  <a:lnTo>
                    <a:pt x="92222" y="15766"/>
                  </a:lnTo>
                  <a:lnTo>
                    <a:pt x="85000" y="17518"/>
                  </a:lnTo>
                  <a:lnTo>
                    <a:pt x="82222" y="21897"/>
                  </a:lnTo>
                  <a:lnTo>
                    <a:pt x="77777" y="21897"/>
                  </a:lnTo>
                  <a:lnTo>
                    <a:pt x="76111" y="22773"/>
                  </a:lnTo>
                  <a:lnTo>
                    <a:pt x="75000" y="24525"/>
                  </a:lnTo>
                  <a:lnTo>
                    <a:pt x="74444" y="30656"/>
                  </a:lnTo>
                  <a:lnTo>
                    <a:pt x="73888" y="31532"/>
                  </a:lnTo>
                  <a:lnTo>
                    <a:pt x="72777" y="31532"/>
                  </a:lnTo>
                  <a:lnTo>
                    <a:pt x="70555" y="28905"/>
                  </a:lnTo>
                  <a:lnTo>
                    <a:pt x="67777" y="28905"/>
                  </a:lnTo>
                  <a:lnTo>
                    <a:pt x="61666" y="25401"/>
                  </a:lnTo>
                  <a:lnTo>
                    <a:pt x="47222" y="26277"/>
                  </a:lnTo>
                  <a:lnTo>
                    <a:pt x="44444" y="24525"/>
                  </a:lnTo>
                  <a:lnTo>
                    <a:pt x="41666" y="25401"/>
                  </a:lnTo>
                  <a:lnTo>
                    <a:pt x="35555" y="31532"/>
                  </a:lnTo>
                  <a:lnTo>
                    <a:pt x="32777" y="27153"/>
                  </a:lnTo>
                  <a:lnTo>
                    <a:pt x="32777" y="24525"/>
                  </a:lnTo>
                  <a:lnTo>
                    <a:pt x="32777" y="20145"/>
                  </a:lnTo>
                  <a:lnTo>
                    <a:pt x="32777" y="1751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Shape 5056"/>
            <p:cNvSpPr/>
            <p:nvPr/>
          </p:nvSpPr>
          <p:spPr>
            <a:xfrm>
              <a:off x="13178095" y="5759794"/>
              <a:ext cx="36513" cy="349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521" y="5454"/>
                  </a:moveTo>
                  <a:lnTo>
                    <a:pt x="116521" y="0"/>
                  </a:lnTo>
                  <a:lnTo>
                    <a:pt x="114782" y="3636"/>
                  </a:lnTo>
                  <a:lnTo>
                    <a:pt x="113043" y="3636"/>
                  </a:lnTo>
                  <a:lnTo>
                    <a:pt x="113043" y="3636"/>
                  </a:lnTo>
                  <a:lnTo>
                    <a:pt x="111304" y="1818"/>
                  </a:lnTo>
                  <a:lnTo>
                    <a:pt x="109565" y="9090"/>
                  </a:lnTo>
                  <a:lnTo>
                    <a:pt x="15652" y="70909"/>
                  </a:lnTo>
                  <a:lnTo>
                    <a:pt x="12173" y="72727"/>
                  </a:lnTo>
                  <a:lnTo>
                    <a:pt x="12173" y="80000"/>
                  </a:lnTo>
                  <a:lnTo>
                    <a:pt x="13913" y="85454"/>
                  </a:lnTo>
                  <a:lnTo>
                    <a:pt x="13913" y="89090"/>
                  </a:lnTo>
                  <a:lnTo>
                    <a:pt x="12173" y="94545"/>
                  </a:lnTo>
                  <a:lnTo>
                    <a:pt x="0" y="116363"/>
                  </a:lnTo>
                  <a:lnTo>
                    <a:pt x="0" y="120000"/>
                  </a:lnTo>
                  <a:lnTo>
                    <a:pt x="6956" y="120000"/>
                  </a:lnTo>
                  <a:lnTo>
                    <a:pt x="33043" y="109090"/>
                  </a:lnTo>
                  <a:lnTo>
                    <a:pt x="52173" y="87272"/>
                  </a:lnTo>
                  <a:lnTo>
                    <a:pt x="97391" y="58181"/>
                  </a:lnTo>
                  <a:lnTo>
                    <a:pt x="113043" y="45454"/>
                  </a:lnTo>
                  <a:lnTo>
                    <a:pt x="111304" y="40000"/>
                  </a:lnTo>
                  <a:lnTo>
                    <a:pt x="106086" y="43636"/>
                  </a:lnTo>
                  <a:lnTo>
                    <a:pt x="93913" y="50909"/>
                  </a:lnTo>
                  <a:lnTo>
                    <a:pt x="118260" y="14545"/>
                  </a:lnTo>
                  <a:lnTo>
                    <a:pt x="120000" y="14545"/>
                  </a:lnTo>
                  <a:lnTo>
                    <a:pt x="120000" y="14545"/>
                  </a:lnTo>
                  <a:lnTo>
                    <a:pt x="116521" y="545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Shape 5057"/>
            <p:cNvSpPr/>
            <p:nvPr/>
          </p:nvSpPr>
          <p:spPr>
            <a:xfrm>
              <a:off x="13254295" y="6390032"/>
              <a:ext cx="12699" cy="365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63428"/>
                  </a:moveTo>
                  <a:lnTo>
                    <a:pt x="9600" y="66857"/>
                  </a:lnTo>
                  <a:lnTo>
                    <a:pt x="24000" y="56571"/>
                  </a:lnTo>
                  <a:lnTo>
                    <a:pt x="38400" y="54857"/>
                  </a:lnTo>
                  <a:lnTo>
                    <a:pt x="43200" y="60000"/>
                  </a:lnTo>
                  <a:lnTo>
                    <a:pt x="43200" y="63428"/>
                  </a:lnTo>
                  <a:lnTo>
                    <a:pt x="38400" y="66857"/>
                  </a:lnTo>
                  <a:lnTo>
                    <a:pt x="28800" y="72000"/>
                  </a:lnTo>
                  <a:lnTo>
                    <a:pt x="38400" y="89142"/>
                  </a:lnTo>
                  <a:lnTo>
                    <a:pt x="24000" y="89142"/>
                  </a:lnTo>
                  <a:lnTo>
                    <a:pt x="9600" y="89142"/>
                  </a:lnTo>
                  <a:lnTo>
                    <a:pt x="0" y="90857"/>
                  </a:lnTo>
                  <a:lnTo>
                    <a:pt x="9600" y="99428"/>
                  </a:lnTo>
                  <a:lnTo>
                    <a:pt x="38400" y="109714"/>
                  </a:lnTo>
                  <a:lnTo>
                    <a:pt x="62400" y="120000"/>
                  </a:lnTo>
                  <a:lnTo>
                    <a:pt x="76800" y="120000"/>
                  </a:lnTo>
                  <a:lnTo>
                    <a:pt x="76800" y="109714"/>
                  </a:lnTo>
                  <a:lnTo>
                    <a:pt x="57600" y="82285"/>
                  </a:lnTo>
                  <a:lnTo>
                    <a:pt x="52800" y="70285"/>
                  </a:lnTo>
                  <a:lnTo>
                    <a:pt x="62400" y="61714"/>
                  </a:lnTo>
                  <a:lnTo>
                    <a:pt x="105600" y="70285"/>
                  </a:lnTo>
                  <a:lnTo>
                    <a:pt x="120000" y="61714"/>
                  </a:lnTo>
                  <a:lnTo>
                    <a:pt x="115200" y="51428"/>
                  </a:lnTo>
                  <a:lnTo>
                    <a:pt x="105600" y="37714"/>
                  </a:lnTo>
                  <a:lnTo>
                    <a:pt x="91200" y="25714"/>
                  </a:lnTo>
                  <a:lnTo>
                    <a:pt x="72000" y="17142"/>
                  </a:lnTo>
                  <a:lnTo>
                    <a:pt x="57600" y="6857"/>
                  </a:lnTo>
                  <a:lnTo>
                    <a:pt x="48000" y="1714"/>
                  </a:lnTo>
                  <a:lnTo>
                    <a:pt x="38400" y="0"/>
                  </a:lnTo>
                  <a:lnTo>
                    <a:pt x="28800" y="3428"/>
                  </a:lnTo>
                  <a:lnTo>
                    <a:pt x="28800" y="6857"/>
                  </a:lnTo>
                  <a:lnTo>
                    <a:pt x="24000" y="10285"/>
                  </a:lnTo>
                  <a:lnTo>
                    <a:pt x="14400" y="15428"/>
                  </a:lnTo>
                  <a:lnTo>
                    <a:pt x="4800" y="25714"/>
                  </a:lnTo>
                  <a:lnTo>
                    <a:pt x="0" y="37714"/>
                  </a:lnTo>
                  <a:lnTo>
                    <a:pt x="0" y="46285"/>
                  </a:lnTo>
                  <a:lnTo>
                    <a:pt x="0" y="56571"/>
                  </a:lnTo>
                  <a:lnTo>
                    <a:pt x="0" y="6342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Shape 5058"/>
            <p:cNvSpPr/>
            <p:nvPr/>
          </p:nvSpPr>
          <p:spPr>
            <a:xfrm>
              <a:off x="13246357" y="7247282"/>
              <a:ext cx="169863" cy="841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757" y="94936"/>
                  </a:moveTo>
                  <a:lnTo>
                    <a:pt x="112523" y="78987"/>
                  </a:lnTo>
                  <a:lnTo>
                    <a:pt x="111775" y="75189"/>
                  </a:lnTo>
                  <a:lnTo>
                    <a:pt x="106542" y="61518"/>
                  </a:lnTo>
                  <a:lnTo>
                    <a:pt x="105420" y="57721"/>
                  </a:lnTo>
                  <a:lnTo>
                    <a:pt x="104299" y="54683"/>
                  </a:lnTo>
                  <a:lnTo>
                    <a:pt x="93457" y="35696"/>
                  </a:lnTo>
                  <a:lnTo>
                    <a:pt x="87850" y="31139"/>
                  </a:lnTo>
                  <a:lnTo>
                    <a:pt x="86728" y="29620"/>
                  </a:lnTo>
                  <a:lnTo>
                    <a:pt x="83738" y="20506"/>
                  </a:lnTo>
                  <a:lnTo>
                    <a:pt x="82990" y="18987"/>
                  </a:lnTo>
                  <a:lnTo>
                    <a:pt x="82242" y="18227"/>
                  </a:lnTo>
                  <a:lnTo>
                    <a:pt x="80000" y="16708"/>
                  </a:lnTo>
                  <a:lnTo>
                    <a:pt x="68411" y="759"/>
                  </a:lnTo>
                  <a:lnTo>
                    <a:pt x="63925" y="0"/>
                  </a:lnTo>
                  <a:lnTo>
                    <a:pt x="43738" y="4556"/>
                  </a:lnTo>
                  <a:lnTo>
                    <a:pt x="38878" y="12151"/>
                  </a:lnTo>
                  <a:lnTo>
                    <a:pt x="29158" y="16708"/>
                  </a:lnTo>
                  <a:lnTo>
                    <a:pt x="25420" y="19746"/>
                  </a:lnTo>
                  <a:lnTo>
                    <a:pt x="19065" y="30379"/>
                  </a:lnTo>
                  <a:lnTo>
                    <a:pt x="17196" y="31898"/>
                  </a:lnTo>
                  <a:lnTo>
                    <a:pt x="10841" y="33417"/>
                  </a:lnTo>
                  <a:lnTo>
                    <a:pt x="9345" y="35696"/>
                  </a:lnTo>
                  <a:lnTo>
                    <a:pt x="5607" y="47848"/>
                  </a:lnTo>
                  <a:lnTo>
                    <a:pt x="3738" y="60000"/>
                  </a:lnTo>
                  <a:lnTo>
                    <a:pt x="2990" y="69113"/>
                  </a:lnTo>
                  <a:lnTo>
                    <a:pt x="2616" y="70632"/>
                  </a:lnTo>
                  <a:lnTo>
                    <a:pt x="373" y="79746"/>
                  </a:lnTo>
                  <a:lnTo>
                    <a:pt x="0" y="85063"/>
                  </a:lnTo>
                  <a:lnTo>
                    <a:pt x="4112" y="86582"/>
                  </a:lnTo>
                  <a:lnTo>
                    <a:pt x="10467" y="93417"/>
                  </a:lnTo>
                  <a:lnTo>
                    <a:pt x="24299" y="95696"/>
                  </a:lnTo>
                  <a:lnTo>
                    <a:pt x="36635" y="101012"/>
                  </a:lnTo>
                  <a:lnTo>
                    <a:pt x="52710" y="105569"/>
                  </a:lnTo>
                  <a:lnTo>
                    <a:pt x="67663" y="102531"/>
                  </a:lnTo>
                  <a:lnTo>
                    <a:pt x="79626" y="108607"/>
                  </a:lnTo>
                  <a:lnTo>
                    <a:pt x="91214" y="116962"/>
                  </a:lnTo>
                  <a:lnTo>
                    <a:pt x="111775" y="114683"/>
                  </a:lnTo>
                  <a:lnTo>
                    <a:pt x="115514" y="120000"/>
                  </a:lnTo>
                  <a:lnTo>
                    <a:pt x="117757" y="120000"/>
                  </a:lnTo>
                  <a:lnTo>
                    <a:pt x="119252" y="117721"/>
                  </a:lnTo>
                  <a:lnTo>
                    <a:pt x="117757" y="112405"/>
                  </a:lnTo>
                  <a:lnTo>
                    <a:pt x="120000" y="105569"/>
                  </a:lnTo>
                  <a:lnTo>
                    <a:pt x="117757" y="949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Shape 5059"/>
            <p:cNvSpPr/>
            <p:nvPr/>
          </p:nvSpPr>
          <p:spPr>
            <a:xfrm>
              <a:off x="13265407" y="6139207"/>
              <a:ext cx="7937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000" y="77647"/>
                  </a:moveTo>
                  <a:lnTo>
                    <a:pt x="24000" y="84705"/>
                  </a:lnTo>
                  <a:lnTo>
                    <a:pt x="40000" y="91764"/>
                  </a:lnTo>
                  <a:lnTo>
                    <a:pt x="72000" y="98823"/>
                  </a:lnTo>
                  <a:lnTo>
                    <a:pt x="80000" y="98823"/>
                  </a:lnTo>
                  <a:lnTo>
                    <a:pt x="88000" y="98823"/>
                  </a:lnTo>
                  <a:lnTo>
                    <a:pt x="88000" y="105882"/>
                  </a:lnTo>
                  <a:lnTo>
                    <a:pt x="96000" y="112941"/>
                  </a:lnTo>
                  <a:lnTo>
                    <a:pt x="120000" y="120000"/>
                  </a:lnTo>
                  <a:lnTo>
                    <a:pt x="120000" y="120000"/>
                  </a:lnTo>
                  <a:lnTo>
                    <a:pt x="96000" y="91764"/>
                  </a:lnTo>
                  <a:lnTo>
                    <a:pt x="80000" y="77647"/>
                  </a:lnTo>
                  <a:lnTo>
                    <a:pt x="40000" y="28235"/>
                  </a:lnTo>
                  <a:lnTo>
                    <a:pt x="16000" y="0"/>
                  </a:lnTo>
                  <a:lnTo>
                    <a:pt x="0" y="7058"/>
                  </a:lnTo>
                  <a:lnTo>
                    <a:pt x="16000" y="49411"/>
                  </a:lnTo>
                  <a:lnTo>
                    <a:pt x="8000" y="63529"/>
                  </a:lnTo>
                  <a:lnTo>
                    <a:pt x="16000" y="7764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Shape 5060"/>
            <p:cNvSpPr/>
            <p:nvPr/>
          </p:nvSpPr>
          <p:spPr>
            <a:xfrm>
              <a:off x="13290807" y="6142382"/>
              <a:ext cx="952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176" y="70000"/>
                  </a:moveTo>
                  <a:lnTo>
                    <a:pt x="14117" y="60000"/>
                  </a:lnTo>
                  <a:lnTo>
                    <a:pt x="7058" y="60000"/>
                  </a:lnTo>
                  <a:lnTo>
                    <a:pt x="0" y="70000"/>
                  </a:lnTo>
                  <a:lnTo>
                    <a:pt x="0" y="90000"/>
                  </a:lnTo>
                  <a:lnTo>
                    <a:pt x="7058" y="120000"/>
                  </a:lnTo>
                  <a:lnTo>
                    <a:pt x="14117" y="120000"/>
                  </a:lnTo>
                  <a:lnTo>
                    <a:pt x="28235" y="100000"/>
                  </a:lnTo>
                  <a:lnTo>
                    <a:pt x="70588" y="80000"/>
                  </a:lnTo>
                  <a:lnTo>
                    <a:pt x="70588" y="90000"/>
                  </a:lnTo>
                  <a:lnTo>
                    <a:pt x="77647" y="100000"/>
                  </a:lnTo>
                  <a:lnTo>
                    <a:pt x="84705" y="100000"/>
                  </a:lnTo>
                  <a:lnTo>
                    <a:pt x="91764" y="100000"/>
                  </a:lnTo>
                  <a:lnTo>
                    <a:pt x="112941" y="100000"/>
                  </a:lnTo>
                  <a:lnTo>
                    <a:pt x="120000" y="90000"/>
                  </a:lnTo>
                  <a:lnTo>
                    <a:pt x="112941" y="80000"/>
                  </a:lnTo>
                  <a:lnTo>
                    <a:pt x="98823" y="70000"/>
                  </a:lnTo>
                  <a:lnTo>
                    <a:pt x="98823" y="60000"/>
                  </a:lnTo>
                  <a:lnTo>
                    <a:pt x="91764" y="40000"/>
                  </a:lnTo>
                  <a:lnTo>
                    <a:pt x="70588" y="30000"/>
                  </a:lnTo>
                  <a:lnTo>
                    <a:pt x="77647" y="20000"/>
                  </a:lnTo>
                  <a:lnTo>
                    <a:pt x="56470" y="0"/>
                  </a:lnTo>
                  <a:lnTo>
                    <a:pt x="14117" y="30000"/>
                  </a:lnTo>
                  <a:lnTo>
                    <a:pt x="7058" y="50000"/>
                  </a:lnTo>
                  <a:lnTo>
                    <a:pt x="28235" y="50000"/>
                  </a:lnTo>
                  <a:lnTo>
                    <a:pt x="42352" y="60000"/>
                  </a:lnTo>
                  <a:lnTo>
                    <a:pt x="28235" y="70000"/>
                  </a:lnTo>
                  <a:lnTo>
                    <a:pt x="21176" y="7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Shape 5061"/>
            <p:cNvSpPr/>
            <p:nvPr/>
          </p:nvSpPr>
          <p:spPr>
            <a:xfrm>
              <a:off x="13097132" y="5978869"/>
              <a:ext cx="22225" cy="317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365" y="12413"/>
                  </a:moveTo>
                  <a:lnTo>
                    <a:pt x="96585" y="10344"/>
                  </a:lnTo>
                  <a:lnTo>
                    <a:pt x="90731" y="4137"/>
                  </a:lnTo>
                  <a:lnTo>
                    <a:pt x="81951" y="0"/>
                  </a:lnTo>
                  <a:lnTo>
                    <a:pt x="73170" y="4137"/>
                  </a:lnTo>
                  <a:lnTo>
                    <a:pt x="67317" y="10344"/>
                  </a:lnTo>
                  <a:lnTo>
                    <a:pt x="64390" y="14482"/>
                  </a:lnTo>
                  <a:lnTo>
                    <a:pt x="61463" y="12413"/>
                  </a:lnTo>
                  <a:lnTo>
                    <a:pt x="52682" y="2068"/>
                  </a:lnTo>
                  <a:lnTo>
                    <a:pt x="46829" y="0"/>
                  </a:lnTo>
                  <a:lnTo>
                    <a:pt x="43902" y="2068"/>
                  </a:lnTo>
                  <a:lnTo>
                    <a:pt x="40975" y="8275"/>
                  </a:lnTo>
                  <a:lnTo>
                    <a:pt x="38048" y="10344"/>
                  </a:lnTo>
                  <a:lnTo>
                    <a:pt x="32195" y="12413"/>
                  </a:lnTo>
                  <a:lnTo>
                    <a:pt x="26341" y="28965"/>
                  </a:lnTo>
                  <a:lnTo>
                    <a:pt x="11707" y="37241"/>
                  </a:lnTo>
                  <a:lnTo>
                    <a:pt x="8780" y="43448"/>
                  </a:lnTo>
                  <a:lnTo>
                    <a:pt x="2926" y="57931"/>
                  </a:lnTo>
                  <a:lnTo>
                    <a:pt x="0" y="113793"/>
                  </a:lnTo>
                  <a:lnTo>
                    <a:pt x="2926" y="120000"/>
                  </a:lnTo>
                  <a:lnTo>
                    <a:pt x="11707" y="120000"/>
                  </a:lnTo>
                  <a:lnTo>
                    <a:pt x="14634" y="117931"/>
                  </a:lnTo>
                  <a:lnTo>
                    <a:pt x="14634" y="113793"/>
                  </a:lnTo>
                  <a:lnTo>
                    <a:pt x="11707" y="107586"/>
                  </a:lnTo>
                  <a:lnTo>
                    <a:pt x="11707" y="101379"/>
                  </a:lnTo>
                  <a:lnTo>
                    <a:pt x="8780" y="97241"/>
                  </a:lnTo>
                  <a:lnTo>
                    <a:pt x="11707" y="95172"/>
                  </a:lnTo>
                  <a:lnTo>
                    <a:pt x="14634" y="93103"/>
                  </a:lnTo>
                  <a:lnTo>
                    <a:pt x="17560" y="91034"/>
                  </a:lnTo>
                  <a:lnTo>
                    <a:pt x="20487" y="82758"/>
                  </a:lnTo>
                  <a:lnTo>
                    <a:pt x="26341" y="78620"/>
                  </a:lnTo>
                  <a:lnTo>
                    <a:pt x="26341" y="74482"/>
                  </a:lnTo>
                  <a:lnTo>
                    <a:pt x="26341" y="64137"/>
                  </a:lnTo>
                  <a:lnTo>
                    <a:pt x="38048" y="70344"/>
                  </a:lnTo>
                  <a:lnTo>
                    <a:pt x="38048" y="80689"/>
                  </a:lnTo>
                  <a:lnTo>
                    <a:pt x="35121" y="93103"/>
                  </a:lnTo>
                  <a:lnTo>
                    <a:pt x="32195" y="99310"/>
                  </a:lnTo>
                  <a:lnTo>
                    <a:pt x="40975" y="103448"/>
                  </a:lnTo>
                  <a:lnTo>
                    <a:pt x="55609" y="99310"/>
                  </a:lnTo>
                  <a:lnTo>
                    <a:pt x="76097" y="84827"/>
                  </a:lnTo>
                  <a:lnTo>
                    <a:pt x="84878" y="66206"/>
                  </a:lnTo>
                  <a:lnTo>
                    <a:pt x="87804" y="62068"/>
                  </a:lnTo>
                  <a:lnTo>
                    <a:pt x="93658" y="60000"/>
                  </a:lnTo>
                  <a:lnTo>
                    <a:pt x="96585" y="57931"/>
                  </a:lnTo>
                  <a:lnTo>
                    <a:pt x="105365" y="49655"/>
                  </a:lnTo>
                  <a:lnTo>
                    <a:pt x="117073" y="31034"/>
                  </a:lnTo>
                  <a:lnTo>
                    <a:pt x="120000" y="20689"/>
                  </a:lnTo>
                  <a:lnTo>
                    <a:pt x="120000" y="10344"/>
                  </a:lnTo>
                  <a:lnTo>
                    <a:pt x="114146" y="12413"/>
                  </a:lnTo>
                  <a:lnTo>
                    <a:pt x="105365" y="1241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Shape 5062"/>
            <p:cNvSpPr/>
            <p:nvPr/>
          </p:nvSpPr>
          <p:spPr>
            <a:xfrm>
              <a:off x="13089196" y="6013794"/>
              <a:ext cx="14288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428" y="37333"/>
                  </a:moveTo>
                  <a:lnTo>
                    <a:pt x="115714" y="34666"/>
                  </a:lnTo>
                  <a:lnTo>
                    <a:pt x="119999" y="34666"/>
                  </a:lnTo>
                  <a:lnTo>
                    <a:pt x="111428" y="26666"/>
                  </a:lnTo>
                  <a:lnTo>
                    <a:pt x="111428" y="24000"/>
                  </a:lnTo>
                  <a:lnTo>
                    <a:pt x="111428" y="16000"/>
                  </a:lnTo>
                  <a:lnTo>
                    <a:pt x="111428" y="8000"/>
                  </a:lnTo>
                  <a:lnTo>
                    <a:pt x="89999" y="5333"/>
                  </a:lnTo>
                  <a:lnTo>
                    <a:pt x="55714" y="5333"/>
                  </a:lnTo>
                  <a:lnTo>
                    <a:pt x="42857" y="0"/>
                  </a:lnTo>
                  <a:lnTo>
                    <a:pt x="42857" y="2666"/>
                  </a:lnTo>
                  <a:lnTo>
                    <a:pt x="42857" y="5333"/>
                  </a:lnTo>
                  <a:lnTo>
                    <a:pt x="38571" y="0"/>
                  </a:lnTo>
                  <a:lnTo>
                    <a:pt x="42857" y="10666"/>
                  </a:lnTo>
                  <a:lnTo>
                    <a:pt x="42857" y="21333"/>
                  </a:lnTo>
                  <a:lnTo>
                    <a:pt x="38571" y="29333"/>
                  </a:lnTo>
                  <a:lnTo>
                    <a:pt x="34285" y="34666"/>
                  </a:lnTo>
                  <a:lnTo>
                    <a:pt x="38571" y="37333"/>
                  </a:lnTo>
                  <a:lnTo>
                    <a:pt x="42857" y="45333"/>
                  </a:lnTo>
                  <a:lnTo>
                    <a:pt x="47142" y="48000"/>
                  </a:lnTo>
                  <a:lnTo>
                    <a:pt x="51428" y="53333"/>
                  </a:lnTo>
                  <a:lnTo>
                    <a:pt x="42857" y="53333"/>
                  </a:lnTo>
                  <a:lnTo>
                    <a:pt x="29999" y="53333"/>
                  </a:lnTo>
                  <a:lnTo>
                    <a:pt x="21428" y="53333"/>
                  </a:lnTo>
                  <a:lnTo>
                    <a:pt x="8571" y="58666"/>
                  </a:lnTo>
                  <a:lnTo>
                    <a:pt x="21428" y="72000"/>
                  </a:lnTo>
                  <a:lnTo>
                    <a:pt x="12857" y="80000"/>
                  </a:lnTo>
                  <a:lnTo>
                    <a:pt x="4285" y="88000"/>
                  </a:lnTo>
                  <a:lnTo>
                    <a:pt x="0" y="98666"/>
                  </a:lnTo>
                  <a:lnTo>
                    <a:pt x="4285" y="109333"/>
                  </a:lnTo>
                  <a:lnTo>
                    <a:pt x="4285" y="114666"/>
                  </a:lnTo>
                  <a:lnTo>
                    <a:pt x="4285" y="117333"/>
                  </a:lnTo>
                  <a:lnTo>
                    <a:pt x="21428" y="120000"/>
                  </a:lnTo>
                  <a:lnTo>
                    <a:pt x="25714" y="120000"/>
                  </a:lnTo>
                  <a:lnTo>
                    <a:pt x="34285" y="117333"/>
                  </a:lnTo>
                  <a:lnTo>
                    <a:pt x="47142" y="109333"/>
                  </a:lnTo>
                  <a:lnTo>
                    <a:pt x="64285" y="104000"/>
                  </a:lnTo>
                  <a:lnTo>
                    <a:pt x="68571" y="101333"/>
                  </a:lnTo>
                  <a:lnTo>
                    <a:pt x="72857" y="93333"/>
                  </a:lnTo>
                  <a:lnTo>
                    <a:pt x="72857" y="80000"/>
                  </a:lnTo>
                  <a:lnTo>
                    <a:pt x="72857" y="74666"/>
                  </a:lnTo>
                  <a:lnTo>
                    <a:pt x="77142" y="61333"/>
                  </a:lnTo>
                  <a:lnTo>
                    <a:pt x="85714" y="56000"/>
                  </a:lnTo>
                  <a:lnTo>
                    <a:pt x="111428" y="45333"/>
                  </a:lnTo>
                  <a:lnTo>
                    <a:pt x="111428" y="37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Shape 5063"/>
            <p:cNvSpPr/>
            <p:nvPr/>
          </p:nvSpPr>
          <p:spPr>
            <a:xfrm>
              <a:off x="13297157" y="6163019"/>
              <a:ext cx="31750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55813"/>
                  </a:moveTo>
                  <a:lnTo>
                    <a:pt x="42000" y="53023"/>
                  </a:lnTo>
                  <a:lnTo>
                    <a:pt x="46000" y="47441"/>
                  </a:lnTo>
                  <a:lnTo>
                    <a:pt x="38000" y="41860"/>
                  </a:lnTo>
                  <a:lnTo>
                    <a:pt x="22000" y="27906"/>
                  </a:lnTo>
                  <a:lnTo>
                    <a:pt x="16000" y="16744"/>
                  </a:lnTo>
                  <a:lnTo>
                    <a:pt x="12000" y="16744"/>
                  </a:lnTo>
                  <a:lnTo>
                    <a:pt x="10000" y="13953"/>
                  </a:lnTo>
                  <a:lnTo>
                    <a:pt x="4000" y="8372"/>
                  </a:lnTo>
                  <a:lnTo>
                    <a:pt x="0" y="0"/>
                  </a:lnTo>
                  <a:lnTo>
                    <a:pt x="4000" y="19534"/>
                  </a:lnTo>
                  <a:lnTo>
                    <a:pt x="12000" y="36279"/>
                  </a:lnTo>
                  <a:lnTo>
                    <a:pt x="18000" y="44651"/>
                  </a:lnTo>
                  <a:lnTo>
                    <a:pt x="28000" y="50232"/>
                  </a:lnTo>
                  <a:lnTo>
                    <a:pt x="28000" y="55813"/>
                  </a:lnTo>
                  <a:lnTo>
                    <a:pt x="24000" y="55813"/>
                  </a:lnTo>
                  <a:lnTo>
                    <a:pt x="22000" y="61395"/>
                  </a:lnTo>
                  <a:lnTo>
                    <a:pt x="20000" y="66976"/>
                  </a:lnTo>
                  <a:lnTo>
                    <a:pt x="20000" y="72558"/>
                  </a:lnTo>
                  <a:lnTo>
                    <a:pt x="46000" y="92093"/>
                  </a:lnTo>
                  <a:lnTo>
                    <a:pt x="120000" y="120000"/>
                  </a:lnTo>
                  <a:lnTo>
                    <a:pt x="120000" y="111627"/>
                  </a:lnTo>
                  <a:lnTo>
                    <a:pt x="110000" y="108837"/>
                  </a:lnTo>
                  <a:lnTo>
                    <a:pt x="42000" y="69767"/>
                  </a:lnTo>
                  <a:lnTo>
                    <a:pt x="34000" y="61395"/>
                  </a:lnTo>
                  <a:lnTo>
                    <a:pt x="34000" y="53023"/>
                  </a:lnTo>
                  <a:lnTo>
                    <a:pt x="36000" y="55813"/>
                  </a:lnTo>
                  <a:lnTo>
                    <a:pt x="40000" y="5581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Shape 5064"/>
            <p:cNvSpPr/>
            <p:nvPr/>
          </p:nvSpPr>
          <p:spPr>
            <a:xfrm>
              <a:off x="13136820" y="5424832"/>
              <a:ext cx="19049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3333" y="30000"/>
                  </a:moveTo>
                  <a:lnTo>
                    <a:pt x="56666" y="25000"/>
                  </a:lnTo>
                  <a:lnTo>
                    <a:pt x="46666" y="10000"/>
                  </a:lnTo>
                  <a:lnTo>
                    <a:pt x="40000" y="10000"/>
                  </a:lnTo>
                  <a:lnTo>
                    <a:pt x="33333" y="20000"/>
                  </a:lnTo>
                  <a:lnTo>
                    <a:pt x="23333" y="30000"/>
                  </a:lnTo>
                  <a:lnTo>
                    <a:pt x="20000" y="35000"/>
                  </a:lnTo>
                  <a:lnTo>
                    <a:pt x="13333" y="30000"/>
                  </a:lnTo>
                  <a:lnTo>
                    <a:pt x="10000" y="30000"/>
                  </a:lnTo>
                  <a:lnTo>
                    <a:pt x="6666" y="30000"/>
                  </a:lnTo>
                  <a:lnTo>
                    <a:pt x="0" y="30000"/>
                  </a:lnTo>
                  <a:lnTo>
                    <a:pt x="10000" y="45000"/>
                  </a:lnTo>
                  <a:lnTo>
                    <a:pt x="16666" y="60000"/>
                  </a:lnTo>
                  <a:lnTo>
                    <a:pt x="23333" y="80000"/>
                  </a:lnTo>
                  <a:lnTo>
                    <a:pt x="30000" y="100000"/>
                  </a:lnTo>
                  <a:lnTo>
                    <a:pt x="40000" y="120000"/>
                  </a:lnTo>
                  <a:lnTo>
                    <a:pt x="50000" y="120000"/>
                  </a:lnTo>
                  <a:lnTo>
                    <a:pt x="63333" y="120000"/>
                  </a:lnTo>
                  <a:lnTo>
                    <a:pt x="73333" y="110000"/>
                  </a:lnTo>
                  <a:lnTo>
                    <a:pt x="80000" y="95000"/>
                  </a:lnTo>
                  <a:lnTo>
                    <a:pt x="83333" y="75000"/>
                  </a:lnTo>
                  <a:lnTo>
                    <a:pt x="90000" y="50000"/>
                  </a:lnTo>
                  <a:lnTo>
                    <a:pt x="106666" y="55000"/>
                  </a:lnTo>
                  <a:lnTo>
                    <a:pt x="113333" y="40000"/>
                  </a:lnTo>
                  <a:lnTo>
                    <a:pt x="120000" y="0"/>
                  </a:lnTo>
                  <a:lnTo>
                    <a:pt x="110000" y="0"/>
                  </a:lnTo>
                  <a:lnTo>
                    <a:pt x="63333" y="3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Shape 5065"/>
            <p:cNvSpPr/>
            <p:nvPr/>
          </p:nvSpPr>
          <p:spPr>
            <a:xfrm>
              <a:off x="13101896" y="5213694"/>
              <a:ext cx="85724" cy="476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901" y="118636"/>
                  </a:moveTo>
                  <a:lnTo>
                    <a:pt x="113374" y="111818"/>
                  </a:lnTo>
                  <a:lnTo>
                    <a:pt x="114110" y="100909"/>
                  </a:lnTo>
                  <a:lnTo>
                    <a:pt x="114110" y="91363"/>
                  </a:lnTo>
                  <a:lnTo>
                    <a:pt x="111165" y="85909"/>
                  </a:lnTo>
                  <a:lnTo>
                    <a:pt x="110429" y="83181"/>
                  </a:lnTo>
                  <a:lnTo>
                    <a:pt x="114110" y="84545"/>
                  </a:lnTo>
                  <a:lnTo>
                    <a:pt x="115582" y="81818"/>
                  </a:lnTo>
                  <a:lnTo>
                    <a:pt x="118527" y="68181"/>
                  </a:lnTo>
                  <a:lnTo>
                    <a:pt x="120000" y="66818"/>
                  </a:lnTo>
                  <a:lnTo>
                    <a:pt x="120000" y="65454"/>
                  </a:lnTo>
                  <a:lnTo>
                    <a:pt x="120000" y="61363"/>
                  </a:lnTo>
                  <a:lnTo>
                    <a:pt x="114846" y="60000"/>
                  </a:lnTo>
                  <a:lnTo>
                    <a:pt x="106012" y="65454"/>
                  </a:lnTo>
                  <a:lnTo>
                    <a:pt x="102331" y="62727"/>
                  </a:lnTo>
                  <a:lnTo>
                    <a:pt x="106748" y="42272"/>
                  </a:lnTo>
                  <a:lnTo>
                    <a:pt x="106012" y="39545"/>
                  </a:lnTo>
                  <a:lnTo>
                    <a:pt x="103067" y="40909"/>
                  </a:lnTo>
                  <a:lnTo>
                    <a:pt x="98650" y="39545"/>
                  </a:lnTo>
                  <a:lnTo>
                    <a:pt x="94969" y="35454"/>
                  </a:lnTo>
                  <a:lnTo>
                    <a:pt x="91288" y="30000"/>
                  </a:lnTo>
                  <a:lnTo>
                    <a:pt x="91288" y="30000"/>
                  </a:lnTo>
                  <a:lnTo>
                    <a:pt x="92024" y="27272"/>
                  </a:lnTo>
                  <a:lnTo>
                    <a:pt x="34601" y="0"/>
                  </a:lnTo>
                  <a:lnTo>
                    <a:pt x="35337" y="2727"/>
                  </a:lnTo>
                  <a:lnTo>
                    <a:pt x="38282" y="5454"/>
                  </a:lnTo>
                  <a:lnTo>
                    <a:pt x="38282" y="8181"/>
                  </a:lnTo>
                  <a:lnTo>
                    <a:pt x="34601" y="10909"/>
                  </a:lnTo>
                  <a:lnTo>
                    <a:pt x="33128" y="10909"/>
                  </a:lnTo>
                  <a:lnTo>
                    <a:pt x="28711" y="5454"/>
                  </a:lnTo>
                  <a:lnTo>
                    <a:pt x="26503" y="5454"/>
                  </a:lnTo>
                  <a:lnTo>
                    <a:pt x="16196" y="10909"/>
                  </a:lnTo>
                  <a:lnTo>
                    <a:pt x="10306" y="6818"/>
                  </a:lnTo>
                  <a:lnTo>
                    <a:pt x="5889" y="8181"/>
                  </a:lnTo>
                  <a:lnTo>
                    <a:pt x="2944" y="15000"/>
                  </a:lnTo>
                  <a:lnTo>
                    <a:pt x="1472" y="21818"/>
                  </a:lnTo>
                  <a:lnTo>
                    <a:pt x="0" y="32727"/>
                  </a:lnTo>
                  <a:lnTo>
                    <a:pt x="2208" y="42272"/>
                  </a:lnTo>
                  <a:lnTo>
                    <a:pt x="6625" y="43636"/>
                  </a:lnTo>
                  <a:lnTo>
                    <a:pt x="16196" y="39545"/>
                  </a:lnTo>
                  <a:lnTo>
                    <a:pt x="16932" y="43636"/>
                  </a:lnTo>
                  <a:lnTo>
                    <a:pt x="5889" y="49090"/>
                  </a:lnTo>
                  <a:lnTo>
                    <a:pt x="4417" y="51818"/>
                  </a:lnTo>
                  <a:lnTo>
                    <a:pt x="5889" y="55909"/>
                  </a:lnTo>
                  <a:lnTo>
                    <a:pt x="8834" y="57272"/>
                  </a:lnTo>
                  <a:lnTo>
                    <a:pt x="11042" y="57272"/>
                  </a:lnTo>
                  <a:lnTo>
                    <a:pt x="9570" y="57272"/>
                  </a:lnTo>
                  <a:lnTo>
                    <a:pt x="8834" y="58636"/>
                  </a:lnTo>
                  <a:lnTo>
                    <a:pt x="8834" y="60000"/>
                  </a:lnTo>
                  <a:lnTo>
                    <a:pt x="8098" y="61363"/>
                  </a:lnTo>
                  <a:lnTo>
                    <a:pt x="10306" y="62727"/>
                  </a:lnTo>
                  <a:lnTo>
                    <a:pt x="16932" y="60000"/>
                  </a:lnTo>
                  <a:lnTo>
                    <a:pt x="16196" y="61363"/>
                  </a:lnTo>
                  <a:lnTo>
                    <a:pt x="16196" y="62727"/>
                  </a:lnTo>
                  <a:lnTo>
                    <a:pt x="16196" y="65454"/>
                  </a:lnTo>
                  <a:lnTo>
                    <a:pt x="27239" y="69545"/>
                  </a:lnTo>
                  <a:lnTo>
                    <a:pt x="31656" y="72272"/>
                  </a:lnTo>
                  <a:lnTo>
                    <a:pt x="31656" y="70909"/>
                  </a:lnTo>
                  <a:lnTo>
                    <a:pt x="32392" y="72272"/>
                  </a:lnTo>
                  <a:lnTo>
                    <a:pt x="33865" y="75000"/>
                  </a:lnTo>
                  <a:lnTo>
                    <a:pt x="34601" y="77727"/>
                  </a:lnTo>
                  <a:lnTo>
                    <a:pt x="35337" y="80454"/>
                  </a:lnTo>
                  <a:lnTo>
                    <a:pt x="35337" y="81818"/>
                  </a:lnTo>
                  <a:lnTo>
                    <a:pt x="36073" y="83181"/>
                  </a:lnTo>
                  <a:lnTo>
                    <a:pt x="38282" y="83181"/>
                  </a:lnTo>
                  <a:lnTo>
                    <a:pt x="38282" y="83181"/>
                  </a:lnTo>
                  <a:lnTo>
                    <a:pt x="40490" y="85909"/>
                  </a:lnTo>
                  <a:lnTo>
                    <a:pt x="42699" y="85909"/>
                  </a:lnTo>
                  <a:lnTo>
                    <a:pt x="44907" y="85909"/>
                  </a:lnTo>
                  <a:lnTo>
                    <a:pt x="47116" y="84545"/>
                  </a:lnTo>
                  <a:lnTo>
                    <a:pt x="47852" y="87272"/>
                  </a:lnTo>
                  <a:lnTo>
                    <a:pt x="58895" y="100909"/>
                  </a:lnTo>
                  <a:lnTo>
                    <a:pt x="62576" y="105000"/>
                  </a:lnTo>
                  <a:lnTo>
                    <a:pt x="67730" y="111818"/>
                  </a:lnTo>
                  <a:lnTo>
                    <a:pt x="72147" y="114545"/>
                  </a:lnTo>
                  <a:lnTo>
                    <a:pt x="76564" y="120000"/>
                  </a:lnTo>
                  <a:lnTo>
                    <a:pt x="77300" y="120000"/>
                  </a:lnTo>
                  <a:lnTo>
                    <a:pt x="79509" y="114545"/>
                  </a:lnTo>
                  <a:lnTo>
                    <a:pt x="86134" y="111818"/>
                  </a:lnTo>
                  <a:lnTo>
                    <a:pt x="89815" y="111818"/>
                  </a:lnTo>
                  <a:lnTo>
                    <a:pt x="90552" y="115909"/>
                  </a:lnTo>
                  <a:lnTo>
                    <a:pt x="92760" y="118636"/>
                  </a:lnTo>
                  <a:lnTo>
                    <a:pt x="95705" y="120000"/>
                  </a:lnTo>
                  <a:lnTo>
                    <a:pt x="103067" y="118636"/>
                  </a:lnTo>
                  <a:lnTo>
                    <a:pt x="108220" y="120000"/>
                  </a:lnTo>
                  <a:lnTo>
                    <a:pt x="111901" y="1186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Shape 5066"/>
            <p:cNvSpPr/>
            <p:nvPr/>
          </p:nvSpPr>
          <p:spPr>
            <a:xfrm>
              <a:off x="13114595" y="5429594"/>
              <a:ext cx="25399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361" y="0"/>
                  </a:moveTo>
                  <a:lnTo>
                    <a:pt x="7659" y="78260"/>
                  </a:lnTo>
                  <a:lnTo>
                    <a:pt x="0" y="88695"/>
                  </a:lnTo>
                  <a:lnTo>
                    <a:pt x="2553" y="104347"/>
                  </a:lnTo>
                  <a:lnTo>
                    <a:pt x="7659" y="114782"/>
                  </a:lnTo>
                  <a:lnTo>
                    <a:pt x="17872" y="120000"/>
                  </a:lnTo>
                  <a:lnTo>
                    <a:pt x="86808" y="104347"/>
                  </a:lnTo>
                  <a:lnTo>
                    <a:pt x="114893" y="83478"/>
                  </a:lnTo>
                  <a:lnTo>
                    <a:pt x="120000" y="57391"/>
                  </a:lnTo>
                  <a:lnTo>
                    <a:pt x="102127" y="10434"/>
                  </a:lnTo>
                  <a:lnTo>
                    <a:pt x="89361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Shape 5067"/>
            <p:cNvSpPr/>
            <p:nvPr/>
          </p:nvSpPr>
          <p:spPr>
            <a:xfrm>
              <a:off x="13986132" y="4737444"/>
              <a:ext cx="1587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Shape 5068"/>
            <p:cNvSpPr/>
            <p:nvPr/>
          </p:nvSpPr>
          <p:spPr>
            <a:xfrm>
              <a:off x="13841670" y="4429469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Shape 5069"/>
            <p:cNvSpPr/>
            <p:nvPr/>
          </p:nvSpPr>
          <p:spPr>
            <a:xfrm>
              <a:off x="13300332" y="3988144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Shape 5070"/>
            <p:cNvSpPr/>
            <p:nvPr/>
          </p:nvSpPr>
          <p:spPr>
            <a:xfrm>
              <a:off x="13400345" y="6405907"/>
              <a:ext cx="14288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384" y="40000"/>
                  </a:moveTo>
                  <a:lnTo>
                    <a:pt x="120000" y="11428"/>
                  </a:lnTo>
                  <a:lnTo>
                    <a:pt x="92307" y="0"/>
                  </a:lnTo>
                  <a:lnTo>
                    <a:pt x="69230" y="5714"/>
                  </a:lnTo>
                  <a:lnTo>
                    <a:pt x="9230" y="80000"/>
                  </a:lnTo>
                  <a:lnTo>
                    <a:pt x="0" y="97142"/>
                  </a:lnTo>
                  <a:lnTo>
                    <a:pt x="0" y="114285"/>
                  </a:lnTo>
                  <a:lnTo>
                    <a:pt x="0" y="120000"/>
                  </a:lnTo>
                  <a:lnTo>
                    <a:pt x="9230" y="120000"/>
                  </a:lnTo>
                  <a:lnTo>
                    <a:pt x="50769" y="120000"/>
                  </a:lnTo>
                  <a:lnTo>
                    <a:pt x="60000" y="120000"/>
                  </a:lnTo>
                  <a:lnTo>
                    <a:pt x="87692" y="85714"/>
                  </a:lnTo>
                  <a:lnTo>
                    <a:pt x="115384" y="4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Shape 5071"/>
            <p:cNvSpPr/>
            <p:nvPr/>
          </p:nvSpPr>
          <p:spPr>
            <a:xfrm>
              <a:off x="13730545" y="4438994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Shape 5072"/>
            <p:cNvSpPr/>
            <p:nvPr/>
          </p:nvSpPr>
          <p:spPr>
            <a:xfrm>
              <a:off x="13730545" y="4438994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Shape 5073"/>
            <p:cNvSpPr/>
            <p:nvPr/>
          </p:nvSpPr>
          <p:spPr>
            <a:xfrm>
              <a:off x="14109957" y="5467694"/>
              <a:ext cx="42862" cy="746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1500" y="112394"/>
                  </a:moveTo>
                  <a:lnTo>
                    <a:pt x="75000" y="98873"/>
                  </a:lnTo>
                  <a:lnTo>
                    <a:pt x="79500" y="91267"/>
                  </a:lnTo>
                  <a:lnTo>
                    <a:pt x="108000" y="70985"/>
                  </a:lnTo>
                  <a:lnTo>
                    <a:pt x="114000" y="61690"/>
                  </a:lnTo>
                  <a:lnTo>
                    <a:pt x="120000" y="39718"/>
                  </a:lnTo>
                  <a:lnTo>
                    <a:pt x="117000" y="27887"/>
                  </a:lnTo>
                  <a:lnTo>
                    <a:pt x="105000" y="19436"/>
                  </a:lnTo>
                  <a:lnTo>
                    <a:pt x="79500" y="15211"/>
                  </a:lnTo>
                  <a:lnTo>
                    <a:pt x="73500" y="11830"/>
                  </a:lnTo>
                  <a:lnTo>
                    <a:pt x="67500" y="8450"/>
                  </a:lnTo>
                  <a:lnTo>
                    <a:pt x="52500" y="3380"/>
                  </a:lnTo>
                  <a:lnTo>
                    <a:pt x="49500" y="0"/>
                  </a:lnTo>
                  <a:lnTo>
                    <a:pt x="48000" y="845"/>
                  </a:lnTo>
                  <a:lnTo>
                    <a:pt x="19500" y="845"/>
                  </a:lnTo>
                  <a:lnTo>
                    <a:pt x="10500" y="3380"/>
                  </a:lnTo>
                  <a:lnTo>
                    <a:pt x="7500" y="4225"/>
                  </a:lnTo>
                  <a:lnTo>
                    <a:pt x="6000" y="5915"/>
                  </a:lnTo>
                  <a:lnTo>
                    <a:pt x="0" y="21971"/>
                  </a:lnTo>
                  <a:lnTo>
                    <a:pt x="10500" y="46478"/>
                  </a:lnTo>
                  <a:lnTo>
                    <a:pt x="7500" y="54084"/>
                  </a:lnTo>
                  <a:lnTo>
                    <a:pt x="3000" y="59154"/>
                  </a:lnTo>
                  <a:lnTo>
                    <a:pt x="3000" y="70140"/>
                  </a:lnTo>
                  <a:lnTo>
                    <a:pt x="10500" y="103943"/>
                  </a:lnTo>
                  <a:lnTo>
                    <a:pt x="18000" y="113239"/>
                  </a:lnTo>
                  <a:lnTo>
                    <a:pt x="25500" y="118309"/>
                  </a:lnTo>
                  <a:lnTo>
                    <a:pt x="40500" y="120000"/>
                  </a:lnTo>
                  <a:lnTo>
                    <a:pt x="54000" y="115774"/>
                  </a:lnTo>
                  <a:lnTo>
                    <a:pt x="61500" y="11239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Shape 5074"/>
            <p:cNvSpPr/>
            <p:nvPr/>
          </p:nvSpPr>
          <p:spPr>
            <a:xfrm>
              <a:off x="13660695" y="5175594"/>
              <a:ext cx="104774" cy="476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800" y="56086"/>
                  </a:moveTo>
                  <a:lnTo>
                    <a:pt x="115800" y="50869"/>
                  </a:lnTo>
                  <a:lnTo>
                    <a:pt x="108600" y="45652"/>
                  </a:lnTo>
                  <a:lnTo>
                    <a:pt x="106800" y="43043"/>
                  </a:lnTo>
                  <a:lnTo>
                    <a:pt x="107400" y="45652"/>
                  </a:lnTo>
                  <a:lnTo>
                    <a:pt x="104400" y="37826"/>
                  </a:lnTo>
                  <a:lnTo>
                    <a:pt x="100800" y="40434"/>
                  </a:lnTo>
                  <a:lnTo>
                    <a:pt x="95400" y="48260"/>
                  </a:lnTo>
                  <a:lnTo>
                    <a:pt x="94800" y="45652"/>
                  </a:lnTo>
                  <a:lnTo>
                    <a:pt x="96600" y="30000"/>
                  </a:lnTo>
                  <a:lnTo>
                    <a:pt x="94800" y="30000"/>
                  </a:lnTo>
                  <a:lnTo>
                    <a:pt x="89400" y="24782"/>
                  </a:lnTo>
                  <a:lnTo>
                    <a:pt x="88800" y="22173"/>
                  </a:lnTo>
                  <a:lnTo>
                    <a:pt x="89400" y="22173"/>
                  </a:lnTo>
                  <a:lnTo>
                    <a:pt x="91800" y="20869"/>
                  </a:lnTo>
                  <a:lnTo>
                    <a:pt x="88800" y="16956"/>
                  </a:lnTo>
                  <a:lnTo>
                    <a:pt x="85200" y="14347"/>
                  </a:lnTo>
                  <a:lnTo>
                    <a:pt x="81600" y="13043"/>
                  </a:lnTo>
                  <a:lnTo>
                    <a:pt x="77400" y="14347"/>
                  </a:lnTo>
                  <a:lnTo>
                    <a:pt x="68400" y="10434"/>
                  </a:lnTo>
                  <a:lnTo>
                    <a:pt x="66000" y="11739"/>
                  </a:lnTo>
                  <a:lnTo>
                    <a:pt x="45000" y="0"/>
                  </a:lnTo>
                  <a:lnTo>
                    <a:pt x="1800" y="14347"/>
                  </a:lnTo>
                  <a:lnTo>
                    <a:pt x="0" y="18260"/>
                  </a:lnTo>
                  <a:lnTo>
                    <a:pt x="600" y="23478"/>
                  </a:lnTo>
                  <a:lnTo>
                    <a:pt x="6600" y="31304"/>
                  </a:lnTo>
                  <a:lnTo>
                    <a:pt x="12600" y="31304"/>
                  </a:lnTo>
                  <a:lnTo>
                    <a:pt x="23400" y="26086"/>
                  </a:lnTo>
                  <a:lnTo>
                    <a:pt x="21600" y="32608"/>
                  </a:lnTo>
                  <a:lnTo>
                    <a:pt x="13200" y="36521"/>
                  </a:lnTo>
                  <a:lnTo>
                    <a:pt x="11400" y="44347"/>
                  </a:lnTo>
                  <a:lnTo>
                    <a:pt x="13200" y="46956"/>
                  </a:lnTo>
                  <a:lnTo>
                    <a:pt x="14400" y="46956"/>
                  </a:lnTo>
                  <a:lnTo>
                    <a:pt x="20400" y="44347"/>
                  </a:lnTo>
                  <a:lnTo>
                    <a:pt x="22800" y="43043"/>
                  </a:lnTo>
                  <a:lnTo>
                    <a:pt x="24600" y="33913"/>
                  </a:lnTo>
                  <a:lnTo>
                    <a:pt x="28800" y="31304"/>
                  </a:lnTo>
                  <a:lnTo>
                    <a:pt x="33000" y="31304"/>
                  </a:lnTo>
                  <a:lnTo>
                    <a:pt x="40200" y="39130"/>
                  </a:lnTo>
                  <a:lnTo>
                    <a:pt x="43200" y="36521"/>
                  </a:lnTo>
                  <a:lnTo>
                    <a:pt x="49200" y="27391"/>
                  </a:lnTo>
                  <a:lnTo>
                    <a:pt x="51000" y="27391"/>
                  </a:lnTo>
                  <a:lnTo>
                    <a:pt x="52800" y="30000"/>
                  </a:lnTo>
                  <a:lnTo>
                    <a:pt x="53400" y="33913"/>
                  </a:lnTo>
                  <a:lnTo>
                    <a:pt x="54000" y="39130"/>
                  </a:lnTo>
                  <a:lnTo>
                    <a:pt x="53400" y="43043"/>
                  </a:lnTo>
                  <a:lnTo>
                    <a:pt x="51600" y="45652"/>
                  </a:lnTo>
                  <a:lnTo>
                    <a:pt x="48600" y="45652"/>
                  </a:lnTo>
                  <a:lnTo>
                    <a:pt x="47400" y="44347"/>
                  </a:lnTo>
                  <a:lnTo>
                    <a:pt x="47400" y="48260"/>
                  </a:lnTo>
                  <a:lnTo>
                    <a:pt x="45600" y="45652"/>
                  </a:lnTo>
                  <a:lnTo>
                    <a:pt x="43200" y="46956"/>
                  </a:lnTo>
                  <a:lnTo>
                    <a:pt x="42000" y="48260"/>
                  </a:lnTo>
                  <a:lnTo>
                    <a:pt x="41400" y="52173"/>
                  </a:lnTo>
                  <a:lnTo>
                    <a:pt x="48600" y="60000"/>
                  </a:lnTo>
                  <a:lnTo>
                    <a:pt x="52800" y="67826"/>
                  </a:lnTo>
                  <a:lnTo>
                    <a:pt x="62400" y="99130"/>
                  </a:lnTo>
                  <a:lnTo>
                    <a:pt x="63600" y="103043"/>
                  </a:lnTo>
                  <a:lnTo>
                    <a:pt x="65400" y="104347"/>
                  </a:lnTo>
                  <a:lnTo>
                    <a:pt x="72600" y="101739"/>
                  </a:lnTo>
                  <a:lnTo>
                    <a:pt x="72000" y="110869"/>
                  </a:lnTo>
                  <a:lnTo>
                    <a:pt x="71400" y="113478"/>
                  </a:lnTo>
                  <a:lnTo>
                    <a:pt x="72000" y="116086"/>
                  </a:lnTo>
                  <a:lnTo>
                    <a:pt x="75600" y="120000"/>
                  </a:lnTo>
                  <a:lnTo>
                    <a:pt x="77400" y="120000"/>
                  </a:lnTo>
                  <a:lnTo>
                    <a:pt x="82200" y="117391"/>
                  </a:lnTo>
                  <a:lnTo>
                    <a:pt x="82800" y="116086"/>
                  </a:lnTo>
                  <a:lnTo>
                    <a:pt x="82800" y="109565"/>
                  </a:lnTo>
                  <a:lnTo>
                    <a:pt x="83400" y="106956"/>
                  </a:lnTo>
                  <a:lnTo>
                    <a:pt x="85200" y="106956"/>
                  </a:lnTo>
                  <a:lnTo>
                    <a:pt x="90600" y="112173"/>
                  </a:lnTo>
                  <a:lnTo>
                    <a:pt x="93600" y="110869"/>
                  </a:lnTo>
                  <a:lnTo>
                    <a:pt x="105600" y="103043"/>
                  </a:lnTo>
                  <a:lnTo>
                    <a:pt x="114000" y="90000"/>
                  </a:lnTo>
                  <a:lnTo>
                    <a:pt x="117600" y="82173"/>
                  </a:lnTo>
                  <a:lnTo>
                    <a:pt x="119400" y="70434"/>
                  </a:lnTo>
                  <a:lnTo>
                    <a:pt x="120000" y="62608"/>
                  </a:lnTo>
                  <a:lnTo>
                    <a:pt x="120000" y="60000"/>
                  </a:lnTo>
                  <a:lnTo>
                    <a:pt x="118800" y="5608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Shape 5075"/>
            <p:cNvSpPr/>
            <p:nvPr/>
          </p:nvSpPr>
          <p:spPr>
            <a:xfrm>
              <a:off x="13543220" y="5112094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Shape 5076"/>
            <p:cNvSpPr/>
            <p:nvPr/>
          </p:nvSpPr>
          <p:spPr>
            <a:xfrm>
              <a:off x="13501945" y="5059707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Shape 5077"/>
            <p:cNvSpPr/>
            <p:nvPr/>
          </p:nvSpPr>
          <p:spPr>
            <a:xfrm>
              <a:off x="13246357" y="4937469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Shape 5078"/>
            <p:cNvSpPr/>
            <p:nvPr/>
          </p:nvSpPr>
          <p:spPr>
            <a:xfrm>
              <a:off x="14394120" y="5345457"/>
              <a:ext cx="44450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57" y="60000"/>
                  </a:moveTo>
                  <a:lnTo>
                    <a:pt x="120000" y="52500"/>
                  </a:lnTo>
                  <a:lnTo>
                    <a:pt x="120000" y="50000"/>
                  </a:lnTo>
                  <a:lnTo>
                    <a:pt x="118571" y="37500"/>
                  </a:lnTo>
                  <a:lnTo>
                    <a:pt x="114285" y="30000"/>
                  </a:lnTo>
                  <a:lnTo>
                    <a:pt x="111428" y="30000"/>
                  </a:lnTo>
                  <a:lnTo>
                    <a:pt x="98571" y="40000"/>
                  </a:lnTo>
                  <a:lnTo>
                    <a:pt x="98571" y="45000"/>
                  </a:lnTo>
                  <a:lnTo>
                    <a:pt x="97142" y="70000"/>
                  </a:lnTo>
                  <a:lnTo>
                    <a:pt x="95714" y="72500"/>
                  </a:lnTo>
                  <a:lnTo>
                    <a:pt x="91428" y="52500"/>
                  </a:lnTo>
                  <a:lnTo>
                    <a:pt x="85714" y="37500"/>
                  </a:lnTo>
                  <a:lnTo>
                    <a:pt x="81428" y="32500"/>
                  </a:lnTo>
                  <a:lnTo>
                    <a:pt x="72857" y="32500"/>
                  </a:lnTo>
                  <a:lnTo>
                    <a:pt x="70000" y="20000"/>
                  </a:lnTo>
                  <a:lnTo>
                    <a:pt x="65714" y="12500"/>
                  </a:lnTo>
                  <a:lnTo>
                    <a:pt x="62857" y="15000"/>
                  </a:lnTo>
                  <a:lnTo>
                    <a:pt x="57142" y="22500"/>
                  </a:lnTo>
                  <a:lnTo>
                    <a:pt x="55714" y="10000"/>
                  </a:lnTo>
                  <a:lnTo>
                    <a:pt x="52857" y="5000"/>
                  </a:lnTo>
                  <a:lnTo>
                    <a:pt x="47142" y="5000"/>
                  </a:lnTo>
                  <a:lnTo>
                    <a:pt x="41428" y="0"/>
                  </a:lnTo>
                  <a:lnTo>
                    <a:pt x="38571" y="10000"/>
                  </a:lnTo>
                  <a:lnTo>
                    <a:pt x="35714" y="20000"/>
                  </a:lnTo>
                  <a:lnTo>
                    <a:pt x="25714" y="30000"/>
                  </a:lnTo>
                  <a:lnTo>
                    <a:pt x="7142" y="37500"/>
                  </a:lnTo>
                  <a:lnTo>
                    <a:pt x="1428" y="45000"/>
                  </a:lnTo>
                  <a:lnTo>
                    <a:pt x="0" y="65000"/>
                  </a:lnTo>
                  <a:lnTo>
                    <a:pt x="8571" y="85000"/>
                  </a:lnTo>
                  <a:lnTo>
                    <a:pt x="21428" y="100000"/>
                  </a:lnTo>
                  <a:lnTo>
                    <a:pt x="48571" y="115000"/>
                  </a:lnTo>
                  <a:lnTo>
                    <a:pt x="55714" y="120000"/>
                  </a:lnTo>
                  <a:lnTo>
                    <a:pt x="62857" y="115000"/>
                  </a:lnTo>
                  <a:lnTo>
                    <a:pt x="75714" y="107500"/>
                  </a:lnTo>
                  <a:lnTo>
                    <a:pt x="81428" y="105000"/>
                  </a:lnTo>
                  <a:lnTo>
                    <a:pt x="90000" y="105000"/>
                  </a:lnTo>
                  <a:lnTo>
                    <a:pt x="112857" y="112500"/>
                  </a:lnTo>
                  <a:lnTo>
                    <a:pt x="110000" y="95000"/>
                  </a:lnTo>
                  <a:lnTo>
                    <a:pt x="110000" y="75000"/>
                  </a:lnTo>
                  <a:lnTo>
                    <a:pt x="112857" y="6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Shape 5079"/>
            <p:cNvSpPr/>
            <p:nvPr/>
          </p:nvSpPr>
          <p:spPr>
            <a:xfrm>
              <a:off x="14222670" y="5118444"/>
              <a:ext cx="49212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7391" y="98571"/>
                  </a:moveTo>
                  <a:lnTo>
                    <a:pt x="32608" y="100714"/>
                  </a:lnTo>
                  <a:lnTo>
                    <a:pt x="36521" y="98571"/>
                  </a:lnTo>
                  <a:lnTo>
                    <a:pt x="39130" y="98571"/>
                  </a:lnTo>
                  <a:lnTo>
                    <a:pt x="44347" y="104999"/>
                  </a:lnTo>
                  <a:lnTo>
                    <a:pt x="48260" y="113571"/>
                  </a:lnTo>
                  <a:lnTo>
                    <a:pt x="50869" y="117857"/>
                  </a:lnTo>
                  <a:lnTo>
                    <a:pt x="76956" y="111428"/>
                  </a:lnTo>
                  <a:lnTo>
                    <a:pt x="100434" y="119999"/>
                  </a:lnTo>
                  <a:lnTo>
                    <a:pt x="108260" y="119999"/>
                  </a:lnTo>
                  <a:lnTo>
                    <a:pt x="113478" y="115714"/>
                  </a:lnTo>
                  <a:lnTo>
                    <a:pt x="116086" y="104999"/>
                  </a:lnTo>
                  <a:lnTo>
                    <a:pt x="117391" y="83571"/>
                  </a:lnTo>
                  <a:lnTo>
                    <a:pt x="120000" y="81428"/>
                  </a:lnTo>
                  <a:lnTo>
                    <a:pt x="120000" y="79285"/>
                  </a:lnTo>
                  <a:lnTo>
                    <a:pt x="114782" y="72857"/>
                  </a:lnTo>
                  <a:lnTo>
                    <a:pt x="112173" y="68571"/>
                  </a:lnTo>
                  <a:lnTo>
                    <a:pt x="99130" y="55714"/>
                  </a:lnTo>
                  <a:lnTo>
                    <a:pt x="93913" y="42857"/>
                  </a:lnTo>
                  <a:lnTo>
                    <a:pt x="90000" y="40714"/>
                  </a:lnTo>
                  <a:lnTo>
                    <a:pt x="86086" y="40714"/>
                  </a:lnTo>
                  <a:lnTo>
                    <a:pt x="84782" y="47142"/>
                  </a:lnTo>
                  <a:lnTo>
                    <a:pt x="83478" y="55714"/>
                  </a:lnTo>
                  <a:lnTo>
                    <a:pt x="82173" y="57857"/>
                  </a:lnTo>
                  <a:lnTo>
                    <a:pt x="76956" y="53571"/>
                  </a:lnTo>
                  <a:lnTo>
                    <a:pt x="71739" y="34285"/>
                  </a:lnTo>
                  <a:lnTo>
                    <a:pt x="63913" y="17142"/>
                  </a:lnTo>
                  <a:lnTo>
                    <a:pt x="58695" y="10714"/>
                  </a:lnTo>
                  <a:lnTo>
                    <a:pt x="58695" y="19285"/>
                  </a:lnTo>
                  <a:lnTo>
                    <a:pt x="60000" y="36428"/>
                  </a:lnTo>
                  <a:lnTo>
                    <a:pt x="60000" y="47142"/>
                  </a:lnTo>
                  <a:lnTo>
                    <a:pt x="49565" y="27857"/>
                  </a:lnTo>
                  <a:lnTo>
                    <a:pt x="32608" y="4285"/>
                  </a:lnTo>
                  <a:lnTo>
                    <a:pt x="20869" y="0"/>
                  </a:lnTo>
                  <a:lnTo>
                    <a:pt x="9130" y="6428"/>
                  </a:lnTo>
                  <a:lnTo>
                    <a:pt x="5217" y="10714"/>
                  </a:lnTo>
                  <a:lnTo>
                    <a:pt x="2608" y="14999"/>
                  </a:lnTo>
                  <a:lnTo>
                    <a:pt x="5217" y="21428"/>
                  </a:lnTo>
                  <a:lnTo>
                    <a:pt x="6521" y="29999"/>
                  </a:lnTo>
                  <a:lnTo>
                    <a:pt x="5217" y="32142"/>
                  </a:lnTo>
                  <a:lnTo>
                    <a:pt x="1304" y="34285"/>
                  </a:lnTo>
                  <a:lnTo>
                    <a:pt x="0" y="38571"/>
                  </a:lnTo>
                  <a:lnTo>
                    <a:pt x="2608" y="53571"/>
                  </a:lnTo>
                  <a:lnTo>
                    <a:pt x="5217" y="59999"/>
                  </a:lnTo>
                  <a:lnTo>
                    <a:pt x="9130" y="70714"/>
                  </a:lnTo>
                  <a:lnTo>
                    <a:pt x="24782" y="94285"/>
                  </a:lnTo>
                  <a:lnTo>
                    <a:pt x="27391" y="985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Shape 5080"/>
            <p:cNvSpPr/>
            <p:nvPr/>
          </p:nvSpPr>
          <p:spPr>
            <a:xfrm>
              <a:off x="14232195" y="5148607"/>
              <a:ext cx="79375" cy="650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600" y="54098"/>
                  </a:moveTo>
                  <a:lnTo>
                    <a:pt x="116800" y="51147"/>
                  </a:lnTo>
                  <a:lnTo>
                    <a:pt x="115200" y="46229"/>
                  </a:lnTo>
                  <a:lnTo>
                    <a:pt x="112800" y="45245"/>
                  </a:lnTo>
                  <a:lnTo>
                    <a:pt x="109600" y="47213"/>
                  </a:lnTo>
                  <a:lnTo>
                    <a:pt x="110400" y="38360"/>
                  </a:lnTo>
                  <a:lnTo>
                    <a:pt x="108800" y="37377"/>
                  </a:lnTo>
                  <a:lnTo>
                    <a:pt x="108000" y="38360"/>
                  </a:lnTo>
                  <a:lnTo>
                    <a:pt x="104800" y="39344"/>
                  </a:lnTo>
                  <a:lnTo>
                    <a:pt x="104000" y="38360"/>
                  </a:lnTo>
                  <a:lnTo>
                    <a:pt x="103200" y="36393"/>
                  </a:lnTo>
                  <a:lnTo>
                    <a:pt x="102400" y="34426"/>
                  </a:lnTo>
                  <a:lnTo>
                    <a:pt x="103200" y="32459"/>
                  </a:lnTo>
                  <a:lnTo>
                    <a:pt x="103200" y="29508"/>
                  </a:lnTo>
                  <a:lnTo>
                    <a:pt x="104000" y="21639"/>
                  </a:lnTo>
                  <a:lnTo>
                    <a:pt x="104000" y="17704"/>
                  </a:lnTo>
                  <a:lnTo>
                    <a:pt x="104800" y="15737"/>
                  </a:lnTo>
                  <a:lnTo>
                    <a:pt x="104000" y="13770"/>
                  </a:lnTo>
                  <a:lnTo>
                    <a:pt x="102400" y="12786"/>
                  </a:lnTo>
                  <a:lnTo>
                    <a:pt x="100800" y="12786"/>
                  </a:lnTo>
                  <a:lnTo>
                    <a:pt x="97600" y="12786"/>
                  </a:lnTo>
                  <a:lnTo>
                    <a:pt x="92000" y="16721"/>
                  </a:lnTo>
                  <a:lnTo>
                    <a:pt x="91200" y="14754"/>
                  </a:lnTo>
                  <a:lnTo>
                    <a:pt x="92000" y="12786"/>
                  </a:lnTo>
                  <a:lnTo>
                    <a:pt x="91200" y="9836"/>
                  </a:lnTo>
                  <a:lnTo>
                    <a:pt x="88800" y="12786"/>
                  </a:lnTo>
                  <a:lnTo>
                    <a:pt x="88000" y="16721"/>
                  </a:lnTo>
                  <a:lnTo>
                    <a:pt x="86400" y="18688"/>
                  </a:lnTo>
                  <a:lnTo>
                    <a:pt x="84800" y="18688"/>
                  </a:lnTo>
                  <a:lnTo>
                    <a:pt x="84800" y="13770"/>
                  </a:lnTo>
                  <a:lnTo>
                    <a:pt x="87200" y="5901"/>
                  </a:lnTo>
                  <a:lnTo>
                    <a:pt x="87200" y="0"/>
                  </a:lnTo>
                  <a:lnTo>
                    <a:pt x="53600" y="15737"/>
                  </a:lnTo>
                  <a:lnTo>
                    <a:pt x="46400" y="13770"/>
                  </a:lnTo>
                  <a:lnTo>
                    <a:pt x="42400" y="15737"/>
                  </a:lnTo>
                  <a:lnTo>
                    <a:pt x="1600" y="56065"/>
                  </a:lnTo>
                  <a:lnTo>
                    <a:pt x="0" y="59016"/>
                  </a:lnTo>
                  <a:lnTo>
                    <a:pt x="0" y="64918"/>
                  </a:lnTo>
                  <a:lnTo>
                    <a:pt x="800" y="72786"/>
                  </a:lnTo>
                  <a:lnTo>
                    <a:pt x="4800" y="80655"/>
                  </a:lnTo>
                  <a:lnTo>
                    <a:pt x="7200" y="81639"/>
                  </a:lnTo>
                  <a:lnTo>
                    <a:pt x="10400" y="81639"/>
                  </a:lnTo>
                  <a:lnTo>
                    <a:pt x="15200" y="83606"/>
                  </a:lnTo>
                  <a:lnTo>
                    <a:pt x="16000" y="83606"/>
                  </a:lnTo>
                  <a:lnTo>
                    <a:pt x="24800" y="87540"/>
                  </a:lnTo>
                  <a:lnTo>
                    <a:pt x="28800" y="88524"/>
                  </a:lnTo>
                  <a:lnTo>
                    <a:pt x="34400" y="85573"/>
                  </a:lnTo>
                  <a:lnTo>
                    <a:pt x="37600" y="85573"/>
                  </a:lnTo>
                  <a:lnTo>
                    <a:pt x="39200" y="86557"/>
                  </a:lnTo>
                  <a:lnTo>
                    <a:pt x="41600" y="88524"/>
                  </a:lnTo>
                  <a:lnTo>
                    <a:pt x="44800" y="91475"/>
                  </a:lnTo>
                  <a:lnTo>
                    <a:pt x="46400" y="91475"/>
                  </a:lnTo>
                  <a:lnTo>
                    <a:pt x="49600" y="87540"/>
                  </a:lnTo>
                  <a:lnTo>
                    <a:pt x="52000" y="87540"/>
                  </a:lnTo>
                  <a:lnTo>
                    <a:pt x="53600" y="87540"/>
                  </a:lnTo>
                  <a:lnTo>
                    <a:pt x="55200" y="90491"/>
                  </a:lnTo>
                  <a:lnTo>
                    <a:pt x="58400" y="95409"/>
                  </a:lnTo>
                  <a:lnTo>
                    <a:pt x="60800" y="97377"/>
                  </a:lnTo>
                  <a:lnTo>
                    <a:pt x="64000" y="99344"/>
                  </a:lnTo>
                  <a:lnTo>
                    <a:pt x="68000" y="99344"/>
                  </a:lnTo>
                  <a:lnTo>
                    <a:pt x="72800" y="94426"/>
                  </a:lnTo>
                  <a:lnTo>
                    <a:pt x="73600" y="97377"/>
                  </a:lnTo>
                  <a:lnTo>
                    <a:pt x="73600" y="99344"/>
                  </a:lnTo>
                  <a:lnTo>
                    <a:pt x="72000" y="101311"/>
                  </a:lnTo>
                  <a:lnTo>
                    <a:pt x="71200" y="101311"/>
                  </a:lnTo>
                  <a:lnTo>
                    <a:pt x="72000" y="103278"/>
                  </a:lnTo>
                  <a:lnTo>
                    <a:pt x="80000" y="105245"/>
                  </a:lnTo>
                  <a:lnTo>
                    <a:pt x="92800" y="97377"/>
                  </a:lnTo>
                  <a:lnTo>
                    <a:pt x="100800" y="99344"/>
                  </a:lnTo>
                  <a:lnTo>
                    <a:pt x="100800" y="103278"/>
                  </a:lnTo>
                  <a:lnTo>
                    <a:pt x="99200" y="106229"/>
                  </a:lnTo>
                  <a:lnTo>
                    <a:pt x="97600" y="111147"/>
                  </a:lnTo>
                  <a:lnTo>
                    <a:pt x="99200" y="115081"/>
                  </a:lnTo>
                  <a:lnTo>
                    <a:pt x="102400" y="120000"/>
                  </a:lnTo>
                  <a:lnTo>
                    <a:pt x="104800" y="119016"/>
                  </a:lnTo>
                  <a:lnTo>
                    <a:pt x="107200" y="115081"/>
                  </a:lnTo>
                  <a:lnTo>
                    <a:pt x="108000" y="111147"/>
                  </a:lnTo>
                  <a:lnTo>
                    <a:pt x="112800" y="116065"/>
                  </a:lnTo>
                  <a:lnTo>
                    <a:pt x="117600" y="117049"/>
                  </a:lnTo>
                  <a:lnTo>
                    <a:pt x="119200" y="115081"/>
                  </a:lnTo>
                  <a:lnTo>
                    <a:pt x="118400" y="109180"/>
                  </a:lnTo>
                  <a:lnTo>
                    <a:pt x="119200" y="97377"/>
                  </a:lnTo>
                  <a:lnTo>
                    <a:pt x="118400" y="90491"/>
                  </a:lnTo>
                  <a:lnTo>
                    <a:pt x="115200" y="86557"/>
                  </a:lnTo>
                  <a:lnTo>
                    <a:pt x="115200" y="81639"/>
                  </a:lnTo>
                  <a:lnTo>
                    <a:pt x="120000" y="71803"/>
                  </a:lnTo>
                  <a:lnTo>
                    <a:pt x="120000" y="63934"/>
                  </a:lnTo>
                  <a:lnTo>
                    <a:pt x="119200" y="59016"/>
                  </a:lnTo>
                  <a:lnTo>
                    <a:pt x="117600" y="5409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Shape 5081"/>
            <p:cNvSpPr/>
            <p:nvPr/>
          </p:nvSpPr>
          <p:spPr>
            <a:xfrm>
              <a:off x="14190920" y="4989857"/>
              <a:ext cx="44450" cy="396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714" y="105974"/>
                  </a:moveTo>
                  <a:lnTo>
                    <a:pt x="100000" y="107532"/>
                  </a:lnTo>
                  <a:lnTo>
                    <a:pt x="104285" y="105974"/>
                  </a:lnTo>
                  <a:lnTo>
                    <a:pt x="104285" y="102857"/>
                  </a:lnTo>
                  <a:lnTo>
                    <a:pt x="104285" y="96623"/>
                  </a:lnTo>
                  <a:lnTo>
                    <a:pt x="105714" y="95064"/>
                  </a:lnTo>
                  <a:lnTo>
                    <a:pt x="108571" y="91948"/>
                  </a:lnTo>
                  <a:lnTo>
                    <a:pt x="112857" y="82597"/>
                  </a:lnTo>
                  <a:lnTo>
                    <a:pt x="117142" y="67012"/>
                  </a:lnTo>
                  <a:lnTo>
                    <a:pt x="104285" y="60779"/>
                  </a:lnTo>
                  <a:lnTo>
                    <a:pt x="101428" y="56103"/>
                  </a:lnTo>
                  <a:lnTo>
                    <a:pt x="101428" y="54545"/>
                  </a:lnTo>
                  <a:lnTo>
                    <a:pt x="105714" y="52987"/>
                  </a:lnTo>
                  <a:lnTo>
                    <a:pt x="108571" y="52987"/>
                  </a:lnTo>
                  <a:lnTo>
                    <a:pt x="111428" y="52987"/>
                  </a:lnTo>
                  <a:lnTo>
                    <a:pt x="117142" y="52987"/>
                  </a:lnTo>
                  <a:lnTo>
                    <a:pt x="118571" y="48311"/>
                  </a:lnTo>
                  <a:lnTo>
                    <a:pt x="120000" y="34285"/>
                  </a:lnTo>
                  <a:lnTo>
                    <a:pt x="112857" y="34285"/>
                  </a:lnTo>
                  <a:lnTo>
                    <a:pt x="104285" y="37402"/>
                  </a:lnTo>
                  <a:lnTo>
                    <a:pt x="97142" y="37402"/>
                  </a:lnTo>
                  <a:lnTo>
                    <a:pt x="95714" y="34285"/>
                  </a:lnTo>
                  <a:lnTo>
                    <a:pt x="117142" y="12467"/>
                  </a:lnTo>
                  <a:lnTo>
                    <a:pt x="114285" y="9350"/>
                  </a:lnTo>
                  <a:lnTo>
                    <a:pt x="111428" y="9350"/>
                  </a:lnTo>
                  <a:lnTo>
                    <a:pt x="108571" y="7792"/>
                  </a:lnTo>
                  <a:lnTo>
                    <a:pt x="107142" y="4675"/>
                  </a:lnTo>
                  <a:lnTo>
                    <a:pt x="105714" y="1558"/>
                  </a:lnTo>
                  <a:lnTo>
                    <a:pt x="97142" y="0"/>
                  </a:lnTo>
                  <a:lnTo>
                    <a:pt x="87142" y="12467"/>
                  </a:lnTo>
                  <a:lnTo>
                    <a:pt x="82857" y="1558"/>
                  </a:lnTo>
                  <a:lnTo>
                    <a:pt x="65714" y="1558"/>
                  </a:lnTo>
                  <a:lnTo>
                    <a:pt x="61428" y="6233"/>
                  </a:lnTo>
                  <a:lnTo>
                    <a:pt x="65714" y="15584"/>
                  </a:lnTo>
                  <a:lnTo>
                    <a:pt x="44285" y="23376"/>
                  </a:lnTo>
                  <a:lnTo>
                    <a:pt x="42857" y="24935"/>
                  </a:lnTo>
                  <a:lnTo>
                    <a:pt x="41428" y="32727"/>
                  </a:lnTo>
                  <a:lnTo>
                    <a:pt x="40000" y="34285"/>
                  </a:lnTo>
                  <a:lnTo>
                    <a:pt x="38571" y="34285"/>
                  </a:lnTo>
                  <a:lnTo>
                    <a:pt x="28571" y="29610"/>
                  </a:lnTo>
                  <a:lnTo>
                    <a:pt x="15714" y="28051"/>
                  </a:lnTo>
                  <a:lnTo>
                    <a:pt x="7142" y="31168"/>
                  </a:lnTo>
                  <a:lnTo>
                    <a:pt x="1428" y="43636"/>
                  </a:lnTo>
                  <a:lnTo>
                    <a:pt x="2857" y="60779"/>
                  </a:lnTo>
                  <a:lnTo>
                    <a:pt x="11428" y="63896"/>
                  </a:lnTo>
                  <a:lnTo>
                    <a:pt x="24285" y="63896"/>
                  </a:lnTo>
                  <a:lnTo>
                    <a:pt x="28571" y="67012"/>
                  </a:lnTo>
                  <a:lnTo>
                    <a:pt x="8571" y="77922"/>
                  </a:lnTo>
                  <a:lnTo>
                    <a:pt x="0" y="85714"/>
                  </a:lnTo>
                  <a:lnTo>
                    <a:pt x="0" y="101298"/>
                  </a:lnTo>
                  <a:lnTo>
                    <a:pt x="1428" y="101298"/>
                  </a:lnTo>
                  <a:lnTo>
                    <a:pt x="7142" y="101298"/>
                  </a:lnTo>
                  <a:lnTo>
                    <a:pt x="11428" y="115324"/>
                  </a:lnTo>
                  <a:lnTo>
                    <a:pt x="21428" y="120000"/>
                  </a:lnTo>
                  <a:lnTo>
                    <a:pt x="57142" y="115324"/>
                  </a:lnTo>
                  <a:lnTo>
                    <a:pt x="77142" y="109090"/>
                  </a:lnTo>
                  <a:lnTo>
                    <a:pt x="87142" y="109090"/>
                  </a:lnTo>
                  <a:lnTo>
                    <a:pt x="95714" y="10597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Shape 5082"/>
            <p:cNvSpPr/>
            <p:nvPr/>
          </p:nvSpPr>
          <p:spPr>
            <a:xfrm>
              <a:off x="13638470" y="7317132"/>
              <a:ext cx="12699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565" y="40000"/>
                  </a:moveTo>
                  <a:lnTo>
                    <a:pt x="120000" y="6666"/>
                  </a:lnTo>
                  <a:lnTo>
                    <a:pt x="120000" y="0"/>
                  </a:lnTo>
                  <a:lnTo>
                    <a:pt x="109565" y="6666"/>
                  </a:lnTo>
                  <a:lnTo>
                    <a:pt x="93913" y="13333"/>
                  </a:lnTo>
                  <a:lnTo>
                    <a:pt x="67826" y="13333"/>
                  </a:lnTo>
                  <a:lnTo>
                    <a:pt x="52173" y="20000"/>
                  </a:lnTo>
                  <a:lnTo>
                    <a:pt x="26086" y="53333"/>
                  </a:lnTo>
                  <a:lnTo>
                    <a:pt x="5217" y="66666"/>
                  </a:lnTo>
                  <a:lnTo>
                    <a:pt x="0" y="86666"/>
                  </a:lnTo>
                  <a:lnTo>
                    <a:pt x="5217" y="93333"/>
                  </a:lnTo>
                  <a:lnTo>
                    <a:pt x="15652" y="80000"/>
                  </a:lnTo>
                  <a:lnTo>
                    <a:pt x="20869" y="66666"/>
                  </a:lnTo>
                  <a:lnTo>
                    <a:pt x="26086" y="73333"/>
                  </a:lnTo>
                  <a:lnTo>
                    <a:pt x="31304" y="106666"/>
                  </a:lnTo>
                  <a:lnTo>
                    <a:pt x="31304" y="120000"/>
                  </a:lnTo>
                  <a:lnTo>
                    <a:pt x="41739" y="113333"/>
                  </a:lnTo>
                  <a:lnTo>
                    <a:pt x="41739" y="113333"/>
                  </a:lnTo>
                  <a:lnTo>
                    <a:pt x="46956" y="113333"/>
                  </a:lnTo>
                  <a:lnTo>
                    <a:pt x="46956" y="120000"/>
                  </a:lnTo>
                  <a:lnTo>
                    <a:pt x="46956" y="120000"/>
                  </a:lnTo>
                  <a:lnTo>
                    <a:pt x="52173" y="113333"/>
                  </a:lnTo>
                  <a:lnTo>
                    <a:pt x="52173" y="106666"/>
                  </a:lnTo>
                  <a:lnTo>
                    <a:pt x="57391" y="106666"/>
                  </a:lnTo>
                  <a:lnTo>
                    <a:pt x="62608" y="113333"/>
                  </a:lnTo>
                  <a:lnTo>
                    <a:pt x="73043" y="106666"/>
                  </a:lnTo>
                  <a:lnTo>
                    <a:pt x="73043" y="93333"/>
                  </a:lnTo>
                  <a:lnTo>
                    <a:pt x="78260" y="106666"/>
                  </a:lnTo>
                  <a:lnTo>
                    <a:pt x="78260" y="120000"/>
                  </a:lnTo>
                  <a:lnTo>
                    <a:pt x="99130" y="113333"/>
                  </a:lnTo>
                  <a:lnTo>
                    <a:pt x="114782" y="86666"/>
                  </a:lnTo>
                  <a:lnTo>
                    <a:pt x="114782" y="73333"/>
                  </a:lnTo>
                  <a:lnTo>
                    <a:pt x="83478" y="80000"/>
                  </a:lnTo>
                  <a:lnTo>
                    <a:pt x="78260" y="73333"/>
                  </a:lnTo>
                  <a:lnTo>
                    <a:pt x="93913" y="60000"/>
                  </a:lnTo>
                  <a:lnTo>
                    <a:pt x="109565" y="4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Shape 5083"/>
            <p:cNvSpPr/>
            <p:nvPr/>
          </p:nvSpPr>
          <p:spPr>
            <a:xfrm>
              <a:off x="14392532" y="5308944"/>
              <a:ext cx="6349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000" y="120000"/>
                  </a:moveTo>
                  <a:lnTo>
                    <a:pt x="90000" y="96000"/>
                  </a:lnTo>
                  <a:lnTo>
                    <a:pt x="120000" y="81000"/>
                  </a:lnTo>
                  <a:lnTo>
                    <a:pt x="120000" y="60000"/>
                  </a:lnTo>
                  <a:lnTo>
                    <a:pt x="100000" y="36000"/>
                  </a:lnTo>
                  <a:lnTo>
                    <a:pt x="70000" y="18000"/>
                  </a:lnTo>
                  <a:lnTo>
                    <a:pt x="50000" y="9000"/>
                  </a:lnTo>
                  <a:lnTo>
                    <a:pt x="40000" y="3000"/>
                  </a:lnTo>
                  <a:lnTo>
                    <a:pt x="20000" y="0"/>
                  </a:lnTo>
                  <a:lnTo>
                    <a:pt x="10000" y="3000"/>
                  </a:lnTo>
                  <a:lnTo>
                    <a:pt x="0" y="6000"/>
                  </a:lnTo>
                  <a:lnTo>
                    <a:pt x="20000" y="33000"/>
                  </a:lnTo>
                  <a:lnTo>
                    <a:pt x="20000" y="93000"/>
                  </a:lnTo>
                  <a:lnTo>
                    <a:pt x="0" y="111000"/>
                  </a:lnTo>
                  <a:lnTo>
                    <a:pt x="20000" y="117000"/>
                  </a:lnTo>
                  <a:lnTo>
                    <a:pt x="40000" y="120000"/>
                  </a:lnTo>
                  <a:lnTo>
                    <a:pt x="7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Shape 5084"/>
            <p:cNvSpPr/>
            <p:nvPr/>
          </p:nvSpPr>
          <p:spPr>
            <a:xfrm>
              <a:off x="14168695" y="4997794"/>
              <a:ext cx="20638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307" y="87567"/>
                  </a:moveTo>
                  <a:lnTo>
                    <a:pt x="92307" y="81081"/>
                  </a:lnTo>
                  <a:lnTo>
                    <a:pt x="92307" y="64864"/>
                  </a:lnTo>
                  <a:lnTo>
                    <a:pt x="95384" y="58378"/>
                  </a:lnTo>
                  <a:lnTo>
                    <a:pt x="98461" y="55135"/>
                  </a:lnTo>
                  <a:lnTo>
                    <a:pt x="110769" y="51891"/>
                  </a:lnTo>
                  <a:lnTo>
                    <a:pt x="116923" y="45405"/>
                  </a:lnTo>
                  <a:lnTo>
                    <a:pt x="116923" y="32432"/>
                  </a:lnTo>
                  <a:lnTo>
                    <a:pt x="120000" y="9729"/>
                  </a:lnTo>
                  <a:lnTo>
                    <a:pt x="89230" y="6486"/>
                  </a:lnTo>
                  <a:lnTo>
                    <a:pt x="70769" y="0"/>
                  </a:lnTo>
                  <a:lnTo>
                    <a:pt x="55384" y="9729"/>
                  </a:lnTo>
                  <a:lnTo>
                    <a:pt x="36923" y="22702"/>
                  </a:lnTo>
                  <a:lnTo>
                    <a:pt x="30769" y="42162"/>
                  </a:lnTo>
                  <a:lnTo>
                    <a:pt x="27692" y="48648"/>
                  </a:lnTo>
                  <a:lnTo>
                    <a:pt x="27692" y="58378"/>
                  </a:lnTo>
                  <a:lnTo>
                    <a:pt x="27692" y="71351"/>
                  </a:lnTo>
                  <a:lnTo>
                    <a:pt x="27692" y="84324"/>
                  </a:lnTo>
                  <a:lnTo>
                    <a:pt x="24615" y="90810"/>
                  </a:lnTo>
                  <a:lnTo>
                    <a:pt x="0" y="113513"/>
                  </a:lnTo>
                  <a:lnTo>
                    <a:pt x="21538" y="120000"/>
                  </a:lnTo>
                  <a:lnTo>
                    <a:pt x="49230" y="113513"/>
                  </a:lnTo>
                  <a:lnTo>
                    <a:pt x="92307" y="90810"/>
                  </a:lnTo>
                  <a:lnTo>
                    <a:pt x="92307" y="8756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Shape 5085"/>
            <p:cNvSpPr/>
            <p:nvPr/>
          </p:nvSpPr>
          <p:spPr>
            <a:xfrm>
              <a:off x="13274932" y="3905594"/>
              <a:ext cx="30162" cy="33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99" y="32380"/>
                  </a:moveTo>
                  <a:lnTo>
                    <a:pt x="117894" y="24761"/>
                  </a:lnTo>
                  <a:lnTo>
                    <a:pt x="111578" y="17142"/>
                  </a:lnTo>
                  <a:lnTo>
                    <a:pt x="105263" y="17142"/>
                  </a:lnTo>
                  <a:lnTo>
                    <a:pt x="101052" y="15238"/>
                  </a:lnTo>
                  <a:lnTo>
                    <a:pt x="98947" y="11428"/>
                  </a:lnTo>
                  <a:lnTo>
                    <a:pt x="90526" y="13333"/>
                  </a:lnTo>
                  <a:lnTo>
                    <a:pt x="82105" y="13333"/>
                  </a:lnTo>
                  <a:lnTo>
                    <a:pt x="71578" y="11428"/>
                  </a:lnTo>
                  <a:lnTo>
                    <a:pt x="63157" y="5714"/>
                  </a:lnTo>
                  <a:lnTo>
                    <a:pt x="56842" y="0"/>
                  </a:lnTo>
                  <a:lnTo>
                    <a:pt x="54736" y="0"/>
                  </a:lnTo>
                  <a:lnTo>
                    <a:pt x="48421" y="7619"/>
                  </a:lnTo>
                  <a:lnTo>
                    <a:pt x="40000" y="9523"/>
                  </a:lnTo>
                  <a:lnTo>
                    <a:pt x="37894" y="13333"/>
                  </a:lnTo>
                  <a:lnTo>
                    <a:pt x="40000" y="19047"/>
                  </a:lnTo>
                  <a:lnTo>
                    <a:pt x="50526" y="26666"/>
                  </a:lnTo>
                  <a:lnTo>
                    <a:pt x="88421" y="26666"/>
                  </a:lnTo>
                  <a:lnTo>
                    <a:pt x="77894" y="38095"/>
                  </a:lnTo>
                  <a:lnTo>
                    <a:pt x="37894" y="34285"/>
                  </a:lnTo>
                  <a:lnTo>
                    <a:pt x="25263" y="45714"/>
                  </a:lnTo>
                  <a:lnTo>
                    <a:pt x="23157" y="72380"/>
                  </a:lnTo>
                  <a:lnTo>
                    <a:pt x="16842" y="81904"/>
                  </a:lnTo>
                  <a:lnTo>
                    <a:pt x="16842" y="95238"/>
                  </a:lnTo>
                  <a:lnTo>
                    <a:pt x="14736" y="100952"/>
                  </a:lnTo>
                  <a:lnTo>
                    <a:pt x="16842" y="100952"/>
                  </a:lnTo>
                  <a:lnTo>
                    <a:pt x="2105" y="110476"/>
                  </a:lnTo>
                  <a:lnTo>
                    <a:pt x="0" y="118095"/>
                  </a:lnTo>
                  <a:lnTo>
                    <a:pt x="105263" y="120000"/>
                  </a:lnTo>
                  <a:lnTo>
                    <a:pt x="117894" y="110476"/>
                  </a:lnTo>
                  <a:lnTo>
                    <a:pt x="109473" y="93333"/>
                  </a:lnTo>
                  <a:lnTo>
                    <a:pt x="107368" y="76190"/>
                  </a:lnTo>
                  <a:lnTo>
                    <a:pt x="109473" y="51428"/>
                  </a:lnTo>
                  <a:lnTo>
                    <a:pt x="119999" y="3238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Shape 5086"/>
            <p:cNvSpPr/>
            <p:nvPr/>
          </p:nvSpPr>
          <p:spPr>
            <a:xfrm>
              <a:off x="13340020" y="4065932"/>
              <a:ext cx="60324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2654" y="5714"/>
                  </a:moveTo>
                  <a:lnTo>
                    <a:pt x="33982" y="22857"/>
                  </a:lnTo>
                  <a:lnTo>
                    <a:pt x="19115" y="57142"/>
                  </a:lnTo>
                  <a:lnTo>
                    <a:pt x="7433" y="62857"/>
                  </a:lnTo>
                  <a:lnTo>
                    <a:pt x="3185" y="51428"/>
                  </a:lnTo>
                  <a:lnTo>
                    <a:pt x="2123" y="57142"/>
                  </a:lnTo>
                  <a:lnTo>
                    <a:pt x="0" y="62857"/>
                  </a:lnTo>
                  <a:lnTo>
                    <a:pt x="0" y="80000"/>
                  </a:lnTo>
                  <a:lnTo>
                    <a:pt x="3185" y="108571"/>
                  </a:lnTo>
                  <a:lnTo>
                    <a:pt x="6371" y="120000"/>
                  </a:lnTo>
                  <a:lnTo>
                    <a:pt x="41415" y="68571"/>
                  </a:lnTo>
                  <a:lnTo>
                    <a:pt x="87079" y="85714"/>
                  </a:lnTo>
                  <a:lnTo>
                    <a:pt x="120000" y="22857"/>
                  </a:lnTo>
                  <a:lnTo>
                    <a:pt x="118938" y="5714"/>
                  </a:lnTo>
                  <a:lnTo>
                    <a:pt x="111504" y="0"/>
                  </a:lnTo>
                  <a:lnTo>
                    <a:pt x="62654" y="571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Shape 5087"/>
            <p:cNvSpPr/>
            <p:nvPr/>
          </p:nvSpPr>
          <p:spPr>
            <a:xfrm>
              <a:off x="12406571" y="4011957"/>
              <a:ext cx="111125" cy="38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293" y="120000"/>
                  </a:moveTo>
                  <a:lnTo>
                    <a:pt x="113744" y="113239"/>
                  </a:lnTo>
                  <a:lnTo>
                    <a:pt x="109194" y="99718"/>
                  </a:lnTo>
                  <a:lnTo>
                    <a:pt x="104075" y="91267"/>
                  </a:lnTo>
                  <a:lnTo>
                    <a:pt x="98957" y="79436"/>
                  </a:lnTo>
                  <a:lnTo>
                    <a:pt x="97251" y="76056"/>
                  </a:lnTo>
                  <a:lnTo>
                    <a:pt x="96113" y="81126"/>
                  </a:lnTo>
                  <a:lnTo>
                    <a:pt x="95545" y="86197"/>
                  </a:lnTo>
                  <a:lnTo>
                    <a:pt x="93838" y="87887"/>
                  </a:lnTo>
                  <a:lnTo>
                    <a:pt x="89857" y="79436"/>
                  </a:lnTo>
                  <a:lnTo>
                    <a:pt x="84170" y="79436"/>
                  </a:lnTo>
                  <a:lnTo>
                    <a:pt x="81895" y="74366"/>
                  </a:lnTo>
                  <a:lnTo>
                    <a:pt x="79052" y="64225"/>
                  </a:lnTo>
                  <a:lnTo>
                    <a:pt x="76777" y="59154"/>
                  </a:lnTo>
                  <a:lnTo>
                    <a:pt x="76208" y="59154"/>
                  </a:lnTo>
                  <a:lnTo>
                    <a:pt x="75071" y="60845"/>
                  </a:lnTo>
                  <a:lnTo>
                    <a:pt x="73933" y="60845"/>
                  </a:lnTo>
                  <a:lnTo>
                    <a:pt x="73364" y="59154"/>
                  </a:lnTo>
                  <a:lnTo>
                    <a:pt x="69383" y="52394"/>
                  </a:lnTo>
                  <a:lnTo>
                    <a:pt x="67677" y="52394"/>
                  </a:lnTo>
                  <a:lnTo>
                    <a:pt x="67109" y="54084"/>
                  </a:lnTo>
                  <a:lnTo>
                    <a:pt x="67109" y="59154"/>
                  </a:lnTo>
                  <a:lnTo>
                    <a:pt x="68815" y="69295"/>
                  </a:lnTo>
                  <a:lnTo>
                    <a:pt x="67109" y="69295"/>
                  </a:lnTo>
                  <a:lnTo>
                    <a:pt x="62559" y="59154"/>
                  </a:lnTo>
                  <a:lnTo>
                    <a:pt x="61421" y="60845"/>
                  </a:lnTo>
                  <a:lnTo>
                    <a:pt x="59715" y="69295"/>
                  </a:lnTo>
                  <a:lnTo>
                    <a:pt x="58578" y="70985"/>
                  </a:lnTo>
                  <a:lnTo>
                    <a:pt x="54028" y="74366"/>
                  </a:lnTo>
                  <a:lnTo>
                    <a:pt x="59146" y="84507"/>
                  </a:lnTo>
                  <a:lnTo>
                    <a:pt x="59715" y="87887"/>
                  </a:lnTo>
                  <a:lnTo>
                    <a:pt x="59715" y="92957"/>
                  </a:lnTo>
                  <a:lnTo>
                    <a:pt x="59146" y="98028"/>
                  </a:lnTo>
                  <a:lnTo>
                    <a:pt x="51753" y="109859"/>
                  </a:lnTo>
                  <a:lnTo>
                    <a:pt x="48341" y="109859"/>
                  </a:lnTo>
                  <a:lnTo>
                    <a:pt x="46635" y="98028"/>
                  </a:lnTo>
                  <a:lnTo>
                    <a:pt x="44928" y="92957"/>
                  </a:lnTo>
                  <a:lnTo>
                    <a:pt x="44360" y="91267"/>
                  </a:lnTo>
                  <a:lnTo>
                    <a:pt x="42654" y="87887"/>
                  </a:lnTo>
                  <a:lnTo>
                    <a:pt x="44360" y="84507"/>
                  </a:lnTo>
                  <a:lnTo>
                    <a:pt x="43222" y="81126"/>
                  </a:lnTo>
                  <a:lnTo>
                    <a:pt x="42085" y="76056"/>
                  </a:lnTo>
                  <a:lnTo>
                    <a:pt x="40379" y="76056"/>
                  </a:lnTo>
                  <a:lnTo>
                    <a:pt x="38672" y="81126"/>
                  </a:lnTo>
                  <a:lnTo>
                    <a:pt x="36398" y="87887"/>
                  </a:lnTo>
                  <a:lnTo>
                    <a:pt x="34123" y="91267"/>
                  </a:lnTo>
                  <a:lnTo>
                    <a:pt x="30142" y="92957"/>
                  </a:lnTo>
                  <a:lnTo>
                    <a:pt x="26161" y="91267"/>
                  </a:lnTo>
                  <a:lnTo>
                    <a:pt x="23317" y="86197"/>
                  </a:lnTo>
                  <a:lnTo>
                    <a:pt x="23886" y="84507"/>
                  </a:lnTo>
                  <a:lnTo>
                    <a:pt x="23886" y="79436"/>
                  </a:lnTo>
                  <a:lnTo>
                    <a:pt x="23886" y="76056"/>
                  </a:lnTo>
                  <a:lnTo>
                    <a:pt x="22180" y="72676"/>
                  </a:lnTo>
                  <a:lnTo>
                    <a:pt x="19905" y="72676"/>
                  </a:lnTo>
                  <a:lnTo>
                    <a:pt x="18199" y="76056"/>
                  </a:lnTo>
                  <a:lnTo>
                    <a:pt x="17630" y="82816"/>
                  </a:lnTo>
                  <a:lnTo>
                    <a:pt x="20473" y="89577"/>
                  </a:lnTo>
                  <a:lnTo>
                    <a:pt x="22180" y="96338"/>
                  </a:lnTo>
                  <a:lnTo>
                    <a:pt x="22748" y="104788"/>
                  </a:lnTo>
                  <a:lnTo>
                    <a:pt x="21042" y="108169"/>
                  </a:lnTo>
                  <a:lnTo>
                    <a:pt x="13649" y="103098"/>
                  </a:lnTo>
                  <a:lnTo>
                    <a:pt x="6255" y="91267"/>
                  </a:lnTo>
                  <a:lnTo>
                    <a:pt x="2274" y="81126"/>
                  </a:lnTo>
                  <a:lnTo>
                    <a:pt x="2274" y="69295"/>
                  </a:lnTo>
                  <a:lnTo>
                    <a:pt x="0" y="64225"/>
                  </a:lnTo>
                  <a:lnTo>
                    <a:pt x="0" y="57464"/>
                  </a:lnTo>
                  <a:lnTo>
                    <a:pt x="1137" y="52394"/>
                  </a:lnTo>
                  <a:lnTo>
                    <a:pt x="2843" y="52394"/>
                  </a:lnTo>
                  <a:lnTo>
                    <a:pt x="5118" y="55774"/>
                  </a:lnTo>
                  <a:lnTo>
                    <a:pt x="6824" y="55774"/>
                  </a:lnTo>
                  <a:lnTo>
                    <a:pt x="11374" y="54084"/>
                  </a:lnTo>
                  <a:lnTo>
                    <a:pt x="12511" y="54084"/>
                  </a:lnTo>
                  <a:lnTo>
                    <a:pt x="15355" y="64225"/>
                  </a:lnTo>
                  <a:lnTo>
                    <a:pt x="17630" y="65915"/>
                  </a:lnTo>
                  <a:lnTo>
                    <a:pt x="19336" y="64225"/>
                  </a:lnTo>
                  <a:lnTo>
                    <a:pt x="19905" y="57464"/>
                  </a:lnTo>
                  <a:lnTo>
                    <a:pt x="19905" y="43943"/>
                  </a:lnTo>
                  <a:lnTo>
                    <a:pt x="21042" y="40563"/>
                  </a:lnTo>
                  <a:lnTo>
                    <a:pt x="25592" y="43943"/>
                  </a:lnTo>
                  <a:lnTo>
                    <a:pt x="26729" y="40563"/>
                  </a:lnTo>
                  <a:lnTo>
                    <a:pt x="25023" y="33802"/>
                  </a:lnTo>
                  <a:lnTo>
                    <a:pt x="25023" y="27042"/>
                  </a:lnTo>
                  <a:lnTo>
                    <a:pt x="29573" y="13521"/>
                  </a:lnTo>
                  <a:lnTo>
                    <a:pt x="31279" y="13521"/>
                  </a:lnTo>
                  <a:lnTo>
                    <a:pt x="33554" y="18591"/>
                  </a:lnTo>
                  <a:lnTo>
                    <a:pt x="34123" y="21971"/>
                  </a:lnTo>
                  <a:lnTo>
                    <a:pt x="32417" y="23661"/>
                  </a:lnTo>
                  <a:lnTo>
                    <a:pt x="30142" y="20281"/>
                  </a:lnTo>
                  <a:lnTo>
                    <a:pt x="29004" y="21971"/>
                  </a:lnTo>
                  <a:lnTo>
                    <a:pt x="31279" y="30422"/>
                  </a:lnTo>
                  <a:lnTo>
                    <a:pt x="34123" y="32112"/>
                  </a:lnTo>
                  <a:lnTo>
                    <a:pt x="36966" y="27042"/>
                  </a:lnTo>
                  <a:lnTo>
                    <a:pt x="38672" y="27042"/>
                  </a:lnTo>
                  <a:lnTo>
                    <a:pt x="40379" y="32112"/>
                  </a:lnTo>
                  <a:lnTo>
                    <a:pt x="40947" y="32112"/>
                  </a:lnTo>
                  <a:lnTo>
                    <a:pt x="41516" y="20281"/>
                  </a:lnTo>
                  <a:lnTo>
                    <a:pt x="42654" y="18591"/>
                  </a:lnTo>
                  <a:lnTo>
                    <a:pt x="45497" y="16901"/>
                  </a:lnTo>
                  <a:lnTo>
                    <a:pt x="39241" y="10140"/>
                  </a:lnTo>
                  <a:lnTo>
                    <a:pt x="37535" y="5070"/>
                  </a:lnTo>
                  <a:lnTo>
                    <a:pt x="39241" y="1690"/>
                  </a:lnTo>
                  <a:lnTo>
                    <a:pt x="40947" y="0"/>
                  </a:lnTo>
                  <a:lnTo>
                    <a:pt x="43222" y="1690"/>
                  </a:lnTo>
                  <a:lnTo>
                    <a:pt x="45497" y="5070"/>
                  </a:lnTo>
                  <a:lnTo>
                    <a:pt x="47203" y="13521"/>
                  </a:lnTo>
                  <a:lnTo>
                    <a:pt x="48341" y="20281"/>
                  </a:lnTo>
                  <a:lnTo>
                    <a:pt x="48341" y="27042"/>
                  </a:lnTo>
                  <a:lnTo>
                    <a:pt x="47203" y="32112"/>
                  </a:lnTo>
                  <a:lnTo>
                    <a:pt x="43222" y="37183"/>
                  </a:lnTo>
                  <a:lnTo>
                    <a:pt x="42085" y="43943"/>
                  </a:lnTo>
                  <a:lnTo>
                    <a:pt x="43222" y="50704"/>
                  </a:lnTo>
                  <a:lnTo>
                    <a:pt x="46066" y="52394"/>
                  </a:lnTo>
                  <a:lnTo>
                    <a:pt x="50616" y="40563"/>
                  </a:lnTo>
                  <a:lnTo>
                    <a:pt x="53459" y="43943"/>
                  </a:lnTo>
                  <a:lnTo>
                    <a:pt x="54028" y="49014"/>
                  </a:lnTo>
                  <a:lnTo>
                    <a:pt x="55734" y="57464"/>
                  </a:lnTo>
                  <a:lnTo>
                    <a:pt x="56872" y="60845"/>
                  </a:lnTo>
                  <a:lnTo>
                    <a:pt x="58009" y="64225"/>
                  </a:lnTo>
                  <a:lnTo>
                    <a:pt x="58578" y="60845"/>
                  </a:lnTo>
                  <a:lnTo>
                    <a:pt x="59146" y="59154"/>
                  </a:lnTo>
                  <a:lnTo>
                    <a:pt x="62559" y="32112"/>
                  </a:lnTo>
                  <a:lnTo>
                    <a:pt x="63127" y="30422"/>
                  </a:lnTo>
                  <a:lnTo>
                    <a:pt x="63127" y="27042"/>
                  </a:lnTo>
                  <a:lnTo>
                    <a:pt x="63127" y="23661"/>
                  </a:lnTo>
                  <a:lnTo>
                    <a:pt x="63696" y="23661"/>
                  </a:lnTo>
                  <a:lnTo>
                    <a:pt x="68246" y="23661"/>
                  </a:lnTo>
                  <a:lnTo>
                    <a:pt x="72227" y="16901"/>
                  </a:lnTo>
                  <a:lnTo>
                    <a:pt x="73933" y="16901"/>
                  </a:lnTo>
                  <a:lnTo>
                    <a:pt x="76208" y="20281"/>
                  </a:lnTo>
                  <a:lnTo>
                    <a:pt x="74502" y="25352"/>
                  </a:lnTo>
                  <a:lnTo>
                    <a:pt x="73364" y="32112"/>
                  </a:lnTo>
                  <a:lnTo>
                    <a:pt x="74502" y="35492"/>
                  </a:lnTo>
                  <a:lnTo>
                    <a:pt x="75639" y="37183"/>
                  </a:lnTo>
                  <a:lnTo>
                    <a:pt x="78483" y="37183"/>
                  </a:lnTo>
                  <a:lnTo>
                    <a:pt x="79052" y="37183"/>
                  </a:lnTo>
                  <a:lnTo>
                    <a:pt x="80189" y="40563"/>
                  </a:lnTo>
                  <a:lnTo>
                    <a:pt x="80758" y="47323"/>
                  </a:lnTo>
                  <a:lnTo>
                    <a:pt x="81327" y="52394"/>
                  </a:lnTo>
                  <a:lnTo>
                    <a:pt x="84170" y="59154"/>
                  </a:lnTo>
                  <a:lnTo>
                    <a:pt x="85876" y="65915"/>
                  </a:lnTo>
                  <a:lnTo>
                    <a:pt x="87582" y="65915"/>
                  </a:lnTo>
                  <a:lnTo>
                    <a:pt x="89289" y="60845"/>
                  </a:lnTo>
                  <a:lnTo>
                    <a:pt x="87582" y="55774"/>
                  </a:lnTo>
                  <a:lnTo>
                    <a:pt x="87014" y="54084"/>
                  </a:lnTo>
                  <a:lnTo>
                    <a:pt x="89289" y="47323"/>
                  </a:lnTo>
                  <a:lnTo>
                    <a:pt x="91563" y="49014"/>
                  </a:lnTo>
                  <a:lnTo>
                    <a:pt x="97251" y="64225"/>
                  </a:lnTo>
                  <a:lnTo>
                    <a:pt x="101800" y="64225"/>
                  </a:lnTo>
                  <a:lnTo>
                    <a:pt x="104075" y="67605"/>
                  </a:lnTo>
                  <a:lnTo>
                    <a:pt x="104644" y="74366"/>
                  </a:lnTo>
                  <a:lnTo>
                    <a:pt x="108056" y="89577"/>
                  </a:lnTo>
                  <a:lnTo>
                    <a:pt x="109763" y="96338"/>
                  </a:lnTo>
                  <a:lnTo>
                    <a:pt x="111469" y="101408"/>
                  </a:lnTo>
                  <a:lnTo>
                    <a:pt x="113744" y="104788"/>
                  </a:lnTo>
                  <a:lnTo>
                    <a:pt x="117725" y="106478"/>
                  </a:lnTo>
                  <a:lnTo>
                    <a:pt x="120000" y="113239"/>
                  </a:lnTo>
                  <a:lnTo>
                    <a:pt x="118293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Shape 5088"/>
            <p:cNvSpPr/>
            <p:nvPr/>
          </p:nvSpPr>
          <p:spPr>
            <a:xfrm>
              <a:off x="12106532" y="4070694"/>
              <a:ext cx="53974" cy="523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200" y="3600"/>
                  </a:moveTo>
                  <a:lnTo>
                    <a:pt x="114000" y="8400"/>
                  </a:lnTo>
                  <a:lnTo>
                    <a:pt x="114000" y="13200"/>
                  </a:lnTo>
                  <a:lnTo>
                    <a:pt x="106800" y="26400"/>
                  </a:lnTo>
                  <a:lnTo>
                    <a:pt x="104400" y="30000"/>
                  </a:lnTo>
                  <a:lnTo>
                    <a:pt x="100800" y="32400"/>
                  </a:lnTo>
                  <a:lnTo>
                    <a:pt x="92400" y="38400"/>
                  </a:lnTo>
                  <a:lnTo>
                    <a:pt x="60000" y="91200"/>
                  </a:lnTo>
                  <a:lnTo>
                    <a:pt x="44400" y="98400"/>
                  </a:lnTo>
                  <a:lnTo>
                    <a:pt x="36000" y="105600"/>
                  </a:lnTo>
                  <a:lnTo>
                    <a:pt x="30000" y="114000"/>
                  </a:lnTo>
                  <a:lnTo>
                    <a:pt x="20400" y="118800"/>
                  </a:lnTo>
                  <a:lnTo>
                    <a:pt x="9600" y="120000"/>
                  </a:lnTo>
                  <a:lnTo>
                    <a:pt x="0" y="117600"/>
                  </a:lnTo>
                  <a:lnTo>
                    <a:pt x="55200" y="90000"/>
                  </a:lnTo>
                  <a:lnTo>
                    <a:pt x="57600" y="84000"/>
                  </a:lnTo>
                  <a:lnTo>
                    <a:pt x="64800" y="67200"/>
                  </a:lnTo>
                  <a:lnTo>
                    <a:pt x="112800" y="4800"/>
                  </a:lnTo>
                  <a:lnTo>
                    <a:pt x="120000" y="0"/>
                  </a:lnTo>
                  <a:lnTo>
                    <a:pt x="115200" y="36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Shape 5089"/>
            <p:cNvSpPr/>
            <p:nvPr/>
          </p:nvSpPr>
          <p:spPr>
            <a:xfrm>
              <a:off x="13933745" y="4653307"/>
              <a:ext cx="26987" cy="523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800" y="55757"/>
                  </a:moveTo>
                  <a:lnTo>
                    <a:pt x="98400" y="50909"/>
                  </a:lnTo>
                  <a:lnTo>
                    <a:pt x="100800" y="44848"/>
                  </a:lnTo>
                  <a:lnTo>
                    <a:pt x="103200" y="42424"/>
                  </a:lnTo>
                  <a:lnTo>
                    <a:pt x="117600" y="38787"/>
                  </a:lnTo>
                  <a:lnTo>
                    <a:pt x="120000" y="33939"/>
                  </a:lnTo>
                  <a:lnTo>
                    <a:pt x="112800" y="29090"/>
                  </a:lnTo>
                  <a:lnTo>
                    <a:pt x="108000" y="30303"/>
                  </a:lnTo>
                  <a:lnTo>
                    <a:pt x="105600" y="31515"/>
                  </a:lnTo>
                  <a:lnTo>
                    <a:pt x="103200" y="33939"/>
                  </a:lnTo>
                  <a:lnTo>
                    <a:pt x="100800" y="31515"/>
                  </a:lnTo>
                  <a:lnTo>
                    <a:pt x="96000" y="29090"/>
                  </a:lnTo>
                  <a:lnTo>
                    <a:pt x="96000" y="27878"/>
                  </a:lnTo>
                  <a:lnTo>
                    <a:pt x="86400" y="25454"/>
                  </a:lnTo>
                  <a:lnTo>
                    <a:pt x="81600" y="26666"/>
                  </a:lnTo>
                  <a:lnTo>
                    <a:pt x="72000" y="29090"/>
                  </a:lnTo>
                  <a:lnTo>
                    <a:pt x="72000" y="13333"/>
                  </a:lnTo>
                  <a:lnTo>
                    <a:pt x="72000" y="6060"/>
                  </a:lnTo>
                  <a:lnTo>
                    <a:pt x="62400" y="7272"/>
                  </a:lnTo>
                  <a:lnTo>
                    <a:pt x="57600" y="8484"/>
                  </a:lnTo>
                  <a:lnTo>
                    <a:pt x="50400" y="6060"/>
                  </a:lnTo>
                  <a:lnTo>
                    <a:pt x="45600" y="0"/>
                  </a:lnTo>
                  <a:lnTo>
                    <a:pt x="40800" y="3636"/>
                  </a:lnTo>
                  <a:lnTo>
                    <a:pt x="38400" y="15757"/>
                  </a:lnTo>
                  <a:lnTo>
                    <a:pt x="40800" y="20606"/>
                  </a:lnTo>
                  <a:lnTo>
                    <a:pt x="50400" y="36363"/>
                  </a:lnTo>
                  <a:lnTo>
                    <a:pt x="52800" y="41212"/>
                  </a:lnTo>
                  <a:lnTo>
                    <a:pt x="45600" y="41212"/>
                  </a:lnTo>
                  <a:lnTo>
                    <a:pt x="28800" y="18181"/>
                  </a:lnTo>
                  <a:lnTo>
                    <a:pt x="24000" y="13333"/>
                  </a:lnTo>
                  <a:lnTo>
                    <a:pt x="12000" y="7272"/>
                  </a:lnTo>
                  <a:lnTo>
                    <a:pt x="7200" y="9696"/>
                  </a:lnTo>
                  <a:lnTo>
                    <a:pt x="4800" y="15757"/>
                  </a:lnTo>
                  <a:lnTo>
                    <a:pt x="16800" y="31515"/>
                  </a:lnTo>
                  <a:lnTo>
                    <a:pt x="16800" y="37575"/>
                  </a:lnTo>
                  <a:lnTo>
                    <a:pt x="12000" y="44848"/>
                  </a:lnTo>
                  <a:lnTo>
                    <a:pt x="12000" y="66666"/>
                  </a:lnTo>
                  <a:lnTo>
                    <a:pt x="2400" y="77575"/>
                  </a:lnTo>
                  <a:lnTo>
                    <a:pt x="0" y="90909"/>
                  </a:lnTo>
                  <a:lnTo>
                    <a:pt x="2400" y="107878"/>
                  </a:lnTo>
                  <a:lnTo>
                    <a:pt x="16800" y="119999"/>
                  </a:lnTo>
                  <a:lnTo>
                    <a:pt x="28800" y="119999"/>
                  </a:lnTo>
                  <a:lnTo>
                    <a:pt x="55200" y="105454"/>
                  </a:lnTo>
                  <a:lnTo>
                    <a:pt x="76800" y="101818"/>
                  </a:lnTo>
                  <a:lnTo>
                    <a:pt x="81600" y="98181"/>
                  </a:lnTo>
                  <a:lnTo>
                    <a:pt x="84000" y="92121"/>
                  </a:lnTo>
                  <a:lnTo>
                    <a:pt x="69600" y="96969"/>
                  </a:lnTo>
                  <a:lnTo>
                    <a:pt x="60000" y="98181"/>
                  </a:lnTo>
                  <a:lnTo>
                    <a:pt x="48000" y="95757"/>
                  </a:lnTo>
                  <a:lnTo>
                    <a:pt x="79200" y="84848"/>
                  </a:lnTo>
                  <a:lnTo>
                    <a:pt x="93600" y="76363"/>
                  </a:lnTo>
                  <a:lnTo>
                    <a:pt x="93600" y="65454"/>
                  </a:lnTo>
                  <a:lnTo>
                    <a:pt x="81600" y="69090"/>
                  </a:lnTo>
                  <a:lnTo>
                    <a:pt x="74400" y="71515"/>
                  </a:lnTo>
                  <a:lnTo>
                    <a:pt x="64800" y="69090"/>
                  </a:lnTo>
                  <a:lnTo>
                    <a:pt x="72000" y="63030"/>
                  </a:lnTo>
                  <a:lnTo>
                    <a:pt x="88800" y="557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Shape 5090"/>
            <p:cNvSpPr/>
            <p:nvPr/>
          </p:nvSpPr>
          <p:spPr>
            <a:xfrm>
              <a:off x="14178220" y="5158132"/>
              <a:ext cx="25399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000" y="57000"/>
                  </a:moveTo>
                  <a:lnTo>
                    <a:pt x="95000" y="54000"/>
                  </a:lnTo>
                  <a:lnTo>
                    <a:pt x="80000" y="33000"/>
                  </a:lnTo>
                  <a:lnTo>
                    <a:pt x="75000" y="27000"/>
                  </a:lnTo>
                  <a:lnTo>
                    <a:pt x="62500" y="9000"/>
                  </a:lnTo>
                  <a:lnTo>
                    <a:pt x="57500" y="9000"/>
                  </a:lnTo>
                  <a:lnTo>
                    <a:pt x="52500" y="21000"/>
                  </a:lnTo>
                  <a:lnTo>
                    <a:pt x="52500" y="33000"/>
                  </a:lnTo>
                  <a:lnTo>
                    <a:pt x="52500" y="39000"/>
                  </a:lnTo>
                  <a:lnTo>
                    <a:pt x="47500" y="36000"/>
                  </a:lnTo>
                  <a:lnTo>
                    <a:pt x="40000" y="33000"/>
                  </a:lnTo>
                  <a:lnTo>
                    <a:pt x="37500" y="27000"/>
                  </a:lnTo>
                  <a:lnTo>
                    <a:pt x="47500" y="15000"/>
                  </a:lnTo>
                  <a:lnTo>
                    <a:pt x="47500" y="6000"/>
                  </a:lnTo>
                  <a:lnTo>
                    <a:pt x="25000" y="0"/>
                  </a:lnTo>
                  <a:lnTo>
                    <a:pt x="15000" y="30000"/>
                  </a:lnTo>
                  <a:lnTo>
                    <a:pt x="10000" y="69000"/>
                  </a:lnTo>
                  <a:lnTo>
                    <a:pt x="0" y="105000"/>
                  </a:lnTo>
                  <a:lnTo>
                    <a:pt x="12500" y="114000"/>
                  </a:lnTo>
                  <a:lnTo>
                    <a:pt x="30000" y="120000"/>
                  </a:lnTo>
                  <a:lnTo>
                    <a:pt x="40000" y="120000"/>
                  </a:lnTo>
                  <a:lnTo>
                    <a:pt x="70000" y="114000"/>
                  </a:lnTo>
                  <a:lnTo>
                    <a:pt x="75000" y="105000"/>
                  </a:lnTo>
                  <a:lnTo>
                    <a:pt x="72500" y="78000"/>
                  </a:lnTo>
                  <a:lnTo>
                    <a:pt x="85000" y="87000"/>
                  </a:lnTo>
                  <a:lnTo>
                    <a:pt x="102500" y="93000"/>
                  </a:lnTo>
                  <a:lnTo>
                    <a:pt x="120000" y="93000"/>
                  </a:lnTo>
                  <a:lnTo>
                    <a:pt x="120000" y="81000"/>
                  </a:lnTo>
                  <a:lnTo>
                    <a:pt x="112500" y="75000"/>
                  </a:lnTo>
                  <a:lnTo>
                    <a:pt x="95000" y="57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Shape 5091"/>
            <p:cNvSpPr/>
            <p:nvPr/>
          </p:nvSpPr>
          <p:spPr>
            <a:xfrm>
              <a:off x="13730545" y="4438994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Shape 5092"/>
            <p:cNvSpPr/>
            <p:nvPr/>
          </p:nvSpPr>
          <p:spPr>
            <a:xfrm>
              <a:off x="13640057" y="6567832"/>
              <a:ext cx="6349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71" y="0"/>
                  </a:moveTo>
                  <a:lnTo>
                    <a:pt x="0" y="8888"/>
                  </a:lnTo>
                  <a:lnTo>
                    <a:pt x="0" y="26666"/>
                  </a:lnTo>
                  <a:lnTo>
                    <a:pt x="8571" y="48888"/>
                  </a:lnTo>
                  <a:lnTo>
                    <a:pt x="25714" y="66666"/>
                  </a:lnTo>
                  <a:lnTo>
                    <a:pt x="34285" y="88888"/>
                  </a:lnTo>
                  <a:lnTo>
                    <a:pt x="51428" y="115555"/>
                  </a:lnTo>
                  <a:lnTo>
                    <a:pt x="59999" y="120000"/>
                  </a:lnTo>
                  <a:lnTo>
                    <a:pt x="102857" y="88888"/>
                  </a:lnTo>
                  <a:lnTo>
                    <a:pt x="119999" y="71111"/>
                  </a:lnTo>
                  <a:lnTo>
                    <a:pt x="111428" y="53333"/>
                  </a:lnTo>
                  <a:lnTo>
                    <a:pt x="85714" y="31111"/>
                  </a:lnTo>
                  <a:lnTo>
                    <a:pt x="77142" y="22222"/>
                  </a:lnTo>
                  <a:lnTo>
                    <a:pt x="59999" y="17777"/>
                  </a:lnTo>
                  <a:lnTo>
                    <a:pt x="34285" y="17777"/>
                  </a:lnTo>
                  <a:lnTo>
                    <a:pt x="8571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Shape 5093"/>
            <p:cNvSpPr/>
            <p:nvPr/>
          </p:nvSpPr>
          <p:spPr>
            <a:xfrm>
              <a:off x="13279695" y="6532907"/>
              <a:ext cx="12699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36279"/>
                  </a:moveTo>
                  <a:lnTo>
                    <a:pt x="4800" y="61395"/>
                  </a:lnTo>
                  <a:lnTo>
                    <a:pt x="19200" y="92093"/>
                  </a:lnTo>
                  <a:lnTo>
                    <a:pt x="43200" y="114418"/>
                  </a:lnTo>
                  <a:lnTo>
                    <a:pt x="72000" y="120000"/>
                  </a:lnTo>
                  <a:lnTo>
                    <a:pt x="96000" y="117209"/>
                  </a:lnTo>
                  <a:lnTo>
                    <a:pt x="100800" y="111627"/>
                  </a:lnTo>
                  <a:lnTo>
                    <a:pt x="105600" y="100465"/>
                  </a:lnTo>
                  <a:lnTo>
                    <a:pt x="105600" y="97674"/>
                  </a:lnTo>
                  <a:lnTo>
                    <a:pt x="105600" y="83720"/>
                  </a:lnTo>
                  <a:lnTo>
                    <a:pt x="100800" y="78139"/>
                  </a:lnTo>
                  <a:lnTo>
                    <a:pt x="105600" y="75348"/>
                  </a:lnTo>
                  <a:lnTo>
                    <a:pt x="115200" y="72558"/>
                  </a:lnTo>
                  <a:lnTo>
                    <a:pt x="120000" y="64186"/>
                  </a:lnTo>
                  <a:lnTo>
                    <a:pt x="120000" y="47441"/>
                  </a:lnTo>
                  <a:lnTo>
                    <a:pt x="120000" y="27906"/>
                  </a:lnTo>
                  <a:lnTo>
                    <a:pt x="105600" y="11162"/>
                  </a:lnTo>
                  <a:lnTo>
                    <a:pt x="67200" y="0"/>
                  </a:lnTo>
                  <a:lnTo>
                    <a:pt x="52800" y="0"/>
                  </a:lnTo>
                  <a:lnTo>
                    <a:pt x="19200" y="5581"/>
                  </a:lnTo>
                  <a:lnTo>
                    <a:pt x="14400" y="8372"/>
                  </a:lnTo>
                  <a:lnTo>
                    <a:pt x="4800" y="30697"/>
                  </a:lnTo>
                  <a:lnTo>
                    <a:pt x="0" y="3627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Shape 5094"/>
            <p:cNvSpPr/>
            <p:nvPr/>
          </p:nvSpPr>
          <p:spPr>
            <a:xfrm>
              <a:off x="13406695" y="6864695"/>
              <a:ext cx="73025" cy="507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117" y="47010"/>
                  </a:moveTo>
                  <a:lnTo>
                    <a:pt x="77647" y="45773"/>
                  </a:lnTo>
                  <a:lnTo>
                    <a:pt x="81176" y="39587"/>
                  </a:lnTo>
                  <a:lnTo>
                    <a:pt x="84705" y="34639"/>
                  </a:lnTo>
                  <a:lnTo>
                    <a:pt x="100588" y="27216"/>
                  </a:lnTo>
                  <a:lnTo>
                    <a:pt x="118235" y="8659"/>
                  </a:lnTo>
                  <a:lnTo>
                    <a:pt x="120000" y="6185"/>
                  </a:lnTo>
                  <a:lnTo>
                    <a:pt x="120000" y="0"/>
                  </a:lnTo>
                  <a:lnTo>
                    <a:pt x="75882" y="30927"/>
                  </a:lnTo>
                  <a:lnTo>
                    <a:pt x="72352" y="34639"/>
                  </a:lnTo>
                  <a:lnTo>
                    <a:pt x="66176" y="43298"/>
                  </a:lnTo>
                  <a:lnTo>
                    <a:pt x="63529" y="45773"/>
                  </a:lnTo>
                  <a:lnTo>
                    <a:pt x="45882" y="54432"/>
                  </a:lnTo>
                  <a:lnTo>
                    <a:pt x="15882" y="81649"/>
                  </a:lnTo>
                  <a:lnTo>
                    <a:pt x="8823" y="90309"/>
                  </a:lnTo>
                  <a:lnTo>
                    <a:pt x="5294" y="102680"/>
                  </a:lnTo>
                  <a:lnTo>
                    <a:pt x="14117" y="100206"/>
                  </a:lnTo>
                  <a:lnTo>
                    <a:pt x="15000" y="102680"/>
                  </a:lnTo>
                  <a:lnTo>
                    <a:pt x="11470" y="103917"/>
                  </a:lnTo>
                  <a:lnTo>
                    <a:pt x="6176" y="108865"/>
                  </a:lnTo>
                  <a:lnTo>
                    <a:pt x="2647" y="115051"/>
                  </a:lnTo>
                  <a:lnTo>
                    <a:pt x="0" y="120000"/>
                  </a:lnTo>
                  <a:lnTo>
                    <a:pt x="4411" y="120000"/>
                  </a:lnTo>
                  <a:lnTo>
                    <a:pt x="26470" y="90309"/>
                  </a:lnTo>
                  <a:lnTo>
                    <a:pt x="60882" y="65567"/>
                  </a:lnTo>
                  <a:lnTo>
                    <a:pt x="74117" y="4701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Shape 5095"/>
            <p:cNvSpPr/>
            <p:nvPr/>
          </p:nvSpPr>
          <p:spPr>
            <a:xfrm>
              <a:off x="13435270" y="7075832"/>
              <a:ext cx="952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2500" y="0"/>
                  </a:moveTo>
                  <a:lnTo>
                    <a:pt x="0" y="0"/>
                  </a:lnTo>
                  <a:lnTo>
                    <a:pt x="22500" y="53333"/>
                  </a:lnTo>
                  <a:lnTo>
                    <a:pt x="45000" y="93333"/>
                  </a:lnTo>
                  <a:lnTo>
                    <a:pt x="105000" y="120000"/>
                  </a:lnTo>
                  <a:lnTo>
                    <a:pt x="112500" y="120000"/>
                  </a:lnTo>
                  <a:lnTo>
                    <a:pt x="112500" y="106666"/>
                  </a:lnTo>
                  <a:lnTo>
                    <a:pt x="112500" y="93333"/>
                  </a:lnTo>
                  <a:lnTo>
                    <a:pt x="120000" y="93333"/>
                  </a:lnTo>
                  <a:lnTo>
                    <a:pt x="120000" y="40000"/>
                  </a:lnTo>
                  <a:lnTo>
                    <a:pt x="225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Shape 5096"/>
            <p:cNvSpPr/>
            <p:nvPr/>
          </p:nvSpPr>
          <p:spPr>
            <a:xfrm>
              <a:off x="13451145" y="7182195"/>
              <a:ext cx="20638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1000" y="54000"/>
                  </a:moveTo>
                  <a:lnTo>
                    <a:pt x="78000" y="24000"/>
                  </a:lnTo>
                  <a:lnTo>
                    <a:pt x="78000" y="18000"/>
                  </a:lnTo>
                  <a:lnTo>
                    <a:pt x="75000" y="15000"/>
                  </a:lnTo>
                  <a:lnTo>
                    <a:pt x="75000" y="6000"/>
                  </a:lnTo>
                  <a:lnTo>
                    <a:pt x="75000" y="0"/>
                  </a:lnTo>
                  <a:lnTo>
                    <a:pt x="63000" y="15000"/>
                  </a:lnTo>
                  <a:lnTo>
                    <a:pt x="15000" y="24000"/>
                  </a:lnTo>
                  <a:lnTo>
                    <a:pt x="3000" y="42000"/>
                  </a:lnTo>
                  <a:lnTo>
                    <a:pt x="0" y="69000"/>
                  </a:lnTo>
                  <a:lnTo>
                    <a:pt x="12000" y="78000"/>
                  </a:lnTo>
                  <a:lnTo>
                    <a:pt x="33000" y="84000"/>
                  </a:lnTo>
                  <a:lnTo>
                    <a:pt x="60000" y="117000"/>
                  </a:lnTo>
                  <a:lnTo>
                    <a:pt x="81000" y="120000"/>
                  </a:lnTo>
                  <a:lnTo>
                    <a:pt x="105000" y="114000"/>
                  </a:lnTo>
                  <a:lnTo>
                    <a:pt x="120000" y="102000"/>
                  </a:lnTo>
                  <a:lnTo>
                    <a:pt x="117000" y="75000"/>
                  </a:lnTo>
                  <a:lnTo>
                    <a:pt x="81000" y="54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Shape 5097"/>
            <p:cNvSpPr/>
            <p:nvPr/>
          </p:nvSpPr>
          <p:spPr>
            <a:xfrm>
              <a:off x="13317795" y="6534494"/>
              <a:ext cx="17462" cy="349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058" y="19411"/>
                  </a:moveTo>
                  <a:lnTo>
                    <a:pt x="67058" y="17647"/>
                  </a:lnTo>
                  <a:lnTo>
                    <a:pt x="63529" y="19411"/>
                  </a:lnTo>
                  <a:lnTo>
                    <a:pt x="67058" y="21176"/>
                  </a:lnTo>
                  <a:lnTo>
                    <a:pt x="60000" y="14117"/>
                  </a:lnTo>
                  <a:lnTo>
                    <a:pt x="52941" y="14117"/>
                  </a:lnTo>
                  <a:lnTo>
                    <a:pt x="45882" y="15882"/>
                  </a:lnTo>
                  <a:lnTo>
                    <a:pt x="38823" y="15882"/>
                  </a:lnTo>
                  <a:lnTo>
                    <a:pt x="35294" y="17647"/>
                  </a:lnTo>
                  <a:lnTo>
                    <a:pt x="31764" y="17647"/>
                  </a:lnTo>
                  <a:lnTo>
                    <a:pt x="28235" y="15882"/>
                  </a:lnTo>
                  <a:lnTo>
                    <a:pt x="17647" y="8823"/>
                  </a:lnTo>
                  <a:lnTo>
                    <a:pt x="17647" y="7058"/>
                  </a:lnTo>
                  <a:lnTo>
                    <a:pt x="10588" y="3529"/>
                  </a:lnTo>
                  <a:lnTo>
                    <a:pt x="7058" y="0"/>
                  </a:lnTo>
                  <a:lnTo>
                    <a:pt x="3529" y="0"/>
                  </a:lnTo>
                  <a:lnTo>
                    <a:pt x="0" y="3529"/>
                  </a:lnTo>
                  <a:lnTo>
                    <a:pt x="0" y="10588"/>
                  </a:lnTo>
                  <a:lnTo>
                    <a:pt x="0" y="14117"/>
                  </a:lnTo>
                  <a:lnTo>
                    <a:pt x="7058" y="17647"/>
                  </a:lnTo>
                  <a:lnTo>
                    <a:pt x="17647" y="19411"/>
                  </a:lnTo>
                  <a:lnTo>
                    <a:pt x="17647" y="24705"/>
                  </a:lnTo>
                  <a:lnTo>
                    <a:pt x="10588" y="26470"/>
                  </a:lnTo>
                  <a:lnTo>
                    <a:pt x="7058" y="30000"/>
                  </a:lnTo>
                  <a:lnTo>
                    <a:pt x="38823" y="42352"/>
                  </a:lnTo>
                  <a:lnTo>
                    <a:pt x="56470" y="52941"/>
                  </a:lnTo>
                  <a:lnTo>
                    <a:pt x="56470" y="67058"/>
                  </a:lnTo>
                  <a:lnTo>
                    <a:pt x="60000" y="68823"/>
                  </a:lnTo>
                  <a:lnTo>
                    <a:pt x="63529" y="86470"/>
                  </a:lnTo>
                  <a:lnTo>
                    <a:pt x="63529" y="95294"/>
                  </a:lnTo>
                  <a:lnTo>
                    <a:pt x="60000" y="98823"/>
                  </a:lnTo>
                  <a:lnTo>
                    <a:pt x="60000" y="104117"/>
                  </a:lnTo>
                  <a:lnTo>
                    <a:pt x="67058" y="114705"/>
                  </a:lnTo>
                  <a:lnTo>
                    <a:pt x="81176" y="120000"/>
                  </a:lnTo>
                  <a:lnTo>
                    <a:pt x="88235" y="111176"/>
                  </a:lnTo>
                  <a:lnTo>
                    <a:pt x="91764" y="95294"/>
                  </a:lnTo>
                  <a:lnTo>
                    <a:pt x="98823" y="86470"/>
                  </a:lnTo>
                  <a:lnTo>
                    <a:pt x="112941" y="88235"/>
                  </a:lnTo>
                  <a:lnTo>
                    <a:pt x="120000" y="86470"/>
                  </a:lnTo>
                  <a:lnTo>
                    <a:pt x="109411" y="67058"/>
                  </a:lnTo>
                  <a:lnTo>
                    <a:pt x="105882" y="61764"/>
                  </a:lnTo>
                  <a:lnTo>
                    <a:pt x="95294" y="54705"/>
                  </a:lnTo>
                  <a:lnTo>
                    <a:pt x="102352" y="49411"/>
                  </a:lnTo>
                  <a:lnTo>
                    <a:pt x="91764" y="40588"/>
                  </a:lnTo>
                  <a:lnTo>
                    <a:pt x="70588" y="21176"/>
                  </a:lnTo>
                  <a:lnTo>
                    <a:pt x="67058" y="1941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Shape 5098"/>
            <p:cNvSpPr/>
            <p:nvPr/>
          </p:nvSpPr>
          <p:spPr>
            <a:xfrm>
              <a:off x="13416220" y="6426544"/>
              <a:ext cx="12699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727" y="120000"/>
                  </a:moveTo>
                  <a:lnTo>
                    <a:pt x="49090" y="112500"/>
                  </a:lnTo>
                  <a:lnTo>
                    <a:pt x="54545" y="105000"/>
                  </a:lnTo>
                  <a:lnTo>
                    <a:pt x="65454" y="105000"/>
                  </a:lnTo>
                  <a:lnTo>
                    <a:pt x="81818" y="82500"/>
                  </a:lnTo>
                  <a:lnTo>
                    <a:pt x="81818" y="52500"/>
                  </a:lnTo>
                  <a:lnTo>
                    <a:pt x="81818" y="37500"/>
                  </a:lnTo>
                  <a:lnTo>
                    <a:pt x="87272" y="37500"/>
                  </a:lnTo>
                  <a:lnTo>
                    <a:pt x="92727" y="37500"/>
                  </a:lnTo>
                  <a:lnTo>
                    <a:pt x="98181" y="37500"/>
                  </a:lnTo>
                  <a:lnTo>
                    <a:pt x="103636" y="30000"/>
                  </a:lnTo>
                  <a:lnTo>
                    <a:pt x="109090" y="30000"/>
                  </a:lnTo>
                  <a:lnTo>
                    <a:pt x="114545" y="22500"/>
                  </a:lnTo>
                  <a:lnTo>
                    <a:pt x="120000" y="15000"/>
                  </a:lnTo>
                  <a:lnTo>
                    <a:pt x="109090" y="15000"/>
                  </a:lnTo>
                  <a:lnTo>
                    <a:pt x="103636" y="15000"/>
                  </a:lnTo>
                  <a:lnTo>
                    <a:pt x="76363" y="0"/>
                  </a:lnTo>
                  <a:lnTo>
                    <a:pt x="54545" y="0"/>
                  </a:lnTo>
                  <a:lnTo>
                    <a:pt x="43636" y="15000"/>
                  </a:lnTo>
                  <a:lnTo>
                    <a:pt x="16363" y="45000"/>
                  </a:lnTo>
                  <a:lnTo>
                    <a:pt x="16363" y="52500"/>
                  </a:lnTo>
                  <a:lnTo>
                    <a:pt x="16363" y="60000"/>
                  </a:lnTo>
                  <a:lnTo>
                    <a:pt x="16363" y="75000"/>
                  </a:lnTo>
                  <a:lnTo>
                    <a:pt x="10909" y="75000"/>
                  </a:lnTo>
                  <a:lnTo>
                    <a:pt x="5454" y="90000"/>
                  </a:lnTo>
                  <a:lnTo>
                    <a:pt x="0" y="112500"/>
                  </a:lnTo>
                  <a:lnTo>
                    <a:pt x="5454" y="120000"/>
                  </a:lnTo>
                  <a:lnTo>
                    <a:pt x="32727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Shape 5099"/>
            <p:cNvSpPr/>
            <p:nvPr/>
          </p:nvSpPr>
          <p:spPr>
            <a:xfrm>
              <a:off x="13390820" y="6209057"/>
              <a:ext cx="31750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163" y="120000"/>
                  </a:moveTo>
                  <a:lnTo>
                    <a:pt x="120000" y="102000"/>
                  </a:lnTo>
                  <a:lnTo>
                    <a:pt x="118032" y="84000"/>
                  </a:lnTo>
                  <a:lnTo>
                    <a:pt x="108196" y="84000"/>
                  </a:lnTo>
                  <a:lnTo>
                    <a:pt x="53114" y="18000"/>
                  </a:lnTo>
                  <a:lnTo>
                    <a:pt x="9836" y="0"/>
                  </a:lnTo>
                  <a:lnTo>
                    <a:pt x="11803" y="0"/>
                  </a:lnTo>
                  <a:lnTo>
                    <a:pt x="9836" y="0"/>
                  </a:lnTo>
                  <a:lnTo>
                    <a:pt x="0" y="12000"/>
                  </a:lnTo>
                  <a:lnTo>
                    <a:pt x="0" y="18000"/>
                  </a:lnTo>
                  <a:lnTo>
                    <a:pt x="94426" y="114000"/>
                  </a:lnTo>
                  <a:lnTo>
                    <a:pt x="110163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Shape 5100"/>
            <p:cNvSpPr/>
            <p:nvPr/>
          </p:nvSpPr>
          <p:spPr>
            <a:xfrm>
              <a:off x="13474957" y="7144095"/>
              <a:ext cx="7937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000" y="109090"/>
                  </a:moveTo>
                  <a:lnTo>
                    <a:pt x="97500" y="120000"/>
                  </a:lnTo>
                  <a:lnTo>
                    <a:pt x="112500" y="109090"/>
                  </a:lnTo>
                  <a:lnTo>
                    <a:pt x="120000" y="98181"/>
                  </a:lnTo>
                  <a:lnTo>
                    <a:pt x="120000" y="87272"/>
                  </a:lnTo>
                  <a:lnTo>
                    <a:pt x="0" y="0"/>
                  </a:lnTo>
                  <a:lnTo>
                    <a:pt x="0" y="32727"/>
                  </a:lnTo>
                  <a:lnTo>
                    <a:pt x="0" y="54545"/>
                  </a:lnTo>
                  <a:lnTo>
                    <a:pt x="7500" y="65454"/>
                  </a:lnTo>
                  <a:lnTo>
                    <a:pt x="30000" y="87272"/>
                  </a:lnTo>
                  <a:lnTo>
                    <a:pt x="45000" y="98181"/>
                  </a:lnTo>
                  <a:lnTo>
                    <a:pt x="75000" y="10909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Shape 5101"/>
            <p:cNvSpPr/>
            <p:nvPr/>
          </p:nvSpPr>
          <p:spPr>
            <a:xfrm>
              <a:off x="13295570" y="6585295"/>
              <a:ext cx="42862" cy="777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06938"/>
                  </a:moveTo>
                  <a:lnTo>
                    <a:pt x="1518" y="109387"/>
                  </a:lnTo>
                  <a:lnTo>
                    <a:pt x="4556" y="116734"/>
                  </a:lnTo>
                  <a:lnTo>
                    <a:pt x="4556" y="118367"/>
                  </a:lnTo>
                  <a:lnTo>
                    <a:pt x="4556" y="119183"/>
                  </a:lnTo>
                  <a:lnTo>
                    <a:pt x="12151" y="120000"/>
                  </a:lnTo>
                  <a:lnTo>
                    <a:pt x="18227" y="120000"/>
                  </a:lnTo>
                  <a:lnTo>
                    <a:pt x="27341" y="118367"/>
                  </a:lnTo>
                  <a:lnTo>
                    <a:pt x="42531" y="112653"/>
                  </a:lnTo>
                  <a:lnTo>
                    <a:pt x="101772" y="71020"/>
                  </a:lnTo>
                  <a:lnTo>
                    <a:pt x="109367" y="62857"/>
                  </a:lnTo>
                  <a:lnTo>
                    <a:pt x="115443" y="52244"/>
                  </a:lnTo>
                  <a:lnTo>
                    <a:pt x="120000" y="31020"/>
                  </a:lnTo>
                  <a:lnTo>
                    <a:pt x="120000" y="19591"/>
                  </a:lnTo>
                  <a:lnTo>
                    <a:pt x="116962" y="8163"/>
                  </a:lnTo>
                  <a:lnTo>
                    <a:pt x="118481" y="6530"/>
                  </a:lnTo>
                  <a:lnTo>
                    <a:pt x="118481" y="4897"/>
                  </a:lnTo>
                  <a:lnTo>
                    <a:pt x="118481" y="3265"/>
                  </a:lnTo>
                  <a:lnTo>
                    <a:pt x="116962" y="0"/>
                  </a:lnTo>
                  <a:lnTo>
                    <a:pt x="113924" y="4081"/>
                  </a:lnTo>
                  <a:lnTo>
                    <a:pt x="110886" y="7346"/>
                  </a:lnTo>
                  <a:lnTo>
                    <a:pt x="109367" y="13061"/>
                  </a:lnTo>
                  <a:lnTo>
                    <a:pt x="110886" y="19591"/>
                  </a:lnTo>
                  <a:lnTo>
                    <a:pt x="113924" y="24489"/>
                  </a:lnTo>
                  <a:lnTo>
                    <a:pt x="110886" y="31020"/>
                  </a:lnTo>
                  <a:lnTo>
                    <a:pt x="109367" y="36734"/>
                  </a:lnTo>
                  <a:lnTo>
                    <a:pt x="104810" y="40816"/>
                  </a:lnTo>
                  <a:lnTo>
                    <a:pt x="103291" y="47346"/>
                  </a:lnTo>
                  <a:lnTo>
                    <a:pt x="100253" y="48979"/>
                  </a:lnTo>
                  <a:lnTo>
                    <a:pt x="95696" y="50612"/>
                  </a:lnTo>
                  <a:lnTo>
                    <a:pt x="89620" y="54693"/>
                  </a:lnTo>
                  <a:lnTo>
                    <a:pt x="85063" y="55510"/>
                  </a:lnTo>
                  <a:lnTo>
                    <a:pt x="75949" y="56326"/>
                  </a:lnTo>
                  <a:lnTo>
                    <a:pt x="57721" y="55510"/>
                  </a:lnTo>
                  <a:lnTo>
                    <a:pt x="47088" y="55510"/>
                  </a:lnTo>
                  <a:lnTo>
                    <a:pt x="45569" y="55510"/>
                  </a:lnTo>
                  <a:lnTo>
                    <a:pt x="44050" y="57142"/>
                  </a:lnTo>
                  <a:lnTo>
                    <a:pt x="44050" y="57959"/>
                  </a:lnTo>
                  <a:lnTo>
                    <a:pt x="45569" y="61224"/>
                  </a:lnTo>
                  <a:lnTo>
                    <a:pt x="51645" y="64489"/>
                  </a:lnTo>
                  <a:lnTo>
                    <a:pt x="54683" y="66122"/>
                  </a:lnTo>
                  <a:lnTo>
                    <a:pt x="51645" y="70204"/>
                  </a:lnTo>
                  <a:lnTo>
                    <a:pt x="47088" y="72653"/>
                  </a:lnTo>
                  <a:lnTo>
                    <a:pt x="16708" y="78367"/>
                  </a:lnTo>
                  <a:lnTo>
                    <a:pt x="7594" y="80816"/>
                  </a:lnTo>
                  <a:lnTo>
                    <a:pt x="1518" y="86530"/>
                  </a:lnTo>
                  <a:lnTo>
                    <a:pt x="3037" y="88163"/>
                  </a:lnTo>
                  <a:lnTo>
                    <a:pt x="6075" y="93061"/>
                  </a:lnTo>
                  <a:lnTo>
                    <a:pt x="6075" y="96326"/>
                  </a:lnTo>
                  <a:lnTo>
                    <a:pt x="0" y="10693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Shape 5102"/>
            <p:cNvSpPr/>
            <p:nvPr/>
          </p:nvSpPr>
          <p:spPr>
            <a:xfrm>
              <a:off x="13281282" y="6515444"/>
              <a:ext cx="22225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0"/>
                  </a:moveTo>
                  <a:lnTo>
                    <a:pt x="34285" y="2181"/>
                  </a:lnTo>
                  <a:lnTo>
                    <a:pt x="31428" y="8727"/>
                  </a:lnTo>
                  <a:lnTo>
                    <a:pt x="31428" y="21818"/>
                  </a:lnTo>
                  <a:lnTo>
                    <a:pt x="22857" y="15272"/>
                  </a:lnTo>
                  <a:lnTo>
                    <a:pt x="17142" y="15272"/>
                  </a:lnTo>
                  <a:lnTo>
                    <a:pt x="11428" y="19636"/>
                  </a:lnTo>
                  <a:lnTo>
                    <a:pt x="5714" y="30545"/>
                  </a:lnTo>
                  <a:lnTo>
                    <a:pt x="2857" y="48000"/>
                  </a:lnTo>
                  <a:lnTo>
                    <a:pt x="0" y="54545"/>
                  </a:lnTo>
                  <a:lnTo>
                    <a:pt x="17142" y="58909"/>
                  </a:lnTo>
                  <a:lnTo>
                    <a:pt x="48571" y="43636"/>
                  </a:lnTo>
                  <a:lnTo>
                    <a:pt x="62857" y="56727"/>
                  </a:lnTo>
                  <a:lnTo>
                    <a:pt x="65714" y="65454"/>
                  </a:lnTo>
                  <a:lnTo>
                    <a:pt x="80000" y="87272"/>
                  </a:lnTo>
                  <a:lnTo>
                    <a:pt x="85714" y="93818"/>
                  </a:lnTo>
                  <a:lnTo>
                    <a:pt x="85714" y="109090"/>
                  </a:lnTo>
                  <a:lnTo>
                    <a:pt x="88571" y="117818"/>
                  </a:lnTo>
                  <a:lnTo>
                    <a:pt x="94285" y="120000"/>
                  </a:lnTo>
                  <a:lnTo>
                    <a:pt x="114285" y="115636"/>
                  </a:lnTo>
                  <a:lnTo>
                    <a:pt x="120000" y="106909"/>
                  </a:lnTo>
                  <a:lnTo>
                    <a:pt x="120000" y="91636"/>
                  </a:lnTo>
                  <a:lnTo>
                    <a:pt x="105714" y="67636"/>
                  </a:lnTo>
                  <a:lnTo>
                    <a:pt x="85714" y="41454"/>
                  </a:lnTo>
                  <a:lnTo>
                    <a:pt x="80000" y="30545"/>
                  </a:lnTo>
                  <a:lnTo>
                    <a:pt x="74285" y="21818"/>
                  </a:lnTo>
                  <a:lnTo>
                    <a:pt x="65714" y="15272"/>
                  </a:lnTo>
                  <a:lnTo>
                    <a:pt x="51428" y="6545"/>
                  </a:lnTo>
                  <a:lnTo>
                    <a:pt x="4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Shape 5103"/>
            <p:cNvSpPr/>
            <p:nvPr/>
          </p:nvSpPr>
          <p:spPr>
            <a:xfrm>
              <a:off x="13286045" y="7028207"/>
              <a:ext cx="3174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8000"/>
                  </a:moveTo>
                  <a:lnTo>
                    <a:pt x="0" y="0"/>
                  </a:lnTo>
                  <a:lnTo>
                    <a:pt x="0" y="24000"/>
                  </a:lnTo>
                  <a:lnTo>
                    <a:pt x="20000" y="64000"/>
                  </a:lnTo>
                  <a:lnTo>
                    <a:pt x="40000" y="88000"/>
                  </a:lnTo>
                  <a:lnTo>
                    <a:pt x="60000" y="112000"/>
                  </a:lnTo>
                  <a:lnTo>
                    <a:pt x="120000" y="120000"/>
                  </a:lnTo>
                  <a:lnTo>
                    <a:pt x="120000" y="112000"/>
                  </a:lnTo>
                  <a:lnTo>
                    <a:pt x="120000" y="96000"/>
                  </a:lnTo>
                  <a:lnTo>
                    <a:pt x="120000" y="72000"/>
                  </a:lnTo>
                  <a:lnTo>
                    <a:pt x="100000" y="32000"/>
                  </a:lnTo>
                  <a:lnTo>
                    <a:pt x="40000" y="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Shape 5104"/>
            <p:cNvSpPr/>
            <p:nvPr/>
          </p:nvSpPr>
          <p:spPr>
            <a:xfrm>
              <a:off x="13573382" y="7372695"/>
              <a:ext cx="12699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6400" y="0"/>
                  </a:moveTo>
                  <a:lnTo>
                    <a:pt x="43200" y="16000"/>
                  </a:lnTo>
                  <a:lnTo>
                    <a:pt x="4800" y="56000"/>
                  </a:lnTo>
                  <a:lnTo>
                    <a:pt x="0" y="88000"/>
                  </a:lnTo>
                  <a:lnTo>
                    <a:pt x="0" y="112000"/>
                  </a:lnTo>
                  <a:lnTo>
                    <a:pt x="0" y="120000"/>
                  </a:lnTo>
                  <a:lnTo>
                    <a:pt x="28800" y="96000"/>
                  </a:lnTo>
                  <a:lnTo>
                    <a:pt x="100800" y="56000"/>
                  </a:lnTo>
                  <a:lnTo>
                    <a:pt x="120000" y="32000"/>
                  </a:lnTo>
                  <a:lnTo>
                    <a:pt x="120000" y="16000"/>
                  </a:lnTo>
                  <a:lnTo>
                    <a:pt x="105600" y="8000"/>
                  </a:lnTo>
                  <a:lnTo>
                    <a:pt x="864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Shape 5105"/>
            <p:cNvSpPr/>
            <p:nvPr/>
          </p:nvSpPr>
          <p:spPr>
            <a:xfrm>
              <a:off x="13619420" y="6464644"/>
              <a:ext cx="9524" cy="317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4210" y="20338"/>
                  </a:moveTo>
                  <a:lnTo>
                    <a:pt x="37894" y="12203"/>
                  </a:lnTo>
                  <a:lnTo>
                    <a:pt x="12631" y="2033"/>
                  </a:lnTo>
                  <a:lnTo>
                    <a:pt x="0" y="0"/>
                  </a:lnTo>
                  <a:lnTo>
                    <a:pt x="44210" y="40677"/>
                  </a:lnTo>
                  <a:lnTo>
                    <a:pt x="50526" y="65084"/>
                  </a:lnTo>
                  <a:lnTo>
                    <a:pt x="56842" y="81355"/>
                  </a:lnTo>
                  <a:lnTo>
                    <a:pt x="69473" y="93559"/>
                  </a:lnTo>
                  <a:lnTo>
                    <a:pt x="94736" y="101694"/>
                  </a:lnTo>
                  <a:lnTo>
                    <a:pt x="101052" y="111864"/>
                  </a:lnTo>
                  <a:lnTo>
                    <a:pt x="101052" y="120000"/>
                  </a:lnTo>
                  <a:lnTo>
                    <a:pt x="113684" y="117966"/>
                  </a:lnTo>
                  <a:lnTo>
                    <a:pt x="120000" y="101694"/>
                  </a:lnTo>
                  <a:lnTo>
                    <a:pt x="113684" y="87457"/>
                  </a:lnTo>
                  <a:lnTo>
                    <a:pt x="94736" y="67118"/>
                  </a:lnTo>
                  <a:lnTo>
                    <a:pt x="69473" y="56949"/>
                  </a:lnTo>
                  <a:lnTo>
                    <a:pt x="63157" y="50847"/>
                  </a:lnTo>
                  <a:lnTo>
                    <a:pt x="69473" y="44745"/>
                  </a:lnTo>
                  <a:lnTo>
                    <a:pt x="63157" y="40677"/>
                  </a:lnTo>
                  <a:lnTo>
                    <a:pt x="44210" y="30508"/>
                  </a:lnTo>
                  <a:lnTo>
                    <a:pt x="44210" y="26440"/>
                  </a:lnTo>
                  <a:lnTo>
                    <a:pt x="37894" y="24406"/>
                  </a:lnTo>
                  <a:lnTo>
                    <a:pt x="44210" y="22372"/>
                  </a:lnTo>
                  <a:lnTo>
                    <a:pt x="44210" y="2033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Shape 5106"/>
            <p:cNvSpPr/>
            <p:nvPr/>
          </p:nvSpPr>
          <p:spPr>
            <a:xfrm>
              <a:off x="13627357" y="7388570"/>
              <a:ext cx="7937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2500" y="0"/>
                  </a:moveTo>
                  <a:lnTo>
                    <a:pt x="45000" y="13333"/>
                  </a:lnTo>
                  <a:lnTo>
                    <a:pt x="0" y="66666"/>
                  </a:lnTo>
                  <a:lnTo>
                    <a:pt x="0" y="120000"/>
                  </a:lnTo>
                  <a:lnTo>
                    <a:pt x="90000" y="93333"/>
                  </a:lnTo>
                  <a:lnTo>
                    <a:pt x="120000" y="53333"/>
                  </a:lnTo>
                  <a:lnTo>
                    <a:pt x="120000" y="13333"/>
                  </a:lnTo>
                  <a:lnTo>
                    <a:pt x="90000" y="0"/>
                  </a:lnTo>
                  <a:lnTo>
                    <a:pt x="825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Shape 5107"/>
            <p:cNvSpPr/>
            <p:nvPr/>
          </p:nvSpPr>
          <p:spPr>
            <a:xfrm>
              <a:off x="13594020" y="6677370"/>
              <a:ext cx="33338" cy="555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lnTo>
                    <a:pt x="23225" y="113076"/>
                  </a:lnTo>
                  <a:lnTo>
                    <a:pt x="36774" y="96923"/>
                  </a:lnTo>
                  <a:lnTo>
                    <a:pt x="73548" y="48461"/>
                  </a:lnTo>
                  <a:lnTo>
                    <a:pt x="81290" y="45000"/>
                  </a:lnTo>
                  <a:lnTo>
                    <a:pt x="90967" y="35769"/>
                  </a:lnTo>
                  <a:lnTo>
                    <a:pt x="110322" y="11538"/>
                  </a:lnTo>
                  <a:lnTo>
                    <a:pt x="114193" y="6923"/>
                  </a:lnTo>
                  <a:lnTo>
                    <a:pt x="120000" y="5769"/>
                  </a:lnTo>
                  <a:lnTo>
                    <a:pt x="114193" y="0"/>
                  </a:lnTo>
                  <a:lnTo>
                    <a:pt x="104516" y="5769"/>
                  </a:lnTo>
                  <a:lnTo>
                    <a:pt x="85161" y="20769"/>
                  </a:lnTo>
                  <a:lnTo>
                    <a:pt x="81290" y="24230"/>
                  </a:lnTo>
                  <a:lnTo>
                    <a:pt x="75483" y="28846"/>
                  </a:lnTo>
                  <a:lnTo>
                    <a:pt x="73548" y="40384"/>
                  </a:lnTo>
                  <a:lnTo>
                    <a:pt x="69677" y="45000"/>
                  </a:lnTo>
                  <a:lnTo>
                    <a:pt x="58064" y="50769"/>
                  </a:lnTo>
                  <a:lnTo>
                    <a:pt x="52258" y="63461"/>
                  </a:lnTo>
                  <a:lnTo>
                    <a:pt x="9677" y="115384"/>
                  </a:lnTo>
                  <a:lnTo>
                    <a:pt x="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Shape 5108"/>
            <p:cNvSpPr/>
            <p:nvPr/>
          </p:nvSpPr>
          <p:spPr>
            <a:xfrm>
              <a:off x="13568620" y="7399682"/>
              <a:ext cx="41275" cy="428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769" y="20740"/>
                  </a:moveTo>
                  <a:lnTo>
                    <a:pt x="120000" y="5925"/>
                  </a:lnTo>
                  <a:lnTo>
                    <a:pt x="112307" y="1481"/>
                  </a:lnTo>
                  <a:lnTo>
                    <a:pt x="106153" y="0"/>
                  </a:lnTo>
                  <a:lnTo>
                    <a:pt x="101538" y="0"/>
                  </a:lnTo>
                  <a:lnTo>
                    <a:pt x="90769" y="0"/>
                  </a:lnTo>
                  <a:lnTo>
                    <a:pt x="84615" y="1481"/>
                  </a:lnTo>
                  <a:lnTo>
                    <a:pt x="80000" y="5925"/>
                  </a:lnTo>
                  <a:lnTo>
                    <a:pt x="72307" y="16296"/>
                  </a:lnTo>
                  <a:lnTo>
                    <a:pt x="58461" y="29629"/>
                  </a:lnTo>
                  <a:lnTo>
                    <a:pt x="55384" y="31111"/>
                  </a:lnTo>
                  <a:lnTo>
                    <a:pt x="44615" y="34074"/>
                  </a:lnTo>
                  <a:lnTo>
                    <a:pt x="43076" y="37037"/>
                  </a:lnTo>
                  <a:lnTo>
                    <a:pt x="40000" y="45925"/>
                  </a:lnTo>
                  <a:lnTo>
                    <a:pt x="35384" y="56296"/>
                  </a:lnTo>
                  <a:lnTo>
                    <a:pt x="27692" y="63703"/>
                  </a:lnTo>
                  <a:lnTo>
                    <a:pt x="21538" y="66666"/>
                  </a:lnTo>
                  <a:lnTo>
                    <a:pt x="13846" y="66666"/>
                  </a:lnTo>
                  <a:lnTo>
                    <a:pt x="10769" y="65185"/>
                  </a:lnTo>
                  <a:lnTo>
                    <a:pt x="7692" y="65185"/>
                  </a:lnTo>
                  <a:lnTo>
                    <a:pt x="1538" y="69629"/>
                  </a:lnTo>
                  <a:lnTo>
                    <a:pt x="1538" y="72592"/>
                  </a:lnTo>
                  <a:lnTo>
                    <a:pt x="0" y="88888"/>
                  </a:lnTo>
                  <a:lnTo>
                    <a:pt x="20000" y="109629"/>
                  </a:lnTo>
                  <a:lnTo>
                    <a:pt x="21538" y="114074"/>
                  </a:lnTo>
                  <a:lnTo>
                    <a:pt x="23076" y="118518"/>
                  </a:lnTo>
                  <a:lnTo>
                    <a:pt x="23076" y="120000"/>
                  </a:lnTo>
                  <a:lnTo>
                    <a:pt x="26153" y="120000"/>
                  </a:lnTo>
                  <a:lnTo>
                    <a:pt x="27692" y="118518"/>
                  </a:lnTo>
                  <a:lnTo>
                    <a:pt x="30769" y="111111"/>
                  </a:lnTo>
                  <a:lnTo>
                    <a:pt x="32307" y="109629"/>
                  </a:lnTo>
                  <a:lnTo>
                    <a:pt x="53846" y="96296"/>
                  </a:lnTo>
                  <a:lnTo>
                    <a:pt x="87692" y="93333"/>
                  </a:lnTo>
                  <a:lnTo>
                    <a:pt x="95384" y="90370"/>
                  </a:lnTo>
                  <a:lnTo>
                    <a:pt x="100000" y="85925"/>
                  </a:lnTo>
                  <a:lnTo>
                    <a:pt x="104615" y="80000"/>
                  </a:lnTo>
                  <a:lnTo>
                    <a:pt x="110769" y="74074"/>
                  </a:lnTo>
                  <a:lnTo>
                    <a:pt x="112307" y="69629"/>
                  </a:lnTo>
                  <a:lnTo>
                    <a:pt x="110769" y="62222"/>
                  </a:lnTo>
                  <a:lnTo>
                    <a:pt x="106153" y="48888"/>
                  </a:lnTo>
                  <a:lnTo>
                    <a:pt x="104615" y="42962"/>
                  </a:lnTo>
                  <a:lnTo>
                    <a:pt x="104615" y="35555"/>
                  </a:lnTo>
                  <a:lnTo>
                    <a:pt x="106153" y="28148"/>
                  </a:lnTo>
                  <a:lnTo>
                    <a:pt x="110769" y="2074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Shape 5109"/>
            <p:cNvSpPr/>
            <p:nvPr/>
          </p:nvSpPr>
          <p:spPr>
            <a:xfrm>
              <a:off x="13547982" y="6542432"/>
              <a:ext cx="4763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6800"/>
                  </a:moveTo>
                  <a:lnTo>
                    <a:pt x="0" y="91200"/>
                  </a:lnTo>
                  <a:lnTo>
                    <a:pt x="30000" y="105600"/>
                  </a:lnTo>
                  <a:lnTo>
                    <a:pt x="45000" y="115200"/>
                  </a:lnTo>
                  <a:lnTo>
                    <a:pt x="75000" y="120000"/>
                  </a:lnTo>
                  <a:lnTo>
                    <a:pt x="120000" y="100800"/>
                  </a:lnTo>
                  <a:lnTo>
                    <a:pt x="90000" y="43200"/>
                  </a:lnTo>
                  <a:lnTo>
                    <a:pt x="105000" y="24000"/>
                  </a:lnTo>
                  <a:lnTo>
                    <a:pt x="105000" y="14400"/>
                  </a:lnTo>
                  <a:lnTo>
                    <a:pt x="105000" y="9600"/>
                  </a:lnTo>
                  <a:lnTo>
                    <a:pt x="75000" y="0"/>
                  </a:lnTo>
                  <a:lnTo>
                    <a:pt x="75000" y="0"/>
                  </a:lnTo>
                  <a:lnTo>
                    <a:pt x="60000" y="4800"/>
                  </a:lnTo>
                  <a:lnTo>
                    <a:pt x="45000" y="14400"/>
                  </a:lnTo>
                  <a:lnTo>
                    <a:pt x="45000" y="24000"/>
                  </a:lnTo>
                  <a:lnTo>
                    <a:pt x="45000" y="38400"/>
                  </a:lnTo>
                  <a:lnTo>
                    <a:pt x="60000" y="48000"/>
                  </a:lnTo>
                  <a:lnTo>
                    <a:pt x="45000" y="62400"/>
                  </a:lnTo>
                  <a:lnTo>
                    <a:pt x="0" y="768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Shape 5110"/>
            <p:cNvSpPr/>
            <p:nvPr/>
          </p:nvSpPr>
          <p:spPr>
            <a:xfrm>
              <a:off x="13474957" y="5077169"/>
              <a:ext cx="23813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347" y="3750"/>
                  </a:moveTo>
                  <a:lnTo>
                    <a:pt x="93913" y="0"/>
                  </a:lnTo>
                  <a:lnTo>
                    <a:pt x="0" y="112500"/>
                  </a:lnTo>
                  <a:lnTo>
                    <a:pt x="2608" y="120000"/>
                  </a:lnTo>
                  <a:lnTo>
                    <a:pt x="26086" y="97500"/>
                  </a:lnTo>
                  <a:lnTo>
                    <a:pt x="41739" y="90000"/>
                  </a:lnTo>
                  <a:lnTo>
                    <a:pt x="70434" y="112500"/>
                  </a:lnTo>
                  <a:lnTo>
                    <a:pt x="80869" y="101250"/>
                  </a:lnTo>
                  <a:lnTo>
                    <a:pt x="96521" y="71250"/>
                  </a:lnTo>
                  <a:lnTo>
                    <a:pt x="91304" y="63750"/>
                  </a:lnTo>
                  <a:lnTo>
                    <a:pt x="78260" y="63750"/>
                  </a:lnTo>
                  <a:lnTo>
                    <a:pt x="73043" y="63750"/>
                  </a:lnTo>
                  <a:lnTo>
                    <a:pt x="75652" y="48750"/>
                  </a:lnTo>
                  <a:lnTo>
                    <a:pt x="86086" y="33750"/>
                  </a:lnTo>
                  <a:lnTo>
                    <a:pt x="96521" y="22500"/>
                  </a:lnTo>
                  <a:lnTo>
                    <a:pt x="104347" y="41250"/>
                  </a:lnTo>
                  <a:lnTo>
                    <a:pt x="114782" y="48750"/>
                  </a:lnTo>
                  <a:lnTo>
                    <a:pt x="120000" y="41250"/>
                  </a:lnTo>
                  <a:lnTo>
                    <a:pt x="120000" y="22500"/>
                  </a:lnTo>
                  <a:lnTo>
                    <a:pt x="104347" y="375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Shape 5111"/>
            <p:cNvSpPr/>
            <p:nvPr/>
          </p:nvSpPr>
          <p:spPr>
            <a:xfrm>
              <a:off x="13509882" y="6574182"/>
              <a:ext cx="11113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545" y="0"/>
                  </a:moveTo>
                  <a:lnTo>
                    <a:pt x="27272" y="60000"/>
                  </a:lnTo>
                  <a:lnTo>
                    <a:pt x="10909" y="54000"/>
                  </a:lnTo>
                  <a:lnTo>
                    <a:pt x="5454" y="60000"/>
                  </a:lnTo>
                  <a:lnTo>
                    <a:pt x="5454" y="66000"/>
                  </a:lnTo>
                  <a:lnTo>
                    <a:pt x="5454" y="78000"/>
                  </a:lnTo>
                  <a:lnTo>
                    <a:pt x="0" y="102000"/>
                  </a:lnTo>
                  <a:lnTo>
                    <a:pt x="0" y="120000"/>
                  </a:lnTo>
                  <a:lnTo>
                    <a:pt x="5454" y="120000"/>
                  </a:lnTo>
                  <a:lnTo>
                    <a:pt x="49090" y="78000"/>
                  </a:lnTo>
                  <a:lnTo>
                    <a:pt x="60000" y="72000"/>
                  </a:lnTo>
                  <a:lnTo>
                    <a:pt x="87272" y="54000"/>
                  </a:lnTo>
                  <a:lnTo>
                    <a:pt x="114545" y="18000"/>
                  </a:lnTo>
                  <a:lnTo>
                    <a:pt x="120000" y="6000"/>
                  </a:lnTo>
                  <a:lnTo>
                    <a:pt x="120000" y="0"/>
                  </a:lnTo>
                  <a:lnTo>
                    <a:pt x="114545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Shape 5112"/>
            <p:cNvSpPr/>
            <p:nvPr/>
          </p:nvSpPr>
          <p:spPr>
            <a:xfrm>
              <a:off x="13579732" y="6380507"/>
              <a:ext cx="14288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333" y="55813"/>
                  </a:moveTo>
                  <a:lnTo>
                    <a:pt x="80000" y="44651"/>
                  </a:lnTo>
                  <a:lnTo>
                    <a:pt x="66666" y="41860"/>
                  </a:lnTo>
                  <a:lnTo>
                    <a:pt x="57777" y="36279"/>
                  </a:lnTo>
                  <a:lnTo>
                    <a:pt x="48888" y="22325"/>
                  </a:lnTo>
                  <a:lnTo>
                    <a:pt x="17777" y="2790"/>
                  </a:lnTo>
                  <a:lnTo>
                    <a:pt x="8888" y="0"/>
                  </a:lnTo>
                  <a:lnTo>
                    <a:pt x="0" y="8372"/>
                  </a:lnTo>
                  <a:lnTo>
                    <a:pt x="0" y="11162"/>
                  </a:lnTo>
                  <a:lnTo>
                    <a:pt x="0" y="25116"/>
                  </a:lnTo>
                  <a:lnTo>
                    <a:pt x="13333" y="39069"/>
                  </a:lnTo>
                  <a:lnTo>
                    <a:pt x="26666" y="50232"/>
                  </a:lnTo>
                  <a:lnTo>
                    <a:pt x="26666" y="55813"/>
                  </a:lnTo>
                  <a:lnTo>
                    <a:pt x="31111" y="61395"/>
                  </a:lnTo>
                  <a:lnTo>
                    <a:pt x="53333" y="83720"/>
                  </a:lnTo>
                  <a:lnTo>
                    <a:pt x="62222" y="92093"/>
                  </a:lnTo>
                  <a:lnTo>
                    <a:pt x="75555" y="108837"/>
                  </a:lnTo>
                  <a:lnTo>
                    <a:pt x="88888" y="117209"/>
                  </a:lnTo>
                  <a:lnTo>
                    <a:pt x="106666" y="120000"/>
                  </a:lnTo>
                  <a:lnTo>
                    <a:pt x="115555" y="117209"/>
                  </a:lnTo>
                  <a:lnTo>
                    <a:pt x="120000" y="114418"/>
                  </a:lnTo>
                  <a:lnTo>
                    <a:pt x="120000" y="111627"/>
                  </a:lnTo>
                  <a:lnTo>
                    <a:pt x="115555" y="108837"/>
                  </a:lnTo>
                  <a:lnTo>
                    <a:pt x="111111" y="106046"/>
                  </a:lnTo>
                  <a:lnTo>
                    <a:pt x="111111" y="97674"/>
                  </a:lnTo>
                  <a:lnTo>
                    <a:pt x="111111" y="94883"/>
                  </a:lnTo>
                  <a:lnTo>
                    <a:pt x="93333" y="86511"/>
                  </a:lnTo>
                  <a:lnTo>
                    <a:pt x="80000" y="78139"/>
                  </a:lnTo>
                  <a:lnTo>
                    <a:pt x="80000" y="69767"/>
                  </a:lnTo>
                  <a:lnTo>
                    <a:pt x="88888" y="64186"/>
                  </a:lnTo>
                  <a:lnTo>
                    <a:pt x="93333" y="5581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Shape 5113"/>
            <p:cNvSpPr/>
            <p:nvPr/>
          </p:nvSpPr>
          <p:spPr>
            <a:xfrm>
              <a:off x="13541632" y="7320307"/>
              <a:ext cx="7937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46666"/>
                  </a:moveTo>
                  <a:lnTo>
                    <a:pt x="64000" y="26666"/>
                  </a:lnTo>
                  <a:lnTo>
                    <a:pt x="56000" y="13333"/>
                  </a:lnTo>
                  <a:lnTo>
                    <a:pt x="48000" y="0"/>
                  </a:lnTo>
                  <a:lnTo>
                    <a:pt x="32000" y="6666"/>
                  </a:lnTo>
                  <a:lnTo>
                    <a:pt x="8000" y="6666"/>
                  </a:lnTo>
                  <a:lnTo>
                    <a:pt x="8000" y="20000"/>
                  </a:lnTo>
                  <a:lnTo>
                    <a:pt x="8000" y="66666"/>
                  </a:lnTo>
                  <a:lnTo>
                    <a:pt x="0" y="106666"/>
                  </a:lnTo>
                  <a:lnTo>
                    <a:pt x="0" y="120000"/>
                  </a:lnTo>
                  <a:lnTo>
                    <a:pt x="48000" y="100000"/>
                  </a:lnTo>
                  <a:lnTo>
                    <a:pt x="88000" y="86666"/>
                  </a:lnTo>
                  <a:lnTo>
                    <a:pt x="112000" y="73333"/>
                  </a:lnTo>
                  <a:lnTo>
                    <a:pt x="120000" y="66666"/>
                  </a:lnTo>
                  <a:lnTo>
                    <a:pt x="96000" y="66666"/>
                  </a:lnTo>
                  <a:lnTo>
                    <a:pt x="72000" y="4666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Shape 5114"/>
            <p:cNvSpPr/>
            <p:nvPr/>
          </p:nvSpPr>
          <p:spPr>
            <a:xfrm>
              <a:off x="13554332" y="6342407"/>
              <a:ext cx="19049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058" y="73636"/>
                  </a:moveTo>
                  <a:lnTo>
                    <a:pt x="74117" y="87272"/>
                  </a:lnTo>
                  <a:lnTo>
                    <a:pt x="84705" y="95454"/>
                  </a:lnTo>
                  <a:lnTo>
                    <a:pt x="91764" y="100909"/>
                  </a:lnTo>
                  <a:lnTo>
                    <a:pt x="105882" y="117272"/>
                  </a:lnTo>
                  <a:lnTo>
                    <a:pt x="112941" y="120000"/>
                  </a:lnTo>
                  <a:lnTo>
                    <a:pt x="120000" y="117272"/>
                  </a:lnTo>
                  <a:lnTo>
                    <a:pt x="120000" y="103636"/>
                  </a:lnTo>
                  <a:lnTo>
                    <a:pt x="112941" y="95454"/>
                  </a:lnTo>
                  <a:lnTo>
                    <a:pt x="102352" y="87272"/>
                  </a:lnTo>
                  <a:lnTo>
                    <a:pt x="98823" y="76363"/>
                  </a:lnTo>
                  <a:lnTo>
                    <a:pt x="88235" y="68181"/>
                  </a:lnTo>
                  <a:lnTo>
                    <a:pt x="88235" y="62727"/>
                  </a:lnTo>
                  <a:lnTo>
                    <a:pt x="88235" y="54545"/>
                  </a:lnTo>
                  <a:lnTo>
                    <a:pt x="84705" y="43636"/>
                  </a:lnTo>
                  <a:lnTo>
                    <a:pt x="77647" y="35454"/>
                  </a:lnTo>
                  <a:lnTo>
                    <a:pt x="70588" y="32727"/>
                  </a:lnTo>
                  <a:lnTo>
                    <a:pt x="67058" y="30000"/>
                  </a:lnTo>
                  <a:lnTo>
                    <a:pt x="52941" y="19090"/>
                  </a:lnTo>
                  <a:lnTo>
                    <a:pt x="31764" y="10909"/>
                  </a:lnTo>
                  <a:lnTo>
                    <a:pt x="21176" y="5454"/>
                  </a:lnTo>
                  <a:lnTo>
                    <a:pt x="14117" y="5454"/>
                  </a:lnTo>
                  <a:lnTo>
                    <a:pt x="7058" y="0"/>
                  </a:lnTo>
                  <a:lnTo>
                    <a:pt x="0" y="0"/>
                  </a:lnTo>
                  <a:lnTo>
                    <a:pt x="0" y="5454"/>
                  </a:lnTo>
                  <a:lnTo>
                    <a:pt x="7058" y="13636"/>
                  </a:lnTo>
                  <a:lnTo>
                    <a:pt x="14117" y="19090"/>
                  </a:lnTo>
                  <a:lnTo>
                    <a:pt x="21176" y="27272"/>
                  </a:lnTo>
                  <a:lnTo>
                    <a:pt x="31764" y="38181"/>
                  </a:lnTo>
                  <a:lnTo>
                    <a:pt x="42352" y="49090"/>
                  </a:lnTo>
                  <a:lnTo>
                    <a:pt x="60000" y="68181"/>
                  </a:lnTo>
                  <a:lnTo>
                    <a:pt x="67058" y="736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Shape 5115"/>
            <p:cNvSpPr/>
            <p:nvPr/>
          </p:nvSpPr>
          <p:spPr>
            <a:xfrm>
              <a:off x="13476545" y="7217120"/>
              <a:ext cx="17462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090" y="54545"/>
                  </a:moveTo>
                  <a:lnTo>
                    <a:pt x="105454" y="50909"/>
                  </a:lnTo>
                  <a:lnTo>
                    <a:pt x="69090" y="32727"/>
                  </a:lnTo>
                  <a:lnTo>
                    <a:pt x="65454" y="21818"/>
                  </a:lnTo>
                  <a:lnTo>
                    <a:pt x="54545" y="14545"/>
                  </a:lnTo>
                  <a:lnTo>
                    <a:pt x="50909" y="7272"/>
                  </a:lnTo>
                  <a:lnTo>
                    <a:pt x="14545" y="0"/>
                  </a:lnTo>
                  <a:lnTo>
                    <a:pt x="3636" y="18181"/>
                  </a:lnTo>
                  <a:lnTo>
                    <a:pt x="0" y="47272"/>
                  </a:lnTo>
                  <a:lnTo>
                    <a:pt x="3636" y="80000"/>
                  </a:lnTo>
                  <a:lnTo>
                    <a:pt x="18181" y="116363"/>
                  </a:lnTo>
                  <a:lnTo>
                    <a:pt x="36363" y="120000"/>
                  </a:lnTo>
                  <a:lnTo>
                    <a:pt x="50909" y="112727"/>
                  </a:lnTo>
                  <a:lnTo>
                    <a:pt x="83636" y="112727"/>
                  </a:lnTo>
                  <a:lnTo>
                    <a:pt x="94545" y="109090"/>
                  </a:lnTo>
                  <a:lnTo>
                    <a:pt x="109090" y="94545"/>
                  </a:lnTo>
                  <a:lnTo>
                    <a:pt x="112727" y="87272"/>
                  </a:lnTo>
                  <a:lnTo>
                    <a:pt x="120000" y="76363"/>
                  </a:lnTo>
                  <a:lnTo>
                    <a:pt x="120000" y="72727"/>
                  </a:lnTo>
                  <a:lnTo>
                    <a:pt x="116363" y="69090"/>
                  </a:lnTo>
                  <a:lnTo>
                    <a:pt x="109090" y="5454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Shape 5116"/>
            <p:cNvSpPr/>
            <p:nvPr/>
          </p:nvSpPr>
          <p:spPr>
            <a:xfrm>
              <a:off x="11363582" y="4327869"/>
              <a:ext cx="17462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588" y="38918"/>
                  </a:moveTo>
                  <a:lnTo>
                    <a:pt x="74117" y="32432"/>
                  </a:lnTo>
                  <a:lnTo>
                    <a:pt x="63529" y="16216"/>
                  </a:lnTo>
                  <a:lnTo>
                    <a:pt x="42352" y="3243"/>
                  </a:lnTo>
                  <a:lnTo>
                    <a:pt x="24705" y="0"/>
                  </a:lnTo>
                  <a:lnTo>
                    <a:pt x="10588" y="3243"/>
                  </a:lnTo>
                  <a:lnTo>
                    <a:pt x="3529" y="19459"/>
                  </a:lnTo>
                  <a:lnTo>
                    <a:pt x="0" y="38918"/>
                  </a:lnTo>
                  <a:lnTo>
                    <a:pt x="3529" y="58378"/>
                  </a:lnTo>
                  <a:lnTo>
                    <a:pt x="10588" y="77837"/>
                  </a:lnTo>
                  <a:lnTo>
                    <a:pt x="31764" y="81081"/>
                  </a:lnTo>
                  <a:lnTo>
                    <a:pt x="63529" y="84324"/>
                  </a:lnTo>
                  <a:lnTo>
                    <a:pt x="77647" y="97297"/>
                  </a:lnTo>
                  <a:lnTo>
                    <a:pt x="91764" y="110270"/>
                  </a:lnTo>
                  <a:lnTo>
                    <a:pt x="102352" y="120000"/>
                  </a:lnTo>
                  <a:lnTo>
                    <a:pt x="112941" y="120000"/>
                  </a:lnTo>
                  <a:lnTo>
                    <a:pt x="120000" y="94054"/>
                  </a:lnTo>
                  <a:lnTo>
                    <a:pt x="109411" y="81081"/>
                  </a:lnTo>
                  <a:lnTo>
                    <a:pt x="77647" y="84324"/>
                  </a:lnTo>
                  <a:lnTo>
                    <a:pt x="63529" y="64864"/>
                  </a:lnTo>
                  <a:lnTo>
                    <a:pt x="67058" y="48648"/>
                  </a:lnTo>
                  <a:lnTo>
                    <a:pt x="70588" y="3891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Shape 5117"/>
            <p:cNvSpPr/>
            <p:nvPr/>
          </p:nvSpPr>
          <p:spPr>
            <a:xfrm>
              <a:off x="11622346" y="3021357"/>
              <a:ext cx="49212" cy="666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806" y="3809"/>
                  </a:moveTo>
                  <a:lnTo>
                    <a:pt x="60645" y="0"/>
                  </a:lnTo>
                  <a:lnTo>
                    <a:pt x="37419" y="4761"/>
                  </a:lnTo>
                  <a:lnTo>
                    <a:pt x="23225" y="9523"/>
                  </a:lnTo>
                  <a:lnTo>
                    <a:pt x="3870" y="22857"/>
                  </a:lnTo>
                  <a:lnTo>
                    <a:pt x="1290" y="28571"/>
                  </a:lnTo>
                  <a:lnTo>
                    <a:pt x="0" y="36190"/>
                  </a:lnTo>
                  <a:lnTo>
                    <a:pt x="1290" y="42857"/>
                  </a:lnTo>
                  <a:lnTo>
                    <a:pt x="5161" y="47619"/>
                  </a:lnTo>
                  <a:lnTo>
                    <a:pt x="50322" y="91428"/>
                  </a:lnTo>
                  <a:lnTo>
                    <a:pt x="60645" y="107619"/>
                  </a:lnTo>
                  <a:lnTo>
                    <a:pt x="67096" y="112380"/>
                  </a:lnTo>
                  <a:lnTo>
                    <a:pt x="78709" y="118095"/>
                  </a:lnTo>
                  <a:lnTo>
                    <a:pt x="90322" y="120000"/>
                  </a:lnTo>
                  <a:lnTo>
                    <a:pt x="92903" y="117142"/>
                  </a:lnTo>
                  <a:lnTo>
                    <a:pt x="90322" y="109523"/>
                  </a:lnTo>
                  <a:lnTo>
                    <a:pt x="92903" y="105714"/>
                  </a:lnTo>
                  <a:lnTo>
                    <a:pt x="98064" y="108571"/>
                  </a:lnTo>
                  <a:lnTo>
                    <a:pt x="105806" y="114285"/>
                  </a:lnTo>
                  <a:lnTo>
                    <a:pt x="110967" y="114285"/>
                  </a:lnTo>
                  <a:lnTo>
                    <a:pt x="117419" y="107619"/>
                  </a:lnTo>
                  <a:lnTo>
                    <a:pt x="120000" y="105714"/>
                  </a:lnTo>
                  <a:lnTo>
                    <a:pt x="116129" y="101904"/>
                  </a:lnTo>
                  <a:lnTo>
                    <a:pt x="105806" y="99047"/>
                  </a:lnTo>
                  <a:lnTo>
                    <a:pt x="101935" y="93333"/>
                  </a:lnTo>
                  <a:lnTo>
                    <a:pt x="95483" y="82857"/>
                  </a:lnTo>
                  <a:lnTo>
                    <a:pt x="92903" y="77142"/>
                  </a:lnTo>
                  <a:lnTo>
                    <a:pt x="91612" y="72380"/>
                  </a:lnTo>
                  <a:lnTo>
                    <a:pt x="90322" y="64761"/>
                  </a:lnTo>
                  <a:lnTo>
                    <a:pt x="91612" y="58095"/>
                  </a:lnTo>
                  <a:lnTo>
                    <a:pt x="91612" y="55238"/>
                  </a:lnTo>
                  <a:lnTo>
                    <a:pt x="101935" y="50476"/>
                  </a:lnTo>
                  <a:lnTo>
                    <a:pt x="103225" y="45714"/>
                  </a:lnTo>
                  <a:lnTo>
                    <a:pt x="104516" y="39047"/>
                  </a:lnTo>
                  <a:lnTo>
                    <a:pt x="103225" y="38095"/>
                  </a:lnTo>
                  <a:lnTo>
                    <a:pt x="101935" y="36190"/>
                  </a:lnTo>
                  <a:lnTo>
                    <a:pt x="101935" y="34285"/>
                  </a:lnTo>
                  <a:lnTo>
                    <a:pt x="103225" y="32380"/>
                  </a:lnTo>
                  <a:lnTo>
                    <a:pt x="99354" y="25714"/>
                  </a:lnTo>
                  <a:lnTo>
                    <a:pt x="77419" y="7619"/>
                  </a:lnTo>
                  <a:lnTo>
                    <a:pt x="65806" y="380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Shape 5118"/>
            <p:cNvSpPr/>
            <p:nvPr/>
          </p:nvSpPr>
          <p:spPr>
            <a:xfrm>
              <a:off x="11411207" y="3453157"/>
              <a:ext cx="33338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476" y="93600"/>
                  </a:moveTo>
                  <a:lnTo>
                    <a:pt x="102857" y="120000"/>
                  </a:lnTo>
                  <a:lnTo>
                    <a:pt x="108571" y="117600"/>
                  </a:lnTo>
                  <a:lnTo>
                    <a:pt x="120000" y="98400"/>
                  </a:lnTo>
                  <a:lnTo>
                    <a:pt x="118095" y="76800"/>
                  </a:lnTo>
                  <a:lnTo>
                    <a:pt x="95238" y="38400"/>
                  </a:lnTo>
                  <a:lnTo>
                    <a:pt x="83809" y="19200"/>
                  </a:lnTo>
                  <a:lnTo>
                    <a:pt x="68571" y="4800"/>
                  </a:lnTo>
                  <a:lnTo>
                    <a:pt x="55238" y="0"/>
                  </a:lnTo>
                  <a:lnTo>
                    <a:pt x="36190" y="2400"/>
                  </a:lnTo>
                  <a:lnTo>
                    <a:pt x="28571" y="9600"/>
                  </a:lnTo>
                  <a:lnTo>
                    <a:pt x="19047" y="24000"/>
                  </a:lnTo>
                  <a:lnTo>
                    <a:pt x="26666" y="48000"/>
                  </a:lnTo>
                  <a:lnTo>
                    <a:pt x="20952" y="48000"/>
                  </a:lnTo>
                  <a:lnTo>
                    <a:pt x="13333" y="38400"/>
                  </a:lnTo>
                  <a:lnTo>
                    <a:pt x="9523" y="43200"/>
                  </a:lnTo>
                  <a:lnTo>
                    <a:pt x="0" y="55200"/>
                  </a:lnTo>
                  <a:lnTo>
                    <a:pt x="7619" y="69600"/>
                  </a:lnTo>
                  <a:lnTo>
                    <a:pt x="19047" y="76800"/>
                  </a:lnTo>
                  <a:lnTo>
                    <a:pt x="30476" y="936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Shape 5119"/>
            <p:cNvSpPr/>
            <p:nvPr/>
          </p:nvSpPr>
          <p:spPr>
            <a:xfrm>
              <a:off x="11368346" y="3778594"/>
              <a:ext cx="22225" cy="33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86557"/>
                  </a:moveTo>
                  <a:lnTo>
                    <a:pt x="15000" y="106229"/>
                  </a:lnTo>
                  <a:lnTo>
                    <a:pt x="21000" y="110163"/>
                  </a:lnTo>
                  <a:lnTo>
                    <a:pt x="33000" y="112131"/>
                  </a:lnTo>
                  <a:lnTo>
                    <a:pt x="57000" y="110163"/>
                  </a:lnTo>
                  <a:lnTo>
                    <a:pt x="63000" y="112131"/>
                  </a:lnTo>
                  <a:lnTo>
                    <a:pt x="81000" y="120000"/>
                  </a:lnTo>
                  <a:lnTo>
                    <a:pt x="87000" y="120000"/>
                  </a:lnTo>
                  <a:lnTo>
                    <a:pt x="93000" y="118032"/>
                  </a:lnTo>
                  <a:lnTo>
                    <a:pt x="105000" y="100327"/>
                  </a:lnTo>
                  <a:lnTo>
                    <a:pt x="120000" y="80655"/>
                  </a:lnTo>
                  <a:lnTo>
                    <a:pt x="117000" y="66885"/>
                  </a:lnTo>
                  <a:lnTo>
                    <a:pt x="111000" y="57049"/>
                  </a:lnTo>
                  <a:lnTo>
                    <a:pt x="90000" y="45245"/>
                  </a:lnTo>
                  <a:lnTo>
                    <a:pt x="96000" y="27540"/>
                  </a:lnTo>
                  <a:lnTo>
                    <a:pt x="99000" y="15737"/>
                  </a:lnTo>
                  <a:lnTo>
                    <a:pt x="99000" y="7868"/>
                  </a:lnTo>
                  <a:lnTo>
                    <a:pt x="87000" y="0"/>
                  </a:lnTo>
                  <a:lnTo>
                    <a:pt x="78000" y="1967"/>
                  </a:lnTo>
                  <a:lnTo>
                    <a:pt x="66000" y="9836"/>
                  </a:lnTo>
                  <a:lnTo>
                    <a:pt x="48000" y="29508"/>
                  </a:lnTo>
                  <a:lnTo>
                    <a:pt x="27000" y="39344"/>
                  </a:lnTo>
                  <a:lnTo>
                    <a:pt x="21000" y="51147"/>
                  </a:lnTo>
                  <a:lnTo>
                    <a:pt x="27000" y="68852"/>
                  </a:lnTo>
                  <a:lnTo>
                    <a:pt x="21000" y="76721"/>
                  </a:lnTo>
                  <a:lnTo>
                    <a:pt x="0" y="865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Shape 5120"/>
            <p:cNvSpPr/>
            <p:nvPr/>
          </p:nvSpPr>
          <p:spPr>
            <a:xfrm>
              <a:off x="11571546" y="2876894"/>
              <a:ext cx="73025" cy="809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5263"/>
                  </a:moveTo>
                  <a:lnTo>
                    <a:pt x="1714" y="31578"/>
                  </a:lnTo>
                  <a:lnTo>
                    <a:pt x="2571" y="33947"/>
                  </a:lnTo>
                  <a:lnTo>
                    <a:pt x="2571" y="34736"/>
                  </a:lnTo>
                  <a:lnTo>
                    <a:pt x="2571" y="36315"/>
                  </a:lnTo>
                  <a:lnTo>
                    <a:pt x="1714" y="40263"/>
                  </a:lnTo>
                  <a:lnTo>
                    <a:pt x="3428" y="42631"/>
                  </a:lnTo>
                  <a:lnTo>
                    <a:pt x="8571" y="58421"/>
                  </a:lnTo>
                  <a:lnTo>
                    <a:pt x="7714" y="60789"/>
                  </a:lnTo>
                  <a:lnTo>
                    <a:pt x="7714" y="63947"/>
                  </a:lnTo>
                  <a:lnTo>
                    <a:pt x="7714" y="67105"/>
                  </a:lnTo>
                  <a:lnTo>
                    <a:pt x="7714" y="71052"/>
                  </a:lnTo>
                  <a:lnTo>
                    <a:pt x="10285" y="74210"/>
                  </a:lnTo>
                  <a:lnTo>
                    <a:pt x="14571" y="76578"/>
                  </a:lnTo>
                  <a:lnTo>
                    <a:pt x="15428" y="79736"/>
                  </a:lnTo>
                  <a:lnTo>
                    <a:pt x="17142" y="82105"/>
                  </a:lnTo>
                  <a:lnTo>
                    <a:pt x="20571" y="84473"/>
                  </a:lnTo>
                  <a:lnTo>
                    <a:pt x="32571" y="95526"/>
                  </a:lnTo>
                  <a:lnTo>
                    <a:pt x="73714" y="111315"/>
                  </a:lnTo>
                  <a:lnTo>
                    <a:pt x="73714" y="113684"/>
                  </a:lnTo>
                  <a:lnTo>
                    <a:pt x="72857" y="116842"/>
                  </a:lnTo>
                  <a:lnTo>
                    <a:pt x="72857" y="118421"/>
                  </a:lnTo>
                  <a:lnTo>
                    <a:pt x="74571" y="119210"/>
                  </a:lnTo>
                  <a:lnTo>
                    <a:pt x="77142" y="120000"/>
                  </a:lnTo>
                  <a:lnTo>
                    <a:pt x="85714" y="117631"/>
                  </a:lnTo>
                  <a:lnTo>
                    <a:pt x="87428" y="116052"/>
                  </a:lnTo>
                  <a:lnTo>
                    <a:pt x="90857" y="115263"/>
                  </a:lnTo>
                  <a:lnTo>
                    <a:pt x="96000" y="116842"/>
                  </a:lnTo>
                  <a:lnTo>
                    <a:pt x="113142" y="95526"/>
                  </a:lnTo>
                  <a:lnTo>
                    <a:pt x="120000" y="79736"/>
                  </a:lnTo>
                  <a:lnTo>
                    <a:pt x="120000" y="77368"/>
                  </a:lnTo>
                  <a:lnTo>
                    <a:pt x="120000" y="74210"/>
                  </a:lnTo>
                  <a:lnTo>
                    <a:pt x="118285" y="71052"/>
                  </a:lnTo>
                  <a:lnTo>
                    <a:pt x="117428" y="71052"/>
                  </a:lnTo>
                  <a:lnTo>
                    <a:pt x="116571" y="71052"/>
                  </a:lnTo>
                  <a:lnTo>
                    <a:pt x="115714" y="71052"/>
                  </a:lnTo>
                  <a:lnTo>
                    <a:pt x="113142" y="68684"/>
                  </a:lnTo>
                  <a:lnTo>
                    <a:pt x="112285" y="65526"/>
                  </a:lnTo>
                  <a:lnTo>
                    <a:pt x="112285" y="63947"/>
                  </a:lnTo>
                  <a:lnTo>
                    <a:pt x="113142" y="63157"/>
                  </a:lnTo>
                  <a:lnTo>
                    <a:pt x="113142" y="62368"/>
                  </a:lnTo>
                  <a:lnTo>
                    <a:pt x="112285" y="58421"/>
                  </a:lnTo>
                  <a:lnTo>
                    <a:pt x="110571" y="53684"/>
                  </a:lnTo>
                  <a:lnTo>
                    <a:pt x="108857" y="48157"/>
                  </a:lnTo>
                  <a:lnTo>
                    <a:pt x="108857" y="43421"/>
                  </a:lnTo>
                  <a:lnTo>
                    <a:pt x="102857" y="36315"/>
                  </a:lnTo>
                  <a:lnTo>
                    <a:pt x="72857" y="14210"/>
                  </a:lnTo>
                  <a:lnTo>
                    <a:pt x="69428" y="14210"/>
                  </a:lnTo>
                  <a:lnTo>
                    <a:pt x="67714" y="11842"/>
                  </a:lnTo>
                  <a:lnTo>
                    <a:pt x="67714" y="11052"/>
                  </a:lnTo>
                  <a:lnTo>
                    <a:pt x="66857" y="9473"/>
                  </a:lnTo>
                  <a:lnTo>
                    <a:pt x="66000" y="8684"/>
                  </a:lnTo>
                  <a:lnTo>
                    <a:pt x="65142" y="7105"/>
                  </a:lnTo>
                  <a:lnTo>
                    <a:pt x="59142" y="3157"/>
                  </a:lnTo>
                  <a:lnTo>
                    <a:pt x="18000" y="0"/>
                  </a:lnTo>
                  <a:lnTo>
                    <a:pt x="13714" y="2368"/>
                  </a:lnTo>
                  <a:lnTo>
                    <a:pt x="7714" y="11052"/>
                  </a:lnTo>
                  <a:lnTo>
                    <a:pt x="6000" y="12631"/>
                  </a:lnTo>
                  <a:lnTo>
                    <a:pt x="3428" y="11052"/>
                  </a:lnTo>
                  <a:lnTo>
                    <a:pt x="0" y="14210"/>
                  </a:lnTo>
                  <a:lnTo>
                    <a:pt x="0" y="15789"/>
                  </a:lnTo>
                  <a:lnTo>
                    <a:pt x="0" y="18157"/>
                  </a:lnTo>
                  <a:lnTo>
                    <a:pt x="0" y="22105"/>
                  </a:lnTo>
                  <a:lnTo>
                    <a:pt x="0" y="23684"/>
                  </a:lnTo>
                  <a:lnTo>
                    <a:pt x="0" y="2526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Shape 5121"/>
            <p:cNvSpPr/>
            <p:nvPr/>
          </p:nvSpPr>
          <p:spPr>
            <a:xfrm>
              <a:off x="11350882" y="2867369"/>
              <a:ext cx="136524" cy="650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0" y="73388"/>
                  </a:moveTo>
                  <a:lnTo>
                    <a:pt x="0" y="73388"/>
                  </a:lnTo>
                  <a:lnTo>
                    <a:pt x="930" y="79338"/>
                  </a:lnTo>
                  <a:lnTo>
                    <a:pt x="8837" y="101157"/>
                  </a:lnTo>
                  <a:lnTo>
                    <a:pt x="10232" y="109090"/>
                  </a:lnTo>
                  <a:lnTo>
                    <a:pt x="10697" y="111074"/>
                  </a:lnTo>
                  <a:lnTo>
                    <a:pt x="14418" y="117024"/>
                  </a:lnTo>
                  <a:lnTo>
                    <a:pt x="77209" y="109090"/>
                  </a:lnTo>
                  <a:lnTo>
                    <a:pt x="81860" y="115041"/>
                  </a:lnTo>
                  <a:lnTo>
                    <a:pt x="86976" y="117024"/>
                  </a:lnTo>
                  <a:lnTo>
                    <a:pt x="89767" y="112066"/>
                  </a:lnTo>
                  <a:lnTo>
                    <a:pt x="91162" y="112066"/>
                  </a:lnTo>
                  <a:lnTo>
                    <a:pt x="92093" y="115041"/>
                  </a:lnTo>
                  <a:lnTo>
                    <a:pt x="92093" y="116033"/>
                  </a:lnTo>
                  <a:lnTo>
                    <a:pt x="92093" y="120000"/>
                  </a:lnTo>
                  <a:lnTo>
                    <a:pt x="95813" y="117024"/>
                  </a:lnTo>
                  <a:lnTo>
                    <a:pt x="97674" y="119008"/>
                  </a:lnTo>
                  <a:lnTo>
                    <a:pt x="98604" y="119008"/>
                  </a:lnTo>
                  <a:lnTo>
                    <a:pt x="99069" y="116033"/>
                  </a:lnTo>
                  <a:lnTo>
                    <a:pt x="98604" y="116033"/>
                  </a:lnTo>
                  <a:lnTo>
                    <a:pt x="96744" y="114049"/>
                  </a:lnTo>
                  <a:lnTo>
                    <a:pt x="96279" y="111074"/>
                  </a:lnTo>
                  <a:lnTo>
                    <a:pt x="97209" y="112066"/>
                  </a:lnTo>
                  <a:lnTo>
                    <a:pt x="100465" y="116033"/>
                  </a:lnTo>
                  <a:lnTo>
                    <a:pt x="101395" y="115041"/>
                  </a:lnTo>
                  <a:lnTo>
                    <a:pt x="102325" y="112066"/>
                  </a:lnTo>
                  <a:lnTo>
                    <a:pt x="103255" y="112066"/>
                  </a:lnTo>
                  <a:lnTo>
                    <a:pt x="106511" y="117024"/>
                  </a:lnTo>
                  <a:lnTo>
                    <a:pt x="107441" y="115041"/>
                  </a:lnTo>
                  <a:lnTo>
                    <a:pt x="109302" y="108099"/>
                  </a:lnTo>
                  <a:lnTo>
                    <a:pt x="109302" y="99173"/>
                  </a:lnTo>
                  <a:lnTo>
                    <a:pt x="107906" y="92231"/>
                  </a:lnTo>
                  <a:lnTo>
                    <a:pt x="107906" y="90247"/>
                  </a:lnTo>
                  <a:lnTo>
                    <a:pt x="108372" y="88264"/>
                  </a:lnTo>
                  <a:lnTo>
                    <a:pt x="108372" y="86280"/>
                  </a:lnTo>
                  <a:lnTo>
                    <a:pt x="107441" y="80330"/>
                  </a:lnTo>
                  <a:lnTo>
                    <a:pt x="107906" y="78347"/>
                  </a:lnTo>
                  <a:lnTo>
                    <a:pt x="107906" y="77355"/>
                  </a:lnTo>
                  <a:lnTo>
                    <a:pt x="107906" y="75371"/>
                  </a:lnTo>
                  <a:lnTo>
                    <a:pt x="111162" y="63471"/>
                  </a:lnTo>
                  <a:lnTo>
                    <a:pt x="110697" y="61487"/>
                  </a:lnTo>
                  <a:lnTo>
                    <a:pt x="110697" y="59504"/>
                  </a:lnTo>
                  <a:lnTo>
                    <a:pt x="110232" y="58512"/>
                  </a:lnTo>
                  <a:lnTo>
                    <a:pt x="109767" y="57520"/>
                  </a:lnTo>
                  <a:lnTo>
                    <a:pt x="110697" y="48595"/>
                  </a:lnTo>
                  <a:lnTo>
                    <a:pt x="111627" y="43636"/>
                  </a:lnTo>
                  <a:lnTo>
                    <a:pt x="114883" y="43636"/>
                  </a:lnTo>
                  <a:lnTo>
                    <a:pt x="116279" y="43636"/>
                  </a:lnTo>
                  <a:lnTo>
                    <a:pt x="120000" y="36694"/>
                  </a:lnTo>
                  <a:lnTo>
                    <a:pt x="117209" y="26776"/>
                  </a:lnTo>
                  <a:lnTo>
                    <a:pt x="116279" y="21818"/>
                  </a:lnTo>
                  <a:lnTo>
                    <a:pt x="114883" y="16859"/>
                  </a:lnTo>
                  <a:lnTo>
                    <a:pt x="113953" y="12892"/>
                  </a:lnTo>
                  <a:lnTo>
                    <a:pt x="112093" y="11900"/>
                  </a:lnTo>
                  <a:lnTo>
                    <a:pt x="109767" y="11900"/>
                  </a:lnTo>
                  <a:lnTo>
                    <a:pt x="108372" y="10909"/>
                  </a:lnTo>
                  <a:lnTo>
                    <a:pt x="106976" y="6942"/>
                  </a:lnTo>
                  <a:lnTo>
                    <a:pt x="106511" y="6942"/>
                  </a:lnTo>
                  <a:lnTo>
                    <a:pt x="105116" y="7933"/>
                  </a:lnTo>
                  <a:lnTo>
                    <a:pt x="100465" y="991"/>
                  </a:lnTo>
                  <a:lnTo>
                    <a:pt x="98604" y="0"/>
                  </a:lnTo>
                  <a:lnTo>
                    <a:pt x="93023" y="5950"/>
                  </a:lnTo>
                  <a:lnTo>
                    <a:pt x="92558" y="6942"/>
                  </a:lnTo>
                  <a:lnTo>
                    <a:pt x="92093" y="9917"/>
                  </a:lnTo>
                  <a:lnTo>
                    <a:pt x="92093" y="12892"/>
                  </a:lnTo>
                  <a:lnTo>
                    <a:pt x="91627" y="15867"/>
                  </a:lnTo>
                  <a:lnTo>
                    <a:pt x="91162" y="16859"/>
                  </a:lnTo>
                  <a:lnTo>
                    <a:pt x="88372" y="12892"/>
                  </a:lnTo>
                  <a:lnTo>
                    <a:pt x="87906" y="13884"/>
                  </a:lnTo>
                  <a:lnTo>
                    <a:pt x="87906" y="16859"/>
                  </a:lnTo>
                  <a:lnTo>
                    <a:pt x="87441" y="16859"/>
                  </a:lnTo>
                  <a:lnTo>
                    <a:pt x="85581" y="12892"/>
                  </a:lnTo>
                  <a:lnTo>
                    <a:pt x="84651" y="10909"/>
                  </a:lnTo>
                  <a:lnTo>
                    <a:pt x="83720" y="8925"/>
                  </a:lnTo>
                  <a:lnTo>
                    <a:pt x="82325" y="5950"/>
                  </a:lnTo>
                  <a:lnTo>
                    <a:pt x="79534" y="9917"/>
                  </a:lnTo>
                  <a:lnTo>
                    <a:pt x="78139" y="10909"/>
                  </a:lnTo>
                  <a:lnTo>
                    <a:pt x="73023" y="6942"/>
                  </a:lnTo>
                  <a:lnTo>
                    <a:pt x="73488" y="7933"/>
                  </a:lnTo>
                  <a:lnTo>
                    <a:pt x="73953" y="10909"/>
                  </a:lnTo>
                  <a:lnTo>
                    <a:pt x="71162" y="11900"/>
                  </a:lnTo>
                  <a:lnTo>
                    <a:pt x="71162" y="6942"/>
                  </a:lnTo>
                  <a:lnTo>
                    <a:pt x="48837" y="3966"/>
                  </a:lnTo>
                  <a:lnTo>
                    <a:pt x="47906" y="6942"/>
                  </a:lnTo>
                  <a:lnTo>
                    <a:pt x="44186" y="16859"/>
                  </a:lnTo>
                  <a:lnTo>
                    <a:pt x="40930" y="21818"/>
                  </a:lnTo>
                  <a:lnTo>
                    <a:pt x="39069" y="21818"/>
                  </a:lnTo>
                  <a:lnTo>
                    <a:pt x="36744" y="13884"/>
                  </a:lnTo>
                  <a:lnTo>
                    <a:pt x="36279" y="16859"/>
                  </a:lnTo>
                  <a:lnTo>
                    <a:pt x="35348" y="21818"/>
                  </a:lnTo>
                  <a:lnTo>
                    <a:pt x="34883" y="23801"/>
                  </a:lnTo>
                  <a:lnTo>
                    <a:pt x="33953" y="23801"/>
                  </a:lnTo>
                  <a:lnTo>
                    <a:pt x="33023" y="21818"/>
                  </a:lnTo>
                  <a:lnTo>
                    <a:pt x="32558" y="17851"/>
                  </a:lnTo>
                  <a:lnTo>
                    <a:pt x="32558" y="10909"/>
                  </a:lnTo>
                  <a:lnTo>
                    <a:pt x="30232" y="991"/>
                  </a:lnTo>
                  <a:lnTo>
                    <a:pt x="28372" y="991"/>
                  </a:lnTo>
                  <a:lnTo>
                    <a:pt x="24186" y="12892"/>
                  </a:lnTo>
                  <a:lnTo>
                    <a:pt x="23720" y="13884"/>
                  </a:lnTo>
                  <a:lnTo>
                    <a:pt x="22790" y="11900"/>
                  </a:lnTo>
                  <a:lnTo>
                    <a:pt x="21395" y="11900"/>
                  </a:lnTo>
                  <a:lnTo>
                    <a:pt x="20465" y="15867"/>
                  </a:lnTo>
                  <a:lnTo>
                    <a:pt x="14418" y="19834"/>
                  </a:lnTo>
                  <a:lnTo>
                    <a:pt x="11627" y="26776"/>
                  </a:lnTo>
                  <a:lnTo>
                    <a:pt x="9302" y="28760"/>
                  </a:lnTo>
                  <a:lnTo>
                    <a:pt x="6046" y="37685"/>
                  </a:lnTo>
                  <a:lnTo>
                    <a:pt x="2325" y="40661"/>
                  </a:lnTo>
                  <a:lnTo>
                    <a:pt x="1395" y="45619"/>
                  </a:lnTo>
                  <a:lnTo>
                    <a:pt x="1860" y="49586"/>
                  </a:lnTo>
                  <a:lnTo>
                    <a:pt x="2325" y="53553"/>
                  </a:lnTo>
                  <a:lnTo>
                    <a:pt x="1860" y="57520"/>
                  </a:lnTo>
                  <a:lnTo>
                    <a:pt x="930" y="57520"/>
                  </a:lnTo>
                  <a:lnTo>
                    <a:pt x="1395" y="59504"/>
                  </a:lnTo>
                  <a:lnTo>
                    <a:pt x="1395" y="61487"/>
                  </a:lnTo>
                  <a:lnTo>
                    <a:pt x="1395" y="63471"/>
                  </a:lnTo>
                  <a:lnTo>
                    <a:pt x="930" y="67438"/>
                  </a:lnTo>
                  <a:lnTo>
                    <a:pt x="1860" y="69421"/>
                  </a:lnTo>
                  <a:lnTo>
                    <a:pt x="1395" y="71404"/>
                  </a:lnTo>
                  <a:lnTo>
                    <a:pt x="930" y="7338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Shape 5122"/>
            <p:cNvSpPr/>
            <p:nvPr/>
          </p:nvSpPr>
          <p:spPr>
            <a:xfrm>
              <a:off x="11662032" y="2714969"/>
              <a:ext cx="9524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117" y="69230"/>
                  </a:moveTo>
                  <a:lnTo>
                    <a:pt x="0" y="80000"/>
                  </a:lnTo>
                  <a:lnTo>
                    <a:pt x="0" y="89230"/>
                  </a:lnTo>
                  <a:lnTo>
                    <a:pt x="0" y="100000"/>
                  </a:lnTo>
                  <a:lnTo>
                    <a:pt x="14117" y="110769"/>
                  </a:lnTo>
                  <a:lnTo>
                    <a:pt x="35294" y="116923"/>
                  </a:lnTo>
                  <a:lnTo>
                    <a:pt x="56470" y="120000"/>
                  </a:lnTo>
                  <a:lnTo>
                    <a:pt x="84705" y="115384"/>
                  </a:lnTo>
                  <a:lnTo>
                    <a:pt x="98823" y="107692"/>
                  </a:lnTo>
                  <a:lnTo>
                    <a:pt x="105882" y="95384"/>
                  </a:lnTo>
                  <a:lnTo>
                    <a:pt x="112941" y="86153"/>
                  </a:lnTo>
                  <a:lnTo>
                    <a:pt x="112941" y="76923"/>
                  </a:lnTo>
                  <a:lnTo>
                    <a:pt x="105882" y="64615"/>
                  </a:lnTo>
                  <a:lnTo>
                    <a:pt x="91764" y="52307"/>
                  </a:lnTo>
                  <a:lnTo>
                    <a:pt x="112941" y="32307"/>
                  </a:lnTo>
                  <a:lnTo>
                    <a:pt x="120000" y="18461"/>
                  </a:lnTo>
                  <a:lnTo>
                    <a:pt x="98823" y="3076"/>
                  </a:lnTo>
                  <a:lnTo>
                    <a:pt x="84705" y="0"/>
                  </a:lnTo>
                  <a:lnTo>
                    <a:pt x="77647" y="1538"/>
                  </a:lnTo>
                  <a:lnTo>
                    <a:pt x="56470" y="6153"/>
                  </a:lnTo>
                  <a:lnTo>
                    <a:pt x="49411" y="10769"/>
                  </a:lnTo>
                  <a:lnTo>
                    <a:pt x="49411" y="10769"/>
                  </a:lnTo>
                  <a:lnTo>
                    <a:pt x="35294" y="10769"/>
                  </a:lnTo>
                  <a:lnTo>
                    <a:pt x="28235" y="13846"/>
                  </a:lnTo>
                  <a:lnTo>
                    <a:pt x="21176" y="16923"/>
                  </a:lnTo>
                  <a:lnTo>
                    <a:pt x="21176" y="21538"/>
                  </a:lnTo>
                  <a:lnTo>
                    <a:pt x="21176" y="24615"/>
                  </a:lnTo>
                  <a:lnTo>
                    <a:pt x="28235" y="32307"/>
                  </a:lnTo>
                  <a:lnTo>
                    <a:pt x="35294" y="38461"/>
                  </a:lnTo>
                  <a:lnTo>
                    <a:pt x="35294" y="46153"/>
                  </a:lnTo>
                  <a:lnTo>
                    <a:pt x="35294" y="49230"/>
                  </a:lnTo>
                  <a:lnTo>
                    <a:pt x="49411" y="49230"/>
                  </a:lnTo>
                  <a:lnTo>
                    <a:pt x="49411" y="49230"/>
                  </a:lnTo>
                  <a:lnTo>
                    <a:pt x="56470" y="50769"/>
                  </a:lnTo>
                  <a:lnTo>
                    <a:pt x="70588" y="52307"/>
                  </a:lnTo>
                  <a:lnTo>
                    <a:pt x="77647" y="55384"/>
                  </a:lnTo>
                  <a:lnTo>
                    <a:pt x="28235" y="63076"/>
                  </a:lnTo>
                  <a:lnTo>
                    <a:pt x="14117" y="6923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Shape 5123"/>
            <p:cNvSpPr/>
            <p:nvPr/>
          </p:nvSpPr>
          <p:spPr>
            <a:xfrm>
              <a:off x="11439782" y="3199157"/>
              <a:ext cx="33338" cy="460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36" y="51818"/>
                  </a:moveTo>
                  <a:lnTo>
                    <a:pt x="17704" y="54545"/>
                  </a:lnTo>
                  <a:lnTo>
                    <a:pt x="17704" y="75000"/>
                  </a:lnTo>
                  <a:lnTo>
                    <a:pt x="21639" y="91363"/>
                  </a:lnTo>
                  <a:lnTo>
                    <a:pt x="29508" y="105000"/>
                  </a:lnTo>
                  <a:lnTo>
                    <a:pt x="39344" y="114545"/>
                  </a:lnTo>
                  <a:lnTo>
                    <a:pt x="57049" y="120000"/>
                  </a:lnTo>
                  <a:lnTo>
                    <a:pt x="116065" y="107727"/>
                  </a:lnTo>
                  <a:lnTo>
                    <a:pt x="120000" y="103636"/>
                  </a:lnTo>
                  <a:lnTo>
                    <a:pt x="118032" y="91363"/>
                  </a:lnTo>
                  <a:lnTo>
                    <a:pt x="114098" y="81818"/>
                  </a:lnTo>
                  <a:lnTo>
                    <a:pt x="96393" y="62727"/>
                  </a:lnTo>
                  <a:lnTo>
                    <a:pt x="92459" y="60000"/>
                  </a:lnTo>
                  <a:lnTo>
                    <a:pt x="88524" y="58636"/>
                  </a:lnTo>
                  <a:lnTo>
                    <a:pt x="88524" y="51818"/>
                  </a:lnTo>
                  <a:lnTo>
                    <a:pt x="88524" y="50454"/>
                  </a:lnTo>
                  <a:lnTo>
                    <a:pt x="82622" y="38181"/>
                  </a:lnTo>
                  <a:lnTo>
                    <a:pt x="80655" y="27272"/>
                  </a:lnTo>
                  <a:lnTo>
                    <a:pt x="80655" y="20454"/>
                  </a:lnTo>
                  <a:lnTo>
                    <a:pt x="78688" y="13636"/>
                  </a:lnTo>
                  <a:lnTo>
                    <a:pt x="72786" y="8181"/>
                  </a:lnTo>
                  <a:lnTo>
                    <a:pt x="64918" y="1363"/>
                  </a:lnTo>
                  <a:lnTo>
                    <a:pt x="62950" y="0"/>
                  </a:lnTo>
                  <a:lnTo>
                    <a:pt x="60983" y="2727"/>
                  </a:lnTo>
                  <a:lnTo>
                    <a:pt x="41311" y="16363"/>
                  </a:lnTo>
                  <a:lnTo>
                    <a:pt x="7868" y="24545"/>
                  </a:lnTo>
                  <a:lnTo>
                    <a:pt x="0" y="32727"/>
                  </a:lnTo>
                  <a:lnTo>
                    <a:pt x="1967" y="40909"/>
                  </a:lnTo>
                  <a:lnTo>
                    <a:pt x="5901" y="47727"/>
                  </a:lnTo>
                  <a:lnTo>
                    <a:pt x="9836" y="5181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Shape 5124"/>
            <p:cNvSpPr/>
            <p:nvPr/>
          </p:nvSpPr>
          <p:spPr>
            <a:xfrm>
              <a:off x="11058782" y="2786407"/>
              <a:ext cx="22225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902" y="120000"/>
                  </a:moveTo>
                  <a:lnTo>
                    <a:pt x="52682" y="117735"/>
                  </a:lnTo>
                  <a:lnTo>
                    <a:pt x="99512" y="67924"/>
                  </a:lnTo>
                  <a:lnTo>
                    <a:pt x="114146" y="61132"/>
                  </a:lnTo>
                  <a:lnTo>
                    <a:pt x="120000" y="56603"/>
                  </a:lnTo>
                  <a:lnTo>
                    <a:pt x="120000" y="49811"/>
                  </a:lnTo>
                  <a:lnTo>
                    <a:pt x="120000" y="31698"/>
                  </a:lnTo>
                  <a:lnTo>
                    <a:pt x="114146" y="15849"/>
                  </a:lnTo>
                  <a:lnTo>
                    <a:pt x="108292" y="9056"/>
                  </a:lnTo>
                  <a:lnTo>
                    <a:pt x="96585" y="0"/>
                  </a:lnTo>
                  <a:lnTo>
                    <a:pt x="67317" y="4528"/>
                  </a:lnTo>
                  <a:lnTo>
                    <a:pt x="55609" y="11320"/>
                  </a:lnTo>
                  <a:lnTo>
                    <a:pt x="11707" y="61132"/>
                  </a:lnTo>
                  <a:lnTo>
                    <a:pt x="5853" y="74716"/>
                  </a:lnTo>
                  <a:lnTo>
                    <a:pt x="0" y="86037"/>
                  </a:lnTo>
                  <a:lnTo>
                    <a:pt x="5853" y="104150"/>
                  </a:lnTo>
                  <a:lnTo>
                    <a:pt x="11707" y="113207"/>
                  </a:lnTo>
                  <a:lnTo>
                    <a:pt x="43902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Shape 5125"/>
            <p:cNvSpPr/>
            <p:nvPr/>
          </p:nvSpPr>
          <p:spPr>
            <a:xfrm>
              <a:off x="11368346" y="3265832"/>
              <a:ext cx="166688" cy="185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8012" y="30340"/>
                  </a:moveTo>
                  <a:lnTo>
                    <a:pt x="27255" y="31022"/>
                  </a:lnTo>
                  <a:lnTo>
                    <a:pt x="26876" y="31022"/>
                  </a:lnTo>
                  <a:lnTo>
                    <a:pt x="24984" y="30681"/>
                  </a:lnTo>
                  <a:lnTo>
                    <a:pt x="23848" y="30340"/>
                  </a:lnTo>
                  <a:lnTo>
                    <a:pt x="23470" y="28977"/>
                  </a:lnTo>
                  <a:lnTo>
                    <a:pt x="23091" y="27613"/>
                  </a:lnTo>
                  <a:lnTo>
                    <a:pt x="21955" y="26931"/>
                  </a:lnTo>
                  <a:lnTo>
                    <a:pt x="18927" y="26590"/>
                  </a:lnTo>
                  <a:lnTo>
                    <a:pt x="18548" y="26931"/>
                  </a:lnTo>
                  <a:lnTo>
                    <a:pt x="18548" y="27954"/>
                  </a:lnTo>
                  <a:lnTo>
                    <a:pt x="18548" y="29318"/>
                  </a:lnTo>
                  <a:lnTo>
                    <a:pt x="18170" y="29318"/>
                  </a:lnTo>
                  <a:lnTo>
                    <a:pt x="17791" y="28295"/>
                  </a:lnTo>
                  <a:lnTo>
                    <a:pt x="14763" y="28977"/>
                  </a:lnTo>
                  <a:lnTo>
                    <a:pt x="13249" y="30340"/>
                  </a:lnTo>
                  <a:lnTo>
                    <a:pt x="12492" y="33409"/>
                  </a:lnTo>
                  <a:lnTo>
                    <a:pt x="13249" y="34090"/>
                  </a:lnTo>
                  <a:lnTo>
                    <a:pt x="14763" y="33750"/>
                  </a:lnTo>
                  <a:lnTo>
                    <a:pt x="15899" y="32727"/>
                  </a:lnTo>
                  <a:lnTo>
                    <a:pt x="15899" y="32386"/>
                  </a:lnTo>
                  <a:lnTo>
                    <a:pt x="15899" y="31022"/>
                  </a:lnTo>
                  <a:lnTo>
                    <a:pt x="15899" y="31022"/>
                  </a:lnTo>
                  <a:lnTo>
                    <a:pt x="16277" y="30681"/>
                  </a:lnTo>
                  <a:lnTo>
                    <a:pt x="16656" y="31022"/>
                  </a:lnTo>
                  <a:lnTo>
                    <a:pt x="17791" y="30681"/>
                  </a:lnTo>
                  <a:lnTo>
                    <a:pt x="26876" y="33068"/>
                  </a:lnTo>
                  <a:lnTo>
                    <a:pt x="26498" y="34431"/>
                  </a:lnTo>
                  <a:lnTo>
                    <a:pt x="21955" y="37159"/>
                  </a:lnTo>
                  <a:lnTo>
                    <a:pt x="21577" y="36477"/>
                  </a:lnTo>
                  <a:lnTo>
                    <a:pt x="22712" y="34772"/>
                  </a:lnTo>
                  <a:lnTo>
                    <a:pt x="23091" y="34431"/>
                  </a:lnTo>
                  <a:lnTo>
                    <a:pt x="21955" y="32386"/>
                  </a:lnTo>
                  <a:lnTo>
                    <a:pt x="20441" y="33750"/>
                  </a:lnTo>
                  <a:lnTo>
                    <a:pt x="18548" y="39886"/>
                  </a:lnTo>
                  <a:lnTo>
                    <a:pt x="15141" y="41931"/>
                  </a:lnTo>
                  <a:lnTo>
                    <a:pt x="14006" y="42613"/>
                  </a:lnTo>
                  <a:lnTo>
                    <a:pt x="14006" y="43295"/>
                  </a:lnTo>
                  <a:lnTo>
                    <a:pt x="14384" y="43295"/>
                  </a:lnTo>
                  <a:lnTo>
                    <a:pt x="14006" y="44659"/>
                  </a:lnTo>
                  <a:lnTo>
                    <a:pt x="22334" y="42613"/>
                  </a:lnTo>
                  <a:lnTo>
                    <a:pt x="23470" y="43636"/>
                  </a:lnTo>
                  <a:lnTo>
                    <a:pt x="21955" y="44659"/>
                  </a:lnTo>
                  <a:lnTo>
                    <a:pt x="18927" y="45000"/>
                  </a:lnTo>
                  <a:lnTo>
                    <a:pt x="17034" y="46363"/>
                  </a:lnTo>
                  <a:lnTo>
                    <a:pt x="16656" y="47045"/>
                  </a:lnTo>
                  <a:lnTo>
                    <a:pt x="16656" y="47727"/>
                  </a:lnTo>
                  <a:lnTo>
                    <a:pt x="17034" y="48409"/>
                  </a:lnTo>
                  <a:lnTo>
                    <a:pt x="17791" y="49090"/>
                  </a:lnTo>
                  <a:lnTo>
                    <a:pt x="19305" y="48068"/>
                  </a:lnTo>
                  <a:lnTo>
                    <a:pt x="20063" y="47727"/>
                  </a:lnTo>
                  <a:lnTo>
                    <a:pt x="21198" y="48409"/>
                  </a:lnTo>
                  <a:lnTo>
                    <a:pt x="17791" y="50795"/>
                  </a:lnTo>
                  <a:lnTo>
                    <a:pt x="15520" y="49772"/>
                  </a:lnTo>
                  <a:lnTo>
                    <a:pt x="7949" y="52840"/>
                  </a:lnTo>
                  <a:lnTo>
                    <a:pt x="6435" y="54204"/>
                  </a:lnTo>
                  <a:lnTo>
                    <a:pt x="6435" y="54886"/>
                  </a:lnTo>
                  <a:lnTo>
                    <a:pt x="6813" y="55227"/>
                  </a:lnTo>
                  <a:lnTo>
                    <a:pt x="7192" y="55909"/>
                  </a:lnTo>
                  <a:lnTo>
                    <a:pt x="7570" y="55909"/>
                  </a:lnTo>
                  <a:lnTo>
                    <a:pt x="7192" y="57613"/>
                  </a:lnTo>
                  <a:lnTo>
                    <a:pt x="7192" y="57954"/>
                  </a:lnTo>
                  <a:lnTo>
                    <a:pt x="5678" y="56931"/>
                  </a:lnTo>
                  <a:lnTo>
                    <a:pt x="4921" y="56250"/>
                  </a:lnTo>
                  <a:lnTo>
                    <a:pt x="4164" y="56250"/>
                  </a:lnTo>
                  <a:lnTo>
                    <a:pt x="3785" y="56590"/>
                  </a:lnTo>
                  <a:lnTo>
                    <a:pt x="3785" y="57272"/>
                  </a:lnTo>
                  <a:lnTo>
                    <a:pt x="3785" y="57954"/>
                  </a:lnTo>
                  <a:lnTo>
                    <a:pt x="3785" y="58295"/>
                  </a:lnTo>
                  <a:lnTo>
                    <a:pt x="3785" y="59318"/>
                  </a:lnTo>
                  <a:lnTo>
                    <a:pt x="3028" y="63068"/>
                  </a:lnTo>
                  <a:lnTo>
                    <a:pt x="1892" y="64772"/>
                  </a:lnTo>
                  <a:lnTo>
                    <a:pt x="378" y="68181"/>
                  </a:lnTo>
                  <a:lnTo>
                    <a:pt x="757" y="68863"/>
                  </a:lnTo>
                  <a:lnTo>
                    <a:pt x="757" y="70227"/>
                  </a:lnTo>
                  <a:lnTo>
                    <a:pt x="0" y="70909"/>
                  </a:lnTo>
                  <a:lnTo>
                    <a:pt x="0" y="71931"/>
                  </a:lnTo>
                  <a:lnTo>
                    <a:pt x="378" y="73977"/>
                  </a:lnTo>
                  <a:lnTo>
                    <a:pt x="757" y="75681"/>
                  </a:lnTo>
                  <a:lnTo>
                    <a:pt x="757" y="78068"/>
                  </a:lnTo>
                  <a:lnTo>
                    <a:pt x="378" y="79772"/>
                  </a:lnTo>
                  <a:lnTo>
                    <a:pt x="0" y="80795"/>
                  </a:lnTo>
                  <a:lnTo>
                    <a:pt x="1135" y="81477"/>
                  </a:lnTo>
                  <a:lnTo>
                    <a:pt x="1892" y="80795"/>
                  </a:lnTo>
                  <a:lnTo>
                    <a:pt x="3028" y="79772"/>
                  </a:lnTo>
                  <a:lnTo>
                    <a:pt x="3406" y="78750"/>
                  </a:lnTo>
                  <a:lnTo>
                    <a:pt x="9463" y="78409"/>
                  </a:lnTo>
                  <a:lnTo>
                    <a:pt x="10599" y="78750"/>
                  </a:lnTo>
                  <a:lnTo>
                    <a:pt x="10977" y="80795"/>
                  </a:lnTo>
                  <a:lnTo>
                    <a:pt x="10599" y="81818"/>
                  </a:lnTo>
                  <a:lnTo>
                    <a:pt x="9463" y="81818"/>
                  </a:lnTo>
                  <a:lnTo>
                    <a:pt x="8328" y="81136"/>
                  </a:lnTo>
                  <a:lnTo>
                    <a:pt x="8706" y="82840"/>
                  </a:lnTo>
                  <a:lnTo>
                    <a:pt x="8706" y="84204"/>
                  </a:lnTo>
                  <a:lnTo>
                    <a:pt x="8706" y="85568"/>
                  </a:lnTo>
                  <a:lnTo>
                    <a:pt x="8328" y="86931"/>
                  </a:lnTo>
                  <a:lnTo>
                    <a:pt x="9085" y="88977"/>
                  </a:lnTo>
                  <a:lnTo>
                    <a:pt x="10599" y="90340"/>
                  </a:lnTo>
                  <a:lnTo>
                    <a:pt x="14006" y="90000"/>
                  </a:lnTo>
                  <a:lnTo>
                    <a:pt x="15141" y="89659"/>
                  </a:lnTo>
                  <a:lnTo>
                    <a:pt x="15520" y="88636"/>
                  </a:lnTo>
                  <a:lnTo>
                    <a:pt x="15520" y="87272"/>
                  </a:lnTo>
                  <a:lnTo>
                    <a:pt x="15899" y="86590"/>
                  </a:lnTo>
                  <a:lnTo>
                    <a:pt x="15520" y="85568"/>
                  </a:lnTo>
                  <a:lnTo>
                    <a:pt x="15520" y="84886"/>
                  </a:lnTo>
                  <a:lnTo>
                    <a:pt x="15899" y="84204"/>
                  </a:lnTo>
                  <a:lnTo>
                    <a:pt x="15899" y="83522"/>
                  </a:lnTo>
                  <a:lnTo>
                    <a:pt x="17034" y="80795"/>
                  </a:lnTo>
                  <a:lnTo>
                    <a:pt x="16656" y="79772"/>
                  </a:lnTo>
                  <a:lnTo>
                    <a:pt x="17034" y="78068"/>
                  </a:lnTo>
                  <a:lnTo>
                    <a:pt x="16656" y="76704"/>
                  </a:lnTo>
                  <a:lnTo>
                    <a:pt x="18927" y="75681"/>
                  </a:lnTo>
                  <a:lnTo>
                    <a:pt x="20063" y="76363"/>
                  </a:lnTo>
                  <a:lnTo>
                    <a:pt x="20441" y="77386"/>
                  </a:lnTo>
                  <a:lnTo>
                    <a:pt x="19684" y="78068"/>
                  </a:lnTo>
                  <a:lnTo>
                    <a:pt x="18927" y="80113"/>
                  </a:lnTo>
                  <a:lnTo>
                    <a:pt x="18170" y="81818"/>
                  </a:lnTo>
                  <a:lnTo>
                    <a:pt x="17791" y="84204"/>
                  </a:lnTo>
                  <a:lnTo>
                    <a:pt x="18927" y="83863"/>
                  </a:lnTo>
                  <a:lnTo>
                    <a:pt x="19305" y="83522"/>
                  </a:lnTo>
                  <a:lnTo>
                    <a:pt x="20063" y="82159"/>
                  </a:lnTo>
                  <a:lnTo>
                    <a:pt x="20441" y="82159"/>
                  </a:lnTo>
                  <a:lnTo>
                    <a:pt x="21198" y="82159"/>
                  </a:lnTo>
                  <a:lnTo>
                    <a:pt x="21577" y="82159"/>
                  </a:lnTo>
                  <a:lnTo>
                    <a:pt x="21577" y="83181"/>
                  </a:lnTo>
                  <a:lnTo>
                    <a:pt x="21955" y="84545"/>
                  </a:lnTo>
                  <a:lnTo>
                    <a:pt x="18927" y="85227"/>
                  </a:lnTo>
                  <a:lnTo>
                    <a:pt x="18170" y="86590"/>
                  </a:lnTo>
                  <a:lnTo>
                    <a:pt x="18927" y="88636"/>
                  </a:lnTo>
                  <a:lnTo>
                    <a:pt x="20063" y="90340"/>
                  </a:lnTo>
                  <a:lnTo>
                    <a:pt x="22334" y="91022"/>
                  </a:lnTo>
                  <a:lnTo>
                    <a:pt x="22334" y="91363"/>
                  </a:lnTo>
                  <a:lnTo>
                    <a:pt x="23470" y="93409"/>
                  </a:lnTo>
                  <a:lnTo>
                    <a:pt x="25362" y="94772"/>
                  </a:lnTo>
                  <a:lnTo>
                    <a:pt x="26876" y="95795"/>
                  </a:lnTo>
                  <a:lnTo>
                    <a:pt x="28769" y="95795"/>
                  </a:lnTo>
                  <a:lnTo>
                    <a:pt x="28769" y="97500"/>
                  </a:lnTo>
                  <a:lnTo>
                    <a:pt x="28012" y="98181"/>
                  </a:lnTo>
                  <a:lnTo>
                    <a:pt x="27634" y="98181"/>
                  </a:lnTo>
                  <a:lnTo>
                    <a:pt x="26876" y="98181"/>
                  </a:lnTo>
                  <a:lnTo>
                    <a:pt x="28012" y="99204"/>
                  </a:lnTo>
                  <a:lnTo>
                    <a:pt x="34069" y="99886"/>
                  </a:lnTo>
                  <a:lnTo>
                    <a:pt x="34069" y="98863"/>
                  </a:lnTo>
                  <a:lnTo>
                    <a:pt x="33690" y="97840"/>
                  </a:lnTo>
                  <a:lnTo>
                    <a:pt x="34069" y="96818"/>
                  </a:lnTo>
                  <a:lnTo>
                    <a:pt x="34447" y="96477"/>
                  </a:lnTo>
                  <a:lnTo>
                    <a:pt x="34826" y="97159"/>
                  </a:lnTo>
                  <a:lnTo>
                    <a:pt x="34826" y="97159"/>
                  </a:lnTo>
                  <a:lnTo>
                    <a:pt x="36340" y="99886"/>
                  </a:lnTo>
                  <a:lnTo>
                    <a:pt x="37854" y="100568"/>
                  </a:lnTo>
                  <a:lnTo>
                    <a:pt x="42397" y="100227"/>
                  </a:lnTo>
                  <a:lnTo>
                    <a:pt x="42776" y="100568"/>
                  </a:lnTo>
                  <a:lnTo>
                    <a:pt x="43533" y="101590"/>
                  </a:lnTo>
                  <a:lnTo>
                    <a:pt x="41640" y="105000"/>
                  </a:lnTo>
                  <a:lnTo>
                    <a:pt x="42018" y="107386"/>
                  </a:lnTo>
                  <a:lnTo>
                    <a:pt x="43533" y="108409"/>
                  </a:lnTo>
                  <a:lnTo>
                    <a:pt x="45425" y="108068"/>
                  </a:lnTo>
                  <a:lnTo>
                    <a:pt x="44290" y="105340"/>
                  </a:lnTo>
                  <a:lnTo>
                    <a:pt x="44290" y="103977"/>
                  </a:lnTo>
                  <a:lnTo>
                    <a:pt x="43911" y="102272"/>
                  </a:lnTo>
                  <a:lnTo>
                    <a:pt x="44668" y="100909"/>
                  </a:lnTo>
                  <a:lnTo>
                    <a:pt x="45425" y="100568"/>
                  </a:lnTo>
                  <a:lnTo>
                    <a:pt x="47318" y="100568"/>
                  </a:lnTo>
                  <a:lnTo>
                    <a:pt x="47697" y="101250"/>
                  </a:lnTo>
                  <a:lnTo>
                    <a:pt x="44668" y="103977"/>
                  </a:lnTo>
                  <a:lnTo>
                    <a:pt x="45425" y="104659"/>
                  </a:lnTo>
                  <a:lnTo>
                    <a:pt x="46561" y="104659"/>
                  </a:lnTo>
                  <a:lnTo>
                    <a:pt x="47697" y="103977"/>
                  </a:lnTo>
                  <a:lnTo>
                    <a:pt x="48454" y="102613"/>
                  </a:lnTo>
                  <a:lnTo>
                    <a:pt x="48454" y="102272"/>
                  </a:lnTo>
                  <a:lnTo>
                    <a:pt x="48832" y="101590"/>
                  </a:lnTo>
                  <a:lnTo>
                    <a:pt x="49211" y="100909"/>
                  </a:lnTo>
                  <a:lnTo>
                    <a:pt x="49589" y="100568"/>
                  </a:lnTo>
                  <a:lnTo>
                    <a:pt x="49968" y="100568"/>
                  </a:lnTo>
                  <a:lnTo>
                    <a:pt x="60189" y="108750"/>
                  </a:lnTo>
                  <a:lnTo>
                    <a:pt x="60189" y="110454"/>
                  </a:lnTo>
                  <a:lnTo>
                    <a:pt x="59810" y="112159"/>
                  </a:lnTo>
                  <a:lnTo>
                    <a:pt x="59432" y="113863"/>
                  </a:lnTo>
                  <a:lnTo>
                    <a:pt x="60567" y="114545"/>
                  </a:lnTo>
                  <a:lnTo>
                    <a:pt x="61324" y="114886"/>
                  </a:lnTo>
                  <a:lnTo>
                    <a:pt x="63217" y="115227"/>
                  </a:lnTo>
                  <a:lnTo>
                    <a:pt x="65110" y="116590"/>
                  </a:lnTo>
                  <a:lnTo>
                    <a:pt x="66246" y="116590"/>
                  </a:lnTo>
                  <a:lnTo>
                    <a:pt x="67760" y="113863"/>
                  </a:lnTo>
                  <a:lnTo>
                    <a:pt x="69652" y="113863"/>
                  </a:lnTo>
                  <a:lnTo>
                    <a:pt x="70788" y="114886"/>
                  </a:lnTo>
                  <a:lnTo>
                    <a:pt x="71924" y="117613"/>
                  </a:lnTo>
                  <a:lnTo>
                    <a:pt x="74195" y="120000"/>
                  </a:lnTo>
                  <a:lnTo>
                    <a:pt x="84416" y="119318"/>
                  </a:lnTo>
                  <a:lnTo>
                    <a:pt x="85173" y="117954"/>
                  </a:lnTo>
                  <a:lnTo>
                    <a:pt x="90094" y="115568"/>
                  </a:lnTo>
                  <a:lnTo>
                    <a:pt x="90473" y="115909"/>
                  </a:lnTo>
                  <a:lnTo>
                    <a:pt x="92365" y="117272"/>
                  </a:lnTo>
                  <a:lnTo>
                    <a:pt x="93501" y="117954"/>
                  </a:lnTo>
                  <a:lnTo>
                    <a:pt x="115457" y="114204"/>
                  </a:lnTo>
                  <a:lnTo>
                    <a:pt x="118107" y="111818"/>
                  </a:lnTo>
                  <a:lnTo>
                    <a:pt x="119242" y="109772"/>
                  </a:lnTo>
                  <a:lnTo>
                    <a:pt x="120000" y="107727"/>
                  </a:lnTo>
                  <a:lnTo>
                    <a:pt x="120000" y="106363"/>
                  </a:lnTo>
                  <a:lnTo>
                    <a:pt x="119242" y="104318"/>
                  </a:lnTo>
                  <a:lnTo>
                    <a:pt x="118107" y="103636"/>
                  </a:lnTo>
                  <a:lnTo>
                    <a:pt x="115457" y="103295"/>
                  </a:lnTo>
                  <a:lnTo>
                    <a:pt x="118485" y="103295"/>
                  </a:lnTo>
                  <a:lnTo>
                    <a:pt x="119621" y="102272"/>
                  </a:lnTo>
                  <a:lnTo>
                    <a:pt x="119621" y="99886"/>
                  </a:lnTo>
                  <a:lnTo>
                    <a:pt x="119621" y="97500"/>
                  </a:lnTo>
                  <a:lnTo>
                    <a:pt x="119621" y="91363"/>
                  </a:lnTo>
                  <a:lnTo>
                    <a:pt x="119621" y="90340"/>
                  </a:lnTo>
                  <a:lnTo>
                    <a:pt x="119242" y="87272"/>
                  </a:lnTo>
                  <a:lnTo>
                    <a:pt x="119242" y="85568"/>
                  </a:lnTo>
                  <a:lnTo>
                    <a:pt x="118864" y="83863"/>
                  </a:lnTo>
                  <a:lnTo>
                    <a:pt x="118485" y="82159"/>
                  </a:lnTo>
                  <a:lnTo>
                    <a:pt x="117350" y="79431"/>
                  </a:lnTo>
                  <a:lnTo>
                    <a:pt x="116971" y="76363"/>
                  </a:lnTo>
                  <a:lnTo>
                    <a:pt x="116214" y="73977"/>
                  </a:lnTo>
                  <a:lnTo>
                    <a:pt x="114321" y="70568"/>
                  </a:lnTo>
                  <a:lnTo>
                    <a:pt x="112807" y="68181"/>
                  </a:lnTo>
                  <a:lnTo>
                    <a:pt x="112429" y="67500"/>
                  </a:lnTo>
                  <a:lnTo>
                    <a:pt x="111671" y="67159"/>
                  </a:lnTo>
                  <a:lnTo>
                    <a:pt x="109022" y="68863"/>
                  </a:lnTo>
                  <a:lnTo>
                    <a:pt x="108643" y="68181"/>
                  </a:lnTo>
                  <a:lnTo>
                    <a:pt x="109022" y="67159"/>
                  </a:lnTo>
                  <a:lnTo>
                    <a:pt x="109400" y="66477"/>
                  </a:lnTo>
                  <a:lnTo>
                    <a:pt x="111671" y="65113"/>
                  </a:lnTo>
                  <a:lnTo>
                    <a:pt x="112807" y="64090"/>
                  </a:lnTo>
                  <a:lnTo>
                    <a:pt x="113186" y="63750"/>
                  </a:lnTo>
                  <a:lnTo>
                    <a:pt x="112807" y="61704"/>
                  </a:lnTo>
                  <a:lnTo>
                    <a:pt x="112429" y="61363"/>
                  </a:lnTo>
                  <a:lnTo>
                    <a:pt x="113186" y="60000"/>
                  </a:lnTo>
                  <a:lnTo>
                    <a:pt x="113564" y="58295"/>
                  </a:lnTo>
                  <a:lnTo>
                    <a:pt x="113564" y="56590"/>
                  </a:lnTo>
                  <a:lnTo>
                    <a:pt x="112429" y="54545"/>
                  </a:lnTo>
                  <a:lnTo>
                    <a:pt x="109022" y="50454"/>
                  </a:lnTo>
                  <a:lnTo>
                    <a:pt x="108264" y="48409"/>
                  </a:lnTo>
                  <a:lnTo>
                    <a:pt x="109779" y="45340"/>
                  </a:lnTo>
                  <a:lnTo>
                    <a:pt x="110536" y="43977"/>
                  </a:lnTo>
                  <a:lnTo>
                    <a:pt x="110536" y="41931"/>
                  </a:lnTo>
                  <a:lnTo>
                    <a:pt x="110536" y="40909"/>
                  </a:lnTo>
                  <a:lnTo>
                    <a:pt x="103722" y="37159"/>
                  </a:lnTo>
                  <a:lnTo>
                    <a:pt x="98801" y="37159"/>
                  </a:lnTo>
                  <a:lnTo>
                    <a:pt x="98801" y="36477"/>
                  </a:lnTo>
                  <a:lnTo>
                    <a:pt x="101451" y="36136"/>
                  </a:lnTo>
                  <a:lnTo>
                    <a:pt x="103343" y="35795"/>
                  </a:lnTo>
                  <a:lnTo>
                    <a:pt x="104100" y="34090"/>
                  </a:lnTo>
                  <a:lnTo>
                    <a:pt x="103722" y="33409"/>
                  </a:lnTo>
                  <a:lnTo>
                    <a:pt x="102586" y="31022"/>
                  </a:lnTo>
                  <a:lnTo>
                    <a:pt x="102208" y="30340"/>
                  </a:lnTo>
                  <a:lnTo>
                    <a:pt x="101829" y="30000"/>
                  </a:lnTo>
                  <a:lnTo>
                    <a:pt x="98422" y="29318"/>
                  </a:lnTo>
                  <a:lnTo>
                    <a:pt x="94258" y="24204"/>
                  </a:lnTo>
                  <a:lnTo>
                    <a:pt x="90094" y="22159"/>
                  </a:lnTo>
                  <a:lnTo>
                    <a:pt x="88958" y="20454"/>
                  </a:lnTo>
                  <a:lnTo>
                    <a:pt x="87444" y="17727"/>
                  </a:lnTo>
                  <a:lnTo>
                    <a:pt x="73817" y="3409"/>
                  </a:lnTo>
                  <a:lnTo>
                    <a:pt x="55646" y="0"/>
                  </a:lnTo>
                  <a:lnTo>
                    <a:pt x="54889" y="340"/>
                  </a:lnTo>
                  <a:lnTo>
                    <a:pt x="52996" y="2386"/>
                  </a:lnTo>
                  <a:lnTo>
                    <a:pt x="52618" y="2727"/>
                  </a:lnTo>
                  <a:lnTo>
                    <a:pt x="49968" y="2727"/>
                  </a:lnTo>
                  <a:lnTo>
                    <a:pt x="49589" y="3068"/>
                  </a:lnTo>
                  <a:lnTo>
                    <a:pt x="48832" y="4431"/>
                  </a:lnTo>
                  <a:lnTo>
                    <a:pt x="48454" y="5454"/>
                  </a:lnTo>
                  <a:lnTo>
                    <a:pt x="47318" y="6477"/>
                  </a:lnTo>
                  <a:lnTo>
                    <a:pt x="45804" y="6818"/>
                  </a:lnTo>
                  <a:lnTo>
                    <a:pt x="44290" y="6477"/>
                  </a:lnTo>
                  <a:lnTo>
                    <a:pt x="42397" y="5795"/>
                  </a:lnTo>
                  <a:lnTo>
                    <a:pt x="41640" y="5795"/>
                  </a:lnTo>
                  <a:lnTo>
                    <a:pt x="41261" y="5795"/>
                  </a:lnTo>
                  <a:lnTo>
                    <a:pt x="40883" y="6818"/>
                  </a:lnTo>
                  <a:lnTo>
                    <a:pt x="40504" y="7500"/>
                  </a:lnTo>
                  <a:lnTo>
                    <a:pt x="40504" y="8181"/>
                  </a:lnTo>
                  <a:lnTo>
                    <a:pt x="40126" y="10227"/>
                  </a:lnTo>
                  <a:lnTo>
                    <a:pt x="39369" y="11250"/>
                  </a:lnTo>
                  <a:lnTo>
                    <a:pt x="38990" y="11250"/>
                  </a:lnTo>
                  <a:lnTo>
                    <a:pt x="38233" y="9886"/>
                  </a:lnTo>
                  <a:lnTo>
                    <a:pt x="37476" y="9545"/>
                  </a:lnTo>
                  <a:lnTo>
                    <a:pt x="37097" y="9545"/>
                  </a:lnTo>
                  <a:lnTo>
                    <a:pt x="34447" y="11590"/>
                  </a:lnTo>
                  <a:lnTo>
                    <a:pt x="31798" y="12613"/>
                  </a:lnTo>
                  <a:lnTo>
                    <a:pt x="25362" y="18409"/>
                  </a:lnTo>
                  <a:lnTo>
                    <a:pt x="23848" y="23181"/>
                  </a:lnTo>
                  <a:lnTo>
                    <a:pt x="24984" y="25568"/>
                  </a:lnTo>
                  <a:lnTo>
                    <a:pt x="25741" y="26590"/>
                  </a:lnTo>
                  <a:lnTo>
                    <a:pt x="26876" y="26931"/>
                  </a:lnTo>
                  <a:lnTo>
                    <a:pt x="29148" y="27272"/>
                  </a:lnTo>
                  <a:lnTo>
                    <a:pt x="29905" y="27954"/>
                  </a:lnTo>
                  <a:lnTo>
                    <a:pt x="30283" y="28977"/>
                  </a:lnTo>
                  <a:lnTo>
                    <a:pt x="29526" y="30340"/>
                  </a:lnTo>
                  <a:lnTo>
                    <a:pt x="28012" y="3034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Shape 5126"/>
            <p:cNvSpPr/>
            <p:nvPr/>
          </p:nvSpPr>
          <p:spPr>
            <a:xfrm>
              <a:off x="11001632" y="3189632"/>
              <a:ext cx="80962" cy="349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1960" y="61875"/>
                  </a:moveTo>
                  <a:lnTo>
                    <a:pt x="117647" y="48750"/>
                  </a:lnTo>
                  <a:lnTo>
                    <a:pt x="119215" y="43125"/>
                  </a:lnTo>
                  <a:lnTo>
                    <a:pt x="120000" y="28125"/>
                  </a:lnTo>
                  <a:lnTo>
                    <a:pt x="120000" y="15000"/>
                  </a:lnTo>
                  <a:lnTo>
                    <a:pt x="118431" y="7500"/>
                  </a:lnTo>
                  <a:lnTo>
                    <a:pt x="112156" y="0"/>
                  </a:lnTo>
                  <a:lnTo>
                    <a:pt x="69019" y="22500"/>
                  </a:lnTo>
                  <a:lnTo>
                    <a:pt x="63529" y="20625"/>
                  </a:lnTo>
                  <a:lnTo>
                    <a:pt x="61176" y="22500"/>
                  </a:lnTo>
                  <a:lnTo>
                    <a:pt x="56470" y="37500"/>
                  </a:lnTo>
                  <a:lnTo>
                    <a:pt x="54117" y="39375"/>
                  </a:lnTo>
                  <a:lnTo>
                    <a:pt x="48627" y="37500"/>
                  </a:lnTo>
                  <a:lnTo>
                    <a:pt x="35294" y="61875"/>
                  </a:lnTo>
                  <a:lnTo>
                    <a:pt x="18823" y="61875"/>
                  </a:lnTo>
                  <a:lnTo>
                    <a:pt x="11764" y="80625"/>
                  </a:lnTo>
                  <a:lnTo>
                    <a:pt x="0" y="82500"/>
                  </a:lnTo>
                  <a:lnTo>
                    <a:pt x="1568" y="86250"/>
                  </a:lnTo>
                  <a:lnTo>
                    <a:pt x="3137" y="88125"/>
                  </a:lnTo>
                  <a:lnTo>
                    <a:pt x="3137" y="93750"/>
                  </a:lnTo>
                  <a:lnTo>
                    <a:pt x="3921" y="110625"/>
                  </a:lnTo>
                  <a:lnTo>
                    <a:pt x="5490" y="112500"/>
                  </a:lnTo>
                  <a:lnTo>
                    <a:pt x="11764" y="110625"/>
                  </a:lnTo>
                  <a:lnTo>
                    <a:pt x="19607" y="120000"/>
                  </a:lnTo>
                  <a:lnTo>
                    <a:pt x="101960" y="6187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Shape 5127"/>
            <p:cNvSpPr/>
            <p:nvPr/>
          </p:nvSpPr>
          <p:spPr>
            <a:xfrm>
              <a:off x="11087357" y="2856257"/>
              <a:ext cx="66674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212" y="34936"/>
                  </a:moveTo>
                  <a:lnTo>
                    <a:pt x="67086" y="7594"/>
                  </a:lnTo>
                  <a:lnTo>
                    <a:pt x="63307" y="0"/>
                  </a:lnTo>
                  <a:lnTo>
                    <a:pt x="60472" y="0"/>
                  </a:lnTo>
                  <a:lnTo>
                    <a:pt x="55748" y="4556"/>
                  </a:lnTo>
                  <a:lnTo>
                    <a:pt x="10393" y="6075"/>
                  </a:lnTo>
                  <a:lnTo>
                    <a:pt x="7559" y="9113"/>
                  </a:lnTo>
                  <a:lnTo>
                    <a:pt x="2834" y="18227"/>
                  </a:lnTo>
                  <a:lnTo>
                    <a:pt x="0" y="33417"/>
                  </a:lnTo>
                  <a:lnTo>
                    <a:pt x="1889" y="42531"/>
                  </a:lnTo>
                  <a:lnTo>
                    <a:pt x="1889" y="47088"/>
                  </a:lnTo>
                  <a:lnTo>
                    <a:pt x="0" y="54683"/>
                  </a:lnTo>
                  <a:lnTo>
                    <a:pt x="1889" y="62278"/>
                  </a:lnTo>
                  <a:lnTo>
                    <a:pt x="3779" y="68354"/>
                  </a:lnTo>
                  <a:lnTo>
                    <a:pt x="6614" y="72911"/>
                  </a:lnTo>
                  <a:lnTo>
                    <a:pt x="7559" y="74430"/>
                  </a:lnTo>
                  <a:lnTo>
                    <a:pt x="7559" y="78987"/>
                  </a:lnTo>
                  <a:lnTo>
                    <a:pt x="6614" y="82025"/>
                  </a:lnTo>
                  <a:lnTo>
                    <a:pt x="6614" y="85063"/>
                  </a:lnTo>
                  <a:lnTo>
                    <a:pt x="4724" y="83544"/>
                  </a:lnTo>
                  <a:lnTo>
                    <a:pt x="4724" y="88101"/>
                  </a:lnTo>
                  <a:lnTo>
                    <a:pt x="17007" y="95696"/>
                  </a:lnTo>
                  <a:lnTo>
                    <a:pt x="25511" y="109367"/>
                  </a:lnTo>
                  <a:lnTo>
                    <a:pt x="53858" y="120000"/>
                  </a:lnTo>
                  <a:lnTo>
                    <a:pt x="67086" y="107848"/>
                  </a:lnTo>
                  <a:lnTo>
                    <a:pt x="72755" y="92658"/>
                  </a:lnTo>
                  <a:lnTo>
                    <a:pt x="76535" y="94177"/>
                  </a:lnTo>
                  <a:lnTo>
                    <a:pt x="81259" y="97215"/>
                  </a:lnTo>
                  <a:lnTo>
                    <a:pt x="84094" y="97215"/>
                  </a:lnTo>
                  <a:lnTo>
                    <a:pt x="87874" y="92658"/>
                  </a:lnTo>
                  <a:lnTo>
                    <a:pt x="102992" y="98734"/>
                  </a:lnTo>
                  <a:lnTo>
                    <a:pt x="111496" y="94177"/>
                  </a:lnTo>
                  <a:lnTo>
                    <a:pt x="115275" y="95696"/>
                  </a:lnTo>
                  <a:lnTo>
                    <a:pt x="118110" y="94177"/>
                  </a:lnTo>
                  <a:lnTo>
                    <a:pt x="120000" y="85063"/>
                  </a:lnTo>
                  <a:lnTo>
                    <a:pt x="118110" y="77468"/>
                  </a:lnTo>
                  <a:lnTo>
                    <a:pt x="99212" y="349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Shape 5128"/>
            <p:cNvSpPr/>
            <p:nvPr/>
          </p:nvSpPr>
          <p:spPr>
            <a:xfrm>
              <a:off x="11028621" y="3208682"/>
              <a:ext cx="69849" cy="428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09756"/>
                  </a:moveTo>
                  <a:lnTo>
                    <a:pt x="4545" y="117073"/>
                  </a:lnTo>
                  <a:lnTo>
                    <a:pt x="40000" y="120000"/>
                  </a:lnTo>
                  <a:lnTo>
                    <a:pt x="42727" y="115609"/>
                  </a:lnTo>
                  <a:lnTo>
                    <a:pt x="42727" y="112682"/>
                  </a:lnTo>
                  <a:lnTo>
                    <a:pt x="49090" y="109756"/>
                  </a:lnTo>
                  <a:lnTo>
                    <a:pt x="48181" y="112682"/>
                  </a:lnTo>
                  <a:lnTo>
                    <a:pt x="49090" y="115609"/>
                  </a:lnTo>
                  <a:lnTo>
                    <a:pt x="50909" y="117073"/>
                  </a:lnTo>
                  <a:lnTo>
                    <a:pt x="54545" y="115609"/>
                  </a:lnTo>
                  <a:lnTo>
                    <a:pt x="54545" y="106829"/>
                  </a:lnTo>
                  <a:lnTo>
                    <a:pt x="56363" y="106829"/>
                  </a:lnTo>
                  <a:lnTo>
                    <a:pt x="60000" y="112682"/>
                  </a:lnTo>
                  <a:lnTo>
                    <a:pt x="65454" y="111219"/>
                  </a:lnTo>
                  <a:lnTo>
                    <a:pt x="74545" y="98048"/>
                  </a:lnTo>
                  <a:lnTo>
                    <a:pt x="75454" y="92195"/>
                  </a:lnTo>
                  <a:lnTo>
                    <a:pt x="76363" y="86341"/>
                  </a:lnTo>
                  <a:lnTo>
                    <a:pt x="79090" y="67317"/>
                  </a:lnTo>
                  <a:lnTo>
                    <a:pt x="80909" y="61463"/>
                  </a:lnTo>
                  <a:lnTo>
                    <a:pt x="84545" y="51219"/>
                  </a:lnTo>
                  <a:lnTo>
                    <a:pt x="110000" y="39512"/>
                  </a:lnTo>
                  <a:lnTo>
                    <a:pt x="119090" y="29268"/>
                  </a:lnTo>
                  <a:lnTo>
                    <a:pt x="119090" y="26341"/>
                  </a:lnTo>
                  <a:lnTo>
                    <a:pt x="119090" y="24878"/>
                  </a:lnTo>
                  <a:lnTo>
                    <a:pt x="119090" y="23414"/>
                  </a:lnTo>
                  <a:lnTo>
                    <a:pt x="120000" y="21951"/>
                  </a:lnTo>
                  <a:lnTo>
                    <a:pt x="118181" y="19024"/>
                  </a:lnTo>
                  <a:lnTo>
                    <a:pt x="110909" y="17560"/>
                  </a:lnTo>
                  <a:lnTo>
                    <a:pt x="110909" y="14634"/>
                  </a:lnTo>
                  <a:lnTo>
                    <a:pt x="112727" y="10243"/>
                  </a:lnTo>
                  <a:lnTo>
                    <a:pt x="100909" y="0"/>
                  </a:lnTo>
                  <a:lnTo>
                    <a:pt x="84545" y="11707"/>
                  </a:lnTo>
                  <a:lnTo>
                    <a:pt x="77272" y="10243"/>
                  </a:lnTo>
                  <a:lnTo>
                    <a:pt x="30909" y="39512"/>
                  </a:lnTo>
                  <a:lnTo>
                    <a:pt x="28181" y="43902"/>
                  </a:lnTo>
                  <a:lnTo>
                    <a:pt x="24545" y="48292"/>
                  </a:lnTo>
                  <a:lnTo>
                    <a:pt x="22727" y="57073"/>
                  </a:lnTo>
                  <a:lnTo>
                    <a:pt x="21818" y="67317"/>
                  </a:lnTo>
                  <a:lnTo>
                    <a:pt x="23636" y="71707"/>
                  </a:lnTo>
                  <a:lnTo>
                    <a:pt x="27272" y="71707"/>
                  </a:lnTo>
                  <a:lnTo>
                    <a:pt x="29090" y="76097"/>
                  </a:lnTo>
                  <a:lnTo>
                    <a:pt x="18181" y="73170"/>
                  </a:lnTo>
                  <a:lnTo>
                    <a:pt x="11818" y="76097"/>
                  </a:lnTo>
                  <a:lnTo>
                    <a:pt x="6363" y="87804"/>
                  </a:lnTo>
                  <a:lnTo>
                    <a:pt x="11818" y="89268"/>
                  </a:lnTo>
                  <a:lnTo>
                    <a:pt x="10000" y="96585"/>
                  </a:lnTo>
                  <a:lnTo>
                    <a:pt x="0" y="10975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Shape 5129"/>
            <p:cNvSpPr/>
            <p:nvPr/>
          </p:nvSpPr>
          <p:spPr>
            <a:xfrm>
              <a:off x="11115932" y="3067394"/>
              <a:ext cx="66674" cy="365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5238" y="24705"/>
                  </a:moveTo>
                  <a:lnTo>
                    <a:pt x="55238" y="28235"/>
                  </a:lnTo>
                  <a:lnTo>
                    <a:pt x="54285" y="30000"/>
                  </a:lnTo>
                  <a:lnTo>
                    <a:pt x="54285" y="35294"/>
                  </a:lnTo>
                  <a:lnTo>
                    <a:pt x="54285" y="38823"/>
                  </a:lnTo>
                  <a:lnTo>
                    <a:pt x="53333" y="42352"/>
                  </a:lnTo>
                  <a:lnTo>
                    <a:pt x="53333" y="42352"/>
                  </a:lnTo>
                  <a:lnTo>
                    <a:pt x="50476" y="44117"/>
                  </a:lnTo>
                  <a:lnTo>
                    <a:pt x="45714" y="45882"/>
                  </a:lnTo>
                  <a:lnTo>
                    <a:pt x="41904" y="63529"/>
                  </a:lnTo>
                  <a:lnTo>
                    <a:pt x="37142" y="68823"/>
                  </a:lnTo>
                  <a:lnTo>
                    <a:pt x="21904" y="70588"/>
                  </a:lnTo>
                  <a:lnTo>
                    <a:pt x="13333" y="79411"/>
                  </a:lnTo>
                  <a:lnTo>
                    <a:pt x="7619" y="95294"/>
                  </a:lnTo>
                  <a:lnTo>
                    <a:pt x="1904" y="98823"/>
                  </a:lnTo>
                  <a:lnTo>
                    <a:pt x="0" y="102352"/>
                  </a:lnTo>
                  <a:lnTo>
                    <a:pt x="28571" y="120000"/>
                  </a:lnTo>
                  <a:lnTo>
                    <a:pt x="43809" y="107647"/>
                  </a:lnTo>
                  <a:lnTo>
                    <a:pt x="112380" y="28235"/>
                  </a:lnTo>
                  <a:lnTo>
                    <a:pt x="120000" y="12352"/>
                  </a:lnTo>
                  <a:lnTo>
                    <a:pt x="88571" y="0"/>
                  </a:lnTo>
                  <a:lnTo>
                    <a:pt x="60952" y="14117"/>
                  </a:lnTo>
                  <a:lnTo>
                    <a:pt x="55238" y="2470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Shape 5130"/>
            <p:cNvSpPr/>
            <p:nvPr/>
          </p:nvSpPr>
          <p:spPr>
            <a:xfrm>
              <a:off x="11341357" y="3265832"/>
              <a:ext cx="55562" cy="571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3714" y="32222"/>
                  </a:moveTo>
                  <a:lnTo>
                    <a:pt x="38857" y="43333"/>
                  </a:lnTo>
                  <a:lnTo>
                    <a:pt x="35428" y="37777"/>
                  </a:lnTo>
                  <a:lnTo>
                    <a:pt x="0" y="65555"/>
                  </a:lnTo>
                  <a:lnTo>
                    <a:pt x="3428" y="73333"/>
                  </a:lnTo>
                  <a:lnTo>
                    <a:pt x="4571" y="76666"/>
                  </a:lnTo>
                  <a:lnTo>
                    <a:pt x="2285" y="78888"/>
                  </a:lnTo>
                  <a:lnTo>
                    <a:pt x="2285" y="82222"/>
                  </a:lnTo>
                  <a:lnTo>
                    <a:pt x="4571" y="83333"/>
                  </a:lnTo>
                  <a:lnTo>
                    <a:pt x="5714" y="86666"/>
                  </a:lnTo>
                  <a:lnTo>
                    <a:pt x="10285" y="95555"/>
                  </a:lnTo>
                  <a:lnTo>
                    <a:pt x="11428" y="96666"/>
                  </a:lnTo>
                  <a:lnTo>
                    <a:pt x="12571" y="98888"/>
                  </a:lnTo>
                  <a:lnTo>
                    <a:pt x="12571" y="101111"/>
                  </a:lnTo>
                  <a:lnTo>
                    <a:pt x="12571" y="104444"/>
                  </a:lnTo>
                  <a:lnTo>
                    <a:pt x="11428" y="105555"/>
                  </a:lnTo>
                  <a:lnTo>
                    <a:pt x="10285" y="105555"/>
                  </a:lnTo>
                  <a:lnTo>
                    <a:pt x="8000" y="105555"/>
                  </a:lnTo>
                  <a:lnTo>
                    <a:pt x="12571" y="110000"/>
                  </a:lnTo>
                  <a:lnTo>
                    <a:pt x="18285" y="111111"/>
                  </a:lnTo>
                  <a:lnTo>
                    <a:pt x="22857" y="112222"/>
                  </a:lnTo>
                  <a:lnTo>
                    <a:pt x="22857" y="120000"/>
                  </a:lnTo>
                  <a:lnTo>
                    <a:pt x="25142" y="120000"/>
                  </a:lnTo>
                  <a:lnTo>
                    <a:pt x="30857" y="112222"/>
                  </a:lnTo>
                  <a:lnTo>
                    <a:pt x="45714" y="107777"/>
                  </a:lnTo>
                  <a:lnTo>
                    <a:pt x="48000" y="101111"/>
                  </a:lnTo>
                  <a:lnTo>
                    <a:pt x="45714" y="100000"/>
                  </a:lnTo>
                  <a:lnTo>
                    <a:pt x="42285" y="98888"/>
                  </a:lnTo>
                  <a:lnTo>
                    <a:pt x="40000" y="97777"/>
                  </a:lnTo>
                  <a:lnTo>
                    <a:pt x="38857" y="94444"/>
                  </a:lnTo>
                  <a:lnTo>
                    <a:pt x="41142" y="88888"/>
                  </a:lnTo>
                  <a:lnTo>
                    <a:pt x="52571" y="87777"/>
                  </a:lnTo>
                  <a:lnTo>
                    <a:pt x="53714" y="85555"/>
                  </a:lnTo>
                  <a:lnTo>
                    <a:pt x="57142" y="81111"/>
                  </a:lnTo>
                  <a:lnTo>
                    <a:pt x="59428" y="77777"/>
                  </a:lnTo>
                  <a:lnTo>
                    <a:pt x="59428" y="75555"/>
                  </a:lnTo>
                  <a:lnTo>
                    <a:pt x="58285" y="73333"/>
                  </a:lnTo>
                  <a:lnTo>
                    <a:pt x="57142" y="72222"/>
                  </a:lnTo>
                  <a:lnTo>
                    <a:pt x="53714" y="62222"/>
                  </a:lnTo>
                  <a:lnTo>
                    <a:pt x="52571" y="56666"/>
                  </a:lnTo>
                  <a:lnTo>
                    <a:pt x="53714" y="51111"/>
                  </a:lnTo>
                  <a:lnTo>
                    <a:pt x="57142" y="43333"/>
                  </a:lnTo>
                  <a:lnTo>
                    <a:pt x="59428" y="40000"/>
                  </a:lnTo>
                  <a:lnTo>
                    <a:pt x="66285" y="35555"/>
                  </a:lnTo>
                  <a:lnTo>
                    <a:pt x="66285" y="34444"/>
                  </a:lnTo>
                  <a:lnTo>
                    <a:pt x="66285" y="31111"/>
                  </a:lnTo>
                  <a:lnTo>
                    <a:pt x="69714" y="31111"/>
                  </a:lnTo>
                  <a:lnTo>
                    <a:pt x="72000" y="33333"/>
                  </a:lnTo>
                  <a:lnTo>
                    <a:pt x="72000" y="37777"/>
                  </a:lnTo>
                  <a:lnTo>
                    <a:pt x="70857" y="40000"/>
                  </a:lnTo>
                  <a:lnTo>
                    <a:pt x="68571" y="41111"/>
                  </a:lnTo>
                  <a:lnTo>
                    <a:pt x="67428" y="42222"/>
                  </a:lnTo>
                  <a:lnTo>
                    <a:pt x="66285" y="46666"/>
                  </a:lnTo>
                  <a:lnTo>
                    <a:pt x="68571" y="54444"/>
                  </a:lnTo>
                  <a:lnTo>
                    <a:pt x="73142" y="60000"/>
                  </a:lnTo>
                  <a:lnTo>
                    <a:pt x="81142" y="64444"/>
                  </a:lnTo>
                  <a:lnTo>
                    <a:pt x="84571" y="70000"/>
                  </a:lnTo>
                  <a:lnTo>
                    <a:pt x="89142" y="74444"/>
                  </a:lnTo>
                  <a:lnTo>
                    <a:pt x="91428" y="77777"/>
                  </a:lnTo>
                  <a:lnTo>
                    <a:pt x="96000" y="74444"/>
                  </a:lnTo>
                  <a:lnTo>
                    <a:pt x="97142" y="72222"/>
                  </a:lnTo>
                  <a:lnTo>
                    <a:pt x="100571" y="65555"/>
                  </a:lnTo>
                  <a:lnTo>
                    <a:pt x="101714" y="63333"/>
                  </a:lnTo>
                  <a:lnTo>
                    <a:pt x="105142" y="60000"/>
                  </a:lnTo>
                  <a:lnTo>
                    <a:pt x="107428" y="56666"/>
                  </a:lnTo>
                  <a:lnTo>
                    <a:pt x="108571" y="53333"/>
                  </a:lnTo>
                  <a:lnTo>
                    <a:pt x="106285" y="50000"/>
                  </a:lnTo>
                  <a:lnTo>
                    <a:pt x="108571" y="48888"/>
                  </a:lnTo>
                  <a:lnTo>
                    <a:pt x="116571" y="43333"/>
                  </a:lnTo>
                  <a:lnTo>
                    <a:pt x="117714" y="42222"/>
                  </a:lnTo>
                  <a:lnTo>
                    <a:pt x="120000" y="35555"/>
                  </a:lnTo>
                  <a:lnTo>
                    <a:pt x="116571" y="28888"/>
                  </a:lnTo>
                  <a:lnTo>
                    <a:pt x="109714" y="22222"/>
                  </a:lnTo>
                  <a:lnTo>
                    <a:pt x="106285" y="18888"/>
                  </a:lnTo>
                  <a:lnTo>
                    <a:pt x="106285" y="21111"/>
                  </a:lnTo>
                  <a:lnTo>
                    <a:pt x="105142" y="17777"/>
                  </a:lnTo>
                  <a:lnTo>
                    <a:pt x="101714" y="16666"/>
                  </a:lnTo>
                  <a:lnTo>
                    <a:pt x="96000" y="18888"/>
                  </a:lnTo>
                  <a:lnTo>
                    <a:pt x="78857" y="4444"/>
                  </a:lnTo>
                  <a:lnTo>
                    <a:pt x="68571" y="0"/>
                  </a:lnTo>
                  <a:lnTo>
                    <a:pt x="62857" y="10000"/>
                  </a:lnTo>
                  <a:lnTo>
                    <a:pt x="64000" y="13333"/>
                  </a:lnTo>
                  <a:lnTo>
                    <a:pt x="66285" y="22222"/>
                  </a:lnTo>
                  <a:lnTo>
                    <a:pt x="66285" y="26666"/>
                  </a:lnTo>
                  <a:lnTo>
                    <a:pt x="62857" y="28888"/>
                  </a:lnTo>
                  <a:lnTo>
                    <a:pt x="53714" y="3222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Shape 5131"/>
            <p:cNvSpPr/>
            <p:nvPr/>
          </p:nvSpPr>
          <p:spPr>
            <a:xfrm>
              <a:off x="11311196" y="3459507"/>
              <a:ext cx="26987" cy="317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58" y="76721"/>
                  </a:moveTo>
                  <a:lnTo>
                    <a:pt x="0" y="96393"/>
                  </a:lnTo>
                  <a:lnTo>
                    <a:pt x="0" y="102295"/>
                  </a:lnTo>
                  <a:lnTo>
                    <a:pt x="4705" y="108196"/>
                  </a:lnTo>
                  <a:lnTo>
                    <a:pt x="14117" y="112131"/>
                  </a:lnTo>
                  <a:lnTo>
                    <a:pt x="16470" y="112131"/>
                  </a:lnTo>
                  <a:lnTo>
                    <a:pt x="23529" y="118032"/>
                  </a:lnTo>
                  <a:lnTo>
                    <a:pt x="25882" y="120000"/>
                  </a:lnTo>
                  <a:lnTo>
                    <a:pt x="37647" y="118032"/>
                  </a:lnTo>
                  <a:lnTo>
                    <a:pt x="70588" y="86557"/>
                  </a:lnTo>
                  <a:lnTo>
                    <a:pt x="77647" y="80655"/>
                  </a:lnTo>
                  <a:lnTo>
                    <a:pt x="91764" y="82622"/>
                  </a:lnTo>
                  <a:lnTo>
                    <a:pt x="96470" y="80655"/>
                  </a:lnTo>
                  <a:lnTo>
                    <a:pt x="115294" y="43278"/>
                  </a:lnTo>
                  <a:lnTo>
                    <a:pt x="120000" y="33442"/>
                  </a:lnTo>
                  <a:lnTo>
                    <a:pt x="120000" y="19672"/>
                  </a:lnTo>
                  <a:lnTo>
                    <a:pt x="117647" y="15737"/>
                  </a:lnTo>
                  <a:lnTo>
                    <a:pt x="94117" y="0"/>
                  </a:lnTo>
                  <a:lnTo>
                    <a:pt x="72941" y="0"/>
                  </a:lnTo>
                  <a:lnTo>
                    <a:pt x="63529" y="3934"/>
                  </a:lnTo>
                  <a:lnTo>
                    <a:pt x="56470" y="19672"/>
                  </a:lnTo>
                  <a:lnTo>
                    <a:pt x="61176" y="19672"/>
                  </a:lnTo>
                  <a:lnTo>
                    <a:pt x="54117" y="29508"/>
                  </a:lnTo>
                  <a:lnTo>
                    <a:pt x="37647" y="39344"/>
                  </a:lnTo>
                  <a:lnTo>
                    <a:pt x="40000" y="51147"/>
                  </a:lnTo>
                  <a:lnTo>
                    <a:pt x="32941" y="59016"/>
                  </a:lnTo>
                  <a:lnTo>
                    <a:pt x="7058" y="7672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Shape 5132"/>
            <p:cNvSpPr/>
            <p:nvPr/>
          </p:nvSpPr>
          <p:spPr>
            <a:xfrm>
              <a:off x="11223882" y="3554757"/>
              <a:ext cx="98425" cy="603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3351" y="63157"/>
                  </a:moveTo>
                  <a:lnTo>
                    <a:pt x="3891" y="76842"/>
                  </a:lnTo>
                  <a:lnTo>
                    <a:pt x="0" y="82105"/>
                  </a:lnTo>
                  <a:lnTo>
                    <a:pt x="2594" y="91578"/>
                  </a:lnTo>
                  <a:lnTo>
                    <a:pt x="5837" y="97894"/>
                  </a:lnTo>
                  <a:lnTo>
                    <a:pt x="12972" y="102105"/>
                  </a:lnTo>
                  <a:lnTo>
                    <a:pt x="38270" y="101052"/>
                  </a:lnTo>
                  <a:lnTo>
                    <a:pt x="40864" y="102105"/>
                  </a:lnTo>
                  <a:lnTo>
                    <a:pt x="42810" y="108421"/>
                  </a:lnTo>
                  <a:lnTo>
                    <a:pt x="42162" y="109473"/>
                  </a:lnTo>
                  <a:lnTo>
                    <a:pt x="20108" y="107368"/>
                  </a:lnTo>
                  <a:lnTo>
                    <a:pt x="18810" y="109473"/>
                  </a:lnTo>
                  <a:lnTo>
                    <a:pt x="20108" y="113684"/>
                  </a:lnTo>
                  <a:lnTo>
                    <a:pt x="33081" y="119999"/>
                  </a:lnTo>
                  <a:lnTo>
                    <a:pt x="36972" y="114736"/>
                  </a:lnTo>
                  <a:lnTo>
                    <a:pt x="41513" y="113684"/>
                  </a:lnTo>
                  <a:lnTo>
                    <a:pt x="46702" y="114736"/>
                  </a:lnTo>
                  <a:lnTo>
                    <a:pt x="48000" y="113684"/>
                  </a:lnTo>
                  <a:lnTo>
                    <a:pt x="49297" y="111578"/>
                  </a:lnTo>
                  <a:lnTo>
                    <a:pt x="47351" y="108421"/>
                  </a:lnTo>
                  <a:lnTo>
                    <a:pt x="48000" y="101052"/>
                  </a:lnTo>
                  <a:lnTo>
                    <a:pt x="49297" y="97894"/>
                  </a:lnTo>
                  <a:lnTo>
                    <a:pt x="53837" y="108421"/>
                  </a:lnTo>
                  <a:lnTo>
                    <a:pt x="87567" y="90526"/>
                  </a:lnTo>
                  <a:lnTo>
                    <a:pt x="88864" y="89473"/>
                  </a:lnTo>
                  <a:lnTo>
                    <a:pt x="91459" y="84210"/>
                  </a:lnTo>
                  <a:lnTo>
                    <a:pt x="92108" y="84210"/>
                  </a:lnTo>
                  <a:lnTo>
                    <a:pt x="92756" y="83157"/>
                  </a:lnTo>
                  <a:lnTo>
                    <a:pt x="92756" y="81052"/>
                  </a:lnTo>
                  <a:lnTo>
                    <a:pt x="93405" y="76842"/>
                  </a:lnTo>
                  <a:lnTo>
                    <a:pt x="94054" y="74736"/>
                  </a:lnTo>
                  <a:lnTo>
                    <a:pt x="94054" y="73684"/>
                  </a:lnTo>
                  <a:lnTo>
                    <a:pt x="94702" y="72631"/>
                  </a:lnTo>
                  <a:lnTo>
                    <a:pt x="96000" y="68421"/>
                  </a:lnTo>
                  <a:lnTo>
                    <a:pt x="97945" y="67368"/>
                  </a:lnTo>
                  <a:lnTo>
                    <a:pt x="103135" y="61052"/>
                  </a:lnTo>
                  <a:lnTo>
                    <a:pt x="110270" y="52631"/>
                  </a:lnTo>
                  <a:lnTo>
                    <a:pt x="117405" y="32631"/>
                  </a:lnTo>
                  <a:lnTo>
                    <a:pt x="120000" y="17894"/>
                  </a:lnTo>
                  <a:lnTo>
                    <a:pt x="118702" y="7368"/>
                  </a:lnTo>
                  <a:lnTo>
                    <a:pt x="116756" y="1052"/>
                  </a:lnTo>
                  <a:lnTo>
                    <a:pt x="113513" y="0"/>
                  </a:lnTo>
                  <a:lnTo>
                    <a:pt x="83675" y="9473"/>
                  </a:lnTo>
                  <a:lnTo>
                    <a:pt x="60972" y="34736"/>
                  </a:lnTo>
                  <a:lnTo>
                    <a:pt x="46702" y="35789"/>
                  </a:lnTo>
                  <a:lnTo>
                    <a:pt x="44756" y="36842"/>
                  </a:lnTo>
                  <a:lnTo>
                    <a:pt x="40216" y="45263"/>
                  </a:lnTo>
                  <a:lnTo>
                    <a:pt x="30486" y="49473"/>
                  </a:lnTo>
                  <a:lnTo>
                    <a:pt x="28540" y="53684"/>
                  </a:lnTo>
                  <a:lnTo>
                    <a:pt x="29189" y="57894"/>
                  </a:lnTo>
                  <a:lnTo>
                    <a:pt x="29837" y="59999"/>
                  </a:lnTo>
                  <a:lnTo>
                    <a:pt x="30486" y="62105"/>
                  </a:lnTo>
                  <a:lnTo>
                    <a:pt x="31135" y="63157"/>
                  </a:lnTo>
                  <a:lnTo>
                    <a:pt x="29837" y="66315"/>
                  </a:lnTo>
                  <a:lnTo>
                    <a:pt x="23351" y="631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Shape 5133"/>
            <p:cNvSpPr/>
            <p:nvPr/>
          </p:nvSpPr>
          <p:spPr>
            <a:xfrm>
              <a:off x="11358821" y="3724619"/>
              <a:ext cx="33338" cy="507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095" y="67500"/>
                  </a:moveTo>
                  <a:lnTo>
                    <a:pt x="120000" y="60000"/>
                  </a:lnTo>
                  <a:lnTo>
                    <a:pt x="116190" y="47500"/>
                  </a:lnTo>
                  <a:lnTo>
                    <a:pt x="100952" y="28750"/>
                  </a:lnTo>
                  <a:lnTo>
                    <a:pt x="99047" y="22500"/>
                  </a:lnTo>
                  <a:lnTo>
                    <a:pt x="95238" y="25000"/>
                  </a:lnTo>
                  <a:lnTo>
                    <a:pt x="89523" y="30000"/>
                  </a:lnTo>
                  <a:lnTo>
                    <a:pt x="85714" y="35000"/>
                  </a:lnTo>
                  <a:lnTo>
                    <a:pt x="78095" y="35000"/>
                  </a:lnTo>
                  <a:lnTo>
                    <a:pt x="76190" y="30000"/>
                  </a:lnTo>
                  <a:lnTo>
                    <a:pt x="80000" y="21250"/>
                  </a:lnTo>
                  <a:lnTo>
                    <a:pt x="81904" y="13750"/>
                  </a:lnTo>
                  <a:lnTo>
                    <a:pt x="78095" y="6250"/>
                  </a:lnTo>
                  <a:lnTo>
                    <a:pt x="76190" y="3750"/>
                  </a:lnTo>
                  <a:lnTo>
                    <a:pt x="72380" y="3750"/>
                  </a:lnTo>
                  <a:lnTo>
                    <a:pt x="66666" y="0"/>
                  </a:lnTo>
                  <a:lnTo>
                    <a:pt x="55238" y="0"/>
                  </a:lnTo>
                  <a:lnTo>
                    <a:pt x="47619" y="2500"/>
                  </a:lnTo>
                  <a:lnTo>
                    <a:pt x="32380" y="11250"/>
                  </a:lnTo>
                  <a:lnTo>
                    <a:pt x="19047" y="17500"/>
                  </a:lnTo>
                  <a:lnTo>
                    <a:pt x="13333" y="26250"/>
                  </a:lnTo>
                  <a:lnTo>
                    <a:pt x="7619" y="31250"/>
                  </a:lnTo>
                  <a:lnTo>
                    <a:pt x="3809" y="37500"/>
                  </a:lnTo>
                  <a:lnTo>
                    <a:pt x="1904" y="43750"/>
                  </a:lnTo>
                  <a:lnTo>
                    <a:pt x="0" y="52500"/>
                  </a:lnTo>
                  <a:lnTo>
                    <a:pt x="1904" y="61250"/>
                  </a:lnTo>
                  <a:lnTo>
                    <a:pt x="3809" y="67500"/>
                  </a:lnTo>
                  <a:lnTo>
                    <a:pt x="7619" y="77500"/>
                  </a:lnTo>
                  <a:lnTo>
                    <a:pt x="13333" y="90000"/>
                  </a:lnTo>
                  <a:lnTo>
                    <a:pt x="20952" y="102500"/>
                  </a:lnTo>
                  <a:lnTo>
                    <a:pt x="40000" y="116250"/>
                  </a:lnTo>
                  <a:lnTo>
                    <a:pt x="49523" y="120000"/>
                  </a:lnTo>
                  <a:lnTo>
                    <a:pt x="80000" y="115000"/>
                  </a:lnTo>
                  <a:lnTo>
                    <a:pt x="95238" y="110000"/>
                  </a:lnTo>
                  <a:lnTo>
                    <a:pt x="106666" y="100000"/>
                  </a:lnTo>
                  <a:lnTo>
                    <a:pt x="108571" y="97500"/>
                  </a:lnTo>
                  <a:lnTo>
                    <a:pt x="108571" y="93750"/>
                  </a:lnTo>
                  <a:lnTo>
                    <a:pt x="110476" y="91250"/>
                  </a:lnTo>
                  <a:lnTo>
                    <a:pt x="110476" y="85000"/>
                  </a:lnTo>
                  <a:lnTo>
                    <a:pt x="110476" y="81250"/>
                  </a:lnTo>
                  <a:lnTo>
                    <a:pt x="112380" y="76250"/>
                  </a:lnTo>
                  <a:lnTo>
                    <a:pt x="116190" y="72500"/>
                  </a:lnTo>
                  <a:lnTo>
                    <a:pt x="118095" y="675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Shape 5134"/>
            <p:cNvSpPr/>
            <p:nvPr/>
          </p:nvSpPr>
          <p:spPr>
            <a:xfrm>
              <a:off x="11052432" y="3081682"/>
              <a:ext cx="277812" cy="3159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551" y="6432"/>
                  </a:moveTo>
                  <a:lnTo>
                    <a:pt x="85551" y="5025"/>
                  </a:lnTo>
                  <a:lnTo>
                    <a:pt x="84410" y="4221"/>
                  </a:lnTo>
                  <a:lnTo>
                    <a:pt x="83041" y="4221"/>
                  </a:lnTo>
                  <a:lnTo>
                    <a:pt x="81444" y="4623"/>
                  </a:lnTo>
                  <a:lnTo>
                    <a:pt x="80532" y="5829"/>
                  </a:lnTo>
                  <a:lnTo>
                    <a:pt x="80760" y="6030"/>
                  </a:lnTo>
                  <a:lnTo>
                    <a:pt x="80760" y="6432"/>
                  </a:lnTo>
                  <a:lnTo>
                    <a:pt x="80760" y="6633"/>
                  </a:lnTo>
                  <a:lnTo>
                    <a:pt x="80760" y="6834"/>
                  </a:lnTo>
                  <a:lnTo>
                    <a:pt x="80532" y="7035"/>
                  </a:lnTo>
                  <a:lnTo>
                    <a:pt x="80304" y="7437"/>
                  </a:lnTo>
                  <a:lnTo>
                    <a:pt x="80076" y="7035"/>
                  </a:lnTo>
                  <a:lnTo>
                    <a:pt x="80304" y="7839"/>
                  </a:lnTo>
                  <a:lnTo>
                    <a:pt x="80532" y="8442"/>
                  </a:lnTo>
                  <a:lnTo>
                    <a:pt x="80304" y="9447"/>
                  </a:lnTo>
                  <a:lnTo>
                    <a:pt x="80076" y="10050"/>
                  </a:lnTo>
                  <a:lnTo>
                    <a:pt x="80532" y="10251"/>
                  </a:lnTo>
                  <a:lnTo>
                    <a:pt x="80988" y="10251"/>
                  </a:lnTo>
                  <a:lnTo>
                    <a:pt x="81216" y="10452"/>
                  </a:lnTo>
                  <a:lnTo>
                    <a:pt x="81444" y="10854"/>
                  </a:lnTo>
                  <a:lnTo>
                    <a:pt x="81444" y="11658"/>
                  </a:lnTo>
                  <a:lnTo>
                    <a:pt x="81901" y="12261"/>
                  </a:lnTo>
                  <a:lnTo>
                    <a:pt x="82129" y="12462"/>
                  </a:lnTo>
                  <a:lnTo>
                    <a:pt x="82585" y="12663"/>
                  </a:lnTo>
                  <a:lnTo>
                    <a:pt x="83269" y="13467"/>
                  </a:lnTo>
                  <a:lnTo>
                    <a:pt x="83726" y="14271"/>
                  </a:lnTo>
                  <a:lnTo>
                    <a:pt x="84410" y="15075"/>
                  </a:lnTo>
                  <a:lnTo>
                    <a:pt x="83498" y="16281"/>
                  </a:lnTo>
                  <a:lnTo>
                    <a:pt x="84182" y="16683"/>
                  </a:lnTo>
                  <a:lnTo>
                    <a:pt x="84182" y="16683"/>
                  </a:lnTo>
                  <a:lnTo>
                    <a:pt x="84410" y="16683"/>
                  </a:lnTo>
                  <a:lnTo>
                    <a:pt x="84410" y="17286"/>
                  </a:lnTo>
                  <a:lnTo>
                    <a:pt x="83269" y="17487"/>
                  </a:lnTo>
                  <a:lnTo>
                    <a:pt x="82813" y="17286"/>
                  </a:lnTo>
                  <a:lnTo>
                    <a:pt x="82357" y="16281"/>
                  </a:lnTo>
                  <a:lnTo>
                    <a:pt x="82357" y="15075"/>
                  </a:lnTo>
                  <a:lnTo>
                    <a:pt x="81901" y="14673"/>
                  </a:lnTo>
                  <a:lnTo>
                    <a:pt x="80988" y="14874"/>
                  </a:lnTo>
                  <a:lnTo>
                    <a:pt x="80532" y="15477"/>
                  </a:lnTo>
                  <a:lnTo>
                    <a:pt x="80760" y="15879"/>
                  </a:lnTo>
                  <a:lnTo>
                    <a:pt x="80988" y="15879"/>
                  </a:lnTo>
                  <a:lnTo>
                    <a:pt x="80532" y="16080"/>
                  </a:lnTo>
                  <a:lnTo>
                    <a:pt x="78935" y="15477"/>
                  </a:lnTo>
                  <a:lnTo>
                    <a:pt x="78479" y="16080"/>
                  </a:lnTo>
                  <a:lnTo>
                    <a:pt x="78707" y="16884"/>
                  </a:lnTo>
                  <a:lnTo>
                    <a:pt x="79163" y="17889"/>
                  </a:lnTo>
                  <a:lnTo>
                    <a:pt x="80076" y="19296"/>
                  </a:lnTo>
                  <a:lnTo>
                    <a:pt x="80076" y="19698"/>
                  </a:lnTo>
                  <a:lnTo>
                    <a:pt x="78935" y="19497"/>
                  </a:lnTo>
                  <a:lnTo>
                    <a:pt x="78250" y="18693"/>
                  </a:lnTo>
                  <a:lnTo>
                    <a:pt x="76425" y="16482"/>
                  </a:lnTo>
                  <a:lnTo>
                    <a:pt x="76197" y="15075"/>
                  </a:lnTo>
                  <a:lnTo>
                    <a:pt x="76882" y="14070"/>
                  </a:lnTo>
                  <a:lnTo>
                    <a:pt x="78479" y="12864"/>
                  </a:lnTo>
                  <a:lnTo>
                    <a:pt x="78022" y="12060"/>
                  </a:lnTo>
                  <a:lnTo>
                    <a:pt x="77338" y="11859"/>
                  </a:lnTo>
                  <a:lnTo>
                    <a:pt x="75969" y="12060"/>
                  </a:lnTo>
                  <a:lnTo>
                    <a:pt x="75969" y="12462"/>
                  </a:lnTo>
                  <a:lnTo>
                    <a:pt x="76197" y="12462"/>
                  </a:lnTo>
                  <a:lnTo>
                    <a:pt x="76197" y="12864"/>
                  </a:lnTo>
                  <a:lnTo>
                    <a:pt x="75513" y="12663"/>
                  </a:lnTo>
                  <a:lnTo>
                    <a:pt x="70950" y="6633"/>
                  </a:lnTo>
                  <a:lnTo>
                    <a:pt x="67528" y="5829"/>
                  </a:lnTo>
                  <a:lnTo>
                    <a:pt x="67984" y="5628"/>
                  </a:lnTo>
                  <a:lnTo>
                    <a:pt x="69581" y="6030"/>
                  </a:lnTo>
                  <a:lnTo>
                    <a:pt x="70038" y="5427"/>
                  </a:lnTo>
                  <a:lnTo>
                    <a:pt x="69353" y="4020"/>
                  </a:lnTo>
                  <a:lnTo>
                    <a:pt x="68441" y="3417"/>
                  </a:lnTo>
                  <a:lnTo>
                    <a:pt x="66387" y="3417"/>
                  </a:lnTo>
                  <a:lnTo>
                    <a:pt x="65703" y="3819"/>
                  </a:lnTo>
                  <a:lnTo>
                    <a:pt x="64562" y="5025"/>
                  </a:lnTo>
                  <a:lnTo>
                    <a:pt x="64334" y="5427"/>
                  </a:lnTo>
                  <a:lnTo>
                    <a:pt x="55893" y="2412"/>
                  </a:lnTo>
                  <a:lnTo>
                    <a:pt x="54524" y="2814"/>
                  </a:lnTo>
                  <a:lnTo>
                    <a:pt x="53612" y="3819"/>
                  </a:lnTo>
                  <a:lnTo>
                    <a:pt x="52927" y="4020"/>
                  </a:lnTo>
                  <a:lnTo>
                    <a:pt x="49733" y="6633"/>
                  </a:lnTo>
                  <a:lnTo>
                    <a:pt x="48365" y="7437"/>
                  </a:lnTo>
                  <a:lnTo>
                    <a:pt x="46996" y="8442"/>
                  </a:lnTo>
                  <a:lnTo>
                    <a:pt x="46768" y="8643"/>
                  </a:lnTo>
                  <a:lnTo>
                    <a:pt x="46768" y="9045"/>
                  </a:lnTo>
                  <a:lnTo>
                    <a:pt x="46996" y="9648"/>
                  </a:lnTo>
                  <a:lnTo>
                    <a:pt x="46996" y="10050"/>
                  </a:lnTo>
                  <a:lnTo>
                    <a:pt x="47224" y="10050"/>
                  </a:lnTo>
                  <a:lnTo>
                    <a:pt x="46539" y="10653"/>
                  </a:lnTo>
                  <a:lnTo>
                    <a:pt x="41520" y="12462"/>
                  </a:lnTo>
                  <a:lnTo>
                    <a:pt x="41977" y="14271"/>
                  </a:lnTo>
                  <a:lnTo>
                    <a:pt x="47452" y="21306"/>
                  </a:lnTo>
                  <a:lnTo>
                    <a:pt x="54980" y="20703"/>
                  </a:lnTo>
                  <a:lnTo>
                    <a:pt x="56121" y="22110"/>
                  </a:lnTo>
                  <a:lnTo>
                    <a:pt x="56577" y="22110"/>
                  </a:lnTo>
                  <a:lnTo>
                    <a:pt x="57946" y="21507"/>
                  </a:lnTo>
                  <a:lnTo>
                    <a:pt x="58403" y="21306"/>
                  </a:lnTo>
                  <a:lnTo>
                    <a:pt x="57718" y="22110"/>
                  </a:lnTo>
                  <a:lnTo>
                    <a:pt x="57718" y="22512"/>
                  </a:lnTo>
                  <a:lnTo>
                    <a:pt x="60000" y="24924"/>
                  </a:lnTo>
                  <a:lnTo>
                    <a:pt x="60684" y="25326"/>
                  </a:lnTo>
                  <a:lnTo>
                    <a:pt x="62053" y="24924"/>
                  </a:lnTo>
                  <a:lnTo>
                    <a:pt x="62737" y="25527"/>
                  </a:lnTo>
                  <a:lnTo>
                    <a:pt x="62281" y="25929"/>
                  </a:lnTo>
                  <a:lnTo>
                    <a:pt x="61140" y="26331"/>
                  </a:lnTo>
                  <a:lnTo>
                    <a:pt x="60684" y="26532"/>
                  </a:lnTo>
                  <a:lnTo>
                    <a:pt x="61140" y="26934"/>
                  </a:lnTo>
                  <a:lnTo>
                    <a:pt x="64562" y="27939"/>
                  </a:lnTo>
                  <a:lnTo>
                    <a:pt x="63193" y="28542"/>
                  </a:lnTo>
                  <a:lnTo>
                    <a:pt x="60000" y="27939"/>
                  </a:lnTo>
                  <a:lnTo>
                    <a:pt x="59087" y="27537"/>
                  </a:lnTo>
                  <a:lnTo>
                    <a:pt x="58403" y="26331"/>
                  </a:lnTo>
                  <a:lnTo>
                    <a:pt x="57718" y="25929"/>
                  </a:lnTo>
                  <a:lnTo>
                    <a:pt x="56806" y="26532"/>
                  </a:lnTo>
                  <a:lnTo>
                    <a:pt x="57262" y="26934"/>
                  </a:lnTo>
                  <a:lnTo>
                    <a:pt x="58631" y="27537"/>
                  </a:lnTo>
                  <a:lnTo>
                    <a:pt x="58403" y="27939"/>
                  </a:lnTo>
                  <a:lnTo>
                    <a:pt x="59543" y="28341"/>
                  </a:lnTo>
                  <a:lnTo>
                    <a:pt x="59771" y="28341"/>
                  </a:lnTo>
                  <a:lnTo>
                    <a:pt x="59771" y="28743"/>
                  </a:lnTo>
                  <a:lnTo>
                    <a:pt x="52015" y="28140"/>
                  </a:lnTo>
                  <a:lnTo>
                    <a:pt x="51102" y="28944"/>
                  </a:lnTo>
                  <a:lnTo>
                    <a:pt x="50874" y="30552"/>
                  </a:lnTo>
                  <a:lnTo>
                    <a:pt x="51558" y="31758"/>
                  </a:lnTo>
                  <a:lnTo>
                    <a:pt x="57718" y="34572"/>
                  </a:lnTo>
                  <a:lnTo>
                    <a:pt x="61596" y="33768"/>
                  </a:lnTo>
                  <a:lnTo>
                    <a:pt x="61825" y="33969"/>
                  </a:lnTo>
                  <a:lnTo>
                    <a:pt x="63878" y="35979"/>
                  </a:lnTo>
                  <a:lnTo>
                    <a:pt x="65703" y="36582"/>
                  </a:lnTo>
                  <a:lnTo>
                    <a:pt x="66159" y="36783"/>
                  </a:lnTo>
                  <a:lnTo>
                    <a:pt x="66844" y="37989"/>
                  </a:lnTo>
                  <a:lnTo>
                    <a:pt x="67300" y="38190"/>
                  </a:lnTo>
                  <a:lnTo>
                    <a:pt x="73231" y="36582"/>
                  </a:lnTo>
                  <a:lnTo>
                    <a:pt x="72319" y="37587"/>
                  </a:lnTo>
                  <a:lnTo>
                    <a:pt x="70266" y="37989"/>
                  </a:lnTo>
                  <a:lnTo>
                    <a:pt x="67756" y="39396"/>
                  </a:lnTo>
                  <a:lnTo>
                    <a:pt x="67072" y="39396"/>
                  </a:lnTo>
                  <a:lnTo>
                    <a:pt x="65019" y="38391"/>
                  </a:lnTo>
                  <a:lnTo>
                    <a:pt x="62281" y="37989"/>
                  </a:lnTo>
                  <a:lnTo>
                    <a:pt x="60456" y="36783"/>
                  </a:lnTo>
                  <a:lnTo>
                    <a:pt x="59543" y="36783"/>
                  </a:lnTo>
                  <a:lnTo>
                    <a:pt x="58631" y="37587"/>
                  </a:lnTo>
                  <a:lnTo>
                    <a:pt x="58631" y="37788"/>
                  </a:lnTo>
                  <a:lnTo>
                    <a:pt x="58631" y="38592"/>
                  </a:lnTo>
                  <a:lnTo>
                    <a:pt x="56577" y="38391"/>
                  </a:lnTo>
                  <a:lnTo>
                    <a:pt x="57262" y="39195"/>
                  </a:lnTo>
                  <a:lnTo>
                    <a:pt x="58403" y="40201"/>
                  </a:lnTo>
                  <a:lnTo>
                    <a:pt x="58859" y="40804"/>
                  </a:lnTo>
                  <a:lnTo>
                    <a:pt x="58859" y="41407"/>
                  </a:lnTo>
                  <a:lnTo>
                    <a:pt x="58859" y="42010"/>
                  </a:lnTo>
                  <a:lnTo>
                    <a:pt x="59087" y="42814"/>
                  </a:lnTo>
                  <a:lnTo>
                    <a:pt x="59543" y="44422"/>
                  </a:lnTo>
                  <a:lnTo>
                    <a:pt x="60000" y="45226"/>
                  </a:lnTo>
                  <a:lnTo>
                    <a:pt x="61596" y="45226"/>
                  </a:lnTo>
                  <a:lnTo>
                    <a:pt x="61140" y="46030"/>
                  </a:lnTo>
                  <a:lnTo>
                    <a:pt x="60912" y="46432"/>
                  </a:lnTo>
                  <a:lnTo>
                    <a:pt x="60684" y="46834"/>
                  </a:lnTo>
                  <a:lnTo>
                    <a:pt x="60456" y="47236"/>
                  </a:lnTo>
                  <a:lnTo>
                    <a:pt x="61596" y="47236"/>
                  </a:lnTo>
                  <a:lnTo>
                    <a:pt x="61825" y="47437"/>
                  </a:lnTo>
                  <a:lnTo>
                    <a:pt x="62053" y="47839"/>
                  </a:lnTo>
                  <a:lnTo>
                    <a:pt x="62053" y="48040"/>
                  </a:lnTo>
                  <a:lnTo>
                    <a:pt x="62053" y="48442"/>
                  </a:lnTo>
                  <a:lnTo>
                    <a:pt x="62053" y="48643"/>
                  </a:lnTo>
                  <a:lnTo>
                    <a:pt x="62509" y="49045"/>
                  </a:lnTo>
                  <a:lnTo>
                    <a:pt x="62965" y="48643"/>
                  </a:lnTo>
                  <a:lnTo>
                    <a:pt x="63422" y="48643"/>
                  </a:lnTo>
                  <a:lnTo>
                    <a:pt x="64106" y="49648"/>
                  </a:lnTo>
                  <a:lnTo>
                    <a:pt x="63878" y="49849"/>
                  </a:lnTo>
                  <a:lnTo>
                    <a:pt x="63422" y="50050"/>
                  </a:lnTo>
                  <a:lnTo>
                    <a:pt x="63193" y="50452"/>
                  </a:lnTo>
                  <a:lnTo>
                    <a:pt x="63193" y="51256"/>
                  </a:lnTo>
                  <a:lnTo>
                    <a:pt x="63422" y="51658"/>
                  </a:lnTo>
                  <a:lnTo>
                    <a:pt x="63878" y="51457"/>
                  </a:lnTo>
                  <a:lnTo>
                    <a:pt x="64106" y="51658"/>
                  </a:lnTo>
                  <a:lnTo>
                    <a:pt x="64106" y="52462"/>
                  </a:lnTo>
                  <a:lnTo>
                    <a:pt x="65019" y="51658"/>
                  </a:lnTo>
                  <a:lnTo>
                    <a:pt x="71863" y="49246"/>
                  </a:lnTo>
                  <a:lnTo>
                    <a:pt x="73003" y="50050"/>
                  </a:lnTo>
                  <a:lnTo>
                    <a:pt x="71863" y="51055"/>
                  </a:lnTo>
                  <a:lnTo>
                    <a:pt x="71178" y="51256"/>
                  </a:lnTo>
                  <a:lnTo>
                    <a:pt x="70722" y="50452"/>
                  </a:lnTo>
                  <a:lnTo>
                    <a:pt x="70038" y="50452"/>
                  </a:lnTo>
                  <a:lnTo>
                    <a:pt x="69809" y="50653"/>
                  </a:lnTo>
                  <a:lnTo>
                    <a:pt x="69809" y="51256"/>
                  </a:lnTo>
                  <a:lnTo>
                    <a:pt x="69581" y="51859"/>
                  </a:lnTo>
                  <a:lnTo>
                    <a:pt x="69581" y="52060"/>
                  </a:lnTo>
                  <a:lnTo>
                    <a:pt x="68897" y="52462"/>
                  </a:lnTo>
                  <a:lnTo>
                    <a:pt x="67984" y="52462"/>
                  </a:lnTo>
                  <a:lnTo>
                    <a:pt x="67756" y="52462"/>
                  </a:lnTo>
                  <a:lnTo>
                    <a:pt x="67300" y="53668"/>
                  </a:lnTo>
                  <a:lnTo>
                    <a:pt x="67072" y="53869"/>
                  </a:lnTo>
                  <a:lnTo>
                    <a:pt x="64106" y="54472"/>
                  </a:lnTo>
                  <a:lnTo>
                    <a:pt x="62965" y="56281"/>
                  </a:lnTo>
                  <a:lnTo>
                    <a:pt x="62281" y="56683"/>
                  </a:lnTo>
                  <a:lnTo>
                    <a:pt x="62053" y="56683"/>
                  </a:lnTo>
                  <a:lnTo>
                    <a:pt x="61825" y="56281"/>
                  </a:lnTo>
                  <a:lnTo>
                    <a:pt x="61825" y="56080"/>
                  </a:lnTo>
                  <a:lnTo>
                    <a:pt x="61825" y="55477"/>
                  </a:lnTo>
                  <a:lnTo>
                    <a:pt x="61825" y="55075"/>
                  </a:lnTo>
                  <a:lnTo>
                    <a:pt x="61825" y="54673"/>
                  </a:lnTo>
                  <a:lnTo>
                    <a:pt x="61825" y="54271"/>
                  </a:lnTo>
                  <a:lnTo>
                    <a:pt x="61825" y="53668"/>
                  </a:lnTo>
                  <a:lnTo>
                    <a:pt x="61596" y="53467"/>
                  </a:lnTo>
                  <a:lnTo>
                    <a:pt x="61140" y="53266"/>
                  </a:lnTo>
                  <a:lnTo>
                    <a:pt x="60912" y="53467"/>
                  </a:lnTo>
                  <a:lnTo>
                    <a:pt x="59771" y="54271"/>
                  </a:lnTo>
                  <a:lnTo>
                    <a:pt x="59087" y="54472"/>
                  </a:lnTo>
                  <a:lnTo>
                    <a:pt x="58403" y="54271"/>
                  </a:lnTo>
                  <a:lnTo>
                    <a:pt x="58174" y="53869"/>
                  </a:lnTo>
                  <a:lnTo>
                    <a:pt x="58403" y="53266"/>
                  </a:lnTo>
                  <a:lnTo>
                    <a:pt x="58859" y="53065"/>
                  </a:lnTo>
                  <a:lnTo>
                    <a:pt x="59543" y="52462"/>
                  </a:lnTo>
                  <a:lnTo>
                    <a:pt x="59771" y="51457"/>
                  </a:lnTo>
                  <a:lnTo>
                    <a:pt x="58174" y="51256"/>
                  </a:lnTo>
                  <a:lnTo>
                    <a:pt x="57718" y="50653"/>
                  </a:lnTo>
                  <a:lnTo>
                    <a:pt x="57490" y="50050"/>
                  </a:lnTo>
                  <a:lnTo>
                    <a:pt x="57262" y="49045"/>
                  </a:lnTo>
                  <a:lnTo>
                    <a:pt x="56806" y="48442"/>
                  </a:lnTo>
                  <a:lnTo>
                    <a:pt x="55209" y="45628"/>
                  </a:lnTo>
                  <a:lnTo>
                    <a:pt x="54980" y="44824"/>
                  </a:lnTo>
                  <a:lnTo>
                    <a:pt x="53840" y="43618"/>
                  </a:lnTo>
                  <a:lnTo>
                    <a:pt x="48365" y="42211"/>
                  </a:lnTo>
                  <a:lnTo>
                    <a:pt x="48365" y="41809"/>
                  </a:lnTo>
                  <a:lnTo>
                    <a:pt x="51787" y="40804"/>
                  </a:lnTo>
                  <a:lnTo>
                    <a:pt x="52699" y="39597"/>
                  </a:lnTo>
                  <a:lnTo>
                    <a:pt x="46083" y="41407"/>
                  </a:lnTo>
                  <a:lnTo>
                    <a:pt x="46539" y="40603"/>
                  </a:lnTo>
                  <a:lnTo>
                    <a:pt x="48365" y="39396"/>
                  </a:lnTo>
                  <a:lnTo>
                    <a:pt x="48365" y="38391"/>
                  </a:lnTo>
                  <a:lnTo>
                    <a:pt x="47680" y="37989"/>
                  </a:lnTo>
                  <a:lnTo>
                    <a:pt x="46996" y="37587"/>
                  </a:lnTo>
                  <a:lnTo>
                    <a:pt x="46996" y="37185"/>
                  </a:lnTo>
                  <a:lnTo>
                    <a:pt x="46768" y="36381"/>
                  </a:lnTo>
                  <a:lnTo>
                    <a:pt x="46539" y="35778"/>
                  </a:lnTo>
                  <a:lnTo>
                    <a:pt x="45627" y="35376"/>
                  </a:lnTo>
                  <a:lnTo>
                    <a:pt x="44030" y="33366"/>
                  </a:lnTo>
                  <a:lnTo>
                    <a:pt x="41749" y="31758"/>
                  </a:lnTo>
                  <a:lnTo>
                    <a:pt x="38555" y="31356"/>
                  </a:lnTo>
                  <a:lnTo>
                    <a:pt x="38098" y="30753"/>
                  </a:lnTo>
                  <a:lnTo>
                    <a:pt x="38326" y="29748"/>
                  </a:lnTo>
                  <a:lnTo>
                    <a:pt x="39239" y="26733"/>
                  </a:lnTo>
                  <a:lnTo>
                    <a:pt x="38783" y="26733"/>
                  </a:lnTo>
                  <a:lnTo>
                    <a:pt x="39239" y="26130"/>
                  </a:lnTo>
                  <a:lnTo>
                    <a:pt x="39467" y="25527"/>
                  </a:lnTo>
                  <a:lnTo>
                    <a:pt x="39467" y="24924"/>
                  </a:lnTo>
                  <a:lnTo>
                    <a:pt x="39923" y="24723"/>
                  </a:lnTo>
                  <a:lnTo>
                    <a:pt x="39239" y="23919"/>
                  </a:lnTo>
                  <a:lnTo>
                    <a:pt x="36501" y="21909"/>
                  </a:lnTo>
                  <a:lnTo>
                    <a:pt x="34904" y="18894"/>
                  </a:lnTo>
                  <a:lnTo>
                    <a:pt x="34448" y="18693"/>
                  </a:lnTo>
                  <a:lnTo>
                    <a:pt x="33536" y="18291"/>
                  </a:lnTo>
                  <a:lnTo>
                    <a:pt x="33079" y="17487"/>
                  </a:lnTo>
                  <a:lnTo>
                    <a:pt x="32851" y="17286"/>
                  </a:lnTo>
                  <a:lnTo>
                    <a:pt x="24866" y="15477"/>
                  </a:lnTo>
                  <a:lnTo>
                    <a:pt x="24182" y="15879"/>
                  </a:lnTo>
                  <a:lnTo>
                    <a:pt x="22129" y="17889"/>
                  </a:lnTo>
                  <a:lnTo>
                    <a:pt x="21673" y="18090"/>
                  </a:lnTo>
                  <a:lnTo>
                    <a:pt x="20760" y="18291"/>
                  </a:lnTo>
                  <a:lnTo>
                    <a:pt x="20076" y="18492"/>
                  </a:lnTo>
                  <a:lnTo>
                    <a:pt x="19619" y="19698"/>
                  </a:lnTo>
                  <a:lnTo>
                    <a:pt x="20076" y="20502"/>
                  </a:lnTo>
                  <a:lnTo>
                    <a:pt x="20988" y="21306"/>
                  </a:lnTo>
                  <a:lnTo>
                    <a:pt x="21673" y="21708"/>
                  </a:lnTo>
                  <a:lnTo>
                    <a:pt x="20988" y="22512"/>
                  </a:lnTo>
                  <a:lnTo>
                    <a:pt x="19619" y="22512"/>
                  </a:lnTo>
                  <a:lnTo>
                    <a:pt x="18707" y="22914"/>
                  </a:lnTo>
                  <a:lnTo>
                    <a:pt x="19619" y="24321"/>
                  </a:lnTo>
                  <a:lnTo>
                    <a:pt x="19619" y="24723"/>
                  </a:lnTo>
                  <a:lnTo>
                    <a:pt x="18707" y="25527"/>
                  </a:lnTo>
                  <a:lnTo>
                    <a:pt x="17110" y="26331"/>
                  </a:lnTo>
                  <a:lnTo>
                    <a:pt x="16425" y="26733"/>
                  </a:lnTo>
                  <a:lnTo>
                    <a:pt x="18022" y="26532"/>
                  </a:lnTo>
                  <a:lnTo>
                    <a:pt x="19163" y="26934"/>
                  </a:lnTo>
                  <a:lnTo>
                    <a:pt x="19391" y="27939"/>
                  </a:lnTo>
                  <a:lnTo>
                    <a:pt x="19163" y="29547"/>
                  </a:lnTo>
                  <a:lnTo>
                    <a:pt x="18250" y="29949"/>
                  </a:lnTo>
                  <a:lnTo>
                    <a:pt x="17566" y="30150"/>
                  </a:lnTo>
                  <a:lnTo>
                    <a:pt x="17110" y="30753"/>
                  </a:lnTo>
                  <a:lnTo>
                    <a:pt x="18250" y="31959"/>
                  </a:lnTo>
                  <a:lnTo>
                    <a:pt x="23269" y="31557"/>
                  </a:lnTo>
                  <a:lnTo>
                    <a:pt x="24182" y="32160"/>
                  </a:lnTo>
                  <a:lnTo>
                    <a:pt x="24638" y="32361"/>
                  </a:lnTo>
                  <a:lnTo>
                    <a:pt x="33079" y="30150"/>
                  </a:lnTo>
                  <a:lnTo>
                    <a:pt x="29657" y="33165"/>
                  </a:lnTo>
                  <a:lnTo>
                    <a:pt x="25323" y="34773"/>
                  </a:lnTo>
                  <a:lnTo>
                    <a:pt x="25095" y="35175"/>
                  </a:lnTo>
                  <a:lnTo>
                    <a:pt x="24410" y="36582"/>
                  </a:lnTo>
                  <a:lnTo>
                    <a:pt x="24182" y="37386"/>
                  </a:lnTo>
                  <a:lnTo>
                    <a:pt x="23041" y="37989"/>
                  </a:lnTo>
                  <a:lnTo>
                    <a:pt x="22813" y="38391"/>
                  </a:lnTo>
                  <a:lnTo>
                    <a:pt x="22357" y="39195"/>
                  </a:lnTo>
                  <a:lnTo>
                    <a:pt x="22129" y="40201"/>
                  </a:lnTo>
                  <a:lnTo>
                    <a:pt x="21901" y="41608"/>
                  </a:lnTo>
                  <a:lnTo>
                    <a:pt x="22129" y="43216"/>
                  </a:lnTo>
                  <a:lnTo>
                    <a:pt x="23041" y="45829"/>
                  </a:lnTo>
                  <a:lnTo>
                    <a:pt x="24410" y="47638"/>
                  </a:lnTo>
                  <a:lnTo>
                    <a:pt x="25779" y="48442"/>
                  </a:lnTo>
                  <a:lnTo>
                    <a:pt x="31711" y="47638"/>
                  </a:lnTo>
                  <a:lnTo>
                    <a:pt x="33307" y="46231"/>
                  </a:lnTo>
                  <a:lnTo>
                    <a:pt x="34220" y="46432"/>
                  </a:lnTo>
                  <a:lnTo>
                    <a:pt x="33992" y="47236"/>
                  </a:lnTo>
                  <a:lnTo>
                    <a:pt x="33764" y="47638"/>
                  </a:lnTo>
                  <a:lnTo>
                    <a:pt x="33536" y="47839"/>
                  </a:lnTo>
                  <a:lnTo>
                    <a:pt x="33079" y="48040"/>
                  </a:lnTo>
                  <a:lnTo>
                    <a:pt x="32851" y="48040"/>
                  </a:lnTo>
                  <a:lnTo>
                    <a:pt x="31939" y="49648"/>
                  </a:lnTo>
                  <a:lnTo>
                    <a:pt x="31482" y="50050"/>
                  </a:lnTo>
                  <a:lnTo>
                    <a:pt x="30342" y="50653"/>
                  </a:lnTo>
                  <a:lnTo>
                    <a:pt x="28517" y="52261"/>
                  </a:lnTo>
                  <a:lnTo>
                    <a:pt x="28060" y="53065"/>
                  </a:lnTo>
                  <a:lnTo>
                    <a:pt x="28288" y="53869"/>
                  </a:lnTo>
                  <a:lnTo>
                    <a:pt x="28517" y="54271"/>
                  </a:lnTo>
                  <a:lnTo>
                    <a:pt x="28745" y="55075"/>
                  </a:lnTo>
                  <a:lnTo>
                    <a:pt x="28973" y="55879"/>
                  </a:lnTo>
                  <a:lnTo>
                    <a:pt x="28745" y="57085"/>
                  </a:lnTo>
                  <a:lnTo>
                    <a:pt x="29657" y="57889"/>
                  </a:lnTo>
                  <a:lnTo>
                    <a:pt x="31482" y="57487"/>
                  </a:lnTo>
                  <a:lnTo>
                    <a:pt x="32623" y="58291"/>
                  </a:lnTo>
                  <a:lnTo>
                    <a:pt x="33079" y="59296"/>
                  </a:lnTo>
                  <a:lnTo>
                    <a:pt x="33307" y="60502"/>
                  </a:lnTo>
                  <a:lnTo>
                    <a:pt x="33307" y="61105"/>
                  </a:lnTo>
                  <a:lnTo>
                    <a:pt x="32851" y="62512"/>
                  </a:lnTo>
                  <a:lnTo>
                    <a:pt x="32623" y="63316"/>
                  </a:lnTo>
                  <a:lnTo>
                    <a:pt x="35361" y="63517"/>
                  </a:lnTo>
                  <a:lnTo>
                    <a:pt x="37186" y="62512"/>
                  </a:lnTo>
                  <a:lnTo>
                    <a:pt x="38783" y="62512"/>
                  </a:lnTo>
                  <a:lnTo>
                    <a:pt x="39695" y="61909"/>
                  </a:lnTo>
                  <a:lnTo>
                    <a:pt x="39239" y="61507"/>
                  </a:lnTo>
                  <a:lnTo>
                    <a:pt x="41977" y="61105"/>
                  </a:lnTo>
                  <a:lnTo>
                    <a:pt x="40380" y="62512"/>
                  </a:lnTo>
                  <a:lnTo>
                    <a:pt x="37186" y="63115"/>
                  </a:lnTo>
                  <a:lnTo>
                    <a:pt x="35361" y="64321"/>
                  </a:lnTo>
                  <a:lnTo>
                    <a:pt x="35133" y="64723"/>
                  </a:lnTo>
                  <a:lnTo>
                    <a:pt x="34904" y="65326"/>
                  </a:lnTo>
                  <a:lnTo>
                    <a:pt x="34448" y="65527"/>
                  </a:lnTo>
                  <a:lnTo>
                    <a:pt x="34220" y="65728"/>
                  </a:lnTo>
                  <a:lnTo>
                    <a:pt x="31254" y="64723"/>
                  </a:lnTo>
                  <a:lnTo>
                    <a:pt x="30798" y="64321"/>
                  </a:lnTo>
                  <a:lnTo>
                    <a:pt x="30342" y="63718"/>
                  </a:lnTo>
                  <a:lnTo>
                    <a:pt x="30342" y="63316"/>
                  </a:lnTo>
                  <a:lnTo>
                    <a:pt x="30570" y="62713"/>
                  </a:lnTo>
                  <a:lnTo>
                    <a:pt x="30570" y="62311"/>
                  </a:lnTo>
                  <a:lnTo>
                    <a:pt x="30342" y="61708"/>
                  </a:lnTo>
                  <a:lnTo>
                    <a:pt x="30570" y="61507"/>
                  </a:lnTo>
                  <a:lnTo>
                    <a:pt x="30570" y="61306"/>
                  </a:lnTo>
                  <a:lnTo>
                    <a:pt x="30570" y="61105"/>
                  </a:lnTo>
                  <a:lnTo>
                    <a:pt x="30798" y="60703"/>
                  </a:lnTo>
                  <a:lnTo>
                    <a:pt x="29657" y="60703"/>
                  </a:lnTo>
                  <a:lnTo>
                    <a:pt x="28288" y="59899"/>
                  </a:lnTo>
                  <a:lnTo>
                    <a:pt x="26920" y="58492"/>
                  </a:lnTo>
                  <a:lnTo>
                    <a:pt x="25323" y="57889"/>
                  </a:lnTo>
                  <a:lnTo>
                    <a:pt x="24638" y="57085"/>
                  </a:lnTo>
                  <a:lnTo>
                    <a:pt x="24182" y="56683"/>
                  </a:lnTo>
                  <a:lnTo>
                    <a:pt x="23954" y="56482"/>
                  </a:lnTo>
                  <a:lnTo>
                    <a:pt x="23269" y="55075"/>
                  </a:lnTo>
                  <a:lnTo>
                    <a:pt x="23041" y="54472"/>
                  </a:lnTo>
                  <a:lnTo>
                    <a:pt x="22813" y="54271"/>
                  </a:lnTo>
                  <a:lnTo>
                    <a:pt x="13688" y="56482"/>
                  </a:lnTo>
                  <a:lnTo>
                    <a:pt x="13460" y="56683"/>
                  </a:lnTo>
                  <a:lnTo>
                    <a:pt x="12775" y="58090"/>
                  </a:lnTo>
                  <a:lnTo>
                    <a:pt x="12319" y="58492"/>
                  </a:lnTo>
                  <a:lnTo>
                    <a:pt x="11863" y="58693"/>
                  </a:lnTo>
                  <a:lnTo>
                    <a:pt x="11634" y="60100"/>
                  </a:lnTo>
                  <a:lnTo>
                    <a:pt x="11178" y="60502"/>
                  </a:lnTo>
                  <a:lnTo>
                    <a:pt x="11406" y="61306"/>
                  </a:lnTo>
                  <a:lnTo>
                    <a:pt x="11863" y="62311"/>
                  </a:lnTo>
                  <a:lnTo>
                    <a:pt x="12319" y="62512"/>
                  </a:lnTo>
                  <a:lnTo>
                    <a:pt x="16882" y="61708"/>
                  </a:lnTo>
                  <a:lnTo>
                    <a:pt x="17338" y="62311"/>
                  </a:lnTo>
                  <a:lnTo>
                    <a:pt x="14144" y="64321"/>
                  </a:lnTo>
                  <a:lnTo>
                    <a:pt x="13916" y="65326"/>
                  </a:lnTo>
                  <a:lnTo>
                    <a:pt x="14828" y="65929"/>
                  </a:lnTo>
                  <a:lnTo>
                    <a:pt x="16425" y="65929"/>
                  </a:lnTo>
                  <a:lnTo>
                    <a:pt x="17110" y="67336"/>
                  </a:lnTo>
                  <a:lnTo>
                    <a:pt x="16882" y="67336"/>
                  </a:lnTo>
                  <a:lnTo>
                    <a:pt x="16197" y="67738"/>
                  </a:lnTo>
                  <a:lnTo>
                    <a:pt x="17110" y="68341"/>
                  </a:lnTo>
                  <a:lnTo>
                    <a:pt x="17566" y="68140"/>
                  </a:lnTo>
                  <a:lnTo>
                    <a:pt x="18022" y="67939"/>
                  </a:lnTo>
                  <a:lnTo>
                    <a:pt x="18707" y="67738"/>
                  </a:lnTo>
                  <a:lnTo>
                    <a:pt x="18707" y="68341"/>
                  </a:lnTo>
                  <a:lnTo>
                    <a:pt x="17338" y="68944"/>
                  </a:lnTo>
                  <a:lnTo>
                    <a:pt x="16425" y="68542"/>
                  </a:lnTo>
                  <a:lnTo>
                    <a:pt x="13688" y="66934"/>
                  </a:lnTo>
                  <a:lnTo>
                    <a:pt x="7984" y="66331"/>
                  </a:lnTo>
                  <a:lnTo>
                    <a:pt x="7072" y="66532"/>
                  </a:lnTo>
                  <a:lnTo>
                    <a:pt x="6615" y="67537"/>
                  </a:lnTo>
                  <a:lnTo>
                    <a:pt x="6844" y="67537"/>
                  </a:lnTo>
                  <a:lnTo>
                    <a:pt x="7072" y="67537"/>
                  </a:lnTo>
                  <a:lnTo>
                    <a:pt x="7300" y="67939"/>
                  </a:lnTo>
                  <a:lnTo>
                    <a:pt x="7528" y="68341"/>
                  </a:lnTo>
                  <a:lnTo>
                    <a:pt x="7072" y="68944"/>
                  </a:lnTo>
                  <a:lnTo>
                    <a:pt x="6615" y="69145"/>
                  </a:lnTo>
                  <a:lnTo>
                    <a:pt x="5703" y="68944"/>
                  </a:lnTo>
                  <a:lnTo>
                    <a:pt x="5247" y="69145"/>
                  </a:lnTo>
                  <a:lnTo>
                    <a:pt x="4562" y="69748"/>
                  </a:lnTo>
                  <a:lnTo>
                    <a:pt x="4334" y="69748"/>
                  </a:lnTo>
                  <a:lnTo>
                    <a:pt x="4562" y="71758"/>
                  </a:lnTo>
                  <a:lnTo>
                    <a:pt x="4334" y="71959"/>
                  </a:lnTo>
                  <a:lnTo>
                    <a:pt x="4106" y="71959"/>
                  </a:lnTo>
                  <a:lnTo>
                    <a:pt x="4106" y="72361"/>
                  </a:lnTo>
                  <a:lnTo>
                    <a:pt x="3878" y="72562"/>
                  </a:lnTo>
                  <a:lnTo>
                    <a:pt x="4106" y="73165"/>
                  </a:lnTo>
                  <a:lnTo>
                    <a:pt x="4790" y="73366"/>
                  </a:lnTo>
                  <a:lnTo>
                    <a:pt x="5019" y="74170"/>
                  </a:lnTo>
                  <a:lnTo>
                    <a:pt x="2965" y="73969"/>
                  </a:lnTo>
                  <a:lnTo>
                    <a:pt x="2281" y="73567"/>
                  </a:lnTo>
                  <a:lnTo>
                    <a:pt x="1596" y="72562"/>
                  </a:lnTo>
                  <a:lnTo>
                    <a:pt x="1368" y="72361"/>
                  </a:lnTo>
                  <a:lnTo>
                    <a:pt x="684" y="72562"/>
                  </a:lnTo>
                  <a:lnTo>
                    <a:pt x="0" y="73366"/>
                  </a:lnTo>
                  <a:lnTo>
                    <a:pt x="0" y="73768"/>
                  </a:lnTo>
                  <a:lnTo>
                    <a:pt x="0" y="74371"/>
                  </a:lnTo>
                  <a:lnTo>
                    <a:pt x="456" y="75175"/>
                  </a:lnTo>
                  <a:lnTo>
                    <a:pt x="2281" y="76180"/>
                  </a:lnTo>
                  <a:lnTo>
                    <a:pt x="2965" y="76984"/>
                  </a:lnTo>
                  <a:lnTo>
                    <a:pt x="2053" y="78190"/>
                  </a:lnTo>
                  <a:lnTo>
                    <a:pt x="1825" y="78994"/>
                  </a:lnTo>
                  <a:lnTo>
                    <a:pt x="2281" y="79396"/>
                  </a:lnTo>
                  <a:lnTo>
                    <a:pt x="3422" y="79396"/>
                  </a:lnTo>
                  <a:lnTo>
                    <a:pt x="3878" y="79597"/>
                  </a:lnTo>
                  <a:lnTo>
                    <a:pt x="4106" y="80201"/>
                  </a:lnTo>
                  <a:lnTo>
                    <a:pt x="4106" y="82010"/>
                  </a:lnTo>
                  <a:lnTo>
                    <a:pt x="4790" y="82412"/>
                  </a:lnTo>
                  <a:lnTo>
                    <a:pt x="9809" y="79597"/>
                  </a:lnTo>
                  <a:lnTo>
                    <a:pt x="13916" y="78592"/>
                  </a:lnTo>
                  <a:lnTo>
                    <a:pt x="17110" y="79396"/>
                  </a:lnTo>
                  <a:lnTo>
                    <a:pt x="30342" y="75376"/>
                  </a:lnTo>
                  <a:lnTo>
                    <a:pt x="31254" y="75577"/>
                  </a:lnTo>
                  <a:lnTo>
                    <a:pt x="31939" y="76180"/>
                  </a:lnTo>
                  <a:lnTo>
                    <a:pt x="31482" y="76582"/>
                  </a:lnTo>
                  <a:lnTo>
                    <a:pt x="32167" y="77587"/>
                  </a:lnTo>
                  <a:lnTo>
                    <a:pt x="33764" y="76582"/>
                  </a:lnTo>
                  <a:lnTo>
                    <a:pt x="35133" y="76984"/>
                  </a:lnTo>
                  <a:lnTo>
                    <a:pt x="36501" y="75979"/>
                  </a:lnTo>
                  <a:lnTo>
                    <a:pt x="37414" y="75979"/>
                  </a:lnTo>
                  <a:lnTo>
                    <a:pt x="37870" y="75778"/>
                  </a:lnTo>
                  <a:lnTo>
                    <a:pt x="38555" y="74974"/>
                  </a:lnTo>
                  <a:lnTo>
                    <a:pt x="49505" y="72562"/>
                  </a:lnTo>
                  <a:lnTo>
                    <a:pt x="51102" y="73366"/>
                  </a:lnTo>
                  <a:lnTo>
                    <a:pt x="53612" y="72160"/>
                  </a:lnTo>
                  <a:lnTo>
                    <a:pt x="54980" y="72562"/>
                  </a:lnTo>
                  <a:lnTo>
                    <a:pt x="55437" y="72562"/>
                  </a:lnTo>
                  <a:lnTo>
                    <a:pt x="56349" y="71557"/>
                  </a:lnTo>
                  <a:lnTo>
                    <a:pt x="70722" y="69346"/>
                  </a:lnTo>
                  <a:lnTo>
                    <a:pt x="68897" y="69949"/>
                  </a:lnTo>
                  <a:lnTo>
                    <a:pt x="68441" y="70552"/>
                  </a:lnTo>
                  <a:lnTo>
                    <a:pt x="83726" y="67939"/>
                  </a:lnTo>
                  <a:lnTo>
                    <a:pt x="84410" y="68341"/>
                  </a:lnTo>
                  <a:lnTo>
                    <a:pt x="84638" y="69145"/>
                  </a:lnTo>
                  <a:lnTo>
                    <a:pt x="84410" y="69547"/>
                  </a:lnTo>
                  <a:lnTo>
                    <a:pt x="83269" y="70150"/>
                  </a:lnTo>
                  <a:lnTo>
                    <a:pt x="65019" y="72160"/>
                  </a:lnTo>
                  <a:lnTo>
                    <a:pt x="65019" y="72562"/>
                  </a:lnTo>
                  <a:lnTo>
                    <a:pt x="65247" y="73768"/>
                  </a:lnTo>
                  <a:lnTo>
                    <a:pt x="64562" y="74371"/>
                  </a:lnTo>
                  <a:lnTo>
                    <a:pt x="64106" y="74572"/>
                  </a:lnTo>
                  <a:lnTo>
                    <a:pt x="64106" y="75175"/>
                  </a:lnTo>
                  <a:lnTo>
                    <a:pt x="68441" y="75175"/>
                  </a:lnTo>
                  <a:lnTo>
                    <a:pt x="67528" y="76381"/>
                  </a:lnTo>
                  <a:lnTo>
                    <a:pt x="66615" y="76984"/>
                  </a:lnTo>
                  <a:lnTo>
                    <a:pt x="65475" y="76984"/>
                  </a:lnTo>
                  <a:lnTo>
                    <a:pt x="61596" y="78994"/>
                  </a:lnTo>
                  <a:lnTo>
                    <a:pt x="60456" y="78994"/>
                  </a:lnTo>
                  <a:lnTo>
                    <a:pt x="60456" y="79396"/>
                  </a:lnTo>
                  <a:lnTo>
                    <a:pt x="60912" y="79396"/>
                  </a:lnTo>
                  <a:lnTo>
                    <a:pt x="62509" y="79798"/>
                  </a:lnTo>
                  <a:lnTo>
                    <a:pt x="64334" y="79396"/>
                  </a:lnTo>
                  <a:lnTo>
                    <a:pt x="64790" y="79798"/>
                  </a:lnTo>
                  <a:lnTo>
                    <a:pt x="55209" y="81407"/>
                  </a:lnTo>
                  <a:lnTo>
                    <a:pt x="55209" y="81809"/>
                  </a:lnTo>
                  <a:lnTo>
                    <a:pt x="62281" y="83216"/>
                  </a:lnTo>
                  <a:lnTo>
                    <a:pt x="60456" y="84422"/>
                  </a:lnTo>
                  <a:lnTo>
                    <a:pt x="56349" y="83819"/>
                  </a:lnTo>
                  <a:lnTo>
                    <a:pt x="54524" y="84824"/>
                  </a:lnTo>
                  <a:lnTo>
                    <a:pt x="60912" y="85226"/>
                  </a:lnTo>
                  <a:lnTo>
                    <a:pt x="60456" y="86231"/>
                  </a:lnTo>
                  <a:lnTo>
                    <a:pt x="45627" y="87437"/>
                  </a:lnTo>
                  <a:lnTo>
                    <a:pt x="45627" y="88040"/>
                  </a:lnTo>
                  <a:lnTo>
                    <a:pt x="47680" y="87839"/>
                  </a:lnTo>
                  <a:lnTo>
                    <a:pt x="49049" y="88241"/>
                  </a:lnTo>
                  <a:lnTo>
                    <a:pt x="49961" y="89447"/>
                  </a:lnTo>
                  <a:lnTo>
                    <a:pt x="49733" y="89447"/>
                  </a:lnTo>
                  <a:lnTo>
                    <a:pt x="49961" y="90452"/>
                  </a:lnTo>
                  <a:lnTo>
                    <a:pt x="51330" y="91055"/>
                  </a:lnTo>
                  <a:lnTo>
                    <a:pt x="52015" y="91457"/>
                  </a:lnTo>
                  <a:lnTo>
                    <a:pt x="51330" y="92261"/>
                  </a:lnTo>
                  <a:lnTo>
                    <a:pt x="50646" y="92462"/>
                  </a:lnTo>
                  <a:lnTo>
                    <a:pt x="48821" y="92261"/>
                  </a:lnTo>
                  <a:lnTo>
                    <a:pt x="48593" y="93467"/>
                  </a:lnTo>
                  <a:lnTo>
                    <a:pt x="47680" y="93668"/>
                  </a:lnTo>
                  <a:lnTo>
                    <a:pt x="46768" y="93467"/>
                  </a:lnTo>
                  <a:lnTo>
                    <a:pt x="46083" y="92864"/>
                  </a:lnTo>
                  <a:lnTo>
                    <a:pt x="46539" y="92261"/>
                  </a:lnTo>
                  <a:lnTo>
                    <a:pt x="47680" y="91859"/>
                  </a:lnTo>
                  <a:lnTo>
                    <a:pt x="48365" y="91859"/>
                  </a:lnTo>
                  <a:lnTo>
                    <a:pt x="47680" y="91457"/>
                  </a:lnTo>
                  <a:lnTo>
                    <a:pt x="47224" y="91457"/>
                  </a:lnTo>
                  <a:lnTo>
                    <a:pt x="44714" y="92864"/>
                  </a:lnTo>
                  <a:lnTo>
                    <a:pt x="44258" y="93266"/>
                  </a:lnTo>
                  <a:lnTo>
                    <a:pt x="44942" y="94070"/>
                  </a:lnTo>
                  <a:lnTo>
                    <a:pt x="46539" y="94472"/>
                  </a:lnTo>
                  <a:lnTo>
                    <a:pt x="49505" y="97286"/>
                  </a:lnTo>
                  <a:lnTo>
                    <a:pt x="50418" y="97688"/>
                  </a:lnTo>
                  <a:lnTo>
                    <a:pt x="55893" y="96281"/>
                  </a:lnTo>
                  <a:lnTo>
                    <a:pt x="55209" y="97889"/>
                  </a:lnTo>
                  <a:lnTo>
                    <a:pt x="54296" y="98693"/>
                  </a:lnTo>
                  <a:lnTo>
                    <a:pt x="53384" y="98693"/>
                  </a:lnTo>
                  <a:lnTo>
                    <a:pt x="52243" y="99095"/>
                  </a:lnTo>
                  <a:lnTo>
                    <a:pt x="53612" y="100301"/>
                  </a:lnTo>
                  <a:lnTo>
                    <a:pt x="55665" y="99899"/>
                  </a:lnTo>
                  <a:lnTo>
                    <a:pt x="57490" y="100703"/>
                  </a:lnTo>
                  <a:lnTo>
                    <a:pt x="58631" y="100703"/>
                  </a:lnTo>
                  <a:lnTo>
                    <a:pt x="60000" y="101105"/>
                  </a:lnTo>
                  <a:lnTo>
                    <a:pt x="60912" y="101105"/>
                  </a:lnTo>
                  <a:lnTo>
                    <a:pt x="61596" y="101507"/>
                  </a:lnTo>
                  <a:lnTo>
                    <a:pt x="60912" y="102110"/>
                  </a:lnTo>
                  <a:lnTo>
                    <a:pt x="52015" y="101909"/>
                  </a:lnTo>
                  <a:lnTo>
                    <a:pt x="50646" y="102311"/>
                  </a:lnTo>
                  <a:lnTo>
                    <a:pt x="49277" y="103919"/>
                  </a:lnTo>
                  <a:lnTo>
                    <a:pt x="49505" y="104723"/>
                  </a:lnTo>
                  <a:lnTo>
                    <a:pt x="49961" y="105125"/>
                  </a:lnTo>
                  <a:lnTo>
                    <a:pt x="51330" y="105527"/>
                  </a:lnTo>
                  <a:lnTo>
                    <a:pt x="52699" y="106934"/>
                  </a:lnTo>
                  <a:lnTo>
                    <a:pt x="52699" y="107336"/>
                  </a:lnTo>
                  <a:lnTo>
                    <a:pt x="52243" y="107336"/>
                  </a:lnTo>
                  <a:lnTo>
                    <a:pt x="52015" y="107336"/>
                  </a:lnTo>
                  <a:lnTo>
                    <a:pt x="51787" y="107738"/>
                  </a:lnTo>
                  <a:lnTo>
                    <a:pt x="52699" y="109346"/>
                  </a:lnTo>
                  <a:lnTo>
                    <a:pt x="52699" y="109748"/>
                  </a:lnTo>
                  <a:lnTo>
                    <a:pt x="52927" y="110954"/>
                  </a:lnTo>
                  <a:lnTo>
                    <a:pt x="52699" y="111959"/>
                  </a:lnTo>
                  <a:lnTo>
                    <a:pt x="52699" y="113165"/>
                  </a:lnTo>
                  <a:lnTo>
                    <a:pt x="52699" y="114170"/>
                  </a:lnTo>
                  <a:lnTo>
                    <a:pt x="52699" y="115577"/>
                  </a:lnTo>
                  <a:lnTo>
                    <a:pt x="53155" y="116783"/>
                  </a:lnTo>
                  <a:lnTo>
                    <a:pt x="53840" y="117386"/>
                  </a:lnTo>
                  <a:lnTo>
                    <a:pt x="69125" y="120000"/>
                  </a:lnTo>
                  <a:lnTo>
                    <a:pt x="71634" y="119597"/>
                  </a:lnTo>
                  <a:lnTo>
                    <a:pt x="72319" y="118793"/>
                  </a:lnTo>
                  <a:lnTo>
                    <a:pt x="73003" y="118592"/>
                  </a:lnTo>
                  <a:lnTo>
                    <a:pt x="73916" y="118994"/>
                  </a:lnTo>
                  <a:lnTo>
                    <a:pt x="73688" y="117788"/>
                  </a:lnTo>
                  <a:lnTo>
                    <a:pt x="72547" y="117185"/>
                  </a:lnTo>
                  <a:lnTo>
                    <a:pt x="72319" y="115979"/>
                  </a:lnTo>
                  <a:lnTo>
                    <a:pt x="72547" y="115778"/>
                  </a:lnTo>
                  <a:lnTo>
                    <a:pt x="73460" y="113969"/>
                  </a:lnTo>
                  <a:lnTo>
                    <a:pt x="74600" y="112964"/>
                  </a:lnTo>
                  <a:lnTo>
                    <a:pt x="75057" y="112361"/>
                  </a:lnTo>
                  <a:lnTo>
                    <a:pt x="75969" y="109748"/>
                  </a:lnTo>
                  <a:lnTo>
                    <a:pt x="76425" y="109145"/>
                  </a:lnTo>
                  <a:lnTo>
                    <a:pt x="76882" y="109748"/>
                  </a:lnTo>
                  <a:lnTo>
                    <a:pt x="76882" y="110753"/>
                  </a:lnTo>
                  <a:lnTo>
                    <a:pt x="76653" y="111557"/>
                  </a:lnTo>
                  <a:lnTo>
                    <a:pt x="75057" y="114974"/>
                  </a:lnTo>
                  <a:lnTo>
                    <a:pt x="74600" y="116180"/>
                  </a:lnTo>
                  <a:lnTo>
                    <a:pt x="75057" y="117386"/>
                  </a:lnTo>
                  <a:lnTo>
                    <a:pt x="74600" y="118190"/>
                  </a:lnTo>
                  <a:lnTo>
                    <a:pt x="74372" y="118592"/>
                  </a:lnTo>
                  <a:lnTo>
                    <a:pt x="75285" y="119195"/>
                  </a:lnTo>
                  <a:lnTo>
                    <a:pt x="84410" y="117587"/>
                  </a:lnTo>
                  <a:lnTo>
                    <a:pt x="84866" y="116984"/>
                  </a:lnTo>
                  <a:lnTo>
                    <a:pt x="84638" y="115979"/>
                  </a:lnTo>
                  <a:lnTo>
                    <a:pt x="84182" y="114974"/>
                  </a:lnTo>
                  <a:lnTo>
                    <a:pt x="84638" y="113969"/>
                  </a:lnTo>
                  <a:lnTo>
                    <a:pt x="85551" y="113567"/>
                  </a:lnTo>
                  <a:lnTo>
                    <a:pt x="86463" y="113567"/>
                  </a:lnTo>
                  <a:lnTo>
                    <a:pt x="86920" y="114371"/>
                  </a:lnTo>
                  <a:lnTo>
                    <a:pt x="86692" y="114371"/>
                  </a:lnTo>
                  <a:lnTo>
                    <a:pt x="86692" y="114773"/>
                  </a:lnTo>
                  <a:lnTo>
                    <a:pt x="86463" y="115376"/>
                  </a:lnTo>
                  <a:lnTo>
                    <a:pt x="86463" y="115577"/>
                  </a:lnTo>
                  <a:lnTo>
                    <a:pt x="86692" y="115979"/>
                  </a:lnTo>
                  <a:lnTo>
                    <a:pt x="86920" y="116180"/>
                  </a:lnTo>
                  <a:lnTo>
                    <a:pt x="86692" y="116984"/>
                  </a:lnTo>
                  <a:lnTo>
                    <a:pt x="87148" y="117386"/>
                  </a:lnTo>
                  <a:lnTo>
                    <a:pt x="88517" y="116984"/>
                  </a:lnTo>
                  <a:lnTo>
                    <a:pt x="88973" y="117185"/>
                  </a:lnTo>
                  <a:lnTo>
                    <a:pt x="88060" y="118190"/>
                  </a:lnTo>
                  <a:lnTo>
                    <a:pt x="88973" y="118994"/>
                  </a:lnTo>
                  <a:lnTo>
                    <a:pt x="104714" y="115979"/>
                  </a:lnTo>
                  <a:lnTo>
                    <a:pt x="105855" y="116783"/>
                  </a:lnTo>
                  <a:lnTo>
                    <a:pt x="106539" y="116582"/>
                  </a:lnTo>
                  <a:lnTo>
                    <a:pt x="106768" y="115577"/>
                  </a:lnTo>
                  <a:lnTo>
                    <a:pt x="106768" y="113969"/>
                  </a:lnTo>
                  <a:lnTo>
                    <a:pt x="106768" y="112763"/>
                  </a:lnTo>
                  <a:lnTo>
                    <a:pt x="106539" y="111758"/>
                  </a:lnTo>
                  <a:lnTo>
                    <a:pt x="106083" y="111356"/>
                  </a:lnTo>
                  <a:lnTo>
                    <a:pt x="105855" y="110351"/>
                  </a:lnTo>
                  <a:lnTo>
                    <a:pt x="105855" y="109949"/>
                  </a:lnTo>
                  <a:lnTo>
                    <a:pt x="105399" y="109547"/>
                  </a:lnTo>
                  <a:lnTo>
                    <a:pt x="104714" y="109346"/>
                  </a:lnTo>
                  <a:lnTo>
                    <a:pt x="102889" y="107939"/>
                  </a:lnTo>
                  <a:lnTo>
                    <a:pt x="102433" y="107135"/>
                  </a:lnTo>
                  <a:lnTo>
                    <a:pt x="101977" y="105929"/>
                  </a:lnTo>
                  <a:lnTo>
                    <a:pt x="101977" y="105929"/>
                  </a:lnTo>
                  <a:lnTo>
                    <a:pt x="102433" y="105527"/>
                  </a:lnTo>
                  <a:lnTo>
                    <a:pt x="101977" y="105125"/>
                  </a:lnTo>
                  <a:lnTo>
                    <a:pt x="101977" y="105125"/>
                  </a:lnTo>
                  <a:lnTo>
                    <a:pt x="102889" y="103919"/>
                  </a:lnTo>
                  <a:lnTo>
                    <a:pt x="103117" y="103316"/>
                  </a:lnTo>
                  <a:lnTo>
                    <a:pt x="102661" y="101909"/>
                  </a:lnTo>
                  <a:lnTo>
                    <a:pt x="103574" y="102110"/>
                  </a:lnTo>
                  <a:lnTo>
                    <a:pt x="104258" y="102311"/>
                  </a:lnTo>
                  <a:lnTo>
                    <a:pt x="104486" y="103115"/>
                  </a:lnTo>
                  <a:lnTo>
                    <a:pt x="104714" y="103718"/>
                  </a:lnTo>
                  <a:lnTo>
                    <a:pt x="104486" y="104723"/>
                  </a:lnTo>
                  <a:lnTo>
                    <a:pt x="104486" y="105326"/>
                  </a:lnTo>
                  <a:lnTo>
                    <a:pt x="104942" y="106733"/>
                  </a:lnTo>
                  <a:lnTo>
                    <a:pt x="109505" y="109748"/>
                  </a:lnTo>
                  <a:lnTo>
                    <a:pt x="111330" y="109748"/>
                  </a:lnTo>
                  <a:lnTo>
                    <a:pt x="113155" y="108743"/>
                  </a:lnTo>
                  <a:lnTo>
                    <a:pt x="114524" y="107135"/>
                  </a:lnTo>
                  <a:lnTo>
                    <a:pt x="114296" y="106331"/>
                  </a:lnTo>
                  <a:lnTo>
                    <a:pt x="114068" y="105929"/>
                  </a:lnTo>
                  <a:lnTo>
                    <a:pt x="113840" y="105527"/>
                  </a:lnTo>
                  <a:lnTo>
                    <a:pt x="113612" y="105527"/>
                  </a:lnTo>
                  <a:lnTo>
                    <a:pt x="113612" y="106130"/>
                  </a:lnTo>
                  <a:lnTo>
                    <a:pt x="114068" y="106733"/>
                  </a:lnTo>
                  <a:lnTo>
                    <a:pt x="113612" y="106934"/>
                  </a:lnTo>
                  <a:lnTo>
                    <a:pt x="112015" y="105728"/>
                  </a:lnTo>
                  <a:lnTo>
                    <a:pt x="112243" y="104924"/>
                  </a:lnTo>
                  <a:lnTo>
                    <a:pt x="112243" y="104723"/>
                  </a:lnTo>
                  <a:lnTo>
                    <a:pt x="112471" y="104723"/>
                  </a:lnTo>
                  <a:lnTo>
                    <a:pt x="111787" y="104120"/>
                  </a:lnTo>
                  <a:lnTo>
                    <a:pt x="110190" y="104120"/>
                  </a:lnTo>
                  <a:lnTo>
                    <a:pt x="109277" y="103718"/>
                  </a:lnTo>
                  <a:lnTo>
                    <a:pt x="109505" y="103115"/>
                  </a:lnTo>
                  <a:lnTo>
                    <a:pt x="109961" y="102713"/>
                  </a:lnTo>
                  <a:lnTo>
                    <a:pt x="110646" y="102914"/>
                  </a:lnTo>
                  <a:lnTo>
                    <a:pt x="110190" y="101105"/>
                  </a:lnTo>
                  <a:lnTo>
                    <a:pt x="107908" y="99095"/>
                  </a:lnTo>
                  <a:lnTo>
                    <a:pt x="107224" y="97487"/>
                  </a:lnTo>
                  <a:lnTo>
                    <a:pt x="107452" y="97286"/>
                  </a:lnTo>
                  <a:lnTo>
                    <a:pt x="106996" y="96281"/>
                  </a:lnTo>
                  <a:lnTo>
                    <a:pt x="106539" y="96482"/>
                  </a:lnTo>
                  <a:lnTo>
                    <a:pt x="106539" y="97688"/>
                  </a:lnTo>
                  <a:lnTo>
                    <a:pt x="106768" y="98693"/>
                  </a:lnTo>
                  <a:lnTo>
                    <a:pt x="106768" y="99095"/>
                  </a:lnTo>
                  <a:lnTo>
                    <a:pt x="106083" y="99095"/>
                  </a:lnTo>
                  <a:lnTo>
                    <a:pt x="104714" y="98090"/>
                  </a:lnTo>
                  <a:lnTo>
                    <a:pt x="105627" y="96482"/>
                  </a:lnTo>
                  <a:lnTo>
                    <a:pt x="105855" y="96080"/>
                  </a:lnTo>
                  <a:lnTo>
                    <a:pt x="105627" y="95678"/>
                  </a:lnTo>
                  <a:lnTo>
                    <a:pt x="106996" y="94874"/>
                  </a:lnTo>
                  <a:lnTo>
                    <a:pt x="106083" y="93869"/>
                  </a:lnTo>
                  <a:lnTo>
                    <a:pt x="105171" y="94271"/>
                  </a:lnTo>
                  <a:lnTo>
                    <a:pt x="104486" y="95678"/>
                  </a:lnTo>
                  <a:lnTo>
                    <a:pt x="103802" y="97286"/>
                  </a:lnTo>
                  <a:lnTo>
                    <a:pt x="103802" y="97286"/>
                  </a:lnTo>
                  <a:lnTo>
                    <a:pt x="103346" y="97688"/>
                  </a:lnTo>
                  <a:lnTo>
                    <a:pt x="102889" y="97487"/>
                  </a:lnTo>
                  <a:lnTo>
                    <a:pt x="102205" y="97085"/>
                  </a:lnTo>
                  <a:lnTo>
                    <a:pt x="101977" y="95678"/>
                  </a:lnTo>
                  <a:lnTo>
                    <a:pt x="102205" y="95879"/>
                  </a:lnTo>
                  <a:lnTo>
                    <a:pt x="102433" y="95678"/>
                  </a:lnTo>
                  <a:lnTo>
                    <a:pt x="102661" y="95276"/>
                  </a:lnTo>
                  <a:lnTo>
                    <a:pt x="102889" y="94874"/>
                  </a:lnTo>
                  <a:lnTo>
                    <a:pt x="102661" y="94070"/>
                  </a:lnTo>
                  <a:lnTo>
                    <a:pt x="102433" y="93869"/>
                  </a:lnTo>
                  <a:lnTo>
                    <a:pt x="101977" y="93869"/>
                  </a:lnTo>
                  <a:lnTo>
                    <a:pt x="101520" y="94271"/>
                  </a:lnTo>
                  <a:lnTo>
                    <a:pt x="102205" y="94874"/>
                  </a:lnTo>
                  <a:lnTo>
                    <a:pt x="101520" y="94874"/>
                  </a:lnTo>
                  <a:lnTo>
                    <a:pt x="101292" y="94874"/>
                  </a:lnTo>
                  <a:lnTo>
                    <a:pt x="101064" y="94271"/>
                  </a:lnTo>
                  <a:lnTo>
                    <a:pt x="101292" y="92864"/>
                  </a:lnTo>
                  <a:lnTo>
                    <a:pt x="101977" y="91859"/>
                  </a:lnTo>
                  <a:lnTo>
                    <a:pt x="102433" y="91658"/>
                  </a:lnTo>
                  <a:lnTo>
                    <a:pt x="103117" y="91457"/>
                  </a:lnTo>
                  <a:lnTo>
                    <a:pt x="102889" y="93065"/>
                  </a:lnTo>
                  <a:lnTo>
                    <a:pt x="103346" y="92864"/>
                  </a:lnTo>
                  <a:lnTo>
                    <a:pt x="104486" y="92060"/>
                  </a:lnTo>
                  <a:lnTo>
                    <a:pt x="104942" y="91859"/>
                  </a:lnTo>
                  <a:lnTo>
                    <a:pt x="104942" y="92261"/>
                  </a:lnTo>
                  <a:lnTo>
                    <a:pt x="104714" y="92462"/>
                  </a:lnTo>
                  <a:lnTo>
                    <a:pt x="104714" y="92462"/>
                  </a:lnTo>
                  <a:lnTo>
                    <a:pt x="104714" y="92462"/>
                  </a:lnTo>
                  <a:lnTo>
                    <a:pt x="104714" y="92864"/>
                  </a:lnTo>
                  <a:lnTo>
                    <a:pt x="106539" y="92261"/>
                  </a:lnTo>
                  <a:lnTo>
                    <a:pt x="106996" y="91859"/>
                  </a:lnTo>
                  <a:lnTo>
                    <a:pt x="107224" y="91457"/>
                  </a:lnTo>
                  <a:lnTo>
                    <a:pt x="106996" y="91055"/>
                  </a:lnTo>
                  <a:lnTo>
                    <a:pt x="103802" y="90050"/>
                  </a:lnTo>
                  <a:lnTo>
                    <a:pt x="103117" y="89447"/>
                  </a:lnTo>
                  <a:lnTo>
                    <a:pt x="103574" y="88442"/>
                  </a:lnTo>
                  <a:lnTo>
                    <a:pt x="108136" y="88442"/>
                  </a:lnTo>
                  <a:lnTo>
                    <a:pt x="108365" y="88442"/>
                  </a:lnTo>
                  <a:lnTo>
                    <a:pt x="108821" y="88442"/>
                  </a:lnTo>
                  <a:lnTo>
                    <a:pt x="108821" y="88442"/>
                  </a:lnTo>
                  <a:lnTo>
                    <a:pt x="109049" y="88241"/>
                  </a:lnTo>
                  <a:lnTo>
                    <a:pt x="109049" y="88040"/>
                  </a:lnTo>
                  <a:lnTo>
                    <a:pt x="109277" y="87839"/>
                  </a:lnTo>
                  <a:lnTo>
                    <a:pt x="109277" y="87839"/>
                  </a:lnTo>
                  <a:lnTo>
                    <a:pt x="108365" y="87236"/>
                  </a:lnTo>
                  <a:lnTo>
                    <a:pt x="105399" y="85829"/>
                  </a:lnTo>
                  <a:lnTo>
                    <a:pt x="103802" y="86231"/>
                  </a:lnTo>
                  <a:lnTo>
                    <a:pt x="103117" y="85628"/>
                  </a:lnTo>
                  <a:lnTo>
                    <a:pt x="103574" y="85427"/>
                  </a:lnTo>
                  <a:lnTo>
                    <a:pt x="104942" y="85226"/>
                  </a:lnTo>
                  <a:lnTo>
                    <a:pt x="105399" y="84824"/>
                  </a:lnTo>
                  <a:lnTo>
                    <a:pt x="104942" y="84020"/>
                  </a:lnTo>
                  <a:lnTo>
                    <a:pt x="103802" y="84020"/>
                  </a:lnTo>
                  <a:lnTo>
                    <a:pt x="103346" y="83819"/>
                  </a:lnTo>
                  <a:lnTo>
                    <a:pt x="103574" y="83216"/>
                  </a:lnTo>
                  <a:lnTo>
                    <a:pt x="105399" y="83216"/>
                  </a:lnTo>
                  <a:lnTo>
                    <a:pt x="105171" y="82010"/>
                  </a:lnTo>
                  <a:lnTo>
                    <a:pt x="105399" y="81608"/>
                  </a:lnTo>
                  <a:lnTo>
                    <a:pt x="105627" y="81407"/>
                  </a:lnTo>
                  <a:lnTo>
                    <a:pt x="107224" y="81809"/>
                  </a:lnTo>
                  <a:lnTo>
                    <a:pt x="107452" y="82010"/>
                  </a:lnTo>
                  <a:lnTo>
                    <a:pt x="107452" y="82412"/>
                  </a:lnTo>
                  <a:lnTo>
                    <a:pt x="107452" y="83216"/>
                  </a:lnTo>
                  <a:lnTo>
                    <a:pt x="107452" y="83618"/>
                  </a:lnTo>
                  <a:lnTo>
                    <a:pt x="107908" y="84422"/>
                  </a:lnTo>
                  <a:lnTo>
                    <a:pt x="107908" y="85025"/>
                  </a:lnTo>
                  <a:lnTo>
                    <a:pt x="108365" y="85427"/>
                  </a:lnTo>
                  <a:lnTo>
                    <a:pt x="108821" y="85427"/>
                  </a:lnTo>
                  <a:lnTo>
                    <a:pt x="109277" y="85427"/>
                  </a:lnTo>
                  <a:lnTo>
                    <a:pt x="109505" y="85025"/>
                  </a:lnTo>
                  <a:lnTo>
                    <a:pt x="109733" y="84221"/>
                  </a:lnTo>
                  <a:lnTo>
                    <a:pt x="109505" y="83417"/>
                  </a:lnTo>
                  <a:lnTo>
                    <a:pt x="109277" y="82412"/>
                  </a:lnTo>
                  <a:lnTo>
                    <a:pt x="109049" y="81809"/>
                  </a:lnTo>
                  <a:lnTo>
                    <a:pt x="108365" y="81005"/>
                  </a:lnTo>
                  <a:lnTo>
                    <a:pt x="107224" y="80000"/>
                  </a:lnTo>
                  <a:lnTo>
                    <a:pt x="107224" y="79396"/>
                  </a:lnTo>
                  <a:lnTo>
                    <a:pt x="107680" y="78994"/>
                  </a:lnTo>
                  <a:lnTo>
                    <a:pt x="108821" y="79195"/>
                  </a:lnTo>
                  <a:lnTo>
                    <a:pt x="109505" y="79195"/>
                  </a:lnTo>
                  <a:lnTo>
                    <a:pt x="109049" y="77386"/>
                  </a:lnTo>
                  <a:lnTo>
                    <a:pt x="109733" y="77587"/>
                  </a:lnTo>
                  <a:lnTo>
                    <a:pt x="115437" y="83015"/>
                  </a:lnTo>
                  <a:lnTo>
                    <a:pt x="114980" y="83216"/>
                  </a:lnTo>
                  <a:lnTo>
                    <a:pt x="114980" y="83618"/>
                  </a:lnTo>
                  <a:lnTo>
                    <a:pt x="114980" y="84020"/>
                  </a:lnTo>
                  <a:lnTo>
                    <a:pt x="114980" y="84824"/>
                  </a:lnTo>
                  <a:lnTo>
                    <a:pt x="114980" y="85628"/>
                  </a:lnTo>
                  <a:lnTo>
                    <a:pt x="114980" y="86231"/>
                  </a:lnTo>
                  <a:lnTo>
                    <a:pt x="115437" y="86834"/>
                  </a:lnTo>
                  <a:lnTo>
                    <a:pt x="115893" y="87638"/>
                  </a:lnTo>
                  <a:lnTo>
                    <a:pt x="118859" y="89447"/>
                  </a:lnTo>
                  <a:lnTo>
                    <a:pt x="119315" y="89648"/>
                  </a:lnTo>
                  <a:lnTo>
                    <a:pt x="120000" y="89045"/>
                  </a:lnTo>
                  <a:lnTo>
                    <a:pt x="117946" y="86231"/>
                  </a:lnTo>
                  <a:lnTo>
                    <a:pt x="116806" y="84221"/>
                  </a:lnTo>
                  <a:lnTo>
                    <a:pt x="116349" y="81005"/>
                  </a:lnTo>
                  <a:lnTo>
                    <a:pt x="116349" y="80201"/>
                  </a:lnTo>
                  <a:lnTo>
                    <a:pt x="116349" y="78391"/>
                  </a:lnTo>
                  <a:lnTo>
                    <a:pt x="116577" y="78391"/>
                  </a:lnTo>
                  <a:lnTo>
                    <a:pt x="116577" y="78190"/>
                  </a:lnTo>
                  <a:lnTo>
                    <a:pt x="116577" y="77788"/>
                  </a:lnTo>
                  <a:lnTo>
                    <a:pt x="116577" y="77587"/>
                  </a:lnTo>
                  <a:lnTo>
                    <a:pt x="116577" y="77185"/>
                  </a:lnTo>
                  <a:lnTo>
                    <a:pt x="116577" y="76984"/>
                  </a:lnTo>
                  <a:lnTo>
                    <a:pt x="116577" y="77185"/>
                  </a:lnTo>
                  <a:lnTo>
                    <a:pt x="116349" y="74572"/>
                  </a:lnTo>
                  <a:lnTo>
                    <a:pt x="116349" y="73567"/>
                  </a:lnTo>
                  <a:lnTo>
                    <a:pt x="116577" y="72160"/>
                  </a:lnTo>
                  <a:lnTo>
                    <a:pt x="116806" y="71758"/>
                  </a:lnTo>
                  <a:lnTo>
                    <a:pt x="116806" y="71557"/>
                  </a:lnTo>
                  <a:lnTo>
                    <a:pt x="117034" y="71155"/>
                  </a:lnTo>
                  <a:lnTo>
                    <a:pt x="117034" y="69949"/>
                  </a:lnTo>
                  <a:lnTo>
                    <a:pt x="116806" y="69748"/>
                  </a:lnTo>
                  <a:lnTo>
                    <a:pt x="115893" y="68341"/>
                  </a:lnTo>
                  <a:lnTo>
                    <a:pt x="112015" y="68140"/>
                  </a:lnTo>
                  <a:lnTo>
                    <a:pt x="111558" y="67939"/>
                  </a:lnTo>
                  <a:lnTo>
                    <a:pt x="110646" y="67135"/>
                  </a:lnTo>
                  <a:lnTo>
                    <a:pt x="110418" y="66532"/>
                  </a:lnTo>
                  <a:lnTo>
                    <a:pt x="105627" y="65929"/>
                  </a:lnTo>
                  <a:lnTo>
                    <a:pt x="104714" y="65527"/>
                  </a:lnTo>
                  <a:lnTo>
                    <a:pt x="105627" y="64321"/>
                  </a:lnTo>
                  <a:lnTo>
                    <a:pt x="107452" y="63115"/>
                  </a:lnTo>
                  <a:lnTo>
                    <a:pt x="109049" y="62713"/>
                  </a:lnTo>
                  <a:lnTo>
                    <a:pt x="110190" y="61306"/>
                  </a:lnTo>
                  <a:lnTo>
                    <a:pt x="110418" y="60703"/>
                  </a:lnTo>
                  <a:lnTo>
                    <a:pt x="110418" y="60100"/>
                  </a:lnTo>
                  <a:lnTo>
                    <a:pt x="110646" y="59698"/>
                  </a:lnTo>
                  <a:lnTo>
                    <a:pt x="111787" y="57889"/>
                  </a:lnTo>
                  <a:lnTo>
                    <a:pt x="112243" y="56683"/>
                  </a:lnTo>
                  <a:lnTo>
                    <a:pt x="112015" y="55678"/>
                  </a:lnTo>
                  <a:lnTo>
                    <a:pt x="111102" y="53467"/>
                  </a:lnTo>
                  <a:lnTo>
                    <a:pt x="110418" y="52060"/>
                  </a:lnTo>
                  <a:lnTo>
                    <a:pt x="110190" y="51457"/>
                  </a:lnTo>
                  <a:lnTo>
                    <a:pt x="110190" y="50653"/>
                  </a:lnTo>
                  <a:lnTo>
                    <a:pt x="110190" y="50251"/>
                  </a:lnTo>
                  <a:lnTo>
                    <a:pt x="110190" y="49648"/>
                  </a:lnTo>
                  <a:lnTo>
                    <a:pt x="109961" y="49246"/>
                  </a:lnTo>
                  <a:lnTo>
                    <a:pt x="109961" y="48643"/>
                  </a:lnTo>
                  <a:lnTo>
                    <a:pt x="110190" y="48241"/>
                  </a:lnTo>
                  <a:lnTo>
                    <a:pt x="110190" y="48040"/>
                  </a:lnTo>
                  <a:lnTo>
                    <a:pt x="110418" y="47839"/>
                  </a:lnTo>
                  <a:lnTo>
                    <a:pt x="110418" y="46432"/>
                  </a:lnTo>
                  <a:lnTo>
                    <a:pt x="110646" y="45829"/>
                  </a:lnTo>
                  <a:lnTo>
                    <a:pt x="111102" y="45628"/>
                  </a:lnTo>
                  <a:lnTo>
                    <a:pt x="111102" y="44824"/>
                  </a:lnTo>
                  <a:lnTo>
                    <a:pt x="111102" y="44221"/>
                  </a:lnTo>
                  <a:lnTo>
                    <a:pt x="111102" y="43618"/>
                  </a:lnTo>
                  <a:lnTo>
                    <a:pt x="111102" y="41809"/>
                  </a:lnTo>
                  <a:lnTo>
                    <a:pt x="111330" y="41206"/>
                  </a:lnTo>
                  <a:lnTo>
                    <a:pt x="111558" y="40402"/>
                  </a:lnTo>
                  <a:lnTo>
                    <a:pt x="112015" y="39195"/>
                  </a:lnTo>
                  <a:lnTo>
                    <a:pt x="112243" y="38391"/>
                  </a:lnTo>
                  <a:lnTo>
                    <a:pt x="112471" y="37386"/>
                  </a:lnTo>
                  <a:lnTo>
                    <a:pt x="112471" y="36180"/>
                  </a:lnTo>
                  <a:lnTo>
                    <a:pt x="112243" y="33969"/>
                  </a:lnTo>
                  <a:lnTo>
                    <a:pt x="112243" y="33969"/>
                  </a:lnTo>
                  <a:lnTo>
                    <a:pt x="111787" y="32562"/>
                  </a:lnTo>
                  <a:lnTo>
                    <a:pt x="111330" y="31557"/>
                  </a:lnTo>
                  <a:lnTo>
                    <a:pt x="107908" y="28341"/>
                  </a:lnTo>
                  <a:lnTo>
                    <a:pt x="107452" y="27336"/>
                  </a:lnTo>
                  <a:lnTo>
                    <a:pt x="107452" y="26934"/>
                  </a:lnTo>
                  <a:lnTo>
                    <a:pt x="107452" y="26130"/>
                  </a:lnTo>
                  <a:lnTo>
                    <a:pt x="107680" y="25929"/>
                  </a:lnTo>
                  <a:lnTo>
                    <a:pt x="107224" y="25527"/>
                  </a:lnTo>
                  <a:lnTo>
                    <a:pt x="106539" y="25326"/>
                  </a:lnTo>
                  <a:lnTo>
                    <a:pt x="106083" y="24723"/>
                  </a:lnTo>
                  <a:lnTo>
                    <a:pt x="106539" y="24321"/>
                  </a:lnTo>
                  <a:lnTo>
                    <a:pt x="106768" y="23517"/>
                  </a:lnTo>
                  <a:lnTo>
                    <a:pt x="106996" y="22713"/>
                  </a:lnTo>
                  <a:lnTo>
                    <a:pt x="106996" y="22110"/>
                  </a:lnTo>
                  <a:lnTo>
                    <a:pt x="106996" y="20904"/>
                  </a:lnTo>
                  <a:lnTo>
                    <a:pt x="107224" y="20502"/>
                  </a:lnTo>
                  <a:lnTo>
                    <a:pt x="106996" y="19698"/>
                  </a:lnTo>
                  <a:lnTo>
                    <a:pt x="107452" y="18894"/>
                  </a:lnTo>
                  <a:lnTo>
                    <a:pt x="107908" y="18492"/>
                  </a:lnTo>
                  <a:lnTo>
                    <a:pt x="108136" y="17889"/>
                  </a:lnTo>
                  <a:lnTo>
                    <a:pt x="108136" y="16884"/>
                  </a:lnTo>
                  <a:lnTo>
                    <a:pt x="107908" y="16281"/>
                  </a:lnTo>
                  <a:lnTo>
                    <a:pt x="107680" y="15477"/>
                  </a:lnTo>
                  <a:lnTo>
                    <a:pt x="107452" y="14673"/>
                  </a:lnTo>
                  <a:lnTo>
                    <a:pt x="107680" y="14070"/>
                  </a:lnTo>
                  <a:lnTo>
                    <a:pt x="108136" y="13467"/>
                  </a:lnTo>
                  <a:lnTo>
                    <a:pt x="105171" y="11457"/>
                  </a:lnTo>
                  <a:lnTo>
                    <a:pt x="99923" y="10251"/>
                  </a:lnTo>
                  <a:lnTo>
                    <a:pt x="99239" y="10050"/>
                  </a:lnTo>
                  <a:lnTo>
                    <a:pt x="98555" y="8643"/>
                  </a:lnTo>
                  <a:lnTo>
                    <a:pt x="98098" y="8241"/>
                  </a:lnTo>
                  <a:lnTo>
                    <a:pt x="97870" y="8442"/>
                  </a:lnTo>
                  <a:lnTo>
                    <a:pt x="97870" y="8844"/>
                  </a:lnTo>
                  <a:lnTo>
                    <a:pt x="97642" y="9045"/>
                  </a:lnTo>
                  <a:lnTo>
                    <a:pt x="97642" y="9447"/>
                  </a:lnTo>
                  <a:lnTo>
                    <a:pt x="97186" y="9045"/>
                  </a:lnTo>
                  <a:lnTo>
                    <a:pt x="96501" y="8442"/>
                  </a:lnTo>
                  <a:lnTo>
                    <a:pt x="95817" y="8040"/>
                  </a:lnTo>
                  <a:lnTo>
                    <a:pt x="94676" y="8241"/>
                  </a:lnTo>
                  <a:lnTo>
                    <a:pt x="93764" y="7839"/>
                  </a:lnTo>
                  <a:lnTo>
                    <a:pt x="93079" y="6030"/>
                  </a:lnTo>
                  <a:lnTo>
                    <a:pt x="94220" y="6030"/>
                  </a:lnTo>
                  <a:lnTo>
                    <a:pt x="95361" y="6834"/>
                  </a:lnTo>
                  <a:lnTo>
                    <a:pt x="95589" y="6834"/>
                  </a:lnTo>
                  <a:lnTo>
                    <a:pt x="98098" y="6432"/>
                  </a:lnTo>
                  <a:lnTo>
                    <a:pt x="97642" y="6231"/>
                  </a:lnTo>
                  <a:lnTo>
                    <a:pt x="96501" y="5628"/>
                  </a:lnTo>
                  <a:lnTo>
                    <a:pt x="94448" y="5427"/>
                  </a:lnTo>
                  <a:lnTo>
                    <a:pt x="92623" y="4020"/>
                  </a:lnTo>
                  <a:lnTo>
                    <a:pt x="92395" y="3618"/>
                  </a:lnTo>
                  <a:lnTo>
                    <a:pt x="92395" y="2613"/>
                  </a:lnTo>
                  <a:lnTo>
                    <a:pt x="92623" y="1608"/>
                  </a:lnTo>
                  <a:lnTo>
                    <a:pt x="92623" y="804"/>
                  </a:lnTo>
                  <a:lnTo>
                    <a:pt x="92395" y="201"/>
                  </a:lnTo>
                  <a:lnTo>
                    <a:pt x="91939" y="0"/>
                  </a:lnTo>
                  <a:lnTo>
                    <a:pt x="83726" y="402"/>
                  </a:lnTo>
                  <a:lnTo>
                    <a:pt x="84410" y="1809"/>
                  </a:lnTo>
                  <a:lnTo>
                    <a:pt x="85551" y="2211"/>
                  </a:lnTo>
                  <a:lnTo>
                    <a:pt x="87376" y="2211"/>
                  </a:lnTo>
                  <a:lnTo>
                    <a:pt x="89657" y="1005"/>
                  </a:lnTo>
                  <a:lnTo>
                    <a:pt x="91254" y="1809"/>
                  </a:lnTo>
                  <a:lnTo>
                    <a:pt x="91254" y="2211"/>
                  </a:lnTo>
                  <a:lnTo>
                    <a:pt x="90798" y="2211"/>
                  </a:lnTo>
                  <a:lnTo>
                    <a:pt x="90342" y="2211"/>
                  </a:lnTo>
                  <a:lnTo>
                    <a:pt x="90114" y="2613"/>
                  </a:lnTo>
                  <a:lnTo>
                    <a:pt x="90342" y="2613"/>
                  </a:lnTo>
                  <a:lnTo>
                    <a:pt x="91026" y="3015"/>
                  </a:lnTo>
                  <a:lnTo>
                    <a:pt x="90114" y="4623"/>
                  </a:lnTo>
                  <a:lnTo>
                    <a:pt x="88973" y="5025"/>
                  </a:lnTo>
                  <a:lnTo>
                    <a:pt x="86463" y="4623"/>
                  </a:lnTo>
                  <a:lnTo>
                    <a:pt x="86692" y="6432"/>
                  </a:lnTo>
                  <a:lnTo>
                    <a:pt x="86007" y="7035"/>
                  </a:lnTo>
                  <a:lnTo>
                    <a:pt x="85551" y="643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Shape 5135"/>
            <p:cNvSpPr/>
            <p:nvPr/>
          </p:nvSpPr>
          <p:spPr>
            <a:xfrm>
              <a:off x="11320721" y="2338732"/>
              <a:ext cx="38099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2602" y="71250"/>
                  </a:moveTo>
                  <a:lnTo>
                    <a:pt x="67397" y="97500"/>
                  </a:lnTo>
                  <a:lnTo>
                    <a:pt x="98630" y="120000"/>
                  </a:lnTo>
                  <a:lnTo>
                    <a:pt x="119999" y="82500"/>
                  </a:lnTo>
                  <a:lnTo>
                    <a:pt x="118356" y="71250"/>
                  </a:lnTo>
                  <a:lnTo>
                    <a:pt x="113424" y="52500"/>
                  </a:lnTo>
                  <a:lnTo>
                    <a:pt x="111780" y="45000"/>
                  </a:lnTo>
                  <a:lnTo>
                    <a:pt x="111780" y="33750"/>
                  </a:lnTo>
                  <a:lnTo>
                    <a:pt x="108493" y="22500"/>
                  </a:lnTo>
                  <a:lnTo>
                    <a:pt x="106849" y="18750"/>
                  </a:lnTo>
                  <a:lnTo>
                    <a:pt x="96986" y="7500"/>
                  </a:lnTo>
                  <a:lnTo>
                    <a:pt x="70684" y="11250"/>
                  </a:lnTo>
                  <a:lnTo>
                    <a:pt x="65753" y="0"/>
                  </a:lnTo>
                  <a:lnTo>
                    <a:pt x="59178" y="11250"/>
                  </a:lnTo>
                  <a:lnTo>
                    <a:pt x="39452" y="15000"/>
                  </a:lnTo>
                  <a:lnTo>
                    <a:pt x="41095" y="22500"/>
                  </a:lnTo>
                  <a:lnTo>
                    <a:pt x="6575" y="26250"/>
                  </a:lnTo>
                  <a:lnTo>
                    <a:pt x="1643" y="37500"/>
                  </a:lnTo>
                  <a:lnTo>
                    <a:pt x="0" y="67500"/>
                  </a:lnTo>
                  <a:lnTo>
                    <a:pt x="27945" y="78750"/>
                  </a:lnTo>
                  <a:lnTo>
                    <a:pt x="52602" y="7125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Shape 5136"/>
            <p:cNvSpPr/>
            <p:nvPr/>
          </p:nvSpPr>
          <p:spPr>
            <a:xfrm>
              <a:off x="11304846" y="2210144"/>
              <a:ext cx="447674" cy="5794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9" y="51820"/>
                  </a:moveTo>
                  <a:lnTo>
                    <a:pt x="1418" y="52150"/>
                  </a:lnTo>
                  <a:lnTo>
                    <a:pt x="1702" y="52150"/>
                  </a:lnTo>
                  <a:lnTo>
                    <a:pt x="2269" y="51820"/>
                  </a:lnTo>
                  <a:lnTo>
                    <a:pt x="3971" y="51820"/>
                  </a:lnTo>
                  <a:lnTo>
                    <a:pt x="1560" y="52808"/>
                  </a:lnTo>
                  <a:lnTo>
                    <a:pt x="1418" y="53247"/>
                  </a:lnTo>
                  <a:lnTo>
                    <a:pt x="1560" y="53796"/>
                  </a:lnTo>
                  <a:lnTo>
                    <a:pt x="1985" y="54894"/>
                  </a:lnTo>
                  <a:lnTo>
                    <a:pt x="2269" y="55333"/>
                  </a:lnTo>
                  <a:lnTo>
                    <a:pt x="2695" y="55773"/>
                  </a:lnTo>
                  <a:lnTo>
                    <a:pt x="5957" y="56212"/>
                  </a:lnTo>
                  <a:lnTo>
                    <a:pt x="6808" y="56980"/>
                  </a:lnTo>
                  <a:lnTo>
                    <a:pt x="6382" y="57310"/>
                  </a:lnTo>
                  <a:lnTo>
                    <a:pt x="5531" y="57310"/>
                  </a:lnTo>
                  <a:lnTo>
                    <a:pt x="5106" y="57419"/>
                  </a:lnTo>
                  <a:lnTo>
                    <a:pt x="4680" y="58078"/>
                  </a:lnTo>
                  <a:lnTo>
                    <a:pt x="4397" y="58078"/>
                  </a:lnTo>
                  <a:lnTo>
                    <a:pt x="4539" y="57310"/>
                  </a:lnTo>
                  <a:lnTo>
                    <a:pt x="4255" y="57090"/>
                  </a:lnTo>
                  <a:lnTo>
                    <a:pt x="3404" y="57090"/>
                  </a:lnTo>
                  <a:lnTo>
                    <a:pt x="3262" y="57310"/>
                  </a:lnTo>
                  <a:lnTo>
                    <a:pt x="2836" y="57419"/>
                  </a:lnTo>
                  <a:lnTo>
                    <a:pt x="2695" y="57419"/>
                  </a:lnTo>
                  <a:lnTo>
                    <a:pt x="2553" y="57859"/>
                  </a:lnTo>
                  <a:lnTo>
                    <a:pt x="2269" y="58188"/>
                  </a:lnTo>
                  <a:lnTo>
                    <a:pt x="2269" y="58298"/>
                  </a:lnTo>
                  <a:lnTo>
                    <a:pt x="2553" y="58408"/>
                  </a:lnTo>
                  <a:lnTo>
                    <a:pt x="2695" y="58627"/>
                  </a:lnTo>
                  <a:lnTo>
                    <a:pt x="2695" y="58956"/>
                  </a:lnTo>
                  <a:lnTo>
                    <a:pt x="2695" y="59286"/>
                  </a:lnTo>
                  <a:lnTo>
                    <a:pt x="3120" y="59505"/>
                  </a:lnTo>
                  <a:lnTo>
                    <a:pt x="4113" y="58627"/>
                  </a:lnTo>
                  <a:lnTo>
                    <a:pt x="4539" y="58956"/>
                  </a:lnTo>
                  <a:lnTo>
                    <a:pt x="4255" y="59286"/>
                  </a:lnTo>
                  <a:lnTo>
                    <a:pt x="3687" y="59505"/>
                  </a:lnTo>
                  <a:lnTo>
                    <a:pt x="3546" y="59835"/>
                  </a:lnTo>
                  <a:lnTo>
                    <a:pt x="4397" y="60164"/>
                  </a:lnTo>
                  <a:lnTo>
                    <a:pt x="5673" y="60933"/>
                  </a:lnTo>
                  <a:lnTo>
                    <a:pt x="5957" y="61372"/>
                  </a:lnTo>
                  <a:lnTo>
                    <a:pt x="6099" y="61701"/>
                  </a:lnTo>
                  <a:lnTo>
                    <a:pt x="6099" y="62031"/>
                  </a:lnTo>
                  <a:lnTo>
                    <a:pt x="6099" y="62470"/>
                  </a:lnTo>
                  <a:lnTo>
                    <a:pt x="6099" y="62909"/>
                  </a:lnTo>
                  <a:lnTo>
                    <a:pt x="6382" y="63458"/>
                  </a:lnTo>
                  <a:lnTo>
                    <a:pt x="6524" y="63568"/>
                  </a:lnTo>
                  <a:lnTo>
                    <a:pt x="6950" y="63458"/>
                  </a:lnTo>
                  <a:lnTo>
                    <a:pt x="7375" y="63568"/>
                  </a:lnTo>
                  <a:lnTo>
                    <a:pt x="10354" y="66752"/>
                  </a:lnTo>
                  <a:lnTo>
                    <a:pt x="16737" y="66642"/>
                  </a:lnTo>
                  <a:lnTo>
                    <a:pt x="17163" y="66203"/>
                  </a:lnTo>
                  <a:lnTo>
                    <a:pt x="20709" y="64995"/>
                  </a:lnTo>
                  <a:lnTo>
                    <a:pt x="21134" y="64336"/>
                  </a:lnTo>
                  <a:lnTo>
                    <a:pt x="21276" y="64007"/>
                  </a:lnTo>
                  <a:lnTo>
                    <a:pt x="22127" y="63787"/>
                  </a:lnTo>
                  <a:lnTo>
                    <a:pt x="22127" y="63568"/>
                  </a:lnTo>
                  <a:lnTo>
                    <a:pt x="22269" y="62799"/>
                  </a:lnTo>
                  <a:lnTo>
                    <a:pt x="22269" y="62580"/>
                  </a:lnTo>
                  <a:lnTo>
                    <a:pt x="23829" y="62031"/>
                  </a:lnTo>
                  <a:lnTo>
                    <a:pt x="24113" y="61482"/>
                  </a:lnTo>
                  <a:lnTo>
                    <a:pt x="23971" y="61372"/>
                  </a:lnTo>
                  <a:lnTo>
                    <a:pt x="23971" y="61262"/>
                  </a:lnTo>
                  <a:lnTo>
                    <a:pt x="23971" y="60823"/>
                  </a:lnTo>
                  <a:lnTo>
                    <a:pt x="24255" y="60713"/>
                  </a:lnTo>
                  <a:lnTo>
                    <a:pt x="24397" y="60823"/>
                  </a:lnTo>
                  <a:lnTo>
                    <a:pt x="24822" y="61262"/>
                  </a:lnTo>
                  <a:lnTo>
                    <a:pt x="24964" y="61811"/>
                  </a:lnTo>
                  <a:lnTo>
                    <a:pt x="24822" y="62250"/>
                  </a:lnTo>
                  <a:lnTo>
                    <a:pt x="24255" y="62799"/>
                  </a:lnTo>
                  <a:lnTo>
                    <a:pt x="24397" y="63129"/>
                  </a:lnTo>
                  <a:lnTo>
                    <a:pt x="24822" y="63897"/>
                  </a:lnTo>
                  <a:lnTo>
                    <a:pt x="24964" y="64117"/>
                  </a:lnTo>
                  <a:lnTo>
                    <a:pt x="24822" y="64666"/>
                  </a:lnTo>
                  <a:lnTo>
                    <a:pt x="22269" y="66752"/>
                  </a:lnTo>
                  <a:lnTo>
                    <a:pt x="21418" y="67740"/>
                  </a:lnTo>
                  <a:lnTo>
                    <a:pt x="13049" y="70155"/>
                  </a:lnTo>
                  <a:lnTo>
                    <a:pt x="12340" y="70704"/>
                  </a:lnTo>
                  <a:lnTo>
                    <a:pt x="11914" y="70704"/>
                  </a:lnTo>
                  <a:lnTo>
                    <a:pt x="11914" y="71253"/>
                  </a:lnTo>
                  <a:lnTo>
                    <a:pt x="12056" y="71582"/>
                  </a:lnTo>
                  <a:lnTo>
                    <a:pt x="12482" y="72131"/>
                  </a:lnTo>
                  <a:lnTo>
                    <a:pt x="12340" y="72570"/>
                  </a:lnTo>
                  <a:lnTo>
                    <a:pt x="12056" y="73010"/>
                  </a:lnTo>
                  <a:lnTo>
                    <a:pt x="11914" y="73119"/>
                  </a:lnTo>
                  <a:lnTo>
                    <a:pt x="11773" y="73229"/>
                  </a:lnTo>
                  <a:lnTo>
                    <a:pt x="11914" y="73339"/>
                  </a:lnTo>
                  <a:lnTo>
                    <a:pt x="12340" y="73559"/>
                  </a:lnTo>
                  <a:lnTo>
                    <a:pt x="12482" y="73668"/>
                  </a:lnTo>
                  <a:lnTo>
                    <a:pt x="12482" y="73668"/>
                  </a:lnTo>
                  <a:lnTo>
                    <a:pt x="12907" y="74437"/>
                  </a:lnTo>
                  <a:lnTo>
                    <a:pt x="12765" y="74656"/>
                  </a:lnTo>
                  <a:lnTo>
                    <a:pt x="12056" y="74766"/>
                  </a:lnTo>
                  <a:lnTo>
                    <a:pt x="11914" y="74986"/>
                  </a:lnTo>
                  <a:lnTo>
                    <a:pt x="11914" y="74986"/>
                  </a:lnTo>
                  <a:lnTo>
                    <a:pt x="12340" y="75315"/>
                  </a:lnTo>
                  <a:lnTo>
                    <a:pt x="11914" y="75425"/>
                  </a:lnTo>
                  <a:lnTo>
                    <a:pt x="11914" y="75535"/>
                  </a:lnTo>
                  <a:lnTo>
                    <a:pt x="12340" y="75974"/>
                  </a:lnTo>
                  <a:lnTo>
                    <a:pt x="12765" y="75864"/>
                  </a:lnTo>
                  <a:lnTo>
                    <a:pt x="13049" y="76084"/>
                  </a:lnTo>
                  <a:lnTo>
                    <a:pt x="13333" y="76413"/>
                  </a:lnTo>
                  <a:lnTo>
                    <a:pt x="14184" y="76413"/>
                  </a:lnTo>
                  <a:lnTo>
                    <a:pt x="15886" y="76852"/>
                  </a:lnTo>
                  <a:lnTo>
                    <a:pt x="15886" y="75974"/>
                  </a:lnTo>
                  <a:lnTo>
                    <a:pt x="16170" y="75754"/>
                  </a:lnTo>
                  <a:lnTo>
                    <a:pt x="17021" y="75754"/>
                  </a:lnTo>
                  <a:lnTo>
                    <a:pt x="16879" y="76303"/>
                  </a:lnTo>
                  <a:lnTo>
                    <a:pt x="16737" y="76303"/>
                  </a:lnTo>
                  <a:lnTo>
                    <a:pt x="16879" y="76413"/>
                  </a:lnTo>
                  <a:lnTo>
                    <a:pt x="16879" y="76523"/>
                  </a:lnTo>
                  <a:lnTo>
                    <a:pt x="17021" y="76742"/>
                  </a:lnTo>
                  <a:lnTo>
                    <a:pt x="17163" y="77072"/>
                  </a:lnTo>
                  <a:lnTo>
                    <a:pt x="17021" y="77511"/>
                  </a:lnTo>
                  <a:lnTo>
                    <a:pt x="17163" y="77621"/>
                  </a:lnTo>
                  <a:lnTo>
                    <a:pt x="18156" y="77621"/>
                  </a:lnTo>
                  <a:lnTo>
                    <a:pt x="18297" y="77840"/>
                  </a:lnTo>
                  <a:lnTo>
                    <a:pt x="18156" y="78279"/>
                  </a:lnTo>
                  <a:lnTo>
                    <a:pt x="18014" y="78609"/>
                  </a:lnTo>
                  <a:lnTo>
                    <a:pt x="17872" y="78609"/>
                  </a:lnTo>
                  <a:lnTo>
                    <a:pt x="17446" y="78279"/>
                  </a:lnTo>
                  <a:lnTo>
                    <a:pt x="17304" y="78170"/>
                  </a:lnTo>
                  <a:lnTo>
                    <a:pt x="17021" y="78170"/>
                  </a:lnTo>
                  <a:lnTo>
                    <a:pt x="16879" y="78279"/>
                  </a:lnTo>
                  <a:lnTo>
                    <a:pt x="17163" y="78828"/>
                  </a:lnTo>
                  <a:lnTo>
                    <a:pt x="17446" y="79048"/>
                  </a:lnTo>
                  <a:lnTo>
                    <a:pt x="18014" y="79158"/>
                  </a:lnTo>
                  <a:lnTo>
                    <a:pt x="18297" y="79048"/>
                  </a:lnTo>
                  <a:lnTo>
                    <a:pt x="18297" y="79268"/>
                  </a:lnTo>
                  <a:lnTo>
                    <a:pt x="18156" y="79377"/>
                  </a:lnTo>
                  <a:lnTo>
                    <a:pt x="18014" y="79707"/>
                  </a:lnTo>
                  <a:lnTo>
                    <a:pt x="18014" y="79817"/>
                  </a:lnTo>
                  <a:lnTo>
                    <a:pt x="17872" y="80146"/>
                  </a:lnTo>
                  <a:lnTo>
                    <a:pt x="18156" y="80365"/>
                  </a:lnTo>
                  <a:lnTo>
                    <a:pt x="19007" y="80365"/>
                  </a:lnTo>
                  <a:lnTo>
                    <a:pt x="20283" y="80914"/>
                  </a:lnTo>
                  <a:lnTo>
                    <a:pt x="20425" y="80695"/>
                  </a:lnTo>
                  <a:lnTo>
                    <a:pt x="20709" y="79926"/>
                  </a:lnTo>
                  <a:lnTo>
                    <a:pt x="24539" y="77731"/>
                  </a:lnTo>
                  <a:lnTo>
                    <a:pt x="25531" y="76742"/>
                  </a:lnTo>
                  <a:lnTo>
                    <a:pt x="25815" y="76633"/>
                  </a:lnTo>
                  <a:lnTo>
                    <a:pt x="25531" y="75974"/>
                  </a:lnTo>
                  <a:lnTo>
                    <a:pt x="25390" y="75864"/>
                  </a:lnTo>
                  <a:lnTo>
                    <a:pt x="25248" y="75864"/>
                  </a:lnTo>
                  <a:lnTo>
                    <a:pt x="25106" y="75974"/>
                  </a:lnTo>
                  <a:lnTo>
                    <a:pt x="25106" y="76084"/>
                  </a:lnTo>
                  <a:lnTo>
                    <a:pt x="24964" y="76303"/>
                  </a:lnTo>
                  <a:lnTo>
                    <a:pt x="24822" y="76084"/>
                  </a:lnTo>
                  <a:lnTo>
                    <a:pt x="24822" y="75754"/>
                  </a:lnTo>
                  <a:lnTo>
                    <a:pt x="24822" y="75425"/>
                  </a:lnTo>
                  <a:lnTo>
                    <a:pt x="24539" y="74986"/>
                  </a:lnTo>
                  <a:lnTo>
                    <a:pt x="24397" y="74766"/>
                  </a:lnTo>
                  <a:lnTo>
                    <a:pt x="24822" y="74547"/>
                  </a:lnTo>
                  <a:lnTo>
                    <a:pt x="28652" y="75645"/>
                  </a:lnTo>
                  <a:lnTo>
                    <a:pt x="31205" y="75205"/>
                  </a:lnTo>
                  <a:lnTo>
                    <a:pt x="31205" y="75425"/>
                  </a:lnTo>
                  <a:lnTo>
                    <a:pt x="30921" y="75535"/>
                  </a:lnTo>
                  <a:lnTo>
                    <a:pt x="29645" y="76303"/>
                  </a:lnTo>
                  <a:lnTo>
                    <a:pt x="28510" y="77731"/>
                  </a:lnTo>
                  <a:lnTo>
                    <a:pt x="28368" y="78170"/>
                  </a:lnTo>
                  <a:lnTo>
                    <a:pt x="28368" y="78609"/>
                  </a:lnTo>
                  <a:lnTo>
                    <a:pt x="28510" y="79158"/>
                  </a:lnTo>
                  <a:lnTo>
                    <a:pt x="28368" y="79597"/>
                  </a:lnTo>
                  <a:lnTo>
                    <a:pt x="28226" y="79817"/>
                  </a:lnTo>
                  <a:lnTo>
                    <a:pt x="28226" y="80146"/>
                  </a:lnTo>
                  <a:lnTo>
                    <a:pt x="28652" y="79817"/>
                  </a:lnTo>
                  <a:lnTo>
                    <a:pt x="28794" y="79926"/>
                  </a:lnTo>
                  <a:lnTo>
                    <a:pt x="29929" y="80475"/>
                  </a:lnTo>
                  <a:lnTo>
                    <a:pt x="31063" y="80475"/>
                  </a:lnTo>
                  <a:lnTo>
                    <a:pt x="32340" y="79597"/>
                  </a:lnTo>
                  <a:lnTo>
                    <a:pt x="32907" y="78719"/>
                  </a:lnTo>
                  <a:lnTo>
                    <a:pt x="33475" y="78279"/>
                  </a:lnTo>
                  <a:lnTo>
                    <a:pt x="33758" y="77840"/>
                  </a:lnTo>
                  <a:lnTo>
                    <a:pt x="33617" y="77621"/>
                  </a:lnTo>
                  <a:lnTo>
                    <a:pt x="33475" y="77401"/>
                  </a:lnTo>
                  <a:lnTo>
                    <a:pt x="33333" y="77401"/>
                  </a:lnTo>
                  <a:lnTo>
                    <a:pt x="32907" y="77072"/>
                  </a:lnTo>
                  <a:lnTo>
                    <a:pt x="33191" y="76962"/>
                  </a:lnTo>
                  <a:lnTo>
                    <a:pt x="33333" y="76852"/>
                  </a:lnTo>
                  <a:lnTo>
                    <a:pt x="32907" y="76633"/>
                  </a:lnTo>
                  <a:lnTo>
                    <a:pt x="33333" y="76303"/>
                  </a:lnTo>
                  <a:lnTo>
                    <a:pt x="33475" y="76303"/>
                  </a:lnTo>
                  <a:lnTo>
                    <a:pt x="34042" y="76633"/>
                  </a:lnTo>
                  <a:lnTo>
                    <a:pt x="34609" y="76633"/>
                  </a:lnTo>
                  <a:lnTo>
                    <a:pt x="34751" y="76523"/>
                  </a:lnTo>
                  <a:lnTo>
                    <a:pt x="34893" y="76413"/>
                  </a:lnTo>
                  <a:lnTo>
                    <a:pt x="35177" y="75425"/>
                  </a:lnTo>
                  <a:lnTo>
                    <a:pt x="35177" y="74986"/>
                  </a:lnTo>
                  <a:lnTo>
                    <a:pt x="35177" y="74547"/>
                  </a:lnTo>
                  <a:lnTo>
                    <a:pt x="35319" y="74107"/>
                  </a:lnTo>
                  <a:lnTo>
                    <a:pt x="35460" y="73668"/>
                  </a:lnTo>
                  <a:lnTo>
                    <a:pt x="35744" y="73119"/>
                  </a:lnTo>
                  <a:lnTo>
                    <a:pt x="36028" y="72790"/>
                  </a:lnTo>
                  <a:lnTo>
                    <a:pt x="36170" y="72680"/>
                  </a:lnTo>
                  <a:lnTo>
                    <a:pt x="36453" y="72790"/>
                  </a:lnTo>
                  <a:lnTo>
                    <a:pt x="36737" y="73119"/>
                  </a:lnTo>
                  <a:lnTo>
                    <a:pt x="36879" y="73559"/>
                  </a:lnTo>
                  <a:lnTo>
                    <a:pt x="37021" y="74107"/>
                  </a:lnTo>
                  <a:lnTo>
                    <a:pt x="36737" y="74437"/>
                  </a:lnTo>
                  <a:lnTo>
                    <a:pt x="36453" y="75645"/>
                  </a:lnTo>
                  <a:lnTo>
                    <a:pt x="36170" y="76523"/>
                  </a:lnTo>
                  <a:lnTo>
                    <a:pt x="36028" y="76962"/>
                  </a:lnTo>
                  <a:lnTo>
                    <a:pt x="38581" y="75645"/>
                  </a:lnTo>
                  <a:lnTo>
                    <a:pt x="39432" y="74766"/>
                  </a:lnTo>
                  <a:lnTo>
                    <a:pt x="39148" y="74217"/>
                  </a:lnTo>
                  <a:lnTo>
                    <a:pt x="38297" y="73339"/>
                  </a:lnTo>
                  <a:lnTo>
                    <a:pt x="38014" y="72680"/>
                  </a:lnTo>
                  <a:lnTo>
                    <a:pt x="37730" y="72351"/>
                  </a:lnTo>
                  <a:lnTo>
                    <a:pt x="37588" y="72131"/>
                  </a:lnTo>
                  <a:lnTo>
                    <a:pt x="37588" y="71692"/>
                  </a:lnTo>
                  <a:lnTo>
                    <a:pt x="37588" y="71473"/>
                  </a:lnTo>
                  <a:lnTo>
                    <a:pt x="37730" y="71363"/>
                  </a:lnTo>
                  <a:lnTo>
                    <a:pt x="38014" y="71253"/>
                  </a:lnTo>
                  <a:lnTo>
                    <a:pt x="38156" y="71363"/>
                  </a:lnTo>
                  <a:lnTo>
                    <a:pt x="38439" y="71473"/>
                  </a:lnTo>
                  <a:lnTo>
                    <a:pt x="39716" y="73559"/>
                  </a:lnTo>
                  <a:lnTo>
                    <a:pt x="40000" y="73778"/>
                  </a:lnTo>
                  <a:lnTo>
                    <a:pt x="40851" y="73888"/>
                  </a:lnTo>
                  <a:lnTo>
                    <a:pt x="42978" y="72351"/>
                  </a:lnTo>
                  <a:lnTo>
                    <a:pt x="46099" y="71692"/>
                  </a:lnTo>
                  <a:lnTo>
                    <a:pt x="46524" y="72131"/>
                  </a:lnTo>
                  <a:lnTo>
                    <a:pt x="46808" y="72680"/>
                  </a:lnTo>
                  <a:lnTo>
                    <a:pt x="46382" y="72790"/>
                  </a:lnTo>
                  <a:lnTo>
                    <a:pt x="45815" y="73339"/>
                  </a:lnTo>
                  <a:lnTo>
                    <a:pt x="45248" y="73339"/>
                  </a:lnTo>
                  <a:lnTo>
                    <a:pt x="44964" y="73449"/>
                  </a:lnTo>
                  <a:lnTo>
                    <a:pt x="44397" y="74217"/>
                  </a:lnTo>
                  <a:lnTo>
                    <a:pt x="43829" y="74547"/>
                  </a:lnTo>
                  <a:lnTo>
                    <a:pt x="43687" y="74766"/>
                  </a:lnTo>
                  <a:lnTo>
                    <a:pt x="44113" y="75425"/>
                  </a:lnTo>
                  <a:lnTo>
                    <a:pt x="44680" y="75425"/>
                  </a:lnTo>
                  <a:lnTo>
                    <a:pt x="45531" y="75205"/>
                  </a:lnTo>
                  <a:lnTo>
                    <a:pt x="47943" y="75645"/>
                  </a:lnTo>
                  <a:lnTo>
                    <a:pt x="49078" y="75535"/>
                  </a:lnTo>
                  <a:lnTo>
                    <a:pt x="51347" y="75645"/>
                  </a:lnTo>
                  <a:lnTo>
                    <a:pt x="51631" y="75535"/>
                  </a:lnTo>
                  <a:lnTo>
                    <a:pt x="52056" y="74766"/>
                  </a:lnTo>
                  <a:lnTo>
                    <a:pt x="54751" y="73888"/>
                  </a:lnTo>
                  <a:lnTo>
                    <a:pt x="56028" y="73778"/>
                  </a:lnTo>
                  <a:lnTo>
                    <a:pt x="57588" y="73119"/>
                  </a:lnTo>
                  <a:lnTo>
                    <a:pt x="57872" y="73229"/>
                  </a:lnTo>
                  <a:lnTo>
                    <a:pt x="57872" y="73339"/>
                  </a:lnTo>
                  <a:lnTo>
                    <a:pt x="57730" y="73778"/>
                  </a:lnTo>
                  <a:lnTo>
                    <a:pt x="57872" y="73888"/>
                  </a:lnTo>
                  <a:lnTo>
                    <a:pt x="58014" y="74217"/>
                  </a:lnTo>
                  <a:lnTo>
                    <a:pt x="58014" y="74327"/>
                  </a:lnTo>
                  <a:lnTo>
                    <a:pt x="57872" y="74217"/>
                  </a:lnTo>
                  <a:lnTo>
                    <a:pt x="57872" y="74327"/>
                  </a:lnTo>
                  <a:lnTo>
                    <a:pt x="57872" y="74437"/>
                  </a:lnTo>
                  <a:lnTo>
                    <a:pt x="57872" y="74547"/>
                  </a:lnTo>
                  <a:lnTo>
                    <a:pt x="57872" y="74327"/>
                  </a:lnTo>
                  <a:lnTo>
                    <a:pt x="57730" y="74656"/>
                  </a:lnTo>
                  <a:lnTo>
                    <a:pt x="54751" y="75645"/>
                  </a:lnTo>
                  <a:lnTo>
                    <a:pt x="53191" y="75864"/>
                  </a:lnTo>
                  <a:lnTo>
                    <a:pt x="51631" y="76742"/>
                  </a:lnTo>
                  <a:lnTo>
                    <a:pt x="51631" y="76742"/>
                  </a:lnTo>
                  <a:lnTo>
                    <a:pt x="51489" y="76742"/>
                  </a:lnTo>
                  <a:lnTo>
                    <a:pt x="50780" y="77401"/>
                  </a:lnTo>
                  <a:lnTo>
                    <a:pt x="49361" y="77511"/>
                  </a:lnTo>
                  <a:lnTo>
                    <a:pt x="49078" y="77401"/>
                  </a:lnTo>
                  <a:lnTo>
                    <a:pt x="48794" y="76852"/>
                  </a:lnTo>
                  <a:lnTo>
                    <a:pt x="48510" y="76742"/>
                  </a:lnTo>
                  <a:lnTo>
                    <a:pt x="48226" y="76852"/>
                  </a:lnTo>
                  <a:lnTo>
                    <a:pt x="48085" y="76962"/>
                  </a:lnTo>
                  <a:lnTo>
                    <a:pt x="48085" y="76962"/>
                  </a:lnTo>
                  <a:lnTo>
                    <a:pt x="48226" y="76962"/>
                  </a:lnTo>
                  <a:lnTo>
                    <a:pt x="48652" y="77182"/>
                  </a:lnTo>
                  <a:lnTo>
                    <a:pt x="48652" y="77511"/>
                  </a:lnTo>
                  <a:lnTo>
                    <a:pt x="44397" y="77621"/>
                  </a:lnTo>
                  <a:lnTo>
                    <a:pt x="43971" y="77840"/>
                  </a:lnTo>
                  <a:lnTo>
                    <a:pt x="43546" y="78938"/>
                  </a:lnTo>
                  <a:lnTo>
                    <a:pt x="43404" y="79268"/>
                  </a:lnTo>
                  <a:lnTo>
                    <a:pt x="43687" y="79817"/>
                  </a:lnTo>
                  <a:lnTo>
                    <a:pt x="44113" y="80036"/>
                  </a:lnTo>
                  <a:lnTo>
                    <a:pt x="49929" y="81134"/>
                  </a:lnTo>
                  <a:lnTo>
                    <a:pt x="51773" y="80365"/>
                  </a:lnTo>
                  <a:lnTo>
                    <a:pt x="53191" y="80365"/>
                  </a:lnTo>
                  <a:lnTo>
                    <a:pt x="57021" y="79597"/>
                  </a:lnTo>
                  <a:lnTo>
                    <a:pt x="59858" y="78499"/>
                  </a:lnTo>
                  <a:lnTo>
                    <a:pt x="62695" y="78170"/>
                  </a:lnTo>
                  <a:lnTo>
                    <a:pt x="65957" y="77401"/>
                  </a:lnTo>
                  <a:lnTo>
                    <a:pt x="66666" y="77840"/>
                  </a:lnTo>
                  <a:lnTo>
                    <a:pt x="66666" y="77840"/>
                  </a:lnTo>
                  <a:lnTo>
                    <a:pt x="66382" y="78170"/>
                  </a:lnTo>
                  <a:lnTo>
                    <a:pt x="65248" y="79048"/>
                  </a:lnTo>
                  <a:lnTo>
                    <a:pt x="63546" y="79268"/>
                  </a:lnTo>
                  <a:lnTo>
                    <a:pt x="58439" y="80805"/>
                  </a:lnTo>
                  <a:lnTo>
                    <a:pt x="57021" y="80914"/>
                  </a:lnTo>
                  <a:lnTo>
                    <a:pt x="55035" y="81573"/>
                  </a:lnTo>
                  <a:lnTo>
                    <a:pt x="52198" y="82451"/>
                  </a:lnTo>
                  <a:lnTo>
                    <a:pt x="48085" y="83220"/>
                  </a:lnTo>
                  <a:lnTo>
                    <a:pt x="45531" y="83000"/>
                  </a:lnTo>
                  <a:lnTo>
                    <a:pt x="43404" y="83220"/>
                  </a:lnTo>
                  <a:lnTo>
                    <a:pt x="43262" y="83330"/>
                  </a:lnTo>
                  <a:lnTo>
                    <a:pt x="42978" y="83879"/>
                  </a:lnTo>
                  <a:lnTo>
                    <a:pt x="42553" y="84098"/>
                  </a:lnTo>
                  <a:lnTo>
                    <a:pt x="40992" y="83549"/>
                  </a:lnTo>
                  <a:lnTo>
                    <a:pt x="40283" y="83989"/>
                  </a:lnTo>
                  <a:lnTo>
                    <a:pt x="38581" y="83330"/>
                  </a:lnTo>
                  <a:lnTo>
                    <a:pt x="37588" y="83440"/>
                  </a:lnTo>
                  <a:lnTo>
                    <a:pt x="37021" y="83549"/>
                  </a:lnTo>
                  <a:lnTo>
                    <a:pt x="36595" y="84098"/>
                  </a:lnTo>
                  <a:lnTo>
                    <a:pt x="36453" y="84757"/>
                  </a:lnTo>
                  <a:lnTo>
                    <a:pt x="36453" y="85416"/>
                  </a:lnTo>
                  <a:lnTo>
                    <a:pt x="35602" y="86843"/>
                  </a:lnTo>
                  <a:lnTo>
                    <a:pt x="35460" y="87721"/>
                  </a:lnTo>
                  <a:lnTo>
                    <a:pt x="35460" y="87941"/>
                  </a:lnTo>
                  <a:lnTo>
                    <a:pt x="35177" y="88051"/>
                  </a:lnTo>
                  <a:lnTo>
                    <a:pt x="35035" y="88051"/>
                  </a:lnTo>
                  <a:lnTo>
                    <a:pt x="34609" y="87831"/>
                  </a:lnTo>
                  <a:lnTo>
                    <a:pt x="33475" y="88490"/>
                  </a:lnTo>
                  <a:lnTo>
                    <a:pt x="32198" y="88709"/>
                  </a:lnTo>
                  <a:lnTo>
                    <a:pt x="31347" y="89368"/>
                  </a:lnTo>
                  <a:lnTo>
                    <a:pt x="29645" y="90137"/>
                  </a:lnTo>
                  <a:lnTo>
                    <a:pt x="28794" y="91015"/>
                  </a:lnTo>
                  <a:lnTo>
                    <a:pt x="29219" y="91784"/>
                  </a:lnTo>
                  <a:lnTo>
                    <a:pt x="31631" y="94089"/>
                  </a:lnTo>
                  <a:lnTo>
                    <a:pt x="32340" y="94309"/>
                  </a:lnTo>
                  <a:lnTo>
                    <a:pt x="32765" y="94858"/>
                  </a:lnTo>
                  <a:lnTo>
                    <a:pt x="33191" y="95297"/>
                  </a:lnTo>
                  <a:lnTo>
                    <a:pt x="33617" y="96175"/>
                  </a:lnTo>
                  <a:lnTo>
                    <a:pt x="33900" y="96505"/>
                  </a:lnTo>
                  <a:lnTo>
                    <a:pt x="35035" y="96614"/>
                  </a:lnTo>
                  <a:lnTo>
                    <a:pt x="37163" y="96175"/>
                  </a:lnTo>
                  <a:lnTo>
                    <a:pt x="39290" y="96614"/>
                  </a:lnTo>
                  <a:lnTo>
                    <a:pt x="40000" y="97273"/>
                  </a:lnTo>
                  <a:lnTo>
                    <a:pt x="42411" y="98151"/>
                  </a:lnTo>
                  <a:lnTo>
                    <a:pt x="43120" y="98481"/>
                  </a:lnTo>
                  <a:lnTo>
                    <a:pt x="42978" y="98700"/>
                  </a:lnTo>
                  <a:lnTo>
                    <a:pt x="43120" y="99139"/>
                  </a:lnTo>
                  <a:lnTo>
                    <a:pt x="43120" y="99359"/>
                  </a:lnTo>
                  <a:lnTo>
                    <a:pt x="42978" y="99469"/>
                  </a:lnTo>
                  <a:lnTo>
                    <a:pt x="41843" y="99579"/>
                  </a:lnTo>
                  <a:lnTo>
                    <a:pt x="37446" y="98151"/>
                  </a:lnTo>
                  <a:lnTo>
                    <a:pt x="35177" y="98481"/>
                  </a:lnTo>
                  <a:lnTo>
                    <a:pt x="34893" y="99139"/>
                  </a:lnTo>
                  <a:lnTo>
                    <a:pt x="35602" y="99469"/>
                  </a:lnTo>
                  <a:lnTo>
                    <a:pt x="36879" y="101225"/>
                  </a:lnTo>
                  <a:lnTo>
                    <a:pt x="37730" y="101555"/>
                  </a:lnTo>
                  <a:lnTo>
                    <a:pt x="38156" y="101994"/>
                  </a:lnTo>
                  <a:lnTo>
                    <a:pt x="38297" y="102323"/>
                  </a:lnTo>
                  <a:lnTo>
                    <a:pt x="38439" y="102323"/>
                  </a:lnTo>
                  <a:lnTo>
                    <a:pt x="39858" y="101774"/>
                  </a:lnTo>
                  <a:lnTo>
                    <a:pt x="40425" y="101994"/>
                  </a:lnTo>
                  <a:lnTo>
                    <a:pt x="40000" y="102433"/>
                  </a:lnTo>
                  <a:lnTo>
                    <a:pt x="39432" y="102872"/>
                  </a:lnTo>
                  <a:lnTo>
                    <a:pt x="39148" y="102982"/>
                  </a:lnTo>
                  <a:lnTo>
                    <a:pt x="39148" y="103092"/>
                  </a:lnTo>
                  <a:lnTo>
                    <a:pt x="40709" y="104739"/>
                  </a:lnTo>
                  <a:lnTo>
                    <a:pt x="41560" y="105178"/>
                  </a:lnTo>
                  <a:lnTo>
                    <a:pt x="42269" y="105288"/>
                  </a:lnTo>
                  <a:lnTo>
                    <a:pt x="44680" y="104629"/>
                  </a:lnTo>
                  <a:lnTo>
                    <a:pt x="44964" y="104300"/>
                  </a:lnTo>
                  <a:lnTo>
                    <a:pt x="44964" y="104190"/>
                  </a:lnTo>
                  <a:lnTo>
                    <a:pt x="44964" y="103970"/>
                  </a:lnTo>
                  <a:lnTo>
                    <a:pt x="44964" y="103860"/>
                  </a:lnTo>
                  <a:lnTo>
                    <a:pt x="44964" y="103860"/>
                  </a:lnTo>
                  <a:lnTo>
                    <a:pt x="45248" y="103751"/>
                  </a:lnTo>
                  <a:lnTo>
                    <a:pt x="45815" y="103202"/>
                  </a:lnTo>
                  <a:lnTo>
                    <a:pt x="46241" y="103092"/>
                  </a:lnTo>
                  <a:lnTo>
                    <a:pt x="46950" y="103531"/>
                  </a:lnTo>
                  <a:lnTo>
                    <a:pt x="47943" y="103970"/>
                  </a:lnTo>
                  <a:lnTo>
                    <a:pt x="58014" y="105178"/>
                  </a:lnTo>
                  <a:lnTo>
                    <a:pt x="58581" y="104849"/>
                  </a:lnTo>
                  <a:lnTo>
                    <a:pt x="59007" y="104849"/>
                  </a:lnTo>
                  <a:lnTo>
                    <a:pt x="59148" y="105617"/>
                  </a:lnTo>
                  <a:lnTo>
                    <a:pt x="59148" y="106166"/>
                  </a:lnTo>
                  <a:lnTo>
                    <a:pt x="58723" y="106166"/>
                  </a:lnTo>
                  <a:lnTo>
                    <a:pt x="58439" y="105946"/>
                  </a:lnTo>
                  <a:lnTo>
                    <a:pt x="57021" y="105727"/>
                  </a:lnTo>
                  <a:lnTo>
                    <a:pt x="50496" y="107264"/>
                  </a:lnTo>
                  <a:lnTo>
                    <a:pt x="50070" y="107154"/>
                  </a:lnTo>
                  <a:lnTo>
                    <a:pt x="49645" y="107154"/>
                  </a:lnTo>
                  <a:lnTo>
                    <a:pt x="49503" y="107374"/>
                  </a:lnTo>
                  <a:lnTo>
                    <a:pt x="50354" y="107483"/>
                  </a:lnTo>
                  <a:lnTo>
                    <a:pt x="50212" y="108142"/>
                  </a:lnTo>
                  <a:lnTo>
                    <a:pt x="49929" y="108362"/>
                  </a:lnTo>
                  <a:lnTo>
                    <a:pt x="48936" y="108472"/>
                  </a:lnTo>
                  <a:lnTo>
                    <a:pt x="49078" y="108472"/>
                  </a:lnTo>
                  <a:lnTo>
                    <a:pt x="46241" y="108142"/>
                  </a:lnTo>
                  <a:lnTo>
                    <a:pt x="46382" y="108472"/>
                  </a:lnTo>
                  <a:lnTo>
                    <a:pt x="46382" y="108581"/>
                  </a:lnTo>
                  <a:lnTo>
                    <a:pt x="45815" y="108581"/>
                  </a:lnTo>
                  <a:lnTo>
                    <a:pt x="45390" y="108911"/>
                  </a:lnTo>
                  <a:lnTo>
                    <a:pt x="45390" y="109899"/>
                  </a:lnTo>
                  <a:lnTo>
                    <a:pt x="45957" y="110997"/>
                  </a:lnTo>
                  <a:lnTo>
                    <a:pt x="46950" y="112095"/>
                  </a:lnTo>
                  <a:lnTo>
                    <a:pt x="47659" y="112204"/>
                  </a:lnTo>
                  <a:lnTo>
                    <a:pt x="49361" y="113302"/>
                  </a:lnTo>
                  <a:lnTo>
                    <a:pt x="50070" y="113412"/>
                  </a:lnTo>
                  <a:lnTo>
                    <a:pt x="50354" y="113632"/>
                  </a:lnTo>
                  <a:lnTo>
                    <a:pt x="50212" y="113851"/>
                  </a:lnTo>
                  <a:lnTo>
                    <a:pt x="50212" y="114510"/>
                  </a:lnTo>
                  <a:lnTo>
                    <a:pt x="51631" y="115169"/>
                  </a:lnTo>
                  <a:lnTo>
                    <a:pt x="52907" y="115388"/>
                  </a:lnTo>
                  <a:lnTo>
                    <a:pt x="53900" y="114510"/>
                  </a:lnTo>
                  <a:lnTo>
                    <a:pt x="54609" y="114290"/>
                  </a:lnTo>
                  <a:lnTo>
                    <a:pt x="55035" y="114839"/>
                  </a:lnTo>
                  <a:lnTo>
                    <a:pt x="54751" y="115059"/>
                  </a:lnTo>
                  <a:lnTo>
                    <a:pt x="53900" y="115388"/>
                  </a:lnTo>
                  <a:lnTo>
                    <a:pt x="53617" y="115937"/>
                  </a:lnTo>
                  <a:lnTo>
                    <a:pt x="53900" y="116157"/>
                  </a:lnTo>
                  <a:lnTo>
                    <a:pt x="55035" y="116047"/>
                  </a:lnTo>
                  <a:lnTo>
                    <a:pt x="55177" y="116267"/>
                  </a:lnTo>
                  <a:lnTo>
                    <a:pt x="55177" y="116925"/>
                  </a:lnTo>
                  <a:lnTo>
                    <a:pt x="56312" y="118133"/>
                  </a:lnTo>
                  <a:lnTo>
                    <a:pt x="57021" y="118572"/>
                  </a:lnTo>
                  <a:lnTo>
                    <a:pt x="57446" y="118682"/>
                  </a:lnTo>
                  <a:lnTo>
                    <a:pt x="57730" y="118572"/>
                  </a:lnTo>
                  <a:lnTo>
                    <a:pt x="57730" y="118353"/>
                  </a:lnTo>
                  <a:lnTo>
                    <a:pt x="57872" y="117804"/>
                  </a:lnTo>
                  <a:lnTo>
                    <a:pt x="59007" y="117145"/>
                  </a:lnTo>
                  <a:lnTo>
                    <a:pt x="59432" y="117584"/>
                  </a:lnTo>
                  <a:lnTo>
                    <a:pt x="60141" y="117694"/>
                  </a:lnTo>
                  <a:lnTo>
                    <a:pt x="62127" y="119011"/>
                  </a:lnTo>
                  <a:lnTo>
                    <a:pt x="66950" y="119121"/>
                  </a:lnTo>
                  <a:lnTo>
                    <a:pt x="70354" y="120000"/>
                  </a:lnTo>
                  <a:lnTo>
                    <a:pt x="73333" y="119231"/>
                  </a:lnTo>
                  <a:lnTo>
                    <a:pt x="76170" y="119341"/>
                  </a:lnTo>
                  <a:lnTo>
                    <a:pt x="76595" y="119011"/>
                  </a:lnTo>
                  <a:lnTo>
                    <a:pt x="76737" y="118353"/>
                  </a:lnTo>
                  <a:lnTo>
                    <a:pt x="76737" y="117694"/>
                  </a:lnTo>
                  <a:lnTo>
                    <a:pt x="76170" y="117035"/>
                  </a:lnTo>
                  <a:lnTo>
                    <a:pt x="75744" y="116596"/>
                  </a:lnTo>
                  <a:lnTo>
                    <a:pt x="75460" y="116157"/>
                  </a:lnTo>
                  <a:lnTo>
                    <a:pt x="75177" y="115718"/>
                  </a:lnTo>
                  <a:lnTo>
                    <a:pt x="75177" y="115169"/>
                  </a:lnTo>
                  <a:lnTo>
                    <a:pt x="75177" y="114839"/>
                  </a:lnTo>
                  <a:lnTo>
                    <a:pt x="75460" y="114510"/>
                  </a:lnTo>
                  <a:lnTo>
                    <a:pt x="74751" y="113961"/>
                  </a:lnTo>
                  <a:lnTo>
                    <a:pt x="72340" y="114071"/>
                  </a:lnTo>
                  <a:lnTo>
                    <a:pt x="71063" y="113632"/>
                  </a:lnTo>
                  <a:lnTo>
                    <a:pt x="70354" y="113193"/>
                  </a:lnTo>
                  <a:lnTo>
                    <a:pt x="70638" y="112534"/>
                  </a:lnTo>
                  <a:lnTo>
                    <a:pt x="72624" y="112863"/>
                  </a:lnTo>
                  <a:lnTo>
                    <a:pt x="74751" y="112204"/>
                  </a:lnTo>
                  <a:lnTo>
                    <a:pt x="76879" y="112314"/>
                  </a:lnTo>
                  <a:lnTo>
                    <a:pt x="78156" y="112973"/>
                  </a:lnTo>
                  <a:lnTo>
                    <a:pt x="79432" y="114290"/>
                  </a:lnTo>
                  <a:lnTo>
                    <a:pt x="79574" y="115169"/>
                  </a:lnTo>
                  <a:lnTo>
                    <a:pt x="80000" y="115718"/>
                  </a:lnTo>
                  <a:lnTo>
                    <a:pt x="80283" y="115937"/>
                  </a:lnTo>
                  <a:lnTo>
                    <a:pt x="82411" y="115608"/>
                  </a:lnTo>
                  <a:lnTo>
                    <a:pt x="82553" y="115608"/>
                  </a:lnTo>
                  <a:lnTo>
                    <a:pt x="82978" y="115827"/>
                  </a:lnTo>
                  <a:lnTo>
                    <a:pt x="83120" y="116047"/>
                  </a:lnTo>
                  <a:lnTo>
                    <a:pt x="83404" y="116596"/>
                  </a:lnTo>
                  <a:lnTo>
                    <a:pt x="83546" y="117035"/>
                  </a:lnTo>
                  <a:lnTo>
                    <a:pt x="83687" y="117365"/>
                  </a:lnTo>
                  <a:lnTo>
                    <a:pt x="83829" y="117694"/>
                  </a:lnTo>
                  <a:lnTo>
                    <a:pt x="83971" y="117804"/>
                  </a:lnTo>
                  <a:lnTo>
                    <a:pt x="84539" y="118023"/>
                  </a:lnTo>
                  <a:lnTo>
                    <a:pt x="85106" y="118023"/>
                  </a:lnTo>
                  <a:lnTo>
                    <a:pt x="85390" y="117913"/>
                  </a:lnTo>
                  <a:lnTo>
                    <a:pt x="85673" y="117584"/>
                  </a:lnTo>
                  <a:lnTo>
                    <a:pt x="85390" y="116706"/>
                  </a:lnTo>
                  <a:lnTo>
                    <a:pt x="84255" y="115608"/>
                  </a:lnTo>
                  <a:lnTo>
                    <a:pt x="83829" y="114949"/>
                  </a:lnTo>
                  <a:lnTo>
                    <a:pt x="83404" y="113522"/>
                  </a:lnTo>
                  <a:lnTo>
                    <a:pt x="82978" y="113193"/>
                  </a:lnTo>
                  <a:lnTo>
                    <a:pt x="80000" y="109130"/>
                  </a:lnTo>
                  <a:lnTo>
                    <a:pt x="77588" y="107813"/>
                  </a:lnTo>
                  <a:lnTo>
                    <a:pt x="77446" y="107483"/>
                  </a:lnTo>
                  <a:lnTo>
                    <a:pt x="77304" y="106825"/>
                  </a:lnTo>
                  <a:lnTo>
                    <a:pt x="77163" y="106935"/>
                  </a:lnTo>
                  <a:lnTo>
                    <a:pt x="77163" y="106825"/>
                  </a:lnTo>
                  <a:lnTo>
                    <a:pt x="77021" y="106495"/>
                  </a:lnTo>
                  <a:lnTo>
                    <a:pt x="77021" y="106276"/>
                  </a:lnTo>
                  <a:lnTo>
                    <a:pt x="76879" y="106166"/>
                  </a:lnTo>
                  <a:lnTo>
                    <a:pt x="76737" y="106056"/>
                  </a:lnTo>
                  <a:lnTo>
                    <a:pt x="76170" y="105288"/>
                  </a:lnTo>
                  <a:lnTo>
                    <a:pt x="76028" y="104958"/>
                  </a:lnTo>
                  <a:lnTo>
                    <a:pt x="76028" y="104629"/>
                  </a:lnTo>
                  <a:lnTo>
                    <a:pt x="75602" y="104080"/>
                  </a:lnTo>
                  <a:lnTo>
                    <a:pt x="75460" y="103751"/>
                  </a:lnTo>
                  <a:lnTo>
                    <a:pt x="75319" y="103421"/>
                  </a:lnTo>
                  <a:lnTo>
                    <a:pt x="75460" y="103092"/>
                  </a:lnTo>
                  <a:lnTo>
                    <a:pt x="75177" y="102104"/>
                  </a:lnTo>
                  <a:lnTo>
                    <a:pt x="75319" y="101665"/>
                  </a:lnTo>
                  <a:lnTo>
                    <a:pt x="75460" y="101445"/>
                  </a:lnTo>
                  <a:lnTo>
                    <a:pt x="75744" y="101335"/>
                  </a:lnTo>
                  <a:lnTo>
                    <a:pt x="76170" y="101335"/>
                  </a:lnTo>
                  <a:lnTo>
                    <a:pt x="76595" y="101555"/>
                  </a:lnTo>
                  <a:lnTo>
                    <a:pt x="76595" y="101884"/>
                  </a:lnTo>
                  <a:lnTo>
                    <a:pt x="77304" y="103092"/>
                  </a:lnTo>
                  <a:lnTo>
                    <a:pt x="78156" y="103641"/>
                  </a:lnTo>
                  <a:lnTo>
                    <a:pt x="78297" y="103860"/>
                  </a:lnTo>
                  <a:lnTo>
                    <a:pt x="78723" y="104849"/>
                  </a:lnTo>
                  <a:lnTo>
                    <a:pt x="78865" y="105178"/>
                  </a:lnTo>
                  <a:lnTo>
                    <a:pt x="81134" y="107483"/>
                  </a:lnTo>
                  <a:lnTo>
                    <a:pt x="81276" y="107593"/>
                  </a:lnTo>
                  <a:lnTo>
                    <a:pt x="81418" y="107813"/>
                  </a:lnTo>
                  <a:lnTo>
                    <a:pt x="82411" y="108362"/>
                  </a:lnTo>
                  <a:lnTo>
                    <a:pt x="82695" y="108801"/>
                  </a:lnTo>
                  <a:lnTo>
                    <a:pt x="83120" y="109350"/>
                  </a:lnTo>
                  <a:lnTo>
                    <a:pt x="83404" y="109569"/>
                  </a:lnTo>
                  <a:lnTo>
                    <a:pt x="84822" y="110448"/>
                  </a:lnTo>
                  <a:lnTo>
                    <a:pt x="85248" y="110777"/>
                  </a:lnTo>
                  <a:lnTo>
                    <a:pt x="85390" y="111107"/>
                  </a:lnTo>
                  <a:lnTo>
                    <a:pt x="85673" y="111546"/>
                  </a:lnTo>
                  <a:lnTo>
                    <a:pt x="85815" y="111875"/>
                  </a:lnTo>
                  <a:lnTo>
                    <a:pt x="86382" y="112424"/>
                  </a:lnTo>
                  <a:lnTo>
                    <a:pt x="87092" y="113632"/>
                  </a:lnTo>
                  <a:lnTo>
                    <a:pt x="89929" y="116267"/>
                  </a:lnTo>
                  <a:lnTo>
                    <a:pt x="90638" y="116816"/>
                  </a:lnTo>
                  <a:lnTo>
                    <a:pt x="92340" y="116925"/>
                  </a:lnTo>
                  <a:lnTo>
                    <a:pt x="92624" y="116706"/>
                  </a:lnTo>
                  <a:lnTo>
                    <a:pt x="92907" y="115827"/>
                  </a:lnTo>
                  <a:lnTo>
                    <a:pt x="92907" y="114620"/>
                  </a:lnTo>
                  <a:lnTo>
                    <a:pt x="92907" y="113851"/>
                  </a:lnTo>
                  <a:lnTo>
                    <a:pt x="92765" y="112644"/>
                  </a:lnTo>
                  <a:lnTo>
                    <a:pt x="92765" y="112424"/>
                  </a:lnTo>
                  <a:lnTo>
                    <a:pt x="92765" y="112204"/>
                  </a:lnTo>
                  <a:lnTo>
                    <a:pt x="92765" y="111875"/>
                  </a:lnTo>
                  <a:lnTo>
                    <a:pt x="92765" y="111546"/>
                  </a:lnTo>
                  <a:lnTo>
                    <a:pt x="92624" y="110777"/>
                  </a:lnTo>
                  <a:lnTo>
                    <a:pt x="92624" y="110558"/>
                  </a:lnTo>
                  <a:lnTo>
                    <a:pt x="93191" y="108252"/>
                  </a:lnTo>
                  <a:lnTo>
                    <a:pt x="93191" y="107923"/>
                  </a:lnTo>
                  <a:lnTo>
                    <a:pt x="93191" y="106935"/>
                  </a:lnTo>
                  <a:lnTo>
                    <a:pt x="92765" y="106276"/>
                  </a:lnTo>
                  <a:lnTo>
                    <a:pt x="92482" y="105837"/>
                  </a:lnTo>
                  <a:lnTo>
                    <a:pt x="92056" y="105288"/>
                  </a:lnTo>
                  <a:lnTo>
                    <a:pt x="89503" y="102104"/>
                  </a:lnTo>
                  <a:lnTo>
                    <a:pt x="89503" y="101774"/>
                  </a:lnTo>
                  <a:lnTo>
                    <a:pt x="89361" y="101445"/>
                  </a:lnTo>
                  <a:lnTo>
                    <a:pt x="89219" y="101335"/>
                  </a:lnTo>
                  <a:lnTo>
                    <a:pt x="89078" y="101225"/>
                  </a:lnTo>
                  <a:lnTo>
                    <a:pt x="89078" y="100677"/>
                  </a:lnTo>
                  <a:lnTo>
                    <a:pt x="88936" y="100347"/>
                  </a:lnTo>
                  <a:lnTo>
                    <a:pt x="88368" y="99908"/>
                  </a:lnTo>
                  <a:lnTo>
                    <a:pt x="88510" y="99688"/>
                  </a:lnTo>
                  <a:lnTo>
                    <a:pt x="88652" y="99579"/>
                  </a:lnTo>
                  <a:lnTo>
                    <a:pt x="90496" y="99688"/>
                  </a:lnTo>
                  <a:lnTo>
                    <a:pt x="90780" y="99579"/>
                  </a:lnTo>
                  <a:lnTo>
                    <a:pt x="90921" y="99579"/>
                  </a:lnTo>
                  <a:lnTo>
                    <a:pt x="91063" y="99798"/>
                  </a:lnTo>
                  <a:lnTo>
                    <a:pt x="91205" y="100237"/>
                  </a:lnTo>
                  <a:lnTo>
                    <a:pt x="91347" y="100347"/>
                  </a:lnTo>
                  <a:lnTo>
                    <a:pt x="95319" y="104190"/>
                  </a:lnTo>
                  <a:lnTo>
                    <a:pt x="96028" y="104739"/>
                  </a:lnTo>
                  <a:lnTo>
                    <a:pt x="97730" y="103860"/>
                  </a:lnTo>
                  <a:lnTo>
                    <a:pt x="97872" y="103202"/>
                  </a:lnTo>
                  <a:lnTo>
                    <a:pt x="98297" y="100896"/>
                  </a:lnTo>
                  <a:lnTo>
                    <a:pt x="98156" y="100128"/>
                  </a:lnTo>
                  <a:lnTo>
                    <a:pt x="97872" y="99249"/>
                  </a:lnTo>
                  <a:lnTo>
                    <a:pt x="97446" y="98481"/>
                  </a:lnTo>
                  <a:lnTo>
                    <a:pt x="96595" y="97712"/>
                  </a:lnTo>
                  <a:lnTo>
                    <a:pt x="96170" y="97273"/>
                  </a:lnTo>
                  <a:lnTo>
                    <a:pt x="95460" y="97053"/>
                  </a:lnTo>
                  <a:lnTo>
                    <a:pt x="93333" y="97163"/>
                  </a:lnTo>
                  <a:lnTo>
                    <a:pt x="92907" y="97712"/>
                  </a:lnTo>
                  <a:lnTo>
                    <a:pt x="92907" y="97493"/>
                  </a:lnTo>
                  <a:lnTo>
                    <a:pt x="92765" y="97602"/>
                  </a:lnTo>
                  <a:lnTo>
                    <a:pt x="92765" y="97602"/>
                  </a:lnTo>
                  <a:lnTo>
                    <a:pt x="92482" y="97602"/>
                  </a:lnTo>
                  <a:lnTo>
                    <a:pt x="92765" y="96944"/>
                  </a:lnTo>
                  <a:lnTo>
                    <a:pt x="94468" y="96505"/>
                  </a:lnTo>
                  <a:lnTo>
                    <a:pt x="94609" y="96175"/>
                  </a:lnTo>
                  <a:lnTo>
                    <a:pt x="94184" y="95407"/>
                  </a:lnTo>
                  <a:lnTo>
                    <a:pt x="92907" y="93321"/>
                  </a:lnTo>
                  <a:lnTo>
                    <a:pt x="92624" y="92772"/>
                  </a:lnTo>
                  <a:lnTo>
                    <a:pt x="92340" y="91893"/>
                  </a:lnTo>
                  <a:lnTo>
                    <a:pt x="92198" y="90905"/>
                  </a:lnTo>
                  <a:lnTo>
                    <a:pt x="92056" y="90137"/>
                  </a:lnTo>
                  <a:lnTo>
                    <a:pt x="91914" y="88929"/>
                  </a:lnTo>
                  <a:lnTo>
                    <a:pt x="91773" y="88051"/>
                  </a:lnTo>
                  <a:lnTo>
                    <a:pt x="91347" y="87392"/>
                  </a:lnTo>
                  <a:lnTo>
                    <a:pt x="91205" y="86843"/>
                  </a:lnTo>
                  <a:lnTo>
                    <a:pt x="90921" y="86404"/>
                  </a:lnTo>
                  <a:lnTo>
                    <a:pt x="90780" y="85526"/>
                  </a:lnTo>
                  <a:lnTo>
                    <a:pt x="90921" y="84647"/>
                  </a:lnTo>
                  <a:lnTo>
                    <a:pt x="91205" y="84208"/>
                  </a:lnTo>
                  <a:lnTo>
                    <a:pt x="93333" y="83879"/>
                  </a:lnTo>
                  <a:lnTo>
                    <a:pt x="93475" y="83549"/>
                  </a:lnTo>
                  <a:lnTo>
                    <a:pt x="93475" y="83220"/>
                  </a:lnTo>
                  <a:lnTo>
                    <a:pt x="93333" y="82891"/>
                  </a:lnTo>
                  <a:lnTo>
                    <a:pt x="93333" y="82451"/>
                  </a:lnTo>
                  <a:lnTo>
                    <a:pt x="93758" y="81024"/>
                  </a:lnTo>
                  <a:lnTo>
                    <a:pt x="94042" y="80695"/>
                  </a:lnTo>
                  <a:lnTo>
                    <a:pt x="94468" y="80805"/>
                  </a:lnTo>
                  <a:lnTo>
                    <a:pt x="94609" y="81573"/>
                  </a:lnTo>
                  <a:lnTo>
                    <a:pt x="94468" y="82122"/>
                  </a:lnTo>
                  <a:lnTo>
                    <a:pt x="94042" y="82451"/>
                  </a:lnTo>
                  <a:lnTo>
                    <a:pt x="93900" y="83000"/>
                  </a:lnTo>
                  <a:lnTo>
                    <a:pt x="94042" y="83110"/>
                  </a:lnTo>
                  <a:lnTo>
                    <a:pt x="94184" y="83220"/>
                  </a:lnTo>
                  <a:lnTo>
                    <a:pt x="94468" y="83440"/>
                  </a:lnTo>
                  <a:lnTo>
                    <a:pt x="94609" y="83659"/>
                  </a:lnTo>
                  <a:lnTo>
                    <a:pt x="93900" y="84757"/>
                  </a:lnTo>
                  <a:lnTo>
                    <a:pt x="93333" y="85306"/>
                  </a:lnTo>
                  <a:lnTo>
                    <a:pt x="93333" y="85526"/>
                  </a:lnTo>
                  <a:lnTo>
                    <a:pt x="93191" y="85526"/>
                  </a:lnTo>
                  <a:lnTo>
                    <a:pt x="93191" y="85635"/>
                  </a:lnTo>
                  <a:lnTo>
                    <a:pt x="93191" y="85745"/>
                  </a:lnTo>
                  <a:lnTo>
                    <a:pt x="93758" y="86843"/>
                  </a:lnTo>
                  <a:lnTo>
                    <a:pt x="94042" y="87721"/>
                  </a:lnTo>
                  <a:lnTo>
                    <a:pt x="94184" y="89588"/>
                  </a:lnTo>
                  <a:lnTo>
                    <a:pt x="94468" y="90576"/>
                  </a:lnTo>
                  <a:lnTo>
                    <a:pt x="94751" y="91454"/>
                  </a:lnTo>
                  <a:lnTo>
                    <a:pt x="95035" y="92003"/>
                  </a:lnTo>
                  <a:lnTo>
                    <a:pt x="96453" y="94419"/>
                  </a:lnTo>
                  <a:lnTo>
                    <a:pt x="96879" y="95077"/>
                  </a:lnTo>
                  <a:lnTo>
                    <a:pt x="97446" y="95516"/>
                  </a:lnTo>
                  <a:lnTo>
                    <a:pt x="99716" y="97053"/>
                  </a:lnTo>
                  <a:lnTo>
                    <a:pt x="100141" y="97163"/>
                  </a:lnTo>
                  <a:lnTo>
                    <a:pt x="100425" y="97053"/>
                  </a:lnTo>
                  <a:lnTo>
                    <a:pt x="100851" y="96175"/>
                  </a:lnTo>
                  <a:lnTo>
                    <a:pt x="100851" y="95956"/>
                  </a:lnTo>
                  <a:lnTo>
                    <a:pt x="100851" y="95626"/>
                  </a:lnTo>
                  <a:lnTo>
                    <a:pt x="100851" y="95407"/>
                  </a:lnTo>
                  <a:lnTo>
                    <a:pt x="100709" y="95297"/>
                  </a:lnTo>
                  <a:lnTo>
                    <a:pt x="100709" y="95077"/>
                  </a:lnTo>
                  <a:lnTo>
                    <a:pt x="100851" y="94309"/>
                  </a:lnTo>
                  <a:lnTo>
                    <a:pt x="101560" y="92662"/>
                  </a:lnTo>
                  <a:lnTo>
                    <a:pt x="101702" y="91125"/>
                  </a:lnTo>
                  <a:lnTo>
                    <a:pt x="101702" y="90466"/>
                  </a:lnTo>
                  <a:lnTo>
                    <a:pt x="102411" y="89807"/>
                  </a:lnTo>
                  <a:lnTo>
                    <a:pt x="103687" y="87612"/>
                  </a:lnTo>
                  <a:lnTo>
                    <a:pt x="104255" y="85745"/>
                  </a:lnTo>
                  <a:lnTo>
                    <a:pt x="103971" y="85526"/>
                  </a:lnTo>
                  <a:lnTo>
                    <a:pt x="103546" y="85086"/>
                  </a:lnTo>
                  <a:lnTo>
                    <a:pt x="103404" y="84647"/>
                  </a:lnTo>
                  <a:lnTo>
                    <a:pt x="103404" y="84537"/>
                  </a:lnTo>
                  <a:lnTo>
                    <a:pt x="103262" y="84318"/>
                  </a:lnTo>
                  <a:lnTo>
                    <a:pt x="103262" y="84098"/>
                  </a:lnTo>
                  <a:lnTo>
                    <a:pt x="102836" y="83220"/>
                  </a:lnTo>
                  <a:lnTo>
                    <a:pt x="102553" y="82891"/>
                  </a:lnTo>
                  <a:lnTo>
                    <a:pt x="102411" y="81793"/>
                  </a:lnTo>
                  <a:lnTo>
                    <a:pt x="102411" y="81903"/>
                  </a:lnTo>
                  <a:lnTo>
                    <a:pt x="102127" y="80914"/>
                  </a:lnTo>
                  <a:lnTo>
                    <a:pt x="102127" y="80475"/>
                  </a:lnTo>
                  <a:lnTo>
                    <a:pt x="102269" y="80365"/>
                  </a:lnTo>
                  <a:lnTo>
                    <a:pt x="102411" y="80475"/>
                  </a:lnTo>
                  <a:lnTo>
                    <a:pt x="102553" y="80695"/>
                  </a:lnTo>
                  <a:lnTo>
                    <a:pt x="103120" y="81573"/>
                  </a:lnTo>
                  <a:lnTo>
                    <a:pt x="103404" y="82012"/>
                  </a:lnTo>
                  <a:lnTo>
                    <a:pt x="104822" y="83549"/>
                  </a:lnTo>
                  <a:lnTo>
                    <a:pt x="105248" y="83989"/>
                  </a:lnTo>
                  <a:lnTo>
                    <a:pt x="105815" y="84098"/>
                  </a:lnTo>
                  <a:lnTo>
                    <a:pt x="106808" y="83330"/>
                  </a:lnTo>
                  <a:lnTo>
                    <a:pt x="106808" y="83110"/>
                  </a:lnTo>
                  <a:lnTo>
                    <a:pt x="106808" y="82891"/>
                  </a:lnTo>
                  <a:lnTo>
                    <a:pt x="106666" y="82232"/>
                  </a:lnTo>
                  <a:lnTo>
                    <a:pt x="106666" y="82012"/>
                  </a:lnTo>
                  <a:lnTo>
                    <a:pt x="106666" y="81244"/>
                  </a:lnTo>
                  <a:lnTo>
                    <a:pt x="106666" y="80805"/>
                  </a:lnTo>
                  <a:lnTo>
                    <a:pt x="106382" y="80365"/>
                  </a:lnTo>
                  <a:lnTo>
                    <a:pt x="106808" y="79597"/>
                  </a:lnTo>
                  <a:lnTo>
                    <a:pt x="114042" y="75315"/>
                  </a:lnTo>
                  <a:lnTo>
                    <a:pt x="114326" y="74766"/>
                  </a:lnTo>
                  <a:lnTo>
                    <a:pt x="115460" y="74437"/>
                  </a:lnTo>
                  <a:lnTo>
                    <a:pt x="115886" y="74107"/>
                  </a:lnTo>
                  <a:lnTo>
                    <a:pt x="116170" y="73339"/>
                  </a:lnTo>
                  <a:lnTo>
                    <a:pt x="117021" y="73229"/>
                  </a:lnTo>
                  <a:lnTo>
                    <a:pt x="117163" y="73010"/>
                  </a:lnTo>
                  <a:lnTo>
                    <a:pt x="117304" y="72021"/>
                  </a:lnTo>
                  <a:lnTo>
                    <a:pt x="117588" y="71363"/>
                  </a:lnTo>
                  <a:lnTo>
                    <a:pt x="119716" y="70045"/>
                  </a:lnTo>
                  <a:lnTo>
                    <a:pt x="120000" y="69496"/>
                  </a:lnTo>
                  <a:lnTo>
                    <a:pt x="119574" y="68728"/>
                  </a:lnTo>
                  <a:lnTo>
                    <a:pt x="119148" y="68289"/>
                  </a:lnTo>
                  <a:lnTo>
                    <a:pt x="118297" y="67630"/>
                  </a:lnTo>
                  <a:lnTo>
                    <a:pt x="117304" y="66642"/>
                  </a:lnTo>
                  <a:lnTo>
                    <a:pt x="116595" y="66093"/>
                  </a:lnTo>
                  <a:lnTo>
                    <a:pt x="114893" y="65544"/>
                  </a:lnTo>
                  <a:lnTo>
                    <a:pt x="114751" y="65105"/>
                  </a:lnTo>
                  <a:lnTo>
                    <a:pt x="114042" y="64446"/>
                  </a:lnTo>
                  <a:lnTo>
                    <a:pt x="113617" y="64007"/>
                  </a:lnTo>
                  <a:lnTo>
                    <a:pt x="112907" y="63677"/>
                  </a:lnTo>
                  <a:lnTo>
                    <a:pt x="112624" y="63348"/>
                  </a:lnTo>
                  <a:lnTo>
                    <a:pt x="112056" y="62360"/>
                  </a:lnTo>
                  <a:lnTo>
                    <a:pt x="111631" y="61701"/>
                  </a:lnTo>
                  <a:lnTo>
                    <a:pt x="110638" y="60823"/>
                  </a:lnTo>
                  <a:lnTo>
                    <a:pt x="110354" y="60603"/>
                  </a:lnTo>
                  <a:lnTo>
                    <a:pt x="110212" y="60384"/>
                  </a:lnTo>
                  <a:lnTo>
                    <a:pt x="110070" y="60054"/>
                  </a:lnTo>
                  <a:lnTo>
                    <a:pt x="109929" y="59505"/>
                  </a:lnTo>
                  <a:lnTo>
                    <a:pt x="109503" y="59176"/>
                  </a:lnTo>
                  <a:lnTo>
                    <a:pt x="108794" y="58408"/>
                  </a:lnTo>
                  <a:lnTo>
                    <a:pt x="107801" y="58078"/>
                  </a:lnTo>
                  <a:lnTo>
                    <a:pt x="107092" y="58188"/>
                  </a:lnTo>
                  <a:lnTo>
                    <a:pt x="106524" y="59176"/>
                  </a:lnTo>
                  <a:lnTo>
                    <a:pt x="107092" y="61372"/>
                  </a:lnTo>
                  <a:lnTo>
                    <a:pt x="107375" y="62250"/>
                  </a:lnTo>
                  <a:lnTo>
                    <a:pt x="107517" y="62689"/>
                  </a:lnTo>
                  <a:lnTo>
                    <a:pt x="107234" y="63019"/>
                  </a:lnTo>
                  <a:lnTo>
                    <a:pt x="107234" y="63458"/>
                  </a:lnTo>
                  <a:lnTo>
                    <a:pt x="107375" y="64446"/>
                  </a:lnTo>
                  <a:lnTo>
                    <a:pt x="107234" y="65105"/>
                  </a:lnTo>
                  <a:lnTo>
                    <a:pt x="106524" y="65215"/>
                  </a:lnTo>
                  <a:lnTo>
                    <a:pt x="105957" y="65105"/>
                  </a:lnTo>
                  <a:lnTo>
                    <a:pt x="105248" y="64556"/>
                  </a:lnTo>
                  <a:lnTo>
                    <a:pt x="105390" y="64007"/>
                  </a:lnTo>
                  <a:lnTo>
                    <a:pt x="106241" y="63787"/>
                  </a:lnTo>
                  <a:lnTo>
                    <a:pt x="106382" y="63568"/>
                  </a:lnTo>
                  <a:lnTo>
                    <a:pt x="106382" y="63568"/>
                  </a:lnTo>
                  <a:lnTo>
                    <a:pt x="106241" y="63568"/>
                  </a:lnTo>
                  <a:lnTo>
                    <a:pt x="106099" y="63458"/>
                  </a:lnTo>
                  <a:lnTo>
                    <a:pt x="105957" y="63348"/>
                  </a:lnTo>
                  <a:lnTo>
                    <a:pt x="105957" y="63019"/>
                  </a:lnTo>
                  <a:lnTo>
                    <a:pt x="105815" y="62909"/>
                  </a:lnTo>
                  <a:lnTo>
                    <a:pt x="105815" y="62689"/>
                  </a:lnTo>
                  <a:lnTo>
                    <a:pt x="105815" y="62689"/>
                  </a:lnTo>
                  <a:lnTo>
                    <a:pt x="105390" y="62470"/>
                  </a:lnTo>
                  <a:lnTo>
                    <a:pt x="104964" y="62250"/>
                  </a:lnTo>
                  <a:lnTo>
                    <a:pt x="104822" y="62250"/>
                  </a:lnTo>
                  <a:lnTo>
                    <a:pt x="104822" y="61921"/>
                  </a:lnTo>
                  <a:lnTo>
                    <a:pt x="105106" y="61701"/>
                  </a:lnTo>
                  <a:lnTo>
                    <a:pt x="105248" y="61372"/>
                  </a:lnTo>
                  <a:lnTo>
                    <a:pt x="105390" y="61152"/>
                  </a:lnTo>
                  <a:lnTo>
                    <a:pt x="105248" y="60933"/>
                  </a:lnTo>
                  <a:lnTo>
                    <a:pt x="105248" y="60823"/>
                  </a:lnTo>
                  <a:lnTo>
                    <a:pt x="105106" y="60603"/>
                  </a:lnTo>
                  <a:lnTo>
                    <a:pt x="105106" y="60494"/>
                  </a:lnTo>
                  <a:lnTo>
                    <a:pt x="105106" y="60384"/>
                  </a:lnTo>
                  <a:lnTo>
                    <a:pt x="104680" y="59835"/>
                  </a:lnTo>
                  <a:lnTo>
                    <a:pt x="103546" y="59176"/>
                  </a:lnTo>
                  <a:lnTo>
                    <a:pt x="102269" y="58078"/>
                  </a:lnTo>
                  <a:lnTo>
                    <a:pt x="101702" y="57859"/>
                  </a:lnTo>
                  <a:lnTo>
                    <a:pt x="98723" y="58078"/>
                  </a:lnTo>
                  <a:lnTo>
                    <a:pt x="97872" y="58517"/>
                  </a:lnTo>
                  <a:lnTo>
                    <a:pt x="97304" y="59615"/>
                  </a:lnTo>
                  <a:lnTo>
                    <a:pt x="98014" y="60164"/>
                  </a:lnTo>
                  <a:lnTo>
                    <a:pt x="98439" y="60494"/>
                  </a:lnTo>
                  <a:lnTo>
                    <a:pt x="99007" y="61262"/>
                  </a:lnTo>
                  <a:lnTo>
                    <a:pt x="98297" y="61372"/>
                  </a:lnTo>
                  <a:lnTo>
                    <a:pt x="98156" y="61372"/>
                  </a:lnTo>
                  <a:lnTo>
                    <a:pt x="98156" y="61482"/>
                  </a:lnTo>
                  <a:lnTo>
                    <a:pt x="98297" y="61811"/>
                  </a:lnTo>
                  <a:lnTo>
                    <a:pt x="98297" y="61811"/>
                  </a:lnTo>
                  <a:lnTo>
                    <a:pt x="98156" y="62031"/>
                  </a:lnTo>
                  <a:lnTo>
                    <a:pt x="98014" y="62360"/>
                  </a:lnTo>
                  <a:lnTo>
                    <a:pt x="97872" y="62250"/>
                  </a:lnTo>
                  <a:lnTo>
                    <a:pt x="97730" y="61591"/>
                  </a:lnTo>
                  <a:lnTo>
                    <a:pt x="97588" y="60823"/>
                  </a:lnTo>
                  <a:lnTo>
                    <a:pt x="97304" y="60603"/>
                  </a:lnTo>
                  <a:lnTo>
                    <a:pt x="95886" y="60384"/>
                  </a:lnTo>
                  <a:lnTo>
                    <a:pt x="94751" y="61262"/>
                  </a:lnTo>
                  <a:lnTo>
                    <a:pt x="94609" y="61591"/>
                  </a:lnTo>
                  <a:lnTo>
                    <a:pt x="94468" y="61921"/>
                  </a:lnTo>
                  <a:lnTo>
                    <a:pt x="94468" y="62909"/>
                  </a:lnTo>
                  <a:lnTo>
                    <a:pt x="94468" y="63458"/>
                  </a:lnTo>
                  <a:lnTo>
                    <a:pt x="94042" y="64117"/>
                  </a:lnTo>
                  <a:lnTo>
                    <a:pt x="93475" y="64446"/>
                  </a:lnTo>
                  <a:lnTo>
                    <a:pt x="92765" y="64117"/>
                  </a:lnTo>
                  <a:lnTo>
                    <a:pt x="92056" y="63568"/>
                  </a:lnTo>
                  <a:lnTo>
                    <a:pt x="92056" y="63348"/>
                  </a:lnTo>
                  <a:lnTo>
                    <a:pt x="92056" y="62909"/>
                  </a:lnTo>
                  <a:lnTo>
                    <a:pt x="92056" y="62580"/>
                  </a:lnTo>
                  <a:lnTo>
                    <a:pt x="91914" y="62360"/>
                  </a:lnTo>
                  <a:lnTo>
                    <a:pt x="91914" y="61482"/>
                  </a:lnTo>
                  <a:lnTo>
                    <a:pt x="93617" y="59725"/>
                  </a:lnTo>
                  <a:lnTo>
                    <a:pt x="93758" y="59286"/>
                  </a:lnTo>
                  <a:lnTo>
                    <a:pt x="93900" y="58956"/>
                  </a:lnTo>
                  <a:lnTo>
                    <a:pt x="93900" y="58627"/>
                  </a:lnTo>
                  <a:lnTo>
                    <a:pt x="93617" y="58188"/>
                  </a:lnTo>
                  <a:lnTo>
                    <a:pt x="93617" y="58078"/>
                  </a:lnTo>
                  <a:lnTo>
                    <a:pt x="93617" y="55992"/>
                  </a:lnTo>
                  <a:lnTo>
                    <a:pt x="93617" y="55443"/>
                  </a:lnTo>
                  <a:lnTo>
                    <a:pt x="93333" y="54675"/>
                  </a:lnTo>
                  <a:lnTo>
                    <a:pt x="92907" y="54016"/>
                  </a:lnTo>
                  <a:lnTo>
                    <a:pt x="92765" y="53357"/>
                  </a:lnTo>
                  <a:lnTo>
                    <a:pt x="92765" y="52589"/>
                  </a:lnTo>
                  <a:lnTo>
                    <a:pt x="92624" y="49954"/>
                  </a:lnTo>
                  <a:lnTo>
                    <a:pt x="92482" y="48966"/>
                  </a:lnTo>
                  <a:lnTo>
                    <a:pt x="92198" y="48746"/>
                  </a:lnTo>
                  <a:lnTo>
                    <a:pt x="91914" y="48966"/>
                  </a:lnTo>
                  <a:lnTo>
                    <a:pt x="89645" y="51930"/>
                  </a:lnTo>
                  <a:lnTo>
                    <a:pt x="88936" y="52259"/>
                  </a:lnTo>
                  <a:lnTo>
                    <a:pt x="88368" y="52479"/>
                  </a:lnTo>
                  <a:lnTo>
                    <a:pt x="88368" y="51710"/>
                  </a:lnTo>
                  <a:lnTo>
                    <a:pt x="88652" y="51491"/>
                  </a:lnTo>
                  <a:lnTo>
                    <a:pt x="89645" y="50832"/>
                  </a:lnTo>
                  <a:lnTo>
                    <a:pt x="89787" y="50393"/>
                  </a:lnTo>
                  <a:lnTo>
                    <a:pt x="89929" y="48966"/>
                  </a:lnTo>
                  <a:lnTo>
                    <a:pt x="90070" y="48746"/>
                  </a:lnTo>
                  <a:lnTo>
                    <a:pt x="90496" y="48636"/>
                  </a:lnTo>
                  <a:lnTo>
                    <a:pt x="90921" y="48197"/>
                  </a:lnTo>
                  <a:lnTo>
                    <a:pt x="91347" y="48087"/>
                  </a:lnTo>
                  <a:lnTo>
                    <a:pt x="91489" y="47429"/>
                  </a:lnTo>
                  <a:lnTo>
                    <a:pt x="91063" y="46989"/>
                  </a:lnTo>
                  <a:lnTo>
                    <a:pt x="90070" y="46331"/>
                  </a:lnTo>
                  <a:lnTo>
                    <a:pt x="89503" y="45562"/>
                  </a:lnTo>
                  <a:lnTo>
                    <a:pt x="89078" y="45123"/>
                  </a:lnTo>
                  <a:lnTo>
                    <a:pt x="88936" y="44464"/>
                  </a:lnTo>
                  <a:lnTo>
                    <a:pt x="88085" y="43366"/>
                  </a:lnTo>
                  <a:lnTo>
                    <a:pt x="83687" y="43586"/>
                  </a:lnTo>
                  <a:lnTo>
                    <a:pt x="82553" y="44574"/>
                  </a:lnTo>
                  <a:lnTo>
                    <a:pt x="82269" y="44574"/>
                  </a:lnTo>
                  <a:lnTo>
                    <a:pt x="81702" y="44354"/>
                  </a:lnTo>
                  <a:lnTo>
                    <a:pt x="81560" y="44135"/>
                  </a:lnTo>
                  <a:lnTo>
                    <a:pt x="81418" y="43915"/>
                  </a:lnTo>
                  <a:lnTo>
                    <a:pt x="81418" y="43586"/>
                  </a:lnTo>
                  <a:lnTo>
                    <a:pt x="81276" y="43476"/>
                  </a:lnTo>
                  <a:lnTo>
                    <a:pt x="81134" y="43476"/>
                  </a:lnTo>
                  <a:lnTo>
                    <a:pt x="80992" y="43366"/>
                  </a:lnTo>
                  <a:lnTo>
                    <a:pt x="80992" y="43257"/>
                  </a:lnTo>
                  <a:lnTo>
                    <a:pt x="80851" y="42817"/>
                  </a:lnTo>
                  <a:lnTo>
                    <a:pt x="80709" y="42708"/>
                  </a:lnTo>
                  <a:lnTo>
                    <a:pt x="80141" y="42488"/>
                  </a:lnTo>
                  <a:lnTo>
                    <a:pt x="80000" y="42378"/>
                  </a:lnTo>
                  <a:lnTo>
                    <a:pt x="80141" y="41829"/>
                  </a:lnTo>
                  <a:lnTo>
                    <a:pt x="83120" y="40622"/>
                  </a:lnTo>
                  <a:lnTo>
                    <a:pt x="83404" y="39963"/>
                  </a:lnTo>
                  <a:lnTo>
                    <a:pt x="83546" y="39853"/>
                  </a:lnTo>
                  <a:lnTo>
                    <a:pt x="83687" y="39853"/>
                  </a:lnTo>
                  <a:lnTo>
                    <a:pt x="83829" y="39743"/>
                  </a:lnTo>
                  <a:lnTo>
                    <a:pt x="83829" y="39634"/>
                  </a:lnTo>
                  <a:lnTo>
                    <a:pt x="83829" y="39414"/>
                  </a:lnTo>
                  <a:lnTo>
                    <a:pt x="83687" y="39194"/>
                  </a:lnTo>
                  <a:lnTo>
                    <a:pt x="83687" y="39085"/>
                  </a:lnTo>
                  <a:lnTo>
                    <a:pt x="83546" y="38975"/>
                  </a:lnTo>
                  <a:lnTo>
                    <a:pt x="83404" y="37877"/>
                  </a:lnTo>
                  <a:lnTo>
                    <a:pt x="82978" y="37548"/>
                  </a:lnTo>
                  <a:lnTo>
                    <a:pt x="82836" y="37218"/>
                  </a:lnTo>
                  <a:lnTo>
                    <a:pt x="82553" y="36559"/>
                  </a:lnTo>
                  <a:lnTo>
                    <a:pt x="82269" y="35681"/>
                  </a:lnTo>
                  <a:lnTo>
                    <a:pt x="81702" y="34254"/>
                  </a:lnTo>
                  <a:lnTo>
                    <a:pt x="81560" y="33595"/>
                  </a:lnTo>
                  <a:lnTo>
                    <a:pt x="80851" y="32168"/>
                  </a:lnTo>
                  <a:lnTo>
                    <a:pt x="80567" y="31509"/>
                  </a:lnTo>
                  <a:lnTo>
                    <a:pt x="80141" y="31290"/>
                  </a:lnTo>
                  <a:lnTo>
                    <a:pt x="73049" y="31180"/>
                  </a:lnTo>
                  <a:lnTo>
                    <a:pt x="72907" y="31290"/>
                  </a:lnTo>
                  <a:lnTo>
                    <a:pt x="72624" y="31948"/>
                  </a:lnTo>
                  <a:lnTo>
                    <a:pt x="72340" y="32278"/>
                  </a:lnTo>
                  <a:lnTo>
                    <a:pt x="71914" y="32936"/>
                  </a:lnTo>
                  <a:lnTo>
                    <a:pt x="71773" y="33705"/>
                  </a:lnTo>
                  <a:lnTo>
                    <a:pt x="71914" y="34364"/>
                  </a:lnTo>
                  <a:lnTo>
                    <a:pt x="72482" y="35132"/>
                  </a:lnTo>
                  <a:lnTo>
                    <a:pt x="72624" y="35791"/>
                  </a:lnTo>
                  <a:lnTo>
                    <a:pt x="72482" y="36999"/>
                  </a:lnTo>
                  <a:lnTo>
                    <a:pt x="72907" y="37328"/>
                  </a:lnTo>
                  <a:lnTo>
                    <a:pt x="73191" y="37767"/>
                  </a:lnTo>
                  <a:lnTo>
                    <a:pt x="73333" y="37877"/>
                  </a:lnTo>
                  <a:lnTo>
                    <a:pt x="73617" y="38316"/>
                  </a:lnTo>
                  <a:lnTo>
                    <a:pt x="73758" y="38536"/>
                  </a:lnTo>
                  <a:lnTo>
                    <a:pt x="74042" y="38755"/>
                  </a:lnTo>
                  <a:lnTo>
                    <a:pt x="75035" y="39414"/>
                  </a:lnTo>
                  <a:lnTo>
                    <a:pt x="76879" y="39524"/>
                  </a:lnTo>
                  <a:lnTo>
                    <a:pt x="77588" y="40292"/>
                  </a:lnTo>
                  <a:lnTo>
                    <a:pt x="77446" y="40841"/>
                  </a:lnTo>
                  <a:lnTo>
                    <a:pt x="77304" y="40841"/>
                  </a:lnTo>
                  <a:lnTo>
                    <a:pt x="76879" y="40512"/>
                  </a:lnTo>
                  <a:lnTo>
                    <a:pt x="76453" y="40182"/>
                  </a:lnTo>
                  <a:lnTo>
                    <a:pt x="75886" y="40292"/>
                  </a:lnTo>
                  <a:lnTo>
                    <a:pt x="76453" y="40951"/>
                  </a:lnTo>
                  <a:lnTo>
                    <a:pt x="77304" y="41390"/>
                  </a:lnTo>
                  <a:lnTo>
                    <a:pt x="79148" y="43147"/>
                  </a:lnTo>
                  <a:lnTo>
                    <a:pt x="79574" y="43257"/>
                  </a:lnTo>
                  <a:lnTo>
                    <a:pt x="79574" y="43476"/>
                  </a:lnTo>
                  <a:lnTo>
                    <a:pt x="78581" y="43257"/>
                  </a:lnTo>
                  <a:lnTo>
                    <a:pt x="78156" y="42817"/>
                  </a:lnTo>
                  <a:lnTo>
                    <a:pt x="76879" y="42159"/>
                  </a:lnTo>
                  <a:lnTo>
                    <a:pt x="75886" y="42159"/>
                  </a:lnTo>
                  <a:lnTo>
                    <a:pt x="76170" y="42488"/>
                  </a:lnTo>
                  <a:lnTo>
                    <a:pt x="77021" y="43366"/>
                  </a:lnTo>
                  <a:lnTo>
                    <a:pt x="76737" y="43586"/>
                  </a:lnTo>
                  <a:lnTo>
                    <a:pt x="76453" y="43915"/>
                  </a:lnTo>
                  <a:lnTo>
                    <a:pt x="75886" y="43915"/>
                  </a:lnTo>
                  <a:lnTo>
                    <a:pt x="75602" y="43586"/>
                  </a:lnTo>
                  <a:lnTo>
                    <a:pt x="75177" y="43257"/>
                  </a:lnTo>
                  <a:lnTo>
                    <a:pt x="70354" y="40951"/>
                  </a:lnTo>
                  <a:lnTo>
                    <a:pt x="68936" y="39634"/>
                  </a:lnTo>
                  <a:lnTo>
                    <a:pt x="67801" y="38096"/>
                  </a:lnTo>
                  <a:lnTo>
                    <a:pt x="67517" y="37657"/>
                  </a:lnTo>
                  <a:lnTo>
                    <a:pt x="67375" y="37218"/>
                  </a:lnTo>
                  <a:lnTo>
                    <a:pt x="68085" y="36450"/>
                  </a:lnTo>
                  <a:lnTo>
                    <a:pt x="68368" y="35901"/>
                  </a:lnTo>
                  <a:lnTo>
                    <a:pt x="68368" y="35462"/>
                  </a:lnTo>
                  <a:lnTo>
                    <a:pt x="68085" y="34913"/>
                  </a:lnTo>
                  <a:lnTo>
                    <a:pt x="68085" y="34473"/>
                  </a:lnTo>
                  <a:lnTo>
                    <a:pt x="68085" y="33376"/>
                  </a:lnTo>
                  <a:lnTo>
                    <a:pt x="67517" y="33046"/>
                  </a:lnTo>
                  <a:lnTo>
                    <a:pt x="66950" y="33705"/>
                  </a:lnTo>
                  <a:lnTo>
                    <a:pt x="66382" y="33485"/>
                  </a:lnTo>
                  <a:lnTo>
                    <a:pt x="66666" y="32936"/>
                  </a:lnTo>
                  <a:lnTo>
                    <a:pt x="67375" y="31619"/>
                  </a:lnTo>
                  <a:lnTo>
                    <a:pt x="67375" y="31509"/>
                  </a:lnTo>
                  <a:lnTo>
                    <a:pt x="67517" y="30741"/>
                  </a:lnTo>
                  <a:lnTo>
                    <a:pt x="64539" y="28545"/>
                  </a:lnTo>
                  <a:lnTo>
                    <a:pt x="61843" y="28545"/>
                  </a:lnTo>
                  <a:lnTo>
                    <a:pt x="61985" y="28984"/>
                  </a:lnTo>
                  <a:lnTo>
                    <a:pt x="61702" y="28984"/>
                  </a:lnTo>
                  <a:lnTo>
                    <a:pt x="61276" y="28874"/>
                  </a:lnTo>
                  <a:lnTo>
                    <a:pt x="60141" y="29204"/>
                  </a:lnTo>
                  <a:lnTo>
                    <a:pt x="60567" y="29862"/>
                  </a:lnTo>
                  <a:lnTo>
                    <a:pt x="61418" y="30960"/>
                  </a:lnTo>
                  <a:lnTo>
                    <a:pt x="61560" y="31290"/>
                  </a:lnTo>
                  <a:lnTo>
                    <a:pt x="61418" y="31619"/>
                  </a:lnTo>
                  <a:lnTo>
                    <a:pt x="59858" y="30082"/>
                  </a:lnTo>
                  <a:lnTo>
                    <a:pt x="59432" y="30082"/>
                  </a:lnTo>
                  <a:lnTo>
                    <a:pt x="59290" y="29862"/>
                  </a:lnTo>
                  <a:lnTo>
                    <a:pt x="58581" y="28984"/>
                  </a:lnTo>
                  <a:lnTo>
                    <a:pt x="54184" y="28655"/>
                  </a:lnTo>
                  <a:lnTo>
                    <a:pt x="53475" y="28106"/>
                  </a:lnTo>
                  <a:lnTo>
                    <a:pt x="53333" y="28215"/>
                  </a:lnTo>
                  <a:lnTo>
                    <a:pt x="53333" y="28655"/>
                  </a:lnTo>
                  <a:lnTo>
                    <a:pt x="52907" y="28655"/>
                  </a:lnTo>
                  <a:lnTo>
                    <a:pt x="52482" y="28764"/>
                  </a:lnTo>
                  <a:lnTo>
                    <a:pt x="52056" y="28764"/>
                  </a:lnTo>
                  <a:lnTo>
                    <a:pt x="51631" y="28325"/>
                  </a:lnTo>
                  <a:lnTo>
                    <a:pt x="51631" y="27776"/>
                  </a:lnTo>
                  <a:lnTo>
                    <a:pt x="52340" y="26129"/>
                  </a:lnTo>
                  <a:lnTo>
                    <a:pt x="52482" y="25361"/>
                  </a:lnTo>
                  <a:lnTo>
                    <a:pt x="52340" y="25361"/>
                  </a:lnTo>
                  <a:lnTo>
                    <a:pt x="52198" y="25361"/>
                  </a:lnTo>
                  <a:lnTo>
                    <a:pt x="51063" y="23604"/>
                  </a:lnTo>
                  <a:lnTo>
                    <a:pt x="47375" y="22287"/>
                  </a:lnTo>
                  <a:lnTo>
                    <a:pt x="46808" y="21628"/>
                  </a:lnTo>
                  <a:lnTo>
                    <a:pt x="46524" y="20640"/>
                  </a:lnTo>
                  <a:lnTo>
                    <a:pt x="46382" y="20311"/>
                  </a:lnTo>
                  <a:lnTo>
                    <a:pt x="46382" y="20091"/>
                  </a:lnTo>
                  <a:lnTo>
                    <a:pt x="46382" y="19871"/>
                  </a:lnTo>
                  <a:lnTo>
                    <a:pt x="46099" y="19432"/>
                  </a:lnTo>
                  <a:lnTo>
                    <a:pt x="45957" y="19213"/>
                  </a:lnTo>
                  <a:lnTo>
                    <a:pt x="45390" y="19103"/>
                  </a:lnTo>
                  <a:lnTo>
                    <a:pt x="45248" y="18883"/>
                  </a:lnTo>
                  <a:lnTo>
                    <a:pt x="44397" y="17346"/>
                  </a:lnTo>
                  <a:lnTo>
                    <a:pt x="43829" y="16797"/>
                  </a:lnTo>
                  <a:lnTo>
                    <a:pt x="43262" y="16468"/>
                  </a:lnTo>
                  <a:lnTo>
                    <a:pt x="42553" y="15919"/>
                  </a:lnTo>
                  <a:lnTo>
                    <a:pt x="42269" y="15590"/>
                  </a:lnTo>
                  <a:lnTo>
                    <a:pt x="42127" y="15150"/>
                  </a:lnTo>
                  <a:lnTo>
                    <a:pt x="42127" y="14931"/>
                  </a:lnTo>
                  <a:lnTo>
                    <a:pt x="41985" y="14602"/>
                  </a:lnTo>
                  <a:lnTo>
                    <a:pt x="41985" y="13943"/>
                  </a:lnTo>
                  <a:lnTo>
                    <a:pt x="39858" y="11857"/>
                  </a:lnTo>
                  <a:lnTo>
                    <a:pt x="37872" y="10539"/>
                  </a:lnTo>
                  <a:lnTo>
                    <a:pt x="37872" y="10320"/>
                  </a:lnTo>
                  <a:lnTo>
                    <a:pt x="38581" y="10320"/>
                  </a:lnTo>
                  <a:lnTo>
                    <a:pt x="38865" y="9881"/>
                  </a:lnTo>
                  <a:lnTo>
                    <a:pt x="38581" y="9441"/>
                  </a:lnTo>
                  <a:lnTo>
                    <a:pt x="38439" y="9222"/>
                  </a:lnTo>
                  <a:lnTo>
                    <a:pt x="38156" y="8673"/>
                  </a:lnTo>
                  <a:lnTo>
                    <a:pt x="38156" y="8344"/>
                  </a:lnTo>
                  <a:lnTo>
                    <a:pt x="38156" y="7685"/>
                  </a:lnTo>
                  <a:lnTo>
                    <a:pt x="38297" y="7355"/>
                  </a:lnTo>
                  <a:lnTo>
                    <a:pt x="38014" y="7355"/>
                  </a:lnTo>
                  <a:lnTo>
                    <a:pt x="33900" y="4062"/>
                  </a:lnTo>
                  <a:lnTo>
                    <a:pt x="32765" y="3952"/>
                  </a:lnTo>
                  <a:lnTo>
                    <a:pt x="31631" y="3074"/>
                  </a:lnTo>
                  <a:lnTo>
                    <a:pt x="29787" y="2744"/>
                  </a:lnTo>
                  <a:lnTo>
                    <a:pt x="29219" y="2086"/>
                  </a:lnTo>
                  <a:lnTo>
                    <a:pt x="26382" y="1207"/>
                  </a:lnTo>
                  <a:lnTo>
                    <a:pt x="24964" y="219"/>
                  </a:lnTo>
                  <a:lnTo>
                    <a:pt x="22695" y="0"/>
                  </a:lnTo>
                  <a:lnTo>
                    <a:pt x="22553" y="0"/>
                  </a:lnTo>
                  <a:lnTo>
                    <a:pt x="22411" y="219"/>
                  </a:lnTo>
                  <a:lnTo>
                    <a:pt x="22553" y="878"/>
                  </a:lnTo>
                  <a:lnTo>
                    <a:pt x="22836" y="1427"/>
                  </a:lnTo>
                  <a:lnTo>
                    <a:pt x="22978" y="1756"/>
                  </a:lnTo>
                  <a:lnTo>
                    <a:pt x="23120" y="1866"/>
                  </a:lnTo>
                  <a:lnTo>
                    <a:pt x="23262" y="1976"/>
                  </a:lnTo>
                  <a:lnTo>
                    <a:pt x="23262" y="2195"/>
                  </a:lnTo>
                  <a:lnTo>
                    <a:pt x="23262" y="2525"/>
                  </a:lnTo>
                  <a:lnTo>
                    <a:pt x="23120" y="2634"/>
                  </a:lnTo>
                  <a:lnTo>
                    <a:pt x="23120" y="2744"/>
                  </a:lnTo>
                  <a:lnTo>
                    <a:pt x="22836" y="2964"/>
                  </a:lnTo>
                  <a:lnTo>
                    <a:pt x="22836" y="3183"/>
                  </a:lnTo>
                  <a:lnTo>
                    <a:pt x="22836" y="2964"/>
                  </a:lnTo>
                  <a:lnTo>
                    <a:pt x="22553" y="2744"/>
                  </a:lnTo>
                  <a:lnTo>
                    <a:pt x="21702" y="1866"/>
                  </a:lnTo>
                  <a:lnTo>
                    <a:pt x="19574" y="1207"/>
                  </a:lnTo>
                  <a:lnTo>
                    <a:pt x="17446" y="1097"/>
                  </a:lnTo>
                  <a:lnTo>
                    <a:pt x="17021" y="1427"/>
                  </a:lnTo>
                  <a:lnTo>
                    <a:pt x="16879" y="1976"/>
                  </a:lnTo>
                  <a:lnTo>
                    <a:pt x="16879" y="2086"/>
                  </a:lnTo>
                  <a:lnTo>
                    <a:pt x="17021" y="2305"/>
                  </a:lnTo>
                  <a:lnTo>
                    <a:pt x="17163" y="2634"/>
                  </a:lnTo>
                  <a:lnTo>
                    <a:pt x="17163" y="2854"/>
                  </a:lnTo>
                  <a:lnTo>
                    <a:pt x="16312" y="3952"/>
                  </a:lnTo>
                  <a:lnTo>
                    <a:pt x="16312" y="4391"/>
                  </a:lnTo>
                  <a:lnTo>
                    <a:pt x="16170" y="5160"/>
                  </a:lnTo>
                  <a:lnTo>
                    <a:pt x="16879" y="5818"/>
                  </a:lnTo>
                  <a:lnTo>
                    <a:pt x="18439" y="6477"/>
                  </a:lnTo>
                  <a:lnTo>
                    <a:pt x="20425" y="6916"/>
                  </a:lnTo>
                  <a:lnTo>
                    <a:pt x="21560" y="6916"/>
                  </a:lnTo>
                  <a:lnTo>
                    <a:pt x="23120" y="6148"/>
                  </a:lnTo>
                  <a:lnTo>
                    <a:pt x="26241" y="6258"/>
                  </a:lnTo>
                  <a:lnTo>
                    <a:pt x="26241" y="6367"/>
                  </a:lnTo>
                  <a:lnTo>
                    <a:pt x="25957" y="6916"/>
                  </a:lnTo>
                  <a:lnTo>
                    <a:pt x="26382" y="7246"/>
                  </a:lnTo>
                  <a:lnTo>
                    <a:pt x="26950" y="7136"/>
                  </a:lnTo>
                  <a:lnTo>
                    <a:pt x="27234" y="7575"/>
                  </a:lnTo>
                  <a:lnTo>
                    <a:pt x="27659" y="8344"/>
                  </a:lnTo>
                  <a:lnTo>
                    <a:pt x="27375" y="8673"/>
                  </a:lnTo>
                  <a:lnTo>
                    <a:pt x="27092" y="8783"/>
                  </a:lnTo>
                  <a:lnTo>
                    <a:pt x="26950" y="9332"/>
                  </a:lnTo>
                  <a:lnTo>
                    <a:pt x="27092" y="9332"/>
                  </a:lnTo>
                  <a:lnTo>
                    <a:pt x="27234" y="9332"/>
                  </a:lnTo>
                  <a:lnTo>
                    <a:pt x="27375" y="9551"/>
                  </a:lnTo>
                  <a:lnTo>
                    <a:pt x="27659" y="9771"/>
                  </a:lnTo>
                  <a:lnTo>
                    <a:pt x="27375" y="10100"/>
                  </a:lnTo>
                  <a:lnTo>
                    <a:pt x="27234" y="10210"/>
                  </a:lnTo>
                  <a:lnTo>
                    <a:pt x="27092" y="10430"/>
                  </a:lnTo>
                  <a:lnTo>
                    <a:pt x="27234" y="10539"/>
                  </a:lnTo>
                  <a:lnTo>
                    <a:pt x="27234" y="10539"/>
                  </a:lnTo>
                  <a:lnTo>
                    <a:pt x="27375" y="10649"/>
                  </a:lnTo>
                  <a:lnTo>
                    <a:pt x="26241" y="11198"/>
                  </a:lnTo>
                  <a:lnTo>
                    <a:pt x="24397" y="11198"/>
                  </a:lnTo>
                  <a:lnTo>
                    <a:pt x="24539" y="11527"/>
                  </a:lnTo>
                  <a:lnTo>
                    <a:pt x="24822" y="11527"/>
                  </a:lnTo>
                  <a:lnTo>
                    <a:pt x="24822" y="11637"/>
                  </a:lnTo>
                  <a:lnTo>
                    <a:pt x="24822" y="11857"/>
                  </a:lnTo>
                  <a:lnTo>
                    <a:pt x="21843" y="10759"/>
                  </a:lnTo>
                  <a:lnTo>
                    <a:pt x="19007" y="11308"/>
                  </a:lnTo>
                  <a:lnTo>
                    <a:pt x="17872" y="10430"/>
                  </a:lnTo>
                  <a:lnTo>
                    <a:pt x="17446" y="10759"/>
                  </a:lnTo>
                  <a:lnTo>
                    <a:pt x="17304" y="10978"/>
                  </a:lnTo>
                  <a:lnTo>
                    <a:pt x="17446" y="11308"/>
                  </a:lnTo>
                  <a:lnTo>
                    <a:pt x="18297" y="11637"/>
                  </a:lnTo>
                  <a:lnTo>
                    <a:pt x="18581" y="11967"/>
                  </a:lnTo>
                  <a:lnTo>
                    <a:pt x="18865" y="12076"/>
                  </a:lnTo>
                  <a:lnTo>
                    <a:pt x="19007" y="12516"/>
                  </a:lnTo>
                  <a:lnTo>
                    <a:pt x="19290" y="12516"/>
                  </a:lnTo>
                  <a:lnTo>
                    <a:pt x="20851" y="12625"/>
                  </a:lnTo>
                  <a:lnTo>
                    <a:pt x="21418" y="13174"/>
                  </a:lnTo>
                  <a:lnTo>
                    <a:pt x="20283" y="12845"/>
                  </a:lnTo>
                  <a:lnTo>
                    <a:pt x="20141" y="13174"/>
                  </a:lnTo>
                  <a:lnTo>
                    <a:pt x="21276" y="13723"/>
                  </a:lnTo>
                  <a:lnTo>
                    <a:pt x="21276" y="13943"/>
                  </a:lnTo>
                  <a:lnTo>
                    <a:pt x="19858" y="13723"/>
                  </a:lnTo>
                  <a:lnTo>
                    <a:pt x="19858" y="14272"/>
                  </a:lnTo>
                  <a:lnTo>
                    <a:pt x="19716" y="14602"/>
                  </a:lnTo>
                  <a:lnTo>
                    <a:pt x="19432" y="14711"/>
                  </a:lnTo>
                  <a:lnTo>
                    <a:pt x="19007" y="14711"/>
                  </a:lnTo>
                  <a:lnTo>
                    <a:pt x="18723" y="14272"/>
                  </a:lnTo>
                  <a:lnTo>
                    <a:pt x="18581" y="14272"/>
                  </a:lnTo>
                  <a:lnTo>
                    <a:pt x="18439" y="14602"/>
                  </a:lnTo>
                  <a:lnTo>
                    <a:pt x="18439" y="14931"/>
                  </a:lnTo>
                  <a:lnTo>
                    <a:pt x="18297" y="15590"/>
                  </a:lnTo>
                  <a:lnTo>
                    <a:pt x="18014" y="16029"/>
                  </a:lnTo>
                  <a:lnTo>
                    <a:pt x="17588" y="16139"/>
                  </a:lnTo>
                  <a:lnTo>
                    <a:pt x="17304" y="16248"/>
                  </a:lnTo>
                  <a:lnTo>
                    <a:pt x="17021" y="16139"/>
                  </a:lnTo>
                  <a:lnTo>
                    <a:pt x="16879" y="15919"/>
                  </a:lnTo>
                  <a:lnTo>
                    <a:pt x="16737" y="15590"/>
                  </a:lnTo>
                  <a:lnTo>
                    <a:pt x="16737" y="15150"/>
                  </a:lnTo>
                  <a:lnTo>
                    <a:pt x="17021" y="14492"/>
                  </a:lnTo>
                  <a:lnTo>
                    <a:pt x="16879" y="14162"/>
                  </a:lnTo>
                  <a:lnTo>
                    <a:pt x="16595" y="14272"/>
                  </a:lnTo>
                  <a:lnTo>
                    <a:pt x="16312" y="14053"/>
                  </a:lnTo>
                  <a:lnTo>
                    <a:pt x="16170" y="13833"/>
                  </a:lnTo>
                  <a:lnTo>
                    <a:pt x="13333" y="12845"/>
                  </a:lnTo>
                  <a:lnTo>
                    <a:pt x="13049" y="12845"/>
                  </a:lnTo>
                  <a:lnTo>
                    <a:pt x="12056" y="14053"/>
                  </a:lnTo>
                  <a:lnTo>
                    <a:pt x="11063" y="14272"/>
                  </a:lnTo>
                  <a:lnTo>
                    <a:pt x="10496" y="14931"/>
                  </a:lnTo>
                  <a:lnTo>
                    <a:pt x="10354" y="16907"/>
                  </a:lnTo>
                  <a:lnTo>
                    <a:pt x="10212" y="17346"/>
                  </a:lnTo>
                  <a:lnTo>
                    <a:pt x="8794" y="19103"/>
                  </a:lnTo>
                  <a:lnTo>
                    <a:pt x="9219" y="19652"/>
                  </a:lnTo>
                  <a:lnTo>
                    <a:pt x="11773" y="19652"/>
                  </a:lnTo>
                  <a:lnTo>
                    <a:pt x="11489" y="20311"/>
                  </a:lnTo>
                  <a:lnTo>
                    <a:pt x="9078" y="21299"/>
                  </a:lnTo>
                  <a:lnTo>
                    <a:pt x="8794" y="21738"/>
                  </a:lnTo>
                  <a:lnTo>
                    <a:pt x="8794" y="21848"/>
                  </a:lnTo>
                  <a:lnTo>
                    <a:pt x="8794" y="22287"/>
                  </a:lnTo>
                  <a:lnTo>
                    <a:pt x="9078" y="22836"/>
                  </a:lnTo>
                  <a:lnTo>
                    <a:pt x="12340" y="22946"/>
                  </a:lnTo>
                  <a:lnTo>
                    <a:pt x="14042" y="22177"/>
                  </a:lnTo>
                  <a:lnTo>
                    <a:pt x="14326" y="22177"/>
                  </a:lnTo>
                  <a:lnTo>
                    <a:pt x="14609" y="22506"/>
                  </a:lnTo>
                  <a:lnTo>
                    <a:pt x="14326" y="22946"/>
                  </a:lnTo>
                  <a:lnTo>
                    <a:pt x="13191" y="23604"/>
                  </a:lnTo>
                  <a:lnTo>
                    <a:pt x="13333" y="23934"/>
                  </a:lnTo>
                  <a:lnTo>
                    <a:pt x="16312" y="25141"/>
                  </a:lnTo>
                  <a:lnTo>
                    <a:pt x="18014" y="25471"/>
                  </a:lnTo>
                  <a:lnTo>
                    <a:pt x="18156" y="25032"/>
                  </a:lnTo>
                  <a:lnTo>
                    <a:pt x="18297" y="25141"/>
                  </a:lnTo>
                  <a:lnTo>
                    <a:pt x="18865" y="24483"/>
                  </a:lnTo>
                  <a:lnTo>
                    <a:pt x="19432" y="24483"/>
                  </a:lnTo>
                  <a:lnTo>
                    <a:pt x="19716" y="24592"/>
                  </a:lnTo>
                  <a:lnTo>
                    <a:pt x="19716" y="24922"/>
                  </a:lnTo>
                  <a:lnTo>
                    <a:pt x="19716" y="25361"/>
                  </a:lnTo>
                  <a:lnTo>
                    <a:pt x="20141" y="25471"/>
                  </a:lnTo>
                  <a:lnTo>
                    <a:pt x="21276" y="25141"/>
                  </a:lnTo>
                  <a:lnTo>
                    <a:pt x="21843" y="25910"/>
                  </a:lnTo>
                  <a:lnTo>
                    <a:pt x="17163" y="26788"/>
                  </a:lnTo>
                  <a:lnTo>
                    <a:pt x="17021" y="27118"/>
                  </a:lnTo>
                  <a:lnTo>
                    <a:pt x="16879" y="27776"/>
                  </a:lnTo>
                  <a:lnTo>
                    <a:pt x="17163" y="28215"/>
                  </a:lnTo>
                  <a:lnTo>
                    <a:pt x="17588" y="28655"/>
                  </a:lnTo>
                  <a:lnTo>
                    <a:pt x="18014" y="29094"/>
                  </a:lnTo>
                  <a:lnTo>
                    <a:pt x="18156" y="29643"/>
                  </a:lnTo>
                  <a:lnTo>
                    <a:pt x="18297" y="29972"/>
                  </a:lnTo>
                  <a:lnTo>
                    <a:pt x="18581" y="29972"/>
                  </a:lnTo>
                  <a:lnTo>
                    <a:pt x="19716" y="29423"/>
                  </a:lnTo>
                  <a:lnTo>
                    <a:pt x="23120" y="30192"/>
                  </a:lnTo>
                  <a:lnTo>
                    <a:pt x="25390" y="32168"/>
                  </a:lnTo>
                  <a:lnTo>
                    <a:pt x="25390" y="32387"/>
                  </a:lnTo>
                  <a:lnTo>
                    <a:pt x="24539" y="32936"/>
                  </a:lnTo>
                  <a:lnTo>
                    <a:pt x="24113" y="32717"/>
                  </a:lnTo>
                  <a:lnTo>
                    <a:pt x="23687" y="32058"/>
                  </a:lnTo>
                  <a:lnTo>
                    <a:pt x="23829" y="31838"/>
                  </a:lnTo>
                  <a:lnTo>
                    <a:pt x="23687" y="31509"/>
                  </a:lnTo>
                  <a:lnTo>
                    <a:pt x="23546" y="31399"/>
                  </a:lnTo>
                  <a:lnTo>
                    <a:pt x="23262" y="31509"/>
                  </a:lnTo>
                  <a:lnTo>
                    <a:pt x="23120" y="31619"/>
                  </a:lnTo>
                  <a:lnTo>
                    <a:pt x="23120" y="31838"/>
                  </a:lnTo>
                  <a:lnTo>
                    <a:pt x="20851" y="31290"/>
                  </a:lnTo>
                  <a:lnTo>
                    <a:pt x="18297" y="31948"/>
                  </a:lnTo>
                  <a:lnTo>
                    <a:pt x="16595" y="31399"/>
                  </a:lnTo>
                  <a:lnTo>
                    <a:pt x="14468" y="30301"/>
                  </a:lnTo>
                  <a:lnTo>
                    <a:pt x="13900" y="30301"/>
                  </a:lnTo>
                  <a:lnTo>
                    <a:pt x="11773" y="31070"/>
                  </a:lnTo>
                  <a:lnTo>
                    <a:pt x="8794" y="31070"/>
                  </a:lnTo>
                  <a:lnTo>
                    <a:pt x="5390" y="31509"/>
                  </a:lnTo>
                  <a:lnTo>
                    <a:pt x="5673" y="32278"/>
                  </a:lnTo>
                  <a:lnTo>
                    <a:pt x="5957" y="32607"/>
                  </a:lnTo>
                  <a:lnTo>
                    <a:pt x="6524" y="33046"/>
                  </a:lnTo>
                  <a:lnTo>
                    <a:pt x="6382" y="33046"/>
                  </a:lnTo>
                  <a:lnTo>
                    <a:pt x="6382" y="33266"/>
                  </a:lnTo>
                  <a:lnTo>
                    <a:pt x="6382" y="33705"/>
                  </a:lnTo>
                  <a:lnTo>
                    <a:pt x="6241" y="34144"/>
                  </a:lnTo>
                  <a:lnTo>
                    <a:pt x="6099" y="34254"/>
                  </a:lnTo>
                  <a:lnTo>
                    <a:pt x="4964" y="34803"/>
                  </a:lnTo>
                  <a:lnTo>
                    <a:pt x="5531" y="35352"/>
                  </a:lnTo>
                  <a:lnTo>
                    <a:pt x="7943" y="36450"/>
                  </a:lnTo>
                  <a:lnTo>
                    <a:pt x="8652" y="37767"/>
                  </a:lnTo>
                  <a:lnTo>
                    <a:pt x="9078" y="38096"/>
                  </a:lnTo>
                  <a:lnTo>
                    <a:pt x="10212" y="38645"/>
                  </a:lnTo>
                  <a:lnTo>
                    <a:pt x="11063" y="38645"/>
                  </a:lnTo>
                  <a:lnTo>
                    <a:pt x="11347" y="38975"/>
                  </a:lnTo>
                  <a:lnTo>
                    <a:pt x="11205" y="39194"/>
                  </a:lnTo>
                  <a:lnTo>
                    <a:pt x="11205" y="39194"/>
                  </a:lnTo>
                  <a:lnTo>
                    <a:pt x="11205" y="39524"/>
                  </a:lnTo>
                  <a:lnTo>
                    <a:pt x="11489" y="39963"/>
                  </a:lnTo>
                  <a:lnTo>
                    <a:pt x="11489" y="40292"/>
                  </a:lnTo>
                  <a:lnTo>
                    <a:pt x="10354" y="40073"/>
                  </a:lnTo>
                  <a:lnTo>
                    <a:pt x="9503" y="39414"/>
                  </a:lnTo>
                  <a:lnTo>
                    <a:pt x="7943" y="39524"/>
                  </a:lnTo>
                  <a:lnTo>
                    <a:pt x="6808" y="38755"/>
                  </a:lnTo>
                  <a:lnTo>
                    <a:pt x="5390" y="38865"/>
                  </a:lnTo>
                  <a:lnTo>
                    <a:pt x="4964" y="39194"/>
                  </a:lnTo>
                  <a:lnTo>
                    <a:pt x="4822" y="39085"/>
                  </a:lnTo>
                  <a:lnTo>
                    <a:pt x="4113" y="39524"/>
                  </a:lnTo>
                  <a:lnTo>
                    <a:pt x="3971" y="39853"/>
                  </a:lnTo>
                  <a:lnTo>
                    <a:pt x="4113" y="39963"/>
                  </a:lnTo>
                  <a:lnTo>
                    <a:pt x="4539" y="40731"/>
                  </a:lnTo>
                  <a:lnTo>
                    <a:pt x="4255" y="40951"/>
                  </a:lnTo>
                  <a:lnTo>
                    <a:pt x="3404" y="40841"/>
                  </a:lnTo>
                  <a:lnTo>
                    <a:pt x="2695" y="40182"/>
                  </a:lnTo>
                  <a:lnTo>
                    <a:pt x="2269" y="40182"/>
                  </a:lnTo>
                  <a:lnTo>
                    <a:pt x="2269" y="40731"/>
                  </a:lnTo>
                  <a:lnTo>
                    <a:pt x="1843" y="40622"/>
                  </a:lnTo>
                  <a:lnTo>
                    <a:pt x="1276" y="40073"/>
                  </a:lnTo>
                  <a:lnTo>
                    <a:pt x="709" y="39963"/>
                  </a:lnTo>
                  <a:lnTo>
                    <a:pt x="283" y="40841"/>
                  </a:lnTo>
                  <a:lnTo>
                    <a:pt x="1418" y="41280"/>
                  </a:lnTo>
                  <a:lnTo>
                    <a:pt x="1985" y="41280"/>
                  </a:lnTo>
                  <a:lnTo>
                    <a:pt x="2269" y="41610"/>
                  </a:lnTo>
                  <a:lnTo>
                    <a:pt x="2127" y="42049"/>
                  </a:lnTo>
                  <a:lnTo>
                    <a:pt x="1560" y="43147"/>
                  </a:lnTo>
                  <a:lnTo>
                    <a:pt x="1560" y="43366"/>
                  </a:lnTo>
                  <a:lnTo>
                    <a:pt x="3971" y="43806"/>
                  </a:lnTo>
                  <a:lnTo>
                    <a:pt x="7234" y="46001"/>
                  </a:lnTo>
                  <a:lnTo>
                    <a:pt x="7943" y="46001"/>
                  </a:lnTo>
                  <a:lnTo>
                    <a:pt x="10354" y="44025"/>
                  </a:lnTo>
                  <a:lnTo>
                    <a:pt x="10496" y="44135"/>
                  </a:lnTo>
                  <a:lnTo>
                    <a:pt x="10638" y="44574"/>
                  </a:lnTo>
                  <a:lnTo>
                    <a:pt x="10921" y="44684"/>
                  </a:lnTo>
                  <a:lnTo>
                    <a:pt x="12624" y="44684"/>
                  </a:lnTo>
                  <a:lnTo>
                    <a:pt x="13191" y="44025"/>
                  </a:lnTo>
                  <a:lnTo>
                    <a:pt x="13475" y="43806"/>
                  </a:lnTo>
                  <a:lnTo>
                    <a:pt x="13900" y="44135"/>
                  </a:lnTo>
                  <a:lnTo>
                    <a:pt x="13475" y="45013"/>
                  </a:lnTo>
                  <a:lnTo>
                    <a:pt x="13049" y="45343"/>
                  </a:lnTo>
                  <a:lnTo>
                    <a:pt x="11063" y="45452"/>
                  </a:lnTo>
                  <a:lnTo>
                    <a:pt x="9929" y="46221"/>
                  </a:lnTo>
                  <a:lnTo>
                    <a:pt x="9929" y="46660"/>
                  </a:lnTo>
                  <a:lnTo>
                    <a:pt x="10212" y="46660"/>
                  </a:lnTo>
                  <a:lnTo>
                    <a:pt x="12765" y="48526"/>
                  </a:lnTo>
                  <a:lnTo>
                    <a:pt x="16879" y="47648"/>
                  </a:lnTo>
                  <a:lnTo>
                    <a:pt x="19007" y="45782"/>
                  </a:lnTo>
                  <a:lnTo>
                    <a:pt x="19574" y="44464"/>
                  </a:lnTo>
                  <a:lnTo>
                    <a:pt x="19858" y="44354"/>
                  </a:lnTo>
                  <a:lnTo>
                    <a:pt x="20141" y="44354"/>
                  </a:lnTo>
                  <a:lnTo>
                    <a:pt x="20709" y="44464"/>
                  </a:lnTo>
                  <a:lnTo>
                    <a:pt x="20851" y="45013"/>
                  </a:lnTo>
                  <a:lnTo>
                    <a:pt x="24397" y="45562"/>
                  </a:lnTo>
                  <a:lnTo>
                    <a:pt x="24539" y="45782"/>
                  </a:lnTo>
                  <a:lnTo>
                    <a:pt x="20425" y="46989"/>
                  </a:lnTo>
                  <a:lnTo>
                    <a:pt x="18439" y="49405"/>
                  </a:lnTo>
                  <a:lnTo>
                    <a:pt x="18439" y="49624"/>
                  </a:lnTo>
                  <a:lnTo>
                    <a:pt x="18865" y="49734"/>
                  </a:lnTo>
                  <a:lnTo>
                    <a:pt x="20141" y="50942"/>
                  </a:lnTo>
                  <a:lnTo>
                    <a:pt x="20992" y="51491"/>
                  </a:lnTo>
                  <a:lnTo>
                    <a:pt x="21560" y="52040"/>
                  </a:lnTo>
                  <a:lnTo>
                    <a:pt x="22127" y="52259"/>
                  </a:lnTo>
                  <a:lnTo>
                    <a:pt x="22411" y="52589"/>
                  </a:lnTo>
                  <a:lnTo>
                    <a:pt x="22836" y="53247"/>
                  </a:lnTo>
                  <a:lnTo>
                    <a:pt x="22553" y="53357"/>
                  </a:lnTo>
                  <a:lnTo>
                    <a:pt x="18297" y="51381"/>
                  </a:lnTo>
                  <a:lnTo>
                    <a:pt x="17163" y="51381"/>
                  </a:lnTo>
                  <a:lnTo>
                    <a:pt x="15319" y="51930"/>
                  </a:lnTo>
                  <a:lnTo>
                    <a:pt x="12482" y="51601"/>
                  </a:lnTo>
                  <a:lnTo>
                    <a:pt x="10496" y="51601"/>
                  </a:lnTo>
                  <a:lnTo>
                    <a:pt x="10496" y="51601"/>
                  </a:lnTo>
                  <a:lnTo>
                    <a:pt x="10496" y="51601"/>
                  </a:lnTo>
                  <a:lnTo>
                    <a:pt x="10496" y="51601"/>
                  </a:lnTo>
                  <a:lnTo>
                    <a:pt x="10212" y="51381"/>
                  </a:lnTo>
                  <a:lnTo>
                    <a:pt x="7234" y="50832"/>
                  </a:lnTo>
                  <a:lnTo>
                    <a:pt x="3971" y="48417"/>
                  </a:lnTo>
                  <a:lnTo>
                    <a:pt x="567" y="48307"/>
                  </a:lnTo>
                  <a:lnTo>
                    <a:pt x="283" y="48526"/>
                  </a:lnTo>
                  <a:lnTo>
                    <a:pt x="283" y="48966"/>
                  </a:lnTo>
                  <a:lnTo>
                    <a:pt x="141" y="49515"/>
                  </a:lnTo>
                  <a:lnTo>
                    <a:pt x="141" y="50064"/>
                  </a:lnTo>
                  <a:lnTo>
                    <a:pt x="0" y="50283"/>
                  </a:lnTo>
                  <a:lnTo>
                    <a:pt x="283" y="51052"/>
                  </a:lnTo>
                  <a:lnTo>
                    <a:pt x="709" y="5182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Shape 5137"/>
            <p:cNvSpPr/>
            <p:nvPr/>
          </p:nvSpPr>
          <p:spPr>
            <a:xfrm>
              <a:off x="11257221" y="2687982"/>
              <a:ext cx="147638" cy="1873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60" y="41473"/>
                  </a:moveTo>
                  <a:lnTo>
                    <a:pt x="1290" y="42492"/>
                  </a:lnTo>
                  <a:lnTo>
                    <a:pt x="1720" y="43512"/>
                  </a:lnTo>
                  <a:lnTo>
                    <a:pt x="6451" y="47592"/>
                  </a:lnTo>
                  <a:lnTo>
                    <a:pt x="11182" y="48611"/>
                  </a:lnTo>
                  <a:lnTo>
                    <a:pt x="12473" y="49291"/>
                  </a:lnTo>
                  <a:lnTo>
                    <a:pt x="11612" y="50311"/>
                  </a:lnTo>
                  <a:lnTo>
                    <a:pt x="11182" y="50311"/>
                  </a:lnTo>
                  <a:lnTo>
                    <a:pt x="10752" y="50991"/>
                  </a:lnTo>
                  <a:lnTo>
                    <a:pt x="10752" y="52691"/>
                  </a:lnTo>
                  <a:lnTo>
                    <a:pt x="11182" y="53031"/>
                  </a:lnTo>
                  <a:lnTo>
                    <a:pt x="12903" y="55410"/>
                  </a:lnTo>
                  <a:lnTo>
                    <a:pt x="13763" y="56430"/>
                  </a:lnTo>
                  <a:lnTo>
                    <a:pt x="12903" y="57450"/>
                  </a:lnTo>
                  <a:lnTo>
                    <a:pt x="12473" y="57790"/>
                  </a:lnTo>
                  <a:lnTo>
                    <a:pt x="12473" y="58470"/>
                  </a:lnTo>
                  <a:lnTo>
                    <a:pt x="11612" y="60169"/>
                  </a:lnTo>
                  <a:lnTo>
                    <a:pt x="17204" y="61869"/>
                  </a:lnTo>
                  <a:lnTo>
                    <a:pt x="19354" y="63909"/>
                  </a:lnTo>
                  <a:lnTo>
                    <a:pt x="22365" y="66968"/>
                  </a:lnTo>
                  <a:lnTo>
                    <a:pt x="21935" y="67648"/>
                  </a:lnTo>
                  <a:lnTo>
                    <a:pt x="21075" y="67988"/>
                  </a:lnTo>
                  <a:lnTo>
                    <a:pt x="20645" y="68668"/>
                  </a:lnTo>
                  <a:lnTo>
                    <a:pt x="20645" y="67988"/>
                  </a:lnTo>
                  <a:lnTo>
                    <a:pt x="20645" y="68668"/>
                  </a:lnTo>
                  <a:lnTo>
                    <a:pt x="18064" y="67648"/>
                  </a:lnTo>
                  <a:lnTo>
                    <a:pt x="17204" y="67648"/>
                  </a:lnTo>
                  <a:lnTo>
                    <a:pt x="17204" y="68668"/>
                  </a:lnTo>
                  <a:lnTo>
                    <a:pt x="17204" y="70368"/>
                  </a:lnTo>
                  <a:lnTo>
                    <a:pt x="18064" y="70368"/>
                  </a:lnTo>
                  <a:lnTo>
                    <a:pt x="20645" y="69348"/>
                  </a:lnTo>
                  <a:lnTo>
                    <a:pt x="30107" y="71728"/>
                  </a:lnTo>
                  <a:lnTo>
                    <a:pt x="34838" y="70708"/>
                  </a:lnTo>
                  <a:lnTo>
                    <a:pt x="40430" y="72407"/>
                  </a:lnTo>
                  <a:lnTo>
                    <a:pt x="42580" y="74787"/>
                  </a:lnTo>
                  <a:lnTo>
                    <a:pt x="47311" y="77507"/>
                  </a:lnTo>
                  <a:lnTo>
                    <a:pt x="49032" y="77167"/>
                  </a:lnTo>
                  <a:lnTo>
                    <a:pt x="52043" y="77847"/>
                  </a:lnTo>
                  <a:lnTo>
                    <a:pt x="52903" y="78866"/>
                  </a:lnTo>
                  <a:lnTo>
                    <a:pt x="52473" y="79546"/>
                  </a:lnTo>
                  <a:lnTo>
                    <a:pt x="52473" y="80566"/>
                  </a:lnTo>
                  <a:lnTo>
                    <a:pt x="52043" y="80906"/>
                  </a:lnTo>
                  <a:lnTo>
                    <a:pt x="51612" y="80906"/>
                  </a:lnTo>
                  <a:lnTo>
                    <a:pt x="52043" y="81926"/>
                  </a:lnTo>
                  <a:lnTo>
                    <a:pt x="52473" y="82266"/>
                  </a:lnTo>
                  <a:lnTo>
                    <a:pt x="52903" y="82266"/>
                  </a:lnTo>
                  <a:lnTo>
                    <a:pt x="53333" y="82266"/>
                  </a:lnTo>
                  <a:lnTo>
                    <a:pt x="52473" y="84645"/>
                  </a:lnTo>
                  <a:lnTo>
                    <a:pt x="51182" y="85665"/>
                  </a:lnTo>
                  <a:lnTo>
                    <a:pt x="26666" y="84645"/>
                  </a:lnTo>
                  <a:lnTo>
                    <a:pt x="26236" y="87365"/>
                  </a:lnTo>
                  <a:lnTo>
                    <a:pt x="26236" y="87705"/>
                  </a:lnTo>
                  <a:lnTo>
                    <a:pt x="27096" y="89065"/>
                  </a:lnTo>
                  <a:lnTo>
                    <a:pt x="27096" y="89405"/>
                  </a:lnTo>
                  <a:lnTo>
                    <a:pt x="26236" y="89405"/>
                  </a:lnTo>
                  <a:lnTo>
                    <a:pt x="24086" y="91104"/>
                  </a:lnTo>
                  <a:lnTo>
                    <a:pt x="23225" y="91444"/>
                  </a:lnTo>
                  <a:lnTo>
                    <a:pt x="23655" y="92804"/>
                  </a:lnTo>
                  <a:lnTo>
                    <a:pt x="24946" y="92804"/>
                  </a:lnTo>
                  <a:lnTo>
                    <a:pt x="26666" y="92804"/>
                  </a:lnTo>
                  <a:lnTo>
                    <a:pt x="34838" y="96543"/>
                  </a:lnTo>
                  <a:lnTo>
                    <a:pt x="38279" y="100623"/>
                  </a:lnTo>
                  <a:lnTo>
                    <a:pt x="50752" y="104362"/>
                  </a:lnTo>
                  <a:lnTo>
                    <a:pt x="49462" y="106062"/>
                  </a:lnTo>
                  <a:lnTo>
                    <a:pt x="48602" y="108101"/>
                  </a:lnTo>
                  <a:lnTo>
                    <a:pt x="47311" y="109461"/>
                  </a:lnTo>
                  <a:lnTo>
                    <a:pt x="46451" y="109801"/>
                  </a:lnTo>
                  <a:lnTo>
                    <a:pt x="46881" y="111501"/>
                  </a:lnTo>
                  <a:lnTo>
                    <a:pt x="47311" y="111841"/>
                  </a:lnTo>
                  <a:lnTo>
                    <a:pt x="47311" y="112521"/>
                  </a:lnTo>
                  <a:lnTo>
                    <a:pt x="47741" y="113201"/>
                  </a:lnTo>
                  <a:lnTo>
                    <a:pt x="47741" y="114220"/>
                  </a:lnTo>
                  <a:lnTo>
                    <a:pt x="47741" y="114560"/>
                  </a:lnTo>
                  <a:lnTo>
                    <a:pt x="47741" y="115240"/>
                  </a:lnTo>
                  <a:lnTo>
                    <a:pt x="47741" y="115580"/>
                  </a:lnTo>
                  <a:lnTo>
                    <a:pt x="47741" y="115580"/>
                  </a:lnTo>
                  <a:lnTo>
                    <a:pt x="47311" y="116260"/>
                  </a:lnTo>
                  <a:lnTo>
                    <a:pt x="47311" y="117620"/>
                  </a:lnTo>
                  <a:lnTo>
                    <a:pt x="47741" y="118300"/>
                  </a:lnTo>
                  <a:lnTo>
                    <a:pt x="47741" y="118300"/>
                  </a:lnTo>
                  <a:lnTo>
                    <a:pt x="49462" y="117960"/>
                  </a:lnTo>
                  <a:lnTo>
                    <a:pt x="54623" y="119320"/>
                  </a:lnTo>
                  <a:lnTo>
                    <a:pt x="55913" y="120000"/>
                  </a:lnTo>
                  <a:lnTo>
                    <a:pt x="56774" y="119660"/>
                  </a:lnTo>
                  <a:lnTo>
                    <a:pt x="57204" y="118640"/>
                  </a:lnTo>
                  <a:lnTo>
                    <a:pt x="57204" y="118300"/>
                  </a:lnTo>
                  <a:lnTo>
                    <a:pt x="56774" y="117960"/>
                  </a:lnTo>
                  <a:lnTo>
                    <a:pt x="56774" y="117960"/>
                  </a:lnTo>
                  <a:lnTo>
                    <a:pt x="56344" y="117960"/>
                  </a:lnTo>
                  <a:lnTo>
                    <a:pt x="57634" y="117280"/>
                  </a:lnTo>
                  <a:lnTo>
                    <a:pt x="60215" y="114560"/>
                  </a:lnTo>
                  <a:lnTo>
                    <a:pt x="64086" y="112861"/>
                  </a:lnTo>
                  <a:lnTo>
                    <a:pt x="65806" y="113881"/>
                  </a:lnTo>
                  <a:lnTo>
                    <a:pt x="66236" y="113201"/>
                  </a:lnTo>
                  <a:lnTo>
                    <a:pt x="67096" y="112861"/>
                  </a:lnTo>
                  <a:lnTo>
                    <a:pt x="67526" y="111841"/>
                  </a:lnTo>
                  <a:lnTo>
                    <a:pt x="65376" y="111841"/>
                  </a:lnTo>
                  <a:lnTo>
                    <a:pt x="67956" y="109801"/>
                  </a:lnTo>
                  <a:lnTo>
                    <a:pt x="67956" y="109121"/>
                  </a:lnTo>
                  <a:lnTo>
                    <a:pt x="65806" y="111161"/>
                  </a:lnTo>
                  <a:lnTo>
                    <a:pt x="64086" y="112521"/>
                  </a:lnTo>
                  <a:lnTo>
                    <a:pt x="61505" y="112521"/>
                  </a:lnTo>
                  <a:lnTo>
                    <a:pt x="59354" y="110141"/>
                  </a:lnTo>
                  <a:lnTo>
                    <a:pt x="60645" y="109121"/>
                  </a:lnTo>
                  <a:lnTo>
                    <a:pt x="63225" y="109461"/>
                  </a:lnTo>
                  <a:lnTo>
                    <a:pt x="64516" y="108781"/>
                  </a:lnTo>
                  <a:lnTo>
                    <a:pt x="66236" y="106402"/>
                  </a:lnTo>
                  <a:lnTo>
                    <a:pt x="67526" y="105722"/>
                  </a:lnTo>
                  <a:lnTo>
                    <a:pt x="70107" y="106062"/>
                  </a:lnTo>
                  <a:lnTo>
                    <a:pt x="70107" y="106742"/>
                  </a:lnTo>
                  <a:lnTo>
                    <a:pt x="70537" y="107422"/>
                  </a:lnTo>
                  <a:lnTo>
                    <a:pt x="70537" y="108101"/>
                  </a:lnTo>
                  <a:lnTo>
                    <a:pt x="70537" y="108781"/>
                  </a:lnTo>
                  <a:lnTo>
                    <a:pt x="70537" y="109121"/>
                  </a:lnTo>
                  <a:lnTo>
                    <a:pt x="71827" y="110141"/>
                  </a:lnTo>
                  <a:lnTo>
                    <a:pt x="72258" y="110821"/>
                  </a:lnTo>
                  <a:lnTo>
                    <a:pt x="90752" y="105382"/>
                  </a:lnTo>
                  <a:lnTo>
                    <a:pt x="94193" y="102322"/>
                  </a:lnTo>
                  <a:lnTo>
                    <a:pt x="98494" y="101303"/>
                  </a:lnTo>
                  <a:lnTo>
                    <a:pt x="99784" y="99263"/>
                  </a:lnTo>
                  <a:lnTo>
                    <a:pt x="101935" y="99603"/>
                  </a:lnTo>
                  <a:lnTo>
                    <a:pt x="102365" y="99603"/>
                  </a:lnTo>
                  <a:lnTo>
                    <a:pt x="103655" y="96543"/>
                  </a:lnTo>
                  <a:lnTo>
                    <a:pt x="104516" y="96203"/>
                  </a:lnTo>
                  <a:lnTo>
                    <a:pt x="108387" y="95864"/>
                  </a:lnTo>
                  <a:lnTo>
                    <a:pt x="111827" y="97563"/>
                  </a:lnTo>
                  <a:lnTo>
                    <a:pt x="113978" y="97223"/>
                  </a:lnTo>
                  <a:lnTo>
                    <a:pt x="115268" y="95524"/>
                  </a:lnTo>
                  <a:lnTo>
                    <a:pt x="115698" y="94844"/>
                  </a:lnTo>
                  <a:lnTo>
                    <a:pt x="116129" y="93824"/>
                  </a:lnTo>
                  <a:lnTo>
                    <a:pt x="116989" y="89745"/>
                  </a:lnTo>
                  <a:lnTo>
                    <a:pt x="118709" y="87365"/>
                  </a:lnTo>
                  <a:lnTo>
                    <a:pt x="118279" y="87365"/>
                  </a:lnTo>
                  <a:lnTo>
                    <a:pt x="118709" y="86005"/>
                  </a:lnTo>
                  <a:lnTo>
                    <a:pt x="119139" y="85325"/>
                  </a:lnTo>
                  <a:lnTo>
                    <a:pt x="119569" y="84985"/>
                  </a:lnTo>
                  <a:lnTo>
                    <a:pt x="120000" y="84985"/>
                  </a:lnTo>
                  <a:lnTo>
                    <a:pt x="120000" y="84305"/>
                  </a:lnTo>
                  <a:lnTo>
                    <a:pt x="118709" y="82606"/>
                  </a:lnTo>
                  <a:lnTo>
                    <a:pt x="118709" y="81926"/>
                  </a:lnTo>
                  <a:lnTo>
                    <a:pt x="119139" y="79206"/>
                  </a:lnTo>
                  <a:lnTo>
                    <a:pt x="111827" y="73087"/>
                  </a:lnTo>
                  <a:lnTo>
                    <a:pt x="110967" y="69688"/>
                  </a:lnTo>
                  <a:lnTo>
                    <a:pt x="107956" y="68328"/>
                  </a:lnTo>
                  <a:lnTo>
                    <a:pt x="103225" y="67648"/>
                  </a:lnTo>
                  <a:lnTo>
                    <a:pt x="100215" y="65609"/>
                  </a:lnTo>
                  <a:lnTo>
                    <a:pt x="101505" y="64249"/>
                  </a:lnTo>
                  <a:lnTo>
                    <a:pt x="116559" y="52691"/>
                  </a:lnTo>
                  <a:lnTo>
                    <a:pt x="116989" y="51331"/>
                  </a:lnTo>
                  <a:lnTo>
                    <a:pt x="117849" y="48951"/>
                  </a:lnTo>
                  <a:lnTo>
                    <a:pt x="116559" y="46912"/>
                  </a:lnTo>
                  <a:lnTo>
                    <a:pt x="115698" y="45552"/>
                  </a:lnTo>
                  <a:lnTo>
                    <a:pt x="113978" y="44872"/>
                  </a:lnTo>
                  <a:lnTo>
                    <a:pt x="107096" y="39093"/>
                  </a:lnTo>
                  <a:lnTo>
                    <a:pt x="102365" y="37733"/>
                  </a:lnTo>
                  <a:lnTo>
                    <a:pt x="95053" y="33314"/>
                  </a:lnTo>
                  <a:lnTo>
                    <a:pt x="87311" y="31614"/>
                  </a:lnTo>
                  <a:lnTo>
                    <a:pt x="86021" y="32294"/>
                  </a:lnTo>
                  <a:lnTo>
                    <a:pt x="82150" y="36033"/>
                  </a:lnTo>
                  <a:lnTo>
                    <a:pt x="81290" y="36713"/>
                  </a:lnTo>
                  <a:lnTo>
                    <a:pt x="68817" y="31274"/>
                  </a:lnTo>
                  <a:lnTo>
                    <a:pt x="68817" y="30254"/>
                  </a:lnTo>
                  <a:lnTo>
                    <a:pt x="69247" y="29235"/>
                  </a:lnTo>
                  <a:lnTo>
                    <a:pt x="69677" y="28895"/>
                  </a:lnTo>
                  <a:lnTo>
                    <a:pt x="70107" y="28215"/>
                  </a:lnTo>
                  <a:lnTo>
                    <a:pt x="70107" y="27195"/>
                  </a:lnTo>
                  <a:lnTo>
                    <a:pt x="70107" y="25495"/>
                  </a:lnTo>
                  <a:lnTo>
                    <a:pt x="70107" y="24475"/>
                  </a:lnTo>
                  <a:lnTo>
                    <a:pt x="70537" y="23796"/>
                  </a:lnTo>
                  <a:lnTo>
                    <a:pt x="71397" y="22436"/>
                  </a:lnTo>
                  <a:lnTo>
                    <a:pt x="71827" y="21416"/>
                  </a:lnTo>
                  <a:lnTo>
                    <a:pt x="71397" y="20736"/>
                  </a:lnTo>
                  <a:lnTo>
                    <a:pt x="69247" y="20056"/>
                  </a:lnTo>
                  <a:lnTo>
                    <a:pt x="68817" y="20396"/>
                  </a:lnTo>
                  <a:lnTo>
                    <a:pt x="67526" y="21076"/>
                  </a:lnTo>
                  <a:lnTo>
                    <a:pt x="66236" y="21416"/>
                  </a:lnTo>
                  <a:lnTo>
                    <a:pt x="65376" y="20736"/>
                  </a:lnTo>
                  <a:lnTo>
                    <a:pt x="58924" y="13937"/>
                  </a:lnTo>
                  <a:lnTo>
                    <a:pt x="56774" y="13257"/>
                  </a:lnTo>
                  <a:lnTo>
                    <a:pt x="53333" y="14277"/>
                  </a:lnTo>
                  <a:lnTo>
                    <a:pt x="47311" y="12237"/>
                  </a:lnTo>
                  <a:lnTo>
                    <a:pt x="44731" y="8838"/>
                  </a:lnTo>
                  <a:lnTo>
                    <a:pt x="32258" y="4759"/>
                  </a:lnTo>
                  <a:lnTo>
                    <a:pt x="29247" y="1699"/>
                  </a:lnTo>
                  <a:lnTo>
                    <a:pt x="6451" y="0"/>
                  </a:lnTo>
                  <a:lnTo>
                    <a:pt x="430" y="5099"/>
                  </a:lnTo>
                  <a:lnTo>
                    <a:pt x="430" y="6458"/>
                  </a:lnTo>
                  <a:lnTo>
                    <a:pt x="860" y="7138"/>
                  </a:lnTo>
                  <a:lnTo>
                    <a:pt x="1720" y="8498"/>
                  </a:lnTo>
                  <a:lnTo>
                    <a:pt x="1290" y="8838"/>
                  </a:lnTo>
                  <a:lnTo>
                    <a:pt x="430" y="10538"/>
                  </a:lnTo>
                  <a:lnTo>
                    <a:pt x="0" y="10878"/>
                  </a:lnTo>
                  <a:lnTo>
                    <a:pt x="430" y="11898"/>
                  </a:lnTo>
                  <a:lnTo>
                    <a:pt x="1720" y="13257"/>
                  </a:lnTo>
                  <a:lnTo>
                    <a:pt x="1720" y="14617"/>
                  </a:lnTo>
                  <a:lnTo>
                    <a:pt x="1720" y="15977"/>
                  </a:lnTo>
                  <a:lnTo>
                    <a:pt x="1720" y="19036"/>
                  </a:lnTo>
                  <a:lnTo>
                    <a:pt x="2150" y="20396"/>
                  </a:lnTo>
                  <a:lnTo>
                    <a:pt x="4301" y="21756"/>
                  </a:lnTo>
                  <a:lnTo>
                    <a:pt x="5161" y="22776"/>
                  </a:lnTo>
                  <a:lnTo>
                    <a:pt x="4731" y="24475"/>
                  </a:lnTo>
                  <a:lnTo>
                    <a:pt x="5591" y="25495"/>
                  </a:lnTo>
                  <a:lnTo>
                    <a:pt x="6881" y="25155"/>
                  </a:lnTo>
                  <a:lnTo>
                    <a:pt x="8172" y="25155"/>
                  </a:lnTo>
                  <a:lnTo>
                    <a:pt x="10752" y="27875"/>
                  </a:lnTo>
                  <a:lnTo>
                    <a:pt x="11612" y="29235"/>
                  </a:lnTo>
                  <a:lnTo>
                    <a:pt x="11182" y="30254"/>
                  </a:lnTo>
                  <a:lnTo>
                    <a:pt x="11182" y="30254"/>
                  </a:lnTo>
                  <a:lnTo>
                    <a:pt x="11182" y="30934"/>
                  </a:lnTo>
                  <a:lnTo>
                    <a:pt x="11612" y="31274"/>
                  </a:lnTo>
                  <a:lnTo>
                    <a:pt x="11612" y="31954"/>
                  </a:lnTo>
                  <a:lnTo>
                    <a:pt x="11182" y="32634"/>
                  </a:lnTo>
                  <a:lnTo>
                    <a:pt x="10322" y="33314"/>
                  </a:lnTo>
                  <a:lnTo>
                    <a:pt x="3870" y="33654"/>
                  </a:lnTo>
                  <a:lnTo>
                    <a:pt x="2150" y="32294"/>
                  </a:lnTo>
                  <a:lnTo>
                    <a:pt x="1720" y="32294"/>
                  </a:lnTo>
                  <a:lnTo>
                    <a:pt x="1290" y="33654"/>
                  </a:lnTo>
                  <a:lnTo>
                    <a:pt x="2580" y="35014"/>
                  </a:lnTo>
                  <a:lnTo>
                    <a:pt x="860" y="35014"/>
                  </a:lnTo>
                  <a:lnTo>
                    <a:pt x="0" y="36033"/>
                  </a:lnTo>
                  <a:lnTo>
                    <a:pt x="0" y="38413"/>
                  </a:lnTo>
                  <a:lnTo>
                    <a:pt x="0" y="39093"/>
                  </a:lnTo>
                  <a:lnTo>
                    <a:pt x="860" y="4147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Shape 5138"/>
            <p:cNvSpPr/>
            <p:nvPr/>
          </p:nvSpPr>
          <p:spPr>
            <a:xfrm>
              <a:off x="10798432" y="3610319"/>
              <a:ext cx="144462" cy="1714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558" y="15603"/>
                  </a:moveTo>
                  <a:lnTo>
                    <a:pt x="104117" y="14489"/>
                  </a:lnTo>
                  <a:lnTo>
                    <a:pt x="98823" y="10773"/>
                  </a:lnTo>
                  <a:lnTo>
                    <a:pt x="95294" y="4829"/>
                  </a:lnTo>
                  <a:lnTo>
                    <a:pt x="93970" y="4086"/>
                  </a:lnTo>
                  <a:lnTo>
                    <a:pt x="93088" y="3715"/>
                  </a:lnTo>
                  <a:lnTo>
                    <a:pt x="91323" y="2600"/>
                  </a:lnTo>
                  <a:lnTo>
                    <a:pt x="81617" y="0"/>
                  </a:lnTo>
                  <a:lnTo>
                    <a:pt x="72794" y="371"/>
                  </a:lnTo>
                  <a:lnTo>
                    <a:pt x="65294" y="3343"/>
                  </a:lnTo>
                  <a:lnTo>
                    <a:pt x="24705" y="3715"/>
                  </a:lnTo>
                  <a:lnTo>
                    <a:pt x="20735" y="6315"/>
                  </a:lnTo>
                  <a:lnTo>
                    <a:pt x="17205" y="10402"/>
                  </a:lnTo>
                  <a:lnTo>
                    <a:pt x="11911" y="18947"/>
                  </a:lnTo>
                  <a:lnTo>
                    <a:pt x="10147" y="21176"/>
                  </a:lnTo>
                  <a:lnTo>
                    <a:pt x="7941" y="22291"/>
                  </a:lnTo>
                  <a:lnTo>
                    <a:pt x="6617" y="22662"/>
                  </a:lnTo>
                  <a:lnTo>
                    <a:pt x="4852" y="24148"/>
                  </a:lnTo>
                  <a:lnTo>
                    <a:pt x="3088" y="26006"/>
                  </a:lnTo>
                  <a:lnTo>
                    <a:pt x="1323" y="28978"/>
                  </a:lnTo>
                  <a:lnTo>
                    <a:pt x="0" y="31578"/>
                  </a:lnTo>
                  <a:lnTo>
                    <a:pt x="2205" y="33436"/>
                  </a:lnTo>
                  <a:lnTo>
                    <a:pt x="11470" y="34551"/>
                  </a:lnTo>
                  <a:lnTo>
                    <a:pt x="15000" y="37523"/>
                  </a:lnTo>
                  <a:lnTo>
                    <a:pt x="16323" y="39752"/>
                  </a:lnTo>
                  <a:lnTo>
                    <a:pt x="18970" y="41238"/>
                  </a:lnTo>
                  <a:lnTo>
                    <a:pt x="23823" y="42724"/>
                  </a:lnTo>
                  <a:lnTo>
                    <a:pt x="26029" y="44210"/>
                  </a:lnTo>
                  <a:lnTo>
                    <a:pt x="26029" y="44953"/>
                  </a:lnTo>
                  <a:lnTo>
                    <a:pt x="27352" y="47554"/>
                  </a:lnTo>
                  <a:lnTo>
                    <a:pt x="27794" y="47925"/>
                  </a:lnTo>
                  <a:lnTo>
                    <a:pt x="28676" y="48297"/>
                  </a:lnTo>
                  <a:lnTo>
                    <a:pt x="29558" y="48668"/>
                  </a:lnTo>
                  <a:lnTo>
                    <a:pt x="30000" y="50154"/>
                  </a:lnTo>
                  <a:lnTo>
                    <a:pt x="30000" y="51640"/>
                  </a:lnTo>
                  <a:lnTo>
                    <a:pt x="39705" y="59442"/>
                  </a:lnTo>
                  <a:lnTo>
                    <a:pt x="38823" y="60185"/>
                  </a:lnTo>
                  <a:lnTo>
                    <a:pt x="37500" y="59442"/>
                  </a:lnTo>
                  <a:lnTo>
                    <a:pt x="36617" y="60185"/>
                  </a:lnTo>
                  <a:lnTo>
                    <a:pt x="37058" y="62414"/>
                  </a:lnTo>
                  <a:lnTo>
                    <a:pt x="37500" y="63529"/>
                  </a:lnTo>
                  <a:lnTo>
                    <a:pt x="40588" y="66130"/>
                  </a:lnTo>
                  <a:lnTo>
                    <a:pt x="42352" y="69102"/>
                  </a:lnTo>
                  <a:lnTo>
                    <a:pt x="41470" y="69845"/>
                  </a:lnTo>
                  <a:lnTo>
                    <a:pt x="42352" y="70588"/>
                  </a:lnTo>
                  <a:lnTo>
                    <a:pt x="41470" y="71331"/>
                  </a:lnTo>
                  <a:lnTo>
                    <a:pt x="39705" y="71331"/>
                  </a:lnTo>
                  <a:lnTo>
                    <a:pt x="38823" y="72445"/>
                  </a:lnTo>
                  <a:lnTo>
                    <a:pt x="45882" y="77275"/>
                  </a:lnTo>
                  <a:lnTo>
                    <a:pt x="46764" y="77275"/>
                  </a:lnTo>
                  <a:lnTo>
                    <a:pt x="47205" y="76904"/>
                  </a:lnTo>
                  <a:lnTo>
                    <a:pt x="47647" y="76904"/>
                  </a:lnTo>
                  <a:lnTo>
                    <a:pt x="48970" y="77275"/>
                  </a:lnTo>
                  <a:lnTo>
                    <a:pt x="48088" y="78018"/>
                  </a:lnTo>
                  <a:lnTo>
                    <a:pt x="47647" y="78390"/>
                  </a:lnTo>
                  <a:lnTo>
                    <a:pt x="47205" y="80247"/>
                  </a:lnTo>
                  <a:lnTo>
                    <a:pt x="48970" y="82105"/>
                  </a:lnTo>
                  <a:lnTo>
                    <a:pt x="49411" y="83591"/>
                  </a:lnTo>
                  <a:lnTo>
                    <a:pt x="51176" y="84334"/>
                  </a:lnTo>
                  <a:lnTo>
                    <a:pt x="51617" y="85448"/>
                  </a:lnTo>
                  <a:lnTo>
                    <a:pt x="52500" y="88421"/>
                  </a:lnTo>
                  <a:lnTo>
                    <a:pt x="54705" y="92879"/>
                  </a:lnTo>
                  <a:lnTo>
                    <a:pt x="64852" y="105882"/>
                  </a:lnTo>
                  <a:lnTo>
                    <a:pt x="65294" y="106996"/>
                  </a:lnTo>
                  <a:lnTo>
                    <a:pt x="66176" y="108111"/>
                  </a:lnTo>
                  <a:lnTo>
                    <a:pt x="66176" y="110340"/>
                  </a:lnTo>
                  <a:lnTo>
                    <a:pt x="66176" y="112569"/>
                  </a:lnTo>
                  <a:lnTo>
                    <a:pt x="67058" y="113684"/>
                  </a:lnTo>
                  <a:lnTo>
                    <a:pt x="68823" y="114427"/>
                  </a:lnTo>
                  <a:lnTo>
                    <a:pt x="68823" y="115170"/>
                  </a:lnTo>
                  <a:lnTo>
                    <a:pt x="68382" y="117027"/>
                  </a:lnTo>
                  <a:lnTo>
                    <a:pt x="68382" y="117399"/>
                  </a:lnTo>
                  <a:lnTo>
                    <a:pt x="71470" y="116656"/>
                  </a:lnTo>
                  <a:lnTo>
                    <a:pt x="71911" y="116656"/>
                  </a:lnTo>
                  <a:lnTo>
                    <a:pt x="72352" y="117399"/>
                  </a:lnTo>
                  <a:lnTo>
                    <a:pt x="72352" y="118142"/>
                  </a:lnTo>
                  <a:lnTo>
                    <a:pt x="72794" y="119628"/>
                  </a:lnTo>
                  <a:lnTo>
                    <a:pt x="73235" y="120000"/>
                  </a:lnTo>
                  <a:lnTo>
                    <a:pt x="73676" y="119628"/>
                  </a:lnTo>
                  <a:lnTo>
                    <a:pt x="74117" y="118885"/>
                  </a:lnTo>
                  <a:lnTo>
                    <a:pt x="75000" y="118513"/>
                  </a:lnTo>
                  <a:lnTo>
                    <a:pt x="77205" y="117770"/>
                  </a:lnTo>
                  <a:lnTo>
                    <a:pt x="76764" y="117027"/>
                  </a:lnTo>
                  <a:lnTo>
                    <a:pt x="74117" y="114798"/>
                  </a:lnTo>
                  <a:lnTo>
                    <a:pt x="71911" y="111083"/>
                  </a:lnTo>
                  <a:lnTo>
                    <a:pt x="73235" y="110340"/>
                  </a:lnTo>
                  <a:lnTo>
                    <a:pt x="73235" y="109226"/>
                  </a:lnTo>
                  <a:lnTo>
                    <a:pt x="72352" y="107739"/>
                  </a:lnTo>
                  <a:lnTo>
                    <a:pt x="71029" y="106625"/>
                  </a:lnTo>
                  <a:lnTo>
                    <a:pt x="72794" y="105510"/>
                  </a:lnTo>
                  <a:lnTo>
                    <a:pt x="74117" y="106625"/>
                  </a:lnTo>
                  <a:lnTo>
                    <a:pt x="75882" y="108111"/>
                  </a:lnTo>
                  <a:lnTo>
                    <a:pt x="77205" y="108854"/>
                  </a:lnTo>
                  <a:lnTo>
                    <a:pt x="78529" y="107739"/>
                  </a:lnTo>
                  <a:lnTo>
                    <a:pt x="82941" y="102538"/>
                  </a:lnTo>
                  <a:lnTo>
                    <a:pt x="88676" y="99566"/>
                  </a:lnTo>
                  <a:lnTo>
                    <a:pt x="90441" y="96594"/>
                  </a:lnTo>
                  <a:lnTo>
                    <a:pt x="90441" y="91021"/>
                  </a:lnTo>
                  <a:lnTo>
                    <a:pt x="93970" y="87678"/>
                  </a:lnTo>
                  <a:lnTo>
                    <a:pt x="97500" y="83219"/>
                  </a:lnTo>
                  <a:lnTo>
                    <a:pt x="98823" y="81362"/>
                  </a:lnTo>
                  <a:lnTo>
                    <a:pt x="102794" y="79504"/>
                  </a:lnTo>
                  <a:lnTo>
                    <a:pt x="104117" y="77275"/>
                  </a:lnTo>
                  <a:lnTo>
                    <a:pt x="103235" y="75789"/>
                  </a:lnTo>
                  <a:lnTo>
                    <a:pt x="103676" y="73560"/>
                  </a:lnTo>
                  <a:lnTo>
                    <a:pt x="108088" y="66501"/>
                  </a:lnTo>
                  <a:lnTo>
                    <a:pt x="112058" y="61671"/>
                  </a:lnTo>
                  <a:lnTo>
                    <a:pt x="113823" y="59071"/>
                  </a:lnTo>
                  <a:lnTo>
                    <a:pt x="113823" y="57213"/>
                  </a:lnTo>
                  <a:lnTo>
                    <a:pt x="113823" y="54984"/>
                  </a:lnTo>
                  <a:lnTo>
                    <a:pt x="113823" y="52012"/>
                  </a:lnTo>
                  <a:lnTo>
                    <a:pt x="114264" y="51269"/>
                  </a:lnTo>
                  <a:lnTo>
                    <a:pt x="115147" y="48668"/>
                  </a:lnTo>
                  <a:lnTo>
                    <a:pt x="115588" y="47182"/>
                  </a:lnTo>
                  <a:lnTo>
                    <a:pt x="115588" y="45696"/>
                  </a:lnTo>
                  <a:lnTo>
                    <a:pt x="114705" y="43839"/>
                  </a:lnTo>
                  <a:lnTo>
                    <a:pt x="115588" y="41609"/>
                  </a:lnTo>
                  <a:lnTo>
                    <a:pt x="116911" y="40123"/>
                  </a:lnTo>
                  <a:lnTo>
                    <a:pt x="118235" y="38266"/>
                  </a:lnTo>
                  <a:lnTo>
                    <a:pt x="118676" y="36037"/>
                  </a:lnTo>
                  <a:lnTo>
                    <a:pt x="119117" y="34179"/>
                  </a:lnTo>
                  <a:lnTo>
                    <a:pt x="119558" y="33808"/>
                  </a:lnTo>
                  <a:lnTo>
                    <a:pt x="120000" y="33436"/>
                  </a:lnTo>
                  <a:lnTo>
                    <a:pt x="120000" y="28978"/>
                  </a:lnTo>
                  <a:lnTo>
                    <a:pt x="117352" y="24891"/>
                  </a:lnTo>
                  <a:lnTo>
                    <a:pt x="112058" y="20061"/>
                  </a:lnTo>
                  <a:lnTo>
                    <a:pt x="105882" y="18575"/>
                  </a:lnTo>
                  <a:lnTo>
                    <a:pt x="104558" y="1560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Shape 5139"/>
            <p:cNvSpPr/>
            <p:nvPr/>
          </p:nvSpPr>
          <p:spPr>
            <a:xfrm>
              <a:off x="10934957" y="2872132"/>
              <a:ext cx="66674" cy="1238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12" y="19914"/>
                  </a:moveTo>
                  <a:lnTo>
                    <a:pt x="13548" y="21957"/>
                  </a:lnTo>
                  <a:lnTo>
                    <a:pt x="15483" y="26042"/>
                  </a:lnTo>
                  <a:lnTo>
                    <a:pt x="15483" y="30638"/>
                  </a:lnTo>
                  <a:lnTo>
                    <a:pt x="13548" y="33702"/>
                  </a:lnTo>
                  <a:lnTo>
                    <a:pt x="15483" y="35744"/>
                  </a:lnTo>
                  <a:lnTo>
                    <a:pt x="14516" y="36765"/>
                  </a:lnTo>
                  <a:lnTo>
                    <a:pt x="11612" y="39319"/>
                  </a:lnTo>
                  <a:lnTo>
                    <a:pt x="12580" y="40340"/>
                  </a:lnTo>
                  <a:lnTo>
                    <a:pt x="19354" y="41872"/>
                  </a:lnTo>
                  <a:lnTo>
                    <a:pt x="22258" y="43404"/>
                  </a:lnTo>
                  <a:lnTo>
                    <a:pt x="23225" y="44425"/>
                  </a:lnTo>
                  <a:lnTo>
                    <a:pt x="24193" y="45446"/>
                  </a:lnTo>
                  <a:lnTo>
                    <a:pt x="23225" y="46468"/>
                  </a:lnTo>
                  <a:lnTo>
                    <a:pt x="21290" y="48510"/>
                  </a:lnTo>
                  <a:lnTo>
                    <a:pt x="20322" y="50042"/>
                  </a:lnTo>
                  <a:lnTo>
                    <a:pt x="19354" y="50553"/>
                  </a:lnTo>
                  <a:lnTo>
                    <a:pt x="16451" y="51574"/>
                  </a:lnTo>
                  <a:lnTo>
                    <a:pt x="15483" y="53617"/>
                  </a:lnTo>
                  <a:lnTo>
                    <a:pt x="22258" y="56170"/>
                  </a:lnTo>
                  <a:lnTo>
                    <a:pt x="23225" y="58212"/>
                  </a:lnTo>
                  <a:lnTo>
                    <a:pt x="21290" y="61276"/>
                  </a:lnTo>
                  <a:lnTo>
                    <a:pt x="24193" y="63829"/>
                  </a:lnTo>
                  <a:lnTo>
                    <a:pt x="24193" y="65361"/>
                  </a:lnTo>
                  <a:lnTo>
                    <a:pt x="23225" y="66382"/>
                  </a:lnTo>
                  <a:lnTo>
                    <a:pt x="22258" y="66893"/>
                  </a:lnTo>
                  <a:lnTo>
                    <a:pt x="21290" y="68425"/>
                  </a:lnTo>
                  <a:lnTo>
                    <a:pt x="26129" y="68425"/>
                  </a:lnTo>
                  <a:lnTo>
                    <a:pt x="29032" y="68936"/>
                  </a:lnTo>
                  <a:lnTo>
                    <a:pt x="30000" y="71489"/>
                  </a:lnTo>
                  <a:lnTo>
                    <a:pt x="30000" y="71489"/>
                  </a:lnTo>
                  <a:lnTo>
                    <a:pt x="30000" y="72000"/>
                  </a:lnTo>
                  <a:lnTo>
                    <a:pt x="28064" y="73531"/>
                  </a:lnTo>
                  <a:lnTo>
                    <a:pt x="26129" y="76595"/>
                  </a:lnTo>
                  <a:lnTo>
                    <a:pt x="26129" y="78127"/>
                  </a:lnTo>
                  <a:lnTo>
                    <a:pt x="26129" y="80170"/>
                  </a:lnTo>
                  <a:lnTo>
                    <a:pt x="29032" y="82723"/>
                  </a:lnTo>
                  <a:lnTo>
                    <a:pt x="31935" y="85276"/>
                  </a:lnTo>
                  <a:lnTo>
                    <a:pt x="38709" y="86297"/>
                  </a:lnTo>
                  <a:lnTo>
                    <a:pt x="38709" y="87319"/>
                  </a:lnTo>
                  <a:lnTo>
                    <a:pt x="34838" y="87319"/>
                  </a:lnTo>
                  <a:lnTo>
                    <a:pt x="33870" y="87319"/>
                  </a:lnTo>
                  <a:lnTo>
                    <a:pt x="32903" y="88340"/>
                  </a:lnTo>
                  <a:lnTo>
                    <a:pt x="38709" y="91404"/>
                  </a:lnTo>
                  <a:lnTo>
                    <a:pt x="41612" y="93957"/>
                  </a:lnTo>
                  <a:lnTo>
                    <a:pt x="43548" y="97531"/>
                  </a:lnTo>
                  <a:lnTo>
                    <a:pt x="41612" y="98553"/>
                  </a:lnTo>
                  <a:lnTo>
                    <a:pt x="40645" y="99063"/>
                  </a:lnTo>
                  <a:lnTo>
                    <a:pt x="38709" y="98553"/>
                  </a:lnTo>
                  <a:lnTo>
                    <a:pt x="37741" y="97531"/>
                  </a:lnTo>
                  <a:lnTo>
                    <a:pt x="37741" y="98553"/>
                  </a:lnTo>
                  <a:lnTo>
                    <a:pt x="40645" y="100085"/>
                  </a:lnTo>
                  <a:lnTo>
                    <a:pt x="47419" y="100085"/>
                  </a:lnTo>
                  <a:lnTo>
                    <a:pt x="49354" y="101617"/>
                  </a:lnTo>
                  <a:lnTo>
                    <a:pt x="48387" y="102638"/>
                  </a:lnTo>
                  <a:lnTo>
                    <a:pt x="47419" y="106212"/>
                  </a:lnTo>
                  <a:lnTo>
                    <a:pt x="49354" y="108765"/>
                  </a:lnTo>
                  <a:lnTo>
                    <a:pt x="52258" y="108765"/>
                  </a:lnTo>
                  <a:lnTo>
                    <a:pt x="60000" y="106723"/>
                  </a:lnTo>
                  <a:lnTo>
                    <a:pt x="67741" y="107744"/>
                  </a:lnTo>
                  <a:lnTo>
                    <a:pt x="70645" y="108765"/>
                  </a:lnTo>
                  <a:lnTo>
                    <a:pt x="73548" y="111829"/>
                  </a:lnTo>
                  <a:lnTo>
                    <a:pt x="78387" y="116936"/>
                  </a:lnTo>
                  <a:lnTo>
                    <a:pt x="80322" y="118468"/>
                  </a:lnTo>
                  <a:lnTo>
                    <a:pt x="82258" y="120000"/>
                  </a:lnTo>
                  <a:lnTo>
                    <a:pt x="86129" y="120000"/>
                  </a:lnTo>
                  <a:lnTo>
                    <a:pt x="95806" y="115404"/>
                  </a:lnTo>
                  <a:lnTo>
                    <a:pt x="106451" y="115404"/>
                  </a:lnTo>
                  <a:lnTo>
                    <a:pt x="111290" y="113361"/>
                  </a:lnTo>
                  <a:lnTo>
                    <a:pt x="117096" y="106212"/>
                  </a:lnTo>
                  <a:lnTo>
                    <a:pt x="120000" y="99063"/>
                  </a:lnTo>
                  <a:lnTo>
                    <a:pt x="120000" y="98553"/>
                  </a:lnTo>
                  <a:lnTo>
                    <a:pt x="120000" y="95489"/>
                  </a:lnTo>
                  <a:lnTo>
                    <a:pt x="119032" y="91914"/>
                  </a:lnTo>
                  <a:lnTo>
                    <a:pt x="117096" y="91404"/>
                  </a:lnTo>
                  <a:lnTo>
                    <a:pt x="115161" y="90893"/>
                  </a:lnTo>
                  <a:lnTo>
                    <a:pt x="113225" y="88851"/>
                  </a:lnTo>
                  <a:lnTo>
                    <a:pt x="114193" y="87319"/>
                  </a:lnTo>
                  <a:lnTo>
                    <a:pt x="116129" y="86808"/>
                  </a:lnTo>
                  <a:lnTo>
                    <a:pt x="117096" y="86297"/>
                  </a:lnTo>
                  <a:lnTo>
                    <a:pt x="118064" y="85787"/>
                  </a:lnTo>
                  <a:lnTo>
                    <a:pt x="117096" y="84765"/>
                  </a:lnTo>
                  <a:lnTo>
                    <a:pt x="113225" y="83234"/>
                  </a:lnTo>
                  <a:lnTo>
                    <a:pt x="111290" y="82212"/>
                  </a:lnTo>
                  <a:lnTo>
                    <a:pt x="109354" y="78638"/>
                  </a:lnTo>
                  <a:lnTo>
                    <a:pt x="97741" y="71489"/>
                  </a:lnTo>
                  <a:lnTo>
                    <a:pt x="95806" y="69957"/>
                  </a:lnTo>
                  <a:lnTo>
                    <a:pt x="95806" y="65361"/>
                  </a:lnTo>
                  <a:lnTo>
                    <a:pt x="90967" y="64851"/>
                  </a:lnTo>
                  <a:lnTo>
                    <a:pt x="75483" y="65872"/>
                  </a:lnTo>
                  <a:lnTo>
                    <a:pt x="73548" y="65361"/>
                  </a:lnTo>
                  <a:lnTo>
                    <a:pt x="73548" y="63829"/>
                  </a:lnTo>
                  <a:lnTo>
                    <a:pt x="75483" y="62297"/>
                  </a:lnTo>
                  <a:lnTo>
                    <a:pt x="75483" y="60255"/>
                  </a:lnTo>
                  <a:lnTo>
                    <a:pt x="76451" y="57191"/>
                  </a:lnTo>
                  <a:lnTo>
                    <a:pt x="78387" y="55148"/>
                  </a:lnTo>
                  <a:lnTo>
                    <a:pt x="81290" y="52595"/>
                  </a:lnTo>
                  <a:lnTo>
                    <a:pt x="80322" y="46978"/>
                  </a:lnTo>
                  <a:lnTo>
                    <a:pt x="79354" y="43404"/>
                  </a:lnTo>
                  <a:lnTo>
                    <a:pt x="44516" y="9702"/>
                  </a:lnTo>
                  <a:lnTo>
                    <a:pt x="38709" y="5617"/>
                  </a:lnTo>
                  <a:lnTo>
                    <a:pt x="34838" y="3063"/>
                  </a:lnTo>
                  <a:lnTo>
                    <a:pt x="15483" y="0"/>
                  </a:lnTo>
                  <a:lnTo>
                    <a:pt x="1935" y="4595"/>
                  </a:lnTo>
                  <a:lnTo>
                    <a:pt x="0" y="6127"/>
                  </a:lnTo>
                  <a:lnTo>
                    <a:pt x="0" y="8170"/>
                  </a:lnTo>
                  <a:lnTo>
                    <a:pt x="1935" y="12255"/>
                  </a:lnTo>
                  <a:lnTo>
                    <a:pt x="11612" y="1991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Shape 5140"/>
            <p:cNvSpPr/>
            <p:nvPr/>
          </p:nvSpPr>
          <p:spPr>
            <a:xfrm>
              <a:off x="11187371" y="2445094"/>
              <a:ext cx="55562" cy="873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3" y="35421"/>
                  </a:moveTo>
                  <a:lnTo>
                    <a:pt x="2307" y="38313"/>
                  </a:lnTo>
                  <a:lnTo>
                    <a:pt x="2307" y="40481"/>
                  </a:lnTo>
                  <a:lnTo>
                    <a:pt x="2307" y="41927"/>
                  </a:lnTo>
                  <a:lnTo>
                    <a:pt x="3461" y="42650"/>
                  </a:lnTo>
                  <a:lnTo>
                    <a:pt x="3461" y="44096"/>
                  </a:lnTo>
                  <a:lnTo>
                    <a:pt x="3461" y="46987"/>
                  </a:lnTo>
                  <a:lnTo>
                    <a:pt x="3461" y="47710"/>
                  </a:lnTo>
                  <a:lnTo>
                    <a:pt x="3461" y="48433"/>
                  </a:lnTo>
                  <a:lnTo>
                    <a:pt x="3461" y="50602"/>
                  </a:lnTo>
                  <a:lnTo>
                    <a:pt x="2307" y="53493"/>
                  </a:lnTo>
                  <a:lnTo>
                    <a:pt x="1153" y="57108"/>
                  </a:lnTo>
                  <a:lnTo>
                    <a:pt x="0" y="60722"/>
                  </a:lnTo>
                  <a:lnTo>
                    <a:pt x="2307" y="61445"/>
                  </a:lnTo>
                  <a:lnTo>
                    <a:pt x="6923" y="66506"/>
                  </a:lnTo>
                  <a:lnTo>
                    <a:pt x="9230" y="68674"/>
                  </a:lnTo>
                  <a:lnTo>
                    <a:pt x="36923" y="66506"/>
                  </a:lnTo>
                  <a:lnTo>
                    <a:pt x="43846" y="63614"/>
                  </a:lnTo>
                  <a:lnTo>
                    <a:pt x="46153" y="63614"/>
                  </a:lnTo>
                  <a:lnTo>
                    <a:pt x="66923" y="75903"/>
                  </a:lnTo>
                  <a:lnTo>
                    <a:pt x="68076" y="77349"/>
                  </a:lnTo>
                  <a:lnTo>
                    <a:pt x="68076" y="79518"/>
                  </a:lnTo>
                  <a:lnTo>
                    <a:pt x="69230" y="83855"/>
                  </a:lnTo>
                  <a:lnTo>
                    <a:pt x="66923" y="85301"/>
                  </a:lnTo>
                  <a:lnTo>
                    <a:pt x="65769" y="85301"/>
                  </a:lnTo>
                  <a:lnTo>
                    <a:pt x="66923" y="86746"/>
                  </a:lnTo>
                  <a:lnTo>
                    <a:pt x="68076" y="89638"/>
                  </a:lnTo>
                  <a:lnTo>
                    <a:pt x="68076" y="91084"/>
                  </a:lnTo>
                  <a:lnTo>
                    <a:pt x="68076" y="91807"/>
                  </a:lnTo>
                  <a:lnTo>
                    <a:pt x="66923" y="95421"/>
                  </a:lnTo>
                  <a:lnTo>
                    <a:pt x="69230" y="98313"/>
                  </a:lnTo>
                  <a:lnTo>
                    <a:pt x="95769" y="105542"/>
                  </a:lnTo>
                  <a:lnTo>
                    <a:pt x="101538" y="110602"/>
                  </a:lnTo>
                  <a:lnTo>
                    <a:pt x="102692" y="112771"/>
                  </a:lnTo>
                  <a:lnTo>
                    <a:pt x="102692" y="117831"/>
                  </a:lnTo>
                  <a:lnTo>
                    <a:pt x="105000" y="119999"/>
                  </a:lnTo>
                  <a:lnTo>
                    <a:pt x="107307" y="119999"/>
                  </a:lnTo>
                  <a:lnTo>
                    <a:pt x="108461" y="118554"/>
                  </a:lnTo>
                  <a:lnTo>
                    <a:pt x="109615" y="116385"/>
                  </a:lnTo>
                  <a:lnTo>
                    <a:pt x="109615" y="110602"/>
                  </a:lnTo>
                  <a:lnTo>
                    <a:pt x="110769" y="108433"/>
                  </a:lnTo>
                  <a:lnTo>
                    <a:pt x="111923" y="106987"/>
                  </a:lnTo>
                  <a:lnTo>
                    <a:pt x="113076" y="104096"/>
                  </a:lnTo>
                  <a:lnTo>
                    <a:pt x="113076" y="100481"/>
                  </a:lnTo>
                  <a:lnTo>
                    <a:pt x="114230" y="99036"/>
                  </a:lnTo>
                  <a:lnTo>
                    <a:pt x="115384" y="97590"/>
                  </a:lnTo>
                  <a:lnTo>
                    <a:pt x="116538" y="94698"/>
                  </a:lnTo>
                  <a:lnTo>
                    <a:pt x="118846" y="91807"/>
                  </a:lnTo>
                  <a:lnTo>
                    <a:pt x="120000" y="89638"/>
                  </a:lnTo>
                  <a:lnTo>
                    <a:pt x="118846" y="83132"/>
                  </a:lnTo>
                  <a:lnTo>
                    <a:pt x="116538" y="76626"/>
                  </a:lnTo>
                  <a:lnTo>
                    <a:pt x="114230" y="70843"/>
                  </a:lnTo>
                  <a:lnTo>
                    <a:pt x="111923" y="65783"/>
                  </a:lnTo>
                  <a:lnTo>
                    <a:pt x="109615" y="63614"/>
                  </a:lnTo>
                  <a:lnTo>
                    <a:pt x="108461" y="61445"/>
                  </a:lnTo>
                  <a:lnTo>
                    <a:pt x="109615" y="55662"/>
                  </a:lnTo>
                  <a:lnTo>
                    <a:pt x="109615" y="52048"/>
                  </a:lnTo>
                  <a:lnTo>
                    <a:pt x="110769" y="49156"/>
                  </a:lnTo>
                  <a:lnTo>
                    <a:pt x="111923" y="47710"/>
                  </a:lnTo>
                  <a:lnTo>
                    <a:pt x="113076" y="46265"/>
                  </a:lnTo>
                  <a:lnTo>
                    <a:pt x="109615" y="41204"/>
                  </a:lnTo>
                  <a:lnTo>
                    <a:pt x="107307" y="37590"/>
                  </a:lnTo>
                  <a:lnTo>
                    <a:pt x="107307" y="34698"/>
                  </a:lnTo>
                  <a:lnTo>
                    <a:pt x="107307" y="32530"/>
                  </a:lnTo>
                  <a:lnTo>
                    <a:pt x="101538" y="26024"/>
                  </a:lnTo>
                  <a:lnTo>
                    <a:pt x="99230" y="23132"/>
                  </a:lnTo>
                  <a:lnTo>
                    <a:pt x="100384" y="22409"/>
                  </a:lnTo>
                  <a:lnTo>
                    <a:pt x="100384" y="20963"/>
                  </a:lnTo>
                  <a:lnTo>
                    <a:pt x="101538" y="20240"/>
                  </a:lnTo>
                  <a:lnTo>
                    <a:pt x="99230" y="16626"/>
                  </a:lnTo>
                  <a:lnTo>
                    <a:pt x="92307" y="13734"/>
                  </a:lnTo>
                  <a:lnTo>
                    <a:pt x="85384" y="6506"/>
                  </a:lnTo>
                  <a:lnTo>
                    <a:pt x="80769" y="4337"/>
                  </a:lnTo>
                  <a:lnTo>
                    <a:pt x="57692" y="10843"/>
                  </a:lnTo>
                  <a:lnTo>
                    <a:pt x="55384" y="9397"/>
                  </a:lnTo>
                  <a:lnTo>
                    <a:pt x="46153" y="2168"/>
                  </a:lnTo>
                  <a:lnTo>
                    <a:pt x="31153" y="0"/>
                  </a:lnTo>
                  <a:lnTo>
                    <a:pt x="10384" y="13734"/>
                  </a:lnTo>
                  <a:lnTo>
                    <a:pt x="6923" y="18795"/>
                  </a:lnTo>
                  <a:lnTo>
                    <a:pt x="6923" y="16626"/>
                  </a:lnTo>
                  <a:lnTo>
                    <a:pt x="6923" y="18795"/>
                  </a:lnTo>
                  <a:lnTo>
                    <a:pt x="5769" y="21686"/>
                  </a:lnTo>
                  <a:lnTo>
                    <a:pt x="5769" y="23132"/>
                  </a:lnTo>
                  <a:lnTo>
                    <a:pt x="3461" y="23855"/>
                  </a:lnTo>
                  <a:lnTo>
                    <a:pt x="1153" y="26024"/>
                  </a:lnTo>
                  <a:lnTo>
                    <a:pt x="0" y="26746"/>
                  </a:lnTo>
                  <a:lnTo>
                    <a:pt x="0" y="29638"/>
                  </a:lnTo>
                  <a:lnTo>
                    <a:pt x="0" y="33253"/>
                  </a:lnTo>
                  <a:lnTo>
                    <a:pt x="1153" y="3542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Shape 5141"/>
            <p:cNvSpPr/>
            <p:nvPr/>
          </p:nvSpPr>
          <p:spPr>
            <a:xfrm>
              <a:off x="10980996" y="2586382"/>
              <a:ext cx="257175" cy="2936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0" y="23351"/>
                  </a:moveTo>
                  <a:lnTo>
                    <a:pt x="3456" y="24432"/>
                  </a:lnTo>
                  <a:lnTo>
                    <a:pt x="11604" y="21837"/>
                  </a:lnTo>
                  <a:lnTo>
                    <a:pt x="15308" y="23351"/>
                  </a:lnTo>
                  <a:lnTo>
                    <a:pt x="15802" y="23783"/>
                  </a:lnTo>
                  <a:lnTo>
                    <a:pt x="16296" y="25513"/>
                  </a:lnTo>
                  <a:lnTo>
                    <a:pt x="14320" y="28108"/>
                  </a:lnTo>
                  <a:lnTo>
                    <a:pt x="13333" y="30486"/>
                  </a:lnTo>
                  <a:lnTo>
                    <a:pt x="12839" y="32648"/>
                  </a:lnTo>
                  <a:lnTo>
                    <a:pt x="12345" y="32648"/>
                  </a:lnTo>
                  <a:lnTo>
                    <a:pt x="12098" y="33297"/>
                  </a:lnTo>
                  <a:lnTo>
                    <a:pt x="11851" y="33729"/>
                  </a:lnTo>
                  <a:lnTo>
                    <a:pt x="11851" y="34162"/>
                  </a:lnTo>
                  <a:lnTo>
                    <a:pt x="9135" y="37621"/>
                  </a:lnTo>
                  <a:lnTo>
                    <a:pt x="8395" y="38702"/>
                  </a:lnTo>
                  <a:lnTo>
                    <a:pt x="8888" y="40216"/>
                  </a:lnTo>
                  <a:lnTo>
                    <a:pt x="9629" y="41081"/>
                  </a:lnTo>
                  <a:lnTo>
                    <a:pt x="11851" y="41081"/>
                  </a:lnTo>
                  <a:lnTo>
                    <a:pt x="12839" y="40432"/>
                  </a:lnTo>
                  <a:lnTo>
                    <a:pt x="14814" y="38054"/>
                  </a:lnTo>
                  <a:lnTo>
                    <a:pt x="16790" y="36540"/>
                  </a:lnTo>
                  <a:lnTo>
                    <a:pt x="17283" y="35675"/>
                  </a:lnTo>
                  <a:lnTo>
                    <a:pt x="18024" y="34378"/>
                  </a:lnTo>
                  <a:lnTo>
                    <a:pt x="19012" y="31351"/>
                  </a:lnTo>
                  <a:lnTo>
                    <a:pt x="20000" y="29621"/>
                  </a:lnTo>
                  <a:lnTo>
                    <a:pt x="20740" y="28972"/>
                  </a:lnTo>
                  <a:lnTo>
                    <a:pt x="21481" y="28972"/>
                  </a:lnTo>
                  <a:lnTo>
                    <a:pt x="22716" y="29621"/>
                  </a:lnTo>
                  <a:lnTo>
                    <a:pt x="22962" y="29189"/>
                  </a:lnTo>
                  <a:lnTo>
                    <a:pt x="23209" y="28108"/>
                  </a:lnTo>
                  <a:lnTo>
                    <a:pt x="23456" y="27459"/>
                  </a:lnTo>
                  <a:lnTo>
                    <a:pt x="23703" y="27027"/>
                  </a:lnTo>
                  <a:lnTo>
                    <a:pt x="26666" y="27891"/>
                  </a:lnTo>
                  <a:lnTo>
                    <a:pt x="26913" y="28324"/>
                  </a:lnTo>
                  <a:lnTo>
                    <a:pt x="26913" y="29189"/>
                  </a:lnTo>
                  <a:lnTo>
                    <a:pt x="26913" y="29621"/>
                  </a:lnTo>
                  <a:lnTo>
                    <a:pt x="26913" y="30270"/>
                  </a:lnTo>
                  <a:lnTo>
                    <a:pt x="27407" y="31135"/>
                  </a:lnTo>
                  <a:lnTo>
                    <a:pt x="30370" y="33513"/>
                  </a:lnTo>
                  <a:lnTo>
                    <a:pt x="30617" y="34162"/>
                  </a:lnTo>
                  <a:lnTo>
                    <a:pt x="30617" y="35027"/>
                  </a:lnTo>
                  <a:lnTo>
                    <a:pt x="30123" y="35891"/>
                  </a:lnTo>
                  <a:lnTo>
                    <a:pt x="24444" y="40000"/>
                  </a:lnTo>
                  <a:lnTo>
                    <a:pt x="22962" y="42594"/>
                  </a:lnTo>
                  <a:lnTo>
                    <a:pt x="23456" y="43243"/>
                  </a:lnTo>
                  <a:lnTo>
                    <a:pt x="25185" y="43459"/>
                  </a:lnTo>
                  <a:lnTo>
                    <a:pt x="25432" y="44324"/>
                  </a:lnTo>
                  <a:lnTo>
                    <a:pt x="25185" y="44324"/>
                  </a:lnTo>
                  <a:lnTo>
                    <a:pt x="25925" y="44972"/>
                  </a:lnTo>
                  <a:lnTo>
                    <a:pt x="26666" y="44972"/>
                  </a:lnTo>
                  <a:lnTo>
                    <a:pt x="27901" y="44540"/>
                  </a:lnTo>
                  <a:lnTo>
                    <a:pt x="28641" y="43243"/>
                  </a:lnTo>
                  <a:lnTo>
                    <a:pt x="28641" y="43027"/>
                  </a:lnTo>
                  <a:lnTo>
                    <a:pt x="28641" y="42594"/>
                  </a:lnTo>
                  <a:lnTo>
                    <a:pt x="28641" y="42378"/>
                  </a:lnTo>
                  <a:lnTo>
                    <a:pt x="28888" y="41081"/>
                  </a:lnTo>
                  <a:lnTo>
                    <a:pt x="29382" y="41297"/>
                  </a:lnTo>
                  <a:lnTo>
                    <a:pt x="30370" y="42378"/>
                  </a:lnTo>
                  <a:lnTo>
                    <a:pt x="30864" y="42378"/>
                  </a:lnTo>
                  <a:lnTo>
                    <a:pt x="31358" y="41945"/>
                  </a:lnTo>
                  <a:lnTo>
                    <a:pt x="31851" y="41513"/>
                  </a:lnTo>
                  <a:lnTo>
                    <a:pt x="32592" y="42378"/>
                  </a:lnTo>
                  <a:lnTo>
                    <a:pt x="31111" y="44108"/>
                  </a:lnTo>
                  <a:lnTo>
                    <a:pt x="30370" y="45189"/>
                  </a:lnTo>
                  <a:lnTo>
                    <a:pt x="29876" y="46486"/>
                  </a:lnTo>
                  <a:lnTo>
                    <a:pt x="31111" y="46054"/>
                  </a:lnTo>
                  <a:lnTo>
                    <a:pt x="33333" y="44324"/>
                  </a:lnTo>
                  <a:lnTo>
                    <a:pt x="33827" y="44324"/>
                  </a:lnTo>
                  <a:lnTo>
                    <a:pt x="34074" y="44540"/>
                  </a:lnTo>
                  <a:lnTo>
                    <a:pt x="33827" y="45405"/>
                  </a:lnTo>
                  <a:lnTo>
                    <a:pt x="33580" y="45621"/>
                  </a:lnTo>
                  <a:lnTo>
                    <a:pt x="34074" y="46270"/>
                  </a:lnTo>
                  <a:lnTo>
                    <a:pt x="34814" y="45189"/>
                  </a:lnTo>
                  <a:lnTo>
                    <a:pt x="35555" y="43891"/>
                  </a:lnTo>
                  <a:lnTo>
                    <a:pt x="36049" y="43027"/>
                  </a:lnTo>
                  <a:lnTo>
                    <a:pt x="37283" y="43459"/>
                  </a:lnTo>
                  <a:lnTo>
                    <a:pt x="38024" y="44324"/>
                  </a:lnTo>
                  <a:lnTo>
                    <a:pt x="38271" y="46270"/>
                  </a:lnTo>
                  <a:lnTo>
                    <a:pt x="38765" y="46486"/>
                  </a:lnTo>
                  <a:lnTo>
                    <a:pt x="39012" y="47135"/>
                  </a:lnTo>
                  <a:lnTo>
                    <a:pt x="38765" y="47783"/>
                  </a:lnTo>
                  <a:lnTo>
                    <a:pt x="38271" y="48432"/>
                  </a:lnTo>
                  <a:lnTo>
                    <a:pt x="36296" y="48216"/>
                  </a:lnTo>
                  <a:lnTo>
                    <a:pt x="35802" y="48648"/>
                  </a:lnTo>
                  <a:lnTo>
                    <a:pt x="35061" y="49297"/>
                  </a:lnTo>
                  <a:lnTo>
                    <a:pt x="35061" y="49945"/>
                  </a:lnTo>
                  <a:lnTo>
                    <a:pt x="35555" y="51891"/>
                  </a:lnTo>
                  <a:lnTo>
                    <a:pt x="27901" y="51675"/>
                  </a:lnTo>
                  <a:lnTo>
                    <a:pt x="26419" y="52756"/>
                  </a:lnTo>
                  <a:lnTo>
                    <a:pt x="25185" y="54702"/>
                  </a:lnTo>
                  <a:lnTo>
                    <a:pt x="25679" y="55351"/>
                  </a:lnTo>
                  <a:lnTo>
                    <a:pt x="36049" y="55351"/>
                  </a:lnTo>
                  <a:lnTo>
                    <a:pt x="37037" y="56000"/>
                  </a:lnTo>
                  <a:lnTo>
                    <a:pt x="36543" y="56432"/>
                  </a:lnTo>
                  <a:lnTo>
                    <a:pt x="36049" y="57081"/>
                  </a:lnTo>
                  <a:lnTo>
                    <a:pt x="36296" y="57081"/>
                  </a:lnTo>
                  <a:lnTo>
                    <a:pt x="36543" y="57297"/>
                  </a:lnTo>
                  <a:lnTo>
                    <a:pt x="37037" y="57513"/>
                  </a:lnTo>
                  <a:lnTo>
                    <a:pt x="37283" y="58162"/>
                  </a:lnTo>
                  <a:lnTo>
                    <a:pt x="36543" y="59027"/>
                  </a:lnTo>
                  <a:lnTo>
                    <a:pt x="36296" y="59027"/>
                  </a:lnTo>
                  <a:lnTo>
                    <a:pt x="36049" y="58378"/>
                  </a:lnTo>
                  <a:lnTo>
                    <a:pt x="35308" y="59459"/>
                  </a:lnTo>
                  <a:lnTo>
                    <a:pt x="35061" y="59891"/>
                  </a:lnTo>
                  <a:lnTo>
                    <a:pt x="35061" y="60324"/>
                  </a:lnTo>
                  <a:lnTo>
                    <a:pt x="35308" y="60972"/>
                  </a:lnTo>
                  <a:lnTo>
                    <a:pt x="35555" y="61189"/>
                  </a:lnTo>
                  <a:lnTo>
                    <a:pt x="35555" y="61837"/>
                  </a:lnTo>
                  <a:lnTo>
                    <a:pt x="35308" y="63135"/>
                  </a:lnTo>
                  <a:lnTo>
                    <a:pt x="34567" y="64216"/>
                  </a:lnTo>
                  <a:lnTo>
                    <a:pt x="33580" y="64648"/>
                  </a:lnTo>
                  <a:lnTo>
                    <a:pt x="32839" y="64432"/>
                  </a:lnTo>
                  <a:lnTo>
                    <a:pt x="30370" y="62702"/>
                  </a:lnTo>
                  <a:lnTo>
                    <a:pt x="24444" y="62702"/>
                  </a:lnTo>
                  <a:lnTo>
                    <a:pt x="13827" y="57513"/>
                  </a:lnTo>
                  <a:lnTo>
                    <a:pt x="10617" y="57729"/>
                  </a:lnTo>
                  <a:lnTo>
                    <a:pt x="9135" y="59243"/>
                  </a:lnTo>
                  <a:lnTo>
                    <a:pt x="7160" y="60324"/>
                  </a:lnTo>
                  <a:lnTo>
                    <a:pt x="6419" y="61405"/>
                  </a:lnTo>
                  <a:lnTo>
                    <a:pt x="5925" y="62270"/>
                  </a:lnTo>
                  <a:lnTo>
                    <a:pt x="5679" y="62702"/>
                  </a:lnTo>
                  <a:lnTo>
                    <a:pt x="5679" y="63567"/>
                  </a:lnTo>
                  <a:lnTo>
                    <a:pt x="6172" y="67459"/>
                  </a:lnTo>
                  <a:lnTo>
                    <a:pt x="6172" y="67891"/>
                  </a:lnTo>
                  <a:lnTo>
                    <a:pt x="8148" y="71135"/>
                  </a:lnTo>
                  <a:lnTo>
                    <a:pt x="8888" y="73945"/>
                  </a:lnTo>
                  <a:lnTo>
                    <a:pt x="9135" y="74378"/>
                  </a:lnTo>
                  <a:lnTo>
                    <a:pt x="9629" y="74594"/>
                  </a:lnTo>
                  <a:lnTo>
                    <a:pt x="9876" y="74810"/>
                  </a:lnTo>
                  <a:lnTo>
                    <a:pt x="10370" y="75027"/>
                  </a:lnTo>
                  <a:lnTo>
                    <a:pt x="11358" y="76972"/>
                  </a:lnTo>
                  <a:lnTo>
                    <a:pt x="14814" y="80864"/>
                  </a:lnTo>
                  <a:lnTo>
                    <a:pt x="24444" y="83675"/>
                  </a:lnTo>
                  <a:lnTo>
                    <a:pt x="25432" y="83027"/>
                  </a:lnTo>
                  <a:lnTo>
                    <a:pt x="25432" y="81297"/>
                  </a:lnTo>
                  <a:lnTo>
                    <a:pt x="25925" y="81081"/>
                  </a:lnTo>
                  <a:lnTo>
                    <a:pt x="28641" y="78702"/>
                  </a:lnTo>
                  <a:lnTo>
                    <a:pt x="30370" y="77837"/>
                  </a:lnTo>
                  <a:lnTo>
                    <a:pt x="33580" y="77837"/>
                  </a:lnTo>
                  <a:lnTo>
                    <a:pt x="34814" y="77189"/>
                  </a:lnTo>
                  <a:lnTo>
                    <a:pt x="35802" y="76972"/>
                  </a:lnTo>
                  <a:lnTo>
                    <a:pt x="36543" y="76324"/>
                  </a:lnTo>
                  <a:lnTo>
                    <a:pt x="47901" y="74378"/>
                  </a:lnTo>
                  <a:lnTo>
                    <a:pt x="49382" y="75459"/>
                  </a:lnTo>
                  <a:lnTo>
                    <a:pt x="46913" y="78270"/>
                  </a:lnTo>
                  <a:lnTo>
                    <a:pt x="46172" y="79351"/>
                  </a:lnTo>
                  <a:lnTo>
                    <a:pt x="46666" y="81081"/>
                  </a:lnTo>
                  <a:lnTo>
                    <a:pt x="47160" y="82378"/>
                  </a:lnTo>
                  <a:lnTo>
                    <a:pt x="50370" y="84540"/>
                  </a:lnTo>
                  <a:lnTo>
                    <a:pt x="51111" y="84756"/>
                  </a:lnTo>
                  <a:lnTo>
                    <a:pt x="58518" y="81513"/>
                  </a:lnTo>
                  <a:lnTo>
                    <a:pt x="71111" y="85621"/>
                  </a:lnTo>
                  <a:lnTo>
                    <a:pt x="74814" y="89513"/>
                  </a:lnTo>
                  <a:lnTo>
                    <a:pt x="75308" y="89513"/>
                  </a:lnTo>
                  <a:lnTo>
                    <a:pt x="78765" y="88000"/>
                  </a:lnTo>
                  <a:lnTo>
                    <a:pt x="79259" y="88000"/>
                  </a:lnTo>
                  <a:lnTo>
                    <a:pt x="79753" y="88432"/>
                  </a:lnTo>
                  <a:lnTo>
                    <a:pt x="80000" y="89513"/>
                  </a:lnTo>
                  <a:lnTo>
                    <a:pt x="80000" y="90162"/>
                  </a:lnTo>
                  <a:lnTo>
                    <a:pt x="80000" y="91027"/>
                  </a:lnTo>
                  <a:lnTo>
                    <a:pt x="80000" y="91675"/>
                  </a:lnTo>
                  <a:lnTo>
                    <a:pt x="80246" y="93189"/>
                  </a:lnTo>
                  <a:lnTo>
                    <a:pt x="80987" y="94270"/>
                  </a:lnTo>
                  <a:lnTo>
                    <a:pt x="84197" y="96432"/>
                  </a:lnTo>
                  <a:lnTo>
                    <a:pt x="84938" y="97513"/>
                  </a:lnTo>
                  <a:lnTo>
                    <a:pt x="84691" y="98810"/>
                  </a:lnTo>
                  <a:lnTo>
                    <a:pt x="84444" y="99459"/>
                  </a:lnTo>
                  <a:lnTo>
                    <a:pt x="83950" y="99459"/>
                  </a:lnTo>
                  <a:lnTo>
                    <a:pt x="83703" y="99675"/>
                  </a:lnTo>
                  <a:lnTo>
                    <a:pt x="83456" y="100756"/>
                  </a:lnTo>
                  <a:lnTo>
                    <a:pt x="83456" y="101837"/>
                  </a:lnTo>
                  <a:lnTo>
                    <a:pt x="83456" y="102486"/>
                  </a:lnTo>
                  <a:lnTo>
                    <a:pt x="83950" y="104000"/>
                  </a:lnTo>
                  <a:lnTo>
                    <a:pt x="84444" y="105513"/>
                  </a:lnTo>
                  <a:lnTo>
                    <a:pt x="86913" y="109837"/>
                  </a:lnTo>
                  <a:lnTo>
                    <a:pt x="87407" y="111135"/>
                  </a:lnTo>
                  <a:lnTo>
                    <a:pt x="87901" y="112432"/>
                  </a:lnTo>
                  <a:lnTo>
                    <a:pt x="87160" y="113297"/>
                  </a:lnTo>
                  <a:lnTo>
                    <a:pt x="87901" y="113729"/>
                  </a:lnTo>
                  <a:lnTo>
                    <a:pt x="91851" y="115459"/>
                  </a:lnTo>
                  <a:lnTo>
                    <a:pt x="94074" y="117405"/>
                  </a:lnTo>
                  <a:lnTo>
                    <a:pt x="97283" y="117621"/>
                  </a:lnTo>
                  <a:lnTo>
                    <a:pt x="100740" y="120000"/>
                  </a:lnTo>
                  <a:lnTo>
                    <a:pt x="101728" y="119783"/>
                  </a:lnTo>
                  <a:lnTo>
                    <a:pt x="102469" y="119351"/>
                  </a:lnTo>
                  <a:lnTo>
                    <a:pt x="102716" y="118054"/>
                  </a:lnTo>
                  <a:lnTo>
                    <a:pt x="103209" y="117621"/>
                  </a:lnTo>
                  <a:lnTo>
                    <a:pt x="103703" y="117189"/>
                  </a:lnTo>
                  <a:lnTo>
                    <a:pt x="115802" y="115459"/>
                  </a:lnTo>
                  <a:lnTo>
                    <a:pt x="116049" y="115027"/>
                  </a:lnTo>
                  <a:lnTo>
                    <a:pt x="117037" y="113729"/>
                  </a:lnTo>
                  <a:lnTo>
                    <a:pt x="117777" y="112864"/>
                  </a:lnTo>
                  <a:lnTo>
                    <a:pt x="118518" y="112432"/>
                  </a:lnTo>
                  <a:lnTo>
                    <a:pt x="118765" y="112000"/>
                  </a:lnTo>
                  <a:lnTo>
                    <a:pt x="118765" y="111567"/>
                  </a:lnTo>
                  <a:lnTo>
                    <a:pt x="118765" y="111135"/>
                  </a:lnTo>
                  <a:lnTo>
                    <a:pt x="118271" y="110702"/>
                  </a:lnTo>
                  <a:lnTo>
                    <a:pt x="117777" y="109405"/>
                  </a:lnTo>
                  <a:lnTo>
                    <a:pt x="117530" y="108972"/>
                  </a:lnTo>
                  <a:lnTo>
                    <a:pt x="117777" y="108324"/>
                  </a:lnTo>
                  <a:lnTo>
                    <a:pt x="117037" y="106162"/>
                  </a:lnTo>
                  <a:lnTo>
                    <a:pt x="117777" y="105297"/>
                  </a:lnTo>
                  <a:lnTo>
                    <a:pt x="119012" y="104432"/>
                  </a:lnTo>
                  <a:lnTo>
                    <a:pt x="119753" y="103135"/>
                  </a:lnTo>
                  <a:lnTo>
                    <a:pt x="119753" y="102702"/>
                  </a:lnTo>
                  <a:lnTo>
                    <a:pt x="119753" y="102054"/>
                  </a:lnTo>
                  <a:lnTo>
                    <a:pt x="119753" y="100756"/>
                  </a:lnTo>
                  <a:lnTo>
                    <a:pt x="119753" y="100108"/>
                  </a:lnTo>
                  <a:lnTo>
                    <a:pt x="120000" y="98378"/>
                  </a:lnTo>
                  <a:lnTo>
                    <a:pt x="119012" y="98378"/>
                  </a:lnTo>
                  <a:lnTo>
                    <a:pt x="118024" y="97513"/>
                  </a:lnTo>
                  <a:lnTo>
                    <a:pt x="113086" y="89729"/>
                  </a:lnTo>
                  <a:lnTo>
                    <a:pt x="110864" y="88216"/>
                  </a:lnTo>
                  <a:lnTo>
                    <a:pt x="110370" y="87567"/>
                  </a:lnTo>
                  <a:lnTo>
                    <a:pt x="109876" y="85621"/>
                  </a:lnTo>
                  <a:lnTo>
                    <a:pt x="108888" y="83243"/>
                  </a:lnTo>
                  <a:lnTo>
                    <a:pt x="108395" y="81945"/>
                  </a:lnTo>
                  <a:lnTo>
                    <a:pt x="107901" y="81513"/>
                  </a:lnTo>
                  <a:lnTo>
                    <a:pt x="103950" y="81513"/>
                  </a:lnTo>
                  <a:lnTo>
                    <a:pt x="103456" y="80648"/>
                  </a:lnTo>
                  <a:lnTo>
                    <a:pt x="103703" y="79567"/>
                  </a:lnTo>
                  <a:lnTo>
                    <a:pt x="104197" y="76324"/>
                  </a:lnTo>
                  <a:lnTo>
                    <a:pt x="104197" y="75027"/>
                  </a:lnTo>
                  <a:lnTo>
                    <a:pt x="103950" y="73297"/>
                  </a:lnTo>
                  <a:lnTo>
                    <a:pt x="103456" y="72000"/>
                  </a:lnTo>
                  <a:lnTo>
                    <a:pt x="101975" y="70702"/>
                  </a:lnTo>
                  <a:lnTo>
                    <a:pt x="102716" y="69189"/>
                  </a:lnTo>
                  <a:lnTo>
                    <a:pt x="105432" y="67891"/>
                  </a:lnTo>
                  <a:lnTo>
                    <a:pt x="105679" y="67459"/>
                  </a:lnTo>
                  <a:lnTo>
                    <a:pt x="105679" y="66810"/>
                  </a:lnTo>
                  <a:lnTo>
                    <a:pt x="105925" y="66162"/>
                  </a:lnTo>
                  <a:lnTo>
                    <a:pt x="105925" y="65729"/>
                  </a:lnTo>
                  <a:lnTo>
                    <a:pt x="106172" y="64864"/>
                  </a:lnTo>
                  <a:lnTo>
                    <a:pt x="106666" y="64216"/>
                  </a:lnTo>
                  <a:lnTo>
                    <a:pt x="106913" y="63567"/>
                  </a:lnTo>
                  <a:lnTo>
                    <a:pt x="106666" y="63135"/>
                  </a:lnTo>
                  <a:lnTo>
                    <a:pt x="106666" y="63135"/>
                  </a:lnTo>
                  <a:lnTo>
                    <a:pt x="106172" y="63135"/>
                  </a:lnTo>
                  <a:lnTo>
                    <a:pt x="106419" y="61621"/>
                  </a:lnTo>
                  <a:lnTo>
                    <a:pt x="107901" y="61189"/>
                  </a:lnTo>
                  <a:lnTo>
                    <a:pt x="108395" y="59891"/>
                  </a:lnTo>
                  <a:lnTo>
                    <a:pt x="107901" y="58594"/>
                  </a:lnTo>
                  <a:lnTo>
                    <a:pt x="106913" y="58162"/>
                  </a:lnTo>
                  <a:lnTo>
                    <a:pt x="106172" y="57945"/>
                  </a:lnTo>
                  <a:lnTo>
                    <a:pt x="105185" y="58378"/>
                  </a:lnTo>
                  <a:lnTo>
                    <a:pt x="103950" y="58378"/>
                  </a:lnTo>
                  <a:lnTo>
                    <a:pt x="103950" y="58162"/>
                  </a:lnTo>
                  <a:lnTo>
                    <a:pt x="103703" y="57513"/>
                  </a:lnTo>
                  <a:lnTo>
                    <a:pt x="103456" y="57081"/>
                  </a:lnTo>
                  <a:lnTo>
                    <a:pt x="103456" y="56216"/>
                  </a:lnTo>
                  <a:lnTo>
                    <a:pt x="102716" y="55567"/>
                  </a:lnTo>
                  <a:lnTo>
                    <a:pt x="100740" y="56864"/>
                  </a:lnTo>
                  <a:lnTo>
                    <a:pt x="99506" y="56864"/>
                  </a:lnTo>
                  <a:lnTo>
                    <a:pt x="98518" y="55783"/>
                  </a:lnTo>
                  <a:lnTo>
                    <a:pt x="99012" y="54270"/>
                  </a:lnTo>
                  <a:lnTo>
                    <a:pt x="100987" y="52756"/>
                  </a:lnTo>
                  <a:lnTo>
                    <a:pt x="101481" y="51243"/>
                  </a:lnTo>
                  <a:lnTo>
                    <a:pt x="100000" y="48432"/>
                  </a:lnTo>
                  <a:lnTo>
                    <a:pt x="94567" y="45621"/>
                  </a:lnTo>
                  <a:lnTo>
                    <a:pt x="93827" y="44756"/>
                  </a:lnTo>
                  <a:lnTo>
                    <a:pt x="93827" y="43891"/>
                  </a:lnTo>
                  <a:lnTo>
                    <a:pt x="93827" y="42594"/>
                  </a:lnTo>
                  <a:lnTo>
                    <a:pt x="93333" y="41945"/>
                  </a:lnTo>
                  <a:lnTo>
                    <a:pt x="92345" y="41297"/>
                  </a:lnTo>
                  <a:lnTo>
                    <a:pt x="90370" y="41945"/>
                  </a:lnTo>
                  <a:lnTo>
                    <a:pt x="88888" y="43459"/>
                  </a:lnTo>
                  <a:lnTo>
                    <a:pt x="85925" y="43459"/>
                  </a:lnTo>
                  <a:lnTo>
                    <a:pt x="84444" y="44324"/>
                  </a:lnTo>
                  <a:lnTo>
                    <a:pt x="83209" y="45405"/>
                  </a:lnTo>
                  <a:lnTo>
                    <a:pt x="81481" y="44972"/>
                  </a:lnTo>
                  <a:lnTo>
                    <a:pt x="81481" y="43891"/>
                  </a:lnTo>
                  <a:lnTo>
                    <a:pt x="80987" y="43243"/>
                  </a:lnTo>
                  <a:lnTo>
                    <a:pt x="78518" y="43243"/>
                  </a:lnTo>
                  <a:lnTo>
                    <a:pt x="78271" y="42810"/>
                  </a:lnTo>
                  <a:lnTo>
                    <a:pt x="77530" y="41945"/>
                  </a:lnTo>
                  <a:lnTo>
                    <a:pt x="78518" y="40648"/>
                  </a:lnTo>
                  <a:lnTo>
                    <a:pt x="79506" y="38054"/>
                  </a:lnTo>
                  <a:lnTo>
                    <a:pt x="81234" y="34378"/>
                  </a:lnTo>
                  <a:lnTo>
                    <a:pt x="81728" y="33729"/>
                  </a:lnTo>
                  <a:lnTo>
                    <a:pt x="81481" y="32216"/>
                  </a:lnTo>
                  <a:lnTo>
                    <a:pt x="79259" y="30054"/>
                  </a:lnTo>
                  <a:lnTo>
                    <a:pt x="79259" y="30054"/>
                  </a:lnTo>
                  <a:lnTo>
                    <a:pt x="79259" y="30486"/>
                  </a:lnTo>
                  <a:lnTo>
                    <a:pt x="79012" y="30702"/>
                  </a:lnTo>
                  <a:lnTo>
                    <a:pt x="79012" y="31351"/>
                  </a:lnTo>
                  <a:lnTo>
                    <a:pt x="79012" y="31567"/>
                  </a:lnTo>
                  <a:lnTo>
                    <a:pt x="78765" y="31567"/>
                  </a:lnTo>
                  <a:lnTo>
                    <a:pt x="76296" y="30054"/>
                  </a:lnTo>
                  <a:lnTo>
                    <a:pt x="75802" y="28540"/>
                  </a:lnTo>
                  <a:lnTo>
                    <a:pt x="74814" y="28108"/>
                  </a:lnTo>
                  <a:lnTo>
                    <a:pt x="71604" y="24000"/>
                  </a:lnTo>
                  <a:lnTo>
                    <a:pt x="70617" y="23783"/>
                  </a:lnTo>
                  <a:lnTo>
                    <a:pt x="70617" y="23567"/>
                  </a:lnTo>
                  <a:lnTo>
                    <a:pt x="70617" y="22918"/>
                  </a:lnTo>
                  <a:lnTo>
                    <a:pt x="70370" y="22270"/>
                  </a:lnTo>
                  <a:lnTo>
                    <a:pt x="70370" y="22270"/>
                  </a:lnTo>
                  <a:lnTo>
                    <a:pt x="65679" y="21405"/>
                  </a:lnTo>
                  <a:lnTo>
                    <a:pt x="64938" y="21837"/>
                  </a:lnTo>
                  <a:lnTo>
                    <a:pt x="61975" y="25081"/>
                  </a:lnTo>
                  <a:lnTo>
                    <a:pt x="59012" y="25513"/>
                  </a:lnTo>
                  <a:lnTo>
                    <a:pt x="59012" y="26162"/>
                  </a:lnTo>
                  <a:lnTo>
                    <a:pt x="58518" y="26378"/>
                  </a:lnTo>
                  <a:lnTo>
                    <a:pt x="56543" y="27027"/>
                  </a:lnTo>
                  <a:lnTo>
                    <a:pt x="56790" y="27027"/>
                  </a:lnTo>
                  <a:lnTo>
                    <a:pt x="56543" y="27459"/>
                  </a:lnTo>
                  <a:lnTo>
                    <a:pt x="56543" y="28108"/>
                  </a:lnTo>
                  <a:lnTo>
                    <a:pt x="56790" y="29837"/>
                  </a:lnTo>
                  <a:lnTo>
                    <a:pt x="57037" y="30486"/>
                  </a:lnTo>
                  <a:lnTo>
                    <a:pt x="57037" y="31135"/>
                  </a:lnTo>
                  <a:lnTo>
                    <a:pt x="57037" y="31135"/>
                  </a:lnTo>
                  <a:lnTo>
                    <a:pt x="57037" y="31351"/>
                  </a:lnTo>
                  <a:lnTo>
                    <a:pt x="57037" y="31567"/>
                  </a:lnTo>
                  <a:lnTo>
                    <a:pt x="56543" y="32864"/>
                  </a:lnTo>
                  <a:lnTo>
                    <a:pt x="54814" y="35675"/>
                  </a:lnTo>
                  <a:lnTo>
                    <a:pt x="54074" y="36756"/>
                  </a:lnTo>
                  <a:lnTo>
                    <a:pt x="54074" y="36972"/>
                  </a:lnTo>
                  <a:lnTo>
                    <a:pt x="52592" y="36972"/>
                  </a:lnTo>
                  <a:lnTo>
                    <a:pt x="52839" y="36540"/>
                  </a:lnTo>
                  <a:lnTo>
                    <a:pt x="52592" y="36324"/>
                  </a:lnTo>
                  <a:lnTo>
                    <a:pt x="52592" y="36108"/>
                  </a:lnTo>
                  <a:lnTo>
                    <a:pt x="52345" y="35675"/>
                  </a:lnTo>
                  <a:lnTo>
                    <a:pt x="52345" y="35027"/>
                  </a:lnTo>
                  <a:lnTo>
                    <a:pt x="53333" y="32864"/>
                  </a:lnTo>
                  <a:lnTo>
                    <a:pt x="53333" y="32432"/>
                  </a:lnTo>
                  <a:lnTo>
                    <a:pt x="53333" y="32432"/>
                  </a:lnTo>
                  <a:lnTo>
                    <a:pt x="53333" y="32432"/>
                  </a:lnTo>
                  <a:lnTo>
                    <a:pt x="53333" y="32216"/>
                  </a:lnTo>
                  <a:lnTo>
                    <a:pt x="53333" y="32000"/>
                  </a:lnTo>
                  <a:lnTo>
                    <a:pt x="53086" y="31567"/>
                  </a:lnTo>
                  <a:lnTo>
                    <a:pt x="51851" y="31567"/>
                  </a:lnTo>
                  <a:lnTo>
                    <a:pt x="51111" y="31783"/>
                  </a:lnTo>
                  <a:lnTo>
                    <a:pt x="50864" y="32216"/>
                  </a:lnTo>
                  <a:lnTo>
                    <a:pt x="50617" y="32216"/>
                  </a:lnTo>
                  <a:lnTo>
                    <a:pt x="49876" y="31783"/>
                  </a:lnTo>
                  <a:lnTo>
                    <a:pt x="50370" y="30270"/>
                  </a:lnTo>
                  <a:lnTo>
                    <a:pt x="52098" y="28972"/>
                  </a:lnTo>
                  <a:lnTo>
                    <a:pt x="52345" y="26378"/>
                  </a:lnTo>
                  <a:lnTo>
                    <a:pt x="52592" y="24864"/>
                  </a:lnTo>
                  <a:lnTo>
                    <a:pt x="53086" y="23351"/>
                  </a:lnTo>
                  <a:lnTo>
                    <a:pt x="53333" y="22054"/>
                  </a:lnTo>
                  <a:lnTo>
                    <a:pt x="53086" y="20756"/>
                  </a:lnTo>
                  <a:lnTo>
                    <a:pt x="53086" y="20108"/>
                  </a:lnTo>
                  <a:lnTo>
                    <a:pt x="52098" y="19675"/>
                  </a:lnTo>
                  <a:lnTo>
                    <a:pt x="51851" y="19243"/>
                  </a:lnTo>
                  <a:lnTo>
                    <a:pt x="51604" y="19027"/>
                  </a:lnTo>
                  <a:lnTo>
                    <a:pt x="51111" y="18810"/>
                  </a:lnTo>
                  <a:lnTo>
                    <a:pt x="50864" y="18594"/>
                  </a:lnTo>
                  <a:lnTo>
                    <a:pt x="50864" y="17945"/>
                  </a:lnTo>
                  <a:lnTo>
                    <a:pt x="50617" y="17081"/>
                  </a:lnTo>
                  <a:lnTo>
                    <a:pt x="50370" y="16864"/>
                  </a:lnTo>
                  <a:lnTo>
                    <a:pt x="49876" y="15351"/>
                  </a:lnTo>
                  <a:lnTo>
                    <a:pt x="49629" y="15135"/>
                  </a:lnTo>
                  <a:lnTo>
                    <a:pt x="49135" y="15135"/>
                  </a:lnTo>
                  <a:lnTo>
                    <a:pt x="48641" y="14918"/>
                  </a:lnTo>
                  <a:lnTo>
                    <a:pt x="48395" y="14270"/>
                  </a:lnTo>
                  <a:lnTo>
                    <a:pt x="48395" y="12540"/>
                  </a:lnTo>
                  <a:lnTo>
                    <a:pt x="48148" y="11891"/>
                  </a:lnTo>
                  <a:lnTo>
                    <a:pt x="48395" y="11027"/>
                  </a:lnTo>
                  <a:lnTo>
                    <a:pt x="48641" y="10810"/>
                  </a:lnTo>
                  <a:lnTo>
                    <a:pt x="49135" y="10378"/>
                  </a:lnTo>
                  <a:lnTo>
                    <a:pt x="49382" y="10378"/>
                  </a:lnTo>
                  <a:lnTo>
                    <a:pt x="48641" y="9945"/>
                  </a:lnTo>
                  <a:lnTo>
                    <a:pt x="47654" y="9945"/>
                  </a:lnTo>
                  <a:lnTo>
                    <a:pt x="47160" y="9729"/>
                  </a:lnTo>
                  <a:lnTo>
                    <a:pt x="46913" y="9081"/>
                  </a:lnTo>
                  <a:lnTo>
                    <a:pt x="45925" y="6918"/>
                  </a:lnTo>
                  <a:lnTo>
                    <a:pt x="45432" y="5837"/>
                  </a:lnTo>
                  <a:lnTo>
                    <a:pt x="42469" y="4324"/>
                  </a:lnTo>
                  <a:lnTo>
                    <a:pt x="40987" y="4756"/>
                  </a:lnTo>
                  <a:lnTo>
                    <a:pt x="36296" y="1729"/>
                  </a:lnTo>
                  <a:lnTo>
                    <a:pt x="35308" y="0"/>
                  </a:lnTo>
                  <a:lnTo>
                    <a:pt x="9876" y="3459"/>
                  </a:lnTo>
                  <a:lnTo>
                    <a:pt x="5925" y="432"/>
                  </a:lnTo>
                  <a:lnTo>
                    <a:pt x="4938" y="648"/>
                  </a:lnTo>
                  <a:lnTo>
                    <a:pt x="4444" y="2810"/>
                  </a:lnTo>
                  <a:lnTo>
                    <a:pt x="4938" y="2810"/>
                  </a:lnTo>
                  <a:lnTo>
                    <a:pt x="5185" y="3459"/>
                  </a:lnTo>
                  <a:lnTo>
                    <a:pt x="5185" y="4108"/>
                  </a:lnTo>
                  <a:lnTo>
                    <a:pt x="4938" y="4756"/>
                  </a:lnTo>
                  <a:lnTo>
                    <a:pt x="4691" y="5189"/>
                  </a:lnTo>
                  <a:lnTo>
                    <a:pt x="3209" y="6702"/>
                  </a:lnTo>
                  <a:lnTo>
                    <a:pt x="2469" y="7783"/>
                  </a:lnTo>
                  <a:lnTo>
                    <a:pt x="1728" y="9945"/>
                  </a:lnTo>
                  <a:lnTo>
                    <a:pt x="987" y="11891"/>
                  </a:lnTo>
                  <a:lnTo>
                    <a:pt x="740" y="12756"/>
                  </a:lnTo>
                  <a:lnTo>
                    <a:pt x="740" y="13621"/>
                  </a:lnTo>
                  <a:lnTo>
                    <a:pt x="740" y="16432"/>
                  </a:lnTo>
                  <a:lnTo>
                    <a:pt x="740" y="16864"/>
                  </a:lnTo>
                  <a:lnTo>
                    <a:pt x="740" y="17513"/>
                  </a:lnTo>
                  <a:lnTo>
                    <a:pt x="740" y="17729"/>
                  </a:lnTo>
                  <a:lnTo>
                    <a:pt x="740" y="18378"/>
                  </a:lnTo>
                  <a:lnTo>
                    <a:pt x="740" y="19027"/>
                  </a:lnTo>
                  <a:lnTo>
                    <a:pt x="740" y="19459"/>
                  </a:lnTo>
                  <a:lnTo>
                    <a:pt x="0" y="21189"/>
                  </a:lnTo>
                  <a:lnTo>
                    <a:pt x="0" y="22270"/>
                  </a:lnTo>
                  <a:lnTo>
                    <a:pt x="740" y="2335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Shape 5142"/>
            <p:cNvSpPr/>
            <p:nvPr/>
          </p:nvSpPr>
          <p:spPr>
            <a:xfrm>
              <a:off x="12158921" y="3037232"/>
              <a:ext cx="42862" cy="650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7215" y="80000"/>
                  </a:moveTo>
                  <a:lnTo>
                    <a:pt x="71392" y="71219"/>
                  </a:lnTo>
                  <a:lnTo>
                    <a:pt x="66835" y="66341"/>
                  </a:lnTo>
                  <a:lnTo>
                    <a:pt x="60759" y="61463"/>
                  </a:lnTo>
                  <a:lnTo>
                    <a:pt x="60759" y="56585"/>
                  </a:lnTo>
                  <a:lnTo>
                    <a:pt x="60759" y="52682"/>
                  </a:lnTo>
                  <a:lnTo>
                    <a:pt x="85063" y="23414"/>
                  </a:lnTo>
                  <a:lnTo>
                    <a:pt x="86582" y="17560"/>
                  </a:lnTo>
                  <a:lnTo>
                    <a:pt x="86582" y="13658"/>
                  </a:lnTo>
                  <a:lnTo>
                    <a:pt x="86582" y="9756"/>
                  </a:lnTo>
                  <a:lnTo>
                    <a:pt x="82025" y="5853"/>
                  </a:lnTo>
                  <a:lnTo>
                    <a:pt x="71392" y="3902"/>
                  </a:lnTo>
                  <a:lnTo>
                    <a:pt x="66835" y="0"/>
                  </a:lnTo>
                  <a:lnTo>
                    <a:pt x="66835" y="0"/>
                  </a:lnTo>
                  <a:lnTo>
                    <a:pt x="51645" y="1951"/>
                  </a:lnTo>
                  <a:lnTo>
                    <a:pt x="44050" y="3902"/>
                  </a:lnTo>
                  <a:lnTo>
                    <a:pt x="41012" y="11707"/>
                  </a:lnTo>
                  <a:lnTo>
                    <a:pt x="42531" y="16585"/>
                  </a:lnTo>
                  <a:lnTo>
                    <a:pt x="41012" y="18536"/>
                  </a:lnTo>
                  <a:lnTo>
                    <a:pt x="39493" y="24390"/>
                  </a:lnTo>
                  <a:lnTo>
                    <a:pt x="31898" y="29268"/>
                  </a:lnTo>
                  <a:lnTo>
                    <a:pt x="31898" y="34146"/>
                  </a:lnTo>
                  <a:lnTo>
                    <a:pt x="31898" y="35121"/>
                  </a:lnTo>
                  <a:lnTo>
                    <a:pt x="36455" y="38048"/>
                  </a:lnTo>
                  <a:lnTo>
                    <a:pt x="33417" y="40975"/>
                  </a:lnTo>
                  <a:lnTo>
                    <a:pt x="31898" y="45853"/>
                  </a:lnTo>
                  <a:lnTo>
                    <a:pt x="22784" y="51707"/>
                  </a:lnTo>
                  <a:lnTo>
                    <a:pt x="21265" y="53658"/>
                  </a:lnTo>
                  <a:lnTo>
                    <a:pt x="18227" y="67317"/>
                  </a:lnTo>
                  <a:lnTo>
                    <a:pt x="10632" y="72195"/>
                  </a:lnTo>
                  <a:lnTo>
                    <a:pt x="10632" y="74146"/>
                  </a:lnTo>
                  <a:lnTo>
                    <a:pt x="10632" y="77073"/>
                  </a:lnTo>
                  <a:lnTo>
                    <a:pt x="12151" y="80000"/>
                  </a:lnTo>
                  <a:lnTo>
                    <a:pt x="13670" y="81951"/>
                  </a:lnTo>
                  <a:lnTo>
                    <a:pt x="15189" y="84878"/>
                  </a:lnTo>
                  <a:lnTo>
                    <a:pt x="15189" y="89756"/>
                  </a:lnTo>
                  <a:lnTo>
                    <a:pt x="13670" y="93658"/>
                  </a:lnTo>
                  <a:lnTo>
                    <a:pt x="6075" y="99512"/>
                  </a:lnTo>
                  <a:lnTo>
                    <a:pt x="0" y="99512"/>
                  </a:lnTo>
                  <a:lnTo>
                    <a:pt x="7594" y="105365"/>
                  </a:lnTo>
                  <a:lnTo>
                    <a:pt x="12151" y="104390"/>
                  </a:lnTo>
                  <a:lnTo>
                    <a:pt x="15189" y="101463"/>
                  </a:lnTo>
                  <a:lnTo>
                    <a:pt x="21265" y="101463"/>
                  </a:lnTo>
                  <a:lnTo>
                    <a:pt x="25822" y="102439"/>
                  </a:lnTo>
                  <a:lnTo>
                    <a:pt x="28860" y="103414"/>
                  </a:lnTo>
                  <a:lnTo>
                    <a:pt x="31898" y="106341"/>
                  </a:lnTo>
                  <a:lnTo>
                    <a:pt x="31898" y="110243"/>
                  </a:lnTo>
                  <a:lnTo>
                    <a:pt x="31898" y="111219"/>
                  </a:lnTo>
                  <a:lnTo>
                    <a:pt x="31898" y="113170"/>
                  </a:lnTo>
                  <a:lnTo>
                    <a:pt x="31898" y="115121"/>
                  </a:lnTo>
                  <a:lnTo>
                    <a:pt x="47088" y="113170"/>
                  </a:lnTo>
                  <a:lnTo>
                    <a:pt x="48607" y="113170"/>
                  </a:lnTo>
                  <a:lnTo>
                    <a:pt x="53164" y="114146"/>
                  </a:lnTo>
                  <a:lnTo>
                    <a:pt x="53164" y="115121"/>
                  </a:lnTo>
                  <a:lnTo>
                    <a:pt x="54683" y="118048"/>
                  </a:lnTo>
                  <a:lnTo>
                    <a:pt x="54683" y="119024"/>
                  </a:lnTo>
                  <a:lnTo>
                    <a:pt x="57721" y="120000"/>
                  </a:lnTo>
                  <a:lnTo>
                    <a:pt x="59240" y="120000"/>
                  </a:lnTo>
                  <a:lnTo>
                    <a:pt x="65316" y="106341"/>
                  </a:lnTo>
                  <a:lnTo>
                    <a:pt x="60759" y="105365"/>
                  </a:lnTo>
                  <a:lnTo>
                    <a:pt x="57721" y="106341"/>
                  </a:lnTo>
                  <a:lnTo>
                    <a:pt x="54683" y="105365"/>
                  </a:lnTo>
                  <a:lnTo>
                    <a:pt x="48607" y="102439"/>
                  </a:lnTo>
                  <a:lnTo>
                    <a:pt x="57721" y="92682"/>
                  </a:lnTo>
                  <a:lnTo>
                    <a:pt x="62278" y="89756"/>
                  </a:lnTo>
                  <a:lnTo>
                    <a:pt x="86582" y="86829"/>
                  </a:lnTo>
                  <a:lnTo>
                    <a:pt x="95696" y="83902"/>
                  </a:lnTo>
                  <a:lnTo>
                    <a:pt x="98734" y="84878"/>
                  </a:lnTo>
                  <a:lnTo>
                    <a:pt x="97215" y="88780"/>
                  </a:lnTo>
                  <a:lnTo>
                    <a:pt x="97215" y="93658"/>
                  </a:lnTo>
                  <a:lnTo>
                    <a:pt x="100253" y="94634"/>
                  </a:lnTo>
                  <a:lnTo>
                    <a:pt x="110886" y="90731"/>
                  </a:lnTo>
                  <a:lnTo>
                    <a:pt x="116962" y="91707"/>
                  </a:lnTo>
                  <a:lnTo>
                    <a:pt x="120000" y="90731"/>
                  </a:lnTo>
                  <a:lnTo>
                    <a:pt x="120000" y="85853"/>
                  </a:lnTo>
                  <a:lnTo>
                    <a:pt x="106329" y="80000"/>
                  </a:lnTo>
                  <a:lnTo>
                    <a:pt x="97215" y="8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Shape 5143"/>
            <p:cNvSpPr/>
            <p:nvPr/>
          </p:nvSpPr>
          <p:spPr>
            <a:xfrm>
              <a:off x="12063671" y="3056282"/>
              <a:ext cx="11113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8000" y="113333"/>
                  </a:moveTo>
                  <a:lnTo>
                    <a:pt x="108000" y="73333"/>
                  </a:lnTo>
                  <a:lnTo>
                    <a:pt x="120000" y="46666"/>
                  </a:lnTo>
                  <a:lnTo>
                    <a:pt x="120000" y="13333"/>
                  </a:lnTo>
                  <a:lnTo>
                    <a:pt x="84000" y="0"/>
                  </a:lnTo>
                  <a:lnTo>
                    <a:pt x="60000" y="6666"/>
                  </a:lnTo>
                  <a:lnTo>
                    <a:pt x="30000" y="26666"/>
                  </a:lnTo>
                  <a:lnTo>
                    <a:pt x="6000" y="86666"/>
                  </a:lnTo>
                  <a:lnTo>
                    <a:pt x="0" y="100000"/>
                  </a:lnTo>
                  <a:lnTo>
                    <a:pt x="18000" y="120000"/>
                  </a:lnTo>
                  <a:lnTo>
                    <a:pt x="66000" y="120000"/>
                  </a:lnTo>
                  <a:lnTo>
                    <a:pt x="78000" y="113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Shape 5144"/>
            <p:cNvSpPr/>
            <p:nvPr/>
          </p:nvSpPr>
          <p:spPr>
            <a:xfrm>
              <a:off x="11923971" y="3030882"/>
              <a:ext cx="11113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869" y="38571"/>
                  </a:moveTo>
                  <a:lnTo>
                    <a:pt x="26086" y="47142"/>
                  </a:lnTo>
                  <a:lnTo>
                    <a:pt x="31304" y="59999"/>
                  </a:lnTo>
                  <a:lnTo>
                    <a:pt x="41739" y="94285"/>
                  </a:lnTo>
                  <a:lnTo>
                    <a:pt x="73043" y="102857"/>
                  </a:lnTo>
                  <a:lnTo>
                    <a:pt x="109565" y="119999"/>
                  </a:lnTo>
                  <a:lnTo>
                    <a:pt x="114782" y="115714"/>
                  </a:lnTo>
                  <a:lnTo>
                    <a:pt x="120000" y="89999"/>
                  </a:lnTo>
                  <a:lnTo>
                    <a:pt x="120000" y="47142"/>
                  </a:lnTo>
                  <a:lnTo>
                    <a:pt x="83478" y="29999"/>
                  </a:lnTo>
                  <a:lnTo>
                    <a:pt x="73043" y="21428"/>
                  </a:lnTo>
                  <a:lnTo>
                    <a:pt x="57391" y="8571"/>
                  </a:lnTo>
                  <a:lnTo>
                    <a:pt x="31304" y="8571"/>
                  </a:lnTo>
                  <a:lnTo>
                    <a:pt x="15652" y="0"/>
                  </a:lnTo>
                  <a:lnTo>
                    <a:pt x="0" y="4285"/>
                  </a:lnTo>
                  <a:lnTo>
                    <a:pt x="5217" y="21428"/>
                  </a:lnTo>
                  <a:lnTo>
                    <a:pt x="20869" y="385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Shape 5145"/>
            <p:cNvSpPr/>
            <p:nvPr/>
          </p:nvSpPr>
          <p:spPr>
            <a:xfrm>
              <a:off x="11676321" y="3083269"/>
              <a:ext cx="11113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88000"/>
                  </a:moveTo>
                  <a:lnTo>
                    <a:pt x="70909" y="40000"/>
                  </a:lnTo>
                  <a:lnTo>
                    <a:pt x="54545" y="8000"/>
                  </a:lnTo>
                  <a:lnTo>
                    <a:pt x="54545" y="32000"/>
                  </a:lnTo>
                  <a:lnTo>
                    <a:pt x="43636" y="0"/>
                  </a:lnTo>
                  <a:lnTo>
                    <a:pt x="27272" y="32000"/>
                  </a:lnTo>
                  <a:lnTo>
                    <a:pt x="0" y="96000"/>
                  </a:lnTo>
                  <a:lnTo>
                    <a:pt x="16363" y="120000"/>
                  </a:lnTo>
                  <a:lnTo>
                    <a:pt x="109090" y="112000"/>
                  </a:lnTo>
                  <a:lnTo>
                    <a:pt x="120000" y="8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Shape 5146"/>
            <p:cNvSpPr/>
            <p:nvPr/>
          </p:nvSpPr>
          <p:spPr>
            <a:xfrm>
              <a:off x="11428671" y="1719607"/>
              <a:ext cx="771524" cy="13763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9" y="38123"/>
                  </a:moveTo>
                  <a:lnTo>
                    <a:pt x="411" y="38215"/>
                  </a:lnTo>
                  <a:lnTo>
                    <a:pt x="246" y="38215"/>
                  </a:lnTo>
                  <a:lnTo>
                    <a:pt x="164" y="38261"/>
                  </a:lnTo>
                  <a:lnTo>
                    <a:pt x="164" y="38492"/>
                  </a:lnTo>
                  <a:lnTo>
                    <a:pt x="493" y="38676"/>
                  </a:lnTo>
                  <a:lnTo>
                    <a:pt x="823" y="38630"/>
                  </a:lnTo>
                  <a:lnTo>
                    <a:pt x="1152" y="38861"/>
                  </a:lnTo>
                  <a:lnTo>
                    <a:pt x="2469" y="38907"/>
                  </a:lnTo>
                  <a:lnTo>
                    <a:pt x="2633" y="39046"/>
                  </a:lnTo>
                  <a:lnTo>
                    <a:pt x="2880" y="39553"/>
                  </a:lnTo>
                  <a:lnTo>
                    <a:pt x="2962" y="39600"/>
                  </a:lnTo>
                  <a:lnTo>
                    <a:pt x="2880" y="39738"/>
                  </a:lnTo>
                  <a:lnTo>
                    <a:pt x="2798" y="39969"/>
                  </a:lnTo>
                  <a:lnTo>
                    <a:pt x="4115" y="39369"/>
                  </a:lnTo>
                  <a:lnTo>
                    <a:pt x="4362" y="39507"/>
                  </a:lnTo>
                  <a:lnTo>
                    <a:pt x="4362" y="39600"/>
                  </a:lnTo>
                  <a:lnTo>
                    <a:pt x="4362" y="39646"/>
                  </a:lnTo>
                  <a:lnTo>
                    <a:pt x="4444" y="39646"/>
                  </a:lnTo>
                  <a:lnTo>
                    <a:pt x="4609" y="39415"/>
                  </a:lnTo>
                  <a:lnTo>
                    <a:pt x="4773" y="39323"/>
                  </a:lnTo>
                  <a:lnTo>
                    <a:pt x="4855" y="39230"/>
                  </a:lnTo>
                  <a:lnTo>
                    <a:pt x="4938" y="39230"/>
                  </a:lnTo>
                  <a:lnTo>
                    <a:pt x="4526" y="38723"/>
                  </a:lnTo>
                  <a:lnTo>
                    <a:pt x="4526" y="38584"/>
                  </a:lnTo>
                  <a:lnTo>
                    <a:pt x="4526" y="38400"/>
                  </a:lnTo>
                  <a:lnTo>
                    <a:pt x="4526" y="38261"/>
                  </a:lnTo>
                  <a:lnTo>
                    <a:pt x="4773" y="38169"/>
                  </a:lnTo>
                  <a:lnTo>
                    <a:pt x="5185" y="38123"/>
                  </a:lnTo>
                  <a:lnTo>
                    <a:pt x="5349" y="37984"/>
                  </a:lnTo>
                  <a:lnTo>
                    <a:pt x="5432" y="37476"/>
                  </a:lnTo>
                  <a:lnTo>
                    <a:pt x="5679" y="37338"/>
                  </a:lnTo>
                  <a:lnTo>
                    <a:pt x="6666" y="37615"/>
                  </a:lnTo>
                  <a:lnTo>
                    <a:pt x="6995" y="37569"/>
                  </a:lnTo>
                  <a:lnTo>
                    <a:pt x="7489" y="37707"/>
                  </a:lnTo>
                  <a:lnTo>
                    <a:pt x="7572" y="37707"/>
                  </a:lnTo>
                  <a:lnTo>
                    <a:pt x="7325" y="37476"/>
                  </a:lnTo>
                  <a:lnTo>
                    <a:pt x="7078" y="37246"/>
                  </a:lnTo>
                  <a:lnTo>
                    <a:pt x="6995" y="37061"/>
                  </a:lnTo>
                  <a:lnTo>
                    <a:pt x="7078" y="36876"/>
                  </a:lnTo>
                  <a:lnTo>
                    <a:pt x="7242" y="36830"/>
                  </a:lnTo>
                  <a:lnTo>
                    <a:pt x="7572" y="36923"/>
                  </a:lnTo>
                  <a:lnTo>
                    <a:pt x="8230" y="37476"/>
                  </a:lnTo>
                  <a:lnTo>
                    <a:pt x="8312" y="37523"/>
                  </a:lnTo>
                  <a:lnTo>
                    <a:pt x="8559" y="37523"/>
                  </a:lnTo>
                  <a:lnTo>
                    <a:pt x="8806" y="37615"/>
                  </a:lnTo>
                  <a:lnTo>
                    <a:pt x="8641" y="37707"/>
                  </a:lnTo>
                  <a:lnTo>
                    <a:pt x="8559" y="37707"/>
                  </a:lnTo>
                  <a:lnTo>
                    <a:pt x="8559" y="37800"/>
                  </a:lnTo>
                  <a:lnTo>
                    <a:pt x="8559" y="37984"/>
                  </a:lnTo>
                  <a:lnTo>
                    <a:pt x="9711" y="37753"/>
                  </a:lnTo>
                  <a:lnTo>
                    <a:pt x="10781" y="37661"/>
                  </a:lnTo>
                  <a:lnTo>
                    <a:pt x="10699" y="38169"/>
                  </a:lnTo>
                  <a:lnTo>
                    <a:pt x="9465" y="38400"/>
                  </a:lnTo>
                  <a:lnTo>
                    <a:pt x="9465" y="38492"/>
                  </a:lnTo>
                  <a:lnTo>
                    <a:pt x="9465" y="38676"/>
                  </a:lnTo>
                  <a:lnTo>
                    <a:pt x="9465" y="38769"/>
                  </a:lnTo>
                  <a:lnTo>
                    <a:pt x="9382" y="38861"/>
                  </a:lnTo>
                  <a:lnTo>
                    <a:pt x="8888" y="38861"/>
                  </a:lnTo>
                  <a:lnTo>
                    <a:pt x="6008" y="40800"/>
                  </a:lnTo>
                  <a:lnTo>
                    <a:pt x="5925" y="41030"/>
                  </a:lnTo>
                  <a:lnTo>
                    <a:pt x="7901" y="41676"/>
                  </a:lnTo>
                  <a:lnTo>
                    <a:pt x="7654" y="41907"/>
                  </a:lnTo>
                  <a:lnTo>
                    <a:pt x="8065" y="42138"/>
                  </a:lnTo>
                  <a:lnTo>
                    <a:pt x="8395" y="42138"/>
                  </a:lnTo>
                  <a:lnTo>
                    <a:pt x="8641" y="41953"/>
                  </a:lnTo>
                  <a:lnTo>
                    <a:pt x="8971" y="41630"/>
                  </a:lnTo>
                  <a:lnTo>
                    <a:pt x="10864" y="40707"/>
                  </a:lnTo>
                  <a:lnTo>
                    <a:pt x="11934" y="39923"/>
                  </a:lnTo>
                  <a:lnTo>
                    <a:pt x="12757" y="39553"/>
                  </a:lnTo>
                  <a:lnTo>
                    <a:pt x="14074" y="38907"/>
                  </a:lnTo>
                  <a:lnTo>
                    <a:pt x="15637" y="38538"/>
                  </a:lnTo>
                  <a:lnTo>
                    <a:pt x="16131" y="38307"/>
                  </a:lnTo>
                  <a:lnTo>
                    <a:pt x="16378" y="37938"/>
                  </a:lnTo>
                  <a:lnTo>
                    <a:pt x="16625" y="37800"/>
                  </a:lnTo>
                  <a:lnTo>
                    <a:pt x="16954" y="37846"/>
                  </a:lnTo>
                  <a:lnTo>
                    <a:pt x="17283" y="38076"/>
                  </a:lnTo>
                  <a:lnTo>
                    <a:pt x="17283" y="38215"/>
                  </a:lnTo>
                  <a:lnTo>
                    <a:pt x="17860" y="38261"/>
                  </a:lnTo>
                  <a:lnTo>
                    <a:pt x="18106" y="38030"/>
                  </a:lnTo>
                  <a:lnTo>
                    <a:pt x="21810" y="38492"/>
                  </a:lnTo>
                  <a:lnTo>
                    <a:pt x="21975" y="38630"/>
                  </a:lnTo>
                  <a:lnTo>
                    <a:pt x="22057" y="38723"/>
                  </a:lnTo>
                  <a:lnTo>
                    <a:pt x="22139" y="38769"/>
                  </a:lnTo>
                  <a:lnTo>
                    <a:pt x="22139" y="38861"/>
                  </a:lnTo>
                  <a:lnTo>
                    <a:pt x="22222" y="38861"/>
                  </a:lnTo>
                  <a:lnTo>
                    <a:pt x="22139" y="39000"/>
                  </a:lnTo>
                  <a:lnTo>
                    <a:pt x="20823" y="38630"/>
                  </a:lnTo>
                  <a:lnTo>
                    <a:pt x="19917" y="38723"/>
                  </a:lnTo>
                  <a:lnTo>
                    <a:pt x="19588" y="38630"/>
                  </a:lnTo>
                  <a:lnTo>
                    <a:pt x="19176" y="38907"/>
                  </a:lnTo>
                  <a:lnTo>
                    <a:pt x="18930" y="38861"/>
                  </a:lnTo>
                  <a:lnTo>
                    <a:pt x="18765" y="38723"/>
                  </a:lnTo>
                  <a:lnTo>
                    <a:pt x="18765" y="38630"/>
                  </a:lnTo>
                  <a:lnTo>
                    <a:pt x="18765" y="38630"/>
                  </a:lnTo>
                  <a:lnTo>
                    <a:pt x="18847" y="38584"/>
                  </a:lnTo>
                  <a:lnTo>
                    <a:pt x="18847" y="38584"/>
                  </a:lnTo>
                  <a:lnTo>
                    <a:pt x="18847" y="38492"/>
                  </a:lnTo>
                  <a:lnTo>
                    <a:pt x="17201" y="38907"/>
                  </a:lnTo>
                  <a:lnTo>
                    <a:pt x="16378" y="38953"/>
                  </a:lnTo>
                  <a:lnTo>
                    <a:pt x="14732" y="39461"/>
                  </a:lnTo>
                  <a:lnTo>
                    <a:pt x="14650" y="39553"/>
                  </a:lnTo>
                  <a:lnTo>
                    <a:pt x="14650" y="39784"/>
                  </a:lnTo>
                  <a:lnTo>
                    <a:pt x="14814" y="39830"/>
                  </a:lnTo>
                  <a:lnTo>
                    <a:pt x="15061" y="40015"/>
                  </a:lnTo>
                  <a:lnTo>
                    <a:pt x="15308" y="40061"/>
                  </a:lnTo>
                  <a:lnTo>
                    <a:pt x="15144" y="40200"/>
                  </a:lnTo>
                  <a:lnTo>
                    <a:pt x="14979" y="40200"/>
                  </a:lnTo>
                  <a:lnTo>
                    <a:pt x="14485" y="40015"/>
                  </a:lnTo>
                  <a:lnTo>
                    <a:pt x="13662" y="40984"/>
                  </a:lnTo>
                  <a:lnTo>
                    <a:pt x="12674" y="41169"/>
                  </a:lnTo>
                  <a:lnTo>
                    <a:pt x="12181" y="41861"/>
                  </a:lnTo>
                  <a:lnTo>
                    <a:pt x="10864" y="42323"/>
                  </a:lnTo>
                  <a:lnTo>
                    <a:pt x="10781" y="42553"/>
                  </a:lnTo>
                  <a:lnTo>
                    <a:pt x="11440" y="42876"/>
                  </a:lnTo>
                  <a:lnTo>
                    <a:pt x="12757" y="43107"/>
                  </a:lnTo>
                  <a:lnTo>
                    <a:pt x="13827" y="43569"/>
                  </a:lnTo>
                  <a:lnTo>
                    <a:pt x="15637" y="43153"/>
                  </a:lnTo>
                  <a:lnTo>
                    <a:pt x="15967" y="43430"/>
                  </a:lnTo>
                  <a:lnTo>
                    <a:pt x="13251" y="44307"/>
                  </a:lnTo>
                  <a:lnTo>
                    <a:pt x="13086" y="44307"/>
                  </a:lnTo>
                  <a:lnTo>
                    <a:pt x="11934" y="43846"/>
                  </a:lnTo>
                  <a:lnTo>
                    <a:pt x="11687" y="43753"/>
                  </a:lnTo>
                  <a:lnTo>
                    <a:pt x="11440" y="43984"/>
                  </a:lnTo>
                  <a:lnTo>
                    <a:pt x="11111" y="43846"/>
                  </a:lnTo>
                  <a:lnTo>
                    <a:pt x="11028" y="43846"/>
                  </a:lnTo>
                  <a:lnTo>
                    <a:pt x="9876" y="44861"/>
                  </a:lnTo>
                  <a:lnTo>
                    <a:pt x="9794" y="45092"/>
                  </a:lnTo>
                  <a:lnTo>
                    <a:pt x="9711" y="45138"/>
                  </a:lnTo>
                  <a:lnTo>
                    <a:pt x="9876" y="45461"/>
                  </a:lnTo>
                  <a:lnTo>
                    <a:pt x="10041" y="45692"/>
                  </a:lnTo>
                  <a:lnTo>
                    <a:pt x="10534" y="46061"/>
                  </a:lnTo>
                  <a:lnTo>
                    <a:pt x="10864" y="46523"/>
                  </a:lnTo>
                  <a:lnTo>
                    <a:pt x="11028" y="46753"/>
                  </a:lnTo>
                  <a:lnTo>
                    <a:pt x="11604" y="47076"/>
                  </a:lnTo>
                  <a:lnTo>
                    <a:pt x="12098" y="47169"/>
                  </a:lnTo>
                  <a:lnTo>
                    <a:pt x="12427" y="47307"/>
                  </a:lnTo>
                  <a:lnTo>
                    <a:pt x="13086" y="47492"/>
                  </a:lnTo>
                  <a:lnTo>
                    <a:pt x="22057" y="45553"/>
                  </a:lnTo>
                  <a:lnTo>
                    <a:pt x="24444" y="45507"/>
                  </a:lnTo>
                  <a:lnTo>
                    <a:pt x="26255" y="44630"/>
                  </a:lnTo>
                  <a:lnTo>
                    <a:pt x="28230" y="44169"/>
                  </a:lnTo>
                  <a:lnTo>
                    <a:pt x="28065" y="44169"/>
                  </a:lnTo>
                  <a:lnTo>
                    <a:pt x="29053" y="43661"/>
                  </a:lnTo>
                  <a:lnTo>
                    <a:pt x="29218" y="43061"/>
                  </a:lnTo>
                  <a:lnTo>
                    <a:pt x="30288" y="42092"/>
                  </a:lnTo>
                  <a:lnTo>
                    <a:pt x="32757" y="40846"/>
                  </a:lnTo>
                  <a:lnTo>
                    <a:pt x="33909" y="40661"/>
                  </a:lnTo>
                  <a:lnTo>
                    <a:pt x="34156" y="40476"/>
                  </a:lnTo>
                  <a:lnTo>
                    <a:pt x="34732" y="40753"/>
                  </a:lnTo>
                  <a:lnTo>
                    <a:pt x="34814" y="40707"/>
                  </a:lnTo>
                  <a:lnTo>
                    <a:pt x="34897" y="40569"/>
                  </a:lnTo>
                  <a:lnTo>
                    <a:pt x="34979" y="40523"/>
                  </a:lnTo>
                  <a:lnTo>
                    <a:pt x="35144" y="40569"/>
                  </a:lnTo>
                  <a:lnTo>
                    <a:pt x="35226" y="40800"/>
                  </a:lnTo>
                  <a:lnTo>
                    <a:pt x="35144" y="40846"/>
                  </a:lnTo>
                  <a:lnTo>
                    <a:pt x="34979" y="41215"/>
                  </a:lnTo>
                  <a:lnTo>
                    <a:pt x="33580" y="41815"/>
                  </a:lnTo>
                  <a:lnTo>
                    <a:pt x="32345" y="42692"/>
                  </a:lnTo>
                  <a:lnTo>
                    <a:pt x="32098" y="43015"/>
                  </a:lnTo>
                  <a:lnTo>
                    <a:pt x="31851" y="43200"/>
                  </a:lnTo>
                  <a:lnTo>
                    <a:pt x="31687" y="43523"/>
                  </a:lnTo>
                  <a:lnTo>
                    <a:pt x="31193" y="43707"/>
                  </a:lnTo>
                  <a:lnTo>
                    <a:pt x="31111" y="43892"/>
                  </a:lnTo>
                  <a:lnTo>
                    <a:pt x="31111" y="44076"/>
                  </a:lnTo>
                  <a:lnTo>
                    <a:pt x="31193" y="44307"/>
                  </a:lnTo>
                  <a:lnTo>
                    <a:pt x="31440" y="44400"/>
                  </a:lnTo>
                  <a:lnTo>
                    <a:pt x="31687" y="44492"/>
                  </a:lnTo>
                  <a:lnTo>
                    <a:pt x="31687" y="44630"/>
                  </a:lnTo>
                  <a:lnTo>
                    <a:pt x="30864" y="44584"/>
                  </a:lnTo>
                  <a:lnTo>
                    <a:pt x="29629" y="44953"/>
                  </a:lnTo>
                  <a:lnTo>
                    <a:pt x="29135" y="45692"/>
                  </a:lnTo>
                  <a:lnTo>
                    <a:pt x="28065" y="46200"/>
                  </a:lnTo>
                  <a:lnTo>
                    <a:pt x="26584" y="46338"/>
                  </a:lnTo>
                  <a:lnTo>
                    <a:pt x="26172" y="46661"/>
                  </a:lnTo>
                  <a:lnTo>
                    <a:pt x="23868" y="47030"/>
                  </a:lnTo>
                  <a:lnTo>
                    <a:pt x="22798" y="46846"/>
                  </a:lnTo>
                  <a:lnTo>
                    <a:pt x="21316" y="46938"/>
                  </a:lnTo>
                  <a:lnTo>
                    <a:pt x="19917" y="47123"/>
                  </a:lnTo>
                  <a:lnTo>
                    <a:pt x="17942" y="47584"/>
                  </a:lnTo>
                  <a:lnTo>
                    <a:pt x="17201" y="48046"/>
                  </a:lnTo>
                  <a:lnTo>
                    <a:pt x="16131" y="48184"/>
                  </a:lnTo>
                  <a:lnTo>
                    <a:pt x="15802" y="48507"/>
                  </a:lnTo>
                  <a:lnTo>
                    <a:pt x="15390" y="48646"/>
                  </a:lnTo>
                  <a:lnTo>
                    <a:pt x="15390" y="48738"/>
                  </a:lnTo>
                  <a:lnTo>
                    <a:pt x="15390" y="48876"/>
                  </a:lnTo>
                  <a:lnTo>
                    <a:pt x="15473" y="49015"/>
                  </a:lnTo>
                  <a:lnTo>
                    <a:pt x="15884" y="49430"/>
                  </a:lnTo>
                  <a:lnTo>
                    <a:pt x="17037" y="49707"/>
                  </a:lnTo>
                  <a:lnTo>
                    <a:pt x="18600" y="50446"/>
                  </a:lnTo>
                  <a:lnTo>
                    <a:pt x="20329" y="50815"/>
                  </a:lnTo>
                  <a:lnTo>
                    <a:pt x="21810" y="51415"/>
                  </a:lnTo>
                  <a:lnTo>
                    <a:pt x="23456" y="51923"/>
                  </a:lnTo>
                  <a:lnTo>
                    <a:pt x="24526" y="51923"/>
                  </a:lnTo>
                  <a:lnTo>
                    <a:pt x="25596" y="52292"/>
                  </a:lnTo>
                  <a:lnTo>
                    <a:pt x="26913" y="52338"/>
                  </a:lnTo>
                  <a:lnTo>
                    <a:pt x="27818" y="52292"/>
                  </a:lnTo>
                  <a:lnTo>
                    <a:pt x="28230" y="51738"/>
                  </a:lnTo>
                  <a:lnTo>
                    <a:pt x="28395" y="51276"/>
                  </a:lnTo>
                  <a:lnTo>
                    <a:pt x="28230" y="50815"/>
                  </a:lnTo>
                  <a:lnTo>
                    <a:pt x="28230" y="50584"/>
                  </a:lnTo>
                  <a:lnTo>
                    <a:pt x="29629" y="48738"/>
                  </a:lnTo>
                  <a:lnTo>
                    <a:pt x="29547" y="48646"/>
                  </a:lnTo>
                  <a:lnTo>
                    <a:pt x="29629" y="48138"/>
                  </a:lnTo>
                  <a:lnTo>
                    <a:pt x="30123" y="47815"/>
                  </a:lnTo>
                  <a:lnTo>
                    <a:pt x="30123" y="47723"/>
                  </a:lnTo>
                  <a:lnTo>
                    <a:pt x="30288" y="47215"/>
                  </a:lnTo>
                  <a:lnTo>
                    <a:pt x="31028" y="46015"/>
                  </a:lnTo>
                  <a:lnTo>
                    <a:pt x="32345" y="45230"/>
                  </a:lnTo>
                  <a:lnTo>
                    <a:pt x="33580" y="44815"/>
                  </a:lnTo>
                  <a:lnTo>
                    <a:pt x="33991" y="44584"/>
                  </a:lnTo>
                  <a:lnTo>
                    <a:pt x="34485" y="44676"/>
                  </a:lnTo>
                  <a:lnTo>
                    <a:pt x="34897" y="44353"/>
                  </a:lnTo>
                  <a:lnTo>
                    <a:pt x="39012" y="43292"/>
                  </a:lnTo>
                  <a:lnTo>
                    <a:pt x="39259" y="43384"/>
                  </a:lnTo>
                  <a:lnTo>
                    <a:pt x="46995" y="40800"/>
                  </a:lnTo>
                  <a:lnTo>
                    <a:pt x="47078" y="40892"/>
                  </a:lnTo>
                  <a:lnTo>
                    <a:pt x="46831" y="41261"/>
                  </a:lnTo>
                  <a:lnTo>
                    <a:pt x="45761" y="41584"/>
                  </a:lnTo>
                  <a:lnTo>
                    <a:pt x="45679" y="41815"/>
                  </a:lnTo>
                  <a:lnTo>
                    <a:pt x="39753" y="43661"/>
                  </a:lnTo>
                  <a:lnTo>
                    <a:pt x="39588" y="43938"/>
                  </a:lnTo>
                  <a:lnTo>
                    <a:pt x="36625" y="44815"/>
                  </a:lnTo>
                  <a:lnTo>
                    <a:pt x="36460" y="44815"/>
                  </a:lnTo>
                  <a:lnTo>
                    <a:pt x="36131" y="44584"/>
                  </a:lnTo>
                  <a:lnTo>
                    <a:pt x="36049" y="44584"/>
                  </a:lnTo>
                  <a:lnTo>
                    <a:pt x="35967" y="44630"/>
                  </a:lnTo>
                  <a:lnTo>
                    <a:pt x="35884" y="44769"/>
                  </a:lnTo>
                  <a:lnTo>
                    <a:pt x="36049" y="44861"/>
                  </a:lnTo>
                  <a:lnTo>
                    <a:pt x="35144" y="45046"/>
                  </a:lnTo>
                  <a:lnTo>
                    <a:pt x="35144" y="45092"/>
                  </a:lnTo>
                  <a:lnTo>
                    <a:pt x="35061" y="45276"/>
                  </a:lnTo>
                  <a:lnTo>
                    <a:pt x="34567" y="45553"/>
                  </a:lnTo>
                  <a:lnTo>
                    <a:pt x="34156" y="45600"/>
                  </a:lnTo>
                  <a:lnTo>
                    <a:pt x="33991" y="45830"/>
                  </a:lnTo>
                  <a:lnTo>
                    <a:pt x="33497" y="45969"/>
                  </a:lnTo>
                  <a:lnTo>
                    <a:pt x="32839" y="46615"/>
                  </a:lnTo>
                  <a:lnTo>
                    <a:pt x="30864" y="50584"/>
                  </a:lnTo>
                  <a:lnTo>
                    <a:pt x="30699" y="51692"/>
                  </a:lnTo>
                  <a:lnTo>
                    <a:pt x="30699" y="52430"/>
                  </a:lnTo>
                  <a:lnTo>
                    <a:pt x="34320" y="53123"/>
                  </a:lnTo>
                  <a:lnTo>
                    <a:pt x="34567" y="53076"/>
                  </a:lnTo>
                  <a:lnTo>
                    <a:pt x="35555" y="51923"/>
                  </a:lnTo>
                  <a:lnTo>
                    <a:pt x="36460" y="51415"/>
                  </a:lnTo>
                  <a:lnTo>
                    <a:pt x="36296" y="51830"/>
                  </a:lnTo>
                  <a:lnTo>
                    <a:pt x="35637" y="52338"/>
                  </a:lnTo>
                  <a:lnTo>
                    <a:pt x="35555" y="52892"/>
                  </a:lnTo>
                  <a:lnTo>
                    <a:pt x="35967" y="53076"/>
                  </a:lnTo>
                  <a:lnTo>
                    <a:pt x="36625" y="52800"/>
                  </a:lnTo>
                  <a:lnTo>
                    <a:pt x="37283" y="52984"/>
                  </a:lnTo>
                  <a:lnTo>
                    <a:pt x="39588" y="53076"/>
                  </a:lnTo>
                  <a:lnTo>
                    <a:pt x="40329" y="52569"/>
                  </a:lnTo>
                  <a:lnTo>
                    <a:pt x="41481" y="52338"/>
                  </a:lnTo>
                  <a:lnTo>
                    <a:pt x="43127" y="52523"/>
                  </a:lnTo>
                  <a:lnTo>
                    <a:pt x="44526" y="51876"/>
                  </a:lnTo>
                  <a:lnTo>
                    <a:pt x="45432" y="51784"/>
                  </a:lnTo>
                  <a:lnTo>
                    <a:pt x="45596" y="51646"/>
                  </a:lnTo>
                  <a:lnTo>
                    <a:pt x="45679" y="51369"/>
                  </a:lnTo>
                  <a:lnTo>
                    <a:pt x="45596" y="51046"/>
                  </a:lnTo>
                  <a:lnTo>
                    <a:pt x="45514" y="50400"/>
                  </a:lnTo>
                  <a:lnTo>
                    <a:pt x="45514" y="50169"/>
                  </a:lnTo>
                  <a:lnTo>
                    <a:pt x="45267" y="49892"/>
                  </a:lnTo>
                  <a:lnTo>
                    <a:pt x="45020" y="49615"/>
                  </a:lnTo>
                  <a:lnTo>
                    <a:pt x="44773" y="49430"/>
                  </a:lnTo>
                  <a:lnTo>
                    <a:pt x="44609" y="49338"/>
                  </a:lnTo>
                  <a:lnTo>
                    <a:pt x="44279" y="49061"/>
                  </a:lnTo>
                  <a:lnTo>
                    <a:pt x="44115" y="48784"/>
                  </a:lnTo>
                  <a:lnTo>
                    <a:pt x="44115" y="48600"/>
                  </a:lnTo>
                  <a:lnTo>
                    <a:pt x="44279" y="48553"/>
                  </a:lnTo>
                  <a:lnTo>
                    <a:pt x="43868" y="48415"/>
                  </a:lnTo>
                  <a:lnTo>
                    <a:pt x="43703" y="48276"/>
                  </a:lnTo>
                  <a:lnTo>
                    <a:pt x="44609" y="48415"/>
                  </a:lnTo>
                  <a:lnTo>
                    <a:pt x="44691" y="48230"/>
                  </a:lnTo>
                  <a:lnTo>
                    <a:pt x="44773" y="47815"/>
                  </a:lnTo>
                  <a:lnTo>
                    <a:pt x="44855" y="47769"/>
                  </a:lnTo>
                  <a:lnTo>
                    <a:pt x="45020" y="47723"/>
                  </a:lnTo>
                  <a:lnTo>
                    <a:pt x="45596" y="47215"/>
                  </a:lnTo>
                  <a:lnTo>
                    <a:pt x="45596" y="47123"/>
                  </a:lnTo>
                  <a:lnTo>
                    <a:pt x="45596" y="46753"/>
                  </a:lnTo>
                  <a:lnTo>
                    <a:pt x="45761" y="46615"/>
                  </a:lnTo>
                  <a:lnTo>
                    <a:pt x="46666" y="46753"/>
                  </a:lnTo>
                  <a:lnTo>
                    <a:pt x="46584" y="46938"/>
                  </a:lnTo>
                  <a:lnTo>
                    <a:pt x="46090" y="47815"/>
                  </a:lnTo>
                  <a:lnTo>
                    <a:pt x="45349" y="48138"/>
                  </a:lnTo>
                  <a:lnTo>
                    <a:pt x="45267" y="48415"/>
                  </a:lnTo>
                  <a:lnTo>
                    <a:pt x="45514" y="48600"/>
                  </a:lnTo>
                  <a:lnTo>
                    <a:pt x="45679" y="48692"/>
                  </a:lnTo>
                  <a:lnTo>
                    <a:pt x="45596" y="48784"/>
                  </a:lnTo>
                  <a:lnTo>
                    <a:pt x="45761" y="48923"/>
                  </a:lnTo>
                  <a:lnTo>
                    <a:pt x="46008" y="48969"/>
                  </a:lnTo>
                  <a:lnTo>
                    <a:pt x="46995" y="48923"/>
                  </a:lnTo>
                  <a:lnTo>
                    <a:pt x="48148" y="48276"/>
                  </a:lnTo>
                  <a:lnTo>
                    <a:pt x="50123" y="47723"/>
                  </a:lnTo>
                  <a:lnTo>
                    <a:pt x="50205" y="47676"/>
                  </a:lnTo>
                  <a:lnTo>
                    <a:pt x="50205" y="47538"/>
                  </a:lnTo>
                  <a:lnTo>
                    <a:pt x="50123" y="47353"/>
                  </a:lnTo>
                  <a:lnTo>
                    <a:pt x="50205" y="47215"/>
                  </a:lnTo>
                  <a:lnTo>
                    <a:pt x="50288" y="47169"/>
                  </a:lnTo>
                  <a:lnTo>
                    <a:pt x="50534" y="47169"/>
                  </a:lnTo>
                  <a:lnTo>
                    <a:pt x="50617" y="46892"/>
                  </a:lnTo>
                  <a:lnTo>
                    <a:pt x="51687" y="46384"/>
                  </a:lnTo>
                  <a:lnTo>
                    <a:pt x="51934" y="45969"/>
                  </a:lnTo>
                  <a:lnTo>
                    <a:pt x="52098" y="45830"/>
                  </a:lnTo>
                  <a:lnTo>
                    <a:pt x="52757" y="45969"/>
                  </a:lnTo>
                  <a:lnTo>
                    <a:pt x="53086" y="45876"/>
                  </a:lnTo>
                  <a:lnTo>
                    <a:pt x="53333" y="45969"/>
                  </a:lnTo>
                  <a:lnTo>
                    <a:pt x="52921" y="46938"/>
                  </a:lnTo>
                  <a:lnTo>
                    <a:pt x="52674" y="47169"/>
                  </a:lnTo>
                  <a:lnTo>
                    <a:pt x="52263" y="47676"/>
                  </a:lnTo>
                  <a:lnTo>
                    <a:pt x="49382" y="48738"/>
                  </a:lnTo>
                  <a:lnTo>
                    <a:pt x="49300" y="49200"/>
                  </a:lnTo>
                  <a:lnTo>
                    <a:pt x="49053" y="49384"/>
                  </a:lnTo>
                  <a:lnTo>
                    <a:pt x="48559" y="49430"/>
                  </a:lnTo>
                  <a:lnTo>
                    <a:pt x="48477" y="49523"/>
                  </a:lnTo>
                  <a:lnTo>
                    <a:pt x="48477" y="49800"/>
                  </a:lnTo>
                  <a:lnTo>
                    <a:pt x="48477" y="50123"/>
                  </a:lnTo>
                  <a:lnTo>
                    <a:pt x="48559" y="50492"/>
                  </a:lnTo>
                  <a:lnTo>
                    <a:pt x="48806" y="50907"/>
                  </a:lnTo>
                  <a:lnTo>
                    <a:pt x="49218" y="51046"/>
                  </a:lnTo>
                  <a:lnTo>
                    <a:pt x="50288" y="51046"/>
                  </a:lnTo>
                  <a:lnTo>
                    <a:pt x="51111" y="50723"/>
                  </a:lnTo>
                  <a:lnTo>
                    <a:pt x="52674" y="50400"/>
                  </a:lnTo>
                  <a:lnTo>
                    <a:pt x="52757" y="50446"/>
                  </a:lnTo>
                  <a:lnTo>
                    <a:pt x="52839" y="50261"/>
                  </a:lnTo>
                  <a:lnTo>
                    <a:pt x="55144" y="49384"/>
                  </a:lnTo>
                  <a:lnTo>
                    <a:pt x="56131" y="48784"/>
                  </a:lnTo>
                  <a:lnTo>
                    <a:pt x="57777" y="48507"/>
                  </a:lnTo>
                  <a:lnTo>
                    <a:pt x="59094" y="47676"/>
                  </a:lnTo>
                  <a:lnTo>
                    <a:pt x="59835" y="46846"/>
                  </a:lnTo>
                  <a:lnTo>
                    <a:pt x="60823" y="46153"/>
                  </a:lnTo>
                  <a:lnTo>
                    <a:pt x="61481" y="45830"/>
                  </a:lnTo>
                  <a:lnTo>
                    <a:pt x="61975" y="45507"/>
                  </a:lnTo>
                  <a:lnTo>
                    <a:pt x="62222" y="44907"/>
                  </a:lnTo>
                  <a:lnTo>
                    <a:pt x="63374" y="44169"/>
                  </a:lnTo>
                  <a:lnTo>
                    <a:pt x="63539" y="43523"/>
                  </a:lnTo>
                  <a:lnTo>
                    <a:pt x="63539" y="43200"/>
                  </a:lnTo>
                  <a:lnTo>
                    <a:pt x="63374" y="42830"/>
                  </a:lnTo>
                  <a:lnTo>
                    <a:pt x="63292" y="42600"/>
                  </a:lnTo>
                  <a:lnTo>
                    <a:pt x="63456" y="42507"/>
                  </a:lnTo>
                  <a:lnTo>
                    <a:pt x="63786" y="42415"/>
                  </a:lnTo>
                  <a:lnTo>
                    <a:pt x="63868" y="42369"/>
                  </a:lnTo>
                  <a:lnTo>
                    <a:pt x="63950" y="41861"/>
                  </a:lnTo>
                  <a:lnTo>
                    <a:pt x="63950" y="41630"/>
                  </a:lnTo>
                  <a:lnTo>
                    <a:pt x="63786" y="41400"/>
                  </a:lnTo>
                  <a:lnTo>
                    <a:pt x="63621" y="41307"/>
                  </a:lnTo>
                  <a:lnTo>
                    <a:pt x="63374" y="41446"/>
                  </a:lnTo>
                  <a:lnTo>
                    <a:pt x="63292" y="41492"/>
                  </a:lnTo>
                  <a:lnTo>
                    <a:pt x="63045" y="41446"/>
                  </a:lnTo>
                  <a:lnTo>
                    <a:pt x="62798" y="41353"/>
                  </a:lnTo>
                  <a:lnTo>
                    <a:pt x="62633" y="41123"/>
                  </a:lnTo>
                  <a:lnTo>
                    <a:pt x="62633" y="40984"/>
                  </a:lnTo>
                  <a:lnTo>
                    <a:pt x="62551" y="40338"/>
                  </a:lnTo>
                  <a:lnTo>
                    <a:pt x="62633" y="40200"/>
                  </a:lnTo>
                  <a:lnTo>
                    <a:pt x="63209" y="40107"/>
                  </a:lnTo>
                  <a:lnTo>
                    <a:pt x="63127" y="39784"/>
                  </a:lnTo>
                  <a:lnTo>
                    <a:pt x="62962" y="39738"/>
                  </a:lnTo>
                  <a:lnTo>
                    <a:pt x="62551" y="39646"/>
                  </a:lnTo>
                  <a:lnTo>
                    <a:pt x="60411" y="38861"/>
                  </a:lnTo>
                  <a:lnTo>
                    <a:pt x="60000" y="38492"/>
                  </a:lnTo>
                  <a:lnTo>
                    <a:pt x="63456" y="39461"/>
                  </a:lnTo>
                  <a:lnTo>
                    <a:pt x="64362" y="39184"/>
                  </a:lnTo>
                  <a:lnTo>
                    <a:pt x="64444" y="39000"/>
                  </a:lnTo>
                  <a:lnTo>
                    <a:pt x="64362" y="39000"/>
                  </a:lnTo>
                  <a:lnTo>
                    <a:pt x="64279" y="38953"/>
                  </a:lnTo>
                  <a:lnTo>
                    <a:pt x="64032" y="38861"/>
                  </a:lnTo>
                  <a:lnTo>
                    <a:pt x="63868" y="38446"/>
                  </a:lnTo>
                  <a:lnTo>
                    <a:pt x="63786" y="38169"/>
                  </a:lnTo>
                  <a:lnTo>
                    <a:pt x="63786" y="37984"/>
                  </a:lnTo>
                  <a:lnTo>
                    <a:pt x="63950" y="37615"/>
                  </a:lnTo>
                  <a:lnTo>
                    <a:pt x="64279" y="37292"/>
                  </a:lnTo>
                  <a:lnTo>
                    <a:pt x="64691" y="35861"/>
                  </a:lnTo>
                  <a:lnTo>
                    <a:pt x="65761" y="35123"/>
                  </a:lnTo>
                  <a:lnTo>
                    <a:pt x="65925" y="34753"/>
                  </a:lnTo>
                  <a:lnTo>
                    <a:pt x="68806" y="32538"/>
                  </a:lnTo>
                  <a:lnTo>
                    <a:pt x="69135" y="32538"/>
                  </a:lnTo>
                  <a:lnTo>
                    <a:pt x="69465" y="32630"/>
                  </a:lnTo>
                  <a:lnTo>
                    <a:pt x="69547" y="32769"/>
                  </a:lnTo>
                  <a:lnTo>
                    <a:pt x="68888" y="33369"/>
                  </a:lnTo>
                  <a:lnTo>
                    <a:pt x="68806" y="33923"/>
                  </a:lnTo>
                  <a:lnTo>
                    <a:pt x="68230" y="33969"/>
                  </a:lnTo>
                  <a:lnTo>
                    <a:pt x="67983" y="34661"/>
                  </a:lnTo>
                  <a:lnTo>
                    <a:pt x="67078" y="35123"/>
                  </a:lnTo>
                  <a:lnTo>
                    <a:pt x="66995" y="35400"/>
                  </a:lnTo>
                  <a:lnTo>
                    <a:pt x="66502" y="35907"/>
                  </a:lnTo>
                  <a:lnTo>
                    <a:pt x="66255" y="36553"/>
                  </a:lnTo>
                  <a:lnTo>
                    <a:pt x="66255" y="37061"/>
                  </a:lnTo>
                  <a:lnTo>
                    <a:pt x="66090" y="37523"/>
                  </a:lnTo>
                  <a:lnTo>
                    <a:pt x="65761" y="37800"/>
                  </a:lnTo>
                  <a:lnTo>
                    <a:pt x="65267" y="37938"/>
                  </a:lnTo>
                  <a:lnTo>
                    <a:pt x="65020" y="38076"/>
                  </a:lnTo>
                  <a:lnTo>
                    <a:pt x="65102" y="38400"/>
                  </a:lnTo>
                  <a:lnTo>
                    <a:pt x="65596" y="38446"/>
                  </a:lnTo>
                  <a:lnTo>
                    <a:pt x="65679" y="38769"/>
                  </a:lnTo>
                  <a:lnTo>
                    <a:pt x="65679" y="39092"/>
                  </a:lnTo>
                  <a:lnTo>
                    <a:pt x="64855" y="40846"/>
                  </a:lnTo>
                  <a:lnTo>
                    <a:pt x="64855" y="40984"/>
                  </a:lnTo>
                  <a:lnTo>
                    <a:pt x="64938" y="41261"/>
                  </a:lnTo>
                  <a:lnTo>
                    <a:pt x="65020" y="41353"/>
                  </a:lnTo>
                  <a:lnTo>
                    <a:pt x="65185" y="41446"/>
                  </a:lnTo>
                  <a:lnTo>
                    <a:pt x="65432" y="41676"/>
                  </a:lnTo>
                  <a:lnTo>
                    <a:pt x="65843" y="42138"/>
                  </a:lnTo>
                  <a:lnTo>
                    <a:pt x="65925" y="42323"/>
                  </a:lnTo>
                  <a:lnTo>
                    <a:pt x="65925" y="42553"/>
                  </a:lnTo>
                  <a:lnTo>
                    <a:pt x="66008" y="42830"/>
                  </a:lnTo>
                  <a:lnTo>
                    <a:pt x="66419" y="43061"/>
                  </a:lnTo>
                  <a:lnTo>
                    <a:pt x="66502" y="43107"/>
                  </a:lnTo>
                  <a:lnTo>
                    <a:pt x="66666" y="43107"/>
                  </a:lnTo>
                  <a:lnTo>
                    <a:pt x="69711" y="42046"/>
                  </a:lnTo>
                  <a:lnTo>
                    <a:pt x="70041" y="41676"/>
                  </a:lnTo>
                  <a:lnTo>
                    <a:pt x="72921" y="41169"/>
                  </a:lnTo>
                  <a:lnTo>
                    <a:pt x="74814" y="41123"/>
                  </a:lnTo>
                  <a:lnTo>
                    <a:pt x="75720" y="40661"/>
                  </a:lnTo>
                  <a:lnTo>
                    <a:pt x="76543" y="40476"/>
                  </a:lnTo>
                  <a:lnTo>
                    <a:pt x="77366" y="40753"/>
                  </a:lnTo>
                  <a:lnTo>
                    <a:pt x="77530" y="41123"/>
                  </a:lnTo>
                  <a:lnTo>
                    <a:pt x="77366" y="41307"/>
                  </a:lnTo>
                  <a:lnTo>
                    <a:pt x="74897" y="42046"/>
                  </a:lnTo>
                  <a:lnTo>
                    <a:pt x="73168" y="42323"/>
                  </a:lnTo>
                  <a:lnTo>
                    <a:pt x="72345" y="42738"/>
                  </a:lnTo>
                  <a:lnTo>
                    <a:pt x="70370" y="43292"/>
                  </a:lnTo>
                  <a:lnTo>
                    <a:pt x="70288" y="43569"/>
                  </a:lnTo>
                  <a:lnTo>
                    <a:pt x="69876" y="43846"/>
                  </a:lnTo>
                  <a:lnTo>
                    <a:pt x="68971" y="43984"/>
                  </a:lnTo>
                  <a:lnTo>
                    <a:pt x="68806" y="44492"/>
                  </a:lnTo>
                  <a:lnTo>
                    <a:pt x="67901" y="44815"/>
                  </a:lnTo>
                  <a:lnTo>
                    <a:pt x="67160" y="45507"/>
                  </a:lnTo>
                  <a:lnTo>
                    <a:pt x="65843" y="45969"/>
                  </a:lnTo>
                  <a:lnTo>
                    <a:pt x="65267" y="46615"/>
                  </a:lnTo>
                  <a:lnTo>
                    <a:pt x="64032" y="47400"/>
                  </a:lnTo>
                  <a:lnTo>
                    <a:pt x="63950" y="47630"/>
                  </a:lnTo>
                  <a:lnTo>
                    <a:pt x="64032" y="47723"/>
                  </a:lnTo>
                  <a:lnTo>
                    <a:pt x="67325" y="47215"/>
                  </a:lnTo>
                  <a:lnTo>
                    <a:pt x="69629" y="46707"/>
                  </a:lnTo>
                  <a:lnTo>
                    <a:pt x="73497" y="46292"/>
                  </a:lnTo>
                  <a:lnTo>
                    <a:pt x="73580" y="46384"/>
                  </a:lnTo>
                  <a:lnTo>
                    <a:pt x="73580" y="46384"/>
                  </a:lnTo>
                  <a:lnTo>
                    <a:pt x="73580" y="46430"/>
                  </a:lnTo>
                  <a:lnTo>
                    <a:pt x="73580" y="46430"/>
                  </a:lnTo>
                  <a:lnTo>
                    <a:pt x="73580" y="46476"/>
                  </a:lnTo>
                  <a:lnTo>
                    <a:pt x="73580" y="46523"/>
                  </a:lnTo>
                  <a:lnTo>
                    <a:pt x="73580" y="46523"/>
                  </a:lnTo>
                  <a:lnTo>
                    <a:pt x="73662" y="46615"/>
                  </a:lnTo>
                  <a:lnTo>
                    <a:pt x="73662" y="46615"/>
                  </a:lnTo>
                  <a:lnTo>
                    <a:pt x="73662" y="46753"/>
                  </a:lnTo>
                  <a:lnTo>
                    <a:pt x="73497" y="46892"/>
                  </a:lnTo>
                  <a:lnTo>
                    <a:pt x="70534" y="47307"/>
                  </a:lnTo>
                  <a:lnTo>
                    <a:pt x="70123" y="47630"/>
                  </a:lnTo>
                  <a:lnTo>
                    <a:pt x="69547" y="47584"/>
                  </a:lnTo>
                  <a:lnTo>
                    <a:pt x="69053" y="47861"/>
                  </a:lnTo>
                  <a:lnTo>
                    <a:pt x="67242" y="48184"/>
                  </a:lnTo>
                  <a:lnTo>
                    <a:pt x="66995" y="48507"/>
                  </a:lnTo>
                  <a:lnTo>
                    <a:pt x="64362" y="49061"/>
                  </a:lnTo>
                  <a:lnTo>
                    <a:pt x="63127" y="49615"/>
                  </a:lnTo>
                  <a:lnTo>
                    <a:pt x="63292" y="49800"/>
                  </a:lnTo>
                  <a:lnTo>
                    <a:pt x="63456" y="49800"/>
                  </a:lnTo>
                  <a:lnTo>
                    <a:pt x="63621" y="49892"/>
                  </a:lnTo>
                  <a:lnTo>
                    <a:pt x="63456" y="50123"/>
                  </a:lnTo>
                  <a:lnTo>
                    <a:pt x="57860" y="52107"/>
                  </a:lnTo>
                  <a:lnTo>
                    <a:pt x="56049" y="52430"/>
                  </a:lnTo>
                  <a:lnTo>
                    <a:pt x="53580" y="53307"/>
                  </a:lnTo>
                  <a:lnTo>
                    <a:pt x="50864" y="54369"/>
                  </a:lnTo>
                  <a:lnTo>
                    <a:pt x="50699" y="54600"/>
                  </a:lnTo>
                  <a:lnTo>
                    <a:pt x="50699" y="54646"/>
                  </a:lnTo>
                  <a:lnTo>
                    <a:pt x="52098" y="55107"/>
                  </a:lnTo>
                  <a:lnTo>
                    <a:pt x="52757" y="55569"/>
                  </a:lnTo>
                  <a:lnTo>
                    <a:pt x="56049" y="57276"/>
                  </a:lnTo>
                  <a:lnTo>
                    <a:pt x="58683" y="58523"/>
                  </a:lnTo>
                  <a:lnTo>
                    <a:pt x="59341" y="58569"/>
                  </a:lnTo>
                  <a:lnTo>
                    <a:pt x="59917" y="58753"/>
                  </a:lnTo>
                  <a:lnTo>
                    <a:pt x="63045" y="58938"/>
                  </a:lnTo>
                  <a:lnTo>
                    <a:pt x="63456" y="59123"/>
                  </a:lnTo>
                  <a:lnTo>
                    <a:pt x="63374" y="59353"/>
                  </a:lnTo>
                  <a:lnTo>
                    <a:pt x="62716" y="59446"/>
                  </a:lnTo>
                  <a:lnTo>
                    <a:pt x="62469" y="59723"/>
                  </a:lnTo>
                  <a:lnTo>
                    <a:pt x="62386" y="59815"/>
                  </a:lnTo>
                  <a:lnTo>
                    <a:pt x="62469" y="59953"/>
                  </a:lnTo>
                  <a:lnTo>
                    <a:pt x="62551" y="60092"/>
                  </a:lnTo>
                  <a:lnTo>
                    <a:pt x="62962" y="60184"/>
                  </a:lnTo>
                  <a:lnTo>
                    <a:pt x="63127" y="60461"/>
                  </a:lnTo>
                  <a:lnTo>
                    <a:pt x="63621" y="60969"/>
                  </a:lnTo>
                  <a:lnTo>
                    <a:pt x="63868" y="61292"/>
                  </a:lnTo>
                  <a:lnTo>
                    <a:pt x="63950" y="61523"/>
                  </a:lnTo>
                  <a:lnTo>
                    <a:pt x="63950" y="61892"/>
                  </a:lnTo>
                  <a:lnTo>
                    <a:pt x="64279" y="61892"/>
                  </a:lnTo>
                  <a:lnTo>
                    <a:pt x="64691" y="61984"/>
                  </a:lnTo>
                  <a:lnTo>
                    <a:pt x="64773" y="62169"/>
                  </a:lnTo>
                  <a:lnTo>
                    <a:pt x="64855" y="62584"/>
                  </a:lnTo>
                  <a:lnTo>
                    <a:pt x="64938" y="62584"/>
                  </a:lnTo>
                  <a:lnTo>
                    <a:pt x="65020" y="62630"/>
                  </a:lnTo>
                  <a:lnTo>
                    <a:pt x="65925" y="62353"/>
                  </a:lnTo>
                  <a:lnTo>
                    <a:pt x="68971" y="63046"/>
                  </a:lnTo>
                  <a:lnTo>
                    <a:pt x="71111" y="62353"/>
                  </a:lnTo>
                  <a:lnTo>
                    <a:pt x="71193" y="62123"/>
                  </a:lnTo>
                  <a:lnTo>
                    <a:pt x="74485" y="61246"/>
                  </a:lnTo>
                  <a:lnTo>
                    <a:pt x="74156" y="62307"/>
                  </a:lnTo>
                  <a:lnTo>
                    <a:pt x="73991" y="62353"/>
                  </a:lnTo>
                  <a:lnTo>
                    <a:pt x="73251" y="62400"/>
                  </a:lnTo>
                  <a:lnTo>
                    <a:pt x="70864" y="63553"/>
                  </a:lnTo>
                  <a:lnTo>
                    <a:pt x="70864" y="63784"/>
                  </a:lnTo>
                  <a:lnTo>
                    <a:pt x="70946" y="63830"/>
                  </a:lnTo>
                  <a:lnTo>
                    <a:pt x="71111" y="63923"/>
                  </a:lnTo>
                  <a:lnTo>
                    <a:pt x="71275" y="63969"/>
                  </a:lnTo>
                  <a:lnTo>
                    <a:pt x="71358" y="64061"/>
                  </a:lnTo>
                  <a:lnTo>
                    <a:pt x="66419" y="63600"/>
                  </a:lnTo>
                  <a:lnTo>
                    <a:pt x="66008" y="63692"/>
                  </a:lnTo>
                  <a:lnTo>
                    <a:pt x="65679" y="64430"/>
                  </a:lnTo>
                  <a:lnTo>
                    <a:pt x="65432" y="64569"/>
                  </a:lnTo>
                  <a:lnTo>
                    <a:pt x="64609" y="64430"/>
                  </a:lnTo>
                  <a:lnTo>
                    <a:pt x="64444" y="64200"/>
                  </a:lnTo>
                  <a:lnTo>
                    <a:pt x="64609" y="64153"/>
                  </a:lnTo>
                  <a:lnTo>
                    <a:pt x="64773" y="64200"/>
                  </a:lnTo>
                  <a:lnTo>
                    <a:pt x="64938" y="64292"/>
                  </a:lnTo>
                  <a:lnTo>
                    <a:pt x="65102" y="64384"/>
                  </a:lnTo>
                  <a:lnTo>
                    <a:pt x="65185" y="64292"/>
                  </a:lnTo>
                  <a:lnTo>
                    <a:pt x="65267" y="64200"/>
                  </a:lnTo>
                  <a:lnTo>
                    <a:pt x="65267" y="64107"/>
                  </a:lnTo>
                  <a:lnTo>
                    <a:pt x="64773" y="63784"/>
                  </a:lnTo>
                  <a:lnTo>
                    <a:pt x="64609" y="63553"/>
                  </a:lnTo>
                  <a:lnTo>
                    <a:pt x="64362" y="63092"/>
                  </a:lnTo>
                  <a:lnTo>
                    <a:pt x="63539" y="63230"/>
                  </a:lnTo>
                  <a:lnTo>
                    <a:pt x="63045" y="63138"/>
                  </a:lnTo>
                  <a:lnTo>
                    <a:pt x="62386" y="62815"/>
                  </a:lnTo>
                  <a:lnTo>
                    <a:pt x="62304" y="62630"/>
                  </a:lnTo>
                  <a:lnTo>
                    <a:pt x="62304" y="62584"/>
                  </a:lnTo>
                  <a:lnTo>
                    <a:pt x="62304" y="62538"/>
                  </a:lnTo>
                  <a:lnTo>
                    <a:pt x="62057" y="62353"/>
                  </a:lnTo>
                  <a:lnTo>
                    <a:pt x="61810" y="62123"/>
                  </a:lnTo>
                  <a:lnTo>
                    <a:pt x="60987" y="61430"/>
                  </a:lnTo>
                  <a:lnTo>
                    <a:pt x="60740" y="61107"/>
                  </a:lnTo>
                  <a:lnTo>
                    <a:pt x="60082" y="60830"/>
                  </a:lnTo>
                  <a:lnTo>
                    <a:pt x="56296" y="59261"/>
                  </a:lnTo>
                  <a:lnTo>
                    <a:pt x="53333" y="58338"/>
                  </a:lnTo>
                  <a:lnTo>
                    <a:pt x="51440" y="57415"/>
                  </a:lnTo>
                  <a:lnTo>
                    <a:pt x="48312" y="56076"/>
                  </a:lnTo>
                  <a:lnTo>
                    <a:pt x="46913" y="55984"/>
                  </a:lnTo>
                  <a:lnTo>
                    <a:pt x="43868" y="56261"/>
                  </a:lnTo>
                  <a:lnTo>
                    <a:pt x="40411" y="56815"/>
                  </a:lnTo>
                  <a:lnTo>
                    <a:pt x="37942" y="56353"/>
                  </a:lnTo>
                  <a:lnTo>
                    <a:pt x="36872" y="56076"/>
                  </a:lnTo>
                  <a:lnTo>
                    <a:pt x="34238" y="56676"/>
                  </a:lnTo>
                  <a:lnTo>
                    <a:pt x="34156" y="56861"/>
                  </a:lnTo>
                  <a:lnTo>
                    <a:pt x="33991" y="56907"/>
                  </a:lnTo>
                  <a:lnTo>
                    <a:pt x="33991" y="57000"/>
                  </a:lnTo>
                  <a:lnTo>
                    <a:pt x="33991" y="57092"/>
                  </a:lnTo>
                  <a:lnTo>
                    <a:pt x="34074" y="57184"/>
                  </a:lnTo>
                  <a:lnTo>
                    <a:pt x="34074" y="57230"/>
                  </a:lnTo>
                  <a:lnTo>
                    <a:pt x="34074" y="57184"/>
                  </a:lnTo>
                  <a:lnTo>
                    <a:pt x="34238" y="57553"/>
                  </a:lnTo>
                  <a:lnTo>
                    <a:pt x="34238" y="57692"/>
                  </a:lnTo>
                  <a:lnTo>
                    <a:pt x="34238" y="57830"/>
                  </a:lnTo>
                  <a:lnTo>
                    <a:pt x="34320" y="57923"/>
                  </a:lnTo>
                  <a:lnTo>
                    <a:pt x="34320" y="58061"/>
                  </a:lnTo>
                  <a:lnTo>
                    <a:pt x="34320" y="58153"/>
                  </a:lnTo>
                  <a:lnTo>
                    <a:pt x="34320" y="58292"/>
                  </a:lnTo>
                  <a:lnTo>
                    <a:pt x="34403" y="58476"/>
                  </a:lnTo>
                  <a:lnTo>
                    <a:pt x="34403" y="58569"/>
                  </a:lnTo>
                  <a:lnTo>
                    <a:pt x="34320" y="58800"/>
                  </a:lnTo>
                  <a:lnTo>
                    <a:pt x="34320" y="59400"/>
                  </a:lnTo>
                  <a:lnTo>
                    <a:pt x="34403" y="59630"/>
                  </a:lnTo>
                  <a:lnTo>
                    <a:pt x="34567" y="60046"/>
                  </a:lnTo>
                  <a:lnTo>
                    <a:pt x="34814" y="60276"/>
                  </a:lnTo>
                  <a:lnTo>
                    <a:pt x="35061" y="60507"/>
                  </a:lnTo>
                  <a:lnTo>
                    <a:pt x="35226" y="60738"/>
                  </a:lnTo>
                  <a:lnTo>
                    <a:pt x="35226" y="60830"/>
                  </a:lnTo>
                  <a:lnTo>
                    <a:pt x="35308" y="60876"/>
                  </a:lnTo>
                  <a:lnTo>
                    <a:pt x="35308" y="60969"/>
                  </a:lnTo>
                  <a:lnTo>
                    <a:pt x="35473" y="61015"/>
                  </a:lnTo>
                  <a:lnTo>
                    <a:pt x="35802" y="61246"/>
                  </a:lnTo>
                  <a:lnTo>
                    <a:pt x="36460" y="61523"/>
                  </a:lnTo>
                  <a:lnTo>
                    <a:pt x="39094" y="61476"/>
                  </a:lnTo>
                  <a:lnTo>
                    <a:pt x="39670" y="61707"/>
                  </a:lnTo>
                  <a:lnTo>
                    <a:pt x="41563" y="61661"/>
                  </a:lnTo>
                  <a:lnTo>
                    <a:pt x="42304" y="62123"/>
                  </a:lnTo>
                  <a:lnTo>
                    <a:pt x="43292" y="62123"/>
                  </a:lnTo>
                  <a:lnTo>
                    <a:pt x="43292" y="62400"/>
                  </a:lnTo>
                  <a:lnTo>
                    <a:pt x="43127" y="62584"/>
                  </a:lnTo>
                  <a:lnTo>
                    <a:pt x="42551" y="62538"/>
                  </a:lnTo>
                  <a:lnTo>
                    <a:pt x="41728" y="62123"/>
                  </a:lnTo>
                  <a:lnTo>
                    <a:pt x="39917" y="62261"/>
                  </a:lnTo>
                  <a:lnTo>
                    <a:pt x="39259" y="62030"/>
                  </a:lnTo>
                  <a:lnTo>
                    <a:pt x="37366" y="61984"/>
                  </a:lnTo>
                  <a:lnTo>
                    <a:pt x="36954" y="62215"/>
                  </a:lnTo>
                  <a:lnTo>
                    <a:pt x="36872" y="62446"/>
                  </a:lnTo>
                  <a:lnTo>
                    <a:pt x="36872" y="62676"/>
                  </a:lnTo>
                  <a:lnTo>
                    <a:pt x="36872" y="62861"/>
                  </a:lnTo>
                  <a:lnTo>
                    <a:pt x="36954" y="63138"/>
                  </a:lnTo>
                  <a:lnTo>
                    <a:pt x="37119" y="63369"/>
                  </a:lnTo>
                  <a:lnTo>
                    <a:pt x="37201" y="63553"/>
                  </a:lnTo>
                  <a:lnTo>
                    <a:pt x="37366" y="63830"/>
                  </a:lnTo>
                  <a:lnTo>
                    <a:pt x="37448" y="64015"/>
                  </a:lnTo>
                  <a:lnTo>
                    <a:pt x="37613" y="64200"/>
                  </a:lnTo>
                  <a:lnTo>
                    <a:pt x="37942" y="64292"/>
                  </a:lnTo>
                  <a:lnTo>
                    <a:pt x="38106" y="64384"/>
                  </a:lnTo>
                  <a:lnTo>
                    <a:pt x="37530" y="64430"/>
                  </a:lnTo>
                  <a:lnTo>
                    <a:pt x="37530" y="64476"/>
                  </a:lnTo>
                  <a:lnTo>
                    <a:pt x="37530" y="64615"/>
                  </a:lnTo>
                  <a:lnTo>
                    <a:pt x="37695" y="65030"/>
                  </a:lnTo>
                  <a:lnTo>
                    <a:pt x="37695" y="65169"/>
                  </a:lnTo>
                  <a:lnTo>
                    <a:pt x="37777" y="65307"/>
                  </a:lnTo>
                  <a:lnTo>
                    <a:pt x="38024" y="65446"/>
                  </a:lnTo>
                  <a:lnTo>
                    <a:pt x="38189" y="65492"/>
                  </a:lnTo>
                  <a:lnTo>
                    <a:pt x="39917" y="65630"/>
                  </a:lnTo>
                  <a:lnTo>
                    <a:pt x="41728" y="66000"/>
                  </a:lnTo>
                  <a:lnTo>
                    <a:pt x="42962" y="65676"/>
                  </a:lnTo>
                  <a:lnTo>
                    <a:pt x="44773" y="65953"/>
                  </a:lnTo>
                  <a:lnTo>
                    <a:pt x="45843" y="66323"/>
                  </a:lnTo>
                  <a:lnTo>
                    <a:pt x="46995" y="66738"/>
                  </a:lnTo>
                  <a:lnTo>
                    <a:pt x="46995" y="66923"/>
                  </a:lnTo>
                  <a:lnTo>
                    <a:pt x="46995" y="67153"/>
                  </a:lnTo>
                  <a:lnTo>
                    <a:pt x="47325" y="67338"/>
                  </a:lnTo>
                  <a:lnTo>
                    <a:pt x="47489" y="67430"/>
                  </a:lnTo>
                  <a:lnTo>
                    <a:pt x="47736" y="67661"/>
                  </a:lnTo>
                  <a:lnTo>
                    <a:pt x="47736" y="67753"/>
                  </a:lnTo>
                  <a:lnTo>
                    <a:pt x="47736" y="67800"/>
                  </a:lnTo>
                  <a:lnTo>
                    <a:pt x="47818" y="67846"/>
                  </a:lnTo>
                  <a:lnTo>
                    <a:pt x="47818" y="67892"/>
                  </a:lnTo>
                  <a:lnTo>
                    <a:pt x="48148" y="68123"/>
                  </a:lnTo>
                  <a:lnTo>
                    <a:pt x="48312" y="68169"/>
                  </a:lnTo>
                  <a:lnTo>
                    <a:pt x="48559" y="68215"/>
                  </a:lnTo>
                  <a:lnTo>
                    <a:pt x="48559" y="68538"/>
                  </a:lnTo>
                  <a:lnTo>
                    <a:pt x="48724" y="68676"/>
                  </a:lnTo>
                  <a:lnTo>
                    <a:pt x="50123" y="69138"/>
                  </a:lnTo>
                  <a:lnTo>
                    <a:pt x="50699" y="69184"/>
                  </a:lnTo>
                  <a:lnTo>
                    <a:pt x="51275" y="69415"/>
                  </a:lnTo>
                  <a:lnTo>
                    <a:pt x="51440" y="69553"/>
                  </a:lnTo>
                  <a:lnTo>
                    <a:pt x="51522" y="69600"/>
                  </a:lnTo>
                  <a:lnTo>
                    <a:pt x="51687" y="69923"/>
                  </a:lnTo>
                  <a:lnTo>
                    <a:pt x="51769" y="70061"/>
                  </a:lnTo>
                  <a:lnTo>
                    <a:pt x="51851" y="70061"/>
                  </a:lnTo>
                  <a:lnTo>
                    <a:pt x="51934" y="70061"/>
                  </a:lnTo>
                  <a:lnTo>
                    <a:pt x="52016" y="70153"/>
                  </a:lnTo>
                  <a:lnTo>
                    <a:pt x="52098" y="70338"/>
                  </a:lnTo>
                  <a:lnTo>
                    <a:pt x="52345" y="70800"/>
                  </a:lnTo>
                  <a:lnTo>
                    <a:pt x="52510" y="70938"/>
                  </a:lnTo>
                  <a:lnTo>
                    <a:pt x="52592" y="70984"/>
                  </a:lnTo>
                  <a:lnTo>
                    <a:pt x="52592" y="70984"/>
                  </a:lnTo>
                  <a:lnTo>
                    <a:pt x="52757" y="71307"/>
                  </a:lnTo>
                  <a:lnTo>
                    <a:pt x="52839" y="71353"/>
                  </a:lnTo>
                  <a:lnTo>
                    <a:pt x="52839" y="71400"/>
                  </a:lnTo>
                  <a:lnTo>
                    <a:pt x="53086" y="71584"/>
                  </a:lnTo>
                  <a:lnTo>
                    <a:pt x="53333" y="71676"/>
                  </a:lnTo>
                  <a:lnTo>
                    <a:pt x="53497" y="71769"/>
                  </a:lnTo>
                  <a:lnTo>
                    <a:pt x="53662" y="72000"/>
                  </a:lnTo>
                  <a:lnTo>
                    <a:pt x="53580" y="72000"/>
                  </a:lnTo>
                  <a:lnTo>
                    <a:pt x="53744" y="72230"/>
                  </a:lnTo>
                  <a:lnTo>
                    <a:pt x="53909" y="72415"/>
                  </a:lnTo>
                  <a:lnTo>
                    <a:pt x="54156" y="72692"/>
                  </a:lnTo>
                  <a:lnTo>
                    <a:pt x="54156" y="72830"/>
                  </a:lnTo>
                  <a:lnTo>
                    <a:pt x="55308" y="72830"/>
                  </a:lnTo>
                  <a:lnTo>
                    <a:pt x="55473" y="72646"/>
                  </a:lnTo>
                  <a:lnTo>
                    <a:pt x="55802" y="72138"/>
                  </a:lnTo>
                  <a:lnTo>
                    <a:pt x="55967" y="72138"/>
                  </a:lnTo>
                  <a:lnTo>
                    <a:pt x="56378" y="72507"/>
                  </a:lnTo>
                  <a:lnTo>
                    <a:pt x="56213" y="72784"/>
                  </a:lnTo>
                  <a:lnTo>
                    <a:pt x="56131" y="72923"/>
                  </a:lnTo>
                  <a:lnTo>
                    <a:pt x="56131" y="73153"/>
                  </a:lnTo>
                  <a:lnTo>
                    <a:pt x="56213" y="73200"/>
                  </a:lnTo>
                  <a:lnTo>
                    <a:pt x="56296" y="73246"/>
                  </a:lnTo>
                  <a:lnTo>
                    <a:pt x="56378" y="73246"/>
                  </a:lnTo>
                  <a:lnTo>
                    <a:pt x="56378" y="73246"/>
                  </a:lnTo>
                  <a:lnTo>
                    <a:pt x="56543" y="73292"/>
                  </a:lnTo>
                  <a:lnTo>
                    <a:pt x="56543" y="73338"/>
                  </a:lnTo>
                  <a:lnTo>
                    <a:pt x="56543" y="73384"/>
                  </a:lnTo>
                  <a:lnTo>
                    <a:pt x="56543" y="73476"/>
                  </a:lnTo>
                  <a:lnTo>
                    <a:pt x="56790" y="73569"/>
                  </a:lnTo>
                  <a:lnTo>
                    <a:pt x="57201" y="73615"/>
                  </a:lnTo>
                  <a:lnTo>
                    <a:pt x="58353" y="73846"/>
                  </a:lnTo>
                  <a:lnTo>
                    <a:pt x="58600" y="74076"/>
                  </a:lnTo>
                  <a:lnTo>
                    <a:pt x="58600" y="74076"/>
                  </a:lnTo>
                  <a:lnTo>
                    <a:pt x="58600" y="74169"/>
                  </a:lnTo>
                  <a:lnTo>
                    <a:pt x="58765" y="74261"/>
                  </a:lnTo>
                  <a:lnTo>
                    <a:pt x="59835" y="74492"/>
                  </a:lnTo>
                  <a:lnTo>
                    <a:pt x="60082" y="74492"/>
                  </a:lnTo>
                  <a:lnTo>
                    <a:pt x="60411" y="74123"/>
                  </a:lnTo>
                  <a:lnTo>
                    <a:pt x="60823" y="74215"/>
                  </a:lnTo>
                  <a:lnTo>
                    <a:pt x="60740" y="74538"/>
                  </a:lnTo>
                  <a:lnTo>
                    <a:pt x="60576" y="74676"/>
                  </a:lnTo>
                  <a:lnTo>
                    <a:pt x="57201" y="74769"/>
                  </a:lnTo>
                  <a:lnTo>
                    <a:pt x="57119" y="74723"/>
                  </a:lnTo>
                  <a:lnTo>
                    <a:pt x="57119" y="74676"/>
                  </a:lnTo>
                  <a:lnTo>
                    <a:pt x="57037" y="74584"/>
                  </a:lnTo>
                  <a:lnTo>
                    <a:pt x="57037" y="74538"/>
                  </a:lnTo>
                  <a:lnTo>
                    <a:pt x="56954" y="74538"/>
                  </a:lnTo>
                  <a:lnTo>
                    <a:pt x="56872" y="74446"/>
                  </a:lnTo>
                  <a:lnTo>
                    <a:pt x="56790" y="74400"/>
                  </a:lnTo>
                  <a:lnTo>
                    <a:pt x="56625" y="74307"/>
                  </a:lnTo>
                  <a:lnTo>
                    <a:pt x="56543" y="74307"/>
                  </a:lnTo>
                  <a:lnTo>
                    <a:pt x="56378" y="74123"/>
                  </a:lnTo>
                  <a:lnTo>
                    <a:pt x="56543" y="74030"/>
                  </a:lnTo>
                  <a:lnTo>
                    <a:pt x="56378" y="74030"/>
                  </a:lnTo>
                  <a:lnTo>
                    <a:pt x="55555" y="73661"/>
                  </a:lnTo>
                  <a:lnTo>
                    <a:pt x="54567" y="73753"/>
                  </a:lnTo>
                  <a:lnTo>
                    <a:pt x="53744" y="73615"/>
                  </a:lnTo>
                  <a:lnTo>
                    <a:pt x="53497" y="73661"/>
                  </a:lnTo>
                  <a:lnTo>
                    <a:pt x="52921" y="74307"/>
                  </a:lnTo>
                  <a:lnTo>
                    <a:pt x="52839" y="74584"/>
                  </a:lnTo>
                  <a:lnTo>
                    <a:pt x="52510" y="74769"/>
                  </a:lnTo>
                  <a:lnTo>
                    <a:pt x="52510" y="74953"/>
                  </a:lnTo>
                  <a:lnTo>
                    <a:pt x="52674" y="75369"/>
                  </a:lnTo>
                  <a:lnTo>
                    <a:pt x="52921" y="75507"/>
                  </a:lnTo>
                  <a:lnTo>
                    <a:pt x="54485" y="75692"/>
                  </a:lnTo>
                  <a:lnTo>
                    <a:pt x="56296" y="76476"/>
                  </a:lnTo>
                  <a:lnTo>
                    <a:pt x="58189" y="76107"/>
                  </a:lnTo>
                  <a:lnTo>
                    <a:pt x="60082" y="76384"/>
                  </a:lnTo>
                  <a:lnTo>
                    <a:pt x="61975" y="76107"/>
                  </a:lnTo>
                  <a:lnTo>
                    <a:pt x="64032" y="75692"/>
                  </a:lnTo>
                  <a:lnTo>
                    <a:pt x="66419" y="76015"/>
                  </a:lnTo>
                  <a:lnTo>
                    <a:pt x="66831" y="76153"/>
                  </a:lnTo>
                  <a:lnTo>
                    <a:pt x="67078" y="76153"/>
                  </a:lnTo>
                  <a:lnTo>
                    <a:pt x="69053" y="75369"/>
                  </a:lnTo>
                  <a:lnTo>
                    <a:pt x="69135" y="75230"/>
                  </a:lnTo>
                  <a:lnTo>
                    <a:pt x="69218" y="74723"/>
                  </a:lnTo>
                  <a:lnTo>
                    <a:pt x="69465" y="74446"/>
                  </a:lnTo>
                  <a:lnTo>
                    <a:pt x="69465" y="74261"/>
                  </a:lnTo>
                  <a:lnTo>
                    <a:pt x="69300" y="74261"/>
                  </a:lnTo>
                  <a:lnTo>
                    <a:pt x="69300" y="73846"/>
                  </a:lnTo>
                  <a:lnTo>
                    <a:pt x="69547" y="73615"/>
                  </a:lnTo>
                  <a:lnTo>
                    <a:pt x="70946" y="72692"/>
                  </a:lnTo>
                  <a:lnTo>
                    <a:pt x="70946" y="72507"/>
                  </a:lnTo>
                  <a:lnTo>
                    <a:pt x="71111" y="72646"/>
                  </a:lnTo>
                  <a:lnTo>
                    <a:pt x="71358" y="72692"/>
                  </a:lnTo>
                  <a:lnTo>
                    <a:pt x="71522" y="72784"/>
                  </a:lnTo>
                  <a:lnTo>
                    <a:pt x="71111" y="73615"/>
                  </a:lnTo>
                  <a:lnTo>
                    <a:pt x="71111" y="73753"/>
                  </a:lnTo>
                  <a:lnTo>
                    <a:pt x="70946" y="73753"/>
                  </a:lnTo>
                  <a:lnTo>
                    <a:pt x="70864" y="73846"/>
                  </a:lnTo>
                  <a:lnTo>
                    <a:pt x="70946" y="74076"/>
                  </a:lnTo>
                  <a:lnTo>
                    <a:pt x="71193" y="74538"/>
                  </a:lnTo>
                  <a:lnTo>
                    <a:pt x="71193" y="74861"/>
                  </a:lnTo>
                  <a:lnTo>
                    <a:pt x="71193" y="75046"/>
                  </a:lnTo>
                  <a:lnTo>
                    <a:pt x="71851" y="75184"/>
                  </a:lnTo>
                  <a:lnTo>
                    <a:pt x="72016" y="75369"/>
                  </a:lnTo>
                  <a:lnTo>
                    <a:pt x="72016" y="75600"/>
                  </a:lnTo>
                  <a:lnTo>
                    <a:pt x="72016" y="75692"/>
                  </a:lnTo>
                  <a:lnTo>
                    <a:pt x="71934" y="75692"/>
                  </a:lnTo>
                  <a:lnTo>
                    <a:pt x="72098" y="76061"/>
                  </a:lnTo>
                  <a:lnTo>
                    <a:pt x="71934" y="76153"/>
                  </a:lnTo>
                  <a:lnTo>
                    <a:pt x="71522" y="76153"/>
                  </a:lnTo>
                  <a:lnTo>
                    <a:pt x="71851" y="75969"/>
                  </a:lnTo>
                  <a:lnTo>
                    <a:pt x="71604" y="75876"/>
                  </a:lnTo>
                  <a:lnTo>
                    <a:pt x="70123" y="76015"/>
                  </a:lnTo>
                  <a:lnTo>
                    <a:pt x="68641" y="76569"/>
                  </a:lnTo>
                  <a:lnTo>
                    <a:pt x="68477" y="76800"/>
                  </a:lnTo>
                  <a:lnTo>
                    <a:pt x="68312" y="76938"/>
                  </a:lnTo>
                  <a:lnTo>
                    <a:pt x="66748" y="77030"/>
                  </a:lnTo>
                  <a:lnTo>
                    <a:pt x="64691" y="77030"/>
                  </a:lnTo>
                  <a:lnTo>
                    <a:pt x="63374" y="77261"/>
                  </a:lnTo>
                  <a:lnTo>
                    <a:pt x="63209" y="77492"/>
                  </a:lnTo>
                  <a:lnTo>
                    <a:pt x="63374" y="77630"/>
                  </a:lnTo>
                  <a:lnTo>
                    <a:pt x="63539" y="77907"/>
                  </a:lnTo>
                  <a:lnTo>
                    <a:pt x="63621" y="77953"/>
                  </a:lnTo>
                  <a:lnTo>
                    <a:pt x="63868" y="78046"/>
                  </a:lnTo>
                  <a:lnTo>
                    <a:pt x="64444" y="77907"/>
                  </a:lnTo>
                  <a:lnTo>
                    <a:pt x="64691" y="77953"/>
                  </a:lnTo>
                  <a:lnTo>
                    <a:pt x="65020" y="78230"/>
                  </a:lnTo>
                  <a:lnTo>
                    <a:pt x="65267" y="78276"/>
                  </a:lnTo>
                  <a:lnTo>
                    <a:pt x="65761" y="78230"/>
                  </a:lnTo>
                  <a:lnTo>
                    <a:pt x="65925" y="78276"/>
                  </a:lnTo>
                  <a:lnTo>
                    <a:pt x="66748" y="78692"/>
                  </a:lnTo>
                  <a:lnTo>
                    <a:pt x="66995" y="78738"/>
                  </a:lnTo>
                  <a:lnTo>
                    <a:pt x="69218" y="77953"/>
                  </a:lnTo>
                  <a:lnTo>
                    <a:pt x="69794" y="78046"/>
                  </a:lnTo>
                  <a:lnTo>
                    <a:pt x="70288" y="78369"/>
                  </a:lnTo>
                  <a:lnTo>
                    <a:pt x="70123" y="78507"/>
                  </a:lnTo>
                  <a:lnTo>
                    <a:pt x="68724" y="78507"/>
                  </a:lnTo>
                  <a:lnTo>
                    <a:pt x="68806" y="78600"/>
                  </a:lnTo>
                  <a:lnTo>
                    <a:pt x="68724" y="78738"/>
                  </a:lnTo>
                  <a:lnTo>
                    <a:pt x="68230" y="79015"/>
                  </a:lnTo>
                  <a:lnTo>
                    <a:pt x="69053" y="79523"/>
                  </a:lnTo>
                  <a:lnTo>
                    <a:pt x="71275" y="80261"/>
                  </a:lnTo>
                  <a:lnTo>
                    <a:pt x="71358" y="80400"/>
                  </a:lnTo>
                  <a:lnTo>
                    <a:pt x="71358" y="80446"/>
                  </a:lnTo>
                  <a:lnTo>
                    <a:pt x="71358" y="80492"/>
                  </a:lnTo>
                  <a:lnTo>
                    <a:pt x="71275" y="80538"/>
                  </a:lnTo>
                  <a:lnTo>
                    <a:pt x="70946" y="80907"/>
                  </a:lnTo>
                  <a:lnTo>
                    <a:pt x="70699" y="80907"/>
                  </a:lnTo>
                  <a:lnTo>
                    <a:pt x="70288" y="80723"/>
                  </a:lnTo>
                  <a:lnTo>
                    <a:pt x="69794" y="80676"/>
                  </a:lnTo>
                  <a:lnTo>
                    <a:pt x="69218" y="80538"/>
                  </a:lnTo>
                  <a:lnTo>
                    <a:pt x="68971" y="80400"/>
                  </a:lnTo>
                  <a:lnTo>
                    <a:pt x="68888" y="80261"/>
                  </a:lnTo>
                  <a:lnTo>
                    <a:pt x="68806" y="80169"/>
                  </a:lnTo>
                  <a:lnTo>
                    <a:pt x="68724" y="80076"/>
                  </a:lnTo>
                  <a:lnTo>
                    <a:pt x="68477" y="80030"/>
                  </a:lnTo>
                  <a:lnTo>
                    <a:pt x="68230" y="79984"/>
                  </a:lnTo>
                  <a:lnTo>
                    <a:pt x="68065" y="79800"/>
                  </a:lnTo>
                  <a:lnTo>
                    <a:pt x="68065" y="79707"/>
                  </a:lnTo>
                  <a:lnTo>
                    <a:pt x="67983" y="79661"/>
                  </a:lnTo>
                  <a:lnTo>
                    <a:pt x="67489" y="79523"/>
                  </a:lnTo>
                  <a:lnTo>
                    <a:pt x="67242" y="79338"/>
                  </a:lnTo>
                  <a:lnTo>
                    <a:pt x="64773" y="79200"/>
                  </a:lnTo>
                  <a:lnTo>
                    <a:pt x="64032" y="78876"/>
                  </a:lnTo>
                  <a:lnTo>
                    <a:pt x="63456" y="78600"/>
                  </a:lnTo>
                  <a:lnTo>
                    <a:pt x="61893" y="78415"/>
                  </a:lnTo>
                  <a:lnTo>
                    <a:pt x="60329" y="77861"/>
                  </a:lnTo>
                  <a:lnTo>
                    <a:pt x="54567" y="78138"/>
                  </a:lnTo>
                  <a:lnTo>
                    <a:pt x="52263" y="77584"/>
                  </a:lnTo>
                  <a:lnTo>
                    <a:pt x="51522" y="77815"/>
                  </a:lnTo>
                  <a:lnTo>
                    <a:pt x="51193" y="77723"/>
                  </a:lnTo>
                  <a:lnTo>
                    <a:pt x="51028" y="77769"/>
                  </a:lnTo>
                  <a:lnTo>
                    <a:pt x="50452" y="78369"/>
                  </a:lnTo>
                  <a:lnTo>
                    <a:pt x="49876" y="78600"/>
                  </a:lnTo>
                  <a:lnTo>
                    <a:pt x="48724" y="79476"/>
                  </a:lnTo>
                  <a:lnTo>
                    <a:pt x="47078" y="79569"/>
                  </a:lnTo>
                  <a:lnTo>
                    <a:pt x="44526" y="80446"/>
                  </a:lnTo>
                  <a:lnTo>
                    <a:pt x="44115" y="80261"/>
                  </a:lnTo>
                  <a:lnTo>
                    <a:pt x="43950" y="80261"/>
                  </a:lnTo>
                  <a:lnTo>
                    <a:pt x="43786" y="80400"/>
                  </a:lnTo>
                  <a:lnTo>
                    <a:pt x="42469" y="82061"/>
                  </a:lnTo>
                  <a:lnTo>
                    <a:pt x="42469" y="82384"/>
                  </a:lnTo>
                  <a:lnTo>
                    <a:pt x="42633" y="82800"/>
                  </a:lnTo>
                  <a:lnTo>
                    <a:pt x="42633" y="83169"/>
                  </a:lnTo>
                  <a:lnTo>
                    <a:pt x="42222" y="84092"/>
                  </a:lnTo>
                  <a:lnTo>
                    <a:pt x="42304" y="84230"/>
                  </a:lnTo>
                  <a:lnTo>
                    <a:pt x="42469" y="84323"/>
                  </a:lnTo>
                  <a:lnTo>
                    <a:pt x="42798" y="84461"/>
                  </a:lnTo>
                  <a:lnTo>
                    <a:pt x="43621" y="84092"/>
                  </a:lnTo>
                  <a:lnTo>
                    <a:pt x="43950" y="84276"/>
                  </a:lnTo>
                  <a:lnTo>
                    <a:pt x="43950" y="84276"/>
                  </a:lnTo>
                  <a:lnTo>
                    <a:pt x="44032" y="84507"/>
                  </a:lnTo>
                  <a:lnTo>
                    <a:pt x="44115" y="84600"/>
                  </a:lnTo>
                  <a:lnTo>
                    <a:pt x="42304" y="84784"/>
                  </a:lnTo>
                  <a:lnTo>
                    <a:pt x="40905" y="86538"/>
                  </a:lnTo>
                  <a:lnTo>
                    <a:pt x="40905" y="86815"/>
                  </a:lnTo>
                  <a:lnTo>
                    <a:pt x="40905" y="87230"/>
                  </a:lnTo>
                  <a:lnTo>
                    <a:pt x="41234" y="87461"/>
                  </a:lnTo>
                  <a:lnTo>
                    <a:pt x="41399" y="87738"/>
                  </a:lnTo>
                  <a:lnTo>
                    <a:pt x="41399" y="88107"/>
                  </a:lnTo>
                  <a:lnTo>
                    <a:pt x="41563" y="88523"/>
                  </a:lnTo>
                  <a:lnTo>
                    <a:pt x="41646" y="88707"/>
                  </a:lnTo>
                  <a:lnTo>
                    <a:pt x="41810" y="89030"/>
                  </a:lnTo>
                  <a:lnTo>
                    <a:pt x="42057" y="89261"/>
                  </a:lnTo>
                  <a:lnTo>
                    <a:pt x="42057" y="89446"/>
                  </a:lnTo>
                  <a:lnTo>
                    <a:pt x="42057" y="89815"/>
                  </a:lnTo>
                  <a:lnTo>
                    <a:pt x="42139" y="90000"/>
                  </a:lnTo>
                  <a:lnTo>
                    <a:pt x="42386" y="90184"/>
                  </a:lnTo>
                  <a:lnTo>
                    <a:pt x="42880" y="90184"/>
                  </a:lnTo>
                  <a:lnTo>
                    <a:pt x="43292" y="90092"/>
                  </a:lnTo>
                  <a:lnTo>
                    <a:pt x="43621" y="89769"/>
                  </a:lnTo>
                  <a:lnTo>
                    <a:pt x="44197" y="90000"/>
                  </a:lnTo>
                  <a:lnTo>
                    <a:pt x="44938" y="90046"/>
                  </a:lnTo>
                  <a:lnTo>
                    <a:pt x="44938" y="90138"/>
                  </a:lnTo>
                  <a:lnTo>
                    <a:pt x="42962" y="90646"/>
                  </a:lnTo>
                  <a:lnTo>
                    <a:pt x="42633" y="90969"/>
                  </a:lnTo>
                  <a:lnTo>
                    <a:pt x="42551" y="91384"/>
                  </a:lnTo>
                  <a:lnTo>
                    <a:pt x="42798" y="91523"/>
                  </a:lnTo>
                  <a:lnTo>
                    <a:pt x="43045" y="91615"/>
                  </a:lnTo>
                  <a:lnTo>
                    <a:pt x="47489" y="91292"/>
                  </a:lnTo>
                  <a:lnTo>
                    <a:pt x="47818" y="91107"/>
                  </a:lnTo>
                  <a:lnTo>
                    <a:pt x="48312" y="90184"/>
                  </a:lnTo>
                  <a:lnTo>
                    <a:pt x="48477" y="89769"/>
                  </a:lnTo>
                  <a:lnTo>
                    <a:pt x="48559" y="89630"/>
                  </a:lnTo>
                  <a:lnTo>
                    <a:pt x="48641" y="89584"/>
                  </a:lnTo>
                  <a:lnTo>
                    <a:pt x="48971" y="89676"/>
                  </a:lnTo>
                  <a:lnTo>
                    <a:pt x="49547" y="89584"/>
                  </a:lnTo>
                  <a:lnTo>
                    <a:pt x="50041" y="89769"/>
                  </a:lnTo>
                  <a:lnTo>
                    <a:pt x="50288" y="89584"/>
                  </a:lnTo>
                  <a:lnTo>
                    <a:pt x="50617" y="89030"/>
                  </a:lnTo>
                  <a:lnTo>
                    <a:pt x="50946" y="88753"/>
                  </a:lnTo>
                  <a:lnTo>
                    <a:pt x="50946" y="88615"/>
                  </a:lnTo>
                  <a:lnTo>
                    <a:pt x="50946" y="88384"/>
                  </a:lnTo>
                  <a:lnTo>
                    <a:pt x="50699" y="88107"/>
                  </a:lnTo>
                  <a:lnTo>
                    <a:pt x="50699" y="87923"/>
                  </a:lnTo>
                  <a:lnTo>
                    <a:pt x="50699" y="87830"/>
                  </a:lnTo>
                  <a:lnTo>
                    <a:pt x="50946" y="87692"/>
                  </a:lnTo>
                  <a:lnTo>
                    <a:pt x="51028" y="87646"/>
                  </a:lnTo>
                  <a:lnTo>
                    <a:pt x="51028" y="87553"/>
                  </a:lnTo>
                  <a:lnTo>
                    <a:pt x="51028" y="87461"/>
                  </a:lnTo>
                  <a:lnTo>
                    <a:pt x="51193" y="87415"/>
                  </a:lnTo>
                  <a:lnTo>
                    <a:pt x="51358" y="87230"/>
                  </a:lnTo>
                  <a:lnTo>
                    <a:pt x="51358" y="87046"/>
                  </a:lnTo>
                  <a:lnTo>
                    <a:pt x="51275" y="86953"/>
                  </a:lnTo>
                  <a:lnTo>
                    <a:pt x="51275" y="86861"/>
                  </a:lnTo>
                  <a:lnTo>
                    <a:pt x="51193" y="86769"/>
                  </a:lnTo>
                  <a:lnTo>
                    <a:pt x="51193" y="86630"/>
                  </a:lnTo>
                  <a:lnTo>
                    <a:pt x="51193" y="86630"/>
                  </a:lnTo>
                  <a:lnTo>
                    <a:pt x="51193" y="86538"/>
                  </a:lnTo>
                  <a:lnTo>
                    <a:pt x="51275" y="86492"/>
                  </a:lnTo>
                  <a:lnTo>
                    <a:pt x="51358" y="86492"/>
                  </a:lnTo>
                  <a:lnTo>
                    <a:pt x="51522" y="86584"/>
                  </a:lnTo>
                  <a:lnTo>
                    <a:pt x="51440" y="86723"/>
                  </a:lnTo>
                  <a:lnTo>
                    <a:pt x="51440" y="86769"/>
                  </a:lnTo>
                  <a:lnTo>
                    <a:pt x="51769" y="87184"/>
                  </a:lnTo>
                  <a:lnTo>
                    <a:pt x="51851" y="87369"/>
                  </a:lnTo>
                  <a:lnTo>
                    <a:pt x="51687" y="87507"/>
                  </a:lnTo>
                  <a:lnTo>
                    <a:pt x="51687" y="87830"/>
                  </a:lnTo>
                  <a:lnTo>
                    <a:pt x="51769" y="87876"/>
                  </a:lnTo>
                  <a:lnTo>
                    <a:pt x="51851" y="87923"/>
                  </a:lnTo>
                  <a:lnTo>
                    <a:pt x="51851" y="87923"/>
                  </a:lnTo>
                  <a:lnTo>
                    <a:pt x="51851" y="88153"/>
                  </a:lnTo>
                  <a:lnTo>
                    <a:pt x="51851" y="88246"/>
                  </a:lnTo>
                  <a:lnTo>
                    <a:pt x="51851" y="88384"/>
                  </a:lnTo>
                  <a:lnTo>
                    <a:pt x="51934" y="88661"/>
                  </a:lnTo>
                  <a:lnTo>
                    <a:pt x="51934" y="88846"/>
                  </a:lnTo>
                  <a:lnTo>
                    <a:pt x="51522" y="89307"/>
                  </a:lnTo>
                  <a:lnTo>
                    <a:pt x="51358" y="89953"/>
                  </a:lnTo>
                  <a:lnTo>
                    <a:pt x="51275" y="90046"/>
                  </a:lnTo>
                  <a:lnTo>
                    <a:pt x="50617" y="90184"/>
                  </a:lnTo>
                  <a:lnTo>
                    <a:pt x="50452" y="90369"/>
                  </a:lnTo>
                  <a:lnTo>
                    <a:pt x="50534" y="90369"/>
                  </a:lnTo>
                  <a:lnTo>
                    <a:pt x="50617" y="90461"/>
                  </a:lnTo>
                  <a:lnTo>
                    <a:pt x="50699" y="90507"/>
                  </a:lnTo>
                  <a:lnTo>
                    <a:pt x="50699" y="90646"/>
                  </a:lnTo>
                  <a:lnTo>
                    <a:pt x="50699" y="90692"/>
                  </a:lnTo>
                  <a:lnTo>
                    <a:pt x="50617" y="90876"/>
                  </a:lnTo>
                  <a:lnTo>
                    <a:pt x="50699" y="91292"/>
                  </a:lnTo>
                  <a:lnTo>
                    <a:pt x="50864" y="91523"/>
                  </a:lnTo>
                  <a:lnTo>
                    <a:pt x="51028" y="91661"/>
                  </a:lnTo>
                  <a:lnTo>
                    <a:pt x="51193" y="91800"/>
                  </a:lnTo>
                  <a:lnTo>
                    <a:pt x="51358" y="91846"/>
                  </a:lnTo>
                  <a:lnTo>
                    <a:pt x="55555" y="90461"/>
                  </a:lnTo>
                  <a:lnTo>
                    <a:pt x="55473" y="90553"/>
                  </a:lnTo>
                  <a:lnTo>
                    <a:pt x="55390" y="90553"/>
                  </a:lnTo>
                  <a:lnTo>
                    <a:pt x="55390" y="90553"/>
                  </a:lnTo>
                  <a:lnTo>
                    <a:pt x="55390" y="90646"/>
                  </a:lnTo>
                  <a:lnTo>
                    <a:pt x="55555" y="90600"/>
                  </a:lnTo>
                  <a:lnTo>
                    <a:pt x="56049" y="90046"/>
                  </a:lnTo>
                  <a:lnTo>
                    <a:pt x="55967" y="89907"/>
                  </a:lnTo>
                  <a:lnTo>
                    <a:pt x="56049" y="89676"/>
                  </a:lnTo>
                  <a:lnTo>
                    <a:pt x="56543" y="88892"/>
                  </a:lnTo>
                  <a:lnTo>
                    <a:pt x="56543" y="88523"/>
                  </a:lnTo>
                  <a:lnTo>
                    <a:pt x="56872" y="87646"/>
                  </a:lnTo>
                  <a:lnTo>
                    <a:pt x="56954" y="87461"/>
                  </a:lnTo>
                  <a:lnTo>
                    <a:pt x="57119" y="87415"/>
                  </a:lnTo>
                  <a:lnTo>
                    <a:pt x="57037" y="87323"/>
                  </a:lnTo>
                  <a:lnTo>
                    <a:pt x="56954" y="87276"/>
                  </a:lnTo>
                  <a:lnTo>
                    <a:pt x="56954" y="87230"/>
                  </a:lnTo>
                  <a:lnTo>
                    <a:pt x="56872" y="87184"/>
                  </a:lnTo>
                  <a:lnTo>
                    <a:pt x="56790" y="87000"/>
                  </a:lnTo>
                  <a:lnTo>
                    <a:pt x="56872" y="86907"/>
                  </a:lnTo>
                  <a:lnTo>
                    <a:pt x="57037" y="86584"/>
                  </a:lnTo>
                  <a:lnTo>
                    <a:pt x="57037" y="86400"/>
                  </a:lnTo>
                  <a:lnTo>
                    <a:pt x="56872" y="86261"/>
                  </a:lnTo>
                  <a:lnTo>
                    <a:pt x="56790" y="86030"/>
                  </a:lnTo>
                  <a:lnTo>
                    <a:pt x="56790" y="85800"/>
                  </a:lnTo>
                  <a:lnTo>
                    <a:pt x="56790" y="85615"/>
                  </a:lnTo>
                  <a:lnTo>
                    <a:pt x="56625" y="85523"/>
                  </a:lnTo>
                  <a:lnTo>
                    <a:pt x="56543" y="85476"/>
                  </a:lnTo>
                  <a:lnTo>
                    <a:pt x="56543" y="85476"/>
                  </a:lnTo>
                  <a:lnTo>
                    <a:pt x="56378" y="85246"/>
                  </a:lnTo>
                  <a:lnTo>
                    <a:pt x="56543" y="85153"/>
                  </a:lnTo>
                  <a:lnTo>
                    <a:pt x="56625" y="85061"/>
                  </a:lnTo>
                  <a:lnTo>
                    <a:pt x="56625" y="84969"/>
                  </a:lnTo>
                  <a:lnTo>
                    <a:pt x="56625" y="84692"/>
                  </a:lnTo>
                  <a:lnTo>
                    <a:pt x="56707" y="84646"/>
                  </a:lnTo>
                  <a:lnTo>
                    <a:pt x="56707" y="84553"/>
                  </a:lnTo>
                  <a:lnTo>
                    <a:pt x="56707" y="84276"/>
                  </a:lnTo>
                  <a:lnTo>
                    <a:pt x="56625" y="84046"/>
                  </a:lnTo>
                  <a:lnTo>
                    <a:pt x="56543" y="83861"/>
                  </a:lnTo>
                  <a:lnTo>
                    <a:pt x="56543" y="83630"/>
                  </a:lnTo>
                  <a:lnTo>
                    <a:pt x="56790" y="82984"/>
                  </a:lnTo>
                  <a:lnTo>
                    <a:pt x="56872" y="82430"/>
                  </a:lnTo>
                  <a:lnTo>
                    <a:pt x="57037" y="82292"/>
                  </a:lnTo>
                  <a:lnTo>
                    <a:pt x="57201" y="82384"/>
                  </a:lnTo>
                  <a:lnTo>
                    <a:pt x="57201" y="82523"/>
                  </a:lnTo>
                  <a:lnTo>
                    <a:pt x="57119" y="82707"/>
                  </a:lnTo>
                  <a:lnTo>
                    <a:pt x="57119" y="83353"/>
                  </a:lnTo>
                  <a:lnTo>
                    <a:pt x="56872" y="83815"/>
                  </a:lnTo>
                  <a:lnTo>
                    <a:pt x="57119" y="84138"/>
                  </a:lnTo>
                  <a:lnTo>
                    <a:pt x="57119" y="84276"/>
                  </a:lnTo>
                  <a:lnTo>
                    <a:pt x="57119" y="84461"/>
                  </a:lnTo>
                  <a:lnTo>
                    <a:pt x="57119" y="84738"/>
                  </a:lnTo>
                  <a:lnTo>
                    <a:pt x="57366" y="85015"/>
                  </a:lnTo>
                  <a:lnTo>
                    <a:pt x="57448" y="85338"/>
                  </a:lnTo>
                  <a:lnTo>
                    <a:pt x="57530" y="85615"/>
                  </a:lnTo>
                  <a:lnTo>
                    <a:pt x="57530" y="85800"/>
                  </a:lnTo>
                  <a:lnTo>
                    <a:pt x="57530" y="85846"/>
                  </a:lnTo>
                  <a:lnTo>
                    <a:pt x="57530" y="85892"/>
                  </a:lnTo>
                  <a:lnTo>
                    <a:pt x="57448" y="85938"/>
                  </a:lnTo>
                  <a:lnTo>
                    <a:pt x="57448" y="86030"/>
                  </a:lnTo>
                  <a:lnTo>
                    <a:pt x="57695" y="86076"/>
                  </a:lnTo>
                  <a:lnTo>
                    <a:pt x="58189" y="86307"/>
                  </a:lnTo>
                  <a:lnTo>
                    <a:pt x="58353" y="86353"/>
                  </a:lnTo>
                  <a:lnTo>
                    <a:pt x="58518" y="86353"/>
                  </a:lnTo>
                  <a:lnTo>
                    <a:pt x="58683" y="86261"/>
                  </a:lnTo>
                  <a:lnTo>
                    <a:pt x="58765" y="86076"/>
                  </a:lnTo>
                  <a:lnTo>
                    <a:pt x="58930" y="85892"/>
                  </a:lnTo>
                  <a:lnTo>
                    <a:pt x="59012" y="85846"/>
                  </a:lnTo>
                  <a:lnTo>
                    <a:pt x="59094" y="85800"/>
                  </a:lnTo>
                  <a:lnTo>
                    <a:pt x="59259" y="85846"/>
                  </a:lnTo>
                  <a:lnTo>
                    <a:pt x="59341" y="86030"/>
                  </a:lnTo>
                  <a:lnTo>
                    <a:pt x="59341" y="86261"/>
                  </a:lnTo>
                  <a:lnTo>
                    <a:pt x="58189" y="86630"/>
                  </a:lnTo>
                  <a:lnTo>
                    <a:pt x="58106" y="86953"/>
                  </a:lnTo>
                  <a:lnTo>
                    <a:pt x="58106" y="87323"/>
                  </a:lnTo>
                  <a:lnTo>
                    <a:pt x="58106" y="87461"/>
                  </a:lnTo>
                  <a:lnTo>
                    <a:pt x="57942" y="87876"/>
                  </a:lnTo>
                  <a:lnTo>
                    <a:pt x="57942" y="88015"/>
                  </a:lnTo>
                  <a:lnTo>
                    <a:pt x="58106" y="88523"/>
                  </a:lnTo>
                  <a:lnTo>
                    <a:pt x="58271" y="88707"/>
                  </a:lnTo>
                  <a:lnTo>
                    <a:pt x="58765" y="88661"/>
                  </a:lnTo>
                  <a:lnTo>
                    <a:pt x="59341" y="88292"/>
                  </a:lnTo>
                  <a:lnTo>
                    <a:pt x="61481" y="88153"/>
                  </a:lnTo>
                  <a:lnTo>
                    <a:pt x="62962" y="88384"/>
                  </a:lnTo>
                  <a:lnTo>
                    <a:pt x="64115" y="88246"/>
                  </a:lnTo>
                  <a:lnTo>
                    <a:pt x="64115" y="88338"/>
                  </a:lnTo>
                  <a:lnTo>
                    <a:pt x="63209" y="88800"/>
                  </a:lnTo>
                  <a:lnTo>
                    <a:pt x="61810" y="88430"/>
                  </a:lnTo>
                  <a:lnTo>
                    <a:pt x="60246" y="88430"/>
                  </a:lnTo>
                  <a:lnTo>
                    <a:pt x="59176" y="89123"/>
                  </a:lnTo>
                  <a:lnTo>
                    <a:pt x="57860" y="89123"/>
                  </a:lnTo>
                  <a:lnTo>
                    <a:pt x="57942" y="89215"/>
                  </a:lnTo>
                  <a:lnTo>
                    <a:pt x="58106" y="89215"/>
                  </a:lnTo>
                  <a:lnTo>
                    <a:pt x="58189" y="89215"/>
                  </a:lnTo>
                  <a:lnTo>
                    <a:pt x="58271" y="89307"/>
                  </a:lnTo>
                  <a:lnTo>
                    <a:pt x="58353" y="89446"/>
                  </a:lnTo>
                  <a:lnTo>
                    <a:pt x="58271" y="89953"/>
                  </a:lnTo>
                  <a:lnTo>
                    <a:pt x="58189" y="90369"/>
                  </a:lnTo>
                  <a:lnTo>
                    <a:pt x="60000" y="90876"/>
                  </a:lnTo>
                  <a:lnTo>
                    <a:pt x="60740" y="90738"/>
                  </a:lnTo>
                  <a:lnTo>
                    <a:pt x="61481" y="90276"/>
                  </a:lnTo>
                  <a:lnTo>
                    <a:pt x="63292" y="90046"/>
                  </a:lnTo>
                  <a:lnTo>
                    <a:pt x="63127" y="90276"/>
                  </a:lnTo>
                  <a:lnTo>
                    <a:pt x="61810" y="90369"/>
                  </a:lnTo>
                  <a:lnTo>
                    <a:pt x="61563" y="90553"/>
                  </a:lnTo>
                  <a:lnTo>
                    <a:pt x="61152" y="91061"/>
                  </a:lnTo>
                  <a:lnTo>
                    <a:pt x="61069" y="91107"/>
                  </a:lnTo>
                  <a:lnTo>
                    <a:pt x="59588" y="91153"/>
                  </a:lnTo>
                  <a:lnTo>
                    <a:pt x="59012" y="90969"/>
                  </a:lnTo>
                  <a:lnTo>
                    <a:pt x="58600" y="90969"/>
                  </a:lnTo>
                  <a:lnTo>
                    <a:pt x="55720" y="93184"/>
                  </a:lnTo>
                  <a:lnTo>
                    <a:pt x="55720" y="93415"/>
                  </a:lnTo>
                  <a:lnTo>
                    <a:pt x="55967" y="93646"/>
                  </a:lnTo>
                  <a:lnTo>
                    <a:pt x="57119" y="93646"/>
                  </a:lnTo>
                  <a:lnTo>
                    <a:pt x="57037" y="93692"/>
                  </a:lnTo>
                  <a:lnTo>
                    <a:pt x="57037" y="93784"/>
                  </a:lnTo>
                  <a:lnTo>
                    <a:pt x="57037" y="93923"/>
                  </a:lnTo>
                  <a:lnTo>
                    <a:pt x="57119" y="94107"/>
                  </a:lnTo>
                  <a:lnTo>
                    <a:pt x="57366" y="94246"/>
                  </a:lnTo>
                  <a:lnTo>
                    <a:pt x="57530" y="94246"/>
                  </a:lnTo>
                  <a:lnTo>
                    <a:pt x="58189" y="93923"/>
                  </a:lnTo>
                  <a:lnTo>
                    <a:pt x="58683" y="93461"/>
                  </a:lnTo>
                  <a:lnTo>
                    <a:pt x="62962" y="92676"/>
                  </a:lnTo>
                  <a:lnTo>
                    <a:pt x="64691" y="92953"/>
                  </a:lnTo>
                  <a:lnTo>
                    <a:pt x="64362" y="93138"/>
                  </a:lnTo>
                  <a:lnTo>
                    <a:pt x="62304" y="93092"/>
                  </a:lnTo>
                  <a:lnTo>
                    <a:pt x="61481" y="94338"/>
                  </a:lnTo>
                  <a:lnTo>
                    <a:pt x="61234" y="94292"/>
                  </a:lnTo>
                  <a:lnTo>
                    <a:pt x="61234" y="94015"/>
                  </a:lnTo>
                  <a:lnTo>
                    <a:pt x="61399" y="93461"/>
                  </a:lnTo>
                  <a:lnTo>
                    <a:pt x="61399" y="93461"/>
                  </a:lnTo>
                  <a:lnTo>
                    <a:pt x="61069" y="93369"/>
                  </a:lnTo>
                  <a:lnTo>
                    <a:pt x="60905" y="93415"/>
                  </a:lnTo>
                  <a:lnTo>
                    <a:pt x="60658" y="93692"/>
                  </a:lnTo>
                  <a:lnTo>
                    <a:pt x="60164" y="93784"/>
                  </a:lnTo>
                  <a:lnTo>
                    <a:pt x="59259" y="93784"/>
                  </a:lnTo>
                  <a:lnTo>
                    <a:pt x="58765" y="93830"/>
                  </a:lnTo>
                  <a:lnTo>
                    <a:pt x="58436" y="94153"/>
                  </a:lnTo>
                  <a:lnTo>
                    <a:pt x="58271" y="94569"/>
                  </a:lnTo>
                  <a:lnTo>
                    <a:pt x="58271" y="94800"/>
                  </a:lnTo>
                  <a:lnTo>
                    <a:pt x="58353" y="94984"/>
                  </a:lnTo>
                  <a:lnTo>
                    <a:pt x="58518" y="95076"/>
                  </a:lnTo>
                  <a:lnTo>
                    <a:pt x="58930" y="95169"/>
                  </a:lnTo>
                  <a:lnTo>
                    <a:pt x="59341" y="95123"/>
                  </a:lnTo>
                  <a:lnTo>
                    <a:pt x="60000" y="94753"/>
                  </a:lnTo>
                  <a:lnTo>
                    <a:pt x="60246" y="94753"/>
                  </a:lnTo>
                  <a:lnTo>
                    <a:pt x="60411" y="94523"/>
                  </a:lnTo>
                  <a:lnTo>
                    <a:pt x="60658" y="94292"/>
                  </a:lnTo>
                  <a:lnTo>
                    <a:pt x="60905" y="94292"/>
                  </a:lnTo>
                  <a:lnTo>
                    <a:pt x="61152" y="94523"/>
                  </a:lnTo>
                  <a:lnTo>
                    <a:pt x="61069" y="94707"/>
                  </a:lnTo>
                  <a:lnTo>
                    <a:pt x="60658" y="95030"/>
                  </a:lnTo>
                  <a:lnTo>
                    <a:pt x="60000" y="95030"/>
                  </a:lnTo>
                  <a:lnTo>
                    <a:pt x="59835" y="95169"/>
                  </a:lnTo>
                  <a:lnTo>
                    <a:pt x="59917" y="95400"/>
                  </a:lnTo>
                  <a:lnTo>
                    <a:pt x="60000" y="95630"/>
                  </a:lnTo>
                  <a:lnTo>
                    <a:pt x="60000" y="95769"/>
                  </a:lnTo>
                  <a:lnTo>
                    <a:pt x="59259" y="96184"/>
                  </a:lnTo>
                  <a:lnTo>
                    <a:pt x="59423" y="96369"/>
                  </a:lnTo>
                  <a:lnTo>
                    <a:pt x="60000" y="96553"/>
                  </a:lnTo>
                  <a:lnTo>
                    <a:pt x="60000" y="96830"/>
                  </a:lnTo>
                  <a:lnTo>
                    <a:pt x="60000" y="97061"/>
                  </a:lnTo>
                  <a:lnTo>
                    <a:pt x="60082" y="97292"/>
                  </a:lnTo>
                  <a:lnTo>
                    <a:pt x="60246" y="97430"/>
                  </a:lnTo>
                  <a:lnTo>
                    <a:pt x="62386" y="97753"/>
                  </a:lnTo>
                  <a:lnTo>
                    <a:pt x="62716" y="97984"/>
                  </a:lnTo>
                  <a:lnTo>
                    <a:pt x="62962" y="98030"/>
                  </a:lnTo>
                  <a:lnTo>
                    <a:pt x="64115" y="97292"/>
                  </a:lnTo>
                  <a:lnTo>
                    <a:pt x="64444" y="96784"/>
                  </a:lnTo>
                  <a:lnTo>
                    <a:pt x="64855" y="96507"/>
                  </a:lnTo>
                  <a:lnTo>
                    <a:pt x="64938" y="96276"/>
                  </a:lnTo>
                  <a:lnTo>
                    <a:pt x="64938" y="96138"/>
                  </a:lnTo>
                  <a:lnTo>
                    <a:pt x="64938" y="95953"/>
                  </a:lnTo>
                  <a:lnTo>
                    <a:pt x="64938" y="95861"/>
                  </a:lnTo>
                  <a:lnTo>
                    <a:pt x="64855" y="95538"/>
                  </a:lnTo>
                  <a:lnTo>
                    <a:pt x="64855" y="95492"/>
                  </a:lnTo>
                  <a:lnTo>
                    <a:pt x="64691" y="95307"/>
                  </a:lnTo>
                  <a:lnTo>
                    <a:pt x="64773" y="95307"/>
                  </a:lnTo>
                  <a:lnTo>
                    <a:pt x="64855" y="95400"/>
                  </a:lnTo>
                  <a:lnTo>
                    <a:pt x="64938" y="95446"/>
                  </a:lnTo>
                  <a:lnTo>
                    <a:pt x="65102" y="95538"/>
                  </a:lnTo>
                  <a:lnTo>
                    <a:pt x="65185" y="95676"/>
                  </a:lnTo>
                  <a:lnTo>
                    <a:pt x="65185" y="95723"/>
                  </a:lnTo>
                  <a:lnTo>
                    <a:pt x="65185" y="96276"/>
                  </a:lnTo>
                  <a:lnTo>
                    <a:pt x="65102" y="96507"/>
                  </a:lnTo>
                  <a:lnTo>
                    <a:pt x="64773" y="96969"/>
                  </a:lnTo>
                  <a:lnTo>
                    <a:pt x="64773" y="97384"/>
                  </a:lnTo>
                  <a:lnTo>
                    <a:pt x="64691" y="97476"/>
                  </a:lnTo>
                  <a:lnTo>
                    <a:pt x="63786" y="98169"/>
                  </a:lnTo>
                  <a:lnTo>
                    <a:pt x="63621" y="98307"/>
                  </a:lnTo>
                  <a:lnTo>
                    <a:pt x="63621" y="98446"/>
                  </a:lnTo>
                  <a:lnTo>
                    <a:pt x="63786" y="98630"/>
                  </a:lnTo>
                  <a:lnTo>
                    <a:pt x="63786" y="98723"/>
                  </a:lnTo>
                  <a:lnTo>
                    <a:pt x="64032" y="98861"/>
                  </a:lnTo>
                  <a:lnTo>
                    <a:pt x="64609" y="99138"/>
                  </a:lnTo>
                  <a:lnTo>
                    <a:pt x="64773" y="99184"/>
                  </a:lnTo>
                  <a:lnTo>
                    <a:pt x="67407" y="98676"/>
                  </a:lnTo>
                  <a:lnTo>
                    <a:pt x="69218" y="98815"/>
                  </a:lnTo>
                  <a:lnTo>
                    <a:pt x="70370" y="98584"/>
                  </a:lnTo>
                  <a:lnTo>
                    <a:pt x="70370" y="98676"/>
                  </a:lnTo>
                  <a:lnTo>
                    <a:pt x="70370" y="98769"/>
                  </a:lnTo>
                  <a:lnTo>
                    <a:pt x="70370" y="98861"/>
                  </a:lnTo>
                  <a:lnTo>
                    <a:pt x="70452" y="98907"/>
                  </a:lnTo>
                  <a:lnTo>
                    <a:pt x="71604" y="98030"/>
                  </a:lnTo>
                  <a:lnTo>
                    <a:pt x="72757" y="96738"/>
                  </a:lnTo>
                  <a:lnTo>
                    <a:pt x="72757" y="96461"/>
                  </a:lnTo>
                  <a:lnTo>
                    <a:pt x="72757" y="95630"/>
                  </a:lnTo>
                  <a:lnTo>
                    <a:pt x="73086" y="95169"/>
                  </a:lnTo>
                  <a:lnTo>
                    <a:pt x="73251" y="94938"/>
                  </a:lnTo>
                  <a:lnTo>
                    <a:pt x="73168" y="94707"/>
                  </a:lnTo>
                  <a:lnTo>
                    <a:pt x="73086" y="93646"/>
                  </a:lnTo>
                  <a:lnTo>
                    <a:pt x="73086" y="93553"/>
                  </a:lnTo>
                  <a:lnTo>
                    <a:pt x="73168" y="93276"/>
                  </a:lnTo>
                  <a:lnTo>
                    <a:pt x="73580" y="92953"/>
                  </a:lnTo>
                  <a:lnTo>
                    <a:pt x="73580" y="92769"/>
                  </a:lnTo>
                  <a:lnTo>
                    <a:pt x="73497" y="92815"/>
                  </a:lnTo>
                  <a:lnTo>
                    <a:pt x="73497" y="92630"/>
                  </a:lnTo>
                  <a:lnTo>
                    <a:pt x="73497" y="92446"/>
                  </a:lnTo>
                  <a:lnTo>
                    <a:pt x="73497" y="92353"/>
                  </a:lnTo>
                  <a:lnTo>
                    <a:pt x="73333" y="92261"/>
                  </a:lnTo>
                  <a:lnTo>
                    <a:pt x="73497" y="92030"/>
                  </a:lnTo>
                  <a:lnTo>
                    <a:pt x="74320" y="91338"/>
                  </a:lnTo>
                  <a:lnTo>
                    <a:pt x="74320" y="91107"/>
                  </a:lnTo>
                  <a:lnTo>
                    <a:pt x="74074" y="90876"/>
                  </a:lnTo>
                  <a:lnTo>
                    <a:pt x="73744" y="90553"/>
                  </a:lnTo>
                  <a:lnTo>
                    <a:pt x="73333" y="90230"/>
                  </a:lnTo>
                  <a:lnTo>
                    <a:pt x="73168" y="89769"/>
                  </a:lnTo>
                  <a:lnTo>
                    <a:pt x="73251" y="89630"/>
                  </a:lnTo>
                  <a:lnTo>
                    <a:pt x="73580" y="89030"/>
                  </a:lnTo>
                  <a:lnTo>
                    <a:pt x="74403" y="88615"/>
                  </a:lnTo>
                  <a:lnTo>
                    <a:pt x="75473" y="88384"/>
                  </a:lnTo>
                  <a:lnTo>
                    <a:pt x="75473" y="88615"/>
                  </a:lnTo>
                  <a:lnTo>
                    <a:pt x="75473" y="88707"/>
                  </a:lnTo>
                  <a:lnTo>
                    <a:pt x="75390" y="88846"/>
                  </a:lnTo>
                  <a:lnTo>
                    <a:pt x="75555" y="89076"/>
                  </a:lnTo>
                  <a:lnTo>
                    <a:pt x="74814" y="89123"/>
                  </a:lnTo>
                  <a:lnTo>
                    <a:pt x="74485" y="89261"/>
                  </a:lnTo>
                  <a:lnTo>
                    <a:pt x="74403" y="89584"/>
                  </a:lnTo>
                  <a:lnTo>
                    <a:pt x="74485" y="89723"/>
                  </a:lnTo>
                  <a:lnTo>
                    <a:pt x="74897" y="90000"/>
                  </a:lnTo>
                  <a:lnTo>
                    <a:pt x="74897" y="90046"/>
                  </a:lnTo>
                  <a:lnTo>
                    <a:pt x="74897" y="90046"/>
                  </a:lnTo>
                  <a:lnTo>
                    <a:pt x="74814" y="90092"/>
                  </a:lnTo>
                  <a:lnTo>
                    <a:pt x="74897" y="90184"/>
                  </a:lnTo>
                  <a:lnTo>
                    <a:pt x="75226" y="90415"/>
                  </a:lnTo>
                  <a:lnTo>
                    <a:pt x="75390" y="90461"/>
                  </a:lnTo>
                  <a:lnTo>
                    <a:pt x="75390" y="90553"/>
                  </a:lnTo>
                  <a:lnTo>
                    <a:pt x="75144" y="90646"/>
                  </a:lnTo>
                  <a:lnTo>
                    <a:pt x="75144" y="90692"/>
                  </a:lnTo>
                  <a:lnTo>
                    <a:pt x="75555" y="91015"/>
                  </a:lnTo>
                  <a:lnTo>
                    <a:pt x="75226" y="91384"/>
                  </a:lnTo>
                  <a:lnTo>
                    <a:pt x="75226" y="91569"/>
                  </a:lnTo>
                  <a:lnTo>
                    <a:pt x="75226" y="91753"/>
                  </a:lnTo>
                  <a:lnTo>
                    <a:pt x="75390" y="91984"/>
                  </a:lnTo>
                  <a:lnTo>
                    <a:pt x="75473" y="92215"/>
                  </a:lnTo>
                  <a:lnTo>
                    <a:pt x="75473" y="92538"/>
                  </a:lnTo>
                  <a:lnTo>
                    <a:pt x="74979" y="92907"/>
                  </a:lnTo>
                  <a:lnTo>
                    <a:pt x="74897" y="93184"/>
                  </a:lnTo>
                  <a:lnTo>
                    <a:pt x="75144" y="93230"/>
                  </a:lnTo>
                  <a:lnTo>
                    <a:pt x="75226" y="93230"/>
                  </a:lnTo>
                  <a:lnTo>
                    <a:pt x="75144" y="94338"/>
                  </a:lnTo>
                  <a:lnTo>
                    <a:pt x="74897" y="94615"/>
                  </a:lnTo>
                  <a:lnTo>
                    <a:pt x="74814" y="94661"/>
                  </a:lnTo>
                  <a:lnTo>
                    <a:pt x="74814" y="94753"/>
                  </a:lnTo>
                  <a:lnTo>
                    <a:pt x="74814" y="94938"/>
                  </a:lnTo>
                  <a:lnTo>
                    <a:pt x="74897" y="95123"/>
                  </a:lnTo>
                  <a:lnTo>
                    <a:pt x="74814" y="95215"/>
                  </a:lnTo>
                  <a:lnTo>
                    <a:pt x="74650" y="95400"/>
                  </a:lnTo>
                  <a:lnTo>
                    <a:pt x="74074" y="97200"/>
                  </a:lnTo>
                  <a:lnTo>
                    <a:pt x="73827" y="97292"/>
                  </a:lnTo>
                  <a:lnTo>
                    <a:pt x="73827" y="97384"/>
                  </a:lnTo>
                  <a:lnTo>
                    <a:pt x="73827" y="97892"/>
                  </a:lnTo>
                  <a:lnTo>
                    <a:pt x="73744" y="98030"/>
                  </a:lnTo>
                  <a:lnTo>
                    <a:pt x="73744" y="98169"/>
                  </a:lnTo>
                  <a:lnTo>
                    <a:pt x="73580" y="98261"/>
                  </a:lnTo>
                  <a:lnTo>
                    <a:pt x="73004" y="98400"/>
                  </a:lnTo>
                  <a:lnTo>
                    <a:pt x="72757" y="98815"/>
                  </a:lnTo>
                  <a:lnTo>
                    <a:pt x="72510" y="98953"/>
                  </a:lnTo>
                  <a:lnTo>
                    <a:pt x="71358" y="99138"/>
                  </a:lnTo>
                  <a:lnTo>
                    <a:pt x="71275" y="99369"/>
                  </a:lnTo>
                  <a:lnTo>
                    <a:pt x="71687" y="99784"/>
                  </a:lnTo>
                  <a:lnTo>
                    <a:pt x="74074" y="100107"/>
                  </a:lnTo>
                  <a:lnTo>
                    <a:pt x="74074" y="100200"/>
                  </a:lnTo>
                  <a:lnTo>
                    <a:pt x="74403" y="100569"/>
                  </a:lnTo>
                  <a:lnTo>
                    <a:pt x="74567" y="100753"/>
                  </a:lnTo>
                  <a:lnTo>
                    <a:pt x="70288" y="100430"/>
                  </a:lnTo>
                  <a:lnTo>
                    <a:pt x="68395" y="100892"/>
                  </a:lnTo>
                  <a:lnTo>
                    <a:pt x="67325" y="100707"/>
                  </a:lnTo>
                  <a:lnTo>
                    <a:pt x="66831" y="100846"/>
                  </a:lnTo>
                  <a:lnTo>
                    <a:pt x="66748" y="101169"/>
                  </a:lnTo>
                  <a:lnTo>
                    <a:pt x="66831" y="101215"/>
                  </a:lnTo>
                  <a:lnTo>
                    <a:pt x="67078" y="101353"/>
                  </a:lnTo>
                  <a:lnTo>
                    <a:pt x="67242" y="101492"/>
                  </a:lnTo>
                  <a:lnTo>
                    <a:pt x="67325" y="101676"/>
                  </a:lnTo>
                  <a:lnTo>
                    <a:pt x="67572" y="101861"/>
                  </a:lnTo>
                  <a:lnTo>
                    <a:pt x="68148" y="102046"/>
                  </a:lnTo>
                  <a:lnTo>
                    <a:pt x="68395" y="102369"/>
                  </a:lnTo>
                  <a:lnTo>
                    <a:pt x="66337" y="102323"/>
                  </a:lnTo>
                  <a:lnTo>
                    <a:pt x="64691" y="101584"/>
                  </a:lnTo>
                  <a:lnTo>
                    <a:pt x="64197" y="101492"/>
                  </a:lnTo>
                  <a:lnTo>
                    <a:pt x="61481" y="101538"/>
                  </a:lnTo>
                  <a:lnTo>
                    <a:pt x="61152" y="101446"/>
                  </a:lnTo>
                  <a:lnTo>
                    <a:pt x="60823" y="101169"/>
                  </a:lnTo>
                  <a:lnTo>
                    <a:pt x="60658" y="101123"/>
                  </a:lnTo>
                  <a:lnTo>
                    <a:pt x="60576" y="101123"/>
                  </a:lnTo>
                  <a:lnTo>
                    <a:pt x="60411" y="101076"/>
                  </a:lnTo>
                  <a:lnTo>
                    <a:pt x="60246" y="100984"/>
                  </a:lnTo>
                  <a:lnTo>
                    <a:pt x="60164" y="100892"/>
                  </a:lnTo>
                  <a:lnTo>
                    <a:pt x="60246" y="100892"/>
                  </a:lnTo>
                  <a:lnTo>
                    <a:pt x="60329" y="100846"/>
                  </a:lnTo>
                  <a:lnTo>
                    <a:pt x="60411" y="100707"/>
                  </a:lnTo>
                  <a:lnTo>
                    <a:pt x="60411" y="100615"/>
                  </a:lnTo>
                  <a:lnTo>
                    <a:pt x="60329" y="100523"/>
                  </a:lnTo>
                  <a:lnTo>
                    <a:pt x="60246" y="100476"/>
                  </a:lnTo>
                  <a:lnTo>
                    <a:pt x="60164" y="100430"/>
                  </a:lnTo>
                  <a:lnTo>
                    <a:pt x="60082" y="100430"/>
                  </a:lnTo>
                  <a:lnTo>
                    <a:pt x="60000" y="100476"/>
                  </a:lnTo>
                  <a:lnTo>
                    <a:pt x="60082" y="100523"/>
                  </a:lnTo>
                  <a:lnTo>
                    <a:pt x="60082" y="100569"/>
                  </a:lnTo>
                  <a:lnTo>
                    <a:pt x="60082" y="100615"/>
                  </a:lnTo>
                  <a:lnTo>
                    <a:pt x="60000" y="100707"/>
                  </a:lnTo>
                  <a:lnTo>
                    <a:pt x="59753" y="100753"/>
                  </a:lnTo>
                  <a:lnTo>
                    <a:pt x="59012" y="101446"/>
                  </a:lnTo>
                  <a:lnTo>
                    <a:pt x="58683" y="101492"/>
                  </a:lnTo>
                  <a:lnTo>
                    <a:pt x="58765" y="100938"/>
                  </a:lnTo>
                  <a:lnTo>
                    <a:pt x="58765" y="100661"/>
                  </a:lnTo>
                  <a:lnTo>
                    <a:pt x="58518" y="100430"/>
                  </a:lnTo>
                  <a:lnTo>
                    <a:pt x="58189" y="100200"/>
                  </a:lnTo>
                  <a:lnTo>
                    <a:pt x="58106" y="100107"/>
                  </a:lnTo>
                  <a:lnTo>
                    <a:pt x="57860" y="99923"/>
                  </a:lnTo>
                  <a:lnTo>
                    <a:pt x="57201" y="99184"/>
                  </a:lnTo>
                  <a:lnTo>
                    <a:pt x="57201" y="99046"/>
                  </a:lnTo>
                  <a:lnTo>
                    <a:pt x="57119" y="98953"/>
                  </a:lnTo>
                  <a:lnTo>
                    <a:pt x="57037" y="98861"/>
                  </a:lnTo>
                  <a:lnTo>
                    <a:pt x="56954" y="98815"/>
                  </a:lnTo>
                  <a:lnTo>
                    <a:pt x="56790" y="98676"/>
                  </a:lnTo>
                  <a:lnTo>
                    <a:pt x="56707" y="98446"/>
                  </a:lnTo>
                  <a:lnTo>
                    <a:pt x="56625" y="98307"/>
                  </a:lnTo>
                  <a:lnTo>
                    <a:pt x="56543" y="98169"/>
                  </a:lnTo>
                  <a:lnTo>
                    <a:pt x="56213" y="97938"/>
                  </a:lnTo>
                  <a:lnTo>
                    <a:pt x="55720" y="97430"/>
                  </a:lnTo>
                  <a:lnTo>
                    <a:pt x="55390" y="97061"/>
                  </a:lnTo>
                  <a:lnTo>
                    <a:pt x="54650" y="96876"/>
                  </a:lnTo>
                  <a:lnTo>
                    <a:pt x="53333" y="96000"/>
                  </a:lnTo>
                  <a:lnTo>
                    <a:pt x="51440" y="95492"/>
                  </a:lnTo>
                  <a:lnTo>
                    <a:pt x="50041" y="95400"/>
                  </a:lnTo>
                  <a:lnTo>
                    <a:pt x="48641" y="94984"/>
                  </a:lnTo>
                  <a:lnTo>
                    <a:pt x="46337" y="94938"/>
                  </a:lnTo>
                  <a:lnTo>
                    <a:pt x="41399" y="96784"/>
                  </a:lnTo>
                  <a:lnTo>
                    <a:pt x="41152" y="96784"/>
                  </a:lnTo>
                  <a:lnTo>
                    <a:pt x="40823" y="96600"/>
                  </a:lnTo>
                  <a:lnTo>
                    <a:pt x="40576" y="96415"/>
                  </a:lnTo>
                  <a:lnTo>
                    <a:pt x="40576" y="96369"/>
                  </a:lnTo>
                  <a:lnTo>
                    <a:pt x="40576" y="96369"/>
                  </a:lnTo>
                  <a:lnTo>
                    <a:pt x="40576" y="96323"/>
                  </a:lnTo>
                  <a:lnTo>
                    <a:pt x="40164" y="96369"/>
                  </a:lnTo>
                  <a:lnTo>
                    <a:pt x="40000" y="96276"/>
                  </a:lnTo>
                  <a:lnTo>
                    <a:pt x="40000" y="96369"/>
                  </a:lnTo>
                  <a:lnTo>
                    <a:pt x="40905" y="96876"/>
                  </a:lnTo>
                  <a:lnTo>
                    <a:pt x="40987" y="96923"/>
                  </a:lnTo>
                  <a:lnTo>
                    <a:pt x="40905" y="97015"/>
                  </a:lnTo>
                  <a:lnTo>
                    <a:pt x="40658" y="97200"/>
                  </a:lnTo>
                  <a:lnTo>
                    <a:pt x="40823" y="97476"/>
                  </a:lnTo>
                  <a:lnTo>
                    <a:pt x="40740" y="97569"/>
                  </a:lnTo>
                  <a:lnTo>
                    <a:pt x="40493" y="97661"/>
                  </a:lnTo>
                  <a:lnTo>
                    <a:pt x="40576" y="97846"/>
                  </a:lnTo>
                  <a:lnTo>
                    <a:pt x="40740" y="97846"/>
                  </a:lnTo>
                  <a:lnTo>
                    <a:pt x="40823" y="97800"/>
                  </a:lnTo>
                  <a:lnTo>
                    <a:pt x="40905" y="97846"/>
                  </a:lnTo>
                  <a:lnTo>
                    <a:pt x="41152" y="97938"/>
                  </a:lnTo>
                  <a:lnTo>
                    <a:pt x="41234" y="98123"/>
                  </a:lnTo>
                  <a:lnTo>
                    <a:pt x="41234" y="98261"/>
                  </a:lnTo>
                  <a:lnTo>
                    <a:pt x="41234" y="98353"/>
                  </a:lnTo>
                  <a:lnTo>
                    <a:pt x="41316" y="98446"/>
                  </a:lnTo>
                  <a:lnTo>
                    <a:pt x="41234" y="98861"/>
                  </a:lnTo>
                  <a:lnTo>
                    <a:pt x="41152" y="99138"/>
                  </a:lnTo>
                  <a:lnTo>
                    <a:pt x="41234" y="99369"/>
                  </a:lnTo>
                  <a:lnTo>
                    <a:pt x="41316" y="99600"/>
                  </a:lnTo>
                  <a:lnTo>
                    <a:pt x="41563" y="99738"/>
                  </a:lnTo>
                  <a:lnTo>
                    <a:pt x="42880" y="100061"/>
                  </a:lnTo>
                  <a:lnTo>
                    <a:pt x="43786" y="100476"/>
                  </a:lnTo>
                  <a:lnTo>
                    <a:pt x="43868" y="100476"/>
                  </a:lnTo>
                  <a:lnTo>
                    <a:pt x="44115" y="100430"/>
                  </a:lnTo>
                  <a:lnTo>
                    <a:pt x="44197" y="100430"/>
                  </a:lnTo>
                  <a:lnTo>
                    <a:pt x="44444" y="100523"/>
                  </a:lnTo>
                  <a:lnTo>
                    <a:pt x="44444" y="100615"/>
                  </a:lnTo>
                  <a:lnTo>
                    <a:pt x="44279" y="100615"/>
                  </a:lnTo>
                  <a:lnTo>
                    <a:pt x="44197" y="100661"/>
                  </a:lnTo>
                  <a:lnTo>
                    <a:pt x="44197" y="100661"/>
                  </a:lnTo>
                  <a:lnTo>
                    <a:pt x="44279" y="100846"/>
                  </a:lnTo>
                  <a:lnTo>
                    <a:pt x="44526" y="100892"/>
                  </a:lnTo>
                  <a:lnTo>
                    <a:pt x="44773" y="100938"/>
                  </a:lnTo>
                  <a:lnTo>
                    <a:pt x="45267" y="100938"/>
                  </a:lnTo>
                  <a:lnTo>
                    <a:pt x="45349" y="101030"/>
                  </a:lnTo>
                  <a:lnTo>
                    <a:pt x="45432" y="101076"/>
                  </a:lnTo>
                  <a:lnTo>
                    <a:pt x="45514" y="101353"/>
                  </a:lnTo>
                  <a:lnTo>
                    <a:pt x="45596" y="101446"/>
                  </a:lnTo>
                  <a:lnTo>
                    <a:pt x="45761" y="101584"/>
                  </a:lnTo>
                  <a:lnTo>
                    <a:pt x="46008" y="101676"/>
                  </a:lnTo>
                  <a:lnTo>
                    <a:pt x="46090" y="101815"/>
                  </a:lnTo>
                  <a:lnTo>
                    <a:pt x="46090" y="102092"/>
                  </a:lnTo>
                  <a:lnTo>
                    <a:pt x="45514" y="102369"/>
                  </a:lnTo>
                  <a:lnTo>
                    <a:pt x="45432" y="102692"/>
                  </a:lnTo>
                  <a:lnTo>
                    <a:pt x="45596" y="102923"/>
                  </a:lnTo>
                  <a:lnTo>
                    <a:pt x="45843" y="103153"/>
                  </a:lnTo>
                  <a:lnTo>
                    <a:pt x="46090" y="103246"/>
                  </a:lnTo>
                  <a:lnTo>
                    <a:pt x="46255" y="103292"/>
                  </a:lnTo>
                  <a:lnTo>
                    <a:pt x="46255" y="103707"/>
                  </a:lnTo>
                  <a:lnTo>
                    <a:pt x="46666" y="103938"/>
                  </a:lnTo>
                  <a:lnTo>
                    <a:pt x="48971" y="104030"/>
                  </a:lnTo>
                  <a:lnTo>
                    <a:pt x="50288" y="103338"/>
                  </a:lnTo>
                  <a:lnTo>
                    <a:pt x="52098" y="103200"/>
                  </a:lnTo>
                  <a:lnTo>
                    <a:pt x="52263" y="103338"/>
                  </a:lnTo>
                  <a:lnTo>
                    <a:pt x="51769" y="103615"/>
                  </a:lnTo>
                  <a:lnTo>
                    <a:pt x="50946" y="103615"/>
                  </a:lnTo>
                  <a:lnTo>
                    <a:pt x="50617" y="103707"/>
                  </a:lnTo>
                  <a:lnTo>
                    <a:pt x="50205" y="104261"/>
                  </a:lnTo>
                  <a:lnTo>
                    <a:pt x="49794" y="104353"/>
                  </a:lnTo>
                  <a:lnTo>
                    <a:pt x="50205" y="104723"/>
                  </a:lnTo>
                  <a:lnTo>
                    <a:pt x="50534" y="104815"/>
                  </a:lnTo>
                  <a:lnTo>
                    <a:pt x="51769" y="104630"/>
                  </a:lnTo>
                  <a:lnTo>
                    <a:pt x="52016" y="104676"/>
                  </a:lnTo>
                  <a:lnTo>
                    <a:pt x="52345" y="104769"/>
                  </a:lnTo>
                  <a:lnTo>
                    <a:pt x="52181" y="104861"/>
                  </a:lnTo>
                  <a:lnTo>
                    <a:pt x="51769" y="104953"/>
                  </a:lnTo>
                  <a:lnTo>
                    <a:pt x="51111" y="105276"/>
                  </a:lnTo>
                  <a:lnTo>
                    <a:pt x="51028" y="105415"/>
                  </a:lnTo>
                  <a:lnTo>
                    <a:pt x="50699" y="105784"/>
                  </a:lnTo>
                  <a:lnTo>
                    <a:pt x="50617" y="105876"/>
                  </a:lnTo>
                  <a:lnTo>
                    <a:pt x="50864" y="105969"/>
                  </a:lnTo>
                  <a:lnTo>
                    <a:pt x="51028" y="106015"/>
                  </a:lnTo>
                  <a:lnTo>
                    <a:pt x="51193" y="106015"/>
                  </a:lnTo>
                  <a:lnTo>
                    <a:pt x="51111" y="105923"/>
                  </a:lnTo>
                  <a:lnTo>
                    <a:pt x="51193" y="105784"/>
                  </a:lnTo>
                  <a:lnTo>
                    <a:pt x="52674" y="105876"/>
                  </a:lnTo>
                  <a:lnTo>
                    <a:pt x="52921" y="105969"/>
                  </a:lnTo>
                  <a:lnTo>
                    <a:pt x="53497" y="106107"/>
                  </a:lnTo>
                  <a:lnTo>
                    <a:pt x="54403" y="105738"/>
                  </a:lnTo>
                  <a:lnTo>
                    <a:pt x="55061" y="105969"/>
                  </a:lnTo>
                  <a:lnTo>
                    <a:pt x="53086" y="106246"/>
                  </a:lnTo>
                  <a:lnTo>
                    <a:pt x="53168" y="106384"/>
                  </a:lnTo>
                  <a:lnTo>
                    <a:pt x="53415" y="106430"/>
                  </a:lnTo>
                  <a:lnTo>
                    <a:pt x="54074" y="106707"/>
                  </a:lnTo>
                  <a:lnTo>
                    <a:pt x="53827" y="106892"/>
                  </a:lnTo>
                  <a:lnTo>
                    <a:pt x="53580" y="106892"/>
                  </a:lnTo>
                  <a:lnTo>
                    <a:pt x="53086" y="106800"/>
                  </a:lnTo>
                  <a:lnTo>
                    <a:pt x="52839" y="106615"/>
                  </a:lnTo>
                  <a:lnTo>
                    <a:pt x="52757" y="106430"/>
                  </a:lnTo>
                  <a:lnTo>
                    <a:pt x="52592" y="106384"/>
                  </a:lnTo>
                  <a:lnTo>
                    <a:pt x="52345" y="106430"/>
                  </a:lnTo>
                  <a:lnTo>
                    <a:pt x="52181" y="106384"/>
                  </a:lnTo>
                  <a:lnTo>
                    <a:pt x="52181" y="106246"/>
                  </a:lnTo>
                  <a:lnTo>
                    <a:pt x="51769" y="106107"/>
                  </a:lnTo>
                  <a:lnTo>
                    <a:pt x="49876" y="106523"/>
                  </a:lnTo>
                  <a:lnTo>
                    <a:pt x="49794" y="106661"/>
                  </a:lnTo>
                  <a:lnTo>
                    <a:pt x="49547" y="107169"/>
                  </a:lnTo>
                  <a:lnTo>
                    <a:pt x="49547" y="107353"/>
                  </a:lnTo>
                  <a:lnTo>
                    <a:pt x="50452" y="107446"/>
                  </a:lnTo>
                  <a:lnTo>
                    <a:pt x="50288" y="107676"/>
                  </a:lnTo>
                  <a:lnTo>
                    <a:pt x="49547" y="107584"/>
                  </a:lnTo>
                  <a:lnTo>
                    <a:pt x="48888" y="107907"/>
                  </a:lnTo>
                  <a:lnTo>
                    <a:pt x="48724" y="107907"/>
                  </a:lnTo>
                  <a:lnTo>
                    <a:pt x="48559" y="107676"/>
                  </a:lnTo>
                  <a:lnTo>
                    <a:pt x="48230" y="107400"/>
                  </a:lnTo>
                  <a:lnTo>
                    <a:pt x="48065" y="107353"/>
                  </a:lnTo>
                  <a:lnTo>
                    <a:pt x="47407" y="107538"/>
                  </a:lnTo>
                  <a:lnTo>
                    <a:pt x="46831" y="107492"/>
                  </a:lnTo>
                  <a:lnTo>
                    <a:pt x="45185" y="108138"/>
                  </a:lnTo>
                  <a:lnTo>
                    <a:pt x="44855" y="108000"/>
                  </a:lnTo>
                  <a:lnTo>
                    <a:pt x="44938" y="107907"/>
                  </a:lnTo>
                  <a:lnTo>
                    <a:pt x="44938" y="107861"/>
                  </a:lnTo>
                  <a:lnTo>
                    <a:pt x="45020" y="107861"/>
                  </a:lnTo>
                  <a:lnTo>
                    <a:pt x="44938" y="107769"/>
                  </a:lnTo>
                  <a:lnTo>
                    <a:pt x="43868" y="107769"/>
                  </a:lnTo>
                  <a:lnTo>
                    <a:pt x="43292" y="108138"/>
                  </a:lnTo>
                  <a:lnTo>
                    <a:pt x="42633" y="108276"/>
                  </a:lnTo>
                  <a:lnTo>
                    <a:pt x="42386" y="108461"/>
                  </a:lnTo>
                  <a:lnTo>
                    <a:pt x="43127" y="108415"/>
                  </a:lnTo>
                  <a:lnTo>
                    <a:pt x="43374" y="108369"/>
                  </a:lnTo>
                  <a:lnTo>
                    <a:pt x="43292" y="108784"/>
                  </a:lnTo>
                  <a:lnTo>
                    <a:pt x="43127" y="108876"/>
                  </a:lnTo>
                  <a:lnTo>
                    <a:pt x="42880" y="108830"/>
                  </a:lnTo>
                  <a:lnTo>
                    <a:pt x="42551" y="108923"/>
                  </a:lnTo>
                  <a:lnTo>
                    <a:pt x="42057" y="109430"/>
                  </a:lnTo>
                  <a:lnTo>
                    <a:pt x="41646" y="109984"/>
                  </a:lnTo>
                  <a:lnTo>
                    <a:pt x="40000" y="110630"/>
                  </a:lnTo>
                  <a:lnTo>
                    <a:pt x="40000" y="110723"/>
                  </a:lnTo>
                  <a:lnTo>
                    <a:pt x="40082" y="110769"/>
                  </a:lnTo>
                  <a:lnTo>
                    <a:pt x="40082" y="111092"/>
                  </a:lnTo>
                  <a:lnTo>
                    <a:pt x="37201" y="112523"/>
                  </a:lnTo>
                  <a:lnTo>
                    <a:pt x="36872" y="112938"/>
                  </a:lnTo>
                  <a:lnTo>
                    <a:pt x="37201" y="113261"/>
                  </a:lnTo>
                  <a:lnTo>
                    <a:pt x="37283" y="113400"/>
                  </a:lnTo>
                  <a:lnTo>
                    <a:pt x="37366" y="113630"/>
                  </a:lnTo>
                  <a:lnTo>
                    <a:pt x="37448" y="113723"/>
                  </a:lnTo>
                  <a:lnTo>
                    <a:pt x="37530" y="113815"/>
                  </a:lnTo>
                  <a:lnTo>
                    <a:pt x="37777" y="114138"/>
                  </a:lnTo>
                  <a:lnTo>
                    <a:pt x="37777" y="114369"/>
                  </a:lnTo>
                  <a:lnTo>
                    <a:pt x="38106" y="114600"/>
                  </a:lnTo>
                  <a:lnTo>
                    <a:pt x="38271" y="114692"/>
                  </a:lnTo>
                  <a:lnTo>
                    <a:pt x="38436" y="114738"/>
                  </a:lnTo>
                  <a:lnTo>
                    <a:pt x="38436" y="114738"/>
                  </a:lnTo>
                  <a:lnTo>
                    <a:pt x="38518" y="114784"/>
                  </a:lnTo>
                  <a:lnTo>
                    <a:pt x="38518" y="114784"/>
                  </a:lnTo>
                  <a:lnTo>
                    <a:pt x="38600" y="114830"/>
                  </a:lnTo>
                  <a:lnTo>
                    <a:pt x="38436" y="114830"/>
                  </a:lnTo>
                  <a:lnTo>
                    <a:pt x="38271" y="115015"/>
                  </a:lnTo>
                  <a:lnTo>
                    <a:pt x="38189" y="115015"/>
                  </a:lnTo>
                  <a:lnTo>
                    <a:pt x="38353" y="115246"/>
                  </a:lnTo>
                  <a:lnTo>
                    <a:pt x="38518" y="115430"/>
                  </a:lnTo>
                  <a:lnTo>
                    <a:pt x="38600" y="115569"/>
                  </a:lnTo>
                  <a:lnTo>
                    <a:pt x="38600" y="115800"/>
                  </a:lnTo>
                  <a:lnTo>
                    <a:pt x="38518" y="116030"/>
                  </a:lnTo>
                  <a:lnTo>
                    <a:pt x="37613" y="116584"/>
                  </a:lnTo>
                  <a:lnTo>
                    <a:pt x="37613" y="116815"/>
                  </a:lnTo>
                  <a:lnTo>
                    <a:pt x="37613" y="116907"/>
                  </a:lnTo>
                  <a:lnTo>
                    <a:pt x="37613" y="117000"/>
                  </a:lnTo>
                  <a:lnTo>
                    <a:pt x="37695" y="117092"/>
                  </a:lnTo>
                  <a:lnTo>
                    <a:pt x="37695" y="117276"/>
                  </a:lnTo>
                  <a:lnTo>
                    <a:pt x="37613" y="117369"/>
                  </a:lnTo>
                  <a:lnTo>
                    <a:pt x="37448" y="117415"/>
                  </a:lnTo>
                  <a:lnTo>
                    <a:pt x="37366" y="117507"/>
                  </a:lnTo>
                  <a:lnTo>
                    <a:pt x="37613" y="117646"/>
                  </a:lnTo>
                  <a:lnTo>
                    <a:pt x="38024" y="117738"/>
                  </a:lnTo>
                  <a:lnTo>
                    <a:pt x="38518" y="117923"/>
                  </a:lnTo>
                  <a:lnTo>
                    <a:pt x="38600" y="117876"/>
                  </a:lnTo>
                  <a:lnTo>
                    <a:pt x="38847" y="117461"/>
                  </a:lnTo>
                  <a:lnTo>
                    <a:pt x="38930" y="117369"/>
                  </a:lnTo>
                  <a:lnTo>
                    <a:pt x="39094" y="117461"/>
                  </a:lnTo>
                  <a:lnTo>
                    <a:pt x="39259" y="117600"/>
                  </a:lnTo>
                  <a:lnTo>
                    <a:pt x="39423" y="117876"/>
                  </a:lnTo>
                  <a:lnTo>
                    <a:pt x="39588" y="118061"/>
                  </a:lnTo>
                  <a:lnTo>
                    <a:pt x="39588" y="118246"/>
                  </a:lnTo>
                  <a:lnTo>
                    <a:pt x="39423" y="118384"/>
                  </a:lnTo>
                  <a:lnTo>
                    <a:pt x="39588" y="118523"/>
                  </a:lnTo>
                  <a:lnTo>
                    <a:pt x="39670" y="118707"/>
                  </a:lnTo>
                  <a:lnTo>
                    <a:pt x="40987" y="119123"/>
                  </a:lnTo>
                  <a:lnTo>
                    <a:pt x="40987" y="119169"/>
                  </a:lnTo>
                  <a:lnTo>
                    <a:pt x="41316" y="119400"/>
                  </a:lnTo>
                  <a:lnTo>
                    <a:pt x="41563" y="119584"/>
                  </a:lnTo>
                  <a:lnTo>
                    <a:pt x="41810" y="119630"/>
                  </a:lnTo>
                  <a:lnTo>
                    <a:pt x="42139" y="119584"/>
                  </a:lnTo>
                  <a:lnTo>
                    <a:pt x="42304" y="119538"/>
                  </a:lnTo>
                  <a:lnTo>
                    <a:pt x="42386" y="119169"/>
                  </a:lnTo>
                  <a:lnTo>
                    <a:pt x="42551" y="119123"/>
                  </a:lnTo>
                  <a:lnTo>
                    <a:pt x="42798" y="119307"/>
                  </a:lnTo>
                  <a:lnTo>
                    <a:pt x="42798" y="119538"/>
                  </a:lnTo>
                  <a:lnTo>
                    <a:pt x="42962" y="119630"/>
                  </a:lnTo>
                  <a:lnTo>
                    <a:pt x="43127" y="119676"/>
                  </a:lnTo>
                  <a:lnTo>
                    <a:pt x="43786" y="119676"/>
                  </a:lnTo>
                  <a:lnTo>
                    <a:pt x="43868" y="119630"/>
                  </a:lnTo>
                  <a:lnTo>
                    <a:pt x="43786" y="119538"/>
                  </a:lnTo>
                  <a:lnTo>
                    <a:pt x="43786" y="119400"/>
                  </a:lnTo>
                  <a:lnTo>
                    <a:pt x="43786" y="119307"/>
                  </a:lnTo>
                  <a:lnTo>
                    <a:pt x="44279" y="118984"/>
                  </a:lnTo>
                  <a:lnTo>
                    <a:pt x="44279" y="118800"/>
                  </a:lnTo>
                  <a:lnTo>
                    <a:pt x="44279" y="118569"/>
                  </a:lnTo>
                  <a:lnTo>
                    <a:pt x="44115" y="118430"/>
                  </a:lnTo>
                  <a:lnTo>
                    <a:pt x="43786" y="118200"/>
                  </a:lnTo>
                  <a:lnTo>
                    <a:pt x="43950" y="117830"/>
                  </a:lnTo>
                  <a:lnTo>
                    <a:pt x="43950" y="117600"/>
                  </a:lnTo>
                  <a:lnTo>
                    <a:pt x="43786" y="117323"/>
                  </a:lnTo>
                  <a:lnTo>
                    <a:pt x="44032" y="117092"/>
                  </a:lnTo>
                  <a:lnTo>
                    <a:pt x="44032" y="117000"/>
                  </a:lnTo>
                  <a:lnTo>
                    <a:pt x="43950" y="116815"/>
                  </a:lnTo>
                  <a:lnTo>
                    <a:pt x="43950" y="116676"/>
                  </a:lnTo>
                  <a:lnTo>
                    <a:pt x="43950" y="116584"/>
                  </a:lnTo>
                  <a:lnTo>
                    <a:pt x="44115" y="116538"/>
                  </a:lnTo>
                  <a:lnTo>
                    <a:pt x="44279" y="116584"/>
                  </a:lnTo>
                  <a:lnTo>
                    <a:pt x="44609" y="116861"/>
                  </a:lnTo>
                  <a:lnTo>
                    <a:pt x="44855" y="117092"/>
                  </a:lnTo>
                  <a:lnTo>
                    <a:pt x="44773" y="117138"/>
                  </a:lnTo>
                  <a:lnTo>
                    <a:pt x="44691" y="117323"/>
                  </a:lnTo>
                  <a:lnTo>
                    <a:pt x="44691" y="117507"/>
                  </a:lnTo>
                  <a:lnTo>
                    <a:pt x="44773" y="117738"/>
                  </a:lnTo>
                  <a:lnTo>
                    <a:pt x="45349" y="118107"/>
                  </a:lnTo>
                  <a:lnTo>
                    <a:pt x="45432" y="118292"/>
                  </a:lnTo>
                  <a:lnTo>
                    <a:pt x="45267" y="118338"/>
                  </a:lnTo>
                  <a:lnTo>
                    <a:pt x="45267" y="118476"/>
                  </a:lnTo>
                  <a:lnTo>
                    <a:pt x="45267" y="118707"/>
                  </a:lnTo>
                  <a:lnTo>
                    <a:pt x="45267" y="119076"/>
                  </a:lnTo>
                  <a:lnTo>
                    <a:pt x="45267" y="119307"/>
                  </a:lnTo>
                  <a:lnTo>
                    <a:pt x="45267" y="119446"/>
                  </a:lnTo>
                  <a:lnTo>
                    <a:pt x="45349" y="119584"/>
                  </a:lnTo>
                  <a:lnTo>
                    <a:pt x="45514" y="119630"/>
                  </a:lnTo>
                  <a:lnTo>
                    <a:pt x="45679" y="119630"/>
                  </a:lnTo>
                  <a:lnTo>
                    <a:pt x="45843" y="119584"/>
                  </a:lnTo>
                  <a:lnTo>
                    <a:pt x="46008" y="119446"/>
                  </a:lnTo>
                  <a:lnTo>
                    <a:pt x="45679" y="119076"/>
                  </a:lnTo>
                  <a:lnTo>
                    <a:pt x="45761" y="118523"/>
                  </a:lnTo>
                  <a:lnTo>
                    <a:pt x="46255" y="117876"/>
                  </a:lnTo>
                  <a:lnTo>
                    <a:pt x="46090" y="117738"/>
                  </a:lnTo>
                  <a:lnTo>
                    <a:pt x="45843" y="117553"/>
                  </a:lnTo>
                  <a:lnTo>
                    <a:pt x="45843" y="117369"/>
                  </a:lnTo>
                  <a:lnTo>
                    <a:pt x="46008" y="117184"/>
                  </a:lnTo>
                  <a:lnTo>
                    <a:pt x="45514" y="116676"/>
                  </a:lnTo>
                  <a:lnTo>
                    <a:pt x="45185" y="116630"/>
                  </a:lnTo>
                  <a:lnTo>
                    <a:pt x="44773" y="116630"/>
                  </a:lnTo>
                  <a:lnTo>
                    <a:pt x="44444" y="116446"/>
                  </a:lnTo>
                  <a:lnTo>
                    <a:pt x="44773" y="116076"/>
                  </a:lnTo>
                  <a:lnTo>
                    <a:pt x="44773" y="115892"/>
                  </a:lnTo>
                  <a:lnTo>
                    <a:pt x="44773" y="115892"/>
                  </a:lnTo>
                  <a:lnTo>
                    <a:pt x="43786" y="114876"/>
                  </a:lnTo>
                  <a:lnTo>
                    <a:pt x="43456" y="114738"/>
                  </a:lnTo>
                  <a:lnTo>
                    <a:pt x="43456" y="114369"/>
                  </a:lnTo>
                  <a:lnTo>
                    <a:pt x="43786" y="114000"/>
                  </a:lnTo>
                  <a:lnTo>
                    <a:pt x="43868" y="113769"/>
                  </a:lnTo>
                  <a:lnTo>
                    <a:pt x="43950" y="113307"/>
                  </a:lnTo>
                  <a:lnTo>
                    <a:pt x="43950" y="113076"/>
                  </a:lnTo>
                  <a:lnTo>
                    <a:pt x="44032" y="112984"/>
                  </a:lnTo>
                  <a:lnTo>
                    <a:pt x="44197" y="112846"/>
                  </a:lnTo>
                  <a:lnTo>
                    <a:pt x="44444" y="112938"/>
                  </a:lnTo>
                  <a:lnTo>
                    <a:pt x="44526" y="113215"/>
                  </a:lnTo>
                  <a:lnTo>
                    <a:pt x="44691" y="113538"/>
                  </a:lnTo>
                  <a:lnTo>
                    <a:pt x="44691" y="113723"/>
                  </a:lnTo>
                  <a:lnTo>
                    <a:pt x="44444" y="114184"/>
                  </a:lnTo>
                  <a:lnTo>
                    <a:pt x="44526" y="114461"/>
                  </a:lnTo>
                  <a:lnTo>
                    <a:pt x="44691" y="114692"/>
                  </a:lnTo>
                  <a:lnTo>
                    <a:pt x="45185" y="115061"/>
                  </a:lnTo>
                  <a:lnTo>
                    <a:pt x="45349" y="115430"/>
                  </a:lnTo>
                  <a:lnTo>
                    <a:pt x="45432" y="115569"/>
                  </a:lnTo>
                  <a:lnTo>
                    <a:pt x="45267" y="115753"/>
                  </a:lnTo>
                  <a:lnTo>
                    <a:pt x="45267" y="115892"/>
                  </a:lnTo>
                  <a:lnTo>
                    <a:pt x="45349" y="116076"/>
                  </a:lnTo>
                  <a:lnTo>
                    <a:pt x="45432" y="116169"/>
                  </a:lnTo>
                  <a:lnTo>
                    <a:pt x="45761" y="116400"/>
                  </a:lnTo>
                  <a:lnTo>
                    <a:pt x="46008" y="116400"/>
                  </a:lnTo>
                  <a:lnTo>
                    <a:pt x="46090" y="116492"/>
                  </a:lnTo>
                  <a:lnTo>
                    <a:pt x="46255" y="116630"/>
                  </a:lnTo>
                  <a:lnTo>
                    <a:pt x="46255" y="116723"/>
                  </a:lnTo>
                  <a:lnTo>
                    <a:pt x="46419" y="117046"/>
                  </a:lnTo>
                  <a:lnTo>
                    <a:pt x="46419" y="117138"/>
                  </a:lnTo>
                  <a:lnTo>
                    <a:pt x="46666" y="117323"/>
                  </a:lnTo>
                  <a:lnTo>
                    <a:pt x="46913" y="117415"/>
                  </a:lnTo>
                  <a:lnTo>
                    <a:pt x="47078" y="117553"/>
                  </a:lnTo>
                  <a:lnTo>
                    <a:pt x="47160" y="117876"/>
                  </a:lnTo>
                  <a:lnTo>
                    <a:pt x="47242" y="118015"/>
                  </a:lnTo>
                  <a:lnTo>
                    <a:pt x="47160" y="118246"/>
                  </a:lnTo>
                  <a:lnTo>
                    <a:pt x="46831" y="118476"/>
                  </a:lnTo>
                  <a:lnTo>
                    <a:pt x="46995" y="118476"/>
                  </a:lnTo>
                  <a:lnTo>
                    <a:pt x="47160" y="118523"/>
                  </a:lnTo>
                  <a:lnTo>
                    <a:pt x="47242" y="118569"/>
                  </a:lnTo>
                  <a:lnTo>
                    <a:pt x="47325" y="118800"/>
                  </a:lnTo>
                  <a:lnTo>
                    <a:pt x="47407" y="118846"/>
                  </a:lnTo>
                  <a:lnTo>
                    <a:pt x="47489" y="118846"/>
                  </a:lnTo>
                  <a:lnTo>
                    <a:pt x="47407" y="118984"/>
                  </a:lnTo>
                  <a:lnTo>
                    <a:pt x="47325" y="119123"/>
                  </a:lnTo>
                  <a:lnTo>
                    <a:pt x="47242" y="119215"/>
                  </a:lnTo>
                  <a:lnTo>
                    <a:pt x="47160" y="119446"/>
                  </a:lnTo>
                  <a:lnTo>
                    <a:pt x="47489" y="119630"/>
                  </a:lnTo>
                  <a:lnTo>
                    <a:pt x="51111" y="119723"/>
                  </a:lnTo>
                  <a:lnTo>
                    <a:pt x="51275" y="119630"/>
                  </a:lnTo>
                  <a:lnTo>
                    <a:pt x="51275" y="119538"/>
                  </a:lnTo>
                  <a:lnTo>
                    <a:pt x="51275" y="119261"/>
                  </a:lnTo>
                  <a:lnTo>
                    <a:pt x="51275" y="119169"/>
                  </a:lnTo>
                  <a:lnTo>
                    <a:pt x="51275" y="119169"/>
                  </a:lnTo>
                  <a:lnTo>
                    <a:pt x="51111" y="118984"/>
                  </a:lnTo>
                  <a:lnTo>
                    <a:pt x="51358" y="118846"/>
                  </a:lnTo>
                  <a:lnTo>
                    <a:pt x="51522" y="118846"/>
                  </a:lnTo>
                  <a:lnTo>
                    <a:pt x="51769" y="118984"/>
                  </a:lnTo>
                  <a:lnTo>
                    <a:pt x="51687" y="119076"/>
                  </a:lnTo>
                  <a:lnTo>
                    <a:pt x="52181" y="119676"/>
                  </a:lnTo>
                  <a:lnTo>
                    <a:pt x="52839" y="120000"/>
                  </a:lnTo>
                  <a:lnTo>
                    <a:pt x="53415" y="120000"/>
                  </a:lnTo>
                  <a:lnTo>
                    <a:pt x="53744" y="119723"/>
                  </a:lnTo>
                  <a:lnTo>
                    <a:pt x="53662" y="119676"/>
                  </a:lnTo>
                  <a:lnTo>
                    <a:pt x="53580" y="119538"/>
                  </a:lnTo>
                  <a:lnTo>
                    <a:pt x="53497" y="119400"/>
                  </a:lnTo>
                  <a:lnTo>
                    <a:pt x="53662" y="119353"/>
                  </a:lnTo>
                  <a:lnTo>
                    <a:pt x="53827" y="119353"/>
                  </a:lnTo>
                  <a:lnTo>
                    <a:pt x="54567" y="119630"/>
                  </a:lnTo>
                  <a:lnTo>
                    <a:pt x="54732" y="119630"/>
                  </a:lnTo>
                  <a:lnTo>
                    <a:pt x="54897" y="119538"/>
                  </a:lnTo>
                  <a:lnTo>
                    <a:pt x="54403" y="119261"/>
                  </a:lnTo>
                  <a:lnTo>
                    <a:pt x="54238" y="119169"/>
                  </a:lnTo>
                  <a:lnTo>
                    <a:pt x="54074" y="119169"/>
                  </a:lnTo>
                  <a:lnTo>
                    <a:pt x="54320" y="118892"/>
                  </a:lnTo>
                  <a:lnTo>
                    <a:pt x="54403" y="118753"/>
                  </a:lnTo>
                  <a:lnTo>
                    <a:pt x="54320" y="118661"/>
                  </a:lnTo>
                  <a:lnTo>
                    <a:pt x="54320" y="118569"/>
                  </a:lnTo>
                  <a:lnTo>
                    <a:pt x="54320" y="118523"/>
                  </a:lnTo>
                  <a:lnTo>
                    <a:pt x="54238" y="118430"/>
                  </a:lnTo>
                  <a:lnTo>
                    <a:pt x="53580" y="118292"/>
                  </a:lnTo>
                  <a:lnTo>
                    <a:pt x="53333" y="118107"/>
                  </a:lnTo>
                  <a:lnTo>
                    <a:pt x="53086" y="117830"/>
                  </a:lnTo>
                  <a:lnTo>
                    <a:pt x="53333" y="117369"/>
                  </a:lnTo>
                  <a:lnTo>
                    <a:pt x="53333" y="117276"/>
                  </a:lnTo>
                  <a:lnTo>
                    <a:pt x="53086" y="117092"/>
                  </a:lnTo>
                  <a:lnTo>
                    <a:pt x="52592" y="116907"/>
                  </a:lnTo>
                  <a:lnTo>
                    <a:pt x="52345" y="116723"/>
                  </a:lnTo>
                  <a:lnTo>
                    <a:pt x="52263" y="116630"/>
                  </a:lnTo>
                  <a:lnTo>
                    <a:pt x="52263" y="116492"/>
                  </a:lnTo>
                  <a:lnTo>
                    <a:pt x="52263" y="116261"/>
                  </a:lnTo>
                  <a:lnTo>
                    <a:pt x="52181" y="115938"/>
                  </a:lnTo>
                  <a:lnTo>
                    <a:pt x="52181" y="115892"/>
                  </a:lnTo>
                  <a:lnTo>
                    <a:pt x="52098" y="115800"/>
                  </a:lnTo>
                  <a:lnTo>
                    <a:pt x="52016" y="115707"/>
                  </a:lnTo>
                  <a:lnTo>
                    <a:pt x="52016" y="115615"/>
                  </a:lnTo>
                  <a:lnTo>
                    <a:pt x="52098" y="115476"/>
                  </a:lnTo>
                  <a:lnTo>
                    <a:pt x="52345" y="115523"/>
                  </a:lnTo>
                  <a:lnTo>
                    <a:pt x="52757" y="115661"/>
                  </a:lnTo>
                  <a:lnTo>
                    <a:pt x="53004" y="115892"/>
                  </a:lnTo>
                  <a:lnTo>
                    <a:pt x="53004" y="116076"/>
                  </a:lnTo>
                  <a:lnTo>
                    <a:pt x="53004" y="116261"/>
                  </a:lnTo>
                  <a:lnTo>
                    <a:pt x="53086" y="116492"/>
                  </a:lnTo>
                  <a:lnTo>
                    <a:pt x="52921" y="116538"/>
                  </a:lnTo>
                  <a:lnTo>
                    <a:pt x="53168" y="116723"/>
                  </a:lnTo>
                  <a:lnTo>
                    <a:pt x="53662" y="116907"/>
                  </a:lnTo>
                  <a:lnTo>
                    <a:pt x="53909" y="117046"/>
                  </a:lnTo>
                  <a:lnTo>
                    <a:pt x="54074" y="117276"/>
                  </a:lnTo>
                  <a:lnTo>
                    <a:pt x="54074" y="117461"/>
                  </a:lnTo>
                  <a:lnTo>
                    <a:pt x="53909" y="117784"/>
                  </a:lnTo>
                  <a:lnTo>
                    <a:pt x="54320" y="117923"/>
                  </a:lnTo>
                  <a:lnTo>
                    <a:pt x="56049" y="117876"/>
                  </a:lnTo>
                  <a:lnTo>
                    <a:pt x="56378" y="118061"/>
                  </a:lnTo>
                  <a:lnTo>
                    <a:pt x="56543" y="118292"/>
                  </a:lnTo>
                  <a:lnTo>
                    <a:pt x="56378" y="118430"/>
                  </a:lnTo>
                  <a:lnTo>
                    <a:pt x="56296" y="118523"/>
                  </a:lnTo>
                  <a:lnTo>
                    <a:pt x="56625" y="118753"/>
                  </a:lnTo>
                  <a:lnTo>
                    <a:pt x="56954" y="118846"/>
                  </a:lnTo>
                  <a:lnTo>
                    <a:pt x="58765" y="118892"/>
                  </a:lnTo>
                  <a:lnTo>
                    <a:pt x="59259" y="119076"/>
                  </a:lnTo>
                  <a:lnTo>
                    <a:pt x="59506" y="119076"/>
                  </a:lnTo>
                  <a:lnTo>
                    <a:pt x="59835" y="119123"/>
                  </a:lnTo>
                  <a:lnTo>
                    <a:pt x="59835" y="119076"/>
                  </a:lnTo>
                  <a:lnTo>
                    <a:pt x="59835" y="118984"/>
                  </a:lnTo>
                  <a:lnTo>
                    <a:pt x="59835" y="118846"/>
                  </a:lnTo>
                  <a:lnTo>
                    <a:pt x="59753" y="118107"/>
                  </a:lnTo>
                  <a:lnTo>
                    <a:pt x="59753" y="117461"/>
                  </a:lnTo>
                  <a:lnTo>
                    <a:pt x="59588" y="117276"/>
                  </a:lnTo>
                  <a:lnTo>
                    <a:pt x="59423" y="117184"/>
                  </a:lnTo>
                  <a:lnTo>
                    <a:pt x="59506" y="117046"/>
                  </a:lnTo>
                  <a:lnTo>
                    <a:pt x="59588" y="116953"/>
                  </a:lnTo>
                  <a:lnTo>
                    <a:pt x="59835" y="116953"/>
                  </a:lnTo>
                  <a:lnTo>
                    <a:pt x="61481" y="116076"/>
                  </a:lnTo>
                  <a:lnTo>
                    <a:pt x="61563" y="115984"/>
                  </a:lnTo>
                  <a:lnTo>
                    <a:pt x="61481" y="115892"/>
                  </a:lnTo>
                  <a:lnTo>
                    <a:pt x="58518" y="114461"/>
                  </a:lnTo>
                  <a:lnTo>
                    <a:pt x="58765" y="114369"/>
                  </a:lnTo>
                  <a:lnTo>
                    <a:pt x="59341" y="114600"/>
                  </a:lnTo>
                  <a:lnTo>
                    <a:pt x="60411" y="115153"/>
                  </a:lnTo>
                  <a:lnTo>
                    <a:pt x="61893" y="115569"/>
                  </a:lnTo>
                  <a:lnTo>
                    <a:pt x="62222" y="115938"/>
                  </a:lnTo>
                  <a:lnTo>
                    <a:pt x="62222" y="116215"/>
                  </a:lnTo>
                  <a:lnTo>
                    <a:pt x="61152" y="116723"/>
                  </a:lnTo>
                  <a:lnTo>
                    <a:pt x="61069" y="116953"/>
                  </a:lnTo>
                  <a:lnTo>
                    <a:pt x="61152" y="117092"/>
                  </a:lnTo>
                  <a:lnTo>
                    <a:pt x="61399" y="117461"/>
                  </a:lnTo>
                  <a:lnTo>
                    <a:pt x="61481" y="117600"/>
                  </a:lnTo>
                  <a:lnTo>
                    <a:pt x="61481" y="117738"/>
                  </a:lnTo>
                  <a:lnTo>
                    <a:pt x="61563" y="117784"/>
                  </a:lnTo>
                  <a:lnTo>
                    <a:pt x="61563" y="117876"/>
                  </a:lnTo>
                  <a:lnTo>
                    <a:pt x="61646" y="117969"/>
                  </a:lnTo>
                  <a:lnTo>
                    <a:pt x="61975" y="118061"/>
                  </a:lnTo>
                  <a:lnTo>
                    <a:pt x="61893" y="118061"/>
                  </a:lnTo>
                  <a:lnTo>
                    <a:pt x="62222" y="118200"/>
                  </a:lnTo>
                  <a:lnTo>
                    <a:pt x="62633" y="118200"/>
                  </a:lnTo>
                  <a:lnTo>
                    <a:pt x="63209" y="118292"/>
                  </a:lnTo>
                  <a:lnTo>
                    <a:pt x="64279" y="118292"/>
                  </a:lnTo>
                  <a:lnTo>
                    <a:pt x="64773" y="118107"/>
                  </a:lnTo>
                  <a:lnTo>
                    <a:pt x="65843" y="118292"/>
                  </a:lnTo>
                  <a:lnTo>
                    <a:pt x="66831" y="118246"/>
                  </a:lnTo>
                  <a:lnTo>
                    <a:pt x="67983" y="118384"/>
                  </a:lnTo>
                  <a:lnTo>
                    <a:pt x="68230" y="118384"/>
                  </a:lnTo>
                  <a:lnTo>
                    <a:pt x="68477" y="118430"/>
                  </a:lnTo>
                  <a:lnTo>
                    <a:pt x="69053" y="118661"/>
                  </a:lnTo>
                  <a:lnTo>
                    <a:pt x="69218" y="118707"/>
                  </a:lnTo>
                  <a:lnTo>
                    <a:pt x="70534" y="118430"/>
                  </a:lnTo>
                  <a:lnTo>
                    <a:pt x="70617" y="118476"/>
                  </a:lnTo>
                  <a:lnTo>
                    <a:pt x="70699" y="118569"/>
                  </a:lnTo>
                  <a:lnTo>
                    <a:pt x="70781" y="118707"/>
                  </a:lnTo>
                  <a:lnTo>
                    <a:pt x="70781" y="118753"/>
                  </a:lnTo>
                  <a:lnTo>
                    <a:pt x="70864" y="118800"/>
                  </a:lnTo>
                  <a:lnTo>
                    <a:pt x="71111" y="118892"/>
                  </a:lnTo>
                  <a:lnTo>
                    <a:pt x="76543" y="117830"/>
                  </a:lnTo>
                  <a:lnTo>
                    <a:pt x="76707" y="117738"/>
                  </a:lnTo>
                  <a:lnTo>
                    <a:pt x="76543" y="117507"/>
                  </a:lnTo>
                  <a:lnTo>
                    <a:pt x="76378" y="117369"/>
                  </a:lnTo>
                  <a:lnTo>
                    <a:pt x="71934" y="116492"/>
                  </a:lnTo>
                  <a:lnTo>
                    <a:pt x="71687" y="116446"/>
                  </a:lnTo>
                  <a:lnTo>
                    <a:pt x="71522" y="116215"/>
                  </a:lnTo>
                  <a:lnTo>
                    <a:pt x="71358" y="116123"/>
                  </a:lnTo>
                  <a:lnTo>
                    <a:pt x="71275" y="116076"/>
                  </a:lnTo>
                  <a:lnTo>
                    <a:pt x="71111" y="116030"/>
                  </a:lnTo>
                  <a:lnTo>
                    <a:pt x="70864" y="115800"/>
                  </a:lnTo>
                  <a:lnTo>
                    <a:pt x="70864" y="115569"/>
                  </a:lnTo>
                  <a:lnTo>
                    <a:pt x="70781" y="115338"/>
                  </a:lnTo>
                  <a:lnTo>
                    <a:pt x="70617" y="115200"/>
                  </a:lnTo>
                  <a:lnTo>
                    <a:pt x="70370" y="115061"/>
                  </a:lnTo>
                  <a:lnTo>
                    <a:pt x="70370" y="114830"/>
                  </a:lnTo>
                  <a:lnTo>
                    <a:pt x="70123" y="114369"/>
                  </a:lnTo>
                  <a:lnTo>
                    <a:pt x="70041" y="114184"/>
                  </a:lnTo>
                  <a:lnTo>
                    <a:pt x="70123" y="113953"/>
                  </a:lnTo>
                  <a:lnTo>
                    <a:pt x="70370" y="113953"/>
                  </a:lnTo>
                  <a:lnTo>
                    <a:pt x="71193" y="114276"/>
                  </a:lnTo>
                  <a:lnTo>
                    <a:pt x="71687" y="114646"/>
                  </a:lnTo>
                  <a:lnTo>
                    <a:pt x="72263" y="115107"/>
                  </a:lnTo>
                  <a:lnTo>
                    <a:pt x="72510" y="115523"/>
                  </a:lnTo>
                  <a:lnTo>
                    <a:pt x="73251" y="115800"/>
                  </a:lnTo>
                  <a:lnTo>
                    <a:pt x="73909" y="115984"/>
                  </a:lnTo>
                  <a:lnTo>
                    <a:pt x="74567" y="115984"/>
                  </a:lnTo>
                  <a:lnTo>
                    <a:pt x="76707" y="115523"/>
                  </a:lnTo>
                  <a:lnTo>
                    <a:pt x="76872" y="115430"/>
                  </a:lnTo>
                  <a:lnTo>
                    <a:pt x="76872" y="115292"/>
                  </a:lnTo>
                  <a:lnTo>
                    <a:pt x="76872" y="115200"/>
                  </a:lnTo>
                  <a:lnTo>
                    <a:pt x="76790" y="115061"/>
                  </a:lnTo>
                  <a:lnTo>
                    <a:pt x="76790" y="114969"/>
                  </a:lnTo>
                  <a:lnTo>
                    <a:pt x="76790" y="114830"/>
                  </a:lnTo>
                  <a:lnTo>
                    <a:pt x="76543" y="114646"/>
                  </a:lnTo>
                  <a:lnTo>
                    <a:pt x="76131" y="114276"/>
                  </a:lnTo>
                  <a:lnTo>
                    <a:pt x="75802" y="114138"/>
                  </a:lnTo>
                  <a:lnTo>
                    <a:pt x="75802" y="113953"/>
                  </a:lnTo>
                  <a:lnTo>
                    <a:pt x="75720" y="113215"/>
                  </a:lnTo>
                  <a:lnTo>
                    <a:pt x="75637" y="112984"/>
                  </a:lnTo>
                  <a:lnTo>
                    <a:pt x="75555" y="112800"/>
                  </a:lnTo>
                  <a:lnTo>
                    <a:pt x="75473" y="112753"/>
                  </a:lnTo>
                  <a:lnTo>
                    <a:pt x="74979" y="112615"/>
                  </a:lnTo>
                  <a:lnTo>
                    <a:pt x="74650" y="112523"/>
                  </a:lnTo>
                  <a:lnTo>
                    <a:pt x="74485" y="112430"/>
                  </a:lnTo>
                  <a:lnTo>
                    <a:pt x="74567" y="112153"/>
                  </a:lnTo>
                  <a:lnTo>
                    <a:pt x="74979" y="112153"/>
                  </a:lnTo>
                  <a:lnTo>
                    <a:pt x="76131" y="112430"/>
                  </a:lnTo>
                  <a:lnTo>
                    <a:pt x="76378" y="112615"/>
                  </a:lnTo>
                  <a:lnTo>
                    <a:pt x="76954" y="113353"/>
                  </a:lnTo>
                  <a:lnTo>
                    <a:pt x="77119" y="113676"/>
                  </a:lnTo>
                  <a:lnTo>
                    <a:pt x="77695" y="113953"/>
                  </a:lnTo>
                  <a:lnTo>
                    <a:pt x="78600" y="114276"/>
                  </a:lnTo>
                  <a:lnTo>
                    <a:pt x="78930" y="114600"/>
                  </a:lnTo>
                  <a:lnTo>
                    <a:pt x="79670" y="114646"/>
                  </a:lnTo>
                  <a:lnTo>
                    <a:pt x="80164" y="114830"/>
                  </a:lnTo>
                  <a:lnTo>
                    <a:pt x="80164" y="114876"/>
                  </a:lnTo>
                  <a:lnTo>
                    <a:pt x="80246" y="115015"/>
                  </a:lnTo>
                  <a:lnTo>
                    <a:pt x="80329" y="115107"/>
                  </a:lnTo>
                  <a:lnTo>
                    <a:pt x="80411" y="115200"/>
                  </a:lnTo>
                  <a:lnTo>
                    <a:pt x="80411" y="115200"/>
                  </a:lnTo>
                  <a:lnTo>
                    <a:pt x="80576" y="115246"/>
                  </a:lnTo>
                  <a:lnTo>
                    <a:pt x="83703" y="115246"/>
                  </a:lnTo>
                  <a:lnTo>
                    <a:pt x="84115" y="115107"/>
                  </a:lnTo>
                  <a:lnTo>
                    <a:pt x="84197" y="114784"/>
                  </a:lnTo>
                  <a:lnTo>
                    <a:pt x="83786" y="114553"/>
                  </a:lnTo>
                  <a:lnTo>
                    <a:pt x="83703" y="114461"/>
                  </a:lnTo>
                  <a:lnTo>
                    <a:pt x="83703" y="114461"/>
                  </a:lnTo>
                  <a:lnTo>
                    <a:pt x="83703" y="114461"/>
                  </a:lnTo>
                  <a:lnTo>
                    <a:pt x="83621" y="114461"/>
                  </a:lnTo>
                  <a:lnTo>
                    <a:pt x="83539" y="114415"/>
                  </a:lnTo>
                  <a:lnTo>
                    <a:pt x="83539" y="114230"/>
                  </a:lnTo>
                  <a:lnTo>
                    <a:pt x="83621" y="113861"/>
                  </a:lnTo>
                  <a:lnTo>
                    <a:pt x="83621" y="113769"/>
                  </a:lnTo>
                  <a:lnTo>
                    <a:pt x="83456" y="113630"/>
                  </a:lnTo>
                  <a:lnTo>
                    <a:pt x="83292" y="113538"/>
                  </a:lnTo>
                  <a:lnTo>
                    <a:pt x="83045" y="113446"/>
                  </a:lnTo>
                  <a:lnTo>
                    <a:pt x="82880" y="113215"/>
                  </a:lnTo>
                  <a:lnTo>
                    <a:pt x="82633" y="112753"/>
                  </a:lnTo>
                  <a:lnTo>
                    <a:pt x="82551" y="112569"/>
                  </a:lnTo>
                  <a:lnTo>
                    <a:pt x="82222" y="112430"/>
                  </a:lnTo>
                  <a:lnTo>
                    <a:pt x="82057" y="112292"/>
                  </a:lnTo>
                  <a:lnTo>
                    <a:pt x="81563" y="112061"/>
                  </a:lnTo>
                  <a:lnTo>
                    <a:pt x="81234" y="111923"/>
                  </a:lnTo>
                  <a:lnTo>
                    <a:pt x="81152" y="111830"/>
                  </a:lnTo>
                  <a:lnTo>
                    <a:pt x="80905" y="111600"/>
                  </a:lnTo>
                  <a:lnTo>
                    <a:pt x="80823" y="111507"/>
                  </a:lnTo>
                  <a:lnTo>
                    <a:pt x="79835" y="111184"/>
                  </a:lnTo>
                  <a:lnTo>
                    <a:pt x="79670" y="111046"/>
                  </a:lnTo>
                  <a:lnTo>
                    <a:pt x="79506" y="110769"/>
                  </a:lnTo>
                  <a:lnTo>
                    <a:pt x="79423" y="110584"/>
                  </a:lnTo>
                  <a:lnTo>
                    <a:pt x="79753" y="110169"/>
                  </a:lnTo>
                  <a:lnTo>
                    <a:pt x="79835" y="109984"/>
                  </a:lnTo>
                  <a:lnTo>
                    <a:pt x="80000" y="109846"/>
                  </a:lnTo>
                  <a:lnTo>
                    <a:pt x="80082" y="109800"/>
                  </a:lnTo>
                  <a:lnTo>
                    <a:pt x="80329" y="109892"/>
                  </a:lnTo>
                  <a:lnTo>
                    <a:pt x="80246" y="110169"/>
                  </a:lnTo>
                  <a:lnTo>
                    <a:pt x="80246" y="110307"/>
                  </a:lnTo>
                  <a:lnTo>
                    <a:pt x="80246" y="110538"/>
                  </a:lnTo>
                  <a:lnTo>
                    <a:pt x="80329" y="110676"/>
                  </a:lnTo>
                  <a:lnTo>
                    <a:pt x="80740" y="111000"/>
                  </a:lnTo>
                  <a:lnTo>
                    <a:pt x="80740" y="111138"/>
                  </a:lnTo>
                  <a:lnTo>
                    <a:pt x="80905" y="111230"/>
                  </a:lnTo>
                  <a:lnTo>
                    <a:pt x="82222" y="111646"/>
                  </a:lnTo>
                  <a:lnTo>
                    <a:pt x="82469" y="111830"/>
                  </a:lnTo>
                  <a:lnTo>
                    <a:pt x="82551" y="111876"/>
                  </a:lnTo>
                  <a:lnTo>
                    <a:pt x="82551" y="111969"/>
                  </a:lnTo>
                  <a:lnTo>
                    <a:pt x="82633" y="112015"/>
                  </a:lnTo>
                  <a:lnTo>
                    <a:pt x="82716" y="112061"/>
                  </a:lnTo>
                  <a:lnTo>
                    <a:pt x="83292" y="112153"/>
                  </a:lnTo>
                  <a:lnTo>
                    <a:pt x="83374" y="112292"/>
                  </a:lnTo>
                  <a:lnTo>
                    <a:pt x="83539" y="112430"/>
                  </a:lnTo>
                  <a:lnTo>
                    <a:pt x="84115" y="113076"/>
                  </a:lnTo>
                  <a:lnTo>
                    <a:pt x="84115" y="113215"/>
                  </a:lnTo>
                  <a:lnTo>
                    <a:pt x="84197" y="113353"/>
                  </a:lnTo>
                  <a:lnTo>
                    <a:pt x="84362" y="113492"/>
                  </a:lnTo>
                  <a:lnTo>
                    <a:pt x="84444" y="113630"/>
                  </a:lnTo>
                  <a:lnTo>
                    <a:pt x="84444" y="113815"/>
                  </a:lnTo>
                  <a:lnTo>
                    <a:pt x="84444" y="113953"/>
                  </a:lnTo>
                  <a:lnTo>
                    <a:pt x="84444" y="114184"/>
                  </a:lnTo>
                  <a:lnTo>
                    <a:pt x="85432" y="114553"/>
                  </a:lnTo>
                  <a:lnTo>
                    <a:pt x="86666" y="114738"/>
                  </a:lnTo>
                  <a:lnTo>
                    <a:pt x="87078" y="115015"/>
                  </a:lnTo>
                  <a:lnTo>
                    <a:pt x="87242" y="115061"/>
                  </a:lnTo>
                  <a:lnTo>
                    <a:pt x="90781" y="114369"/>
                  </a:lnTo>
                  <a:lnTo>
                    <a:pt x="91358" y="113861"/>
                  </a:lnTo>
                  <a:lnTo>
                    <a:pt x="91440" y="113630"/>
                  </a:lnTo>
                  <a:lnTo>
                    <a:pt x="91358" y="113353"/>
                  </a:lnTo>
                  <a:lnTo>
                    <a:pt x="90452" y="112753"/>
                  </a:lnTo>
                  <a:lnTo>
                    <a:pt x="90123" y="112476"/>
                  </a:lnTo>
                  <a:lnTo>
                    <a:pt x="90041" y="112107"/>
                  </a:lnTo>
                  <a:lnTo>
                    <a:pt x="90699" y="111553"/>
                  </a:lnTo>
                  <a:lnTo>
                    <a:pt x="88724" y="111046"/>
                  </a:lnTo>
                  <a:lnTo>
                    <a:pt x="88148" y="111092"/>
                  </a:lnTo>
                  <a:lnTo>
                    <a:pt x="86831" y="110538"/>
                  </a:lnTo>
                  <a:lnTo>
                    <a:pt x="86255" y="110123"/>
                  </a:lnTo>
                  <a:lnTo>
                    <a:pt x="86008" y="109615"/>
                  </a:lnTo>
                  <a:lnTo>
                    <a:pt x="85761" y="109430"/>
                  </a:lnTo>
                  <a:lnTo>
                    <a:pt x="85349" y="109384"/>
                  </a:lnTo>
                  <a:lnTo>
                    <a:pt x="85102" y="109246"/>
                  </a:lnTo>
                  <a:lnTo>
                    <a:pt x="85185" y="109153"/>
                  </a:lnTo>
                  <a:lnTo>
                    <a:pt x="84855" y="108876"/>
                  </a:lnTo>
                  <a:lnTo>
                    <a:pt x="84444" y="108646"/>
                  </a:lnTo>
                  <a:lnTo>
                    <a:pt x="84032" y="108461"/>
                  </a:lnTo>
                  <a:lnTo>
                    <a:pt x="83703" y="108415"/>
                  </a:lnTo>
                  <a:lnTo>
                    <a:pt x="84032" y="108276"/>
                  </a:lnTo>
                  <a:lnTo>
                    <a:pt x="84362" y="108415"/>
                  </a:lnTo>
                  <a:lnTo>
                    <a:pt x="84855" y="108646"/>
                  </a:lnTo>
                  <a:lnTo>
                    <a:pt x="85267" y="108738"/>
                  </a:lnTo>
                  <a:lnTo>
                    <a:pt x="85432" y="108830"/>
                  </a:lnTo>
                  <a:lnTo>
                    <a:pt x="85679" y="108969"/>
                  </a:lnTo>
                  <a:lnTo>
                    <a:pt x="85761" y="109153"/>
                  </a:lnTo>
                  <a:lnTo>
                    <a:pt x="86172" y="109338"/>
                  </a:lnTo>
                  <a:lnTo>
                    <a:pt x="86419" y="109430"/>
                  </a:lnTo>
                  <a:lnTo>
                    <a:pt x="86913" y="109846"/>
                  </a:lnTo>
                  <a:lnTo>
                    <a:pt x="87078" y="110030"/>
                  </a:lnTo>
                  <a:lnTo>
                    <a:pt x="88312" y="110630"/>
                  </a:lnTo>
                  <a:lnTo>
                    <a:pt x="88724" y="110723"/>
                  </a:lnTo>
                  <a:lnTo>
                    <a:pt x="89465" y="110676"/>
                  </a:lnTo>
                  <a:lnTo>
                    <a:pt x="91028" y="109800"/>
                  </a:lnTo>
                  <a:lnTo>
                    <a:pt x="91522" y="109384"/>
                  </a:lnTo>
                  <a:lnTo>
                    <a:pt x="91604" y="109338"/>
                  </a:lnTo>
                  <a:lnTo>
                    <a:pt x="91604" y="109384"/>
                  </a:lnTo>
                  <a:lnTo>
                    <a:pt x="91687" y="109523"/>
                  </a:lnTo>
                  <a:lnTo>
                    <a:pt x="91769" y="109615"/>
                  </a:lnTo>
                  <a:lnTo>
                    <a:pt x="91687" y="109661"/>
                  </a:lnTo>
                  <a:lnTo>
                    <a:pt x="91687" y="109707"/>
                  </a:lnTo>
                  <a:lnTo>
                    <a:pt x="91604" y="109753"/>
                  </a:lnTo>
                  <a:lnTo>
                    <a:pt x="91604" y="109984"/>
                  </a:lnTo>
                  <a:lnTo>
                    <a:pt x="91522" y="110076"/>
                  </a:lnTo>
                  <a:lnTo>
                    <a:pt x="91111" y="110123"/>
                  </a:lnTo>
                  <a:lnTo>
                    <a:pt x="90699" y="110723"/>
                  </a:lnTo>
                  <a:lnTo>
                    <a:pt x="90452" y="110769"/>
                  </a:lnTo>
                  <a:lnTo>
                    <a:pt x="91028" y="111046"/>
                  </a:lnTo>
                  <a:lnTo>
                    <a:pt x="91275" y="111230"/>
                  </a:lnTo>
                  <a:lnTo>
                    <a:pt x="91111" y="111323"/>
                  </a:lnTo>
                  <a:lnTo>
                    <a:pt x="91111" y="111369"/>
                  </a:lnTo>
                  <a:lnTo>
                    <a:pt x="91028" y="111415"/>
                  </a:lnTo>
                  <a:lnTo>
                    <a:pt x="91111" y="111876"/>
                  </a:lnTo>
                  <a:lnTo>
                    <a:pt x="91028" y="112246"/>
                  </a:lnTo>
                  <a:lnTo>
                    <a:pt x="91358" y="112338"/>
                  </a:lnTo>
                  <a:lnTo>
                    <a:pt x="92345" y="112569"/>
                  </a:lnTo>
                  <a:lnTo>
                    <a:pt x="95308" y="112476"/>
                  </a:lnTo>
                  <a:lnTo>
                    <a:pt x="96213" y="112153"/>
                  </a:lnTo>
                  <a:lnTo>
                    <a:pt x="96378" y="111830"/>
                  </a:lnTo>
                  <a:lnTo>
                    <a:pt x="96460" y="111784"/>
                  </a:lnTo>
                  <a:lnTo>
                    <a:pt x="96543" y="111461"/>
                  </a:lnTo>
                  <a:lnTo>
                    <a:pt x="96543" y="111000"/>
                  </a:lnTo>
                  <a:lnTo>
                    <a:pt x="96707" y="110723"/>
                  </a:lnTo>
                  <a:lnTo>
                    <a:pt x="97201" y="111184"/>
                  </a:lnTo>
                  <a:lnTo>
                    <a:pt x="97201" y="111553"/>
                  </a:lnTo>
                  <a:lnTo>
                    <a:pt x="97283" y="111784"/>
                  </a:lnTo>
                  <a:lnTo>
                    <a:pt x="98106" y="111553"/>
                  </a:lnTo>
                  <a:lnTo>
                    <a:pt x="98683" y="111692"/>
                  </a:lnTo>
                  <a:lnTo>
                    <a:pt x="98930" y="111692"/>
                  </a:lnTo>
                  <a:lnTo>
                    <a:pt x="99176" y="111784"/>
                  </a:lnTo>
                  <a:lnTo>
                    <a:pt x="99588" y="112015"/>
                  </a:lnTo>
                  <a:lnTo>
                    <a:pt x="100000" y="112246"/>
                  </a:lnTo>
                  <a:lnTo>
                    <a:pt x="100576" y="112292"/>
                  </a:lnTo>
                  <a:lnTo>
                    <a:pt x="101152" y="112476"/>
                  </a:lnTo>
                  <a:lnTo>
                    <a:pt x="101399" y="112984"/>
                  </a:lnTo>
                  <a:lnTo>
                    <a:pt x="101399" y="113261"/>
                  </a:lnTo>
                  <a:lnTo>
                    <a:pt x="101316" y="113492"/>
                  </a:lnTo>
                  <a:lnTo>
                    <a:pt x="101234" y="113723"/>
                  </a:lnTo>
                  <a:lnTo>
                    <a:pt x="101152" y="113815"/>
                  </a:lnTo>
                  <a:lnTo>
                    <a:pt x="101069" y="113907"/>
                  </a:lnTo>
                  <a:lnTo>
                    <a:pt x="101234" y="114830"/>
                  </a:lnTo>
                  <a:lnTo>
                    <a:pt x="101234" y="114876"/>
                  </a:lnTo>
                  <a:lnTo>
                    <a:pt x="100823" y="115153"/>
                  </a:lnTo>
                  <a:lnTo>
                    <a:pt x="100740" y="115246"/>
                  </a:lnTo>
                  <a:lnTo>
                    <a:pt x="100823" y="115430"/>
                  </a:lnTo>
                  <a:lnTo>
                    <a:pt x="100987" y="115523"/>
                  </a:lnTo>
                  <a:lnTo>
                    <a:pt x="100987" y="115615"/>
                  </a:lnTo>
                  <a:lnTo>
                    <a:pt x="100987" y="115707"/>
                  </a:lnTo>
                  <a:lnTo>
                    <a:pt x="100740" y="115938"/>
                  </a:lnTo>
                  <a:lnTo>
                    <a:pt x="101152" y="116076"/>
                  </a:lnTo>
                  <a:lnTo>
                    <a:pt x="101646" y="116076"/>
                  </a:lnTo>
                  <a:lnTo>
                    <a:pt x="101975" y="116123"/>
                  </a:lnTo>
                  <a:lnTo>
                    <a:pt x="102057" y="116215"/>
                  </a:lnTo>
                  <a:lnTo>
                    <a:pt x="101563" y="116538"/>
                  </a:lnTo>
                  <a:lnTo>
                    <a:pt x="101481" y="116723"/>
                  </a:lnTo>
                  <a:lnTo>
                    <a:pt x="101481" y="117000"/>
                  </a:lnTo>
                  <a:lnTo>
                    <a:pt x="101563" y="117184"/>
                  </a:lnTo>
                  <a:lnTo>
                    <a:pt x="101810" y="117323"/>
                  </a:lnTo>
                  <a:lnTo>
                    <a:pt x="102633" y="116907"/>
                  </a:lnTo>
                  <a:lnTo>
                    <a:pt x="102716" y="116446"/>
                  </a:lnTo>
                  <a:lnTo>
                    <a:pt x="102880" y="116400"/>
                  </a:lnTo>
                  <a:lnTo>
                    <a:pt x="103456" y="116446"/>
                  </a:lnTo>
                  <a:lnTo>
                    <a:pt x="104362" y="116353"/>
                  </a:lnTo>
                  <a:lnTo>
                    <a:pt x="104444" y="116215"/>
                  </a:lnTo>
                  <a:lnTo>
                    <a:pt x="104362" y="115892"/>
                  </a:lnTo>
                  <a:lnTo>
                    <a:pt x="104444" y="115707"/>
                  </a:lnTo>
                  <a:lnTo>
                    <a:pt x="104526" y="115661"/>
                  </a:lnTo>
                  <a:lnTo>
                    <a:pt x="105514" y="115569"/>
                  </a:lnTo>
                  <a:lnTo>
                    <a:pt x="105596" y="115476"/>
                  </a:lnTo>
                  <a:lnTo>
                    <a:pt x="105843" y="115153"/>
                  </a:lnTo>
                  <a:lnTo>
                    <a:pt x="106502" y="114600"/>
                  </a:lnTo>
                  <a:lnTo>
                    <a:pt x="106831" y="114461"/>
                  </a:lnTo>
                  <a:lnTo>
                    <a:pt x="107736" y="114692"/>
                  </a:lnTo>
                  <a:lnTo>
                    <a:pt x="110534" y="112707"/>
                  </a:lnTo>
                  <a:lnTo>
                    <a:pt x="110946" y="112615"/>
                  </a:lnTo>
                  <a:lnTo>
                    <a:pt x="112263" y="112800"/>
                  </a:lnTo>
                  <a:lnTo>
                    <a:pt x="112510" y="112615"/>
                  </a:lnTo>
                  <a:lnTo>
                    <a:pt x="112592" y="112292"/>
                  </a:lnTo>
                  <a:lnTo>
                    <a:pt x="112345" y="111969"/>
                  </a:lnTo>
                  <a:lnTo>
                    <a:pt x="112263" y="111646"/>
                  </a:lnTo>
                  <a:lnTo>
                    <a:pt x="112345" y="111369"/>
                  </a:lnTo>
                  <a:lnTo>
                    <a:pt x="112510" y="111230"/>
                  </a:lnTo>
                  <a:lnTo>
                    <a:pt x="112427" y="111138"/>
                  </a:lnTo>
                  <a:lnTo>
                    <a:pt x="112345" y="111184"/>
                  </a:lnTo>
                  <a:lnTo>
                    <a:pt x="112263" y="111092"/>
                  </a:lnTo>
                  <a:lnTo>
                    <a:pt x="112263" y="110953"/>
                  </a:lnTo>
                  <a:lnTo>
                    <a:pt x="112263" y="110815"/>
                  </a:lnTo>
                  <a:lnTo>
                    <a:pt x="112345" y="110723"/>
                  </a:lnTo>
                  <a:lnTo>
                    <a:pt x="113251" y="110446"/>
                  </a:lnTo>
                  <a:lnTo>
                    <a:pt x="113415" y="110215"/>
                  </a:lnTo>
                  <a:lnTo>
                    <a:pt x="113415" y="109892"/>
                  </a:lnTo>
                  <a:lnTo>
                    <a:pt x="113415" y="109661"/>
                  </a:lnTo>
                  <a:lnTo>
                    <a:pt x="113251" y="108876"/>
                  </a:lnTo>
                  <a:lnTo>
                    <a:pt x="113168" y="108646"/>
                  </a:lnTo>
                  <a:lnTo>
                    <a:pt x="113251" y="108230"/>
                  </a:lnTo>
                  <a:lnTo>
                    <a:pt x="113168" y="107953"/>
                  </a:lnTo>
                  <a:lnTo>
                    <a:pt x="113168" y="107953"/>
                  </a:lnTo>
                  <a:lnTo>
                    <a:pt x="113251" y="107815"/>
                  </a:lnTo>
                  <a:lnTo>
                    <a:pt x="113415" y="107769"/>
                  </a:lnTo>
                  <a:lnTo>
                    <a:pt x="113909" y="107861"/>
                  </a:lnTo>
                  <a:lnTo>
                    <a:pt x="114732" y="107723"/>
                  </a:lnTo>
                  <a:lnTo>
                    <a:pt x="114814" y="107815"/>
                  </a:lnTo>
                  <a:lnTo>
                    <a:pt x="114485" y="107953"/>
                  </a:lnTo>
                  <a:lnTo>
                    <a:pt x="114732" y="108138"/>
                  </a:lnTo>
                  <a:lnTo>
                    <a:pt x="114814" y="108276"/>
                  </a:lnTo>
                  <a:lnTo>
                    <a:pt x="114979" y="108369"/>
                  </a:lnTo>
                  <a:lnTo>
                    <a:pt x="115061" y="108415"/>
                  </a:lnTo>
                  <a:lnTo>
                    <a:pt x="115144" y="108600"/>
                  </a:lnTo>
                  <a:lnTo>
                    <a:pt x="115061" y="108692"/>
                  </a:lnTo>
                  <a:lnTo>
                    <a:pt x="115061" y="108784"/>
                  </a:lnTo>
                  <a:lnTo>
                    <a:pt x="115802" y="109200"/>
                  </a:lnTo>
                  <a:lnTo>
                    <a:pt x="116378" y="109246"/>
                  </a:lnTo>
                  <a:lnTo>
                    <a:pt x="117201" y="108969"/>
                  </a:lnTo>
                  <a:lnTo>
                    <a:pt x="116872" y="108738"/>
                  </a:lnTo>
                  <a:lnTo>
                    <a:pt x="116872" y="108507"/>
                  </a:lnTo>
                  <a:lnTo>
                    <a:pt x="118024" y="107815"/>
                  </a:lnTo>
                  <a:lnTo>
                    <a:pt x="117777" y="107584"/>
                  </a:lnTo>
                  <a:lnTo>
                    <a:pt x="117613" y="107492"/>
                  </a:lnTo>
                  <a:lnTo>
                    <a:pt x="117366" y="107353"/>
                  </a:lnTo>
                  <a:lnTo>
                    <a:pt x="117366" y="107076"/>
                  </a:lnTo>
                  <a:lnTo>
                    <a:pt x="117448" y="106846"/>
                  </a:lnTo>
                  <a:lnTo>
                    <a:pt x="117448" y="106569"/>
                  </a:lnTo>
                  <a:lnTo>
                    <a:pt x="117448" y="106430"/>
                  </a:lnTo>
                  <a:lnTo>
                    <a:pt x="117613" y="106061"/>
                  </a:lnTo>
                  <a:lnTo>
                    <a:pt x="117695" y="105969"/>
                  </a:lnTo>
                  <a:lnTo>
                    <a:pt x="118518" y="105876"/>
                  </a:lnTo>
                  <a:lnTo>
                    <a:pt x="118930" y="105692"/>
                  </a:lnTo>
                  <a:lnTo>
                    <a:pt x="119012" y="105276"/>
                  </a:lnTo>
                  <a:lnTo>
                    <a:pt x="118600" y="105092"/>
                  </a:lnTo>
                  <a:lnTo>
                    <a:pt x="118436" y="105000"/>
                  </a:lnTo>
                  <a:lnTo>
                    <a:pt x="118271" y="104676"/>
                  </a:lnTo>
                  <a:lnTo>
                    <a:pt x="118271" y="104630"/>
                  </a:lnTo>
                  <a:lnTo>
                    <a:pt x="118271" y="104492"/>
                  </a:lnTo>
                  <a:lnTo>
                    <a:pt x="118271" y="104400"/>
                  </a:lnTo>
                  <a:lnTo>
                    <a:pt x="118271" y="104353"/>
                  </a:lnTo>
                  <a:lnTo>
                    <a:pt x="118353" y="104307"/>
                  </a:lnTo>
                  <a:lnTo>
                    <a:pt x="118271" y="104215"/>
                  </a:lnTo>
                  <a:lnTo>
                    <a:pt x="118106" y="104030"/>
                  </a:lnTo>
                  <a:lnTo>
                    <a:pt x="117942" y="103846"/>
                  </a:lnTo>
                  <a:lnTo>
                    <a:pt x="117695" y="103707"/>
                  </a:lnTo>
                  <a:lnTo>
                    <a:pt x="117613" y="103615"/>
                  </a:lnTo>
                  <a:lnTo>
                    <a:pt x="117530" y="103430"/>
                  </a:lnTo>
                  <a:lnTo>
                    <a:pt x="117530" y="103200"/>
                  </a:lnTo>
                  <a:lnTo>
                    <a:pt x="117530" y="103015"/>
                  </a:lnTo>
                  <a:lnTo>
                    <a:pt x="117613" y="102830"/>
                  </a:lnTo>
                  <a:lnTo>
                    <a:pt x="116790" y="102507"/>
                  </a:lnTo>
                  <a:lnTo>
                    <a:pt x="116131" y="102415"/>
                  </a:lnTo>
                  <a:lnTo>
                    <a:pt x="115884" y="102323"/>
                  </a:lnTo>
                  <a:lnTo>
                    <a:pt x="116049" y="101907"/>
                  </a:lnTo>
                  <a:lnTo>
                    <a:pt x="115884" y="101815"/>
                  </a:lnTo>
                  <a:lnTo>
                    <a:pt x="115390" y="101630"/>
                  </a:lnTo>
                  <a:lnTo>
                    <a:pt x="115308" y="101584"/>
                  </a:lnTo>
                  <a:lnTo>
                    <a:pt x="115226" y="101446"/>
                  </a:lnTo>
                  <a:lnTo>
                    <a:pt x="115226" y="101307"/>
                  </a:lnTo>
                  <a:lnTo>
                    <a:pt x="115061" y="101076"/>
                  </a:lnTo>
                  <a:lnTo>
                    <a:pt x="114732" y="100892"/>
                  </a:lnTo>
                  <a:lnTo>
                    <a:pt x="112921" y="100200"/>
                  </a:lnTo>
                  <a:lnTo>
                    <a:pt x="112674" y="100200"/>
                  </a:lnTo>
                  <a:lnTo>
                    <a:pt x="111522" y="100661"/>
                  </a:lnTo>
                  <a:lnTo>
                    <a:pt x="111522" y="100753"/>
                  </a:lnTo>
                  <a:lnTo>
                    <a:pt x="111275" y="100753"/>
                  </a:lnTo>
                  <a:lnTo>
                    <a:pt x="111193" y="100846"/>
                  </a:lnTo>
                  <a:lnTo>
                    <a:pt x="111193" y="100984"/>
                  </a:lnTo>
                  <a:lnTo>
                    <a:pt x="111193" y="101169"/>
                  </a:lnTo>
                  <a:lnTo>
                    <a:pt x="111275" y="101169"/>
                  </a:lnTo>
                  <a:lnTo>
                    <a:pt x="111522" y="101307"/>
                  </a:lnTo>
                  <a:lnTo>
                    <a:pt x="111604" y="101353"/>
                  </a:lnTo>
                  <a:lnTo>
                    <a:pt x="111358" y="101538"/>
                  </a:lnTo>
                  <a:lnTo>
                    <a:pt x="110781" y="101815"/>
                  </a:lnTo>
                  <a:lnTo>
                    <a:pt x="110864" y="102138"/>
                  </a:lnTo>
                  <a:lnTo>
                    <a:pt x="111028" y="102461"/>
                  </a:lnTo>
                  <a:lnTo>
                    <a:pt x="111111" y="102553"/>
                  </a:lnTo>
                  <a:lnTo>
                    <a:pt x="111193" y="102692"/>
                  </a:lnTo>
                  <a:lnTo>
                    <a:pt x="111111" y="102830"/>
                  </a:lnTo>
                  <a:lnTo>
                    <a:pt x="110946" y="102969"/>
                  </a:lnTo>
                  <a:lnTo>
                    <a:pt x="110288" y="103061"/>
                  </a:lnTo>
                  <a:lnTo>
                    <a:pt x="110534" y="103384"/>
                  </a:lnTo>
                  <a:lnTo>
                    <a:pt x="110946" y="103661"/>
                  </a:lnTo>
                  <a:lnTo>
                    <a:pt x="110946" y="103892"/>
                  </a:lnTo>
                  <a:lnTo>
                    <a:pt x="109135" y="104030"/>
                  </a:lnTo>
                  <a:lnTo>
                    <a:pt x="109053" y="103753"/>
                  </a:lnTo>
                  <a:lnTo>
                    <a:pt x="109053" y="103615"/>
                  </a:lnTo>
                  <a:lnTo>
                    <a:pt x="109053" y="103292"/>
                  </a:lnTo>
                  <a:lnTo>
                    <a:pt x="109053" y="103246"/>
                  </a:lnTo>
                  <a:lnTo>
                    <a:pt x="108888" y="103153"/>
                  </a:lnTo>
                  <a:lnTo>
                    <a:pt x="108888" y="103015"/>
                  </a:lnTo>
                  <a:lnTo>
                    <a:pt x="108888" y="102923"/>
                  </a:lnTo>
                  <a:lnTo>
                    <a:pt x="108888" y="102830"/>
                  </a:lnTo>
                  <a:lnTo>
                    <a:pt x="108888" y="102738"/>
                  </a:lnTo>
                  <a:lnTo>
                    <a:pt x="108888" y="102600"/>
                  </a:lnTo>
                  <a:lnTo>
                    <a:pt x="108559" y="102507"/>
                  </a:lnTo>
                  <a:lnTo>
                    <a:pt x="107983" y="102507"/>
                  </a:lnTo>
                  <a:lnTo>
                    <a:pt x="107736" y="102553"/>
                  </a:lnTo>
                  <a:lnTo>
                    <a:pt x="107489" y="102876"/>
                  </a:lnTo>
                  <a:lnTo>
                    <a:pt x="107325" y="102876"/>
                  </a:lnTo>
                  <a:lnTo>
                    <a:pt x="107160" y="102830"/>
                  </a:lnTo>
                  <a:lnTo>
                    <a:pt x="105514" y="103200"/>
                  </a:lnTo>
                  <a:lnTo>
                    <a:pt x="105349" y="103153"/>
                  </a:lnTo>
                  <a:lnTo>
                    <a:pt x="105267" y="102969"/>
                  </a:lnTo>
                  <a:lnTo>
                    <a:pt x="105185" y="102784"/>
                  </a:lnTo>
                  <a:lnTo>
                    <a:pt x="105185" y="102738"/>
                  </a:lnTo>
                  <a:lnTo>
                    <a:pt x="105185" y="102738"/>
                  </a:lnTo>
                  <a:lnTo>
                    <a:pt x="105185" y="102323"/>
                  </a:lnTo>
                  <a:lnTo>
                    <a:pt x="105843" y="100569"/>
                  </a:lnTo>
                  <a:lnTo>
                    <a:pt x="106090" y="100246"/>
                  </a:lnTo>
                  <a:lnTo>
                    <a:pt x="106090" y="100061"/>
                  </a:lnTo>
                  <a:lnTo>
                    <a:pt x="105925" y="99830"/>
                  </a:lnTo>
                  <a:lnTo>
                    <a:pt x="105349" y="99600"/>
                  </a:lnTo>
                  <a:lnTo>
                    <a:pt x="105349" y="99553"/>
                  </a:lnTo>
                  <a:lnTo>
                    <a:pt x="105432" y="99507"/>
                  </a:lnTo>
                  <a:lnTo>
                    <a:pt x="105349" y="99369"/>
                  </a:lnTo>
                  <a:lnTo>
                    <a:pt x="105349" y="99276"/>
                  </a:lnTo>
                  <a:lnTo>
                    <a:pt x="105102" y="99138"/>
                  </a:lnTo>
                  <a:lnTo>
                    <a:pt x="104691" y="99092"/>
                  </a:lnTo>
                  <a:lnTo>
                    <a:pt x="103703" y="98676"/>
                  </a:lnTo>
                  <a:lnTo>
                    <a:pt x="103374" y="98630"/>
                  </a:lnTo>
                  <a:lnTo>
                    <a:pt x="102716" y="98676"/>
                  </a:lnTo>
                  <a:lnTo>
                    <a:pt x="101893" y="98446"/>
                  </a:lnTo>
                  <a:lnTo>
                    <a:pt x="100000" y="98723"/>
                  </a:lnTo>
                  <a:lnTo>
                    <a:pt x="98600" y="99830"/>
                  </a:lnTo>
                  <a:lnTo>
                    <a:pt x="97613" y="101861"/>
                  </a:lnTo>
                  <a:lnTo>
                    <a:pt x="97448" y="102000"/>
                  </a:lnTo>
                  <a:lnTo>
                    <a:pt x="97119" y="101907"/>
                  </a:lnTo>
                  <a:lnTo>
                    <a:pt x="97201" y="101584"/>
                  </a:lnTo>
                  <a:lnTo>
                    <a:pt x="97530" y="101123"/>
                  </a:lnTo>
                  <a:lnTo>
                    <a:pt x="97366" y="100430"/>
                  </a:lnTo>
                  <a:lnTo>
                    <a:pt x="97777" y="100015"/>
                  </a:lnTo>
                  <a:lnTo>
                    <a:pt x="97860" y="99692"/>
                  </a:lnTo>
                  <a:lnTo>
                    <a:pt x="97530" y="99646"/>
                  </a:lnTo>
                  <a:lnTo>
                    <a:pt x="96378" y="99738"/>
                  </a:lnTo>
                  <a:lnTo>
                    <a:pt x="96296" y="99738"/>
                  </a:lnTo>
                  <a:lnTo>
                    <a:pt x="95802" y="99600"/>
                  </a:lnTo>
                  <a:lnTo>
                    <a:pt x="90617" y="99507"/>
                  </a:lnTo>
                  <a:lnTo>
                    <a:pt x="88724" y="100892"/>
                  </a:lnTo>
                  <a:lnTo>
                    <a:pt x="88559" y="101123"/>
                  </a:lnTo>
                  <a:lnTo>
                    <a:pt x="88065" y="101353"/>
                  </a:lnTo>
                  <a:lnTo>
                    <a:pt x="87489" y="102000"/>
                  </a:lnTo>
                  <a:lnTo>
                    <a:pt x="86995" y="102046"/>
                  </a:lnTo>
                  <a:lnTo>
                    <a:pt x="86748" y="102046"/>
                  </a:lnTo>
                  <a:lnTo>
                    <a:pt x="86419" y="101907"/>
                  </a:lnTo>
                  <a:lnTo>
                    <a:pt x="86008" y="101538"/>
                  </a:lnTo>
                  <a:lnTo>
                    <a:pt x="86090" y="101492"/>
                  </a:lnTo>
                  <a:lnTo>
                    <a:pt x="86090" y="101492"/>
                  </a:lnTo>
                  <a:lnTo>
                    <a:pt x="86090" y="101307"/>
                  </a:lnTo>
                  <a:lnTo>
                    <a:pt x="85925" y="101215"/>
                  </a:lnTo>
                  <a:lnTo>
                    <a:pt x="85761" y="100938"/>
                  </a:lnTo>
                  <a:lnTo>
                    <a:pt x="85596" y="100846"/>
                  </a:lnTo>
                  <a:lnTo>
                    <a:pt x="85349" y="100707"/>
                  </a:lnTo>
                  <a:lnTo>
                    <a:pt x="84691" y="100707"/>
                  </a:lnTo>
                  <a:lnTo>
                    <a:pt x="83292" y="100292"/>
                  </a:lnTo>
                  <a:lnTo>
                    <a:pt x="83456" y="100061"/>
                  </a:lnTo>
                  <a:lnTo>
                    <a:pt x="85679" y="100153"/>
                  </a:lnTo>
                  <a:lnTo>
                    <a:pt x="89629" y="99046"/>
                  </a:lnTo>
                  <a:lnTo>
                    <a:pt x="89711" y="98861"/>
                  </a:lnTo>
                  <a:lnTo>
                    <a:pt x="89300" y="98400"/>
                  </a:lnTo>
                  <a:lnTo>
                    <a:pt x="89053" y="98261"/>
                  </a:lnTo>
                  <a:lnTo>
                    <a:pt x="87325" y="98492"/>
                  </a:lnTo>
                  <a:lnTo>
                    <a:pt x="86502" y="98307"/>
                  </a:lnTo>
                  <a:lnTo>
                    <a:pt x="85679" y="97984"/>
                  </a:lnTo>
                  <a:lnTo>
                    <a:pt x="85267" y="97892"/>
                  </a:lnTo>
                  <a:lnTo>
                    <a:pt x="85102" y="97846"/>
                  </a:lnTo>
                  <a:lnTo>
                    <a:pt x="84938" y="97661"/>
                  </a:lnTo>
                  <a:lnTo>
                    <a:pt x="84855" y="97430"/>
                  </a:lnTo>
                  <a:lnTo>
                    <a:pt x="84855" y="97292"/>
                  </a:lnTo>
                  <a:lnTo>
                    <a:pt x="84855" y="97061"/>
                  </a:lnTo>
                  <a:lnTo>
                    <a:pt x="84855" y="96738"/>
                  </a:lnTo>
                  <a:lnTo>
                    <a:pt x="84609" y="96415"/>
                  </a:lnTo>
                  <a:lnTo>
                    <a:pt x="84362" y="96184"/>
                  </a:lnTo>
                  <a:lnTo>
                    <a:pt x="83868" y="95907"/>
                  </a:lnTo>
                  <a:lnTo>
                    <a:pt x="83539" y="95676"/>
                  </a:lnTo>
                  <a:lnTo>
                    <a:pt x="83374" y="95538"/>
                  </a:lnTo>
                  <a:lnTo>
                    <a:pt x="83209" y="95400"/>
                  </a:lnTo>
                  <a:lnTo>
                    <a:pt x="82633" y="95400"/>
                  </a:lnTo>
                  <a:lnTo>
                    <a:pt x="82469" y="95307"/>
                  </a:lnTo>
                  <a:lnTo>
                    <a:pt x="82222" y="95169"/>
                  </a:lnTo>
                  <a:lnTo>
                    <a:pt x="82057" y="95030"/>
                  </a:lnTo>
                  <a:lnTo>
                    <a:pt x="81728" y="94661"/>
                  </a:lnTo>
                  <a:lnTo>
                    <a:pt x="81728" y="94661"/>
                  </a:lnTo>
                  <a:lnTo>
                    <a:pt x="81646" y="94523"/>
                  </a:lnTo>
                  <a:lnTo>
                    <a:pt x="81646" y="94384"/>
                  </a:lnTo>
                  <a:lnTo>
                    <a:pt x="81646" y="94338"/>
                  </a:lnTo>
                  <a:lnTo>
                    <a:pt x="81646" y="94292"/>
                  </a:lnTo>
                  <a:lnTo>
                    <a:pt x="81563" y="94153"/>
                  </a:lnTo>
                  <a:lnTo>
                    <a:pt x="81646" y="94061"/>
                  </a:lnTo>
                  <a:lnTo>
                    <a:pt x="81810" y="94107"/>
                  </a:lnTo>
                  <a:lnTo>
                    <a:pt x="82057" y="94246"/>
                  </a:lnTo>
                  <a:lnTo>
                    <a:pt x="82386" y="94523"/>
                  </a:lnTo>
                  <a:lnTo>
                    <a:pt x="82551" y="94800"/>
                  </a:lnTo>
                  <a:lnTo>
                    <a:pt x="82716" y="94984"/>
                  </a:lnTo>
                  <a:lnTo>
                    <a:pt x="84197" y="95215"/>
                  </a:lnTo>
                  <a:lnTo>
                    <a:pt x="84526" y="95446"/>
                  </a:lnTo>
                  <a:lnTo>
                    <a:pt x="84444" y="95538"/>
                  </a:lnTo>
                  <a:lnTo>
                    <a:pt x="84362" y="95584"/>
                  </a:lnTo>
                  <a:lnTo>
                    <a:pt x="84197" y="95584"/>
                  </a:lnTo>
                  <a:lnTo>
                    <a:pt x="84279" y="95676"/>
                  </a:lnTo>
                  <a:lnTo>
                    <a:pt x="84938" y="95861"/>
                  </a:lnTo>
                  <a:lnTo>
                    <a:pt x="85185" y="96046"/>
                  </a:lnTo>
                  <a:lnTo>
                    <a:pt x="85185" y="96138"/>
                  </a:lnTo>
                  <a:lnTo>
                    <a:pt x="85185" y="96323"/>
                  </a:lnTo>
                  <a:lnTo>
                    <a:pt x="85267" y="96415"/>
                  </a:lnTo>
                  <a:lnTo>
                    <a:pt x="85432" y="96461"/>
                  </a:lnTo>
                  <a:lnTo>
                    <a:pt x="85679" y="96461"/>
                  </a:lnTo>
                  <a:lnTo>
                    <a:pt x="86008" y="96553"/>
                  </a:lnTo>
                  <a:lnTo>
                    <a:pt x="86419" y="96553"/>
                  </a:lnTo>
                  <a:lnTo>
                    <a:pt x="86748" y="96646"/>
                  </a:lnTo>
                  <a:lnTo>
                    <a:pt x="87078" y="96830"/>
                  </a:lnTo>
                  <a:lnTo>
                    <a:pt x="87489" y="97061"/>
                  </a:lnTo>
                  <a:lnTo>
                    <a:pt x="87736" y="97292"/>
                  </a:lnTo>
                  <a:lnTo>
                    <a:pt x="87901" y="97384"/>
                  </a:lnTo>
                  <a:lnTo>
                    <a:pt x="88559" y="97569"/>
                  </a:lnTo>
                  <a:lnTo>
                    <a:pt x="89958" y="97569"/>
                  </a:lnTo>
                  <a:lnTo>
                    <a:pt x="89876" y="97661"/>
                  </a:lnTo>
                  <a:lnTo>
                    <a:pt x="89958" y="97707"/>
                  </a:lnTo>
                  <a:lnTo>
                    <a:pt x="90123" y="97892"/>
                  </a:lnTo>
                  <a:lnTo>
                    <a:pt x="90205" y="97892"/>
                  </a:lnTo>
                  <a:lnTo>
                    <a:pt x="90534" y="97892"/>
                  </a:lnTo>
                  <a:lnTo>
                    <a:pt x="92263" y="98400"/>
                  </a:lnTo>
                  <a:lnTo>
                    <a:pt x="93251" y="98400"/>
                  </a:lnTo>
                  <a:lnTo>
                    <a:pt x="93991" y="98584"/>
                  </a:lnTo>
                  <a:lnTo>
                    <a:pt x="94567" y="98492"/>
                  </a:lnTo>
                  <a:lnTo>
                    <a:pt x="95061" y="98630"/>
                  </a:lnTo>
                  <a:lnTo>
                    <a:pt x="95637" y="98400"/>
                  </a:lnTo>
                  <a:lnTo>
                    <a:pt x="96460" y="98584"/>
                  </a:lnTo>
                  <a:lnTo>
                    <a:pt x="98024" y="98400"/>
                  </a:lnTo>
                  <a:lnTo>
                    <a:pt x="98106" y="98353"/>
                  </a:lnTo>
                  <a:lnTo>
                    <a:pt x="98518" y="97800"/>
                  </a:lnTo>
                  <a:lnTo>
                    <a:pt x="99670" y="97430"/>
                  </a:lnTo>
                  <a:lnTo>
                    <a:pt x="103374" y="97338"/>
                  </a:lnTo>
                  <a:lnTo>
                    <a:pt x="103621" y="96923"/>
                  </a:lnTo>
                  <a:lnTo>
                    <a:pt x="103868" y="96830"/>
                  </a:lnTo>
                  <a:lnTo>
                    <a:pt x="103950" y="96646"/>
                  </a:lnTo>
                  <a:lnTo>
                    <a:pt x="103950" y="96138"/>
                  </a:lnTo>
                  <a:lnTo>
                    <a:pt x="104032" y="96000"/>
                  </a:lnTo>
                  <a:lnTo>
                    <a:pt x="104279" y="95676"/>
                  </a:lnTo>
                  <a:lnTo>
                    <a:pt x="104362" y="95584"/>
                  </a:lnTo>
                  <a:lnTo>
                    <a:pt x="104609" y="95492"/>
                  </a:lnTo>
                  <a:lnTo>
                    <a:pt x="104773" y="95538"/>
                  </a:lnTo>
                  <a:lnTo>
                    <a:pt x="105020" y="95584"/>
                  </a:lnTo>
                  <a:lnTo>
                    <a:pt x="105020" y="95907"/>
                  </a:lnTo>
                  <a:lnTo>
                    <a:pt x="104855" y="96600"/>
                  </a:lnTo>
                  <a:lnTo>
                    <a:pt x="105432" y="96600"/>
                  </a:lnTo>
                  <a:lnTo>
                    <a:pt x="105843" y="96415"/>
                  </a:lnTo>
                  <a:lnTo>
                    <a:pt x="106502" y="95492"/>
                  </a:lnTo>
                  <a:lnTo>
                    <a:pt x="107736" y="95076"/>
                  </a:lnTo>
                  <a:lnTo>
                    <a:pt x="107901" y="94846"/>
                  </a:lnTo>
                  <a:lnTo>
                    <a:pt x="107818" y="94615"/>
                  </a:lnTo>
                  <a:lnTo>
                    <a:pt x="107242" y="94246"/>
                  </a:lnTo>
                  <a:lnTo>
                    <a:pt x="107572" y="93830"/>
                  </a:lnTo>
                  <a:lnTo>
                    <a:pt x="108477" y="93323"/>
                  </a:lnTo>
                  <a:lnTo>
                    <a:pt x="108477" y="92630"/>
                  </a:lnTo>
                  <a:lnTo>
                    <a:pt x="107901" y="92261"/>
                  </a:lnTo>
                  <a:lnTo>
                    <a:pt x="107818" y="92123"/>
                  </a:lnTo>
                  <a:lnTo>
                    <a:pt x="107736" y="91938"/>
                  </a:lnTo>
                  <a:lnTo>
                    <a:pt x="107818" y="91846"/>
                  </a:lnTo>
                  <a:lnTo>
                    <a:pt x="108065" y="91753"/>
                  </a:lnTo>
                  <a:lnTo>
                    <a:pt x="108806" y="91061"/>
                  </a:lnTo>
                  <a:lnTo>
                    <a:pt x="108806" y="90923"/>
                  </a:lnTo>
                  <a:lnTo>
                    <a:pt x="108559" y="90738"/>
                  </a:lnTo>
                  <a:lnTo>
                    <a:pt x="108395" y="90646"/>
                  </a:lnTo>
                  <a:lnTo>
                    <a:pt x="107901" y="90692"/>
                  </a:lnTo>
                  <a:lnTo>
                    <a:pt x="107736" y="90692"/>
                  </a:lnTo>
                  <a:lnTo>
                    <a:pt x="107654" y="90600"/>
                  </a:lnTo>
                  <a:lnTo>
                    <a:pt x="107489" y="90415"/>
                  </a:lnTo>
                  <a:lnTo>
                    <a:pt x="107489" y="90369"/>
                  </a:lnTo>
                  <a:lnTo>
                    <a:pt x="107325" y="90369"/>
                  </a:lnTo>
                  <a:lnTo>
                    <a:pt x="106913" y="90138"/>
                  </a:lnTo>
                  <a:lnTo>
                    <a:pt x="106255" y="90369"/>
                  </a:lnTo>
                  <a:lnTo>
                    <a:pt x="105843" y="90276"/>
                  </a:lnTo>
                  <a:lnTo>
                    <a:pt x="105843" y="90092"/>
                  </a:lnTo>
                  <a:lnTo>
                    <a:pt x="106090" y="90000"/>
                  </a:lnTo>
                  <a:lnTo>
                    <a:pt x="106090" y="89769"/>
                  </a:lnTo>
                  <a:lnTo>
                    <a:pt x="106008" y="89630"/>
                  </a:lnTo>
                  <a:lnTo>
                    <a:pt x="105679" y="89538"/>
                  </a:lnTo>
                  <a:lnTo>
                    <a:pt x="105514" y="89446"/>
                  </a:lnTo>
                  <a:lnTo>
                    <a:pt x="105349" y="89446"/>
                  </a:lnTo>
                  <a:lnTo>
                    <a:pt x="105432" y="89169"/>
                  </a:lnTo>
                  <a:lnTo>
                    <a:pt x="105679" y="89030"/>
                  </a:lnTo>
                  <a:lnTo>
                    <a:pt x="105596" y="89030"/>
                  </a:lnTo>
                  <a:lnTo>
                    <a:pt x="105596" y="88984"/>
                  </a:lnTo>
                  <a:lnTo>
                    <a:pt x="105679" y="88846"/>
                  </a:lnTo>
                  <a:lnTo>
                    <a:pt x="105349" y="88523"/>
                  </a:lnTo>
                  <a:lnTo>
                    <a:pt x="105267" y="88384"/>
                  </a:lnTo>
                  <a:lnTo>
                    <a:pt x="105267" y="88338"/>
                  </a:lnTo>
                  <a:lnTo>
                    <a:pt x="104855" y="88107"/>
                  </a:lnTo>
                  <a:lnTo>
                    <a:pt x="103621" y="87876"/>
                  </a:lnTo>
                  <a:lnTo>
                    <a:pt x="103456" y="87646"/>
                  </a:lnTo>
                  <a:lnTo>
                    <a:pt x="103209" y="87507"/>
                  </a:lnTo>
                  <a:lnTo>
                    <a:pt x="102469" y="87692"/>
                  </a:lnTo>
                  <a:lnTo>
                    <a:pt x="102304" y="87646"/>
                  </a:lnTo>
                  <a:lnTo>
                    <a:pt x="102304" y="87646"/>
                  </a:lnTo>
                  <a:lnTo>
                    <a:pt x="102222" y="87646"/>
                  </a:lnTo>
                  <a:lnTo>
                    <a:pt x="102057" y="87553"/>
                  </a:lnTo>
                  <a:lnTo>
                    <a:pt x="101893" y="87461"/>
                  </a:lnTo>
                  <a:lnTo>
                    <a:pt x="101646" y="87369"/>
                  </a:lnTo>
                  <a:lnTo>
                    <a:pt x="101316" y="87276"/>
                  </a:lnTo>
                  <a:lnTo>
                    <a:pt x="101069" y="87092"/>
                  </a:lnTo>
                  <a:lnTo>
                    <a:pt x="101069" y="86861"/>
                  </a:lnTo>
                  <a:lnTo>
                    <a:pt x="101152" y="86723"/>
                  </a:lnTo>
                  <a:lnTo>
                    <a:pt x="101975" y="86030"/>
                  </a:lnTo>
                  <a:lnTo>
                    <a:pt x="101810" y="85892"/>
                  </a:lnTo>
                  <a:lnTo>
                    <a:pt x="101563" y="85846"/>
                  </a:lnTo>
                  <a:lnTo>
                    <a:pt x="101316" y="85938"/>
                  </a:lnTo>
                  <a:lnTo>
                    <a:pt x="101234" y="85846"/>
                  </a:lnTo>
                  <a:lnTo>
                    <a:pt x="101399" y="85523"/>
                  </a:lnTo>
                  <a:lnTo>
                    <a:pt x="104032" y="86030"/>
                  </a:lnTo>
                  <a:lnTo>
                    <a:pt x="108477" y="85153"/>
                  </a:lnTo>
                  <a:lnTo>
                    <a:pt x="109382" y="85523"/>
                  </a:lnTo>
                  <a:lnTo>
                    <a:pt x="110534" y="85476"/>
                  </a:lnTo>
                  <a:lnTo>
                    <a:pt x="111028" y="84923"/>
                  </a:lnTo>
                  <a:lnTo>
                    <a:pt x="112098" y="84461"/>
                  </a:lnTo>
                  <a:lnTo>
                    <a:pt x="112263" y="84184"/>
                  </a:lnTo>
                  <a:lnTo>
                    <a:pt x="112016" y="83815"/>
                  </a:lnTo>
                  <a:lnTo>
                    <a:pt x="112016" y="83676"/>
                  </a:lnTo>
                  <a:lnTo>
                    <a:pt x="113168" y="82938"/>
                  </a:lnTo>
                  <a:lnTo>
                    <a:pt x="113497" y="82938"/>
                  </a:lnTo>
                  <a:lnTo>
                    <a:pt x="113909" y="83076"/>
                  </a:lnTo>
                  <a:lnTo>
                    <a:pt x="114238" y="83169"/>
                  </a:lnTo>
                  <a:lnTo>
                    <a:pt x="114979" y="83215"/>
                  </a:lnTo>
                  <a:lnTo>
                    <a:pt x="115144" y="83261"/>
                  </a:lnTo>
                  <a:lnTo>
                    <a:pt x="115308" y="83446"/>
                  </a:lnTo>
                  <a:lnTo>
                    <a:pt x="115637" y="83584"/>
                  </a:lnTo>
                  <a:lnTo>
                    <a:pt x="115720" y="83353"/>
                  </a:lnTo>
                  <a:lnTo>
                    <a:pt x="115720" y="82800"/>
                  </a:lnTo>
                  <a:lnTo>
                    <a:pt x="116049" y="81876"/>
                  </a:lnTo>
                  <a:lnTo>
                    <a:pt x="115884" y="81784"/>
                  </a:lnTo>
                  <a:lnTo>
                    <a:pt x="116049" y="81092"/>
                  </a:lnTo>
                  <a:lnTo>
                    <a:pt x="115884" y="80815"/>
                  </a:lnTo>
                  <a:lnTo>
                    <a:pt x="115390" y="80584"/>
                  </a:lnTo>
                  <a:lnTo>
                    <a:pt x="115061" y="80538"/>
                  </a:lnTo>
                  <a:lnTo>
                    <a:pt x="112016" y="81276"/>
                  </a:lnTo>
                  <a:lnTo>
                    <a:pt x="111111" y="81046"/>
                  </a:lnTo>
                  <a:lnTo>
                    <a:pt x="109135" y="81276"/>
                  </a:lnTo>
                  <a:lnTo>
                    <a:pt x="108806" y="81230"/>
                  </a:lnTo>
                  <a:lnTo>
                    <a:pt x="108559" y="81276"/>
                  </a:lnTo>
                  <a:lnTo>
                    <a:pt x="108559" y="81230"/>
                  </a:lnTo>
                  <a:lnTo>
                    <a:pt x="108312" y="81092"/>
                  </a:lnTo>
                  <a:lnTo>
                    <a:pt x="108312" y="81092"/>
                  </a:lnTo>
                  <a:lnTo>
                    <a:pt x="107654" y="81230"/>
                  </a:lnTo>
                  <a:lnTo>
                    <a:pt x="107242" y="81138"/>
                  </a:lnTo>
                  <a:lnTo>
                    <a:pt x="106831" y="81000"/>
                  </a:lnTo>
                  <a:lnTo>
                    <a:pt x="106831" y="80676"/>
                  </a:lnTo>
                  <a:lnTo>
                    <a:pt x="107736" y="80169"/>
                  </a:lnTo>
                  <a:lnTo>
                    <a:pt x="107901" y="79984"/>
                  </a:lnTo>
                  <a:lnTo>
                    <a:pt x="108065" y="79938"/>
                  </a:lnTo>
                  <a:lnTo>
                    <a:pt x="109876" y="79984"/>
                  </a:lnTo>
                  <a:lnTo>
                    <a:pt x="110699" y="79569"/>
                  </a:lnTo>
                  <a:lnTo>
                    <a:pt x="114485" y="79569"/>
                  </a:lnTo>
                  <a:lnTo>
                    <a:pt x="114814" y="79430"/>
                  </a:lnTo>
                  <a:lnTo>
                    <a:pt x="114979" y="79153"/>
                  </a:lnTo>
                  <a:lnTo>
                    <a:pt x="114979" y="78646"/>
                  </a:lnTo>
                  <a:lnTo>
                    <a:pt x="114979" y="78276"/>
                  </a:lnTo>
                  <a:lnTo>
                    <a:pt x="114732" y="77676"/>
                  </a:lnTo>
                  <a:lnTo>
                    <a:pt x="114979" y="77584"/>
                  </a:lnTo>
                  <a:lnTo>
                    <a:pt x="115637" y="77584"/>
                  </a:lnTo>
                  <a:lnTo>
                    <a:pt x="116131" y="77400"/>
                  </a:lnTo>
                  <a:lnTo>
                    <a:pt x="116378" y="77215"/>
                  </a:lnTo>
                  <a:lnTo>
                    <a:pt x="116378" y="76846"/>
                  </a:lnTo>
                  <a:lnTo>
                    <a:pt x="116049" y="76800"/>
                  </a:lnTo>
                  <a:lnTo>
                    <a:pt x="115884" y="76615"/>
                  </a:lnTo>
                  <a:lnTo>
                    <a:pt x="115637" y="76476"/>
                  </a:lnTo>
                  <a:lnTo>
                    <a:pt x="115308" y="76338"/>
                  </a:lnTo>
                  <a:lnTo>
                    <a:pt x="108641" y="76107"/>
                  </a:lnTo>
                  <a:lnTo>
                    <a:pt x="108477" y="76107"/>
                  </a:lnTo>
                  <a:lnTo>
                    <a:pt x="108395" y="75969"/>
                  </a:lnTo>
                  <a:lnTo>
                    <a:pt x="108065" y="75830"/>
                  </a:lnTo>
                  <a:lnTo>
                    <a:pt x="107983" y="75646"/>
                  </a:lnTo>
                  <a:lnTo>
                    <a:pt x="107736" y="75600"/>
                  </a:lnTo>
                  <a:lnTo>
                    <a:pt x="106831" y="75553"/>
                  </a:lnTo>
                  <a:lnTo>
                    <a:pt x="104691" y="76153"/>
                  </a:lnTo>
                  <a:lnTo>
                    <a:pt x="104609" y="76107"/>
                  </a:lnTo>
                  <a:lnTo>
                    <a:pt x="104526" y="76015"/>
                  </a:lnTo>
                  <a:lnTo>
                    <a:pt x="104526" y="75876"/>
                  </a:lnTo>
                  <a:lnTo>
                    <a:pt x="104691" y="75830"/>
                  </a:lnTo>
                  <a:lnTo>
                    <a:pt x="105020" y="75692"/>
                  </a:lnTo>
                  <a:lnTo>
                    <a:pt x="105267" y="75415"/>
                  </a:lnTo>
                  <a:lnTo>
                    <a:pt x="111934" y="74630"/>
                  </a:lnTo>
                  <a:lnTo>
                    <a:pt x="112839" y="73984"/>
                  </a:lnTo>
                  <a:lnTo>
                    <a:pt x="113744" y="73846"/>
                  </a:lnTo>
                  <a:lnTo>
                    <a:pt x="113909" y="73800"/>
                  </a:lnTo>
                  <a:lnTo>
                    <a:pt x="114403" y="72830"/>
                  </a:lnTo>
                  <a:lnTo>
                    <a:pt x="115308" y="72600"/>
                  </a:lnTo>
                  <a:lnTo>
                    <a:pt x="114732" y="72276"/>
                  </a:lnTo>
                  <a:lnTo>
                    <a:pt x="114403" y="72138"/>
                  </a:lnTo>
                  <a:lnTo>
                    <a:pt x="114238" y="72138"/>
                  </a:lnTo>
                  <a:lnTo>
                    <a:pt x="114156" y="72230"/>
                  </a:lnTo>
                  <a:lnTo>
                    <a:pt x="113909" y="72276"/>
                  </a:lnTo>
                  <a:lnTo>
                    <a:pt x="113580" y="72230"/>
                  </a:lnTo>
                  <a:lnTo>
                    <a:pt x="113333" y="72046"/>
                  </a:lnTo>
                  <a:lnTo>
                    <a:pt x="113333" y="72046"/>
                  </a:lnTo>
                  <a:lnTo>
                    <a:pt x="113415" y="72000"/>
                  </a:lnTo>
                  <a:lnTo>
                    <a:pt x="113415" y="71907"/>
                  </a:lnTo>
                  <a:lnTo>
                    <a:pt x="113333" y="71815"/>
                  </a:lnTo>
                  <a:lnTo>
                    <a:pt x="113168" y="71723"/>
                  </a:lnTo>
                  <a:lnTo>
                    <a:pt x="112921" y="71584"/>
                  </a:lnTo>
                  <a:lnTo>
                    <a:pt x="112757" y="71446"/>
                  </a:lnTo>
                  <a:lnTo>
                    <a:pt x="112757" y="71261"/>
                  </a:lnTo>
                  <a:lnTo>
                    <a:pt x="112839" y="71123"/>
                  </a:lnTo>
                  <a:lnTo>
                    <a:pt x="113333" y="71076"/>
                  </a:lnTo>
                  <a:lnTo>
                    <a:pt x="113333" y="70892"/>
                  </a:lnTo>
                  <a:lnTo>
                    <a:pt x="113168" y="70892"/>
                  </a:lnTo>
                  <a:lnTo>
                    <a:pt x="112510" y="70661"/>
                  </a:lnTo>
                  <a:lnTo>
                    <a:pt x="112263" y="70523"/>
                  </a:lnTo>
                  <a:lnTo>
                    <a:pt x="112345" y="70430"/>
                  </a:lnTo>
                  <a:lnTo>
                    <a:pt x="112427" y="70107"/>
                  </a:lnTo>
                  <a:lnTo>
                    <a:pt x="112016" y="69923"/>
                  </a:lnTo>
                  <a:lnTo>
                    <a:pt x="111604" y="70015"/>
                  </a:lnTo>
                  <a:lnTo>
                    <a:pt x="111275" y="70015"/>
                  </a:lnTo>
                  <a:lnTo>
                    <a:pt x="111358" y="69876"/>
                  </a:lnTo>
                  <a:lnTo>
                    <a:pt x="111769" y="69600"/>
                  </a:lnTo>
                  <a:lnTo>
                    <a:pt x="111769" y="69323"/>
                  </a:lnTo>
                  <a:lnTo>
                    <a:pt x="111522" y="69138"/>
                  </a:lnTo>
                  <a:lnTo>
                    <a:pt x="111193" y="69184"/>
                  </a:lnTo>
                  <a:lnTo>
                    <a:pt x="110946" y="69461"/>
                  </a:lnTo>
                  <a:lnTo>
                    <a:pt x="110864" y="69276"/>
                  </a:lnTo>
                  <a:lnTo>
                    <a:pt x="110864" y="69230"/>
                  </a:lnTo>
                  <a:lnTo>
                    <a:pt x="110370" y="69046"/>
                  </a:lnTo>
                  <a:lnTo>
                    <a:pt x="109382" y="69092"/>
                  </a:lnTo>
                  <a:lnTo>
                    <a:pt x="107901" y="69046"/>
                  </a:lnTo>
                  <a:lnTo>
                    <a:pt x="106419" y="69276"/>
                  </a:lnTo>
                  <a:lnTo>
                    <a:pt x="105267" y="69323"/>
                  </a:lnTo>
                  <a:lnTo>
                    <a:pt x="104855" y="69692"/>
                  </a:lnTo>
                  <a:lnTo>
                    <a:pt x="102716" y="70153"/>
                  </a:lnTo>
                  <a:lnTo>
                    <a:pt x="102222" y="70800"/>
                  </a:lnTo>
                  <a:lnTo>
                    <a:pt x="102057" y="70892"/>
                  </a:lnTo>
                  <a:lnTo>
                    <a:pt x="101893" y="70892"/>
                  </a:lnTo>
                  <a:lnTo>
                    <a:pt x="101810" y="70661"/>
                  </a:lnTo>
                  <a:lnTo>
                    <a:pt x="101810" y="70523"/>
                  </a:lnTo>
                  <a:lnTo>
                    <a:pt x="102304" y="69830"/>
                  </a:lnTo>
                  <a:lnTo>
                    <a:pt x="104444" y="69046"/>
                  </a:lnTo>
                  <a:lnTo>
                    <a:pt x="104526" y="68861"/>
                  </a:lnTo>
                  <a:lnTo>
                    <a:pt x="104526" y="68353"/>
                  </a:lnTo>
                  <a:lnTo>
                    <a:pt x="104526" y="68261"/>
                  </a:lnTo>
                  <a:lnTo>
                    <a:pt x="104032" y="68123"/>
                  </a:lnTo>
                  <a:lnTo>
                    <a:pt x="98189" y="68353"/>
                  </a:lnTo>
                  <a:lnTo>
                    <a:pt x="93415" y="70430"/>
                  </a:lnTo>
                  <a:lnTo>
                    <a:pt x="93168" y="70892"/>
                  </a:lnTo>
                  <a:lnTo>
                    <a:pt x="92757" y="72415"/>
                  </a:lnTo>
                  <a:lnTo>
                    <a:pt x="92921" y="73107"/>
                  </a:lnTo>
                  <a:lnTo>
                    <a:pt x="93004" y="73384"/>
                  </a:lnTo>
                  <a:lnTo>
                    <a:pt x="93004" y="73707"/>
                  </a:lnTo>
                  <a:lnTo>
                    <a:pt x="92757" y="73938"/>
                  </a:lnTo>
                  <a:lnTo>
                    <a:pt x="92510" y="73938"/>
                  </a:lnTo>
                  <a:lnTo>
                    <a:pt x="92181" y="73615"/>
                  </a:lnTo>
                  <a:lnTo>
                    <a:pt x="92181" y="73476"/>
                  </a:lnTo>
                  <a:lnTo>
                    <a:pt x="92263" y="73061"/>
                  </a:lnTo>
                  <a:lnTo>
                    <a:pt x="92181" y="72230"/>
                  </a:lnTo>
                  <a:lnTo>
                    <a:pt x="92345" y="71076"/>
                  </a:lnTo>
                  <a:lnTo>
                    <a:pt x="92263" y="70846"/>
                  </a:lnTo>
                  <a:lnTo>
                    <a:pt x="93004" y="69923"/>
                  </a:lnTo>
                  <a:lnTo>
                    <a:pt x="93168" y="69830"/>
                  </a:lnTo>
                  <a:lnTo>
                    <a:pt x="92757" y="69600"/>
                  </a:lnTo>
                  <a:lnTo>
                    <a:pt x="92427" y="69461"/>
                  </a:lnTo>
                  <a:lnTo>
                    <a:pt x="91440" y="69276"/>
                  </a:lnTo>
                  <a:lnTo>
                    <a:pt x="88559" y="69830"/>
                  </a:lnTo>
                  <a:lnTo>
                    <a:pt x="86090" y="70153"/>
                  </a:lnTo>
                  <a:lnTo>
                    <a:pt x="85843" y="70107"/>
                  </a:lnTo>
                  <a:lnTo>
                    <a:pt x="88724" y="69276"/>
                  </a:lnTo>
                  <a:lnTo>
                    <a:pt x="90041" y="69092"/>
                  </a:lnTo>
                  <a:lnTo>
                    <a:pt x="91934" y="69000"/>
                  </a:lnTo>
                  <a:lnTo>
                    <a:pt x="92181" y="69046"/>
                  </a:lnTo>
                  <a:lnTo>
                    <a:pt x="92592" y="69323"/>
                  </a:lnTo>
                  <a:lnTo>
                    <a:pt x="92921" y="69415"/>
                  </a:lnTo>
                  <a:lnTo>
                    <a:pt x="93333" y="69323"/>
                  </a:lnTo>
                  <a:lnTo>
                    <a:pt x="93909" y="69415"/>
                  </a:lnTo>
                  <a:lnTo>
                    <a:pt x="95390" y="68307"/>
                  </a:lnTo>
                  <a:lnTo>
                    <a:pt x="96460" y="68076"/>
                  </a:lnTo>
                  <a:lnTo>
                    <a:pt x="97613" y="67569"/>
                  </a:lnTo>
                  <a:lnTo>
                    <a:pt x="99588" y="67384"/>
                  </a:lnTo>
                  <a:lnTo>
                    <a:pt x="100740" y="67153"/>
                  </a:lnTo>
                  <a:lnTo>
                    <a:pt x="100987" y="66969"/>
                  </a:lnTo>
                  <a:lnTo>
                    <a:pt x="100823" y="66692"/>
                  </a:lnTo>
                  <a:lnTo>
                    <a:pt x="100823" y="66692"/>
                  </a:lnTo>
                  <a:lnTo>
                    <a:pt x="100493" y="66646"/>
                  </a:lnTo>
                  <a:lnTo>
                    <a:pt x="100493" y="66553"/>
                  </a:lnTo>
                  <a:lnTo>
                    <a:pt x="100493" y="66507"/>
                  </a:lnTo>
                  <a:lnTo>
                    <a:pt x="100411" y="66461"/>
                  </a:lnTo>
                  <a:lnTo>
                    <a:pt x="100411" y="66415"/>
                  </a:lnTo>
                  <a:lnTo>
                    <a:pt x="98271" y="66646"/>
                  </a:lnTo>
                  <a:lnTo>
                    <a:pt x="96707" y="66692"/>
                  </a:lnTo>
                  <a:lnTo>
                    <a:pt x="95390" y="66969"/>
                  </a:lnTo>
                  <a:lnTo>
                    <a:pt x="89218" y="67615"/>
                  </a:lnTo>
                  <a:lnTo>
                    <a:pt x="88888" y="67938"/>
                  </a:lnTo>
                  <a:lnTo>
                    <a:pt x="88559" y="68076"/>
                  </a:lnTo>
                  <a:lnTo>
                    <a:pt x="88230" y="67892"/>
                  </a:lnTo>
                  <a:lnTo>
                    <a:pt x="88230" y="67661"/>
                  </a:lnTo>
                  <a:lnTo>
                    <a:pt x="88395" y="67476"/>
                  </a:lnTo>
                  <a:lnTo>
                    <a:pt x="93580" y="66415"/>
                  </a:lnTo>
                  <a:lnTo>
                    <a:pt x="94979" y="66323"/>
                  </a:lnTo>
                  <a:lnTo>
                    <a:pt x="96954" y="65769"/>
                  </a:lnTo>
                  <a:lnTo>
                    <a:pt x="99670" y="65169"/>
                  </a:lnTo>
                  <a:lnTo>
                    <a:pt x="101152" y="65492"/>
                  </a:lnTo>
                  <a:lnTo>
                    <a:pt x="101563" y="65676"/>
                  </a:lnTo>
                  <a:lnTo>
                    <a:pt x="101481" y="65630"/>
                  </a:lnTo>
                  <a:lnTo>
                    <a:pt x="101563" y="65630"/>
                  </a:lnTo>
                  <a:lnTo>
                    <a:pt x="101646" y="65815"/>
                  </a:lnTo>
                  <a:lnTo>
                    <a:pt x="101563" y="65815"/>
                  </a:lnTo>
                  <a:lnTo>
                    <a:pt x="101563" y="65861"/>
                  </a:lnTo>
                  <a:lnTo>
                    <a:pt x="101563" y="65953"/>
                  </a:lnTo>
                  <a:lnTo>
                    <a:pt x="101646" y="66046"/>
                  </a:lnTo>
                  <a:lnTo>
                    <a:pt x="101646" y="66046"/>
                  </a:lnTo>
                  <a:lnTo>
                    <a:pt x="101893" y="66184"/>
                  </a:lnTo>
                  <a:lnTo>
                    <a:pt x="101975" y="66230"/>
                  </a:lnTo>
                  <a:lnTo>
                    <a:pt x="101975" y="66461"/>
                  </a:lnTo>
                  <a:lnTo>
                    <a:pt x="102469" y="66323"/>
                  </a:lnTo>
                  <a:lnTo>
                    <a:pt x="102633" y="66369"/>
                  </a:lnTo>
                  <a:lnTo>
                    <a:pt x="102716" y="66415"/>
                  </a:lnTo>
                  <a:lnTo>
                    <a:pt x="102880" y="66553"/>
                  </a:lnTo>
                  <a:lnTo>
                    <a:pt x="102962" y="66553"/>
                  </a:lnTo>
                  <a:lnTo>
                    <a:pt x="104444" y="66461"/>
                  </a:lnTo>
                  <a:lnTo>
                    <a:pt x="107160" y="66646"/>
                  </a:lnTo>
                  <a:lnTo>
                    <a:pt x="108641" y="66000"/>
                  </a:lnTo>
                  <a:lnTo>
                    <a:pt x="110370" y="65861"/>
                  </a:lnTo>
                  <a:lnTo>
                    <a:pt x="110452" y="65769"/>
                  </a:lnTo>
                  <a:lnTo>
                    <a:pt x="110452" y="65584"/>
                  </a:lnTo>
                  <a:lnTo>
                    <a:pt x="110288" y="65400"/>
                  </a:lnTo>
                  <a:lnTo>
                    <a:pt x="110123" y="65169"/>
                  </a:lnTo>
                  <a:lnTo>
                    <a:pt x="109876" y="65076"/>
                  </a:lnTo>
                  <a:lnTo>
                    <a:pt x="109465" y="65030"/>
                  </a:lnTo>
                  <a:lnTo>
                    <a:pt x="109300" y="64938"/>
                  </a:lnTo>
                  <a:lnTo>
                    <a:pt x="109135" y="64753"/>
                  </a:lnTo>
                  <a:lnTo>
                    <a:pt x="108888" y="64661"/>
                  </a:lnTo>
                  <a:lnTo>
                    <a:pt x="108477" y="64661"/>
                  </a:lnTo>
                  <a:lnTo>
                    <a:pt x="108312" y="64569"/>
                  </a:lnTo>
                  <a:lnTo>
                    <a:pt x="107983" y="64476"/>
                  </a:lnTo>
                  <a:lnTo>
                    <a:pt x="108230" y="64430"/>
                  </a:lnTo>
                  <a:lnTo>
                    <a:pt x="108312" y="64384"/>
                  </a:lnTo>
                  <a:lnTo>
                    <a:pt x="108312" y="64246"/>
                  </a:lnTo>
                  <a:lnTo>
                    <a:pt x="107818" y="64153"/>
                  </a:lnTo>
                  <a:lnTo>
                    <a:pt x="107242" y="64384"/>
                  </a:lnTo>
                  <a:lnTo>
                    <a:pt x="106748" y="64107"/>
                  </a:lnTo>
                  <a:lnTo>
                    <a:pt x="106831" y="63830"/>
                  </a:lnTo>
                  <a:lnTo>
                    <a:pt x="107818" y="63646"/>
                  </a:lnTo>
                  <a:lnTo>
                    <a:pt x="108065" y="63230"/>
                  </a:lnTo>
                  <a:lnTo>
                    <a:pt x="108065" y="63046"/>
                  </a:lnTo>
                  <a:lnTo>
                    <a:pt x="106090" y="63138"/>
                  </a:lnTo>
                  <a:lnTo>
                    <a:pt x="104855" y="63600"/>
                  </a:lnTo>
                  <a:lnTo>
                    <a:pt x="103374" y="63923"/>
                  </a:lnTo>
                  <a:lnTo>
                    <a:pt x="100000" y="64523"/>
                  </a:lnTo>
                  <a:lnTo>
                    <a:pt x="98518" y="64200"/>
                  </a:lnTo>
                  <a:lnTo>
                    <a:pt x="98106" y="64200"/>
                  </a:lnTo>
                  <a:lnTo>
                    <a:pt x="97777" y="64523"/>
                  </a:lnTo>
                  <a:lnTo>
                    <a:pt x="96707" y="64753"/>
                  </a:lnTo>
                  <a:lnTo>
                    <a:pt x="94979" y="64753"/>
                  </a:lnTo>
                  <a:lnTo>
                    <a:pt x="93497" y="65307"/>
                  </a:lnTo>
                  <a:lnTo>
                    <a:pt x="91522" y="66000"/>
                  </a:lnTo>
                  <a:lnTo>
                    <a:pt x="91604" y="65815"/>
                  </a:lnTo>
                  <a:lnTo>
                    <a:pt x="92098" y="65676"/>
                  </a:lnTo>
                  <a:lnTo>
                    <a:pt x="92263" y="65538"/>
                  </a:lnTo>
                  <a:lnTo>
                    <a:pt x="91851" y="65400"/>
                  </a:lnTo>
                  <a:lnTo>
                    <a:pt x="89958" y="65030"/>
                  </a:lnTo>
                  <a:lnTo>
                    <a:pt x="88971" y="65307"/>
                  </a:lnTo>
                  <a:lnTo>
                    <a:pt x="87325" y="65030"/>
                  </a:lnTo>
                  <a:lnTo>
                    <a:pt x="87242" y="64938"/>
                  </a:lnTo>
                  <a:lnTo>
                    <a:pt x="87489" y="64707"/>
                  </a:lnTo>
                  <a:lnTo>
                    <a:pt x="87818" y="64569"/>
                  </a:lnTo>
                  <a:lnTo>
                    <a:pt x="88065" y="64569"/>
                  </a:lnTo>
                  <a:lnTo>
                    <a:pt x="88724" y="64707"/>
                  </a:lnTo>
                  <a:lnTo>
                    <a:pt x="92181" y="64569"/>
                  </a:lnTo>
                  <a:lnTo>
                    <a:pt x="92263" y="64476"/>
                  </a:lnTo>
                  <a:lnTo>
                    <a:pt x="92345" y="64430"/>
                  </a:lnTo>
                  <a:lnTo>
                    <a:pt x="92181" y="64246"/>
                  </a:lnTo>
                  <a:lnTo>
                    <a:pt x="91851" y="64200"/>
                  </a:lnTo>
                  <a:lnTo>
                    <a:pt x="91604" y="64061"/>
                  </a:lnTo>
                  <a:lnTo>
                    <a:pt x="91275" y="63784"/>
                  </a:lnTo>
                  <a:lnTo>
                    <a:pt x="91028" y="63692"/>
                  </a:lnTo>
                  <a:lnTo>
                    <a:pt x="90781" y="63553"/>
                  </a:lnTo>
                  <a:lnTo>
                    <a:pt x="89958" y="63092"/>
                  </a:lnTo>
                  <a:lnTo>
                    <a:pt x="89711" y="62815"/>
                  </a:lnTo>
                  <a:lnTo>
                    <a:pt x="89794" y="62630"/>
                  </a:lnTo>
                  <a:lnTo>
                    <a:pt x="90617" y="62723"/>
                  </a:lnTo>
                  <a:lnTo>
                    <a:pt x="90781" y="62584"/>
                  </a:lnTo>
                  <a:lnTo>
                    <a:pt x="90864" y="62353"/>
                  </a:lnTo>
                  <a:lnTo>
                    <a:pt x="90946" y="62307"/>
                  </a:lnTo>
                  <a:lnTo>
                    <a:pt x="91111" y="62538"/>
                  </a:lnTo>
                  <a:lnTo>
                    <a:pt x="91440" y="62769"/>
                  </a:lnTo>
                  <a:lnTo>
                    <a:pt x="91604" y="63000"/>
                  </a:lnTo>
                  <a:lnTo>
                    <a:pt x="91687" y="63092"/>
                  </a:lnTo>
                  <a:lnTo>
                    <a:pt x="91851" y="63230"/>
                  </a:lnTo>
                  <a:lnTo>
                    <a:pt x="93086" y="63646"/>
                  </a:lnTo>
                  <a:lnTo>
                    <a:pt x="93333" y="63692"/>
                  </a:lnTo>
                  <a:lnTo>
                    <a:pt x="93580" y="63784"/>
                  </a:lnTo>
                  <a:lnTo>
                    <a:pt x="93744" y="63830"/>
                  </a:lnTo>
                  <a:lnTo>
                    <a:pt x="93744" y="63784"/>
                  </a:lnTo>
                  <a:lnTo>
                    <a:pt x="93827" y="63692"/>
                  </a:lnTo>
                  <a:lnTo>
                    <a:pt x="97119" y="63184"/>
                  </a:lnTo>
                  <a:lnTo>
                    <a:pt x="97613" y="63276"/>
                  </a:lnTo>
                  <a:lnTo>
                    <a:pt x="98847" y="62861"/>
                  </a:lnTo>
                  <a:lnTo>
                    <a:pt x="98930" y="62676"/>
                  </a:lnTo>
                  <a:lnTo>
                    <a:pt x="98683" y="62584"/>
                  </a:lnTo>
                  <a:lnTo>
                    <a:pt x="98024" y="62630"/>
                  </a:lnTo>
                  <a:lnTo>
                    <a:pt x="97037" y="62400"/>
                  </a:lnTo>
                  <a:lnTo>
                    <a:pt x="96790" y="62307"/>
                  </a:lnTo>
                  <a:lnTo>
                    <a:pt x="96625" y="62169"/>
                  </a:lnTo>
                  <a:lnTo>
                    <a:pt x="96460" y="62030"/>
                  </a:lnTo>
                  <a:lnTo>
                    <a:pt x="96296" y="61938"/>
                  </a:lnTo>
                  <a:lnTo>
                    <a:pt x="96296" y="61846"/>
                  </a:lnTo>
                  <a:lnTo>
                    <a:pt x="96460" y="61661"/>
                  </a:lnTo>
                  <a:lnTo>
                    <a:pt x="95884" y="61338"/>
                  </a:lnTo>
                  <a:lnTo>
                    <a:pt x="94320" y="61384"/>
                  </a:lnTo>
                  <a:lnTo>
                    <a:pt x="93827" y="61661"/>
                  </a:lnTo>
                  <a:lnTo>
                    <a:pt x="92592" y="61569"/>
                  </a:lnTo>
                  <a:lnTo>
                    <a:pt x="92263" y="61846"/>
                  </a:lnTo>
                  <a:lnTo>
                    <a:pt x="91604" y="61753"/>
                  </a:lnTo>
                  <a:lnTo>
                    <a:pt x="90699" y="61938"/>
                  </a:lnTo>
                  <a:lnTo>
                    <a:pt x="90452" y="61892"/>
                  </a:lnTo>
                  <a:lnTo>
                    <a:pt x="90123" y="61800"/>
                  </a:lnTo>
                  <a:lnTo>
                    <a:pt x="90041" y="61661"/>
                  </a:lnTo>
                  <a:lnTo>
                    <a:pt x="89958" y="61430"/>
                  </a:lnTo>
                  <a:lnTo>
                    <a:pt x="89958" y="61292"/>
                  </a:lnTo>
                  <a:lnTo>
                    <a:pt x="89958" y="61200"/>
                  </a:lnTo>
                  <a:lnTo>
                    <a:pt x="89958" y="61107"/>
                  </a:lnTo>
                  <a:lnTo>
                    <a:pt x="90123" y="61200"/>
                  </a:lnTo>
                  <a:lnTo>
                    <a:pt x="90617" y="61384"/>
                  </a:lnTo>
                  <a:lnTo>
                    <a:pt x="90781" y="61430"/>
                  </a:lnTo>
                  <a:lnTo>
                    <a:pt x="95555" y="60969"/>
                  </a:lnTo>
                  <a:lnTo>
                    <a:pt x="97283" y="61661"/>
                  </a:lnTo>
                  <a:lnTo>
                    <a:pt x="97613" y="61707"/>
                  </a:lnTo>
                  <a:lnTo>
                    <a:pt x="97860" y="61661"/>
                  </a:lnTo>
                  <a:lnTo>
                    <a:pt x="97942" y="61200"/>
                  </a:lnTo>
                  <a:lnTo>
                    <a:pt x="98024" y="61200"/>
                  </a:lnTo>
                  <a:lnTo>
                    <a:pt x="98189" y="61246"/>
                  </a:lnTo>
                  <a:lnTo>
                    <a:pt x="98271" y="61292"/>
                  </a:lnTo>
                  <a:lnTo>
                    <a:pt x="98271" y="61338"/>
                  </a:lnTo>
                  <a:lnTo>
                    <a:pt x="98353" y="61476"/>
                  </a:lnTo>
                  <a:lnTo>
                    <a:pt x="98683" y="61661"/>
                  </a:lnTo>
                  <a:lnTo>
                    <a:pt x="98847" y="61707"/>
                  </a:lnTo>
                  <a:lnTo>
                    <a:pt x="99176" y="61661"/>
                  </a:lnTo>
                  <a:lnTo>
                    <a:pt x="99094" y="61523"/>
                  </a:lnTo>
                  <a:lnTo>
                    <a:pt x="99012" y="61292"/>
                  </a:lnTo>
                  <a:lnTo>
                    <a:pt x="99176" y="61338"/>
                  </a:lnTo>
                  <a:lnTo>
                    <a:pt x="99506" y="61476"/>
                  </a:lnTo>
                  <a:lnTo>
                    <a:pt x="100411" y="61707"/>
                  </a:lnTo>
                  <a:lnTo>
                    <a:pt x="103209" y="61476"/>
                  </a:lnTo>
                  <a:lnTo>
                    <a:pt x="103539" y="61292"/>
                  </a:lnTo>
                  <a:lnTo>
                    <a:pt x="103456" y="60876"/>
                  </a:lnTo>
                  <a:lnTo>
                    <a:pt x="103456" y="60738"/>
                  </a:lnTo>
                  <a:lnTo>
                    <a:pt x="103374" y="60646"/>
                  </a:lnTo>
                  <a:lnTo>
                    <a:pt x="103127" y="60507"/>
                  </a:lnTo>
                  <a:lnTo>
                    <a:pt x="102962" y="60461"/>
                  </a:lnTo>
                  <a:lnTo>
                    <a:pt x="102633" y="60369"/>
                  </a:lnTo>
                  <a:lnTo>
                    <a:pt x="102304" y="60184"/>
                  </a:lnTo>
                  <a:lnTo>
                    <a:pt x="102222" y="60138"/>
                  </a:lnTo>
                  <a:lnTo>
                    <a:pt x="102139" y="60092"/>
                  </a:lnTo>
                  <a:lnTo>
                    <a:pt x="102057" y="60046"/>
                  </a:lnTo>
                  <a:lnTo>
                    <a:pt x="101975" y="59953"/>
                  </a:lnTo>
                  <a:lnTo>
                    <a:pt x="101646" y="59861"/>
                  </a:lnTo>
                  <a:lnTo>
                    <a:pt x="101481" y="59723"/>
                  </a:lnTo>
                  <a:lnTo>
                    <a:pt x="101481" y="59538"/>
                  </a:lnTo>
                  <a:lnTo>
                    <a:pt x="101563" y="59400"/>
                  </a:lnTo>
                  <a:lnTo>
                    <a:pt x="101810" y="59353"/>
                  </a:lnTo>
                  <a:lnTo>
                    <a:pt x="102057" y="59400"/>
                  </a:lnTo>
                  <a:lnTo>
                    <a:pt x="102057" y="59492"/>
                  </a:lnTo>
                  <a:lnTo>
                    <a:pt x="102057" y="59538"/>
                  </a:lnTo>
                  <a:lnTo>
                    <a:pt x="102304" y="59630"/>
                  </a:lnTo>
                  <a:lnTo>
                    <a:pt x="103127" y="59723"/>
                  </a:lnTo>
                  <a:lnTo>
                    <a:pt x="103950" y="60000"/>
                  </a:lnTo>
                  <a:lnTo>
                    <a:pt x="105514" y="59630"/>
                  </a:lnTo>
                  <a:lnTo>
                    <a:pt x="106255" y="59676"/>
                  </a:lnTo>
                  <a:lnTo>
                    <a:pt x="107489" y="59215"/>
                  </a:lnTo>
                  <a:lnTo>
                    <a:pt x="107572" y="59076"/>
                  </a:lnTo>
                  <a:lnTo>
                    <a:pt x="107572" y="58800"/>
                  </a:lnTo>
                  <a:lnTo>
                    <a:pt x="107325" y="58569"/>
                  </a:lnTo>
                  <a:lnTo>
                    <a:pt x="106831" y="58153"/>
                  </a:lnTo>
                  <a:lnTo>
                    <a:pt x="106666" y="58015"/>
                  </a:lnTo>
                  <a:lnTo>
                    <a:pt x="106337" y="57830"/>
                  </a:lnTo>
                  <a:lnTo>
                    <a:pt x="106255" y="57461"/>
                  </a:lnTo>
                  <a:lnTo>
                    <a:pt x="106748" y="57553"/>
                  </a:lnTo>
                  <a:lnTo>
                    <a:pt x="107901" y="58061"/>
                  </a:lnTo>
                  <a:lnTo>
                    <a:pt x="108395" y="58200"/>
                  </a:lnTo>
                  <a:lnTo>
                    <a:pt x="108888" y="57876"/>
                  </a:lnTo>
                  <a:lnTo>
                    <a:pt x="109711" y="57830"/>
                  </a:lnTo>
                  <a:lnTo>
                    <a:pt x="110370" y="57553"/>
                  </a:lnTo>
                  <a:lnTo>
                    <a:pt x="110534" y="57000"/>
                  </a:lnTo>
                  <a:lnTo>
                    <a:pt x="110699" y="56953"/>
                  </a:lnTo>
                  <a:lnTo>
                    <a:pt x="110699" y="56907"/>
                  </a:lnTo>
                  <a:lnTo>
                    <a:pt x="110699" y="56723"/>
                  </a:lnTo>
                  <a:lnTo>
                    <a:pt x="110699" y="56630"/>
                  </a:lnTo>
                  <a:lnTo>
                    <a:pt x="110699" y="56538"/>
                  </a:lnTo>
                  <a:lnTo>
                    <a:pt x="110534" y="56446"/>
                  </a:lnTo>
                  <a:lnTo>
                    <a:pt x="110452" y="56353"/>
                  </a:lnTo>
                  <a:lnTo>
                    <a:pt x="110370" y="56307"/>
                  </a:lnTo>
                  <a:lnTo>
                    <a:pt x="110205" y="56215"/>
                  </a:lnTo>
                  <a:lnTo>
                    <a:pt x="109876" y="56076"/>
                  </a:lnTo>
                  <a:lnTo>
                    <a:pt x="109711" y="55892"/>
                  </a:lnTo>
                  <a:lnTo>
                    <a:pt x="109547" y="55615"/>
                  </a:lnTo>
                  <a:lnTo>
                    <a:pt x="109300" y="55384"/>
                  </a:lnTo>
                  <a:lnTo>
                    <a:pt x="109135" y="55153"/>
                  </a:lnTo>
                  <a:lnTo>
                    <a:pt x="108724" y="55015"/>
                  </a:lnTo>
                  <a:lnTo>
                    <a:pt x="108312" y="54969"/>
                  </a:lnTo>
                  <a:lnTo>
                    <a:pt x="107983" y="54830"/>
                  </a:lnTo>
                  <a:lnTo>
                    <a:pt x="107901" y="54692"/>
                  </a:lnTo>
                  <a:lnTo>
                    <a:pt x="107572" y="54600"/>
                  </a:lnTo>
                  <a:lnTo>
                    <a:pt x="107325" y="54553"/>
                  </a:lnTo>
                  <a:lnTo>
                    <a:pt x="107160" y="54415"/>
                  </a:lnTo>
                  <a:lnTo>
                    <a:pt x="107078" y="54276"/>
                  </a:lnTo>
                  <a:lnTo>
                    <a:pt x="106831" y="54138"/>
                  </a:lnTo>
                  <a:lnTo>
                    <a:pt x="106748" y="54046"/>
                  </a:lnTo>
                  <a:lnTo>
                    <a:pt x="106748" y="54000"/>
                  </a:lnTo>
                  <a:lnTo>
                    <a:pt x="106748" y="53769"/>
                  </a:lnTo>
                  <a:lnTo>
                    <a:pt x="106419" y="53723"/>
                  </a:lnTo>
                  <a:lnTo>
                    <a:pt x="106090" y="54046"/>
                  </a:lnTo>
                  <a:lnTo>
                    <a:pt x="105596" y="54184"/>
                  </a:lnTo>
                  <a:lnTo>
                    <a:pt x="101152" y="54369"/>
                  </a:lnTo>
                  <a:lnTo>
                    <a:pt x="99670" y="54876"/>
                  </a:lnTo>
                  <a:lnTo>
                    <a:pt x="99506" y="54876"/>
                  </a:lnTo>
                  <a:lnTo>
                    <a:pt x="98847" y="54553"/>
                  </a:lnTo>
                  <a:lnTo>
                    <a:pt x="98683" y="54369"/>
                  </a:lnTo>
                  <a:lnTo>
                    <a:pt x="98518" y="54276"/>
                  </a:lnTo>
                  <a:lnTo>
                    <a:pt x="98106" y="54230"/>
                  </a:lnTo>
                  <a:lnTo>
                    <a:pt x="100411" y="53307"/>
                  </a:lnTo>
                  <a:lnTo>
                    <a:pt x="100576" y="52892"/>
                  </a:lnTo>
                  <a:lnTo>
                    <a:pt x="103374" y="52846"/>
                  </a:lnTo>
                  <a:lnTo>
                    <a:pt x="103621" y="53076"/>
                  </a:lnTo>
                  <a:lnTo>
                    <a:pt x="103374" y="53123"/>
                  </a:lnTo>
                  <a:lnTo>
                    <a:pt x="103209" y="53215"/>
                  </a:lnTo>
                  <a:lnTo>
                    <a:pt x="103127" y="53353"/>
                  </a:lnTo>
                  <a:lnTo>
                    <a:pt x="103621" y="53538"/>
                  </a:lnTo>
                  <a:lnTo>
                    <a:pt x="105514" y="52800"/>
                  </a:lnTo>
                  <a:lnTo>
                    <a:pt x="106748" y="52800"/>
                  </a:lnTo>
                  <a:lnTo>
                    <a:pt x="107983" y="52523"/>
                  </a:lnTo>
                  <a:lnTo>
                    <a:pt x="108312" y="52615"/>
                  </a:lnTo>
                  <a:lnTo>
                    <a:pt x="108230" y="52753"/>
                  </a:lnTo>
                  <a:lnTo>
                    <a:pt x="107572" y="52846"/>
                  </a:lnTo>
                  <a:lnTo>
                    <a:pt x="107654" y="52984"/>
                  </a:lnTo>
                  <a:lnTo>
                    <a:pt x="107818" y="53030"/>
                  </a:lnTo>
                  <a:lnTo>
                    <a:pt x="107983" y="53123"/>
                  </a:lnTo>
                  <a:lnTo>
                    <a:pt x="108230" y="53261"/>
                  </a:lnTo>
                  <a:lnTo>
                    <a:pt x="108395" y="53446"/>
                  </a:lnTo>
                  <a:lnTo>
                    <a:pt x="108559" y="53492"/>
                  </a:lnTo>
                  <a:lnTo>
                    <a:pt x="108806" y="53584"/>
                  </a:lnTo>
                  <a:lnTo>
                    <a:pt x="109135" y="53723"/>
                  </a:lnTo>
                  <a:lnTo>
                    <a:pt x="109382" y="54000"/>
                  </a:lnTo>
                  <a:lnTo>
                    <a:pt x="109629" y="54138"/>
                  </a:lnTo>
                  <a:lnTo>
                    <a:pt x="111604" y="54230"/>
                  </a:lnTo>
                  <a:lnTo>
                    <a:pt x="112674" y="53815"/>
                  </a:lnTo>
                  <a:lnTo>
                    <a:pt x="113744" y="54000"/>
                  </a:lnTo>
                  <a:lnTo>
                    <a:pt x="114074" y="53630"/>
                  </a:lnTo>
                  <a:lnTo>
                    <a:pt x="114485" y="53446"/>
                  </a:lnTo>
                  <a:lnTo>
                    <a:pt x="114732" y="53076"/>
                  </a:lnTo>
                  <a:lnTo>
                    <a:pt x="116460" y="51969"/>
                  </a:lnTo>
                  <a:lnTo>
                    <a:pt x="116625" y="51507"/>
                  </a:lnTo>
                  <a:lnTo>
                    <a:pt x="117366" y="50861"/>
                  </a:lnTo>
                  <a:lnTo>
                    <a:pt x="117448" y="50584"/>
                  </a:lnTo>
                  <a:lnTo>
                    <a:pt x="117283" y="50400"/>
                  </a:lnTo>
                  <a:lnTo>
                    <a:pt x="117530" y="50261"/>
                  </a:lnTo>
                  <a:lnTo>
                    <a:pt x="117366" y="49938"/>
                  </a:lnTo>
                  <a:lnTo>
                    <a:pt x="117201" y="49707"/>
                  </a:lnTo>
                  <a:lnTo>
                    <a:pt x="117119" y="49338"/>
                  </a:lnTo>
                  <a:lnTo>
                    <a:pt x="116954" y="49107"/>
                  </a:lnTo>
                  <a:lnTo>
                    <a:pt x="115308" y="49061"/>
                  </a:lnTo>
                  <a:lnTo>
                    <a:pt x="114485" y="49800"/>
                  </a:lnTo>
                  <a:lnTo>
                    <a:pt x="114238" y="49661"/>
                  </a:lnTo>
                  <a:lnTo>
                    <a:pt x="114074" y="49430"/>
                  </a:lnTo>
                  <a:lnTo>
                    <a:pt x="113991" y="49153"/>
                  </a:lnTo>
                  <a:lnTo>
                    <a:pt x="114074" y="48969"/>
                  </a:lnTo>
                  <a:lnTo>
                    <a:pt x="116543" y="47400"/>
                  </a:lnTo>
                  <a:lnTo>
                    <a:pt x="116460" y="47169"/>
                  </a:lnTo>
                  <a:lnTo>
                    <a:pt x="116378" y="47076"/>
                  </a:lnTo>
                  <a:lnTo>
                    <a:pt x="116131" y="46661"/>
                  </a:lnTo>
                  <a:lnTo>
                    <a:pt x="116625" y="46430"/>
                  </a:lnTo>
                  <a:lnTo>
                    <a:pt x="116543" y="46153"/>
                  </a:lnTo>
                  <a:lnTo>
                    <a:pt x="116378" y="46015"/>
                  </a:lnTo>
                  <a:lnTo>
                    <a:pt x="115884" y="45692"/>
                  </a:lnTo>
                  <a:lnTo>
                    <a:pt x="115802" y="45600"/>
                  </a:lnTo>
                  <a:lnTo>
                    <a:pt x="115637" y="45600"/>
                  </a:lnTo>
                  <a:lnTo>
                    <a:pt x="115390" y="45553"/>
                  </a:lnTo>
                  <a:lnTo>
                    <a:pt x="115226" y="45461"/>
                  </a:lnTo>
                  <a:lnTo>
                    <a:pt x="114979" y="45369"/>
                  </a:lnTo>
                  <a:lnTo>
                    <a:pt x="114567" y="45230"/>
                  </a:lnTo>
                  <a:lnTo>
                    <a:pt x="113168" y="45923"/>
                  </a:lnTo>
                  <a:lnTo>
                    <a:pt x="112098" y="46753"/>
                  </a:lnTo>
                  <a:lnTo>
                    <a:pt x="111522" y="47307"/>
                  </a:lnTo>
                  <a:lnTo>
                    <a:pt x="110452" y="47492"/>
                  </a:lnTo>
                  <a:lnTo>
                    <a:pt x="110041" y="47769"/>
                  </a:lnTo>
                  <a:lnTo>
                    <a:pt x="108559" y="48230"/>
                  </a:lnTo>
                  <a:lnTo>
                    <a:pt x="107654" y="48323"/>
                  </a:lnTo>
                  <a:lnTo>
                    <a:pt x="107489" y="48276"/>
                  </a:lnTo>
                  <a:lnTo>
                    <a:pt x="107489" y="48230"/>
                  </a:lnTo>
                  <a:lnTo>
                    <a:pt x="107489" y="48184"/>
                  </a:lnTo>
                  <a:lnTo>
                    <a:pt x="107489" y="48046"/>
                  </a:lnTo>
                  <a:lnTo>
                    <a:pt x="107078" y="48138"/>
                  </a:lnTo>
                  <a:lnTo>
                    <a:pt x="106995" y="48046"/>
                  </a:lnTo>
                  <a:lnTo>
                    <a:pt x="108477" y="47769"/>
                  </a:lnTo>
                  <a:lnTo>
                    <a:pt x="109135" y="47169"/>
                  </a:lnTo>
                  <a:lnTo>
                    <a:pt x="109053" y="47076"/>
                  </a:lnTo>
                  <a:lnTo>
                    <a:pt x="108724" y="47076"/>
                  </a:lnTo>
                  <a:lnTo>
                    <a:pt x="107901" y="46707"/>
                  </a:lnTo>
                  <a:lnTo>
                    <a:pt x="105185" y="46292"/>
                  </a:lnTo>
                  <a:lnTo>
                    <a:pt x="105185" y="46015"/>
                  </a:lnTo>
                  <a:lnTo>
                    <a:pt x="105349" y="45923"/>
                  </a:lnTo>
                  <a:lnTo>
                    <a:pt x="106666" y="46246"/>
                  </a:lnTo>
                  <a:lnTo>
                    <a:pt x="107489" y="46061"/>
                  </a:lnTo>
                  <a:lnTo>
                    <a:pt x="107901" y="46200"/>
                  </a:lnTo>
                  <a:lnTo>
                    <a:pt x="108230" y="46292"/>
                  </a:lnTo>
                  <a:lnTo>
                    <a:pt x="108806" y="46661"/>
                  </a:lnTo>
                  <a:lnTo>
                    <a:pt x="108888" y="46707"/>
                  </a:lnTo>
                  <a:lnTo>
                    <a:pt x="109711" y="46846"/>
                  </a:lnTo>
                  <a:lnTo>
                    <a:pt x="110864" y="46523"/>
                  </a:lnTo>
                  <a:lnTo>
                    <a:pt x="111111" y="45923"/>
                  </a:lnTo>
                  <a:lnTo>
                    <a:pt x="111769" y="45092"/>
                  </a:lnTo>
                  <a:lnTo>
                    <a:pt x="113168" y="44400"/>
                  </a:lnTo>
                  <a:lnTo>
                    <a:pt x="115967" y="44030"/>
                  </a:lnTo>
                  <a:lnTo>
                    <a:pt x="116131" y="43938"/>
                  </a:lnTo>
                  <a:lnTo>
                    <a:pt x="115884" y="43246"/>
                  </a:lnTo>
                  <a:lnTo>
                    <a:pt x="116049" y="42969"/>
                  </a:lnTo>
                  <a:lnTo>
                    <a:pt x="115967" y="42692"/>
                  </a:lnTo>
                  <a:lnTo>
                    <a:pt x="115390" y="42415"/>
                  </a:lnTo>
                  <a:lnTo>
                    <a:pt x="112510" y="42138"/>
                  </a:lnTo>
                  <a:lnTo>
                    <a:pt x="112510" y="42092"/>
                  </a:lnTo>
                  <a:lnTo>
                    <a:pt x="112427" y="42046"/>
                  </a:lnTo>
                  <a:lnTo>
                    <a:pt x="112263" y="41907"/>
                  </a:lnTo>
                  <a:lnTo>
                    <a:pt x="112016" y="41723"/>
                  </a:lnTo>
                  <a:lnTo>
                    <a:pt x="111851" y="41492"/>
                  </a:lnTo>
                  <a:lnTo>
                    <a:pt x="111769" y="41307"/>
                  </a:lnTo>
                  <a:lnTo>
                    <a:pt x="111851" y="41030"/>
                  </a:lnTo>
                  <a:lnTo>
                    <a:pt x="111275" y="40846"/>
                  </a:lnTo>
                  <a:lnTo>
                    <a:pt x="111193" y="40846"/>
                  </a:lnTo>
                  <a:lnTo>
                    <a:pt x="111111" y="40800"/>
                  </a:lnTo>
                  <a:lnTo>
                    <a:pt x="110699" y="40476"/>
                  </a:lnTo>
                  <a:lnTo>
                    <a:pt x="110288" y="40338"/>
                  </a:lnTo>
                  <a:lnTo>
                    <a:pt x="109711" y="40246"/>
                  </a:lnTo>
                  <a:lnTo>
                    <a:pt x="108724" y="39830"/>
                  </a:lnTo>
                  <a:lnTo>
                    <a:pt x="108477" y="39738"/>
                  </a:lnTo>
                  <a:lnTo>
                    <a:pt x="108065" y="39738"/>
                  </a:lnTo>
                  <a:lnTo>
                    <a:pt x="107736" y="39600"/>
                  </a:lnTo>
                  <a:lnTo>
                    <a:pt x="107654" y="39553"/>
                  </a:lnTo>
                  <a:lnTo>
                    <a:pt x="107489" y="39369"/>
                  </a:lnTo>
                  <a:lnTo>
                    <a:pt x="107489" y="39323"/>
                  </a:lnTo>
                  <a:lnTo>
                    <a:pt x="107572" y="39323"/>
                  </a:lnTo>
                  <a:lnTo>
                    <a:pt x="111028" y="40061"/>
                  </a:lnTo>
                  <a:lnTo>
                    <a:pt x="111687" y="40338"/>
                  </a:lnTo>
                  <a:lnTo>
                    <a:pt x="112427" y="40753"/>
                  </a:lnTo>
                  <a:lnTo>
                    <a:pt x="112592" y="40984"/>
                  </a:lnTo>
                  <a:lnTo>
                    <a:pt x="112757" y="41446"/>
                  </a:lnTo>
                  <a:lnTo>
                    <a:pt x="112921" y="41723"/>
                  </a:lnTo>
                  <a:lnTo>
                    <a:pt x="115967" y="40984"/>
                  </a:lnTo>
                  <a:lnTo>
                    <a:pt x="116625" y="40015"/>
                  </a:lnTo>
                  <a:lnTo>
                    <a:pt x="116625" y="39830"/>
                  </a:lnTo>
                  <a:lnTo>
                    <a:pt x="116460" y="39461"/>
                  </a:lnTo>
                  <a:lnTo>
                    <a:pt x="116378" y="39369"/>
                  </a:lnTo>
                  <a:lnTo>
                    <a:pt x="116213" y="39138"/>
                  </a:lnTo>
                  <a:lnTo>
                    <a:pt x="116049" y="39000"/>
                  </a:lnTo>
                  <a:lnTo>
                    <a:pt x="115967" y="38907"/>
                  </a:lnTo>
                  <a:lnTo>
                    <a:pt x="115884" y="38538"/>
                  </a:lnTo>
                  <a:lnTo>
                    <a:pt x="115637" y="38030"/>
                  </a:lnTo>
                  <a:lnTo>
                    <a:pt x="115637" y="37753"/>
                  </a:lnTo>
                  <a:lnTo>
                    <a:pt x="115802" y="36876"/>
                  </a:lnTo>
                  <a:lnTo>
                    <a:pt x="115637" y="36553"/>
                  </a:lnTo>
                  <a:lnTo>
                    <a:pt x="115390" y="36600"/>
                  </a:lnTo>
                  <a:lnTo>
                    <a:pt x="115226" y="36600"/>
                  </a:lnTo>
                  <a:lnTo>
                    <a:pt x="115061" y="36461"/>
                  </a:lnTo>
                  <a:lnTo>
                    <a:pt x="115555" y="35907"/>
                  </a:lnTo>
                  <a:lnTo>
                    <a:pt x="115555" y="35261"/>
                  </a:lnTo>
                  <a:lnTo>
                    <a:pt x="115720" y="35030"/>
                  </a:lnTo>
                  <a:lnTo>
                    <a:pt x="115720" y="34523"/>
                  </a:lnTo>
                  <a:lnTo>
                    <a:pt x="115884" y="34338"/>
                  </a:lnTo>
                  <a:lnTo>
                    <a:pt x="115802" y="33600"/>
                  </a:lnTo>
                  <a:lnTo>
                    <a:pt x="116543" y="32723"/>
                  </a:lnTo>
                  <a:lnTo>
                    <a:pt x="116460" y="32446"/>
                  </a:lnTo>
                  <a:lnTo>
                    <a:pt x="116625" y="32215"/>
                  </a:lnTo>
                  <a:lnTo>
                    <a:pt x="116625" y="32123"/>
                  </a:lnTo>
                  <a:lnTo>
                    <a:pt x="116378" y="32030"/>
                  </a:lnTo>
                  <a:lnTo>
                    <a:pt x="116213" y="31753"/>
                  </a:lnTo>
                  <a:lnTo>
                    <a:pt x="116378" y="31661"/>
                  </a:lnTo>
                  <a:lnTo>
                    <a:pt x="116790" y="31476"/>
                  </a:lnTo>
                  <a:lnTo>
                    <a:pt x="116872" y="31246"/>
                  </a:lnTo>
                  <a:lnTo>
                    <a:pt x="116872" y="31015"/>
                  </a:lnTo>
                  <a:lnTo>
                    <a:pt x="116790" y="30784"/>
                  </a:lnTo>
                  <a:lnTo>
                    <a:pt x="116131" y="30507"/>
                  </a:lnTo>
                  <a:lnTo>
                    <a:pt x="115884" y="30369"/>
                  </a:lnTo>
                  <a:lnTo>
                    <a:pt x="115884" y="30184"/>
                  </a:lnTo>
                  <a:lnTo>
                    <a:pt x="117366" y="29815"/>
                  </a:lnTo>
                  <a:lnTo>
                    <a:pt x="117613" y="28384"/>
                  </a:lnTo>
                  <a:lnTo>
                    <a:pt x="118106" y="27738"/>
                  </a:lnTo>
                  <a:lnTo>
                    <a:pt x="117942" y="27000"/>
                  </a:lnTo>
                  <a:lnTo>
                    <a:pt x="117942" y="26861"/>
                  </a:lnTo>
                  <a:lnTo>
                    <a:pt x="117613" y="26538"/>
                  </a:lnTo>
                  <a:lnTo>
                    <a:pt x="117530" y="26353"/>
                  </a:lnTo>
                  <a:lnTo>
                    <a:pt x="117695" y="25753"/>
                  </a:lnTo>
                  <a:lnTo>
                    <a:pt x="117613" y="25615"/>
                  </a:lnTo>
                  <a:lnTo>
                    <a:pt x="117448" y="25338"/>
                  </a:lnTo>
                  <a:lnTo>
                    <a:pt x="117695" y="24923"/>
                  </a:lnTo>
                  <a:lnTo>
                    <a:pt x="117613" y="24369"/>
                  </a:lnTo>
                  <a:lnTo>
                    <a:pt x="118106" y="24138"/>
                  </a:lnTo>
                  <a:lnTo>
                    <a:pt x="118436" y="23538"/>
                  </a:lnTo>
                  <a:lnTo>
                    <a:pt x="118930" y="23492"/>
                  </a:lnTo>
                  <a:lnTo>
                    <a:pt x="119259" y="23030"/>
                  </a:lnTo>
                  <a:lnTo>
                    <a:pt x="119341" y="21830"/>
                  </a:lnTo>
                  <a:lnTo>
                    <a:pt x="120000" y="20492"/>
                  </a:lnTo>
                  <a:lnTo>
                    <a:pt x="119670" y="19292"/>
                  </a:lnTo>
                  <a:lnTo>
                    <a:pt x="119588" y="19107"/>
                  </a:lnTo>
                  <a:lnTo>
                    <a:pt x="119341" y="18969"/>
                  </a:lnTo>
                  <a:lnTo>
                    <a:pt x="119094" y="18784"/>
                  </a:lnTo>
                  <a:lnTo>
                    <a:pt x="118847" y="18646"/>
                  </a:lnTo>
                  <a:lnTo>
                    <a:pt x="118436" y="18553"/>
                  </a:lnTo>
                  <a:lnTo>
                    <a:pt x="118271" y="18461"/>
                  </a:lnTo>
                  <a:lnTo>
                    <a:pt x="118024" y="18323"/>
                  </a:lnTo>
                  <a:lnTo>
                    <a:pt x="117777" y="18230"/>
                  </a:lnTo>
                  <a:lnTo>
                    <a:pt x="117695" y="18184"/>
                  </a:lnTo>
                  <a:lnTo>
                    <a:pt x="116543" y="18923"/>
                  </a:lnTo>
                  <a:lnTo>
                    <a:pt x="115720" y="19569"/>
                  </a:lnTo>
                  <a:lnTo>
                    <a:pt x="114156" y="20446"/>
                  </a:lnTo>
                  <a:lnTo>
                    <a:pt x="113744" y="21138"/>
                  </a:lnTo>
                  <a:lnTo>
                    <a:pt x="113086" y="21646"/>
                  </a:lnTo>
                  <a:lnTo>
                    <a:pt x="111358" y="23076"/>
                  </a:lnTo>
                  <a:lnTo>
                    <a:pt x="110288" y="23815"/>
                  </a:lnTo>
                  <a:lnTo>
                    <a:pt x="108806" y="25246"/>
                  </a:lnTo>
                  <a:lnTo>
                    <a:pt x="108888" y="25292"/>
                  </a:lnTo>
                  <a:lnTo>
                    <a:pt x="103950" y="29076"/>
                  </a:lnTo>
                  <a:lnTo>
                    <a:pt x="103868" y="29307"/>
                  </a:lnTo>
                  <a:lnTo>
                    <a:pt x="104032" y="29907"/>
                  </a:lnTo>
                  <a:lnTo>
                    <a:pt x="102962" y="30830"/>
                  </a:lnTo>
                  <a:lnTo>
                    <a:pt x="102880" y="30692"/>
                  </a:lnTo>
                  <a:lnTo>
                    <a:pt x="103209" y="30092"/>
                  </a:lnTo>
                  <a:lnTo>
                    <a:pt x="103209" y="29769"/>
                  </a:lnTo>
                  <a:lnTo>
                    <a:pt x="103456" y="29492"/>
                  </a:lnTo>
                  <a:lnTo>
                    <a:pt x="103456" y="29353"/>
                  </a:lnTo>
                  <a:lnTo>
                    <a:pt x="101893" y="30092"/>
                  </a:lnTo>
                  <a:lnTo>
                    <a:pt x="100987" y="30000"/>
                  </a:lnTo>
                  <a:lnTo>
                    <a:pt x="100987" y="29769"/>
                  </a:lnTo>
                  <a:lnTo>
                    <a:pt x="102057" y="29538"/>
                  </a:lnTo>
                  <a:lnTo>
                    <a:pt x="102716" y="28984"/>
                  </a:lnTo>
                  <a:lnTo>
                    <a:pt x="103127" y="28846"/>
                  </a:lnTo>
                  <a:lnTo>
                    <a:pt x="103621" y="28200"/>
                  </a:lnTo>
                  <a:lnTo>
                    <a:pt x="103786" y="28107"/>
                  </a:lnTo>
                  <a:lnTo>
                    <a:pt x="103539" y="28015"/>
                  </a:lnTo>
                  <a:lnTo>
                    <a:pt x="103127" y="28107"/>
                  </a:lnTo>
                  <a:lnTo>
                    <a:pt x="102880" y="28015"/>
                  </a:lnTo>
                  <a:lnTo>
                    <a:pt x="102798" y="27738"/>
                  </a:lnTo>
                  <a:lnTo>
                    <a:pt x="104691" y="27507"/>
                  </a:lnTo>
                  <a:lnTo>
                    <a:pt x="105020" y="27323"/>
                  </a:lnTo>
                  <a:lnTo>
                    <a:pt x="105020" y="27092"/>
                  </a:lnTo>
                  <a:lnTo>
                    <a:pt x="105349" y="27092"/>
                  </a:lnTo>
                  <a:lnTo>
                    <a:pt x="105432" y="26769"/>
                  </a:lnTo>
                  <a:lnTo>
                    <a:pt x="105925" y="26584"/>
                  </a:lnTo>
                  <a:lnTo>
                    <a:pt x="105925" y="26400"/>
                  </a:lnTo>
                  <a:lnTo>
                    <a:pt x="105925" y="26400"/>
                  </a:lnTo>
                  <a:lnTo>
                    <a:pt x="106337" y="26169"/>
                  </a:lnTo>
                  <a:lnTo>
                    <a:pt x="106502" y="25476"/>
                  </a:lnTo>
                  <a:lnTo>
                    <a:pt x="106913" y="25246"/>
                  </a:lnTo>
                  <a:lnTo>
                    <a:pt x="106913" y="24830"/>
                  </a:lnTo>
                  <a:lnTo>
                    <a:pt x="108806" y="22984"/>
                  </a:lnTo>
                  <a:lnTo>
                    <a:pt x="109218" y="22523"/>
                  </a:lnTo>
                  <a:lnTo>
                    <a:pt x="109629" y="22153"/>
                  </a:lnTo>
                  <a:lnTo>
                    <a:pt x="110370" y="21415"/>
                  </a:lnTo>
                  <a:lnTo>
                    <a:pt x="110288" y="21184"/>
                  </a:lnTo>
                  <a:lnTo>
                    <a:pt x="109876" y="21046"/>
                  </a:lnTo>
                  <a:lnTo>
                    <a:pt x="106831" y="21184"/>
                  </a:lnTo>
                  <a:lnTo>
                    <a:pt x="102469" y="23446"/>
                  </a:lnTo>
                  <a:lnTo>
                    <a:pt x="100987" y="23400"/>
                  </a:lnTo>
                  <a:lnTo>
                    <a:pt x="100823" y="23261"/>
                  </a:lnTo>
                  <a:lnTo>
                    <a:pt x="102962" y="22800"/>
                  </a:lnTo>
                  <a:lnTo>
                    <a:pt x="102386" y="22569"/>
                  </a:lnTo>
                  <a:lnTo>
                    <a:pt x="96954" y="21646"/>
                  </a:lnTo>
                  <a:lnTo>
                    <a:pt x="96378" y="21369"/>
                  </a:lnTo>
                  <a:lnTo>
                    <a:pt x="103127" y="22430"/>
                  </a:lnTo>
                  <a:lnTo>
                    <a:pt x="104773" y="21369"/>
                  </a:lnTo>
                  <a:lnTo>
                    <a:pt x="106913" y="20400"/>
                  </a:lnTo>
                  <a:lnTo>
                    <a:pt x="108477" y="19753"/>
                  </a:lnTo>
                  <a:lnTo>
                    <a:pt x="109382" y="19476"/>
                  </a:lnTo>
                  <a:lnTo>
                    <a:pt x="110205" y="19107"/>
                  </a:lnTo>
                  <a:lnTo>
                    <a:pt x="110288" y="18553"/>
                  </a:lnTo>
                  <a:lnTo>
                    <a:pt x="110534" y="18507"/>
                  </a:lnTo>
                  <a:lnTo>
                    <a:pt x="110864" y="18692"/>
                  </a:lnTo>
                  <a:lnTo>
                    <a:pt x="111275" y="18784"/>
                  </a:lnTo>
                  <a:lnTo>
                    <a:pt x="112345" y="17492"/>
                  </a:lnTo>
                  <a:lnTo>
                    <a:pt x="112098" y="17215"/>
                  </a:lnTo>
                  <a:lnTo>
                    <a:pt x="111028" y="17907"/>
                  </a:lnTo>
                  <a:lnTo>
                    <a:pt x="110123" y="17907"/>
                  </a:lnTo>
                  <a:lnTo>
                    <a:pt x="109876" y="18184"/>
                  </a:lnTo>
                  <a:lnTo>
                    <a:pt x="109465" y="18092"/>
                  </a:lnTo>
                  <a:lnTo>
                    <a:pt x="111358" y="16707"/>
                  </a:lnTo>
                  <a:lnTo>
                    <a:pt x="111275" y="16615"/>
                  </a:lnTo>
                  <a:lnTo>
                    <a:pt x="111193" y="16523"/>
                  </a:lnTo>
                  <a:lnTo>
                    <a:pt x="111028" y="16430"/>
                  </a:lnTo>
                  <a:lnTo>
                    <a:pt x="110946" y="16384"/>
                  </a:lnTo>
                  <a:lnTo>
                    <a:pt x="110864" y="16338"/>
                  </a:lnTo>
                  <a:lnTo>
                    <a:pt x="112345" y="16153"/>
                  </a:lnTo>
                  <a:lnTo>
                    <a:pt x="112592" y="15876"/>
                  </a:lnTo>
                  <a:lnTo>
                    <a:pt x="112839" y="15876"/>
                  </a:lnTo>
                  <a:lnTo>
                    <a:pt x="113580" y="16107"/>
                  </a:lnTo>
                  <a:lnTo>
                    <a:pt x="115226" y="15646"/>
                  </a:lnTo>
                  <a:lnTo>
                    <a:pt x="115226" y="15369"/>
                  </a:lnTo>
                  <a:lnTo>
                    <a:pt x="115637" y="15184"/>
                  </a:lnTo>
                  <a:lnTo>
                    <a:pt x="115637" y="15000"/>
                  </a:lnTo>
                  <a:lnTo>
                    <a:pt x="115390" y="14769"/>
                  </a:lnTo>
                  <a:lnTo>
                    <a:pt x="113744" y="14307"/>
                  </a:lnTo>
                  <a:lnTo>
                    <a:pt x="113497" y="14215"/>
                  </a:lnTo>
                  <a:lnTo>
                    <a:pt x="113662" y="14123"/>
                  </a:lnTo>
                  <a:lnTo>
                    <a:pt x="114814" y="14307"/>
                  </a:lnTo>
                  <a:lnTo>
                    <a:pt x="115637" y="14076"/>
                  </a:lnTo>
                  <a:lnTo>
                    <a:pt x="116543" y="11630"/>
                  </a:lnTo>
                  <a:lnTo>
                    <a:pt x="116707" y="11538"/>
                  </a:lnTo>
                  <a:lnTo>
                    <a:pt x="116707" y="11538"/>
                  </a:lnTo>
                  <a:lnTo>
                    <a:pt x="117283" y="9876"/>
                  </a:lnTo>
                  <a:lnTo>
                    <a:pt x="116954" y="9692"/>
                  </a:lnTo>
                  <a:lnTo>
                    <a:pt x="116872" y="9692"/>
                  </a:lnTo>
                  <a:lnTo>
                    <a:pt x="116790" y="9553"/>
                  </a:lnTo>
                  <a:lnTo>
                    <a:pt x="116707" y="9461"/>
                  </a:lnTo>
                  <a:lnTo>
                    <a:pt x="116707" y="9369"/>
                  </a:lnTo>
                  <a:lnTo>
                    <a:pt x="117201" y="9369"/>
                  </a:lnTo>
                  <a:lnTo>
                    <a:pt x="117448" y="9092"/>
                  </a:lnTo>
                  <a:lnTo>
                    <a:pt x="117366" y="8446"/>
                  </a:lnTo>
                  <a:lnTo>
                    <a:pt x="117201" y="7984"/>
                  </a:lnTo>
                  <a:lnTo>
                    <a:pt x="117283" y="7707"/>
                  </a:lnTo>
                  <a:lnTo>
                    <a:pt x="117119" y="7476"/>
                  </a:lnTo>
                  <a:lnTo>
                    <a:pt x="116790" y="7384"/>
                  </a:lnTo>
                  <a:lnTo>
                    <a:pt x="116378" y="7430"/>
                  </a:lnTo>
                  <a:lnTo>
                    <a:pt x="116049" y="7292"/>
                  </a:lnTo>
                  <a:lnTo>
                    <a:pt x="117448" y="5676"/>
                  </a:lnTo>
                  <a:lnTo>
                    <a:pt x="116954" y="4846"/>
                  </a:lnTo>
                  <a:lnTo>
                    <a:pt x="116954" y="4800"/>
                  </a:lnTo>
                  <a:lnTo>
                    <a:pt x="116872" y="4661"/>
                  </a:lnTo>
                  <a:lnTo>
                    <a:pt x="116543" y="4338"/>
                  </a:lnTo>
                  <a:lnTo>
                    <a:pt x="116049" y="3969"/>
                  </a:lnTo>
                  <a:lnTo>
                    <a:pt x="115637" y="3646"/>
                  </a:lnTo>
                  <a:lnTo>
                    <a:pt x="114979" y="3323"/>
                  </a:lnTo>
                  <a:lnTo>
                    <a:pt x="114403" y="3092"/>
                  </a:lnTo>
                  <a:lnTo>
                    <a:pt x="112427" y="2492"/>
                  </a:lnTo>
                  <a:lnTo>
                    <a:pt x="111028" y="2261"/>
                  </a:lnTo>
                  <a:lnTo>
                    <a:pt x="110946" y="2261"/>
                  </a:lnTo>
                  <a:lnTo>
                    <a:pt x="109053" y="2815"/>
                  </a:lnTo>
                  <a:lnTo>
                    <a:pt x="108806" y="2630"/>
                  </a:lnTo>
                  <a:lnTo>
                    <a:pt x="108806" y="2584"/>
                  </a:lnTo>
                  <a:lnTo>
                    <a:pt x="108312" y="2815"/>
                  </a:lnTo>
                  <a:lnTo>
                    <a:pt x="108477" y="2861"/>
                  </a:lnTo>
                  <a:lnTo>
                    <a:pt x="108477" y="2861"/>
                  </a:lnTo>
                  <a:lnTo>
                    <a:pt x="108641" y="3046"/>
                  </a:lnTo>
                  <a:lnTo>
                    <a:pt x="108477" y="3276"/>
                  </a:lnTo>
                  <a:lnTo>
                    <a:pt x="108312" y="3092"/>
                  </a:lnTo>
                  <a:lnTo>
                    <a:pt x="108312" y="3046"/>
                  </a:lnTo>
                  <a:lnTo>
                    <a:pt x="108230" y="3000"/>
                  </a:lnTo>
                  <a:lnTo>
                    <a:pt x="107983" y="2907"/>
                  </a:lnTo>
                  <a:lnTo>
                    <a:pt x="107901" y="2676"/>
                  </a:lnTo>
                  <a:lnTo>
                    <a:pt x="108312" y="2538"/>
                  </a:lnTo>
                  <a:lnTo>
                    <a:pt x="108230" y="2446"/>
                  </a:lnTo>
                  <a:lnTo>
                    <a:pt x="106419" y="3184"/>
                  </a:lnTo>
                  <a:lnTo>
                    <a:pt x="106666" y="3415"/>
                  </a:lnTo>
                  <a:lnTo>
                    <a:pt x="106748" y="3415"/>
                  </a:lnTo>
                  <a:lnTo>
                    <a:pt x="106831" y="3461"/>
                  </a:lnTo>
                  <a:lnTo>
                    <a:pt x="106913" y="3507"/>
                  </a:lnTo>
                  <a:lnTo>
                    <a:pt x="107078" y="3600"/>
                  </a:lnTo>
                  <a:lnTo>
                    <a:pt x="106913" y="3646"/>
                  </a:lnTo>
                  <a:lnTo>
                    <a:pt x="106666" y="3600"/>
                  </a:lnTo>
                  <a:lnTo>
                    <a:pt x="106502" y="3553"/>
                  </a:lnTo>
                  <a:lnTo>
                    <a:pt x="106337" y="3415"/>
                  </a:lnTo>
                  <a:lnTo>
                    <a:pt x="106255" y="3369"/>
                  </a:lnTo>
                  <a:lnTo>
                    <a:pt x="106172" y="3369"/>
                  </a:lnTo>
                  <a:lnTo>
                    <a:pt x="106090" y="3415"/>
                  </a:lnTo>
                  <a:lnTo>
                    <a:pt x="106090" y="3507"/>
                  </a:lnTo>
                  <a:lnTo>
                    <a:pt x="106666" y="4200"/>
                  </a:lnTo>
                  <a:lnTo>
                    <a:pt x="106748" y="4384"/>
                  </a:lnTo>
                  <a:lnTo>
                    <a:pt x="105843" y="4984"/>
                  </a:lnTo>
                  <a:lnTo>
                    <a:pt x="105596" y="4800"/>
                  </a:lnTo>
                  <a:lnTo>
                    <a:pt x="105679" y="4661"/>
                  </a:lnTo>
                  <a:lnTo>
                    <a:pt x="106255" y="4338"/>
                  </a:lnTo>
                  <a:lnTo>
                    <a:pt x="106172" y="4246"/>
                  </a:lnTo>
                  <a:lnTo>
                    <a:pt x="106090" y="4246"/>
                  </a:lnTo>
                  <a:lnTo>
                    <a:pt x="105925" y="4200"/>
                  </a:lnTo>
                  <a:lnTo>
                    <a:pt x="106008" y="4107"/>
                  </a:lnTo>
                  <a:lnTo>
                    <a:pt x="105925" y="4015"/>
                  </a:lnTo>
                  <a:lnTo>
                    <a:pt x="105843" y="3923"/>
                  </a:lnTo>
                  <a:lnTo>
                    <a:pt x="105514" y="3646"/>
                  </a:lnTo>
                  <a:lnTo>
                    <a:pt x="105349" y="3553"/>
                  </a:lnTo>
                  <a:lnTo>
                    <a:pt x="105267" y="3461"/>
                  </a:lnTo>
                  <a:lnTo>
                    <a:pt x="105102" y="3415"/>
                  </a:lnTo>
                  <a:lnTo>
                    <a:pt x="104855" y="3138"/>
                  </a:lnTo>
                  <a:lnTo>
                    <a:pt x="104773" y="2953"/>
                  </a:lnTo>
                  <a:lnTo>
                    <a:pt x="104773" y="2861"/>
                  </a:lnTo>
                  <a:lnTo>
                    <a:pt x="104855" y="2815"/>
                  </a:lnTo>
                  <a:lnTo>
                    <a:pt x="104444" y="2538"/>
                  </a:lnTo>
                  <a:lnTo>
                    <a:pt x="102716" y="2723"/>
                  </a:lnTo>
                  <a:lnTo>
                    <a:pt x="102386" y="2584"/>
                  </a:lnTo>
                  <a:lnTo>
                    <a:pt x="102716" y="2538"/>
                  </a:lnTo>
                  <a:lnTo>
                    <a:pt x="102716" y="2400"/>
                  </a:lnTo>
                  <a:lnTo>
                    <a:pt x="102469" y="2123"/>
                  </a:lnTo>
                  <a:lnTo>
                    <a:pt x="101975" y="2030"/>
                  </a:lnTo>
                  <a:lnTo>
                    <a:pt x="101399" y="2076"/>
                  </a:lnTo>
                  <a:lnTo>
                    <a:pt x="101152" y="1984"/>
                  </a:lnTo>
                  <a:lnTo>
                    <a:pt x="101069" y="1984"/>
                  </a:lnTo>
                  <a:lnTo>
                    <a:pt x="100987" y="2123"/>
                  </a:lnTo>
                  <a:lnTo>
                    <a:pt x="100823" y="2076"/>
                  </a:lnTo>
                  <a:lnTo>
                    <a:pt x="100740" y="2030"/>
                  </a:lnTo>
                  <a:lnTo>
                    <a:pt x="100576" y="1892"/>
                  </a:lnTo>
                  <a:lnTo>
                    <a:pt x="100493" y="1753"/>
                  </a:lnTo>
                  <a:lnTo>
                    <a:pt x="100411" y="1800"/>
                  </a:lnTo>
                  <a:lnTo>
                    <a:pt x="99835" y="1661"/>
                  </a:lnTo>
                  <a:lnTo>
                    <a:pt x="99094" y="1892"/>
                  </a:lnTo>
                  <a:lnTo>
                    <a:pt x="99917" y="1200"/>
                  </a:lnTo>
                  <a:lnTo>
                    <a:pt x="99917" y="1015"/>
                  </a:lnTo>
                  <a:lnTo>
                    <a:pt x="99753" y="692"/>
                  </a:lnTo>
                  <a:lnTo>
                    <a:pt x="99588" y="600"/>
                  </a:lnTo>
                  <a:lnTo>
                    <a:pt x="99423" y="461"/>
                  </a:lnTo>
                  <a:lnTo>
                    <a:pt x="99176" y="369"/>
                  </a:lnTo>
                  <a:lnTo>
                    <a:pt x="99094" y="276"/>
                  </a:lnTo>
                  <a:lnTo>
                    <a:pt x="98765" y="138"/>
                  </a:lnTo>
                  <a:lnTo>
                    <a:pt x="98518" y="0"/>
                  </a:lnTo>
                  <a:lnTo>
                    <a:pt x="96131" y="646"/>
                  </a:lnTo>
                  <a:lnTo>
                    <a:pt x="96296" y="1476"/>
                  </a:lnTo>
                  <a:lnTo>
                    <a:pt x="96131" y="1523"/>
                  </a:lnTo>
                  <a:lnTo>
                    <a:pt x="96131" y="1661"/>
                  </a:lnTo>
                  <a:lnTo>
                    <a:pt x="96213" y="1707"/>
                  </a:lnTo>
                  <a:lnTo>
                    <a:pt x="96378" y="1753"/>
                  </a:lnTo>
                  <a:lnTo>
                    <a:pt x="96460" y="1800"/>
                  </a:lnTo>
                  <a:lnTo>
                    <a:pt x="96460" y="1984"/>
                  </a:lnTo>
                  <a:lnTo>
                    <a:pt x="96213" y="1984"/>
                  </a:lnTo>
                  <a:lnTo>
                    <a:pt x="95473" y="1661"/>
                  </a:lnTo>
                  <a:lnTo>
                    <a:pt x="94650" y="1569"/>
                  </a:lnTo>
                  <a:lnTo>
                    <a:pt x="94156" y="1384"/>
                  </a:lnTo>
                  <a:lnTo>
                    <a:pt x="93991" y="1107"/>
                  </a:lnTo>
                  <a:lnTo>
                    <a:pt x="93827" y="1015"/>
                  </a:lnTo>
                  <a:lnTo>
                    <a:pt x="93251" y="1153"/>
                  </a:lnTo>
                  <a:lnTo>
                    <a:pt x="92921" y="1061"/>
                  </a:lnTo>
                  <a:lnTo>
                    <a:pt x="92757" y="830"/>
                  </a:lnTo>
                  <a:lnTo>
                    <a:pt x="93415" y="692"/>
                  </a:lnTo>
                  <a:lnTo>
                    <a:pt x="93415" y="600"/>
                  </a:lnTo>
                  <a:lnTo>
                    <a:pt x="93251" y="369"/>
                  </a:lnTo>
                  <a:lnTo>
                    <a:pt x="93004" y="276"/>
                  </a:lnTo>
                  <a:lnTo>
                    <a:pt x="91687" y="876"/>
                  </a:lnTo>
                  <a:lnTo>
                    <a:pt x="91851" y="1200"/>
                  </a:lnTo>
                  <a:lnTo>
                    <a:pt x="91604" y="1292"/>
                  </a:lnTo>
                  <a:lnTo>
                    <a:pt x="91604" y="1384"/>
                  </a:lnTo>
                  <a:lnTo>
                    <a:pt x="91934" y="1523"/>
                  </a:lnTo>
                  <a:lnTo>
                    <a:pt x="92263" y="1338"/>
                  </a:lnTo>
                  <a:lnTo>
                    <a:pt x="92674" y="1476"/>
                  </a:lnTo>
                  <a:lnTo>
                    <a:pt x="92510" y="1569"/>
                  </a:lnTo>
                  <a:lnTo>
                    <a:pt x="92427" y="1661"/>
                  </a:lnTo>
                  <a:lnTo>
                    <a:pt x="92674" y="2261"/>
                  </a:lnTo>
                  <a:lnTo>
                    <a:pt x="92674" y="2400"/>
                  </a:lnTo>
                  <a:lnTo>
                    <a:pt x="93168" y="2538"/>
                  </a:lnTo>
                  <a:lnTo>
                    <a:pt x="93497" y="2492"/>
                  </a:lnTo>
                  <a:lnTo>
                    <a:pt x="93991" y="2630"/>
                  </a:lnTo>
                  <a:lnTo>
                    <a:pt x="92921" y="2861"/>
                  </a:lnTo>
                  <a:lnTo>
                    <a:pt x="92510" y="2815"/>
                  </a:lnTo>
                  <a:lnTo>
                    <a:pt x="92181" y="2584"/>
                  </a:lnTo>
                  <a:lnTo>
                    <a:pt x="91934" y="2261"/>
                  </a:lnTo>
                  <a:lnTo>
                    <a:pt x="91851" y="2123"/>
                  </a:lnTo>
                  <a:lnTo>
                    <a:pt x="91522" y="2030"/>
                  </a:lnTo>
                  <a:lnTo>
                    <a:pt x="90452" y="2400"/>
                  </a:lnTo>
                  <a:lnTo>
                    <a:pt x="89218" y="4338"/>
                  </a:lnTo>
                  <a:lnTo>
                    <a:pt x="89300" y="4476"/>
                  </a:lnTo>
                  <a:lnTo>
                    <a:pt x="89629" y="4753"/>
                  </a:lnTo>
                  <a:lnTo>
                    <a:pt x="89629" y="4753"/>
                  </a:lnTo>
                  <a:lnTo>
                    <a:pt x="89629" y="4753"/>
                  </a:lnTo>
                  <a:lnTo>
                    <a:pt x="89711" y="4800"/>
                  </a:lnTo>
                  <a:lnTo>
                    <a:pt x="89876" y="4846"/>
                  </a:lnTo>
                  <a:lnTo>
                    <a:pt x="89876" y="4984"/>
                  </a:lnTo>
                  <a:lnTo>
                    <a:pt x="89053" y="4984"/>
                  </a:lnTo>
                  <a:lnTo>
                    <a:pt x="88395" y="5446"/>
                  </a:lnTo>
                  <a:lnTo>
                    <a:pt x="88477" y="5676"/>
                  </a:lnTo>
                  <a:lnTo>
                    <a:pt x="88230" y="5861"/>
                  </a:lnTo>
                  <a:lnTo>
                    <a:pt x="88148" y="6507"/>
                  </a:lnTo>
                  <a:lnTo>
                    <a:pt x="84526" y="8076"/>
                  </a:lnTo>
                  <a:lnTo>
                    <a:pt x="84197" y="7984"/>
                  </a:lnTo>
                  <a:lnTo>
                    <a:pt x="84115" y="7753"/>
                  </a:lnTo>
                  <a:lnTo>
                    <a:pt x="84362" y="7430"/>
                  </a:lnTo>
                  <a:lnTo>
                    <a:pt x="84279" y="7153"/>
                  </a:lnTo>
                  <a:lnTo>
                    <a:pt x="85679" y="6092"/>
                  </a:lnTo>
                  <a:lnTo>
                    <a:pt x="85679" y="5769"/>
                  </a:lnTo>
                  <a:lnTo>
                    <a:pt x="86008" y="5676"/>
                  </a:lnTo>
                  <a:lnTo>
                    <a:pt x="86008" y="5353"/>
                  </a:lnTo>
                  <a:lnTo>
                    <a:pt x="86255" y="5353"/>
                  </a:lnTo>
                  <a:lnTo>
                    <a:pt x="86255" y="5215"/>
                  </a:lnTo>
                  <a:lnTo>
                    <a:pt x="86913" y="4800"/>
                  </a:lnTo>
                  <a:lnTo>
                    <a:pt x="86913" y="4384"/>
                  </a:lnTo>
                  <a:lnTo>
                    <a:pt x="87572" y="3830"/>
                  </a:lnTo>
                  <a:lnTo>
                    <a:pt x="87572" y="3600"/>
                  </a:lnTo>
                  <a:lnTo>
                    <a:pt x="87407" y="3507"/>
                  </a:lnTo>
                  <a:lnTo>
                    <a:pt x="87818" y="2215"/>
                  </a:lnTo>
                  <a:lnTo>
                    <a:pt x="87654" y="2030"/>
                  </a:lnTo>
                  <a:lnTo>
                    <a:pt x="87489" y="1984"/>
                  </a:lnTo>
                  <a:lnTo>
                    <a:pt x="87407" y="1984"/>
                  </a:lnTo>
                  <a:lnTo>
                    <a:pt x="87325" y="1892"/>
                  </a:lnTo>
                  <a:lnTo>
                    <a:pt x="87407" y="1707"/>
                  </a:lnTo>
                  <a:lnTo>
                    <a:pt x="87325" y="1615"/>
                  </a:lnTo>
                  <a:lnTo>
                    <a:pt x="87242" y="1615"/>
                  </a:lnTo>
                  <a:lnTo>
                    <a:pt x="87078" y="1661"/>
                  </a:lnTo>
                  <a:lnTo>
                    <a:pt x="86831" y="1615"/>
                  </a:lnTo>
                  <a:lnTo>
                    <a:pt x="86008" y="1892"/>
                  </a:lnTo>
                  <a:lnTo>
                    <a:pt x="85596" y="1753"/>
                  </a:lnTo>
                  <a:lnTo>
                    <a:pt x="85267" y="1753"/>
                  </a:lnTo>
                  <a:lnTo>
                    <a:pt x="85679" y="2261"/>
                  </a:lnTo>
                  <a:lnTo>
                    <a:pt x="85596" y="2353"/>
                  </a:lnTo>
                  <a:lnTo>
                    <a:pt x="85102" y="2261"/>
                  </a:lnTo>
                  <a:lnTo>
                    <a:pt x="85020" y="2169"/>
                  </a:lnTo>
                  <a:lnTo>
                    <a:pt x="84938" y="1984"/>
                  </a:lnTo>
                  <a:lnTo>
                    <a:pt x="84197" y="2030"/>
                  </a:lnTo>
                  <a:lnTo>
                    <a:pt x="84197" y="2076"/>
                  </a:lnTo>
                  <a:lnTo>
                    <a:pt x="84444" y="2215"/>
                  </a:lnTo>
                  <a:lnTo>
                    <a:pt x="84444" y="2492"/>
                  </a:lnTo>
                  <a:lnTo>
                    <a:pt x="82469" y="2400"/>
                  </a:lnTo>
                  <a:lnTo>
                    <a:pt x="81399" y="3000"/>
                  </a:lnTo>
                  <a:lnTo>
                    <a:pt x="81399" y="3276"/>
                  </a:lnTo>
                  <a:lnTo>
                    <a:pt x="81234" y="3415"/>
                  </a:lnTo>
                  <a:lnTo>
                    <a:pt x="80905" y="3323"/>
                  </a:lnTo>
                  <a:lnTo>
                    <a:pt x="80493" y="2953"/>
                  </a:lnTo>
                  <a:lnTo>
                    <a:pt x="80329" y="2676"/>
                  </a:lnTo>
                  <a:lnTo>
                    <a:pt x="80082" y="2584"/>
                  </a:lnTo>
                  <a:lnTo>
                    <a:pt x="78683" y="2723"/>
                  </a:lnTo>
                  <a:lnTo>
                    <a:pt x="78683" y="3138"/>
                  </a:lnTo>
                  <a:lnTo>
                    <a:pt x="78683" y="3138"/>
                  </a:lnTo>
                  <a:lnTo>
                    <a:pt x="78683" y="3276"/>
                  </a:lnTo>
                  <a:lnTo>
                    <a:pt x="77777" y="3507"/>
                  </a:lnTo>
                  <a:lnTo>
                    <a:pt x="77366" y="3369"/>
                  </a:lnTo>
                  <a:lnTo>
                    <a:pt x="76954" y="2953"/>
                  </a:lnTo>
                  <a:lnTo>
                    <a:pt x="76707" y="2723"/>
                  </a:lnTo>
                  <a:lnTo>
                    <a:pt x="76460" y="2723"/>
                  </a:lnTo>
                  <a:lnTo>
                    <a:pt x="76378" y="3369"/>
                  </a:lnTo>
                  <a:lnTo>
                    <a:pt x="75390" y="4015"/>
                  </a:lnTo>
                  <a:lnTo>
                    <a:pt x="75144" y="3876"/>
                  </a:lnTo>
                  <a:lnTo>
                    <a:pt x="75226" y="3830"/>
                  </a:lnTo>
                  <a:lnTo>
                    <a:pt x="75144" y="3369"/>
                  </a:lnTo>
                  <a:lnTo>
                    <a:pt x="75226" y="3276"/>
                  </a:lnTo>
                  <a:lnTo>
                    <a:pt x="74979" y="3138"/>
                  </a:lnTo>
                  <a:lnTo>
                    <a:pt x="74403" y="3323"/>
                  </a:lnTo>
                  <a:lnTo>
                    <a:pt x="74156" y="3323"/>
                  </a:lnTo>
                  <a:lnTo>
                    <a:pt x="74156" y="3276"/>
                  </a:lnTo>
                  <a:lnTo>
                    <a:pt x="73909" y="3323"/>
                  </a:lnTo>
                  <a:lnTo>
                    <a:pt x="73827" y="3138"/>
                  </a:lnTo>
                  <a:lnTo>
                    <a:pt x="73909" y="3000"/>
                  </a:lnTo>
                  <a:lnTo>
                    <a:pt x="73909" y="2861"/>
                  </a:lnTo>
                  <a:lnTo>
                    <a:pt x="73744" y="2815"/>
                  </a:lnTo>
                  <a:lnTo>
                    <a:pt x="73580" y="2815"/>
                  </a:lnTo>
                  <a:lnTo>
                    <a:pt x="73497" y="2723"/>
                  </a:lnTo>
                  <a:lnTo>
                    <a:pt x="73333" y="2538"/>
                  </a:lnTo>
                  <a:lnTo>
                    <a:pt x="73333" y="2492"/>
                  </a:lnTo>
                  <a:lnTo>
                    <a:pt x="73497" y="2492"/>
                  </a:lnTo>
                  <a:lnTo>
                    <a:pt x="73168" y="2353"/>
                  </a:lnTo>
                  <a:lnTo>
                    <a:pt x="69547" y="3415"/>
                  </a:lnTo>
                  <a:lnTo>
                    <a:pt x="69465" y="3600"/>
                  </a:lnTo>
                  <a:lnTo>
                    <a:pt x="69547" y="3600"/>
                  </a:lnTo>
                  <a:lnTo>
                    <a:pt x="69711" y="3646"/>
                  </a:lnTo>
                  <a:lnTo>
                    <a:pt x="69794" y="3646"/>
                  </a:lnTo>
                  <a:lnTo>
                    <a:pt x="69794" y="3830"/>
                  </a:lnTo>
                  <a:lnTo>
                    <a:pt x="69711" y="3923"/>
                  </a:lnTo>
                  <a:lnTo>
                    <a:pt x="69547" y="3876"/>
                  </a:lnTo>
                  <a:lnTo>
                    <a:pt x="69053" y="3738"/>
                  </a:lnTo>
                  <a:lnTo>
                    <a:pt x="68724" y="3830"/>
                  </a:lnTo>
                  <a:lnTo>
                    <a:pt x="68806" y="3969"/>
                  </a:lnTo>
                  <a:lnTo>
                    <a:pt x="68971" y="4015"/>
                  </a:lnTo>
                  <a:lnTo>
                    <a:pt x="69053" y="4061"/>
                  </a:lnTo>
                  <a:lnTo>
                    <a:pt x="69135" y="4107"/>
                  </a:lnTo>
                  <a:lnTo>
                    <a:pt x="69135" y="4246"/>
                  </a:lnTo>
                  <a:lnTo>
                    <a:pt x="68806" y="4476"/>
                  </a:lnTo>
                  <a:lnTo>
                    <a:pt x="68641" y="5215"/>
                  </a:lnTo>
                  <a:lnTo>
                    <a:pt x="68724" y="5400"/>
                  </a:lnTo>
                  <a:lnTo>
                    <a:pt x="69053" y="5538"/>
                  </a:lnTo>
                  <a:lnTo>
                    <a:pt x="69711" y="5584"/>
                  </a:lnTo>
                  <a:lnTo>
                    <a:pt x="72427" y="6323"/>
                  </a:lnTo>
                  <a:lnTo>
                    <a:pt x="72839" y="6600"/>
                  </a:lnTo>
                  <a:lnTo>
                    <a:pt x="69300" y="6369"/>
                  </a:lnTo>
                  <a:lnTo>
                    <a:pt x="69300" y="6276"/>
                  </a:lnTo>
                  <a:lnTo>
                    <a:pt x="69218" y="6230"/>
                  </a:lnTo>
                  <a:lnTo>
                    <a:pt x="69218" y="6184"/>
                  </a:lnTo>
                  <a:lnTo>
                    <a:pt x="69218" y="6184"/>
                  </a:lnTo>
                  <a:lnTo>
                    <a:pt x="67983" y="5769"/>
                  </a:lnTo>
                  <a:lnTo>
                    <a:pt x="67572" y="5538"/>
                  </a:lnTo>
                  <a:lnTo>
                    <a:pt x="67325" y="5215"/>
                  </a:lnTo>
                  <a:lnTo>
                    <a:pt x="67242" y="4476"/>
                  </a:lnTo>
                  <a:lnTo>
                    <a:pt x="67242" y="4338"/>
                  </a:lnTo>
                  <a:lnTo>
                    <a:pt x="66995" y="4246"/>
                  </a:lnTo>
                  <a:lnTo>
                    <a:pt x="64691" y="4707"/>
                  </a:lnTo>
                  <a:lnTo>
                    <a:pt x="64362" y="5307"/>
                  </a:lnTo>
                  <a:lnTo>
                    <a:pt x="64197" y="5261"/>
                  </a:lnTo>
                  <a:lnTo>
                    <a:pt x="63868" y="5030"/>
                  </a:lnTo>
                  <a:lnTo>
                    <a:pt x="63621" y="4984"/>
                  </a:lnTo>
                  <a:lnTo>
                    <a:pt x="63374" y="5215"/>
                  </a:lnTo>
                  <a:lnTo>
                    <a:pt x="63292" y="5446"/>
                  </a:lnTo>
                  <a:lnTo>
                    <a:pt x="62798" y="5769"/>
                  </a:lnTo>
                  <a:lnTo>
                    <a:pt x="62962" y="6000"/>
                  </a:lnTo>
                  <a:lnTo>
                    <a:pt x="63292" y="5861"/>
                  </a:lnTo>
                  <a:lnTo>
                    <a:pt x="63374" y="6138"/>
                  </a:lnTo>
                  <a:lnTo>
                    <a:pt x="62551" y="6692"/>
                  </a:lnTo>
                  <a:lnTo>
                    <a:pt x="62633" y="7569"/>
                  </a:lnTo>
                  <a:lnTo>
                    <a:pt x="62304" y="7892"/>
                  </a:lnTo>
                  <a:lnTo>
                    <a:pt x="62304" y="8076"/>
                  </a:lnTo>
                  <a:lnTo>
                    <a:pt x="62469" y="8400"/>
                  </a:lnTo>
                  <a:lnTo>
                    <a:pt x="63045" y="8538"/>
                  </a:lnTo>
                  <a:lnTo>
                    <a:pt x="63456" y="8584"/>
                  </a:lnTo>
                  <a:lnTo>
                    <a:pt x="63786" y="8676"/>
                  </a:lnTo>
                  <a:lnTo>
                    <a:pt x="64444" y="9092"/>
                  </a:lnTo>
                  <a:lnTo>
                    <a:pt x="64609" y="9323"/>
                  </a:lnTo>
                  <a:lnTo>
                    <a:pt x="64773" y="9323"/>
                  </a:lnTo>
                  <a:lnTo>
                    <a:pt x="66255" y="9876"/>
                  </a:lnTo>
                  <a:lnTo>
                    <a:pt x="69300" y="10292"/>
                  </a:lnTo>
                  <a:lnTo>
                    <a:pt x="69465" y="10384"/>
                  </a:lnTo>
                  <a:lnTo>
                    <a:pt x="69053" y="10569"/>
                  </a:lnTo>
                  <a:lnTo>
                    <a:pt x="69218" y="10661"/>
                  </a:lnTo>
                  <a:lnTo>
                    <a:pt x="69218" y="10661"/>
                  </a:lnTo>
                  <a:lnTo>
                    <a:pt x="69300" y="10753"/>
                  </a:lnTo>
                  <a:lnTo>
                    <a:pt x="62633" y="9415"/>
                  </a:lnTo>
                  <a:lnTo>
                    <a:pt x="62304" y="9138"/>
                  </a:lnTo>
                  <a:lnTo>
                    <a:pt x="61893" y="8907"/>
                  </a:lnTo>
                  <a:lnTo>
                    <a:pt x="61810" y="8815"/>
                  </a:lnTo>
                  <a:lnTo>
                    <a:pt x="61399" y="8538"/>
                  </a:lnTo>
                  <a:lnTo>
                    <a:pt x="61152" y="8538"/>
                  </a:lnTo>
                  <a:lnTo>
                    <a:pt x="61152" y="8538"/>
                  </a:lnTo>
                  <a:lnTo>
                    <a:pt x="61069" y="8492"/>
                  </a:lnTo>
                  <a:lnTo>
                    <a:pt x="60987" y="8446"/>
                  </a:lnTo>
                  <a:lnTo>
                    <a:pt x="60905" y="8353"/>
                  </a:lnTo>
                  <a:lnTo>
                    <a:pt x="60740" y="8169"/>
                  </a:lnTo>
                  <a:lnTo>
                    <a:pt x="60576" y="8169"/>
                  </a:lnTo>
                  <a:lnTo>
                    <a:pt x="59506" y="7707"/>
                  </a:lnTo>
                  <a:lnTo>
                    <a:pt x="56049" y="7846"/>
                  </a:lnTo>
                  <a:lnTo>
                    <a:pt x="55802" y="8076"/>
                  </a:lnTo>
                  <a:lnTo>
                    <a:pt x="55884" y="8076"/>
                  </a:lnTo>
                  <a:lnTo>
                    <a:pt x="55802" y="8169"/>
                  </a:lnTo>
                  <a:lnTo>
                    <a:pt x="55390" y="8307"/>
                  </a:lnTo>
                  <a:lnTo>
                    <a:pt x="55390" y="8169"/>
                  </a:lnTo>
                  <a:lnTo>
                    <a:pt x="55308" y="8169"/>
                  </a:lnTo>
                  <a:lnTo>
                    <a:pt x="55061" y="8215"/>
                  </a:lnTo>
                  <a:lnTo>
                    <a:pt x="54732" y="8123"/>
                  </a:lnTo>
                  <a:lnTo>
                    <a:pt x="52098" y="8446"/>
                  </a:lnTo>
                  <a:lnTo>
                    <a:pt x="52016" y="8815"/>
                  </a:lnTo>
                  <a:lnTo>
                    <a:pt x="49053" y="9784"/>
                  </a:lnTo>
                  <a:lnTo>
                    <a:pt x="48806" y="9646"/>
                  </a:lnTo>
                  <a:lnTo>
                    <a:pt x="48806" y="9646"/>
                  </a:lnTo>
                  <a:lnTo>
                    <a:pt x="48806" y="9553"/>
                  </a:lnTo>
                  <a:lnTo>
                    <a:pt x="48806" y="9507"/>
                  </a:lnTo>
                  <a:lnTo>
                    <a:pt x="48806" y="9415"/>
                  </a:lnTo>
                  <a:lnTo>
                    <a:pt x="48312" y="9876"/>
                  </a:lnTo>
                  <a:lnTo>
                    <a:pt x="48312" y="10015"/>
                  </a:lnTo>
                  <a:lnTo>
                    <a:pt x="48477" y="10292"/>
                  </a:lnTo>
                  <a:lnTo>
                    <a:pt x="52345" y="11353"/>
                  </a:lnTo>
                  <a:lnTo>
                    <a:pt x="53497" y="12138"/>
                  </a:lnTo>
                  <a:lnTo>
                    <a:pt x="54485" y="12507"/>
                  </a:lnTo>
                  <a:lnTo>
                    <a:pt x="55967" y="12184"/>
                  </a:lnTo>
                  <a:lnTo>
                    <a:pt x="55884" y="12553"/>
                  </a:lnTo>
                  <a:lnTo>
                    <a:pt x="55226" y="12600"/>
                  </a:lnTo>
                  <a:lnTo>
                    <a:pt x="55144" y="12923"/>
                  </a:lnTo>
                  <a:lnTo>
                    <a:pt x="55720" y="13338"/>
                  </a:lnTo>
                  <a:lnTo>
                    <a:pt x="56131" y="13569"/>
                  </a:lnTo>
                  <a:lnTo>
                    <a:pt x="56378" y="13615"/>
                  </a:lnTo>
                  <a:lnTo>
                    <a:pt x="56625" y="13569"/>
                  </a:lnTo>
                  <a:lnTo>
                    <a:pt x="56707" y="13661"/>
                  </a:lnTo>
                  <a:lnTo>
                    <a:pt x="56707" y="13753"/>
                  </a:lnTo>
                  <a:lnTo>
                    <a:pt x="56790" y="13800"/>
                  </a:lnTo>
                  <a:lnTo>
                    <a:pt x="59917" y="14076"/>
                  </a:lnTo>
                  <a:lnTo>
                    <a:pt x="60246" y="14261"/>
                  </a:lnTo>
                  <a:lnTo>
                    <a:pt x="60246" y="14538"/>
                  </a:lnTo>
                  <a:lnTo>
                    <a:pt x="59506" y="14815"/>
                  </a:lnTo>
                  <a:lnTo>
                    <a:pt x="59341" y="17215"/>
                  </a:lnTo>
                  <a:lnTo>
                    <a:pt x="59259" y="17307"/>
                  </a:lnTo>
                  <a:lnTo>
                    <a:pt x="59012" y="17123"/>
                  </a:lnTo>
                  <a:lnTo>
                    <a:pt x="58930" y="17123"/>
                  </a:lnTo>
                  <a:lnTo>
                    <a:pt x="58683" y="16707"/>
                  </a:lnTo>
                  <a:lnTo>
                    <a:pt x="58518" y="16338"/>
                  </a:lnTo>
                  <a:lnTo>
                    <a:pt x="58518" y="16107"/>
                  </a:lnTo>
                  <a:lnTo>
                    <a:pt x="58683" y="15876"/>
                  </a:lnTo>
                  <a:lnTo>
                    <a:pt x="58600" y="15415"/>
                  </a:lnTo>
                  <a:lnTo>
                    <a:pt x="58683" y="15230"/>
                  </a:lnTo>
                  <a:lnTo>
                    <a:pt x="58683" y="15138"/>
                  </a:lnTo>
                  <a:lnTo>
                    <a:pt x="58600" y="14907"/>
                  </a:lnTo>
                  <a:lnTo>
                    <a:pt x="58353" y="14953"/>
                  </a:lnTo>
                  <a:lnTo>
                    <a:pt x="57201" y="14676"/>
                  </a:lnTo>
                  <a:lnTo>
                    <a:pt x="56790" y="14723"/>
                  </a:lnTo>
                  <a:lnTo>
                    <a:pt x="56378" y="14538"/>
                  </a:lnTo>
                  <a:lnTo>
                    <a:pt x="56296" y="14584"/>
                  </a:lnTo>
                  <a:lnTo>
                    <a:pt x="56213" y="14538"/>
                  </a:lnTo>
                  <a:lnTo>
                    <a:pt x="56049" y="14446"/>
                  </a:lnTo>
                  <a:lnTo>
                    <a:pt x="55884" y="14353"/>
                  </a:lnTo>
                  <a:lnTo>
                    <a:pt x="55226" y="14307"/>
                  </a:lnTo>
                  <a:lnTo>
                    <a:pt x="53744" y="13430"/>
                  </a:lnTo>
                  <a:lnTo>
                    <a:pt x="53415" y="13292"/>
                  </a:lnTo>
                  <a:lnTo>
                    <a:pt x="52757" y="13200"/>
                  </a:lnTo>
                  <a:lnTo>
                    <a:pt x="52592" y="13107"/>
                  </a:lnTo>
                  <a:lnTo>
                    <a:pt x="52592" y="13061"/>
                  </a:lnTo>
                  <a:lnTo>
                    <a:pt x="52510" y="12876"/>
                  </a:lnTo>
                  <a:lnTo>
                    <a:pt x="52181" y="12646"/>
                  </a:lnTo>
                  <a:lnTo>
                    <a:pt x="50864" y="11953"/>
                  </a:lnTo>
                  <a:lnTo>
                    <a:pt x="47489" y="11538"/>
                  </a:lnTo>
                  <a:lnTo>
                    <a:pt x="46913" y="12000"/>
                  </a:lnTo>
                  <a:lnTo>
                    <a:pt x="46995" y="12184"/>
                  </a:lnTo>
                  <a:lnTo>
                    <a:pt x="47242" y="12276"/>
                  </a:lnTo>
                  <a:lnTo>
                    <a:pt x="47407" y="12415"/>
                  </a:lnTo>
                  <a:lnTo>
                    <a:pt x="47654" y="12553"/>
                  </a:lnTo>
                  <a:lnTo>
                    <a:pt x="47654" y="12600"/>
                  </a:lnTo>
                  <a:lnTo>
                    <a:pt x="47489" y="12646"/>
                  </a:lnTo>
                  <a:lnTo>
                    <a:pt x="46831" y="12507"/>
                  </a:lnTo>
                  <a:lnTo>
                    <a:pt x="46831" y="12692"/>
                  </a:lnTo>
                  <a:lnTo>
                    <a:pt x="46995" y="12876"/>
                  </a:lnTo>
                  <a:lnTo>
                    <a:pt x="47242" y="12969"/>
                  </a:lnTo>
                  <a:lnTo>
                    <a:pt x="47407" y="13015"/>
                  </a:lnTo>
                  <a:lnTo>
                    <a:pt x="47654" y="13015"/>
                  </a:lnTo>
                  <a:lnTo>
                    <a:pt x="47736" y="13107"/>
                  </a:lnTo>
                  <a:lnTo>
                    <a:pt x="47407" y="13153"/>
                  </a:lnTo>
                  <a:lnTo>
                    <a:pt x="46913" y="12923"/>
                  </a:lnTo>
                  <a:lnTo>
                    <a:pt x="46584" y="12969"/>
                  </a:lnTo>
                  <a:lnTo>
                    <a:pt x="46419" y="12923"/>
                  </a:lnTo>
                  <a:lnTo>
                    <a:pt x="46255" y="12692"/>
                  </a:lnTo>
                  <a:lnTo>
                    <a:pt x="46090" y="12692"/>
                  </a:lnTo>
                  <a:lnTo>
                    <a:pt x="46090" y="13015"/>
                  </a:lnTo>
                  <a:lnTo>
                    <a:pt x="46008" y="13153"/>
                  </a:lnTo>
                  <a:lnTo>
                    <a:pt x="45596" y="12923"/>
                  </a:lnTo>
                  <a:lnTo>
                    <a:pt x="45432" y="12415"/>
                  </a:lnTo>
                  <a:lnTo>
                    <a:pt x="45349" y="12230"/>
                  </a:lnTo>
                  <a:lnTo>
                    <a:pt x="45185" y="12046"/>
                  </a:lnTo>
                  <a:lnTo>
                    <a:pt x="45020" y="12000"/>
                  </a:lnTo>
                  <a:lnTo>
                    <a:pt x="44609" y="11769"/>
                  </a:lnTo>
                  <a:lnTo>
                    <a:pt x="44115" y="11769"/>
                  </a:lnTo>
                  <a:lnTo>
                    <a:pt x="43868" y="11861"/>
                  </a:lnTo>
                  <a:lnTo>
                    <a:pt x="43868" y="13015"/>
                  </a:lnTo>
                  <a:lnTo>
                    <a:pt x="43868" y="13061"/>
                  </a:lnTo>
                  <a:lnTo>
                    <a:pt x="43621" y="13015"/>
                  </a:lnTo>
                  <a:lnTo>
                    <a:pt x="43292" y="12646"/>
                  </a:lnTo>
                  <a:lnTo>
                    <a:pt x="42962" y="12461"/>
                  </a:lnTo>
                  <a:lnTo>
                    <a:pt x="42551" y="12323"/>
                  </a:lnTo>
                  <a:lnTo>
                    <a:pt x="42469" y="12276"/>
                  </a:lnTo>
                  <a:lnTo>
                    <a:pt x="42386" y="12184"/>
                  </a:lnTo>
                  <a:lnTo>
                    <a:pt x="42304" y="12092"/>
                  </a:lnTo>
                  <a:lnTo>
                    <a:pt x="42304" y="12046"/>
                  </a:lnTo>
                  <a:lnTo>
                    <a:pt x="42304" y="12000"/>
                  </a:lnTo>
                  <a:lnTo>
                    <a:pt x="42057" y="12046"/>
                  </a:lnTo>
                  <a:lnTo>
                    <a:pt x="41975" y="12000"/>
                  </a:lnTo>
                  <a:lnTo>
                    <a:pt x="41646" y="11815"/>
                  </a:lnTo>
                  <a:lnTo>
                    <a:pt x="41563" y="11769"/>
                  </a:lnTo>
                  <a:lnTo>
                    <a:pt x="39012" y="12784"/>
                  </a:lnTo>
                  <a:lnTo>
                    <a:pt x="39012" y="13107"/>
                  </a:lnTo>
                  <a:lnTo>
                    <a:pt x="38930" y="13153"/>
                  </a:lnTo>
                  <a:lnTo>
                    <a:pt x="38847" y="13200"/>
                  </a:lnTo>
                  <a:lnTo>
                    <a:pt x="38765" y="13430"/>
                  </a:lnTo>
                  <a:lnTo>
                    <a:pt x="38436" y="13476"/>
                  </a:lnTo>
                  <a:lnTo>
                    <a:pt x="38353" y="13569"/>
                  </a:lnTo>
                  <a:lnTo>
                    <a:pt x="38765" y="13892"/>
                  </a:lnTo>
                  <a:lnTo>
                    <a:pt x="39012" y="14076"/>
                  </a:lnTo>
                  <a:lnTo>
                    <a:pt x="41810" y="14123"/>
                  </a:lnTo>
                  <a:lnTo>
                    <a:pt x="41975" y="14261"/>
                  </a:lnTo>
                  <a:lnTo>
                    <a:pt x="40987" y="14446"/>
                  </a:lnTo>
                  <a:lnTo>
                    <a:pt x="40905" y="14769"/>
                  </a:lnTo>
                  <a:lnTo>
                    <a:pt x="41316" y="14815"/>
                  </a:lnTo>
                  <a:lnTo>
                    <a:pt x="41481" y="15046"/>
                  </a:lnTo>
                  <a:lnTo>
                    <a:pt x="41728" y="15276"/>
                  </a:lnTo>
                  <a:lnTo>
                    <a:pt x="47818" y="15507"/>
                  </a:lnTo>
                  <a:lnTo>
                    <a:pt x="47818" y="15738"/>
                  </a:lnTo>
                  <a:lnTo>
                    <a:pt x="46337" y="16061"/>
                  </a:lnTo>
                  <a:lnTo>
                    <a:pt x="45843" y="15969"/>
                  </a:lnTo>
                  <a:lnTo>
                    <a:pt x="45679" y="16200"/>
                  </a:lnTo>
                  <a:lnTo>
                    <a:pt x="42222" y="15969"/>
                  </a:lnTo>
                  <a:lnTo>
                    <a:pt x="42139" y="16107"/>
                  </a:lnTo>
                  <a:lnTo>
                    <a:pt x="42222" y="16384"/>
                  </a:lnTo>
                  <a:lnTo>
                    <a:pt x="42469" y="16615"/>
                  </a:lnTo>
                  <a:lnTo>
                    <a:pt x="43292" y="16938"/>
                  </a:lnTo>
                  <a:lnTo>
                    <a:pt x="43292" y="17030"/>
                  </a:lnTo>
                  <a:lnTo>
                    <a:pt x="43209" y="17076"/>
                  </a:lnTo>
                  <a:lnTo>
                    <a:pt x="43127" y="17076"/>
                  </a:lnTo>
                  <a:lnTo>
                    <a:pt x="42798" y="16938"/>
                  </a:lnTo>
                  <a:lnTo>
                    <a:pt x="41975" y="16800"/>
                  </a:lnTo>
                  <a:lnTo>
                    <a:pt x="41646" y="16707"/>
                  </a:lnTo>
                  <a:lnTo>
                    <a:pt x="41399" y="16384"/>
                  </a:lnTo>
                  <a:lnTo>
                    <a:pt x="41399" y="16338"/>
                  </a:lnTo>
                  <a:lnTo>
                    <a:pt x="41399" y="16292"/>
                  </a:lnTo>
                  <a:lnTo>
                    <a:pt x="41316" y="16107"/>
                  </a:lnTo>
                  <a:lnTo>
                    <a:pt x="40987" y="15876"/>
                  </a:lnTo>
                  <a:lnTo>
                    <a:pt x="40411" y="15692"/>
                  </a:lnTo>
                  <a:lnTo>
                    <a:pt x="40411" y="15646"/>
                  </a:lnTo>
                  <a:lnTo>
                    <a:pt x="40329" y="15461"/>
                  </a:lnTo>
                  <a:lnTo>
                    <a:pt x="40329" y="15415"/>
                  </a:lnTo>
                  <a:lnTo>
                    <a:pt x="39917" y="15230"/>
                  </a:lnTo>
                  <a:lnTo>
                    <a:pt x="35144" y="15276"/>
                  </a:lnTo>
                  <a:lnTo>
                    <a:pt x="34979" y="15369"/>
                  </a:lnTo>
                  <a:lnTo>
                    <a:pt x="34979" y="15507"/>
                  </a:lnTo>
                  <a:lnTo>
                    <a:pt x="35061" y="15784"/>
                  </a:lnTo>
                  <a:lnTo>
                    <a:pt x="35144" y="15876"/>
                  </a:lnTo>
                  <a:lnTo>
                    <a:pt x="35802" y="16246"/>
                  </a:lnTo>
                  <a:lnTo>
                    <a:pt x="36378" y="16292"/>
                  </a:lnTo>
                  <a:lnTo>
                    <a:pt x="36954" y="16661"/>
                  </a:lnTo>
                  <a:lnTo>
                    <a:pt x="37448" y="16753"/>
                  </a:lnTo>
                  <a:lnTo>
                    <a:pt x="37777" y="17123"/>
                  </a:lnTo>
                  <a:lnTo>
                    <a:pt x="37942" y="17215"/>
                  </a:lnTo>
                  <a:lnTo>
                    <a:pt x="38189" y="17446"/>
                  </a:lnTo>
                  <a:lnTo>
                    <a:pt x="41234" y="18830"/>
                  </a:lnTo>
                  <a:lnTo>
                    <a:pt x="41481" y="19015"/>
                  </a:lnTo>
                  <a:lnTo>
                    <a:pt x="40411" y="19384"/>
                  </a:lnTo>
                  <a:lnTo>
                    <a:pt x="37366" y="18230"/>
                  </a:lnTo>
                  <a:lnTo>
                    <a:pt x="34403" y="17953"/>
                  </a:lnTo>
                  <a:lnTo>
                    <a:pt x="33580" y="18369"/>
                  </a:lnTo>
                  <a:lnTo>
                    <a:pt x="33497" y="18553"/>
                  </a:lnTo>
                  <a:lnTo>
                    <a:pt x="33662" y="18969"/>
                  </a:lnTo>
                  <a:lnTo>
                    <a:pt x="34403" y="19430"/>
                  </a:lnTo>
                  <a:lnTo>
                    <a:pt x="36378" y="20030"/>
                  </a:lnTo>
                  <a:lnTo>
                    <a:pt x="36460" y="20169"/>
                  </a:lnTo>
                  <a:lnTo>
                    <a:pt x="38024" y="20261"/>
                  </a:lnTo>
                  <a:lnTo>
                    <a:pt x="38189" y="20076"/>
                  </a:lnTo>
                  <a:lnTo>
                    <a:pt x="38353" y="20215"/>
                  </a:lnTo>
                  <a:lnTo>
                    <a:pt x="38353" y="20307"/>
                  </a:lnTo>
                  <a:lnTo>
                    <a:pt x="34320" y="20723"/>
                  </a:lnTo>
                  <a:lnTo>
                    <a:pt x="34238" y="21876"/>
                  </a:lnTo>
                  <a:lnTo>
                    <a:pt x="34238" y="22338"/>
                  </a:lnTo>
                  <a:lnTo>
                    <a:pt x="34320" y="22476"/>
                  </a:lnTo>
                  <a:lnTo>
                    <a:pt x="34403" y="22615"/>
                  </a:lnTo>
                  <a:lnTo>
                    <a:pt x="34567" y="22753"/>
                  </a:lnTo>
                  <a:lnTo>
                    <a:pt x="42386" y="25246"/>
                  </a:lnTo>
                  <a:lnTo>
                    <a:pt x="44115" y="25015"/>
                  </a:lnTo>
                  <a:lnTo>
                    <a:pt x="44115" y="25153"/>
                  </a:lnTo>
                  <a:lnTo>
                    <a:pt x="44032" y="25384"/>
                  </a:lnTo>
                  <a:lnTo>
                    <a:pt x="44032" y="25430"/>
                  </a:lnTo>
                  <a:lnTo>
                    <a:pt x="44032" y="25523"/>
                  </a:lnTo>
                  <a:lnTo>
                    <a:pt x="44197" y="25707"/>
                  </a:lnTo>
                  <a:lnTo>
                    <a:pt x="44526" y="25892"/>
                  </a:lnTo>
                  <a:lnTo>
                    <a:pt x="49629" y="26307"/>
                  </a:lnTo>
                  <a:lnTo>
                    <a:pt x="49876" y="26446"/>
                  </a:lnTo>
                  <a:lnTo>
                    <a:pt x="49876" y="26630"/>
                  </a:lnTo>
                  <a:lnTo>
                    <a:pt x="49794" y="26769"/>
                  </a:lnTo>
                  <a:lnTo>
                    <a:pt x="49794" y="26907"/>
                  </a:lnTo>
                  <a:lnTo>
                    <a:pt x="50205" y="27138"/>
                  </a:lnTo>
                  <a:lnTo>
                    <a:pt x="50617" y="27092"/>
                  </a:lnTo>
                  <a:lnTo>
                    <a:pt x="51028" y="27184"/>
                  </a:lnTo>
                  <a:lnTo>
                    <a:pt x="51111" y="27276"/>
                  </a:lnTo>
                  <a:lnTo>
                    <a:pt x="51358" y="27600"/>
                  </a:lnTo>
                  <a:lnTo>
                    <a:pt x="54485" y="29030"/>
                  </a:lnTo>
                  <a:lnTo>
                    <a:pt x="53168" y="29123"/>
                  </a:lnTo>
                  <a:lnTo>
                    <a:pt x="52921" y="29030"/>
                  </a:lnTo>
                  <a:lnTo>
                    <a:pt x="52510" y="28661"/>
                  </a:lnTo>
                  <a:lnTo>
                    <a:pt x="49629" y="27323"/>
                  </a:lnTo>
                  <a:lnTo>
                    <a:pt x="47407" y="27046"/>
                  </a:lnTo>
                  <a:lnTo>
                    <a:pt x="47242" y="27230"/>
                  </a:lnTo>
                  <a:lnTo>
                    <a:pt x="47078" y="27276"/>
                  </a:lnTo>
                  <a:lnTo>
                    <a:pt x="46831" y="27230"/>
                  </a:lnTo>
                  <a:lnTo>
                    <a:pt x="46666" y="27046"/>
                  </a:lnTo>
                  <a:lnTo>
                    <a:pt x="41646" y="26076"/>
                  </a:lnTo>
                  <a:lnTo>
                    <a:pt x="41646" y="26076"/>
                  </a:lnTo>
                  <a:lnTo>
                    <a:pt x="38765" y="25338"/>
                  </a:lnTo>
                  <a:lnTo>
                    <a:pt x="37119" y="24600"/>
                  </a:lnTo>
                  <a:lnTo>
                    <a:pt x="36460" y="24738"/>
                  </a:lnTo>
                  <a:lnTo>
                    <a:pt x="34320" y="24184"/>
                  </a:lnTo>
                  <a:lnTo>
                    <a:pt x="34238" y="24276"/>
                  </a:lnTo>
                  <a:lnTo>
                    <a:pt x="34238" y="24369"/>
                  </a:lnTo>
                  <a:lnTo>
                    <a:pt x="34238" y="24415"/>
                  </a:lnTo>
                  <a:lnTo>
                    <a:pt x="34403" y="24784"/>
                  </a:lnTo>
                  <a:lnTo>
                    <a:pt x="34567" y="25015"/>
                  </a:lnTo>
                  <a:lnTo>
                    <a:pt x="34732" y="25200"/>
                  </a:lnTo>
                  <a:lnTo>
                    <a:pt x="34814" y="25246"/>
                  </a:lnTo>
                  <a:lnTo>
                    <a:pt x="35884" y="25800"/>
                  </a:lnTo>
                  <a:lnTo>
                    <a:pt x="37530" y="27000"/>
                  </a:lnTo>
                  <a:lnTo>
                    <a:pt x="37695" y="27092"/>
                  </a:lnTo>
                  <a:lnTo>
                    <a:pt x="39670" y="26723"/>
                  </a:lnTo>
                  <a:lnTo>
                    <a:pt x="40658" y="27046"/>
                  </a:lnTo>
                  <a:lnTo>
                    <a:pt x="40987" y="27323"/>
                  </a:lnTo>
                  <a:lnTo>
                    <a:pt x="41234" y="27369"/>
                  </a:lnTo>
                  <a:lnTo>
                    <a:pt x="41152" y="27600"/>
                  </a:lnTo>
                  <a:lnTo>
                    <a:pt x="40905" y="27600"/>
                  </a:lnTo>
                  <a:lnTo>
                    <a:pt x="40082" y="27276"/>
                  </a:lnTo>
                  <a:lnTo>
                    <a:pt x="35720" y="27738"/>
                  </a:lnTo>
                  <a:lnTo>
                    <a:pt x="35637" y="27646"/>
                  </a:lnTo>
                  <a:lnTo>
                    <a:pt x="35967" y="27507"/>
                  </a:lnTo>
                  <a:lnTo>
                    <a:pt x="36049" y="27230"/>
                  </a:lnTo>
                  <a:lnTo>
                    <a:pt x="35967" y="26815"/>
                  </a:lnTo>
                  <a:lnTo>
                    <a:pt x="35802" y="26723"/>
                  </a:lnTo>
                  <a:lnTo>
                    <a:pt x="35308" y="26261"/>
                  </a:lnTo>
                  <a:lnTo>
                    <a:pt x="35144" y="26169"/>
                  </a:lnTo>
                  <a:lnTo>
                    <a:pt x="33497" y="25476"/>
                  </a:lnTo>
                  <a:lnTo>
                    <a:pt x="33333" y="25384"/>
                  </a:lnTo>
                  <a:lnTo>
                    <a:pt x="33168" y="25200"/>
                  </a:lnTo>
                  <a:lnTo>
                    <a:pt x="33086" y="24969"/>
                  </a:lnTo>
                  <a:lnTo>
                    <a:pt x="32921" y="24876"/>
                  </a:lnTo>
                  <a:lnTo>
                    <a:pt x="32921" y="24830"/>
                  </a:lnTo>
                  <a:lnTo>
                    <a:pt x="32757" y="24692"/>
                  </a:lnTo>
                  <a:lnTo>
                    <a:pt x="32427" y="24369"/>
                  </a:lnTo>
                  <a:lnTo>
                    <a:pt x="31028" y="23815"/>
                  </a:lnTo>
                  <a:lnTo>
                    <a:pt x="28724" y="23723"/>
                  </a:lnTo>
                  <a:lnTo>
                    <a:pt x="28312" y="24092"/>
                  </a:lnTo>
                  <a:lnTo>
                    <a:pt x="27983" y="23953"/>
                  </a:lnTo>
                  <a:lnTo>
                    <a:pt x="27983" y="23861"/>
                  </a:lnTo>
                  <a:lnTo>
                    <a:pt x="27160" y="23492"/>
                  </a:lnTo>
                  <a:lnTo>
                    <a:pt x="25267" y="23261"/>
                  </a:lnTo>
                  <a:lnTo>
                    <a:pt x="25349" y="23076"/>
                  </a:lnTo>
                  <a:lnTo>
                    <a:pt x="26337" y="22892"/>
                  </a:lnTo>
                  <a:lnTo>
                    <a:pt x="26337" y="22707"/>
                  </a:lnTo>
                  <a:lnTo>
                    <a:pt x="26008" y="22430"/>
                  </a:lnTo>
                  <a:lnTo>
                    <a:pt x="25843" y="22292"/>
                  </a:lnTo>
                  <a:lnTo>
                    <a:pt x="21646" y="23076"/>
                  </a:lnTo>
                  <a:lnTo>
                    <a:pt x="21399" y="23400"/>
                  </a:lnTo>
                  <a:lnTo>
                    <a:pt x="21316" y="23446"/>
                  </a:lnTo>
                  <a:lnTo>
                    <a:pt x="21316" y="23492"/>
                  </a:lnTo>
                  <a:lnTo>
                    <a:pt x="21316" y="23630"/>
                  </a:lnTo>
                  <a:lnTo>
                    <a:pt x="21399" y="23723"/>
                  </a:lnTo>
                  <a:lnTo>
                    <a:pt x="21893" y="23676"/>
                  </a:lnTo>
                  <a:lnTo>
                    <a:pt x="22304" y="23861"/>
                  </a:lnTo>
                  <a:lnTo>
                    <a:pt x="22962" y="23723"/>
                  </a:lnTo>
                  <a:lnTo>
                    <a:pt x="23209" y="23953"/>
                  </a:lnTo>
                  <a:lnTo>
                    <a:pt x="23374" y="24507"/>
                  </a:lnTo>
                  <a:lnTo>
                    <a:pt x="23539" y="24738"/>
                  </a:lnTo>
                  <a:lnTo>
                    <a:pt x="23950" y="24692"/>
                  </a:lnTo>
                  <a:lnTo>
                    <a:pt x="23868" y="24830"/>
                  </a:lnTo>
                  <a:lnTo>
                    <a:pt x="23868" y="25015"/>
                  </a:lnTo>
                  <a:lnTo>
                    <a:pt x="23868" y="25153"/>
                  </a:lnTo>
                  <a:lnTo>
                    <a:pt x="24032" y="25338"/>
                  </a:lnTo>
                  <a:lnTo>
                    <a:pt x="24691" y="25615"/>
                  </a:lnTo>
                  <a:lnTo>
                    <a:pt x="24609" y="25800"/>
                  </a:lnTo>
                  <a:lnTo>
                    <a:pt x="24197" y="25846"/>
                  </a:lnTo>
                  <a:lnTo>
                    <a:pt x="23950" y="25938"/>
                  </a:lnTo>
                  <a:lnTo>
                    <a:pt x="23703" y="26446"/>
                  </a:lnTo>
                  <a:lnTo>
                    <a:pt x="20987" y="27000"/>
                  </a:lnTo>
                  <a:lnTo>
                    <a:pt x="20164" y="26907"/>
                  </a:lnTo>
                  <a:lnTo>
                    <a:pt x="19012" y="27369"/>
                  </a:lnTo>
                  <a:lnTo>
                    <a:pt x="18930" y="27600"/>
                  </a:lnTo>
                  <a:lnTo>
                    <a:pt x="19176" y="27830"/>
                  </a:lnTo>
                  <a:lnTo>
                    <a:pt x="20164" y="28615"/>
                  </a:lnTo>
                  <a:lnTo>
                    <a:pt x="29547" y="29907"/>
                  </a:lnTo>
                  <a:lnTo>
                    <a:pt x="29958" y="30230"/>
                  </a:lnTo>
                  <a:lnTo>
                    <a:pt x="30041" y="30369"/>
                  </a:lnTo>
                  <a:lnTo>
                    <a:pt x="30288" y="30784"/>
                  </a:lnTo>
                  <a:lnTo>
                    <a:pt x="30370" y="30876"/>
                  </a:lnTo>
                  <a:lnTo>
                    <a:pt x="30864" y="31200"/>
                  </a:lnTo>
                  <a:lnTo>
                    <a:pt x="30946" y="31292"/>
                  </a:lnTo>
                  <a:lnTo>
                    <a:pt x="30370" y="31200"/>
                  </a:lnTo>
                  <a:lnTo>
                    <a:pt x="30041" y="31015"/>
                  </a:lnTo>
                  <a:lnTo>
                    <a:pt x="29629" y="30738"/>
                  </a:lnTo>
                  <a:lnTo>
                    <a:pt x="29382" y="30276"/>
                  </a:lnTo>
                  <a:lnTo>
                    <a:pt x="29218" y="30000"/>
                  </a:lnTo>
                  <a:lnTo>
                    <a:pt x="29053" y="29907"/>
                  </a:lnTo>
                  <a:lnTo>
                    <a:pt x="28312" y="29907"/>
                  </a:lnTo>
                  <a:lnTo>
                    <a:pt x="28230" y="30092"/>
                  </a:lnTo>
                  <a:lnTo>
                    <a:pt x="29218" y="30923"/>
                  </a:lnTo>
                  <a:lnTo>
                    <a:pt x="30205" y="31569"/>
                  </a:lnTo>
                  <a:lnTo>
                    <a:pt x="29629" y="31430"/>
                  </a:lnTo>
                  <a:lnTo>
                    <a:pt x="28888" y="31153"/>
                  </a:lnTo>
                  <a:lnTo>
                    <a:pt x="27572" y="30000"/>
                  </a:lnTo>
                  <a:lnTo>
                    <a:pt x="27160" y="29907"/>
                  </a:lnTo>
                  <a:lnTo>
                    <a:pt x="25432" y="30092"/>
                  </a:lnTo>
                  <a:lnTo>
                    <a:pt x="25349" y="30415"/>
                  </a:lnTo>
                  <a:lnTo>
                    <a:pt x="26090" y="30969"/>
                  </a:lnTo>
                  <a:lnTo>
                    <a:pt x="27572" y="31800"/>
                  </a:lnTo>
                  <a:lnTo>
                    <a:pt x="27901" y="32169"/>
                  </a:lnTo>
                  <a:lnTo>
                    <a:pt x="27818" y="32307"/>
                  </a:lnTo>
                  <a:lnTo>
                    <a:pt x="27654" y="32261"/>
                  </a:lnTo>
                  <a:lnTo>
                    <a:pt x="24197" y="30092"/>
                  </a:lnTo>
                  <a:lnTo>
                    <a:pt x="23456" y="29953"/>
                  </a:lnTo>
                  <a:lnTo>
                    <a:pt x="23127" y="29769"/>
                  </a:lnTo>
                  <a:lnTo>
                    <a:pt x="22716" y="29815"/>
                  </a:lnTo>
                  <a:lnTo>
                    <a:pt x="21069" y="29815"/>
                  </a:lnTo>
                  <a:lnTo>
                    <a:pt x="19670" y="30046"/>
                  </a:lnTo>
                  <a:lnTo>
                    <a:pt x="19670" y="30184"/>
                  </a:lnTo>
                  <a:lnTo>
                    <a:pt x="19670" y="30369"/>
                  </a:lnTo>
                  <a:lnTo>
                    <a:pt x="19753" y="30461"/>
                  </a:lnTo>
                  <a:lnTo>
                    <a:pt x="20493" y="30830"/>
                  </a:lnTo>
                  <a:lnTo>
                    <a:pt x="20576" y="30876"/>
                  </a:lnTo>
                  <a:lnTo>
                    <a:pt x="20658" y="30969"/>
                  </a:lnTo>
                  <a:lnTo>
                    <a:pt x="19506" y="31292"/>
                  </a:lnTo>
                  <a:lnTo>
                    <a:pt x="19835" y="31615"/>
                  </a:lnTo>
                  <a:lnTo>
                    <a:pt x="21152" y="31846"/>
                  </a:lnTo>
                  <a:lnTo>
                    <a:pt x="21481" y="32076"/>
                  </a:lnTo>
                  <a:lnTo>
                    <a:pt x="21810" y="32446"/>
                  </a:lnTo>
                  <a:lnTo>
                    <a:pt x="18930" y="31569"/>
                  </a:lnTo>
                  <a:lnTo>
                    <a:pt x="18683" y="31384"/>
                  </a:lnTo>
                  <a:lnTo>
                    <a:pt x="19012" y="30692"/>
                  </a:lnTo>
                  <a:lnTo>
                    <a:pt x="18847" y="30461"/>
                  </a:lnTo>
                  <a:lnTo>
                    <a:pt x="17777" y="29861"/>
                  </a:lnTo>
                  <a:lnTo>
                    <a:pt x="16707" y="29723"/>
                  </a:lnTo>
                  <a:lnTo>
                    <a:pt x="15967" y="30000"/>
                  </a:lnTo>
                  <a:lnTo>
                    <a:pt x="14979" y="29630"/>
                  </a:lnTo>
                  <a:lnTo>
                    <a:pt x="14650" y="29630"/>
                  </a:lnTo>
                  <a:lnTo>
                    <a:pt x="14567" y="29723"/>
                  </a:lnTo>
                  <a:lnTo>
                    <a:pt x="14567" y="29769"/>
                  </a:lnTo>
                  <a:lnTo>
                    <a:pt x="14567" y="29907"/>
                  </a:lnTo>
                  <a:lnTo>
                    <a:pt x="14485" y="29953"/>
                  </a:lnTo>
                  <a:lnTo>
                    <a:pt x="14320" y="29953"/>
                  </a:lnTo>
                  <a:lnTo>
                    <a:pt x="14074" y="30184"/>
                  </a:lnTo>
                  <a:lnTo>
                    <a:pt x="12345" y="30692"/>
                  </a:lnTo>
                  <a:lnTo>
                    <a:pt x="11275" y="31615"/>
                  </a:lnTo>
                  <a:lnTo>
                    <a:pt x="11111" y="31892"/>
                  </a:lnTo>
                  <a:lnTo>
                    <a:pt x="11687" y="32538"/>
                  </a:lnTo>
                  <a:lnTo>
                    <a:pt x="11687" y="32584"/>
                  </a:lnTo>
                  <a:lnTo>
                    <a:pt x="11687" y="32630"/>
                  </a:lnTo>
                  <a:lnTo>
                    <a:pt x="11769" y="32815"/>
                  </a:lnTo>
                  <a:lnTo>
                    <a:pt x="11522" y="33092"/>
                  </a:lnTo>
                  <a:lnTo>
                    <a:pt x="10534" y="32630"/>
                  </a:lnTo>
                  <a:lnTo>
                    <a:pt x="10123" y="32676"/>
                  </a:lnTo>
                  <a:lnTo>
                    <a:pt x="9958" y="32815"/>
                  </a:lnTo>
                  <a:lnTo>
                    <a:pt x="9958" y="33000"/>
                  </a:lnTo>
                  <a:lnTo>
                    <a:pt x="9958" y="33092"/>
                  </a:lnTo>
                  <a:lnTo>
                    <a:pt x="10041" y="33230"/>
                  </a:lnTo>
                  <a:lnTo>
                    <a:pt x="10205" y="33276"/>
                  </a:lnTo>
                  <a:lnTo>
                    <a:pt x="11111" y="33369"/>
                  </a:lnTo>
                  <a:lnTo>
                    <a:pt x="11358" y="33553"/>
                  </a:lnTo>
                  <a:lnTo>
                    <a:pt x="11275" y="33646"/>
                  </a:lnTo>
                  <a:lnTo>
                    <a:pt x="11028" y="34292"/>
                  </a:lnTo>
                  <a:lnTo>
                    <a:pt x="10781" y="34476"/>
                  </a:lnTo>
                  <a:lnTo>
                    <a:pt x="10781" y="34615"/>
                  </a:lnTo>
                  <a:lnTo>
                    <a:pt x="10864" y="34661"/>
                  </a:lnTo>
                  <a:lnTo>
                    <a:pt x="10946" y="34846"/>
                  </a:lnTo>
                  <a:lnTo>
                    <a:pt x="10699" y="34661"/>
                  </a:lnTo>
                  <a:lnTo>
                    <a:pt x="10288" y="34615"/>
                  </a:lnTo>
                  <a:lnTo>
                    <a:pt x="10205" y="34615"/>
                  </a:lnTo>
                  <a:lnTo>
                    <a:pt x="10205" y="34476"/>
                  </a:lnTo>
                  <a:lnTo>
                    <a:pt x="10205" y="34430"/>
                  </a:lnTo>
                  <a:lnTo>
                    <a:pt x="10123" y="34338"/>
                  </a:lnTo>
                  <a:lnTo>
                    <a:pt x="10041" y="34338"/>
                  </a:lnTo>
                  <a:lnTo>
                    <a:pt x="9876" y="34338"/>
                  </a:lnTo>
                  <a:lnTo>
                    <a:pt x="9300" y="34061"/>
                  </a:lnTo>
                  <a:lnTo>
                    <a:pt x="8888" y="33692"/>
                  </a:lnTo>
                  <a:lnTo>
                    <a:pt x="8641" y="33553"/>
                  </a:lnTo>
                  <a:lnTo>
                    <a:pt x="8641" y="33507"/>
                  </a:lnTo>
                  <a:lnTo>
                    <a:pt x="8888" y="33415"/>
                  </a:lnTo>
                  <a:lnTo>
                    <a:pt x="8888" y="33276"/>
                  </a:lnTo>
                  <a:lnTo>
                    <a:pt x="8559" y="33184"/>
                  </a:lnTo>
                  <a:lnTo>
                    <a:pt x="8395" y="33184"/>
                  </a:lnTo>
                  <a:lnTo>
                    <a:pt x="8065" y="33600"/>
                  </a:lnTo>
                  <a:lnTo>
                    <a:pt x="7572" y="33600"/>
                  </a:lnTo>
                  <a:lnTo>
                    <a:pt x="7736" y="33646"/>
                  </a:lnTo>
                  <a:lnTo>
                    <a:pt x="7818" y="33876"/>
                  </a:lnTo>
                  <a:lnTo>
                    <a:pt x="6502" y="33738"/>
                  </a:lnTo>
                  <a:lnTo>
                    <a:pt x="5020" y="34200"/>
                  </a:lnTo>
                  <a:lnTo>
                    <a:pt x="4855" y="34430"/>
                  </a:lnTo>
                  <a:lnTo>
                    <a:pt x="4773" y="34430"/>
                  </a:lnTo>
                  <a:lnTo>
                    <a:pt x="4773" y="34476"/>
                  </a:lnTo>
                  <a:lnTo>
                    <a:pt x="4773" y="34523"/>
                  </a:lnTo>
                  <a:lnTo>
                    <a:pt x="4773" y="34569"/>
                  </a:lnTo>
                  <a:lnTo>
                    <a:pt x="4773" y="34615"/>
                  </a:lnTo>
                  <a:lnTo>
                    <a:pt x="4773" y="34661"/>
                  </a:lnTo>
                  <a:lnTo>
                    <a:pt x="4609" y="34846"/>
                  </a:lnTo>
                  <a:lnTo>
                    <a:pt x="3374" y="34892"/>
                  </a:lnTo>
                  <a:lnTo>
                    <a:pt x="3045" y="35076"/>
                  </a:lnTo>
                  <a:lnTo>
                    <a:pt x="2880" y="35538"/>
                  </a:lnTo>
                  <a:lnTo>
                    <a:pt x="3045" y="35769"/>
                  </a:lnTo>
                  <a:lnTo>
                    <a:pt x="3621" y="36000"/>
                  </a:lnTo>
                  <a:lnTo>
                    <a:pt x="3539" y="36138"/>
                  </a:lnTo>
                  <a:lnTo>
                    <a:pt x="3292" y="36092"/>
                  </a:lnTo>
                  <a:lnTo>
                    <a:pt x="2880" y="36230"/>
                  </a:lnTo>
                  <a:lnTo>
                    <a:pt x="1975" y="36000"/>
                  </a:lnTo>
                  <a:lnTo>
                    <a:pt x="1646" y="36184"/>
                  </a:lnTo>
                  <a:lnTo>
                    <a:pt x="1316" y="36461"/>
                  </a:lnTo>
                  <a:lnTo>
                    <a:pt x="1152" y="36738"/>
                  </a:lnTo>
                  <a:lnTo>
                    <a:pt x="823" y="36784"/>
                  </a:lnTo>
                  <a:lnTo>
                    <a:pt x="740" y="36876"/>
                  </a:lnTo>
                  <a:lnTo>
                    <a:pt x="823" y="37061"/>
                  </a:lnTo>
                  <a:lnTo>
                    <a:pt x="823" y="37153"/>
                  </a:lnTo>
                  <a:lnTo>
                    <a:pt x="740" y="37338"/>
                  </a:lnTo>
                  <a:lnTo>
                    <a:pt x="823" y="37476"/>
                  </a:lnTo>
                  <a:lnTo>
                    <a:pt x="823" y="37523"/>
                  </a:lnTo>
                  <a:lnTo>
                    <a:pt x="576" y="37615"/>
                  </a:lnTo>
                  <a:lnTo>
                    <a:pt x="493" y="37707"/>
                  </a:lnTo>
                  <a:lnTo>
                    <a:pt x="823" y="37846"/>
                  </a:lnTo>
                  <a:lnTo>
                    <a:pt x="576" y="37984"/>
                  </a:lnTo>
                  <a:lnTo>
                    <a:pt x="164" y="37846"/>
                  </a:lnTo>
                  <a:lnTo>
                    <a:pt x="0" y="38076"/>
                  </a:lnTo>
                  <a:lnTo>
                    <a:pt x="246" y="38076"/>
                  </a:lnTo>
                  <a:lnTo>
                    <a:pt x="329" y="3812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Shape 5147"/>
            <p:cNvSpPr/>
            <p:nvPr/>
          </p:nvSpPr>
          <p:spPr>
            <a:xfrm>
              <a:off x="12103357" y="2716557"/>
              <a:ext cx="14288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586" y="10000"/>
                  </a:moveTo>
                  <a:lnTo>
                    <a:pt x="99310" y="3333"/>
                  </a:lnTo>
                  <a:lnTo>
                    <a:pt x="74482" y="0"/>
                  </a:lnTo>
                  <a:lnTo>
                    <a:pt x="12413" y="40000"/>
                  </a:lnTo>
                  <a:lnTo>
                    <a:pt x="0" y="63333"/>
                  </a:lnTo>
                  <a:lnTo>
                    <a:pt x="28965" y="93333"/>
                  </a:lnTo>
                  <a:lnTo>
                    <a:pt x="53793" y="113333"/>
                  </a:lnTo>
                  <a:lnTo>
                    <a:pt x="66206" y="120000"/>
                  </a:lnTo>
                  <a:lnTo>
                    <a:pt x="82758" y="93333"/>
                  </a:lnTo>
                  <a:lnTo>
                    <a:pt x="111724" y="83333"/>
                  </a:lnTo>
                  <a:lnTo>
                    <a:pt x="120000" y="56666"/>
                  </a:lnTo>
                  <a:lnTo>
                    <a:pt x="120000" y="43333"/>
                  </a:lnTo>
                  <a:lnTo>
                    <a:pt x="111724" y="33333"/>
                  </a:lnTo>
                  <a:lnTo>
                    <a:pt x="111724" y="30000"/>
                  </a:lnTo>
                  <a:lnTo>
                    <a:pt x="111724" y="26666"/>
                  </a:lnTo>
                  <a:lnTo>
                    <a:pt x="107586" y="1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Shape 5148"/>
            <p:cNvSpPr/>
            <p:nvPr/>
          </p:nvSpPr>
          <p:spPr>
            <a:xfrm>
              <a:off x="11966832" y="3032468"/>
              <a:ext cx="1587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Shape 5149"/>
            <p:cNvSpPr/>
            <p:nvPr/>
          </p:nvSpPr>
          <p:spPr>
            <a:xfrm>
              <a:off x="12154157" y="2518118"/>
              <a:ext cx="23813" cy="15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372" y="64285"/>
                  </a:moveTo>
                  <a:lnTo>
                    <a:pt x="2790" y="64285"/>
                  </a:lnTo>
                  <a:lnTo>
                    <a:pt x="8372" y="81428"/>
                  </a:lnTo>
                  <a:lnTo>
                    <a:pt x="13953" y="94285"/>
                  </a:lnTo>
                  <a:lnTo>
                    <a:pt x="16744" y="102857"/>
                  </a:lnTo>
                  <a:lnTo>
                    <a:pt x="103255" y="119999"/>
                  </a:lnTo>
                  <a:lnTo>
                    <a:pt x="114418" y="89999"/>
                  </a:lnTo>
                  <a:lnTo>
                    <a:pt x="120000" y="68571"/>
                  </a:lnTo>
                  <a:lnTo>
                    <a:pt x="111627" y="34285"/>
                  </a:lnTo>
                  <a:lnTo>
                    <a:pt x="72558" y="8571"/>
                  </a:lnTo>
                  <a:lnTo>
                    <a:pt x="27906" y="8571"/>
                  </a:lnTo>
                  <a:lnTo>
                    <a:pt x="16744" y="0"/>
                  </a:lnTo>
                  <a:lnTo>
                    <a:pt x="0" y="4285"/>
                  </a:lnTo>
                  <a:lnTo>
                    <a:pt x="0" y="17142"/>
                  </a:lnTo>
                  <a:lnTo>
                    <a:pt x="2790" y="25714"/>
                  </a:lnTo>
                  <a:lnTo>
                    <a:pt x="8372" y="42857"/>
                  </a:lnTo>
                  <a:lnTo>
                    <a:pt x="11162" y="51428"/>
                  </a:lnTo>
                  <a:lnTo>
                    <a:pt x="8372" y="59999"/>
                  </a:lnTo>
                  <a:lnTo>
                    <a:pt x="8372" y="6428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Shape 5150"/>
            <p:cNvSpPr/>
            <p:nvPr/>
          </p:nvSpPr>
          <p:spPr>
            <a:xfrm>
              <a:off x="11811257" y="2848318"/>
              <a:ext cx="33338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476" y="117333"/>
                  </a:moveTo>
                  <a:lnTo>
                    <a:pt x="72380" y="120000"/>
                  </a:lnTo>
                  <a:lnTo>
                    <a:pt x="89523" y="114666"/>
                  </a:lnTo>
                  <a:lnTo>
                    <a:pt x="112380" y="82666"/>
                  </a:lnTo>
                  <a:lnTo>
                    <a:pt x="120000" y="66666"/>
                  </a:lnTo>
                  <a:lnTo>
                    <a:pt x="110476" y="53333"/>
                  </a:lnTo>
                  <a:lnTo>
                    <a:pt x="106666" y="50666"/>
                  </a:lnTo>
                  <a:lnTo>
                    <a:pt x="102857" y="50666"/>
                  </a:lnTo>
                  <a:lnTo>
                    <a:pt x="95238" y="48000"/>
                  </a:lnTo>
                  <a:lnTo>
                    <a:pt x="91428" y="40000"/>
                  </a:lnTo>
                  <a:lnTo>
                    <a:pt x="78095" y="10666"/>
                  </a:lnTo>
                  <a:lnTo>
                    <a:pt x="72380" y="0"/>
                  </a:lnTo>
                  <a:lnTo>
                    <a:pt x="26666" y="10666"/>
                  </a:lnTo>
                  <a:lnTo>
                    <a:pt x="22857" y="13333"/>
                  </a:lnTo>
                  <a:lnTo>
                    <a:pt x="19047" y="21333"/>
                  </a:lnTo>
                  <a:lnTo>
                    <a:pt x="15238" y="26666"/>
                  </a:lnTo>
                  <a:lnTo>
                    <a:pt x="13333" y="42666"/>
                  </a:lnTo>
                  <a:lnTo>
                    <a:pt x="11428" y="45333"/>
                  </a:lnTo>
                  <a:lnTo>
                    <a:pt x="1904" y="53333"/>
                  </a:lnTo>
                  <a:lnTo>
                    <a:pt x="0" y="64000"/>
                  </a:lnTo>
                  <a:lnTo>
                    <a:pt x="47619" y="56000"/>
                  </a:lnTo>
                  <a:lnTo>
                    <a:pt x="57142" y="66666"/>
                  </a:lnTo>
                  <a:lnTo>
                    <a:pt x="59047" y="69333"/>
                  </a:lnTo>
                  <a:lnTo>
                    <a:pt x="64761" y="72000"/>
                  </a:lnTo>
                  <a:lnTo>
                    <a:pt x="70476" y="80000"/>
                  </a:lnTo>
                  <a:lnTo>
                    <a:pt x="68571" y="104000"/>
                  </a:lnTo>
                  <a:lnTo>
                    <a:pt x="70476" y="117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Shape 5151"/>
            <p:cNvSpPr/>
            <p:nvPr/>
          </p:nvSpPr>
          <p:spPr>
            <a:xfrm>
              <a:off x="11176257" y="4485032"/>
              <a:ext cx="19049" cy="38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3333" y="119999"/>
                  </a:moveTo>
                  <a:lnTo>
                    <a:pt x="106666" y="115068"/>
                  </a:lnTo>
                  <a:lnTo>
                    <a:pt x="110000" y="108493"/>
                  </a:lnTo>
                  <a:lnTo>
                    <a:pt x="120000" y="75616"/>
                  </a:lnTo>
                  <a:lnTo>
                    <a:pt x="120000" y="67397"/>
                  </a:lnTo>
                  <a:lnTo>
                    <a:pt x="116666" y="59178"/>
                  </a:lnTo>
                  <a:lnTo>
                    <a:pt x="106666" y="52602"/>
                  </a:lnTo>
                  <a:lnTo>
                    <a:pt x="96666" y="42739"/>
                  </a:lnTo>
                  <a:lnTo>
                    <a:pt x="93333" y="34520"/>
                  </a:lnTo>
                  <a:lnTo>
                    <a:pt x="96666" y="29589"/>
                  </a:lnTo>
                  <a:lnTo>
                    <a:pt x="90000" y="23013"/>
                  </a:lnTo>
                  <a:lnTo>
                    <a:pt x="76666" y="18082"/>
                  </a:lnTo>
                  <a:lnTo>
                    <a:pt x="70000" y="14794"/>
                  </a:lnTo>
                  <a:lnTo>
                    <a:pt x="60000" y="9863"/>
                  </a:lnTo>
                  <a:lnTo>
                    <a:pt x="53333" y="6575"/>
                  </a:lnTo>
                  <a:lnTo>
                    <a:pt x="53333" y="0"/>
                  </a:lnTo>
                  <a:lnTo>
                    <a:pt x="46666" y="1643"/>
                  </a:lnTo>
                  <a:lnTo>
                    <a:pt x="43333" y="6575"/>
                  </a:lnTo>
                  <a:lnTo>
                    <a:pt x="40000" y="13150"/>
                  </a:lnTo>
                  <a:lnTo>
                    <a:pt x="36666" y="18082"/>
                  </a:lnTo>
                  <a:lnTo>
                    <a:pt x="23333" y="24657"/>
                  </a:lnTo>
                  <a:lnTo>
                    <a:pt x="13333" y="29589"/>
                  </a:lnTo>
                  <a:lnTo>
                    <a:pt x="6666" y="34520"/>
                  </a:lnTo>
                  <a:lnTo>
                    <a:pt x="0" y="44383"/>
                  </a:lnTo>
                  <a:lnTo>
                    <a:pt x="0" y="55890"/>
                  </a:lnTo>
                  <a:lnTo>
                    <a:pt x="0" y="72328"/>
                  </a:lnTo>
                  <a:lnTo>
                    <a:pt x="10000" y="83835"/>
                  </a:lnTo>
                  <a:lnTo>
                    <a:pt x="23333" y="95342"/>
                  </a:lnTo>
                  <a:lnTo>
                    <a:pt x="36666" y="103561"/>
                  </a:lnTo>
                  <a:lnTo>
                    <a:pt x="96666" y="119999"/>
                  </a:lnTo>
                  <a:lnTo>
                    <a:pt x="103333" y="11999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Shape 5152"/>
            <p:cNvSpPr/>
            <p:nvPr/>
          </p:nvSpPr>
          <p:spPr>
            <a:xfrm>
              <a:off x="12808207" y="3724619"/>
              <a:ext cx="39688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00" y="40941"/>
                  </a:moveTo>
                  <a:lnTo>
                    <a:pt x="4800" y="42352"/>
                  </a:lnTo>
                  <a:lnTo>
                    <a:pt x="6400" y="45176"/>
                  </a:lnTo>
                  <a:lnTo>
                    <a:pt x="9600" y="49411"/>
                  </a:lnTo>
                  <a:lnTo>
                    <a:pt x="27200" y="59294"/>
                  </a:lnTo>
                  <a:lnTo>
                    <a:pt x="33600" y="63529"/>
                  </a:lnTo>
                  <a:lnTo>
                    <a:pt x="35200" y="72000"/>
                  </a:lnTo>
                  <a:lnTo>
                    <a:pt x="40000" y="73411"/>
                  </a:lnTo>
                  <a:lnTo>
                    <a:pt x="46400" y="74823"/>
                  </a:lnTo>
                  <a:lnTo>
                    <a:pt x="59200" y="101647"/>
                  </a:lnTo>
                  <a:lnTo>
                    <a:pt x="73600" y="108705"/>
                  </a:lnTo>
                  <a:lnTo>
                    <a:pt x="89600" y="104470"/>
                  </a:lnTo>
                  <a:lnTo>
                    <a:pt x="104000" y="108705"/>
                  </a:lnTo>
                  <a:lnTo>
                    <a:pt x="99200" y="110117"/>
                  </a:lnTo>
                  <a:lnTo>
                    <a:pt x="100800" y="112941"/>
                  </a:lnTo>
                  <a:lnTo>
                    <a:pt x="104000" y="117176"/>
                  </a:lnTo>
                  <a:lnTo>
                    <a:pt x="108800" y="120000"/>
                  </a:lnTo>
                  <a:lnTo>
                    <a:pt x="112000" y="120000"/>
                  </a:lnTo>
                  <a:lnTo>
                    <a:pt x="115200" y="117176"/>
                  </a:lnTo>
                  <a:lnTo>
                    <a:pt x="120000" y="114352"/>
                  </a:lnTo>
                  <a:lnTo>
                    <a:pt x="120000" y="111529"/>
                  </a:lnTo>
                  <a:lnTo>
                    <a:pt x="120000" y="104470"/>
                  </a:lnTo>
                  <a:lnTo>
                    <a:pt x="118400" y="101647"/>
                  </a:lnTo>
                  <a:lnTo>
                    <a:pt x="115200" y="101647"/>
                  </a:lnTo>
                  <a:lnTo>
                    <a:pt x="112000" y="97411"/>
                  </a:lnTo>
                  <a:lnTo>
                    <a:pt x="107200" y="96000"/>
                  </a:lnTo>
                  <a:lnTo>
                    <a:pt x="107200" y="96000"/>
                  </a:lnTo>
                  <a:lnTo>
                    <a:pt x="105600" y="94588"/>
                  </a:lnTo>
                  <a:lnTo>
                    <a:pt x="105600" y="91764"/>
                  </a:lnTo>
                  <a:lnTo>
                    <a:pt x="105600" y="90352"/>
                  </a:lnTo>
                  <a:lnTo>
                    <a:pt x="104000" y="87529"/>
                  </a:lnTo>
                  <a:lnTo>
                    <a:pt x="100800" y="84705"/>
                  </a:lnTo>
                  <a:lnTo>
                    <a:pt x="92800" y="74823"/>
                  </a:lnTo>
                  <a:lnTo>
                    <a:pt x="91200" y="72000"/>
                  </a:lnTo>
                  <a:lnTo>
                    <a:pt x="89600" y="66352"/>
                  </a:lnTo>
                  <a:lnTo>
                    <a:pt x="89600" y="60705"/>
                  </a:lnTo>
                  <a:lnTo>
                    <a:pt x="97600" y="49411"/>
                  </a:lnTo>
                  <a:lnTo>
                    <a:pt x="112000" y="45176"/>
                  </a:lnTo>
                  <a:lnTo>
                    <a:pt x="115200" y="35294"/>
                  </a:lnTo>
                  <a:lnTo>
                    <a:pt x="108800" y="32470"/>
                  </a:lnTo>
                  <a:lnTo>
                    <a:pt x="99200" y="31058"/>
                  </a:lnTo>
                  <a:lnTo>
                    <a:pt x="94400" y="28235"/>
                  </a:lnTo>
                  <a:lnTo>
                    <a:pt x="89600" y="24000"/>
                  </a:lnTo>
                  <a:lnTo>
                    <a:pt x="83200" y="18352"/>
                  </a:lnTo>
                  <a:lnTo>
                    <a:pt x="80000" y="15529"/>
                  </a:lnTo>
                  <a:lnTo>
                    <a:pt x="75200" y="12705"/>
                  </a:lnTo>
                  <a:lnTo>
                    <a:pt x="68800" y="12705"/>
                  </a:lnTo>
                  <a:lnTo>
                    <a:pt x="67200" y="14117"/>
                  </a:lnTo>
                  <a:lnTo>
                    <a:pt x="67200" y="26823"/>
                  </a:lnTo>
                  <a:lnTo>
                    <a:pt x="67200" y="31058"/>
                  </a:lnTo>
                  <a:lnTo>
                    <a:pt x="62400" y="48000"/>
                  </a:lnTo>
                  <a:lnTo>
                    <a:pt x="60800" y="52235"/>
                  </a:lnTo>
                  <a:lnTo>
                    <a:pt x="60800" y="55058"/>
                  </a:lnTo>
                  <a:lnTo>
                    <a:pt x="64000" y="62117"/>
                  </a:lnTo>
                  <a:lnTo>
                    <a:pt x="65600" y="69176"/>
                  </a:lnTo>
                  <a:lnTo>
                    <a:pt x="62400" y="69176"/>
                  </a:lnTo>
                  <a:lnTo>
                    <a:pt x="57600" y="63529"/>
                  </a:lnTo>
                  <a:lnTo>
                    <a:pt x="51200" y="56470"/>
                  </a:lnTo>
                  <a:lnTo>
                    <a:pt x="49600" y="49411"/>
                  </a:lnTo>
                  <a:lnTo>
                    <a:pt x="56000" y="40941"/>
                  </a:lnTo>
                  <a:lnTo>
                    <a:pt x="52800" y="32470"/>
                  </a:lnTo>
                  <a:lnTo>
                    <a:pt x="51200" y="28235"/>
                  </a:lnTo>
                  <a:lnTo>
                    <a:pt x="49600" y="16941"/>
                  </a:lnTo>
                  <a:lnTo>
                    <a:pt x="48000" y="11294"/>
                  </a:lnTo>
                  <a:lnTo>
                    <a:pt x="40000" y="5647"/>
                  </a:lnTo>
                  <a:lnTo>
                    <a:pt x="30400" y="1411"/>
                  </a:lnTo>
                  <a:lnTo>
                    <a:pt x="24000" y="0"/>
                  </a:lnTo>
                  <a:lnTo>
                    <a:pt x="1600" y="29647"/>
                  </a:lnTo>
                  <a:lnTo>
                    <a:pt x="0" y="32470"/>
                  </a:lnTo>
                  <a:lnTo>
                    <a:pt x="1600" y="39529"/>
                  </a:lnTo>
                  <a:lnTo>
                    <a:pt x="1600" y="4094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Shape 5153"/>
            <p:cNvSpPr/>
            <p:nvPr/>
          </p:nvSpPr>
          <p:spPr>
            <a:xfrm>
              <a:off x="11752521" y="4311994"/>
              <a:ext cx="20638" cy="301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842" y="10526"/>
                  </a:moveTo>
                  <a:lnTo>
                    <a:pt x="120000" y="4210"/>
                  </a:lnTo>
                  <a:lnTo>
                    <a:pt x="113684" y="0"/>
                  </a:lnTo>
                  <a:lnTo>
                    <a:pt x="104210" y="0"/>
                  </a:lnTo>
                  <a:lnTo>
                    <a:pt x="97894" y="4210"/>
                  </a:lnTo>
                  <a:lnTo>
                    <a:pt x="91578" y="4210"/>
                  </a:lnTo>
                  <a:lnTo>
                    <a:pt x="88421" y="12631"/>
                  </a:lnTo>
                  <a:lnTo>
                    <a:pt x="88421" y="21052"/>
                  </a:lnTo>
                  <a:lnTo>
                    <a:pt x="88421" y="29473"/>
                  </a:lnTo>
                  <a:lnTo>
                    <a:pt x="88421" y="37894"/>
                  </a:lnTo>
                  <a:lnTo>
                    <a:pt x="82105" y="42105"/>
                  </a:lnTo>
                  <a:lnTo>
                    <a:pt x="66315" y="40000"/>
                  </a:lnTo>
                  <a:lnTo>
                    <a:pt x="60000" y="42105"/>
                  </a:lnTo>
                  <a:lnTo>
                    <a:pt x="44210" y="52631"/>
                  </a:lnTo>
                  <a:lnTo>
                    <a:pt x="0" y="75789"/>
                  </a:lnTo>
                  <a:lnTo>
                    <a:pt x="0" y="80000"/>
                  </a:lnTo>
                  <a:lnTo>
                    <a:pt x="22105" y="86315"/>
                  </a:lnTo>
                  <a:lnTo>
                    <a:pt x="28421" y="88421"/>
                  </a:lnTo>
                  <a:lnTo>
                    <a:pt x="44210" y="105263"/>
                  </a:lnTo>
                  <a:lnTo>
                    <a:pt x="50526" y="105263"/>
                  </a:lnTo>
                  <a:lnTo>
                    <a:pt x="60000" y="107368"/>
                  </a:lnTo>
                  <a:lnTo>
                    <a:pt x="85263" y="119999"/>
                  </a:lnTo>
                  <a:lnTo>
                    <a:pt x="91578" y="117894"/>
                  </a:lnTo>
                  <a:lnTo>
                    <a:pt x="104210" y="103157"/>
                  </a:lnTo>
                  <a:lnTo>
                    <a:pt x="113684" y="92631"/>
                  </a:lnTo>
                  <a:lnTo>
                    <a:pt x="113684" y="82105"/>
                  </a:lnTo>
                  <a:lnTo>
                    <a:pt x="113684" y="73684"/>
                  </a:lnTo>
                  <a:lnTo>
                    <a:pt x="104210" y="65263"/>
                  </a:lnTo>
                  <a:lnTo>
                    <a:pt x="91578" y="52631"/>
                  </a:lnTo>
                  <a:lnTo>
                    <a:pt x="97894" y="46315"/>
                  </a:lnTo>
                  <a:lnTo>
                    <a:pt x="107368" y="35789"/>
                  </a:lnTo>
                  <a:lnTo>
                    <a:pt x="107368" y="23157"/>
                  </a:lnTo>
                  <a:lnTo>
                    <a:pt x="101052" y="18947"/>
                  </a:lnTo>
                  <a:lnTo>
                    <a:pt x="113684" y="14736"/>
                  </a:lnTo>
                  <a:lnTo>
                    <a:pt x="116842" y="1052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Shape 5154"/>
            <p:cNvSpPr/>
            <p:nvPr/>
          </p:nvSpPr>
          <p:spPr>
            <a:xfrm>
              <a:off x="12922507" y="3778594"/>
              <a:ext cx="50799" cy="523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5744" y="7272"/>
                  </a:moveTo>
                  <a:lnTo>
                    <a:pt x="33191" y="8484"/>
                  </a:lnTo>
                  <a:lnTo>
                    <a:pt x="30638" y="8484"/>
                  </a:lnTo>
                  <a:lnTo>
                    <a:pt x="28085" y="7272"/>
                  </a:lnTo>
                  <a:lnTo>
                    <a:pt x="26808" y="2424"/>
                  </a:lnTo>
                  <a:lnTo>
                    <a:pt x="22978" y="2424"/>
                  </a:lnTo>
                  <a:lnTo>
                    <a:pt x="7659" y="21818"/>
                  </a:lnTo>
                  <a:lnTo>
                    <a:pt x="7659" y="24242"/>
                  </a:lnTo>
                  <a:lnTo>
                    <a:pt x="7659" y="26666"/>
                  </a:lnTo>
                  <a:lnTo>
                    <a:pt x="10212" y="30303"/>
                  </a:lnTo>
                  <a:lnTo>
                    <a:pt x="12765" y="32727"/>
                  </a:lnTo>
                  <a:lnTo>
                    <a:pt x="12765" y="36363"/>
                  </a:lnTo>
                  <a:lnTo>
                    <a:pt x="15319" y="43636"/>
                  </a:lnTo>
                  <a:lnTo>
                    <a:pt x="21702" y="58181"/>
                  </a:lnTo>
                  <a:lnTo>
                    <a:pt x="24255" y="64242"/>
                  </a:lnTo>
                  <a:lnTo>
                    <a:pt x="22978" y="71515"/>
                  </a:lnTo>
                  <a:lnTo>
                    <a:pt x="21702" y="76363"/>
                  </a:lnTo>
                  <a:lnTo>
                    <a:pt x="17872" y="80000"/>
                  </a:lnTo>
                  <a:lnTo>
                    <a:pt x="12765" y="78787"/>
                  </a:lnTo>
                  <a:lnTo>
                    <a:pt x="14042" y="73939"/>
                  </a:lnTo>
                  <a:lnTo>
                    <a:pt x="8936" y="72727"/>
                  </a:lnTo>
                  <a:lnTo>
                    <a:pt x="6382" y="73939"/>
                  </a:lnTo>
                  <a:lnTo>
                    <a:pt x="0" y="80000"/>
                  </a:lnTo>
                  <a:lnTo>
                    <a:pt x="1276" y="81212"/>
                  </a:lnTo>
                  <a:lnTo>
                    <a:pt x="1276" y="82424"/>
                  </a:lnTo>
                  <a:lnTo>
                    <a:pt x="2553" y="84848"/>
                  </a:lnTo>
                  <a:lnTo>
                    <a:pt x="12765" y="94545"/>
                  </a:lnTo>
                  <a:lnTo>
                    <a:pt x="17872" y="96969"/>
                  </a:lnTo>
                  <a:lnTo>
                    <a:pt x="21702" y="99393"/>
                  </a:lnTo>
                  <a:lnTo>
                    <a:pt x="25531" y="101818"/>
                  </a:lnTo>
                  <a:lnTo>
                    <a:pt x="28085" y="101818"/>
                  </a:lnTo>
                  <a:lnTo>
                    <a:pt x="31914" y="104242"/>
                  </a:lnTo>
                  <a:lnTo>
                    <a:pt x="34468" y="107878"/>
                  </a:lnTo>
                  <a:lnTo>
                    <a:pt x="35744" y="111515"/>
                  </a:lnTo>
                  <a:lnTo>
                    <a:pt x="37021" y="115151"/>
                  </a:lnTo>
                  <a:lnTo>
                    <a:pt x="38297" y="116363"/>
                  </a:lnTo>
                  <a:lnTo>
                    <a:pt x="44680" y="119999"/>
                  </a:lnTo>
                  <a:lnTo>
                    <a:pt x="51063" y="118787"/>
                  </a:lnTo>
                  <a:lnTo>
                    <a:pt x="57446" y="115151"/>
                  </a:lnTo>
                  <a:lnTo>
                    <a:pt x="61276" y="110303"/>
                  </a:lnTo>
                  <a:lnTo>
                    <a:pt x="62553" y="106666"/>
                  </a:lnTo>
                  <a:lnTo>
                    <a:pt x="62553" y="96969"/>
                  </a:lnTo>
                  <a:lnTo>
                    <a:pt x="63829" y="93333"/>
                  </a:lnTo>
                  <a:lnTo>
                    <a:pt x="90638" y="59393"/>
                  </a:lnTo>
                  <a:lnTo>
                    <a:pt x="116170" y="44848"/>
                  </a:lnTo>
                  <a:lnTo>
                    <a:pt x="120000" y="40000"/>
                  </a:lnTo>
                  <a:lnTo>
                    <a:pt x="120000" y="35151"/>
                  </a:lnTo>
                  <a:lnTo>
                    <a:pt x="113617" y="26666"/>
                  </a:lnTo>
                  <a:lnTo>
                    <a:pt x="113617" y="18181"/>
                  </a:lnTo>
                  <a:lnTo>
                    <a:pt x="112340" y="10909"/>
                  </a:lnTo>
                  <a:lnTo>
                    <a:pt x="108510" y="1212"/>
                  </a:lnTo>
                  <a:lnTo>
                    <a:pt x="103404" y="0"/>
                  </a:lnTo>
                  <a:lnTo>
                    <a:pt x="84255" y="7272"/>
                  </a:lnTo>
                  <a:lnTo>
                    <a:pt x="35744" y="727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Shape 5155"/>
            <p:cNvSpPr/>
            <p:nvPr/>
          </p:nvSpPr>
          <p:spPr>
            <a:xfrm>
              <a:off x="12212896" y="319439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Shape 5156"/>
            <p:cNvSpPr/>
            <p:nvPr/>
          </p:nvSpPr>
          <p:spPr>
            <a:xfrm>
              <a:off x="11333421" y="3003893"/>
              <a:ext cx="909638" cy="439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69" y="46498"/>
                  </a:moveTo>
                  <a:lnTo>
                    <a:pt x="113790" y="46064"/>
                  </a:lnTo>
                  <a:lnTo>
                    <a:pt x="113162" y="45054"/>
                  </a:lnTo>
                  <a:lnTo>
                    <a:pt x="113232" y="44332"/>
                  </a:lnTo>
                  <a:lnTo>
                    <a:pt x="113441" y="44043"/>
                  </a:lnTo>
                  <a:lnTo>
                    <a:pt x="113790" y="43898"/>
                  </a:lnTo>
                  <a:lnTo>
                    <a:pt x="113581" y="43754"/>
                  </a:lnTo>
                  <a:lnTo>
                    <a:pt x="113093" y="43321"/>
                  </a:lnTo>
                  <a:lnTo>
                    <a:pt x="108697" y="46209"/>
                  </a:lnTo>
                  <a:lnTo>
                    <a:pt x="108767" y="45342"/>
                  </a:lnTo>
                  <a:lnTo>
                    <a:pt x="110511" y="41877"/>
                  </a:lnTo>
                  <a:lnTo>
                    <a:pt x="110720" y="41155"/>
                  </a:lnTo>
                  <a:lnTo>
                    <a:pt x="110372" y="40577"/>
                  </a:lnTo>
                  <a:lnTo>
                    <a:pt x="110023" y="41299"/>
                  </a:lnTo>
                  <a:lnTo>
                    <a:pt x="109744" y="41299"/>
                  </a:lnTo>
                  <a:lnTo>
                    <a:pt x="109674" y="40866"/>
                  </a:lnTo>
                  <a:lnTo>
                    <a:pt x="109674" y="40433"/>
                  </a:lnTo>
                  <a:lnTo>
                    <a:pt x="109674" y="40144"/>
                  </a:lnTo>
                  <a:lnTo>
                    <a:pt x="109744" y="40144"/>
                  </a:lnTo>
                  <a:lnTo>
                    <a:pt x="109534" y="39422"/>
                  </a:lnTo>
                  <a:lnTo>
                    <a:pt x="109255" y="38989"/>
                  </a:lnTo>
                  <a:lnTo>
                    <a:pt x="108767" y="38844"/>
                  </a:lnTo>
                  <a:lnTo>
                    <a:pt x="108348" y="38267"/>
                  </a:lnTo>
                  <a:lnTo>
                    <a:pt x="107441" y="37689"/>
                  </a:lnTo>
                  <a:lnTo>
                    <a:pt x="106953" y="38122"/>
                  </a:lnTo>
                  <a:lnTo>
                    <a:pt x="106744" y="37978"/>
                  </a:lnTo>
                  <a:lnTo>
                    <a:pt x="106744" y="37689"/>
                  </a:lnTo>
                  <a:lnTo>
                    <a:pt x="106604" y="37400"/>
                  </a:lnTo>
                  <a:lnTo>
                    <a:pt x="106534" y="37400"/>
                  </a:lnTo>
                  <a:lnTo>
                    <a:pt x="106255" y="37256"/>
                  </a:lnTo>
                  <a:lnTo>
                    <a:pt x="103325" y="40288"/>
                  </a:lnTo>
                  <a:lnTo>
                    <a:pt x="102697" y="40144"/>
                  </a:lnTo>
                  <a:lnTo>
                    <a:pt x="102418" y="40000"/>
                  </a:lnTo>
                  <a:lnTo>
                    <a:pt x="102069" y="39855"/>
                  </a:lnTo>
                  <a:lnTo>
                    <a:pt x="101720" y="40288"/>
                  </a:lnTo>
                  <a:lnTo>
                    <a:pt x="101372" y="40000"/>
                  </a:lnTo>
                  <a:lnTo>
                    <a:pt x="101372" y="38267"/>
                  </a:lnTo>
                  <a:lnTo>
                    <a:pt x="101581" y="36245"/>
                  </a:lnTo>
                  <a:lnTo>
                    <a:pt x="101581" y="35956"/>
                  </a:lnTo>
                  <a:lnTo>
                    <a:pt x="101720" y="35812"/>
                  </a:lnTo>
                  <a:lnTo>
                    <a:pt x="101790" y="35667"/>
                  </a:lnTo>
                  <a:lnTo>
                    <a:pt x="101790" y="34801"/>
                  </a:lnTo>
                  <a:lnTo>
                    <a:pt x="101790" y="34657"/>
                  </a:lnTo>
                  <a:lnTo>
                    <a:pt x="101720" y="34079"/>
                  </a:lnTo>
                  <a:lnTo>
                    <a:pt x="101511" y="33790"/>
                  </a:lnTo>
                  <a:lnTo>
                    <a:pt x="93558" y="34657"/>
                  </a:lnTo>
                  <a:lnTo>
                    <a:pt x="93139" y="35667"/>
                  </a:lnTo>
                  <a:lnTo>
                    <a:pt x="92581" y="35956"/>
                  </a:lnTo>
                  <a:lnTo>
                    <a:pt x="92441" y="36534"/>
                  </a:lnTo>
                  <a:lnTo>
                    <a:pt x="91883" y="36823"/>
                  </a:lnTo>
                  <a:lnTo>
                    <a:pt x="89651" y="42310"/>
                  </a:lnTo>
                  <a:lnTo>
                    <a:pt x="89441" y="42310"/>
                  </a:lnTo>
                  <a:lnTo>
                    <a:pt x="89023" y="41732"/>
                  </a:lnTo>
                  <a:lnTo>
                    <a:pt x="88813" y="41732"/>
                  </a:lnTo>
                  <a:lnTo>
                    <a:pt x="88465" y="42599"/>
                  </a:lnTo>
                  <a:lnTo>
                    <a:pt x="87627" y="42743"/>
                  </a:lnTo>
                  <a:lnTo>
                    <a:pt x="87418" y="42599"/>
                  </a:lnTo>
                  <a:lnTo>
                    <a:pt x="86511" y="40577"/>
                  </a:lnTo>
                  <a:lnTo>
                    <a:pt x="85534" y="41444"/>
                  </a:lnTo>
                  <a:lnTo>
                    <a:pt x="84976" y="41010"/>
                  </a:lnTo>
                  <a:lnTo>
                    <a:pt x="85255" y="40288"/>
                  </a:lnTo>
                  <a:lnTo>
                    <a:pt x="85255" y="40144"/>
                  </a:lnTo>
                  <a:lnTo>
                    <a:pt x="84976" y="40000"/>
                  </a:lnTo>
                  <a:lnTo>
                    <a:pt x="84418" y="40866"/>
                  </a:lnTo>
                  <a:lnTo>
                    <a:pt x="83372" y="40577"/>
                  </a:lnTo>
                  <a:lnTo>
                    <a:pt x="83511" y="41010"/>
                  </a:lnTo>
                  <a:lnTo>
                    <a:pt x="83930" y="41155"/>
                  </a:lnTo>
                  <a:lnTo>
                    <a:pt x="83930" y="41588"/>
                  </a:lnTo>
                  <a:lnTo>
                    <a:pt x="83581" y="43465"/>
                  </a:lnTo>
                  <a:lnTo>
                    <a:pt x="82674" y="44332"/>
                  </a:lnTo>
                  <a:lnTo>
                    <a:pt x="82534" y="45054"/>
                  </a:lnTo>
                  <a:lnTo>
                    <a:pt x="82255" y="47220"/>
                  </a:lnTo>
                  <a:lnTo>
                    <a:pt x="80093" y="49386"/>
                  </a:lnTo>
                  <a:lnTo>
                    <a:pt x="80372" y="50252"/>
                  </a:lnTo>
                  <a:lnTo>
                    <a:pt x="80511" y="50830"/>
                  </a:lnTo>
                  <a:lnTo>
                    <a:pt x="80372" y="51263"/>
                  </a:lnTo>
                  <a:lnTo>
                    <a:pt x="80720" y="51552"/>
                  </a:lnTo>
                  <a:lnTo>
                    <a:pt x="81209" y="51263"/>
                  </a:lnTo>
                  <a:lnTo>
                    <a:pt x="81488" y="51552"/>
                  </a:lnTo>
                  <a:lnTo>
                    <a:pt x="81139" y="52418"/>
                  </a:lnTo>
                  <a:lnTo>
                    <a:pt x="79465" y="51407"/>
                  </a:lnTo>
                  <a:lnTo>
                    <a:pt x="77930" y="52274"/>
                  </a:lnTo>
                  <a:lnTo>
                    <a:pt x="78000" y="52274"/>
                  </a:lnTo>
                  <a:lnTo>
                    <a:pt x="78139" y="52418"/>
                  </a:lnTo>
                  <a:lnTo>
                    <a:pt x="78209" y="52707"/>
                  </a:lnTo>
                  <a:lnTo>
                    <a:pt x="78069" y="52851"/>
                  </a:lnTo>
                  <a:lnTo>
                    <a:pt x="77930" y="53429"/>
                  </a:lnTo>
                  <a:lnTo>
                    <a:pt x="77790" y="53718"/>
                  </a:lnTo>
                  <a:lnTo>
                    <a:pt x="77372" y="53718"/>
                  </a:lnTo>
                  <a:lnTo>
                    <a:pt x="77232" y="53862"/>
                  </a:lnTo>
                  <a:lnTo>
                    <a:pt x="77232" y="54296"/>
                  </a:lnTo>
                  <a:lnTo>
                    <a:pt x="77232" y="54729"/>
                  </a:lnTo>
                  <a:lnTo>
                    <a:pt x="77302" y="55162"/>
                  </a:lnTo>
                  <a:lnTo>
                    <a:pt x="77232" y="55306"/>
                  </a:lnTo>
                  <a:lnTo>
                    <a:pt x="76674" y="55451"/>
                  </a:lnTo>
                  <a:lnTo>
                    <a:pt x="76744" y="55740"/>
                  </a:lnTo>
                  <a:lnTo>
                    <a:pt x="76744" y="55884"/>
                  </a:lnTo>
                  <a:lnTo>
                    <a:pt x="76813" y="56028"/>
                  </a:lnTo>
                  <a:lnTo>
                    <a:pt x="76744" y="56028"/>
                  </a:lnTo>
                  <a:lnTo>
                    <a:pt x="76744" y="56173"/>
                  </a:lnTo>
                  <a:lnTo>
                    <a:pt x="76674" y="56606"/>
                  </a:lnTo>
                  <a:lnTo>
                    <a:pt x="76674" y="56750"/>
                  </a:lnTo>
                  <a:lnTo>
                    <a:pt x="76674" y="56895"/>
                  </a:lnTo>
                  <a:lnTo>
                    <a:pt x="76813" y="56895"/>
                  </a:lnTo>
                  <a:lnTo>
                    <a:pt x="77302" y="57039"/>
                  </a:lnTo>
                  <a:lnTo>
                    <a:pt x="77372" y="57328"/>
                  </a:lnTo>
                  <a:lnTo>
                    <a:pt x="76255" y="57184"/>
                  </a:lnTo>
                  <a:lnTo>
                    <a:pt x="75906" y="58050"/>
                  </a:lnTo>
                  <a:lnTo>
                    <a:pt x="75279" y="57906"/>
                  </a:lnTo>
                  <a:lnTo>
                    <a:pt x="75139" y="57617"/>
                  </a:lnTo>
                  <a:lnTo>
                    <a:pt x="75139" y="57184"/>
                  </a:lnTo>
                  <a:lnTo>
                    <a:pt x="75209" y="56028"/>
                  </a:lnTo>
                  <a:lnTo>
                    <a:pt x="74790" y="56606"/>
                  </a:lnTo>
                  <a:lnTo>
                    <a:pt x="74302" y="58772"/>
                  </a:lnTo>
                  <a:lnTo>
                    <a:pt x="72558" y="60794"/>
                  </a:lnTo>
                  <a:lnTo>
                    <a:pt x="72069" y="61805"/>
                  </a:lnTo>
                  <a:lnTo>
                    <a:pt x="71860" y="62238"/>
                  </a:lnTo>
                  <a:lnTo>
                    <a:pt x="71790" y="62382"/>
                  </a:lnTo>
                  <a:lnTo>
                    <a:pt x="71930" y="62815"/>
                  </a:lnTo>
                  <a:lnTo>
                    <a:pt x="72069" y="63249"/>
                  </a:lnTo>
                  <a:lnTo>
                    <a:pt x="72139" y="63393"/>
                  </a:lnTo>
                  <a:lnTo>
                    <a:pt x="73604" y="63826"/>
                  </a:lnTo>
                  <a:lnTo>
                    <a:pt x="74302" y="64837"/>
                  </a:lnTo>
                  <a:lnTo>
                    <a:pt x="74581" y="65270"/>
                  </a:lnTo>
                  <a:lnTo>
                    <a:pt x="75976" y="65270"/>
                  </a:lnTo>
                  <a:lnTo>
                    <a:pt x="76186" y="65703"/>
                  </a:lnTo>
                  <a:lnTo>
                    <a:pt x="76186" y="65415"/>
                  </a:lnTo>
                  <a:lnTo>
                    <a:pt x="76255" y="65415"/>
                  </a:lnTo>
                  <a:lnTo>
                    <a:pt x="76465" y="65559"/>
                  </a:lnTo>
                  <a:lnTo>
                    <a:pt x="76465" y="65848"/>
                  </a:lnTo>
                  <a:lnTo>
                    <a:pt x="74581" y="66570"/>
                  </a:lnTo>
                  <a:lnTo>
                    <a:pt x="73325" y="66137"/>
                  </a:lnTo>
                  <a:lnTo>
                    <a:pt x="72000" y="67148"/>
                  </a:lnTo>
                  <a:lnTo>
                    <a:pt x="70953" y="69602"/>
                  </a:lnTo>
                  <a:lnTo>
                    <a:pt x="69627" y="70469"/>
                  </a:lnTo>
                  <a:lnTo>
                    <a:pt x="70674" y="68158"/>
                  </a:lnTo>
                  <a:lnTo>
                    <a:pt x="70744" y="67581"/>
                  </a:lnTo>
                  <a:lnTo>
                    <a:pt x="70883" y="66859"/>
                  </a:lnTo>
                  <a:lnTo>
                    <a:pt x="70674" y="66859"/>
                  </a:lnTo>
                  <a:lnTo>
                    <a:pt x="69697" y="65415"/>
                  </a:lnTo>
                  <a:lnTo>
                    <a:pt x="69209" y="65126"/>
                  </a:lnTo>
                  <a:lnTo>
                    <a:pt x="67953" y="65559"/>
                  </a:lnTo>
                  <a:lnTo>
                    <a:pt x="65720" y="62671"/>
                  </a:lnTo>
                  <a:lnTo>
                    <a:pt x="65581" y="62238"/>
                  </a:lnTo>
                  <a:lnTo>
                    <a:pt x="65511" y="61660"/>
                  </a:lnTo>
                  <a:lnTo>
                    <a:pt x="65441" y="61227"/>
                  </a:lnTo>
                  <a:lnTo>
                    <a:pt x="65232" y="60938"/>
                  </a:lnTo>
                  <a:lnTo>
                    <a:pt x="65162" y="60505"/>
                  </a:lnTo>
                  <a:lnTo>
                    <a:pt x="64046" y="59494"/>
                  </a:lnTo>
                  <a:lnTo>
                    <a:pt x="63488" y="60072"/>
                  </a:lnTo>
                  <a:lnTo>
                    <a:pt x="63418" y="60361"/>
                  </a:lnTo>
                  <a:lnTo>
                    <a:pt x="63348" y="60938"/>
                  </a:lnTo>
                  <a:lnTo>
                    <a:pt x="63348" y="61371"/>
                  </a:lnTo>
                  <a:lnTo>
                    <a:pt x="63348" y="61516"/>
                  </a:lnTo>
                  <a:lnTo>
                    <a:pt x="63209" y="61660"/>
                  </a:lnTo>
                  <a:lnTo>
                    <a:pt x="63139" y="62527"/>
                  </a:lnTo>
                  <a:lnTo>
                    <a:pt x="63069" y="62671"/>
                  </a:lnTo>
                  <a:lnTo>
                    <a:pt x="62860" y="62815"/>
                  </a:lnTo>
                  <a:lnTo>
                    <a:pt x="62860" y="63104"/>
                  </a:lnTo>
                  <a:lnTo>
                    <a:pt x="62930" y="63971"/>
                  </a:lnTo>
                  <a:lnTo>
                    <a:pt x="63069" y="64693"/>
                  </a:lnTo>
                  <a:lnTo>
                    <a:pt x="63418" y="65270"/>
                  </a:lnTo>
                  <a:lnTo>
                    <a:pt x="63697" y="65848"/>
                  </a:lnTo>
                  <a:lnTo>
                    <a:pt x="63767" y="67436"/>
                  </a:lnTo>
                  <a:lnTo>
                    <a:pt x="63627" y="68303"/>
                  </a:lnTo>
                  <a:lnTo>
                    <a:pt x="63348" y="68592"/>
                  </a:lnTo>
                  <a:lnTo>
                    <a:pt x="62790" y="68736"/>
                  </a:lnTo>
                  <a:lnTo>
                    <a:pt x="62720" y="68447"/>
                  </a:lnTo>
                  <a:lnTo>
                    <a:pt x="62930" y="68303"/>
                  </a:lnTo>
                  <a:lnTo>
                    <a:pt x="63069" y="68014"/>
                  </a:lnTo>
                  <a:lnTo>
                    <a:pt x="63209" y="67436"/>
                  </a:lnTo>
                  <a:lnTo>
                    <a:pt x="63209" y="66570"/>
                  </a:lnTo>
                  <a:lnTo>
                    <a:pt x="63000" y="66281"/>
                  </a:lnTo>
                  <a:lnTo>
                    <a:pt x="62302" y="65270"/>
                  </a:lnTo>
                  <a:lnTo>
                    <a:pt x="62162" y="64548"/>
                  </a:lnTo>
                  <a:lnTo>
                    <a:pt x="62093" y="63826"/>
                  </a:lnTo>
                  <a:lnTo>
                    <a:pt x="61744" y="63104"/>
                  </a:lnTo>
                  <a:lnTo>
                    <a:pt x="61116" y="62815"/>
                  </a:lnTo>
                  <a:lnTo>
                    <a:pt x="60000" y="64837"/>
                  </a:lnTo>
                  <a:lnTo>
                    <a:pt x="60069" y="64837"/>
                  </a:lnTo>
                  <a:lnTo>
                    <a:pt x="60000" y="64837"/>
                  </a:lnTo>
                  <a:lnTo>
                    <a:pt x="59930" y="65126"/>
                  </a:lnTo>
                  <a:lnTo>
                    <a:pt x="59790" y="65415"/>
                  </a:lnTo>
                  <a:lnTo>
                    <a:pt x="59790" y="65703"/>
                  </a:lnTo>
                  <a:lnTo>
                    <a:pt x="59790" y="65703"/>
                  </a:lnTo>
                  <a:lnTo>
                    <a:pt x="58813" y="68158"/>
                  </a:lnTo>
                  <a:lnTo>
                    <a:pt x="58813" y="68447"/>
                  </a:lnTo>
                  <a:lnTo>
                    <a:pt x="58813" y="68880"/>
                  </a:lnTo>
                  <a:lnTo>
                    <a:pt x="58744" y="69025"/>
                  </a:lnTo>
                  <a:lnTo>
                    <a:pt x="58604" y="68880"/>
                  </a:lnTo>
                  <a:lnTo>
                    <a:pt x="58674" y="69314"/>
                  </a:lnTo>
                  <a:lnTo>
                    <a:pt x="58534" y="68880"/>
                  </a:lnTo>
                  <a:lnTo>
                    <a:pt x="58046" y="68447"/>
                  </a:lnTo>
                  <a:lnTo>
                    <a:pt x="58046" y="68158"/>
                  </a:lnTo>
                  <a:lnTo>
                    <a:pt x="58116" y="68014"/>
                  </a:lnTo>
                  <a:lnTo>
                    <a:pt x="58325" y="67292"/>
                  </a:lnTo>
                  <a:lnTo>
                    <a:pt x="58604" y="67148"/>
                  </a:lnTo>
                  <a:lnTo>
                    <a:pt x="58604" y="66859"/>
                  </a:lnTo>
                  <a:lnTo>
                    <a:pt x="58534" y="66137"/>
                  </a:lnTo>
                  <a:lnTo>
                    <a:pt x="58325" y="65559"/>
                  </a:lnTo>
                  <a:lnTo>
                    <a:pt x="57558" y="65126"/>
                  </a:lnTo>
                  <a:lnTo>
                    <a:pt x="56302" y="62960"/>
                  </a:lnTo>
                  <a:lnTo>
                    <a:pt x="55465" y="60794"/>
                  </a:lnTo>
                  <a:lnTo>
                    <a:pt x="55255" y="60505"/>
                  </a:lnTo>
                  <a:lnTo>
                    <a:pt x="54697" y="59783"/>
                  </a:lnTo>
                  <a:lnTo>
                    <a:pt x="54488" y="59638"/>
                  </a:lnTo>
                  <a:lnTo>
                    <a:pt x="54209" y="60072"/>
                  </a:lnTo>
                  <a:lnTo>
                    <a:pt x="54418" y="61660"/>
                  </a:lnTo>
                  <a:lnTo>
                    <a:pt x="54139" y="62671"/>
                  </a:lnTo>
                  <a:lnTo>
                    <a:pt x="53651" y="63971"/>
                  </a:lnTo>
                  <a:lnTo>
                    <a:pt x="54488" y="66714"/>
                  </a:lnTo>
                  <a:lnTo>
                    <a:pt x="54767" y="67725"/>
                  </a:lnTo>
                  <a:lnTo>
                    <a:pt x="55255" y="69891"/>
                  </a:lnTo>
                  <a:lnTo>
                    <a:pt x="55325" y="70324"/>
                  </a:lnTo>
                  <a:lnTo>
                    <a:pt x="55325" y="71624"/>
                  </a:lnTo>
                  <a:lnTo>
                    <a:pt x="55325" y="72202"/>
                  </a:lnTo>
                  <a:lnTo>
                    <a:pt x="54418" y="72779"/>
                  </a:lnTo>
                  <a:lnTo>
                    <a:pt x="54209" y="72779"/>
                  </a:lnTo>
                  <a:lnTo>
                    <a:pt x="54000" y="72635"/>
                  </a:lnTo>
                  <a:lnTo>
                    <a:pt x="53860" y="71913"/>
                  </a:lnTo>
                  <a:lnTo>
                    <a:pt x="53860" y="71046"/>
                  </a:lnTo>
                  <a:lnTo>
                    <a:pt x="53651" y="70902"/>
                  </a:lnTo>
                  <a:lnTo>
                    <a:pt x="53162" y="70758"/>
                  </a:lnTo>
                  <a:lnTo>
                    <a:pt x="52883" y="70324"/>
                  </a:lnTo>
                  <a:lnTo>
                    <a:pt x="52813" y="69747"/>
                  </a:lnTo>
                  <a:lnTo>
                    <a:pt x="52744" y="69314"/>
                  </a:lnTo>
                  <a:lnTo>
                    <a:pt x="52744" y="68880"/>
                  </a:lnTo>
                  <a:lnTo>
                    <a:pt x="52534" y="68736"/>
                  </a:lnTo>
                  <a:lnTo>
                    <a:pt x="52465" y="68447"/>
                  </a:lnTo>
                  <a:lnTo>
                    <a:pt x="52116" y="66714"/>
                  </a:lnTo>
                  <a:lnTo>
                    <a:pt x="51976" y="65992"/>
                  </a:lnTo>
                  <a:lnTo>
                    <a:pt x="51767" y="65703"/>
                  </a:lnTo>
                  <a:lnTo>
                    <a:pt x="50441" y="65848"/>
                  </a:lnTo>
                  <a:lnTo>
                    <a:pt x="50232" y="66281"/>
                  </a:lnTo>
                  <a:lnTo>
                    <a:pt x="49953" y="67581"/>
                  </a:lnTo>
                  <a:lnTo>
                    <a:pt x="49813" y="68014"/>
                  </a:lnTo>
                  <a:lnTo>
                    <a:pt x="48976" y="68447"/>
                  </a:lnTo>
                  <a:lnTo>
                    <a:pt x="48697" y="68014"/>
                  </a:lnTo>
                  <a:lnTo>
                    <a:pt x="48837" y="67292"/>
                  </a:lnTo>
                  <a:lnTo>
                    <a:pt x="49465" y="67436"/>
                  </a:lnTo>
                  <a:lnTo>
                    <a:pt x="49674" y="66859"/>
                  </a:lnTo>
                  <a:lnTo>
                    <a:pt x="49255" y="65992"/>
                  </a:lnTo>
                  <a:lnTo>
                    <a:pt x="48627" y="67292"/>
                  </a:lnTo>
                  <a:lnTo>
                    <a:pt x="48279" y="67003"/>
                  </a:lnTo>
                  <a:lnTo>
                    <a:pt x="48418" y="66859"/>
                  </a:lnTo>
                  <a:lnTo>
                    <a:pt x="48627" y="66281"/>
                  </a:lnTo>
                  <a:lnTo>
                    <a:pt x="48767" y="65559"/>
                  </a:lnTo>
                  <a:lnTo>
                    <a:pt x="48767" y="64693"/>
                  </a:lnTo>
                  <a:lnTo>
                    <a:pt x="50441" y="64404"/>
                  </a:lnTo>
                  <a:lnTo>
                    <a:pt x="50860" y="63249"/>
                  </a:lnTo>
                  <a:lnTo>
                    <a:pt x="51139" y="63393"/>
                  </a:lnTo>
                  <a:lnTo>
                    <a:pt x="51279" y="63249"/>
                  </a:lnTo>
                  <a:lnTo>
                    <a:pt x="51209" y="63104"/>
                  </a:lnTo>
                  <a:lnTo>
                    <a:pt x="51279" y="61805"/>
                  </a:lnTo>
                  <a:lnTo>
                    <a:pt x="51209" y="59494"/>
                  </a:lnTo>
                  <a:lnTo>
                    <a:pt x="51209" y="58628"/>
                  </a:lnTo>
                  <a:lnTo>
                    <a:pt x="51279" y="57328"/>
                  </a:lnTo>
                  <a:lnTo>
                    <a:pt x="51279" y="56750"/>
                  </a:lnTo>
                  <a:lnTo>
                    <a:pt x="51139" y="55740"/>
                  </a:lnTo>
                  <a:lnTo>
                    <a:pt x="50860" y="55162"/>
                  </a:lnTo>
                  <a:lnTo>
                    <a:pt x="50023" y="54873"/>
                  </a:lnTo>
                  <a:lnTo>
                    <a:pt x="49116" y="52996"/>
                  </a:lnTo>
                  <a:lnTo>
                    <a:pt x="48558" y="52707"/>
                  </a:lnTo>
                  <a:lnTo>
                    <a:pt x="48069" y="52707"/>
                  </a:lnTo>
                  <a:lnTo>
                    <a:pt x="48000" y="52707"/>
                  </a:lnTo>
                  <a:lnTo>
                    <a:pt x="48000" y="52707"/>
                  </a:lnTo>
                  <a:lnTo>
                    <a:pt x="47930" y="52851"/>
                  </a:lnTo>
                  <a:lnTo>
                    <a:pt x="47930" y="52996"/>
                  </a:lnTo>
                  <a:lnTo>
                    <a:pt x="48418" y="52851"/>
                  </a:lnTo>
                  <a:lnTo>
                    <a:pt x="48418" y="53429"/>
                  </a:lnTo>
                  <a:lnTo>
                    <a:pt x="48279" y="53718"/>
                  </a:lnTo>
                  <a:lnTo>
                    <a:pt x="48069" y="53718"/>
                  </a:lnTo>
                  <a:lnTo>
                    <a:pt x="48000" y="53862"/>
                  </a:lnTo>
                  <a:lnTo>
                    <a:pt x="47790" y="54729"/>
                  </a:lnTo>
                  <a:lnTo>
                    <a:pt x="47720" y="54873"/>
                  </a:lnTo>
                  <a:lnTo>
                    <a:pt x="47651" y="55884"/>
                  </a:lnTo>
                  <a:lnTo>
                    <a:pt x="47651" y="56173"/>
                  </a:lnTo>
                  <a:lnTo>
                    <a:pt x="47581" y="56606"/>
                  </a:lnTo>
                  <a:lnTo>
                    <a:pt x="47372" y="56606"/>
                  </a:lnTo>
                  <a:lnTo>
                    <a:pt x="47302" y="56606"/>
                  </a:lnTo>
                  <a:lnTo>
                    <a:pt x="47232" y="56462"/>
                  </a:lnTo>
                  <a:lnTo>
                    <a:pt x="47232" y="55884"/>
                  </a:lnTo>
                  <a:lnTo>
                    <a:pt x="47302" y="55740"/>
                  </a:lnTo>
                  <a:lnTo>
                    <a:pt x="47093" y="55306"/>
                  </a:lnTo>
                  <a:lnTo>
                    <a:pt x="47093" y="55162"/>
                  </a:lnTo>
                  <a:lnTo>
                    <a:pt x="47023" y="54007"/>
                  </a:lnTo>
                  <a:lnTo>
                    <a:pt x="47232" y="51841"/>
                  </a:lnTo>
                  <a:lnTo>
                    <a:pt x="47302" y="50830"/>
                  </a:lnTo>
                  <a:lnTo>
                    <a:pt x="46604" y="49819"/>
                  </a:lnTo>
                  <a:lnTo>
                    <a:pt x="46465" y="49530"/>
                  </a:lnTo>
                  <a:lnTo>
                    <a:pt x="46395" y="49097"/>
                  </a:lnTo>
                  <a:lnTo>
                    <a:pt x="46325" y="48808"/>
                  </a:lnTo>
                  <a:lnTo>
                    <a:pt x="46116" y="48231"/>
                  </a:lnTo>
                  <a:lnTo>
                    <a:pt x="45976" y="47942"/>
                  </a:lnTo>
                  <a:lnTo>
                    <a:pt x="45348" y="47942"/>
                  </a:lnTo>
                  <a:lnTo>
                    <a:pt x="45279" y="47653"/>
                  </a:lnTo>
                  <a:lnTo>
                    <a:pt x="45209" y="47075"/>
                  </a:lnTo>
                  <a:lnTo>
                    <a:pt x="45279" y="46498"/>
                  </a:lnTo>
                  <a:lnTo>
                    <a:pt x="45348" y="46064"/>
                  </a:lnTo>
                  <a:lnTo>
                    <a:pt x="45069" y="45776"/>
                  </a:lnTo>
                  <a:lnTo>
                    <a:pt x="44860" y="45631"/>
                  </a:lnTo>
                  <a:lnTo>
                    <a:pt x="44581" y="46064"/>
                  </a:lnTo>
                  <a:lnTo>
                    <a:pt x="44441" y="47075"/>
                  </a:lnTo>
                  <a:lnTo>
                    <a:pt x="44511" y="47653"/>
                  </a:lnTo>
                  <a:lnTo>
                    <a:pt x="44441" y="48953"/>
                  </a:lnTo>
                  <a:lnTo>
                    <a:pt x="44441" y="49963"/>
                  </a:lnTo>
                  <a:lnTo>
                    <a:pt x="44023" y="49963"/>
                  </a:lnTo>
                  <a:lnTo>
                    <a:pt x="43883" y="49675"/>
                  </a:lnTo>
                  <a:lnTo>
                    <a:pt x="43674" y="48808"/>
                  </a:lnTo>
                  <a:lnTo>
                    <a:pt x="43534" y="48519"/>
                  </a:lnTo>
                  <a:lnTo>
                    <a:pt x="43046" y="48375"/>
                  </a:lnTo>
                  <a:lnTo>
                    <a:pt x="42976" y="48664"/>
                  </a:lnTo>
                  <a:lnTo>
                    <a:pt x="42976" y="49530"/>
                  </a:lnTo>
                  <a:lnTo>
                    <a:pt x="42906" y="49819"/>
                  </a:lnTo>
                  <a:lnTo>
                    <a:pt x="42418" y="50541"/>
                  </a:lnTo>
                  <a:lnTo>
                    <a:pt x="42209" y="52274"/>
                  </a:lnTo>
                  <a:lnTo>
                    <a:pt x="42139" y="52563"/>
                  </a:lnTo>
                  <a:lnTo>
                    <a:pt x="41930" y="51696"/>
                  </a:lnTo>
                  <a:lnTo>
                    <a:pt x="41860" y="50397"/>
                  </a:lnTo>
                  <a:lnTo>
                    <a:pt x="42000" y="49819"/>
                  </a:lnTo>
                  <a:lnTo>
                    <a:pt x="42209" y="49386"/>
                  </a:lnTo>
                  <a:lnTo>
                    <a:pt x="42348" y="48664"/>
                  </a:lnTo>
                  <a:lnTo>
                    <a:pt x="42000" y="48231"/>
                  </a:lnTo>
                  <a:lnTo>
                    <a:pt x="41790" y="48231"/>
                  </a:lnTo>
                  <a:lnTo>
                    <a:pt x="41511" y="48231"/>
                  </a:lnTo>
                  <a:lnTo>
                    <a:pt x="40953" y="49819"/>
                  </a:lnTo>
                  <a:lnTo>
                    <a:pt x="40744" y="49963"/>
                  </a:lnTo>
                  <a:lnTo>
                    <a:pt x="40395" y="49675"/>
                  </a:lnTo>
                  <a:lnTo>
                    <a:pt x="40465" y="49097"/>
                  </a:lnTo>
                  <a:lnTo>
                    <a:pt x="40534" y="48808"/>
                  </a:lnTo>
                  <a:lnTo>
                    <a:pt x="40813" y="48808"/>
                  </a:lnTo>
                  <a:lnTo>
                    <a:pt x="40534" y="48375"/>
                  </a:lnTo>
                  <a:lnTo>
                    <a:pt x="40325" y="47942"/>
                  </a:lnTo>
                  <a:lnTo>
                    <a:pt x="40116" y="47942"/>
                  </a:lnTo>
                  <a:lnTo>
                    <a:pt x="39906" y="48086"/>
                  </a:lnTo>
                  <a:lnTo>
                    <a:pt x="39837" y="48519"/>
                  </a:lnTo>
                  <a:lnTo>
                    <a:pt x="39767" y="49819"/>
                  </a:lnTo>
                  <a:lnTo>
                    <a:pt x="39697" y="50252"/>
                  </a:lnTo>
                  <a:lnTo>
                    <a:pt x="39418" y="51985"/>
                  </a:lnTo>
                  <a:lnTo>
                    <a:pt x="38790" y="53140"/>
                  </a:lnTo>
                  <a:lnTo>
                    <a:pt x="38581" y="53718"/>
                  </a:lnTo>
                  <a:lnTo>
                    <a:pt x="38720" y="53718"/>
                  </a:lnTo>
                  <a:lnTo>
                    <a:pt x="38790" y="54296"/>
                  </a:lnTo>
                  <a:lnTo>
                    <a:pt x="38720" y="54584"/>
                  </a:lnTo>
                  <a:lnTo>
                    <a:pt x="38720" y="55884"/>
                  </a:lnTo>
                  <a:lnTo>
                    <a:pt x="38511" y="56462"/>
                  </a:lnTo>
                  <a:lnTo>
                    <a:pt x="38511" y="56028"/>
                  </a:lnTo>
                  <a:lnTo>
                    <a:pt x="38441" y="56750"/>
                  </a:lnTo>
                  <a:lnTo>
                    <a:pt x="38372" y="56173"/>
                  </a:lnTo>
                  <a:lnTo>
                    <a:pt x="38372" y="55162"/>
                  </a:lnTo>
                  <a:lnTo>
                    <a:pt x="38302" y="54440"/>
                  </a:lnTo>
                  <a:lnTo>
                    <a:pt x="38162" y="53862"/>
                  </a:lnTo>
                  <a:lnTo>
                    <a:pt x="38093" y="53285"/>
                  </a:lnTo>
                  <a:lnTo>
                    <a:pt x="38302" y="52563"/>
                  </a:lnTo>
                  <a:lnTo>
                    <a:pt x="38860" y="51552"/>
                  </a:lnTo>
                  <a:lnTo>
                    <a:pt x="39069" y="51407"/>
                  </a:lnTo>
                  <a:lnTo>
                    <a:pt x="39139" y="51119"/>
                  </a:lnTo>
                  <a:lnTo>
                    <a:pt x="39139" y="50397"/>
                  </a:lnTo>
                  <a:lnTo>
                    <a:pt x="39000" y="49963"/>
                  </a:lnTo>
                  <a:lnTo>
                    <a:pt x="38860" y="49675"/>
                  </a:lnTo>
                  <a:lnTo>
                    <a:pt x="38720" y="49675"/>
                  </a:lnTo>
                  <a:lnTo>
                    <a:pt x="38372" y="49097"/>
                  </a:lnTo>
                  <a:lnTo>
                    <a:pt x="38232" y="48808"/>
                  </a:lnTo>
                  <a:lnTo>
                    <a:pt x="38372" y="48375"/>
                  </a:lnTo>
                  <a:lnTo>
                    <a:pt x="38860" y="48375"/>
                  </a:lnTo>
                  <a:lnTo>
                    <a:pt x="39000" y="47942"/>
                  </a:lnTo>
                  <a:lnTo>
                    <a:pt x="38581" y="47220"/>
                  </a:lnTo>
                  <a:lnTo>
                    <a:pt x="37883" y="47942"/>
                  </a:lnTo>
                  <a:lnTo>
                    <a:pt x="37534" y="47509"/>
                  </a:lnTo>
                  <a:lnTo>
                    <a:pt x="37813" y="46787"/>
                  </a:lnTo>
                  <a:lnTo>
                    <a:pt x="42976" y="45487"/>
                  </a:lnTo>
                  <a:lnTo>
                    <a:pt x="43255" y="44765"/>
                  </a:lnTo>
                  <a:lnTo>
                    <a:pt x="43465" y="43465"/>
                  </a:lnTo>
                  <a:lnTo>
                    <a:pt x="41093" y="42743"/>
                  </a:lnTo>
                  <a:lnTo>
                    <a:pt x="40744" y="43176"/>
                  </a:lnTo>
                  <a:lnTo>
                    <a:pt x="40465" y="43898"/>
                  </a:lnTo>
                  <a:lnTo>
                    <a:pt x="40325" y="44476"/>
                  </a:lnTo>
                  <a:lnTo>
                    <a:pt x="40186" y="45054"/>
                  </a:lnTo>
                  <a:lnTo>
                    <a:pt x="39209" y="44620"/>
                  </a:lnTo>
                  <a:lnTo>
                    <a:pt x="39139" y="44332"/>
                  </a:lnTo>
                  <a:lnTo>
                    <a:pt x="39558" y="44187"/>
                  </a:lnTo>
                  <a:lnTo>
                    <a:pt x="39767" y="44043"/>
                  </a:lnTo>
                  <a:lnTo>
                    <a:pt x="39906" y="43465"/>
                  </a:lnTo>
                  <a:lnTo>
                    <a:pt x="39906" y="43176"/>
                  </a:lnTo>
                  <a:lnTo>
                    <a:pt x="39837" y="43032"/>
                  </a:lnTo>
                  <a:lnTo>
                    <a:pt x="39837" y="42743"/>
                  </a:lnTo>
                  <a:lnTo>
                    <a:pt x="39906" y="42454"/>
                  </a:lnTo>
                  <a:lnTo>
                    <a:pt x="40046" y="42310"/>
                  </a:lnTo>
                  <a:lnTo>
                    <a:pt x="40186" y="42310"/>
                  </a:lnTo>
                  <a:lnTo>
                    <a:pt x="40255" y="41877"/>
                  </a:lnTo>
                  <a:lnTo>
                    <a:pt x="40116" y="41588"/>
                  </a:lnTo>
                  <a:lnTo>
                    <a:pt x="39767" y="41588"/>
                  </a:lnTo>
                  <a:lnTo>
                    <a:pt x="39488" y="41299"/>
                  </a:lnTo>
                  <a:lnTo>
                    <a:pt x="36488" y="40433"/>
                  </a:lnTo>
                  <a:lnTo>
                    <a:pt x="35790" y="41588"/>
                  </a:lnTo>
                  <a:lnTo>
                    <a:pt x="35511" y="41444"/>
                  </a:lnTo>
                  <a:lnTo>
                    <a:pt x="35511" y="41155"/>
                  </a:lnTo>
                  <a:lnTo>
                    <a:pt x="35720" y="40288"/>
                  </a:lnTo>
                  <a:lnTo>
                    <a:pt x="35720" y="40000"/>
                  </a:lnTo>
                  <a:lnTo>
                    <a:pt x="36209" y="39422"/>
                  </a:lnTo>
                  <a:lnTo>
                    <a:pt x="36279" y="38700"/>
                  </a:lnTo>
                  <a:lnTo>
                    <a:pt x="36139" y="38267"/>
                  </a:lnTo>
                  <a:lnTo>
                    <a:pt x="34813" y="36967"/>
                  </a:lnTo>
                  <a:lnTo>
                    <a:pt x="34604" y="36678"/>
                  </a:lnTo>
                  <a:lnTo>
                    <a:pt x="34395" y="36534"/>
                  </a:lnTo>
                  <a:lnTo>
                    <a:pt x="34046" y="36534"/>
                  </a:lnTo>
                  <a:lnTo>
                    <a:pt x="33767" y="35956"/>
                  </a:lnTo>
                  <a:lnTo>
                    <a:pt x="36279" y="37400"/>
                  </a:lnTo>
                  <a:lnTo>
                    <a:pt x="36906" y="38700"/>
                  </a:lnTo>
                  <a:lnTo>
                    <a:pt x="42837" y="39855"/>
                  </a:lnTo>
                  <a:lnTo>
                    <a:pt x="43534" y="40433"/>
                  </a:lnTo>
                  <a:lnTo>
                    <a:pt x="43813" y="40433"/>
                  </a:lnTo>
                  <a:lnTo>
                    <a:pt x="44023" y="39855"/>
                  </a:lnTo>
                  <a:lnTo>
                    <a:pt x="43674" y="39133"/>
                  </a:lnTo>
                  <a:lnTo>
                    <a:pt x="41581" y="39133"/>
                  </a:lnTo>
                  <a:lnTo>
                    <a:pt x="41302" y="38555"/>
                  </a:lnTo>
                  <a:lnTo>
                    <a:pt x="47930" y="36101"/>
                  </a:lnTo>
                  <a:lnTo>
                    <a:pt x="48348" y="35523"/>
                  </a:lnTo>
                  <a:lnTo>
                    <a:pt x="48418" y="35090"/>
                  </a:lnTo>
                  <a:lnTo>
                    <a:pt x="48488" y="34801"/>
                  </a:lnTo>
                  <a:lnTo>
                    <a:pt x="48488" y="34223"/>
                  </a:lnTo>
                  <a:lnTo>
                    <a:pt x="48488" y="33935"/>
                  </a:lnTo>
                  <a:lnTo>
                    <a:pt x="48558" y="33935"/>
                  </a:lnTo>
                  <a:lnTo>
                    <a:pt x="48767" y="34079"/>
                  </a:lnTo>
                  <a:lnTo>
                    <a:pt x="48837" y="33935"/>
                  </a:lnTo>
                  <a:lnTo>
                    <a:pt x="48767" y="32635"/>
                  </a:lnTo>
                  <a:lnTo>
                    <a:pt x="48558" y="31768"/>
                  </a:lnTo>
                  <a:lnTo>
                    <a:pt x="48069" y="31046"/>
                  </a:lnTo>
                  <a:lnTo>
                    <a:pt x="48000" y="30902"/>
                  </a:lnTo>
                  <a:lnTo>
                    <a:pt x="48000" y="30324"/>
                  </a:lnTo>
                  <a:lnTo>
                    <a:pt x="47930" y="30324"/>
                  </a:lnTo>
                  <a:lnTo>
                    <a:pt x="40395" y="26859"/>
                  </a:lnTo>
                  <a:lnTo>
                    <a:pt x="40116" y="27148"/>
                  </a:lnTo>
                  <a:lnTo>
                    <a:pt x="39837" y="28014"/>
                  </a:lnTo>
                  <a:lnTo>
                    <a:pt x="39697" y="28158"/>
                  </a:lnTo>
                  <a:lnTo>
                    <a:pt x="39209" y="26859"/>
                  </a:lnTo>
                  <a:lnTo>
                    <a:pt x="38720" y="26859"/>
                  </a:lnTo>
                  <a:lnTo>
                    <a:pt x="38162" y="26281"/>
                  </a:lnTo>
                  <a:lnTo>
                    <a:pt x="37186" y="26281"/>
                  </a:lnTo>
                  <a:lnTo>
                    <a:pt x="37186" y="26281"/>
                  </a:lnTo>
                  <a:lnTo>
                    <a:pt x="36976" y="25703"/>
                  </a:lnTo>
                  <a:lnTo>
                    <a:pt x="34395" y="25992"/>
                  </a:lnTo>
                  <a:lnTo>
                    <a:pt x="34255" y="25848"/>
                  </a:lnTo>
                  <a:lnTo>
                    <a:pt x="34046" y="25126"/>
                  </a:lnTo>
                  <a:lnTo>
                    <a:pt x="33906" y="24693"/>
                  </a:lnTo>
                  <a:lnTo>
                    <a:pt x="33558" y="24404"/>
                  </a:lnTo>
                  <a:lnTo>
                    <a:pt x="33279" y="24259"/>
                  </a:lnTo>
                  <a:lnTo>
                    <a:pt x="33279" y="23971"/>
                  </a:lnTo>
                  <a:lnTo>
                    <a:pt x="34465" y="23104"/>
                  </a:lnTo>
                  <a:lnTo>
                    <a:pt x="35930" y="24548"/>
                  </a:lnTo>
                  <a:lnTo>
                    <a:pt x="36348" y="24404"/>
                  </a:lnTo>
                  <a:lnTo>
                    <a:pt x="36697" y="23826"/>
                  </a:lnTo>
                  <a:lnTo>
                    <a:pt x="36627" y="23393"/>
                  </a:lnTo>
                  <a:lnTo>
                    <a:pt x="36627" y="23393"/>
                  </a:lnTo>
                  <a:lnTo>
                    <a:pt x="36627" y="22382"/>
                  </a:lnTo>
                  <a:lnTo>
                    <a:pt x="36837" y="22671"/>
                  </a:lnTo>
                  <a:lnTo>
                    <a:pt x="37046" y="23393"/>
                  </a:lnTo>
                  <a:lnTo>
                    <a:pt x="37186" y="23971"/>
                  </a:lnTo>
                  <a:lnTo>
                    <a:pt x="39000" y="24837"/>
                  </a:lnTo>
                  <a:lnTo>
                    <a:pt x="39906" y="24115"/>
                  </a:lnTo>
                  <a:lnTo>
                    <a:pt x="40046" y="23104"/>
                  </a:lnTo>
                  <a:lnTo>
                    <a:pt x="39767" y="22960"/>
                  </a:lnTo>
                  <a:lnTo>
                    <a:pt x="39627" y="22815"/>
                  </a:lnTo>
                  <a:lnTo>
                    <a:pt x="39558" y="22382"/>
                  </a:lnTo>
                  <a:lnTo>
                    <a:pt x="39558" y="21949"/>
                  </a:lnTo>
                  <a:lnTo>
                    <a:pt x="39627" y="21805"/>
                  </a:lnTo>
                  <a:lnTo>
                    <a:pt x="39627" y="21516"/>
                  </a:lnTo>
                  <a:lnTo>
                    <a:pt x="39627" y="21227"/>
                  </a:lnTo>
                  <a:lnTo>
                    <a:pt x="39348" y="20072"/>
                  </a:lnTo>
                  <a:lnTo>
                    <a:pt x="39069" y="19494"/>
                  </a:lnTo>
                  <a:lnTo>
                    <a:pt x="37534" y="18628"/>
                  </a:lnTo>
                  <a:lnTo>
                    <a:pt x="37186" y="17761"/>
                  </a:lnTo>
                  <a:lnTo>
                    <a:pt x="36976" y="16750"/>
                  </a:lnTo>
                  <a:lnTo>
                    <a:pt x="36627" y="16028"/>
                  </a:lnTo>
                  <a:lnTo>
                    <a:pt x="36069" y="15595"/>
                  </a:lnTo>
                  <a:lnTo>
                    <a:pt x="35511" y="15595"/>
                  </a:lnTo>
                  <a:lnTo>
                    <a:pt x="35232" y="15162"/>
                  </a:lnTo>
                  <a:lnTo>
                    <a:pt x="33348" y="14296"/>
                  </a:lnTo>
                  <a:lnTo>
                    <a:pt x="30069" y="16750"/>
                  </a:lnTo>
                  <a:lnTo>
                    <a:pt x="30000" y="17039"/>
                  </a:lnTo>
                  <a:lnTo>
                    <a:pt x="29302" y="19061"/>
                  </a:lnTo>
                  <a:lnTo>
                    <a:pt x="28813" y="19061"/>
                  </a:lnTo>
                  <a:lnTo>
                    <a:pt x="28255" y="20216"/>
                  </a:lnTo>
                  <a:lnTo>
                    <a:pt x="28046" y="20361"/>
                  </a:lnTo>
                  <a:lnTo>
                    <a:pt x="27906" y="20361"/>
                  </a:lnTo>
                  <a:lnTo>
                    <a:pt x="27418" y="19783"/>
                  </a:lnTo>
                  <a:lnTo>
                    <a:pt x="27069" y="19494"/>
                  </a:lnTo>
                  <a:lnTo>
                    <a:pt x="26093" y="21083"/>
                  </a:lnTo>
                  <a:lnTo>
                    <a:pt x="25953" y="20938"/>
                  </a:lnTo>
                  <a:lnTo>
                    <a:pt x="25325" y="20072"/>
                  </a:lnTo>
                  <a:lnTo>
                    <a:pt x="24697" y="19927"/>
                  </a:lnTo>
                  <a:lnTo>
                    <a:pt x="24488" y="19638"/>
                  </a:lnTo>
                  <a:lnTo>
                    <a:pt x="23720" y="19927"/>
                  </a:lnTo>
                  <a:lnTo>
                    <a:pt x="23441" y="20505"/>
                  </a:lnTo>
                  <a:lnTo>
                    <a:pt x="23651" y="21371"/>
                  </a:lnTo>
                  <a:lnTo>
                    <a:pt x="23720" y="21516"/>
                  </a:lnTo>
                  <a:lnTo>
                    <a:pt x="23372" y="22960"/>
                  </a:lnTo>
                  <a:lnTo>
                    <a:pt x="23232" y="23393"/>
                  </a:lnTo>
                  <a:lnTo>
                    <a:pt x="23093" y="23826"/>
                  </a:lnTo>
                  <a:lnTo>
                    <a:pt x="23023" y="23971"/>
                  </a:lnTo>
                  <a:lnTo>
                    <a:pt x="23023" y="24837"/>
                  </a:lnTo>
                  <a:lnTo>
                    <a:pt x="23023" y="25415"/>
                  </a:lnTo>
                  <a:lnTo>
                    <a:pt x="22953" y="25703"/>
                  </a:lnTo>
                  <a:lnTo>
                    <a:pt x="22604" y="26714"/>
                  </a:lnTo>
                  <a:lnTo>
                    <a:pt x="22534" y="27003"/>
                  </a:lnTo>
                  <a:lnTo>
                    <a:pt x="22465" y="27725"/>
                  </a:lnTo>
                  <a:lnTo>
                    <a:pt x="22395" y="28158"/>
                  </a:lnTo>
                  <a:lnTo>
                    <a:pt x="22325" y="28303"/>
                  </a:lnTo>
                  <a:lnTo>
                    <a:pt x="21627" y="29025"/>
                  </a:lnTo>
                  <a:lnTo>
                    <a:pt x="21209" y="30324"/>
                  </a:lnTo>
                  <a:lnTo>
                    <a:pt x="21348" y="31191"/>
                  </a:lnTo>
                  <a:lnTo>
                    <a:pt x="21627" y="31335"/>
                  </a:lnTo>
                  <a:lnTo>
                    <a:pt x="21976" y="31335"/>
                  </a:lnTo>
                  <a:lnTo>
                    <a:pt x="21767" y="32346"/>
                  </a:lnTo>
                  <a:lnTo>
                    <a:pt x="21418" y="32057"/>
                  </a:lnTo>
                  <a:lnTo>
                    <a:pt x="21069" y="31191"/>
                  </a:lnTo>
                  <a:lnTo>
                    <a:pt x="20651" y="29747"/>
                  </a:lnTo>
                  <a:lnTo>
                    <a:pt x="20860" y="29025"/>
                  </a:lnTo>
                  <a:lnTo>
                    <a:pt x="21558" y="27725"/>
                  </a:lnTo>
                  <a:lnTo>
                    <a:pt x="21627" y="27436"/>
                  </a:lnTo>
                  <a:lnTo>
                    <a:pt x="21697" y="27292"/>
                  </a:lnTo>
                  <a:lnTo>
                    <a:pt x="21697" y="26859"/>
                  </a:lnTo>
                  <a:lnTo>
                    <a:pt x="21906" y="25992"/>
                  </a:lnTo>
                  <a:lnTo>
                    <a:pt x="22395" y="24693"/>
                  </a:lnTo>
                  <a:lnTo>
                    <a:pt x="22534" y="23826"/>
                  </a:lnTo>
                  <a:lnTo>
                    <a:pt x="22465" y="23104"/>
                  </a:lnTo>
                  <a:lnTo>
                    <a:pt x="22465" y="22671"/>
                  </a:lnTo>
                  <a:lnTo>
                    <a:pt x="22604" y="22238"/>
                  </a:lnTo>
                  <a:lnTo>
                    <a:pt x="22674" y="21660"/>
                  </a:lnTo>
                  <a:lnTo>
                    <a:pt x="22604" y="21371"/>
                  </a:lnTo>
                  <a:lnTo>
                    <a:pt x="22604" y="20361"/>
                  </a:lnTo>
                  <a:lnTo>
                    <a:pt x="22604" y="20216"/>
                  </a:lnTo>
                  <a:lnTo>
                    <a:pt x="22953" y="18194"/>
                  </a:lnTo>
                  <a:lnTo>
                    <a:pt x="22953" y="17328"/>
                  </a:lnTo>
                  <a:lnTo>
                    <a:pt x="22744" y="15451"/>
                  </a:lnTo>
                  <a:lnTo>
                    <a:pt x="22674" y="14440"/>
                  </a:lnTo>
                  <a:lnTo>
                    <a:pt x="22604" y="13862"/>
                  </a:lnTo>
                  <a:lnTo>
                    <a:pt x="22534" y="13862"/>
                  </a:lnTo>
                  <a:lnTo>
                    <a:pt x="22395" y="14151"/>
                  </a:lnTo>
                  <a:lnTo>
                    <a:pt x="22255" y="14151"/>
                  </a:lnTo>
                  <a:lnTo>
                    <a:pt x="22116" y="13862"/>
                  </a:lnTo>
                  <a:lnTo>
                    <a:pt x="21906" y="13140"/>
                  </a:lnTo>
                  <a:lnTo>
                    <a:pt x="21906" y="12851"/>
                  </a:lnTo>
                  <a:lnTo>
                    <a:pt x="21976" y="12563"/>
                  </a:lnTo>
                  <a:lnTo>
                    <a:pt x="21697" y="11841"/>
                  </a:lnTo>
                  <a:lnTo>
                    <a:pt x="21279" y="11552"/>
                  </a:lnTo>
                  <a:lnTo>
                    <a:pt x="21279" y="11407"/>
                  </a:lnTo>
                  <a:lnTo>
                    <a:pt x="21139" y="10974"/>
                  </a:lnTo>
                  <a:lnTo>
                    <a:pt x="21069" y="10541"/>
                  </a:lnTo>
                  <a:lnTo>
                    <a:pt x="21000" y="10397"/>
                  </a:lnTo>
                  <a:lnTo>
                    <a:pt x="20860" y="10397"/>
                  </a:lnTo>
                  <a:lnTo>
                    <a:pt x="20441" y="9386"/>
                  </a:lnTo>
                  <a:lnTo>
                    <a:pt x="19953" y="8808"/>
                  </a:lnTo>
                  <a:lnTo>
                    <a:pt x="19744" y="7797"/>
                  </a:lnTo>
                  <a:lnTo>
                    <a:pt x="19534" y="6931"/>
                  </a:lnTo>
                  <a:lnTo>
                    <a:pt x="19325" y="6209"/>
                  </a:lnTo>
                  <a:lnTo>
                    <a:pt x="19116" y="5920"/>
                  </a:lnTo>
                  <a:lnTo>
                    <a:pt x="18418" y="5920"/>
                  </a:lnTo>
                  <a:lnTo>
                    <a:pt x="17790" y="5342"/>
                  </a:lnTo>
                  <a:lnTo>
                    <a:pt x="17581" y="5487"/>
                  </a:lnTo>
                  <a:lnTo>
                    <a:pt x="17441" y="5631"/>
                  </a:lnTo>
                  <a:lnTo>
                    <a:pt x="17302" y="6064"/>
                  </a:lnTo>
                  <a:lnTo>
                    <a:pt x="17162" y="7075"/>
                  </a:lnTo>
                  <a:lnTo>
                    <a:pt x="16813" y="8086"/>
                  </a:lnTo>
                  <a:lnTo>
                    <a:pt x="15976" y="8086"/>
                  </a:lnTo>
                  <a:lnTo>
                    <a:pt x="15976" y="7797"/>
                  </a:lnTo>
                  <a:lnTo>
                    <a:pt x="15906" y="7653"/>
                  </a:lnTo>
                  <a:lnTo>
                    <a:pt x="15837" y="7509"/>
                  </a:lnTo>
                  <a:lnTo>
                    <a:pt x="15837" y="7220"/>
                  </a:lnTo>
                  <a:lnTo>
                    <a:pt x="15767" y="7075"/>
                  </a:lnTo>
                  <a:lnTo>
                    <a:pt x="15558" y="6642"/>
                  </a:lnTo>
                  <a:lnTo>
                    <a:pt x="14790" y="6931"/>
                  </a:lnTo>
                  <a:lnTo>
                    <a:pt x="14581" y="6787"/>
                  </a:lnTo>
                  <a:lnTo>
                    <a:pt x="14511" y="6353"/>
                  </a:lnTo>
                  <a:lnTo>
                    <a:pt x="14441" y="5920"/>
                  </a:lnTo>
                  <a:lnTo>
                    <a:pt x="14372" y="5631"/>
                  </a:lnTo>
                  <a:lnTo>
                    <a:pt x="14302" y="5342"/>
                  </a:lnTo>
                  <a:lnTo>
                    <a:pt x="14302" y="5198"/>
                  </a:lnTo>
                  <a:lnTo>
                    <a:pt x="14302" y="4765"/>
                  </a:lnTo>
                  <a:lnTo>
                    <a:pt x="14302" y="4476"/>
                  </a:lnTo>
                  <a:lnTo>
                    <a:pt x="14232" y="4332"/>
                  </a:lnTo>
                  <a:lnTo>
                    <a:pt x="11720" y="4332"/>
                  </a:lnTo>
                  <a:lnTo>
                    <a:pt x="11581" y="4043"/>
                  </a:lnTo>
                  <a:lnTo>
                    <a:pt x="11302" y="3321"/>
                  </a:lnTo>
                  <a:lnTo>
                    <a:pt x="10116" y="3176"/>
                  </a:lnTo>
                  <a:lnTo>
                    <a:pt x="9767" y="2743"/>
                  </a:lnTo>
                  <a:lnTo>
                    <a:pt x="9348" y="1588"/>
                  </a:lnTo>
                  <a:lnTo>
                    <a:pt x="9069" y="1299"/>
                  </a:lnTo>
                  <a:lnTo>
                    <a:pt x="8790" y="577"/>
                  </a:lnTo>
                  <a:lnTo>
                    <a:pt x="8651" y="433"/>
                  </a:lnTo>
                  <a:lnTo>
                    <a:pt x="7186" y="577"/>
                  </a:lnTo>
                  <a:lnTo>
                    <a:pt x="6558" y="0"/>
                  </a:lnTo>
                  <a:lnTo>
                    <a:pt x="5860" y="433"/>
                  </a:lnTo>
                  <a:lnTo>
                    <a:pt x="5232" y="1444"/>
                  </a:lnTo>
                  <a:lnTo>
                    <a:pt x="2930" y="2599"/>
                  </a:lnTo>
                  <a:lnTo>
                    <a:pt x="3139" y="2888"/>
                  </a:lnTo>
                  <a:lnTo>
                    <a:pt x="3418" y="3032"/>
                  </a:lnTo>
                  <a:lnTo>
                    <a:pt x="3488" y="3465"/>
                  </a:lnTo>
                  <a:lnTo>
                    <a:pt x="3488" y="3465"/>
                  </a:lnTo>
                  <a:lnTo>
                    <a:pt x="3488" y="3898"/>
                  </a:lnTo>
                  <a:lnTo>
                    <a:pt x="3906" y="3898"/>
                  </a:lnTo>
                  <a:lnTo>
                    <a:pt x="3837" y="4765"/>
                  </a:lnTo>
                  <a:lnTo>
                    <a:pt x="3558" y="4909"/>
                  </a:lnTo>
                  <a:lnTo>
                    <a:pt x="3279" y="4620"/>
                  </a:lnTo>
                  <a:lnTo>
                    <a:pt x="3139" y="4765"/>
                  </a:lnTo>
                  <a:lnTo>
                    <a:pt x="3069" y="5342"/>
                  </a:lnTo>
                  <a:lnTo>
                    <a:pt x="2720" y="5776"/>
                  </a:lnTo>
                  <a:lnTo>
                    <a:pt x="2651" y="5920"/>
                  </a:lnTo>
                  <a:lnTo>
                    <a:pt x="2651" y="6209"/>
                  </a:lnTo>
                  <a:lnTo>
                    <a:pt x="2651" y="6353"/>
                  </a:lnTo>
                  <a:lnTo>
                    <a:pt x="2581" y="6353"/>
                  </a:lnTo>
                  <a:lnTo>
                    <a:pt x="2581" y="5776"/>
                  </a:lnTo>
                  <a:lnTo>
                    <a:pt x="767" y="5342"/>
                  </a:lnTo>
                  <a:lnTo>
                    <a:pt x="837" y="5342"/>
                  </a:lnTo>
                  <a:lnTo>
                    <a:pt x="627" y="5198"/>
                  </a:lnTo>
                  <a:lnTo>
                    <a:pt x="558" y="5487"/>
                  </a:lnTo>
                  <a:lnTo>
                    <a:pt x="488" y="5920"/>
                  </a:lnTo>
                  <a:lnTo>
                    <a:pt x="1046" y="5920"/>
                  </a:lnTo>
                  <a:lnTo>
                    <a:pt x="1255" y="6209"/>
                  </a:lnTo>
                  <a:lnTo>
                    <a:pt x="1534" y="6931"/>
                  </a:lnTo>
                  <a:lnTo>
                    <a:pt x="1255" y="7509"/>
                  </a:lnTo>
                  <a:lnTo>
                    <a:pt x="837" y="7364"/>
                  </a:lnTo>
                  <a:lnTo>
                    <a:pt x="418" y="8086"/>
                  </a:lnTo>
                  <a:lnTo>
                    <a:pt x="348" y="8664"/>
                  </a:lnTo>
                  <a:lnTo>
                    <a:pt x="488" y="10108"/>
                  </a:lnTo>
                  <a:lnTo>
                    <a:pt x="697" y="10974"/>
                  </a:lnTo>
                  <a:lnTo>
                    <a:pt x="837" y="11263"/>
                  </a:lnTo>
                  <a:lnTo>
                    <a:pt x="1325" y="11119"/>
                  </a:lnTo>
                  <a:lnTo>
                    <a:pt x="1465" y="11119"/>
                  </a:lnTo>
                  <a:lnTo>
                    <a:pt x="1953" y="11985"/>
                  </a:lnTo>
                  <a:lnTo>
                    <a:pt x="2023" y="12418"/>
                  </a:lnTo>
                  <a:lnTo>
                    <a:pt x="3837" y="13862"/>
                  </a:lnTo>
                  <a:lnTo>
                    <a:pt x="3627" y="14296"/>
                  </a:lnTo>
                  <a:lnTo>
                    <a:pt x="3069" y="14584"/>
                  </a:lnTo>
                  <a:lnTo>
                    <a:pt x="2930" y="14584"/>
                  </a:lnTo>
                  <a:lnTo>
                    <a:pt x="2790" y="14151"/>
                  </a:lnTo>
                  <a:lnTo>
                    <a:pt x="2720" y="14007"/>
                  </a:lnTo>
                  <a:lnTo>
                    <a:pt x="2651" y="14007"/>
                  </a:lnTo>
                  <a:lnTo>
                    <a:pt x="2581" y="14151"/>
                  </a:lnTo>
                  <a:lnTo>
                    <a:pt x="2581" y="14296"/>
                  </a:lnTo>
                  <a:lnTo>
                    <a:pt x="2651" y="14729"/>
                  </a:lnTo>
                  <a:lnTo>
                    <a:pt x="2651" y="15162"/>
                  </a:lnTo>
                  <a:lnTo>
                    <a:pt x="2372" y="15306"/>
                  </a:lnTo>
                  <a:lnTo>
                    <a:pt x="2232" y="15451"/>
                  </a:lnTo>
                  <a:lnTo>
                    <a:pt x="2232" y="15740"/>
                  </a:lnTo>
                  <a:lnTo>
                    <a:pt x="2372" y="15740"/>
                  </a:lnTo>
                  <a:lnTo>
                    <a:pt x="2651" y="15451"/>
                  </a:lnTo>
                  <a:lnTo>
                    <a:pt x="2720" y="15451"/>
                  </a:lnTo>
                  <a:lnTo>
                    <a:pt x="3209" y="15740"/>
                  </a:lnTo>
                  <a:lnTo>
                    <a:pt x="3418" y="16173"/>
                  </a:lnTo>
                  <a:lnTo>
                    <a:pt x="3488" y="16317"/>
                  </a:lnTo>
                  <a:lnTo>
                    <a:pt x="3837" y="16028"/>
                  </a:lnTo>
                  <a:lnTo>
                    <a:pt x="3906" y="16317"/>
                  </a:lnTo>
                  <a:lnTo>
                    <a:pt x="3627" y="17039"/>
                  </a:lnTo>
                  <a:lnTo>
                    <a:pt x="3348" y="17039"/>
                  </a:lnTo>
                  <a:lnTo>
                    <a:pt x="2720" y="16028"/>
                  </a:lnTo>
                  <a:lnTo>
                    <a:pt x="2720" y="16317"/>
                  </a:lnTo>
                  <a:lnTo>
                    <a:pt x="2511" y="15884"/>
                  </a:lnTo>
                  <a:lnTo>
                    <a:pt x="2372" y="16028"/>
                  </a:lnTo>
                  <a:lnTo>
                    <a:pt x="1883" y="16895"/>
                  </a:lnTo>
                  <a:lnTo>
                    <a:pt x="1813" y="16895"/>
                  </a:lnTo>
                  <a:lnTo>
                    <a:pt x="1674" y="16750"/>
                  </a:lnTo>
                  <a:lnTo>
                    <a:pt x="1674" y="16317"/>
                  </a:lnTo>
                  <a:lnTo>
                    <a:pt x="1674" y="15884"/>
                  </a:lnTo>
                  <a:lnTo>
                    <a:pt x="1255" y="14729"/>
                  </a:lnTo>
                  <a:lnTo>
                    <a:pt x="1186" y="14729"/>
                  </a:lnTo>
                  <a:lnTo>
                    <a:pt x="1046" y="14873"/>
                  </a:lnTo>
                  <a:lnTo>
                    <a:pt x="976" y="14873"/>
                  </a:lnTo>
                  <a:lnTo>
                    <a:pt x="976" y="14729"/>
                  </a:lnTo>
                  <a:lnTo>
                    <a:pt x="767" y="14296"/>
                  </a:lnTo>
                  <a:lnTo>
                    <a:pt x="488" y="14007"/>
                  </a:lnTo>
                  <a:lnTo>
                    <a:pt x="348" y="14007"/>
                  </a:lnTo>
                  <a:lnTo>
                    <a:pt x="209" y="14584"/>
                  </a:lnTo>
                  <a:lnTo>
                    <a:pt x="348" y="15306"/>
                  </a:lnTo>
                  <a:lnTo>
                    <a:pt x="418" y="15740"/>
                  </a:lnTo>
                  <a:lnTo>
                    <a:pt x="558" y="15884"/>
                  </a:lnTo>
                  <a:lnTo>
                    <a:pt x="697" y="15884"/>
                  </a:lnTo>
                  <a:lnTo>
                    <a:pt x="558" y="16750"/>
                  </a:lnTo>
                  <a:lnTo>
                    <a:pt x="418" y="17328"/>
                  </a:lnTo>
                  <a:lnTo>
                    <a:pt x="139" y="17617"/>
                  </a:lnTo>
                  <a:lnTo>
                    <a:pt x="0" y="17617"/>
                  </a:lnTo>
                  <a:lnTo>
                    <a:pt x="209" y="18772"/>
                  </a:lnTo>
                  <a:lnTo>
                    <a:pt x="627" y="19494"/>
                  </a:lnTo>
                  <a:lnTo>
                    <a:pt x="1255" y="19638"/>
                  </a:lnTo>
                  <a:lnTo>
                    <a:pt x="1744" y="18916"/>
                  </a:lnTo>
                  <a:lnTo>
                    <a:pt x="2860" y="19638"/>
                  </a:lnTo>
                  <a:lnTo>
                    <a:pt x="3069" y="19927"/>
                  </a:lnTo>
                  <a:lnTo>
                    <a:pt x="3139" y="20361"/>
                  </a:lnTo>
                  <a:lnTo>
                    <a:pt x="3139" y="20938"/>
                  </a:lnTo>
                  <a:lnTo>
                    <a:pt x="3209" y="21371"/>
                  </a:lnTo>
                  <a:lnTo>
                    <a:pt x="3418" y="21949"/>
                  </a:lnTo>
                  <a:lnTo>
                    <a:pt x="3767" y="22527"/>
                  </a:lnTo>
                  <a:lnTo>
                    <a:pt x="4604" y="22527"/>
                  </a:lnTo>
                  <a:lnTo>
                    <a:pt x="4534" y="22960"/>
                  </a:lnTo>
                  <a:lnTo>
                    <a:pt x="4534" y="23104"/>
                  </a:lnTo>
                  <a:lnTo>
                    <a:pt x="4813" y="23393"/>
                  </a:lnTo>
                  <a:lnTo>
                    <a:pt x="4883" y="23971"/>
                  </a:lnTo>
                  <a:lnTo>
                    <a:pt x="4953" y="24259"/>
                  </a:lnTo>
                  <a:lnTo>
                    <a:pt x="5093" y="24548"/>
                  </a:lnTo>
                  <a:lnTo>
                    <a:pt x="5232" y="25126"/>
                  </a:lnTo>
                  <a:lnTo>
                    <a:pt x="5441" y="25270"/>
                  </a:lnTo>
                  <a:lnTo>
                    <a:pt x="5930" y="24693"/>
                  </a:lnTo>
                  <a:lnTo>
                    <a:pt x="6139" y="25126"/>
                  </a:lnTo>
                  <a:lnTo>
                    <a:pt x="6069" y="25270"/>
                  </a:lnTo>
                  <a:lnTo>
                    <a:pt x="6000" y="25559"/>
                  </a:lnTo>
                  <a:lnTo>
                    <a:pt x="6000" y="25848"/>
                  </a:lnTo>
                  <a:lnTo>
                    <a:pt x="6000" y="26281"/>
                  </a:lnTo>
                  <a:lnTo>
                    <a:pt x="6627" y="26281"/>
                  </a:lnTo>
                  <a:lnTo>
                    <a:pt x="7186" y="25559"/>
                  </a:lnTo>
                  <a:lnTo>
                    <a:pt x="7325" y="25559"/>
                  </a:lnTo>
                  <a:lnTo>
                    <a:pt x="7325" y="25848"/>
                  </a:lnTo>
                  <a:lnTo>
                    <a:pt x="7465" y="26137"/>
                  </a:lnTo>
                  <a:lnTo>
                    <a:pt x="7604" y="25992"/>
                  </a:lnTo>
                  <a:lnTo>
                    <a:pt x="8162" y="23826"/>
                  </a:lnTo>
                  <a:lnTo>
                    <a:pt x="8302" y="23393"/>
                  </a:lnTo>
                  <a:lnTo>
                    <a:pt x="8581" y="23249"/>
                  </a:lnTo>
                  <a:lnTo>
                    <a:pt x="8511" y="24115"/>
                  </a:lnTo>
                  <a:lnTo>
                    <a:pt x="7883" y="27003"/>
                  </a:lnTo>
                  <a:lnTo>
                    <a:pt x="7604" y="27581"/>
                  </a:lnTo>
                  <a:lnTo>
                    <a:pt x="7465" y="28014"/>
                  </a:lnTo>
                  <a:lnTo>
                    <a:pt x="5860" y="28014"/>
                  </a:lnTo>
                  <a:lnTo>
                    <a:pt x="5651" y="28303"/>
                  </a:lnTo>
                  <a:lnTo>
                    <a:pt x="5511" y="29169"/>
                  </a:lnTo>
                  <a:lnTo>
                    <a:pt x="6000" y="31046"/>
                  </a:lnTo>
                  <a:lnTo>
                    <a:pt x="6488" y="32346"/>
                  </a:lnTo>
                  <a:lnTo>
                    <a:pt x="6976" y="32924"/>
                  </a:lnTo>
                  <a:lnTo>
                    <a:pt x="7325" y="33935"/>
                  </a:lnTo>
                  <a:lnTo>
                    <a:pt x="7465" y="34079"/>
                  </a:lnTo>
                  <a:lnTo>
                    <a:pt x="9209" y="34657"/>
                  </a:lnTo>
                  <a:lnTo>
                    <a:pt x="9976" y="33790"/>
                  </a:lnTo>
                  <a:lnTo>
                    <a:pt x="10255" y="33935"/>
                  </a:lnTo>
                  <a:lnTo>
                    <a:pt x="10116" y="34079"/>
                  </a:lnTo>
                  <a:lnTo>
                    <a:pt x="9976" y="34368"/>
                  </a:lnTo>
                  <a:lnTo>
                    <a:pt x="9767" y="34657"/>
                  </a:lnTo>
                  <a:lnTo>
                    <a:pt x="9767" y="35379"/>
                  </a:lnTo>
                  <a:lnTo>
                    <a:pt x="9976" y="35812"/>
                  </a:lnTo>
                  <a:lnTo>
                    <a:pt x="10186" y="35812"/>
                  </a:lnTo>
                  <a:lnTo>
                    <a:pt x="10465" y="35523"/>
                  </a:lnTo>
                  <a:lnTo>
                    <a:pt x="10674" y="35090"/>
                  </a:lnTo>
                  <a:lnTo>
                    <a:pt x="10744" y="34801"/>
                  </a:lnTo>
                  <a:lnTo>
                    <a:pt x="10953" y="34657"/>
                  </a:lnTo>
                  <a:lnTo>
                    <a:pt x="11023" y="34801"/>
                  </a:lnTo>
                  <a:lnTo>
                    <a:pt x="11093" y="35090"/>
                  </a:lnTo>
                  <a:lnTo>
                    <a:pt x="11441" y="35812"/>
                  </a:lnTo>
                  <a:lnTo>
                    <a:pt x="11581" y="35956"/>
                  </a:lnTo>
                  <a:lnTo>
                    <a:pt x="11651" y="35667"/>
                  </a:lnTo>
                  <a:lnTo>
                    <a:pt x="11790" y="35234"/>
                  </a:lnTo>
                  <a:lnTo>
                    <a:pt x="13674" y="36101"/>
                  </a:lnTo>
                  <a:lnTo>
                    <a:pt x="13883" y="36823"/>
                  </a:lnTo>
                  <a:lnTo>
                    <a:pt x="13883" y="37400"/>
                  </a:lnTo>
                  <a:lnTo>
                    <a:pt x="13813" y="37689"/>
                  </a:lnTo>
                  <a:lnTo>
                    <a:pt x="13674" y="37978"/>
                  </a:lnTo>
                  <a:lnTo>
                    <a:pt x="13604" y="37978"/>
                  </a:lnTo>
                  <a:lnTo>
                    <a:pt x="13604" y="37400"/>
                  </a:lnTo>
                  <a:lnTo>
                    <a:pt x="13674" y="37256"/>
                  </a:lnTo>
                  <a:lnTo>
                    <a:pt x="13674" y="37111"/>
                  </a:lnTo>
                  <a:lnTo>
                    <a:pt x="13465" y="36678"/>
                  </a:lnTo>
                  <a:lnTo>
                    <a:pt x="12488" y="36678"/>
                  </a:lnTo>
                  <a:lnTo>
                    <a:pt x="12209" y="37111"/>
                  </a:lnTo>
                  <a:lnTo>
                    <a:pt x="12279" y="37256"/>
                  </a:lnTo>
                  <a:lnTo>
                    <a:pt x="12279" y="37545"/>
                  </a:lnTo>
                  <a:lnTo>
                    <a:pt x="12279" y="37689"/>
                  </a:lnTo>
                  <a:lnTo>
                    <a:pt x="12139" y="38122"/>
                  </a:lnTo>
                  <a:lnTo>
                    <a:pt x="10953" y="39133"/>
                  </a:lnTo>
                  <a:lnTo>
                    <a:pt x="10465" y="38411"/>
                  </a:lnTo>
                  <a:lnTo>
                    <a:pt x="10395" y="38844"/>
                  </a:lnTo>
                  <a:lnTo>
                    <a:pt x="10395" y="39566"/>
                  </a:lnTo>
                  <a:lnTo>
                    <a:pt x="10395" y="40288"/>
                  </a:lnTo>
                  <a:lnTo>
                    <a:pt x="10395" y="40866"/>
                  </a:lnTo>
                  <a:lnTo>
                    <a:pt x="10465" y="41155"/>
                  </a:lnTo>
                  <a:lnTo>
                    <a:pt x="10465" y="41299"/>
                  </a:lnTo>
                  <a:lnTo>
                    <a:pt x="10465" y="41732"/>
                  </a:lnTo>
                  <a:lnTo>
                    <a:pt x="11860" y="41588"/>
                  </a:lnTo>
                  <a:lnTo>
                    <a:pt x="12348" y="42310"/>
                  </a:lnTo>
                  <a:lnTo>
                    <a:pt x="12488" y="42310"/>
                  </a:lnTo>
                  <a:lnTo>
                    <a:pt x="12697" y="41877"/>
                  </a:lnTo>
                  <a:lnTo>
                    <a:pt x="12767" y="41155"/>
                  </a:lnTo>
                  <a:lnTo>
                    <a:pt x="12906" y="40866"/>
                  </a:lnTo>
                  <a:lnTo>
                    <a:pt x="13744" y="39855"/>
                  </a:lnTo>
                  <a:lnTo>
                    <a:pt x="14093" y="38989"/>
                  </a:lnTo>
                  <a:lnTo>
                    <a:pt x="14232" y="37545"/>
                  </a:lnTo>
                  <a:lnTo>
                    <a:pt x="14302" y="37400"/>
                  </a:lnTo>
                  <a:lnTo>
                    <a:pt x="14860" y="37256"/>
                  </a:lnTo>
                  <a:lnTo>
                    <a:pt x="14790" y="37689"/>
                  </a:lnTo>
                  <a:lnTo>
                    <a:pt x="14860" y="37689"/>
                  </a:lnTo>
                  <a:lnTo>
                    <a:pt x="15000" y="38411"/>
                  </a:lnTo>
                  <a:lnTo>
                    <a:pt x="14930" y="38411"/>
                  </a:lnTo>
                  <a:lnTo>
                    <a:pt x="14860" y="38700"/>
                  </a:lnTo>
                  <a:lnTo>
                    <a:pt x="15279" y="39422"/>
                  </a:lnTo>
                  <a:lnTo>
                    <a:pt x="17860" y="38411"/>
                  </a:lnTo>
                  <a:lnTo>
                    <a:pt x="18627" y="39566"/>
                  </a:lnTo>
                  <a:lnTo>
                    <a:pt x="18976" y="39133"/>
                  </a:lnTo>
                  <a:lnTo>
                    <a:pt x="19395" y="39422"/>
                  </a:lnTo>
                  <a:lnTo>
                    <a:pt x="19953" y="38700"/>
                  </a:lnTo>
                  <a:lnTo>
                    <a:pt x="20930" y="39566"/>
                  </a:lnTo>
                  <a:lnTo>
                    <a:pt x="21279" y="38989"/>
                  </a:lnTo>
                  <a:lnTo>
                    <a:pt x="21139" y="38555"/>
                  </a:lnTo>
                  <a:lnTo>
                    <a:pt x="20651" y="38411"/>
                  </a:lnTo>
                  <a:lnTo>
                    <a:pt x="20441" y="37689"/>
                  </a:lnTo>
                  <a:lnTo>
                    <a:pt x="20511" y="37545"/>
                  </a:lnTo>
                  <a:lnTo>
                    <a:pt x="20651" y="36245"/>
                  </a:lnTo>
                  <a:lnTo>
                    <a:pt x="20720" y="35956"/>
                  </a:lnTo>
                  <a:lnTo>
                    <a:pt x="20930" y="35667"/>
                  </a:lnTo>
                  <a:lnTo>
                    <a:pt x="21139" y="35523"/>
                  </a:lnTo>
                  <a:lnTo>
                    <a:pt x="21279" y="36245"/>
                  </a:lnTo>
                  <a:lnTo>
                    <a:pt x="21209" y="36534"/>
                  </a:lnTo>
                  <a:lnTo>
                    <a:pt x="21069" y="36823"/>
                  </a:lnTo>
                  <a:lnTo>
                    <a:pt x="21000" y="36967"/>
                  </a:lnTo>
                  <a:lnTo>
                    <a:pt x="21558" y="36967"/>
                  </a:lnTo>
                  <a:lnTo>
                    <a:pt x="23162" y="33068"/>
                  </a:lnTo>
                  <a:lnTo>
                    <a:pt x="23651" y="32779"/>
                  </a:lnTo>
                  <a:lnTo>
                    <a:pt x="24139" y="32924"/>
                  </a:lnTo>
                  <a:lnTo>
                    <a:pt x="24627" y="33935"/>
                  </a:lnTo>
                  <a:lnTo>
                    <a:pt x="24558" y="33935"/>
                  </a:lnTo>
                  <a:lnTo>
                    <a:pt x="24627" y="33935"/>
                  </a:lnTo>
                  <a:lnTo>
                    <a:pt x="24627" y="34079"/>
                  </a:lnTo>
                  <a:lnTo>
                    <a:pt x="24697" y="34223"/>
                  </a:lnTo>
                  <a:lnTo>
                    <a:pt x="24697" y="34512"/>
                  </a:lnTo>
                  <a:lnTo>
                    <a:pt x="24627" y="35090"/>
                  </a:lnTo>
                  <a:lnTo>
                    <a:pt x="24558" y="35234"/>
                  </a:lnTo>
                  <a:lnTo>
                    <a:pt x="24697" y="35956"/>
                  </a:lnTo>
                  <a:lnTo>
                    <a:pt x="24837" y="36534"/>
                  </a:lnTo>
                  <a:lnTo>
                    <a:pt x="25186" y="37256"/>
                  </a:lnTo>
                  <a:lnTo>
                    <a:pt x="25813" y="39422"/>
                  </a:lnTo>
                  <a:lnTo>
                    <a:pt x="26441" y="39855"/>
                  </a:lnTo>
                  <a:lnTo>
                    <a:pt x="26651" y="40288"/>
                  </a:lnTo>
                  <a:lnTo>
                    <a:pt x="26790" y="41010"/>
                  </a:lnTo>
                  <a:lnTo>
                    <a:pt x="26860" y="41877"/>
                  </a:lnTo>
                  <a:lnTo>
                    <a:pt x="27069" y="42743"/>
                  </a:lnTo>
                  <a:lnTo>
                    <a:pt x="27209" y="43176"/>
                  </a:lnTo>
                  <a:lnTo>
                    <a:pt x="27488" y="43465"/>
                  </a:lnTo>
                  <a:lnTo>
                    <a:pt x="27767" y="44043"/>
                  </a:lnTo>
                  <a:lnTo>
                    <a:pt x="27906" y="44765"/>
                  </a:lnTo>
                  <a:lnTo>
                    <a:pt x="28046" y="45631"/>
                  </a:lnTo>
                  <a:lnTo>
                    <a:pt x="28046" y="45920"/>
                  </a:lnTo>
                  <a:lnTo>
                    <a:pt x="27976" y="46498"/>
                  </a:lnTo>
                  <a:lnTo>
                    <a:pt x="27976" y="46787"/>
                  </a:lnTo>
                  <a:lnTo>
                    <a:pt x="28046" y="46931"/>
                  </a:lnTo>
                  <a:lnTo>
                    <a:pt x="28116" y="47653"/>
                  </a:lnTo>
                  <a:lnTo>
                    <a:pt x="28186" y="48086"/>
                  </a:lnTo>
                  <a:lnTo>
                    <a:pt x="28255" y="49819"/>
                  </a:lnTo>
                  <a:lnTo>
                    <a:pt x="28395" y="49963"/>
                  </a:lnTo>
                  <a:lnTo>
                    <a:pt x="28604" y="50108"/>
                  </a:lnTo>
                  <a:lnTo>
                    <a:pt x="28674" y="50108"/>
                  </a:lnTo>
                  <a:lnTo>
                    <a:pt x="28813" y="50541"/>
                  </a:lnTo>
                  <a:lnTo>
                    <a:pt x="28953" y="51119"/>
                  </a:lnTo>
                  <a:lnTo>
                    <a:pt x="28953" y="51696"/>
                  </a:lnTo>
                  <a:lnTo>
                    <a:pt x="29162" y="52274"/>
                  </a:lnTo>
                  <a:lnTo>
                    <a:pt x="29232" y="52418"/>
                  </a:lnTo>
                  <a:lnTo>
                    <a:pt x="29441" y="52274"/>
                  </a:lnTo>
                  <a:lnTo>
                    <a:pt x="29511" y="52418"/>
                  </a:lnTo>
                  <a:lnTo>
                    <a:pt x="29581" y="52707"/>
                  </a:lnTo>
                  <a:lnTo>
                    <a:pt x="29790" y="53429"/>
                  </a:lnTo>
                  <a:lnTo>
                    <a:pt x="30000" y="54151"/>
                  </a:lnTo>
                  <a:lnTo>
                    <a:pt x="30976" y="55451"/>
                  </a:lnTo>
                  <a:lnTo>
                    <a:pt x="31534" y="55451"/>
                  </a:lnTo>
                  <a:lnTo>
                    <a:pt x="31813" y="55740"/>
                  </a:lnTo>
                  <a:lnTo>
                    <a:pt x="32023" y="56462"/>
                  </a:lnTo>
                  <a:lnTo>
                    <a:pt x="32093" y="56895"/>
                  </a:lnTo>
                  <a:lnTo>
                    <a:pt x="32302" y="58628"/>
                  </a:lnTo>
                  <a:lnTo>
                    <a:pt x="32302" y="59350"/>
                  </a:lnTo>
                  <a:lnTo>
                    <a:pt x="32302" y="59927"/>
                  </a:lnTo>
                  <a:lnTo>
                    <a:pt x="32302" y="60361"/>
                  </a:lnTo>
                  <a:lnTo>
                    <a:pt x="32093" y="62238"/>
                  </a:lnTo>
                  <a:lnTo>
                    <a:pt x="32093" y="62527"/>
                  </a:lnTo>
                  <a:lnTo>
                    <a:pt x="32302" y="63682"/>
                  </a:lnTo>
                  <a:lnTo>
                    <a:pt x="33000" y="65415"/>
                  </a:lnTo>
                  <a:lnTo>
                    <a:pt x="33209" y="65992"/>
                  </a:lnTo>
                  <a:lnTo>
                    <a:pt x="33279" y="66570"/>
                  </a:lnTo>
                  <a:lnTo>
                    <a:pt x="33418" y="66714"/>
                  </a:lnTo>
                  <a:lnTo>
                    <a:pt x="33069" y="68014"/>
                  </a:lnTo>
                  <a:lnTo>
                    <a:pt x="33069" y="68592"/>
                  </a:lnTo>
                  <a:lnTo>
                    <a:pt x="33209" y="69025"/>
                  </a:lnTo>
                  <a:lnTo>
                    <a:pt x="33488" y="69458"/>
                  </a:lnTo>
                  <a:lnTo>
                    <a:pt x="33697" y="69891"/>
                  </a:lnTo>
                  <a:lnTo>
                    <a:pt x="33488" y="70902"/>
                  </a:lnTo>
                  <a:lnTo>
                    <a:pt x="33279" y="71480"/>
                  </a:lnTo>
                  <a:lnTo>
                    <a:pt x="32651" y="72490"/>
                  </a:lnTo>
                  <a:lnTo>
                    <a:pt x="32511" y="72779"/>
                  </a:lnTo>
                  <a:lnTo>
                    <a:pt x="32372" y="73646"/>
                  </a:lnTo>
                  <a:lnTo>
                    <a:pt x="32302" y="74079"/>
                  </a:lnTo>
                  <a:lnTo>
                    <a:pt x="32093" y="74657"/>
                  </a:lnTo>
                  <a:lnTo>
                    <a:pt x="31674" y="77689"/>
                  </a:lnTo>
                  <a:lnTo>
                    <a:pt x="31465" y="81732"/>
                  </a:lnTo>
                  <a:lnTo>
                    <a:pt x="31604" y="81877"/>
                  </a:lnTo>
                  <a:lnTo>
                    <a:pt x="32093" y="81444"/>
                  </a:lnTo>
                  <a:lnTo>
                    <a:pt x="32302" y="81588"/>
                  </a:lnTo>
                  <a:lnTo>
                    <a:pt x="32162" y="82310"/>
                  </a:lnTo>
                  <a:lnTo>
                    <a:pt x="31883" y="82888"/>
                  </a:lnTo>
                  <a:lnTo>
                    <a:pt x="31813" y="83610"/>
                  </a:lnTo>
                  <a:lnTo>
                    <a:pt x="31674" y="84043"/>
                  </a:lnTo>
                  <a:lnTo>
                    <a:pt x="31604" y="85920"/>
                  </a:lnTo>
                  <a:lnTo>
                    <a:pt x="31813" y="86787"/>
                  </a:lnTo>
                  <a:lnTo>
                    <a:pt x="31883" y="87364"/>
                  </a:lnTo>
                  <a:lnTo>
                    <a:pt x="31883" y="88086"/>
                  </a:lnTo>
                  <a:lnTo>
                    <a:pt x="31883" y="88519"/>
                  </a:lnTo>
                  <a:lnTo>
                    <a:pt x="31674" y="89097"/>
                  </a:lnTo>
                  <a:lnTo>
                    <a:pt x="31674" y="89819"/>
                  </a:lnTo>
                  <a:lnTo>
                    <a:pt x="31953" y="89963"/>
                  </a:lnTo>
                  <a:lnTo>
                    <a:pt x="32372" y="90974"/>
                  </a:lnTo>
                  <a:lnTo>
                    <a:pt x="32581" y="90974"/>
                  </a:lnTo>
                  <a:lnTo>
                    <a:pt x="32581" y="91552"/>
                  </a:lnTo>
                  <a:lnTo>
                    <a:pt x="32581" y="91696"/>
                  </a:lnTo>
                  <a:lnTo>
                    <a:pt x="32720" y="91841"/>
                  </a:lnTo>
                  <a:lnTo>
                    <a:pt x="32860" y="91841"/>
                  </a:lnTo>
                  <a:lnTo>
                    <a:pt x="33000" y="92274"/>
                  </a:lnTo>
                  <a:lnTo>
                    <a:pt x="33069" y="92996"/>
                  </a:lnTo>
                  <a:lnTo>
                    <a:pt x="33418" y="93285"/>
                  </a:lnTo>
                  <a:lnTo>
                    <a:pt x="33697" y="93285"/>
                  </a:lnTo>
                  <a:lnTo>
                    <a:pt x="34744" y="92129"/>
                  </a:lnTo>
                  <a:lnTo>
                    <a:pt x="34883" y="92418"/>
                  </a:lnTo>
                  <a:lnTo>
                    <a:pt x="34883" y="92707"/>
                  </a:lnTo>
                  <a:lnTo>
                    <a:pt x="34604" y="93285"/>
                  </a:lnTo>
                  <a:lnTo>
                    <a:pt x="34744" y="94007"/>
                  </a:lnTo>
                  <a:lnTo>
                    <a:pt x="35372" y="95018"/>
                  </a:lnTo>
                  <a:lnTo>
                    <a:pt x="35093" y="95595"/>
                  </a:lnTo>
                  <a:lnTo>
                    <a:pt x="34395" y="95451"/>
                  </a:lnTo>
                  <a:lnTo>
                    <a:pt x="34116" y="96173"/>
                  </a:lnTo>
                  <a:lnTo>
                    <a:pt x="34046" y="96173"/>
                  </a:lnTo>
                  <a:lnTo>
                    <a:pt x="33976" y="96173"/>
                  </a:lnTo>
                  <a:lnTo>
                    <a:pt x="33976" y="96606"/>
                  </a:lnTo>
                  <a:lnTo>
                    <a:pt x="34046" y="96895"/>
                  </a:lnTo>
                  <a:lnTo>
                    <a:pt x="34116" y="97039"/>
                  </a:lnTo>
                  <a:lnTo>
                    <a:pt x="34186" y="96895"/>
                  </a:lnTo>
                  <a:lnTo>
                    <a:pt x="34186" y="97472"/>
                  </a:lnTo>
                  <a:lnTo>
                    <a:pt x="34255" y="98050"/>
                  </a:lnTo>
                  <a:lnTo>
                    <a:pt x="34186" y="98339"/>
                  </a:lnTo>
                  <a:lnTo>
                    <a:pt x="34116" y="98339"/>
                  </a:lnTo>
                  <a:lnTo>
                    <a:pt x="34116" y="98628"/>
                  </a:lnTo>
                  <a:lnTo>
                    <a:pt x="34325" y="99061"/>
                  </a:lnTo>
                  <a:lnTo>
                    <a:pt x="35511" y="101949"/>
                  </a:lnTo>
                  <a:lnTo>
                    <a:pt x="35581" y="102671"/>
                  </a:lnTo>
                  <a:lnTo>
                    <a:pt x="35441" y="103249"/>
                  </a:lnTo>
                  <a:lnTo>
                    <a:pt x="35720" y="103682"/>
                  </a:lnTo>
                  <a:lnTo>
                    <a:pt x="35790" y="103971"/>
                  </a:lnTo>
                  <a:lnTo>
                    <a:pt x="36000" y="104548"/>
                  </a:lnTo>
                  <a:lnTo>
                    <a:pt x="36000" y="104693"/>
                  </a:lnTo>
                  <a:lnTo>
                    <a:pt x="36000" y="104981"/>
                  </a:lnTo>
                  <a:lnTo>
                    <a:pt x="36069" y="105270"/>
                  </a:lnTo>
                  <a:lnTo>
                    <a:pt x="36139" y="105559"/>
                  </a:lnTo>
                  <a:lnTo>
                    <a:pt x="36139" y="106137"/>
                  </a:lnTo>
                  <a:lnTo>
                    <a:pt x="36139" y="106425"/>
                  </a:lnTo>
                  <a:lnTo>
                    <a:pt x="36139" y="106714"/>
                  </a:lnTo>
                  <a:lnTo>
                    <a:pt x="36139" y="107292"/>
                  </a:lnTo>
                  <a:lnTo>
                    <a:pt x="36139" y="107436"/>
                  </a:lnTo>
                  <a:lnTo>
                    <a:pt x="36139" y="107436"/>
                  </a:lnTo>
                  <a:lnTo>
                    <a:pt x="36069" y="107581"/>
                  </a:lnTo>
                  <a:lnTo>
                    <a:pt x="36000" y="108736"/>
                  </a:lnTo>
                  <a:lnTo>
                    <a:pt x="35930" y="109314"/>
                  </a:lnTo>
                  <a:lnTo>
                    <a:pt x="36000" y="109891"/>
                  </a:lnTo>
                  <a:lnTo>
                    <a:pt x="36348" y="111191"/>
                  </a:lnTo>
                  <a:lnTo>
                    <a:pt x="37186" y="111913"/>
                  </a:lnTo>
                  <a:lnTo>
                    <a:pt x="37604" y="112635"/>
                  </a:lnTo>
                  <a:lnTo>
                    <a:pt x="37534" y="112202"/>
                  </a:lnTo>
                  <a:lnTo>
                    <a:pt x="38023" y="112779"/>
                  </a:lnTo>
                  <a:lnTo>
                    <a:pt x="37604" y="113646"/>
                  </a:lnTo>
                  <a:lnTo>
                    <a:pt x="37534" y="114223"/>
                  </a:lnTo>
                  <a:lnTo>
                    <a:pt x="37744" y="114512"/>
                  </a:lnTo>
                  <a:lnTo>
                    <a:pt x="38023" y="114657"/>
                  </a:lnTo>
                  <a:lnTo>
                    <a:pt x="38162" y="114368"/>
                  </a:lnTo>
                  <a:lnTo>
                    <a:pt x="38023" y="113357"/>
                  </a:lnTo>
                  <a:lnTo>
                    <a:pt x="38581" y="112924"/>
                  </a:lnTo>
                  <a:lnTo>
                    <a:pt x="39000" y="113068"/>
                  </a:lnTo>
                  <a:lnTo>
                    <a:pt x="39348" y="113935"/>
                  </a:lnTo>
                  <a:lnTo>
                    <a:pt x="39348" y="114368"/>
                  </a:lnTo>
                  <a:lnTo>
                    <a:pt x="39069" y="115090"/>
                  </a:lnTo>
                  <a:lnTo>
                    <a:pt x="38930" y="115379"/>
                  </a:lnTo>
                  <a:lnTo>
                    <a:pt x="39418" y="116101"/>
                  </a:lnTo>
                  <a:lnTo>
                    <a:pt x="40325" y="116967"/>
                  </a:lnTo>
                  <a:lnTo>
                    <a:pt x="41093" y="116967"/>
                  </a:lnTo>
                  <a:lnTo>
                    <a:pt x="41232" y="116678"/>
                  </a:lnTo>
                  <a:lnTo>
                    <a:pt x="41441" y="115812"/>
                  </a:lnTo>
                  <a:lnTo>
                    <a:pt x="41441" y="115234"/>
                  </a:lnTo>
                  <a:lnTo>
                    <a:pt x="41302" y="114512"/>
                  </a:lnTo>
                  <a:lnTo>
                    <a:pt x="41232" y="114079"/>
                  </a:lnTo>
                  <a:lnTo>
                    <a:pt x="41023" y="113790"/>
                  </a:lnTo>
                  <a:lnTo>
                    <a:pt x="41232" y="112924"/>
                  </a:lnTo>
                  <a:lnTo>
                    <a:pt x="41581" y="113646"/>
                  </a:lnTo>
                  <a:lnTo>
                    <a:pt x="41790" y="114801"/>
                  </a:lnTo>
                  <a:lnTo>
                    <a:pt x="41651" y="115667"/>
                  </a:lnTo>
                  <a:lnTo>
                    <a:pt x="41930" y="116823"/>
                  </a:lnTo>
                  <a:lnTo>
                    <a:pt x="41860" y="117111"/>
                  </a:lnTo>
                  <a:lnTo>
                    <a:pt x="43186" y="117111"/>
                  </a:lnTo>
                  <a:lnTo>
                    <a:pt x="42976" y="116101"/>
                  </a:lnTo>
                  <a:lnTo>
                    <a:pt x="42418" y="114368"/>
                  </a:lnTo>
                  <a:lnTo>
                    <a:pt x="42348" y="113357"/>
                  </a:lnTo>
                  <a:lnTo>
                    <a:pt x="42279" y="113068"/>
                  </a:lnTo>
                  <a:lnTo>
                    <a:pt x="42139" y="112779"/>
                  </a:lnTo>
                  <a:lnTo>
                    <a:pt x="41930" y="112490"/>
                  </a:lnTo>
                  <a:lnTo>
                    <a:pt x="41860" y="111768"/>
                  </a:lnTo>
                  <a:lnTo>
                    <a:pt x="41930" y="111480"/>
                  </a:lnTo>
                  <a:lnTo>
                    <a:pt x="42209" y="110902"/>
                  </a:lnTo>
                  <a:lnTo>
                    <a:pt x="42279" y="110758"/>
                  </a:lnTo>
                  <a:lnTo>
                    <a:pt x="42348" y="110902"/>
                  </a:lnTo>
                  <a:lnTo>
                    <a:pt x="42488" y="111046"/>
                  </a:lnTo>
                  <a:lnTo>
                    <a:pt x="42627" y="111191"/>
                  </a:lnTo>
                  <a:lnTo>
                    <a:pt x="42767" y="110902"/>
                  </a:lnTo>
                  <a:lnTo>
                    <a:pt x="43744" y="106137"/>
                  </a:lnTo>
                  <a:lnTo>
                    <a:pt x="43883" y="104548"/>
                  </a:lnTo>
                  <a:lnTo>
                    <a:pt x="43953" y="103971"/>
                  </a:lnTo>
                  <a:lnTo>
                    <a:pt x="44232" y="103682"/>
                  </a:lnTo>
                  <a:lnTo>
                    <a:pt x="44162" y="103682"/>
                  </a:lnTo>
                  <a:lnTo>
                    <a:pt x="44372" y="103393"/>
                  </a:lnTo>
                  <a:lnTo>
                    <a:pt x="44441" y="103393"/>
                  </a:lnTo>
                  <a:lnTo>
                    <a:pt x="44581" y="103826"/>
                  </a:lnTo>
                  <a:lnTo>
                    <a:pt x="44581" y="104259"/>
                  </a:lnTo>
                  <a:lnTo>
                    <a:pt x="44651" y="104693"/>
                  </a:lnTo>
                  <a:lnTo>
                    <a:pt x="44720" y="105415"/>
                  </a:lnTo>
                  <a:lnTo>
                    <a:pt x="44720" y="106137"/>
                  </a:lnTo>
                  <a:lnTo>
                    <a:pt x="44651" y="106570"/>
                  </a:lnTo>
                  <a:lnTo>
                    <a:pt x="44511" y="106859"/>
                  </a:lnTo>
                  <a:lnTo>
                    <a:pt x="44441" y="107148"/>
                  </a:lnTo>
                  <a:lnTo>
                    <a:pt x="44302" y="108880"/>
                  </a:lnTo>
                  <a:lnTo>
                    <a:pt x="44162" y="110036"/>
                  </a:lnTo>
                  <a:lnTo>
                    <a:pt x="43534" y="111480"/>
                  </a:lnTo>
                  <a:lnTo>
                    <a:pt x="43465" y="113212"/>
                  </a:lnTo>
                  <a:lnTo>
                    <a:pt x="44023" y="113935"/>
                  </a:lnTo>
                  <a:lnTo>
                    <a:pt x="44302" y="113935"/>
                  </a:lnTo>
                  <a:lnTo>
                    <a:pt x="44511" y="113212"/>
                  </a:lnTo>
                  <a:lnTo>
                    <a:pt x="44511" y="112924"/>
                  </a:lnTo>
                  <a:lnTo>
                    <a:pt x="44511" y="112635"/>
                  </a:lnTo>
                  <a:lnTo>
                    <a:pt x="44511" y="112202"/>
                  </a:lnTo>
                  <a:lnTo>
                    <a:pt x="44581" y="111768"/>
                  </a:lnTo>
                  <a:lnTo>
                    <a:pt x="44720" y="111480"/>
                  </a:lnTo>
                  <a:lnTo>
                    <a:pt x="45069" y="111335"/>
                  </a:lnTo>
                  <a:lnTo>
                    <a:pt x="45139" y="111046"/>
                  </a:lnTo>
                  <a:lnTo>
                    <a:pt x="45209" y="111046"/>
                  </a:lnTo>
                  <a:lnTo>
                    <a:pt x="45279" y="111046"/>
                  </a:lnTo>
                  <a:lnTo>
                    <a:pt x="45348" y="110902"/>
                  </a:lnTo>
                  <a:lnTo>
                    <a:pt x="45348" y="111480"/>
                  </a:lnTo>
                  <a:lnTo>
                    <a:pt x="45279" y="111768"/>
                  </a:lnTo>
                  <a:lnTo>
                    <a:pt x="45139" y="111913"/>
                  </a:lnTo>
                  <a:lnTo>
                    <a:pt x="45279" y="112635"/>
                  </a:lnTo>
                  <a:lnTo>
                    <a:pt x="45348" y="113212"/>
                  </a:lnTo>
                  <a:lnTo>
                    <a:pt x="45558" y="114079"/>
                  </a:lnTo>
                  <a:lnTo>
                    <a:pt x="45627" y="114657"/>
                  </a:lnTo>
                  <a:lnTo>
                    <a:pt x="45837" y="115523"/>
                  </a:lnTo>
                  <a:lnTo>
                    <a:pt x="47023" y="117111"/>
                  </a:lnTo>
                  <a:lnTo>
                    <a:pt x="47651" y="117111"/>
                  </a:lnTo>
                  <a:lnTo>
                    <a:pt x="48627" y="115667"/>
                  </a:lnTo>
                  <a:lnTo>
                    <a:pt x="48558" y="116101"/>
                  </a:lnTo>
                  <a:lnTo>
                    <a:pt x="48348" y="117111"/>
                  </a:lnTo>
                  <a:lnTo>
                    <a:pt x="50232" y="118844"/>
                  </a:lnTo>
                  <a:lnTo>
                    <a:pt x="50441" y="118700"/>
                  </a:lnTo>
                  <a:lnTo>
                    <a:pt x="50581" y="118267"/>
                  </a:lnTo>
                  <a:lnTo>
                    <a:pt x="50720" y="117256"/>
                  </a:lnTo>
                  <a:lnTo>
                    <a:pt x="50860" y="116967"/>
                  </a:lnTo>
                  <a:lnTo>
                    <a:pt x="51069" y="117256"/>
                  </a:lnTo>
                  <a:lnTo>
                    <a:pt x="51139" y="117545"/>
                  </a:lnTo>
                  <a:lnTo>
                    <a:pt x="51348" y="119277"/>
                  </a:lnTo>
                  <a:lnTo>
                    <a:pt x="51488" y="119711"/>
                  </a:lnTo>
                  <a:lnTo>
                    <a:pt x="51767" y="120000"/>
                  </a:lnTo>
                  <a:lnTo>
                    <a:pt x="52465" y="119277"/>
                  </a:lnTo>
                  <a:lnTo>
                    <a:pt x="53232" y="118989"/>
                  </a:lnTo>
                  <a:lnTo>
                    <a:pt x="53372" y="118700"/>
                  </a:lnTo>
                  <a:lnTo>
                    <a:pt x="53651" y="117978"/>
                  </a:lnTo>
                  <a:lnTo>
                    <a:pt x="53860" y="117833"/>
                  </a:lnTo>
                  <a:lnTo>
                    <a:pt x="54000" y="117978"/>
                  </a:lnTo>
                  <a:lnTo>
                    <a:pt x="54000" y="118267"/>
                  </a:lnTo>
                  <a:lnTo>
                    <a:pt x="54906" y="117545"/>
                  </a:lnTo>
                  <a:lnTo>
                    <a:pt x="54976" y="117400"/>
                  </a:lnTo>
                  <a:lnTo>
                    <a:pt x="55116" y="117111"/>
                  </a:lnTo>
                  <a:lnTo>
                    <a:pt x="55116" y="116389"/>
                  </a:lnTo>
                  <a:lnTo>
                    <a:pt x="55116" y="115956"/>
                  </a:lnTo>
                  <a:lnTo>
                    <a:pt x="55186" y="115812"/>
                  </a:lnTo>
                  <a:lnTo>
                    <a:pt x="56093" y="115667"/>
                  </a:lnTo>
                  <a:lnTo>
                    <a:pt x="56372" y="115379"/>
                  </a:lnTo>
                  <a:lnTo>
                    <a:pt x="56651" y="114223"/>
                  </a:lnTo>
                  <a:lnTo>
                    <a:pt x="56720" y="113646"/>
                  </a:lnTo>
                  <a:lnTo>
                    <a:pt x="56720" y="112490"/>
                  </a:lnTo>
                  <a:lnTo>
                    <a:pt x="56720" y="111191"/>
                  </a:lnTo>
                  <a:lnTo>
                    <a:pt x="56651" y="110180"/>
                  </a:lnTo>
                  <a:lnTo>
                    <a:pt x="56511" y="109747"/>
                  </a:lnTo>
                  <a:lnTo>
                    <a:pt x="55674" y="108736"/>
                  </a:lnTo>
                  <a:lnTo>
                    <a:pt x="55325" y="107292"/>
                  </a:lnTo>
                  <a:lnTo>
                    <a:pt x="55186" y="107003"/>
                  </a:lnTo>
                  <a:lnTo>
                    <a:pt x="55325" y="107148"/>
                  </a:lnTo>
                  <a:lnTo>
                    <a:pt x="56023" y="108158"/>
                  </a:lnTo>
                  <a:lnTo>
                    <a:pt x="56372" y="108303"/>
                  </a:lnTo>
                  <a:lnTo>
                    <a:pt x="56581" y="108592"/>
                  </a:lnTo>
                  <a:lnTo>
                    <a:pt x="56720" y="108447"/>
                  </a:lnTo>
                  <a:lnTo>
                    <a:pt x="56790" y="107436"/>
                  </a:lnTo>
                  <a:lnTo>
                    <a:pt x="56790" y="105126"/>
                  </a:lnTo>
                  <a:lnTo>
                    <a:pt x="56581" y="104981"/>
                  </a:lnTo>
                  <a:lnTo>
                    <a:pt x="56302" y="104404"/>
                  </a:lnTo>
                  <a:lnTo>
                    <a:pt x="56093" y="103682"/>
                  </a:lnTo>
                  <a:lnTo>
                    <a:pt x="55953" y="102527"/>
                  </a:lnTo>
                  <a:lnTo>
                    <a:pt x="56093" y="102671"/>
                  </a:lnTo>
                  <a:lnTo>
                    <a:pt x="56651" y="103826"/>
                  </a:lnTo>
                  <a:lnTo>
                    <a:pt x="57209" y="104404"/>
                  </a:lnTo>
                  <a:lnTo>
                    <a:pt x="57418" y="104981"/>
                  </a:lnTo>
                  <a:lnTo>
                    <a:pt x="57488" y="105415"/>
                  </a:lnTo>
                  <a:lnTo>
                    <a:pt x="57558" y="105848"/>
                  </a:lnTo>
                  <a:lnTo>
                    <a:pt x="57558" y="106570"/>
                  </a:lnTo>
                  <a:lnTo>
                    <a:pt x="57627" y="107292"/>
                  </a:lnTo>
                  <a:lnTo>
                    <a:pt x="57627" y="107581"/>
                  </a:lnTo>
                  <a:lnTo>
                    <a:pt x="57697" y="107870"/>
                  </a:lnTo>
                  <a:lnTo>
                    <a:pt x="57697" y="108303"/>
                  </a:lnTo>
                  <a:lnTo>
                    <a:pt x="57906" y="108592"/>
                  </a:lnTo>
                  <a:lnTo>
                    <a:pt x="58046" y="109314"/>
                  </a:lnTo>
                  <a:lnTo>
                    <a:pt x="58116" y="109602"/>
                  </a:lnTo>
                  <a:lnTo>
                    <a:pt x="58116" y="109891"/>
                  </a:lnTo>
                  <a:lnTo>
                    <a:pt x="58116" y="110324"/>
                  </a:lnTo>
                  <a:lnTo>
                    <a:pt x="58186" y="110902"/>
                  </a:lnTo>
                  <a:lnTo>
                    <a:pt x="58325" y="110902"/>
                  </a:lnTo>
                  <a:lnTo>
                    <a:pt x="58395" y="110902"/>
                  </a:lnTo>
                  <a:lnTo>
                    <a:pt x="58534" y="110469"/>
                  </a:lnTo>
                  <a:lnTo>
                    <a:pt x="58604" y="110036"/>
                  </a:lnTo>
                  <a:lnTo>
                    <a:pt x="58674" y="109458"/>
                  </a:lnTo>
                  <a:lnTo>
                    <a:pt x="58813" y="108158"/>
                  </a:lnTo>
                  <a:lnTo>
                    <a:pt x="58813" y="107003"/>
                  </a:lnTo>
                  <a:lnTo>
                    <a:pt x="58674" y="105992"/>
                  </a:lnTo>
                  <a:lnTo>
                    <a:pt x="58604" y="105559"/>
                  </a:lnTo>
                  <a:lnTo>
                    <a:pt x="58604" y="105126"/>
                  </a:lnTo>
                  <a:lnTo>
                    <a:pt x="58604" y="104548"/>
                  </a:lnTo>
                  <a:lnTo>
                    <a:pt x="58604" y="104115"/>
                  </a:lnTo>
                  <a:lnTo>
                    <a:pt x="58674" y="103971"/>
                  </a:lnTo>
                  <a:lnTo>
                    <a:pt x="58744" y="103682"/>
                  </a:lnTo>
                  <a:lnTo>
                    <a:pt x="58813" y="103249"/>
                  </a:lnTo>
                  <a:lnTo>
                    <a:pt x="58813" y="102960"/>
                  </a:lnTo>
                  <a:lnTo>
                    <a:pt x="58813" y="102815"/>
                  </a:lnTo>
                  <a:lnTo>
                    <a:pt x="58813" y="102527"/>
                  </a:lnTo>
                  <a:lnTo>
                    <a:pt x="58813" y="101083"/>
                  </a:lnTo>
                  <a:lnTo>
                    <a:pt x="58883" y="100794"/>
                  </a:lnTo>
                  <a:lnTo>
                    <a:pt x="59023" y="100938"/>
                  </a:lnTo>
                  <a:lnTo>
                    <a:pt x="59093" y="101227"/>
                  </a:lnTo>
                  <a:lnTo>
                    <a:pt x="59232" y="101516"/>
                  </a:lnTo>
                  <a:lnTo>
                    <a:pt x="59302" y="101949"/>
                  </a:lnTo>
                  <a:lnTo>
                    <a:pt x="59302" y="102527"/>
                  </a:lnTo>
                  <a:lnTo>
                    <a:pt x="59511" y="101805"/>
                  </a:lnTo>
                  <a:lnTo>
                    <a:pt x="59581" y="101371"/>
                  </a:lnTo>
                  <a:lnTo>
                    <a:pt x="59581" y="100505"/>
                  </a:lnTo>
                  <a:lnTo>
                    <a:pt x="59372" y="99494"/>
                  </a:lnTo>
                  <a:lnTo>
                    <a:pt x="59232" y="98628"/>
                  </a:lnTo>
                  <a:lnTo>
                    <a:pt x="59232" y="98339"/>
                  </a:lnTo>
                  <a:lnTo>
                    <a:pt x="59441" y="98194"/>
                  </a:lnTo>
                  <a:lnTo>
                    <a:pt x="59511" y="98483"/>
                  </a:lnTo>
                  <a:lnTo>
                    <a:pt x="60209" y="100938"/>
                  </a:lnTo>
                  <a:lnTo>
                    <a:pt x="60348" y="101371"/>
                  </a:lnTo>
                  <a:lnTo>
                    <a:pt x="60279" y="101660"/>
                  </a:lnTo>
                  <a:lnTo>
                    <a:pt x="60209" y="102238"/>
                  </a:lnTo>
                  <a:lnTo>
                    <a:pt x="60209" y="102815"/>
                  </a:lnTo>
                  <a:lnTo>
                    <a:pt x="60279" y="103682"/>
                  </a:lnTo>
                  <a:lnTo>
                    <a:pt x="60348" y="103682"/>
                  </a:lnTo>
                  <a:lnTo>
                    <a:pt x="60627" y="103826"/>
                  </a:lnTo>
                  <a:lnTo>
                    <a:pt x="60697" y="103826"/>
                  </a:lnTo>
                  <a:lnTo>
                    <a:pt x="61465" y="103682"/>
                  </a:lnTo>
                  <a:lnTo>
                    <a:pt x="61604" y="103826"/>
                  </a:lnTo>
                  <a:lnTo>
                    <a:pt x="61674" y="104115"/>
                  </a:lnTo>
                  <a:lnTo>
                    <a:pt x="60767" y="104981"/>
                  </a:lnTo>
                  <a:lnTo>
                    <a:pt x="60976" y="105126"/>
                  </a:lnTo>
                  <a:lnTo>
                    <a:pt x="60976" y="105415"/>
                  </a:lnTo>
                  <a:lnTo>
                    <a:pt x="60976" y="105848"/>
                  </a:lnTo>
                  <a:lnTo>
                    <a:pt x="61046" y="106137"/>
                  </a:lnTo>
                  <a:lnTo>
                    <a:pt x="61046" y="106570"/>
                  </a:lnTo>
                  <a:lnTo>
                    <a:pt x="61046" y="106714"/>
                  </a:lnTo>
                  <a:lnTo>
                    <a:pt x="60976" y="106859"/>
                  </a:lnTo>
                  <a:lnTo>
                    <a:pt x="61046" y="107436"/>
                  </a:lnTo>
                  <a:lnTo>
                    <a:pt x="61046" y="108158"/>
                  </a:lnTo>
                  <a:lnTo>
                    <a:pt x="61046" y="108592"/>
                  </a:lnTo>
                  <a:lnTo>
                    <a:pt x="60976" y="109747"/>
                  </a:lnTo>
                  <a:lnTo>
                    <a:pt x="60906" y="111191"/>
                  </a:lnTo>
                  <a:lnTo>
                    <a:pt x="60837" y="111480"/>
                  </a:lnTo>
                  <a:lnTo>
                    <a:pt x="60767" y="111768"/>
                  </a:lnTo>
                  <a:lnTo>
                    <a:pt x="60767" y="112635"/>
                  </a:lnTo>
                  <a:lnTo>
                    <a:pt x="60837" y="114657"/>
                  </a:lnTo>
                  <a:lnTo>
                    <a:pt x="60837" y="115234"/>
                  </a:lnTo>
                  <a:lnTo>
                    <a:pt x="60906" y="115667"/>
                  </a:lnTo>
                  <a:lnTo>
                    <a:pt x="61046" y="116534"/>
                  </a:lnTo>
                  <a:lnTo>
                    <a:pt x="61186" y="117256"/>
                  </a:lnTo>
                  <a:lnTo>
                    <a:pt x="61395" y="117978"/>
                  </a:lnTo>
                  <a:lnTo>
                    <a:pt x="61465" y="118267"/>
                  </a:lnTo>
                  <a:lnTo>
                    <a:pt x="63488" y="118555"/>
                  </a:lnTo>
                  <a:lnTo>
                    <a:pt x="63697" y="118267"/>
                  </a:lnTo>
                  <a:lnTo>
                    <a:pt x="63837" y="117256"/>
                  </a:lnTo>
                  <a:lnTo>
                    <a:pt x="63906" y="116823"/>
                  </a:lnTo>
                  <a:lnTo>
                    <a:pt x="64046" y="116967"/>
                  </a:lnTo>
                  <a:lnTo>
                    <a:pt x="63906" y="117111"/>
                  </a:lnTo>
                  <a:lnTo>
                    <a:pt x="64325" y="118122"/>
                  </a:lnTo>
                  <a:lnTo>
                    <a:pt x="64813" y="118267"/>
                  </a:lnTo>
                  <a:lnTo>
                    <a:pt x="65930" y="117545"/>
                  </a:lnTo>
                  <a:lnTo>
                    <a:pt x="66209" y="117111"/>
                  </a:lnTo>
                  <a:lnTo>
                    <a:pt x="66488" y="115523"/>
                  </a:lnTo>
                  <a:lnTo>
                    <a:pt x="66627" y="115523"/>
                  </a:lnTo>
                  <a:lnTo>
                    <a:pt x="66767" y="115956"/>
                  </a:lnTo>
                  <a:lnTo>
                    <a:pt x="66837" y="116967"/>
                  </a:lnTo>
                  <a:lnTo>
                    <a:pt x="66906" y="117256"/>
                  </a:lnTo>
                  <a:lnTo>
                    <a:pt x="66976" y="117545"/>
                  </a:lnTo>
                  <a:lnTo>
                    <a:pt x="67325" y="118267"/>
                  </a:lnTo>
                  <a:lnTo>
                    <a:pt x="67744" y="118267"/>
                  </a:lnTo>
                  <a:lnTo>
                    <a:pt x="68372" y="117256"/>
                  </a:lnTo>
                  <a:lnTo>
                    <a:pt x="68302" y="117256"/>
                  </a:lnTo>
                  <a:lnTo>
                    <a:pt x="68860" y="116534"/>
                  </a:lnTo>
                  <a:lnTo>
                    <a:pt x="68860" y="116389"/>
                  </a:lnTo>
                  <a:lnTo>
                    <a:pt x="68860" y="115667"/>
                  </a:lnTo>
                  <a:lnTo>
                    <a:pt x="68860" y="115234"/>
                  </a:lnTo>
                  <a:lnTo>
                    <a:pt x="68860" y="114657"/>
                  </a:lnTo>
                  <a:lnTo>
                    <a:pt x="69000" y="113790"/>
                  </a:lnTo>
                  <a:lnTo>
                    <a:pt x="69139" y="113212"/>
                  </a:lnTo>
                  <a:lnTo>
                    <a:pt x="69627" y="112924"/>
                  </a:lnTo>
                  <a:lnTo>
                    <a:pt x="69627" y="113646"/>
                  </a:lnTo>
                  <a:lnTo>
                    <a:pt x="69488" y="113935"/>
                  </a:lnTo>
                  <a:lnTo>
                    <a:pt x="69209" y="114223"/>
                  </a:lnTo>
                  <a:lnTo>
                    <a:pt x="69697" y="116389"/>
                  </a:lnTo>
                  <a:lnTo>
                    <a:pt x="70325" y="116823"/>
                  </a:lnTo>
                  <a:lnTo>
                    <a:pt x="71302" y="116389"/>
                  </a:lnTo>
                  <a:lnTo>
                    <a:pt x="71232" y="116389"/>
                  </a:lnTo>
                  <a:lnTo>
                    <a:pt x="71581" y="115956"/>
                  </a:lnTo>
                  <a:lnTo>
                    <a:pt x="71720" y="115812"/>
                  </a:lnTo>
                  <a:lnTo>
                    <a:pt x="71790" y="115379"/>
                  </a:lnTo>
                  <a:lnTo>
                    <a:pt x="71720" y="115234"/>
                  </a:lnTo>
                  <a:lnTo>
                    <a:pt x="71651" y="114801"/>
                  </a:lnTo>
                  <a:lnTo>
                    <a:pt x="71651" y="114512"/>
                  </a:lnTo>
                  <a:lnTo>
                    <a:pt x="71651" y="114223"/>
                  </a:lnTo>
                  <a:lnTo>
                    <a:pt x="71720" y="113935"/>
                  </a:lnTo>
                  <a:lnTo>
                    <a:pt x="71790" y="114079"/>
                  </a:lnTo>
                  <a:lnTo>
                    <a:pt x="71860" y="114368"/>
                  </a:lnTo>
                  <a:lnTo>
                    <a:pt x="71930" y="114657"/>
                  </a:lnTo>
                  <a:lnTo>
                    <a:pt x="72488" y="115956"/>
                  </a:lnTo>
                  <a:lnTo>
                    <a:pt x="72697" y="115956"/>
                  </a:lnTo>
                  <a:lnTo>
                    <a:pt x="74790" y="114801"/>
                  </a:lnTo>
                  <a:lnTo>
                    <a:pt x="74720" y="114512"/>
                  </a:lnTo>
                  <a:lnTo>
                    <a:pt x="74372" y="114368"/>
                  </a:lnTo>
                  <a:lnTo>
                    <a:pt x="73604" y="112490"/>
                  </a:lnTo>
                  <a:lnTo>
                    <a:pt x="73186" y="111913"/>
                  </a:lnTo>
                  <a:lnTo>
                    <a:pt x="73046" y="111480"/>
                  </a:lnTo>
                  <a:lnTo>
                    <a:pt x="72837" y="110324"/>
                  </a:lnTo>
                  <a:lnTo>
                    <a:pt x="72767" y="109025"/>
                  </a:lnTo>
                  <a:lnTo>
                    <a:pt x="72627" y="108303"/>
                  </a:lnTo>
                  <a:lnTo>
                    <a:pt x="72558" y="108014"/>
                  </a:lnTo>
                  <a:lnTo>
                    <a:pt x="72627" y="108014"/>
                  </a:lnTo>
                  <a:lnTo>
                    <a:pt x="72767" y="108014"/>
                  </a:lnTo>
                  <a:lnTo>
                    <a:pt x="72837" y="108014"/>
                  </a:lnTo>
                  <a:lnTo>
                    <a:pt x="72976" y="108158"/>
                  </a:lnTo>
                  <a:lnTo>
                    <a:pt x="72976" y="108880"/>
                  </a:lnTo>
                  <a:lnTo>
                    <a:pt x="73116" y="109602"/>
                  </a:lnTo>
                  <a:lnTo>
                    <a:pt x="73186" y="109891"/>
                  </a:lnTo>
                  <a:lnTo>
                    <a:pt x="73325" y="109747"/>
                  </a:lnTo>
                  <a:lnTo>
                    <a:pt x="73604" y="110902"/>
                  </a:lnTo>
                  <a:lnTo>
                    <a:pt x="74023" y="111768"/>
                  </a:lnTo>
                  <a:lnTo>
                    <a:pt x="75767" y="113646"/>
                  </a:lnTo>
                  <a:lnTo>
                    <a:pt x="76186" y="113357"/>
                  </a:lnTo>
                  <a:lnTo>
                    <a:pt x="76604" y="112779"/>
                  </a:lnTo>
                  <a:lnTo>
                    <a:pt x="76674" y="112346"/>
                  </a:lnTo>
                  <a:lnTo>
                    <a:pt x="76813" y="111191"/>
                  </a:lnTo>
                  <a:lnTo>
                    <a:pt x="76883" y="109747"/>
                  </a:lnTo>
                  <a:lnTo>
                    <a:pt x="76674" y="108303"/>
                  </a:lnTo>
                  <a:lnTo>
                    <a:pt x="76534" y="107436"/>
                  </a:lnTo>
                  <a:lnTo>
                    <a:pt x="76534" y="106859"/>
                  </a:lnTo>
                  <a:lnTo>
                    <a:pt x="76674" y="106425"/>
                  </a:lnTo>
                  <a:lnTo>
                    <a:pt x="76813" y="106137"/>
                  </a:lnTo>
                  <a:lnTo>
                    <a:pt x="76953" y="106570"/>
                  </a:lnTo>
                  <a:lnTo>
                    <a:pt x="77093" y="106859"/>
                  </a:lnTo>
                  <a:lnTo>
                    <a:pt x="77093" y="107292"/>
                  </a:lnTo>
                  <a:lnTo>
                    <a:pt x="76953" y="107581"/>
                  </a:lnTo>
                  <a:lnTo>
                    <a:pt x="77232" y="108303"/>
                  </a:lnTo>
                  <a:lnTo>
                    <a:pt x="77581" y="108880"/>
                  </a:lnTo>
                  <a:lnTo>
                    <a:pt x="77930" y="109602"/>
                  </a:lnTo>
                  <a:lnTo>
                    <a:pt x="77930" y="110180"/>
                  </a:lnTo>
                  <a:lnTo>
                    <a:pt x="78000" y="112924"/>
                  </a:lnTo>
                  <a:lnTo>
                    <a:pt x="81418" y="110902"/>
                  </a:lnTo>
                  <a:lnTo>
                    <a:pt x="81697" y="110180"/>
                  </a:lnTo>
                  <a:lnTo>
                    <a:pt x="81837" y="109747"/>
                  </a:lnTo>
                  <a:lnTo>
                    <a:pt x="81976" y="108447"/>
                  </a:lnTo>
                  <a:lnTo>
                    <a:pt x="81976" y="108158"/>
                  </a:lnTo>
                  <a:lnTo>
                    <a:pt x="81906" y="107581"/>
                  </a:lnTo>
                  <a:lnTo>
                    <a:pt x="81348" y="105415"/>
                  </a:lnTo>
                  <a:lnTo>
                    <a:pt x="81279" y="104693"/>
                  </a:lnTo>
                  <a:lnTo>
                    <a:pt x="81139" y="103971"/>
                  </a:lnTo>
                  <a:lnTo>
                    <a:pt x="81000" y="103249"/>
                  </a:lnTo>
                  <a:lnTo>
                    <a:pt x="80930" y="102671"/>
                  </a:lnTo>
                  <a:lnTo>
                    <a:pt x="80790" y="102527"/>
                  </a:lnTo>
                  <a:lnTo>
                    <a:pt x="80790" y="102382"/>
                  </a:lnTo>
                  <a:lnTo>
                    <a:pt x="80790" y="102238"/>
                  </a:lnTo>
                  <a:lnTo>
                    <a:pt x="80860" y="101949"/>
                  </a:lnTo>
                  <a:lnTo>
                    <a:pt x="80720" y="101371"/>
                  </a:lnTo>
                  <a:lnTo>
                    <a:pt x="80720" y="101083"/>
                  </a:lnTo>
                  <a:lnTo>
                    <a:pt x="80860" y="101083"/>
                  </a:lnTo>
                  <a:lnTo>
                    <a:pt x="81000" y="101371"/>
                  </a:lnTo>
                  <a:lnTo>
                    <a:pt x="81209" y="101660"/>
                  </a:lnTo>
                  <a:lnTo>
                    <a:pt x="81348" y="102382"/>
                  </a:lnTo>
                  <a:lnTo>
                    <a:pt x="82116" y="105848"/>
                  </a:lnTo>
                  <a:lnTo>
                    <a:pt x="82255" y="106425"/>
                  </a:lnTo>
                  <a:lnTo>
                    <a:pt x="82604" y="107003"/>
                  </a:lnTo>
                  <a:lnTo>
                    <a:pt x="82813" y="107581"/>
                  </a:lnTo>
                  <a:lnTo>
                    <a:pt x="82883" y="108303"/>
                  </a:lnTo>
                  <a:lnTo>
                    <a:pt x="82883" y="108736"/>
                  </a:lnTo>
                  <a:lnTo>
                    <a:pt x="82953" y="109025"/>
                  </a:lnTo>
                  <a:lnTo>
                    <a:pt x="83023" y="109747"/>
                  </a:lnTo>
                  <a:lnTo>
                    <a:pt x="83302" y="110036"/>
                  </a:lnTo>
                  <a:lnTo>
                    <a:pt x="84279" y="109747"/>
                  </a:lnTo>
                  <a:lnTo>
                    <a:pt x="84697" y="109458"/>
                  </a:lnTo>
                  <a:lnTo>
                    <a:pt x="84976" y="108447"/>
                  </a:lnTo>
                  <a:lnTo>
                    <a:pt x="85046" y="107148"/>
                  </a:lnTo>
                  <a:lnTo>
                    <a:pt x="84976" y="106859"/>
                  </a:lnTo>
                  <a:lnTo>
                    <a:pt x="84837" y="106425"/>
                  </a:lnTo>
                  <a:lnTo>
                    <a:pt x="84767" y="105992"/>
                  </a:lnTo>
                  <a:lnTo>
                    <a:pt x="84837" y="105848"/>
                  </a:lnTo>
                  <a:lnTo>
                    <a:pt x="84837" y="105703"/>
                  </a:lnTo>
                  <a:lnTo>
                    <a:pt x="84697" y="105126"/>
                  </a:lnTo>
                  <a:lnTo>
                    <a:pt x="84627" y="104981"/>
                  </a:lnTo>
                  <a:lnTo>
                    <a:pt x="84488" y="104693"/>
                  </a:lnTo>
                  <a:lnTo>
                    <a:pt x="84488" y="103826"/>
                  </a:lnTo>
                  <a:lnTo>
                    <a:pt x="84418" y="103104"/>
                  </a:lnTo>
                  <a:lnTo>
                    <a:pt x="84348" y="102671"/>
                  </a:lnTo>
                  <a:lnTo>
                    <a:pt x="84139" y="102238"/>
                  </a:lnTo>
                  <a:lnTo>
                    <a:pt x="84209" y="101227"/>
                  </a:lnTo>
                  <a:lnTo>
                    <a:pt x="84279" y="100505"/>
                  </a:lnTo>
                  <a:lnTo>
                    <a:pt x="84348" y="99927"/>
                  </a:lnTo>
                  <a:lnTo>
                    <a:pt x="84209" y="98772"/>
                  </a:lnTo>
                  <a:lnTo>
                    <a:pt x="84418" y="99061"/>
                  </a:lnTo>
                  <a:lnTo>
                    <a:pt x="84697" y="99927"/>
                  </a:lnTo>
                  <a:lnTo>
                    <a:pt x="84767" y="100794"/>
                  </a:lnTo>
                  <a:lnTo>
                    <a:pt x="84627" y="101516"/>
                  </a:lnTo>
                  <a:lnTo>
                    <a:pt x="84906" y="102815"/>
                  </a:lnTo>
                  <a:lnTo>
                    <a:pt x="84976" y="103249"/>
                  </a:lnTo>
                  <a:lnTo>
                    <a:pt x="85046" y="103826"/>
                  </a:lnTo>
                  <a:lnTo>
                    <a:pt x="85046" y="104693"/>
                  </a:lnTo>
                  <a:lnTo>
                    <a:pt x="85116" y="105270"/>
                  </a:lnTo>
                  <a:lnTo>
                    <a:pt x="85325" y="105559"/>
                  </a:lnTo>
                  <a:lnTo>
                    <a:pt x="85395" y="105703"/>
                  </a:lnTo>
                  <a:lnTo>
                    <a:pt x="85534" y="105992"/>
                  </a:lnTo>
                  <a:lnTo>
                    <a:pt x="85744" y="107003"/>
                  </a:lnTo>
                  <a:lnTo>
                    <a:pt x="85813" y="107436"/>
                  </a:lnTo>
                  <a:lnTo>
                    <a:pt x="86023" y="107870"/>
                  </a:lnTo>
                  <a:lnTo>
                    <a:pt x="86023" y="108158"/>
                  </a:lnTo>
                  <a:lnTo>
                    <a:pt x="86511" y="108303"/>
                  </a:lnTo>
                  <a:lnTo>
                    <a:pt x="87139" y="107003"/>
                  </a:lnTo>
                  <a:lnTo>
                    <a:pt x="87418" y="106714"/>
                  </a:lnTo>
                  <a:lnTo>
                    <a:pt x="87558" y="106859"/>
                  </a:lnTo>
                  <a:lnTo>
                    <a:pt x="87697" y="107003"/>
                  </a:lnTo>
                  <a:lnTo>
                    <a:pt x="87906" y="107292"/>
                  </a:lnTo>
                  <a:lnTo>
                    <a:pt x="88186" y="107581"/>
                  </a:lnTo>
                  <a:lnTo>
                    <a:pt x="88883" y="106714"/>
                  </a:lnTo>
                  <a:lnTo>
                    <a:pt x="90488" y="106425"/>
                  </a:lnTo>
                  <a:lnTo>
                    <a:pt x="91186" y="105415"/>
                  </a:lnTo>
                  <a:lnTo>
                    <a:pt x="91744" y="103826"/>
                  </a:lnTo>
                  <a:lnTo>
                    <a:pt x="94046" y="102238"/>
                  </a:lnTo>
                  <a:lnTo>
                    <a:pt x="94395" y="102382"/>
                  </a:lnTo>
                  <a:lnTo>
                    <a:pt x="94534" y="102382"/>
                  </a:lnTo>
                  <a:lnTo>
                    <a:pt x="94674" y="101949"/>
                  </a:lnTo>
                  <a:lnTo>
                    <a:pt x="94883" y="101227"/>
                  </a:lnTo>
                  <a:lnTo>
                    <a:pt x="95093" y="100794"/>
                  </a:lnTo>
                  <a:lnTo>
                    <a:pt x="95162" y="100361"/>
                  </a:lnTo>
                  <a:lnTo>
                    <a:pt x="95232" y="99494"/>
                  </a:lnTo>
                  <a:lnTo>
                    <a:pt x="95162" y="98628"/>
                  </a:lnTo>
                  <a:lnTo>
                    <a:pt x="95093" y="97472"/>
                  </a:lnTo>
                  <a:lnTo>
                    <a:pt x="95023" y="96462"/>
                  </a:lnTo>
                  <a:lnTo>
                    <a:pt x="94953" y="96028"/>
                  </a:lnTo>
                  <a:lnTo>
                    <a:pt x="94953" y="95451"/>
                  </a:lnTo>
                  <a:lnTo>
                    <a:pt x="95093" y="94729"/>
                  </a:lnTo>
                  <a:lnTo>
                    <a:pt x="95093" y="94151"/>
                  </a:lnTo>
                  <a:lnTo>
                    <a:pt x="95023" y="93862"/>
                  </a:lnTo>
                  <a:lnTo>
                    <a:pt x="95093" y="91552"/>
                  </a:lnTo>
                  <a:lnTo>
                    <a:pt x="95023" y="90830"/>
                  </a:lnTo>
                  <a:lnTo>
                    <a:pt x="94883" y="89819"/>
                  </a:lnTo>
                  <a:lnTo>
                    <a:pt x="94604" y="89530"/>
                  </a:lnTo>
                  <a:lnTo>
                    <a:pt x="94255" y="89097"/>
                  </a:lnTo>
                  <a:lnTo>
                    <a:pt x="93697" y="88519"/>
                  </a:lnTo>
                  <a:lnTo>
                    <a:pt x="93348" y="88086"/>
                  </a:lnTo>
                  <a:lnTo>
                    <a:pt x="93139" y="87364"/>
                  </a:lnTo>
                  <a:lnTo>
                    <a:pt x="92651" y="85631"/>
                  </a:lnTo>
                  <a:lnTo>
                    <a:pt x="92581" y="85487"/>
                  </a:lnTo>
                  <a:lnTo>
                    <a:pt x="92511" y="85198"/>
                  </a:lnTo>
                  <a:lnTo>
                    <a:pt x="92511" y="84765"/>
                  </a:lnTo>
                  <a:lnTo>
                    <a:pt x="92930" y="84043"/>
                  </a:lnTo>
                  <a:lnTo>
                    <a:pt x="93558" y="85054"/>
                  </a:lnTo>
                  <a:lnTo>
                    <a:pt x="94186" y="86209"/>
                  </a:lnTo>
                  <a:lnTo>
                    <a:pt x="95441" y="87220"/>
                  </a:lnTo>
                  <a:lnTo>
                    <a:pt x="95860" y="86787"/>
                  </a:lnTo>
                  <a:lnTo>
                    <a:pt x="96069" y="86787"/>
                  </a:lnTo>
                  <a:lnTo>
                    <a:pt x="96279" y="87364"/>
                  </a:lnTo>
                  <a:lnTo>
                    <a:pt x="96418" y="88375"/>
                  </a:lnTo>
                  <a:lnTo>
                    <a:pt x="96697" y="88519"/>
                  </a:lnTo>
                  <a:lnTo>
                    <a:pt x="96906" y="89097"/>
                  </a:lnTo>
                  <a:lnTo>
                    <a:pt x="96767" y="89819"/>
                  </a:lnTo>
                  <a:lnTo>
                    <a:pt x="96558" y="90108"/>
                  </a:lnTo>
                  <a:lnTo>
                    <a:pt x="96558" y="90397"/>
                  </a:lnTo>
                  <a:lnTo>
                    <a:pt x="96558" y="91263"/>
                  </a:lnTo>
                  <a:lnTo>
                    <a:pt x="96627" y="92274"/>
                  </a:lnTo>
                  <a:lnTo>
                    <a:pt x="96697" y="92707"/>
                  </a:lnTo>
                  <a:lnTo>
                    <a:pt x="97046" y="94584"/>
                  </a:lnTo>
                  <a:lnTo>
                    <a:pt x="97465" y="96028"/>
                  </a:lnTo>
                  <a:lnTo>
                    <a:pt x="98860" y="99350"/>
                  </a:lnTo>
                  <a:lnTo>
                    <a:pt x="99209" y="99783"/>
                  </a:lnTo>
                  <a:lnTo>
                    <a:pt x="100604" y="100505"/>
                  </a:lnTo>
                  <a:lnTo>
                    <a:pt x="100883" y="100216"/>
                  </a:lnTo>
                  <a:lnTo>
                    <a:pt x="101093" y="100216"/>
                  </a:lnTo>
                  <a:lnTo>
                    <a:pt x="101302" y="100505"/>
                  </a:lnTo>
                  <a:lnTo>
                    <a:pt x="101581" y="100505"/>
                  </a:lnTo>
                  <a:lnTo>
                    <a:pt x="101860" y="100216"/>
                  </a:lnTo>
                  <a:lnTo>
                    <a:pt x="102209" y="98772"/>
                  </a:lnTo>
                  <a:lnTo>
                    <a:pt x="102209" y="98772"/>
                  </a:lnTo>
                  <a:lnTo>
                    <a:pt x="102209" y="98772"/>
                  </a:lnTo>
                  <a:lnTo>
                    <a:pt x="102279" y="98628"/>
                  </a:lnTo>
                  <a:lnTo>
                    <a:pt x="102279" y="98339"/>
                  </a:lnTo>
                  <a:lnTo>
                    <a:pt x="102279" y="98050"/>
                  </a:lnTo>
                  <a:lnTo>
                    <a:pt x="102209" y="97906"/>
                  </a:lnTo>
                  <a:lnTo>
                    <a:pt x="102139" y="97617"/>
                  </a:lnTo>
                  <a:lnTo>
                    <a:pt x="102209" y="97184"/>
                  </a:lnTo>
                  <a:lnTo>
                    <a:pt x="102418" y="97039"/>
                  </a:lnTo>
                  <a:lnTo>
                    <a:pt x="102627" y="97184"/>
                  </a:lnTo>
                  <a:lnTo>
                    <a:pt x="102837" y="98194"/>
                  </a:lnTo>
                  <a:lnTo>
                    <a:pt x="102906" y="98772"/>
                  </a:lnTo>
                  <a:lnTo>
                    <a:pt x="102837" y="99350"/>
                  </a:lnTo>
                  <a:lnTo>
                    <a:pt x="102767" y="99494"/>
                  </a:lnTo>
                  <a:lnTo>
                    <a:pt x="102697" y="99638"/>
                  </a:lnTo>
                  <a:lnTo>
                    <a:pt x="104162" y="99350"/>
                  </a:lnTo>
                  <a:lnTo>
                    <a:pt x="104511" y="99783"/>
                  </a:lnTo>
                  <a:lnTo>
                    <a:pt x="105488" y="100361"/>
                  </a:lnTo>
                  <a:lnTo>
                    <a:pt x="106116" y="100072"/>
                  </a:lnTo>
                  <a:lnTo>
                    <a:pt x="106813" y="100361"/>
                  </a:lnTo>
                  <a:lnTo>
                    <a:pt x="107023" y="100072"/>
                  </a:lnTo>
                  <a:lnTo>
                    <a:pt x="107511" y="100216"/>
                  </a:lnTo>
                  <a:lnTo>
                    <a:pt x="107720" y="99783"/>
                  </a:lnTo>
                  <a:lnTo>
                    <a:pt x="108279" y="97617"/>
                  </a:lnTo>
                  <a:lnTo>
                    <a:pt x="108697" y="97328"/>
                  </a:lnTo>
                  <a:lnTo>
                    <a:pt x="108906" y="96462"/>
                  </a:lnTo>
                  <a:lnTo>
                    <a:pt x="109325" y="95740"/>
                  </a:lnTo>
                  <a:lnTo>
                    <a:pt x="109813" y="93574"/>
                  </a:lnTo>
                  <a:lnTo>
                    <a:pt x="111069" y="91841"/>
                  </a:lnTo>
                  <a:lnTo>
                    <a:pt x="114976" y="90397"/>
                  </a:lnTo>
                  <a:lnTo>
                    <a:pt x="115116" y="90108"/>
                  </a:lnTo>
                  <a:lnTo>
                    <a:pt x="115255" y="89386"/>
                  </a:lnTo>
                  <a:lnTo>
                    <a:pt x="115465" y="88953"/>
                  </a:lnTo>
                  <a:lnTo>
                    <a:pt x="115604" y="88808"/>
                  </a:lnTo>
                  <a:lnTo>
                    <a:pt x="116651" y="88664"/>
                  </a:lnTo>
                  <a:lnTo>
                    <a:pt x="116930" y="88086"/>
                  </a:lnTo>
                  <a:lnTo>
                    <a:pt x="116790" y="87364"/>
                  </a:lnTo>
                  <a:lnTo>
                    <a:pt x="116930" y="86931"/>
                  </a:lnTo>
                  <a:lnTo>
                    <a:pt x="117000" y="86064"/>
                  </a:lnTo>
                  <a:lnTo>
                    <a:pt x="116930" y="85487"/>
                  </a:lnTo>
                  <a:lnTo>
                    <a:pt x="116581" y="85342"/>
                  </a:lnTo>
                  <a:lnTo>
                    <a:pt x="116581" y="84476"/>
                  </a:lnTo>
                  <a:lnTo>
                    <a:pt x="116581" y="84187"/>
                  </a:lnTo>
                  <a:lnTo>
                    <a:pt x="116511" y="84187"/>
                  </a:lnTo>
                  <a:lnTo>
                    <a:pt x="116232" y="83754"/>
                  </a:lnTo>
                  <a:lnTo>
                    <a:pt x="116162" y="82743"/>
                  </a:lnTo>
                  <a:lnTo>
                    <a:pt x="116232" y="82310"/>
                  </a:lnTo>
                  <a:lnTo>
                    <a:pt x="116372" y="82166"/>
                  </a:lnTo>
                  <a:lnTo>
                    <a:pt x="116441" y="81444"/>
                  </a:lnTo>
                  <a:lnTo>
                    <a:pt x="116162" y="80866"/>
                  </a:lnTo>
                  <a:lnTo>
                    <a:pt x="115395" y="79855"/>
                  </a:lnTo>
                  <a:lnTo>
                    <a:pt x="115395" y="78989"/>
                  </a:lnTo>
                  <a:lnTo>
                    <a:pt x="115813" y="78267"/>
                  </a:lnTo>
                  <a:lnTo>
                    <a:pt x="115953" y="77545"/>
                  </a:lnTo>
                  <a:lnTo>
                    <a:pt x="115883" y="77400"/>
                  </a:lnTo>
                  <a:lnTo>
                    <a:pt x="115744" y="76967"/>
                  </a:lnTo>
                  <a:lnTo>
                    <a:pt x="115674" y="76823"/>
                  </a:lnTo>
                  <a:lnTo>
                    <a:pt x="115674" y="76534"/>
                  </a:lnTo>
                  <a:lnTo>
                    <a:pt x="115744" y="76534"/>
                  </a:lnTo>
                  <a:lnTo>
                    <a:pt x="115744" y="76245"/>
                  </a:lnTo>
                  <a:lnTo>
                    <a:pt x="115674" y="75956"/>
                  </a:lnTo>
                  <a:lnTo>
                    <a:pt x="113720" y="74801"/>
                  </a:lnTo>
                  <a:lnTo>
                    <a:pt x="113372" y="74368"/>
                  </a:lnTo>
                  <a:lnTo>
                    <a:pt x="113093" y="73646"/>
                  </a:lnTo>
                  <a:lnTo>
                    <a:pt x="113023" y="72924"/>
                  </a:lnTo>
                  <a:lnTo>
                    <a:pt x="113441" y="71335"/>
                  </a:lnTo>
                  <a:lnTo>
                    <a:pt x="113511" y="71624"/>
                  </a:lnTo>
                  <a:lnTo>
                    <a:pt x="113720" y="72490"/>
                  </a:lnTo>
                  <a:lnTo>
                    <a:pt x="113930" y="73357"/>
                  </a:lnTo>
                  <a:lnTo>
                    <a:pt x="113930" y="73357"/>
                  </a:lnTo>
                  <a:lnTo>
                    <a:pt x="114209" y="74079"/>
                  </a:lnTo>
                  <a:lnTo>
                    <a:pt x="114418" y="74079"/>
                  </a:lnTo>
                  <a:lnTo>
                    <a:pt x="114558" y="73068"/>
                  </a:lnTo>
                  <a:lnTo>
                    <a:pt x="114279" y="72202"/>
                  </a:lnTo>
                  <a:lnTo>
                    <a:pt x="114139" y="71191"/>
                  </a:lnTo>
                  <a:lnTo>
                    <a:pt x="114139" y="70902"/>
                  </a:lnTo>
                  <a:lnTo>
                    <a:pt x="114348" y="71046"/>
                  </a:lnTo>
                  <a:lnTo>
                    <a:pt x="114627" y="71624"/>
                  </a:lnTo>
                  <a:lnTo>
                    <a:pt x="114767" y="72490"/>
                  </a:lnTo>
                  <a:lnTo>
                    <a:pt x="114837" y="73212"/>
                  </a:lnTo>
                  <a:lnTo>
                    <a:pt x="114837" y="73935"/>
                  </a:lnTo>
                  <a:lnTo>
                    <a:pt x="114906" y="74368"/>
                  </a:lnTo>
                  <a:lnTo>
                    <a:pt x="114976" y="74512"/>
                  </a:lnTo>
                  <a:lnTo>
                    <a:pt x="115046" y="74657"/>
                  </a:lnTo>
                  <a:lnTo>
                    <a:pt x="116790" y="75812"/>
                  </a:lnTo>
                  <a:lnTo>
                    <a:pt x="117069" y="75956"/>
                  </a:lnTo>
                  <a:lnTo>
                    <a:pt x="117209" y="75667"/>
                  </a:lnTo>
                  <a:lnTo>
                    <a:pt x="117488" y="74512"/>
                  </a:lnTo>
                  <a:lnTo>
                    <a:pt x="119860" y="70902"/>
                  </a:lnTo>
                  <a:lnTo>
                    <a:pt x="120000" y="70180"/>
                  </a:lnTo>
                  <a:lnTo>
                    <a:pt x="120000" y="69458"/>
                  </a:lnTo>
                  <a:lnTo>
                    <a:pt x="119162" y="68736"/>
                  </a:lnTo>
                  <a:lnTo>
                    <a:pt x="118534" y="67436"/>
                  </a:lnTo>
                  <a:lnTo>
                    <a:pt x="118046" y="66714"/>
                  </a:lnTo>
                  <a:lnTo>
                    <a:pt x="117837" y="65992"/>
                  </a:lnTo>
                  <a:lnTo>
                    <a:pt x="117837" y="65703"/>
                  </a:lnTo>
                  <a:lnTo>
                    <a:pt x="117906" y="65559"/>
                  </a:lnTo>
                  <a:lnTo>
                    <a:pt x="118046" y="65415"/>
                  </a:lnTo>
                  <a:lnTo>
                    <a:pt x="117348" y="64693"/>
                  </a:lnTo>
                  <a:lnTo>
                    <a:pt x="117069" y="65126"/>
                  </a:lnTo>
                  <a:lnTo>
                    <a:pt x="116302" y="64693"/>
                  </a:lnTo>
                  <a:lnTo>
                    <a:pt x="116093" y="64837"/>
                  </a:lnTo>
                  <a:lnTo>
                    <a:pt x="114906" y="68158"/>
                  </a:lnTo>
                  <a:lnTo>
                    <a:pt x="114906" y="68158"/>
                  </a:lnTo>
                  <a:lnTo>
                    <a:pt x="114976" y="68736"/>
                  </a:lnTo>
                  <a:lnTo>
                    <a:pt x="114976" y="69314"/>
                  </a:lnTo>
                  <a:lnTo>
                    <a:pt x="114837" y="69458"/>
                  </a:lnTo>
                  <a:lnTo>
                    <a:pt x="114627" y="69025"/>
                  </a:lnTo>
                  <a:lnTo>
                    <a:pt x="114418" y="68880"/>
                  </a:lnTo>
                  <a:lnTo>
                    <a:pt x="114279" y="69314"/>
                  </a:lnTo>
                  <a:lnTo>
                    <a:pt x="113930" y="70036"/>
                  </a:lnTo>
                  <a:lnTo>
                    <a:pt x="113720" y="70469"/>
                  </a:lnTo>
                  <a:lnTo>
                    <a:pt x="113511" y="70324"/>
                  </a:lnTo>
                  <a:lnTo>
                    <a:pt x="113441" y="69891"/>
                  </a:lnTo>
                  <a:lnTo>
                    <a:pt x="113441" y="69458"/>
                  </a:lnTo>
                  <a:lnTo>
                    <a:pt x="113860" y="68736"/>
                  </a:lnTo>
                  <a:lnTo>
                    <a:pt x="113581" y="68447"/>
                  </a:lnTo>
                  <a:lnTo>
                    <a:pt x="113093" y="68736"/>
                  </a:lnTo>
                  <a:lnTo>
                    <a:pt x="112813" y="68447"/>
                  </a:lnTo>
                  <a:lnTo>
                    <a:pt x="112534" y="68014"/>
                  </a:lnTo>
                  <a:lnTo>
                    <a:pt x="111697" y="67003"/>
                  </a:lnTo>
                  <a:lnTo>
                    <a:pt x="112325" y="66714"/>
                  </a:lnTo>
                  <a:lnTo>
                    <a:pt x="112465" y="66281"/>
                  </a:lnTo>
                  <a:lnTo>
                    <a:pt x="112534" y="65415"/>
                  </a:lnTo>
                  <a:lnTo>
                    <a:pt x="114279" y="62527"/>
                  </a:lnTo>
                  <a:lnTo>
                    <a:pt x="114279" y="62238"/>
                  </a:lnTo>
                  <a:lnTo>
                    <a:pt x="114209" y="61660"/>
                  </a:lnTo>
                  <a:lnTo>
                    <a:pt x="114139" y="61227"/>
                  </a:lnTo>
                  <a:lnTo>
                    <a:pt x="114139" y="60794"/>
                  </a:lnTo>
                  <a:lnTo>
                    <a:pt x="114139" y="60216"/>
                  </a:lnTo>
                  <a:lnTo>
                    <a:pt x="114209" y="59927"/>
                  </a:lnTo>
                  <a:lnTo>
                    <a:pt x="114279" y="59783"/>
                  </a:lnTo>
                  <a:lnTo>
                    <a:pt x="114488" y="59494"/>
                  </a:lnTo>
                  <a:lnTo>
                    <a:pt x="114558" y="59350"/>
                  </a:lnTo>
                  <a:lnTo>
                    <a:pt x="114558" y="58772"/>
                  </a:lnTo>
                  <a:lnTo>
                    <a:pt x="114488" y="58483"/>
                  </a:lnTo>
                  <a:lnTo>
                    <a:pt x="114488" y="58339"/>
                  </a:lnTo>
                  <a:lnTo>
                    <a:pt x="114558" y="58194"/>
                  </a:lnTo>
                  <a:lnTo>
                    <a:pt x="114558" y="58050"/>
                  </a:lnTo>
                  <a:lnTo>
                    <a:pt x="114767" y="58050"/>
                  </a:lnTo>
                  <a:lnTo>
                    <a:pt x="115046" y="58194"/>
                  </a:lnTo>
                  <a:lnTo>
                    <a:pt x="115744" y="57184"/>
                  </a:lnTo>
                  <a:lnTo>
                    <a:pt x="115744" y="56173"/>
                  </a:lnTo>
                  <a:lnTo>
                    <a:pt x="116093" y="54296"/>
                  </a:lnTo>
                  <a:lnTo>
                    <a:pt x="115883" y="53140"/>
                  </a:lnTo>
                  <a:lnTo>
                    <a:pt x="115883" y="52851"/>
                  </a:lnTo>
                  <a:lnTo>
                    <a:pt x="116093" y="51985"/>
                  </a:lnTo>
                  <a:lnTo>
                    <a:pt x="116093" y="51841"/>
                  </a:lnTo>
                  <a:lnTo>
                    <a:pt x="115953" y="51263"/>
                  </a:lnTo>
                  <a:lnTo>
                    <a:pt x="115046" y="51696"/>
                  </a:lnTo>
                  <a:lnTo>
                    <a:pt x="114837" y="51263"/>
                  </a:lnTo>
                  <a:lnTo>
                    <a:pt x="114767" y="50397"/>
                  </a:lnTo>
                  <a:lnTo>
                    <a:pt x="115116" y="49675"/>
                  </a:lnTo>
                  <a:lnTo>
                    <a:pt x="115046" y="48664"/>
                  </a:lnTo>
                  <a:lnTo>
                    <a:pt x="114976" y="48519"/>
                  </a:lnTo>
                  <a:lnTo>
                    <a:pt x="114906" y="48375"/>
                  </a:lnTo>
                  <a:lnTo>
                    <a:pt x="114906" y="48375"/>
                  </a:lnTo>
                  <a:lnTo>
                    <a:pt x="114906" y="48231"/>
                  </a:lnTo>
                  <a:lnTo>
                    <a:pt x="114976" y="47942"/>
                  </a:lnTo>
                  <a:lnTo>
                    <a:pt x="114976" y="47509"/>
                  </a:lnTo>
                  <a:lnTo>
                    <a:pt x="114906" y="46931"/>
                  </a:lnTo>
                  <a:lnTo>
                    <a:pt x="114767" y="46498"/>
                  </a:lnTo>
                  <a:lnTo>
                    <a:pt x="114558" y="46498"/>
                  </a:lnTo>
                  <a:lnTo>
                    <a:pt x="114348" y="46498"/>
                  </a:lnTo>
                  <a:lnTo>
                    <a:pt x="114069" y="4649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Shape 5157"/>
            <p:cNvSpPr/>
            <p:nvPr/>
          </p:nvSpPr>
          <p:spPr>
            <a:xfrm>
              <a:off x="12238296" y="3456332"/>
              <a:ext cx="314324" cy="185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10" y="17191"/>
                  </a:moveTo>
                  <a:lnTo>
                    <a:pt x="0" y="17879"/>
                  </a:lnTo>
                  <a:lnTo>
                    <a:pt x="201" y="18567"/>
                  </a:lnTo>
                  <a:lnTo>
                    <a:pt x="2013" y="20974"/>
                  </a:lnTo>
                  <a:lnTo>
                    <a:pt x="3221" y="26475"/>
                  </a:lnTo>
                  <a:lnTo>
                    <a:pt x="3422" y="32320"/>
                  </a:lnTo>
                  <a:lnTo>
                    <a:pt x="2617" y="35071"/>
                  </a:lnTo>
                  <a:lnTo>
                    <a:pt x="3221" y="36446"/>
                  </a:lnTo>
                  <a:lnTo>
                    <a:pt x="3422" y="37134"/>
                  </a:lnTo>
                  <a:lnTo>
                    <a:pt x="3422" y="37134"/>
                  </a:lnTo>
                  <a:lnTo>
                    <a:pt x="3825" y="38510"/>
                  </a:lnTo>
                  <a:lnTo>
                    <a:pt x="3825" y="38853"/>
                  </a:lnTo>
                  <a:lnTo>
                    <a:pt x="4832" y="41260"/>
                  </a:lnTo>
                  <a:lnTo>
                    <a:pt x="5033" y="41948"/>
                  </a:lnTo>
                  <a:lnTo>
                    <a:pt x="7046" y="45386"/>
                  </a:lnTo>
                  <a:lnTo>
                    <a:pt x="7449" y="45730"/>
                  </a:lnTo>
                  <a:lnTo>
                    <a:pt x="9060" y="46418"/>
                  </a:lnTo>
                  <a:lnTo>
                    <a:pt x="9664" y="47449"/>
                  </a:lnTo>
                  <a:lnTo>
                    <a:pt x="9261" y="48137"/>
                  </a:lnTo>
                  <a:lnTo>
                    <a:pt x="7449" y="47793"/>
                  </a:lnTo>
                  <a:lnTo>
                    <a:pt x="7046" y="47793"/>
                  </a:lnTo>
                  <a:lnTo>
                    <a:pt x="6845" y="48481"/>
                  </a:lnTo>
                  <a:lnTo>
                    <a:pt x="6845" y="49856"/>
                  </a:lnTo>
                  <a:lnTo>
                    <a:pt x="6845" y="53295"/>
                  </a:lnTo>
                  <a:lnTo>
                    <a:pt x="7046" y="54670"/>
                  </a:lnTo>
                  <a:lnTo>
                    <a:pt x="7248" y="55702"/>
                  </a:lnTo>
                  <a:lnTo>
                    <a:pt x="7852" y="57765"/>
                  </a:lnTo>
                  <a:lnTo>
                    <a:pt x="8053" y="58796"/>
                  </a:lnTo>
                  <a:lnTo>
                    <a:pt x="8053" y="59484"/>
                  </a:lnTo>
                  <a:lnTo>
                    <a:pt x="7852" y="61203"/>
                  </a:lnTo>
                  <a:lnTo>
                    <a:pt x="9463" y="62922"/>
                  </a:lnTo>
                  <a:lnTo>
                    <a:pt x="9463" y="63954"/>
                  </a:lnTo>
                  <a:lnTo>
                    <a:pt x="9261" y="64985"/>
                  </a:lnTo>
                  <a:lnTo>
                    <a:pt x="9463" y="66017"/>
                  </a:lnTo>
                  <a:lnTo>
                    <a:pt x="9664" y="67048"/>
                  </a:lnTo>
                  <a:lnTo>
                    <a:pt x="10067" y="68080"/>
                  </a:lnTo>
                  <a:lnTo>
                    <a:pt x="11073" y="69111"/>
                  </a:lnTo>
                  <a:lnTo>
                    <a:pt x="11275" y="69455"/>
                  </a:lnTo>
                  <a:lnTo>
                    <a:pt x="12080" y="71518"/>
                  </a:lnTo>
                  <a:lnTo>
                    <a:pt x="12885" y="71862"/>
                  </a:lnTo>
                  <a:lnTo>
                    <a:pt x="14093" y="71518"/>
                  </a:lnTo>
                  <a:lnTo>
                    <a:pt x="17718" y="72206"/>
                  </a:lnTo>
                  <a:lnTo>
                    <a:pt x="20134" y="71174"/>
                  </a:lnTo>
                  <a:lnTo>
                    <a:pt x="21946" y="72550"/>
                  </a:lnTo>
                  <a:lnTo>
                    <a:pt x="23758" y="69799"/>
                  </a:lnTo>
                  <a:lnTo>
                    <a:pt x="24765" y="69799"/>
                  </a:lnTo>
                  <a:lnTo>
                    <a:pt x="26577" y="71174"/>
                  </a:lnTo>
                  <a:lnTo>
                    <a:pt x="27181" y="72206"/>
                  </a:lnTo>
                  <a:lnTo>
                    <a:pt x="27986" y="74613"/>
                  </a:lnTo>
                  <a:lnTo>
                    <a:pt x="28590" y="76332"/>
                  </a:lnTo>
                  <a:lnTo>
                    <a:pt x="28389" y="78051"/>
                  </a:lnTo>
                  <a:lnTo>
                    <a:pt x="27785" y="78739"/>
                  </a:lnTo>
                  <a:lnTo>
                    <a:pt x="27785" y="79083"/>
                  </a:lnTo>
                  <a:lnTo>
                    <a:pt x="27785" y="79770"/>
                  </a:lnTo>
                  <a:lnTo>
                    <a:pt x="27986" y="80802"/>
                  </a:lnTo>
                  <a:lnTo>
                    <a:pt x="28389" y="81833"/>
                  </a:lnTo>
                  <a:lnTo>
                    <a:pt x="28791" y="82521"/>
                  </a:lnTo>
                  <a:lnTo>
                    <a:pt x="29395" y="83209"/>
                  </a:lnTo>
                  <a:lnTo>
                    <a:pt x="29798" y="83553"/>
                  </a:lnTo>
                  <a:lnTo>
                    <a:pt x="30402" y="86991"/>
                  </a:lnTo>
                  <a:lnTo>
                    <a:pt x="30604" y="91805"/>
                  </a:lnTo>
                  <a:lnTo>
                    <a:pt x="30604" y="92836"/>
                  </a:lnTo>
                  <a:lnTo>
                    <a:pt x="31006" y="93868"/>
                  </a:lnTo>
                  <a:lnTo>
                    <a:pt x="31409" y="95243"/>
                  </a:lnTo>
                  <a:lnTo>
                    <a:pt x="33221" y="99713"/>
                  </a:lnTo>
                  <a:lnTo>
                    <a:pt x="33825" y="100744"/>
                  </a:lnTo>
                  <a:lnTo>
                    <a:pt x="35234" y="103151"/>
                  </a:lnTo>
                  <a:lnTo>
                    <a:pt x="35436" y="103839"/>
                  </a:lnTo>
                  <a:lnTo>
                    <a:pt x="36241" y="105558"/>
                  </a:lnTo>
                  <a:lnTo>
                    <a:pt x="36442" y="105902"/>
                  </a:lnTo>
                  <a:lnTo>
                    <a:pt x="36845" y="106590"/>
                  </a:lnTo>
                  <a:lnTo>
                    <a:pt x="38456" y="111060"/>
                  </a:lnTo>
                  <a:lnTo>
                    <a:pt x="39261" y="112779"/>
                  </a:lnTo>
                  <a:lnTo>
                    <a:pt x="40268" y="113467"/>
                  </a:lnTo>
                  <a:lnTo>
                    <a:pt x="42885" y="113810"/>
                  </a:lnTo>
                  <a:lnTo>
                    <a:pt x="50335" y="119656"/>
                  </a:lnTo>
                  <a:lnTo>
                    <a:pt x="54362" y="120000"/>
                  </a:lnTo>
                  <a:lnTo>
                    <a:pt x="58590" y="116217"/>
                  </a:lnTo>
                  <a:lnTo>
                    <a:pt x="62617" y="109340"/>
                  </a:lnTo>
                  <a:lnTo>
                    <a:pt x="63624" y="106246"/>
                  </a:lnTo>
                  <a:lnTo>
                    <a:pt x="66442" y="102464"/>
                  </a:lnTo>
                  <a:lnTo>
                    <a:pt x="67248" y="99025"/>
                  </a:lnTo>
                  <a:lnTo>
                    <a:pt x="76107" y="88366"/>
                  </a:lnTo>
                  <a:lnTo>
                    <a:pt x="77315" y="89054"/>
                  </a:lnTo>
                  <a:lnTo>
                    <a:pt x="78724" y="87335"/>
                  </a:lnTo>
                  <a:lnTo>
                    <a:pt x="92013" y="81833"/>
                  </a:lnTo>
                  <a:lnTo>
                    <a:pt x="94832" y="83553"/>
                  </a:lnTo>
                  <a:lnTo>
                    <a:pt x="105906" y="80114"/>
                  </a:lnTo>
                  <a:lnTo>
                    <a:pt x="106510" y="78739"/>
                  </a:lnTo>
                  <a:lnTo>
                    <a:pt x="107516" y="78395"/>
                  </a:lnTo>
                  <a:lnTo>
                    <a:pt x="109328" y="79083"/>
                  </a:lnTo>
                  <a:lnTo>
                    <a:pt x="116577" y="75988"/>
                  </a:lnTo>
                  <a:lnTo>
                    <a:pt x="117986" y="72550"/>
                  </a:lnTo>
                  <a:lnTo>
                    <a:pt x="119798" y="70143"/>
                  </a:lnTo>
                  <a:lnTo>
                    <a:pt x="120000" y="67736"/>
                  </a:lnTo>
                  <a:lnTo>
                    <a:pt x="119395" y="66361"/>
                  </a:lnTo>
                  <a:lnTo>
                    <a:pt x="118993" y="65329"/>
                  </a:lnTo>
                  <a:lnTo>
                    <a:pt x="119395" y="63610"/>
                  </a:lnTo>
                  <a:lnTo>
                    <a:pt x="119597" y="62922"/>
                  </a:lnTo>
                  <a:lnTo>
                    <a:pt x="117382" y="59484"/>
                  </a:lnTo>
                  <a:lnTo>
                    <a:pt x="114161" y="61203"/>
                  </a:lnTo>
                  <a:lnTo>
                    <a:pt x="111946" y="58796"/>
                  </a:lnTo>
                  <a:lnTo>
                    <a:pt x="111946" y="57077"/>
                  </a:lnTo>
                  <a:lnTo>
                    <a:pt x="112550" y="54670"/>
                  </a:lnTo>
                  <a:lnTo>
                    <a:pt x="112147" y="53638"/>
                  </a:lnTo>
                  <a:lnTo>
                    <a:pt x="110939" y="52607"/>
                  </a:lnTo>
                  <a:lnTo>
                    <a:pt x="110335" y="51575"/>
                  </a:lnTo>
                  <a:lnTo>
                    <a:pt x="110738" y="50888"/>
                  </a:lnTo>
                  <a:lnTo>
                    <a:pt x="110939" y="49856"/>
                  </a:lnTo>
                  <a:lnTo>
                    <a:pt x="110738" y="48825"/>
                  </a:lnTo>
                  <a:lnTo>
                    <a:pt x="110536" y="48825"/>
                  </a:lnTo>
                  <a:lnTo>
                    <a:pt x="110335" y="48825"/>
                  </a:lnTo>
                  <a:lnTo>
                    <a:pt x="110134" y="48825"/>
                  </a:lnTo>
                  <a:lnTo>
                    <a:pt x="109731" y="48481"/>
                  </a:lnTo>
                  <a:lnTo>
                    <a:pt x="109731" y="46762"/>
                  </a:lnTo>
                  <a:lnTo>
                    <a:pt x="110335" y="45386"/>
                  </a:lnTo>
                  <a:lnTo>
                    <a:pt x="110335" y="44011"/>
                  </a:lnTo>
                  <a:lnTo>
                    <a:pt x="109530" y="42979"/>
                  </a:lnTo>
                  <a:lnTo>
                    <a:pt x="106912" y="43323"/>
                  </a:lnTo>
                  <a:lnTo>
                    <a:pt x="105704" y="42979"/>
                  </a:lnTo>
                  <a:lnTo>
                    <a:pt x="104496" y="43323"/>
                  </a:lnTo>
                  <a:lnTo>
                    <a:pt x="103691" y="42979"/>
                  </a:lnTo>
                  <a:lnTo>
                    <a:pt x="100671" y="39541"/>
                  </a:lnTo>
                  <a:lnTo>
                    <a:pt x="100268" y="39541"/>
                  </a:lnTo>
                  <a:lnTo>
                    <a:pt x="100268" y="35071"/>
                  </a:lnTo>
                  <a:lnTo>
                    <a:pt x="100067" y="33352"/>
                  </a:lnTo>
                  <a:lnTo>
                    <a:pt x="98657" y="31633"/>
                  </a:lnTo>
                  <a:lnTo>
                    <a:pt x="96644" y="29914"/>
                  </a:lnTo>
                  <a:lnTo>
                    <a:pt x="95234" y="28538"/>
                  </a:lnTo>
                  <a:lnTo>
                    <a:pt x="94429" y="26131"/>
                  </a:lnTo>
                  <a:lnTo>
                    <a:pt x="95033" y="25100"/>
                  </a:lnTo>
                  <a:lnTo>
                    <a:pt x="94630" y="24068"/>
                  </a:lnTo>
                  <a:lnTo>
                    <a:pt x="94429" y="23037"/>
                  </a:lnTo>
                  <a:lnTo>
                    <a:pt x="94228" y="23037"/>
                  </a:lnTo>
                  <a:lnTo>
                    <a:pt x="93825" y="23037"/>
                  </a:lnTo>
                  <a:lnTo>
                    <a:pt x="93624" y="23037"/>
                  </a:lnTo>
                  <a:lnTo>
                    <a:pt x="93624" y="23724"/>
                  </a:lnTo>
                  <a:lnTo>
                    <a:pt x="93624" y="24068"/>
                  </a:lnTo>
                  <a:lnTo>
                    <a:pt x="92416" y="23724"/>
                  </a:lnTo>
                  <a:lnTo>
                    <a:pt x="91610" y="23724"/>
                  </a:lnTo>
                  <a:lnTo>
                    <a:pt x="90604" y="25100"/>
                  </a:lnTo>
                  <a:lnTo>
                    <a:pt x="86778" y="22693"/>
                  </a:lnTo>
                  <a:lnTo>
                    <a:pt x="85771" y="20630"/>
                  </a:lnTo>
                  <a:lnTo>
                    <a:pt x="85771" y="19598"/>
                  </a:lnTo>
                  <a:lnTo>
                    <a:pt x="85771" y="18911"/>
                  </a:lnTo>
                  <a:lnTo>
                    <a:pt x="85973" y="17879"/>
                  </a:lnTo>
                  <a:lnTo>
                    <a:pt x="83959" y="15472"/>
                  </a:lnTo>
                  <a:lnTo>
                    <a:pt x="81744" y="12378"/>
                  </a:lnTo>
                  <a:lnTo>
                    <a:pt x="81744" y="11690"/>
                  </a:lnTo>
                  <a:lnTo>
                    <a:pt x="81342" y="11002"/>
                  </a:lnTo>
                  <a:lnTo>
                    <a:pt x="81342" y="10659"/>
                  </a:lnTo>
                  <a:lnTo>
                    <a:pt x="80939" y="10315"/>
                  </a:lnTo>
                  <a:lnTo>
                    <a:pt x="80134" y="8939"/>
                  </a:lnTo>
                  <a:lnTo>
                    <a:pt x="79932" y="8252"/>
                  </a:lnTo>
                  <a:lnTo>
                    <a:pt x="79731" y="7908"/>
                  </a:lnTo>
                  <a:lnTo>
                    <a:pt x="79127" y="7564"/>
                  </a:lnTo>
                  <a:lnTo>
                    <a:pt x="76912" y="8252"/>
                  </a:lnTo>
                  <a:lnTo>
                    <a:pt x="76308" y="7908"/>
                  </a:lnTo>
                  <a:lnTo>
                    <a:pt x="74295" y="5157"/>
                  </a:lnTo>
                  <a:lnTo>
                    <a:pt x="73489" y="4469"/>
                  </a:lnTo>
                  <a:lnTo>
                    <a:pt x="63624" y="3782"/>
                  </a:lnTo>
                  <a:lnTo>
                    <a:pt x="60201" y="1375"/>
                  </a:lnTo>
                  <a:lnTo>
                    <a:pt x="58590" y="1031"/>
                  </a:lnTo>
                  <a:lnTo>
                    <a:pt x="57181" y="0"/>
                  </a:lnTo>
                  <a:lnTo>
                    <a:pt x="56577" y="0"/>
                  </a:lnTo>
                  <a:lnTo>
                    <a:pt x="44496" y="8252"/>
                  </a:lnTo>
                  <a:lnTo>
                    <a:pt x="43288" y="7564"/>
                  </a:lnTo>
                  <a:lnTo>
                    <a:pt x="42684" y="7908"/>
                  </a:lnTo>
                  <a:lnTo>
                    <a:pt x="41476" y="9283"/>
                  </a:lnTo>
                  <a:lnTo>
                    <a:pt x="41073" y="12034"/>
                  </a:lnTo>
                  <a:lnTo>
                    <a:pt x="40872" y="12378"/>
                  </a:lnTo>
                  <a:lnTo>
                    <a:pt x="31208" y="17535"/>
                  </a:lnTo>
                  <a:lnTo>
                    <a:pt x="27382" y="15472"/>
                  </a:lnTo>
                  <a:lnTo>
                    <a:pt x="26375" y="14441"/>
                  </a:lnTo>
                  <a:lnTo>
                    <a:pt x="19328" y="14097"/>
                  </a:lnTo>
                  <a:lnTo>
                    <a:pt x="17919" y="12378"/>
                  </a:lnTo>
                  <a:lnTo>
                    <a:pt x="17315" y="11690"/>
                  </a:lnTo>
                  <a:lnTo>
                    <a:pt x="16912" y="12378"/>
                  </a:lnTo>
                  <a:lnTo>
                    <a:pt x="16912" y="13409"/>
                  </a:lnTo>
                  <a:lnTo>
                    <a:pt x="17114" y="15128"/>
                  </a:lnTo>
                  <a:lnTo>
                    <a:pt x="17114" y="16160"/>
                  </a:lnTo>
                  <a:lnTo>
                    <a:pt x="16711" y="17191"/>
                  </a:lnTo>
                  <a:lnTo>
                    <a:pt x="16107" y="17191"/>
                  </a:lnTo>
                  <a:lnTo>
                    <a:pt x="10671" y="12034"/>
                  </a:lnTo>
                  <a:lnTo>
                    <a:pt x="7852" y="11346"/>
                  </a:lnTo>
                  <a:lnTo>
                    <a:pt x="5637" y="12722"/>
                  </a:lnTo>
                  <a:lnTo>
                    <a:pt x="3825" y="15128"/>
                  </a:lnTo>
                  <a:lnTo>
                    <a:pt x="2214" y="16160"/>
                  </a:lnTo>
                  <a:lnTo>
                    <a:pt x="2013" y="16160"/>
                  </a:lnTo>
                  <a:lnTo>
                    <a:pt x="1610" y="1719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Shape 5158"/>
            <p:cNvSpPr/>
            <p:nvPr/>
          </p:nvSpPr>
          <p:spPr>
            <a:xfrm>
              <a:off x="13314620" y="3911944"/>
              <a:ext cx="23813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8260" y="0"/>
                  </a:moveTo>
                  <a:lnTo>
                    <a:pt x="65217" y="5714"/>
                  </a:lnTo>
                  <a:lnTo>
                    <a:pt x="52173" y="11428"/>
                  </a:lnTo>
                  <a:lnTo>
                    <a:pt x="49565" y="8571"/>
                  </a:lnTo>
                  <a:lnTo>
                    <a:pt x="44347" y="5714"/>
                  </a:lnTo>
                  <a:lnTo>
                    <a:pt x="41739" y="2857"/>
                  </a:lnTo>
                  <a:lnTo>
                    <a:pt x="36521" y="2857"/>
                  </a:lnTo>
                  <a:lnTo>
                    <a:pt x="36521" y="5714"/>
                  </a:lnTo>
                  <a:lnTo>
                    <a:pt x="36521" y="11428"/>
                  </a:lnTo>
                  <a:lnTo>
                    <a:pt x="41739" y="28571"/>
                  </a:lnTo>
                  <a:lnTo>
                    <a:pt x="44347" y="37142"/>
                  </a:lnTo>
                  <a:lnTo>
                    <a:pt x="44347" y="42857"/>
                  </a:lnTo>
                  <a:lnTo>
                    <a:pt x="41739" y="48571"/>
                  </a:lnTo>
                  <a:lnTo>
                    <a:pt x="31304" y="62857"/>
                  </a:lnTo>
                  <a:lnTo>
                    <a:pt x="20869" y="80000"/>
                  </a:lnTo>
                  <a:lnTo>
                    <a:pt x="13043" y="88571"/>
                  </a:lnTo>
                  <a:lnTo>
                    <a:pt x="10434" y="88571"/>
                  </a:lnTo>
                  <a:lnTo>
                    <a:pt x="5217" y="88571"/>
                  </a:lnTo>
                  <a:lnTo>
                    <a:pt x="0" y="88571"/>
                  </a:lnTo>
                  <a:lnTo>
                    <a:pt x="0" y="97142"/>
                  </a:lnTo>
                  <a:lnTo>
                    <a:pt x="0" y="100000"/>
                  </a:lnTo>
                  <a:lnTo>
                    <a:pt x="5217" y="105714"/>
                  </a:lnTo>
                  <a:lnTo>
                    <a:pt x="7826" y="114285"/>
                  </a:lnTo>
                  <a:lnTo>
                    <a:pt x="7826" y="117142"/>
                  </a:lnTo>
                  <a:lnTo>
                    <a:pt x="15652" y="120000"/>
                  </a:lnTo>
                  <a:lnTo>
                    <a:pt x="33913" y="114285"/>
                  </a:lnTo>
                  <a:lnTo>
                    <a:pt x="52173" y="117142"/>
                  </a:lnTo>
                  <a:lnTo>
                    <a:pt x="65217" y="100000"/>
                  </a:lnTo>
                  <a:lnTo>
                    <a:pt x="91304" y="102857"/>
                  </a:lnTo>
                  <a:lnTo>
                    <a:pt x="93913" y="94285"/>
                  </a:lnTo>
                  <a:lnTo>
                    <a:pt x="91304" y="88571"/>
                  </a:lnTo>
                  <a:lnTo>
                    <a:pt x="91304" y="88571"/>
                  </a:lnTo>
                  <a:lnTo>
                    <a:pt x="86086" y="88571"/>
                  </a:lnTo>
                  <a:lnTo>
                    <a:pt x="70434" y="85714"/>
                  </a:lnTo>
                  <a:lnTo>
                    <a:pt x="65217" y="85714"/>
                  </a:lnTo>
                  <a:lnTo>
                    <a:pt x="75652" y="65714"/>
                  </a:lnTo>
                  <a:lnTo>
                    <a:pt x="120000" y="45714"/>
                  </a:lnTo>
                  <a:lnTo>
                    <a:pt x="120000" y="14285"/>
                  </a:lnTo>
                  <a:lnTo>
                    <a:pt x="114782" y="14285"/>
                  </a:lnTo>
                  <a:lnTo>
                    <a:pt x="101739" y="11428"/>
                  </a:lnTo>
                  <a:lnTo>
                    <a:pt x="86086" y="2857"/>
                  </a:lnTo>
                  <a:lnTo>
                    <a:pt x="7826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Shape 5159"/>
            <p:cNvSpPr/>
            <p:nvPr/>
          </p:nvSpPr>
          <p:spPr>
            <a:xfrm>
              <a:off x="11796971" y="323408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Shape 5160"/>
            <p:cNvSpPr/>
            <p:nvPr/>
          </p:nvSpPr>
          <p:spPr>
            <a:xfrm>
              <a:off x="12820907" y="3699219"/>
              <a:ext cx="22225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195" y="120000"/>
                  </a:moveTo>
                  <a:lnTo>
                    <a:pt x="117073" y="120000"/>
                  </a:lnTo>
                  <a:lnTo>
                    <a:pt x="120000" y="98666"/>
                  </a:lnTo>
                  <a:lnTo>
                    <a:pt x="117073" y="45333"/>
                  </a:lnTo>
                  <a:lnTo>
                    <a:pt x="87804" y="8000"/>
                  </a:lnTo>
                  <a:lnTo>
                    <a:pt x="76097" y="0"/>
                  </a:lnTo>
                  <a:lnTo>
                    <a:pt x="64390" y="0"/>
                  </a:lnTo>
                  <a:lnTo>
                    <a:pt x="8780" y="26666"/>
                  </a:lnTo>
                  <a:lnTo>
                    <a:pt x="2926" y="58666"/>
                  </a:lnTo>
                  <a:lnTo>
                    <a:pt x="0" y="77333"/>
                  </a:lnTo>
                  <a:lnTo>
                    <a:pt x="2926" y="101333"/>
                  </a:lnTo>
                  <a:lnTo>
                    <a:pt x="32195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Shape 5161"/>
            <p:cNvSpPr/>
            <p:nvPr/>
          </p:nvSpPr>
          <p:spPr>
            <a:xfrm>
              <a:off x="14060745" y="4764432"/>
              <a:ext cx="52388" cy="349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3030" y="46153"/>
                  </a:moveTo>
                  <a:lnTo>
                    <a:pt x="19393" y="44307"/>
                  </a:lnTo>
                  <a:lnTo>
                    <a:pt x="15757" y="44307"/>
                  </a:lnTo>
                  <a:lnTo>
                    <a:pt x="14545" y="49846"/>
                  </a:lnTo>
                  <a:lnTo>
                    <a:pt x="15757" y="57230"/>
                  </a:lnTo>
                  <a:lnTo>
                    <a:pt x="19393" y="57230"/>
                  </a:lnTo>
                  <a:lnTo>
                    <a:pt x="23030" y="60923"/>
                  </a:lnTo>
                  <a:lnTo>
                    <a:pt x="26666" y="68307"/>
                  </a:lnTo>
                  <a:lnTo>
                    <a:pt x="27878" y="73846"/>
                  </a:lnTo>
                  <a:lnTo>
                    <a:pt x="21818" y="68307"/>
                  </a:lnTo>
                  <a:lnTo>
                    <a:pt x="18181" y="62769"/>
                  </a:lnTo>
                  <a:lnTo>
                    <a:pt x="6060" y="49846"/>
                  </a:lnTo>
                  <a:lnTo>
                    <a:pt x="0" y="81230"/>
                  </a:lnTo>
                  <a:lnTo>
                    <a:pt x="1212" y="97846"/>
                  </a:lnTo>
                  <a:lnTo>
                    <a:pt x="13333" y="110769"/>
                  </a:lnTo>
                  <a:lnTo>
                    <a:pt x="24242" y="114461"/>
                  </a:lnTo>
                  <a:lnTo>
                    <a:pt x="35151" y="114461"/>
                  </a:lnTo>
                  <a:lnTo>
                    <a:pt x="38787" y="110769"/>
                  </a:lnTo>
                  <a:lnTo>
                    <a:pt x="43636" y="96000"/>
                  </a:lnTo>
                  <a:lnTo>
                    <a:pt x="46060" y="90461"/>
                  </a:lnTo>
                  <a:lnTo>
                    <a:pt x="50909" y="92307"/>
                  </a:lnTo>
                  <a:lnTo>
                    <a:pt x="65454" y="101538"/>
                  </a:lnTo>
                  <a:lnTo>
                    <a:pt x="73939" y="101538"/>
                  </a:lnTo>
                  <a:lnTo>
                    <a:pt x="77575" y="105230"/>
                  </a:lnTo>
                  <a:lnTo>
                    <a:pt x="80000" y="108923"/>
                  </a:lnTo>
                  <a:lnTo>
                    <a:pt x="81212" y="108923"/>
                  </a:lnTo>
                  <a:lnTo>
                    <a:pt x="92121" y="105230"/>
                  </a:lnTo>
                  <a:lnTo>
                    <a:pt x="94545" y="107076"/>
                  </a:lnTo>
                  <a:lnTo>
                    <a:pt x="103030" y="116307"/>
                  </a:lnTo>
                  <a:lnTo>
                    <a:pt x="106666" y="120000"/>
                  </a:lnTo>
                  <a:lnTo>
                    <a:pt x="109090" y="120000"/>
                  </a:lnTo>
                  <a:lnTo>
                    <a:pt x="111515" y="120000"/>
                  </a:lnTo>
                  <a:lnTo>
                    <a:pt x="115151" y="118153"/>
                  </a:lnTo>
                  <a:lnTo>
                    <a:pt x="117575" y="116307"/>
                  </a:lnTo>
                  <a:lnTo>
                    <a:pt x="119999" y="107076"/>
                  </a:lnTo>
                  <a:lnTo>
                    <a:pt x="118787" y="97846"/>
                  </a:lnTo>
                  <a:lnTo>
                    <a:pt x="113939" y="90461"/>
                  </a:lnTo>
                  <a:lnTo>
                    <a:pt x="107878" y="81230"/>
                  </a:lnTo>
                  <a:lnTo>
                    <a:pt x="111515" y="79384"/>
                  </a:lnTo>
                  <a:lnTo>
                    <a:pt x="98181" y="59076"/>
                  </a:lnTo>
                  <a:lnTo>
                    <a:pt x="94545" y="55384"/>
                  </a:lnTo>
                  <a:lnTo>
                    <a:pt x="90909" y="57230"/>
                  </a:lnTo>
                  <a:lnTo>
                    <a:pt x="89696" y="62769"/>
                  </a:lnTo>
                  <a:lnTo>
                    <a:pt x="90909" y="72000"/>
                  </a:lnTo>
                  <a:lnTo>
                    <a:pt x="90909" y="79384"/>
                  </a:lnTo>
                  <a:lnTo>
                    <a:pt x="89696" y="83076"/>
                  </a:lnTo>
                  <a:lnTo>
                    <a:pt x="84848" y="81230"/>
                  </a:lnTo>
                  <a:lnTo>
                    <a:pt x="77575" y="75692"/>
                  </a:lnTo>
                  <a:lnTo>
                    <a:pt x="72727" y="73846"/>
                  </a:lnTo>
                  <a:lnTo>
                    <a:pt x="65454" y="75692"/>
                  </a:lnTo>
                  <a:lnTo>
                    <a:pt x="60606" y="77538"/>
                  </a:lnTo>
                  <a:lnTo>
                    <a:pt x="61818" y="72000"/>
                  </a:lnTo>
                  <a:lnTo>
                    <a:pt x="66666" y="60923"/>
                  </a:lnTo>
                  <a:lnTo>
                    <a:pt x="67878" y="31384"/>
                  </a:lnTo>
                  <a:lnTo>
                    <a:pt x="60606" y="27692"/>
                  </a:lnTo>
                  <a:lnTo>
                    <a:pt x="56969" y="33230"/>
                  </a:lnTo>
                  <a:lnTo>
                    <a:pt x="49696" y="44307"/>
                  </a:lnTo>
                  <a:lnTo>
                    <a:pt x="48484" y="35076"/>
                  </a:lnTo>
                  <a:lnTo>
                    <a:pt x="47272" y="14769"/>
                  </a:lnTo>
                  <a:lnTo>
                    <a:pt x="46060" y="5538"/>
                  </a:lnTo>
                  <a:lnTo>
                    <a:pt x="42424" y="0"/>
                  </a:lnTo>
                  <a:lnTo>
                    <a:pt x="38787" y="20307"/>
                  </a:lnTo>
                  <a:lnTo>
                    <a:pt x="32727" y="16615"/>
                  </a:lnTo>
                  <a:lnTo>
                    <a:pt x="26666" y="7384"/>
                  </a:lnTo>
                  <a:lnTo>
                    <a:pt x="19393" y="12923"/>
                  </a:lnTo>
                  <a:lnTo>
                    <a:pt x="14545" y="25846"/>
                  </a:lnTo>
                  <a:lnTo>
                    <a:pt x="23030" y="4615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Shape 5162"/>
            <p:cNvSpPr/>
            <p:nvPr/>
          </p:nvSpPr>
          <p:spPr>
            <a:xfrm>
              <a:off x="14113132" y="4796182"/>
              <a:ext cx="66674" cy="555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24" y="12692"/>
                  </a:moveTo>
                  <a:lnTo>
                    <a:pt x="944" y="15000"/>
                  </a:lnTo>
                  <a:lnTo>
                    <a:pt x="0" y="17307"/>
                  </a:lnTo>
                  <a:lnTo>
                    <a:pt x="0" y="23076"/>
                  </a:lnTo>
                  <a:lnTo>
                    <a:pt x="0" y="27692"/>
                  </a:lnTo>
                  <a:lnTo>
                    <a:pt x="944" y="32307"/>
                  </a:lnTo>
                  <a:lnTo>
                    <a:pt x="5669" y="35769"/>
                  </a:lnTo>
                  <a:lnTo>
                    <a:pt x="15118" y="48461"/>
                  </a:lnTo>
                  <a:lnTo>
                    <a:pt x="17952" y="50769"/>
                  </a:lnTo>
                  <a:lnTo>
                    <a:pt x="20787" y="50769"/>
                  </a:lnTo>
                  <a:lnTo>
                    <a:pt x="26456" y="56538"/>
                  </a:lnTo>
                  <a:lnTo>
                    <a:pt x="31181" y="62307"/>
                  </a:lnTo>
                  <a:lnTo>
                    <a:pt x="34960" y="69230"/>
                  </a:lnTo>
                  <a:lnTo>
                    <a:pt x="35905" y="69230"/>
                  </a:lnTo>
                  <a:lnTo>
                    <a:pt x="37795" y="70384"/>
                  </a:lnTo>
                  <a:lnTo>
                    <a:pt x="38740" y="70384"/>
                  </a:lnTo>
                  <a:lnTo>
                    <a:pt x="36850" y="73846"/>
                  </a:lnTo>
                  <a:lnTo>
                    <a:pt x="36850" y="78461"/>
                  </a:lnTo>
                  <a:lnTo>
                    <a:pt x="38740" y="78461"/>
                  </a:lnTo>
                  <a:lnTo>
                    <a:pt x="40629" y="79615"/>
                  </a:lnTo>
                  <a:lnTo>
                    <a:pt x="44409" y="83076"/>
                  </a:lnTo>
                  <a:lnTo>
                    <a:pt x="45354" y="83076"/>
                  </a:lnTo>
                  <a:lnTo>
                    <a:pt x="48188" y="87692"/>
                  </a:lnTo>
                  <a:lnTo>
                    <a:pt x="49133" y="88846"/>
                  </a:lnTo>
                  <a:lnTo>
                    <a:pt x="50078" y="88846"/>
                  </a:lnTo>
                  <a:lnTo>
                    <a:pt x="51968" y="88846"/>
                  </a:lnTo>
                  <a:lnTo>
                    <a:pt x="52913" y="90000"/>
                  </a:lnTo>
                  <a:lnTo>
                    <a:pt x="54803" y="92307"/>
                  </a:lnTo>
                  <a:lnTo>
                    <a:pt x="57637" y="96923"/>
                  </a:lnTo>
                  <a:lnTo>
                    <a:pt x="60472" y="100384"/>
                  </a:lnTo>
                  <a:lnTo>
                    <a:pt x="62362" y="101538"/>
                  </a:lnTo>
                  <a:lnTo>
                    <a:pt x="64251" y="101538"/>
                  </a:lnTo>
                  <a:lnTo>
                    <a:pt x="66141" y="102692"/>
                  </a:lnTo>
                  <a:lnTo>
                    <a:pt x="68031" y="105000"/>
                  </a:lnTo>
                  <a:lnTo>
                    <a:pt x="69921" y="106153"/>
                  </a:lnTo>
                  <a:lnTo>
                    <a:pt x="79370" y="114230"/>
                  </a:lnTo>
                  <a:lnTo>
                    <a:pt x="84094" y="116538"/>
                  </a:lnTo>
                  <a:lnTo>
                    <a:pt x="90708" y="117692"/>
                  </a:lnTo>
                  <a:lnTo>
                    <a:pt x="95433" y="120000"/>
                  </a:lnTo>
                  <a:lnTo>
                    <a:pt x="99212" y="120000"/>
                  </a:lnTo>
                  <a:lnTo>
                    <a:pt x="100157" y="117692"/>
                  </a:lnTo>
                  <a:lnTo>
                    <a:pt x="100157" y="115384"/>
                  </a:lnTo>
                  <a:lnTo>
                    <a:pt x="98267" y="114230"/>
                  </a:lnTo>
                  <a:lnTo>
                    <a:pt x="95433" y="113076"/>
                  </a:lnTo>
                  <a:lnTo>
                    <a:pt x="99212" y="111923"/>
                  </a:lnTo>
                  <a:lnTo>
                    <a:pt x="114330" y="118846"/>
                  </a:lnTo>
                  <a:lnTo>
                    <a:pt x="120000" y="118846"/>
                  </a:lnTo>
                  <a:lnTo>
                    <a:pt x="116220" y="113076"/>
                  </a:lnTo>
                  <a:lnTo>
                    <a:pt x="110551" y="108461"/>
                  </a:lnTo>
                  <a:lnTo>
                    <a:pt x="105826" y="105000"/>
                  </a:lnTo>
                  <a:lnTo>
                    <a:pt x="104881" y="99230"/>
                  </a:lnTo>
                  <a:lnTo>
                    <a:pt x="102992" y="100384"/>
                  </a:lnTo>
                  <a:lnTo>
                    <a:pt x="100157" y="100384"/>
                  </a:lnTo>
                  <a:lnTo>
                    <a:pt x="92598" y="95769"/>
                  </a:lnTo>
                  <a:lnTo>
                    <a:pt x="90708" y="95769"/>
                  </a:lnTo>
                  <a:lnTo>
                    <a:pt x="89763" y="95769"/>
                  </a:lnTo>
                  <a:lnTo>
                    <a:pt x="89763" y="94615"/>
                  </a:lnTo>
                  <a:lnTo>
                    <a:pt x="88818" y="92307"/>
                  </a:lnTo>
                  <a:lnTo>
                    <a:pt x="86929" y="91153"/>
                  </a:lnTo>
                  <a:lnTo>
                    <a:pt x="82204" y="85384"/>
                  </a:lnTo>
                  <a:lnTo>
                    <a:pt x="81259" y="84230"/>
                  </a:lnTo>
                  <a:lnTo>
                    <a:pt x="80314" y="85384"/>
                  </a:lnTo>
                  <a:lnTo>
                    <a:pt x="80314" y="90000"/>
                  </a:lnTo>
                  <a:lnTo>
                    <a:pt x="79370" y="91153"/>
                  </a:lnTo>
                  <a:lnTo>
                    <a:pt x="76535" y="90000"/>
                  </a:lnTo>
                  <a:lnTo>
                    <a:pt x="75590" y="88846"/>
                  </a:lnTo>
                  <a:lnTo>
                    <a:pt x="74645" y="87692"/>
                  </a:lnTo>
                  <a:lnTo>
                    <a:pt x="74645" y="87692"/>
                  </a:lnTo>
                  <a:lnTo>
                    <a:pt x="69921" y="81923"/>
                  </a:lnTo>
                  <a:lnTo>
                    <a:pt x="67086" y="80769"/>
                  </a:lnTo>
                  <a:lnTo>
                    <a:pt x="66141" y="80769"/>
                  </a:lnTo>
                  <a:lnTo>
                    <a:pt x="64251" y="80769"/>
                  </a:lnTo>
                  <a:lnTo>
                    <a:pt x="62362" y="81923"/>
                  </a:lnTo>
                  <a:lnTo>
                    <a:pt x="60472" y="79615"/>
                  </a:lnTo>
                  <a:lnTo>
                    <a:pt x="60472" y="77307"/>
                  </a:lnTo>
                  <a:lnTo>
                    <a:pt x="61417" y="76153"/>
                  </a:lnTo>
                  <a:lnTo>
                    <a:pt x="64251" y="72692"/>
                  </a:lnTo>
                  <a:lnTo>
                    <a:pt x="56692" y="65769"/>
                  </a:lnTo>
                  <a:lnTo>
                    <a:pt x="53858" y="64615"/>
                  </a:lnTo>
                  <a:lnTo>
                    <a:pt x="49133" y="62307"/>
                  </a:lnTo>
                  <a:lnTo>
                    <a:pt x="50078" y="56538"/>
                  </a:lnTo>
                  <a:lnTo>
                    <a:pt x="47244" y="49615"/>
                  </a:lnTo>
                  <a:lnTo>
                    <a:pt x="42519" y="43846"/>
                  </a:lnTo>
                  <a:lnTo>
                    <a:pt x="36850" y="38076"/>
                  </a:lnTo>
                  <a:lnTo>
                    <a:pt x="33070" y="32307"/>
                  </a:lnTo>
                  <a:lnTo>
                    <a:pt x="28346" y="25384"/>
                  </a:lnTo>
                  <a:lnTo>
                    <a:pt x="18897" y="8076"/>
                  </a:lnTo>
                  <a:lnTo>
                    <a:pt x="15118" y="3461"/>
                  </a:lnTo>
                  <a:lnTo>
                    <a:pt x="10393" y="1153"/>
                  </a:lnTo>
                  <a:lnTo>
                    <a:pt x="6614" y="0"/>
                  </a:lnTo>
                  <a:lnTo>
                    <a:pt x="2834" y="1153"/>
                  </a:lnTo>
                  <a:lnTo>
                    <a:pt x="6614" y="5769"/>
                  </a:lnTo>
                  <a:lnTo>
                    <a:pt x="5669" y="10384"/>
                  </a:lnTo>
                  <a:lnTo>
                    <a:pt x="4724" y="1269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Shape 5163"/>
            <p:cNvSpPr/>
            <p:nvPr/>
          </p:nvSpPr>
          <p:spPr>
            <a:xfrm>
              <a:off x="14035345" y="4369144"/>
              <a:ext cx="31750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419" y="30638"/>
                  </a:moveTo>
                  <a:lnTo>
                    <a:pt x="17419" y="38297"/>
                  </a:lnTo>
                  <a:lnTo>
                    <a:pt x="17419" y="38297"/>
                  </a:lnTo>
                  <a:lnTo>
                    <a:pt x="3870" y="38297"/>
                  </a:lnTo>
                  <a:lnTo>
                    <a:pt x="0" y="43404"/>
                  </a:lnTo>
                  <a:lnTo>
                    <a:pt x="0" y="51063"/>
                  </a:lnTo>
                  <a:lnTo>
                    <a:pt x="5806" y="66382"/>
                  </a:lnTo>
                  <a:lnTo>
                    <a:pt x="15483" y="74042"/>
                  </a:lnTo>
                  <a:lnTo>
                    <a:pt x="23225" y="79148"/>
                  </a:lnTo>
                  <a:lnTo>
                    <a:pt x="30967" y="79148"/>
                  </a:lnTo>
                  <a:lnTo>
                    <a:pt x="32903" y="86808"/>
                  </a:lnTo>
                  <a:lnTo>
                    <a:pt x="30967" y="91914"/>
                  </a:lnTo>
                  <a:lnTo>
                    <a:pt x="30967" y="94468"/>
                  </a:lnTo>
                  <a:lnTo>
                    <a:pt x="30967" y="99574"/>
                  </a:lnTo>
                  <a:lnTo>
                    <a:pt x="34838" y="109787"/>
                  </a:lnTo>
                  <a:lnTo>
                    <a:pt x="48387" y="94468"/>
                  </a:lnTo>
                  <a:lnTo>
                    <a:pt x="52258" y="86808"/>
                  </a:lnTo>
                  <a:lnTo>
                    <a:pt x="52258" y="91914"/>
                  </a:lnTo>
                  <a:lnTo>
                    <a:pt x="56129" y="99574"/>
                  </a:lnTo>
                  <a:lnTo>
                    <a:pt x="58064" y="104680"/>
                  </a:lnTo>
                  <a:lnTo>
                    <a:pt x="60000" y="102127"/>
                  </a:lnTo>
                  <a:lnTo>
                    <a:pt x="63870" y="99574"/>
                  </a:lnTo>
                  <a:lnTo>
                    <a:pt x="67741" y="97021"/>
                  </a:lnTo>
                  <a:lnTo>
                    <a:pt x="69677" y="91914"/>
                  </a:lnTo>
                  <a:lnTo>
                    <a:pt x="71612" y="84255"/>
                  </a:lnTo>
                  <a:lnTo>
                    <a:pt x="73548" y="79148"/>
                  </a:lnTo>
                  <a:lnTo>
                    <a:pt x="73548" y="89361"/>
                  </a:lnTo>
                  <a:lnTo>
                    <a:pt x="73548" y="99574"/>
                  </a:lnTo>
                  <a:lnTo>
                    <a:pt x="77419" y="114893"/>
                  </a:lnTo>
                  <a:lnTo>
                    <a:pt x="85161" y="120000"/>
                  </a:lnTo>
                  <a:lnTo>
                    <a:pt x="90967" y="120000"/>
                  </a:lnTo>
                  <a:lnTo>
                    <a:pt x="90967" y="109787"/>
                  </a:lnTo>
                  <a:lnTo>
                    <a:pt x="85161" y="79148"/>
                  </a:lnTo>
                  <a:lnTo>
                    <a:pt x="85161" y="71489"/>
                  </a:lnTo>
                  <a:lnTo>
                    <a:pt x="90967" y="79148"/>
                  </a:lnTo>
                  <a:lnTo>
                    <a:pt x="98709" y="91914"/>
                  </a:lnTo>
                  <a:lnTo>
                    <a:pt x="106451" y="97021"/>
                  </a:lnTo>
                  <a:lnTo>
                    <a:pt x="110322" y="97021"/>
                  </a:lnTo>
                  <a:lnTo>
                    <a:pt x="114193" y="102127"/>
                  </a:lnTo>
                  <a:lnTo>
                    <a:pt x="118064" y="102127"/>
                  </a:lnTo>
                  <a:lnTo>
                    <a:pt x="120000" y="97021"/>
                  </a:lnTo>
                  <a:lnTo>
                    <a:pt x="118064" y="89361"/>
                  </a:lnTo>
                  <a:lnTo>
                    <a:pt x="116129" y="84255"/>
                  </a:lnTo>
                  <a:lnTo>
                    <a:pt x="112258" y="76595"/>
                  </a:lnTo>
                  <a:lnTo>
                    <a:pt x="106451" y="74042"/>
                  </a:lnTo>
                  <a:lnTo>
                    <a:pt x="110322" y="68936"/>
                  </a:lnTo>
                  <a:lnTo>
                    <a:pt x="116129" y="63829"/>
                  </a:lnTo>
                  <a:lnTo>
                    <a:pt x="120000" y="53617"/>
                  </a:lnTo>
                  <a:lnTo>
                    <a:pt x="110322" y="40851"/>
                  </a:lnTo>
                  <a:lnTo>
                    <a:pt x="112258" y="30638"/>
                  </a:lnTo>
                  <a:lnTo>
                    <a:pt x="104516" y="28085"/>
                  </a:lnTo>
                  <a:lnTo>
                    <a:pt x="96774" y="28085"/>
                  </a:lnTo>
                  <a:lnTo>
                    <a:pt x="92903" y="30638"/>
                  </a:lnTo>
                  <a:lnTo>
                    <a:pt x="90967" y="40851"/>
                  </a:lnTo>
                  <a:lnTo>
                    <a:pt x="89032" y="35744"/>
                  </a:lnTo>
                  <a:lnTo>
                    <a:pt x="90967" y="28085"/>
                  </a:lnTo>
                  <a:lnTo>
                    <a:pt x="90967" y="20425"/>
                  </a:lnTo>
                  <a:lnTo>
                    <a:pt x="79354" y="20425"/>
                  </a:lnTo>
                  <a:lnTo>
                    <a:pt x="67741" y="38297"/>
                  </a:lnTo>
                  <a:lnTo>
                    <a:pt x="56129" y="38297"/>
                  </a:lnTo>
                  <a:lnTo>
                    <a:pt x="58064" y="15319"/>
                  </a:lnTo>
                  <a:lnTo>
                    <a:pt x="58064" y="15319"/>
                  </a:lnTo>
                  <a:lnTo>
                    <a:pt x="58064" y="15319"/>
                  </a:lnTo>
                  <a:lnTo>
                    <a:pt x="56129" y="12765"/>
                  </a:lnTo>
                  <a:lnTo>
                    <a:pt x="58064" y="5106"/>
                  </a:lnTo>
                  <a:lnTo>
                    <a:pt x="54193" y="0"/>
                  </a:lnTo>
                  <a:lnTo>
                    <a:pt x="52258" y="2553"/>
                  </a:lnTo>
                  <a:lnTo>
                    <a:pt x="40645" y="12765"/>
                  </a:lnTo>
                  <a:lnTo>
                    <a:pt x="38709" y="15319"/>
                  </a:lnTo>
                  <a:lnTo>
                    <a:pt x="36774" y="22978"/>
                  </a:lnTo>
                  <a:lnTo>
                    <a:pt x="34838" y="38297"/>
                  </a:lnTo>
                  <a:lnTo>
                    <a:pt x="32903" y="40851"/>
                  </a:lnTo>
                  <a:lnTo>
                    <a:pt x="29032" y="43404"/>
                  </a:lnTo>
                  <a:lnTo>
                    <a:pt x="29032" y="40851"/>
                  </a:lnTo>
                  <a:lnTo>
                    <a:pt x="23225" y="30638"/>
                  </a:lnTo>
                  <a:lnTo>
                    <a:pt x="21290" y="30638"/>
                  </a:lnTo>
                  <a:lnTo>
                    <a:pt x="19354" y="28085"/>
                  </a:lnTo>
                  <a:lnTo>
                    <a:pt x="17419" y="3063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Shape 5164"/>
            <p:cNvSpPr/>
            <p:nvPr/>
          </p:nvSpPr>
          <p:spPr>
            <a:xfrm>
              <a:off x="13509882" y="4092919"/>
              <a:ext cx="30162" cy="301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21" y="115636"/>
                  </a:moveTo>
                  <a:lnTo>
                    <a:pt x="16842" y="120000"/>
                  </a:lnTo>
                  <a:lnTo>
                    <a:pt x="21052" y="120000"/>
                  </a:lnTo>
                  <a:lnTo>
                    <a:pt x="29473" y="113454"/>
                  </a:lnTo>
                  <a:lnTo>
                    <a:pt x="107368" y="98181"/>
                  </a:lnTo>
                  <a:lnTo>
                    <a:pt x="119999" y="87272"/>
                  </a:lnTo>
                  <a:lnTo>
                    <a:pt x="115789" y="78545"/>
                  </a:lnTo>
                  <a:lnTo>
                    <a:pt x="103157" y="61090"/>
                  </a:lnTo>
                  <a:lnTo>
                    <a:pt x="96842" y="48000"/>
                  </a:lnTo>
                  <a:lnTo>
                    <a:pt x="96842" y="32727"/>
                  </a:lnTo>
                  <a:lnTo>
                    <a:pt x="101052" y="28363"/>
                  </a:lnTo>
                  <a:lnTo>
                    <a:pt x="98947" y="19636"/>
                  </a:lnTo>
                  <a:lnTo>
                    <a:pt x="103157" y="13090"/>
                  </a:lnTo>
                  <a:lnTo>
                    <a:pt x="101052" y="8727"/>
                  </a:lnTo>
                  <a:lnTo>
                    <a:pt x="90526" y="0"/>
                  </a:lnTo>
                  <a:lnTo>
                    <a:pt x="82105" y="6545"/>
                  </a:lnTo>
                  <a:lnTo>
                    <a:pt x="69473" y="17454"/>
                  </a:lnTo>
                  <a:lnTo>
                    <a:pt x="71578" y="21818"/>
                  </a:lnTo>
                  <a:lnTo>
                    <a:pt x="71578" y="30545"/>
                  </a:lnTo>
                  <a:lnTo>
                    <a:pt x="75789" y="39272"/>
                  </a:lnTo>
                  <a:lnTo>
                    <a:pt x="75789" y="43636"/>
                  </a:lnTo>
                  <a:lnTo>
                    <a:pt x="71578" y="50181"/>
                  </a:lnTo>
                  <a:lnTo>
                    <a:pt x="37894" y="56727"/>
                  </a:lnTo>
                  <a:lnTo>
                    <a:pt x="29473" y="61090"/>
                  </a:lnTo>
                  <a:lnTo>
                    <a:pt x="27368" y="74181"/>
                  </a:lnTo>
                  <a:lnTo>
                    <a:pt x="27368" y="91636"/>
                  </a:lnTo>
                  <a:lnTo>
                    <a:pt x="23157" y="93818"/>
                  </a:lnTo>
                  <a:lnTo>
                    <a:pt x="14736" y="93818"/>
                  </a:lnTo>
                  <a:lnTo>
                    <a:pt x="4210" y="96000"/>
                  </a:lnTo>
                  <a:lnTo>
                    <a:pt x="2105" y="98181"/>
                  </a:lnTo>
                  <a:lnTo>
                    <a:pt x="0" y="102545"/>
                  </a:lnTo>
                  <a:lnTo>
                    <a:pt x="2105" y="106909"/>
                  </a:lnTo>
                  <a:lnTo>
                    <a:pt x="8421" y="1156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Shape 5165"/>
            <p:cNvSpPr/>
            <p:nvPr/>
          </p:nvSpPr>
          <p:spPr>
            <a:xfrm>
              <a:off x="13327320" y="3911944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Shape 5166"/>
            <p:cNvSpPr/>
            <p:nvPr/>
          </p:nvSpPr>
          <p:spPr>
            <a:xfrm>
              <a:off x="13782932" y="4154832"/>
              <a:ext cx="28575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545" y="63000"/>
                  </a:moveTo>
                  <a:lnTo>
                    <a:pt x="115636" y="48000"/>
                  </a:lnTo>
                  <a:lnTo>
                    <a:pt x="120000" y="18000"/>
                  </a:lnTo>
                  <a:lnTo>
                    <a:pt x="106909" y="12000"/>
                  </a:lnTo>
                  <a:lnTo>
                    <a:pt x="69818" y="0"/>
                  </a:lnTo>
                  <a:lnTo>
                    <a:pt x="67636" y="3000"/>
                  </a:lnTo>
                  <a:lnTo>
                    <a:pt x="65454" y="6000"/>
                  </a:lnTo>
                  <a:lnTo>
                    <a:pt x="67636" y="24000"/>
                  </a:lnTo>
                  <a:lnTo>
                    <a:pt x="65454" y="33000"/>
                  </a:lnTo>
                  <a:lnTo>
                    <a:pt x="63272" y="45000"/>
                  </a:lnTo>
                  <a:lnTo>
                    <a:pt x="52363" y="54000"/>
                  </a:lnTo>
                  <a:lnTo>
                    <a:pt x="39272" y="21000"/>
                  </a:lnTo>
                  <a:lnTo>
                    <a:pt x="30545" y="15000"/>
                  </a:lnTo>
                  <a:lnTo>
                    <a:pt x="24000" y="18000"/>
                  </a:lnTo>
                  <a:lnTo>
                    <a:pt x="13090" y="30000"/>
                  </a:lnTo>
                  <a:lnTo>
                    <a:pt x="10909" y="39000"/>
                  </a:lnTo>
                  <a:lnTo>
                    <a:pt x="6545" y="78000"/>
                  </a:lnTo>
                  <a:lnTo>
                    <a:pt x="4363" y="90000"/>
                  </a:lnTo>
                  <a:lnTo>
                    <a:pt x="0" y="114000"/>
                  </a:lnTo>
                  <a:lnTo>
                    <a:pt x="0" y="120000"/>
                  </a:lnTo>
                  <a:lnTo>
                    <a:pt x="21818" y="120000"/>
                  </a:lnTo>
                  <a:lnTo>
                    <a:pt x="102545" y="63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Shape 5167"/>
            <p:cNvSpPr/>
            <p:nvPr/>
          </p:nvSpPr>
          <p:spPr>
            <a:xfrm>
              <a:off x="13865482" y="4142132"/>
              <a:ext cx="22225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09500"/>
                  </a:moveTo>
                  <a:lnTo>
                    <a:pt x="57142" y="120000"/>
                  </a:lnTo>
                  <a:lnTo>
                    <a:pt x="71428" y="118500"/>
                  </a:lnTo>
                  <a:lnTo>
                    <a:pt x="77142" y="114000"/>
                  </a:lnTo>
                  <a:lnTo>
                    <a:pt x="74285" y="109500"/>
                  </a:lnTo>
                  <a:lnTo>
                    <a:pt x="68571" y="105000"/>
                  </a:lnTo>
                  <a:lnTo>
                    <a:pt x="65714" y="99000"/>
                  </a:lnTo>
                  <a:lnTo>
                    <a:pt x="68571" y="94500"/>
                  </a:lnTo>
                  <a:lnTo>
                    <a:pt x="88571" y="93000"/>
                  </a:lnTo>
                  <a:lnTo>
                    <a:pt x="91428" y="88500"/>
                  </a:lnTo>
                  <a:lnTo>
                    <a:pt x="88571" y="73500"/>
                  </a:lnTo>
                  <a:lnTo>
                    <a:pt x="88571" y="61500"/>
                  </a:lnTo>
                  <a:lnTo>
                    <a:pt x="114285" y="12000"/>
                  </a:lnTo>
                  <a:lnTo>
                    <a:pt x="120000" y="6000"/>
                  </a:lnTo>
                  <a:lnTo>
                    <a:pt x="97142" y="0"/>
                  </a:lnTo>
                  <a:lnTo>
                    <a:pt x="85714" y="0"/>
                  </a:lnTo>
                  <a:lnTo>
                    <a:pt x="51428" y="9000"/>
                  </a:lnTo>
                  <a:lnTo>
                    <a:pt x="48571" y="12000"/>
                  </a:lnTo>
                  <a:lnTo>
                    <a:pt x="42857" y="19500"/>
                  </a:lnTo>
                  <a:lnTo>
                    <a:pt x="40000" y="22500"/>
                  </a:lnTo>
                  <a:lnTo>
                    <a:pt x="28571" y="25500"/>
                  </a:lnTo>
                  <a:lnTo>
                    <a:pt x="22857" y="27000"/>
                  </a:lnTo>
                  <a:lnTo>
                    <a:pt x="20000" y="33000"/>
                  </a:lnTo>
                  <a:lnTo>
                    <a:pt x="31428" y="36000"/>
                  </a:lnTo>
                  <a:lnTo>
                    <a:pt x="40000" y="37500"/>
                  </a:lnTo>
                  <a:lnTo>
                    <a:pt x="48571" y="40500"/>
                  </a:lnTo>
                  <a:lnTo>
                    <a:pt x="45714" y="45000"/>
                  </a:lnTo>
                  <a:lnTo>
                    <a:pt x="28571" y="49500"/>
                  </a:lnTo>
                  <a:lnTo>
                    <a:pt x="28571" y="54000"/>
                  </a:lnTo>
                  <a:lnTo>
                    <a:pt x="37142" y="63000"/>
                  </a:lnTo>
                  <a:lnTo>
                    <a:pt x="37142" y="67500"/>
                  </a:lnTo>
                  <a:lnTo>
                    <a:pt x="31428" y="73500"/>
                  </a:lnTo>
                  <a:lnTo>
                    <a:pt x="14285" y="78000"/>
                  </a:lnTo>
                  <a:lnTo>
                    <a:pt x="11428" y="79500"/>
                  </a:lnTo>
                  <a:lnTo>
                    <a:pt x="14285" y="84000"/>
                  </a:lnTo>
                  <a:lnTo>
                    <a:pt x="31428" y="96000"/>
                  </a:lnTo>
                  <a:lnTo>
                    <a:pt x="34285" y="99000"/>
                  </a:lnTo>
                  <a:lnTo>
                    <a:pt x="31428" y="103500"/>
                  </a:lnTo>
                  <a:lnTo>
                    <a:pt x="0" y="1095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Shape 5168"/>
            <p:cNvSpPr/>
            <p:nvPr/>
          </p:nvSpPr>
          <p:spPr>
            <a:xfrm>
              <a:off x="13735307" y="4121494"/>
              <a:ext cx="26987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30" y="22040"/>
                  </a:moveTo>
                  <a:lnTo>
                    <a:pt x="13846" y="34285"/>
                  </a:lnTo>
                  <a:lnTo>
                    <a:pt x="18461" y="46530"/>
                  </a:lnTo>
                  <a:lnTo>
                    <a:pt x="27692" y="78367"/>
                  </a:lnTo>
                  <a:lnTo>
                    <a:pt x="30000" y="88163"/>
                  </a:lnTo>
                  <a:lnTo>
                    <a:pt x="39230" y="107755"/>
                  </a:lnTo>
                  <a:lnTo>
                    <a:pt x="53076" y="119999"/>
                  </a:lnTo>
                  <a:lnTo>
                    <a:pt x="64615" y="115102"/>
                  </a:lnTo>
                  <a:lnTo>
                    <a:pt x="117692" y="83265"/>
                  </a:lnTo>
                  <a:lnTo>
                    <a:pt x="120000" y="66122"/>
                  </a:lnTo>
                  <a:lnTo>
                    <a:pt x="96923" y="51428"/>
                  </a:lnTo>
                  <a:lnTo>
                    <a:pt x="43846" y="29387"/>
                  </a:lnTo>
                  <a:lnTo>
                    <a:pt x="18461" y="7346"/>
                  </a:lnTo>
                  <a:lnTo>
                    <a:pt x="13846" y="4897"/>
                  </a:lnTo>
                  <a:lnTo>
                    <a:pt x="6923" y="0"/>
                  </a:lnTo>
                  <a:lnTo>
                    <a:pt x="0" y="4897"/>
                  </a:lnTo>
                  <a:lnTo>
                    <a:pt x="4615" y="12244"/>
                  </a:lnTo>
                  <a:lnTo>
                    <a:pt x="9230" y="2204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Shape 5169"/>
            <p:cNvSpPr/>
            <p:nvPr/>
          </p:nvSpPr>
          <p:spPr>
            <a:xfrm>
              <a:off x="11149271" y="4504082"/>
              <a:ext cx="36513" cy="619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2352" y="113793"/>
                  </a:moveTo>
                  <a:lnTo>
                    <a:pt x="51176" y="118965"/>
                  </a:lnTo>
                  <a:lnTo>
                    <a:pt x="56470" y="120000"/>
                  </a:lnTo>
                  <a:lnTo>
                    <a:pt x="61764" y="116896"/>
                  </a:lnTo>
                  <a:lnTo>
                    <a:pt x="67058" y="111724"/>
                  </a:lnTo>
                  <a:lnTo>
                    <a:pt x="70588" y="105517"/>
                  </a:lnTo>
                  <a:lnTo>
                    <a:pt x="75882" y="100344"/>
                  </a:lnTo>
                  <a:lnTo>
                    <a:pt x="79411" y="99310"/>
                  </a:lnTo>
                  <a:lnTo>
                    <a:pt x="91764" y="101379"/>
                  </a:lnTo>
                  <a:lnTo>
                    <a:pt x="95294" y="100344"/>
                  </a:lnTo>
                  <a:lnTo>
                    <a:pt x="97058" y="96206"/>
                  </a:lnTo>
                  <a:lnTo>
                    <a:pt x="97058" y="93103"/>
                  </a:lnTo>
                  <a:lnTo>
                    <a:pt x="97058" y="91034"/>
                  </a:lnTo>
                  <a:lnTo>
                    <a:pt x="100588" y="86896"/>
                  </a:lnTo>
                  <a:lnTo>
                    <a:pt x="104117" y="85862"/>
                  </a:lnTo>
                  <a:lnTo>
                    <a:pt x="105882" y="86896"/>
                  </a:lnTo>
                  <a:lnTo>
                    <a:pt x="107647" y="86896"/>
                  </a:lnTo>
                  <a:lnTo>
                    <a:pt x="105882" y="81724"/>
                  </a:lnTo>
                  <a:lnTo>
                    <a:pt x="105882" y="79655"/>
                  </a:lnTo>
                  <a:lnTo>
                    <a:pt x="102352" y="73448"/>
                  </a:lnTo>
                  <a:lnTo>
                    <a:pt x="100588" y="69310"/>
                  </a:lnTo>
                  <a:lnTo>
                    <a:pt x="105882" y="68275"/>
                  </a:lnTo>
                  <a:lnTo>
                    <a:pt x="109411" y="64137"/>
                  </a:lnTo>
                  <a:lnTo>
                    <a:pt x="109411" y="60000"/>
                  </a:lnTo>
                  <a:lnTo>
                    <a:pt x="107647" y="53793"/>
                  </a:lnTo>
                  <a:lnTo>
                    <a:pt x="120000" y="49655"/>
                  </a:lnTo>
                  <a:lnTo>
                    <a:pt x="112941" y="43448"/>
                  </a:lnTo>
                  <a:lnTo>
                    <a:pt x="95294" y="41379"/>
                  </a:lnTo>
                  <a:lnTo>
                    <a:pt x="82941" y="31034"/>
                  </a:lnTo>
                  <a:lnTo>
                    <a:pt x="75882" y="27931"/>
                  </a:lnTo>
                  <a:lnTo>
                    <a:pt x="72352" y="22758"/>
                  </a:lnTo>
                  <a:lnTo>
                    <a:pt x="72352" y="13448"/>
                  </a:lnTo>
                  <a:lnTo>
                    <a:pt x="65294" y="8275"/>
                  </a:lnTo>
                  <a:lnTo>
                    <a:pt x="54705" y="4137"/>
                  </a:lnTo>
                  <a:lnTo>
                    <a:pt x="22941" y="0"/>
                  </a:lnTo>
                  <a:lnTo>
                    <a:pt x="17647" y="1034"/>
                  </a:lnTo>
                  <a:lnTo>
                    <a:pt x="15882" y="8275"/>
                  </a:lnTo>
                  <a:lnTo>
                    <a:pt x="14117" y="10344"/>
                  </a:lnTo>
                  <a:lnTo>
                    <a:pt x="1764" y="16551"/>
                  </a:lnTo>
                  <a:lnTo>
                    <a:pt x="10588" y="27931"/>
                  </a:lnTo>
                  <a:lnTo>
                    <a:pt x="14117" y="34137"/>
                  </a:lnTo>
                  <a:lnTo>
                    <a:pt x="8823" y="41379"/>
                  </a:lnTo>
                  <a:lnTo>
                    <a:pt x="7058" y="43448"/>
                  </a:lnTo>
                  <a:lnTo>
                    <a:pt x="5294" y="43448"/>
                  </a:lnTo>
                  <a:lnTo>
                    <a:pt x="3529" y="44482"/>
                  </a:lnTo>
                  <a:lnTo>
                    <a:pt x="0" y="61034"/>
                  </a:lnTo>
                  <a:lnTo>
                    <a:pt x="0" y="90000"/>
                  </a:lnTo>
                  <a:lnTo>
                    <a:pt x="1764" y="99310"/>
                  </a:lnTo>
                  <a:lnTo>
                    <a:pt x="5294" y="104482"/>
                  </a:lnTo>
                  <a:lnTo>
                    <a:pt x="10588" y="105517"/>
                  </a:lnTo>
                  <a:lnTo>
                    <a:pt x="17647" y="99310"/>
                  </a:lnTo>
                  <a:lnTo>
                    <a:pt x="17647" y="96206"/>
                  </a:lnTo>
                  <a:lnTo>
                    <a:pt x="19411" y="93103"/>
                  </a:lnTo>
                  <a:lnTo>
                    <a:pt x="28235" y="90000"/>
                  </a:lnTo>
                  <a:lnTo>
                    <a:pt x="33529" y="88965"/>
                  </a:lnTo>
                  <a:lnTo>
                    <a:pt x="37058" y="88965"/>
                  </a:lnTo>
                  <a:lnTo>
                    <a:pt x="40588" y="91034"/>
                  </a:lnTo>
                  <a:lnTo>
                    <a:pt x="42352" y="96206"/>
                  </a:lnTo>
                  <a:lnTo>
                    <a:pt x="31764" y="102413"/>
                  </a:lnTo>
                  <a:lnTo>
                    <a:pt x="42352" y="11379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Shape 5170"/>
            <p:cNvSpPr/>
            <p:nvPr/>
          </p:nvSpPr>
          <p:spPr>
            <a:xfrm>
              <a:off x="10980996" y="3146768"/>
              <a:ext cx="92074" cy="507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3409" y="16595"/>
                  </a:moveTo>
                  <a:lnTo>
                    <a:pt x="62727" y="16595"/>
                  </a:lnTo>
                  <a:lnTo>
                    <a:pt x="60000" y="16595"/>
                  </a:lnTo>
                  <a:lnTo>
                    <a:pt x="56590" y="21702"/>
                  </a:lnTo>
                  <a:lnTo>
                    <a:pt x="49090" y="19148"/>
                  </a:lnTo>
                  <a:lnTo>
                    <a:pt x="43636" y="21702"/>
                  </a:lnTo>
                  <a:lnTo>
                    <a:pt x="39545" y="20425"/>
                  </a:lnTo>
                  <a:lnTo>
                    <a:pt x="36818" y="25531"/>
                  </a:lnTo>
                  <a:lnTo>
                    <a:pt x="25909" y="31914"/>
                  </a:lnTo>
                  <a:lnTo>
                    <a:pt x="23863" y="34468"/>
                  </a:lnTo>
                  <a:lnTo>
                    <a:pt x="23181" y="35744"/>
                  </a:lnTo>
                  <a:lnTo>
                    <a:pt x="18409" y="31914"/>
                  </a:lnTo>
                  <a:lnTo>
                    <a:pt x="11590" y="37021"/>
                  </a:lnTo>
                  <a:lnTo>
                    <a:pt x="10909" y="40851"/>
                  </a:lnTo>
                  <a:lnTo>
                    <a:pt x="9545" y="49787"/>
                  </a:lnTo>
                  <a:lnTo>
                    <a:pt x="7500" y="53617"/>
                  </a:lnTo>
                  <a:lnTo>
                    <a:pt x="4772" y="53617"/>
                  </a:lnTo>
                  <a:lnTo>
                    <a:pt x="2727" y="54893"/>
                  </a:lnTo>
                  <a:lnTo>
                    <a:pt x="681" y="58723"/>
                  </a:lnTo>
                  <a:lnTo>
                    <a:pt x="0" y="66382"/>
                  </a:lnTo>
                  <a:lnTo>
                    <a:pt x="0" y="68936"/>
                  </a:lnTo>
                  <a:lnTo>
                    <a:pt x="681" y="74042"/>
                  </a:lnTo>
                  <a:lnTo>
                    <a:pt x="3409" y="91914"/>
                  </a:lnTo>
                  <a:lnTo>
                    <a:pt x="4090" y="95744"/>
                  </a:lnTo>
                  <a:lnTo>
                    <a:pt x="5454" y="97021"/>
                  </a:lnTo>
                  <a:lnTo>
                    <a:pt x="23181" y="109787"/>
                  </a:lnTo>
                  <a:lnTo>
                    <a:pt x="23181" y="105957"/>
                  </a:lnTo>
                  <a:lnTo>
                    <a:pt x="23863" y="104680"/>
                  </a:lnTo>
                  <a:lnTo>
                    <a:pt x="36136" y="111063"/>
                  </a:lnTo>
                  <a:lnTo>
                    <a:pt x="35454" y="112340"/>
                  </a:lnTo>
                  <a:lnTo>
                    <a:pt x="31363" y="116170"/>
                  </a:lnTo>
                  <a:lnTo>
                    <a:pt x="38863" y="120000"/>
                  </a:lnTo>
                  <a:lnTo>
                    <a:pt x="74318" y="117446"/>
                  </a:lnTo>
                  <a:lnTo>
                    <a:pt x="74318" y="117446"/>
                  </a:lnTo>
                  <a:lnTo>
                    <a:pt x="99545" y="104680"/>
                  </a:lnTo>
                  <a:lnTo>
                    <a:pt x="110454" y="88085"/>
                  </a:lnTo>
                  <a:lnTo>
                    <a:pt x="114545" y="77872"/>
                  </a:lnTo>
                  <a:lnTo>
                    <a:pt x="113863" y="72765"/>
                  </a:lnTo>
                  <a:lnTo>
                    <a:pt x="113863" y="71489"/>
                  </a:lnTo>
                  <a:lnTo>
                    <a:pt x="119318" y="71489"/>
                  </a:lnTo>
                  <a:lnTo>
                    <a:pt x="119318" y="68936"/>
                  </a:lnTo>
                  <a:lnTo>
                    <a:pt x="116590" y="60000"/>
                  </a:lnTo>
                  <a:lnTo>
                    <a:pt x="120000" y="44680"/>
                  </a:lnTo>
                  <a:lnTo>
                    <a:pt x="120000" y="38297"/>
                  </a:lnTo>
                  <a:lnTo>
                    <a:pt x="114545" y="25531"/>
                  </a:lnTo>
                  <a:lnTo>
                    <a:pt x="113863" y="20425"/>
                  </a:lnTo>
                  <a:lnTo>
                    <a:pt x="113181" y="10212"/>
                  </a:lnTo>
                  <a:lnTo>
                    <a:pt x="109772" y="0"/>
                  </a:lnTo>
                  <a:lnTo>
                    <a:pt x="65454" y="12765"/>
                  </a:lnTo>
                  <a:lnTo>
                    <a:pt x="63409" y="1659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Shape 5171"/>
            <p:cNvSpPr/>
            <p:nvPr/>
          </p:nvSpPr>
          <p:spPr>
            <a:xfrm>
              <a:off x="11176257" y="4627907"/>
              <a:ext cx="12699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545" y="30857"/>
                  </a:moveTo>
                  <a:lnTo>
                    <a:pt x="120000" y="20571"/>
                  </a:lnTo>
                  <a:lnTo>
                    <a:pt x="109090" y="6857"/>
                  </a:lnTo>
                  <a:lnTo>
                    <a:pt x="103636" y="3428"/>
                  </a:lnTo>
                  <a:lnTo>
                    <a:pt x="98181" y="0"/>
                  </a:lnTo>
                  <a:lnTo>
                    <a:pt x="98181" y="0"/>
                  </a:lnTo>
                  <a:lnTo>
                    <a:pt x="92727" y="0"/>
                  </a:lnTo>
                  <a:lnTo>
                    <a:pt x="87272" y="30857"/>
                  </a:lnTo>
                  <a:lnTo>
                    <a:pt x="60000" y="51428"/>
                  </a:lnTo>
                  <a:lnTo>
                    <a:pt x="27272" y="65142"/>
                  </a:lnTo>
                  <a:lnTo>
                    <a:pt x="0" y="68571"/>
                  </a:lnTo>
                  <a:lnTo>
                    <a:pt x="54545" y="109714"/>
                  </a:lnTo>
                  <a:lnTo>
                    <a:pt x="87272" y="120000"/>
                  </a:lnTo>
                  <a:lnTo>
                    <a:pt x="109090" y="109714"/>
                  </a:lnTo>
                  <a:lnTo>
                    <a:pt x="109090" y="99428"/>
                  </a:lnTo>
                  <a:lnTo>
                    <a:pt x="109090" y="51428"/>
                  </a:lnTo>
                  <a:lnTo>
                    <a:pt x="114545" y="41142"/>
                  </a:lnTo>
                  <a:lnTo>
                    <a:pt x="114545" y="308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Shape 5172"/>
            <p:cNvSpPr/>
            <p:nvPr/>
          </p:nvSpPr>
          <p:spPr>
            <a:xfrm>
              <a:off x="11147682" y="4196107"/>
              <a:ext cx="33338" cy="428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923" y="31111"/>
                  </a:moveTo>
                  <a:lnTo>
                    <a:pt x="81230" y="28148"/>
                  </a:lnTo>
                  <a:lnTo>
                    <a:pt x="68307" y="23703"/>
                  </a:lnTo>
                  <a:lnTo>
                    <a:pt x="59076" y="13333"/>
                  </a:lnTo>
                  <a:lnTo>
                    <a:pt x="51692" y="1481"/>
                  </a:lnTo>
                  <a:lnTo>
                    <a:pt x="46153" y="2962"/>
                  </a:lnTo>
                  <a:lnTo>
                    <a:pt x="36923" y="10370"/>
                  </a:lnTo>
                  <a:lnTo>
                    <a:pt x="31384" y="13333"/>
                  </a:lnTo>
                  <a:lnTo>
                    <a:pt x="7384" y="0"/>
                  </a:lnTo>
                  <a:lnTo>
                    <a:pt x="0" y="1481"/>
                  </a:lnTo>
                  <a:lnTo>
                    <a:pt x="7384" y="13333"/>
                  </a:lnTo>
                  <a:lnTo>
                    <a:pt x="11076" y="20740"/>
                  </a:lnTo>
                  <a:lnTo>
                    <a:pt x="11076" y="29629"/>
                  </a:lnTo>
                  <a:lnTo>
                    <a:pt x="11076" y="37037"/>
                  </a:lnTo>
                  <a:lnTo>
                    <a:pt x="9230" y="47407"/>
                  </a:lnTo>
                  <a:lnTo>
                    <a:pt x="9230" y="57777"/>
                  </a:lnTo>
                  <a:lnTo>
                    <a:pt x="12923" y="69629"/>
                  </a:lnTo>
                  <a:lnTo>
                    <a:pt x="59076" y="99259"/>
                  </a:lnTo>
                  <a:lnTo>
                    <a:pt x="83076" y="102222"/>
                  </a:lnTo>
                  <a:lnTo>
                    <a:pt x="86769" y="106666"/>
                  </a:lnTo>
                  <a:lnTo>
                    <a:pt x="97846" y="117037"/>
                  </a:lnTo>
                  <a:lnTo>
                    <a:pt x="103384" y="120000"/>
                  </a:lnTo>
                  <a:lnTo>
                    <a:pt x="108923" y="115555"/>
                  </a:lnTo>
                  <a:lnTo>
                    <a:pt x="105230" y="102222"/>
                  </a:lnTo>
                  <a:lnTo>
                    <a:pt x="97846" y="87407"/>
                  </a:lnTo>
                  <a:lnTo>
                    <a:pt x="97846" y="77037"/>
                  </a:lnTo>
                  <a:lnTo>
                    <a:pt x="90461" y="69629"/>
                  </a:lnTo>
                  <a:lnTo>
                    <a:pt x="79384" y="60740"/>
                  </a:lnTo>
                  <a:lnTo>
                    <a:pt x="75692" y="53333"/>
                  </a:lnTo>
                  <a:lnTo>
                    <a:pt x="79384" y="48888"/>
                  </a:lnTo>
                  <a:lnTo>
                    <a:pt x="84923" y="47407"/>
                  </a:lnTo>
                  <a:lnTo>
                    <a:pt x="90461" y="48888"/>
                  </a:lnTo>
                  <a:lnTo>
                    <a:pt x="101538" y="59259"/>
                  </a:lnTo>
                  <a:lnTo>
                    <a:pt x="108923" y="62222"/>
                  </a:lnTo>
                  <a:lnTo>
                    <a:pt x="114461" y="62222"/>
                  </a:lnTo>
                  <a:lnTo>
                    <a:pt x="120000" y="56296"/>
                  </a:lnTo>
                  <a:lnTo>
                    <a:pt x="108923" y="47407"/>
                  </a:lnTo>
                  <a:lnTo>
                    <a:pt x="101538" y="41481"/>
                  </a:lnTo>
                  <a:lnTo>
                    <a:pt x="84923" y="40000"/>
                  </a:lnTo>
                  <a:lnTo>
                    <a:pt x="81230" y="34074"/>
                  </a:lnTo>
                  <a:lnTo>
                    <a:pt x="81230" y="34074"/>
                  </a:lnTo>
                  <a:lnTo>
                    <a:pt x="84923" y="3111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Shape 5173"/>
            <p:cNvSpPr/>
            <p:nvPr/>
          </p:nvSpPr>
          <p:spPr>
            <a:xfrm>
              <a:off x="10790496" y="2684807"/>
              <a:ext cx="34924" cy="730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615" y="117372"/>
                  </a:moveTo>
                  <a:lnTo>
                    <a:pt x="22153" y="120000"/>
                  </a:lnTo>
                  <a:lnTo>
                    <a:pt x="66461" y="115620"/>
                  </a:lnTo>
                  <a:lnTo>
                    <a:pt x="77538" y="119124"/>
                  </a:lnTo>
                  <a:lnTo>
                    <a:pt x="81230" y="119124"/>
                  </a:lnTo>
                  <a:lnTo>
                    <a:pt x="81230" y="118248"/>
                  </a:lnTo>
                  <a:lnTo>
                    <a:pt x="81230" y="117372"/>
                  </a:lnTo>
                  <a:lnTo>
                    <a:pt x="83076" y="114744"/>
                  </a:lnTo>
                  <a:lnTo>
                    <a:pt x="96000" y="105985"/>
                  </a:lnTo>
                  <a:lnTo>
                    <a:pt x="99692" y="100729"/>
                  </a:lnTo>
                  <a:lnTo>
                    <a:pt x="96000" y="95474"/>
                  </a:lnTo>
                  <a:lnTo>
                    <a:pt x="97846" y="93722"/>
                  </a:lnTo>
                  <a:lnTo>
                    <a:pt x="105230" y="89343"/>
                  </a:lnTo>
                  <a:lnTo>
                    <a:pt x="105230" y="84087"/>
                  </a:lnTo>
                  <a:lnTo>
                    <a:pt x="108923" y="79708"/>
                  </a:lnTo>
                  <a:lnTo>
                    <a:pt x="118153" y="75328"/>
                  </a:lnTo>
                  <a:lnTo>
                    <a:pt x="116307" y="72700"/>
                  </a:lnTo>
                  <a:lnTo>
                    <a:pt x="116307" y="71824"/>
                  </a:lnTo>
                  <a:lnTo>
                    <a:pt x="118153" y="70072"/>
                  </a:lnTo>
                  <a:lnTo>
                    <a:pt x="120000" y="68321"/>
                  </a:lnTo>
                  <a:lnTo>
                    <a:pt x="120000" y="65693"/>
                  </a:lnTo>
                  <a:lnTo>
                    <a:pt x="118153" y="63941"/>
                  </a:lnTo>
                  <a:lnTo>
                    <a:pt x="114461" y="63941"/>
                  </a:lnTo>
                  <a:lnTo>
                    <a:pt x="112615" y="63065"/>
                  </a:lnTo>
                  <a:lnTo>
                    <a:pt x="112615" y="61313"/>
                  </a:lnTo>
                  <a:lnTo>
                    <a:pt x="112615" y="59562"/>
                  </a:lnTo>
                  <a:lnTo>
                    <a:pt x="114461" y="57810"/>
                  </a:lnTo>
                  <a:lnTo>
                    <a:pt x="114461" y="53430"/>
                  </a:lnTo>
                  <a:lnTo>
                    <a:pt x="114461" y="51678"/>
                  </a:lnTo>
                  <a:lnTo>
                    <a:pt x="108923" y="43795"/>
                  </a:lnTo>
                  <a:lnTo>
                    <a:pt x="105230" y="41167"/>
                  </a:lnTo>
                  <a:lnTo>
                    <a:pt x="99692" y="41167"/>
                  </a:lnTo>
                  <a:lnTo>
                    <a:pt x="99692" y="40291"/>
                  </a:lnTo>
                  <a:lnTo>
                    <a:pt x="99692" y="35036"/>
                  </a:lnTo>
                  <a:lnTo>
                    <a:pt x="97846" y="34160"/>
                  </a:lnTo>
                  <a:lnTo>
                    <a:pt x="79384" y="34160"/>
                  </a:lnTo>
                  <a:lnTo>
                    <a:pt x="75692" y="30656"/>
                  </a:lnTo>
                  <a:lnTo>
                    <a:pt x="77538" y="28029"/>
                  </a:lnTo>
                  <a:lnTo>
                    <a:pt x="66461" y="20145"/>
                  </a:lnTo>
                  <a:lnTo>
                    <a:pt x="60923" y="18394"/>
                  </a:lnTo>
                  <a:lnTo>
                    <a:pt x="57230" y="17518"/>
                  </a:lnTo>
                  <a:lnTo>
                    <a:pt x="57230" y="14014"/>
                  </a:lnTo>
                  <a:lnTo>
                    <a:pt x="59076" y="7883"/>
                  </a:lnTo>
                  <a:lnTo>
                    <a:pt x="55384" y="5255"/>
                  </a:lnTo>
                  <a:lnTo>
                    <a:pt x="46153" y="3503"/>
                  </a:lnTo>
                  <a:lnTo>
                    <a:pt x="40615" y="0"/>
                  </a:lnTo>
                  <a:lnTo>
                    <a:pt x="38769" y="6131"/>
                  </a:lnTo>
                  <a:lnTo>
                    <a:pt x="14769" y="71824"/>
                  </a:lnTo>
                  <a:lnTo>
                    <a:pt x="0" y="108613"/>
                  </a:lnTo>
                  <a:lnTo>
                    <a:pt x="5538" y="108613"/>
                  </a:lnTo>
                  <a:lnTo>
                    <a:pt x="16615" y="11737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Shape 5174"/>
            <p:cNvSpPr/>
            <p:nvPr/>
          </p:nvSpPr>
          <p:spPr>
            <a:xfrm>
              <a:off x="10977821" y="3078507"/>
              <a:ext cx="74612" cy="666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90" y="38709"/>
                  </a:moveTo>
                  <a:lnTo>
                    <a:pt x="5070" y="41612"/>
                  </a:lnTo>
                  <a:lnTo>
                    <a:pt x="6760" y="45483"/>
                  </a:lnTo>
                  <a:lnTo>
                    <a:pt x="6760" y="46451"/>
                  </a:lnTo>
                  <a:lnTo>
                    <a:pt x="5070" y="47419"/>
                  </a:lnTo>
                  <a:lnTo>
                    <a:pt x="5070" y="47419"/>
                  </a:lnTo>
                  <a:lnTo>
                    <a:pt x="4225" y="47419"/>
                  </a:lnTo>
                  <a:lnTo>
                    <a:pt x="5070" y="52258"/>
                  </a:lnTo>
                  <a:lnTo>
                    <a:pt x="5070" y="54193"/>
                  </a:lnTo>
                  <a:lnTo>
                    <a:pt x="6760" y="55161"/>
                  </a:lnTo>
                  <a:lnTo>
                    <a:pt x="5070" y="57096"/>
                  </a:lnTo>
                  <a:lnTo>
                    <a:pt x="6760" y="60000"/>
                  </a:lnTo>
                  <a:lnTo>
                    <a:pt x="9295" y="60967"/>
                  </a:lnTo>
                  <a:lnTo>
                    <a:pt x="10985" y="60000"/>
                  </a:lnTo>
                  <a:lnTo>
                    <a:pt x="11830" y="56129"/>
                  </a:lnTo>
                  <a:lnTo>
                    <a:pt x="13521" y="56129"/>
                  </a:lnTo>
                  <a:lnTo>
                    <a:pt x="15211" y="58064"/>
                  </a:lnTo>
                  <a:lnTo>
                    <a:pt x="16901" y="62903"/>
                  </a:lnTo>
                  <a:lnTo>
                    <a:pt x="17746" y="65806"/>
                  </a:lnTo>
                  <a:lnTo>
                    <a:pt x="17746" y="75483"/>
                  </a:lnTo>
                  <a:lnTo>
                    <a:pt x="16901" y="82258"/>
                  </a:lnTo>
                  <a:lnTo>
                    <a:pt x="13521" y="88064"/>
                  </a:lnTo>
                  <a:lnTo>
                    <a:pt x="10985" y="90967"/>
                  </a:lnTo>
                  <a:lnTo>
                    <a:pt x="12676" y="92903"/>
                  </a:lnTo>
                  <a:lnTo>
                    <a:pt x="16901" y="91935"/>
                  </a:lnTo>
                  <a:lnTo>
                    <a:pt x="18591" y="92903"/>
                  </a:lnTo>
                  <a:lnTo>
                    <a:pt x="19436" y="94838"/>
                  </a:lnTo>
                  <a:lnTo>
                    <a:pt x="19436" y="95806"/>
                  </a:lnTo>
                  <a:lnTo>
                    <a:pt x="20281" y="100645"/>
                  </a:lnTo>
                  <a:lnTo>
                    <a:pt x="19436" y="103548"/>
                  </a:lnTo>
                  <a:lnTo>
                    <a:pt x="16056" y="108387"/>
                  </a:lnTo>
                  <a:lnTo>
                    <a:pt x="13521" y="111290"/>
                  </a:lnTo>
                  <a:lnTo>
                    <a:pt x="16056" y="114193"/>
                  </a:lnTo>
                  <a:lnTo>
                    <a:pt x="48169" y="117096"/>
                  </a:lnTo>
                  <a:lnTo>
                    <a:pt x="53239" y="120000"/>
                  </a:lnTo>
                  <a:lnTo>
                    <a:pt x="94647" y="118064"/>
                  </a:lnTo>
                  <a:lnTo>
                    <a:pt x="119154" y="90967"/>
                  </a:lnTo>
                  <a:lnTo>
                    <a:pt x="120000" y="88064"/>
                  </a:lnTo>
                  <a:lnTo>
                    <a:pt x="120000" y="79354"/>
                  </a:lnTo>
                  <a:lnTo>
                    <a:pt x="116619" y="73548"/>
                  </a:lnTo>
                  <a:lnTo>
                    <a:pt x="104788" y="71612"/>
                  </a:lnTo>
                  <a:lnTo>
                    <a:pt x="103943" y="70645"/>
                  </a:lnTo>
                  <a:lnTo>
                    <a:pt x="103098" y="67741"/>
                  </a:lnTo>
                  <a:lnTo>
                    <a:pt x="103098" y="64838"/>
                  </a:lnTo>
                  <a:lnTo>
                    <a:pt x="103098" y="63870"/>
                  </a:lnTo>
                  <a:lnTo>
                    <a:pt x="103943" y="63870"/>
                  </a:lnTo>
                  <a:lnTo>
                    <a:pt x="103943" y="62903"/>
                  </a:lnTo>
                  <a:lnTo>
                    <a:pt x="103943" y="60967"/>
                  </a:lnTo>
                  <a:lnTo>
                    <a:pt x="103943" y="58064"/>
                  </a:lnTo>
                  <a:lnTo>
                    <a:pt x="103098" y="58064"/>
                  </a:lnTo>
                  <a:lnTo>
                    <a:pt x="99718" y="60967"/>
                  </a:lnTo>
                  <a:lnTo>
                    <a:pt x="93802" y="61935"/>
                  </a:lnTo>
                  <a:lnTo>
                    <a:pt x="79436" y="51290"/>
                  </a:lnTo>
                  <a:lnTo>
                    <a:pt x="78591" y="48387"/>
                  </a:lnTo>
                  <a:lnTo>
                    <a:pt x="79436" y="44516"/>
                  </a:lnTo>
                  <a:lnTo>
                    <a:pt x="79436" y="41612"/>
                  </a:lnTo>
                  <a:lnTo>
                    <a:pt x="82816" y="36774"/>
                  </a:lnTo>
                  <a:lnTo>
                    <a:pt x="76056" y="35806"/>
                  </a:lnTo>
                  <a:lnTo>
                    <a:pt x="73521" y="33870"/>
                  </a:lnTo>
                  <a:lnTo>
                    <a:pt x="67605" y="19354"/>
                  </a:lnTo>
                  <a:lnTo>
                    <a:pt x="65915" y="17419"/>
                  </a:lnTo>
                  <a:lnTo>
                    <a:pt x="63380" y="17419"/>
                  </a:lnTo>
                  <a:lnTo>
                    <a:pt x="60845" y="22258"/>
                  </a:lnTo>
                  <a:lnTo>
                    <a:pt x="58309" y="32903"/>
                  </a:lnTo>
                  <a:lnTo>
                    <a:pt x="53239" y="32903"/>
                  </a:lnTo>
                  <a:lnTo>
                    <a:pt x="48169" y="36774"/>
                  </a:lnTo>
                  <a:lnTo>
                    <a:pt x="44788" y="34838"/>
                  </a:lnTo>
                  <a:lnTo>
                    <a:pt x="54929" y="17419"/>
                  </a:lnTo>
                  <a:lnTo>
                    <a:pt x="56619" y="11612"/>
                  </a:lnTo>
                  <a:lnTo>
                    <a:pt x="53239" y="3870"/>
                  </a:lnTo>
                  <a:lnTo>
                    <a:pt x="49859" y="0"/>
                  </a:lnTo>
                  <a:lnTo>
                    <a:pt x="25352" y="967"/>
                  </a:lnTo>
                  <a:lnTo>
                    <a:pt x="2535" y="21290"/>
                  </a:lnTo>
                  <a:lnTo>
                    <a:pt x="0" y="19354"/>
                  </a:lnTo>
                  <a:lnTo>
                    <a:pt x="845" y="23225"/>
                  </a:lnTo>
                  <a:lnTo>
                    <a:pt x="845" y="24193"/>
                  </a:lnTo>
                  <a:lnTo>
                    <a:pt x="2535" y="27096"/>
                  </a:lnTo>
                  <a:lnTo>
                    <a:pt x="0" y="35806"/>
                  </a:lnTo>
                  <a:lnTo>
                    <a:pt x="1690" y="3870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Shape 5175"/>
            <p:cNvSpPr/>
            <p:nvPr/>
          </p:nvSpPr>
          <p:spPr>
            <a:xfrm>
              <a:off x="10942896" y="3307107"/>
              <a:ext cx="68263" cy="761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307" y="48493"/>
                  </a:moveTo>
                  <a:lnTo>
                    <a:pt x="19384" y="50136"/>
                  </a:lnTo>
                  <a:lnTo>
                    <a:pt x="19384" y="50958"/>
                  </a:lnTo>
                  <a:lnTo>
                    <a:pt x="18461" y="51780"/>
                  </a:lnTo>
                  <a:lnTo>
                    <a:pt x="18461" y="55068"/>
                  </a:lnTo>
                  <a:lnTo>
                    <a:pt x="18461" y="55890"/>
                  </a:lnTo>
                  <a:lnTo>
                    <a:pt x="16615" y="56712"/>
                  </a:lnTo>
                  <a:lnTo>
                    <a:pt x="15692" y="57534"/>
                  </a:lnTo>
                  <a:lnTo>
                    <a:pt x="13846" y="65753"/>
                  </a:lnTo>
                  <a:lnTo>
                    <a:pt x="11076" y="69041"/>
                  </a:lnTo>
                  <a:lnTo>
                    <a:pt x="6461" y="72328"/>
                  </a:lnTo>
                  <a:lnTo>
                    <a:pt x="1846" y="75616"/>
                  </a:lnTo>
                  <a:lnTo>
                    <a:pt x="0" y="80547"/>
                  </a:lnTo>
                  <a:lnTo>
                    <a:pt x="1846" y="85479"/>
                  </a:lnTo>
                  <a:lnTo>
                    <a:pt x="11076" y="93698"/>
                  </a:lnTo>
                  <a:lnTo>
                    <a:pt x="18461" y="101917"/>
                  </a:lnTo>
                  <a:lnTo>
                    <a:pt x="27692" y="108493"/>
                  </a:lnTo>
                  <a:lnTo>
                    <a:pt x="34153" y="110136"/>
                  </a:lnTo>
                  <a:lnTo>
                    <a:pt x="37846" y="113424"/>
                  </a:lnTo>
                  <a:lnTo>
                    <a:pt x="49846" y="115068"/>
                  </a:lnTo>
                  <a:lnTo>
                    <a:pt x="56307" y="119999"/>
                  </a:lnTo>
                  <a:lnTo>
                    <a:pt x="60000" y="119999"/>
                  </a:lnTo>
                  <a:lnTo>
                    <a:pt x="65538" y="114246"/>
                  </a:lnTo>
                  <a:lnTo>
                    <a:pt x="92307" y="107671"/>
                  </a:lnTo>
                  <a:lnTo>
                    <a:pt x="102461" y="100273"/>
                  </a:lnTo>
                  <a:lnTo>
                    <a:pt x="114461" y="88767"/>
                  </a:lnTo>
                  <a:lnTo>
                    <a:pt x="118153" y="83013"/>
                  </a:lnTo>
                  <a:lnTo>
                    <a:pt x="120000" y="76438"/>
                  </a:lnTo>
                  <a:lnTo>
                    <a:pt x="119076" y="75616"/>
                  </a:lnTo>
                  <a:lnTo>
                    <a:pt x="116307" y="70684"/>
                  </a:lnTo>
                  <a:lnTo>
                    <a:pt x="114461" y="68219"/>
                  </a:lnTo>
                  <a:lnTo>
                    <a:pt x="113538" y="68219"/>
                  </a:lnTo>
                  <a:lnTo>
                    <a:pt x="113538" y="67397"/>
                  </a:lnTo>
                  <a:lnTo>
                    <a:pt x="114461" y="64931"/>
                  </a:lnTo>
                  <a:lnTo>
                    <a:pt x="114461" y="64931"/>
                  </a:lnTo>
                  <a:lnTo>
                    <a:pt x="108923" y="60821"/>
                  </a:lnTo>
                  <a:lnTo>
                    <a:pt x="107076" y="58356"/>
                  </a:lnTo>
                  <a:lnTo>
                    <a:pt x="108000" y="43561"/>
                  </a:lnTo>
                  <a:lnTo>
                    <a:pt x="104307" y="30410"/>
                  </a:lnTo>
                  <a:lnTo>
                    <a:pt x="105230" y="24657"/>
                  </a:lnTo>
                  <a:lnTo>
                    <a:pt x="104307" y="20547"/>
                  </a:lnTo>
                  <a:lnTo>
                    <a:pt x="96923" y="18082"/>
                  </a:lnTo>
                  <a:lnTo>
                    <a:pt x="92307" y="9863"/>
                  </a:lnTo>
                  <a:lnTo>
                    <a:pt x="91384" y="8219"/>
                  </a:lnTo>
                  <a:lnTo>
                    <a:pt x="82153" y="6575"/>
                  </a:lnTo>
                  <a:lnTo>
                    <a:pt x="78461" y="0"/>
                  </a:lnTo>
                  <a:lnTo>
                    <a:pt x="54461" y="0"/>
                  </a:lnTo>
                  <a:lnTo>
                    <a:pt x="46153" y="4109"/>
                  </a:lnTo>
                  <a:lnTo>
                    <a:pt x="27692" y="23835"/>
                  </a:lnTo>
                  <a:lnTo>
                    <a:pt x="25846" y="26301"/>
                  </a:lnTo>
                  <a:lnTo>
                    <a:pt x="23076" y="32054"/>
                  </a:lnTo>
                  <a:lnTo>
                    <a:pt x="24000" y="34520"/>
                  </a:lnTo>
                  <a:lnTo>
                    <a:pt x="23076" y="36986"/>
                  </a:lnTo>
                  <a:lnTo>
                    <a:pt x="19384" y="39452"/>
                  </a:lnTo>
                  <a:lnTo>
                    <a:pt x="18461" y="39452"/>
                  </a:lnTo>
                  <a:lnTo>
                    <a:pt x="17538" y="41917"/>
                  </a:lnTo>
                  <a:lnTo>
                    <a:pt x="19384" y="43561"/>
                  </a:lnTo>
                  <a:lnTo>
                    <a:pt x="21230" y="45205"/>
                  </a:lnTo>
                  <a:lnTo>
                    <a:pt x="23076" y="46849"/>
                  </a:lnTo>
                  <a:lnTo>
                    <a:pt x="24923" y="45205"/>
                  </a:lnTo>
                  <a:lnTo>
                    <a:pt x="24000" y="47671"/>
                  </a:lnTo>
                  <a:lnTo>
                    <a:pt x="20307" y="4849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Shape 5176"/>
            <p:cNvSpPr/>
            <p:nvPr/>
          </p:nvSpPr>
          <p:spPr>
            <a:xfrm>
              <a:off x="11031796" y="3588094"/>
              <a:ext cx="382588" cy="4984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66950"/>
                  </a:moveTo>
                  <a:lnTo>
                    <a:pt x="120000" y="66567"/>
                  </a:lnTo>
                  <a:lnTo>
                    <a:pt x="119667" y="65929"/>
                  </a:lnTo>
                  <a:lnTo>
                    <a:pt x="119335" y="65037"/>
                  </a:lnTo>
                  <a:lnTo>
                    <a:pt x="119335" y="64272"/>
                  </a:lnTo>
                  <a:lnTo>
                    <a:pt x="119002" y="63634"/>
                  </a:lnTo>
                  <a:lnTo>
                    <a:pt x="118504" y="62869"/>
                  </a:lnTo>
                  <a:lnTo>
                    <a:pt x="118337" y="62486"/>
                  </a:lnTo>
                  <a:lnTo>
                    <a:pt x="118337" y="62104"/>
                  </a:lnTo>
                  <a:lnTo>
                    <a:pt x="118171" y="61849"/>
                  </a:lnTo>
                  <a:lnTo>
                    <a:pt x="118005" y="61721"/>
                  </a:lnTo>
                  <a:lnTo>
                    <a:pt x="117673" y="61721"/>
                  </a:lnTo>
                  <a:lnTo>
                    <a:pt x="117174" y="61976"/>
                  </a:lnTo>
                  <a:lnTo>
                    <a:pt x="117008" y="61976"/>
                  </a:lnTo>
                  <a:lnTo>
                    <a:pt x="117174" y="61594"/>
                  </a:lnTo>
                  <a:lnTo>
                    <a:pt x="117340" y="61083"/>
                  </a:lnTo>
                  <a:lnTo>
                    <a:pt x="117506" y="60701"/>
                  </a:lnTo>
                  <a:lnTo>
                    <a:pt x="117008" y="60318"/>
                  </a:lnTo>
                  <a:lnTo>
                    <a:pt x="116675" y="59426"/>
                  </a:lnTo>
                  <a:lnTo>
                    <a:pt x="116509" y="58405"/>
                  </a:lnTo>
                  <a:lnTo>
                    <a:pt x="116509" y="57258"/>
                  </a:lnTo>
                  <a:lnTo>
                    <a:pt x="114016" y="55345"/>
                  </a:lnTo>
                  <a:lnTo>
                    <a:pt x="113684" y="54962"/>
                  </a:lnTo>
                  <a:lnTo>
                    <a:pt x="114016" y="54580"/>
                  </a:lnTo>
                  <a:lnTo>
                    <a:pt x="114847" y="54197"/>
                  </a:lnTo>
                  <a:lnTo>
                    <a:pt x="115013" y="53687"/>
                  </a:lnTo>
                  <a:lnTo>
                    <a:pt x="114847" y="53432"/>
                  </a:lnTo>
                  <a:lnTo>
                    <a:pt x="114681" y="53049"/>
                  </a:lnTo>
                  <a:lnTo>
                    <a:pt x="114349" y="52412"/>
                  </a:lnTo>
                  <a:lnTo>
                    <a:pt x="112853" y="52539"/>
                  </a:lnTo>
                  <a:lnTo>
                    <a:pt x="113518" y="52794"/>
                  </a:lnTo>
                  <a:lnTo>
                    <a:pt x="113351" y="53177"/>
                  </a:lnTo>
                  <a:lnTo>
                    <a:pt x="112686" y="54070"/>
                  </a:lnTo>
                  <a:lnTo>
                    <a:pt x="112354" y="54325"/>
                  </a:lnTo>
                  <a:lnTo>
                    <a:pt x="111523" y="54325"/>
                  </a:lnTo>
                  <a:lnTo>
                    <a:pt x="107368" y="56110"/>
                  </a:lnTo>
                  <a:lnTo>
                    <a:pt x="105207" y="59043"/>
                  </a:lnTo>
                  <a:lnTo>
                    <a:pt x="104376" y="59298"/>
                  </a:lnTo>
                  <a:lnTo>
                    <a:pt x="103545" y="59426"/>
                  </a:lnTo>
                  <a:lnTo>
                    <a:pt x="102714" y="59043"/>
                  </a:lnTo>
                  <a:lnTo>
                    <a:pt x="103047" y="58150"/>
                  </a:lnTo>
                  <a:lnTo>
                    <a:pt x="102714" y="57895"/>
                  </a:lnTo>
                  <a:lnTo>
                    <a:pt x="102714" y="57895"/>
                  </a:lnTo>
                  <a:lnTo>
                    <a:pt x="102714" y="57768"/>
                  </a:lnTo>
                  <a:lnTo>
                    <a:pt x="102880" y="57513"/>
                  </a:lnTo>
                  <a:lnTo>
                    <a:pt x="103047" y="57513"/>
                  </a:lnTo>
                  <a:lnTo>
                    <a:pt x="102880" y="57258"/>
                  </a:lnTo>
                  <a:lnTo>
                    <a:pt x="102714" y="56620"/>
                  </a:lnTo>
                  <a:lnTo>
                    <a:pt x="103878" y="55600"/>
                  </a:lnTo>
                  <a:lnTo>
                    <a:pt x="104044" y="55217"/>
                  </a:lnTo>
                  <a:lnTo>
                    <a:pt x="105540" y="54070"/>
                  </a:lnTo>
                  <a:lnTo>
                    <a:pt x="105540" y="53687"/>
                  </a:lnTo>
                  <a:lnTo>
                    <a:pt x="105373" y="53304"/>
                  </a:lnTo>
                  <a:lnTo>
                    <a:pt x="104376" y="51774"/>
                  </a:lnTo>
                  <a:lnTo>
                    <a:pt x="104210" y="51519"/>
                  </a:lnTo>
                  <a:lnTo>
                    <a:pt x="103878" y="51264"/>
                  </a:lnTo>
                  <a:lnTo>
                    <a:pt x="103047" y="51647"/>
                  </a:lnTo>
                  <a:lnTo>
                    <a:pt x="102714" y="51264"/>
                  </a:lnTo>
                  <a:lnTo>
                    <a:pt x="102714" y="50626"/>
                  </a:lnTo>
                  <a:lnTo>
                    <a:pt x="102548" y="50244"/>
                  </a:lnTo>
                  <a:lnTo>
                    <a:pt x="101883" y="49224"/>
                  </a:lnTo>
                  <a:lnTo>
                    <a:pt x="101717" y="48969"/>
                  </a:lnTo>
                  <a:lnTo>
                    <a:pt x="100720" y="48331"/>
                  </a:lnTo>
                  <a:lnTo>
                    <a:pt x="97894" y="48204"/>
                  </a:lnTo>
                  <a:lnTo>
                    <a:pt x="97894" y="47821"/>
                  </a:lnTo>
                  <a:lnTo>
                    <a:pt x="100387" y="47438"/>
                  </a:lnTo>
                  <a:lnTo>
                    <a:pt x="100554" y="47183"/>
                  </a:lnTo>
                  <a:lnTo>
                    <a:pt x="100720" y="46801"/>
                  </a:lnTo>
                  <a:lnTo>
                    <a:pt x="100886" y="45526"/>
                  </a:lnTo>
                  <a:lnTo>
                    <a:pt x="100886" y="45143"/>
                  </a:lnTo>
                  <a:lnTo>
                    <a:pt x="100886" y="44633"/>
                  </a:lnTo>
                  <a:lnTo>
                    <a:pt x="101052" y="44505"/>
                  </a:lnTo>
                  <a:lnTo>
                    <a:pt x="101218" y="44633"/>
                  </a:lnTo>
                  <a:lnTo>
                    <a:pt x="100720" y="43485"/>
                  </a:lnTo>
                  <a:lnTo>
                    <a:pt x="93074" y="40425"/>
                  </a:lnTo>
                  <a:lnTo>
                    <a:pt x="89916" y="40297"/>
                  </a:lnTo>
                  <a:lnTo>
                    <a:pt x="89252" y="39914"/>
                  </a:lnTo>
                  <a:lnTo>
                    <a:pt x="87257" y="40170"/>
                  </a:lnTo>
                  <a:lnTo>
                    <a:pt x="86759" y="40425"/>
                  </a:lnTo>
                  <a:lnTo>
                    <a:pt x="86094" y="40935"/>
                  </a:lnTo>
                  <a:lnTo>
                    <a:pt x="85761" y="41062"/>
                  </a:lnTo>
                  <a:lnTo>
                    <a:pt x="85429" y="40680"/>
                  </a:lnTo>
                  <a:lnTo>
                    <a:pt x="84764" y="41700"/>
                  </a:lnTo>
                  <a:lnTo>
                    <a:pt x="83102" y="42465"/>
                  </a:lnTo>
                  <a:lnTo>
                    <a:pt x="82271" y="43230"/>
                  </a:lnTo>
                  <a:lnTo>
                    <a:pt x="81440" y="44760"/>
                  </a:lnTo>
                  <a:lnTo>
                    <a:pt x="80110" y="46163"/>
                  </a:lnTo>
                  <a:lnTo>
                    <a:pt x="79944" y="46546"/>
                  </a:lnTo>
                  <a:lnTo>
                    <a:pt x="79944" y="46928"/>
                  </a:lnTo>
                  <a:lnTo>
                    <a:pt x="79778" y="47438"/>
                  </a:lnTo>
                  <a:lnTo>
                    <a:pt x="79778" y="48076"/>
                  </a:lnTo>
                  <a:lnTo>
                    <a:pt x="79778" y="48459"/>
                  </a:lnTo>
                  <a:lnTo>
                    <a:pt x="79445" y="48459"/>
                  </a:lnTo>
                  <a:lnTo>
                    <a:pt x="79279" y="48076"/>
                  </a:lnTo>
                  <a:lnTo>
                    <a:pt x="79113" y="47438"/>
                  </a:lnTo>
                  <a:lnTo>
                    <a:pt x="79113" y="46163"/>
                  </a:lnTo>
                  <a:lnTo>
                    <a:pt x="79113" y="45653"/>
                  </a:lnTo>
                  <a:lnTo>
                    <a:pt x="79279" y="45398"/>
                  </a:lnTo>
                  <a:lnTo>
                    <a:pt x="79445" y="44760"/>
                  </a:lnTo>
                  <a:lnTo>
                    <a:pt x="79113" y="44505"/>
                  </a:lnTo>
                  <a:lnTo>
                    <a:pt x="78448" y="43995"/>
                  </a:lnTo>
                  <a:lnTo>
                    <a:pt x="79113" y="43230"/>
                  </a:lnTo>
                  <a:lnTo>
                    <a:pt x="79113" y="42975"/>
                  </a:lnTo>
                  <a:lnTo>
                    <a:pt x="78947" y="42465"/>
                  </a:lnTo>
                  <a:lnTo>
                    <a:pt x="78448" y="42210"/>
                  </a:lnTo>
                  <a:lnTo>
                    <a:pt x="77783" y="42082"/>
                  </a:lnTo>
                  <a:lnTo>
                    <a:pt x="78116" y="41572"/>
                  </a:lnTo>
                  <a:lnTo>
                    <a:pt x="79612" y="40680"/>
                  </a:lnTo>
                  <a:lnTo>
                    <a:pt x="80775" y="40297"/>
                  </a:lnTo>
                  <a:lnTo>
                    <a:pt x="82770" y="38257"/>
                  </a:lnTo>
                  <a:lnTo>
                    <a:pt x="83434" y="36981"/>
                  </a:lnTo>
                  <a:lnTo>
                    <a:pt x="88919" y="31498"/>
                  </a:lnTo>
                  <a:lnTo>
                    <a:pt x="89085" y="31115"/>
                  </a:lnTo>
                  <a:lnTo>
                    <a:pt x="89252" y="30860"/>
                  </a:lnTo>
                  <a:lnTo>
                    <a:pt x="89252" y="30478"/>
                  </a:lnTo>
                  <a:lnTo>
                    <a:pt x="89252" y="30223"/>
                  </a:lnTo>
                  <a:lnTo>
                    <a:pt x="89584" y="29585"/>
                  </a:lnTo>
                  <a:lnTo>
                    <a:pt x="91246" y="28310"/>
                  </a:lnTo>
                  <a:lnTo>
                    <a:pt x="92243" y="28182"/>
                  </a:lnTo>
                  <a:lnTo>
                    <a:pt x="92576" y="28055"/>
                  </a:lnTo>
                  <a:lnTo>
                    <a:pt x="92409" y="27672"/>
                  </a:lnTo>
                  <a:lnTo>
                    <a:pt x="93739" y="27672"/>
                  </a:lnTo>
                  <a:lnTo>
                    <a:pt x="98891" y="25377"/>
                  </a:lnTo>
                  <a:lnTo>
                    <a:pt x="99390" y="25377"/>
                  </a:lnTo>
                  <a:lnTo>
                    <a:pt x="100221" y="26014"/>
                  </a:lnTo>
                  <a:lnTo>
                    <a:pt x="100720" y="26014"/>
                  </a:lnTo>
                  <a:lnTo>
                    <a:pt x="101052" y="25632"/>
                  </a:lnTo>
                  <a:lnTo>
                    <a:pt x="100886" y="24994"/>
                  </a:lnTo>
                  <a:lnTo>
                    <a:pt x="101052" y="24484"/>
                  </a:lnTo>
                  <a:lnTo>
                    <a:pt x="101218" y="24229"/>
                  </a:lnTo>
                  <a:lnTo>
                    <a:pt x="101385" y="24102"/>
                  </a:lnTo>
                  <a:lnTo>
                    <a:pt x="101052" y="23464"/>
                  </a:lnTo>
                  <a:lnTo>
                    <a:pt x="100886" y="23464"/>
                  </a:lnTo>
                  <a:lnTo>
                    <a:pt x="101052" y="23464"/>
                  </a:lnTo>
                  <a:lnTo>
                    <a:pt x="100720" y="22954"/>
                  </a:lnTo>
                  <a:lnTo>
                    <a:pt x="99722" y="22699"/>
                  </a:lnTo>
                  <a:lnTo>
                    <a:pt x="99390" y="22189"/>
                  </a:lnTo>
                  <a:lnTo>
                    <a:pt x="100554" y="21806"/>
                  </a:lnTo>
                  <a:lnTo>
                    <a:pt x="100886" y="21679"/>
                  </a:lnTo>
                  <a:lnTo>
                    <a:pt x="100554" y="20658"/>
                  </a:lnTo>
                  <a:lnTo>
                    <a:pt x="100055" y="20403"/>
                  </a:lnTo>
                  <a:lnTo>
                    <a:pt x="97728" y="20786"/>
                  </a:lnTo>
                  <a:lnTo>
                    <a:pt x="97229" y="20658"/>
                  </a:lnTo>
                  <a:lnTo>
                    <a:pt x="96731" y="20276"/>
                  </a:lnTo>
                  <a:lnTo>
                    <a:pt x="96731" y="19766"/>
                  </a:lnTo>
                  <a:lnTo>
                    <a:pt x="95900" y="19383"/>
                  </a:lnTo>
                  <a:lnTo>
                    <a:pt x="94903" y="20021"/>
                  </a:lnTo>
                  <a:lnTo>
                    <a:pt x="94072" y="20913"/>
                  </a:lnTo>
                  <a:lnTo>
                    <a:pt x="93240" y="21551"/>
                  </a:lnTo>
                  <a:lnTo>
                    <a:pt x="92908" y="21551"/>
                  </a:lnTo>
                  <a:lnTo>
                    <a:pt x="92576" y="21424"/>
                  </a:lnTo>
                  <a:lnTo>
                    <a:pt x="92409" y="21041"/>
                  </a:lnTo>
                  <a:lnTo>
                    <a:pt x="92077" y="20786"/>
                  </a:lnTo>
                  <a:lnTo>
                    <a:pt x="92077" y="20403"/>
                  </a:lnTo>
                  <a:lnTo>
                    <a:pt x="92077" y="20276"/>
                  </a:lnTo>
                  <a:lnTo>
                    <a:pt x="92077" y="20148"/>
                  </a:lnTo>
                  <a:lnTo>
                    <a:pt x="92243" y="19638"/>
                  </a:lnTo>
                  <a:lnTo>
                    <a:pt x="92243" y="19256"/>
                  </a:lnTo>
                  <a:lnTo>
                    <a:pt x="92409" y="18873"/>
                  </a:lnTo>
                  <a:lnTo>
                    <a:pt x="92576" y="18363"/>
                  </a:lnTo>
                  <a:lnTo>
                    <a:pt x="92243" y="17853"/>
                  </a:lnTo>
                  <a:lnTo>
                    <a:pt x="93074" y="17725"/>
                  </a:lnTo>
                  <a:lnTo>
                    <a:pt x="95235" y="18490"/>
                  </a:lnTo>
                  <a:lnTo>
                    <a:pt x="96066" y="18108"/>
                  </a:lnTo>
                  <a:lnTo>
                    <a:pt x="95900" y="17598"/>
                  </a:lnTo>
                  <a:lnTo>
                    <a:pt x="95567" y="16578"/>
                  </a:lnTo>
                  <a:lnTo>
                    <a:pt x="95401" y="15940"/>
                  </a:lnTo>
                  <a:lnTo>
                    <a:pt x="95567" y="15685"/>
                  </a:lnTo>
                  <a:lnTo>
                    <a:pt x="96066" y="15685"/>
                  </a:lnTo>
                  <a:lnTo>
                    <a:pt x="98725" y="16960"/>
                  </a:lnTo>
                  <a:lnTo>
                    <a:pt x="99556" y="16833"/>
                  </a:lnTo>
                  <a:lnTo>
                    <a:pt x="100387" y="16195"/>
                  </a:lnTo>
                  <a:lnTo>
                    <a:pt x="100554" y="15430"/>
                  </a:lnTo>
                  <a:lnTo>
                    <a:pt x="103545" y="13645"/>
                  </a:lnTo>
                  <a:lnTo>
                    <a:pt x="103878" y="13007"/>
                  </a:lnTo>
                  <a:lnTo>
                    <a:pt x="103711" y="11987"/>
                  </a:lnTo>
                  <a:lnTo>
                    <a:pt x="104210" y="10839"/>
                  </a:lnTo>
                  <a:lnTo>
                    <a:pt x="104210" y="10456"/>
                  </a:lnTo>
                  <a:lnTo>
                    <a:pt x="104044" y="9691"/>
                  </a:lnTo>
                  <a:lnTo>
                    <a:pt x="103711" y="8671"/>
                  </a:lnTo>
                  <a:lnTo>
                    <a:pt x="103379" y="8161"/>
                  </a:lnTo>
                  <a:lnTo>
                    <a:pt x="102216" y="7778"/>
                  </a:lnTo>
                  <a:lnTo>
                    <a:pt x="101717" y="7141"/>
                  </a:lnTo>
                  <a:lnTo>
                    <a:pt x="100055" y="4335"/>
                  </a:lnTo>
                  <a:lnTo>
                    <a:pt x="99390" y="3825"/>
                  </a:lnTo>
                  <a:lnTo>
                    <a:pt x="98060" y="3188"/>
                  </a:lnTo>
                  <a:lnTo>
                    <a:pt x="94570" y="3188"/>
                  </a:lnTo>
                  <a:lnTo>
                    <a:pt x="92742" y="1912"/>
                  </a:lnTo>
                  <a:lnTo>
                    <a:pt x="92077" y="1912"/>
                  </a:lnTo>
                  <a:lnTo>
                    <a:pt x="90581" y="2550"/>
                  </a:lnTo>
                  <a:lnTo>
                    <a:pt x="89418" y="3315"/>
                  </a:lnTo>
                  <a:lnTo>
                    <a:pt x="88753" y="3698"/>
                  </a:lnTo>
                  <a:lnTo>
                    <a:pt x="88088" y="3188"/>
                  </a:lnTo>
                  <a:lnTo>
                    <a:pt x="88587" y="2678"/>
                  </a:lnTo>
                  <a:lnTo>
                    <a:pt x="89418" y="1785"/>
                  </a:lnTo>
                  <a:lnTo>
                    <a:pt x="89750" y="1402"/>
                  </a:lnTo>
                  <a:lnTo>
                    <a:pt x="89085" y="892"/>
                  </a:lnTo>
                  <a:lnTo>
                    <a:pt x="86759" y="1657"/>
                  </a:lnTo>
                  <a:lnTo>
                    <a:pt x="87091" y="1657"/>
                  </a:lnTo>
                  <a:lnTo>
                    <a:pt x="86426" y="2550"/>
                  </a:lnTo>
                  <a:lnTo>
                    <a:pt x="86094" y="3315"/>
                  </a:lnTo>
                  <a:lnTo>
                    <a:pt x="85761" y="4208"/>
                  </a:lnTo>
                  <a:lnTo>
                    <a:pt x="84598" y="4590"/>
                  </a:lnTo>
                  <a:lnTo>
                    <a:pt x="83767" y="5483"/>
                  </a:lnTo>
                  <a:lnTo>
                    <a:pt x="76288" y="6758"/>
                  </a:lnTo>
                  <a:lnTo>
                    <a:pt x="74958" y="7396"/>
                  </a:lnTo>
                  <a:lnTo>
                    <a:pt x="73628" y="7523"/>
                  </a:lnTo>
                  <a:lnTo>
                    <a:pt x="73462" y="7778"/>
                  </a:lnTo>
                  <a:lnTo>
                    <a:pt x="73462" y="7778"/>
                  </a:lnTo>
                  <a:lnTo>
                    <a:pt x="73130" y="7778"/>
                  </a:lnTo>
                  <a:lnTo>
                    <a:pt x="72631" y="8161"/>
                  </a:lnTo>
                  <a:lnTo>
                    <a:pt x="71966" y="8671"/>
                  </a:lnTo>
                  <a:lnTo>
                    <a:pt x="71800" y="9309"/>
                  </a:lnTo>
                  <a:lnTo>
                    <a:pt x="71634" y="9309"/>
                  </a:lnTo>
                  <a:lnTo>
                    <a:pt x="70969" y="8289"/>
                  </a:lnTo>
                  <a:lnTo>
                    <a:pt x="69639" y="8161"/>
                  </a:lnTo>
                  <a:lnTo>
                    <a:pt x="67146" y="8799"/>
                  </a:lnTo>
                  <a:lnTo>
                    <a:pt x="66315" y="8671"/>
                  </a:lnTo>
                  <a:lnTo>
                    <a:pt x="65983" y="8799"/>
                  </a:lnTo>
                  <a:lnTo>
                    <a:pt x="65484" y="9181"/>
                  </a:lnTo>
                  <a:lnTo>
                    <a:pt x="65484" y="10074"/>
                  </a:lnTo>
                  <a:lnTo>
                    <a:pt x="65318" y="10712"/>
                  </a:lnTo>
                  <a:lnTo>
                    <a:pt x="65318" y="11349"/>
                  </a:lnTo>
                  <a:lnTo>
                    <a:pt x="65152" y="11604"/>
                  </a:lnTo>
                  <a:lnTo>
                    <a:pt x="64819" y="11604"/>
                  </a:lnTo>
                  <a:lnTo>
                    <a:pt x="64321" y="11349"/>
                  </a:lnTo>
                  <a:lnTo>
                    <a:pt x="63822" y="11349"/>
                  </a:lnTo>
                  <a:lnTo>
                    <a:pt x="64155" y="10839"/>
                  </a:lnTo>
                  <a:lnTo>
                    <a:pt x="64321" y="10584"/>
                  </a:lnTo>
                  <a:lnTo>
                    <a:pt x="64653" y="10329"/>
                  </a:lnTo>
                  <a:lnTo>
                    <a:pt x="64653" y="9691"/>
                  </a:lnTo>
                  <a:lnTo>
                    <a:pt x="64487" y="9309"/>
                  </a:lnTo>
                  <a:lnTo>
                    <a:pt x="61994" y="7778"/>
                  </a:lnTo>
                  <a:lnTo>
                    <a:pt x="61329" y="6631"/>
                  </a:lnTo>
                  <a:lnTo>
                    <a:pt x="60997" y="6631"/>
                  </a:lnTo>
                  <a:lnTo>
                    <a:pt x="60831" y="6758"/>
                  </a:lnTo>
                  <a:lnTo>
                    <a:pt x="60332" y="6631"/>
                  </a:lnTo>
                  <a:lnTo>
                    <a:pt x="60000" y="6376"/>
                  </a:lnTo>
                  <a:lnTo>
                    <a:pt x="59501" y="5483"/>
                  </a:lnTo>
                  <a:lnTo>
                    <a:pt x="59335" y="5228"/>
                  </a:lnTo>
                  <a:lnTo>
                    <a:pt x="56011" y="4463"/>
                  </a:lnTo>
                  <a:lnTo>
                    <a:pt x="55346" y="4335"/>
                  </a:lnTo>
                  <a:lnTo>
                    <a:pt x="55013" y="3570"/>
                  </a:lnTo>
                  <a:lnTo>
                    <a:pt x="54681" y="3188"/>
                  </a:lnTo>
                  <a:lnTo>
                    <a:pt x="54515" y="3698"/>
                  </a:lnTo>
                  <a:lnTo>
                    <a:pt x="54349" y="3188"/>
                  </a:lnTo>
                  <a:lnTo>
                    <a:pt x="53684" y="2422"/>
                  </a:lnTo>
                  <a:lnTo>
                    <a:pt x="53518" y="2040"/>
                  </a:lnTo>
                  <a:lnTo>
                    <a:pt x="53684" y="1657"/>
                  </a:lnTo>
                  <a:lnTo>
                    <a:pt x="53850" y="1275"/>
                  </a:lnTo>
                  <a:lnTo>
                    <a:pt x="54016" y="765"/>
                  </a:lnTo>
                  <a:lnTo>
                    <a:pt x="54016" y="510"/>
                  </a:lnTo>
                  <a:lnTo>
                    <a:pt x="50692" y="0"/>
                  </a:lnTo>
                  <a:lnTo>
                    <a:pt x="50360" y="255"/>
                  </a:lnTo>
                  <a:lnTo>
                    <a:pt x="49030" y="255"/>
                  </a:lnTo>
                  <a:lnTo>
                    <a:pt x="48698" y="382"/>
                  </a:lnTo>
                  <a:lnTo>
                    <a:pt x="48199" y="892"/>
                  </a:lnTo>
                  <a:lnTo>
                    <a:pt x="47036" y="1402"/>
                  </a:lnTo>
                  <a:lnTo>
                    <a:pt x="46537" y="1785"/>
                  </a:lnTo>
                  <a:lnTo>
                    <a:pt x="45872" y="2678"/>
                  </a:lnTo>
                  <a:lnTo>
                    <a:pt x="45540" y="3953"/>
                  </a:lnTo>
                  <a:lnTo>
                    <a:pt x="45872" y="3953"/>
                  </a:lnTo>
                  <a:lnTo>
                    <a:pt x="46371" y="4080"/>
                  </a:lnTo>
                  <a:lnTo>
                    <a:pt x="46537" y="4208"/>
                  </a:lnTo>
                  <a:lnTo>
                    <a:pt x="46371" y="4335"/>
                  </a:lnTo>
                  <a:lnTo>
                    <a:pt x="46371" y="4463"/>
                  </a:lnTo>
                  <a:lnTo>
                    <a:pt x="46371" y="4590"/>
                  </a:lnTo>
                  <a:lnTo>
                    <a:pt x="46371" y="4845"/>
                  </a:lnTo>
                  <a:lnTo>
                    <a:pt x="49196" y="5228"/>
                  </a:lnTo>
                  <a:lnTo>
                    <a:pt x="50193" y="4845"/>
                  </a:lnTo>
                  <a:lnTo>
                    <a:pt x="51523" y="3060"/>
                  </a:lnTo>
                  <a:lnTo>
                    <a:pt x="52188" y="2805"/>
                  </a:lnTo>
                  <a:lnTo>
                    <a:pt x="52853" y="3698"/>
                  </a:lnTo>
                  <a:lnTo>
                    <a:pt x="52686" y="2422"/>
                  </a:lnTo>
                  <a:lnTo>
                    <a:pt x="52853" y="2422"/>
                  </a:lnTo>
                  <a:lnTo>
                    <a:pt x="53185" y="2422"/>
                  </a:lnTo>
                  <a:lnTo>
                    <a:pt x="53351" y="2805"/>
                  </a:lnTo>
                  <a:lnTo>
                    <a:pt x="53351" y="3570"/>
                  </a:lnTo>
                  <a:lnTo>
                    <a:pt x="53351" y="4208"/>
                  </a:lnTo>
                  <a:lnTo>
                    <a:pt x="53185" y="4590"/>
                  </a:lnTo>
                  <a:lnTo>
                    <a:pt x="52853" y="5228"/>
                  </a:lnTo>
                  <a:lnTo>
                    <a:pt x="51689" y="5611"/>
                  </a:lnTo>
                  <a:lnTo>
                    <a:pt x="51357" y="6121"/>
                  </a:lnTo>
                  <a:lnTo>
                    <a:pt x="51357" y="6248"/>
                  </a:lnTo>
                  <a:lnTo>
                    <a:pt x="51357" y="6503"/>
                  </a:lnTo>
                  <a:lnTo>
                    <a:pt x="51357" y="6631"/>
                  </a:lnTo>
                  <a:lnTo>
                    <a:pt x="51191" y="6886"/>
                  </a:lnTo>
                  <a:lnTo>
                    <a:pt x="51191" y="6886"/>
                  </a:lnTo>
                  <a:lnTo>
                    <a:pt x="51024" y="7013"/>
                  </a:lnTo>
                  <a:lnTo>
                    <a:pt x="50692" y="7523"/>
                  </a:lnTo>
                  <a:lnTo>
                    <a:pt x="50360" y="7906"/>
                  </a:lnTo>
                  <a:lnTo>
                    <a:pt x="50193" y="8161"/>
                  </a:lnTo>
                  <a:lnTo>
                    <a:pt x="50526" y="8799"/>
                  </a:lnTo>
                  <a:lnTo>
                    <a:pt x="50526" y="9181"/>
                  </a:lnTo>
                  <a:lnTo>
                    <a:pt x="50360" y="9436"/>
                  </a:lnTo>
                  <a:lnTo>
                    <a:pt x="50027" y="9181"/>
                  </a:lnTo>
                  <a:lnTo>
                    <a:pt x="49861" y="8799"/>
                  </a:lnTo>
                  <a:lnTo>
                    <a:pt x="49695" y="8416"/>
                  </a:lnTo>
                  <a:lnTo>
                    <a:pt x="49695" y="8034"/>
                  </a:lnTo>
                  <a:lnTo>
                    <a:pt x="49695" y="7906"/>
                  </a:lnTo>
                  <a:lnTo>
                    <a:pt x="47867" y="6631"/>
                  </a:lnTo>
                  <a:lnTo>
                    <a:pt x="45540" y="6248"/>
                  </a:lnTo>
                  <a:lnTo>
                    <a:pt x="43545" y="4845"/>
                  </a:lnTo>
                  <a:lnTo>
                    <a:pt x="39722" y="4208"/>
                  </a:lnTo>
                  <a:lnTo>
                    <a:pt x="39058" y="4463"/>
                  </a:lnTo>
                  <a:lnTo>
                    <a:pt x="38725" y="5356"/>
                  </a:lnTo>
                  <a:lnTo>
                    <a:pt x="38227" y="5866"/>
                  </a:lnTo>
                  <a:lnTo>
                    <a:pt x="37562" y="5866"/>
                  </a:lnTo>
                  <a:lnTo>
                    <a:pt x="36565" y="5738"/>
                  </a:lnTo>
                  <a:lnTo>
                    <a:pt x="36565" y="5738"/>
                  </a:lnTo>
                  <a:lnTo>
                    <a:pt x="35734" y="5228"/>
                  </a:lnTo>
                  <a:lnTo>
                    <a:pt x="35401" y="5228"/>
                  </a:lnTo>
                  <a:lnTo>
                    <a:pt x="35401" y="5866"/>
                  </a:lnTo>
                  <a:lnTo>
                    <a:pt x="33905" y="6121"/>
                  </a:lnTo>
                  <a:lnTo>
                    <a:pt x="33407" y="6503"/>
                  </a:lnTo>
                  <a:lnTo>
                    <a:pt x="32742" y="7651"/>
                  </a:lnTo>
                  <a:lnTo>
                    <a:pt x="33074" y="7778"/>
                  </a:lnTo>
                  <a:lnTo>
                    <a:pt x="33240" y="7906"/>
                  </a:lnTo>
                  <a:lnTo>
                    <a:pt x="33739" y="7778"/>
                  </a:lnTo>
                  <a:lnTo>
                    <a:pt x="33240" y="8671"/>
                  </a:lnTo>
                  <a:lnTo>
                    <a:pt x="31745" y="9181"/>
                  </a:lnTo>
                  <a:lnTo>
                    <a:pt x="31246" y="10074"/>
                  </a:lnTo>
                  <a:lnTo>
                    <a:pt x="31578" y="10074"/>
                  </a:lnTo>
                  <a:lnTo>
                    <a:pt x="32243" y="9564"/>
                  </a:lnTo>
                  <a:lnTo>
                    <a:pt x="32409" y="9691"/>
                  </a:lnTo>
                  <a:lnTo>
                    <a:pt x="32742" y="10201"/>
                  </a:lnTo>
                  <a:lnTo>
                    <a:pt x="33074" y="10329"/>
                  </a:lnTo>
                  <a:lnTo>
                    <a:pt x="33074" y="10584"/>
                  </a:lnTo>
                  <a:lnTo>
                    <a:pt x="32409" y="10712"/>
                  </a:lnTo>
                  <a:lnTo>
                    <a:pt x="32243" y="11349"/>
                  </a:lnTo>
                  <a:lnTo>
                    <a:pt x="32409" y="11859"/>
                  </a:lnTo>
                  <a:lnTo>
                    <a:pt x="33074" y="12114"/>
                  </a:lnTo>
                  <a:lnTo>
                    <a:pt x="34404" y="12114"/>
                  </a:lnTo>
                  <a:lnTo>
                    <a:pt x="35401" y="12497"/>
                  </a:lnTo>
                  <a:lnTo>
                    <a:pt x="35734" y="12497"/>
                  </a:lnTo>
                  <a:lnTo>
                    <a:pt x="35567" y="13134"/>
                  </a:lnTo>
                  <a:lnTo>
                    <a:pt x="35401" y="13772"/>
                  </a:lnTo>
                  <a:lnTo>
                    <a:pt x="35069" y="13900"/>
                  </a:lnTo>
                  <a:lnTo>
                    <a:pt x="34903" y="14027"/>
                  </a:lnTo>
                  <a:lnTo>
                    <a:pt x="35069" y="14410"/>
                  </a:lnTo>
                  <a:lnTo>
                    <a:pt x="35401" y="14665"/>
                  </a:lnTo>
                  <a:lnTo>
                    <a:pt x="36398" y="14920"/>
                  </a:lnTo>
                  <a:lnTo>
                    <a:pt x="36398" y="14920"/>
                  </a:lnTo>
                  <a:lnTo>
                    <a:pt x="36731" y="15047"/>
                  </a:lnTo>
                  <a:lnTo>
                    <a:pt x="37063" y="15302"/>
                  </a:lnTo>
                  <a:lnTo>
                    <a:pt x="37396" y="15430"/>
                  </a:lnTo>
                  <a:lnTo>
                    <a:pt x="37562" y="15175"/>
                  </a:lnTo>
                  <a:lnTo>
                    <a:pt x="38060" y="14665"/>
                  </a:lnTo>
                  <a:lnTo>
                    <a:pt x="38393" y="14537"/>
                  </a:lnTo>
                  <a:lnTo>
                    <a:pt x="38725" y="14537"/>
                  </a:lnTo>
                  <a:lnTo>
                    <a:pt x="38891" y="14920"/>
                  </a:lnTo>
                  <a:lnTo>
                    <a:pt x="39390" y="15557"/>
                  </a:lnTo>
                  <a:lnTo>
                    <a:pt x="40055" y="15685"/>
                  </a:lnTo>
                  <a:lnTo>
                    <a:pt x="41052" y="15557"/>
                  </a:lnTo>
                  <a:lnTo>
                    <a:pt x="40886" y="16195"/>
                  </a:lnTo>
                  <a:lnTo>
                    <a:pt x="41052" y="16450"/>
                  </a:lnTo>
                  <a:lnTo>
                    <a:pt x="41052" y="16578"/>
                  </a:lnTo>
                  <a:lnTo>
                    <a:pt x="41052" y="17088"/>
                  </a:lnTo>
                  <a:lnTo>
                    <a:pt x="41052" y="17470"/>
                  </a:lnTo>
                  <a:lnTo>
                    <a:pt x="40720" y="18235"/>
                  </a:lnTo>
                  <a:lnTo>
                    <a:pt x="40387" y="18363"/>
                  </a:lnTo>
                  <a:lnTo>
                    <a:pt x="40221" y="19256"/>
                  </a:lnTo>
                  <a:lnTo>
                    <a:pt x="40055" y="20148"/>
                  </a:lnTo>
                  <a:lnTo>
                    <a:pt x="40387" y="20786"/>
                  </a:lnTo>
                  <a:lnTo>
                    <a:pt x="42216" y="21934"/>
                  </a:lnTo>
                  <a:lnTo>
                    <a:pt x="43047" y="22826"/>
                  </a:lnTo>
                  <a:lnTo>
                    <a:pt x="43379" y="23846"/>
                  </a:lnTo>
                  <a:lnTo>
                    <a:pt x="43047" y="24229"/>
                  </a:lnTo>
                  <a:lnTo>
                    <a:pt x="42216" y="24102"/>
                  </a:lnTo>
                  <a:lnTo>
                    <a:pt x="41551" y="23464"/>
                  </a:lnTo>
                  <a:lnTo>
                    <a:pt x="41551" y="22954"/>
                  </a:lnTo>
                  <a:lnTo>
                    <a:pt x="40886" y="22189"/>
                  </a:lnTo>
                  <a:lnTo>
                    <a:pt x="39224" y="21806"/>
                  </a:lnTo>
                  <a:lnTo>
                    <a:pt x="38559" y="21041"/>
                  </a:lnTo>
                  <a:lnTo>
                    <a:pt x="38393" y="20658"/>
                  </a:lnTo>
                  <a:lnTo>
                    <a:pt x="38227" y="20021"/>
                  </a:lnTo>
                  <a:lnTo>
                    <a:pt x="38060" y="19511"/>
                  </a:lnTo>
                  <a:lnTo>
                    <a:pt x="37229" y="17980"/>
                  </a:lnTo>
                  <a:lnTo>
                    <a:pt x="36398" y="17470"/>
                  </a:lnTo>
                  <a:lnTo>
                    <a:pt x="35900" y="17088"/>
                  </a:lnTo>
                  <a:lnTo>
                    <a:pt x="35235" y="15812"/>
                  </a:lnTo>
                  <a:lnTo>
                    <a:pt x="35069" y="15557"/>
                  </a:lnTo>
                  <a:lnTo>
                    <a:pt x="34736" y="15430"/>
                  </a:lnTo>
                  <a:lnTo>
                    <a:pt x="33573" y="15812"/>
                  </a:lnTo>
                  <a:lnTo>
                    <a:pt x="29085" y="15302"/>
                  </a:lnTo>
                  <a:lnTo>
                    <a:pt x="28753" y="15812"/>
                  </a:lnTo>
                  <a:lnTo>
                    <a:pt x="28421" y="17215"/>
                  </a:lnTo>
                  <a:lnTo>
                    <a:pt x="27756" y="17598"/>
                  </a:lnTo>
                  <a:lnTo>
                    <a:pt x="26592" y="17215"/>
                  </a:lnTo>
                  <a:lnTo>
                    <a:pt x="25761" y="17470"/>
                  </a:lnTo>
                  <a:lnTo>
                    <a:pt x="25429" y="17598"/>
                  </a:lnTo>
                  <a:lnTo>
                    <a:pt x="25263" y="17853"/>
                  </a:lnTo>
                  <a:lnTo>
                    <a:pt x="24930" y="18108"/>
                  </a:lnTo>
                  <a:lnTo>
                    <a:pt x="23933" y="19511"/>
                  </a:lnTo>
                  <a:lnTo>
                    <a:pt x="23933" y="19766"/>
                  </a:lnTo>
                  <a:lnTo>
                    <a:pt x="23767" y="20148"/>
                  </a:lnTo>
                  <a:lnTo>
                    <a:pt x="23434" y="20276"/>
                  </a:lnTo>
                  <a:lnTo>
                    <a:pt x="22936" y="20276"/>
                  </a:lnTo>
                  <a:lnTo>
                    <a:pt x="22437" y="20148"/>
                  </a:lnTo>
                  <a:lnTo>
                    <a:pt x="22105" y="20276"/>
                  </a:lnTo>
                  <a:lnTo>
                    <a:pt x="22770" y="20786"/>
                  </a:lnTo>
                  <a:lnTo>
                    <a:pt x="23102" y="21296"/>
                  </a:lnTo>
                  <a:lnTo>
                    <a:pt x="23434" y="21806"/>
                  </a:lnTo>
                  <a:lnTo>
                    <a:pt x="23102" y="21679"/>
                  </a:lnTo>
                  <a:lnTo>
                    <a:pt x="22936" y="21679"/>
                  </a:lnTo>
                  <a:lnTo>
                    <a:pt x="22936" y="21679"/>
                  </a:lnTo>
                  <a:lnTo>
                    <a:pt x="22603" y="21806"/>
                  </a:lnTo>
                  <a:lnTo>
                    <a:pt x="22936" y="22061"/>
                  </a:lnTo>
                  <a:lnTo>
                    <a:pt x="24432" y="22316"/>
                  </a:lnTo>
                  <a:lnTo>
                    <a:pt x="24598" y="22699"/>
                  </a:lnTo>
                  <a:lnTo>
                    <a:pt x="25096" y="23464"/>
                  </a:lnTo>
                  <a:lnTo>
                    <a:pt x="25429" y="23719"/>
                  </a:lnTo>
                  <a:lnTo>
                    <a:pt x="26925" y="23974"/>
                  </a:lnTo>
                  <a:lnTo>
                    <a:pt x="27423" y="24357"/>
                  </a:lnTo>
                  <a:lnTo>
                    <a:pt x="27257" y="25632"/>
                  </a:lnTo>
                  <a:lnTo>
                    <a:pt x="27756" y="26269"/>
                  </a:lnTo>
                  <a:lnTo>
                    <a:pt x="31745" y="27927"/>
                  </a:lnTo>
                  <a:lnTo>
                    <a:pt x="32409" y="27800"/>
                  </a:lnTo>
                  <a:lnTo>
                    <a:pt x="32409" y="28055"/>
                  </a:lnTo>
                  <a:lnTo>
                    <a:pt x="32243" y="28437"/>
                  </a:lnTo>
                  <a:lnTo>
                    <a:pt x="32243" y="28947"/>
                  </a:lnTo>
                  <a:lnTo>
                    <a:pt x="33407" y="29713"/>
                  </a:lnTo>
                  <a:lnTo>
                    <a:pt x="35401" y="30733"/>
                  </a:lnTo>
                  <a:lnTo>
                    <a:pt x="38891" y="29840"/>
                  </a:lnTo>
                  <a:lnTo>
                    <a:pt x="42216" y="28055"/>
                  </a:lnTo>
                  <a:lnTo>
                    <a:pt x="44875" y="27927"/>
                  </a:lnTo>
                  <a:lnTo>
                    <a:pt x="44709" y="27672"/>
                  </a:lnTo>
                  <a:lnTo>
                    <a:pt x="44044" y="27290"/>
                  </a:lnTo>
                  <a:lnTo>
                    <a:pt x="43878" y="27162"/>
                  </a:lnTo>
                  <a:lnTo>
                    <a:pt x="43878" y="27035"/>
                  </a:lnTo>
                  <a:lnTo>
                    <a:pt x="43545" y="26014"/>
                  </a:lnTo>
                  <a:lnTo>
                    <a:pt x="43711" y="25887"/>
                  </a:lnTo>
                  <a:lnTo>
                    <a:pt x="44044" y="25377"/>
                  </a:lnTo>
                  <a:lnTo>
                    <a:pt x="43711" y="24739"/>
                  </a:lnTo>
                  <a:lnTo>
                    <a:pt x="43878" y="24612"/>
                  </a:lnTo>
                  <a:lnTo>
                    <a:pt x="44210" y="24612"/>
                  </a:lnTo>
                  <a:lnTo>
                    <a:pt x="44709" y="24739"/>
                  </a:lnTo>
                  <a:lnTo>
                    <a:pt x="45540" y="25887"/>
                  </a:lnTo>
                  <a:lnTo>
                    <a:pt x="46204" y="26780"/>
                  </a:lnTo>
                  <a:lnTo>
                    <a:pt x="47036" y="27672"/>
                  </a:lnTo>
                  <a:lnTo>
                    <a:pt x="47202" y="27927"/>
                  </a:lnTo>
                  <a:lnTo>
                    <a:pt x="47534" y="29075"/>
                  </a:lnTo>
                  <a:lnTo>
                    <a:pt x="48033" y="29458"/>
                  </a:lnTo>
                  <a:lnTo>
                    <a:pt x="49030" y="30605"/>
                  </a:lnTo>
                  <a:lnTo>
                    <a:pt x="49861" y="31625"/>
                  </a:lnTo>
                  <a:lnTo>
                    <a:pt x="50692" y="32008"/>
                  </a:lnTo>
                  <a:lnTo>
                    <a:pt x="52022" y="33028"/>
                  </a:lnTo>
                  <a:lnTo>
                    <a:pt x="54016" y="32773"/>
                  </a:lnTo>
                  <a:lnTo>
                    <a:pt x="55013" y="33028"/>
                  </a:lnTo>
                  <a:lnTo>
                    <a:pt x="54016" y="33666"/>
                  </a:lnTo>
                  <a:lnTo>
                    <a:pt x="51024" y="34048"/>
                  </a:lnTo>
                  <a:lnTo>
                    <a:pt x="50027" y="33921"/>
                  </a:lnTo>
                  <a:lnTo>
                    <a:pt x="48365" y="32391"/>
                  </a:lnTo>
                  <a:lnTo>
                    <a:pt x="48531" y="32008"/>
                  </a:lnTo>
                  <a:lnTo>
                    <a:pt x="48864" y="31625"/>
                  </a:lnTo>
                  <a:lnTo>
                    <a:pt x="47534" y="31880"/>
                  </a:lnTo>
                  <a:lnTo>
                    <a:pt x="47202" y="31753"/>
                  </a:lnTo>
                  <a:lnTo>
                    <a:pt x="46869" y="31498"/>
                  </a:lnTo>
                  <a:lnTo>
                    <a:pt x="46537" y="30605"/>
                  </a:lnTo>
                  <a:lnTo>
                    <a:pt x="45872" y="29840"/>
                  </a:lnTo>
                  <a:lnTo>
                    <a:pt x="45540" y="29713"/>
                  </a:lnTo>
                  <a:lnTo>
                    <a:pt x="45207" y="29713"/>
                  </a:lnTo>
                  <a:lnTo>
                    <a:pt x="44709" y="30350"/>
                  </a:lnTo>
                  <a:lnTo>
                    <a:pt x="44542" y="30223"/>
                  </a:lnTo>
                  <a:lnTo>
                    <a:pt x="44210" y="29713"/>
                  </a:lnTo>
                  <a:lnTo>
                    <a:pt x="44542" y="29458"/>
                  </a:lnTo>
                  <a:lnTo>
                    <a:pt x="43878" y="29458"/>
                  </a:lnTo>
                  <a:lnTo>
                    <a:pt x="43213" y="30605"/>
                  </a:lnTo>
                  <a:lnTo>
                    <a:pt x="42548" y="30860"/>
                  </a:lnTo>
                  <a:lnTo>
                    <a:pt x="42548" y="31115"/>
                  </a:lnTo>
                  <a:lnTo>
                    <a:pt x="42880" y="31498"/>
                  </a:lnTo>
                  <a:lnTo>
                    <a:pt x="42880" y="31625"/>
                  </a:lnTo>
                  <a:lnTo>
                    <a:pt x="42216" y="31880"/>
                  </a:lnTo>
                  <a:lnTo>
                    <a:pt x="40720" y="32136"/>
                  </a:lnTo>
                  <a:lnTo>
                    <a:pt x="40720" y="32391"/>
                  </a:lnTo>
                  <a:lnTo>
                    <a:pt x="41052" y="32391"/>
                  </a:lnTo>
                  <a:lnTo>
                    <a:pt x="41717" y="32646"/>
                  </a:lnTo>
                  <a:lnTo>
                    <a:pt x="42049" y="33028"/>
                  </a:lnTo>
                  <a:lnTo>
                    <a:pt x="42382" y="33411"/>
                  </a:lnTo>
                  <a:lnTo>
                    <a:pt x="41717" y="33666"/>
                  </a:lnTo>
                  <a:lnTo>
                    <a:pt x="41385" y="33921"/>
                  </a:lnTo>
                  <a:lnTo>
                    <a:pt x="41385" y="34303"/>
                  </a:lnTo>
                  <a:lnTo>
                    <a:pt x="40554" y="34303"/>
                  </a:lnTo>
                  <a:lnTo>
                    <a:pt x="40387" y="34431"/>
                  </a:lnTo>
                  <a:lnTo>
                    <a:pt x="40221" y="34686"/>
                  </a:lnTo>
                  <a:lnTo>
                    <a:pt x="40055" y="35579"/>
                  </a:lnTo>
                  <a:lnTo>
                    <a:pt x="39889" y="35834"/>
                  </a:lnTo>
                  <a:lnTo>
                    <a:pt x="40886" y="36726"/>
                  </a:lnTo>
                  <a:lnTo>
                    <a:pt x="41385" y="37236"/>
                  </a:lnTo>
                  <a:lnTo>
                    <a:pt x="41052" y="38257"/>
                  </a:lnTo>
                  <a:lnTo>
                    <a:pt x="42049" y="38639"/>
                  </a:lnTo>
                  <a:lnTo>
                    <a:pt x="42382" y="38639"/>
                  </a:lnTo>
                  <a:lnTo>
                    <a:pt x="42548" y="38384"/>
                  </a:lnTo>
                  <a:lnTo>
                    <a:pt x="42880" y="38002"/>
                  </a:lnTo>
                  <a:lnTo>
                    <a:pt x="43213" y="37747"/>
                  </a:lnTo>
                  <a:lnTo>
                    <a:pt x="43379" y="37619"/>
                  </a:lnTo>
                  <a:lnTo>
                    <a:pt x="44210" y="36599"/>
                  </a:lnTo>
                  <a:lnTo>
                    <a:pt x="45041" y="36089"/>
                  </a:lnTo>
                  <a:lnTo>
                    <a:pt x="45872" y="36089"/>
                  </a:lnTo>
                  <a:lnTo>
                    <a:pt x="46703" y="36599"/>
                  </a:lnTo>
                  <a:lnTo>
                    <a:pt x="46371" y="36726"/>
                  </a:lnTo>
                  <a:lnTo>
                    <a:pt x="45706" y="36854"/>
                  </a:lnTo>
                  <a:lnTo>
                    <a:pt x="45373" y="37109"/>
                  </a:lnTo>
                  <a:lnTo>
                    <a:pt x="46204" y="37364"/>
                  </a:lnTo>
                  <a:lnTo>
                    <a:pt x="45706" y="37619"/>
                  </a:lnTo>
                  <a:lnTo>
                    <a:pt x="45207" y="37747"/>
                  </a:lnTo>
                  <a:lnTo>
                    <a:pt x="45041" y="38002"/>
                  </a:lnTo>
                  <a:lnTo>
                    <a:pt x="45540" y="38384"/>
                  </a:lnTo>
                  <a:lnTo>
                    <a:pt x="47036" y="38129"/>
                  </a:lnTo>
                  <a:lnTo>
                    <a:pt x="47534" y="39022"/>
                  </a:lnTo>
                  <a:lnTo>
                    <a:pt x="47036" y="39404"/>
                  </a:lnTo>
                  <a:lnTo>
                    <a:pt x="46703" y="40170"/>
                  </a:lnTo>
                  <a:lnTo>
                    <a:pt x="47036" y="40425"/>
                  </a:lnTo>
                  <a:lnTo>
                    <a:pt x="48033" y="40170"/>
                  </a:lnTo>
                  <a:lnTo>
                    <a:pt x="48365" y="40425"/>
                  </a:lnTo>
                  <a:lnTo>
                    <a:pt x="48199" y="40935"/>
                  </a:lnTo>
                  <a:lnTo>
                    <a:pt x="48033" y="41062"/>
                  </a:lnTo>
                  <a:lnTo>
                    <a:pt x="48698" y="41062"/>
                  </a:lnTo>
                  <a:lnTo>
                    <a:pt x="48531" y="41572"/>
                  </a:lnTo>
                  <a:lnTo>
                    <a:pt x="48531" y="41827"/>
                  </a:lnTo>
                  <a:lnTo>
                    <a:pt x="48531" y="42210"/>
                  </a:lnTo>
                  <a:lnTo>
                    <a:pt x="48698" y="42720"/>
                  </a:lnTo>
                  <a:lnTo>
                    <a:pt x="48033" y="42210"/>
                  </a:lnTo>
                  <a:lnTo>
                    <a:pt x="47534" y="42337"/>
                  </a:lnTo>
                  <a:lnTo>
                    <a:pt x="47368" y="42975"/>
                  </a:lnTo>
                  <a:lnTo>
                    <a:pt x="49861" y="44250"/>
                  </a:lnTo>
                  <a:lnTo>
                    <a:pt x="49861" y="44505"/>
                  </a:lnTo>
                  <a:lnTo>
                    <a:pt x="49861" y="44633"/>
                  </a:lnTo>
                  <a:lnTo>
                    <a:pt x="49861" y="44760"/>
                  </a:lnTo>
                  <a:lnTo>
                    <a:pt x="50193" y="45143"/>
                  </a:lnTo>
                  <a:lnTo>
                    <a:pt x="50193" y="45398"/>
                  </a:lnTo>
                  <a:lnTo>
                    <a:pt x="49529" y="45526"/>
                  </a:lnTo>
                  <a:lnTo>
                    <a:pt x="49196" y="45653"/>
                  </a:lnTo>
                  <a:lnTo>
                    <a:pt x="49030" y="46163"/>
                  </a:lnTo>
                  <a:lnTo>
                    <a:pt x="49196" y="46418"/>
                  </a:lnTo>
                  <a:lnTo>
                    <a:pt x="49196" y="46418"/>
                  </a:lnTo>
                  <a:lnTo>
                    <a:pt x="49196" y="46673"/>
                  </a:lnTo>
                  <a:lnTo>
                    <a:pt x="49529" y="46673"/>
                  </a:lnTo>
                  <a:lnTo>
                    <a:pt x="49529" y="46801"/>
                  </a:lnTo>
                  <a:lnTo>
                    <a:pt x="49695" y="46928"/>
                  </a:lnTo>
                  <a:lnTo>
                    <a:pt x="49695" y="47183"/>
                  </a:lnTo>
                  <a:lnTo>
                    <a:pt x="49529" y="47438"/>
                  </a:lnTo>
                  <a:lnTo>
                    <a:pt x="49030" y="47438"/>
                  </a:lnTo>
                  <a:lnTo>
                    <a:pt x="48365" y="47183"/>
                  </a:lnTo>
                  <a:lnTo>
                    <a:pt x="47036" y="47948"/>
                  </a:lnTo>
                  <a:lnTo>
                    <a:pt x="45207" y="48204"/>
                  </a:lnTo>
                  <a:lnTo>
                    <a:pt x="45041" y="48076"/>
                  </a:lnTo>
                  <a:lnTo>
                    <a:pt x="44875" y="47821"/>
                  </a:lnTo>
                  <a:lnTo>
                    <a:pt x="44709" y="47183"/>
                  </a:lnTo>
                  <a:lnTo>
                    <a:pt x="44875" y="46673"/>
                  </a:lnTo>
                  <a:lnTo>
                    <a:pt x="45041" y="46163"/>
                  </a:lnTo>
                  <a:lnTo>
                    <a:pt x="45872" y="45908"/>
                  </a:lnTo>
                  <a:lnTo>
                    <a:pt x="46204" y="45526"/>
                  </a:lnTo>
                  <a:lnTo>
                    <a:pt x="45872" y="44378"/>
                  </a:lnTo>
                  <a:lnTo>
                    <a:pt x="45373" y="44250"/>
                  </a:lnTo>
                  <a:lnTo>
                    <a:pt x="45207" y="44760"/>
                  </a:lnTo>
                  <a:lnTo>
                    <a:pt x="45540" y="45398"/>
                  </a:lnTo>
                  <a:lnTo>
                    <a:pt x="45041" y="45398"/>
                  </a:lnTo>
                  <a:lnTo>
                    <a:pt x="44542" y="45143"/>
                  </a:lnTo>
                  <a:lnTo>
                    <a:pt x="43878" y="44633"/>
                  </a:lnTo>
                  <a:lnTo>
                    <a:pt x="43545" y="44123"/>
                  </a:lnTo>
                  <a:lnTo>
                    <a:pt x="43213" y="43485"/>
                  </a:lnTo>
                  <a:lnTo>
                    <a:pt x="43213" y="43103"/>
                  </a:lnTo>
                  <a:lnTo>
                    <a:pt x="43878" y="41955"/>
                  </a:lnTo>
                  <a:lnTo>
                    <a:pt x="44210" y="41955"/>
                  </a:lnTo>
                  <a:lnTo>
                    <a:pt x="44709" y="41827"/>
                  </a:lnTo>
                  <a:lnTo>
                    <a:pt x="44875" y="41572"/>
                  </a:lnTo>
                  <a:lnTo>
                    <a:pt x="45207" y="41062"/>
                  </a:lnTo>
                  <a:lnTo>
                    <a:pt x="45041" y="40680"/>
                  </a:lnTo>
                  <a:lnTo>
                    <a:pt x="44875" y="40425"/>
                  </a:lnTo>
                  <a:lnTo>
                    <a:pt x="44709" y="40297"/>
                  </a:lnTo>
                  <a:lnTo>
                    <a:pt x="44542" y="40170"/>
                  </a:lnTo>
                  <a:lnTo>
                    <a:pt x="44210" y="40297"/>
                  </a:lnTo>
                  <a:lnTo>
                    <a:pt x="44044" y="40425"/>
                  </a:lnTo>
                  <a:lnTo>
                    <a:pt x="44044" y="40680"/>
                  </a:lnTo>
                  <a:lnTo>
                    <a:pt x="43878" y="40807"/>
                  </a:lnTo>
                  <a:lnTo>
                    <a:pt x="43878" y="41062"/>
                  </a:lnTo>
                  <a:lnTo>
                    <a:pt x="43878" y="41190"/>
                  </a:lnTo>
                  <a:lnTo>
                    <a:pt x="43711" y="41445"/>
                  </a:lnTo>
                  <a:lnTo>
                    <a:pt x="43711" y="41190"/>
                  </a:lnTo>
                  <a:lnTo>
                    <a:pt x="43379" y="40680"/>
                  </a:lnTo>
                  <a:lnTo>
                    <a:pt x="43213" y="40680"/>
                  </a:lnTo>
                  <a:lnTo>
                    <a:pt x="43379" y="41062"/>
                  </a:lnTo>
                  <a:lnTo>
                    <a:pt x="43213" y="40807"/>
                  </a:lnTo>
                  <a:lnTo>
                    <a:pt x="42880" y="40935"/>
                  </a:lnTo>
                  <a:lnTo>
                    <a:pt x="42216" y="41700"/>
                  </a:lnTo>
                  <a:lnTo>
                    <a:pt x="42382" y="41827"/>
                  </a:lnTo>
                  <a:lnTo>
                    <a:pt x="42548" y="42082"/>
                  </a:lnTo>
                  <a:lnTo>
                    <a:pt x="42548" y="42210"/>
                  </a:lnTo>
                  <a:lnTo>
                    <a:pt x="41717" y="44123"/>
                  </a:lnTo>
                  <a:lnTo>
                    <a:pt x="41883" y="44633"/>
                  </a:lnTo>
                  <a:lnTo>
                    <a:pt x="43213" y="44505"/>
                  </a:lnTo>
                  <a:lnTo>
                    <a:pt x="43545" y="44760"/>
                  </a:lnTo>
                  <a:lnTo>
                    <a:pt x="42880" y="45526"/>
                  </a:lnTo>
                  <a:lnTo>
                    <a:pt x="42548" y="46036"/>
                  </a:lnTo>
                  <a:lnTo>
                    <a:pt x="43545" y="46928"/>
                  </a:lnTo>
                  <a:lnTo>
                    <a:pt x="43545" y="47311"/>
                  </a:lnTo>
                  <a:lnTo>
                    <a:pt x="43213" y="48076"/>
                  </a:lnTo>
                  <a:lnTo>
                    <a:pt x="43379" y="48459"/>
                  </a:lnTo>
                  <a:lnTo>
                    <a:pt x="44210" y="48714"/>
                  </a:lnTo>
                  <a:lnTo>
                    <a:pt x="44709" y="49224"/>
                  </a:lnTo>
                  <a:lnTo>
                    <a:pt x="44709" y="49606"/>
                  </a:lnTo>
                  <a:lnTo>
                    <a:pt x="45041" y="51137"/>
                  </a:lnTo>
                  <a:lnTo>
                    <a:pt x="44709" y="52029"/>
                  </a:lnTo>
                  <a:lnTo>
                    <a:pt x="44542" y="52539"/>
                  </a:lnTo>
                  <a:lnTo>
                    <a:pt x="43545" y="53177"/>
                  </a:lnTo>
                  <a:lnTo>
                    <a:pt x="43213" y="53815"/>
                  </a:lnTo>
                  <a:lnTo>
                    <a:pt x="42880" y="54197"/>
                  </a:lnTo>
                  <a:lnTo>
                    <a:pt x="42382" y="54325"/>
                  </a:lnTo>
                  <a:lnTo>
                    <a:pt x="42382" y="54197"/>
                  </a:lnTo>
                  <a:lnTo>
                    <a:pt x="42216" y="54070"/>
                  </a:lnTo>
                  <a:lnTo>
                    <a:pt x="42049" y="53815"/>
                  </a:lnTo>
                  <a:lnTo>
                    <a:pt x="41883" y="53560"/>
                  </a:lnTo>
                  <a:lnTo>
                    <a:pt x="41883" y="54070"/>
                  </a:lnTo>
                  <a:lnTo>
                    <a:pt x="41717" y="53687"/>
                  </a:lnTo>
                  <a:lnTo>
                    <a:pt x="41717" y="53560"/>
                  </a:lnTo>
                  <a:lnTo>
                    <a:pt x="41551" y="53560"/>
                  </a:lnTo>
                  <a:lnTo>
                    <a:pt x="41385" y="53560"/>
                  </a:lnTo>
                  <a:lnTo>
                    <a:pt x="39889" y="53304"/>
                  </a:lnTo>
                  <a:lnTo>
                    <a:pt x="36897" y="53687"/>
                  </a:lnTo>
                  <a:lnTo>
                    <a:pt x="35401" y="53304"/>
                  </a:lnTo>
                  <a:lnTo>
                    <a:pt x="35734" y="53304"/>
                  </a:lnTo>
                  <a:lnTo>
                    <a:pt x="35567" y="53177"/>
                  </a:lnTo>
                  <a:lnTo>
                    <a:pt x="35401" y="53049"/>
                  </a:lnTo>
                  <a:lnTo>
                    <a:pt x="35235" y="53049"/>
                  </a:lnTo>
                  <a:lnTo>
                    <a:pt x="35069" y="53304"/>
                  </a:lnTo>
                  <a:lnTo>
                    <a:pt x="35069" y="53560"/>
                  </a:lnTo>
                  <a:lnTo>
                    <a:pt x="35069" y="53815"/>
                  </a:lnTo>
                  <a:lnTo>
                    <a:pt x="34903" y="53815"/>
                  </a:lnTo>
                  <a:lnTo>
                    <a:pt x="34736" y="53815"/>
                  </a:lnTo>
                  <a:lnTo>
                    <a:pt x="34736" y="54197"/>
                  </a:lnTo>
                  <a:lnTo>
                    <a:pt x="35567" y="54580"/>
                  </a:lnTo>
                  <a:lnTo>
                    <a:pt x="35734" y="54835"/>
                  </a:lnTo>
                  <a:lnTo>
                    <a:pt x="35235" y="55600"/>
                  </a:lnTo>
                  <a:lnTo>
                    <a:pt x="34736" y="56110"/>
                  </a:lnTo>
                  <a:lnTo>
                    <a:pt x="33905" y="56238"/>
                  </a:lnTo>
                  <a:lnTo>
                    <a:pt x="33407" y="56493"/>
                  </a:lnTo>
                  <a:lnTo>
                    <a:pt x="33074" y="56110"/>
                  </a:lnTo>
                  <a:lnTo>
                    <a:pt x="32576" y="55855"/>
                  </a:lnTo>
                  <a:lnTo>
                    <a:pt x="32243" y="55727"/>
                  </a:lnTo>
                  <a:lnTo>
                    <a:pt x="31911" y="55855"/>
                  </a:lnTo>
                  <a:lnTo>
                    <a:pt x="31578" y="56110"/>
                  </a:lnTo>
                  <a:lnTo>
                    <a:pt x="31246" y="56238"/>
                  </a:lnTo>
                  <a:lnTo>
                    <a:pt x="30914" y="56110"/>
                  </a:lnTo>
                  <a:lnTo>
                    <a:pt x="29916" y="55345"/>
                  </a:lnTo>
                  <a:lnTo>
                    <a:pt x="26925" y="54962"/>
                  </a:lnTo>
                  <a:lnTo>
                    <a:pt x="26094" y="54707"/>
                  </a:lnTo>
                  <a:lnTo>
                    <a:pt x="25096" y="53560"/>
                  </a:lnTo>
                  <a:lnTo>
                    <a:pt x="24598" y="53432"/>
                  </a:lnTo>
                  <a:lnTo>
                    <a:pt x="25595" y="53177"/>
                  </a:lnTo>
                  <a:lnTo>
                    <a:pt x="25761" y="53304"/>
                  </a:lnTo>
                  <a:lnTo>
                    <a:pt x="26094" y="53687"/>
                  </a:lnTo>
                  <a:lnTo>
                    <a:pt x="26260" y="53815"/>
                  </a:lnTo>
                  <a:lnTo>
                    <a:pt x="26759" y="53687"/>
                  </a:lnTo>
                  <a:lnTo>
                    <a:pt x="26925" y="53304"/>
                  </a:lnTo>
                  <a:lnTo>
                    <a:pt x="27091" y="52922"/>
                  </a:lnTo>
                  <a:lnTo>
                    <a:pt x="27257" y="52284"/>
                  </a:lnTo>
                  <a:lnTo>
                    <a:pt x="27091" y="51774"/>
                  </a:lnTo>
                  <a:lnTo>
                    <a:pt x="26592" y="51264"/>
                  </a:lnTo>
                  <a:lnTo>
                    <a:pt x="26094" y="51009"/>
                  </a:lnTo>
                  <a:lnTo>
                    <a:pt x="25761" y="51009"/>
                  </a:lnTo>
                  <a:lnTo>
                    <a:pt x="25927" y="51264"/>
                  </a:lnTo>
                  <a:lnTo>
                    <a:pt x="26260" y="51774"/>
                  </a:lnTo>
                  <a:lnTo>
                    <a:pt x="26592" y="52029"/>
                  </a:lnTo>
                  <a:lnTo>
                    <a:pt x="25927" y="52284"/>
                  </a:lnTo>
                  <a:lnTo>
                    <a:pt x="25096" y="52029"/>
                  </a:lnTo>
                  <a:lnTo>
                    <a:pt x="24265" y="51647"/>
                  </a:lnTo>
                  <a:lnTo>
                    <a:pt x="23767" y="51009"/>
                  </a:lnTo>
                  <a:lnTo>
                    <a:pt x="24099" y="50499"/>
                  </a:lnTo>
                  <a:lnTo>
                    <a:pt x="23933" y="49861"/>
                  </a:lnTo>
                  <a:lnTo>
                    <a:pt x="23434" y="48969"/>
                  </a:lnTo>
                  <a:lnTo>
                    <a:pt x="22936" y="47693"/>
                  </a:lnTo>
                  <a:lnTo>
                    <a:pt x="22603" y="47311"/>
                  </a:lnTo>
                  <a:lnTo>
                    <a:pt x="21939" y="46801"/>
                  </a:lnTo>
                  <a:lnTo>
                    <a:pt x="21440" y="46418"/>
                  </a:lnTo>
                  <a:lnTo>
                    <a:pt x="21939" y="46036"/>
                  </a:lnTo>
                  <a:lnTo>
                    <a:pt x="22105" y="45908"/>
                  </a:lnTo>
                  <a:lnTo>
                    <a:pt x="22437" y="45781"/>
                  </a:lnTo>
                  <a:lnTo>
                    <a:pt x="22603" y="45781"/>
                  </a:lnTo>
                  <a:lnTo>
                    <a:pt x="22271" y="45526"/>
                  </a:lnTo>
                  <a:lnTo>
                    <a:pt x="21772" y="45781"/>
                  </a:lnTo>
                  <a:lnTo>
                    <a:pt x="21108" y="46163"/>
                  </a:lnTo>
                  <a:lnTo>
                    <a:pt x="21274" y="46673"/>
                  </a:lnTo>
                  <a:lnTo>
                    <a:pt x="20941" y="47056"/>
                  </a:lnTo>
                  <a:lnTo>
                    <a:pt x="20609" y="46801"/>
                  </a:lnTo>
                  <a:lnTo>
                    <a:pt x="20110" y="46036"/>
                  </a:lnTo>
                  <a:lnTo>
                    <a:pt x="19113" y="45526"/>
                  </a:lnTo>
                  <a:lnTo>
                    <a:pt x="17617" y="43485"/>
                  </a:lnTo>
                  <a:lnTo>
                    <a:pt x="17950" y="43230"/>
                  </a:lnTo>
                  <a:lnTo>
                    <a:pt x="19279" y="43485"/>
                  </a:lnTo>
                  <a:lnTo>
                    <a:pt x="19113" y="43103"/>
                  </a:lnTo>
                  <a:lnTo>
                    <a:pt x="18781" y="42975"/>
                  </a:lnTo>
                  <a:lnTo>
                    <a:pt x="18116" y="42975"/>
                  </a:lnTo>
                  <a:lnTo>
                    <a:pt x="18448" y="42465"/>
                  </a:lnTo>
                  <a:lnTo>
                    <a:pt x="18614" y="42082"/>
                  </a:lnTo>
                  <a:lnTo>
                    <a:pt x="18781" y="41700"/>
                  </a:lnTo>
                  <a:lnTo>
                    <a:pt x="18781" y="41445"/>
                  </a:lnTo>
                  <a:lnTo>
                    <a:pt x="18614" y="41062"/>
                  </a:lnTo>
                  <a:lnTo>
                    <a:pt x="18448" y="41062"/>
                  </a:lnTo>
                  <a:lnTo>
                    <a:pt x="17950" y="41445"/>
                  </a:lnTo>
                  <a:lnTo>
                    <a:pt x="17617" y="41445"/>
                  </a:lnTo>
                  <a:lnTo>
                    <a:pt x="17285" y="41445"/>
                  </a:lnTo>
                  <a:lnTo>
                    <a:pt x="16952" y="41062"/>
                  </a:lnTo>
                  <a:lnTo>
                    <a:pt x="16454" y="40807"/>
                  </a:lnTo>
                  <a:lnTo>
                    <a:pt x="16288" y="40425"/>
                  </a:lnTo>
                  <a:lnTo>
                    <a:pt x="16288" y="39532"/>
                  </a:lnTo>
                  <a:lnTo>
                    <a:pt x="15623" y="39787"/>
                  </a:lnTo>
                  <a:lnTo>
                    <a:pt x="15290" y="39787"/>
                  </a:lnTo>
                  <a:lnTo>
                    <a:pt x="14792" y="39149"/>
                  </a:lnTo>
                  <a:lnTo>
                    <a:pt x="15457" y="38384"/>
                  </a:lnTo>
                  <a:lnTo>
                    <a:pt x="15623" y="38257"/>
                  </a:lnTo>
                  <a:lnTo>
                    <a:pt x="15623" y="38002"/>
                  </a:lnTo>
                  <a:lnTo>
                    <a:pt x="13795" y="38512"/>
                  </a:lnTo>
                  <a:lnTo>
                    <a:pt x="13130" y="38129"/>
                  </a:lnTo>
                  <a:lnTo>
                    <a:pt x="12631" y="38129"/>
                  </a:lnTo>
                  <a:lnTo>
                    <a:pt x="10969" y="38512"/>
                  </a:lnTo>
                  <a:lnTo>
                    <a:pt x="9473" y="38129"/>
                  </a:lnTo>
                  <a:lnTo>
                    <a:pt x="9639" y="38894"/>
                  </a:lnTo>
                  <a:lnTo>
                    <a:pt x="9141" y="39149"/>
                  </a:lnTo>
                  <a:lnTo>
                    <a:pt x="7977" y="38894"/>
                  </a:lnTo>
                  <a:lnTo>
                    <a:pt x="7479" y="39022"/>
                  </a:lnTo>
                  <a:lnTo>
                    <a:pt x="7645" y="39277"/>
                  </a:lnTo>
                  <a:lnTo>
                    <a:pt x="8144" y="39277"/>
                  </a:lnTo>
                  <a:lnTo>
                    <a:pt x="7479" y="39787"/>
                  </a:lnTo>
                  <a:lnTo>
                    <a:pt x="5817" y="40170"/>
                  </a:lnTo>
                  <a:lnTo>
                    <a:pt x="4986" y="40935"/>
                  </a:lnTo>
                  <a:lnTo>
                    <a:pt x="4819" y="41190"/>
                  </a:lnTo>
                  <a:lnTo>
                    <a:pt x="4321" y="41827"/>
                  </a:lnTo>
                  <a:lnTo>
                    <a:pt x="4155" y="42082"/>
                  </a:lnTo>
                  <a:lnTo>
                    <a:pt x="3988" y="42465"/>
                  </a:lnTo>
                  <a:lnTo>
                    <a:pt x="3822" y="43485"/>
                  </a:lnTo>
                  <a:lnTo>
                    <a:pt x="3490" y="43995"/>
                  </a:lnTo>
                  <a:lnTo>
                    <a:pt x="3490" y="44250"/>
                  </a:lnTo>
                  <a:lnTo>
                    <a:pt x="3490" y="44633"/>
                  </a:lnTo>
                  <a:lnTo>
                    <a:pt x="3324" y="45398"/>
                  </a:lnTo>
                  <a:lnTo>
                    <a:pt x="3324" y="45781"/>
                  </a:lnTo>
                  <a:lnTo>
                    <a:pt x="1828" y="48076"/>
                  </a:lnTo>
                  <a:lnTo>
                    <a:pt x="831" y="49351"/>
                  </a:lnTo>
                  <a:lnTo>
                    <a:pt x="166" y="50244"/>
                  </a:lnTo>
                  <a:lnTo>
                    <a:pt x="166" y="50499"/>
                  </a:lnTo>
                  <a:lnTo>
                    <a:pt x="166" y="50882"/>
                  </a:lnTo>
                  <a:lnTo>
                    <a:pt x="166" y="51137"/>
                  </a:lnTo>
                  <a:lnTo>
                    <a:pt x="0" y="51774"/>
                  </a:lnTo>
                  <a:lnTo>
                    <a:pt x="166" y="52284"/>
                  </a:lnTo>
                  <a:lnTo>
                    <a:pt x="166" y="52539"/>
                  </a:lnTo>
                  <a:lnTo>
                    <a:pt x="498" y="52539"/>
                  </a:lnTo>
                  <a:lnTo>
                    <a:pt x="831" y="52922"/>
                  </a:lnTo>
                  <a:lnTo>
                    <a:pt x="664" y="53432"/>
                  </a:lnTo>
                  <a:lnTo>
                    <a:pt x="498" y="53687"/>
                  </a:lnTo>
                  <a:lnTo>
                    <a:pt x="166" y="53815"/>
                  </a:lnTo>
                  <a:lnTo>
                    <a:pt x="498" y="54452"/>
                  </a:lnTo>
                  <a:lnTo>
                    <a:pt x="1163" y="54962"/>
                  </a:lnTo>
                  <a:lnTo>
                    <a:pt x="1662" y="56110"/>
                  </a:lnTo>
                  <a:lnTo>
                    <a:pt x="2493" y="57003"/>
                  </a:lnTo>
                  <a:lnTo>
                    <a:pt x="5983" y="59808"/>
                  </a:lnTo>
                  <a:lnTo>
                    <a:pt x="5983" y="59936"/>
                  </a:lnTo>
                  <a:lnTo>
                    <a:pt x="6149" y="60318"/>
                  </a:lnTo>
                  <a:lnTo>
                    <a:pt x="6149" y="60573"/>
                  </a:lnTo>
                  <a:lnTo>
                    <a:pt x="6315" y="60828"/>
                  </a:lnTo>
                  <a:lnTo>
                    <a:pt x="6481" y="60956"/>
                  </a:lnTo>
                  <a:lnTo>
                    <a:pt x="7313" y="60828"/>
                  </a:lnTo>
                  <a:lnTo>
                    <a:pt x="8808" y="61976"/>
                  </a:lnTo>
                  <a:lnTo>
                    <a:pt x="8808" y="62359"/>
                  </a:lnTo>
                  <a:lnTo>
                    <a:pt x="9141" y="62486"/>
                  </a:lnTo>
                  <a:lnTo>
                    <a:pt x="9473" y="62359"/>
                  </a:lnTo>
                  <a:lnTo>
                    <a:pt x="9639" y="62486"/>
                  </a:lnTo>
                  <a:lnTo>
                    <a:pt x="9806" y="62614"/>
                  </a:lnTo>
                  <a:lnTo>
                    <a:pt x="9806" y="62996"/>
                  </a:lnTo>
                  <a:lnTo>
                    <a:pt x="9806" y="63124"/>
                  </a:lnTo>
                  <a:lnTo>
                    <a:pt x="10470" y="63251"/>
                  </a:lnTo>
                  <a:lnTo>
                    <a:pt x="10637" y="63124"/>
                  </a:lnTo>
                  <a:lnTo>
                    <a:pt x="10470" y="62869"/>
                  </a:lnTo>
                  <a:lnTo>
                    <a:pt x="10969" y="62614"/>
                  </a:lnTo>
                  <a:lnTo>
                    <a:pt x="12299" y="63889"/>
                  </a:lnTo>
                  <a:lnTo>
                    <a:pt x="12797" y="64399"/>
                  </a:lnTo>
                  <a:lnTo>
                    <a:pt x="13296" y="64527"/>
                  </a:lnTo>
                  <a:lnTo>
                    <a:pt x="14127" y="64654"/>
                  </a:lnTo>
                  <a:lnTo>
                    <a:pt x="14626" y="65164"/>
                  </a:lnTo>
                  <a:lnTo>
                    <a:pt x="15290" y="65929"/>
                  </a:lnTo>
                  <a:lnTo>
                    <a:pt x="14127" y="65929"/>
                  </a:lnTo>
                  <a:lnTo>
                    <a:pt x="14293" y="66567"/>
                  </a:lnTo>
                  <a:lnTo>
                    <a:pt x="14792" y="67460"/>
                  </a:lnTo>
                  <a:lnTo>
                    <a:pt x="15124" y="68097"/>
                  </a:lnTo>
                  <a:lnTo>
                    <a:pt x="15124" y="68225"/>
                  </a:lnTo>
                  <a:lnTo>
                    <a:pt x="14792" y="68607"/>
                  </a:lnTo>
                  <a:lnTo>
                    <a:pt x="14792" y="68735"/>
                  </a:lnTo>
                  <a:lnTo>
                    <a:pt x="16288" y="68480"/>
                  </a:lnTo>
                  <a:lnTo>
                    <a:pt x="17119" y="68607"/>
                  </a:lnTo>
                  <a:lnTo>
                    <a:pt x="17451" y="69373"/>
                  </a:lnTo>
                  <a:lnTo>
                    <a:pt x="17119" y="69500"/>
                  </a:lnTo>
                  <a:lnTo>
                    <a:pt x="15789" y="69117"/>
                  </a:lnTo>
                  <a:lnTo>
                    <a:pt x="15290" y="69373"/>
                  </a:lnTo>
                  <a:lnTo>
                    <a:pt x="15623" y="69628"/>
                  </a:lnTo>
                  <a:lnTo>
                    <a:pt x="15623" y="69883"/>
                  </a:lnTo>
                  <a:lnTo>
                    <a:pt x="15457" y="70393"/>
                  </a:lnTo>
                  <a:lnTo>
                    <a:pt x="15290" y="70648"/>
                  </a:lnTo>
                  <a:lnTo>
                    <a:pt x="15457" y="70648"/>
                  </a:lnTo>
                  <a:lnTo>
                    <a:pt x="15290" y="70648"/>
                  </a:lnTo>
                  <a:lnTo>
                    <a:pt x="15290" y="70648"/>
                  </a:lnTo>
                  <a:lnTo>
                    <a:pt x="15290" y="70903"/>
                  </a:lnTo>
                  <a:lnTo>
                    <a:pt x="15457" y="71030"/>
                  </a:lnTo>
                  <a:lnTo>
                    <a:pt x="15623" y="71285"/>
                  </a:lnTo>
                  <a:lnTo>
                    <a:pt x="15789" y="71795"/>
                  </a:lnTo>
                  <a:lnTo>
                    <a:pt x="15955" y="72178"/>
                  </a:lnTo>
                  <a:lnTo>
                    <a:pt x="16121" y="72433"/>
                  </a:lnTo>
                  <a:lnTo>
                    <a:pt x="17285" y="73198"/>
                  </a:lnTo>
                  <a:lnTo>
                    <a:pt x="17451" y="73326"/>
                  </a:lnTo>
                  <a:lnTo>
                    <a:pt x="17950" y="73326"/>
                  </a:lnTo>
                  <a:lnTo>
                    <a:pt x="18116" y="73326"/>
                  </a:lnTo>
                  <a:lnTo>
                    <a:pt x="18116" y="73198"/>
                  </a:lnTo>
                  <a:lnTo>
                    <a:pt x="18448" y="73198"/>
                  </a:lnTo>
                  <a:lnTo>
                    <a:pt x="18614" y="73453"/>
                  </a:lnTo>
                  <a:lnTo>
                    <a:pt x="18448" y="73581"/>
                  </a:lnTo>
                  <a:lnTo>
                    <a:pt x="18781" y="73963"/>
                  </a:lnTo>
                  <a:lnTo>
                    <a:pt x="19113" y="73708"/>
                  </a:lnTo>
                  <a:lnTo>
                    <a:pt x="19612" y="73326"/>
                  </a:lnTo>
                  <a:lnTo>
                    <a:pt x="20110" y="73198"/>
                  </a:lnTo>
                  <a:lnTo>
                    <a:pt x="20609" y="73198"/>
                  </a:lnTo>
                  <a:lnTo>
                    <a:pt x="21939" y="73836"/>
                  </a:lnTo>
                  <a:lnTo>
                    <a:pt x="22437" y="74473"/>
                  </a:lnTo>
                  <a:lnTo>
                    <a:pt x="22271" y="74346"/>
                  </a:lnTo>
                  <a:lnTo>
                    <a:pt x="22936" y="74984"/>
                  </a:lnTo>
                  <a:lnTo>
                    <a:pt x="22936" y="75111"/>
                  </a:lnTo>
                  <a:lnTo>
                    <a:pt x="22936" y="75621"/>
                  </a:lnTo>
                  <a:lnTo>
                    <a:pt x="22770" y="75876"/>
                  </a:lnTo>
                  <a:lnTo>
                    <a:pt x="22603" y="75876"/>
                  </a:lnTo>
                  <a:lnTo>
                    <a:pt x="22437" y="75876"/>
                  </a:lnTo>
                  <a:lnTo>
                    <a:pt x="22770" y="76259"/>
                  </a:lnTo>
                  <a:lnTo>
                    <a:pt x="23434" y="76259"/>
                  </a:lnTo>
                  <a:lnTo>
                    <a:pt x="23933" y="76131"/>
                  </a:lnTo>
                  <a:lnTo>
                    <a:pt x="24265" y="75876"/>
                  </a:lnTo>
                  <a:lnTo>
                    <a:pt x="24265" y="74729"/>
                  </a:lnTo>
                  <a:lnTo>
                    <a:pt x="25263" y="73453"/>
                  </a:lnTo>
                  <a:lnTo>
                    <a:pt x="26592" y="72561"/>
                  </a:lnTo>
                  <a:lnTo>
                    <a:pt x="27590" y="72178"/>
                  </a:lnTo>
                  <a:lnTo>
                    <a:pt x="27756" y="72178"/>
                  </a:lnTo>
                  <a:lnTo>
                    <a:pt x="28254" y="72433"/>
                  </a:lnTo>
                  <a:lnTo>
                    <a:pt x="28753" y="73581"/>
                  </a:lnTo>
                  <a:lnTo>
                    <a:pt x="29252" y="73963"/>
                  </a:lnTo>
                  <a:lnTo>
                    <a:pt x="30581" y="74346"/>
                  </a:lnTo>
                  <a:lnTo>
                    <a:pt x="31080" y="74856"/>
                  </a:lnTo>
                  <a:lnTo>
                    <a:pt x="30914" y="74856"/>
                  </a:lnTo>
                  <a:lnTo>
                    <a:pt x="30747" y="74984"/>
                  </a:lnTo>
                  <a:lnTo>
                    <a:pt x="30249" y="75494"/>
                  </a:lnTo>
                  <a:lnTo>
                    <a:pt x="30581" y="75749"/>
                  </a:lnTo>
                  <a:lnTo>
                    <a:pt x="31080" y="75621"/>
                  </a:lnTo>
                  <a:lnTo>
                    <a:pt x="31578" y="75749"/>
                  </a:lnTo>
                  <a:lnTo>
                    <a:pt x="31578" y="76004"/>
                  </a:lnTo>
                  <a:lnTo>
                    <a:pt x="31246" y="76131"/>
                  </a:lnTo>
                  <a:lnTo>
                    <a:pt x="30747" y="76769"/>
                  </a:lnTo>
                  <a:lnTo>
                    <a:pt x="30914" y="77024"/>
                  </a:lnTo>
                  <a:lnTo>
                    <a:pt x="31080" y="77407"/>
                  </a:lnTo>
                  <a:lnTo>
                    <a:pt x="31246" y="77917"/>
                  </a:lnTo>
                  <a:lnTo>
                    <a:pt x="31246" y="78172"/>
                  </a:lnTo>
                  <a:lnTo>
                    <a:pt x="32243" y="79319"/>
                  </a:lnTo>
                  <a:lnTo>
                    <a:pt x="32409" y="79447"/>
                  </a:lnTo>
                  <a:lnTo>
                    <a:pt x="32742" y="79319"/>
                  </a:lnTo>
                  <a:lnTo>
                    <a:pt x="33074" y="78937"/>
                  </a:lnTo>
                  <a:lnTo>
                    <a:pt x="33240" y="78682"/>
                  </a:lnTo>
                  <a:lnTo>
                    <a:pt x="33407" y="78809"/>
                  </a:lnTo>
                  <a:lnTo>
                    <a:pt x="33407" y="78427"/>
                  </a:lnTo>
                  <a:lnTo>
                    <a:pt x="33240" y="78172"/>
                  </a:lnTo>
                  <a:lnTo>
                    <a:pt x="33739" y="78044"/>
                  </a:lnTo>
                  <a:lnTo>
                    <a:pt x="33905" y="77917"/>
                  </a:lnTo>
                  <a:lnTo>
                    <a:pt x="34072" y="78044"/>
                  </a:lnTo>
                  <a:lnTo>
                    <a:pt x="34238" y="78427"/>
                  </a:lnTo>
                  <a:lnTo>
                    <a:pt x="34404" y="78554"/>
                  </a:lnTo>
                  <a:lnTo>
                    <a:pt x="34903" y="78427"/>
                  </a:lnTo>
                  <a:lnTo>
                    <a:pt x="35235" y="78044"/>
                  </a:lnTo>
                  <a:lnTo>
                    <a:pt x="35567" y="77917"/>
                  </a:lnTo>
                  <a:lnTo>
                    <a:pt x="38725" y="78937"/>
                  </a:lnTo>
                  <a:lnTo>
                    <a:pt x="38891" y="79829"/>
                  </a:lnTo>
                  <a:lnTo>
                    <a:pt x="39224" y="79829"/>
                  </a:lnTo>
                  <a:lnTo>
                    <a:pt x="39390" y="80085"/>
                  </a:lnTo>
                  <a:lnTo>
                    <a:pt x="39889" y="80722"/>
                  </a:lnTo>
                  <a:lnTo>
                    <a:pt x="40055" y="80977"/>
                  </a:lnTo>
                  <a:lnTo>
                    <a:pt x="40387" y="81232"/>
                  </a:lnTo>
                  <a:lnTo>
                    <a:pt x="41551" y="81742"/>
                  </a:lnTo>
                  <a:lnTo>
                    <a:pt x="41052" y="81997"/>
                  </a:lnTo>
                  <a:lnTo>
                    <a:pt x="40886" y="81997"/>
                  </a:lnTo>
                  <a:lnTo>
                    <a:pt x="41385" y="83145"/>
                  </a:lnTo>
                  <a:lnTo>
                    <a:pt x="41717" y="83145"/>
                  </a:lnTo>
                  <a:lnTo>
                    <a:pt x="42216" y="83018"/>
                  </a:lnTo>
                  <a:lnTo>
                    <a:pt x="42880" y="83273"/>
                  </a:lnTo>
                  <a:lnTo>
                    <a:pt x="42548" y="83655"/>
                  </a:lnTo>
                  <a:lnTo>
                    <a:pt x="42548" y="84038"/>
                  </a:lnTo>
                  <a:lnTo>
                    <a:pt x="42548" y="84548"/>
                  </a:lnTo>
                  <a:lnTo>
                    <a:pt x="42216" y="84803"/>
                  </a:lnTo>
                  <a:lnTo>
                    <a:pt x="43213" y="85568"/>
                  </a:lnTo>
                  <a:lnTo>
                    <a:pt x="43545" y="85696"/>
                  </a:lnTo>
                  <a:lnTo>
                    <a:pt x="43379" y="85696"/>
                  </a:lnTo>
                  <a:lnTo>
                    <a:pt x="44044" y="86333"/>
                  </a:lnTo>
                  <a:lnTo>
                    <a:pt x="44875" y="88119"/>
                  </a:lnTo>
                  <a:lnTo>
                    <a:pt x="45540" y="88884"/>
                  </a:lnTo>
                  <a:lnTo>
                    <a:pt x="47202" y="90031"/>
                  </a:lnTo>
                  <a:lnTo>
                    <a:pt x="48033" y="90797"/>
                  </a:lnTo>
                  <a:lnTo>
                    <a:pt x="48531" y="92199"/>
                  </a:lnTo>
                  <a:lnTo>
                    <a:pt x="48864" y="92454"/>
                  </a:lnTo>
                  <a:lnTo>
                    <a:pt x="49695" y="93219"/>
                  </a:lnTo>
                  <a:lnTo>
                    <a:pt x="50027" y="93347"/>
                  </a:lnTo>
                  <a:lnTo>
                    <a:pt x="53351" y="93730"/>
                  </a:lnTo>
                  <a:lnTo>
                    <a:pt x="53684" y="94112"/>
                  </a:lnTo>
                  <a:lnTo>
                    <a:pt x="54016" y="95897"/>
                  </a:lnTo>
                  <a:lnTo>
                    <a:pt x="54349" y="96153"/>
                  </a:lnTo>
                  <a:lnTo>
                    <a:pt x="54515" y="96280"/>
                  </a:lnTo>
                  <a:lnTo>
                    <a:pt x="55013" y="97045"/>
                  </a:lnTo>
                  <a:lnTo>
                    <a:pt x="55180" y="97173"/>
                  </a:lnTo>
                  <a:lnTo>
                    <a:pt x="55512" y="97173"/>
                  </a:lnTo>
                  <a:lnTo>
                    <a:pt x="56509" y="97555"/>
                  </a:lnTo>
                  <a:lnTo>
                    <a:pt x="56675" y="97810"/>
                  </a:lnTo>
                  <a:lnTo>
                    <a:pt x="56842" y="98320"/>
                  </a:lnTo>
                  <a:lnTo>
                    <a:pt x="57008" y="98958"/>
                  </a:lnTo>
                  <a:lnTo>
                    <a:pt x="57008" y="98831"/>
                  </a:lnTo>
                  <a:lnTo>
                    <a:pt x="57008" y="99086"/>
                  </a:lnTo>
                  <a:lnTo>
                    <a:pt x="57008" y="99468"/>
                  </a:lnTo>
                  <a:lnTo>
                    <a:pt x="57008" y="99723"/>
                  </a:lnTo>
                  <a:lnTo>
                    <a:pt x="57174" y="99978"/>
                  </a:lnTo>
                  <a:lnTo>
                    <a:pt x="57839" y="100233"/>
                  </a:lnTo>
                  <a:lnTo>
                    <a:pt x="58005" y="100361"/>
                  </a:lnTo>
                  <a:lnTo>
                    <a:pt x="58171" y="100998"/>
                  </a:lnTo>
                  <a:lnTo>
                    <a:pt x="58337" y="101381"/>
                  </a:lnTo>
                  <a:lnTo>
                    <a:pt x="58337" y="101891"/>
                  </a:lnTo>
                  <a:lnTo>
                    <a:pt x="58504" y="102274"/>
                  </a:lnTo>
                  <a:lnTo>
                    <a:pt x="58504" y="103549"/>
                  </a:lnTo>
                  <a:lnTo>
                    <a:pt x="59335" y="104569"/>
                  </a:lnTo>
                  <a:lnTo>
                    <a:pt x="60332" y="105079"/>
                  </a:lnTo>
                  <a:lnTo>
                    <a:pt x="62825" y="105972"/>
                  </a:lnTo>
                  <a:lnTo>
                    <a:pt x="63157" y="106482"/>
                  </a:lnTo>
                  <a:lnTo>
                    <a:pt x="62991" y="107120"/>
                  </a:lnTo>
                  <a:lnTo>
                    <a:pt x="62825" y="107630"/>
                  </a:lnTo>
                  <a:lnTo>
                    <a:pt x="62659" y="107757"/>
                  </a:lnTo>
                  <a:lnTo>
                    <a:pt x="62160" y="107757"/>
                  </a:lnTo>
                  <a:lnTo>
                    <a:pt x="63157" y="109543"/>
                  </a:lnTo>
                  <a:lnTo>
                    <a:pt x="64321" y="110945"/>
                  </a:lnTo>
                  <a:lnTo>
                    <a:pt x="64155" y="111583"/>
                  </a:lnTo>
                  <a:lnTo>
                    <a:pt x="64321" y="112221"/>
                  </a:lnTo>
                  <a:lnTo>
                    <a:pt x="64653" y="112986"/>
                  </a:lnTo>
                  <a:lnTo>
                    <a:pt x="64819" y="113368"/>
                  </a:lnTo>
                  <a:lnTo>
                    <a:pt x="64819" y="114006"/>
                  </a:lnTo>
                  <a:lnTo>
                    <a:pt x="64986" y="114261"/>
                  </a:lnTo>
                  <a:lnTo>
                    <a:pt x="65318" y="114899"/>
                  </a:lnTo>
                  <a:lnTo>
                    <a:pt x="65484" y="115026"/>
                  </a:lnTo>
                  <a:lnTo>
                    <a:pt x="65817" y="115791"/>
                  </a:lnTo>
                  <a:lnTo>
                    <a:pt x="65817" y="116301"/>
                  </a:lnTo>
                  <a:lnTo>
                    <a:pt x="65983" y="116556"/>
                  </a:lnTo>
                  <a:lnTo>
                    <a:pt x="66315" y="116684"/>
                  </a:lnTo>
                  <a:lnTo>
                    <a:pt x="68144" y="116556"/>
                  </a:lnTo>
                  <a:lnTo>
                    <a:pt x="68642" y="116301"/>
                  </a:lnTo>
                  <a:lnTo>
                    <a:pt x="70138" y="115026"/>
                  </a:lnTo>
                  <a:lnTo>
                    <a:pt x="70637" y="114899"/>
                  </a:lnTo>
                  <a:lnTo>
                    <a:pt x="71135" y="115026"/>
                  </a:lnTo>
                  <a:lnTo>
                    <a:pt x="71634" y="115409"/>
                  </a:lnTo>
                  <a:lnTo>
                    <a:pt x="74127" y="118724"/>
                  </a:lnTo>
                  <a:lnTo>
                    <a:pt x="74792" y="119489"/>
                  </a:lnTo>
                  <a:lnTo>
                    <a:pt x="75789" y="119744"/>
                  </a:lnTo>
                  <a:lnTo>
                    <a:pt x="75955" y="120000"/>
                  </a:lnTo>
                  <a:lnTo>
                    <a:pt x="76288" y="120000"/>
                  </a:lnTo>
                  <a:lnTo>
                    <a:pt x="76620" y="119744"/>
                  </a:lnTo>
                  <a:lnTo>
                    <a:pt x="76620" y="119617"/>
                  </a:lnTo>
                  <a:lnTo>
                    <a:pt x="76620" y="119234"/>
                  </a:lnTo>
                  <a:lnTo>
                    <a:pt x="76620" y="118979"/>
                  </a:lnTo>
                  <a:lnTo>
                    <a:pt x="77285" y="118724"/>
                  </a:lnTo>
                  <a:lnTo>
                    <a:pt x="79778" y="118979"/>
                  </a:lnTo>
                  <a:lnTo>
                    <a:pt x="80443" y="118597"/>
                  </a:lnTo>
                  <a:lnTo>
                    <a:pt x="81606" y="117066"/>
                  </a:lnTo>
                  <a:lnTo>
                    <a:pt x="82271" y="116811"/>
                  </a:lnTo>
                  <a:lnTo>
                    <a:pt x="82437" y="116556"/>
                  </a:lnTo>
                  <a:lnTo>
                    <a:pt x="84099" y="114643"/>
                  </a:lnTo>
                  <a:lnTo>
                    <a:pt x="85927" y="113623"/>
                  </a:lnTo>
                  <a:lnTo>
                    <a:pt x="86426" y="112858"/>
                  </a:lnTo>
                  <a:lnTo>
                    <a:pt x="86759" y="112221"/>
                  </a:lnTo>
                  <a:lnTo>
                    <a:pt x="87590" y="111073"/>
                  </a:lnTo>
                  <a:lnTo>
                    <a:pt x="88088" y="109798"/>
                  </a:lnTo>
                  <a:lnTo>
                    <a:pt x="88919" y="108522"/>
                  </a:lnTo>
                  <a:lnTo>
                    <a:pt x="89252" y="108140"/>
                  </a:lnTo>
                  <a:lnTo>
                    <a:pt x="88919" y="107885"/>
                  </a:lnTo>
                  <a:lnTo>
                    <a:pt x="87922" y="107630"/>
                  </a:lnTo>
                  <a:lnTo>
                    <a:pt x="87756" y="107502"/>
                  </a:lnTo>
                  <a:lnTo>
                    <a:pt x="87590" y="107630"/>
                  </a:lnTo>
                  <a:lnTo>
                    <a:pt x="87423" y="107502"/>
                  </a:lnTo>
                  <a:lnTo>
                    <a:pt x="87257" y="107375"/>
                  </a:lnTo>
                  <a:lnTo>
                    <a:pt x="87091" y="107247"/>
                  </a:lnTo>
                  <a:lnTo>
                    <a:pt x="86759" y="106737"/>
                  </a:lnTo>
                  <a:lnTo>
                    <a:pt x="86426" y="105717"/>
                  </a:lnTo>
                  <a:lnTo>
                    <a:pt x="86094" y="105462"/>
                  </a:lnTo>
                  <a:lnTo>
                    <a:pt x="85595" y="105462"/>
                  </a:lnTo>
                  <a:lnTo>
                    <a:pt x="85429" y="105334"/>
                  </a:lnTo>
                  <a:lnTo>
                    <a:pt x="84764" y="104697"/>
                  </a:lnTo>
                  <a:lnTo>
                    <a:pt x="84432" y="104569"/>
                  </a:lnTo>
                  <a:lnTo>
                    <a:pt x="84265" y="104569"/>
                  </a:lnTo>
                  <a:lnTo>
                    <a:pt x="84099" y="104442"/>
                  </a:lnTo>
                  <a:lnTo>
                    <a:pt x="83933" y="103676"/>
                  </a:lnTo>
                  <a:lnTo>
                    <a:pt x="83933" y="103294"/>
                  </a:lnTo>
                  <a:lnTo>
                    <a:pt x="83434" y="103166"/>
                  </a:lnTo>
                  <a:lnTo>
                    <a:pt x="82936" y="102911"/>
                  </a:lnTo>
                  <a:lnTo>
                    <a:pt x="82437" y="102784"/>
                  </a:lnTo>
                  <a:lnTo>
                    <a:pt x="82271" y="102274"/>
                  </a:lnTo>
                  <a:lnTo>
                    <a:pt x="82105" y="101509"/>
                  </a:lnTo>
                  <a:lnTo>
                    <a:pt x="81606" y="100871"/>
                  </a:lnTo>
                  <a:lnTo>
                    <a:pt x="82105" y="100616"/>
                  </a:lnTo>
                  <a:lnTo>
                    <a:pt x="81772" y="100233"/>
                  </a:lnTo>
                  <a:lnTo>
                    <a:pt x="81440" y="99978"/>
                  </a:lnTo>
                  <a:lnTo>
                    <a:pt x="80941" y="99851"/>
                  </a:lnTo>
                  <a:lnTo>
                    <a:pt x="80775" y="99723"/>
                  </a:lnTo>
                  <a:lnTo>
                    <a:pt x="80609" y="99596"/>
                  </a:lnTo>
                  <a:lnTo>
                    <a:pt x="80110" y="99851"/>
                  </a:lnTo>
                  <a:lnTo>
                    <a:pt x="79944" y="99851"/>
                  </a:lnTo>
                  <a:lnTo>
                    <a:pt x="79944" y="99851"/>
                  </a:lnTo>
                  <a:lnTo>
                    <a:pt x="79778" y="99723"/>
                  </a:lnTo>
                  <a:lnTo>
                    <a:pt x="80110" y="97683"/>
                  </a:lnTo>
                  <a:lnTo>
                    <a:pt x="80941" y="96025"/>
                  </a:lnTo>
                  <a:lnTo>
                    <a:pt x="82770" y="93475"/>
                  </a:lnTo>
                  <a:lnTo>
                    <a:pt x="82770" y="93475"/>
                  </a:lnTo>
                  <a:lnTo>
                    <a:pt x="83102" y="93219"/>
                  </a:lnTo>
                  <a:lnTo>
                    <a:pt x="83933" y="93219"/>
                  </a:lnTo>
                  <a:lnTo>
                    <a:pt x="84265" y="93092"/>
                  </a:lnTo>
                  <a:lnTo>
                    <a:pt x="84265" y="92582"/>
                  </a:lnTo>
                  <a:lnTo>
                    <a:pt x="83434" y="91434"/>
                  </a:lnTo>
                  <a:lnTo>
                    <a:pt x="84432" y="91179"/>
                  </a:lnTo>
                  <a:lnTo>
                    <a:pt x="84265" y="91434"/>
                  </a:lnTo>
                  <a:lnTo>
                    <a:pt x="84265" y="91434"/>
                  </a:lnTo>
                  <a:lnTo>
                    <a:pt x="84265" y="91434"/>
                  </a:lnTo>
                  <a:lnTo>
                    <a:pt x="84265" y="91434"/>
                  </a:lnTo>
                  <a:lnTo>
                    <a:pt x="84598" y="91817"/>
                  </a:lnTo>
                  <a:lnTo>
                    <a:pt x="84764" y="91817"/>
                  </a:lnTo>
                  <a:lnTo>
                    <a:pt x="85096" y="91944"/>
                  </a:lnTo>
                  <a:lnTo>
                    <a:pt x="85096" y="92454"/>
                  </a:lnTo>
                  <a:lnTo>
                    <a:pt x="84930" y="92709"/>
                  </a:lnTo>
                  <a:lnTo>
                    <a:pt x="83268" y="95642"/>
                  </a:lnTo>
                  <a:lnTo>
                    <a:pt x="82936" y="96535"/>
                  </a:lnTo>
                  <a:lnTo>
                    <a:pt x="82770" y="98575"/>
                  </a:lnTo>
                  <a:lnTo>
                    <a:pt x="82770" y="98831"/>
                  </a:lnTo>
                  <a:lnTo>
                    <a:pt x="82603" y="99086"/>
                  </a:lnTo>
                  <a:lnTo>
                    <a:pt x="82770" y="99596"/>
                  </a:lnTo>
                  <a:lnTo>
                    <a:pt x="83102" y="99978"/>
                  </a:lnTo>
                  <a:lnTo>
                    <a:pt x="84764" y="102019"/>
                  </a:lnTo>
                  <a:lnTo>
                    <a:pt x="85595" y="102401"/>
                  </a:lnTo>
                  <a:lnTo>
                    <a:pt x="87091" y="102784"/>
                  </a:lnTo>
                  <a:lnTo>
                    <a:pt x="87756" y="102784"/>
                  </a:lnTo>
                  <a:lnTo>
                    <a:pt x="90415" y="102274"/>
                  </a:lnTo>
                  <a:lnTo>
                    <a:pt x="90747" y="102274"/>
                  </a:lnTo>
                  <a:lnTo>
                    <a:pt x="91578" y="102656"/>
                  </a:lnTo>
                  <a:lnTo>
                    <a:pt x="94404" y="102784"/>
                  </a:lnTo>
                  <a:lnTo>
                    <a:pt x="95235" y="103421"/>
                  </a:lnTo>
                  <a:lnTo>
                    <a:pt x="95567" y="103804"/>
                  </a:lnTo>
                  <a:lnTo>
                    <a:pt x="95900" y="103931"/>
                  </a:lnTo>
                  <a:lnTo>
                    <a:pt x="100387" y="103931"/>
                  </a:lnTo>
                  <a:lnTo>
                    <a:pt x="100720" y="103804"/>
                  </a:lnTo>
                  <a:lnTo>
                    <a:pt x="103379" y="102146"/>
                  </a:lnTo>
                  <a:lnTo>
                    <a:pt x="105207" y="101509"/>
                  </a:lnTo>
                  <a:lnTo>
                    <a:pt x="107368" y="99851"/>
                  </a:lnTo>
                  <a:lnTo>
                    <a:pt x="107534" y="99341"/>
                  </a:lnTo>
                  <a:lnTo>
                    <a:pt x="107867" y="98575"/>
                  </a:lnTo>
                  <a:lnTo>
                    <a:pt x="108698" y="97428"/>
                  </a:lnTo>
                  <a:lnTo>
                    <a:pt x="109196" y="95770"/>
                  </a:lnTo>
                  <a:lnTo>
                    <a:pt x="109529" y="95132"/>
                  </a:lnTo>
                  <a:lnTo>
                    <a:pt x="110027" y="94877"/>
                  </a:lnTo>
                  <a:lnTo>
                    <a:pt x="111523" y="95005"/>
                  </a:lnTo>
                  <a:lnTo>
                    <a:pt x="112022" y="94750"/>
                  </a:lnTo>
                  <a:lnTo>
                    <a:pt x="112686" y="94112"/>
                  </a:lnTo>
                  <a:lnTo>
                    <a:pt x="113185" y="93475"/>
                  </a:lnTo>
                  <a:lnTo>
                    <a:pt x="113684" y="93092"/>
                  </a:lnTo>
                  <a:lnTo>
                    <a:pt x="114182" y="92837"/>
                  </a:lnTo>
                  <a:lnTo>
                    <a:pt x="115013" y="93475"/>
                  </a:lnTo>
                  <a:lnTo>
                    <a:pt x="114016" y="93730"/>
                  </a:lnTo>
                  <a:lnTo>
                    <a:pt x="113850" y="93985"/>
                  </a:lnTo>
                  <a:lnTo>
                    <a:pt x="113684" y="94622"/>
                  </a:lnTo>
                  <a:lnTo>
                    <a:pt x="113850" y="95260"/>
                  </a:lnTo>
                  <a:lnTo>
                    <a:pt x="114182" y="95387"/>
                  </a:lnTo>
                  <a:lnTo>
                    <a:pt x="116011" y="94750"/>
                  </a:lnTo>
                  <a:lnTo>
                    <a:pt x="116675" y="94367"/>
                  </a:lnTo>
                  <a:lnTo>
                    <a:pt x="117174" y="93475"/>
                  </a:lnTo>
                  <a:lnTo>
                    <a:pt x="118171" y="89904"/>
                  </a:lnTo>
                  <a:lnTo>
                    <a:pt x="118005" y="89266"/>
                  </a:lnTo>
                  <a:lnTo>
                    <a:pt x="117506" y="89011"/>
                  </a:lnTo>
                  <a:lnTo>
                    <a:pt x="116842" y="89011"/>
                  </a:lnTo>
                  <a:lnTo>
                    <a:pt x="115844" y="89521"/>
                  </a:lnTo>
                  <a:lnTo>
                    <a:pt x="114847" y="90159"/>
                  </a:lnTo>
                  <a:lnTo>
                    <a:pt x="113850" y="90669"/>
                  </a:lnTo>
                  <a:lnTo>
                    <a:pt x="112853" y="90159"/>
                  </a:lnTo>
                  <a:lnTo>
                    <a:pt x="112853" y="89904"/>
                  </a:lnTo>
                  <a:lnTo>
                    <a:pt x="114016" y="88756"/>
                  </a:lnTo>
                  <a:lnTo>
                    <a:pt x="114847" y="88501"/>
                  </a:lnTo>
                  <a:lnTo>
                    <a:pt x="115180" y="88119"/>
                  </a:lnTo>
                  <a:lnTo>
                    <a:pt x="115512" y="87991"/>
                  </a:lnTo>
                  <a:lnTo>
                    <a:pt x="115678" y="87991"/>
                  </a:lnTo>
                  <a:lnTo>
                    <a:pt x="116343" y="88374"/>
                  </a:lnTo>
                  <a:lnTo>
                    <a:pt x="116509" y="88501"/>
                  </a:lnTo>
                  <a:lnTo>
                    <a:pt x="117174" y="88246"/>
                  </a:lnTo>
                  <a:lnTo>
                    <a:pt x="117506" y="87481"/>
                  </a:lnTo>
                  <a:lnTo>
                    <a:pt x="117673" y="86333"/>
                  </a:lnTo>
                  <a:lnTo>
                    <a:pt x="117673" y="84930"/>
                  </a:lnTo>
                  <a:lnTo>
                    <a:pt x="117340" y="84293"/>
                  </a:lnTo>
                  <a:lnTo>
                    <a:pt x="114681" y="85568"/>
                  </a:lnTo>
                  <a:lnTo>
                    <a:pt x="114016" y="85313"/>
                  </a:lnTo>
                  <a:lnTo>
                    <a:pt x="112853" y="84803"/>
                  </a:lnTo>
                  <a:lnTo>
                    <a:pt x="112354" y="84675"/>
                  </a:lnTo>
                  <a:lnTo>
                    <a:pt x="111523" y="84803"/>
                  </a:lnTo>
                  <a:lnTo>
                    <a:pt x="111024" y="84675"/>
                  </a:lnTo>
                  <a:lnTo>
                    <a:pt x="110526" y="84420"/>
                  </a:lnTo>
                  <a:lnTo>
                    <a:pt x="117008" y="82507"/>
                  </a:lnTo>
                  <a:lnTo>
                    <a:pt x="117340" y="81997"/>
                  </a:lnTo>
                  <a:lnTo>
                    <a:pt x="117506" y="81232"/>
                  </a:lnTo>
                  <a:lnTo>
                    <a:pt x="117506" y="80467"/>
                  </a:lnTo>
                  <a:lnTo>
                    <a:pt x="117340" y="79702"/>
                  </a:lnTo>
                  <a:lnTo>
                    <a:pt x="117174" y="79319"/>
                  </a:lnTo>
                  <a:lnTo>
                    <a:pt x="117174" y="79319"/>
                  </a:lnTo>
                  <a:lnTo>
                    <a:pt x="116842" y="78554"/>
                  </a:lnTo>
                  <a:lnTo>
                    <a:pt x="116675" y="77279"/>
                  </a:lnTo>
                  <a:lnTo>
                    <a:pt x="116509" y="76131"/>
                  </a:lnTo>
                  <a:lnTo>
                    <a:pt x="116343" y="75239"/>
                  </a:lnTo>
                  <a:lnTo>
                    <a:pt x="115844" y="75494"/>
                  </a:lnTo>
                  <a:lnTo>
                    <a:pt x="115512" y="75621"/>
                  </a:lnTo>
                  <a:lnTo>
                    <a:pt x="115180" y="75494"/>
                  </a:lnTo>
                  <a:lnTo>
                    <a:pt x="114847" y="74984"/>
                  </a:lnTo>
                  <a:lnTo>
                    <a:pt x="115512" y="74601"/>
                  </a:lnTo>
                  <a:lnTo>
                    <a:pt x="115844" y="74346"/>
                  </a:lnTo>
                  <a:lnTo>
                    <a:pt x="115678" y="73963"/>
                  </a:lnTo>
                  <a:lnTo>
                    <a:pt x="115512" y="73708"/>
                  </a:lnTo>
                  <a:lnTo>
                    <a:pt x="115512" y="73581"/>
                  </a:lnTo>
                  <a:lnTo>
                    <a:pt x="115180" y="73453"/>
                  </a:lnTo>
                  <a:lnTo>
                    <a:pt x="114847" y="73963"/>
                  </a:lnTo>
                  <a:lnTo>
                    <a:pt x="114016" y="73836"/>
                  </a:lnTo>
                  <a:lnTo>
                    <a:pt x="112520" y="72943"/>
                  </a:lnTo>
                  <a:lnTo>
                    <a:pt x="110360" y="72306"/>
                  </a:lnTo>
                  <a:lnTo>
                    <a:pt x="109529" y="71795"/>
                  </a:lnTo>
                  <a:lnTo>
                    <a:pt x="112188" y="71795"/>
                  </a:lnTo>
                  <a:lnTo>
                    <a:pt x="113185" y="72051"/>
                  </a:lnTo>
                  <a:lnTo>
                    <a:pt x="113518" y="72051"/>
                  </a:lnTo>
                  <a:lnTo>
                    <a:pt x="116011" y="70393"/>
                  </a:lnTo>
                  <a:lnTo>
                    <a:pt x="116343" y="70138"/>
                  </a:lnTo>
                  <a:lnTo>
                    <a:pt x="116343" y="69883"/>
                  </a:lnTo>
                  <a:lnTo>
                    <a:pt x="116509" y="69755"/>
                  </a:lnTo>
                  <a:lnTo>
                    <a:pt x="116675" y="69628"/>
                  </a:lnTo>
                  <a:lnTo>
                    <a:pt x="117008" y="69628"/>
                  </a:lnTo>
                  <a:lnTo>
                    <a:pt x="117174" y="69628"/>
                  </a:lnTo>
                  <a:lnTo>
                    <a:pt x="117506" y="69245"/>
                  </a:lnTo>
                  <a:lnTo>
                    <a:pt x="118005" y="68735"/>
                  </a:lnTo>
                  <a:lnTo>
                    <a:pt x="118005" y="68480"/>
                  </a:lnTo>
                  <a:lnTo>
                    <a:pt x="118005" y="68225"/>
                  </a:lnTo>
                  <a:lnTo>
                    <a:pt x="118171" y="67970"/>
                  </a:lnTo>
                  <a:lnTo>
                    <a:pt x="118337" y="67587"/>
                  </a:lnTo>
                  <a:lnTo>
                    <a:pt x="118670" y="67460"/>
                  </a:lnTo>
                  <a:lnTo>
                    <a:pt x="119335" y="67587"/>
                  </a:lnTo>
                  <a:lnTo>
                    <a:pt x="119667" y="67332"/>
                  </a:lnTo>
                  <a:lnTo>
                    <a:pt x="120000" y="6695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Shape 5177"/>
            <p:cNvSpPr/>
            <p:nvPr/>
          </p:nvSpPr>
          <p:spPr>
            <a:xfrm>
              <a:off x="11136571" y="4262782"/>
              <a:ext cx="7937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823" y="48000"/>
                  </a:moveTo>
                  <a:lnTo>
                    <a:pt x="112941" y="38400"/>
                  </a:lnTo>
                  <a:lnTo>
                    <a:pt x="120000" y="24000"/>
                  </a:lnTo>
                  <a:lnTo>
                    <a:pt x="105882" y="9600"/>
                  </a:lnTo>
                  <a:lnTo>
                    <a:pt x="70588" y="0"/>
                  </a:lnTo>
                  <a:lnTo>
                    <a:pt x="42352" y="0"/>
                  </a:lnTo>
                  <a:lnTo>
                    <a:pt x="21176" y="4800"/>
                  </a:lnTo>
                  <a:lnTo>
                    <a:pt x="28235" y="24000"/>
                  </a:lnTo>
                  <a:lnTo>
                    <a:pt x="21176" y="38400"/>
                  </a:lnTo>
                  <a:lnTo>
                    <a:pt x="7058" y="48000"/>
                  </a:lnTo>
                  <a:lnTo>
                    <a:pt x="0" y="52800"/>
                  </a:lnTo>
                  <a:lnTo>
                    <a:pt x="42352" y="100800"/>
                  </a:lnTo>
                  <a:lnTo>
                    <a:pt x="63529" y="120000"/>
                  </a:lnTo>
                  <a:lnTo>
                    <a:pt x="91764" y="120000"/>
                  </a:lnTo>
                  <a:lnTo>
                    <a:pt x="98823" y="110400"/>
                  </a:lnTo>
                  <a:lnTo>
                    <a:pt x="98823" y="105600"/>
                  </a:lnTo>
                  <a:lnTo>
                    <a:pt x="91764" y="96000"/>
                  </a:lnTo>
                  <a:lnTo>
                    <a:pt x="91764" y="72000"/>
                  </a:lnTo>
                  <a:lnTo>
                    <a:pt x="91764" y="62400"/>
                  </a:lnTo>
                  <a:lnTo>
                    <a:pt x="98823" y="4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Shape 5178"/>
            <p:cNvSpPr/>
            <p:nvPr/>
          </p:nvSpPr>
          <p:spPr>
            <a:xfrm>
              <a:off x="11435021" y="3780182"/>
              <a:ext cx="7937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8888"/>
                  </a:moveTo>
                  <a:lnTo>
                    <a:pt x="64000" y="0"/>
                  </a:lnTo>
                  <a:lnTo>
                    <a:pt x="40000" y="0"/>
                  </a:lnTo>
                  <a:lnTo>
                    <a:pt x="0" y="31111"/>
                  </a:lnTo>
                  <a:lnTo>
                    <a:pt x="56000" y="102222"/>
                  </a:lnTo>
                  <a:lnTo>
                    <a:pt x="80000" y="115555"/>
                  </a:lnTo>
                  <a:lnTo>
                    <a:pt x="96000" y="120000"/>
                  </a:lnTo>
                  <a:lnTo>
                    <a:pt x="112000" y="111111"/>
                  </a:lnTo>
                  <a:lnTo>
                    <a:pt x="120000" y="97777"/>
                  </a:lnTo>
                  <a:lnTo>
                    <a:pt x="120000" y="71111"/>
                  </a:lnTo>
                  <a:lnTo>
                    <a:pt x="112000" y="44444"/>
                  </a:lnTo>
                  <a:lnTo>
                    <a:pt x="104000" y="31111"/>
                  </a:lnTo>
                  <a:lnTo>
                    <a:pt x="72000" y="888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Shape 5179"/>
            <p:cNvSpPr/>
            <p:nvPr/>
          </p:nvSpPr>
          <p:spPr>
            <a:xfrm>
              <a:off x="11260396" y="4685057"/>
              <a:ext cx="11113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428" y="43636"/>
                  </a:moveTo>
                  <a:lnTo>
                    <a:pt x="91428" y="7272"/>
                  </a:lnTo>
                  <a:lnTo>
                    <a:pt x="74285" y="0"/>
                  </a:lnTo>
                  <a:lnTo>
                    <a:pt x="28571" y="29090"/>
                  </a:lnTo>
                  <a:lnTo>
                    <a:pt x="0" y="21818"/>
                  </a:lnTo>
                  <a:lnTo>
                    <a:pt x="5714" y="36363"/>
                  </a:lnTo>
                  <a:lnTo>
                    <a:pt x="28571" y="54545"/>
                  </a:lnTo>
                  <a:lnTo>
                    <a:pt x="34285" y="61818"/>
                  </a:lnTo>
                  <a:lnTo>
                    <a:pt x="40000" y="80000"/>
                  </a:lnTo>
                  <a:lnTo>
                    <a:pt x="45714" y="90909"/>
                  </a:lnTo>
                  <a:lnTo>
                    <a:pt x="57142" y="112727"/>
                  </a:lnTo>
                  <a:lnTo>
                    <a:pt x="85714" y="120000"/>
                  </a:lnTo>
                  <a:lnTo>
                    <a:pt x="102857" y="116363"/>
                  </a:lnTo>
                  <a:lnTo>
                    <a:pt x="120000" y="90909"/>
                  </a:lnTo>
                  <a:lnTo>
                    <a:pt x="97142" y="80000"/>
                  </a:lnTo>
                  <a:lnTo>
                    <a:pt x="91428" y="76363"/>
                  </a:lnTo>
                  <a:lnTo>
                    <a:pt x="91428" y="58181"/>
                  </a:lnTo>
                  <a:lnTo>
                    <a:pt x="91428" y="436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Shape 5180"/>
            <p:cNvSpPr/>
            <p:nvPr/>
          </p:nvSpPr>
          <p:spPr>
            <a:xfrm>
              <a:off x="11471532" y="3970682"/>
              <a:ext cx="12699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1428"/>
                  </a:moveTo>
                  <a:lnTo>
                    <a:pt x="115000" y="2857"/>
                  </a:lnTo>
                  <a:lnTo>
                    <a:pt x="105000" y="0"/>
                  </a:lnTo>
                  <a:lnTo>
                    <a:pt x="85000" y="0"/>
                  </a:lnTo>
                  <a:lnTo>
                    <a:pt x="65000" y="0"/>
                  </a:lnTo>
                  <a:lnTo>
                    <a:pt x="25000" y="14285"/>
                  </a:lnTo>
                  <a:lnTo>
                    <a:pt x="15000" y="25714"/>
                  </a:lnTo>
                  <a:lnTo>
                    <a:pt x="15000" y="28571"/>
                  </a:lnTo>
                  <a:lnTo>
                    <a:pt x="15000" y="31428"/>
                  </a:lnTo>
                  <a:lnTo>
                    <a:pt x="20000" y="34285"/>
                  </a:lnTo>
                  <a:lnTo>
                    <a:pt x="20000" y="37142"/>
                  </a:lnTo>
                  <a:lnTo>
                    <a:pt x="20000" y="45714"/>
                  </a:lnTo>
                  <a:lnTo>
                    <a:pt x="20000" y="51428"/>
                  </a:lnTo>
                  <a:lnTo>
                    <a:pt x="35000" y="57142"/>
                  </a:lnTo>
                  <a:lnTo>
                    <a:pt x="60000" y="54285"/>
                  </a:lnTo>
                  <a:lnTo>
                    <a:pt x="70000" y="57142"/>
                  </a:lnTo>
                  <a:lnTo>
                    <a:pt x="55000" y="74285"/>
                  </a:lnTo>
                  <a:lnTo>
                    <a:pt x="10000" y="88571"/>
                  </a:lnTo>
                  <a:lnTo>
                    <a:pt x="0" y="108571"/>
                  </a:lnTo>
                  <a:lnTo>
                    <a:pt x="35000" y="117142"/>
                  </a:lnTo>
                  <a:lnTo>
                    <a:pt x="50000" y="120000"/>
                  </a:lnTo>
                  <a:lnTo>
                    <a:pt x="70000" y="111428"/>
                  </a:lnTo>
                  <a:lnTo>
                    <a:pt x="90000" y="111428"/>
                  </a:lnTo>
                  <a:lnTo>
                    <a:pt x="105000" y="105714"/>
                  </a:lnTo>
                  <a:lnTo>
                    <a:pt x="100000" y="88571"/>
                  </a:lnTo>
                  <a:lnTo>
                    <a:pt x="105000" y="68571"/>
                  </a:lnTo>
                  <a:lnTo>
                    <a:pt x="120000" y="1142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Shape 5181"/>
            <p:cNvSpPr/>
            <p:nvPr/>
          </p:nvSpPr>
          <p:spPr>
            <a:xfrm>
              <a:off x="11487407" y="3945282"/>
              <a:ext cx="1587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20000"/>
                  </a:lnTo>
                  <a:lnTo>
                    <a:pt x="120000" y="60000"/>
                  </a:lnTo>
                  <a:lnTo>
                    <a:pt x="0" y="600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Shape 5182"/>
            <p:cNvSpPr/>
            <p:nvPr/>
          </p:nvSpPr>
          <p:spPr>
            <a:xfrm>
              <a:off x="11431846" y="3527769"/>
              <a:ext cx="298450" cy="419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601" y="11378"/>
                  </a:moveTo>
                  <a:lnTo>
                    <a:pt x="117026" y="10922"/>
                  </a:lnTo>
                  <a:lnTo>
                    <a:pt x="117238" y="10922"/>
                  </a:lnTo>
                  <a:lnTo>
                    <a:pt x="117663" y="11074"/>
                  </a:lnTo>
                  <a:lnTo>
                    <a:pt x="117876" y="11378"/>
                  </a:lnTo>
                  <a:lnTo>
                    <a:pt x="118088" y="11833"/>
                  </a:lnTo>
                  <a:lnTo>
                    <a:pt x="118513" y="12136"/>
                  </a:lnTo>
                  <a:lnTo>
                    <a:pt x="118938" y="12439"/>
                  </a:lnTo>
                  <a:lnTo>
                    <a:pt x="119362" y="11529"/>
                  </a:lnTo>
                  <a:lnTo>
                    <a:pt x="120000" y="9102"/>
                  </a:lnTo>
                  <a:lnTo>
                    <a:pt x="118725" y="8495"/>
                  </a:lnTo>
                  <a:lnTo>
                    <a:pt x="118088" y="8343"/>
                  </a:lnTo>
                  <a:lnTo>
                    <a:pt x="117663" y="8343"/>
                  </a:lnTo>
                  <a:lnTo>
                    <a:pt x="116601" y="8040"/>
                  </a:lnTo>
                  <a:lnTo>
                    <a:pt x="116389" y="8192"/>
                  </a:lnTo>
                  <a:lnTo>
                    <a:pt x="116389" y="8798"/>
                  </a:lnTo>
                  <a:lnTo>
                    <a:pt x="109805" y="7433"/>
                  </a:lnTo>
                  <a:lnTo>
                    <a:pt x="101309" y="5309"/>
                  </a:lnTo>
                  <a:lnTo>
                    <a:pt x="93026" y="5613"/>
                  </a:lnTo>
                  <a:lnTo>
                    <a:pt x="88566" y="5006"/>
                  </a:lnTo>
                  <a:lnTo>
                    <a:pt x="84318" y="6219"/>
                  </a:lnTo>
                  <a:lnTo>
                    <a:pt x="83256" y="5613"/>
                  </a:lnTo>
                  <a:lnTo>
                    <a:pt x="79008" y="7433"/>
                  </a:lnTo>
                  <a:lnTo>
                    <a:pt x="78584" y="7737"/>
                  </a:lnTo>
                  <a:lnTo>
                    <a:pt x="78371" y="8040"/>
                  </a:lnTo>
                  <a:lnTo>
                    <a:pt x="77309" y="8040"/>
                  </a:lnTo>
                  <a:lnTo>
                    <a:pt x="77097" y="8192"/>
                  </a:lnTo>
                  <a:lnTo>
                    <a:pt x="77097" y="8495"/>
                  </a:lnTo>
                  <a:lnTo>
                    <a:pt x="77309" y="9557"/>
                  </a:lnTo>
                  <a:lnTo>
                    <a:pt x="77097" y="10012"/>
                  </a:lnTo>
                  <a:lnTo>
                    <a:pt x="77309" y="10012"/>
                  </a:lnTo>
                  <a:lnTo>
                    <a:pt x="77097" y="10316"/>
                  </a:lnTo>
                  <a:lnTo>
                    <a:pt x="72637" y="11074"/>
                  </a:lnTo>
                  <a:lnTo>
                    <a:pt x="72849" y="10619"/>
                  </a:lnTo>
                  <a:lnTo>
                    <a:pt x="72637" y="10619"/>
                  </a:lnTo>
                  <a:lnTo>
                    <a:pt x="73486" y="9102"/>
                  </a:lnTo>
                  <a:lnTo>
                    <a:pt x="73486" y="8343"/>
                  </a:lnTo>
                  <a:lnTo>
                    <a:pt x="72212" y="6826"/>
                  </a:lnTo>
                  <a:lnTo>
                    <a:pt x="70938" y="5613"/>
                  </a:lnTo>
                  <a:lnTo>
                    <a:pt x="69663" y="5006"/>
                  </a:lnTo>
                  <a:lnTo>
                    <a:pt x="67539" y="4551"/>
                  </a:lnTo>
                  <a:lnTo>
                    <a:pt x="64566" y="3034"/>
                  </a:lnTo>
                  <a:lnTo>
                    <a:pt x="63929" y="3185"/>
                  </a:lnTo>
                  <a:lnTo>
                    <a:pt x="62867" y="4096"/>
                  </a:lnTo>
                  <a:lnTo>
                    <a:pt x="62867" y="4247"/>
                  </a:lnTo>
                  <a:lnTo>
                    <a:pt x="62442" y="4247"/>
                  </a:lnTo>
                  <a:lnTo>
                    <a:pt x="62017" y="3792"/>
                  </a:lnTo>
                  <a:lnTo>
                    <a:pt x="62017" y="2882"/>
                  </a:lnTo>
                  <a:lnTo>
                    <a:pt x="61592" y="2275"/>
                  </a:lnTo>
                  <a:lnTo>
                    <a:pt x="60743" y="1972"/>
                  </a:lnTo>
                  <a:lnTo>
                    <a:pt x="56070" y="1668"/>
                  </a:lnTo>
                  <a:lnTo>
                    <a:pt x="50123" y="0"/>
                  </a:lnTo>
                  <a:lnTo>
                    <a:pt x="46088" y="455"/>
                  </a:lnTo>
                  <a:lnTo>
                    <a:pt x="41628" y="910"/>
                  </a:lnTo>
                  <a:lnTo>
                    <a:pt x="40566" y="1668"/>
                  </a:lnTo>
                  <a:lnTo>
                    <a:pt x="39929" y="3034"/>
                  </a:lnTo>
                  <a:lnTo>
                    <a:pt x="40141" y="3792"/>
                  </a:lnTo>
                  <a:lnTo>
                    <a:pt x="40566" y="4551"/>
                  </a:lnTo>
                  <a:lnTo>
                    <a:pt x="40566" y="5309"/>
                  </a:lnTo>
                  <a:lnTo>
                    <a:pt x="41203" y="5461"/>
                  </a:lnTo>
                  <a:lnTo>
                    <a:pt x="40566" y="6068"/>
                  </a:lnTo>
                  <a:lnTo>
                    <a:pt x="39716" y="6068"/>
                  </a:lnTo>
                  <a:lnTo>
                    <a:pt x="39079" y="5613"/>
                  </a:lnTo>
                  <a:lnTo>
                    <a:pt x="37380" y="3640"/>
                  </a:lnTo>
                  <a:lnTo>
                    <a:pt x="36530" y="2882"/>
                  </a:lnTo>
                  <a:lnTo>
                    <a:pt x="26761" y="3944"/>
                  </a:lnTo>
                  <a:lnTo>
                    <a:pt x="26336" y="4247"/>
                  </a:lnTo>
                  <a:lnTo>
                    <a:pt x="26123" y="4551"/>
                  </a:lnTo>
                  <a:lnTo>
                    <a:pt x="25911" y="5461"/>
                  </a:lnTo>
                  <a:lnTo>
                    <a:pt x="25486" y="5764"/>
                  </a:lnTo>
                  <a:lnTo>
                    <a:pt x="25061" y="5916"/>
                  </a:lnTo>
                  <a:lnTo>
                    <a:pt x="21026" y="6219"/>
                  </a:lnTo>
                  <a:lnTo>
                    <a:pt x="19327" y="6068"/>
                  </a:lnTo>
                  <a:lnTo>
                    <a:pt x="19115" y="6219"/>
                  </a:lnTo>
                  <a:lnTo>
                    <a:pt x="17628" y="8040"/>
                  </a:lnTo>
                  <a:lnTo>
                    <a:pt x="16778" y="8495"/>
                  </a:lnTo>
                  <a:lnTo>
                    <a:pt x="14867" y="9102"/>
                  </a:lnTo>
                  <a:lnTo>
                    <a:pt x="12955" y="10316"/>
                  </a:lnTo>
                  <a:lnTo>
                    <a:pt x="8495" y="11529"/>
                  </a:lnTo>
                  <a:lnTo>
                    <a:pt x="7646" y="12591"/>
                  </a:lnTo>
                  <a:lnTo>
                    <a:pt x="7433" y="13350"/>
                  </a:lnTo>
                  <a:lnTo>
                    <a:pt x="7221" y="14867"/>
                  </a:lnTo>
                  <a:lnTo>
                    <a:pt x="7433" y="16384"/>
                  </a:lnTo>
                  <a:lnTo>
                    <a:pt x="7858" y="17749"/>
                  </a:lnTo>
                  <a:lnTo>
                    <a:pt x="8283" y="18508"/>
                  </a:lnTo>
                  <a:lnTo>
                    <a:pt x="8707" y="19115"/>
                  </a:lnTo>
                  <a:lnTo>
                    <a:pt x="9557" y="19418"/>
                  </a:lnTo>
                  <a:lnTo>
                    <a:pt x="10619" y="20025"/>
                  </a:lnTo>
                  <a:lnTo>
                    <a:pt x="11681" y="21087"/>
                  </a:lnTo>
                  <a:lnTo>
                    <a:pt x="12318" y="20935"/>
                  </a:lnTo>
                  <a:lnTo>
                    <a:pt x="12318" y="20783"/>
                  </a:lnTo>
                  <a:lnTo>
                    <a:pt x="12530" y="20176"/>
                  </a:lnTo>
                  <a:lnTo>
                    <a:pt x="12530" y="20025"/>
                  </a:lnTo>
                  <a:lnTo>
                    <a:pt x="13380" y="19418"/>
                  </a:lnTo>
                  <a:lnTo>
                    <a:pt x="14017" y="19115"/>
                  </a:lnTo>
                  <a:lnTo>
                    <a:pt x="14442" y="19266"/>
                  </a:lnTo>
                  <a:lnTo>
                    <a:pt x="15504" y="20025"/>
                  </a:lnTo>
                  <a:lnTo>
                    <a:pt x="15929" y="20176"/>
                  </a:lnTo>
                  <a:lnTo>
                    <a:pt x="16141" y="20480"/>
                  </a:lnTo>
                  <a:lnTo>
                    <a:pt x="12530" y="21694"/>
                  </a:lnTo>
                  <a:lnTo>
                    <a:pt x="12955" y="22907"/>
                  </a:lnTo>
                  <a:lnTo>
                    <a:pt x="13805" y="23514"/>
                  </a:lnTo>
                  <a:lnTo>
                    <a:pt x="15079" y="24576"/>
                  </a:lnTo>
                  <a:lnTo>
                    <a:pt x="15504" y="24728"/>
                  </a:lnTo>
                  <a:lnTo>
                    <a:pt x="15929" y="25335"/>
                  </a:lnTo>
                  <a:lnTo>
                    <a:pt x="17628" y="26548"/>
                  </a:lnTo>
                  <a:lnTo>
                    <a:pt x="17840" y="27003"/>
                  </a:lnTo>
                  <a:lnTo>
                    <a:pt x="19752" y="27914"/>
                  </a:lnTo>
                  <a:lnTo>
                    <a:pt x="22938" y="28065"/>
                  </a:lnTo>
                  <a:lnTo>
                    <a:pt x="24637" y="29582"/>
                  </a:lnTo>
                  <a:lnTo>
                    <a:pt x="20601" y="30037"/>
                  </a:lnTo>
                  <a:lnTo>
                    <a:pt x="15716" y="29279"/>
                  </a:lnTo>
                  <a:lnTo>
                    <a:pt x="14017" y="28217"/>
                  </a:lnTo>
                  <a:lnTo>
                    <a:pt x="10194" y="24728"/>
                  </a:lnTo>
                  <a:lnTo>
                    <a:pt x="9557" y="24424"/>
                  </a:lnTo>
                  <a:lnTo>
                    <a:pt x="8707" y="24424"/>
                  </a:lnTo>
                  <a:lnTo>
                    <a:pt x="7858" y="25335"/>
                  </a:lnTo>
                  <a:lnTo>
                    <a:pt x="7646" y="25183"/>
                  </a:lnTo>
                  <a:lnTo>
                    <a:pt x="7433" y="24728"/>
                  </a:lnTo>
                  <a:lnTo>
                    <a:pt x="7221" y="24424"/>
                  </a:lnTo>
                  <a:lnTo>
                    <a:pt x="6796" y="24121"/>
                  </a:lnTo>
                  <a:lnTo>
                    <a:pt x="6371" y="23969"/>
                  </a:lnTo>
                  <a:lnTo>
                    <a:pt x="5946" y="23969"/>
                  </a:lnTo>
                  <a:lnTo>
                    <a:pt x="5522" y="24121"/>
                  </a:lnTo>
                  <a:lnTo>
                    <a:pt x="2973" y="26245"/>
                  </a:lnTo>
                  <a:lnTo>
                    <a:pt x="1486" y="26396"/>
                  </a:lnTo>
                  <a:lnTo>
                    <a:pt x="1061" y="26700"/>
                  </a:lnTo>
                  <a:lnTo>
                    <a:pt x="849" y="27458"/>
                  </a:lnTo>
                  <a:lnTo>
                    <a:pt x="1274" y="28065"/>
                  </a:lnTo>
                  <a:lnTo>
                    <a:pt x="1274" y="28065"/>
                  </a:lnTo>
                  <a:lnTo>
                    <a:pt x="1061" y="28369"/>
                  </a:lnTo>
                  <a:lnTo>
                    <a:pt x="212" y="28672"/>
                  </a:lnTo>
                  <a:lnTo>
                    <a:pt x="0" y="28975"/>
                  </a:lnTo>
                  <a:lnTo>
                    <a:pt x="849" y="29582"/>
                  </a:lnTo>
                  <a:lnTo>
                    <a:pt x="1061" y="30037"/>
                  </a:lnTo>
                  <a:lnTo>
                    <a:pt x="0" y="31403"/>
                  </a:lnTo>
                  <a:lnTo>
                    <a:pt x="2123" y="32161"/>
                  </a:lnTo>
                  <a:lnTo>
                    <a:pt x="3185" y="32768"/>
                  </a:lnTo>
                  <a:lnTo>
                    <a:pt x="4247" y="33830"/>
                  </a:lnTo>
                  <a:lnTo>
                    <a:pt x="4460" y="34589"/>
                  </a:lnTo>
                  <a:lnTo>
                    <a:pt x="4247" y="34892"/>
                  </a:lnTo>
                  <a:lnTo>
                    <a:pt x="4035" y="34892"/>
                  </a:lnTo>
                  <a:lnTo>
                    <a:pt x="3610" y="34589"/>
                  </a:lnTo>
                  <a:lnTo>
                    <a:pt x="3398" y="34134"/>
                  </a:lnTo>
                  <a:lnTo>
                    <a:pt x="2973" y="33830"/>
                  </a:lnTo>
                  <a:lnTo>
                    <a:pt x="2336" y="33982"/>
                  </a:lnTo>
                  <a:lnTo>
                    <a:pt x="1699" y="34285"/>
                  </a:lnTo>
                  <a:lnTo>
                    <a:pt x="1911" y="35044"/>
                  </a:lnTo>
                  <a:lnTo>
                    <a:pt x="2123" y="35195"/>
                  </a:lnTo>
                  <a:lnTo>
                    <a:pt x="2336" y="35347"/>
                  </a:lnTo>
                  <a:lnTo>
                    <a:pt x="2123" y="35651"/>
                  </a:lnTo>
                  <a:lnTo>
                    <a:pt x="1699" y="35802"/>
                  </a:lnTo>
                  <a:lnTo>
                    <a:pt x="1061" y="35802"/>
                  </a:lnTo>
                  <a:lnTo>
                    <a:pt x="2336" y="36864"/>
                  </a:lnTo>
                  <a:lnTo>
                    <a:pt x="2973" y="37471"/>
                  </a:lnTo>
                  <a:lnTo>
                    <a:pt x="2336" y="38381"/>
                  </a:lnTo>
                  <a:lnTo>
                    <a:pt x="2548" y="38381"/>
                  </a:lnTo>
                  <a:lnTo>
                    <a:pt x="2548" y="38381"/>
                  </a:lnTo>
                  <a:lnTo>
                    <a:pt x="3185" y="38685"/>
                  </a:lnTo>
                  <a:lnTo>
                    <a:pt x="2548" y="39140"/>
                  </a:lnTo>
                  <a:lnTo>
                    <a:pt x="2123" y="39898"/>
                  </a:lnTo>
                  <a:lnTo>
                    <a:pt x="1911" y="40960"/>
                  </a:lnTo>
                  <a:lnTo>
                    <a:pt x="2336" y="42174"/>
                  </a:lnTo>
                  <a:lnTo>
                    <a:pt x="3398" y="43994"/>
                  </a:lnTo>
                  <a:lnTo>
                    <a:pt x="3823" y="44601"/>
                  </a:lnTo>
                  <a:lnTo>
                    <a:pt x="4247" y="44753"/>
                  </a:lnTo>
                  <a:lnTo>
                    <a:pt x="4035" y="45967"/>
                  </a:lnTo>
                  <a:lnTo>
                    <a:pt x="4035" y="46422"/>
                  </a:lnTo>
                  <a:lnTo>
                    <a:pt x="4247" y="47029"/>
                  </a:lnTo>
                  <a:lnTo>
                    <a:pt x="4035" y="47484"/>
                  </a:lnTo>
                  <a:lnTo>
                    <a:pt x="4035" y="47635"/>
                  </a:lnTo>
                  <a:lnTo>
                    <a:pt x="3823" y="47787"/>
                  </a:lnTo>
                  <a:lnTo>
                    <a:pt x="3610" y="47787"/>
                  </a:lnTo>
                  <a:lnTo>
                    <a:pt x="3823" y="48394"/>
                  </a:lnTo>
                  <a:lnTo>
                    <a:pt x="4460" y="48849"/>
                  </a:lnTo>
                  <a:lnTo>
                    <a:pt x="5097" y="49304"/>
                  </a:lnTo>
                  <a:lnTo>
                    <a:pt x="5097" y="49911"/>
                  </a:lnTo>
                  <a:lnTo>
                    <a:pt x="5097" y="50214"/>
                  </a:lnTo>
                  <a:lnTo>
                    <a:pt x="5097" y="50670"/>
                  </a:lnTo>
                  <a:lnTo>
                    <a:pt x="5309" y="50973"/>
                  </a:lnTo>
                  <a:lnTo>
                    <a:pt x="5309" y="51883"/>
                  </a:lnTo>
                  <a:lnTo>
                    <a:pt x="5522" y="52338"/>
                  </a:lnTo>
                  <a:lnTo>
                    <a:pt x="5734" y="52642"/>
                  </a:lnTo>
                  <a:lnTo>
                    <a:pt x="6159" y="52945"/>
                  </a:lnTo>
                  <a:lnTo>
                    <a:pt x="6159" y="53249"/>
                  </a:lnTo>
                  <a:lnTo>
                    <a:pt x="5522" y="53249"/>
                  </a:lnTo>
                  <a:lnTo>
                    <a:pt x="5734" y="54159"/>
                  </a:lnTo>
                  <a:lnTo>
                    <a:pt x="5946" y="55676"/>
                  </a:lnTo>
                  <a:lnTo>
                    <a:pt x="5946" y="56890"/>
                  </a:lnTo>
                  <a:lnTo>
                    <a:pt x="6371" y="57041"/>
                  </a:lnTo>
                  <a:lnTo>
                    <a:pt x="6796" y="57041"/>
                  </a:lnTo>
                  <a:lnTo>
                    <a:pt x="7221" y="57496"/>
                  </a:lnTo>
                  <a:lnTo>
                    <a:pt x="7433" y="57800"/>
                  </a:lnTo>
                  <a:lnTo>
                    <a:pt x="7646" y="58103"/>
                  </a:lnTo>
                  <a:lnTo>
                    <a:pt x="7858" y="58255"/>
                  </a:lnTo>
                  <a:lnTo>
                    <a:pt x="7433" y="58862"/>
                  </a:lnTo>
                  <a:lnTo>
                    <a:pt x="5734" y="58558"/>
                  </a:lnTo>
                  <a:lnTo>
                    <a:pt x="5097" y="58862"/>
                  </a:lnTo>
                  <a:lnTo>
                    <a:pt x="4672" y="59317"/>
                  </a:lnTo>
                  <a:lnTo>
                    <a:pt x="4035" y="60986"/>
                  </a:lnTo>
                  <a:lnTo>
                    <a:pt x="4460" y="61592"/>
                  </a:lnTo>
                  <a:lnTo>
                    <a:pt x="4672" y="62048"/>
                  </a:lnTo>
                  <a:lnTo>
                    <a:pt x="5097" y="62503"/>
                  </a:lnTo>
                  <a:lnTo>
                    <a:pt x="5309" y="63565"/>
                  </a:lnTo>
                  <a:lnTo>
                    <a:pt x="5097" y="64323"/>
                  </a:lnTo>
                  <a:lnTo>
                    <a:pt x="4460" y="64627"/>
                  </a:lnTo>
                  <a:lnTo>
                    <a:pt x="4035" y="64627"/>
                  </a:lnTo>
                  <a:lnTo>
                    <a:pt x="3823" y="65082"/>
                  </a:lnTo>
                  <a:lnTo>
                    <a:pt x="3823" y="65689"/>
                  </a:lnTo>
                  <a:lnTo>
                    <a:pt x="4247" y="66144"/>
                  </a:lnTo>
                  <a:lnTo>
                    <a:pt x="5097" y="66599"/>
                  </a:lnTo>
                  <a:lnTo>
                    <a:pt x="5309" y="66902"/>
                  </a:lnTo>
                  <a:lnTo>
                    <a:pt x="5522" y="67661"/>
                  </a:lnTo>
                  <a:lnTo>
                    <a:pt x="5734" y="68419"/>
                  </a:lnTo>
                  <a:lnTo>
                    <a:pt x="5946" y="68874"/>
                  </a:lnTo>
                  <a:lnTo>
                    <a:pt x="6371" y="69178"/>
                  </a:lnTo>
                  <a:lnTo>
                    <a:pt x="5946" y="70088"/>
                  </a:lnTo>
                  <a:lnTo>
                    <a:pt x="5734" y="71757"/>
                  </a:lnTo>
                  <a:lnTo>
                    <a:pt x="5734" y="73426"/>
                  </a:lnTo>
                  <a:lnTo>
                    <a:pt x="5734" y="74943"/>
                  </a:lnTo>
                  <a:lnTo>
                    <a:pt x="5946" y="76156"/>
                  </a:lnTo>
                  <a:lnTo>
                    <a:pt x="6584" y="76611"/>
                  </a:lnTo>
                  <a:lnTo>
                    <a:pt x="7221" y="76915"/>
                  </a:lnTo>
                  <a:lnTo>
                    <a:pt x="8495" y="76915"/>
                  </a:lnTo>
                  <a:lnTo>
                    <a:pt x="8707" y="77067"/>
                  </a:lnTo>
                  <a:lnTo>
                    <a:pt x="8283" y="77673"/>
                  </a:lnTo>
                  <a:lnTo>
                    <a:pt x="9557" y="79039"/>
                  </a:lnTo>
                  <a:lnTo>
                    <a:pt x="9982" y="79342"/>
                  </a:lnTo>
                  <a:lnTo>
                    <a:pt x="8707" y="79039"/>
                  </a:lnTo>
                  <a:lnTo>
                    <a:pt x="8283" y="79190"/>
                  </a:lnTo>
                  <a:lnTo>
                    <a:pt x="7858" y="79949"/>
                  </a:lnTo>
                  <a:lnTo>
                    <a:pt x="8283" y="80252"/>
                  </a:lnTo>
                  <a:lnTo>
                    <a:pt x="8283" y="80252"/>
                  </a:lnTo>
                  <a:lnTo>
                    <a:pt x="8283" y="81618"/>
                  </a:lnTo>
                  <a:lnTo>
                    <a:pt x="9557" y="82073"/>
                  </a:lnTo>
                  <a:lnTo>
                    <a:pt x="11893" y="82225"/>
                  </a:lnTo>
                  <a:lnTo>
                    <a:pt x="11893" y="82528"/>
                  </a:lnTo>
                  <a:lnTo>
                    <a:pt x="11893" y="82983"/>
                  </a:lnTo>
                  <a:lnTo>
                    <a:pt x="12106" y="83286"/>
                  </a:lnTo>
                  <a:lnTo>
                    <a:pt x="12318" y="83590"/>
                  </a:lnTo>
                  <a:lnTo>
                    <a:pt x="13805" y="83893"/>
                  </a:lnTo>
                  <a:lnTo>
                    <a:pt x="14230" y="84500"/>
                  </a:lnTo>
                  <a:lnTo>
                    <a:pt x="14867" y="85562"/>
                  </a:lnTo>
                  <a:lnTo>
                    <a:pt x="15504" y="86169"/>
                  </a:lnTo>
                  <a:lnTo>
                    <a:pt x="14867" y="86472"/>
                  </a:lnTo>
                  <a:lnTo>
                    <a:pt x="14867" y="86624"/>
                  </a:lnTo>
                  <a:lnTo>
                    <a:pt x="14654" y="86776"/>
                  </a:lnTo>
                  <a:lnTo>
                    <a:pt x="14867" y="87079"/>
                  </a:lnTo>
                  <a:lnTo>
                    <a:pt x="14867" y="87534"/>
                  </a:lnTo>
                  <a:lnTo>
                    <a:pt x="15079" y="87838"/>
                  </a:lnTo>
                  <a:lnTo>
                    <a:pt x="15504" y="87989"/>
                  </a:lnTo>
                  <a:lnTo>
                    <a:pt x="15504" y="88141"/>
                  </a:lnTo>
                  <a:lnTo>
                    <a:pt x="15716" y="89051"/>
                  </a:lnTo>
                  <a:lnTo>
                    <a:pt x="15929" y="89506"/>
                  </a:lnTo>
                  <a:lnTo>
                    <a:pt x="16353" y="89658"/>
                  </a:lnTo>
                  <a:lnTo>
                    <a:pt x="16566" y="89810"/>
                  </a:lnTo>
                  <a:lnTo>
                    <a:pt x="17840" y="89810"/>
                  </a:lnTo>
                  <a:lnTo>
                    <a:pt x="18265" y="89962"/>
                  </a:lnTo>
                  <a:lnTo>
                    <a:pt x="18690" y="90568"/>
                  </a:lnTo>
                  <a:lnTo>
                    <a:pt x="19115" y="92085"/>
                  </a:lnTo>
                  <a:lnTo>
                    <a:pt x="19752" y="92692"/>
                  </a:lnTo>
                  <a:lnTo>
                    <a:pt x="20601" y="93603"/>
                  </a:lnTo>
                  <a:lnTo>
                    <a:pt x="20389" y="93906"/>
                  </a:lnTo>
                  <a:lnTo>
                    <a:pt x="19964" y="94058"/>
                  </a:lnTo>
                  <a:lnTo>
                    <a:pt x="19115" y="94058"/>
                  </a:lnTo>
                  <a:lnTo>
                    <a:pt x="20176" y="94664"/>
                  </a:lnTo>
                  <a:lnTo>
                    <a:pt x="20601" y="95120"/>
                  </a:lnTo>
                  <a:lnTo>
                    <a:pt x="18690" y="94664"/>
                  </a:lnTo>
                  <a:lnTo>
                    <a:pt x="18477" y="94968"/>
                  </a:lnTo>
                  <a:lnTo>
                    <a:pt x="18477" y="95423"/>
                  </a:lnTo>
                  <a:lnTo>
                    <a:pt x="18690" y="96030"/>
                  </a:lnTo>
                  <a:lnTo>
                    <a:pt x="19115" y="97243"/>
                  </a:lnTo>
                  <a:lnTo>
                    <a:pt x="19752" y="97850"/>
                  </a:lnTo>
                  <a:lnTo>
                    <a:pt x="19964" y="98305"/>
                  </a:lnTo>
                  <a:lnTo>
                    <a:pt x="20389" y="98609"/>
                  </a:lnTo>
                  <a:lnTo>
                    <a:pt x="20601" y="99519"/>
                  </a:lnTo>
                  <a:lnTo>
                    <a:pt x="20601" y="99974"/>
                  </a:lnTo>
                  <a:lnTo>
                    <a:pt x="20601" y="101188"/>
                  </a:lnTo>
                  <a:lnTo>
                    <a:pt x="20601" y="101795"/>
                  </a:lnTo>
                  <a:lnTo>
                    <a:pt x="20814" y="102553"/>
                  </a:lnTo>
                  <a:lnTo>
                    <a:pt x="20814" y="103008"/>
                  </a:lnTo>
                  <a:lnTo>
                    <a:pt x="20814" y="103312"/>
                  </a:lnTo>
                  <a:lnTo>
                    <a:pt x="20601" y="103615"/>
                  </a:lnTo>
                  <a:lnTo>
                    <a:pt x="20389" y="104070"/>
                  </a:lnTo>
                  <a:lnTo>
                    <a:pt x="20601" y="104981"/>
                  </a:lnTo>
                  <a:lnTo>
                    <a:pt x="20389" y="105587"/>
                  </a:lnTo>
                  <a:lnTo>
                    <a:pt x="20389" y="106042"/>
                  </a:lnTo>
                  <a:lnTo>
                    <a:pt x="20389" y="106953"/>
                  </a:lnTo>
                  <a:lnTo>
                    <a:pt x="20389" y="107408"/>
                  </a:lnTo>
                  <a:lnTo>
                    <a:pt x="20389" y="107863"/>
                  </a:lnTo>
                  <a:lnTo>
                    <a:pt x="20814" y="108773"/>
                  </a:lnTo>
                  <a:lnTo>
                    <a:pt x="21663" y="109380"/>
                  </a:lnTo>
                  <a:lnTo>
                    <a:pt x="21876" y="109835"/>
                  </a:lnTo>
                  <a:lnTo>
                    <a:pt x="21663" y="110139"/>
                  </a:lnTo>
                  <a:lnTo>
                    <a:pt x="23150" y="110745"/>
                  </a:lnTo>
                  <a:lnTo>
                    <a:pt x="29522" y="109077"/>
                  </a:lnTo>
                  <a:lnTo>
                    <a:pt x="30796" y="109380"/>
                  </a:lnTo>
                  <a:lnTo>
                    <a:pt x="24000" y="111352"/>
                  </a:lnTo>
                  <a:lnTo>
                    <a:pt x="23362" y="111959"/>
                  </a:lnTo>
                  <a:lnTo>
                    <a:pt x="22938" y="112111"/>
                  </a:lnTo>
                  <a:lnTo>
                    <a:pt x="21663" y="112111"/>
                  </a:lnTo>
                  <a:lnTo>
                    <a:pt x="21026" y="112414"/>
                  </a:lnTo>
                  <a:lnTo>
                    <a:pt x="21238" y="113021"/>
                  </a:lnTo>
                  <a:lnTo>
                    <a:pt x="24000" y="112869"/>
                  </a:lnTo>
                  <a:lnTo>
                    <a:pt x="22725" y="114386"/>
                  </a:lnTo>
                  <a:lnTo>
                    <a:pt x="21876" y="114690"/>
                  </a:lnTo>
                  <a:lnTo>
                    <a:pt x="21876" y="115145"/>
                  </a:lnTo>
                  <a:lnTo>
                    <a:pt x="21876" y="115600"/>
                  </a:lnTo>
                  <a:lnTo>
                    <a:pt x="21876" y="116207"/>
                  </a:lnTo>
                  <a:lnTo>
                    <a:pt x="21876" y="116814"/>
                  </a:lnTo>
                  <a:lnTo>
                    <a:pt x="21663" y="117876"/>
                  </a:lnTo>
                  <a:lnTo>
                    <a:pt x="21663" y="118634"/>
                  </a:lnTo>
                  <a:lnTo>
                    <a:pt x="22088" y="118634"/>
                  </a:lnTo>
                  <a:lnTo>
                    <a:pt x="24212" y="118331"/>
                  </a:lnTo>
                  <a:lnTo>
                    <a:pt x="24212" y="118634"/>
                  </a:lnTo>
                  <a:lnTo>
                    <a:pt x="22938" y="119393"/>
                  </a:lnTo>
                  <a:lnTo>
                    <a:pt x="22725" y="119696"/>
                  </a:lnTo>
                  <a:lnTo>
                    <a:pt x="23362" y="120000"/>
                  </a:lnTo>
                  <a:lnTo>
                    <a:pt x="32707" y="116965"/>
                  </a:lnTo>
                  <a:lnTo>
                    <a:pt x="35893" y="116814"/>
                  </a:lnTo>
                  <a:lnTo>
                    <a:pt x="36530" y="116662"/>
                  </a:lnTo>
                  <a:lnTo>
                    <a:pt x="36530" y="116965"/>
                  </a:lnTo>
                  <a:lnTo>
                    <a:pt x="36955" y="116510"/>
                  </a:lnTo>
                  <a:lnTo>
                    <a:pt x="42690" y="115903"/>
                  </a:lnTo>
                  <a:lnTo>
                    <a:pt x="43964" y="116965"/>
                  </a:lnTo>
                  <a:lnTo>
                    <a:pt x="46300" y="116814"/>
                  </a:lnTo>
                  <a:lnTo>
                    <a:pt x="48212" y="117724"/>
                  </a:lnTo>
                  <a:lnTo>
                    <a:pt x="49274" y="118027"/>
                  </a:lnTo>
                  <a:lnTo>
                    <a:pt x="49699" y="117724"/>
                  </a:lnTo>
                  <a:lnTo>
                    <a:pt x="49699" y="117572"/>
                  </a:lnTo>
                  <a:lnTo>
                    <a:pt x="49699" y="117117"/>
                  </a:lnTo>
                  <a:lnTo>
                    <a:pt x="49486" y="116965"/>
                  </a:lnTo>
                  <a:lnTo>
                    <a:pt x="49911" y="116814"/>
                  </a:lnTo>
                  <a:lnTo>
                    <a:pt x="50336" y="116662"/>
                  </a:lnTo>
                  <a:lnTo>
                    <a:pt x="49274" y="115600"/>
                  </a:lnTo>
                  <a:lnTo>
                    <a:pt x="49911" y="113324"/>
                  </a:lnTo>
                  <a:lnTo>
                    <a:pt x="49274" y="113476"/>
                  </a:lnTo>
                  <a:lnTo>
                    <a:pt x="48849" y="114386"/>
                  </a:lnTo>
                  <a:lnTo>
                    <a:pt x="48212" y="115145"/>
                  </a:lnTo>
                  <a:lnTo>
                    <a:pt x="47787" y="115600"/>
                  </a:lnTo>
                  <a:lnTo>
                    <a:pt x="47150" y="115903"/>
                  </a:lnTo>
                  <a:lnTo>
                    <a:pt x="45876" y="115903"/>
                  </a:lnTo>
                  <a:lnTo>
                    <a:pt x="45238" y="115297"/>
                  </a:lnTo>
                  <a:lnTo>
                    <a:pt x="45451" y="114386"/>
                  </a:lnTo>
                  <a:lnTo>
                    <a:pt x="48424" y="113476"/>
                  </a:lnTo>
                  <a:lnTo>
                    <a:pt x="49061" y="112414"/>
                  </a:lnTo>
                  <a:lnTo>
                    <a:pt x="49061" y="112414"/>
                  </a:lnTo>
                  <a:lnTo>
                    <a:pt x="49061" y="112111"/>
                  </a:lnTo>
                  <a:lnTo>
                    <a:pt x="49274" y="111807"/>
                  </a:lnTo>
                  <a:lnTo>
                    <a:pt x="49274" y="111504"/>
                  </a:lnTo>
                  <a:lnTo>
                    <a:pt x="49274" y="111352"/>
                  </a:lnTo>
                  <a:lnTo>
                    <a:pt x="49274" y="110594"/>
                  </a:lnTo>
                  <a:lnTo>
                    <a:pt x="49274" y="110442"/>
                  </a:lnTo>
                  <a:lnTo>
                    <a:pt x="49274" y="109380"/>
                  </a:lnTo>
                  <a:lnTo>
                    <a:pt x="49274" y="109077"/>
                  </a:lnTo>
                  <a:lnTo>
                    <a:pt x="49274" y="108621"/>
                  </a:lnTo>
                  <a:lnTo>
                    <a:pt x="50973" y="105587"/>
                  </a:lnTo>
                  <a:lnTo>
                    <a:pt x="51185" y="104677"/>
                  </a:lnTo>
                  <a:lnTo>
                    <a:pt x="51185" y="104070"/>
                  </a:lnTo>
                  <a:lnTo>
                    <a:pt x="51398" y="103615"/>
                  </a:lnTo>
                  <a:lnTo>
                    <a:pt x="51823" y="103008"/>
                  </a:lnTo>
                  <a:lnTo>
                    <a:pt x="52035" y="102553"/>
                  </a:lnTo>
                  <a:lnTo>
                    <a:pt x="52247" y="102098"/>
                  </a:lnTo>
                  <a:lnTo>
                    <a:pt x="52460" y="101036"/>
                  </a:lnTo>
                  <a:lnTo>
                    <a:pt x="53309" y="99671"/>
                  </a:lnTo>
                  <a:lnTo>
                    <a:pt x="54159" y="99367"/>
                  </a:lnTo>
                  <a:lnTo>
                    <a:pt x="55221" y="98912"/>
                  </a:lnTo>
                  <a:lnTo>
                    <a:pt x="56070" y="98457"/>
                  </a:lnTo>
                  <a:lnTo>
                    <a:pt x="57557" y="97243"/>
                  </a:lnTo>
                  <a:lnTo>
                    <a:pt x="57982" y="96485"/>
                  </a:lnTo>
                  <a:lnTo>
                    <a:pt x="58194" y="95120"/>
                  </a:lnTo>
                  <a:lnTo>
                    <a:pt x="58407" y="93906"/>
                  </a:lnTo>
                  <a:lnTo>
                    <a:pt x="58619" y="93603"/>
                  </a:lnTo>
                  <a:lnTo>
                    <a:pt x="58831" y="93147"/>
                  </a:lnTo>
                  <a:lnTo>
                    <a:pt x="59681" y="93147"/>
                  </a:lnTo>
                  <a:lnTo>
                    <a:pt x="59893" y="92996"/>
                  </a:lnTo>
                  <a:lnTo>
                    <a:pt x="60318" y="92541"/>
                  </a:lnTo>
                  <a:lnTo>
                    <a:pt x="60318" y="91630"/>
                  </a:lnTo>
                  <a:lnTo>
                    <a:pt x="60106" y="91327"/>
                  </a:lnTo>
                  <a:lnTo>
                    <a:pt x="60318" y="91327"/>
                  </a:lnTo>
                  <a:lnTo>
                    <a:pt x="59256" y="88596"/>
                  </a:lnTo>
                  <a:lnTo>
                    <a:pt x="57345" y="86017"/>
                  </a:lnTo>
                  <a:lnTo>
                    <a:pt x="55433" y="84348"/>
                  </a:lnTo>
                  <a:lnTo>
                    <a:pt x="54371" y="83590"/>
                  </a:lnTo>
                  <a:lnTo>
                    <a:pt x="51610" y="82983"/>
                  </a:lnTo>
                  <a:lnTo>
                    <a:pt x="50548" y="82225"/>
                  </a:lnTo>
                  <a:lnTo>
                    <a:pt x="50336" y="81618"/>
                  </a:lnTo>
                  <a:lnTo>
                    <a:pt x="50336" y="80859"/>
                  </a:lnTo>
                  <a:lnTo>
                    <a:pt x="50548" y="80404"/>
                  </a:lnTo>
                  <a:lnTo>
                    <a:pt x="50548" y="79494"/>
                  </a:lnTo>
                  <a:lnTo>
                    <a:pt x="50336" y="78432"/>
                  </a:lnTo>
                  <a:lnTo>
                    <a:pt x="50336" y="77825"/>
                  </a:lnTo>
                  <a:lnTo>
                    <a:pt x="50973" y="77673"/>
                  </a:lnTo>
                  <a:lnTo>
                    <a:pt x="50336" y="77067"/>
                  </a:lnTo>
                  <a:lnTo>
                    <a:pt x="50123" y="76915"/>
                  </a:lnTo>
                  <a:lnTo>
                    <a:pt x="49911" y="77067"/>
                  </a:lnTo>
                  <a:lnTo>
                    <a:pt x="49699" y="77522"/>
                  </a:lnTo>
                  <a:lnTo>
                    <a:pt x="49699" y="77825"/>
                  </a:lnTo>
                  <a:lnTo>
                    <a:pt x="49486" y="77825"/>
                  </a:lnTo>
                  <a:lnTo>
                    <a:pt x="49486" y="77825"/>
                  </a:lnTo>
                  <a:lnTo>
                    <a:pt x="49274" y="77977"/>
                  </a:lnTo>
                  <a:lnTo>
                    <a:pt x="48849" y="78735"/>
                  </a:lnTo>
                  <a:lnTo>
                    <a:pt x="48849" y="78887"/>
                  </a:lnTo>
                  <a:lnTo>
                    <a:pt x="45238" y="78887"/>
                  </a:lnTo>
                  <a:lnTo>
                    <a:pt x="41203" y="77825"/>
                  </a:lnTo>
                  <a:lnTo>
                    <a:pt x="40141" y="77825"/>
                  </a:lnTo>
                  <a:lnTo>
                    <a:pt x="39292" y="78432"/>
                  </a:lnTo>
                  <a:lnTo>
                    <a:pt x="38867" y="79039"/>
                  </a:lnTo>
                  <a:lnTo>
                    <a:pt x="38442" y="79039"/>
                  </a:lnTo>
                  <a:lnTo>
                    <a:pt x="37805" y="78735"/>
                  </a:lnTo>
                  <a:lnTo>
                    <a:pt x="37592" y="78128"/>
                  </a:lnTo>
                  <a:lnTo>
                    <a:pt x="37592" y="77522"/>
                  </a:lnTo>
                  <a:lnTo>
                    <a:pt x="37592" y="77067"/>
                  </a:lnTo>
                  <a:lnTo>
                    <a:pt x="37805" y="76460"/>
                  </a:lnTo>
                  <a:lnTo>
                    <a:pt x="38654" y="75701"/>
                  </a:lnTo>
                  <a:lnTo>
                    <a:pt x="39504" y="75549"/>
                  </a:lnTo>
                  <a:lnTo>
                    <a:pt x="41628" y="76005"/>
                  </a:lnTo>
                  <a:lnTo>
                    <a:pt x="54584" y="74487"/>
                  </a:lnTo>
                  <a:lnTo>
                    <a:pt x="56707" y="73577"/>
                  </a:lnTo>
                  <a:lnTo>
                    <a:pt x="59256" y="73577"/>
                  </a:lnTo>
                  <a:lnTo>
                    <a:pt x="60106" y="73122"/>
                  </a:lnTo>
                  <a:lnTo>
                    <a:pt x="60743" y="72364"/>
                  </a:lnTo>
                  <a:lnTo>
                    <a:pt x="61380" y="72364"/>
                  </a:lnTo>
                  <a:lnTo>
                    <a:pt x="61805" y="72515"/>
                  </a:lnTo>
                  <a:lnTo>
                    <a:pt x="63079" y="73881"/>
                  </a:lnTo>
                  <a:lnTo>
                    <a:pt x="63716" y="73881"/>
                  </a:lnTo>
                  <a:lnTo>
                    <a:pt x="65840" y="73577"/>
                  </a:lnTo>
                  <a:lnTo>
                    <a:pt x="66477" y="73881"/>
                  </a:lnTo>
                  <a:lnTo>
                    <a:pt x="67752" y="74487"/>
                  </a:lnTo>
                  <a:lnTo>
                    <a:pt x="77522" y="75398"/>
                  </a:lnTo>
                  <a:lnTo>
                    <a:pt x="78796" y="76005"/>
                  </a:lnTo>
                  <a:lnTo>
                    <a:pt x="81557" y="76005"/>
                  </a:lnTo>
                  <a:lnTo>
                    <a:pt x="83469" y="76460"/>
                  </a:lnTo>
                  <a:lnTo>
                    <a:pt x="88566" y="74943"/>
                  </a:lnTo>
                  <a:lnTo>
                    <a:pt x="90053" y="74032"/>
                  </a:lnTo>
                  <a:lnTo>
                    <a:pt x="90477" y="73426"/>
                  </a:lnTo>
                  <a:lnTo>
                    <a:pt x="91115" y="71757"/>
                  </a:lnTo>
                  <a:lnTo>
                    <a:pt x="91539" y="71150"/>
                  </a:lnTo>
                  <a:lnTo>
                    <a:pt x="94300" y="68268"/>
                  </a:lnTo>
                  <a:lnTo>
                    <a:pt x="94938" y="67206"/>
                  </a:lnTo>
                  <a:lnTo>
                    <a:pt x="95362" y="65082"/>
                  </a:lnTo>
                  <a:lnTo>
                    <a:pt x="95787" y="64020"/>
                  </a:lnTo>
                  <a:lnTo>
                    <a:pt x="97699" y="60834"/>
                  </a:lnTo>
                  <a:lnTo>
                    <a:pt x="97911" y="60530"/>
                  </a:lnTo>
                  <a:lnTo>
                    <a:pt x="97911" y="60075"/>
                  </a:lnTo>
                  <a:lnTo>
                    <a:pt x="97699" y="59317"/>
                  </a:lnTo>
                  <a:lnTo>
                    <a:pt x="97486" y="58558"/>
                  </a:lnTo>
                  <a:lnTo>
                    <a:pt x="97699" y="58255"/>
                  </a:lnTo>
                  <a:lnTo>
                    <a:pt x="97911" y="58103"/>
                  </a:lnTo>
                  <a:lnTo>
                    <a:pt x="98548" y="56738"/>
                  </a:lnTo>
                  <a:lnTo>
                    <a:pt x="99610" y="55221"/>
                  </a:lnTo>
                  <a:lnTo>
                    <a:pt x="100035" y="54007"/>
                  </a:lnTo>
                  <a:lnTo>
                    <a:pt x="100247" y="52490"/>
                  </a:lnTo>
                  <a:lnTo>
                    <a:pt x="100247" y="52187"/>
                  </a:lnTo>
                  <a:lnTo>
                    <a:pt x="101734" y="48546"/>
                  </a:lnTo>
                  <a:lnTo>
                    <a:pt x="101734" y="47939"/>
                  </a:lnTo>
                  <a:lnTo>
                    <a:pt x="95575" y="47484"/>
                  </a:lnTo>
                  <a:lnTo>
                    <a:pt x="96212" y="46877"/>
                  </a:lnTo>
                  <a:lnTo>
                    <a:pt x="99398" y="46422"/>
                  </a:lnTo>
                  <a:lnTo>
                    <a:pt x="101097" y="45663"/>
                  </a:lnTo>
                  <a:lnTo>
                    <a:pt x="102159" y="45815"/>
                  </a:lnTo>
                  <a:lnTo>
                    <a:pt x="103008" y="45512"/>
                  </a:lnTo>
                  <a:lnTo>
                    <a:pt x="103433" y="45056"/>
                  </a:lnTo>
                  <a:lnTo>
                    <a:pt x="103646" y="44601"/>
                  </a:lnTo>
                  <a:lnTo>
                    <a:pt x="104070" y="43539"/>
                  </a:lnTo>
                  <a:lnTo>
                    <a:pt x="104283" y="41264"/>
                  </a:lnTo>
                  <a:lnTo>
                    <a:pt x="104495" y="40050"/>
                  </a:lnTo>
                  <a:lnTo>
                    <a:pt x="105982" y="38685"/>
                  </a:lnTo>
                  <a:lnTo>
                    <a:pt x="106194" y="38381"/>
                  </a:lnTo>
                  <a:lnTo>
                    <a:pt x="106194" y="37623"/>
                  </a:lnTo>
                  <a:lnTo>
                    <a:pt x="106194" y="37016"/>
                  </a:lnTo>
                  <a:lnTo>
                    <a:pt x="106619" y="36713"/>
                  </a:lnTo>
                  <a:lnTo>
                    <a:pt x="106831" y="36561"/>
                  </a:lnTo>
                  <a:lnTo>
                    <a:pt x="106619" y="36561"/>
                  </a:lnTo>
                  <a:lnTo>
                    <a:pt x="106831" y="36409"/>
                  </a:lnTo>
                  <a:lnTo>
                    <a:pt x="106831" y="36106"/>
                  </a:lnTo>
                  <a:lnTo>
                    <a:pt x="106831" y="35802"/>
                  </a:lnTo>
                  <a:lnTo>
                    <a:pt x="106619" y="35347"/>
                  </a:lnTo>
                  <a:lnTo>
                    <a:pt x="106831" y="35044"/>
                  </a:lnTo>
                  <a:lnTo>
                    <a:pt x="108530" y="32768"/>
                  </a:lnTo>
                  <a:lnTo>
                    <a:pt x="108743" y="32010"/>
                  </a:lnTo>
                  <a:lnTo>
                    <a:pt x="107256" y="30189"/>
                  </a:lnTo>
                  <a:lnTo>
                    <a:pt x="106407" y="29279"/>
                  </a:lnTo>
                  <a:lnTo>
                    <a:pt x="106619" y="28975"/>
                  </a:lnTo>
                  <a:lnTo>
                    <a:pt x="106831" y="28975"/>
                  </a:lnTo>
                  <a:lnTo>
                    <a:pt x="107469" y="29431"/>
                  </a:lnTo>
                  <a:lnTo>
                    <a:pt x="107893" y="29431"/>
                  </a:lnTo>
                  <a:lnTo>
                    <a:pt x="109805" y="29279"/>
                  </a:lnTo>
                  <a:lnTo>
                    <a:pt x="110867" y="28520"/>
                  </a:lnTo>
                  <a:lnTo>
                    <a:pt x="113203" y="23817"/>
                  </a:lnTo>
                  <a:lnTo>
                    <a:pt x="114265" y="22907"/>
                  </a:lnTo>
                  <a:lnTo>
                    <a:pt x="115539" y="20632"/>
                  </a:lnTo>
                  <a:lnTo>
                    <a:pt x="115964" y="18811"/>
                  </a:lnTo>
                  <a:lnTo>
                    <a:pt x="116389" y="17901"/>
                  </a:lnTo>
                  <a:lnTo>
                    <a:pt x="117238" y="15170"/>
                  </a:lnTo>
                  <a:lnTo>
                    <a:pt x="117238" y="14412"/>
                  </a:lnTo>
                  <a:lnTo>
                    <a:pt x="117026" y="13350"/>
                  </a:lnTo>
                  <a:lnTo>
                    <a:pt x="116814" y="12743"/>
                  </a:lnTo>
                  <a:lnTo>
                    <a:pt x="116389" y="12439"/>
                  </a:lnTo>
                  <a:lnTo>
                    <a:pt x="116389" y="11833"/>
                  </a:lnTo>
                  <a:lnTo>
                    <a:pt x="116601" y="1137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Shape 5183"/>
            <p:cNvSpPr/>
            <p:nvPr/>
          </p:nvSpPr>
          <p:spPr>
            <a:xfrm>
              <a:off x="11742996" y="4315169"/>
              <a:ext cx="14288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999" y="5714"/>
                  </a:moveTo>
                  <a:lnTo>
                    <a:pt x="55714" y="0"/>
                  </a:lnTo>
                  <a:lnTo>
                    <a:pt x="29999" y="11428"/>
                  </a:lnTo>
                  <a:lnTo>
                    <a:pt x="4285" y="57142"/>
                  </a:lnTo>
                  <a:lnTo>
                    <a:pt x="4285" y="62857"/>
                  </a:lnTo>
                  <a:lnTo>
                    <a:pt x="0" y="68571"/>
                  </a:lnTo>
                  <a:lnTo>
                    <a:pt x="0" y="80000"/>
                  </a:lnTo>
                  <a:lnTo>
                    <a:pt x="12857" y="120000"/>
                  </a:lnTo>
                  <a:lnTo>
                    <a:pt x="21428" y="120000"/>
                  </a:lnTo>
                  <a:lnTo>
                    <a:pt x="29999" y="120000"/>
                  </a:lnTo>
                  <a:lnTo>
                    <a:pt x="51428" y="85714"/>
                  </a:lnTo>
                  <a:lnTo>
                    <a:pt x="107142" y="57142"/>
                  </a:lnTo>
                  <a:lnTo>
                    <a:pt x="119999" y="34285"/>
                  </a:lnTo>
                  <a:lnTo>
                    <a:pt x="89999" y="571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Shape 5184"/>
            <p:cNvSpPr/>
            <p:nvPr/>
          </p:nvSpPr>
          <p:spPr>
            <a:xfrm>
              <a:off x="11468357" y="4385019"/>
              <a:ext cx="44450" cy="571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45" y="54545"/>
                  </a:moveTo>
                  <a:lnTo>
                    <a:pt x="0" y="57818"/>
                  </a:lnTo>
                  <a:lnTo>
                    <a:pt x="0" y="61090"/>
                  </a:lnTo>
                  <a:lnTo>
                    <a:pt x="0" y="62181"/>
                  </a:lnTo>
                  <a:lnTo>
                    <a:pt x="0" y="63272"/>
                  </a:lnTo>
                  <a:lnTo>
                    <a:pt x="1445" y="66545"/>
                  </a:lnTo>
                  <a:lnTo>
                    <a:pt x="2891" y="74181"/>
                  </a:lnTo>
                  <a:lnTo>
                    <a:pt x="7228" y="78545"/>
                  </a:lnTo>
                  <a:lnTo>
                    <a:pt x="14457" y="84000"/>
                  </a:lnTo>
                  <a:lnTo>
                    <a:pt x="8674" y="92727"/>
                  </a:lnTo>
                  <a:lnTo>
                    <a:pt x="7228" y="94909"/>
                  </a:lnTo>
                  <a:lnTo>
                    <a:pt x="7228" y="98181"/>
                  </a:lnTo>
                  <a:lnTo>
                    <a:pt x="8674" y="104727"/>
                  </a:lnTo>
                  <a:lnTo>
                    <a:pt x="7228" y="108000"/>
                  </a:lnTo>
                  <a:lnTo>
                    <a:pt x="13012" y="111272"/>
                  </a:lnTo>
                  <a:lnTo>
                    <a:pt x="21686" y="114545"/>
                  </a:lnTo>
                  <a:lnTo>
                    <a:pt x="27469" y="113454"/>
                  </a:lnTo>
                  <a:lnTo>
                    <a:pt x="31807" y="106909"/>
                  </a:lnTo>
                  <a:lnTo>
                    <a:pt x="30361" y="105818"/>
                  </a:lnTo>
                  <a:lnTo>
                    <a:pt x="28915" y="104727"/>
                  </a:lnTo>
                  <a:lnTo>
                    <a:pt x="30361" y="104727"/>
                  </a:lnTo>
                  <a:lnTo>
                    <a:pt x="30361" y="102545"/>
                  </a:lnTo>
                  <a:lnTo>
                    <a:pt x="28915" y="102545"/>
                  </a:lnTo>
                  <a:lnTo>
                    <a:pt x="31807" y="91636"/>
                  </a:lnTo>
                  <a:lnTo>
                    <a:pt x="43373" y="64363"/>
                  </a:lnTo>
                  <a:lnTo>
                    <a:pt x="39036" y="57818"/>
                  </a:lnTo>
                  <a:lnTo>
                    <a:pt x="36144" y="50181"/>
                  </a:lnTo>
                  <a:lnTo>
                    <a:pt x="30361" y="30545"/>
                  </a:lnTo>
                  <a:lnTo>
                    <a:pt x="36144" y="27272"/>
                  </a:lnTo>
                  <a:lnTo>
                    <a:pt x="43373" y="27272"/>
                  </a:lnTo>
                  <a:lnTo>
                    <a:pt x="52048" y="30545"/>
                  </a:lnTo>
                  <a:lnTo>
                    <a:pt x="56385" y="34909"/>
                  </a:lnTo>
                  <a:lnTo>
                    <a:pt x="59277" y="42545"/>
                  </a:lnTo>
                  <a:lnTo>
                    <a:pt x="62168" y="45818"/>
                  </a:lnTo>
                  <a:lnTo>
                    <a:pt x="63614" y="49090"/>
                  </a:lnTo>
                  <a:lnTo>
                    <a:pt x="63614" y="53454"/>
                  </a:lnTo>
                  <a:lnTo>
                    <a:pt x="62168" y="55636"/>
                  </a:lnTo>
                  <a:lnTo>
                    <a:pt x="59277" y="57818"/>
                  </a:lnTo>
                  <a:lnTo>
                    <a:pt x="59277" y="61090"/>
                  </a:lnTo>
                  <a:lnTo>
                    <a:pt x="62168" y="67636"/>
                  </a:lnTo>
                  <a:lnTo>
                    <a:pt x="69397" y="86181"/>
                  </a:lnTo>
                  <a:lnTo>
                    <a:pt x="67951" y="89454"/>
                  </a:lnTo>
                  <a:lnTo>
                    <a:pt x="62168" y="91636"/>
                  </a:lnTo>
                  <a:lnTo>
                    <a:pt x="57831" y="96000"/>
                  </a:lnTo>
                  <a:lnTo>
                    <a:pt x="57831" y="102545"/>
                  </a:lnTo>
                  <a:lnTo>
                    <a:pt x="62168" y="111272"/>
                  </a:lnTo>
                  <a:lnTo>
                    <a:pt x="56385" y="114545"/>
                  </a:lnTo>
                  <a:lnTo>
                    <a:pt x="54939" y="114545"/>
                  </a:lnTo>
                  <a:lnTo>
                    <a:pt x="62168" y="120000"/>
                  </a:lnTo>
                  <a:lnTo>
                    <a:pt x="95421" y="115636"/>
                  </a:lnTo>
                  <a:lnTo>
                    <a:pt x="98313" y="113454"/>
                  </a:lnTo>
                  <a:lnTo>
                    <a:pt x="99759" y="109090"/>
                  </a:lnTo>
                  <a:lnTo>
                    <a:pt x="102650" y="99272"/>
                  </a:lnTo>
                  <a:lnTo>
                    <a:pt x="106987" y="96000"/>
                  </a:lnTo>
                  <a:lnTo>
                    <a:pt x="115662" y="92727"/>
                  </a:lnTo>
                  <a:lnTo>
                    <a:pt x="117108" y="88363"/>
                  </a:lnTo>
                  <a:lnTo>
                    <a:pt x="115662" y="77454"/>
                  </a:lnTo>
                  <a:lnTo>
                    <a:pt x="115662" y="68727"/>
                  </a:lnTo>
                  <a:lnTo>
                    <a:pt x="117108" y="64363"/>
                  </a:lnTo>
                  <a:lnTo>
                    <a:pt x="119999" y="53454"/>
                  </a:lnTo>
                  <a:lnTo>
                    <a:pt x="119999" y="50181"/>
                  </a:lnTo>
                  <a:lnTo>
                    <a:pt x="119999" y="43636"/>
                  </a:lnTo>
                  <a:lnTo>
                    <a:pt x="115662" y="40363"/>
                  </a:lnTo>
                  <a:lnTo>
                    <a:pt x="93975" y="21818"/>
                  </a:lnTo>
                  <a:lnTo>
                    <a:pt x="88192" y="19636"/>
                  </a:lnTo>
                  <a:lnTo>
                    <a:pt x="70843" y="7636"/>
                  </a:lnTo>
                  <a:lnTo>
                    <a:pt x="67951" y="6545"/>
                  </a:lnTo>
                  <a:lnTo>
                    <a:pt x="66506" y="5454"/>
                  </a:lnTo>
                  <a:lnTo>
                    <a:pt x="65060" y="6545"/>
                  </a:lnTo>
                  <a:lnTo>
                    <a:pt x="62168" y="8727"/>
                  </a:lnTo>
                  <a:lnTo>
                    <a:pt x="59277" y="8727"/>
                  </a:lnTo>
                  <a:lnTo>
                    <a:pt x="56385" y="8727"/>
                  </a:lnTo>
                  <a:lnTo>
                    <a:pt x="54939" y="8727"/>
                  </a:lnTo>
                  <a:lnTo>
                    <a:pt x="56385" y="2181"/>
                  </a:lnTo>
                  <a:lnTo>
                    <a:pt x="52048" y="1090"/>
                  </a:lnTo>
                  <a:lnTo>
                    <a:pt x="39036" y="0"/>
                  </a:lnTo>
                  <a:lnTo>
                    <a:pt x="34698" y="1090"/>
                  </a:lnTo>
                  <a:lnTo>
                    <a:pt x="30361" y="8727"/>
                  </a:lnTo>
                  <a:lnTo>
                    <a:pt x="28915" y="10909"/>
                  </a:lnTo>
                  <a:lnTo>
                    <a:pt x="27469" y="12000"/>
                  </a:lnTo>
                  <a:lnTo>
                    <a:pt x="17349" y="12000"/>
                  </a:lnTo>
                  <a:lnTo>
                    <a:pt x="14457" y="14181"/>
                  </a:lnTo>
                  <a:lnTo>
                    <a:pt x="13012" y="18545"/>
                  </a:lnTo>
                  <a:lnTo>
                    <a:pt x="8674" y="39272"/>
                  </a:lnTo>
                  <a:lnTo>
                    <a:pt x="8674" y="42545"/>
                  </a:lnTo>
                  <a:lnTo>
                    <a:pt x="10120" y="46909"/>
                  </a:lnTo>
                  <a:lnTo>
                    <a:pt x="8674" y="51272"/>
                  </a:lnTo>
                  <a:lnTo>
                    <a:pt x="1445" y="5454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Shape 5185"/>
            <p:cNvSpPr/>
            <p:nvPr/>
          </p:nvSpPr>
          <p:spPr>
            <a:xfrm>
              <a:off x="11417557" y="4396132"/>
              <a:ext cx="44450" cy="428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68354"/>
                  </a:moveTo>
                  <a:lnTo>
                    <a:pt x="120000" y="57721"/>
                  </a:lnTo>
                  <a:lnTo>
                    <a:pt x="120000" y="45569"/>
                  </a:lnTo>
                  <a:lnTo>
                    <a:pt x="117176" y="37974"/>
                  </a:lnTo>
                  <a:lnTo>
                    <a:pt x="115764" y="30379"/>
                  </a:lnTo>
                  <a:lnTo>
                    <a:pt x="111529" y="22784"/>
                  </a:lnTo>
                  <a:lnTo>
                    <a:pt x="111529" y="13670"/>
                  </a:lnTo>
                  <a:lnTo>
                    <a:pt x="108705" y="7594"/>
                  </a:lnTo>
                  <a:lnTo>
                    <a:pt x="105882" y="4556"/>
                  </a:lnTo>
                  <a:lnTo>
                    <a:pt x="101647" y="4556"/>
                  </a:lnTo>
                  <a:lnTo>
                    <a:pt x="97411" y="13670"/>
                  </a:lnTo>
                  <a:lnTo>
                    <a:pt x="87529" y="19746"/>
                  </a:lnTo>
                  <a:lnTo>
                    <a:pt x="80470" y="25822"/>
                  </a:lnTo>
                  <a:lnTo>
                    <a:pt x="77647" y="25822"/>
                  </a:lnTo>
                  <a:lnTo>
                    <a:pt x="74823" y="22784"/>
                  </a:lnTo>
                  <a:lnTo>
                    <a:pt x="70588" y="15189"/>
                  </a:lnTo>
                  <a:lnTo>
                    <a:pt x="69176" y="12151"/>
                  </a:lnTo>
                  <a:lnTo>
                    <a:pt x="66352" y="10632"/>
                  </a:lnTo>
                  <a:lnTo>
                    <a:pt x="36705" y="9113"/>
                  </a:lnTo>
                  <a:lnTo>
                    <a:pt x="19764" y="15189"/>
                  </a:lnTo>
                  <a:lnTo>
                    <a:pt x="19764" y="13670"/>
                  </a:lnTo>
                  <a:lnTo>
                    <a:pt x="15529" y="9113"/>
                  </a:lnTo>
                  <a:lnTo>
                    <a:pt x="14117" y="7594"/>
                  </a:lnTo>
                  <a:lnTo>
                    <a:pt x="11294" y="3037"/>
                  </a:lnTo>
                  <a:lnTo>
                    <a:pt x="8470" y="0"/>
                  </a:lnTo>
                  <a:lnTo>
                    <a:pt x="7058" y="0"/>
                  </a:lnTo>
                  <a:lnTo>
                    <a:pt x="0" y="3037"/>
                  </a:lnTo>
                  <a:lnTo>
                    <a:pt x="0" y="6075"/>
                  </a:lnTo>
                  <a:lnTo>
                    <a:pt x="18352" y="28860"/>
                  </a:lnTo>
                  <a:lnTo>
                    <a:pt x="25411" y="44050"/>
                  </a:lnTo>
                  <a:lnTo>
                    <a:pt x="36705" y="56202"/>
                  </a:lnTo>
                  <a:lnTo>
                    <a:pt x="40941" y="60759"/>
                  </a:lnTo>
                  <a:lnTo>
                    <a:pt x="52235" y="60759"/>
                  </a:lnTo>
                  <a:lnTo>
                    <a:pt x="69176" y="71392"/>
                  </a:lnTo>
                  <a:lnTo>
                    <a:pt x="73411" y="77468"/>
                  </a:lnTo>
                  <a:lnTo>
                    <a:pt x="83294" y="100253"/>
                  </a:lnTo>
                  <a:lnTo>
                    <a:pt x="91764" y="110886"/>
                  </a:lnTo>
                  <a:lnTo>
                    <a:pt x="98823" y="115443"/>
                  </a:lnTo>
                  <a:lnTo>
                    <a:pt x="117176" y="120000"/>
                  </a:lnTo>
                  <a:lnTo>
                    <a:pt x="115764" y="113924"/>
                  </a:lnTo>
                  <a:lnTo>
                    <a:pt x="115764" y="109367"/>
                  </a:lnTo>
                  <a:lnTo>
                    <a:pt x="117176" y="104810"/>
                  </a:lnTo>
                  <a:lnTo>
                    <a:pt x="118588" y="98734"/>
                  </a:lnTo>
                  <a:lnTo>
                    <a:pt x="117176" y="94177"/>
                  </a:lnTo>
                  <a:lnTo>
                    <a:pt x="115764" y="88101"/>
                  </a:lnTo>
                  <a:lnTo>
                    <a:pt x="111529" y="80506"/>
                  </a:lnTo>
                  <a:lnTo>
                    <a:pt x="117176" y="74430"/>
                  </a:lnTo>
                  <a:lnTo>
                    <a:pt x="120000" y="6835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Shape 5186"/>
            <p:cNvSpPr/>
            <p:nvPr/>
          </p:nvSpPr>
          <p:spPr>
            <a:xfrm>
              <a:off x="11222296" y="4342157"/>
              <a:ext cx="311149" cy="266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207" y="32316"/>
                  </a:moveTo>
                  <a:lnTo>
                    <a:pt x="72572" y="33029"/>
                  </a:lnTo>
                  <a:lnTo>
                    <a:pt x="71754" y="32316"/>
                  </a:lnTo>
                  <a:lnTo>
                    <a:pt x="67257" y="26138"/>
                  </a:lnTo>
                  <a:lnTo>
                    <a:pt x="66643" y="25900"/>
                  </a:lnTo>
                  <a:lnTo>
                    <a:pt x="66235" y="25425"/>
                  </a:lnTo>
                  <a:lnTo>
                    <a:pt x="66030" y="24475"/>
                  </a:lnTo>
                  <a:lnTo>
                    <a:pt x="65417" y="23049"/>
                  </a:lnTo>
                  <a:lnTo>
                    <a:pt x="65008" y="21623"/>
                  </a:lnTo>
                  <a:lnTo>
                    <a:pt x="62146" y="17108"/>
                  </a:lnTo>
                  <a:lnTo>
                    <a:pt x="60919" y="16396"/>
                  </a:lnTo>
                  <a:lnTo>
                    <a:pt x="60511" y="16158"/>
                  </a:lnTo>
                  <a:lnTo>
                    <a:pt x="60306" y="15920"/>
                  </a:lnTo>
                  <a:lnTo>
                    <a:pt x="59897" y="16871"/>
                  </a:lnTo>
                  <a:lnTo>
                    <a:pt x="59284" y="18059"/>
                  </a:lnTo>
                  <a:lnTo>
                    <a:pt x="58671" y="22574"/>
                  </a:lnTo>
                  <a:lnTo>
                    <a:pt x="58466" y="23524"/>
                  </a:lnTo>
                  <a:lnTo>
                    <a:pt x="58466" y="24475"/>
                  </a:lnTo>
                  <a:lnTo>
                    <a:pt x="58057" y="24237"/>
                  </a:lnTo>
                  <a:lnTo>
                    <a:pt x="56831" y="22811"/>
                  </a:lnTo>
                  <a:lnTo>
                    <a:pt x="54991" y="18297"/>
                  </a:lnTo>
                  <a:lnTo>
                    <a:pt x="56013" y="16871"/>
                  </a:lnTo>
                  <a:lnTo>
                    <a:pt x="58057" y="16633"/>
                  </a:lnTo>
                  <a:lnTo>
                    <a:pt x="58875" y="14970"/>
                  </a:lnTo>
                  <a:lnTo>
                    <a:pt x="57240" y="13782"/>
                  </a:lnTo>
                  <a:lnTo>
                    <a:pt x="56422" y="12356"/>
                  </a:lnTo>
                  <a:lnTo>
                    <a:pt x="56013" y="10217"/>
                  </a:lnTo>
                  <a:lnTo>
                    <a:pt x="55195" y="9504"/>
                  </a:lnTo>
                  <a:lnTo>
                    <a:pt x="51311" y="8079"/>
                  </a:lnTo>
                  <a:lnTo>
                    <a:pt x="50902" y="7603"/>
                  </a:lnTo>
                  <a:lnTo>
                    <a:pt x="49880" y="7128"/>
                  </a:lnTo>
                  <a:lnTo>
                    <a:pt x="49676" y="6415"/>
                  </a:lnTo>
                  <a:lnTo>
                    <a:pt x="49267" y="5465"/>
                  </a:lnTo>
                  <a:lnTo>
                    <a:pt x="49267" y="4752"/>
                  </a:lnTo>
                  <a:lnTo>
                    <a:pt x="49267" y="4039"/>
                  </a:lnTo>
                  <a:lnTo>
                    <a:pt x="48858" y="3326"/>
                  </a:lnTo>
                  <a:lnTo>
                    <a:pt x="48449" y="2851"/>
                  </a:lnTo>
                  <a:lnTo>
                    <a:pt x="45996" y="2138"/>
                  </a:lnTo>
                  <a:lnTo>
                    <a:pt x="44770" y="1425"/>
                  </a:lnTo>
                  <a:lnTo>
                    <a:pt x="44565" y="475"/>
                  </a:lnTo>
                  <a:lnTo>
                    <a:pt x="43134" y="0"/>
                  </a:lnTo>
                  <a:lnTo>
                    <a:pt x="41908" y="0"/>
                  </a:lnTo>
                  <a:lnTo>
                    <a:pt x="40681" y="950"/>
                  </a:lnTo>
                  <a:lnTo>
                    <a:pt x="39863" y="3089"/>
                  </a:lnTo>
                  <a:lnTo>
                    <a:pt x="38841" y="6415"/>
                  </a:lnTo>
                  <a:lnTo>
                    <a:pt x="38432" y="7128"/>
                  </a:lnTo>
                  <a:lnTo>
                    <a:pt x="37819" y="7603"/>
                  </a:lnTo>
                  <a:lnTo>
                    <a:pt x="36388" y="7603"/>
                  </a:lnTo>
                  <a:lnTo>
                    <a:pt x="35775" y="8554"/>
                  </a:lnTo>
                  <a:lnTo>
                    <a:pt x="34139" y="11881"/>
                  </a:lnTo>
                  <a:lnTo>
                    <a:pt x="33321" y="14257"/>
                  </a:lnTo>
                  <a:lnTo>
                    <a:pt x="32913" y="16633"/>
                  </a:lnTo>
                  <a:lnTo>
                    <a:pt x="32913" y="17346"/>
                  </a:lnTo>
                  <a:lnTo>
                    <a:pt x="33117" y="19247"/>
                  </a:lnTo>
                  <a:lnTo>
                    <a:pt x="33117" y="20673"/>
                  </a:lnTo>
                  <a:lnTo>
                    <a:pt x="32913" y="21861"/>
                  </a:lnTo>
                  <a:lnTo>
                    <a:pt x="32708" y="22811"/>
                  </a:lnTo>
                  <a:lnTo>
                    <a:pt x="32095" y="24475"/>
                  </a:lnTo>
                  <a:lnTo>
                    <a:pt x="32504" y="25188"/>
                  </a:lnTo>
                  <a:lnTo>
                    <a:pt x="32913" y="25663"/>
                  </a:lnTo>
                  <a:lnTo>
                    <a:pt x="33935" y="25900"/>
                  </a:lnTo>
                  <a:lnTo>
                    <a:pt x="34344" y="25900"/>
                  </a:lnTo>
                  <a:lnTo>
                    <a:pt x="34957" y="27326"/>
                  </a:lnTo>
                  <a:lnTo>
                    <a:pt x="35570" y="27564"/>
                  </a:lnTo>
                  <a:lnTo>
                    <a:pt x="35775" y="28039"/>
                  </a:lnTo>
                  <a:lnTo>
                    <a:pt x="36797" y="31128"/>
                  </a:lnTo>
                  <a:lnTo>
                    <a:pt x="38023" y="33267"/>
                  </a:lnTo>
                  <a:lnTo>
                    <a:pt x="42316" y="37544"/>
                  </a:lnTo>
                  <a:lnTo>
                    <a:pt x="41703" y="38970"/>
                  </a:lnTo>
                  <a:lnTo>
                    <a:pt x="40681" y="39445"/>
                  </a:lnTo>
                  <a:lnTo>
                    <a:pt x="39863" y="39445"/>
                  </a:lnTo>
                  <a:lnTo>
                    <a:pt x="39250" y="38495"/>
                  </a:lnTo>
                  <a:lnTo>
                    <a:pt x="39659" y="36831"/>
                  </a:lnTo>
                  <a:lnTo>
                    <a:pt x="39250" y="36118"/>
                  </a:lnTo>
                  <a:lnTo>
                    <a:pt x="38841" y="35881"/>
                  </a:lnTo>
                  <a:lnTo>
                    <a:pt x="37206" y="36118"/>
                  </a:lnTo>
                  <a:lnTo>
                    <a:pt x="34752" y="33504"/>
                  </a:lnTo>
                  <a:lnTo>
                    <a:pt x="34139" y="31366"/>
                  </a:lnTo>
                  <a:lnTo>
                    <a:pt x="32913" y="29940"/>
                  </a:lnTo>
                  <a:lnTo>
                    <a:pt x="32708" y="28990"/>
                  </a:lnTo>
                  <a:lnTo>
                    <a:pt x="32299" y="27801"/>
                  </a:lnTo>
                  <a:lnTo>
                    <a:pt x="29846" y="26613"/>
                  </a:lnTo>
                  <a:lnTo>
                    <a:pt x="27597" y="26376"/>
                  </a:lnTo>
                  <a:lnTo>
                    <a:pt x="26780" y="27326"/>
                  </a:lnTo>
                  <a:lnTo>
                    <a:pt x="26166" y="28752"/>
                  </a:lnTo>
                  <a:lnTo>
                    <a:pt x="26371" y="32079"/>
                  </a:lnTo>
                  <a:lnTo>
                    <a:pt x="28006" y="33742"/>
                  </a:lnTo>
                  <a:lnTo>
                    <a:pt x="31073" y="35643"/>
                  </a:lnTo>
                  <a:lnTo>
                    <a:pt x="30255" y="36831"/>
                  </a:lnTo>
                  <a:lnTo>
                    <a:pt x="29028" y="36594"/>
                  </a:lnTo>
                  <a:lnTo>
                    <a:pt x="27189" y="35168"/>
                  </a:lnTo>
                  <a:lnTo>
                    <a:pt x="26780" y="35405"/>
                  </a:lnTo>
                  <a:lnTo>
                    <a:pt x="26575" y="35643"/>
                  </a:lnTo>
                  <a:lnTo>
                    <a:pt x="26371" y="36594"/>
                  </a:lnTo>
                  <a:lnTo>
                    <a:pt x="26166" y="37306"/>
                  </a:lnTo>
                  <a:lnTo>
                    <a:pt x="26166" y="38019"/>
                  </a:lnTo>
                  <a:lnTo>
                    <a:pt x="26166" y="38495"/>
                  </a:lnTo>
                  <a:lnTo>
                    <a:pt x="27802" y="41584"/>
                  </a:lnTo>
                  <a:lnTo>
                    <a:pt x="30255" y="44198"/>
                  </a:lnTo>
                  <a:lnTo>
                    <a:pt x="31686" y="46099"/>
                  </a:lnTo>
                  <a:lnTo>
                    <a:pt x="32095" y="47524"/>
                  </a:lnTo>
                  <a:lnTo>
                    <a:pt x="32095" y="48950"/>
                  </a:lnTo>
                  <a:lnTo>
                    <a:pt x="31686" y="49663"/>
                  </a:lnTo>
                  <a:lnTo>
                    <a:pt x="30868" y="50138"/>
                  </a:lnTo>
                  <a:lnTo>
                    <a:pt x="29233" y="49900"/>
                  </a:lnTo>
                  <a:lnTo>
                    <a:pt x="28824" y="50138"/>
                  </a:lnTo>
                  <a:lnTo>
                    <a:pt x="28620" y="50851"/>
                  </a:lnTo>
                  <a:lnTo>
                    <a:pt x="28006" y="52039"/>
                  </a:lnTo>
                  <a:lnTo>
                    <a:pt x="27802" y="52514"/>
                  </a:lnTo>
                  <a:lnTo>
                    <a:pt x="27189" y="52514"/>
                  </a:lnTo>
                  <a:lnTo>
                    <a:pt x="26780" y="52039"/>
                  </a:lnTo>
                  <a:lnTo>
                    <a:pt x="25962" y="50376"/>
                  </a:lnTo>
                  <a:lnTo>
                    <a:pt x="25553" y="50138"/>
                  </a:lnTo>
                  <a:lnTo>
                    <a:pt x="25144" y="50376"/>
                  </a:lnTo>
                  <a:lnTo>
                    <a:pt x="24531" y="51801"/>
                  </a:lnTo>
                  <a:lnTo>
                    <a:pt x="24122" y="52752"/>
                  </a:lnTo>
                  <a:lnTo>
                    <a:pt x="23713" y="54178"/>
                  </a:lnTo>
                  <a:lnTo>
                    <a:pt x="23713" y="55841"/>
                  </a:lnTo>
                  <a:lnTo>
                    <a:pt x="24122" y="57029"/>
                  </a:lnTo>
                  <a:lnTo>
                    <a:pt x="23918" y="57029"/>
                  </a:lnTo>
                  <a:lnTo>
                    <a:pt x="23713" y="58930"/>
                  </a:lnTo>
                  <a:lnTo>
                    <a:pt x="22691" y="60118"/>
                  </a:lnTo>
                  <a:lnTo>
                    <a:pt x="21873" y="61069"/>
                  </a:lnTo>
                  <a:lnTo>
                    <a:pt x="20851" y="61306"/>
                  </a:lnTo>
                  <a:lnTo>
                    <a:pt x="18603" y="60831"/>
                  </a:lnTo>
                  <a:lnTo>
                    <a:pt x="17989" y="61069"/>
                  </a:lnTo>
                  <a:lnTo>
                    <a:pt x="17785" y="61544"/>
                  </a:lnTo>
                  <a:lnTo>
                    <a:pt x="16967" y="63445"/>
                  </a:lnTo>
                  <a:lnTo>
                    <a:pt x="15945" y="64158"/>
                  </a:lnTo>
                  <a:lnTo>
                    <a:pt x="12470" y="63683"/>
                  </a:lnTo>
                  <a:lnTo>
                    <a:pt x="11039" y="64158"/>
                  </a:lnTo>
                  <a:lnTo>
                    <a:pt x="10425" y="64158"/>
                  </a:lnTo>
                  <a:lnTo>
                    <a:pt x="10017" y="63920"/>
                  </a:lnTo>
                  <a:lnTo>
                    <a:pt x="9608" y="63445"/>
                  </a:lnTo>
                  <a:lnTo>
                    <a:pt x="8994" y="63207"/>
                  </a:lnTo>
                  <a:lnTo>
                    <a:pt x="8586" y="63683"/>
                  </a:lnTo>
                  <a:lnTo>
                    <a:pt x="8177" y="62732"/>
                  </a:lnTo>
                  <a:lnTo>
                    <a:pt x="7768" y="62732"/>
                  </a:lnTo>
                  <a:lnTo>
                    <a:pt x="6950" y="64396"/>
                  </a:lnTo>
                  <a:lnTo>
                    <a:pt x="6541" y="65108"/>
                  </a:lnTo>
                  <a:lnTo>
                    <a:pt x="6337" y="65108"/>
                  </a:lnTo>
                  <a:lnTo>
                    <a:pt x="4701" y="64396"/>
                  </a:lnTo>
                  <a:lnTo>
                    <a:pt x="3679" y="64871"/>
                  </a:lnTo>
                  <a:lnTo>
                    <a:pt x="2657" y="66059"/>
                  </a:lnTo>
                  <a:lnTo>
                    <a:pt x="1431" y="69861"/>
                  </a:lnTo>
                  <a:lnTo>
                    <a:pt x="408" y="71524"/>
                  </a:lnTo>
                  <a:lnTo>
                    <a:pt x="204" y="72712"/>
                  </a:lnTo>
                  <a:lnTo>
                    <a:pt x="0" y="73900"/>
                  </a:lnTo>
                  <a:lnTo>
                    <a:pt x="204" y="74851"/>
                  </a:lnTo>
                  <a:lnTo>
                    <a:pt x="613" y="75564"/>
                  </a:lnTo>
                  <a:lnTo>
                    <a:pt x="1635" y="76752"/>
                  </a:lnTo>
                  <a:lnTo>
                    <a:pt x="3066" y="78891"/>
                  </a:lnTo>
                  <a:lnTo>
                    <a:pt x="3679" y="80316"/>
                  </a:lnTo>
                  <a:lnTo>
                    <a:pt x="4088" y="82217"/>
                  </a:lnTo>
                  <a:lnTo>
                    <a:pt x="3884" y="83643"/>
                  </a:lnTo>
                  <a:lnTo>
                    <a:pt x="4293" y="84594"/>
                  </a:lnTo>
                  <a:lnTo>
                    <a:pt x="4906" y="85306"/>
                  </a:lnTo>
                  <a:lnTo>
                    <a:pt x="8381" y="87207"/>
                  </a:lnTo>
                  <a:lnTo>
                    <a:pt x="8994" y="87683"/>
                  </a:lnTo>
                  <a:lnTo>
                    <a:pt x="9812" y="88396"/>
                  </a:lnTo>
                  <a:lnTo>
                    <a:pt x="10630" y="89821"/>
                  </a:lnTo>
                  <a:lnTo>
                    <a:pt x="11039" y="90297"/>
                  </a:lnTo>
                  <a:lnTo>
                    <a:pt x="11243" y="90297"/>
                  </a:lnTo>
                  <a:lnTo>
                    <a:pt x="12061" y="89108"/>
                  </a:lnTo>
                  <a:lnTo>
                    <a:pt x="12879" y="88633"/>
                  </a:lnTo>
                  <a:lnTo>
                    <a:pt x="14514" y="87920"/>
                  </a:lnTo>
                  <a:lnTo>
                    <a:pt x="15127" y="87207"/>
                  </a:lnTo>
                  <a:lnTo>
                    <a:pt x="14718" y="86257"/>
                  </a:lnTo>
                  <a:lnTo>
                    <a:pt x="13492" y="83881"/>
                  </a:lnTo>
                  <a:lnTo>
                    <a:pt x="12879" y="82693"/>
                  </a:lnTo>
                  <a:lnTo>
                    <a:pt x="13083" y="82455"/>
                  </a:lnTo>
                  <a:lnTo>
                    <a:pt x="14310" y="82693"/>
                  </a:lnTo>
                  <a:lnTo>
                    <a:pt x="14718" y="82930"/>
                  </a:lnTo>
                  <a:lnTo>
                    <a:pt x="15536" y="83643"/>
                  </a:lnTo>
                  <a:lnTo>
                    <a:pt x="15945" y="83881"/>
                  </a:lnTo>
                  <a:lnTo>
                    <a:pt x="16354" y="82693"/>
                  </a:lnTo>
                  <a:lnTo>
                    <a:pt x="16354" y="82217"/>
                  </a:lnTo>
                  <a:lnTo>
                    <a:pt x="16149" y="81742"/>
                  </a:lnTo>
                  <a:lnTo>
                    <a:pt x="16149" y="81267"/>
                  </a:lnTo>
                  <a:lnTo>
                    <a:pt x="16354" y="80316"/>
                  </a:lnTo>
                  <a:lnTo>
                    <a:pt x="16354" y="79841"/>
                  </a:lnTo>
                  <a:lnTo>
                    <a:pt x="16763" y="79841"/>
                  </a:lnTo>
                  <a:lnTo>
                    <a:pt x="16967" y="79841"/>
                  </a:lnTo>
                  <a:lnTo>
                    <a:pt x="18194" y="80554"/>
                  </a:lnTo>
                  <a:lnTo>
                    <a:pt x="19829" y="81267"/>
                  </a:lnTo>
                  <a:lnTo>
                    <a:pt x="21056" y="81742"/>
                  </a:lnTo>
                  <a:lnTo>
                    <a:pt x="21056" y="81980"/>
                  </a:lnTo>
                  <a:lnTo>
                    <a:pt x="21260" y="82455"/>
                  </a:lnTo>
                  <a:lnTo>
                    <a:pt x="21260" y="83168"/>
                  </a:lnTo>
                  <a:lnTo>
                    <a:pt x="21260" y="83881"/>
                  </a:lnTo>
                  <a:lnTo>
                    <a:pt x="21056" y="84356"/>
                  </a:lnTo>
                  <a:lnTo>
                    <a:pt x="20442" y="84594"/>
                  </a:lnTo>
                  <a:lnTo>
                    <a:pt x="20034" y="85306"/>
                  </a:lnTo>
                  <a:lnTo>
                    <a:pt x="19829" y="86495"/>
                  </a:lnTo>
                  <a:lnTo>
                    <a:pt x="19829" y="87683"/>
                  </a:lnTo>
                  <a:lnTo>
                    <a:pt x="19829" y="89108"/>
                  </a:lnTo>
                  <a:lnTo>
                    <a:pt x="20238" y="89821"/>
                  </a:lnTo>
                  <a:lnTo>
                    <a:pt x="24327" y="93386"/>
                  </a:lnTo>
                  <a:lnTo>
                    <a:pt x="25144" y="93623"/>
                  </a:lnTo>
                  <a:lnTo>
                    <a:pt x="25553" y="93386"/>
                  </a:lnTo>
                  <a:lnTo>
                    <a:pt x="25962" y="92435"/>
                  </a:lnTo>
                  <a:lnTo>
                    <a:pt x="26166" y="92198"/>
                  </a:lnTo>
                  <a:lnTo>
                    <a:pt x="28006" y="93148"/>
                  </a:lnTo>
                  <a:lnTo>
                    <a:pt x="28211" y="93623"/>
                  </a:lnTo>
                  <a:lnTo>
                    <a:pt x="28824" y="95524"/>
                  </a:lnTo>
                  <a:lnTo>
                    <a:pt x="29642" y="96712"/>
                  </a:lnTo>
                  <a:lnTo>
                    <a:pt x="30664" y="96950"/>
                  </a:lnTo>
                  <a:lnTo>
                    <a:pt x="31890" y="96475"/>
                  </a:lnTo>
                  <a:lnTo>
                    <a:pt x="32504" y="94811"/>
                  </a:lnTo>
                  <a:lnTo>
                    <a:pt x="32913" y="93148"/>
                  </a:lnTo>
                  <a:lnTo>
                    <a:pt x="32708" y="91722"/>
                  </a:lnTo>
                  <a:lnTo>
                    <a:pt x="32299" y="90297"/>
                  </a:lnTo>
                  <a:lnTo>
                    <a:pt x="32095" y="88396"/>
                  </a:lnTo>
                  <a:lnTo>
                    <a:pt x="32504" y="87207"/>
                  </a:lnTo>
                  <a:lnTo>
                    <a:pt x="33935" y="87683"/>
                  </a:lnTo>
                  <a:lnTo>
                    <a:pt x="35979" y="89108"/>
                  </a:lnTo>
                  <a:lnTo>
                    <a:pt x="36797" y="90059"/>
                  </a:lnTo>
                  <a:lnTo>
                    <a:pt x="36797" y="91485"/>
                  </a:lnTo>
                  <a:lnTo>
                    <a:pt x="36592" y="92673"/>
                  </a:lnTo>
                  <a:lnTo>
                    <a:pt x="35979" y="94574"/>
                  </a:lnTo>
                  <a:lnTo>
                    <a:pt x="35979" y="96000"/>
                  </a:lnTo>
                  <a:lnTo>
                    <a:pt x="36592" y="97663"/>
                  </a:lnTo>
                  <a:lnTo>
                    <a:pt x="38023" y="99564"/>
                  </a:lnTo>
                  <a:lnTo>
                    <a:pt x="39659" y="100752"/>
                  </a:lnTo>
                  <a:lnTo>
                    <a:pt x="40068" y="101227"/>
                  </a:lnTo>
                  <a:lnTo>
                    <a:pt x="40477" y="102415"/>
                  </a:lnTo>
                  <a:lnTo>
                    <a:pt x="40885" y="102891"/>
                  </a:lnTo>
                  <a:lnTo>
                    <a:pt x="41294" y="102891"/>
                  </a:lnTo>
                  <a:lnTo>
                    <a:pt x="41703" y="102415"/>
                  </a:lnTo>
                  <a:lnTo>
                    <a:pt x="42316" y="100990"/>
                  </a:lnTo>
                  <a:lnTo>
                    <a:pt x="42930" y="100514"/>
                  </a:lnTo>
                  <a:lnTo>
                    <a:pt x="44361" y="100990"/>
                  </a:lnTo>
                  <a:lnTo>
                    <a:pt x="48654" y="104079"/>
                  </a:lnTo>
                  <a:lnTo>
                    <a:pt x="50085" y="103841"/>
                  </a:lnTo>
                  <a:lnTo>
                    <a:pt x="50698" y="104316"/>
                  </a:lnTo>
                  <a:lnTo>
                    <a:pt x="52333" y="107168"/>
                  </a:lnTo>
                  <a:lnTo>
                    <a:pt x="52947" y="107881"/>
                  </a:lnTo>
                  <a:lnTo>
                    <a:pt x="53969" y="108118"/>
                  </a:lnTo>
                  <a:lnTo>
                    <a:pt x="56422" y="111445"/>
                  </a:lnTo>
                  <a:lnTo>
                    <a:pt x="59284" y="114059"/>
                  </a:lnTo>
                  <a:lnTo>
                    <a:pt x="59897" y="113584"/>
                  </a:lnTo>
                  <a:lnTo>
                    <a:pt x="60306" y="112871"/>
                  </a:lnTo>
                  <a:lnTo>
                    <a:pt x="60715" y="112633"/>
                  </a:lnTo>
                  <a:lnTo>
                    <a:pt x="61328" y="112633"/>
                  </a:lnTo>
                  <a:lnTo>
                    <a:pt x="63168" y="114059"/>
                  </a:lnTo>
                  <a:lnTo>
                    <a:pt x="65008" y="114297"/>
                  </a:lnTo>
                  <a:lnTo>
                    <a:pt x="66643" y="115247"/>
                  </a:lnTo>
                  <a:lnTo>
                    <a:pt x="67257" y="115247"/>
                  </a:lnTo>
                  <a:lnTo>
                    <a:pt x="67870" y="115009"/>
                  </a:lnTo>
                  <a:lnTo>
                    <a:pt x="68688" y="114297"/>
                  </a:lnTo>
                  <a:lnTo>
                    <a:pt x="69097" y="114059"/>
                  </a:lnTo>
                  <a:lnTo>
                    <a:pt x="69301" y="113108"/>
                  </a:lnTo>
                  <a:lnTo>
                    <a:pt x="68892" y="111445"/>
                  </a:lnTo>
                  <a:lnTo>
                    <a:pt x="68074" y="108831"/>
                  </a:lnTo>
                  <a:lnTo>
                    <a:pt x="69097" y="108831"/>
                  </a:lnTo>
                  <a:lnTo>
                    <a:pt x="69914" y="109544"/>
                  </a:lnTo>
                  <a:lnTo>
                    <a:pt x="70323" y="110257"/>
                  </a:lnTo>
                  <a:lnTo>
                    <a:pt x="70528" y="110970"/>
                  </a:lnTo>
                  <a:lnTo>
                    <a:pt x="70936" y="111920"/>
                  </a:lnTo>
                  <a:lnTo>
                    <a:pt x="71754" y="112633"/>
                  </a:lnTo>
                  <a:lnTo>
                    <a:pt x="72572" y="112871"/>
                  </a:lnTo>
                  <a:lnTo>
                    <a:pt x="73798" y="114297"/>
                  </a:lnTo>
                  <a:lnTo>
                    <a:pt x="75434" y="114772"/>
                  </a:lnTo>
                  <a:lnTo>
                    <a:pt x="80340" y="117861"/>
                  </a:lnTo>
                  <a:lnTo>
                    <a:pt x="82589" y="118336"/>
                  </a:lnTo>
                  <a:lnTo>
                    <a:pt x="84633" y="119762"/>
                  </a:lnTo>
                  <a:lnTo>
                    <a:pt x="85860" y="120000"/>
                  </a:lnTo>
                  <a:lnTo>
                    <a:pt x="90971" y="117861"/>
                  </a:lnTo>
                  <a:lnTo>
                    <a:pt x="91993" y="117148"/>
                  </a:lnTo>
                  <a:lnTo>
                    <a:pt x="95468" y="109782"/>
                  </a:lnTo>
                  <a:lnTo>
                    <a:pt x="96286" y="109069"/>
                  </a:lnTo>
                  <a:lnTo>
                    <a:pt x="96899" y="108831"/>
                  </a:lnTo>
                  <a:lnTo>
                    <a:pt x="97308" y="108594"/>
                  </a:lnTo>
                  <a:lnTo>
                    <a:pt x="97921" y="108118"/>
                  </a:lnTo>
                  <a:lnTo>
                    <a:pt x="98330" y="107405"/>
                  </a:lnTo>
                  <a:lnTo>
                    <a:pt x="98943" y="105029"/>
                  </a:lnTo>
                  <a:lnTo>
                    <a:pt x="99352" y="104079"/>
                  </a:lnTo>
                  <a:lnTo>
                    <a:pt x="100579" y="103841"/>
                  </a:lnTo>
                  <a:lnTo>
                    <a:pt x="102623" y="105504"/>
                  </a:lnTo>
                  <a:lnTo>
                    <a:pt x="103850" y="104316"/>
                  </a:lnTo>
                  <a:lnTo>
                    <a:pt x="103236" y="102415"/>
                  </a:lnTo>
                  <a:lnTo>
                    <a:pt x="103236" y="100514"/>
                  </a:lnTo>
                  <a:lnTo>
                    <a:pt x="103441" y="98851"/>
                  </a:lnTo>
                  <a:lnTo>
                    <a:pt x="104463" y="98138"/>
                  </a:lnTo>
                  <a:lnTo>
                    <a:pt x="104667" y="97900"/>
                  </a:lnTo>
                  <a:lnTo>
                    <a:pt x="104667" y="96712"/>
                  </a:lnTo>
                  <a:lnTo>
                    <a:pt x="104258" y="95287"/>
                  </a:lnTo>
                  <a:lnTo>
                    <a:pt x="104463" y="94574"/>
                  </a:lnTo>
                  <a:lnTo>
                    <a:pt x="104872" y="94099"/>
                  </a:lnTo>
                  <a:lnTo>
                    <a:pt x="105281" y="94099"/>
                  </a:lnTo>
                  <a:lnTo>
                    <a:pt x="105485" y="94811"/>
                  </a:lnTo>
                  <a:lnTo>
                    <a:pt x="106303" y="94811"/>
                  </a:lnTo>
                  <a:lnTo>
                    <a:pt x="109982" y="92435"/>
                  </a:lnTo>
                  <a:lnTo>
                    <a:pt x="110800" y="93386"/>
                  </a:lnTo>
                  <a:lnTo>
                    <a:pt x="111209" y="94574"/>
                  </a:lnTo>
                  <a:lnTo>
                    <a:pt x="111209" y="96475"/>
                  </a:lnTo>
                  <a:lnTo>
                    <a:pt x="111005" y="98851"/>
                  </a:lnTo>
                  <a:lnTo>
                    <a:pt x="112027" y="98851"/>
                  </a:lnTo>
                  <a:lnTo>
                    <a:pt x="114275" y="93623"/>
                  </a:lnTo>
                  <a:lnTo>
                    <a:pt x="115298" y="92198"/>
                  </a:lnTo>
                  <a:lnTo>
                    <a:pt x="116115" y="91722"/>
                  </a:lnTo>
                  <a:lnTo>
                    <a:pt x="118364" y="88396"/>
                  </a:lnTo>
                  <a:lnTo>
                    <a:pt x="118773" y="86970"/>
                  </a:lnTo>
                  <a:lnTo>
                    <a:pt x="119182" y="85544"/>
                  </a:lnTo>
                  <a:lnTo>
                    <a:pt x="119386" y="84356"/>
                  </a:lnTo>
                  <a:lnTo>
                    <a:pt x="119591" y="84118"/>
                  </a:lnTo>
                  <a:lnTo>
                    <a:pt x="119591" y="84118"/>
                  </a:lnTo>
                  <a:lnTo>
                    <a:pt x="120000" y="83643"/>
                  </a:lnTo>
                  <a:lnTo>
                    <a:pt x="119591" y="82930"/>
                  </a:lnTo>
                  <a:lnTo>
                    <a:pt x="119386" y="82693"/>
                  </a:lnTo>
                  <a:lnTo>
                    <a:pt x="118977" y="82217"/>
                  </a:lnTo>
                  <a:lnTo>
                    <a:pt x="118364" y="81980"/>
                  </a:lnTo>
                  <a:lnTo>
                    <a:pt x="117546" y="81504"/>
                  </a:lnTo>
                  <a:lnTo>
                    <a:pt x="116729" y="80079"/>
                  </a:lnTo>
                  <a:lnTo>
                    <a:pt x="115502" y="79603"/>
                  </a:lnTo>
                  <a:lnTo>
                    <a:pt x="114480" y="80079"/>
                  </a:lnTo>
                  <a:lnTo>
                    <a:pt x="110187" y="86019"/>
                  </a:lnTo>
                  <a:lnTo>
                    <a:pt x="108551" y="86495"/>
                  </a:lnTo>
                  <a:lnTo>
                    <a:pt x="108143" y="86257"/>
                  </a:lnTo>
                  <a:lnTo>
                    <a:pt x="107938" y="86019"/>
                  </a:lnTo>
                  <a:lnTo>
                    <a:pt x="107325" y="85069"/>
                  </a:lnTo>
                  <a:lnTo>
                    <a:pt x="107120" y="84356"/>
                  </a:lnTo>
                  <a:lnTo>
                    <a:pt x="107120" y="83881"/>
                  </a:lnTo>
                  <a:lnTo>
                    <a:pt x="106916" y="83168"/>
                  </a:lnTo>
                  <a:lnTo>
                    <a:pt x="106507" y="82455"/>
                  </a:lnTo>
                  <a:lnTo>
                    <a:pt x="106303" y="81980"/>
                  </a:lnTo>
                  <a:lnTo>
                    <a:pt x="104463" y="81504"/>
                  </a:lnTo>
                  <a:lnTo>
                    <a:pt x="104054" y="81742"/>
                  </a:lnTo>
                  <a:lnTo>
                    <a:pt x="103850" y="82455"/>
                  </a:lnTo>
                  <a:lnTo>
                    <a:pt x="103236" y="82930"/>
                  </a:lnTo>
                  <a:lnTo>
                    <a:pt x="102827" y="82930"/>
                  </a:lnTo>
                  <a:lnTo>
                    <a:pt x="102419" y="81742"/>
                  </a:lnTo>
                  <a:lnTo>
                    <a:pt x="102214" y="80079"/>
                  </a:lnTo>
                  <a:lnTo>
                    <a:pt x="102214" y="78178"/>
                  </a:lnTo>
                  <a:lnTo>
                    <a:pt x="102010" y="76514"/>
                  </a:lnTo>
                  <a:lnTo>
                    <a:pt x="101805" y="75089"/>
                  </a:lnTo>
                  <a:lnTo>
                    <a:pt x="101192" y="74376"/>
                  </a:lnTo>
                  <a:lnTo>
                    <a:pt x="100988" y="73663"/>
                  </a:lnTo>
                  <a:lnTo>
                    <a:pt x="100170" y="73188"/>
                  </a:lnTo>
                  <a:lnTo>
                    <a:pt x="99557" y="72950"/>
                  </a:lnTo>
                  <a:lnTo>
                    <a:pt x="99148" y="72237"/>
                  </a:lnTo>
                  <a:lnTo>
                    <a:pt x="98943" y="71524"/>
                  </a:lnTo>
                  <a:lnTo>
                    <a:pt x="98739" y="70574"/>
                  </a:lnTo>
                  <a:lnTo>
                    <a:pt x="98126" y="69148"/>
                  </a:lnTo>
                  <a:lnTo>
                    <a:pt x="97921" y="68435"/>
                  </a:lnTo>
                  <a:lnTo>
                    <a:pt x="98126" y="67485"/>
                  </a:lnTo>
                  <a:lnTo>
                    <a:pt x="98534" y="66534"/>
                  </a:lnTo>
                  <a:lnTo>
                    <a:pt x="98943" y="65821"/>
                  </a:lnTo>
                  <a:lnTo>
                    <a:pt x="99148" y="65584"/>
                  </a:lnTo>
                  <a:lnTo>
                    <a:pt x="98534" y="63207"/>
                  </a:lnTo>
                  <a:lnTo>
                    <a:pt x="98534" y="62732"/>
                  </a:lnTo>
                  <a:lnTo>
                    <a:pt x="98330" y="61544"/>
                  </a:lnTo>
                  <a:lnTo>
                    <a:pt x="98330" y="61069"/>
                  </a:lnTo>
                  <a:lnTo>
                    <a:pt x="97921" y="59643"/>
                  </a:lnTo>
                  <a:lnTo>
                    <a:pt x="96695" y="58455"/>
                  </a:lnTo>
                  <a:lnTo>
                    <a:pt x="96286" y="57267"/>
                  </a:lnTo>
                  <a:lnTo>
                    <a:pt x="95468" y="54653"/>
                  </a:lnTo>
                  <a:lnTo>
                    <a:pt x="95264" y="53702"/>
                  </a:lnTo>
                  <a:lnTo>
                    <a:pt x="94650" y="53227"/>
                  </a:lnTo>
                  <a:lnTo>
                    <a:pt x="94446" y="53465"/>
                  </a:lnTo>
                  <a:lnTo>
                    <a:pt x="94241" y="54178"/>
                  </a:lnTo>
                  <a:lnTo>
                    <a:pt x="94037" y="54891"/>
                  </a:lnTo>
                  <a:lnTo>
                    <a:pt x="94037" y="55841"/>
                  </a:lnTo>
                  <a:lnTo>
                    <a:pt x="93833" y="56316"/>
                  </a:lnTo>
                  <a:lnTo>
                    <a:pt x="92810" y="57980"/>
                  </a:lnTo>
                  <a:lnTo>
                    <a:pt x="92606" y="59168"/>
                  </a:lnTo>
                  <a:lnTo>
                    <a:pt x="92810" y="60118"/>
                  </a:lnTo>
                  <a:lnTo>
                    <a:pt x="93015" y="60831"/>
                  </a:lnTo>
                  <a:lnTo>
                    <a:pt x="93219" y="62495"/>
                  </a:lnTo>
                  <a:lnTo>
                    <a:pt x="93219" y="63683"/>
                  </a:lnTo>
                  <a:lnTo>
                    <a:pt x="93015" y="64871"/>
                  </a:lnTo>
                  <a:lnTo>
                    <a:pt x="93015" y="65821"/>
                  </a:lnTo>
                  <a:lnTo>
                    <a:pt x="93219" y="67485"/>
                  </a:lnTo>
                  <a:lnTo>
                    <a:pt x="94241" y="69623"/>
                  </a:lnTo>
                  <a:lnTo>
                    <a:pt x="94241" y="70336"/>
                  </a:lnTo>
                  <a:lnTo>
                    <a:pt x="93219" y="70574"/>
                  </a:lnTo>
                  <a:lnTo>
                    <a:pt x="92810" y="70336"/>
                  </a:lnTo>
                  <a:lnTo>
                    <a:pt x="91993" y="69861"/>
                  </a:lnTo>
                  <a:lnTo>
                    <a:pt x="91175" y="68435"/>
                  </a:lnTo>
                  <a:lnTo>
                    <a:pt x="90766" y="67247"/>
                  </a:lnTo>
                  <a:lnTo>
                    <a:pt x="91175" y="65108"/>
                  </a:lnTo>
                  <a:lnTo>
                    <a:pt x="91175" y="63207"/>
                  </a:lnTo>
                  <a:lnTo>
                    <a:pt x="90766" y="61306"/>
                  </a:lnTo>
                  <a:lnTo>
                    <a:pt x="90153" y="59643"/>
                  </a:lnTo>
                  <a:lnTo>
                    <a:pt x="90562" y="58930"/>
                  </a:lnTo>
                  <a:lnTo>
                    <a:pt x="90766" y="58217"/>
                  </a:lnTo>
                  <a:lnTo>
                    <a:pt x="90971" y="56792"/>
                  </a:lnTo>
                  <a:lnTo>
                    <a:pt x="90971" y="55366"/>
                  </a:lnTo>
                  <a:lnTo>
                    <a:pt x="90971" y="53940"/>
                  </a:lnTo>
                  <a:lnTo>
                    <a:pt x="91788" y="52039"/>
                  </a:lnTo>
                  <a:lnTo>
                    <a:pt x="91788" y="51089"/>
                  </a:lnTo>
                  <a:lnTo>
                    <a:pt x="91175" y="48712"/>
                  </a:lnTo>
                  <a:lnTo>
                    <a:pt x="90357" y="46811"/>
                  </a:lnTo>
                  <a:lnTo>
                    <a:pt x="87291" y="43247"/>
                  </a:lnTo>
                  <a:lnTo>
                    <a:pt x="84838" y="42059"/>
                  </a:lnTo>
                  <a:lnTo>
                    <a:pt x="82998" y="39683"/>
                  </a:lnTo>
                  <a:lnTo>
                    <a:pt x="82385" y="39445"/>
                  </a:lnTo>
                  <a:lnTo>
                    <a:pt x="82180" y="39207"/>
                  </a:lnTo>
                  <a:lnTo>
                    <a:pt x="81362" y="37544"/>
                  </a:lnTo>
                  <a:lnTo>
                    <a:pt x="78909" y="36118"/>
                  </a:lnTo>
                  <a:lnTo>
                    <a:pt x="77274" y="36118"/>
                  </a:lnTo>
                  <a:lnTo>
                    <a:pt x="76456" y="35643"/>
                  </a:lnTo>
                  <a:lnTo>
                    <a:pt x="75025" y="33267"/>
                  </a:lnTo>
                  <a:lnTo>
                    <a:pt x="74207" y="3231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Shape 5187"/>
            <p:cNvSpPr/>
            <p:nvPr/>
          </p:nvSpPr>
          <p:spPr>
            <a:xfrm>
              <a:off x="12620882" y="5459757"/>
              <a:ext cx="161925" cy="185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421" y="23522"/>
                  </a:moveTo>
                  <a:lnTo>
                    <a:pt x="116842" y="21477"/>
                  </a:lnTo>
                  <a:lnTo>
                    <a:pt x="114868" y="19090"/>
                  </a:lnTo>
                  <a:lnTo>
                    <a:pt x="115657" y="17045"/>
                  </a:lnTo>
                  <a:lnTo>
                    <a:pt x="115657" y="15681"/>
                  </a:lnTo>
                  <a:lnTo>
                    <a:pt x="114473" y="15000"/>
                  </a:lnTo>
                  <a:lnTo>
                    <a:pt x="114473" y="13636"/>
                  </a:lnTo>
                  <a:lnTo>
                    <a:pt x="115263" y="12954"/>
                  </a:lnTo>
                  <a:lnTo>
                    <a:pt x="116447" y="11931"/>
                  </a:lnTo>
                  <a:lnTo>
                    <a:pt x="115263" y="9545"/>
                  </a:lnTo>
                  <a:lnTo>
                    <a:pt x="115263" y="7159"/>
                  </a:lnTo>
                  <a:lnTo>
                    <a:pt x="115657" y="4772"/>
                  </a:lnTo>
                  <a:lnTo>
                    <a:pt x="116447" y="3068"/>
                  </a:lnTo>
                  <a:lnTo>
                    <a:pt x="113289" y="1022"/>
                  </a:lnTo>
                  <a:lnTo>
                    <a:pt x="110921" y="681"/>
                  </a:lnTo>
                  <a:lnTo>
                    <a:pt x="99078" y="1363"/>
                  </a:lnTo>
                  <a:lnTo>
                    <a:pt x="93157" y="340"/>
                  </a:lnTo>
                  <a:lnTo>
                    <a:pt x="93552" y="340"/>
                  </a:lnTo>
                  <a:lnTo>
                    <a:pt x="92368" y="340"/>
                  </a:lnTo>
                  <a:lnTo>
                    <a:pt x="88815" y="0"/>
                  </a:lnTo>
                  <a:lnTo>
                    <a:pt x="87631" y="1022"/>
                  </a:lnTo>
                  <a:lnTo>
                    <a:pt x="86447" y="2727"/>
                  </a:lnTo>
                  <a:lnTo>
                    <a:pt x="85263" y="3750"/>
                  </a:lnTo>
                  <a:lnTo>
                    <a:pt x="83684" y="4772"/>
                  </a:lnTo>
                  <a:lnTo>
                    <a:pt x="82105" y="5113"/>
                  </a:lnTo>
                  <a:lnTo>
                    <a:pt x="82500" y="5113"/>
                  </a:lnTo>
                  <a:lnTo>
                    <a:pt x="82105" y="5454"/>
                  </a:lnTo>
                  <a:lnTo>
                    <a:pt x="82105" y="6477"/>
                  </a:lnTo>
                  <a:lnTo>
                    <a:pt x="82500" y="7500"/>
                  </a:lnTo>
                  <a:lnTo>
                    <a:pt x="83289" y="8181"/>
                  </a:lnTo>
                  <a:lnTo>
                    <a:pt x="80921" y="10227"/>
                  </a:lnTo>
                  <a:lnTo>
                    <a:pt x="68289" y="10568"/>
                  </a:lnTo>
                  <a:lnTo>
                    <a:pt x="62763" y="11590"/>
                  </a:lnTo>
                  <a:lnTo>
                    <a:pt x="60394" y="13295"/>
                  </a:lnTo>
                  <a:lnTo>
                    <a:pt x="46578" y="26931"/>
                  </a:lnTo>
                  <a:lnTo>
                    <a:pt x="43026" y="28636"/>
                  </a:lnTo>
                  <a:lnTo>
                    <a:pt x="39078" y="28636"/>
                  </a:lnTo>
                  <a:lnTo>
                    <a:pt x="34736" y="25909"/>
                  </a:lnTo>
                  <a:lnTo>
                    <a:pt x="33157" y="24204"/>
                  </a:lnTo>
                  <a:lnTo>
                    <a:pt x="31184" y="22500"/>
                  </a:lnTo>
                  <a:lnTo>
                    <a:pt x="29605" y="22159"/>
                  </a:lnTo>
                  <a:lnTo>
                    <a:pt x="27236" y="22159"/>
                  </a:lnTo>
                  <a:lnTo>
                    <a:pt x="26842" y="22159"/>
                  </a:lnTo>
                  <a:lnTo>
                    <a:pt x="26052" y="21818"/>
                  </a:lnTo>
                  <a:lnTo>
                    <a:pt x="25657" y="21136"/>
                  </a:lnTo>
                  <a:lnTo>
                    <a:pt x="25263" y="21136"/>
                  </a:lnTo>
                  <a:lnTo>
                    <a:pt x="18552" y="27272"/>
                  </a:lnTo>
                  <a:lnTo>
                    <a:pt x="17763" y="28977"/>
                  </a:lnTo>
                  <a:lnTo>
                    <a:pt x="16184" y="33750"/>
                  </a:lnTo>
                  <a:lnTo>
                    <a:pt x="14605" y="36477"/>
                  </a:lnTo>
                  <a:lnTo>
                    <a:pt x="14210" y="38522"/>
                  </a:lnTo>
                  <a:lnTo>
                    <a:pt x="14605" y="43295"/>
                  </a:lnTo>
                  <a:lnTo>
                    <a:pt x="14605" y="45681"/>
                  </a:lnTo>
                  <a:lnTo>
                    <a:pt x="15000" y="47045"/>
                  </a:lnTo>
                  <a:lnTo>
                    <a:pt x="15394" y="48068"/>
                  </a:lnTo>
                  <a:lnTo>
                    <a:pt x="16184" y="49090"/>
                  </a:lnTo>
                  <a:lnTo>
                    <a:pt x="16578" y="51818"/>
                  </a:lnTo>
                  <a:lnTo>
                    <a:pt x="16184" y="54204"/>
                  </a:lnTo>
                  <a:lnTo>
                    <a:pt x="15789" y="55909"/>
                  </a:lnTo>
                  <a:lnTo>
                    <a:pt x="13026" y="60340"/>
                  </a:lnTo>
                  <a:lnTo>
                    <a:pt x="12236" y="60681"/>
                  </a:lnTo>
                  <a:lnTo>
                    <a:pt x="12236" y="61363"/>
                  </a:lnTo>
                  <a:lnTo>
                    <a:pt x="12236" y="64431"/>
                  </a:lnTo>
                  <a:lnTo>
                    <a:pt x="11052" y="69545"/>
                  </a:lnTo>
                  <a:lnTo>
                    <a:pt x="789" y="81136"/>
                  </a:lnTo>
                  <a:lnTo>
                    <a:pt x="0" y="85227"/>
                  </a:lnTo>
                  <a:lnTo>
                    <a:pt x="1184" y="89659"/>
                  </a:lnTo>
                  <a:lnTo>
                    <a:pt x="3947" y="92727"/>
                  </a:lnTo>
                  <a:lnTo>
                    <a:pt x="17763" y="100909"/>
                  </a:lnTo>
                  <a:lnTo>
                    <a:pt x="19736" y="103295"/>
                  </a:lnTo>
                  <a:lnTo>
                    <a:pt x="22500" y="108750"/>
                  </a:lnTo>
                  <a:lnTo>
                    <a:pt x="24473" y="118295"/>
                  </a:lnTo>
                  <a:lnTo>
                    <a:pt x="26447" y="120000"/>
                  </a:lnTo>
                  <a:lnTo>
                    <a:pt x="28026" y="119318"/>
                  </a:lnTo>
                  <a:lnTo>
                    <a:pt x="41842" y="105000"/>
                  </a:lnTo>
                  <a:lnTo>
                    <a:pt x="50131" y="101931"/>
                  </a:lnTo>
                  <a:lnTo>
                    <a:pt x="51710" y="101931"/>
                  </a:lnTo>
                  <a:lnTo>
                    <a:pt x="56447" y="103295"/>
                  </a:lnTo>
                  <a:lnTo>
                    <a:pt x="58026" y="104659"/>
                  </a:lnTo>
                  <a:lnTo>
                    <a:pt x="58815" y="105340"/>
                  </a:lnTo>
                  <a:lnTo>
                    <a:pt x="60789" y="107727"/>
                  </a:lnTo>
                  <a:lnTo>
                    <a:pt x="61578" y="108409"/>
                  </a:lnTo>
                  <a:lnTo>
                    <a:pt x="62368" y="108750"/>
                  </a:lnTo>
                  <a:lnTo>
                    <a:pt x="66315" y="106704"/>
                  </a:lnTo>
                  <a:lnTo>
                    <a:pt x="75000" y="97500"/>
                  </a:lnTo>
                  <a:lnTo>
                    <a:pt x="82500" y="87954"/>
                  </a:lnTo>
                  <a:lnTo>
                    <a:pt x="88026" y="76022"/>
                  </a:lnTo>
                  <a:lnTo>
                    <a:pt x="97500" y="64431"/>
                  </a:lnTo>
                  <a:lnTo>
                    <a:pt x="97500" y="58636"/>
                  </a:lnTo>
                  <a:lnTo>
                    <a:pt x="97500" y="57272"/>
                  </a:lnTo>
                  <a:lnTo>
                    <a:pt x="98289" y="53863"/>
                  </a:lnTo>
                  <a:lnTo>
                    <a:pt x="99473" y="52159"/>
                  </a:lnTo>
                  <a:lnTo>
                    <a:pt x="101052" y="51136"/>
                  </a:lnTo>
                  <a:lnTo>
                    <a:pt x="101447" y="49090"/>
                  </a:lnTo>
                  <a:lnTo>
                    <a:pt x="109342" y="44659"/>
                  </a:lnTo>
                  <a:lnTo>
                    <a:pt x="110921" y="43636"/>
                  </a:lnTo>
                  <a:lnTo>
                    <a:pt x="113289" y="38522"/>
                  </a:lnTo>
                  <a:lnTo>
                    <a:pt x="115263" y="36818"/>
                  </a:lnTo>
                  <a:lnTo>
                    <a:pt x="116842" y="33409"/>
                  </a:lnTo>
                  <a:lnTo>
                    <a:pt x="119210" y="31363"/>
                  </a:lnTo>
                  <a:lnTo>
                    <a:pt x="119605" y="29659"/>
                  </a:lnTo>
                  <a:lnTo>
                    <a:pt x="120000" y="27272"/>
                  </a:lnTo>
                  <a:lnTo>
                    <a:pt x="119605" y="25227"/>
                  </a:lnTo>
                  <a:lnTo>
                    <a:pt x="118421" y="2352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Shape 5188"/>
            <p:cNvSpPr/>
            <p:nvPr/>
          </p:nvSpPr>
          <p:spPr>
            <a:xfrm>
              <a:off x="10617457" y="4818407"/>
              <a:ext cx="20638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4000" y="112500"/>
                  </a:moveTo>
                  <a:lnTo>
                    <a:pt x="36000" y="117500"/>
                  </a:lnTo>
                  <a:lnTo>
                    <a:pt x="90000" y="120000"/>
                  </a:lnTo>
                  <a:lnTo>
                    <a:pt x="108000" y="117500"/>
                  </a:lnTo>
                  <a:lnTo>
                    <a:pt x="120000" y="102500"/>
                  </a:lnTo>
                  <a:lnTo>
                    <a:pt x="111000" y="97500"/>
                  </a:lnTo>
                  <a:lnTo>
                    <a:pt x="81000" y="90000"/>
                  </a:lnTo>
                  <a:lnTo>
                    <a:pt x="27000" y="25000"/>
                  </a:lnTo>
                  <a:lnTo>
                    <a:pt x="21000" y="12500"/>
                  </a:lnTo>
                  <a:lnTo>
                    <a:pt x="12000" y="0"/>
                  </a:lnTo>
                  <a:lnTo>
                    <a:pt x="6000" y="5000"/>
                  </a:lnTo>
                  <a:lnTo>
                    <a:pt x="0" y="20000"/>
                  </a:lnTo>
                  <a:lnTo>
                    <a:pt x="6000" y="40000"/>
                  </a:lnTo>
                  <a:lnTo>
                    <a:pt x="15000" y="95000"/>
                  </a:lnTo>
                  <a:lnTo>
                    <a:pt x="24000" y="1125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Shape 5189"/>
            <p:cNvSpPr/>
            <p:nvPr/>
          </p:nvSpPr>
          <p:spPr>
            <a:xfrm>
              <a:off x="12033507" y="4218332"/>
              <a:ext cx="63500" cy="317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000" y="40677"/>
                  </a:moveTo>
                  <a:lnTo>
                    <a:pt x="11000" y="38644"/>
                  </a:lnTo>
                  <a:lnTo>
                    <a:pt x="7000" y="40677"/>
                  </a:lnTo>
                  <a:lnTo>
                    <a:pt x="2000" y="46779"/>
                  </a:lnTo>
                  <a:lnTo>
                    <a:pt x="0" y="52881"/>
                  </a:lnTo>
                  <a:lnTo>
                    <a:pt x="2000" y="58983"/>
                  </a:lnTo>
                  <a:lnTo>
                    <a:pt x="11000" y="67118"/>
                  </a:lnTo>
                  <a:lnTo>
                    <a:pt x="14000" y="73220"/>
                  </a:lnTo>
                  <a:lnTo>
                    <a:pt x="15000" y="79322"/>
                  </a:lnTo>
                  <a:lnTo>
                    <a:pt x="17000" y="91525"/>
                  </a:lnTo>
                  <a:lnTo>
                    <a:pt x="18000" y="95593"/>
                  </a:lnTo>
                  <a:lnTo>
                    <a:pt x="19000" y="99661"/>
                  </a:lnTo>
                  <a:lnTo>
                    <a:pt x="21000" y="101694"/>
                  </a:lnTo>
                  <a:lnTo>
                    <a:pt x="30000" y="103728"/>
                  </a:lnTo>
                  <a:lnTo>
                    <a:pt x="40000" y="120000"/>
                  </a:lnTo>
                  <a:lnTo>
                    <a:pt x="44000" y="120000"/>
                  </a:lnTo>
                  <a:lnTo>
                    <a:pt x="48000" y="115932"/>
                  </a:lnTo>
                  <a:lnTo>
                    <a:pt x="52000" y="97627"/>
                  </a:lnTo>
                  <a:lnTo>
                    <a:pt x="56000" y="99661"/>
                  </a:lnTo>
                  <a:lnTo>
                    <a:pt x="66000" y="111864"/>
                  </a:lnTo>
                  <a:lnTo>
                    <a:pt x="84000" y="120000"/>
                  </a:lnTo>
                  <a:lnTo>
                    <a:pt x="117000" y="95593"/>
                  </a:lnTo>
                  <a:lnTo>
                    <a:pt x="120000" y="89491"/>
                  </a:lnTo>
                  <a:lnTo>
                    <a:pt x="120000" y="73220"/>
                  </a:lnTo>
                  <a:lnTo>
                    <a:pt x="116000" y="71186"/>
                  </a:lnTo>
                  <a:lnTo>
                    <a:pt x="113000" y="69152"/>
                  </a:lnTo>
                  <a:lnTo>
                    <a:pt x="113000" y="58983"/>
                  </a:lnTo>
                  <a:lnTo>
                    <a:pt x="111000" y="50847"/>
                  </a:lnTo>
                  <a:lnTo>
                    <a:pt x="109000" y="42711"/>
                  </a:lnTo>
                  <a:lnTo>
                    <a:pt x="104000" y="32542"/>
                  </a:lnTo>
                  <a:lnTo>
                    <a:pt x="98000" y="16271"/>
                  </a:lnTo>
                  <a:lnTo>
                    <a:pt x="96000" y="12203"/>
                  </a:lnTo>
                  <a:lnTo>
                    <a:pt x="89000" y="8135"/>
                  </a:lnTo>
                  <a:lnTo>
                    <a:pt x="72000" y="34576"/>
                  </a:lnTo>
                  <a:lnTo>
                    <a:pt x="45000" y="26440"/>
                  </a:lnTo>
                  <a:lnTo>
                    <a:pt x="34000" y="6101"/>
                  </a:lnTo>
                  <a:lnTo>
                    <a:pt x="28000" y="0"/>
                  </a:lnTo>
                  <a:lnTo>
                    <a:pt x="25000" y="16271"/>
                  </a:lnTo>
                  <a:lnTo>
                    <a:pt x="28000" y="16271"/>
                  </a:lnTo>
                  <a:lnTo>
                    <a:pt x="33000" y="26440"/>
                  </a:lnTo>
                  <a:lnTo>
                    <a:pt x="22000" y="38644"/>
                  </a:lnTo>
                  <a:lnTo>
                    <a:pt x="14000" y="4067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Shape 5190"/>
            <p:cNvSpPr/>
            <p:nvPr/>
          </p:nvSpPr>
          <p:spPr>
            <a:xfrm>
              <a:off x="10576182" y="4846982"/>
              <a:ext cx="12699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7272" y="119999"/>
                  </a:moveTo>
                  <a:lnTo>
                    <a:pt x="38181" y="119999"/>
                  </a:lnTo>
                  <a:lnTo>
                    <a:pt x="60000" y="112653"/>
                  </a:lnTo>
                  <a:lnTo>
                    <a:pt x="60000" y="110204"/>
                  </a:lnTo>
                  <a:lnTo>
                    <a:pt x="60000" y="107755"/>
                  </a:lnTo>
                  <a:lnTo>
                    <a:pt x="65454" y="102857"/>
                  </a:lnTo>
                  <a:lnTo>
                    <a:pt x="65454" y="102857"/>
                  </a:lnTo>
                  <a:lnTo>
                    <a:pt x="76363" y="102857"/>
                  </a:lnTo>
                  <a:lnTo>
                    <a:pt x="76363" y="102857"/>
                  </a:lnTo>
                  <a:lnTo>
                    <a:pt x="81818" y="100408"/>
                  </a:lnTo>
                  <a:lnTo>
                    <a:pt x="87272" y="93061"/>
                  </a:lnTo>
                  <a:lnTo>
                    <a:pt x="120000" y="80816"/>
                  </a:lnTo>
                  <a:lnTo>
                    <a:pt x="92727" y="83265"/>
                  </a:lnTo>
                  <a:lnTo>
                    <a:pt x="76363" y="78367"/>
                  </a:lnTo>
                  <a:lnTo>
                    <a:pt x="38181" y="53877"/>
                  </a:lnTo>
                  <a:lnTo>
                    <a:pt x="27272" y="44081"/>
                  </a:lnTo>
                  <a:lnTo>
                    <a:pt x="32727" y="34285"/>
                  </a:lnTo>
                  <a:lnTo>
                    <a:pt x="21818" y="22040"/>
                  </a:lnTo>
                  <a:lnTo>
                    <a:pt x="10909" y="12244"/>
                  </a:lnTo>
                  <a:lnTo>
                    <a:pt x="0" y="0"/>
                  </a:lnTo>
                  <a:lnTo>
                    <a:pt x="5454" y="14693"/>
                  </a:lnTo>
                  <a:lnTo>
                    <a:pt x="5454" y="34285"/>
                  </a:lnTo>
                  <a:lnTo>
                    <a:pt x="5454" y="51428"/>
                  </a:lnTo>
                  <a:lnTo>
                    <a:pt x="0" y="56326"/>
                  </a:lnTo>
                  <a:lnTo>
                    <a:pt x="21818" y="95510"/>
                  </a:lnTo>
                  <a:lnTo>
                    <a:pt x="21818" y="112653"/>
                  </a:lnTo>
                  <a:lnTo>
                    <a:pt x="27272" y="11999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Shape 5191"/>
            <p:cNvSpPr/>
            <p:nvPr/>
          </p:nvSpPr>
          <p:spPr>
            <a:xfrm>
              <a:off x="10584121" y="4764432"/>
              <a:ext cx="20638" cy="33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00" y="38709"/>
                  </a:moveTo>
                  <a:lnTo>
                    <a:pt x="3000" y="36774"/>
                  </a:lnTo>
                  <a:lnTo>
                    <a:pt x="0" y="42580"/>
                  </a:lnTo>
                  <a:lnTo>
                    <a:pt x="6000" y="56129"/>
                  </a:lnTo>
                  <a:lnTo>
                    <a:pt x="24000" y="65806"/>
                  </a:lnTo>
                  <a:lnTo>
                    <a:pt x="39000" y="73548"/>
                  </a:lnTo>
                  <a:lnTo>
                    <a:pt x="54000" y="75483"/>
                  </a:lnTo>
                  <a:lnTo>
                    <a:pt x="51000" y="79354"/>
                  </a:lnTo>
                  <a:lnTo>
                    <a:pt x="51000" y="81290"/>
                  </a:lnTo>
                  <a:lnTo>
                    <a:pt x="51000" y="83225"/>
                  </a:lnTo>
                  <a:lnTo>
                    <a:pt x="51000" y="85161"/>
                  </a:lnTo>
                  <a:lnTo>
                    <a:pt x="66000" y="116129"/>
                  </a:lnTo>
                  <a:lnTo>
                    <a:pt x="78000" y="120000"/>
                  </a:lnTo>
                  <a:lnTo>
                    <a:pt x="87000" y="116129"/>
                  </a:lnTo>
                  <a:lnTo>
                    <a:pt x="90000" y="106451"/>
                  </a:lnTo>
                  <a:lnTo>
                    <a:pt x="87000" y="94838"/>
                  </a:lnTo>
                  <a:lnTo>
                    <a:pt x="81000" y="87096"/>
                  </a:lnTo>
                  <a:lnTo>
                    <a:pt x="87000" y="79354"/>
                  </a:lnTo>
                  <a:lnTo>
                    <a:pt x="99000" y="65806"/>
                  </a:lnTo>
                  <a:lnTo>
                    <a:pt x="108000" y="56129"/>
                  </a:lnTo>
                  <a:lnTo>
                    <a:pt x="111000" y="44516"/>
                  </a:lnTo>
                  <a:lnTo>
                    <a:pt x="114000" y="23225"/>
                  </a:lnTo>
                  <a:lnTo>
                    <a:pt x="120000" y="15483"/>
                  </a:lnTo>
                  <a:lnTo>
                    <a:pt x="114000" y="1935"/>
                  </a:lnTo>
                  <a:lnTo>
                    <a:pt x="108000" y="0"/>
                  </a:lnTo>
                  <a:lnTo>
                    <a:pt x="96000" y="1935"/>
                  </a:lnTo>
                  <a:lnTo>
                    <a:pt x="84000" y="1935"/>
                  </a:lnTo>
                  <a:lnTo>
                    <a:pt x="90000" y="5806"/>
                  </a:lnTo>
                  <a:lnTo>
                    <a:pt x="81000" y="19354"/>
                  </a:lnTo>
                  <a:lnTo>
                    <a:pt x="42000" y="23225"/>
                  </a:lnTo>
                  <a:lnTo>
                    <a:pt x="30000" y="36774"/>
                  </a:lnTo>
                  <a:lnTo>
                    <a:pt x="48000" y="46451"/>
                  </a:lnTo>
                  <a:lnTo>
                    <a:pt x="42000" y="50322"/>
                  </a:lnTo>
                  <a:lnTo>
                    <a:pt x="39000" y="56129"/>
                  </a:lnTo>
                  <a:lnTo>
                    <a:pt x="39000" y="58064"/>
                  </a:lnTo>
                  <a:lnTo>
                    <a:pt x="42000" y="60000"/>
                  </a:lnTo>
                  <a:lnTo>
                    <a:pt x="24000" y="46451"/>
                  </a:lnTo>
                  <a:lnTo>
                    <a:pt x="12000" y="42580"/>
                  </a:lnTo>
                  <a:lnTo>
                    <a:pt x="9000" y="3870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Shape 5192"/>
            <p:cNvSpPr/>
            <p:nvPr/>
          </p:nvSpPr>
          <p:spPr>
            <a:xfrm>
              <a:off x="11830307" y="4399307"/>
              <a:ext cx="25399" cy="33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8723" y="92903"/>
                  </a:moveTo>
                  <a:lnTo>
                    <a:pt x="66382" y="96774"/>
                  </a:lnTo>
                  <a:lnTo>
                    <a:pt x="68936" y="102580"/>
                  </a:lnTo>
                  <a:lnTo>
                    <a:pt x="71489" y="112258"/>
                  </a:lnTo>
                  <a:lnTo>
                    <a:pt x="74042" y="118064"/>
                  </a:lnTo>
                  <a:lnTo>
                    <a:pt x="79148" y="120000"/>
                  </a:lnTo>
                  <a:lnTo>
                    <a:pt x="84255" y="118064"/>
                  </a:lnTo>
                  <a:lnTo>
                    <a:pt x="97021" y="114193"/>
                  </a:lnTo>
                  <a:lnTo>
                    <a:pt x="104680" y="110322"/>
                  </a:lnTo>
                  <a:lnTo>
                    <a:pt x="109787" y="108387"/>
                  </a:lnTo>
                  <a:lnTo>
                    <a:pt x="117446" y="98709"/>
                  </a:lnTo>
                  <a:lnTo>
                    <a:pt x="120000" y="96774"/>
                  </a:lnTo>
                  <a:lnTo>
                    <a:pt x="120000" y="92903"/>
                  </a:lnTo>
                  <a:lnTo>
                    <a:pt x="117446" y="89032"/>
                  </a:lnTo>
                  <a:lnTo>
                    <a:pt x="112340" y="83225"/>
                  </a:lnTo>
                  <a:lnTo>
                    <a:pt x="109787" y="83225"/>
                  </a:lnTo>
                  <a:lnTo>
                    <a:pt x="107234" y="85161"/>
                  </a:lnTo>
                  <a:lnTo>
                    <a:pt x="104680" y="89032"/>
                  </a:lnTo>
                  <a:lnTo>
                    <a:pt x="104680" y="83225"/>
                  </a:lnTo>
                  <a:lnTo>
                    <a:pt x="107234" y="77419"/>
                  </a:lnTo>
                  <a:lnTo>
                    <a:pt x="109787" y="75483"/>
                  </a:lnTo>
                  <a:lnTo>
                    <a:pt x="112340" y="73548"/>
                  </a:lnTo>
                  <a:lnTo>
                    <a:pt x="107234" y="63870"/>
                  </a:lnTo>
                  <a:lnTo>
                    <a:pt x="102127" y="58064"/>
                  </a:lnTo>
                  <a:lnTo>
                    <a:pt x="97021" y="56129"/>
                  </a:lnTo>
                  <a:lnTo>
                    <a:pt x="91914" y="48387"/>
                  </a:lnTo>
                  <a:lnTo>
                    <a:pt x="84255" y="42580"/>
                  </a:lnTo>
                  <a:lnTo>
                    <a:pt x="79148" y="29032"/>
                  </a:lnTo>
                  <a:lnTo>
                    <a:pt x="74042" y="23225"/>
                  </a:lnTo>
                  <a:lnTo>
                    <a:pt x="58723" y="9677"/>
                  </a:lnTo>
                  <a:lnTo>
                    <a:pt x="45957" y="1935"/>
                  </a:lnTo>
                  <a:lnTo>
                    <a:pt x="30638" y="0"/>
                  </a:lnTo>
                  <a:lnTo>
                    <a:pt x="7659" y="13548"/>
                  </a:lnTo>
                  <a:lnTo>
                    <a:pt x="2553" y="19354"/>
                  </a:lnTo>
                  <a:lnTo>
                    <a:pt x="0" y="27096"/>
                  </a:lnTo>
                  <a:lnTo>
                    <a:pt x="0" y="38709"/>
                  </a:lnTo>
                  <a:lnTo>
                    <a:pt x="5106" y="75483"/>
                  </a:lnTo>
                  <a:lnTo>
                    <a:pt x="15319" y="63870"/>
                  </a:lnTo>
                  <a:lnTo>
                    <a:pt x="20425" y="54193"/>
                  </a:lnTo>
                  <a:lnTo>
                    <a:pt x="25531" y="27096"/>
                  </a:lnTo>
                  <a:lnTo>
                    <a:pt x="30638" y="17419"/>
                  </a:lnTo>
                  <a:lnTo>
                    <a:pt x="35744" y="21290"/>
                  </a:lnTo>
                  <a:lnTo>
                    <a:pt x="35744" y="34838"/>
                  </a:lnTo>
                  <a:lnTo>
                    <a:pt x="33191" y="42580"/>
                  </a:lnTo>
                  <a:lnTo>
                    <a:pt x="33191" y="48387"/>
                  </a:lnTo>
                  <a:lnTo>
                    <a:pt x="43404" y="46451"/>
                  </a:lnTo>
                  <a:lnTo>
                    <a:pt x="33191" y="61935"/>
                  </a:lnTo>
                  <a:lnTo>
                    <a:pt x="33191" y="65806"/>
                  </a:lnTo>
                  <a:lnTo>
                    <a:pt x="35744" y="75483"/>
                  </a:lnTo>
                  <a:lnTo>
                    <a:pt x="40851" y="77419"/>
                  </a:lnTo>
                  <a:lnTo>
                    <a:pt x="51063" y="75483"/>
                  </a:lnTo>
                  <a:lnTo>
                    <a:pt x="51063" y="79354"/>
                  </a:lnTo>
                  <a:lnTo>
                    <a:pt x="48510" y="83225"/>
                  </a:lnTo>
                  <a:lnTo>
                    <a:pt x="43404" y="92903"/>
                  </a:lnTo>
                  <a:lnTo>
                    <a:pt x="43404" y="100645"/>
                  </a:lnTo>
                  <a:lnTo>
                    <a:pt x="43404" y="102580"/>
                  </a:lnTo>
                  <a:lnTo>
                    <a:pt x="48510" y="100645"/>
                  </a:lnTo>
                  <a:lnTo>
                    <a:pt x="51063" y="92903"/>
                  </a:lnTo>
                  <a:lnTo>
                    <a:pt x="53617" y="85161"/>
                  </a:lnTo>
                  <a:lnTo>
                    <a:pt x="61276" y="83225"/>
                  </a:lnTo>
                  <a:lnTo>
                    <a:pt x="61276" y="89032"/>
                  </a:lnTo>
                  <a:lnTo>
                    <a:pt x="61276" y="90967"/>
                  </a:lnTo>
                  <a:lnTo>
                    <a:pt x="58723" y="9290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Shape 5193"/>
            <p:cNvSpPr/>
            <p:nvPr/>
          </p:nvSpPr>
          <p:spPr>
            <a:xfrm>
              <a:off x="11973182" y="5488332"/>
              <a:ext cx="26987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36000"/>
                  </a:moveTo>
                  <a:lnTo>
                    <a:pt x="19200" y="54000"/>
                  </a:lnTo>
                  <a:lnTo>
                    <a:pt x="55200" y="108000"/>
                  </a:lnTo>
                  <a:lnTo>
                    <a:pt x="69600" y="120000"/>
                  </a:lnTo>
                  <a:lnTo>
                    <a:pt x="76800" y="114000"/>
                  </a:lnTo>
                  <a:lnTo>
                    <a:pt x="86400" y="90000"/>
                  </a:lnTo>
                  <a:lnTo>
                    <a:pt x="93600" y="84000"/>
                  </a:lnTo>
                  <a:lnTo>
                    <a:pt x="110400" y="90000"/>
                  </a:lnTo>
                  <a:lnTo>
                    <a:pt x="115200" y="84000"/>
                  </a:lnTo>
                  <a:lnTo>
                    <a:pt x="120000" y="60000"/>
                  </a:lnTo>
                  <a:lnTo>
                    <a:pt x="112800" y="42000"/>
                  </a:lnTo>
                  <a:lnTo>
                    <a:pt x="96000" y="6000"/>
                  </a:lnTo>
                  <a:lnTo>
                    <a:pt x="81600" y="0"/>
                  </a:lnTo>
                  <a:lnTo>
                    <a:pt x="76800" y="0"/>
                  </a:lnTo>
                  <a:lnTo>
                    <a:pt x="67200" y="18000"/>
                  </a:lnTo>
                  <a:lnTo>
                    <a:pt x="72000" y="36000"/>
                  </a:lnTo>
                  <a:lnTo>
                    <a:pt x="76800" y="42000"/>
                  </a:lnTo>
                  <a:lnTo>
                    <a:pt x="84000" y="54000"/>
                  </a:lnTo>
                  <a:lnTo>
                    <a:pt x="0" y="24000"/>
                  </a:lnTo>
                  <a:lnTo>
                    <a:pt x="0" y="36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Shape 5194"/>
            <p:cNvSpPr/>
            <p:nvPr/>
          </p:nvSpPr>
          <p:spPr>
            <a:xfrm>
              <a:off x="11374696" y="4745382"/>
              <a:ext cx="17462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00" y="87804"/>
                  </a:moveTo>
                  <a:lnTo>
                    <a:pt x="7500" y="96585"/>
                  </a:lnTo>
                  <a:lnTo>
                    <a:pt x="18750" y="117073"/>
                  </a:lnTo>
                  <a:lnTo>
                    <a:pt x="30000" y="120000"/>
                  </a:lnTo>
                  <a:lnTo>
                    <a:pt x="75000" y="105365"/>
                  </a:lnTo>
                  <a:lnTo>
                    <a:pt x="105000" y="73170"/>
                  </a:lnTo>
                  <a:lnTo>
                    <a:pt x="116250" y="64390"/>
                  </a:lnTo>
                  <a:lnTo>
                    <a:pt x="120000" y="58536"/>
                  </a:lnTo>
                  <a:lnTo>
                    <a:pt x="120000" y="46829"/>
                  </a:lnTo>
                  <a:lnTo>
                    <a:pt x="116250" y="8780"/>
                  </a:lnTo>
                  <a:lnTo>
                    <a:pt x="101250" y="0"/>
                  </a:lnTo>
                  <a:lnTo>
                    <a:pt x="90000" y="2926"/>
                  </a:lnTo>
                  <a:lnTo>
                    <a:pt x="78750" y="17560"/>
                  </a:lnTo>
                  <a:lnTo>
                    <a:pt x="71250" y="32195"/>
                  </a:lnTo>
                  <a:lnTo>
                    <a:pt x="56250" y="46829"/>
                  </a:lnTo>
                  <a:lnTo>
                    <a:pt x="18750" y="43902"/>
                  </a:lnTo>
                  <a:lnTo>
                    <a:pt x="0" y="49756"/>
                  </a:lnTo>
                  <a:lnTo>
                    <a:pt x="15000" y="52682"/>
                  </a:lnTo>
                  <a:lnTo>
                    <a:pt x="22500" y="61463"/>
                  </a:lnTo>
                  <a:lnTo>
                    <a:pt x="15000" y="76097"/>
                  </a:lnTo>
                  <a:lnTo>
                    <a:pt x="7500" y="8780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Shape 5195"/>
            <p:cNvSpPr/>
            <p:nvPr/>
          </p:nvSpPr>
          <p:spPr>
            <a:xfrm>
              <a:off x="11847771" y="4383432"/>
              <a:ext cx="25399" cy="396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8260" y="28800"/>
                  </a:moveTo>
                  <a:lnTo>
                    <a:pt x="78260" y="25600"/>
                  </a:lnTo>
                  <a:lnTo>
                    <a:pt x="78260" y="24000"/>
                  </a:lnTo>
                  <a:lnTo>
                    <a:pt x="78260" y="19200"/>
                  </a:lnTo>
                  <a:lnTo>
                    <a:pt x="67826" y="12800"/>
                  </a:lnTo>
                  <a:lnTo>
                    <a:pt x="62608" y="9600"/>
                  </a:lnTo>
                  <a:lnTo>
                    <a:pt x="60000" y="9600"/>
                  </a:lnTo>
                  <a:lnTo>
                    <a:pt x="57391" y="9600"/>
                  </a:lnTo>
                  <a:lnTo>
                    <a:pt x="57391" y="12800"/>
                  </a:lnTo>
                  <a:lnTo>
                    <a:pt x="52173" y="14400"/>
                  </a:lnTo>
                  <a:lnTo>
                    <a:pt x="41739" y="16000"/>
                  </a:lnTo>
                  <a:lnTo>
                    <a:pt x="39130" y="19200"/>
                  </a:lnTo>
                  <a:lnTo>
                    <a:pt x="39130" y="24000"/>
                  </a:lnTo>
                  <a:lnTo>
                    <a:pt x="33913" y="30400"/>
                  </a:lnTo>
                  <a:lnTo>
                    <a:pt x="2608" y="46400"/>
                  </a:lnTo>
                  <a:lnTo>
                    <a:pt x="0" y="52800"/>
                  </a:lnTo>
                  <a:lnTo>
                    <a:pt x="0" y="60800"/>
                  </a:lnTo>
                  <a:lnTo>
                    <a:pt x="2608" y="65600"/>
                  </a:lnTo>
                  <a:lnTo>
                    <a:pt x="2608" y="73600"/>
                  </a:lnTo>
                  <a:lnTo>
                    <a:pt x="13043" y="73600"/>
                  </a:lnTo>
                  <a:lnTo>
                    <a:pt x="23478" y="84800"/>
                  </a:lnTo>
                  <a:lnTo>
                    <a:pt x="28695" y="86400"/>
                  </a:lnTo>
                  <a:lnTo>
                    <a:pt x="36521" y="86400"/>
                  </a:lnTo>
                  <a:lnTo>
                    <a:pt x="44347" y="88000"/>
                  </a:lnTo>
                  <a:lnTo>
                    <a:pt x="46956" y="92800"/>
                  </a:lnTo>
                  <a:lnTo>
                    <a:pt x="44347" y="97600"/>
                  </a:lnTo>
                  <a:lnTo>
                    <a:pt x="46956" y="100800"/>
                  </a:lnTo>
                  <a:lnTo>
                    <a:pt x="67826" y="116800"/>
                  </a:lnTo>
                  <a:lnTo>
                    <a:pt x="78260" y="120000"/>
                  </a:lnTo>
                  <a:lnTo>
                    <a:pt x="78260" y="105600"/>
                  </a:lnTo>
                  <a:lnTo>
                    <a:pt x="78260" y="105600"/>
                  </a:lnTo>
                  <a:lnTo>
                    <a:pt x="88695" y="112000"/>
                  </a:lnTo>
                  <a:lnTo>
                    <a:pt x="93913" y="105600"/>
                  </a:lnTo>
                  <a:lnTo>
                    <a:pt x="99130" y="96000"/>
                  </a:lnTo>
                  <a:lnTo>
                    <a:pt x="96521" y="84800"/>
                  </a:lnTo>
                  <a:lnTo>
                    <a:pt x="99130" y="78400"/>
                  </a:lnTo>
                  <a:lnTo>
                    <a:pt x="99130" y="68800"/>
                  </a:lnTo>
                  <a:lnTo>
                    <a:pt x="101739" y="64000"/>
                  </a:lnTo>
                  <a:lnTo>
                    <a:pt x="114782" y="57600"/>
                  </a:lnTo>
                  <a:lnTo>
                    <a:pt x="117391" y="54400"/>
                  </a:lnTo>
                  <a:lnTo>
                    <a:pt x="120000" y="48000"/>
                  </a:lnTo>
                  <a:lnTo>
                    <a:pt x="120000" y="40000"/>
                  </a:lnTo>
                  <a:lnTo>
                    <a:pt x="114782" y="35200"/>
                  </a:lnTo>
                  <a:lnTo>
                    <a:pt x="112173" y="33600"/>
                  </a:lnTo>
                  <a:lnTo>
                    <a:pt x="104347" y="33600"/>
                  </a:lnTo>
                  <a:lnTo>
                    <a:pt x="101739" y="33600"/>
                  </a:lnTo>
                  <a:lnTo>
                    <a:pt x="104347" y="28800"/>
                  </a:lnTo>
                  <a:lnTo>
                    <a:pt x="104347" y="22400"/>
                  </a:lnTo>
                  <a:lnTo>
                    <a:pt x="101739" y="17600"/>
                  </a:lnTo>
                  <a:lnTo>
                    <a:pt x="93913" y="14400"/>
                  </a:lnTo>
                  <a:lnTo>
                    <a:pt x="93913" y="12800"/>
                  </a:lnTo>
                  <a:lnTo>
                    <a:pt x="91304" y="9600"/>
                  </a:lnTo>
                  <a:lnTo>
                    <a:pt x="91304" y="6400"/>
                  </a:lnTo>
                  <a:lnTo>
                    <a:pt x="91304" y="0"/>
                  </a:lnTo>
                  <a:lnTo>
                    <a:pt x="86086" y="1600"/>
                  </a:lnTo>
                  <a:lnTo>
                    <a:pt x="78260" y="9600"/>
                  </a:lnTo>
                  <a:lnTo>
                    <a:pt x="75652" y="12800"/>
                  </a:lnTo>
                  <a:lnTo>
                    <a:pt x="86086" y="19200"/>
                  </a:lnTo>
                  <a:lnTo>
                    <a:pt x="88695" y="25600"/>
                  </a:lnTo>
                  <a:lnTo>
                    <a:pt x="86086" y="30400"/>
                  </a:lnTo>
                  <a:lnTo>
                    <a:pt x="75652" y="32000"/>
                  </a:lnTo>
                  <a:lnTo>
                    <a:pt x="78260" y="30400"/>
                  </a:lnTo>
                  <a:lnTo>
                    <a:pt x="78260" y="288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Shape 5196"/>
            <p:cNvSpPr/>
            <p:nvPr/>
          </p:nvSpPr>
          <p:spPr>
            <a:xfrm>
              <a:off x="10584121" y="4853332"/>
              <a:ext cx="15875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379" y="111272"/>
                  </a:moveTo>
                  <a:lnTo>
                    <a:pt x="66206" y="98181"/>
                  </a:lnTo>
                  <a:lnTo>
                    <a:pt x="82758" y="87272"/>
                  </a:lnTo>
                  <a:lnTo>
                    <a:pt x="91034" y="74181"/>
                  </a:lnTo>
                  <a:lnTo>
                    <a:pt x="115862" y="32727"/>
                  </a:lnTo>
                  <a:lnTo>
                    <a:pt x="120000" y="17454"/>
                  </a:lnTo>
                  <a:lnTo>
                    <a:pt x="115862" y="0"/>
                  </a:lnTo>
                  <a:lnTo>
                    <a:pt x="91034" y="10909"/>
                  </a:lnTo>
                  <a:lnTo>
                    <a:pt x="74482" y="32727"/>
                  </a:lnTo>
                  <a:lnTo>
                    <a:pt x="62068" y="52363"/>
                  </a:lnTo>
                  <a:lnTo>
                    <a:pt x="49655" y="76363"/>
                  </a:lnTo>
                  <a:lnTo>
                    <a:pt x="37241" y="91636"/>
                  </a:lnTo>
                  <a:lnTo>
                    <a:pt x="0" y="115636"/>
                  </a:lnTo>
                  <a:lnTo>
                    <a:pt x="20689" y="120000"/>
                  </a:lnTo>
                  <a:lnTo>
                    <a:pt x="41379" y="11127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Shape 5197"/>
            <p:cNvSpPr/>
            <p:nvPr/>
          </p:nvSpPr>
          <p:spPr>
            <a:xfrm>
              <a:off x="11923971" y="5483569"/>
              <a:ext cx="20638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804" y="38181"/>
                  </a:moveTo>
                  <a:lnTo>
                    <a:pt x="67317" y="32727"/>
                  </a:lnTo>
                  <a:lnTo>
                    <a:pt x="40975" y="16363"/>
                  </a:lnTo>
                  <a:lnTo>
                    <a:pt x="35121" y="0"/>
                  </a:lnTo>
                  <a:lnTo>
                    <a:pt x="2926" y="0"/>
                  </a:lnTo>
                  <a:lnTo>
                    <a:pt x="0" y="10909"/>
                  </a:lnTo>
                  <a:lnTo>
                    <a:pt x="0" y="27272"/>
                  </a:lnTo>
                  <a:lnTo>
                    <a:pt x="5853" y="38181"/>
                  </a:lnTo>
                  <a:lnTo>
                    <a:pt x="14634" y="43636"/>
                  </a:lnTo>
                  <a:lnTo>
                    <a:pt x="17560" y="43636"/>
                  </a:lnTo>
                  <a:lnTo>
                    <a:pt x="29268" y="49090"/>
                  </a:lnTo>
                  <a:lnTo>
                    <a:pt x="32195" y="70909"/>
                  </a:lnTo>
                  <a:lnTo>
                    <a:pt x="35121" y="87272"/>
                  </a:lnTo>
                  <a:lnTo>
                    <a:pt x="38048" y="103636"/>
                  </a:lnTo>
                  <a:lnTo>
                    <a:pt x="43902" y="109090"/>
                  </a:lnTo>
                  <a:lnTo>
                    <a:pt x="55609" y="120000"/>
                  </a:lnTo>
                  <a:lnTo>
                    <a:pt x="64390" y="120000"/>
                  </a:lnTo>
                  <a:lnTo>
                    <a:pt x="70243" y="120000"/>
                  </a:lnTo>
                  <a:lnTo>
                    <a:pt x="64390" y="92727"/>
                  </a:lnTo>
                  <a:lnTo>
                    <a:pt x="120000" y="81818"/>
                  </a:lnTo>
                  <a:lnTo>
                    <a:pt x="87804" y="3818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Shape 5198"/>
            <p:cNvSpPr/>
            <p:nvPr/>
          </p:nvSpPr>
          <p:spPr>
            <a:xfrm>
              <a:off x="11993821" y="5499444"/>
              <a:ext cx="14288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5555" y="107368"/>
                  </a:moveTo>
                  <a:lnTo>
                    <a:pt x="48888" y="120000"/>
                  </a:lnTo>
                  <a:lnTo>
                    <a:pt x="93333" y="113684"/>
                  </a:lnTo>
                  <a:lnTo>
                    <a:pt x="111111" y="101052"/>
                  </a:lnTo>
                  <a:lnTo>
                    <a:pt x="120000" y="56842"/>
                  </a:lnTo>
                  <a:lnTo>
                    <a:pt x="115555" y="50526"/>
                  </a:lnTo>
                  <a:lnTo>
                    <a:pt x="111111" y="44210"/>
                  </a:lnTo>
                  <a:lnTo>
                    <a:pt x="106666" y="37894"/>
                  </a:lnTo>
                  <a:lnTo>
                    <a:pt x="102222" y="31578"/>
                  </a:lnTo>
                  <a:lnTo>
                    <a:pt x="75555" y="6315"/>
                  </a:lnTo>
                  <a:lnTo>
                    <a:pt x="26666" y="0"/>
                  </a:lnTo>
                  <a:lnTo>
                    <a:pt x="0" y="0"/>
                  </a:lnTo>
                  <a:lnTo>
                    <a:pt x="22222" y="82105"/>
                  </a:lnTo>
                  <a:lnTo>
                    <a:pt x="35555" y="10736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Shape 5199"/>
            <p:cNvSpPr/>
            <p:nvPr/>
          </p:nvSpPr>
          <p:spPr>
            <a:xfrm>
              <a:off x="10587296" y="4670769"/>
              <a:ext cx="15875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12" y="112941"/>
                  </a:moveTo>
                  <a:lnTo>
                    <a:pt x="34838" y="109411"/>
                  </a:lnTo>
                  <a:lnTo>
                    <a:pt x="73548" y="120000"/>
                  </a:lnTo>
                  <a:lnTo>
                    <a:pt x="85161" y="112941"/>
                  </a:lnTo>
                  <a:lnTo>
                    <a:pt x="100645" y="98823"/>
                  </a:lnTo>
                  <a:lnTo>
                    <a:pt x="116129" y="67058"/>
                  </a:lnTo>
                  <a:lnTo>
                    <a:pt x="120000" y="31764"/>
                  </a:lnTo>
                  <a:lnTo>
                    <a:pt x="116129" y="3529"/>
                  </a:lnTo>
                  <a:lnTo>
                    <a:pt x="96774" y="0"/>
                  </a:lnTo>
                  <a:lnTo>
                    <a:pt x="54193" y="14117"/>
                  </a:lnTo>
                  <a:lnTo>
                    <a:pt x="38709" y="28235"/>
                  </a:lnTo>
                  <a:lnTo>
                    <a:pt x="27096" y="38823"/>
                  </a:lnTo>
                  <a:lnTo>
                    <a:pt x="19354" y="49411"/>
                  </a:lnTo>
                  <a:lnTo>
                    <a:pt x="15483" y="67058"/>
                  </a:lnTo>
                  <a:lnTo>
                    <a:pt x="11612" y="77647"/>
                  </a:lnTo>
                  <a:lnTo>
                    <a:pt x="11612" y="91764"/>
                  </a:lnTo>
                  <a:lnTo>
                    <a:pt x="0" y="98823"/>
                  </a:lnTo>
                  <a:lnTo>
                    <a:pt x="3870" y="109411"/>
                  </a:lnTo>
                  <a:lnTo>
                    <a:pt x="11612" y="11294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Shape 5200"/>
            <p:cNvSpPr/>
            <p:nvPr/>
          </p:nvSpPr>
          <p:spPr>
            <a:xfrm>
              <a:off x="11784271" y="5442294"/>
              <a:ext cx="11113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1818" y="0"/>
                  </a:moveTo>
                  <a:lnTo>
                    <a:pt x="0" y="25714"/>
                  </a:lnTo>
                  <a:lnTo>
                    <a:pt x="16363" y="68571"/>
                  </a:lnTo>
                  <a:lnTo>
                    <a:pt x="43636" y="94285"/>
                  </a:lnTo>
                  <a:lnTo>
                    <a:pt x="114545" y="119999"/>
                  </a:lnTo>
                  <a:lnTo>
                    <a:pt x="120000" y="111428"/>
                  </a:lnTo>
                  <a:lnTo>
                    <a:pt x="114545" y="77142"/>
                  </a:lnTo>
                  <a:lnTo>
                    <a:pt x="103636" y="34285"/>
                  </a:lnTo>
                  <a:lnTo>
                    <a:pt x="81818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Shape 5201"/>
            <p:cNvSpPr/>
            <p:nvPr/>
          </p:nvSpPr>
          <p:spPr>
            <a:xfrm>
              <a:off x="10585707" y="4727919"/>
              <a:ext cx="17462" cy="38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72" y="90410"/>
                  </a:moveTo>
                  <a:lnTo>
                    <a:pt x="7272" y="93698"/>
                  </a:lnTo>
                  <a:lnTo>
                    <a:pt x="10909" y="101917"/>
                  </a:lnTo>
                  <a:lnTo>
                    <a:pt x="10909" y="110136"/>
                  </a:lnTo>
                  <a:lnTo>
                    <a:pt x="10909" y="119999"/>
                  </a:lnTo>
                  <a:lnTo>
                    <a:pt x="21818" y="119999"/>
                  </a:lnTo>
                  <a:lnTo>
                    <a:pt x="32727" y="115068"/>
                  </a:lnTo>
                  <a:lnTo>
                    <a:pt x="50909" y="103561"/>
                  </a:lnTo>
                  <a:lnTo>
                    <a:pt x="54545" y="101917"/>
                  </a:lnTo>
                  <a:lnTo>
                    <a:pt x="54545" y="98630"/>
                  </a:lnTo>
                  <a:lnTo>
                    <a:pt x="50909" y="92054"/>
                  </a:lnTo>
                  <a:lnTo>
                    <a:pt x="43636" y="88767"/>
                  </a:lnTo>
                  <a:lnTo>
                    <a:pt x="40000" y="85479"/>
                  </a:lnTo>
                  <a:lnTo>
                    <a:pt x="43636" y="80547"/>
                  </a:lnTo>
                  <a:lnTo>
                    <a:pt x="50909" y="75616"/>
                  </a:lnTo>
                  <a:lnTo>
                    <a:pt x="83636" y="75616"/>
                  </a:lnTo>
                  <a:lnTo>
                    <a:pt x="90909" y="73972"/>
                  </a:lnTo>
                  <a:lnTo>
                    <a:pt x="94545" y="82191"/>
                  </a:lnTo>
                  <a:lnTo>
                    <a:pt x="98181" y="85479"/>
                  </a:lnTo>
                  <a:lnTo>
                    <a:pt x="112727" y="85479"/>
                  </a:lnTo>
                  <a:lnTo>
                    <a:pt x="120000" y="77260"/>
                  </a:lnTo>
                  <a:lnTo>
                    <a:pt x="120000" y="73972"/>
                  </a:lnTo>
                  <a:lnTo>
                    <a:pt x="116363" y="65753"/>
                  </a:lnTo>
                  <a:lnTo>
                    <a:pt x="112727" y="57534"/>
                  </a:lnTo>
                  <a:lnTo>
                    <a:pt x="112727" y="54246"/>
                  </a:lnTo>
                  <a:lnTo>
                    <a:pt x="105454" y="49315"/>
                  </a:lnTo>
                  <a:lnTo>
                    <a:pt x="101818" y="21369"/>
                  </a:lnTo>
                  <a:lnTo>
                    <a:pt x="94545" y="11506"/>
                  </a:lnTo>
                  <a:lnTo>
                    <a:pt x="87272" y="6575"/>
                  </a:lnTo>
                  <a:lnTo>
                    <a:pt x="50909" y="0"/>
                  </a:lnTo>
                  <a:lnTo>
                    <a:pt x="43636" y="0"/>
                  </a:lnTo>
                  <a:lnTo>
                    <a:pt x="40000" y="4931"/>
                  </a:lnTo>
                  <a:lnTo>
                    <a:pt x="29090" y="18082"/>
                  </a:lnTo>
                  <a:lnTo>
                    <a:pt x="21818" y="27945"/>
                  </a:lnTo>
                  <a:lnTo>
                    <a:pt x="21818" y="36164"/>
                  </a:lnTo>
                  <a:lnTo>
                    <a:pt x="21818" y="44383"/>
                  </a:lnTo>
                  <a:lnTo>
                    <a:pt x="25454" y="54246"/>
                  </a:lnTo>
                  <a:lnTo>
                    <a:pt x="29090" y="59178"/>
                  </a:lnTo>
                  <a:lnTo>
                    <a:pt x="43636" y="67397"/>
                  </a:lnTo>
                  <a:lnTo>
                    <a:pt x="32727" y="69041"/>
                  </a:lnTo>
                  <a:lnTo>
                    <a:pt x="18181" y="69041"/>
                  </a:lnTo>
                  <a:lnTo>
                    <a:pt x="10909" y="72328"/>
                  </a:lnTo>
                  <a:lnTo>
                    <a:pt x="0" y="83835"/>
                  </a:lnTo>
                  <a:lnTo>
                    <a:pt x="7272" y="9041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Shape 5202"/>
            <p:cNvSpPr/>
            <p:nvPr/>
          </p:nvSpPr>
          <p:spPr>
            <a:xfrm>
              <a:off x="11857296" y="5716932"/>
              <a:ext cx="19049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8823" y="0"/>
                  </a:moveTo>
                  <a:lnTo>
                    <a:pt x="31764" y="20000"/>
                  </a:lnTo>
                  <a:lnTo>
                    <a:pt x="24705" y="53333"/>
                  </a:lnTo>
                  <a:lnTo>
                    <a:pt x="17647" y="73333"/>
                  </a:lnTo>
                  <a:lnTo>
                    <a:pt x="0" y="80000"/>
                  </a:lnTo>
                  <a:lnTo>
                    <a:pt x="7058" y="106666"/>
                  </a:lnTo>
                  <a:lnTo>
                    <a:pt x="24705" y="120000"/>
                  </a:lnTo>
                  <a:lnTo>
                    <a:pt x="38823" y="120000"/>
                  </a:lnTo>
                  <a:lnTo>
                    <a:pt x="95294" y="73333"/>
                  </a:lnTo>
                  <a:lnTo>
                    <a:pt x="102352" y="73333"/>
                  </a:lnTo>
                  <a:lnTo>
                    <a:pt x="109411" y="73333"/>
                  </a:lnTo>
                  <a:lnTo>
                    <a:pt x="112941" y="60000"/>
                  </a:lnTo>
                  <a:lnTo>
                    <a:pt x="120000" y="40000"/>
                  </a:lnTo>
                  <a:lnTo>
                    <a:pt x="102352" y="33333"/>
                  </a:lnTo>
                  <a:lnTo>
                    <a:pt x="63529" y="33333"/>
                  </a:lnTo>
                  <a:lnTo>
                    <a:pt x="38823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Shape 5203"/>
            <p:cNvSpPr/>
            <p:nvPr/>
          </p:nvSpPr>
          <p:spPr>
            <a:xfrm>
              <a:off x="10560307" y="4743794"/>
              <a:ext cx="15875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" y="36923"/>
                  </a:moveTo>
                  <a:lnTo>
                    <a:pt x="4000" y="40000"/>
                  </a:lnTo>
                  <a:lnTo>
                    <a:pt x="0" y="36923"/>
                  </a:lnTo>
                  <a:lnTo>
                    <a:pt x="4000" y="64615"/>
                  </a:lnTo>
                  <a:lnTo>
                    <a:pt x="16000" y="92307"/>
                  </a:lnTo>
                  <a:lnTo>
                    <a:pt x="28000" y="110769"/>
                  </a:lnTo>
                  <a:lnTo>
                    <a:pt x="48000" y="120000"/>
                  </a:lnTo>
                  <a:lnTo>
                    <a:pt x="92000" y="98461"/>
                  </a:lnTo>
                  <a:lnTo>
                    <a:pt x="100000" y="92307"/>
                  </a:lnTo>
                  <a:lnTo>
                    <a:pt x="104000" y="80000"/>
                  </a:lnTo>
                  <a:lnTo>
                    <a:pt x="104000" y="67692"/>
                  </a:lnTo>
                  <a:lnTo>
                    <a:pt x="104000" y="58461"/>
                  </a:lnTo>
                  <a:lnTo>
                    <a:pt x="112000" y="46153"/>
                  </a:lnTo>
                  <a:lnTo>
                    <a:pt x="120000" y="36923"/>
                  </a:lnTo>
                  <a:lnTo>
                    <a:pt x="112000" y="27692"/>
                  </a:lnTo>
                  <a:lnTo>
                    <a:pt x="112000" y="18461"/>
                  </a:lnTo>
                  <a:lnTo>
                    <a:pt x="104000" y="15384"/>
                  </a:lnTo>
                  <a:lnTo>
                    <a:pt x="96000" y="15384"/>
                  </a:lnTo>
                  <a:lnTo>
                    <a:pt x="92000" y="18461"/>
                  </a:lnTo>
                  <a:lnTo>
                    <a:pt x="84000" y="27692"/>
                  </a:lnTo>
                  <a:lnTo>
                    <a:pt x="80000" y="30769"/>
                  </a:lnTo>
                  <a:lnTo>
                    <a:pt x="60000" y="24615"/>
                  </a:lnTo>
                  <a:lnTo>
                    <a:pt x="44000" y="9230"/>
                  </a:lnTo>
                  <a:lnTo>
                    <a:pt x="24000" y="0"/>
                  </a:lnTo>
                  <a:lnTo>
                    <a:pt x="8000" y="9230"/>
                  </a:lnTo>
                  <a:lnTo>
                    <a:pt x="12000" y="18461"/>
                  </a:lnTo>
                  <a:lnTo>
                    <a:pt x="16000" y="24615"/>
                  </a:lnTo>
                  <a:lnTo>
                    <a:pt x="12000" y="33846"/>
                  </a:lnTo>
                  <a:lnTo>
                    <a:pt x="8000" y="3692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Shape 5204"/>
            <p:cNvSpPr/>
            <p:nvPr/>
          </p:nvSpPr>
          <p:spPr>
            <a:xfrm>
              <a:off x="10149146" y="4615207"/>
              <a:ext cx="25399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3877" y="63157"/>
                  </a:moveTo>
                  <a:lnTo>
                    <a:pt x="31836" y="6315"/>
                  </a:lnTo>
                  <a:lnTo>
                    <a:pt x="17142" y="0"/>
                  </a:lnTo>
                  <a:lnTo>
                    <a:pt x="0" y="6315"/>
                  </a:lnTo>
                  <a:lnTo>
                    <a:pt x="0" y="25263"/>
                  </a:lnTo>
                  <a:lnTo>
                    <a:pt x="7346" y="31578"/>
                  </a:lnTo>
                  <a:lnTo>
                    <a:pt x="12244" y="56842"/>
                  </a:lnTo>
                  <a:lnTo>
                    <a:pt x="17142" y="63157"/>
                  </a:lnTo>
                  <a:lnTo>
                    <a:pt x="93061" y="120000"/>
                  </a:lnTo>
                  <a:lnTo>
                    <a:pt x="97959" y="107368"/>
                  </a:lnTo>
                  <a:lnTo>
                    <a:pt x="107755" y="107368"/>
                  </a:lnTo>
                  <a:lnTo>
                    <a:pt x="119999" y="113684"/>
                  </a:lnTo>
                  <a:lnTo>
                    <a:pt x="107755" y="82105"/>
                  </a:lnTo>
                  <a:lnTo>
                    <a:pt x="68571" y="88421"/>
                  </a:lnTo>
                  <a:lnTo>
                    <a:pt x="53877" y="631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Shape 5205"/>
            <p:cNvSpPr/>
            <p:nvPr/>
          </p:nvSpPr>
          <p:spPr>
            <a:xfrm>
              <a:off x="11871582" y="4438994"/>
              <a:ext cx="12699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000" y="15000"/>
                  </a:moveTo>
                  <a:lnTo>
                    <a:pt x="75000" y="11250"/>
                  </a:lnTo>
                  <a:lnTo>
                    <a:pt x="75000" y="3750"/>
                  </a:lnTo>
                  <a:lnTo>
                    <a:pt x="60000" y="0"/>
                  </a:lnTo>
                  <a:lnTo>
                    <a:pt x="50000" y="7500"/>
                  </a:lnTo>
                  <a:lnTo>
                    <a:pt x="45000" y="22500"/>
                  </a:lnTo>
                  <a:lnTo>
                    <a:pt x="30000" y="30000"/>
                  </a:lnTo>
                  <a:lnTo>
                    <a:pt x="20000" y="26250"/>
                  </a:lnTo>
                  <a:lnTo>
                    <a:pt x="15000" y="18750"/>
                  </a:lnTo>
                  <a:lnTo>
                    <a:pt x="10000" y="7500"/>
                  </a:lnTo>
                  <a:lnTo>
                    <a:pt x="5000" y="0"/>
                  </a:lnTo>
                  <a:lnTo>
                    <a:pt x="0" y="18750"/>
                  </a:lnTo>
                  <a:lnTo>
                    <a:pt x="5000" y="45000"/>
                  </a:lnTo>
                  <a:lnTo>
                    <a:pt x="15000" y="60000"/>
                  </a:lnTo>
                  <a:lnTo>
                    <a:pt x="25000" y="82500"/>
                  </a:lnTo>
                  <a:lnTo>
                    <a:pt x="45000" y="97500"/>
                  </a:lnTo>
                  <a:lnTo>
                    <a:pt x="60000" y="97500"/>
                  </a:lnTo>
                  <a:lnTo>
                    <a:pt x="95000" y="82500"/>
                  </a:lnTo>
                  <a:lnTo>
                    <a:pt x="95000" y="105000"/>
                  </a:lnTo>
                  <a:lnTo>
                    <a:pt x="105000" y="116250"/>
                  </a:lnTo>
                  <a:lnTo>
                    <a:pt x="115000" y="120000"/>
                  </a:lnTo>
                  <a:lnTo>
                    <a:pt x="120000" y="105000"/>
                  </a:lnTo>
                  <a:lnTo>
                    <a:pt x="115000" y="97500"/>
                  </a:lnTo>
                  <a:lnTo>
                    <a:pt x="100000" y="63750"/>
                  </a:lnTo>
                  <a:lnTo>
                    <a:pt x="95000" y="45000"/>
                  </a:lnTo>
                  <a:lnTo>
                    <a:pt x="85000" y="41250"/>
                  </a:lnTo>
                  <a:lnTo>
                    <a:pt x="80000" y="37500"/>
                  </a:lnTo>
                  <a:lnTo>
                    <a:pt x="70000" y="30000"/>
                  </a:lnTo>
                  <a:lnTo>
                    <a:pt x="65000" y="26250"/>
                  </a:lnTo>
                  <a:lnTo>
                    <a:pt x="65000" y="18750"/>
                  </a:lnTo>
                  <a:lnTo>
                    <a:pt x="70000" y="18750"/>
                  </a:lnTo>
                  <a:lnTo>
                    <a:pt x="70000" y="1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Shape 5206"/>
            <p:cNvSpPr/>
            <p:nvPr/>
          </p:nvSpPr>
          <p:spPr>
            <a:xfrm>
              <a:off x="12289096" y="4975569"/>
              <a:ext cx="582612" cy="5207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564" y="67317"/>
                  </a:moveTo>
                  <a:lnTo>
                    <a:pt x="119237" y="66951"/>
                  </a:lnTo>
                  <a:lnTo>
                    <a:pt x="118911" y="66707"/>
                  </a:lnTo>
                  <a:lnTo>
                    <a:pt x="118693" y="66707"/>
                  </a:lnTo>
                  <a:lnTo>
                    <a:pt x="118148" y="67195"/>
                  </a:lnTo>
                  <a:lnTo>
                    <a:pt x="117713" y="67317"/>
                  </a:lnTo>
                  <a:lnTo>
                    <a:pt x="115535" y="66097"/>
                  </a:lnTo>
                  <a:lnTo>
                    <a:pt x="110852" y="66097"/>
                  </a:lnTo>
                  <a:lnTo>
                    <a:pt x="110090" y="65731"/>
                  </a:lnTo>
                  <a:lnTo>
                    <a:pt x="109328" y="64878"/>
                  </a:lnTo>
                  <a:lnTo>
                    <a:pt x="110961" y="65121"/>
                  </a:lnTo>
                  <a:lnTo>
                    <a:pt x="111724" y="65000"/>
                  </a:lnTo>
                  <a:lnTo>
                    <a:pt x="112377" y="64634"/>
                  </a:lnTo>
                  <a:lnTo>
                    <a:pt x="112921" y="63780"/>
                  </a:lnTo>
                  <a:lnTo>
                    <a:pt x="111833" y="63414"/>
                  </a:lnTo>
                  <a:lnTo>
                    <a:pt x="111724" y="62317"/>
                  </a:lnTo>
                  <a:lnTo>
                    <a:pt x="111833" y="61829"/>
                  </a:lnTo>
                  <a:lnTo>
                    <a:pt x="111288" y="61219"/>
                  </a:lnTo>
                  <a:lnTo>
                    <a:pt x="109872" y="60731"/>
                  </a:lnTo>
                  <a:lnTo>
                    <a:pt x="108457" y="60731"/>
                  </a:lnTo>
                  <a:lnTo>
                    <a:pt x="108130" y="60487"/>
                  </a:lnTo>
                  <a:lnTo>
                    <a:pt x="108021" y="60121"/>
                  </a:lnTo>
                  <a:lnTo>
                    <a:pt x="107803" y="59878"/>
                  </a:lnTo>
                  <a:lnTo>
                    <a:pt x="106606" y="58658"/>
                  </a:lnTo>
                  <a:lnTo>
                    <a:pt x="105299" y="57682"/>
                  </a:lnTo>
                  <a:lnTo>
                    <a:pt x="103883" y="57195"/>
                  </a:lnTo>
                  <a:lnTo>
                    <a:pt x="102794" y="57195"/>
                  </a:lnTo>
                  <a:lnTo>
                    <a:pt x="102903" y="57439"/>
                  </a:lnTo>
                  <a:lnTo>
                    <a:pt x="103448" y="58292"/>
                  </a:lnTo>
                  <a:lnTo>
                    <a:pt x="103448" y="58658"/>
                  </a:lnTo>
                  <a:lnTo>
                    <a:pt x="103339" y="59024"/>
                  </a:lnTo>
                  <a:lnTo>
                    <a:pt x="103121" y="59878"/>
                  </a:lnTo>
                  <a:lnTo>
                    <a:pt x="103557" y="60487"/>
                  </a:lnTo>
                  <a:lnTo>
                    <a:pt x="104428" y="61219"/>
                  </a:lnTo>
                  <a:lnTo>
                    <a:pt x="104863" y="61951"/>
                  </a:lnTo>
                  <a:lnTo>
                    <a:pt x="104646" y="62804"/>
                  </a:lnTo>
                  <a:lnTo>
                    <a:pt x="103883" y="63048"/>
                  </a:lnTo>
                  <a:lnTo>
                    <a:pt x="102141" y="62073"/>
                  </a:lnTo>
                  <a:lnTo>
                    <a:pt x="98656" y="61585"/>
                  </a:lnTo>
                  <a:lnTo>
                    <a:pt x="97459" y="60975"/>
                  </a:lnTo>
                  <a:lnTo>
                    <a:pt x="96261" y="61585"/>
                  </a:lnTo>
                  <a:lnTo>
                    <a:pt x="95716" y="61341"/>
                  </a:lnTo>
                  <a:lnTo>
                    <a:pt x="95716" y="61219"/>
                  </a:lnTo>
                  <a:lnTo>
                    <a:pt x="95934" y="60731"/>
                  </a:lnTo>
                  <a:lnTo>
                    <a:pt x="95499" y="60487"/>
                  </a:lnTo>
                  <a:lnTo>
                    <a:pt x="95281" y="60853"/>
                  </a:lnTo>
                  <a:lnTo>
                    <a:pt x="95063" y="61219"/>
                  </a:lnTo>
                  <a:lnTo>
                    <a:pt x="94954" y="61585"/>
                  </a:lnTo>
                  <a:lnTo>
                    <a:pt x="95390" y="62439"/>
                  </a:lnTo>
                  <a:lnTo>
                    <a:pt x="95499" y="62682"/>
                  </a:lnTo>
                  <a:lnTo>
                    <a:pt x="95281" y="63536"/>
                  </a:lnTo>
                  <a:lnTo>
                    <a:pt x="94736" y="63902"/>
                  </a:lnTo>
                  <a:lnTo>
                    <a:pt x="93103" y="64390"/>
                  </a:lnTo>
                  <a:lnTo>
                    <a:pt x="92123" y="64878"/>
                  </a:lnTo>
                  <a:lnTo>
                    <a:pt x="90381" y="66463"/>
                  </a:lnTo>
                  <a:lnTo>
                    <a:pt x="88638" y="66951"/>
                  </a:lnTo>
                  <a:lnTo>
                    <a:pt x="87223" y="67926"/>
                  </a:lnTo>
                  <a:lnTo>
                    <a:pt x="86678" y="67682"/>
                  </a:lnTo>
                  <a:lnTo>
                    <a:pt x="86460" y="67317"/>
                  </a:lnTo>
                  <a:lnTo>
                    <a:pt x="86460" y="66951"/>
                  </a:lnTo>
                  <a:lnTo>
                    <a:pt x="86569" y="66463"/>
                  </a:lnTo>
                  <a:lnTo>
                    <a:pt x="86678" y="66097"/>
                  </a:lnTo>
                  <a:lnTo>
                    <a:pt x="86460" y="65609"/>
                  </a:lnTo>
                  <a:lnTo>
                    <a:pt x="86460" y="65243"/>
                  </a:lnTo>
                  <a:lnTo>
                    <a:pt x="86569" y="64878"/>
                  </a:lnTo>
                  <a:lnTo>
                    <a:pt x="86678" y="64634"/>
                  </a:lnTo>
                  <a:lnTo>
                    <a:pt x="86787" y="65000"/>
                  </a:lnTo>
                  <a:lnTo>
                    <a:pt x="87114" y="65121"/>
                  </a:lnTo>
                  <a:lnTo>
                    <a:pt x="87223" y="65000"/>
                  </a:lnTo>
                  <a:lnTo>
                    <a:pt x="87332" y="64390"/>
                  </a:lnTo>
                  <a:lnTo>
                    <a:pt x="87658" y="63780"/>
                  </a:lnTo>
                  <a:lnTo>
                    <a:pt x="88203" y="63414"/>
                  </a:lnTo>
                  <a:lnTo>
                    <a:pt x="89509" y="62560"/>
                  </a:lnTo>
                  <a:lnTo>
                    <a:pt x="90272" y="61585"/>
                  </a:lnTo>
                  <a:lnTo>
                    <a:pt x="91578" y="60731"/>
                  </a:lnTo>
                  <a:lnTo>
                    <a:pt x="91796" y="60121"/>
                  </a:lnTo>
                  <a:lnTo>
                    <a:pt x="91578" y="59512"/>
                  </a:lnTo>
                  <a:lnTo>
                    <a:pt x="91578" y="59146"/>
                  </a:lnTo>
                  <a:lnTo>
                    <a:pt x="91578" y="57926"/>
                  </a:lnTo>
                  <a:lnTo>
                    <a:pt x="90925" y="57073"/>
                  </a:lnTo>
                  <a:lnTo>
                    <a:pt x="90598" y="56585"/>
                  </a:lnTo>
                  <a:lnTo>
                    <a:pt x="89727" y="56341"/>
                  </a:lnTo>
                  <a:lnTo>
                    <a:pt x="89074" y="56097"/>
                  </a:lnTo>
                  <a:lnTo>
                    <a:pt x="88638" y="55609"/>
                  </a:lnTo>
                  <a:lnTo>
                    <a:pt x="87441" y="54146"/>
                  </a:lnTo>
                  <a:lnTo>
                    <a:pt x="87114" y="53658"/>
                  </a:lnTo>
                  <a:lnTo>
                    <a:pt x="86678" y="52926"/>
                  </a:lnTo>
                  <a:lnTo>
                    <a:pt x="86678" y="52317"/>
                  </a:lnTo>
                  <a:lnTo>
                    <a:pt x="86787" y="51707"/>
                  </a:lnTo>
                  <a:lnTo>
                    <a:pt x="86787" y="51341"/>
                  </a:lnTo>
                  <a:lnTo>
                    <a:pt x="86460" y="50609"/>
                  </a:lnTo>
                  <a:lnTo>
                    <a:pt x="86569" y="50365"/>
                  </a:lnTo>
                  <a:lnTo>
                    <a:pt x="86025" y="49024"/>
                  </a:lnTo>
                  <a:lnTo>
                    <a:pt x="85698" y="48292"/>
                  </a:lnTo>
                  <a:lnTo>
                    <a:pt x="85480" y="47804"/>
                  </a:lnTo>
                  <a:lnTo>
                    <a:pt x="85480" y="47439"/>
                  </a:lnTo>
                  <a:lnTo>
                    <a:pt x="85589" y="46951"/>
                  </a:lnTo>
                  <a:lnTo>
                    <a:pt x="85589" y="46585"/>
                  </a:lnTo>
                  <a:lnTo>
                    <a:pt x="85480" y="46219"/>
                  </a:lnTo>
                  <a:lnTo>
                    <a:pt x="85372" y="45853"/>
                  </a:lnTo>
                  <a:lnTo>
                    <a:pt x="85263" y="45731"/>
                  </a:lnTo>
                  <a:lnTo>
                    <a:pt x="85263" y="45609"/>
                  </a:lnTo>
                  <a:lnTo>
                    <a:pt x="84936" y="45000"/>
                  </a:lnTo>
                  <a:lnTo>
                    <a:pt x="84283" y="44634"/>
                  </a:lnTo>
                  <a:lnTo>
                    <a:pt x="83629" y="44390"/>
                  </a:lnTo>
                  <a:lnTo>
                    <a:pt x="83303" y="44390"/>
                  </a:lnTo>
                  <a:lnTo>
                    <a:pt x="78620" y="40487"/>
                  </a:lnTo>
                  <a:lnTo>
                    <a:pt x="78511" y="40365"/>
                  </a:lnTo>
                  <a:lnTo>
                    <a:pt x="78185" y="39756"/>
                  </a:lnTo>
                  <a:lnTo>
                    <a:pt x="77967" y="39512"/>
                  </a:lnTo>
                  <a:lnTo>
                    <a:pt x="77640" y="39146"/>
                  </a:lnTo>
                  <a:lnTo>
                    <a:pt x="77096" y="39024"/>
                  </a:lnTo>
                  <a:lnTo>
                    <a:pt x="75571" y="39512"/>
                  </a:lnTo>
                  <a:lnTo>
                    <a:pt x="75462" y="39146"/>
                  </a:lnTo>
                  <a:lnTo>
                    <a:pt x="75462" y="38170"/>
                  </a:lnTo>
                  <a:lnTo>
                    <a:pt x="75136" y="38170"/>
                  </a:lnTo>
                  <a:lnTo>
                    <a:pt x="74373" y="38292"/>
                  </a:lnTo>
                  <a:lnTo>
                    <a:pt x="74264" y="38170"/>
                  </a:lnTo>
                  <a:lnTo>
                    <a:pt x="73502" y="37317"/>
                  </a:lnTo>
                  <a:lnTo>
                    <a:pt x="72849" y="37073"/>
                  </a:lnTo>
                  <a:lnTo>
                    <a:pt x="72304" y="36951"/>
                  </a:lnTo>
                  <a:lnTo>
                    <a:pt x="71760" y="36951"/>
                  </a:lnTo>
                  <a:lnTo>
                    <a:pt x="71324" y="37195"/>
                  </a:lnTo>
                  <a:lnTo>
                    <a:pt x="70671" y="37926"/>
                  </a:lnTo>
                  <a:lnTo>
                    <a:pt x="69800" y="38414"/>
                  </a:lnTo>
                  <a:lnTo>
                    <a:pt x="69691" y="38658"/>
                  </a:lnTo>
                  <a:lnTo>
                    <a:pt x="69473" y="38536"/>
                  </a:lnTo>
                  <a:lnTo>
                    <a:pt x="68275" y="37560"/>
                  </a:lnTo>
                  <a:lnTo>
                    <a:pt x="67949" y="37439"/>
                  </a:lnTo>
                  <a:lnTo>
                    <a:pt x="66424" y="37926"/>
                  </a:lnTo>
                  <a:lnTo>
                    <a:pt x="65880" y="37804"/>
                  </a:lnTo>
                  <a:lnTo>
                    <a:pt x="65226" y="37317"/>
                  </a:lnTo>
                  <a:lnTo>
                    <a:pt x="64791" y="36951"/>
                  </a:lnTo>
                  <a:lnTo>
                    <a:pt x="63375" y="35000"/>
                  </a:lnTo>
                  <a:lnTo>
                    <a:pt x="63049" y="34756"/>
                  </a:lnTo>
                  <a:lnTo>
                    <a:pt x="62613" y="34512"/>
                  </a:lnTo>
                  <a:lnTo>
                    <a:pt x="61633" y="34390"/>
                  </a:lnTo>
                  <a:lnTo>
                    <a:pt x="61197" y="34268"/>
                  </a:lnTo>
                  <a:lnTo>
                    <a:pt x="60980" y="34146"/>
                  </a:lnTo>
                  <a:lnTo>
                    <a:pt x="60544" y="33536"/>
                  </a:lnTo>
                  <a:lnTo>
                    <a:pt x="60217" y="33414"/>
                  </a:lnTo>
                  <a:lnTo>
                    <a:pt x="60000" y="33414"/>
                  </a:lnTo>
                  <a:lnTo>
                    <a:pt x="59455" y="33536"/>
                  </a:lnTo>
                  <a:lnTo>
                    <a:pt x="58366" y="33170"/>
                  </a:lnTo>
                  <a:lnTo>
                    <a:pt x="56515" y="33048"/>
                  </a:lnTo>
                  <a:lnTo>
                    <a:pt x="56406" y="32682"/>
                  </a:lnTo>
                  <a:lnTo>
                    <a:pt x="56297" y="32439"/>
                  </a:lnTo>
                  <a:lnTo>
                    <a:pt x="56188" y="32073"/>
                  </a:lnTo>
                  <a:lnTo>
                    <a:pt x="54337" y="30853"/>
                  </a:lnTo>
                  <a:lnTo>
                    <a:pt x="53466" y="29756"/>
                  </a:lnTo>
                  <a:lnTo>
                    <a:pt x="53248" y="28170"/>
                  </a:lnTo>
                  <a:lnTo>
                    <a:pt x="52595" y="27439"/>
                  </a:lnTo>
                  <a:lnTo>
                    <a:pt x="52159" y="26463"/>
                  </a:lnTo>
                  <a:lnTo>
                    <a:pt x="51506" y="25853"/>
                  </a:lnTo>
                  <a:lnTo>
                    <a:pt x="50961" y="25487"/>
                  </a:lnTo>
                  <a:lnTo>
                    <a:pt x="50308" y="25487"/>
                  </a:lnTo>
                  <a:lnTo>
                    <a:pt x="48892" y="25243"/>
                  </a:lnTo>
                  <a:lnTo>
                    <a:pt x="45952" y="25975"/>
                  </a:lnTo>
                  <a:lnTo>
                    <a:pt x="44972" y="25487"/>
                  </a:lnTo>
                  <a:lnTo>
                    <a:pt x="43992" y="26341"/>
                  </a:lnTo>
                  <a:lnTo>
                    <a:pt x="43448" y="26463"/>
                  </a:lnTo>
                  <a:lnTo>
                    <a:pt x="43012" y="26463"/>
                  </a:lnTo>
                  <a:lnTo>
                    <a:pt x="42686" y="26097"/>
                  </a:lnTo>
                  <a:lnTo>
                    <a:pt x="43230" y="25365"/>
                  </a:lnTo>
                  <a:lnTo>
                    <a:pt x="41597" y="25365"/>
                  </a:lnTo>
                  <a:lnTo>
                    <a:pt x="40399" y="25853"/>
                  </a:lnTo>
                  <a:lnTo>
                    <a:pt x="40072" y="25853"/>
                  </a:lnTo>
                  <a:lnTo>
                    <a:pt x="39419" y="25487"/>
                  </a:lnTo>
                  <a:lnTo>
                    <a:pt x="37676" y="24024"/>
                  </a:lnTo>
                  <a:lnTo>
                    <a:pt x="37023" y="23902"/>
                  </a:lnTo>
                  <a:lnTo>
                    <a:pt x="36805" y="23658"/>
                  </a:lnTo>
                  <a:lnTo>
                    <a:pt x="36479" y="22926"/>
                  </a:lnTo>
                  <a:lnTo>
                    <a:pt x="36588" y="22682"/>
                  </a:lnTo>
                  <a:lnTo>
                    <a:pt x="37023" y="21707"/>
                  </a:lnTo>
                  <a:lnTo>
                    <a:pt x="37132" y="21463"/>
                  </a:lnTo>
                  <a:lnTo>
                    <a:pt x="37023" y="21341"/>
                  </a:lnTo>
                  <a:lnTo>
                    <a:pt x="37023" y="21097"/>
                  </a:lnTo>
                  <a:lnTo>
                    <a:pt x="37132" y="20975"/>
                  </a:lnTo>
                  <a:lnTo>
                    <a:pt x="37241" y="20731"/>
                  </a:lnTo>
                  <a:lnTo>
                    <a:pt x="37350" y="20609"/>
                  </a:lnTo>
                  <a:lnTo>
                    <a:pt x="37350" y="20487"/>
                  </a:lnTo>
                  <a:lnTo>
                    <a:pt x="37350" y="20243"/>
                  </a:lnTo>
                  <a:lnTo>
                    <a:pt x="37132" y="20000"/>
                  </a:lnTo>
                  <a:lnTo>
                    <a:pt x="36043" y="19878"/>
                  </a:lnTo>
                  <a:lnTo>
                    <a:pt x="34519" y="19146"/>
                  </a:lnTo>
                  <a:lnTo>
                    <a:pt x="33321" y="19146"/>
                  </a:lnTo>
                  <a:lnTo>
                    <a:pt x="33103" y="18902"/>
                  </a:lnTo>
                  <a:lnTo>
                    <a:pt x="32667" y="18292"/>
                  </a:lnTo>
                  <a:lnTo>
                    <a:pt x="32341" y="18170"/>
                  </a:lnTo>
                  <a:lnTo>
                    <a:pt x="32123" y="18170"/>
                  </a:lnTo>
                  <a:lnTo>
                    <a:pt x="31905" y="18170"/>
                  </a:lnTo>
                  <a:lnTo>
                    <a:pt x="31796" y="17926"/>
                  </a:lnTo>
                  <a:lnTo>
                    <a:pt x="31796" y="17560"/>
                  </a:lnTo>
                  <a:lnTo>
                    <a:pt x="31796" y="16585"/>
                  </a:lnTo>
                  <a:lnTo>
                    <a:pt x="31252" y="16219"/>
                  </a:lnTo>
                  <a:lnTo>
                    <a:pt x="30054" y="15853"/>
                  </a:lnTo>
                  <a:lnTo>
                    <a:pt x="29401" y="15609"/>
                  </a:lnTo>
                  <a:lnTo>
                    <a:pt x="28965" y="15487"/>
                  </a:lnTo>
                  <a:lnTo>
                    <a:pt x="28747" y="15731"/>
                  </a:lnTo>
                  <a:lnTo>
                    <a:pt x="28638" y="16829"/>
                  </a:lnTo>
                  <a:lnTo>
                    <a:pt x="28638" y="17317"/>
                  </a:lnTo>
                  <a:lnTo>
                    <a:pt x="28312" y="17926"/>
                  </a:lnTo>
                  <a:lnTo>
                    <a:pt x="27876" y="20487"/>
                  </a:lnTo>
                  <a:lnTo>
                    <a:pt x="27658" y="21341"/>
                  </a:lnTo>
                  <a:lnTo>
                    <a:pt x="27549" y="22073"/>
                  </a:lnTo>
                  <a:lnTo>
                    <a:pt x="27549" y="22682"/>
                  </a:lnTo>
                  <a:lnTo>
                    <a:pt x="27767" y="23780"/>
                  </a:lnTo>
                  <a:lnTo>
                    <a:pt x="27767" y="23902"/>
                  </a:lnTo>
                  <a:lnTo>
                    <a:pt x="27876" y="23902"/>
                  </a:lnTo>
                  <a:lnTo>
                    <a:pt x="27876" y="24024"/>
                  </a:lnTo>
                  <a:lnTo>
                    <a:pt x="27985" y="24512"/>
                  </a:lnTo>
                  <a:lnTo>
                    <a:pt x="27985" y="24634"/>
                  </a:lnTo>
                  <a:lnTo>
                    <a:pt x="27876" y="24878"/>
                  </a:lnTo>
                  <a:lnTo>
                    <a:pt x="27767" y="25121"/>
                  </a:lnTo>
                  <a:lnTo>
                    <a:pt x="27876" y="26463"/>
                  </a:lnTo>
                  <a:lnTo>
                    <a:pt x="27876" y="26951"/>
                  </a:lnTo>
                  <a:lnTo>
                    <a:pt x="27549" y="27804"/>
                  </a:lnTo>
                  <a:lnTo>
                    <a:pt x="27223" y="28292"/>
                  </a:lnTo>
                  <a:lnTo>
                    <a:pt x="25916" y="28536"/>
                  </a:lnTo>
                  <a:lnTo>
                    <a:pt x="25698" y="28414"/>
                  </a:lnTo>
                  <a:lnTo>
                    <a:pt x="25589" y="27926"/>
                  </a:lnTo>
                  <a:lnTo>
                    <a:pt x="25589" y="27317"/>
                  </a:lnTo>
                  <a:lnTo>
                    <a:pt x="25480" y="26951"/>
                  </a:lnTo>
                  <a:lnTo>
                    <a:pt x="25372" y="26463"/>
                  </a:lnTo>
                  <a:lnTo>
                    <a:pt x="23629" y="24024"/>
                  </a:lnTo>
                  <a:lnTo>
                    <a:pt x="23085" y="23048"/>
                  </a:lnTo>
                  <a:lnTo>
                    <a:pt x="23085" y="22560"/>
                  </a:lnTo>
                  <a:lnTo>
                    <a:pt x="22976" y="21097"/>
                  </a:lnTo>
                  <a:lnTo>
                    <a:pt x="22976" y="20609"/>
                  </a:lnTo>
                  <a:lnTo>
                    <a:pt x="22649" y="20243"/>
                  </a:lnTo>
                  <a:lnTo>
                    <a:pt x="22431" y="20000"/>
                  </a:lnTo>
                  <a:lnTo>
                    <a:pt x="21234" y="18780"/>
                  </a:lnTo>
                  <a:lnTo>
                    <a:pt x="19491" y="17926"/>
                  </a:lnTo>
                  <a:lnTo>
                    <a:pt x="18294" y="17804"/>
                  </a:lnTo>
                  <a:lnTo>
                    <a:pt x="17749" y="17317"/>
                  </a:lnTo>
                  <a:lnTo>
                    <a:pt x="16551" y="16097"/>
                  </a:lnTo>
                  <a:lnTo>
                    <a:pt x="16660" y="15365"/>
                  </a:lnTo>
                  <a:lnTo>
                    <a:pt x="16878" y="15243"/>
                  </a:lnTo>
                  <a:lnTo>
                    <a:pt x="17422" y="15243"/>
                  </a:lnTo>
                  <a:lnTo>
                    <a:pt x="19491" y="13658"/>
                  </a:lnTo>
                  <a:lnTo>
                    <a:pt x="19927" y="13048"/>
                  </a:lnTo>
                  <a:lnTo>
                    <a:pt x="20145" y="11951"/>
                  </a:lnTo>
                  <a:lnTo>
                    <a:pt x="20036" y="11341"/>
                  </a:lnTo>
                  <a:lnTo>
                    <a:pt x="19491" y="10609"/>
                  </a:lnTo>
                  <a:lnTo>
                    <a:pt x="17422" y="8414"/>
                  </a:lnTo>
                  <a:lnTo>
                    <a:pt x="16987" y="7804"/>
                  </a:lnTo>
                  <a:lnTo>
                    <a:pt x="17205" y="7317"/>
                  </a:lnTo>
                  <a:lnTo>
                    <a:pt x="17422" y="7195"/>
                  </a:lnTo>
                  <a:lnTo>
                    <a:pt x="17313" y="6829"/>
                  </a:lnTo>
                  <a:lnTo>
                    <a:pt x="17096" y="6585"/>
                  </a:lnTo>
                  <a:lnTo>
                    <a:pt x="16878" y="6097"/>
                  </a:lnTo>
                  <a:lnTo>
                    <a:pt x="16878" y="5853"/>
                  </a:lnTo>
                  <a:lnTo>
                    <a:pt x="16878" y="5731"/>
                  </a:lnTo>
                  <a:lnTo>
                    <a:pt x="16878" y="5487"/>
                  </a:lnTo>
                  <a:lnTo>
                    <a:pt x="16660" y="5000"/>
                  </a:lnTo>
                  <a:lnTo>
                    <a:pt x="16007" y="4268"/>
                  </a:lnTo>
                  <a:lnTo>
                    <a:pt x="13720" y="3536"/>
                  </a:lnTo>
                  <a:lnTo>
                    <a:pt x="12958" y="3536"/>
                  </a:lnTo>
                  <a:lnTo>
                    <a:pt x="12740" y="3658"/>
                  </a:lnTo>
                  <a:lnTo>
                    <a:pt x="12631" y="4146"/>
                  </a:lnTo>
                  <a:lnTo>
                    <a:pt x="12522" y="5000"/>
                  </a:lnTo>
                  <a:lnTo>
                    <a:pt x="12522" y="5365"/>
                  </a:lnTo>
                  <a:lnTo>
                    <a:pt x="11978" y="5853"/>
                  </a:lnTo>
                  <a:lnTo>
                    <a:pt x="11542" y="5853"/>
                  </a:lnTo>
                  <a:lnTo>
                    <a:pt x="10889" y="5365"/>
                  </a:lnTo>
                  <a:lnTo>
                    <a:pt x="10562" y="4146"/>
                  </a:lnTo>
                  <a:lnTo>
                    <a:pt x="10562" y="3292"/>
                  </a:lnTo>
                  <a:lnTo>
                    <a:pt x="10780" y="609"/>
                  </a:lnTo>
                  <a:lnTo>
                    <a:pt x="10127" y="0"/>
                  </a:lnTo>
                  <a:lnTo>
                    <a:pt x="9364" y="0"/>
                  </a:lnTo>
                  <a:lnTo>
                    <a:pt x="8275" y="1097"/>
                  </a:lnTo>
                  <a:lnTo>
                    <a:pt x="6533" y="3536"/>
                  </a:lnTo>
                  <a:lnTo>
                    <a:pt x="4029" y="9390"/>
                  </a:lnTo>
                  <a:lnTo>
                    <a:pt x="3811" y="11097"/>
                  </a:lnTo>
                  <a:lnTo>
                    <a:pt x="3920" y="13292"/>
                  </a:lnTo>
                  <a:lnTo>
                    <a:pt x="4355" y="15000"/>
                  </a:lnTo>
                  <a:lnTo>
                    <a:pt x="4464" y="15853"/>
                  </a:lnTo>
                  <a:lnTo>
                    <a:pt x="4029" y="16829"/>
                  </a:lnTo>
                  <a:lnTo>
                    <a:pt x="3920" y="17926"/>
                  </a:lnTo>
                  <a:lnTo>
                    <a:pt x="4029" y="20121"/>
                  </a:lnTo>
                  <a:lnTo>
                    <a:pt x="4355" y="23048"/>
                  </a:lnTo>
                  <a:lnTo>
                    <a:pt x="4355" y="23780"/>
                  </a:lnTo>
                  <a:lnTo>
                    <a:pt x="4246" y="24146"/>
                  </a:lnTo>
                  <a:lnTo>
                    <a:pt x="4246" y="24756"/>
                  </a:lnTo>
                  <a:lnTo>
                    <a:pt x="4246" y="25243"/>
                  </a:lnTo>
                  <a:lnTo>
                    <a:pt x="4246" y="25731"/>
                  </a:lnTo>
                  <a:lnTo>
                    <a:pt x="4573" y="26097"/>
                  </a:lnTo>
                  <a:lnTo>
                    <a:pt x="5117" y="26341"/>
                  </a:lnTo>
                  <a:lnTo>
                    <a:pt x="5444" y="26707"/>
                  </a:lnTo>
                  <a:lnTo>
                    <a:pt x="5226" y="27195"/>
                  </a:lnTo>
                  <a:lnTo>
                    <a:pt x="4791" y="29146"/>
                  </a:lnTo>
                  <a:lnTo>
                    <a:pt x="4791" y="30000"/>
                  </a:lnTo>
                  <a:lnTo>
                    <a:pt x="5009" y="30731"/>
                  </a:lnTo>
                  <a:lnTo>
                    <a:pt x="5335" y="31341"/>
                  </a:lnTo>
                  <a:lnTo>
                    <a:pt x="5553" y="32073"/>
                  </a:lnTo>
                  <a:lnTo>
                    <a:pt x="5662" y="32560"/>
                  </a:lnTo>
                  <a:lnTo>
                    <a:pt x="6098" y="33536"/>
                  </a:lnTo>
                  <a:lnTo>
                    <a:pt x="6206" y="34390"/>
                  </a:lnTo>
                  <a:lnTo>
                    <a:pt x="6860" y="37317"/>
                  </a:lnTo>
                  <a:lnTo>
                    <a:pt x="6860" y="38048"/>
                  </a:lnTo>
                  <a:lnTo>
                    <a:pt x="6642" y="38658"/>
                  </a:lnTo>
                  <a:lnTo>
                    <a:pt x="6424" y="39390"/>
                  </a:lnTo>
                  <a:lnTo>
                    <a:pt x="6315" y="39878"/>
                  </a:lnTo>
                  <a:lnTo>
                    <a:pt x="6206" y="40609"/>
                  </a:lnTo>
                  <a:lnTo>
                    <a:pt x="6206" y="41463"/>
                  </a:lnTo>
                  <a:lnTo>
                    <a:pt x="6206" y="42195"/>
                  </a:lnTo>
                  <a:lnTo>
                    <a:pt x="6424" y="43048"/>
                  </a:lnTo>
                  <a:lnTo>
                    <a:pt x="6642" y="43536"/>
                  </a:lnTo>
                  <a:lnTo>
                    <a:pt x="7513" y="44268"/>
                  </a:lnTo>
                  <a:lnTo>
                    <a:pt x="7949" y="44756"/>
                  </a:lnTo>
                  <a:lnTo>
                    <a:pt x="8166" y="45609"/>
                  </a:lnTo>
                  <a:lnTo>
                    <a:pt x="8058" y="46219"/>
                  </a:lnTo>
                  <a:lnTo>
                    <a:pt x="7731" y="46707"/>
                  </a:lnTo>
                  <a:lnTo>
                    <a:pt x="7404" y="47073"/>
                  </a:lnTo>
                  <a:lnTo>
                    <a:pt x="8058" y="47926"/>
                  </a:lnTo>
                  <a:lnTo>
                    <a:pt x="8275" y="48414"/>
                  </a:lnTo>
                  <a:lnTo>
                    <a:pt x="7949" y="48780"/>
                  </a:lnTo>
                  <a:lnTo>
                    <a:pt x="8058" y="49146"/>
                  </a:lnTo>
                  <a:lnTo>
                    <a:pt x="8275" y="49268"/>
                  </a:lnTo>
                  <a:lnTo>
                    <a:pt x="8602" y="49512"/>
                  </a:lnTo>
                  <a:lnTo>
                    <a:pt x="8493" y="50000"/>
                  </a:lnTo>
                  <a:lnTo>
                    <a:pt x="8384" y="50243"/>
                  </a:lnTo>
                  <a:lnTo>
                    <a:pt x="7731" y="50365"/>
                  </a:lnTo>
                  <a:lnTo>
                    <a:pt x="7622" y="50487"/>
                  </a:lnTo>
                  <a:lnTo>
                    <a:pt x="7622" y="50853"/>
                  </a:lnTo>
                  <a:lnTo>
                    <a:pt x="7078" y="57804"/>
                  </a:lnTo>
                  <a:lnTo>
                    <a:pt x="6860" y="59146"/>
                  </a:lnTo>
                  <a:lnTo>
                    <a:pt x="6424" y="60365"/>
                  </a:lnTo>
                  <a:lnTo>
                    <a:pt x="7186" y="61829"/>
                  </a:lnTo>
                  <a:lnTo>
                    <a:pt x="7404" y="62439"/>
                  </a:lnTo>
                  <a:lnTo>
                    <a:pt x="7949" y="65487"/>
                  </a:lnTo>
                  <a:lnTo>
                    <a:pt x="8058" y="66219"/>
                  </a:lnTo>
                  <a:lnTo>
                    <a:pt x="7949" y="67073"/>
                  </a:lnTo>
                  <a:lnTo>
                    <a:pt x="8493" y="67560"/>
                  </a:lnTo>
                  <a:lnTo>
                    <a:pt x="9255" y="68048"/>
                  </a:lnTo>
                  <a:lnTo>
                    <a:pt x="9147" y="68780"/>
                  </a:lnTo>
                  <a:lnTo>
                    <a:pt x="9147" y="69268"/>
                  </a:lnTo>
                  <a:lnTo>
                    <a:pt x="9038" y="69756"/>
                  </a:lnTo>
                  <a:lnTo>
                    <a:pt x="9147" y="70487"/>
                  </a:lnTo>
                  <a:lnTo>
                    <a:pt x="9255" y="70975"/>
                  </a:lnTo>
                  <a:lnTo>
                    <a:pt x="9473" y="71341"/>
                  </a:lnTo>
                  <a:lnTo>
                    <a:pt x="9582" y="71951"/>
                  </a:lnTo>
                  <a:lnTo>
                    <a:pt x="9691" y="72439"/>
                  </a:lnTo>
                  <a:lnTo>
                    <a:pt x="10127" y="73170"/>
                  </a:lnTo>
                  <a:lnTo>
                    <a:pt x="10344" y="73536"/>
                  </a:lnTo>
                  <a:lnTo>
                    <a:pt x="10671" y="73902"/>
                  </a:lnTo>
                  <a:lnTo>
                    <a:pt x="11215" y="74024"/>
                  </a:lnTo>
                  <a:lnTo>
                    <a:pt x="11215" y="74390"/>
                  </a:lnTo>
                  <a:lnTo>
                    <a:pt x="10998" y="74756"/>
                  </a:lnTo>
                  <a:lnTo>
                    <a:pt x="10998" y="75243"/>
                  </a:lnTo>
                  <a:lnTo>
                    <a:pt x="11215" y="75609"/>
                  </a:lnTo>
                  <a:lnTo>
                    <a:pt x="11542" y="76097"/>
                  </a:lnTo>
                  <a:lnTo>
                    <a:pt x="12849" y="76951"/>
                  </a:lnTo>
                  <a:lnTo>
                    <a:pt x="13393" y="77317"/>
                  </a:lnTo>
                  <a:lnTo>
                    <a:pt x="13720" y="78048"/>
                  </a:lnTo>
                  <a:lnTo>
                    <a:pt x="14047" y="78902"/>
                  </a:lnTo>
                  <a:lnTo>
                    <a:pt x="14373" y="79756"/>
                  </a:lnTo>
                  <a:lnTo>
                    <a:pt x="14373" y="80609"/>
                  </a:lnTo>
                  <a:lnTo>
                    <a:pt x="14047" y="81463"/>
                  </a:lnTo>
                  <a:lnTo>
                    <a:pt x="13611" y="81951"/>
                  </a:lnTo>
                  <a:lnTo>
                    <a:pt x="11869" y="82560"/>
                  </a:lnTo>
                  <a:lnTo>
                    <a:pt x="10889" y="83658"/>
                  </a:lnTo>
                  <a:lnTo>
                    <a:pt x="9800" y="85243"/>
                  </a:lnTo>
                  <a:lnTo>
                    <a:pt x="8711" y="85731"/>
                  </a:lnTo>
                  <a:lnTo>
                    <a:pt x="8275" y="86707"/>
                  </a:lnTo>
                  <a:lnTo>
                    <a:pt x="3702" y="90487"/>
                  </a:lnTo>
                  <a:lnTo>
                    <a:pt x="2940" y="92195"/>
                  </a:lnTo>
                  <a:lnTo>
                    <a:pt x="326" y="100121"/>
                  </a:lnTo>
                  <a:lnTo>
                    <a:pt x="0" y="101707"/>
                  </a:lnTo>
                  <a:lnTo>
                    <a:pt x="0" y="103292"/>
                  </a:lnTo>
                  <a:lnTo>
                    <a:pt x="544" y="104878"/>
                  </a:lnTo>
                  <a:lnTo>
                    <a:pt x="1524" y="106463"/>
                  </a:lnTo>
                  <a:lnTo>
                    <a:pt x="2613" y="107073"/>
                  </a:lnTo>
                  <a:lnTo>
                    <a:pt x="3702" y="107195"/>
                  </a:lnTo>
                  <a:lnTo>
                    <a:pt x="7078" y="106219"/>
                  </a:lnTo>
                  <a:lnTo>
                    <a:pt x="8058" y="105487"/>
                  </a:lnTo>
                  <a:lnTo>
                    <a:pt x="8820" y="104146"/>
                  </a:lnTo>
                  <a:lnTo>
                    <a:pt x="9473" y="102195"/>
                  </a:lnTo>
                  <a:lnTo>
                    <a:pt x="9800" y="101341"/>
                  </a:lnTo>
                  <a:lnTo>
                    <a:pt x="10344" y="101097"/>
                  </a:lnTo>
                  <a:lnTo>
                    <a:pt x="12631" y="100243"/>
                  </a:lnTo>
                  <a:lnTo>
                    <a:pt x="16551" y="100609"/>
                  </a:lnTo>
                  <a:lnTo>
                    <a:pt x="17749" y="100121"/>
                  </a:lnTo>
                  <a:lnTo>
                    <a:pt x="21887" y="97195"/>
                  </a:lnTo>
                  <a:lnTo>
                    <a:pt x="24065" y="96341"/>
                  </a:lnTo>
                  <a:lnTo>
                    <a:pt x="24500" y="95975"/>
                  </a:lnTo>
                  <a:lnTo>
                    <a:pt x="24718" y="95000"/>
                  </a:lnTo>
                  <a:lnTo>
                    <a:pt x="25372" y="92926"/>
                  </a:lnTo>
                  <a:lnTo>
                    <a:pt x="25372" y="93292"/>
                  </a:lnTo>
                  <a:lnTo>
                    <a:pt x="25480" y="93902"/>
                  </a:lnTo>
                  <a:lnTo>
                    <a:pt x="25589" y="94756"/>
                  </a:lnTo>
                  <a:lnTo>
                    <a:pt x="25807" y="95609"/>
                  </a:lnTo>
                  <a:lnTo>
                    <a:pt x="26134" y="96219"/>
                  </a:lnTo>
                  <a:lnTo>
                    <a:pt x="26569" y="96463"/>
                  </a:lnTo>
                  <a:lnTo>
                    <a:pt x="27223" y="96585"/>
                  </a:lnTo>
                  <a:lnTo>
                    <a:pt x="27876" y="96951"/>
                  </a:lnTo>
                  <a:lnTo>
                    <a:pt x="28312" y="97682"/>
                  </a:lnTo>
                  <a:lnTo>
                    <a:pt x="28421" y="98170"/>
                  </a:lnTo>
                  <a:lnTo>
                    <a:pt x="28747" y="98902"/>
                  </a:lnTo>
                  <a:lnTo>
                    <a:pt x="28856" y="99512"/>
                  </a:lnTo>
                  <a:lnTo>
                    <a:pt x="28856" y="99756"/>
                  </a:lnTo>
                  <a:lnTo>
                    <a:pt x="28638" y="100731"/>
                  </a:lnTo>
                  <a:lnTo>
                    <a:pt x="28638" y="100853"/>
                  </a:lnTo>
                  <a:lnTo>
                    <a:pt x="28529" y="101219"/>
                  </a:lnTo>
                  <a:lnTo>
                    <a:pt x="28747" y="102073"/>
                  </a:lnTo>
                  <a:lnTo>
                    <a:pt x="29074" y="102926"/>
                  </a:lnTo>
                  <a:lnTo>
                    <a:pt x="29401" y="103414"/>
                  </a:lnTo>
                  <a:lnTo>
                    <a:pt x="29183" y="103414"/>
                  </a:lnTo>
                  <a:lnTo>
                    <a:pt x="29509" y="104390"/>
                  </a:lnTo>
                  <a:lnTo>
                    <a:pt x="29509" y="105365"/>
                  </a:lnTo>
                  <a:lnTo>
                    <a:pt x="29401" y="106219"/>
                  </a:lnTo>
                  <a:lnTo>
                    <a:pt x="29183" y="107073"/>
                  </a:lnTo>
                  <a:lnTo>
                    <a:pt x="29401" y="108048"/>
                  </a:lnTo>
                  <a:lnTo>
                    <a:pt x="29836" y="109878"/>
                  </a:lnTo>
                  <a:lnTo>
                    <a:pt x="29945" y="110609"/>
                  </a:lnTo>
                  <a:lnTo>
                    <a:pt x="30054" y="111097"/>
                  </a:lnTo>
                  <a:lnTo>
                    <a:pt x="30707" y="113292"/>
                  </a:lnTo>
                  <a:lnTo>
                    <a:pt x="30816" y="114146"/>
                  </a:lnTo>
                  <a:lnTo>
                    <a:pt x="30925" y="114390"/>
                  </a:lnTo>
                  <a:lnTo>
                    <a:pt x="31034" y="115121"/>
                  </a:lnTo>
                  <a:lnTo>
                    <a:pt x="31143" y="115487"/>
                  </a:lnTo>
                  <a:lnTo>
                    <a:pt x="32014" y="116707"/>
                  </a:lnTo>
                  <a:lnTo>
                    <a:pt x="32558" y="117804"/>
                  </a:lnTo>
                  <a:lnTo>
                    <a:pt x="32776" y="118170"/>
                  </a:lnTo>
                  <a:lnTo>
                    <a:pt x="34410" y="119878"/>
                  </a:lnTo>
                  <a:lnTo>
                    <a:pt x="35390" y="120000"/>
                  </a:lnTo>
                  <a:lnTo>
                    <a:pt x="38548" y="119146"/>
                  </a:lnTo>
                  <a:lnTo>
                    <a:pt x="41488" y="116951"/>
                  </a:lnTo>
                  <a:lnTo>
                    <a:pt x="43666" y="114878"/>
                  </a:lnTo>
                  <a:lnTo>
                    <a:pt x="46061" y="111585"/>
                  </a:lnTo>
                  <a:lnTo>
                    <a:pt x="46279" y="110731"/>
                  </a:lnTo>
                  <a:lnTo>
                    <a:pt x="46932" y="110365"/>
                  </a:lnTo>
                  <a:lnTo>
                    <a:pt x="47368" y="109268"/>
                  </a:lnTo>
                  <a:lnTo>
                    <a:pt x="48566" y="108658"/>
                  </a:lnTo>
                  <a:lnTo>
                    <a:pt x="48892" y="108170"/>
                  </a:lnTo>
                  <a:lnTo>
                    <a:pt x="49655" y="105487"/>
                  </a:lnTo>
                  <a:lnTo>
                    <a:pt x="49981" y="104878"/>
                  </a:lnTo>
                  <a:lnTo>
                    <a:pt x="50090" y="104390"/>
                  </a:lnTo>
                  <a:lnTo>
                    <a:pt x="50090" y="101585"/>
                  </a:lnTo>
                  <a:lnTo>
                    <a:pt x="49872" y="100609"/>
                  </a:lnTo>
                  <a:lnTo>
                    <a:pt x="50199" y="98414"/>
                  </a:lnTo>
                  <a:lnTo>
                    <a:pt x="49872" y="97195"/>
                  </a:lnTo>
                  <a:lnTo>
                    <a:pt x="50090" y="96951"/>
                  </a:lnTo>
                  <a:lnTo>
                    <a:pt x="50526" y="95853"/>
                  </a:lnTo>
                  <a:lnTo>
                    <a:pt x="51179" y="95000"/>
                  </a:lnTo>
                  <a:lnTo>
                    <a:pt x="51288" y="94634"/>
                  </a:lnTo>
                  <a:lnTo>
                    <a:pt x="51288" y="94146"/>
                  </a:lnTo>
                  <a:lnTo>
                    <a:pt x="51288" y="93902"/>
                  </a:lnTo>
                  <a:lnTo>
                    <a:pt x="51288" y="93658"/>
                  </a:lnTo>
                  <a:lnTo>
                    <a:pt x="51397" y="93536"/>
                  </a:lnTo>
                  <a:lnTo>
                    <a:pt x="51615" y="93414"/>
                  </a:lnTo>
                  <a:lnTo>
                    <a:pt x="52268" y="93536"/>
                  </a:lnTo>
                  <a:lnTo>
                    <a:pt x="53030" y="93170"/>
                  </a:lnTo>
                  <a:lnTo>
                    <a:pt x="54337" y="93658"/>
                  </a:lnTo>
                  <a:lnTo>
                    <a:pt x="54773" y="93536"/>
                  </a:lnTo>
                  <a:lnTo>
                    <a:pt x="55208" y="92926"/>
                  </a:lnTo>
                  <a:lnTo>
                    <a:pt x="55644" y="90609"/>
                  </a:lnTo>
                  <a:lnTo>
                    <a:pt x="55862" y="90243"/>
                  </a:lnTo>
                  <a:lnTo>
                    <a:pt x="56624" y="89756"/>
                  </a:lnTo>
                  <a:lnTo>
                    <a:pt x="56733" y="89390"/>
                  </a:lnTo>
                  <a:lnTo>
                    <a:pt x="56842" y="89268"/>
                  </a:lnTo>
                  <a:lnTo>
                    <a:pt x="56950" y="88658"/>
                  </a:lnTo>
                  <a:lnTo>
                    <a:pt x="57168" y="88170"/>
                  </a:lnTo>
                  <a:lnTo>
                    <a:pt x="58584" y="85487"/>
                  </a:lnTo>
                  <a:lnTo>
                    <a:pt x="58911" y="85000"/>
                  </a:lnTo>
                  <a:lnTo>
                    <a:pt x="59455" y="84756"/>
                  </a:lnTo>
                  <a:lnTo>
                    <a:pt x="59891" y="84512"/>
                  </a:lnTo>
                  <a:lnTo>
                    <a:pt x="60653" y="85000"/>
                  </a:lnTo>
                  <a:lnTo>
                    <a:pt x="60871" y="85121"/>
                  </a:lnTo>
                  <a:lnTo>
                    <a:pt x="61088" y="84756"/>
                  </a:lnTo>
                  <a:lnTo>
                    <a:pt x="61088" y="84390"/>
                  </a:lnTo>
                  <a:lnTo>
                    <a:pt x="61088" y="83048"/>
                  </a:lnTo>
                  <a:lnTo>
                    <a:pt x="60871" y="82804"/>
                  </a:lnTo>
                  <a:lnTo>
                    <a:pt x="60871" y="82682"/>
                  </a:lnTo>
                  <a:lnTo>
                    <a:pt x="61088" y="82560"/>
                  </a:lnTo>
                  <a:lnTo>
                    <a:pt x="61197" y="82439"/>
                  </a:lnTo>
                  <a:lnTo>
                    <a:pt x="60980" y="81951"/>
                  </a:lnTo>
                  <a:lnTo>
                    <a:pt x="60108" y="81219"/>
                  </a:lnTo>
                  <a:lnTo>
                    <a:pt x="59891" y="80609"/>
                  </a:lnTo>
                  <a:lnTo>
                    <a:pt x="59891" y="80365"/>
                  </a:lnTo>
                  <a:lnTo>
                    <a:pt x="59891" y="80000"/>
                  </a:lnTo>
                  <a:lnTo>
                    <a:pt x="60000" y="79512"/>
                  </a:lnTo>
                  <a:lnTo>
                    <a:pt x="60000" y="78414"/>
                  </a:lnTo>
                  <a:lnTo>
                    <a:pt x="60000" y="78170"/>
                  </a:lnTo>
                  <a:lnTo>
                    <a:pt x="60000" y="78048"/>
                  </a:lnTo>
                  <a:lnTo>
                    <a:pt x="60000" y="77926"/>
                  </a:lnTo>
                  <a:lnTo>
                    <a:pt x="60000" y="77682"/>
                  </a:lnTo>
                  <a:lnTo>
                    <a:pt x="59782" y="77317"/>
                  </a:lnTo>
                  <a:lnTo>
                    <a:pt x="59782" y="77195"/>
                  </a:lnTo>
                  <a:lnTo>
                    <a:pt x="59673" y="77073"/>
                  </a:lnTo>
                  <a:lnTo>
                    <a:pt x="59673" y="76951"/>
                  </a:lnTo>
                  <a:lnTo>
                    <a:pt x="58475" y="75731"/>
                  </a:lnTo>
                  <a:lnTo>
                    <a:pt x="58039" y="75365"/>
                  </a:lnTo>
                  <a:lnTo>
                    <a:pt x="57822" y="74634"/>
                  </a:lnTo>
                  <a:lnTo>
                    <a:pt x="58257" y="73658"/>
                  </a:lnTo>
                  <a:lnTo>
                    <a:pt x="58475" y="73292"/>
                  </a:lnTo>
                  <a:lnTo>
                    <a:pt x="58802" y="73170"/>
                  </a:lnTo>
                  <a:lnTo>
                    <a:pt x="58911" y="72926"/>
                  </a:lnTo>
                  <a:lnTo>
                    <a:pt x="59019" y="72439"/>
                  </a:lnTo>
                  <a:lnTo>
                    <a:pt x="59019" y="71585"/>
                  </a:lnTo>
                  <a:lnTo>
                    <a:pt x="59128" y="70731"/>
                  </a:lnTo>
                  <a:lnTo>
                    <a:pt x="59455" y="69878"/>
                  </a:lnTo>
                  <a:lnTo>
                    <a:pt x="59782" y="69390"/>
                  </a:lnTo>
                  <a:lnTo>
                    <a:pt x="60653" y="68902"/>
                  </a:lnTo>
                  <a:lnTo>
                    <a:pt x="60871" y="68902"/>
                  </a:lnTo>
                  <a:lnTo>
                    <a:pt x="60980" y="69146"/>
                  </a:lnTo>
                  <a:lnTo>
                    <a:pt x="61415" y="69390"/>
                  </a:lnTo>
                  <a:lnTo>
                    <a:pt x="61524" y="69512"/>
                  </a:lnTo>
                  <a:lnTo>
                    <a:pt x="61742" y="69390"/>
                  </a:lnTo>
                  <a:lnTo>
                    <a:pt x="61960" y="69268"/>
                  </a:lnTo>
                  <a:lnTo>
                    <a:pt x="62177" y="68658"/>
                  </a:lnTo>
                  <a:lnTo>
                    <a:pt x="62613" y="68048"/>
                  </a:lnTo>
                  <a:lnTo>
                    <a:pt x="63157" y="67560"/>
                  </a:lnTo>
                  <a:lnTo>
                    <a:pt x="63702" y="67560"/>
                  </a:lnTo>
                  <a:lnTo>
                    <a:pt x="64355" y="67926"/>
                  </a:lnTo>
                  <a:lnTo>
                    <a:pt x="65009" y="68048"/>
                  </a:lnTo>
                  <a:lnTo>
                    <a:pt x="65117" y="67317"/>
                  </a:lnTo>
                  <a:lnTo>
                    <a:pt x="65226" y="66463"/>
                  </a:lnTo>
                  <a:lnTo>
                    <a:pt x="65335" y="65731"/>
                  </a:lnTo>
                  <a:lnTo>
                    <a:pt x="65880" y="65000"/>
                  </a:lnTo>
                  <a:lnTo>
                    <a:pt x="66315" y="64634"/>
                  </a:lnTo>
                  <a:lnTo>
                    <a:pt x="67404" y="64268"/>
                  </a:lnTo>
                  <a:lnTo>
                    <a:pt x="67513" y="64390"/>
                  </a:lnTo>
                  <a:lnTo>
                    <a:pt x="68493" y="65487"/>
                  </a:lnTo>
                  <a:lnTo>
                    <a:pt x="68711" y="65853"/>
                  </a:lnTo>
                  <a:lnTo>
                    <a:pt x="68929" y="66219"/>
                  </a:lnTo>
                  <a:lnTo>
                    <a:pt x="68929" y="66829"/>
                  </a:lnTo>
                  <a:lnTo>
                    <a:pt x="68929" y="67195"/>
                  </a:lnTo>
                  <a:lnTo>
                    <a:pt x="68275" y="69756"/>
                  </a:lnTo>
                  <a:lnTo>
                    <a:pt x="67949" y="70487"/>
                  </a:lnTo>
                  <a:lnTo>
                    <a:pt x="67513" y="71829"/>
                  </a:lnTo>
                  <a:lnTo>
                    <a:pt x="67295" y="72682"/>
                  </a:lnTo>
                  <a:lnTo>
                    <a:pt x="67295" y="72926"/>
                  </a:lnTo>
                  <a:lnTo>
                    <a:pt x="67622" y="73048"/>
                  </a:lnTo>
                  <a:lnTo>
                    <a:pt x="67622" y="73292"/>
                  </a:lnTo>
                  <a:lnTo>
                    <a:pt x="67622" y="73536"/>
                  </a:lnTo>
                  <a:lnTo>
                    <a:pt x="67622" y="73658"/>
                  </a:lnTo>
                  <a:lnTo>
                    <a:pt x="68602" y="74390"/>
                  </a:lnTo>
                  <a:lnTo>
                    <a:pt x="69147" y="74512"/>
                  </a:lnTo>
                  <a:lnTo>
                    <a:pt x="69473" y="73902"/>
                  </a:lnTo>
                  <a:lnTo>
                    <a:pt x="70127" y="73658"/>
                  </a:lnTo>
                  <a:lnTo>
                    <a:pt x="70671" y="73048"/>
                  </a:lnTo>
                  <a:lnTo>
                    <a:pt x="71978" y="72195"/>
                  </a:lnTo>
                  <a:lnTo>
                    <a:pt x="72522" y="72073"/>
                  </a:lnTo>
                  <a:lnTo>
                    <a:pt x="74373" y="72195"/>
                  </a:lnTo>
                  <a:lnTo>
                    <a:pt x="77858" y="71219"/>
                  </a:lnTo>
                  <a:lnTo>
                    <a:pt x="77967" y="71341"/>
                  </a:lnTo>
                  <a:lnTo>
                    <a:pt x="78511" y="71951"/>
                  </a:lnTo>
                  <a:lnTo>
                    <a:pt x="78729" y="71951"/>
                  </a:lnTo>
                  <a:lnTo>
                    <a:pt x="79056" y="71951"/>
                  </a:lnTo>
                  <a:lnTo>
                    <a:pt x="80798" y="72804"/>
                  </a:lnTo>
                  <a:lnTo>
                    <a:pt x="81234" y="73170"/>
                  </a:lnTo>
                  <a:lnTo>
                    <a:pt x="81560" y="73658"/>
                  </a:lnTo>
                  <a:lnTo>
                    <a:pt x="81560" y="74146"/>
                  </a:lnTo>
                  <a:lnTo>
                    <a:pt x="81778" y="74512"/>
                  </a:lnTo>
                  <a:lnTo>
                    <a:pt x="81996" y="75121"/>
                  </a:lnTo>
                  <a:lnTo>
                    <a:pt x="82105" y="75609"/>
                  </a:lnTo>
                  <a:lnTo>
                    <a:pt x="82105" y="75609"/>
                  </a:lnTo>
                  <a:lnTo>
                    <a:pt x="81996" y="76097"/>
                  </a:lnTo>
                  <a:lnTo>
                    <a:pt x="81996" y="76707"/>
                  </a:lnTo>
                  <a:lnTo>
                    <a:pt x="81996" y="76707"/>
                  </a:lnTo>
                  <a:lnTo>
                    <a:pt x="81996" y="76951"/>
                  </a:lnTo>
                  <a:lnTo>
                    <a:pt x="81887" y="77073"/>
                  </a:lnTo>
                  <a:lnTo>
                    <a:pt x="81451" y="77073"/>
                  </a:lnTo>
                  <a:lnTo>
                    <a:pt x="81125" y="77317"/>
                  </a:lnTo>
                  <a:lnTo>
                    <a:pt x="80471" y="78170"/>
                  </a:lnTo>
                  <a:lnTo>
                    <a:pt x="80145" y="78414"/>
                  </a:lnTo>
                  <a:lnTo>
                    <a:pt x="79927" y="78780"/>
                  </a:lnTo>
                  <a:lnTo>
                    <a:pt x="79927" y="79268"/>
                  </a:lnTo>
                  <a:lnTo>
                    <a:pt x="79818" y="80487"/>
                  </a:lnTo>
                  <a:lnTo>
                    <a:pt x="79927" y="81219"/>
                  </a:lnTo>
                  <a:lnTo>
                    <a:pt x="80362" y="81585"/>
                  </a:lnTo>
                  <a:lnTo>
                    <a:pt x="81234" y="81829"/>
                  </a:lnTo>
                  <a:lnTo>
                    <a:pt x="81234" y="82073"/>
                  </a:lnTo>
                  <a:lnTo>
                    <a:pt x="81451" y="82926"/>
                  </a:lnTo>
                  <a:lnTo>
                    <a:pt x="81560" y="83170"/>
                  </a:lnTo>
                  <a:lnTo>
                    <a:pt x="81778" y="83292"/>
                  </a:lnTo>
                  <a:lnTo>
                    <a:pt x="84174" y="83780"/>
                  </a:lnTo>
                  <a:lnTo>
                    <a:pt x="84718" y="83658"/>
                  </a:lnTo>
                  <a:lnTo>
                    <a:pt x="85154" y="82439"/>
                  </a:lnTo>
                  <a:lnTo>
                    <a:pt x="85698" y="83048"/>
                  </a:lnTo>
                  <a:lnTo>
                    <a:pt x="85589" y="82560"/>
                  </a:lnTo>
                  <a:lnTo>
                    <a:pt x="85807" y="82073"/>
                  </a:lnTo>
                  <a:lnTo>
                    <a:pt x="88638" y="80975"/>
                  </a:lnTo>
                  <a:lnTo>
                    <a:pt x="89292" y="81341"/>
                  </a:lnTo>
                  <a:lnTo>
                    <a:pt x="90381" y="81951"/>
                  </a:lnTo>
                  <a:lnTo>
                    <a:pt x="91361" y="81951"/>
                  </a:lnTo>
                  <a:lnTo>
                    <a:pt x="91905" y="82560"/>
                  </a:lnTo>
                  <a:lnTo>
                    <a:pt x="92232" y="82682"/>
                  </a:lnTo>
                  <a:lnTo>
                    <a:pt x="92558" y="82560"/>
                  </a:lnTo>
                  <a:lnTo>
                    <a:pt x="93212" y="81951"/>
                  </a:lnTo>
                  <a:lnTo>
                    <a:pt x="93865" y="81829"/>
                  </a:lnTo>
                  <a:lnTo>
                    <a:pt x="94410" y="81707"/>
                  </a:lnTo>
                  <a:lnTo>
                    <a:pt x="95172" y="81951"/>
                  </a:lnTo>
                  <a:lnTo>
                    <a:pt x="95825" y="82682"/>
                  </a:lnTo>
                  <a:lnTo>
                    <a:pt x="96370" y="83292"/>
                  </a:lnTo>
                  <a:lnTo>
                    <a:pt x="96914" y="83780"/>
                  </a:lnTo>
                  <a:lnTo>
                    <a:pt x="97350" y="83902"/>
                  </a:lnTo>
                  <a:lnTo>
                    <a:pt x="99092" y="83170"/>
                  </a:lnTo>
                  <a:lnTo>
                    <a:pt x="99745" y="83170"/>
                  </a:lnTo>
                  <a:lnTo>
                    <a:pt x="100725" y="84146"/>
                  </a:lnTo>
                  <a:lnTo>
                    <a:pt x="105299" y="85000"/>
                  </a:lnTo>
                  <a:lnTo>
                    <a:pt x="107259" y="86219"/>
                  </a:lnTo>
                  <a:lnTo>
                    <a:pt x="109328" y="86219"/>
                  </a:lnTo>
                  <a:lnTo>
                    <a:pt x="109655" y="86097"/>
                  </a:lnTo>
                  <a:lnTo>
                    <a:pt x="109872" y="85731"/>
                  </a:lnTo>
                  <a:lnTo>
                    <a:pt x="110417" y="84512"/>
                  </a:lnTo>
                  <a:lnTo>
                    <a:pt x="110308" y="84268"/>
                  </a:lnTo>
                  <a:lnTo>
                    <a:pt x="110199" y="83780"/>
                  </a:lnTo>
                  <a:lnTo>
                    <a:pt x="110090" y="83170"/>
                  </a:lnTo>
                  <a:lnTo>
                    <a:pt x="110090" y="82804"/>
                  </a:lnTo>
                  <a:lnTo>
                    <a:pt x="110090" y="82317"/>
                  </a:lnTo>
                  <a:lnTo>
                    <a:pt x="110308" y="82073"/>
                  </a:lnTo>
                  <a:lnTo>
                    <a:pt x="111070" y="81829"/>
                  </a:lnTo>
                  <a:lnTo>
                    <a:pt x="111179" y="81829"/>
                  </a:lnTo>
                  <a:lnTo>
                    <a:pt x="111288" y="81707"/>
                  </a:lnTo>
                  <a:lnTo>
                    <a:pt x="111397" y="81585"/>
                  </a:lnTo>
                  <a:lnTo>
                    <a:pt x="111397" y="80975"/>
                  </a:lnTo>
                  <a:lnTo>
                    <a:pt x="111506" y="80853"/>
                  </a:lnTo>
                  <a:lnTo>
                    <a:pt x="111724" y="80731"/>
                  </a:lnTo>
                  <a:lnTo>
                    <a:pt x="111833" y="80487"/>
                  </a:lnTo>
                  <a:lnTo>
                    <a:pt x="112050" y="79512"/>
                  </a:lnTo>
                  <a:lnTo>
                    <a:pt x="112813" y="78902"/>
                  </a:lnTo>
                  <a:lnTo>
                    <a:pt x="114010" y="76585"/>
                  </a:lnTo>
                  <a:lnTo>
                    <a:pt x="114337" y="76097"/>
                  </a:lnTo>
                  <a:lnTo>
                    <a:pt x="114555" y="75853"/>
                  </a:lnTo>
                  <a:lnTo>
                    <a:pt x="114664" y="75121"/>
                  </a:lnTo>
                  <a:lnTo>
                    <a:pt x="115099" y="74268"/>
                  </a:lnTo>
                  <a:lnTo>
                    <a:pt x="115208" y="74146"/>
                  </a:lnTo>
                  <a:lnTo>
                    <a:pt x="115317" y="73902"/>
                  </a:lnTo>
                  <a:lnTo>
                    <a:pt x="115317" y="73292"/>
                  </a:lnTo>
                  <a:lnTo>
                    <a:pt x="115317" y="72439"/>
                  </a:lnTo>
                  <a:lnTo>
                    <a:pt x="115426" y="71951"/>
                  </a:lnTo>
                  <a:lnTo>
                    <a:pt x="115535" y="71707"/>
                  </a:lnTo>
                  <a:lnTo>
                    <a:pt x="118475" y="70121"/>
                  </a:lnTo>
                  <a:lnTo>
                    <a:pt x="119237" y="69390"/>
                  </a:lnTo>
                  <a:lnTo>
                    <a:pt x="119782" y="69268"/>
                  </a:lnTo>
                  <a:lnTo>
                    <a:pt x="120000" y="68902"/>
                  </a:lnTo>
                  <a:lnTo>
                    <a:pt x="119891" y="68536"/>
                  </a:lnTo>
                  <a:lnTo>
                    <a:pt x="120000" y="68170"/>
                  </a:lnTo>
                  <a:lnTo>
                    <a:pt x="119564" y="6731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Shape 5207"/>
            <p:cNvSpPr/>
            <p:nvPr/>
          </p:nvSpPr>
          <p:spPr>
            <a:xfrm>
              <a:off x="12735182" y="5215282"/>
              <a:ext cx="14288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2400" y="0"/>
                  </a:moveTo>
                  <a:lnTo>
                    <a:pt x="24000" y="20000"/>
                  </a:lnTo>
                  <a:lnTo>
                    <a:pt x="0" y="60000"/>
                  </a:lnTo>
                  <a:lnTo>
                    <a:pt x="4800" y="93333"/>
                  </a:lnTo>
                  <a:lnTo>
                    <a:pt x="28800" y="120000"/>
                  </a:lnTo>
                  <a:lnTo>
                    <a:pt x="72000" y="120000"/>
                  </a:lnTo>
                  <a:lnTo>
                    <a:pt x="96000" y="86666"/>
                  </a:lnTo>
                  <a:lnTo>
                    <a:pt x="110400" y="73333"/>
                  </a:lnTo>
                  <a:lnTo>
                    <a:pt x="120000" y="46666"/>
                  </a:lnTo>
                  <a:lnTo>
                    <a:pt x="100800" y="6666"/>
                  </a:lnTo>
                  <a:lnTo>
                    <a:pt x="624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Shape 5208"/>
            <p:cNvSpPr/>
            <p:nvPr/>
          </p:nvSpPr>
          <p:spPr>
            <a:xfrm>
              <a:off x="12620882" y="4150069"/>
              <a:ext cx="50799" cy="666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5368" y="43464"/>
                  </a:moveTo>
                  <a:lnTo>
                    <a:pt x="25263" y="50078"/>
                  </a:lnTo>
                  <a:lnTo>
                    <a:pt x="24000" y="48188"/>
                  </a:lnTo>
                  <a:lnTo>
                    <a:pt x="22736" y="52913"/>
                  </a:lnTo>
                  <a:lnTo>
                    <a:pt x="20210" y="59527"/>
                  </a:lnTo>
                  <a:lnTo>
                    <a:pt x="17684" y="76535"/>
                  </a:lnTo>
                  <a:lnTo>
                    <a:pt x="16421" y="80314"/>
                  </a:lnTo>
                  <a:lnTo>
                    <a:pt x="1263" y="103937"/>
                  </a:lnTo>
                  <a:lnTo>
                    <a:pt x="0" y="108661"/>
                  </a:lnTo>
                  <a:lnTo>
                    <a:pt x="0" y="112440"/>
                  </a:lnTo>
                  <a:lnTo>
                    <a:pt x="1263" y="116220"/>
                  </a:lnTo>
                  <a:lnTo>
                    <a:pt x="7578" y="119055"/>
                  </a:lnTo>
                  <a:lnTo>
                    <a:pt x="12631" y="120000"/>
                  </a:lnTo>
                  <a:lnTo>
                    <a:pt x="20210" y="115275"/>
                  </a:lnTo>
                  <a:lnTo>
                    <a:pt x="30315" y="95433"/>
                  </a:lnTo>
                  <a:lnTo>
                    <a:pt x="36631" y="93543"/>
                  </a:lnTo>
                  <a:lnTo>
                    <a:pt x="41684" y="95433"/>
                  </a:lnTo>
                  <a:lnTo>
                    <a:pt x="51789" y="100157"/>
                  </a:lnTo>
                  <a:lnTo>
                    <a:pt x="56842" y="99212"/>
                  </a:lnTo>
                  <a:lnTo>
                    <a:pt x="63157" y="85984"/>
                  </a:lnTo>
                  <a:lnTo>
                    <a:pt x="72000" y="79370"/>
                  </a:lnTo>
                  <a:lnTo>
                    <a:pt x="79578" y="67086"/>
                  </a:lnTo>
                  <a:lnTo>
                    <a:pt x="98526" y="55748"/>
                  </a:lnTo>
                  <a:lnTo>
                    <a:pt x="104842" y="54803"/>
                  </a:lnTo>
                  <a:lnTo>
                    <a:pt x="107368" y="53858"/>
                  </a:lnTo>
                  <a:lnTo>
                    <a:pt x="108631" y="50078"/>
                  </a:lnTo>
                  <a:lnTo>
                    <a:pt x="108631" y="46299"/>
                  </a:lnTo>
                  <a:lnTo>
                    <a:pt x="108631" y="43464"/>
                  </a:lnTo>
                  <a:lnTo>
                    <a:pt x="112421" y="37795"/>
                  </a:lnTo>
                  <a:lnTo>
                    <a:pt x="116210" y="34015"/>
                  </a:lnTo>
                  <a:lnTo>
                    <a:pt x="118736" y="32125"/>
                  </a:lnTo>
                  <a:lnTo>
                    <a:pt x="120000" y="26456"/>
                  </a:lnTo>
                  <a:lnTo>
                    <a:pt x="108631" y="16062"/>
                  </a:lnTo>
                  <a:lnTo>
                    <a:pt x="103578" y="11338"/>
                  </a:lnTo>
                  <a:lnTo>
                    <a:pt x="94736" y="6614"/>
                  </a:lnTo>
                  <a:lnTo>
                    <a:pt x="84631" y="3779"/>
                  </a:lnTo>
                  <a:lnTo>
                    <a:pt x="78315" y="4724"/>
                  </a:lnTo>
                  <a:lnTo>
                    <a:pt x="75789" y="4724"/>
                  </a:lnTo>
                  <a:lnTo>
                    <a:pt x="72000" y="944"/>
                  </a:lnTo>
                  <a:lnTo>
                    <a:pt x="69473" y="0"/>
                  </a:lnTo>
                  <a:lnTo>
                    <a:pt x="65684" y="0"/>
                  </a:lnTo>
                  <a:lnTo>
                    <a:pt x="63157" y="944"/>
                  </a:lnTo>
                  <a:lnTo>
                    <a:pt x="63157" y="7559"/>
                  </a:lnTo>
                  <a:lnTo>
                    <a:pt x="54315" y="9448"/>
                  </a:lnTo>
                  <a:lnTo>
                    <a:pt x="59368" y="15118"/>
                  </a:lnTo>
                  <a:lnTo>
                    <a:pt x="66947" y="23622"/>
                  </a:lnTo>
                  <a:lnTo>
                    <a:pt x="70736" y="28346"/>
                  </a:lnTo>
                  <a:lnTo>
                    <a:pt x="69473" y="34015"/>
                  </a:lnTo>
                  <a:lnTo>
                    <a:pt x="61894" y="34960"/>
                  </a:lnTo>
                  <a:lnTo>
                    <a:pt x="56842" y="32125"/>
                  </a:lnTo>
                  <a:lnTo>
                    <a:pt x="56842" y="26456"/>
                  </a:lnTo>
                  <a:lnTo>
                    <a:pt x="48000" y="23622"/>
                  </a:lnTo>
                  <a:lnTo>
                    <a:pt x="42947" y="23622"/>
                  </a:lnTo>
                  <a:lnTo>
                    <a:pt x="41684" y="27401"/>
                  </a:lnTo>
                  <a:lnTo>
                    <a:pt x="42947" y="32125"/>
                  </a:lnTo>
                  <a:lnTo>
                    <a:pt x="46736" y="34960"/>
                  </a:lnTo>
                  <a:lnTo>
                    <a:pt x="49263" y="37795"/>
                  </a:lnTo>
                  <a:lnTo>
                    <a:pt x="49263" y="43464"/>
                  </a:lnTo>
                  <a:lnTo>
                    <a:pt x="48000" y="45354"/>
                  </a:lnTo>
                  <a:lnTo>
                    <a:pt x="35368" y="4346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Shape 5209"/>
            <p:cNvSpPr/>
            <p:nvPr/>
          </p:nvSpPr>
          <p:spPr>
            <a:xfrm>
              <a:off x="12725657" y="4178644"/>
              <a:ext cx="50799" cy="63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947" y="22809"/>
                  </a:moveTo>
                  <a:lnTo>
                    <a:pt x="113684" y="19834"/>
                  </a:lnTo>
                  <a:lnTo>
                    <a:pt x="112421" y="14876"/>
                  </a:lnTo>
                  <a:lnTo>
                    <a:pt x="111157" y="11900"/>
                  </a:lnTo>
                  <a:lnTo>
                    <a:pt x="108631" y="8925"/>
                  </a:lnTo>
                  <a:lnTo>
                    <a:pt x="99789" y="3966"/>
                  </a:lnTo>
                  <a:lnTo>
                    <a:pt x="93473" y="0"/>
                  </a:lnTo>
                  <a:lnTo>
                    <a:pt x="92210" y="1983"/>
                  </a:lnTo>
                  <a:lnTo>
                    <a:pt x="88421" y="5950"/>
                  </a:lnTo>
                  <a:lnTo>
                    <a:pt x="85894" y="8925"/>
                  </a:lnTo>
                  <a:lnTo>
                    <a:pt x="56842" y="15867"/>
                  </a:lnTo>
                  <a:lnTo>
                    <a:pt x="44210" y="14876"/>
                  </a:lnTo>
                  <a:lnTo>
                    <a:pt x="36631" y="12892"/>
                  </a:lnTo>
                  <a:lnTo>
                    <a:pt x="27789" y="8925"/>
                  </a:lnTo>
                  <a:lnTo>
                    <a:pt x="10105" y="18842"/>
                  </a:lnTo>
                  <a:lnTo>
                    <a:pt x="1263" y="26776"/>
                  </a:lnTo>
                  <a:lnTo>
                    <a:pt x="0" y="36694"/>
                  </a:lnTo>
                  <a:lnTo>
                    <a:pt x="2526" y="41652"/>
                  </a:lnTo>
                  <a:lnTo>
                    <a:pt x="7578" y="45619"/>
                  </a:lnTo>
                  <a:lnTo>
                    <a:pt x="10105" y="51570"/>
                  </a:lnTo>
                  <a:lnTo>
                    <a:pt x="13894" y="58512"/>
                  </a:lnTo>
                  <a:lnTo>
                    <a:pt x="13894" y="63471"/>
                  </a:lnTo>
                  <a:lnTo>
                    <a:pt x="13894" y="73388"/>
                  </a:lnTo>
                  <a:lnTo>
                    <a:pt x="15157" y="79338"/>
                  </a:lnTo>
                  <a:lnTo>
                    <a:pt x="25263" y="92231"/>
                  </a:lnTo>
                  <a:lnTo>
                    <a:pt x="40421" y="105123"/>
                  </a:lnTo>
                  <a:lnTo>
                    <a:pt x="55578" y="114049"/>
                  </a:lnTo>
                  <a:lnTo>
                    <a:pt x="75789" y="120000"/>
                  </a:lnTo>
                  <a:lnTo>
                    <a:pt x="79578" y="118016"/>
                  </a:lnTo>
                  <a:lnTo>
                    <a:pt x="85894" y="109090"/>
                  </a:lnTo>
                  <a:lnTo>
                    <a:pt x="97263" y="104132"/>
                  </a:lnTo>
                  <a:lnTo>
                    <a:pt x="104842" y="104132"/>
                  </a:lnTo>
                  <a:lnTo>
                    <a:pt x="106105" y="109090"/>
                  </a:lnTo>
                  <a:lnTo>
                    <a:pt x="109894" y="112066"/>
                  </a:lnTo>
                  <a:lnTo>
                    <a:pt x="112421" y="113057"/>
                  </a:lnTo>
                  <a:lnTo>
                    <a:pt x="118736" y="113057"/>
                  </a:lnTo>
                  <a:lnTo>
                    <a:pt x="117473" y="111074"/>
                  </a:lnTo>
                  <a:lnTo>
                    <a:pt x="114947" y="111074"/>
                  </a:lnTo>
                  <a:lnTo>
                    <a:pt x="111157" y="108099"/>
                  </a:lnTo>
                  <a:lnTo>
                    <a:pt x="114947" y="102148"/>
                  </a:lnTo>
                  <a:lnTo>
                    <a:pt x="114947" y="100165"/>
                  </a:lnTo>
                  <a:lnTo>
                    <a:pt x="117473" y="95206"/>
                  </a:lnTo>
                  <a:lnTo>
                    <a:pt x="112421" y="94214"/>
                  </a:lnTo>
                  <a:lnTo>
                    <a:pt x="108631" y="94214"/>
                  </a:lnTo>
                  <a:lnTo>
                    <a:pt x="104842" y="92231"/>
                  </a:lnTo>
                  <a:lnTo>
                    <a:pt x="98526" y="88264"/>
                  </a:lnTo>
                  <a:lnTo>
                    <a:pt x="94736" y="81322"/>
                  </a:lnTo>
                  <a:lnTo>
                    <a:pt x="94736" y="75371"/>
                  </a:lnTo>
                  <a:lnTo>
                    <a:pt x="96000" y="72396"/>
                  </a:lnTo>
                  <a:lnTo>
                    <a:pt x="99789" y="70413"/>
                  </a:lnTo>
                  <a:lnTo>
                    <a:pt x="102315" y="67438"/>
                  </a:lnTo>
                  <a:lnTo>
                    <a:pt x="104842" y="55537"/>
                  </a:lnTo>
                  <a:lnTo>
                    <a:pt x="107368" y="52561"/>
                  </a:lnTo>
                  <a:lnTo>
                    <a:pt x="109894" y="49586"/>
                  </a:lnTo>
                  <a:lnTo>
                    <a:pt x="114947" y="39669"/>
                  </a:lnTo>
                  <a:lnTo>
                    <a:pt x="120000" y="35702"/>
                  </a:lnTo>
                  <a:lnTo>
                    <a:pt x="117473" y="32727"/>
                  </a:lnTo>
                  <a:lnTo>
                    <a:pt x="114947" y="29752"/>
                  </a:lnTo>
                  <a:lnTo>
                    <a:pt x="118736" y="25785"/>
                  </a:lnTo>
                  <a:lnTo>
                    <a:pt x="114947" y="2280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Shape 5210"/>
            <p:cNvSpPr/>
            <p:nvPr/>
          </p:nvSpPr>
          <p:spPr>
            <a:xfrm>
              <a:off x="12620882" y="4218332"/>
              <a:ext cx="55562" cy="1190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242" y="107142"/>
                  </a:moveTo>
                  <a:lnTo>
                    <a:pt x="4485" y="107678"/>
                  </a:lnTo>
                  <a:lnTo>
                    <a:pt x="7850" y="108749"/>
                  </a:lnTo>
                  <a:lnTo>
                    <a:pt x="8971" y="110357"/>
                  </a:lnTo>
                  <a:lnTo>
                    <a:pt x="8971" y="112499"/>
                  </a:lnTo>
                  <a:lnTo>
                    <a:pt x="10093" y="114642"/>
                  </a:lnTo>
                  <a:lnTo>
                    <a:pt x="12336" y="116249"/>
                  </a:lnTo>
                  <a:lnTo>
                    <a:pt x="13457" y="117857"/>
                  </a:lnTo>
                  <a:lnTo>
                    <a:pt x="21308" y="117857"/>
                  </a:lnTo>
                  <a:lnTo>
                    <a:pt x="31401" y="119464"/>
                  </a:lnTo>
                  <a:lnTo>
                    <a:pt x="34766" y="119999"/>
                  </a:lnTo>
                  <a:lnTo>
                    <a:pt x="39252" y="119464"/>
                  </a:lnTo>
                  <a:lnTo>
                    <a:pt x="42616" y="118392"/>
                  </a:lnTo>
                  <a:lnTo>
                    <a:pt x="44859" y="112499"/>
                  </a:lnTo>
                  <a:lnTo>
                    <a:pt x="47102" y="110357"/>
                  </a:lnTo>
                  <a:lnTo>
                    <a:pt x="54953" y="107678"/>
                  </a:lnTo>
                  <a:lnTo>
                    <a:pt x="69532" y="103392"/>
                  </a:lnTo>
                  <a:lnTo>
                    <a:pt x="74018" y="101785"/>
                  </a:lnTo>
                  <a:lnTo>
                    <a:pt x="80747" y="99107"/>
                  </a:lnTo>
                  <a:lnTo>
                    <a:pt x="82990" y="97499"/>
                  </a:lnTo>
                  <a:lnTo>
                    <a:pt x="85233" y="95357"/>
                  </a:lnTo>
                  <a:lnTo>
                    <a:pt x="85233" y="93214"/>
                  </a:lnTo>
                  <a:lnTo>
                    <a:pt x="85233" y="92142"/>
                  </a:lnTo>
                  <a:lnTo>
                    <a:pt x="82990" y="89999"/>
                  </a:lnTo>
                  <a:lnTo>
                    <a:pt x="85233" y="88392"/>
                  </a:lnTo>
                  <a:lnTo>
                    <a:pt x="90841" y="85714"/>
                  </a:lnTo>
                  <a:lnTo>
                    <a:pt x="91962" y="83035"/>
                  </a:lnTo>
                  <a:lnTo>
                    <a:pt x="90841" y="80892"/>
                  </a:lnTo>
                  <a:lnTo>
                    <a:pt x="88598" y="77142"/>
                  </a:lnTo>
                  <a:lnTo>
                    <a:pt x="87476" y="75535"/>
                  </a:lnTo>
                  <a:lnTo>
                    <a:pt x="96448" y="63214"/>
                  </a:lnTo>
                  <a:lnTo>
                    <a:pt x="98691" y="56249"/>
                  </a:lnTo>
                  <a:lnTo>
                    <a:pt x="91962" y="50892"/>
                  </a:lnTo>
                  <a:lnTo>
                    <a:pt x="94205" y="49285"/>
                  </a:lnTo>
                  <a:lnTo>
                    <a:pt x="99813" y="44464"/>
                  </a:lnTo>
                  <a:lnTo>
                    <a:pt x="100934" y="42321"/>
                  </a:lnTo>
                  <a:lnTo>
                    <a:pt x="94205" y="35892"/>
                  </a:lnTo>
                  <a:lnTo>
                    <a:pt x="93084" y="33750"/>
                  </a:lnTo>
                  <a:lnTo>
                    <a:pt x="94205" y="31071"/>
                  </a:lnTo>
                  <a:lnTo>
                    <a:pt x="97570" y="31607"/>
                  </a:lnTo>
                  <a:lnTo>
                    <a:pt x="100934" y="31607"/>
                  </a:lnTo>
                  <a:lnTo>
                    <a:pt x="104299" y="32678"/>
                  </a:lnTo>
                  <a:lnTo>
                    <a:pt x="107663" y="34285"/>
                  </a:lnTo>
                  <a:lnTo>
                    <a:pt x="109906" y="35357"/>
                  </a:lnTo>
                  <a:lnTo>
                    <a:pt x="112149" y="34821"/>
                  </a:lnTo>
                  <a:lnTo>
                    <a:pt x="113271" y="33214"/>
                  </a:lnTo>
                  <a:lnTo>
                    <a:pt x="113271" y="30535"/>
                  </a:lnTo>
                  <a:lnTo>
                    <a:pt x="112149" y="26785"/>
                  </a:lnTo>
                  <a:lnTo>
                    <a:pt x="112149" y="22499"/>
                  </a:lnTo>
                  <a:lnTo>
                    <a:pt x="113271" y="18214"/>
                  </a:lnTo>
                  <a:lnTo>
                    <a:pt x="115514" y="15535"/>
                  </a:lnTo>
                  <a:lnTo>
                    <a:pt x="120000" y="14464"/>
                  </a:lnTo>
                  <a:lnTo>
                    <a:pt x="118878" y="13392"/>
                  </a:lnTo>
                  <a:lnTo>
                    <a:pt x="111028" y="9107"/>
                  </a:lnTo>
                  <a:lnTo>
                    <a:pt x="99813" y="2678"/>
                  </a:lnTo>
                  <a:lnTo>
                    <a:pt x="91962" y="0"/>
                  </a:lnTo>
                  <a:lnTo>
                    <a:pt x="78504" y="2142"/>
                  </a:lnTo>
                  <a:lnTo>
                    <a:pt x="71775" y="2142"/>
                  </a:lnTo>
                  <a:lnTo>
                    <a:pt x="69532" y="2678"/>
                  </a:lnTo>
                  <a:lnTo>
                    <a:pt x="65046" y="5357"/>
                  </a:lnTo>
                  <a:lnTo>
                    <a:pt x="56074" y="7499"/>
                  </a:lnTo>
                  <a:lnTo>
                    <a:pt x="53831" y="8571"/>
                  </a:lnTo>
                  <a:lnTo>
                    <a:pt x="49345" y="13392"/>
                  </a:lnTo>
                  <a:lnTo>
                    <a:pt x="48224" y="14999"/>
                  </a:lnTo>
                  <a:lnTo>
                    <a:pt x="43738" y="16071"/>
                  </a:lnTo>
                  <a:lnTo>
                    <a:pt x="42616" y="17678"/>
                  </a:lnTo>
                  <a:lnTo>
                    <a:pt x="43738" y="19285"/>
                  </a:lnTo>
                  <a:lnTo>
                    <a:pt x="48224" y="23035"/>
                  </a:lnTo>
                  <a:lnTo>
                    <a:pt x="60560" y="25714"/>
                  </a:lnTo>
                  <a:lnTo>
                    <a:pt x="67289" y="28928"/>
                  </a:lnTo>
                  <a:lnTo>
                    <a:pt x="62803" y="29999"/>
                  </a:lnTo>
                  <a:lnTo>
                    <a:pt x="51588" y="29464"/>
                  </a:lnTo>
                  <a:lnTo>
                    <a:pt x="48224" y="33214"/>
                  </a:lnTo>
                  <a:lnTo>
                    <a:pt x="43738" y="41785"/>
                  </a:lnTo>
                  <a:lnTo>
                    <a:pt x="43738" y="44464"/>
                  </a:lnTo>
                  <a:lnTo>
                    <a:pt x="43738" y="46607"/>
                  </a:lnTo>
                  <a:lnTo>
                    <a:pt x="47102" y="49821"/>
                  </a:lnTo>
                  <a:lnTo>
                    <a:pt x="48224" y="51964"/>
                  </a:lnTo>
                  <a:lnTo>
                    <a:pt x="48224" y="54642"/>
                  </a:lnTo>
                  <a:lnTo>
                    <a:pt x="48224" y="55714"/>
                  </a:lnTo>
                  <a:lnTo>
                    <a:pt x="44859" y="57857"/>
                  </a:lnTo>
                  <a:lnTo>
                    <a:pt x="43738" y="58392"/>
                  </a:lnTo>
                  <a:lnTo>
                    <a:pt x="41495" y="63214"/>
                  </a:lnTo>
                  <a:lnTo>
                    <a:pt x="38130" y="64821"/>
                  </a:lnTo>
                  <a:lnTo>
                    <a:pt x="30280" y="65892"/>
                  </a:lnTo>
                  <a:lnTo>
                    <a:pt x="26915" y="66428"/>
                  </a:lnTo>
                  <a:lnTo>
                    <a:pt x="23551" y="68571"/>
                  </a:lnTo>
                  <a:lnTo>
                    <a:pt x="21308" y="70178"/>
                  </a:lnTo>
                  <a:lnTo>
                    <a:pt x="14579" y="70178"/>
                  </a:lnTo>
                  <a:lnTo>
                    <a:pt x="12336" y="70714"/>
                  </a:lnTo>
                  <a:lnTo>
                    <a:pt x="10093" y="72857"/>
                  </a:lnTo>
                  <a:lnTo>
                    <a:pt x="8971" y="75000"/>
                  </a:lnTo>
                  <a:lnTo>
                    <a:pt x="7850" y="77678"/>
                  </a:lnTo>
                  <a:lnTo>
                    <a:pt x="7850" y="96428"/>
                  </a:lnTo>
                  <a:lnTo>
                    <a:pt x="4485" y="102321"/>
                  </a:lnTo>
                  <a:lnTo>
                    <a:pt x="0" y="105535"/>
                  </a:lnTo>
                  <a:lnTo>
                    <a:pt x="2242" y="107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Shape 5211"/>
            <p:cNvSpPr/>
            <p:nvPr/>
          </p:nvSpPr>
          <p:spPr>
            <a:xfrm>
              <a:off x="12490707" y="4951757"/>
              <a:ext cx="22225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909" y="9230"/>
                  </a:moveTo>
                  <a:lnTo>
                    <a:pt x="81818" y="0"/>
                  </a:lnTo>
                  <a:lnTo>
                    <a:pt x="10909" y="27692"/>
                  </a:lnTo>
                  <a:lnTo>
                    <a:pt x="0" y="50769"/>
                  </a:lnTo>
                  <a:lnTo>
                    <a:pt x="8181" y="78461"/>
                  </a:lnTo>
                  <a:lnTo>
                    <a:pt x="27272" y="110769"/>
                  </a:lnTo>
                  <a:lnTo>
                    <a:pt x="40909" y="120000"/>
                  </a:lnTo>
                  <a:lnTo>
                    <a:pt x="60000" y="110769"/>
                  </a:lnTo>
                  <a:lnTo>
                    <a:pt x="62727" y="106153"/>
                  </a:lnTo>
                  <a:lnTo>
                    <a:pt x="65454" y="87692"/>
                  </a:lnTo>
                  <a:lnTo>
                    <a:pt x="65454" y="73846"/>
                  </a:lnTo>
                  <a:lnTo>
                    <a:pt x="73636" y="64615"/>
                  </a:lnTo>
                  <a:lnTo>
                    <a:pt x="95454" y="55384"/>
                  </a:lnTo>
                  <a:lnTo>
                    <a:pt x="114545" y="55384"/>
                  </a:lnTo>
                  <a:lnTo>
                    <a:pt x="120000" y="46153"/>
                  </a:lnTo>
                  <a:lnTo>
                    <a:pt x="117272" y="27692"/>
                  </a:lnTo>
                  <a:lnTo>
                    <a:pt x="109090" y="13846"/>
                  </a:lnTo>
                  <a:lnTo>
                    <a:pt x="100909" y="923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Shape 5212"/>
            <p:cNvSpPr/>
            <p:nvPr/>
          </p:nvSpPr>
          <p:spPr>
            <a:xfrm>
              <a:off x="12673271" y="4356444"/>
              <a:ext cx="33338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615" y="15384"/>
                  </a:moveTo>
                  <a:lnTo>
                    <a:pt x="110769" y="13846"/>
                  </a:lnTo>
                  <a:lnTo>
                    <a:pt x="110769" y="10769"/>
                  </a:lnTo>
                  <a:lnTo>
                    <a:pt x="108923" y="7692"/>
                  </a:lnTo>
                  <a:lnTo>
                    <a:pt x="101538" y="4615"/>
                  </a:lnTo>
                  <a:lnTo>
                    <a:pt x="84923" y="10769"/>
                  </a:lnTo>
                  <a:lnTo>
                    <a:pt x="77538" y="9230"/>
                  </a:lnTo>
                  <a:lnTo>
                    <a:pt x="57230" y="1538"/>
                  </a:lnTo>
                  <a:lnTo>
                    <a:pt x="51692" y="0"/>
                  </a:lnTo>
                  <a:lnTo>
                    <a:pt x="11076" y="4615"/>
                  </a:lnTo>
                  <a:lnTo>
                    <a:pt x="5538" y="9230"/>
                  </a:lnTo>
                  <a:lnTo>
                    <a:pt x="1846" y="13846"/>
                  </a:lnTo>
                  <a:lnTo>
                    <a:pt x="0" y="13846"/>
                  </a:lnTo>
                  <a:lnTo>
                    <a:pt x="0" y="16923"/>
                  </a:lnTo>
                  <a:lnTo>
                    <a:pt x="36923" y="26153"/>
                  </a:lnTo>
                  <a:lnTo>
                    <a:pt x="36923" y="30769"/>
                  </a:lnTo>
                  <a:lnTo>
                    <a:pt x="44307" y="32307"/>
                  </a:lnTo>
                  <a:lnTo>
                    <a:pt x="53538" y="30769"/>
                  </a:lnTo>
                  <a:lnTo>
                    <a:pt x="59076" y="32307"/>
                  </a:lnTo>
                  <a:lnTo>
                    <a:pt x="70153" y="38461"/>
                  </a:lnTo>
                  <a:lnTo>
                    <a:pt x="66461" y="52307"/>
                  </a:lnTo>
                  <a:lnTo>
                    <a:pt x="59076" y="60000"/>
                  </a:lnTo>
                  <a:lnTo>
                    <a:pt x="38769" y="66153"/>
                  </a:lnTo>
                  <a:lnTo>
                    <a:pt x="36923" y="69230"/>
                  </a:lnTo>
                  <a:lnTo>
                    <a:pt x="35076" y="81538"/>
                  </a:lnTo>
                  <a:lnTo>
                    <a:pt x="33230" y="86153"/>
                  </a:lnTo>
                  <a:lnTo>
                    <a:pt x="29538" y="86153"/>
                  </a:lnTo>
                  <a:lnTo>
                    <a:pt x="24000" y="84615"/>
                  </a:lnTo>
                  <a:lnTo>
                    <a:pt x="20307" y="86153"/>
                  </a:lnTo>
                  <a:lnTo>
                    <a:pt x="18461" y="93846"/>
                  </a:lnTo>
                  <a:lnTo>
                    <a:pt x="22153" y="98461"/>
                  </a:lnTo>
                  <a:lnTo>
                    <a:pt x="24000" y="104615"/>
                  </a:lnTo>
                  <a:lnTo>
                    <a:pt x="22153" y="109230"/>
                  </a:lnTo>
                  <a:lnTo>
                    <a:pt x="22153" y="112307"/>
                  </a:lnTo>
                  <a:lnTo>
                    <a:pt x="42461" y="107692"/>
                  </a:lnTo>
                  <a:lnTo>
                    <a:pt x="49846" y="110769"/>
                  </a:lnTo>
                  <a:lnTo>
                    <a:pt x="49846" y="112307"/>
                  </a:lnTo>
                  <a:lnTo>
                    <a:pt x="48000" y="120000"/>
                  </a:lnTo>
                  <a:lnTo>
                    <a:pt x="60923" y="120000"/>
                  </a:lnTo>
                  <a:lnTo>
                    <a:pt x="73846" y="116923"/>
                  </a:lnTo>
                  <a:lnTo>
                    <a:pt x="81230" y="110769"/>
                  </a:lnTo>
                  <a:lnTo>
                    <a:pt x="96000" y="90769"/>
                  </a:lnTo>
                  <a:lnTo>
                    <a:pt x="101538" y="83076"/>
                  </a:lnTo>
                  <a:lnTo>
                    <a:pt x="101538" y="76923"/>
                  </a:lnTo>
                  <a:lnTo>
                    <a:pt x="94153" y="70769"/>
                  </a:lnTo>
                  <a:lnTo>
                    <a:pt x="75692" y="75384"/>
                  </a:lnTo>
                  <a:lnTo>
                    <a:pt x="70153" y="73846"/>
                  </a:lnTo>
                  <a:lnTo>
                    <a:pt x="72000" y="70769"/>
                  </a:lnTo>
                  <a:lnTo>
                    <a:pt x="75692" y="67692"/>
                  </a:lnTo>
                  <a:lnTo>
                    <a:pt x="77538" y="61538"/>
                  </a:lnTo>
                  <a:lnTo>
                    <a:pt x="75692" y="53846"/>
                  </a:lnTo>
                  <a:lnTo>
                    <a:pt x="75692" y="49230"/>
                  </a:lnTo>
                  <a:lnTo>
                    <a:pt x="110769" y="50769"/>
                  </a:lnTo>
                  <a:lnTo>
                    <a:pt x="116307" y="49230"/>
                  </a:lnTo>
                  <a:lnTo>
                    <a:pt x="120000" y="40000"/>
                  </a:lnTo>
                  <a:lnTo>
                    <a:pt x="116307" y="33846"/>
                  </a:lnTo>
                  <a:lnTo>
                    <a:pt x="114461" y="29230"/>
                  </a:lnTo>
                  <a:lnTo>
                    <a:pt x="112615" y="21538"/>
                  </a:lnTo>
                  <a:lnTo>
                    <a:pt x="114461" y="18461"/>
                  </a:lnTo>
                  <a:lnTo>
                    <a:pt x="112615" y="1538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Shape 5213"/>
            <p:cNvSpPr/>
            <p:nvPr/>
          </p:nvSpPr>
          <p:spPr>
            <a:xfrm>
              <a:off x="12673271" y="4416769"/>
              <a:ext cx="30162" cy="349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454" y="107647"/>
                  </a:moveTo>
                  <a:lnTo>
                    <a:pt x="63272" y="118235"/>
                  </a:lnTo>
                  <a:lnTo>
                    <a:pt x="80727" y="120000"/>
                  </a:lnTo>
                  <a:lnTo>
                    <a:pt x="87272" y="112941"/>
                  </a:lnTo>
                  <a:lnTo>
                    <a:pt x="91636" y="91764"/>
                  </a:lnTo>
                  <a:lnTo>
                    <a:pt x="115636" y="70588"/>
                  </a:lnTo>
                  <a:lnTo>
                    <a:pt x="120000" y="52941"/>
                  </a:lnTo>
                  <a:lnTo>
                    <a:pt x="117818" y="33529"/>
                  </a:lnTo>
                  <a:lnTo>
                    <a:pt x="106909" y="26470"/>
                  </a:lnTo>
                  <a:lnTo>
                    <a:pt x="78545" y="15882"/>
                  </a:lnTo>
                  <a:lnTo>
                    <a:pt x="76363" y="14117"/>
                  </a:lnTo>
                  <a:lnTo>
                    <a:pt x="65454" y="3529"/>
                  </a:lnTo>
                  <a:lnTo>
                    <a:pt x="65454" y="1764"/>
                  </a:lnTo>
                  <a:lnTo>
                    <a:pt x="61090" y="0"/>
                  </a:lnTo>
                  <a:lnTo>
                    <a:pt x="4363" y="17647"/>
                  </a:lnTo>
                  <a:lnTo>
                    <a:pt x="2181" y="21176"/>
                  </a:lnTo>
                  <a:lnTo>
                    <a:pt x="0" y="30000"/>
                  </a:lnTo>
                  <a:lnTo>
                    <a:pt x="2181" y="35294"/>
                  </a:lnTo>
                  <a:lnTo>
                    <a:pt x="2181" y="37058"/>
                  </a:lnTo>
                  <a:lnTo>
                    <a:pt x="2181" y="38823"/>
                  </a:lnTo>
                  <a:lnTo>
                    <a:pt x="8727" y="54705"/>
                  </a:lnTo>
                  <a:lnTo>
                    <a:pt x="13090" y="68823"/>
                  </a:lnTo>
                  <a:lnTo>
                    <a:pt x="19636" y="82941"/>
                  </a:lnTo>
                  <a:lnTo>
                    <a:pt x="26181" y="91764"/>
                  </a:lnTo>
                  <a:lnTo>
                    <a:pt x="26181" y="97058"/>
                  </a:lnTo>
                  <a:lnTo>
                    <a:pt x="41454" y="10764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Shape 5214"/>
            <p:cNvSpPr/>
            <p:nvPr/>
          </p:nvSpPr>
          <p:spPr>
            <a:xfrm>
              <a:off x="12408157" y="4920007"/>
              <a:ext cx="117474" cy="809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923" y="90789"/>
                  </a:moveTo>
                  <a:lnTo>
                    <a:pt x="119999" y="88421"/>
                  </a:lnTo>
                  <a:lnTo>
                    <a:pt x="117309" y="84473"/>
                  </a:lnTo>
                  <a:lnTo>
                    <a:pt x="112466" y="84473"/>
                  </a:lnTo>
                  <a:lnTo>
                    <a:pt x="98475" y="89210"/>
                  </a:lnTo>
                  <a:lnTo>
                    <a:pt x="96860" y="90789"/>
                  </a:lnTo>
                  <a:lnTo>
                    <a:pt x="95784" y="93947"/>
                  </a:lnTo>
                  <a:lnTo>
                    <a:pt x="94708" y="95526"/>
                  </a:lnTo>
                  <a:lnTo>
                    <a:pt x="94170" y="94736"/>
                  </a:lnTo>
                  <a:lnTo>
                    <a:pt x="94170" y="91578"/>
                  </a:lnTo>
                  <a:lnTo>
                    <a:pt x="93632" y="88421"/>
                  </a:lnTo>
                  <a:lnTo>
                    <a:pt x="93094" y="86842"/>
                  </a:lnTo>
                  <a:lnTo>
                    <a:pt x="91479" y="86052"/>
                  </a:lnTo>
                  <a:lnTo>
                    <a:pt x="89865" y="84473"/>
                  </a:lnTo>
                  <a:lnTo>
                    <a:pt x="83946" y="82894"/>
                  </a:lnTo>
                  <a:lnTo>
                    <a:pt x="80179" y="78947"/>
                  </a:lnTo>
                  <a:lnTo>
                    <a:pt x="79103" y="78157"/>
                  </a:lnTo>
                  <a:lnTo>
                    <a:pt x="77488" y="78947"/>
                  </a:lnTo>
                  <a:lnTo>
                    <a:pt x="76950" y="78947"/>
                  </a:lnTo>
                  <a:lnTo>
                    <a:pt x="75336" y="78157"/>
                  </a:lnTo>
                  <a:lnTo>
                    <a:pt x="75336" y="75789"/>
                  </a:lnTo>
                  <a:lnTo>
                    <a:pt x="74798" y="75789"/>
                  </a:lnTo>
                  <a:lnTo>
                    <a:pt x="69417" y="74210"/>
                  </a:lnTo>
                  <a:lnTo>
                    <a:pt x="67802" y="72631"/>
                  </a:lnTo>
                  <a:lnTo>
                    <a:pt x="73721" y="60789"/>
                  </a:lnTo>
                  <a:lnTo>
                    <a:pt x="74260" y="52894"/>
                  </a:lnTo>
                  <a:lnTo>
                    <a:pt x="71569" y="41052"/>
                  </a:lnTo>
                  <a:lnTo>
                    <a:pt x="68878" y="36315"/>
                  </a:lnTo>
                  <a:lnTo>
                    <a:pt x="66188" y="33157"/>
                  </a:lnTo>
                  <a:lnTo>
                    <a:pt x="62959" y="31578"/>
                  </a:lnTo>
                  <a:lnTo>
                    <a:pt x="57578" y="30789"/>
                  </a:lnTo>
                  <a:lnTo>
                    <a:pt x="47354" y="20526"/>
                  </a:lnTo>
                  <a:lnTo>
                    <a:pt x="43587" y="19736"/>
                  </a:lnTo>
                  <a:lnTo>
                    <a:pt x="41973" y="18947"/>
                  </a:lnTo>
                  <a:lnTo>
                    <a:pt x="41973" y="16578"/>
                  </a:lnTo>
                  <a:lnTo>
                    <a:pt x="41434" y="12631"/>
                  </a:lnTo>
                  <a:lnTo>
                    <a:pt x="40358" y="9473"/>
                  </a:lnTo>
                  <a:lnTo>
                    <a:pt x="39820" y="6315"/>
                  </a:lnTo>
                  <a:lnTo>
                    <a:pt x="37668" y="4736"/>
                  </a:lnTo>
                  <a:lnTo>
                    <a:pt x="36591" y="7894"/>
                  </a:lnTo>
                  <a:lnTo>
                    <a:pt x="36053" y="11052"/>
                  </a:lnTo>
                  <a:lnTo>
                    <a:pt x="35515" y="12631"/>
                  </a:lnTo>
                  <a:lnTo>
                    <a:pt x="33363" y="12631"/>
                  </a:lnTo>
                  <a:lnTo>
                    <a:pt x="32286" y="11842"/>
                  </a:lnTo>
                  <a:lnTo>
                    <a:pt x="31210" y="10263"/>
                  </a:lnTo>
                  <a:lnTo>
                    <a:pt x="30134" y="8684"/>
                  </a:lnTo>
                  <a:lnTo>
                    <a:pt x="27982" y="8684"/>
                  </a:lnTo>
                  <a:lnTo>
                    <a:pt x="25291" y="9473"/>
                  </a:lnTo>
                  <a:lnTo>
                    <a:pt x="10762" y="4736"/>
                  </a:lnTo>
                  <a:lnTo>
                    <a:pt x="4843" y="0"/>
                  </a:lnTo>
                  <a:lnTo>
                    <a:pt x="3228" y="0"/>
                  </a:lnTo>
                  <a:lnTo>
                    <a:pt x="1076" y="0"/>
                  </a:lnTo>
                  <a:lnTo>
                    <a:pt x="0" y="2368"/>
                  </a:lnTo>
                  <a:lnTo>
                    <a:pt x="538" y="4736"/>
                  </a:lnTo>
                  <a:lnTo>
                    <a:pt x="1076" y="8684"/>
                  </a:lnTo>
                  <a:lnTo>
                    <a:pt x="2690" y="11842"/>
                  </a:lnTo>
                  <a:lnTo>
                    <a:pt x="2690" y="15789"/>
                  </a:lnTo>
                  <a:lnTo>
                    <a:pt x="3228" y="15789"/>
                  </a:lnTo>
                  <a:lnTo>
                    <a:pt x="2690" y="17368"/>
                  </a:lnTo>
                  <a:lnTo>
                    <a:pt x="3766" y="18947"/>
                  </a:lnTo>
                  <a:lnTo>
                    <a:pt x="3228" y="19736"/>
                  </a:lnTo>
                  <a:lnTo>
                    <a:pt x="5919" y="25263"/>
                  </a:lnTo>
                  <a:lnTo>
                    <a:pt x="9147" y="31578"/>
                  </a:lnTo>
                  <a:lnTo>
                    <a:pt x="11838" y="34736"/>
                  </a:lnTo>
                  <a:lnTo>
                    <a:pt x="14529" y="35526"/>
                  </a:lnTo>
                  <a:lnTo>
                    <a:pt x="19372" y="33947"/>
                  </a:lnTo>
                  <a:lnTo>
                    <a:pt x="20986" y="34736"/>
                  </a:lnTo>
                  <a:lnTo>
                    <a:pt x="26367" y="40263"/>
                  </a:lnTo>
                  <a:lnTo>
                    <a:pt x="28520" y="40263"/>
                  </a:lnTo>
                  <a:lnTo>
                    <a:pt x="30134" y="41052"/>
                  </a:lnTo>
                  <a:lnTo>
                    <a:pt x="31210" y="44210"/>
                  </a:lnTo>
                  <a:lnTo>
                    <a:pt x="31748" y="48157"/>
                  </a:lnTo>
                  <a:lnTo>
                    <a:pt x="31748" y="50526"/>
                  </a:lnTo>
                  <a:lnTo>
                    <a:pt x="32286" y="52894"/>
                  </a:lnTo>
                  <a:lnTo>
                    <a:pt x="35515" y="52894"/>
                  </a:lnTo>
                  <a:lnTo>
                    <a:pt x="37130" y="55263"/>
                  </a:lnTo>
                  <a:lnTo>
                    <a:pt x="38206" y="57631"/>
                  </a:lnTo>
                  <a:lnTo>
                    <a:pt x="38744" y="65526"/>
                  </a:lnTo>
                  <a:lnTo>
                    <a:pt x="40896" y="71052"/>
                  </a:lnTo>
                  <a:lnTo>
                    <a:pt x="43049" y="75789"/>
                  </a:lnTo>
                  <a:lnTo>
                    <a:pt x="44125" y="81315"/>
                  </a:lnTo>
                  <a:lnTo>
                    <a:pt x="44125" y="86052"/>
                  </a:lnTo>
                  <a:lnTo>
                    <a:pt x="44125" y="87631"/>
                  </a:lnTo>
                  <a:lnTo>
                    <a:pt x="43587" y="90000"/>
                  </a:lnTo>
                  <a:lnTo>
                    <a:pt x="43049" y="92368"/>
                  </a:lnTo>
                  <a:lnTo>
                    <a:pt x="43587" y="96315"/>
                  </a:lnTo>
                  <a:lnTo>
                    <a:pt x="45201" y="97105"/>
                  </a:lnTo>
                  <a:lnTo>
                    <a:pt x="49506" y="97105"/>
                  </a:lnTo>
                  <a:lnTo>
                    <a:pt x="52197" y="94736"/>
                  </a:lnTo>
                  <a:lnTo>
                    <a:pt x="53273" y="94736"/>
                  </a:lnTo>
                  <a:lnTo>
                    <a:pt x="54887" y="96315"/>
                  </a:lnTo>
                  <a:lnTo>
                    <a:pt x="56502" y="97894"/>
                  </a:lnTo>
                  <a:lnTo>
                    <a:pt x="58116" y="99473"/>
                  </a:lnTo>
                  <a:lnTo>
                    <a:pt x="59192" y="98684"/>
                  </a:lnTo>
                  <a:lnTo>
                    <a:pt x="64035" y="84473"/>
                  </a:lnTo>
                  <a:lnTo>
                    <a:pt x="69417" y="80526"/>
                  </a:lnTo>
                  <a:lnTo>
                    <a:pt x="70493" y="79736"/>
                  </a:lnTo>
                  <a:lnTo>
                    <a:pt x="71569" y="82894"/>
                  </a:lnTo>
                  <a:lnTo>
                    <a:pt x="71569" y="84473"/>
                  </a:lnTo>
                  <a:lnTo>
                    <a:pt x="68878" y="91578"/>
                  </a:lnTo>
                  <a:lnTo>
                    <a:pt x="76950" y="86052"/>
                  </a:lnTo>
                  <a:lnTo>
                    <a:pt x="80179" y="87631"/>
                  </a:lnTo>
                  <a:lnTo>
                    <a:pt x="80717" y="89210"/>
                  </a:lnTo>
                  <a:lnTo>
                    <a:pt x="75874" y="93947"/>
                  </a:lnTo>
                  <a:lnTo>
                    <a:pt x="73721" y="97894"/>
                  </a:lnTo>
                  <a:lnTo>
                    <a:pt x="73183" y="101842"/>
                  </a:lnTo>
                  <a:lnTo>
                    <a:pt x="73721" y="103421"/>
                  </a:lnTo>
                  <a:lnTo>
                    <a:pt x="74260" y="105000"/>
                  </a:lnTo>
                  <a:lnTo>
                    <a:pt x="74260" y="106578"/>
                  </a:lnTo>
                  <a:lnTo>
                    <a:pt x="74260" y="109736"/>
                  </a:lnTo>
                  <a:lnTo>
                    <a:pt x="73721" y="110526"/>
                  </a:lnTo>
                  <a:lnTo>
                    <a:pt x="72645" y="110526"/>
                  </a:lnTo>
                  <a:lnTo>
                    <a:pt x="71569" y="111315"/>
                  </a:lnTo>
                  <a:lnTo>
                    <a:pt x="71569" y="113684"/>
                  </a:lnTo>
                  <a:lnTo>
                    <a:pt x="73183" y="120000"/>
                  </a:lnTo>
                  <a:lnTo>
                    <a:pt x="74798" y="119210"/>
                  </a:lnTo>
                  <a:lnTo>
                    <a:pt x="78565" y="112105"/>
                  </a:lnTo>
                  <a:lnTo>
                    <a:pt x="80717" y="112105"/>
                  </a:lnTo>
                  <a:lnTo>
                    <a:pt x="87713" y="114473"/>
                  </a:lnTo>
                  <a:lnTo>
                    <a:pt x="90403" y="114473"/>
                  </a:lnTo>
                  <a:lnTo>
                    <a:pt x="89865" y="112105"/>
                  </a:lnTo>
                  <a:lnTo>
                    <a:pt x="86098" y="109736"/>
                  </a:lnTo>
                  <a:lnTo>
                    <a:pt x="86098" y="105000"/>
                  </a:lnTo>
                  <a:lnTo>
                    <a:pt x="88251" y="99473"/>
                  </a:lnTo>
                  <a:lnTo>
                    <a:pt x="90941" y="98684"/>
                  </a:lnTo>
                  <a:lnTo>
                    <a:pt x="89865" y="106578"/>
                  </a:lnTo>
                  <a:lnTo>
                    <a:pt x="89865" y="111315"/>
                  </a:lnTo>
                  <a:lnTo>
                    <a:pt x="92556" y="112105"/>
                  </a:lnTo>
                  <a:lnTo>
                    <a:pt x="101165" y="108947"/>
                  </a:lnTo>
                  <a:lnTo>
                    <a:pt x="103856" y="109736"/>
                  </a:lnTo>
                  <a:lnTo>
                    <a:pt x="106008" y="111315"/>
                  </a:lnTo>
                  <a:lnTo>
                    <a:pt x="107623" y="112894"/>
                  </a:lnTo>
                  <a:lnTo>
                    <a:pt x="110313" y="116842"/>
                  </a:lnTo>
                  <a:lnTo>
                    <a:pt x="111928" y="116842"/>
                  </a:lnTo>
                  <a:lnTo>
                    <a:pt x="114618" y="113684"/>
                  </a:lnTo>
                  <a:lnTo>
                    <a:pt x="116771" y="110526"/>
                  </a:lnTo>
                  <a:lnTo>
                    <a:pt x="117309" y="106578"/>
                  </a:lnTo>
                  <a:lnTo>
                    <a:pt x="117309" y="107368"/>
                  </a:lnTo>
                  <a:lnTo>
                    <a:pt x="118923" y="105000"/>
                  </a:lnTo>
                  <a:lnTo>
                    <a:pt x="119461" y="103421"/>
                  </a:lnTo>
                  <a:lnTo>
                    <a:pt x="119461" y="101052"/>
                  </a:lnTo>
                  <a:lnTo>
                    <a:pt x="117309" y="97894"/>
                  </a:lnTo>
                  <a:lnTo>
                    <a:pt x="117309" y="94736"/>
                  </a:lnTo>
                  <a:lnTo>
                    <a:pt x="118923" y="9078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Shape 5215"/>
            <p:cNvSpPr/>
            <p:nvPr/>
          </p:nvSpPr>
          <p:spPr>
            <a:xfrm>
              <a:off x="12481182" y="4165944"/>
              <a:ext cx="96838" cy="650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9" y="79024"/>
                  </a:moveTo>
                  <a:lnTo>
                    <a:pt x="0" y="81951"/>
                  </a:lnTo>
                  <a:lnTo>
                    <a:pt x="3296" y="88780"/>
                  </a:lnTo>
                  <a:lnTo>
                    <a:pt x="6593" y="89756"/>
                  </a:lnTo>
                  <a:lnTo>
                    <a:pt x="22417" y="80975"/>
                  </a:lnTo>
                  <a:lnTo>
                    <a:pt x="28351" y="80975"/>
                  </a:lnTo>
                  <a:lnTo>
                    <a:pt x="34945" y="85853"/>
                  </a:lnTo>
                  <a:lnTo>
                    <a:pt x="37582" y="89756"/>
                  </a:lnTo>
                  <a:lnTo>
                    <a:pt x="38901" y="91707"/>
                  </a:lnTo>
                  <a:lnTo>
                    <a:pt x="42857" y="91707"/>
                  </a:lnTo>
                  <a:lnTo>
                    <a:pt x="43516" y="92682"/>
                  </a:lnTo>
                  <a:lnTo>
                    <a:pt x="44835" y="95609"/>
                  </a:lnTo>
                  <a:lnTo>
                    <a:pt x="46153" y="101463"/>
                  </a:lnTo>
                  <a:lnTo>
                    <a:pt x="48131" y="106341"/>
                  </a:lnTo>
                  <a:lnTo>
                    <a:pt x="49450" y="111219"/>
                  </a:lnTo>
                  <a:lnTo>
                    <a:pt x="50769" y="108292"/>
                  </a:lnTo>
                  <a:lnTo>
                    <a:pt x="51428" y="90731"/>
                  </a:lnTo>
                  <a:lnTo>
                    <a:pt x="52087" y="85853"/>
                  </a:lnTo>
                  <a:lnTo>
                    <a:pt x="55384" y="86829"/>
                  </a:lnTo>
                  <a:lnTo>
                    <a:pt x="56043" y="93658"/>
                  </a:lnTo>
                  <a:lnTo>
                    <a:pt x="56703" y="101463"/>
                  </a:lnTo>
                  <a:lnTo>
                    <a:pt x="57362" y="108292"/>
                  </a:lnTo>
                  <a:lnTo>
                    <a:pt x="58681" y="113170"/>
                  </a:lnTo>
                  <a:lnTo>
                    <a:pt x="61318" y="115121"/>
                  </a:lnTo>
                  <a:lnTo>
                    <a:pt x="67252" y="115121"/>
                  </a:lnTo>
                  <a:lnTo>
                    <a:pt x="71868" y="119024"/>
                  </a:lnTo>
                  <a:lnTo>
                    <a:pt x="81098" y="120000"/>
                  </a:lnTo>
                  <a:lnTo>
                    <a:pt x="83736" y="116097"/>
                  </a:lnTo>
                  <a:lnTo>
                    <a:pt x="83736" y="104390"/>
                  </a:lnTo>
                  <a:lnTo>
                    <a:pt x="79120" y="100487"/>
                  </a:lnTo>
                  <a:lnTo>
                    <a:pt x="67252" y="81951"/>
                  </a:lnTo>
                  <a:lnTo>
                    <a:pt x="64615" y="76097"/>
                  </a:lnTo>
                  <a:lnTo>
                    <a:pt x="65274" y="72195"/>
                  </a:lnTo>
                  <a:lnTo>
                    <a:pt x="67912" y="72195"/>
                  </a:lnTo>
                  <a:lnTo>
                    <a:pt x="73846" y="74146"/>
                  </a:lnTo>
                  <a:lnTo>
                    <a:pt x="74505" y="75121"/>
                  </a:lnTo>
                  <a:lnTo>
                    <a:pt x="77802" y="80975"/>
                  </a:lnTo>
                  <a:lnTo>
                    <a:pt x="79120" y="81951"/>
                  </a:lnTo>
                  <a:lnTo>
                    <a:pt x="81758" y="80975"/>
                  </a:lnTo>
                  <a:lnTo>
                    <a:pt x="84395" y="77073"/>
                  </a:lnTo>
                  <a:lnTo>
                    <a:pt x="103516" y="66341"/>
                  </a:lnTo>
                  <a:lnTo>
                    <a:pt x="108791" y="58536"/>
                  </a:lnTo>
                  <a:lnTo>
                    <a:pt x="119340" y="33170"/>
                  </a:lnTo>
                  <a:lnTo>
                    <a:pt x="120000" y="27317"/>
                  </a:lnTo>
                  <a:lnTo>
                    <a:pt x="116043" y="22439"/>
                  </a:lnTo>
                  <a:lnTo>
                    <a:pt x="114065" y="18536"/>
                  </a:lnTo>
                  <a:lnTo>
                    <a:pt x="111428" y="18536"/>
                  </a:lnTo>
                  <a:lnTo>
                    <a:pt x="109450" y="18536"/>
                  </a:lnTo>
                  <a:lnTo>
                    <a:pt x="107472" y="6829"/>
                  </a:lnTo>
                  <a:lnTo>
                    <a:pt x="102197" y="1951"/>
                  </a:lnTo>
                  <a:lnTo>
                    <a:pt x="96923" y="0"/>
                  </a:lnTo>
                  <a:lnTo>
                    <a:pt x="96263" y="4878"/>
                  </a:lnTo>
                  <a:lnTo>
                    <a:pt x="83076" y="2926"/>
                  </a:lnTo>
                  <a:lnTo>
                    <a:pt x="81758" y="3902"/>
                  </a:lnTo>
                  <a:lnTo>
                    <a:pt x="81758" y="4878"/>
                  </a:lnTo>
                  <a:lnTo>
                    <a:pt x="82417" y="8780"/>
                  </a:lnTo>
                  <a:lnTo>
                    <a:pt x="82417" y="11707"/>
                  </a:lnTo>
                  <a:lnTo>
                    <a:pt x="81758" y="11707"/>
                  </a:lnTo>
                  <a:lnTo>
                    <a:pt x="80439" y="12682"/>
                  </a:lnTo>
                  <a:lnTo>
                    <a:pt x="79120" y="13658"/>
                  </a:lnTo>
                  <a:lnTo>
                    <a:pt x="79120" y="14634"/>
                  </a:lnTo>
                  <a:lnTo>
                    <a:pt x="79120" y="15609"/>
                  </a:lnTo>
                  <a:lnTo>
                    <a:pt x="78461" y="16585"/>
                  </a:lnTo>
                  <a:lnTo>
                    <a:pt x="79120" y="18536"/>
                  </a:lnTo>
                  <a:lnTo>
                    <a:pt x="79120" y="19512"/>
                  </a:lnTo>
                  <a:lnTo>
                    <a:pt x="81098" y="23414"/>
                  </a:lnTo>
                  <a:lnTo>
                    <a:pt x="81098" y="25365"/>
                  </a:lnTo>
                  <a:lnTo>
                    <a:pt x="80439" y="27317"/>
                  </a:lnTo>
                  <a:lnTo>
                    <a:pt x="78461" y="27317"/>
                  </a:lnTo>
                  <a:lnTo>
                    <a:pt x="75824" y="25365"/>
                  </a:lnTo>
                  <a:lnTo>
                    <a:pt x="75164" y="27317"/>
                  </a:lnTo>
                  <a:lnTo>
                    <a:pt x="73846" y="33170"/>
                  </a:lnTo>
                  <a:lnTo>
                    <a:pt x="65274" y="41951"/>
                  </a:lnTo>
                  <a:lnTo>
                    <a:pt x="56703" y="37073"/>
                  </a:lnTo>
                  <a:lnTo>
                    <a:pt x="55384" y="38048"/>
                  </a:lnTo>
                  <a:lnTo>
                    <a:pt x="52747" y="48780"/>
                  </a:lnTo>
                  <a:lnTo>
                    <a:pt x="52087" y="50731"/>
                  </a:lnTo>
                  <a:lnTo>
                    <a:pt x="50769" y="47804"/>
                  </a:lnTo>
                  <a:lnTo>
                    <a:pt x="50769" y="44878"/>
                  </a:lnTo>
                  <a:lnTo>
                    <a:pt x="51428" y="39024"/>
                  </a:lnTo>
                  <a:lnTo>
                    <a:pt x="51428" y="37073"/>
                  </a:lnTo>
                  <a:lnTo>
                    <a:pt x="49450" y="33170"/>
                  </a:lnTo>
                  <a:lnTo>
                    <a:pt x="45494" y="28292"/>
                  </a:lnTo>
                  <a:lnTo>
                    <a:pt x="42197" y="26341"/>
                  </a:lnTo>
                  <a:lnTo>
                    <a:pt x="38901" y="26341"/>
                  </a:lnTo>
                  <a:lnTo>
                    <a:pt x="34945" y="35121"/>
                  </a:lnTo>
                  <a:lnTo>
                    <a:pt x="32307" y="37073"/>
                  </a:lnTo>
                  <a:lnTo>
                    <a:pt x="30989" y="32195"/>
                  </a:lnTo>
                  <a:lnTo>
                    <a:pt x="25054" y="33170"/>
                  </a:lnTo>
                  <a:lnTo>
                    <a:pt x="22417" y="35121"/>
                  </a:lnTo>
                  <a:lnTo>
                    <a:pt x="20439" y="39024"/>
                  </a:lnTo>
                  <a:lnTo>
                    <a:pt x="19120" y="40975"/>
                  </a:lnTo>
                  <a:lnTo>
                    <a:pt x="19120" y="44878"/>
                  </a:lnTo>
                  <a:lnTo>
                    <a:pt x="21758" y="48780"/>
                  </a:lnTo>
                  <a:lnTo>
                    <a:pt x="23076" y="52682"/>
                  </a:lnTo>
                  <a:lnTo>
                    <a:pt x="25714" y="56585"/>
                  </a:lnTo>
                  <a:lnTo>
                    <a:pt x="29010" y="60487"/>
                  </a:lnTo>
                  <a:lnTo>
                    <a:pt x="31648" y="61463"/>
                  </a:lnTo>
                  <a:lnTo>
                    <a:pt x="34945" y="61463"/>
                  </a:lnTo>
                  <a:lnTo>
                    <a:pt x="33626" y="63414"/>
                  </a:lnTo>
                  <a:lnTo>
                    <a:pt x="32307" y="64390"/>
                  </a:lnTo>
                  <a:lnTo>
                    <a:pt x="31648" y="66341"/>
                  </a:lnTo>
                  <a:lnTo>
                    <a:pt x="35604" y="72195"/>
                  </a:lnTo>
                  <a:lnTo>
                    <a:pt x="35604" y="76097"/>
                  </a:lnTo>
                  <a:lnTo>
                    <a:pt x="33626" y="79024"/>
                  </a:lnTo>
                  <a:lnTo>
                    <a:pt x="30989" y="74146"/>
                  </a:lnTo>
                  <a:lnTo>
                    <a:pt x="29670" y="72195"/>
                  </a:lnTo>
                  <a:lnTo>
                    <a:pt x="28351" y="65365"/>
                  </a:lnTo>
                  <a:lnTo>
                    <a:pt x="27032" y="63414"/>
                  </a:lnTo>
                  <a:lnTo>
                    <a:pt x="25714" y="61463"/>
                  </a:lnTo>
                  <a:lnTo>
                    <a:pt x="23736" y="60487"/>
                  </a:lnTo>
                  <a:lnTo>
                    <a:pt x="23076" y="61463"/>
                  </a:lnTo>
                  <a:lnTo>
                    <a:pt x="22417" y="63414"/>
                  </a:lnTo>
                  <a:lnTo>
                    <a:pt x="20439" y="62439"/>
                  </a:lnTo>
                  <a:lnTo>
                    <a:pt x="16483" y="63414"/>
                  </a:lnTo>
                  <a:lnTo>
                    <a:pt x="9890" y="57560"/>
                  </a:lnTo>
                  <a:lnTo>
                    <a:pt x="3956" y="58536"/>
                  </a:lnTo>
                  <a:lnTo>
                    <a:pt x="3296" y="60487"/>
                  </a:lnTo>
                  <a:lnTo>
                    <a:pt x="3956" y="62439"/>
                  </a:lnTo>
                  <a:lnTo>
                    <a:pt x="3956" y="64390"/>
                  </a:lnTo>
                  <a:lnTo>
                    <a:pt x="3956" y="66341"/>
                  </a:lnTo>
                  <a:lnTo>
                    <a:pt x="3296" y="71219"/>
                  </a:lnTo>
                  <a:lnTo>
                    <a:pt x="659" y="7902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Shape 5216"/>
            <p:cNvSpPr/>
            <p:nvPr/>
          </p:nvSpPr>
          <p:spPr>
            <a:xfrm>
              <a:off x="12489121" y="4862857"/>
              <a:ext cx="33338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311" y="32000"/>
                  </a:moveTo>
                  <a:lnTo>
                    <a:pt x="45245" y="24000"/>
                  </a:lnTo>
                  <a:lnTo>
                    <a:pt x="41311" y="18666"/>
                  </a:lnTo>
                  <a:lnTo>
                    <a:pt x="31475" y="18666"/>
                  </a:lnTo>
                  <a:lnTo>
                    <a:pt x="25573" y="16000"/>
                  </a:lnTo>
                  <a:lnTo>
                    <a:pt x="13770" y="2666"/>
                  </a:lnTo>
                  <a:lnTo>
                    <a:pt x="11803" y="0"/>
                  </a:lnTo>
                  <a:lnTo>
                    <a:pt x="3934" y="0"/>
                  </a:lnTo>
                  <a:lnTo>
                    <a:pt x="1967" y="2666"/>
                  </a:lnTo>
                  <a:lnTo>
                    <a:pt x="0" y="16000"/>
                  </a:lnTo>
                  <a:lnTo>
                    <a:pt x="0" y="29333"/>
                  </a:lnTo>
                  <a:lnTo>
                    <a:pt x="1967" y="34666"/>
                  </a:lnTo>
                  <a:lnTo>
                    <a:pt x="3934" y="37333"/>
                  </a:lnTo>
                  <a:lnTo>
                    <a:pt x="7868" y="34666"/>
                  </a:lnTo>
                  <a:lnTo>
                    <a:pt x="9836" y="77333"/>
                  </a:lnTo>
                  <a:lnTo>
                    <a:pt x="23606" y="88000"/>
                  </a:lnTo>
                  <a:lnTo>
                    <a:pt x="43278" y="90666"/>
                  </a:lnTo>
                  <a:lnTo>
                    <a:pt x="60983" y="104000"/>
                  </a:lnTo>
                  <a:lnTo>
                    <a:pt x="70819" y="114666"/>
                  </a:lnTo>
                  <a:lnTo>
                    <a:pt x="82622" y="120000"/>
                  </a:lnTo>
                  <a:lnTo>
                    <a:pt x="96393" y="120000"/>
                  </a:lnTo>
                  <a:lnTo>
                    <a:pt x="102295" y="112000"/>
                  </a:lnTo>
                  <a:lnTo>
                    <a:pt x="106229" y="98666"/>
                  </a:lnTo>
                  <a:lnTo>
                    <a:pt x="108196" y="66666"/>
                  </a:lnTo>
                  <a:lnTo>
                    <a:pt x="114098" y="56000"/>
                  </a:lnTo>
                  <a:lnTo>
                    <a:pt x="120000" y="40000"/>
                  </a:lnTo>
                  <a:lnTo>
                    <a:pt x="110163" y="32000"/>
                  </a:lnTo>
                  <a:lnTo>
                    <a:pt x="80655" y="58666"/>
                  </a:lnTo>
                  <a:lnTo>
                    <a:pt x="74754" y="56000"/>
                  </a:lnTo>
                  <a:lnTo>
                    <a:pt x="62950" y="40000"/>
                  </a:lnTo>
                  <a:lnTo>
                    <a:pt x="59016" y="37333"/>
                  </a:lnTo>
                  <a:lnTo>
                    <a:pt x="45245" y="45333"/>
                  </a:lnTo>
                  <a:lnTo>
                    <a:pt x="39344" y="42666"/>
                  </a:lnTo>
                  <a:lnTo>
                    <a:pt x="39344" y="37333"/>
                  </a:lnTo>
                  <a:lnTo>
                    <a:pt x="41311" y="32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Shape 5217"/>
            <p:cNvSpPr/>
            <p:nvPr/>
          </p:nvSpPr>
          <p:spPr>
            <a:xfrm>
              <a:off x="12273221" y="4235794"/>
              <a:ext cx="25399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7500" y="54545"/>
                  </a:moveTo>
                  <a:lnTo>
                    <a:pt x="92500" y="54545"/>
                  </a:lnTo>
                  <a:lnTo>
                    <a:pt x="102500" y="29090"/>
                  </a:lnTo>
                  <a:lnTo>
                    <a:pt x="117500" y="25454"/>
                  </a:lnTo>
                  <a:lnTo>
                    <a:pt x="120000" y="21818"/>
                  </a:lnTo>
                  <a:lnTo>
                    <a:pt x="120000" y="14545"/>
                  </a:lnTo>
                  <a:lnTo>
                    <a:pt x="107500" y="3636"/>
                  </a:lnTo>
                  <a:lnTo>
                    <a:pt x="12500" y="0"/>
                  </a:lnTo>
                  <a:lnTo>
                    <a:pt x="0" y="18181"/>
                  </a:lnTo>
                  <a:lnTo>
                    <a:pt x="0" y="50909"/>
                  </a:lnTo>
                  <a:lnTo>
                    <a:pt x="10000" y="76363"/>
                  </a:lnTo>
                  <a:lnTo>
                    <a:pt x="22500" y="90909"/>
                  </a:lnTo>
                  <a:lnTo>
                    <a:pt x="37500" y="98181"/>
                  </a:lnTo>
                  <a:lnTo>
                    <a:pt x="67500" y="120000"/>
                  </a:lnTo>
                  <a:lnTo>
                    <a:pt x="85000" y="120000"/>
                  </a:lnTo>
                  <a:lnTo>
                    <a:pt x="95000" y="109090"/>
                  </a:lnTo>
                  <a:lnTo>
                    <a:pt x="90000" y="94545"/>
                  </a:lnTo>
                  <a:lnTo>
                    <a:pt x="85000" y="87272"/>
                  </a:lnTo>
                  <a:lnTo>
                    <a:pt x="72500" y="80000"/>
                  </a:lnTo>
                  <a:lnTo>
                    <a:pt x="72500" y="61818"/>
                  </a:lnTo>
                  <a:lnTo>
                    <a:pt x="77500" y="5454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Shape 5218"/>
            <p:cNvSpPr/>
            <p:nvPr/>
          </p:nvSpPr>
          <p:spPr>
            <a:xfrm>
              <a:off x="12452607" y="4472332"/>
              <a:ext cx="25399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500" y="40000"/>
                  </a:moveTo>
                  <a:lnTo>
                    <a:pt x="0" y="65000"/>
                  </a:lnTo>
                  <a:lnTo>
                    <a:pt x="35000" y="90000"/>
                  </a:lnTo>
                  <a:lnTo>
                    <a:pt x="72500" y="80000"/>
                  </a:lnTo>
                  <a:lnTo>
                    <a:pt x="102500" y="120000"/>
                  </a:lnTo>
                  <a:lnTo>
                    <a:pt x="107500" y="115000"/>
                  </a:lnTo>
                  <a:lnTo>
                    <a:pt x="110000" y="100000"/>
                  </a:lnTo>
                  <a:lnTo>
                    <a:pt x="120000" y="50000"/>
                  </a:lnTo>
                  <a:lnTo>
                    <a:pt x="120000" y="40000"/>
                  </a:lnTo>
                  <a:lnTo>
                    <a:pt x="120000" y="30000"/>
                  </a:lnTo>
                  <a:lnTo>
                    <a:pt x="110000" y="30000"/>
                  </a:lnTo>
                  <a:lnTo>
                    <a:pt x="85000" y="50000"/>
                  </a:lnTo>
                  <a:lnTo>
                    <a:pt x="80000" y="50000"/>
                  </a:lnTo>
                  <a:lnTo>
                    <a:pt x="77500" y="45000"/>
                  </a:lnTo>
                  <a:lnTo>
                    <a:pt x="77500" y="25000"/>
                  </a:lnTo>
                  <a:lnTo>
                    <a:pt x="62500" y="5000"/>
                  </a:lnTo>
                  <a:lnTo>
                    <a:pt x="52500" y="0"/>
                  </a:lnTo>
                  <a:lnTo>
                    <a:pt x="27500" y="10000"/>
                  </a:lnTo>
                  <a:lnTo>
                    <a:pt x="30000" y="20000"/>
                  </a:lnTo>
                  <a:lnTo>
                    <a:pt x="32500" y="25000"/>
                  </a:lnTo>
                  <a:lnTo>
                    <a:pt x="37500" y="40000"/>
                  </a:lnTo>
                  <a:lnTo>
                    <a:pt x="40000" y="45000"/>
                  </a:lnTo>
                  <a:lnTo>
                    <a:pt x="30000" y="55000"/>
                  </a:lnTo>
                  <a:lnTo>
                    <a:pt x="2500" y="4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Shape 5219"/>
            <p:cNvSpPr/>
            <p:nvPr/>
          </p:nvSpPr>
          <p:spPr>
            <a:xfrm>
              <a:off x="12471657" y="4910482"/>
              <a:ext cx="7937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714" y="0"/>
                  </a:moveTo>
                  <a:lnTo>
                    <a:pt x="68571" y="0"/>
                  </a:lnTo>
                  <a:lnTo>
                    <a:pt x="68571" y="12631"/>
                  </a:lnTo>
                  <a:lnTo>
                    <a:pt x="59999" y="12631"/>
                  </a:lnTo>
                  <a:lnTo>
                    <a:pt x="34285" y="0"/>
                  </a:lnTo>
                  <a:lnTo>
                    <a:pt x="8571" y="0"/>
                  </a:lnTo>
                  <a:lnTo>
                    <a:pt x="0" y="25263"/>
                  </a:lnTo>
                  <a:lnTo>
                    <a:pt x="8571" y="56842"/>
                  </a:lnTo>
                  <a:lnTo>
                    <a:pt x="34285" y="75789"/>
                  </a:lnTo>
                  <a:lnTo>
                    <a:pt x="51428" y="82105"/>
                  </a:lnTo>
                  <a:lnTo>
                    <a:pt x="51428" y="101052"/>
                  </a:lnTo>
                  <a:lnTo>
                    <a:pt x="51428" y="120000"/>
                  </a:lnTo>
                  <a:lnTo>
                    <a:pt x="68571" y="94736"/>
                  </a:lnTo>
                  <a:lnTo>
                    <a:pt x="77142" y="88421"/>
                  </a:lnTo>
                  <a:lnTo>
                    <a:pt x="77142" y="82105"/>
                  </a:lnTo>
                  <a:lnTo>
                    <a:pt x="85714" y="75789"/>
                  </a:lnTo>
                  <a:lnTo>
                    <a:pt x="94285" y="69473"/>
                  </a:lnTo>
                  <a:lnTo>
                    <a:pt x="111428" y="56842"/>
                  </a:lnTo>
                  <a:lnTo>
                    <a:pt x="94285" y="37894"/>
                  </a:lnTo>
                  <a:lnTo>
                    <a:pt x="119999" y="31578"/>
                  </a:lnTo>
                  <a:lnTo>
                    <a:pt x="119999" y="18947"/>
                  </a:lnTo>
                  <a:lnTo>
                    <a:pt x="111428" y="12631"/>
                  </a:lnTo>
                  <a:lnTo>
                    <a:pt x="85714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Shape 5220"/>
            <p:cNvSpPr/>
            <p:nvPr/>
          </p:nvSpPr>
          <p:spPr>
            <a:xfrm>
              <a:off x="12360532" y="4951757"/>
              <a:ext cx="63500" cy="825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151" y="53419"/>
                  </a:moveTo>
                  <a:lnTo>
                    <a:pt x="25210" y="68903"/>
                  </a:lnTo>
                  <a:lnTo>
                    <a:pt x="29243" y="73548"/>
                  </a:lnTo>
                  <a:lnTo>
                    <a:pt x="32268" y="76645"/>
                  </a:lnTo>
                  <a:lnTo>
                    <a:pt x="35294" y="78967"/>
                  </a:lnTo>
                  <a:lnTo>
                    <a:pt x="40336" y="82064"/>
                  </a:lnTo>
                  <a:lnTo>
                    <a:pt x="42352" y="84387"/>
                  </a:lnTo>
                  <a:lnTo>
                    <a:pt x="62521" y="88258"/>
                  </a:lnTo>
                  <a:lnTo>
                    <a:pt x="71596" y="92903"/>
                  </a:lnTo>
                  <a:lnTo>
                    <a:pt x="74621" y="94451"/>
                  </a:lnTo>
                  <a:lnTo>
                    <a:pt x="77647" y="97548"/>
                  </a:lnTo>
                  <a:lnTo>
                    <a:pt x="78655" y="102967"/>
                  </a:lnTo>
                  <a:lnTo>
                    <a:pt x="79663" y="104516"/>
                  </a:lnTo>
                  <a:lnTo>
                    <a:pt x="80672" y="106064"/>
                  </a:lnTo>
                  <a:lnTo>
                    <a:pt x="83697" y="114580"/>
                  </a:lnTo>
                  <a:lnTo>
                    <a:pt x="91764" y="118451"/>
                  </a:lnTo>
                  <a:lnTo>
                    <a:pt x="100840" y="120000"/>
                  </a:lnTo>
                  <a:lnTo>
                    <a:pt x="106890" y="119225"/>
                  </a:lnTo>
                  <a:lnTo>
                    <a:pt x="108907" y="117677"/>
                  </a:lnTo>
                  <a:lnTo>
                    <a:pt x="110924" y="115354"/>
                  </a:lnTo>
                  <a:lnTo>
                    <a:pt x="111932" y="108387"/>
                  </a:lnTo>
                  <a:lnTo>
                    <a:pt x="118991" y="97548"/>
                  </a:lnTo>
                  <a:lnTo>
                    <a:pt x="120000" y="94451"/>
                  </a:lnTo>
                  <a:lnTo>
                    <a:pt x="118991" y="92903"/>
                  </a:lnTo>
                  <a:lnTo>
                    <a:pt x="115966" y="88258"/>
                  </a:lnTo>
                  <a:lnTo>
                    <a:pt x="115966" y="87483"/>
                  </a:lnTo>
                  <a:lnTo>
                    <a:pt x="112941" y="85935"/>
                  </a:lnTo>
                  <a:lnTo>
                    <a:pt x="111932" y="85935"/>
                  </a:lnTo>
                  <a:lnTo>
                    <a:pt x="111932" y="85161"/>
                  </a:lnTo>
                  <a:lnTo>
                    <a:pt x="112941" y="82064"/>
                  </a:lnTo>
                  <a:lnTo>
                    <a:pt x="112941" y="81290"/>
                  </a:lnTo>
                  <a:lnTo>
                    <a:pt x="110924" y="79741"/>
                  </a:lnTo>
                  <a:lnTo>
                    <a:pt x="108907" y="78967"/>
                  </a:lnTo>
                  <a:lnTo>
                    <a:pt x="106890" y="78193"/>
                  </a:lnTo>
                  <a:lnTo>
                    <a:pt x="103865" y="76645"/>
                  </a:lnTo>
                  <a:lnTo>
                    <a:pt x="101848" y="72774"/>
                  </a:lnTo>
                  <a:lnTo>
                    <a:pt x="99831" y="69677"/>
                  </a:lnTo>
                  <a:lnTo>
                    <a:pt x="97815" y="65806"/>
                  </a:lnTo>
                  <a:lnTo>
                    <a:pt x="86722" y="54967"/>
                  </a:lnTo>
                  <a:lnTo>
                    <a:pt x="83697" y="51096"/>
                  </a:lnTo>
                  <a:lnTo>
                    <a:pt x="81680" y="48000"/>
                  </a:lnTo>
                  <a:lnTo>
                    <a:pt x="81680" y="44129"/>
                  </a:lnTo>
                  <a:lnTo>
                    <a:pt x="79663" y="41806"/>
                  </a:lnTo>
                  <a:lnTo>
                    <a:pt x="72605" y="37161"/>
                  </a:lnTo>
                  <a:lnTo>
                    <a:pt x="71596" y="34064"/>
                  </a:lnTo>
                  <a:lnTo>
                    <a:pt x="69579" y="32516"/>
                  </a:lnTo>
                  <a:lnTo>
                    <a:pt x="64537" y="30967"/>
                  </a:lnTo>
                  <a:lnTo>
                    <a:pt x="61512" y="28645"/>
                  </a:lnTo>
                  <a:lnTo>
                    <a:pt x="58487" y="25548"/>
                  </a:lnTo>
                  <a:lnTo>
                    <a:pt x="46386" y="18580"/>
                  </a:lnTo>
                  <a:lnTo>
                    <a:pt x="47394" y="16258"/>
                  </a:lnTo>
                  <a:lnTo>
                    <a:pt x="47394" y="13935"/>
                  </a:lnTo>
                  <a:lnTo>
                    <a:pt x="48403" y="13161"/>
                  </a:lnTo>
                  <a:lnTo>
                    <a:pt x="49411" y="11612"/>
                  </a:lnTo>
                  <a:lnTo>
                    <a:pt x="41344" y="6193"/>
                  </a:lnTo>
                  <a:lnTo>
                    <a:pt x="34285" y="774"/>
                  </a:lnTo>
                  <a:lnTo>
                    <a:pt x="31260" y="1548"/>
                  </a:lnTo>
                  <a:lnTo>
                    <a:pt x="24201" y="4645"/>
                  </a:lnTo>
                  <a:lnTo>
                    <a:pt x="23193" y="4645"/>
                  </a:lnTo>
                  <a:lnTo>
                    <a:pt x="22184" y="3870"/>
                  </a:lnTo>
                  <a:lnTo>
                    <a:pt x="21176" y="3870"/>
                  </a:lnTo>
                  <a:lnTo>
                    <a:pt x="19159" y="2322"/>
                  </a:lnTo>
                  <a:lnTo>
                    <a:pt x="17142" y="1548"/>
                  </a:lnTo>
                  <a:lnTo>
                    <a:pt x="15126" y="774"/>
                  </a:lnTo>
                  <a:lnTo>
                    <a:pt x="14117" y="0"/>
                  </a:lnTo>
                  <a:lnTo>
                    <a:pt x="8067" y="1548"/>
                  </a:lnTo>
                  <a:lnTo>
                    <a:pt x="4033" y="3096"/>
                  </a:lnTo>
                  <a:lnTo>
                    <a:pt x="2016" y="7741"/>
                  </a:lnTo>
                  <a:lnTo>
                    <a:pt x="0" y="13935"/>
                  </a:lnTo>
                  <a:lnTo>
                    <a:pt x="2016" y="17032"/>
                  </a:lnTo>
                  <a:lnTo>
                    <a:pt x="3025" y="19354"/>
                  </a:lnTo>
                  <a:lnTo>
                    <a:pt x="3025" y="21677"/>
                  </a:lnTo>
                  <a:lnTo>
                    <a:pt x="2016" y="25548"/>
                  </a:lnTo>
                  <a:lnTo>
                    <a:pt x="7058" y="28645"/>
                  </a:lnTo>
                  <a:lnTo>
                    <a:pt x="12100" y="34838"/>
                  </a:lnTo>
                  <a:lnTo>
                    <a:pt x="15126" y="41806"/>
                  </a:lnTo>
                  <a:lnTo>
                    <a:pt x="15126" y="48774"/>
                  </a:lnTo>
                  <a:lnTo>
                    <a:pt x="18151" y="5341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Shape 5221"/>
            <p:cNvSpPr/>
            <p:nvPr/>
          </p:nvSpPr>
          <p:spPr>
            <a:xfrm>
              <a:off x="12478007" y="4916832"/>
              <a:ext cx="4763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98823"/>
                  </a:moveTo>
                  <a:lnTo>
                    <a:pt x="24000" y="120000"/>
                  </a:lnTo>
                  <a:lnTo>
                    <a:pt x="48000" y="120000"/>
                  </a:lnTo>
                  <a:lnTo>
                    <a:pt x="60000" y="120000"/>
                  </a:lnTo>
                  <a:lnTo>
                    <a:pt x="72000" y="105882"/>
                  </a:lnTo>
                  <a:lnTo>
                    <a:pt x="72000" y="91764"/>
                  </a:lnTo>
                  <a:lnTo>
                    <a:pt x="84000" y="91764"/>
                  </a:lnTo>
                  <a:lnTo>
                    <a:pt x="96000" y="91764"/>
                  </a:lnTo>
                  <a:lnTo>
                    <a:pt x="108000" y="98823"/>
                  </a:lnTo>
                  <a:lnTo>
                    <a:pt x="120000" y="91764"/>
                  </a:lnTo>
                  <a:lnTo>
                    <a:pt x="108000" y="77647"/>
                  </a:lnTo>
                  <a:lnTo>
                    <a:pt x="96000" y="56470"/>
                  </a:lnTo>
                  <a:lnTo>
                    <a:pt x="72000" y="28235"/>
                  </a:lnTo>
                  <a:lnTo>
                    <a:pt x="60000" y="14117"/>
                  </a:lnTo>
                  <a:lnTo>
                    <a:pt x="60000" y="0"/>
                  </a:lnTo>
                  <a:lnTo>
                    <a:pt x="48000" y="0"/>
                  </a:lnTo>
                  <a:lnTo>
                    <a:pt x="36000" y="21176"/>
                  </a:lnTo>
                  <a:lnTo>
                    <a:pt x="24000" y="49411"/>
                  </a:lnTo>
                  <a:lnTo>
                    <a:pt x="24000" y="56470"/>
                  </a:lnTo>
                  <a:lnTo>
                    <a:pt x="24000" y="63529"/>
                  </a:lnTo>
                  <a:lnTo>
                    <a:pt x="24000" y="84705"/>
                  </a:lnTo>
                  <a:lnTo>
                    <a:pt x="0" y="9882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Shape 5222"/>
            <p:cNvSpPr/>
            <p:nvPr/>
          </p:nvSpPr>
          <p:spPr>
            <a:xfrm>
              <a:off x="12138282" y="4554882"/>
              <a:ext cx="50799" cy="1063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50" y="44776"/>
                  </a:moveTo>
                  <a:lnTo>
                    <a:pt x="0" y="45970"/>
                  </a:lnTo>
                  <a:lnTo>
                    <a:pt x="0" y="51343"/>
                  </a:lnTo>
                  <a:lnTo>
                    <a:pt x="1250" y="54925"/>
                  </a:lnTo>
                  <a:lnTo>
                    <a:pt x="6250" y="57313"/>
                  </a:lnTo>
                  <a:lnTo>
                    <a:pt x="11250" y="59701"/>
                  </a:lnTo>
                  <a:lnTo>
                    <a:pt x="23750" y="60298"/>
                  </a:lnTo>
                  <a:lnTo>
                    <a:pt x="30000" y="62089"/>
                  </a:lnTo>
                  <a:lnTo>
                    <a:pt x="33750" y="68059"/>
                  </a:lnTo>
                  <a:lnTo>
                    <a:pt x="33750" y="68656"/>
                  </a:lnTo>
                  <a:lnTo>
                    <a:pt x="33750" y="72238"/>
                  </a:lnTo>
                  <a:lnTo>
                    <a:pt x="33750" y="74029"/>
                  </a:lnTo>
                  <a:lnTo>
                    <a:pt x="33750" y="74029"/>
                  </a:lnTo>
                  <a:lnTo>
                    <a:pt x="33750" y="75223"/>
                  </a:lnTo>
                  <a:lnTo>
                    <a:pt x="32500" y="75820"/>
                  </a:lnTo>
                  <a:lnTo>
                    <a:pt x="30000" y="77014"/>
                  </a:lnTo>
                  <a:lnTo>
                    <a:pt x="28750" y="77014"/>
                  </a:lnTo>
                  <a:lnTo>
                    <a:pt x="26250" y="78208"/>
                  </a:lnTo>
                  <a:lnTo>
                    <a:pt x="26250" y="80597"/>
                  </a:lnTo>
                  <a:lnTo>
                    <a:pt x="26250" y="81194"/>
                  </a:lnTo>
                  <a:lnTo>
                    <a:pt x="23750" y="81791"/>
                  </a:lnTo>
                  <a:lnTo>
                    <a:pt x="22500" y="81194"/>
                  </a:lnTo>
                  <a:lnTo>
                    <a:pt x="21250" y="81194"/>
                  </a:lnTo>
                  <a:lnTo>
                    <a:pt x="20000" y="82985"/>
                  </a:lnTo>
                  <a:lnTo>
                    <a:pt x="20000" y="84179"/>
                  </a:lnTo>
                  <a:lnTo>
                    <a:pt x="21250" y="84776"/>
                  </a:lnTo>
                  <a:lnTo>
                    <a:pt x="21250" y="84776"/>
                  </a:lnTo>
                  <a:lnTo>
                    <a:pt x="22500" y="85373"/>
                  </a:lnTo>
                  <a:lnTo>
                    <a:pt x="23750" y="87164"/>
                  </a:lnTo>
                  <a:lnTo>
                    <a:pt x="28750" y="91343"/>
                  </a:lnTo>
                  <a:lnTo>
                    <a:pt x="30000" y="94328"/>
                  </a:lnTo>
                  <a:lnTo>
                    <a:pt x="32500" y="96716"/>
                  </a:lnTo>
                  <a:lnTo>
                    <a:pt x="41250" y="104477"/>
                  </a:lnTo>
                  <a:lnTo>
                    <a:pt x="45000" y="106865"/>
                  </a:lnTo>
                  <a:lnTo>
                    <a:pt x="53750" y="109850"/>
                  </a:lnTo>
                  <a:lnTo>
                    <a:pt x="67500" y="112238"/>
                  </a:lnTo>
                  <a:lnTo>
                    <a:pt x="75000" y="114029"/>
                  </a:lnTo>
                  <a:lnTo>
                    <a:pt x="76250" y="115223"/>
                  </a:lnTo>
                  <a:lnTo>
                    <a:pt x="81250" y="118805"/>
                  </a:lnTo>
                  <a:lnTo>
                    <a:pt x="85000" y="120000"/>
                  </a:lnTo>
                  <a:lnTo>
                    <a:pt x="92500" y="120000"/>
                  </a:lnTo>
                  <a:lnTo>
                    <a:pt x="98750" y="120000"/>
                  </a:lnTo>
                  <a:lnTo>
                    <a:pt x="105000" y="117014"/>
                  </a:lnTo>
                  <a:lnTo>
                    <a:pt x="110000" y="108656"/>
                  </a:lnTo>
                  <a:lnTo>
                    <a:pt x="115000" y="106865"/>
                  </a:lnTo>
                  <a:lnTo>
                    <a:pt x="116250" y="104477"/>
                  </a:lnTo>
                  <a:lnTo>
                    <a:pt x="120000" y="92537"/>
                  </a:lnTo>
                  <a:lnTo>
                    <a:pt x="117500" y="75223"/>
                  </a:lnTo>
                  <a:lnTo>
                    <a:pt x="117500" y="72835"/>
                  </a:lnTo>
                  <a:lnTo>
                    <a:pt x="116250" y="68059"/>
                  </a:lnTo>
                  <a:lnTo>
                    <a:pt x="106250" y="55522"/>
                  </a:lnTo>
                  <a:lnTo>
                    <a:pt x="102500" y="50746"/>
                  </a:lnTo>
                  <a:lnTo>
                    <a:pt x="97500" y="47164"/>
                  </a:lnTo>
                  <a:lnTo>
                    <a:pt x="93750" y="43582"/>
                  </a:lnTo>
                  <a:lnTo>
                    <a:pt x="92500" y="40000"/>
                  </a:lnTo>
                  <a:lnTo>
                    <a:pt x="86250" y="28656"/>
                  </a:lnTo>
                  <a:lnTo>
                    <a:pt x="85000" y="26268"/>
                  </a:lnTo>
                  <a:lnTo>
                    <a:pt x="85000" y="20298"/>
                  </a:lnTo>
                  <a:lnTo>
                    <a:pt x="85000" y="16716"/>
                  </a:lnTo>
                  <a:lnTo>
                    <a:pt x="83750" y="15522"/>
                  </a:lnTo>
                  <a:lnTo>
                    <a:pt x="81250" y="14925"/>
                  </a:lnTo>
                  <a:lnTo>
                    <a:pt x="63750" y="7164"/>
                  </a:lnTo>
                  <a:lnTo>
                    <a:pt x="48750" y="2388"/>
                  </a:lnTo>
                  <a:lnTo>
                    <a:pt x="33750" y="0"/>
                  </a:lnTo>
                  <a:lnTo>
                    <a:pt x="30000" y="0"/>
                  </a:lnTo>
                  <a:lnTo>
                    <a:pt x="23750" y="2388"/>
                  </a:lnTo>
                  <a:lnTo>
                    <a:pt x="21250" y="5970"/>
                  </a:lnTo>
                  <a:lnTo>
                    <a:pt x="18750" y="10149"/>
                  </a:lnTo>
                  <a:lnTo>
                    <a:pt x="15000" y="14925"/>
                  </a:lnTo>
                  <a:lnTo>
                    <a:pt x="12500" y="19104"/>
                  </a:lnTo>
                  <a:lnTo>
                    <a:pt x="5000" y="26865"/>
                  </a:lnTo>
                  <a:lnTo>
                    <a:pt x="5000" y="31641"/>
                  </a:lnTo>
                  <a:lnTo>
                    <a:pt x="8750" y="36417"/>
                  </a:lnTo>
                  <a:lnTo>
                    <a:pt x="10000" y="38805"/>
                  </a:lnTo>
                  <a:lnTo>
                    <a:pt x="8750" y="40000"/>
                  </a:lnTo>
                  <a:lnTo>
                    <a:pt x="1250" y="4477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Shape 5223"/>
            <p:cNvSpPr/>
            <p:nvPr/>
          </p:nvSpPr>
          <p:spPr>
            <a:xfrm>
              <a:off x="11970007" y="5655019"/>
              <a:ext cx="25399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6326" y="32727"/>
                  </a:moveTo>
                  <a:lnTo>
                    <a:pt x="7346" y="0"/>
                  </a:lnTo>
                  <a:lnTo>
                    <a:pt x="0" y="32727"/>
                  </a:lnTo>
                  <a:lnTo>
                    <a:pt x="2448" y="87272"/>
                  </a:lnTo>
                  <a:lnTo>
                    <a:pt x="7346" y="98181"/>
                  </a:lnTo>
                  <a:lnTo>
                    <a:pt x="19591" y="87272"/>
                  </a:lnTo>
                  <a:lnTo>
                    <a:pt x="29387" y="87272"/>
                  </a:lnTo>
                  <a:lnTo>
                    <a:pt x="53877" y="120000"/>
                  </a:lnTo>
                  <a:lnTo>
                    <a:pt x="110204" y="87272"/>
                  </a:lnTo>
                  <a:lnTo>
                    <a:pt x="115102" y="109090"/>
                  </a:lnTo>
                  <a:lnTo>
                    <a:pt x="119999" y="109090"/>
                  </a:lnTo>
                  <a:lnTo>
                    <a:pt x="119999" y="87272"/>
                  </a:lnTo>
                  <a:lnTo>
                    <a:pt x="95510" y="21818"/>
                  </a:lnTo>
                  <a:lnTo>
                    <a:pt x="56326" y="3272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Shape 5224"/>
            <p:cNvSpPr/>
            <p:nvPr/>
          </p:nvSpPr>
          <p:spPr>
            <a:xfrm>
              <a:off x="11073071" y="4469157"/>
              <a:ext cx="15875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4827" y="95000"/>
                  </a:moveTo>
                  <a:lnTo>
                    <a:pt x="8275" y="112500"/>
                  </a:lnTo>
                  <a:lnTo>
                    <a:pt x="20689" y="120000"/>
                  </a:lnTo>
                  <a:lnTo>
                    <a:pt x="28965" y="120000"/>
                  </a:lnTo>
                  <a:lnTo>
                    <a:pt x="41379" y="115000"/>
                  </a:lnTo>
                  <a:lnTo>
                    <a:pt x="53793" y="112500"/>
                  </a:lnTo>
                  <a:lnTo>
                    <a:pt x="74482" y="110000"/>
                  </a:lnTo>
                  <a:lnTo>
                    <a:pt x="82758" y="102500"/>
                  </a:lnTo>
                  <a:lnTo>
                    <a:pt x="95172" y="97500"/>
                  </a:lnTo>
                  <a:lnTo>
                    <a:pt x="107586" y="85000"/>
                  </a:lnTo>
                  <a:lnTo>
                    <a:pt x="120000" y="62500"/>
                  </a:lnTo>
                  <a:lnTo>
                    <a:pt x="120000" y="45000"/>
                  </a:lnTo>
                  <a:lnTo>
                    <a:pt x="107586" y="35000"/>
                  </a:lnTo>
                  <a:lnTo>
                    <a:pt x="107586" y="30000"/>
                  </a:lnTo>
                  <a:lnTo>
                    <a:pt x="111724" y="25000"/>
                  </a:lnTo>
                  <a:lnTo>
                    <a:pt x="111724" y="20000"/>
                  </a:lnTo>
                  <a:lnTo>
                    <a:pt x="86896" y="2500"/>
                  </a:lnTo>
                  <a:lnTo>
                    <a:pt x="57931" y="0"/>
                  </a:lnTo>
                  <a:lnTo>
                    <a:pt x="20689" y="12500"/>
                  </a:lnTo>
                  <a:lnTo>
                    <a:pt x="0" y="37500"/>
                  </a:lnTo>
                  <a:lnTo>
                    <a:pt x="20689" y="50000"/>
                  </a:lnTo>
                  <a:lnTo>
                    <a:pt x="57931" y="52500"/>
                  </a:lnTo>
                  <a:lnTo>
                    <a:pt x="66206" y="65000"/>
                  </a:lnTo>
                  <a:lnTo>
                    <a:pt x="57931" y="80000"/>
                  </a:lnTo>
                  <a:lnTo>
                    <a:pt x="24827" y="9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Shape 5225"/>
            <p:cNvSpPr/>
            <p:nvPr/>
          </p:nvSpPr>
          <p:spPr>
            <a:xfrm>
              <a:off x="10514271" y="4692994"/>
              <a:ext cx="12699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48000"/>
                  </a:moveTo>
                  <a:lnTo>
                    <a:pt x="15652" y="112000"/>
                  </a:lnTo>
                  <a:lnTo>
                    <a:pt x="46956" y="120000"/>
                  </a:lnTo>
                  <a:lnTo>
                    <a:pt x="109565" y="88000"/>
                  </a:lnTo>
                  <a:lnTo>
                    <a:pt x="114782" y="80000"/>
                  </a:lnTo>
                  <a:lnTo>
                    <a:pt x="114782" y="72000"/>
                  </a:lnTo>
                  <a:lnTo>
                    <a:pt x="120000" y="64000"/>
                  </a:lnTo>
                  <a:lnTo>
                    <a:pt x="120000" y="72000"/>
                  </a:lnTo>
                  <a:lnTo>
                    <a:pt x="109565" y="0"/>
                  </a:lnTo>
                  <a:lnTo>
                    <a:pt x="67826" y="0"/>
                  </a:lnTo>
                  <a:lnTo>
                    <a:pt x="0" y="4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Shape 5226"/>
            <p:cNvSpPr/>
            <p:nvPr/>
          </p:nvSpPr>
          <p:spPr>
            <a:xfrm>
              <a:off x="9703057" y="3938932"/>
              <a:ext cx="2886074" cy="22732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632" y="54583"/>
                  </a:moveTo>
                  <a:lnTo>
                    <a:pt x="107874" y="54136"/>
                  </a:lnTo>
                  <a:lnTo>
                    <a:pt x="107830" y="54080"/>
                  </a:lnTo>
                  <a:lnTo>
                    <a:pt x="107786" y="53969"/>
                  </a:lnTo>
                  <a:lnTo>
                    <a:pt x="107764" y="53857"/>
                  </a:lnTo>
                  <a:lnTo>
                    <a:pt x="107786" y="53773"/>
                  </a:lnTo>
                  <a:lnTo>
                    <a:pt x="107632" y="53550"/>
                  </a:lnTo>
                  <a:lnTo>
                    <a:pt x="107632" y="53466"/>
                  </a:lnTo>
                  <a:lnTo>
                    <a:pt x="107676" y="53327"/>
                  </a:lnTo>
                  <a:lnTo>
                    <a:pt x="107852" y="52936"/>
                  </a:lnTo>
                  <a:lnTo>
                    <a:pt x="107874" y="52852"/>
                  </a:lnTo>
                  <a:lnTo>
                    <a:pt x="107786" y="52601"/>
                  </a:lnTo>
                  <a:lnTo>
                    <a:pt x="107632" y="52517"/>
                  </a:lnTo>
                  <a:lnTo>
                    <a:pt x="106488" y="52126"/>
                  </a:lnTo>
                  <a:lnTo>
                    <a:pt x="106290" y="51959"/>
                  </a:lnTo>
                  <a:lnTo>
                    <a:pt x="106224" y="51959"/>
                  </a:lnTo>
                  <a:lnTo>
                    <a:pt x="105827" y="51986"/>
                  </a:lnTo>
                  <a:lnTo>
                    <a:pt x="105563" y="51875"/>
                  </a:lnTo>
                  <a:lnTo>
                    <a:pt x="105321" y="51931"/>
                  </a:lnTo>
                  <a:lnTo>
                    <a:pt x="105189" y="51819"/>
                  </a:lnTo>
                  <a:lnTo>
                    <a:pt x="104991" y="51456"/>
                  </a:lnTo>
                  <a:lnTo>
                    <a:pt x="104595" y="50898"/>
                  </a:lnTo>
                  <a:lnTo>
                    <a:pt x="104485" y="50758"/>
                  </a:lnTo>
                  <a:lnTo>
                    <a:pt x="104529" y="50702"/>
                  </a:lnTo>
                  <a:lnTo>
                    <a:pt x="104969" y="50814"/>
                  </a:lnTo>
                  <a:lnTo>
                    <a:pt x="105079" y="50702"/>
                  </a:lnTo>
                  <a:lnTo>
                    <a:pt x="104617" y="50228"/>
                  </a:lnTo>
                  <a:lnTo>
                    <a:pt x="104463" y="50004"/>
                  </a:lnTo>
                  <a:lnTo>
                    <a:pt x="104595" y="49892"/>
                  </a:lnTo>
                  <a:lnTo>
                    <a:pt x="104771" y="49976"/>
                  </a:lnTo>
                  <a:lnTo>
                    <a:pt x="104991" y="50032"/>
                  </a:lnTo>
                  <a:lnTo>
                    <a:pt x="105079" y="49725"/>
                  </a:lnTo>
                  <a:lnTo>
                    <a:pt x="105057" y="49697"/>
                  </a:lnTo>
                  <a:lnTo>
                    <a:pt x="104969" y="49530"/>
                  </a:lnTo>
                  <a:lnTo>
                    <a:pt x="105079" y="49502"/>
                  </a:lnTo>
                  <a:lnTo>
                    <a:pt x="105211" y="49530"/>
                  </a:lnTo>
                  <a:lnTo>
                    <a:pt x="105607" y="49781"/>
                  </a:lnTo>
                  <a:lnTo>
                    <a:pt x="105717" y="49781"/>
                  </a:lnTo>
                  <a:lnTo>
                    <a:pt x="105717" y="49697"/>
                  </a:lnTo>
                  <a:lnTo>
                    <a:pt x="105739" y="49530"/>
                  </a:lnTo>
                  <a:lnTo>
                    <a:pt x="105739" y="49418"/>
                  </a:lnTo>
                  <a:lnTo>
                    <a:pt x="105783" y="49362"/>
                  </a:lnTo>
                  <a:lnTo>
                    <a:pt x="105827" y="49362"/>
                  </a:lnTo>
                  <a:lnTo>
                    <a:pt x="105982" y="49557"/>
                  </a:lnTo>
                  <a:lnTo>
                    <a:pt x="106026" y="49641"/>
                  </a:lnTo>
                  <a:lnTo>
                    <a:pt x="106114" y="49669"/>
                  </a:lnTo>
                  <a:lnTo>
                    <a:pt x="106268" y="49557"/>
                  </a:lnTo>
                  <a:lnTo>
                    <a:pt x="106356" y="49613"/>
                  </a:lnTo>
                  <a:lnTo>
                    <a:pt x="106466" y="49697"/>
                  </a:lnTo>
                  <a:lnTo>
                    <a:pt x="106532" y="49725"/>
                  </a:lnTo>
                  <a:lnTo>
                    <a:pt x="107236" y="49418"/>
                  </a:lnTo>
                  <a:lnTo>
                    <a:pt x="107434" y="49502"/>
                  </a:lnTo>
                  <a:lnTo>
                    <a:pt x="107478" y="49474"/>
                  </a:lnTo>
                  <a:lnTo>
                    <a:pt x="107522" y="49250"/>
                  </a:lnTo>
                  <a:lnTo>
                    <a:pt x="107632" y="49139"/>
                  </a:lnTo>
                  <a:lnTo>
                    <a:pt x="107852" y="48971"/>
                  </a:lnTo>
                  <a:lnTo>
                    <a:pt x="108204" y="48496"/>
                  </a:lnTo>
                  <a:lnTo>
                    <a:pt x="108424" y="48385"/>
                  </a:lnTo>
                  <a:lnTo>
                    <a:pt x="108644" y="48636"/>
                  </a:lnTo>
                  <a:lnTo>
                    <a:pt x="108820" y="48971"/>
                  </a:lnTo>
                  <a:lnTo>
                    <a:pt x="108864" y="49055"/>
                  </a:lnTo>
                  <a:lnTo>
                    <a:pt x="108996" y="49139"/>
                  </a:lnTo>
                  <a:lnTo>
                    <a:pt x="109040" y="49194"/>
                  </a:lnTo>
                  <a:lnTo>
                    <a:pt x="109084" y="49390"/>
                  </a:lnTo>
                  <a:lnTo>
                    <a:pt x="109172" y="49809"/>
                  </a:lnTo>
                  <a:lnTo>
                    <a:pt x="109238" y="50032"/>
                  </a:lnTo>
                  <a:lnTo>
                    <a:pt x="109216" y="50032"/>
                  </a:lnTo>
                  <a:lnTo>
                    <a:pt x="109370" y="50311"/>
                  </a:lnTo>
                  <a:lnTo>
                    <a:pt x="109415" y="50479"/>
                  </a:lnTo>
                  <a:lnTo>
                    <a:pt x="109481" y="50702"/>
                  </a:lnTo>
                  <a:lnTo>
                    <a:pt x="109481" y="50758"/>
                  </a:lnTo>
                  <a:lnTo>
                    <a:pt x="109481" y="50814"/>
                  </a:lnTo>
                  <a:lnTo>
                    <a:pt x="109503" y="50870"/>
                  </a:lnTo>
                  <a:lnTo>
                    <a:pt x="109525" y="50981"/>
                  </a:lnTo>
                  <a:lnTo>
                    <a:pt x="109591" y="51037"/>
                  </a:lnTo>
                  <a:lnTo>
                    <a:pt x="109679" y="51121"/>
                  </a:lnTo>
                  <a:lnTo>
                    <a:pt x="109701" y="51177"/>
                  </a:lnTo>
                  <a:lnTo>
                    <a:pt x="109789" y="51288"/>
                  </a:lnTo>
                  <a:lnTo>
                    <a:pt x="109855" y="51316"/>
                  </a:lnTo>
                  <a:lnTo>
                    <a:pt x="109921" y="51288"/>
                  </a:lnTo>
                  <a:lnTo>
                    <a:pt x="109965" y="51261"/>
                  </a:lnTo>
                  <a:lnTo>
                    <a:pt x="110075" y="51009"/>
                  </a:lnTo>
                  <a:lnTo>
                    <a:pt x="110097" y="50926"/>
                  </a:lnTo>
                  <a:lnTo>
                    <a:pt x="110075" y="50842"/>
                  </a:lnTo>
                  <a:lnTo>
                    <a:pt x="110031" y="50730"/>
                  </a:lnTo>
                  <a:lnTo>
                    <a:pt x="110031" y="50618"/>
                  </a:lnTo>
                  <a:lnTo>
                    <a:pt x="110075" y="50563"/>
                  </a:lnTo>
                  <a:lnTo>
                    <a:pt x="110097" y="50590"/>
                  </a:lnTo>
                  <a:lnTo>
                    <a:pt x="110141" y="50702"/>
                  </a:lnTo>
                  <a:lnTo>
                    <a:pt x="110207" y="50758"/>
                  </a:lnTo>
                  <a:lnTo>
                    <a:pt x="110229" y="50814"/>
                  </a:lnTo>
                  <a:lnTo>
                    <a:pt x="110273" y="50981"/>
                  </a:lnTo>
                  <a:lnTo>
                    <a:pt x="110317" y="51009"/>
                  </a:lnTo>
                  <a:lnTo>
                    <a:pt x="110427" y="51009"/>
                  </a:lnTo>
                  <a:lnTo>
                    <a:pt x="110493" y="51065"/>
                  </a:lnTo>
                  <a:lnTo>
                    <a:pt x="110559" y="51177"/>
                  </a:lnTo>
                  <a:lnTo>
                    <a:pt x="110647" y="51205"/>
                  </a:lnTo>
                  <a:lnTo>
                    <a:pt x="110757" y="51149"/>
                  </a:lnTo>
                  <a:lnTo>
                    <a:pt x="110801" y="51121"/>
                  </a:lnTo>
                  <a:lnTo>
                    <a:pt x="110911" y="51009"/>
                  </a:lnTo>
                  <a:lnTo>
                    <a:pt x="110977" y="50981"/>
                  </a:lnTo>
                  <a:lnTo>
                    <a:pt x="111021" y="51009"/>
                  </a:lnTo>
                  <a:lnTo>
                    <a:pt x="111197" y="51177"/>
                  </a:lnTo>
                  <a:lnTo>
                    <a:pt x="111329" y="51316"/>
                  </a:lnTo>
                  <a:lnTo>
                    <a:pt x="111439" y="51344"/>
                  </a:lnTo>
                  <a:lnTo>
                    <a:pt x="111901" y="51288"/>
                  </a:lnTo>
                  <a:lnTo>
                    <a:pt x="112187" y="51428"/>
                  </a:lnTo>
                  <a:lnTo>
                    <a:pt x="112341" y="51624"/>
                  </a:lnTo>
                  <a:lnTo>
                    <a:pt x="112407" y="51651"/>
                  </a:lnTo>
                  <a:lnTo>
                    <a:pt x="112649" y="51596"/>
                  </a:lnTo>
                  <a:lnTo>
                    <a:pt x="112715" y="51484"/>
                  </a:lnTo>
                  <a:lnTo>
                    <a:pt x="112671" y="51316"/>
                  </a:lnTo>
                  <a:lnTo>
                    <a:pt x="112583" y="51149"/>
                  </a:lnTo>
                  <a:lnTo>
                    <a:pt x="112451" y="51009"/>
                  </a:lnTo>
                  <a:lnTo>
                    <a:pt x="112121" y="50702"/>
                  </a:lnTo>
                  <a:lnTo>
                    <a:pt x="111967" y="50451"/>
                  </a:lnTo>
                  <a:lnTo>
                    <a:pt x="111901" y="50367"/>
                  </a:lnTo>
                  <a:lnTo>
                    <a:pt x="111857" y="50339"/>
                  </a:lnTo>
                  <a:lnTo>
                    <a:pt x="111813" y="50339"/>
                  </a:lnTo>
                  <a:lnTo>
                    <a:pt x="111725" y="50283"/>
                  </a:lnTo>
                  <a:lnTo>
                    <a:pt x="111637" y="50172"/>
                  </a:lnTo>
                  <a:lnTo>
                    <a:pt x="111571" y="50032"/>
                  </a:lnTo>
                  <a:lnTo>
                    <a:pt x="111659" y="49809"/>
                  </a:lnTo>
                  <a:lnTo>
                    <a:pt x="111725" y="49557"/>
                  </a:lnTo>
                  <a:lnTo>
                    <a:pt x="111769" y="49362"/>
                  </a:lnTo>
                  <a:lnTo>
                    <a:pt x="111879" y="49390"/>
                  </a:lnTo>
                  <a:lnTo>
                    <a:pt x="111879" y="49530"/>
                  </a:lnTo>
                  <a:lnTo>
                    <a:pt x="111989" y="49530"/>
                  </a:lnTo>
                  <a:lnTo>
                    <a:pt x="112099" y="49557"/>
                  </a:lnTo>
                  <a:lnTo>
                    <a:pt x="112209" y="49697"/>
                  </a:lnTo>
                  <a:lnTo>
                    <a:pt x="112297" y="49920"/>
                  </a:lnTo>
                  <a:lnTo>
                    <a:pt x="112341" y="50032"/>
                  </a:lnTo>
                  <a:lnTo>
                    <a:pt x="112385" y="50116"/>
                  </a:lnTo>
                  <a:lnTo>
                    <a:pt x="112407" y="50228"/>
                  </a:lnTo>
                  <a:lnTo>
                    <a:pt x="112451" y="50311"/>
                  </a:lnTo>
                  <a:lnTo>
                    <a:pt x="112517" y="50395"/>
                  </a:lnTo>
                  <a:lnTo>
                    <a:pt x="112605" y="50451"/>
                  </a:lnTo>
                  <a:lnTo>
                    <a:pt x="112671" y="50451"/>
                  </a:lnTo>
                  <a:lnTo>
                    <a:pt x="112715" y="50339"/>
                  </a:lnTo>
                  <a:lnTo>
                    <a:pt x="112649" y="50255"/>
                  </a:lnTo>
                  <a:lnTo>
                    <a:pt x="112693" y="50172"/>
                  </a:lnTo>
                  <a:lnTo>
                    <a:pt x="112847" y="50004"/>
                  </a:lnTo>
                  <a:lnTo>
                    <a:pt x="112891" y="49920"/>
                  </a:lnTo>
                  <a:lnTo>
                    <a:pt x="112958" y="49837"/>
                  </a:lnTo>
                  <a:lnTo>
                    <a:pt x="113068" y="49892"/>
                  </a:lnTo>
                  <a:lnTo>
                    <a:pt x="113156" y="50004"/>
                  </a:lnTo>
                  <a:lnTo>
                    <a:pt x="113178" y="50060"/>
                  </a:lnTo>
                  <a:lnTo>
                    <a:pt x="113244" y="50228"/>
                  </a:lnTo>
                  <a:lnTo>
                    <a:pt x="113288" y="50311"/>
                  </a:lnTo>
                  <a:lnTo>
                    <a:pt x="113332" y="50367"/>
                  </a:lnTo>
                  <a:lnTo>
                    <a:pt x="113376" y="50451"/>
                  </a:lnTo>
                  <a:lnTo>
                    <a:pt x="113486" y="50507"/>
                  </a:lnTo>
                  <a:lnTo>
                    <a:pt x="113794" y="50563"/>
                  </a:lnTo>
                  <a:lnTo>
                    <a:pt x="113904" y="50646"/>
                  </a:lnTo>
                  <a:lnTo>
                    <a:pt x="113948" y="50814"/>
                  </a:lnTo>
                  <a:lnTo>
                    <a:pt x="114124" y="50786"/>
                  </a:lnTo>
                  <a:lnTo>
                    <a:pt x="114388" y="50590"/>
                  </a:lnTo>
                  <a:lnTo>
                    <a:pt x="114498" y="50563"/>
                  </a:lnTo>
                  <a:lnTo>
                    <a:pt x="114542" y="50590"/>
                  </a:lnTo>
                  <a:lnTo>
                    <a:pt x="114498" y="50646"/>
                  </a:lnTo>
                  <a:lnTo>
                    <a:pt x="114498" y="50730"/>
                  </a:lnTo>
                  <a:lnTo>
                    <a:pt x="114476" y="50758"/>
                  </a:lnTo>
                  <a:lnTo>
                    <a:pt x="114454" y="50870"/>
                  </a:lnTo>
                  <a:lnTo>
                    <a:pt x="114432" y="50926"/>
                  </a:lnTo>
                  <a:lnTo>
                    <a:pt x="114410" y="51037"/>
                  </a:lnTo>
                  <a:lnTo>
                    <a:pt x="114410" y="51149"/>
                  </a:lnTo>
                  <a:lnTo>
                    <a:pt x="114476" y="51149"/>
                  </a:lnTo>
                  <a:lnTo>
                    <a:pt x="114564" y="51065"/>
                  </a:lnTo>
                  <a:lnTo>
                    <a:pt x="114652" y="50870"/>
                  </a:lnTo>
                  <a:lnTo>
                    <a:pt x="114806" y="50730"/>
                  </a:lnTo>
                  <a:lnTo>
                    <a:pt x="114850" y="50618"/>
                  </a:lnTo>
                  <a:lnTo>
                    <a:pt x="114828" y="50479"/>
                  </a:lnTo>
                  <a:lnTo>
                    <a:pt x="114762" y="50339"/>
                  </a:lnTo>
                  <a:lnTo>
                    <a:pt x="114498" y="50116"/>
                  </a:lnTo>
                  <a:lnTo>
                    <a:pt x="114432" y="49976"/>
                  </a:lnTo>
                  <a:lnTo>
                    <a:pt x="114366" y="49725"/>
                  </a:lnTo>
                  <a:lnTo>
                    <a:pt x="114256" y="49669"/>
                  </a:lnTo>
                  <a:lnTo>
                    <a:pt x="114190" y="49697"/>
                  </a:lnTo>
                  <a:lnTo>
                    <a:pt x="114058" y="49641"/>
                  </a:lnTo>
                  <a:lnTo>
                    <a:pt x="114014" y="49502"/>
                  </a:lnTo>
                  <a:lnTo>
                    <a:pt x="113970" y="49334"/>
                  </a:lnTo>
                  <a:lnTo>
                    <a:pt x="113904" y="48887"/>
                  </a:lnTo>
                  <a:lnTo>
                    <a:pt x="113816" y="48692"/>
                  </a:lnTo>
                  <a:lnTo>
                    <a:pt x="113750" y="48552"/>
                  </a:lnTo>
                  <a:lnTo>
                    <a:pt x="113574" y="48301"/>
                  </a:lnTo>
                  <a:lnTo>
                    <a:pt x="113420" y="48161"/>
                  </a:lnTo>
                  <a:lnTo>
                    <a:pt x="113354" y="48106"/>
                  </a:lnTo>
                  <a:lnTo>
                    <a:pt x="113310" y="48106"/>
                  </a:lnTo>
                  <a:lnTo>
                    <a:pt x="113266" y="48078"/>
                  </a:lnTo>
                  <a:lnTo>
                    <a:pt x="113134" y="47882"/>
                  </a:lnTo>
                  <a:lnTo>
                    <a:pt x="112980" y="47826"/>
                  </a:lnTo>
                  <a:lnTo>
                    <a:pt x="112429" y="47240"/>
                  </a:lnTo>
                  <a:lnTo>
                    <a:pt x="112407" y="47184"/>
                  </a:lnTo>
                  <a:lnTo>
                    <a:pt x="112429" y="47128"/>
                  </a:lnTo>
                  <a:lnTo>
                    <a:pt x="112473" y="47073"/>
                  </a:lnTo>
                  <a:lnTo>
                    <a:pt x="112495" y="47045"/>
                  </a:lnTo>
                  <a:lnTo>
                    <a:pt x="112495" y="46877"/>
                  </a:lnTo>
                  <a:lnTo>
                    <a:pt x="112495" y="46654"/>
                  </a:lnTo>
                  <a:lnTo>
                    <a:pt x="112495" y="46570"/>
                  </a:lnTo>
                  <a:lnTo>
                    <a:pt x="112495" y="46486"/>
                  </a:lnTo>
                  <a:lnTo>
                    <a:pt x="112473" y="46430"/>
                  </a:lnTo>
                  <a:lnTo>
                    <a:pt x="112451" y="46402"/>
                  </a:lnTo>
                  <a:lnTo>
                    <a:pt x="112451" y="46319"/>
                  </a:lnTo>
                  <a:lnTo>
                    <a:pt x="112385" y="46291"/>
                  </a:lnTo>
                  <a:lnTo>
                    <a:pt x="112165" y="46319"/>
                  </a:lnTo>
                  <a:lnTo>
                    <a:pt x="112121" y="46319"/>
                  </a:lnTo>
                  <a:lnTo>
                    <a:pt x="112077" y="46291"/>
                  </a:lnTo>
                  <a:lnTo>
                    <a:pt x="112055" y="46291"/>
                  </a:lnTo>
                  <a:lnTo>
                    <a:pt x="112033" y="46319"/>
                  </a:lnTo>
                  <a:lnTo>
                    <a:pt x="111967" y="46486"/>
                  </a:lnTo>
                  <a:lnTo>
                    <a:pt x="111945" y="46486"/>
                  </a:lnTo>
                  <a:lnTo>
                    <a:pt x="111879" y="46458"/>
                  </a:lnTo>
                  <a:lnTo>
                    <a:pt x="111791" y="46347"/>
                  </a:lnTo>
                  <a:lnTo>
                    <a:pt x="111725" y="46319"/>
                  </a:lnTo>
                  <a:lnTo>
                    <a:pt x="111505" y="46291"/>
                  </a:lnTo>
                  <a:lnTo>
                    <a:pt x="111417" y="46207"/>
                  </a:lnTo>
                  <a:lnTo>
                    <a:pt x="111505" y="46123"/>
                  </a:lnTo>
                  <a:lnTo>
                    <a:pt x="111659" y="45788"/>
                  </a:lnTo>
                  <a:lnTo>
                    <a:pt x="111725" y="45593"/>
                  </a:lnTo>
                  <a:lnTo>
                    <a:pt x="111637" y="45537"/>
                  </a:lnTo>
                  <a:lnTo>
                    <a:pt x="111417" y="45593"/>
                  </a:lnTo>
                  <a:lnTo>
                    <a:pt x="111329" y="45593"/>
                  </a:lnTo>
                  <a:lnTo>
                    <a:pt x="111109" y="45397"/>
                  </a:lnTo>
                  <a:lnTo>
                    <a:pt x="110933" y="45369"/>
                  </a:lnTo>
                  <a:lnTo>
                    <a:pt x="110603" y="45397"/>
                  </a:lnTo>
                  <a:lnTo>
                    <a:pt x="110449" y="45230"/>
                  </a:lnTo>
                  <a:lnTo>
                    <a:pt x="110537" y="45090"/>
                  </a:lnTo>
                  <a:lnTo>
                    <a:pt x="110911" y="45286"/>
                  </a:lnTo>
                  <a:lnTo>
                    <a:pt x="111043" y="45286"/>
                  </a:lnTo>
                  <a:lnTo>
                    <a:pt x="110889" y="45034"/>
                  </a:lnTo>
                  <a:lnTo>
                    <a:pt x="110603" y="44839"/>
                  </a:lnTo>
                  <a:lnTo>
                    <a:pt x="110339" y="44727"/>
                  </a:lnTo>
                  <a:lnTo>
                    <a:pt x="110163" y="44727"/>
                  </a:lnTo>
                  <a:lnTo>
                    <a:pt x="110647" y="44560"/>
                  </a:lnTo>
                  <a:lnTo>
                    <a:pt x="110559" y="44532"/>
                  </a:lnTo>
                  <a:lnTo>
                    <a:pt x="110537" y="44420"/>
                  </a:lnTo>
                  <a:lnTo>
                    <a:pt x="110537" y="44225"/>
                  </a:lnTo>
                  <a:lnTo>
                    <a:pt x="110207" y="44392"/>
                  </a:lnTo>
                  <a:lnTo>
                    <a:pt x="110141" y="44392"/>
                  </a:lnTo>
                  <a:lnTo>
                    <a:pt x="110075" y="44253"/>
                  </a:lnTo>
                  <a:lnTo>
                    <a:pt x="110053" y="44225"/>
                  </a:lnTo>
                  <a:lnTo>
                    <a:pt x="110009" y="44225"/>
                  </a:lnTo>
                  <a:lnTo>
                    <a:pt x="109701" y="44392"/>
                  </a:lnTo>
                  <a:lnTo>
                    <a:pt x="109679" y="44448"/>
                  </a:lnTo>
                  <a:lnTo>
                    <a:pt x="109679" y="44504"/>
                  </a:lnTo>
                  <a:lnTo>
                    <a:pt x="109679" y="44588"/>
                  </a:lnTo>
                  <a:lnTo>
                    <a:pt x="109679" y="44671"/>
                  </a:lnTo>
                  <a:lnTo>
                    <a:pt x="109613" y="44727"/>
                  </a:lnTo>
                  <a:lnTo>
                    <a:pt x="109415" y="44644"/>
                  </a:lnTo>
                  <a:lnTo>
                    <a:pt x="109348" y="44755"/>
                  </a:lnTo>
                  <a:lnTo>
                    <a:pt x="109415" y="44783"/>
                  </a:lnTo>
                  <a:lnTo>
                    <a:pt x="109613" y="44755"/>
                  </a:lnTo>
                  <a:lnTo>
                    <a:pt x="109635" y="44783"/>
                  </a:lnTo>
                  <a:lnTo>
                    <a:pt x="109657" y="44839"/>
                  </a:lnTo>
                  <a:lnTo>
                    <a:pt x="109635" y="44979"/>
                  </a:lnTo>
                  <a:lnTo>
                    <a:pt x="109613" y="45146"/>
                  </a:lnTo>
                  <a:lnTo>
                    <a:pt x="109591" y="45258"/>
                  </a:lnTo>
                  <a:lnTo>
                    <a:pt x="109525" y="45314"/>
                  </a:lnTo>
                  <a:lnTo>
                    <a:pt x="109260" y="45397"/>
                  </a:lnTo>
                  <a:lnTo>
                    <a:pt x="109238" y="45425"/>
                  </a:lnTo>
                  <a:lnTo>
                    <a:pt x="109216" y="45509"/>
                  </a:lnTo>
                  <a:lnTo>
                    <a:pt x="109172" y="45565"/>
                  </a:lnTo>
                  <a:lnTo>
                    <a:pt x="109084" y="45649"/>
                  </a:lnTo>
                  <a:lnTo>
                    <a:pt x="109018" y="45621"/>
                  </a:lnTo>
                  <a:lnTo>
                    <a:pt x="108908" y="45565"/>
                  </a:lnTo>
                  <a:lnTo>
                    <a:pt x="108776" y="45425"/>
                  </a:lnTo>
                  <a:lnTo>
                    <a:pt x="108710" y="45258"/>
                  </a:lnTo>
                  <a:lnTo>
                    <a:pt x="108776" y="45314"/>
                  </a:lnTo>
                  <a:lnTo>
                    <a:pt x="108842" y="45258"/>
                  </a:lnTo>
                  <a:lnTo>
                    <a:pt x="108864" y="45118"/>
                  </a:lnTo>
                  <a:lnTo>
                    <a:pt x="108930" y="45006"/>
                  </a:lnTo>
                  <a:lnTo>
                    <a:pt x="108842" y="44979"/>
                  </a:lnTo>
                  <a:lnTo>
                    <a:pt x="108754" y="44979"/>
                  </a:lnTo>
                  <a:lnTo>
                    <a:pt x="108666" y="44951"/>
                  </a:lnTo>
                  <a:lnTo>
                    <a:pt x="109238" y="44281"/>
                  </a:lnTo>
                  <a:lnTo>
                    <a:pt x="110339" y="43862"/>
                  </a:lnTo>
                  <a:lnTo>
                    <a:pt x="110251" y="43750"/>
                  </a:lnTo>
                  <a:lnTo>
                    <a:pt x="110119" y="43694"/>
                  </a:lnTo>
                  <a:lnTo>
                    <a:pt x="110009" y="43666"/>
                  </a:lnTo>
                  <a:lnTo>
                    <a:pt x="109899" y="43694"/>
                  </a:lnTo>
                  <a:lnTo>
                    <a:pt x="109833" y="43806"/>
                  </a:lnTo>
                  <a:lnTo>
                    <a:pt x="109745" y="43890"/>
                  </a:lnTo>
                  <a:lnTo>
                    <a:pt x="109679" y="43973"/>
                  </a:lnTo>
                  <a:lnTo>
                    <a:pt x="109569" y="43946"/>
                  </a:lnTo>
                  <a:lnTo>
                    <a:pt x="109635" y="43862"/>
                  </a:lnTo>
                  <a:lnTo>
                    <a:pt x="109657" y="43806"/>
                  </a:lnTo>
                  <a:lnTo>
                    <a:pt x="109657" y="43694"/>
                  </a:lnTo>
                  <a:lnTo>
                    <a:pt x="109392" y="43638"/>
                  </a:lnTo>
                  <a:lnTo>
                    <a:pt x="109304" y="43583"/>
                  </a:lnTo>
                  <a:lnTo>
                    <a:pt x="109348" y="43583"/>
                  </a:lnTo>
                  <a:lnTo>
                    <a:pt x="109370" y="43555"/>
                  </a:lnTo>
                  <a:lnTo>
                    <a:pt x="109415" y="43471"/>
                  </a:lnTo>
                  <a:lnTo>
                    <a:pt x="109348" y="43415"/>
                  </a:lnTo>
                  <a:lnTo>
                    <a:pt x="109282" y="43387"/>
                  </a:lnTo>
                  <a:lnTo>
                    <a:pt x="109370" y="43303"/>
                  </a:lnTo>
                  <a:lnTo>
                    <a:pt x="109613" y="43471"/>
                  </a:lnTo>
                  <a:lnTo>
                    <a:pt x="109723" y="43555"/>
                  </a:lnTo>
                  <a:lnTo>
                    <a:pt x="111197" y="43694"/>
                  </a:lnTo>
                  <a:lnTo>
                    <a:pt x="111043" y="43862"/>
                  </a:lnTo>
                  <a:lnTo>
                    <a:pt x="110691" y="43806"/>
                  </a:lnTo>
                  <a:lnTo>
                    <a:pt x="110515" y="43834"/>
                  </a:lnTo>
                  <a:lnTo>
                    <a:pt x="110581" y="43890"/>
                  </a:lnTo>
                  <a:lnTo>
                    <a:pt x="110801" y="44113"/>
                  </a:lnTo>
                  <a:lnTo>
                    <a:pt x="110889" y="44141"/>
                  </a:lnTo>
                  <a:lnTo>
                    <a:pt x="111043" y="44085"/>
                  </a:lnTo>
                  <a:lnTo>
                    <a:pt x="111153" y="44113"/>
                  </a:lnTo>
                  <a:lnTo>
                    <a:pt x="111219" y="44253"/>
                  </a:lnTo>
                  <a:lnTo>
                    <a:pt x="111175" y="44281"/>
                  </a:lnTo>
                  <a:lnTo>
                    <a:pt x="111175" y="44392"/>
                  </a:lnTo>
                  <a:lnTo>
                    <a:pt x="111219" y="44588"/>
                  </a:lnTo>
                  <a:lnTo>
                    <a:pt x="111395" y="44727"/>
                  </a:lnTo>
                  <a:lnTo>
                    <a:pt x="111857" y="44923"/>
                  </a:lnTo>
                  <a:lnTo>
                    <a:pt x="111857" y="44979"/>
                  </a:lnTo>
                  <a:lnTo>
                    <a:pt x="111395" y="45062"/>
                  </a:lnTo>
                  <a:lnTo>
                    <a:pt x="111241" y="45146"/>
                  </a:lnTo>
                  <a:lnTo>
                    <a:pt x="111395" y="45342"/>
                  </a:lnTo>
                  <a:lnTo>
                    <a:pt x="111747" y="45314"/>
                  </a:lnTo>
                  <a:lnTo>
                    <a:pt x="111879" y="45481"/>
                  </a:lnTo>
                  <a:lnTo>
                    <a:pt x="111791" y="45704"/>
                  </a:lnTo>
                  <a:lnTo>
                    <a:pt x="111857" y="45900"/>
                  </a:lnTo>
                  <a:lnTo>
                    <a:pt x="111989" y="45984"/>
                  </a:lnTo>
                  <a:lnTo>
                    <a:pt x="112429" y="46040"/>
                  </a:lnTo>
                  <a:lnTo>
                    <a:pt x="112517" y="45928"/>
                  </a:lnTo>
                  <a:lnTo>
                    <a:pt x="112451" y="45649"/>
                  </a:lnTo>
                  <a:lnTo>
                    <a:pt x="112605" y="45397"/>
                  </a:lnTo>
                  <a:lnTo>
                    <a:pt x="112627" y="45258"/>
                  </a:lnTo>
                  <a:lnTo>
                    <a:pt x="112539" y="45230"/>
                  </a:lnTo>
                  <a:lnTo>
                    <a:pt x="112627" y="45090"/>
                  </a:lnTo>
                  <a:lnTo>
                    <a:pt x="112759" y="44951"/>
                  </a:lnTo>
                  <a:lnTo>
                    <a:pt x="112803" y="44755"/>
                  </a:lnTo>
                  <a:lnTo>
                    <a:pt x="112803" y="44644"/>
                  </a:lnTo>
                  <a:lnTo>
                    <a:pt x="112759" y="44281"/>
                  </a:lnTo>
                  <a:lnTo>
                    <a:pt x="112759" y="44169"/>
                  </a:lnTo>
                  <a:lnTo>
                    <a:pt x="112847" y="44281"/>
                  </a:lnTo>
                  <a:lnTo>
                    <a:pt x="112913" y="44420"/>
                  </a:lnTo>
                  <a:lnTo>
                    <a:pt x="112958" y="44588"/>
                  </a:lnTo>
                  <a:lnTo>
                    <a:pt x="113024" y="44811"/>
                  </a:lnTo>
                  <a:lnTo>
                    <a:pt x="113024" y="45062"/>
                  </a:lnTo>
                  <a:lnTo>
                    <a:pt x="112913" y="45314"/>
                  </a:lnTo>
                  <a:lnTo>
                    <a:pt x="112913" y="45537"/>
                  </a:lnTo>
                  <a:lnTo>
                    <a:pt x="112935" y="45565"/>
                  </a:lnTo>
                  <a:lnTo>
                    <a:pt x="112958" y="45593"/>
                  </a:lnTo>
                  <a:lnTo>
                    <a:pt x="112958" y="45649"/>
                  </a:lnTo>
                  <a:lnTo>
                    <a:pt x="113024" y="45760"/>
                  </a:lnTo>
                  <a:lnTo>
                    <a:pt x="113068" y="45788"/>
                  </a:lnTo>
                  <a:lnTo>
                    <a:pt x="113134" y="45788"/>
                  </a:lnTo>
                  <a:lnTo>
                    <a:pt x="113178" y="45816"/>
                  </a:lnTo>
                  <a:lnTo>
                    <a:pt x="113244" y="45844"/>
                  </a:lnTo>
                  <a:lnTo>
                    <a:pt x="113354" y="46040"/>
                  </a:lnTo>
                  <a:lnTo>
                    <a:pt x="113354" y="46179"/>
                  </a:lnTo>
                  <a:lnTo>
                    <a:pt x="113332" y="46347"/>
                  </a:lnTo>
                  <a:lnTo>
                    <a:pt x="113310" y="46458"/>
                  </a:lnTo>
                  <a:lnTo>
                    <a:pt x="113266" y="46430"/>
                  </a:lnTo>
                  <a:lnTo>
                    <a:pt x="113200" y="46291"/>
                  </a:lnTo>
                  <a:lnTo>
                    <a:pt x="113178" y="46151"/>
                  </a:lnTo>
                  <a:lnTo>
                    <a:pt x="113156" y="46040"/>
                  </a:lnTo>
                  <a:lnTo>
                    <a:pt x="113090" y="45900"/>
                  </a:lnTo>
                  <a:lnTo>
                    <a:pt x="112980" y="45872"/>
                  </a:lnTo>
                  <a:lnTo>
                    <a:pt x="112913" y="45928"/>
                  </a:lnTo>
                  <a:lnTo>
                    <a:pt x="112869" y="46067"/>
                  </a:lnTo>
                  <a:lnTo>
                    <a:pt x="112869" y="46235"/>
                  </a:lnTo>
                  <a:lnTo>
                    <a:pt x="112913" y="46375"/>
                  </a:lnTo>
                  <a:lnTo>
                    <a:pt x="112935" y="46458"/>
                  </a:lnTo>
                  <a:lnTo>
                    <a:pt x="112958" y="46570"/>
                  </a:lnTo>
                  <a:lnTo>
                    <a:pt x="112958" y="46710"/>
                  </a:lnTo>
                  <a:lnTo>
                    <a:pt x="113134" y="46793"/>
                  </a:lnTo>
                  <a:lnTo>
                    <a:pt x="113112" y="46933"/>
                  </a:lnTo>
                  <a:lnTo>
                    <a:pt x="113156" y="47045"/>
                  </a:lnTo>
                  <a:lnTo>
                    <a:pt x="113200" y="47156"/>
                  </a:lnTo>
                  <a:lnTo>
                    <a:pt x="113288" y="47073"/>
                  </a:lnTo>
                  <a:lnTo>
                    <a:pt x="113354" y="46961"/>
                  </a:lnTo>
                  <a:lnTo>
                    <a:pt x="113376" y="46989"/>
                  </a:lnTo>
                  <a:lnTo>
                    <a:pt x="113486" y="47212"/>
                  </a:lnTo>
                  <a:lnTo>
                    <a:pt x="113640" y="47408"/>
                  </a:lnTo>
                  <a:lnTo>
                    <a:pt x="114036" y="47408"/>
                  </a:lnTo>
                  <a:lnTo>
                    <a:pt x="114234" y="47463"/>
                  </a:lnTo>
                  <a:lnTo>
                    <a:pt x="114278" y="47519"/>
                  </a:lnTo>
                  <a:lnTo>
                    <a:pt x="114388" y="47798"/>
                  </a:lnTo>
                  <a:lnTo>
                    <a:pt x="114432" y="47910"/>
                  </a:lnTo>
                  <a:lnTo>
                    <a:pt x="114674" y="48189"/>
                  </a:lnTo>
                  <a:lnTo>
                    <a:pt x="114806" y="48301"/>
                  </a:lnTo>
                  <a:lnTo>
                    <a:pt x="114894" y="48413"/>
                  </a:lnTo>
                  <a:lnTo>
                    <a:pt x="114982" y="48552"/>
                  </a:lnTo>
                  <a:lnTo>
                    <a:pt x="114982" y="48664"/>
                  </a:lnTo>
                  <a:lnTo>
                    <a:pt x="114894" y="48664"/>
                  </a:lnTo>
                  <a:lnTo>
                    <a:pt x="114806" y="48580"/>
                  </a:lnTo>
                  <a:lnTo>
                    <a:pt x="114696" y="48413"/>
                  </a:lnTo>
                  <a:lnTo>
                    <a:pt x="114674" y="48273"/>
                  </a:lnTo>
                  <a:lnTo>
                    <a:pt x="114608" y="48189"/>
                  </a:lnTo>
                  <a:lnTo>
                    <a:pt x="114564" y="48189"/>
                  </a:lnTo>
                  <a:lnTo>
                    <a:pt x="114542" y="48301"/>
                  </a:lnTo>
                  <a:lnTo>
                    <a:pt x="114608" y="48413"/>
                  </a:lnTo>
                  <a:lnTo>
                    <a:pt x="114586" y="48413"/>
                  </a:lnTo>
                  <a:lnTo>
                    <a:pt x="114542" y="48441"/>
                  </a:lnTo>
                  <a:lnTo>
                    <a:pt x="114498" y="48441"/>
                  </a:lnTo>
                  <a:lnTo>
                    <a:pt x="114608" y="48580"/>
                  </a:lnTo>
                  <a:lnTo>
                    <a:pt x="114894" y="48832"/>
                  </a:lnTo>
                  <a:lnTo>
                    <a:pt x="114872" y="48943"/>
                  </a:lnTo>
                  <a:lnTo>
                    <a:pt x="114850" y="48999"/>
                  </a:lnTo>
                  <a:lnTo>
                    <a:pt x="114960" y="49055"/>
                  </a:lnTo>
                  <a:lnTo>
                    <a:pt x="115114" y="48859"/>
                  </a:lnTo>
                  <a:lnTo>
                    <a:pt x="115312" y="48887"/>
                  </a:lnTo>
                  <a:lnTo>
                    <a:pt x="115488" y="48832"/>
                  </a:lnTo>
                  <a:lnTo>
                    <a:pt x="115554" y="48859"/>
                  </a:lnTo>
                  <a:lnTo>
                    <a:pt x="115642" y="48524"/>
                  </a:lnTo>
                  <a:lnTo>
                    <a:pt x="115664" y="48496"/>
                  </a:lnTo>
                  <a:lnTo>
                    <a:pt x="115708" y="48441"/>
                  </a:lnTo>
                  <a:lnTo>
                    <a:pt x="115796" y="48329"/>
                  </a:lnTo>
                  <a:lnTo>
                    <a:pt x="116082" y="47687"/>
                  </a:lnTo>
                  <a:lnTo>
                    <a:pt x="116104" y="47575"/>
                  </a:lnTo>
                  <a:lnTo>
                    <a:pt x="116082" y="47575"/>
                  </a:lnTo>
                  <a:lnTo>
                    <a:pt x="116280" y="47324"/>
                  </a:lnTo>
                  <a:lnTo>
                    <a:pt x="116324" y="47156"/>
                  </a:lnTo>
                  <a:lnTo>
                    <a:pt x="116324" y="46849"/>
                  </a:lnTo>
                  <a:lnTo>
                    <a:pt x="116280" y="46682"/>
                  </a:lnTo>
                  <a:lnTo>
                    <a:pt x="116280" y="46598"/>
                  </a:lnTo>
                  <a:lnTo>
                    <a:pt x="116302" y="46514"/>
                  </a:lnTo>
                  <a:lnTo>
                    <a:pt x="116567" y="46458"/>
                  </a:lnTo>
                  <a:lnTo>
                    <a:pt x="116721" y="46235"/>
                  </a:lnTo>
                  <a:lnTo>
                    <a:pt x="117425" y="46123"/>
                  </a:lnTo>
                  <a:lnTo>
                    <a:pt x="117513" y="45984"/>
                  </a:lnTo>
                  <a:lnTo>
                    <a:pt x="117513" y="45816"/>
                  </a:lnTo>
                  <a:lnTo>
                    <a:pt x="117513" y="45537"/>
                  </a:lnTo>
                  <a:lnTo>
                    <a:pt x="117513" y="45425"/>
                  </a:lnTo>
                  <a:lnTo>
                    <a:pt x="117579" y="45314"/>
                  </a:lnTo>
                  <a:lnTo>
                    <a:pt x="117711" y="45090"/>
                  </a:lnTo>
                  <a:lnTo>
                    <a:pt x="117645" y="44951"/>
                  </a:lnTo>
                  <a:lnTo>
                    <a:pt x="117689" y="44811"/>
                  </a:lnTo>
                  <a:lnTo>
                    <a:pt x="117909" y="44588"/>
                  </a:lnTo>
                  <a:lnTo>
                    <a:pt x="117909" y="44504"/>
                  </a:lnTo>
                  <a:lnTo>
                    <a:pt x="117865" y="44392"/>
                  </a:lnTo>
                  <a:lnTo>
                    <a:pt x="117865" y="44308"/>
                  </a:lnTo>
                  <a:lnTo>
                    <a:pt x="117865" y="44281"/>
                  </a:lnTo>
                  <a:lnTo>
                    <a:pt x="118569" y="44197"/>
                  </a:lnTo>
                  <a:lnTo>
                    <a:pt x="118525" y="44085"/>
                  </a:lnTo>
                  <a:lnTo>
                    <a:pt x="118481" y="44001"/>
                  </a:lnTo>
                  <a:lnTo>
                    <a:pt x="118393" y="43890"/>
                  </a:lnTo>
                  <a:lnTo>
                    <a:pt x="118349" y="43694"/>
                  </a:lnTo>
                  <a:lnTo>
                    <a:pt x="118349" y="43583"/>
                  </a:lnTo>
                  <a:lnTo>
                    <a:pt x="118371" y="43443"/>
                  </a:lnTo>
                  <a:lnTo>
                    <a:pt x="118437" y="43192"/>
                  </a:lnTo>
                  <a:lnTo>
                    <a:pt x="118525" y="43024"/>
                  </a:lnTo>
                  <a:lnTo>
                    <a:pt x="118525" y="42996"/>
                  </a:lnTo>
                  <a:lnTo>
                    <a:pt x="118503" y="42912"/>
                  </a:lnTo>
                  <a:lnTo>
                    <a:pt x="118459" y="42773"/>
                  </a:lnTo>
                  <a:lnTo>
                    <a:pt x="118459" y="42745"/>
                  </a:lnTo>
                  <a:lnTo>
                    <a:pt x="118569" y="42214"/>
                  </a:lnTo>
                  <a:lnTo>
                    <a:pt x="118503" y="42103"/>
                  </a:lnTo>
                  <a:lnTo>
                    <a:pt x="118481" y="42103"/>
                  </a:lnTo>
                  <a:lnTo>
                    <a:pt x="118481" y="42019"/>
                  </a:lnTo>
                  <a:lnTo>
                    <a:pt x="118503" y="41963"/>
                  </a:lnTo>
                  <a:lnTo>
                    <a:pt x="118525" y="41907"/>
                  </a:lnTo>
                  <a:lnTo>
                    <a:pt x="118547" y="41879"/>
                  </a:lnTo>
                  <a:lnTo>
                    <a:pt x="118547" y="41824"/>
                  </a:lnTo>
                  <a:lnTo>
                    <a:pt x="118547" y="41656"/>
                  </a:lnTo>
                  <a:lnTo>
                    <a:pt x="118547" y="41600"/>
                  </a:lnTo>
                  <a:lnTo>
                    <a:pt x="118591" y="41461"/>
                  </a:lnTo>
                  <a:lnTo>
                    <a:pt x="118745" y="41349"/>
                  </a:lnTo>
                  <a:lnTo>
                    <a:pt x="118811" y="41237"/>
                  </a:lnTo>
                  <a:lnTo>
                    <a:pt x="118965" y="41126"/>
                  </a:lnTo>
                  <a:lnTo>
                    <a:pt x="119339" y="41265"/>
                  </a:lnTo>
                  <a:lnTo>
                    <a:pt x="119471" y="41154"/>
                  </a:lnTo>
                  <a:lnTo>
                    <a:pt x="119471" y="41098"/>
                  </a:lnTo>
                  <a:lnTo>
                    <a:pt x="119515" y="40902"/>
                  </a:lnTo>
                  <a:lnTo>
                    <a:pt x="119515" y="40846"/>
                  </a:lnTo>
                  <a:lnTo>
                    <a:pt x="119867" y="40874"/>
                  </a:lnTo>
                  <a:lnTo>
                    <a:pt x="119933" y="40791"/>
                  </a:lnTo>
                  <a:lnTo>
                    <a:pt x="119933" y="40623"/>
                  </a:lnTo>
                  <a:lnTo>
                    <a:pt x="119823" y="40316"/>
                  </a:lnTo>
                  <a:lnTo>
                    <a:pt x="119823" y="40232"/>
                  </a:lnTo>
                  <a:lnTo>
                    <a:pt x="119867" y="40148"/>
                  </a:lnTo>
                  <a:lnTo>
                    <a:pt x="119933" y="40148"/>
                  </a:lnTo>
                  <a:lnTo>
                    <a:pt x="119955" y="40120"/>
                  </a:lnTo>
                  <a:lnTo>
                    <a:pt x="119977" y="40065"/>
                  </a:lnTo>
                  <a:lnTo>
                    <a:pt x="119977" y="39981"/>
                  </a:lnTo>
                  <a:lnTo>
                    <a:pt x="119977" y="39953"/>
                  </a:lnTo>
                  <a:lnTo>
                    <a:pt x="119977" y="39869"/>
                  </a:lnTo>
                  <a:lnTo>
                    <a:pt x="119977" y="39813"/>
                  </a:lnTo>
                  <a:lnTo>
                    <a:pt x="120000" y="39785"/>
                  </a:lnTo>
                  <a:lnTo>
                    <a:pt x="119955" y="39730"/>
                  </a:lnTo>
                  <a:lnTo>
                    <a:pt x="119955" y="39562"/>
                  </a:lnTo>
                  <a:lnTo>
                    <a:pt x="119933" y="39534"/>
                  </a:lnTo>
                  <a:lnTo>
                    <a:pt x="119889" y="39450"/>
                  </a:lnTo>
                  <a:lnTo>
                    <a:pt x="119889" y="38892"/>
                  </a:lnTo>
                  <a:lnTo>
                    <a:pt x="119867" y="38724"/>
                  </a:lnTo>
                  <a:lnTo>
                    <a:pt x="119779" y="38194"/>
                  </a:lnTo>
                  <a:lnTo>
                    <a:pt x="119735" y="37915"/>
                  </a:lnTo>
                  <a:lnTo>
                    <a:pt x="119691" y="37356"/>
                  </a:lnTo>
                  <a:lnTo>
                    <a:pt x="119647" y="37049"/>
                  </a:lnTo>
                  <a:lnTo>
                    <a:pt x="119647" y="37049"/>
                  </a:lnTo>
                  <a:lnTo>
                    <a:pt x="119647" y="36742"/>
                  </a:lnTo>
                  <a:lnTo>
                    <a:pt x="119669" y="36435"/>
                  </a:lnTo>
                  <a:lnTo>
                    <a:pt x="119647" y="36128"/>
                  </a:lnTo>
                  <a:lnTo>
                    <a:pt x="119515" y="35821"/>
                  </a:lnTo>
                  <a:lnTo>
                    <a:pt x="119361" y="35681"/>
                  </a:lnTo>
                  <a:lnTo>
                    <a:pt x="119317" y="35625"/>
                  </a:lnTo>
                  <a:lnTo>
                    <a:pt x="119207" y="35458"/>
                  </a:lnTo>
                  <a:lnTo>
                    <a:pt x="119141" y="35402"/>
                  </a:lnTo>
                  <a:lnTo>
                    <a:pt x="118965" y="35151"/>
                  </a:lnTo>
                  <a:lnTo>
                    <a:pt x="118855" y="34983"/>
                  </a:lnTo>
                  <a:lnTo>
                    <a:pt x="118635" y="34732"/>
                  </a:lnTo>
                  <a:lnTo>
                    <a:pt x="118151" y="34536"/>
                  </a:lnTo>
                  <a:lnTo>
                    <a:pt x="117931" y="34341"/>
                  </a:lnTo>
                  <a:lnTo>
                    <a:pt x="117645" y="33950"/>
                  </a:lnTo>
                  <a:lnTo>
                    <a:pt x="117579" y="33922"/>
                  </a:lnTo>
                  <a:lnTo>
                    <a:pt x="117469" y="33894"/>
                  </a:lnTo>
                  <a:lnTo>
                    <a:pt x="117359" y="33811"/>
                  </a:lnTo>
                  <a:lnTo>
                    <a:pt x="117227" y="33699"/>
                  </a:lnTo>
                  <a:lnTo>
                    <a:pt x="117095" y="33531"/>
                  </a:lnTo>
                  <a:lnTo>
                    <a:pt x="117139" y="33503"/>
                  </a:lnTo>
                  <a:lnTo>
                    <a:pt x="117161" y="33476"/>
                  </a:lnTo>
                  <a:lnTo>
                    <a:pt x="117183" y="33448"/>
                  </a:lnTo>
                  <a:lnTo>
                    <a:pt x="117095" y="33392"/>
                  </a:lnTo>
                  <a:lnTo>
                    <a:pt x="116941" y="33392"/>
                  </a:lnTo>
                  <a:lnTo>
                    <a:pt x="116699" y="33224"/>
                  </a:lnTo>
                  <a:lnTo>
                    <a:pt x="116655" y="33196"/>
                  </a:lnTo>
                  <a:lnTo>
                    <a:pt x="116633" y="33140"/>
                  </a:lnTo>
                  <a:lnTo>
                    <a:pt x="116611" y="33113"/>
                  </a:lnTo>
                  <a:lnTo>
                    <a:pt x="116611" y="33057"/>
                  </a:lnTo>
                  <a:lnTo>
                    <a:pt x="116567" y="32973"/>
                  </a:lnTo>
                  <a:lnTo>
                    <a:pt x="116479" y="32917"/>
                  </a:lnTo>
                  <a:lnTo>
                    <a:pt x="116258" y="32833"/>
                  </a:lnTo>
                  <a:lnTo>
                    <a:pt x="116148" y="32722"/>
                  </a:lnTo>
                  <a:lnTo>
                    <a:pt x="116082" y="32638"/>
                  </a:lnTo>
                  <a:lnTo>
                    <a:pt x="116016" y="32526"/>
                  </a:lnTo>
                  <a:lnTo>
                    <a:pt x="115906" y="32303"/>
                  </a:lnTo>
                  <a:lnTo>
                    <a:pt x="115906" y="32247"/>
                  </a:lnTo>
                  <a:lnTo>
                    <a:pt x="115906" y="32247"/>
                  </a:lnTo>
                  <a:lnTo>
                    <a:pt x="115906" y="32247"/>
                  </a:lnTo>
                  <a:lnTo>
                    <a:pt x="115884" y="32163"/>
                  </a:lnTo>
                  <a:lnTo>
                    <a:pt x="115906" y="32163"/>
                  </a:lnTo>
                  <a:lnTo>
                    <a:pt x="115840" y="32052"/>
                  </a:lnTo>
                  <a:lnTo>
                    <a:pt x="115686" y="31884"/>
                  </a:lnTo>
                  <a:lnTo>
                    <a:pt x="115642" y="31772"/>
                  </a:lnTo>
                  <a:lnTo>
                    <a:pt x="115686" y="31744"/>
                  </a:lnTo>
                  <a:lnTo>
                    <a:pt x="115686" y="31605"/>
                  </a:lnTo>
                  <a:lnTo>
                    <a:pt x="115686" y="31493"/>
                  </a:lnTo>
                  <a:lnTo>
                    <a:pt x="115708" y="31409"/>
                  </a:lnTo>
                  <a:lnTo>
                    <a:pt x="115664" y="31409"/>
                  </a:lnTo>
                  <a:lnTo>
                    <a:pt x="115664" y="31298"/>
                  </a:lnTo>
                  <a:lnTo>
                    <a:pt x="115664" y="31186"/>
                  </a:lnTo>
                  <a:lnTo>
                    <a:pt x="115686" y="31074"/>
                  </a:lnTo>
                  <a:lnTo>
                    <a:pt x="115752" y="30963"/>
                  </a:lnTo>
                  <a:lnTo>
                    <a:pt x="115686" y="30879"/>
                  </a:lnTo>
                  <a:lnTo>
                    <a:pt x="115554" y="30711"/>
                  </a:lnTo>
                  <a:lnTo>
                    <a:pt x="115620" y="30711"/>
                  </a:lnTo>
                  <a:lnTo>
                    <a:pt x="115752" y="30572"/>
                  </a:lnTo>
                  <a:lnTo>
                    <a:pt x="115840" y="30460"/>
                  </a:lnTo>
                  <a:lnTo>
                    <a:pt x="115752" y="29790"/>
                  </a:lnTo>
                  <a:lnTo>
                    <a:pt x="115708" y="29623"/>
                  </a:lnTo>
                  <a:lnTo>
                    <a:pt x="115576" y="29595"/>
                  </a:lnTo>
                  <a:lnTo>
                    <a:pt x="115554" y="29623"/>
                  </a:lnTo>
                  <a:lnTo>
                    <a:pt x="115532" y="29762"/>
                  </a:lnTo>
                  <a:lnTo>
                    <a:pt x="115532" y="29986"/>
                  </a:lnTo>
                  <a:lnTo>
                    <a:pt x="115510" y="30041"/>
                  </a:lnTo>
                  <a:lnTo>
                    <a:pt x="115510" y="30069"/>
                  </a:lnTo>
                  <a:lnTo>
                    <a:pt x="115488" y="30097"/>
                  </a:lnTo>
                  <a:lnTo>
                    <a:pt x="115488" y="30153"/>
                  </a:lnTo>
                  <a:lnTo>
                    <a:pt x="115510" y="30293"/>
                  </a:lnTo>
                  <a:lnTo>
                    <a:pt x="115510" y="30321"/>
                  </a:lnTo>
                  <a:lnTo>
                    <a:pt x="115510" y="30348"/>
                  </a:lnTo>
                  <a:lnTo>
                    <a:pt x="115444" y="30516"/>
                  </a:lnTo>
                  <a:lnTo>
                    <a:pt x="115400" y="30656"/>
                  </a:lnTo>
                  <a:lnTo>
                    <a:pt x="115290" y="30684"/>
                  </a:lnTo>
                  <a:lnTo>
                    <a:pt x="114916" y="30572"/>
                  </a:lnTo>
                  <a:lnTo>
                    <a:pt x="114850" y="30488"/>
                  </a:lnTo>
                  <a:lnTo>
                    <a:pt x="114806" y="30376"/>
                  </a:lnTo>
                  <a:lnTo>
                    <a:pt x="114784" y="30321"/>
                  </a:lnTo>
                  <a:lnTo>
                    <a:pt x="114850" y="29818"/>
                  </a:lnTo>
                  <a:lnTo>
                    <a:pt x="114850" y="29595"/>
                  </a:lnTo>
                  <a:lnTo>
                    <a:pt x="114828" y="29399"/>
                  </a:lnTo>
                  <a:lnTo>
                    <a:pt x="114718" y="29120"/>
                  </a:lnTo>
                  <a:lnTo>
                    <a:pt x="114630" y="29148"/>
                  </a:lnTo>
                  <a:lnTo>
                    <a:pt x="114476" y="29427"/>
                  </a:lnTo>
                  <a:lnTo>
                    <a:pt x="114388" y="29427"/>
                  </a:lnTo>
                  <a:lnTo>
                    <a:pt x="114256" y="29371"/>
                  </a:lnTo>
                  <a:lnTo>
                    <a:pt x="114124" y="29260"/>
                  </a:lnTo>
                  <a:lnTo>
                    <a:pt x="113992" y="29092"/>
                  </a:lnTo>
                  <a:lnTo>
                    <a:pt x="114102" y="29008"/>
                  </a:lnTo>
                  <a:lnTo>
                    <a:pt x="114366" y="28980"/>
                  </a:lnTo>
                  <a:lnTo>
                    <a:pt x="114410" y="28757"/>
                  </a:lnTo>
                  <a:lnTo>
                    <a:pt x="114322" y="28590"/>
                  </a:lnTo>
                  <a:lnTo>
                    <a:pt x="113970" y="28422"/>
                  </a:lnTo>
                  <a:lnTo>
                    <a:pt x="113904" y="28366"/>
                  </a:lnTo>
                  <a:lnTo>
                    <a:pt x="113838" y="28255"/>
                  </a:lnTo>
                  <a:lnTo>
                    <a:pt x="113794" y="28199"/>
                  </a:lnTo>
                  <a:lnTo>
                    <a:pt x="113750" y="28199"/>
                  </a:lnTo>
                  <a:lnTo>
                    <a:pt x="113530" y="28366"/>
                  </a:lnTo>
                  <a:lnTo>
                    <a:pt x="113486" y="28366"/>
                  </a:lnTo>
                  <a:lnTo>
                    <a:pt x="113398" y="28310"/>
                  </a:lnTo>
                  <a:lnTo>
                    <a:pt x="113354" y="28255"/>
                  </a:lnTo>
                  <a:lnTo>
                    <a:pt x="113310" y="28115"/>
                  </a:lnTo>
                  <a:lnTo>
                    <a:pt x="113310" y="27975"/>
                  </a:lnTo>
                  <a:lnTo>
                    <a:pt x="113354" y="27947"/>
                  </a:lnTo>
                  <a:lnTo>
                    <a:pt x="113464" y="28003"/>
                  </a:lnTo>
                  <a:lnTo>
                    <a:pt x="113552" y="27947"/>
                  </a:lnTo>
                  <a:lnTo>
                    <a:pt x="113684" y="27808"/>
                  </a:lnTo>
                  <a:lnTo>
                    <a:pt x="113706" y="27696"/>
                  </a:lnTo>
                  <a:lnTo>
                    <a:pt x="113530" y="27668"/>
                  </a:lnTo>
                  <a:lnTo>
                    <a:pt x="113486" y="27612"/>
                  </a:lnTo>
                  <a:lnTo>
                    <a:pt x="113420" y="27501"/>
                  </a:lnTo>
                  <a:lnTo>
                    <a:pt x="113354" y="27473"/>
                  </a:lnTo>
                  <a:lnTo>
                    <a:pt x="113266" y="27501"/>
                  </a:lnTo>
                  <a:lnTo>
                    <a:pt x="113244" y="27473"/>
                  </a:lnTo>
                  <a:lnTo>
                    <a:pt x="113178" y="27389"/>
                  </a:lnTo>
                  <a:lnTo>
                    <a:pt x="113200" y="27138"/>
                  </a:lnTo>
                  <a:lnTo>
                    <a:pt x="113332" y="27138"/>
                  </a:lnTo>
                  <a:lnTo>
                    <a:pt x="113728" y="27445"/>
                  </a:lnTo>
                  <a:lnTo>
                    <a:pt x="113882" y="27501"/>
                  </a:lnTo>
                  <a:lnTo>
                    <a:pt x="114388" y="27557"/>
                  </a:lnTo>
                  <a:lnTo>
                    <a:pt x="114498" y="27473"/>
                  </a:lnTo>
                  <a:lnTo>
                    <a:pt x="114564" y="27333"/>
                  </a:lnTo>
                  <a:lnTo>
                    <a:pt x="114564" y="27166"/>
                  </a:lnTo>
                  <a:lnTo>
                    <a:pt x="114542" y="27110"/>
                  </a:lnTo>
                  <a:lnTo>
                    <a:pt x="114410" y="27082"/>
                  </a:lnTo>
                  <a:lnTo>
                    <a:pt x="114278" y="26942"/>
                  </a:lnTo>
                  <a:lnTo>
                    <a:pt x="114190" y="26859"/>
                  </a:lnTo>
                  <a:lnTo>
                    <a:pt x="114168" y="26803"/>
                  </a:lnTo>
                  <a:lnTo>
                    <a:pt x="114322" y="26803"/>
                  </a:lnTo>
                  <a:lnTo>
                    <a:pt x="114630" y="26886"/>
                  </a:lnTo>
                  <a:lnTo>
                    <a:pt x="114784" y="26886"/>
                  </a:lnTo>
                  <a:lnTo>
                    <a:pt x="114872" y="26942"/>
                  </a:lnTo>
                  <a:lnTo>
                    <a:pt x="115070" y="27445"/>
                  </a:lnTo>
                  <a:lnTo>
                    <a:pt x="115136" y="27557"/>
                  </a:lnTo>
                  <a:lnTo>
                    <a:pt x="115290" y="27557"/>
                  </a:lnTo>
                  <a:lnTo>
                    <a:pt x="115334" y="27501"/>
                  </a:lnTo>
                  <a:lnTo>
                    <a:pt x="115400" y="27277"/>
                  </a:lnTo>
                  <a:lnTo>
                    <a:pt x="115532" y="27138"/>
                  </a:lnTo>
                  <a:lnTo>
                    <a:pt x="115576" y="27082"/>
                  </a:lnTo>
                  <a:lnTo>
                    <a:pt x="115620" y="27026"/>
                  </a:lnTo>
                  <a:lnTo>
                    <a:pt x="115642" y="26803"/>
                  </a:lnTo>
                  <a:lnTo>
                    <a:pt x="115620" y="26663"/>
                  </a:lnTo>
                  <a:lnTo>
                    <a:pt x="115576" y="26579"/>
                  </a:lnTo>
                  <a:lnTo>
                    <a:pt x="115510" y="26440"/>
                  </a:lnTo>
                  <a:lnTo>
                    <a:pt x="115664" y="26440"/>
                  </a:lnTo>
                  <a:lnTo>
                    <a:pt x="115950" y="26523"/>
                  </a:lnTo>
                  <a:lnTo>
                    <a:pt x="116016" y="26496"/>
                  </a:lnTo>
                  <a:lnTo>
                    <a:pt x="116082" y="26440"/>
                  </a:lnTo>
                  <a:lnTo>
                    <a:pt x="116368" y="25686"/>
                  </a:lnTo>
                  <a:lnTo>
                    <a:pt x="116434" y="25546"/>
                  </a:lnTo>
                  <a:lnTo>
                    <a:pt x="116545" y="25463"/>
                  </a:lnTo>
                  <a:lnTo>
                    <a:pt x="116633" y="25295"/>
                  </a:lnTo>
                  <a:lnTo>
                    <a:pt x="116633" y="25100"/>
                  </a:lnTo>
                  <a:lnTo>
                    <a:pt x="116787" y="24932"/>
                  </a:lnTo>
                  <a:lnTo>
                    <a:pt x="116809" y="24876"/>
                  </a:lnTo>
                  <a:lnTo>
                    <a:pt x="116809" y="24681"/>
                  </a:lnTo>
                  <a:lnTo>
                    <a:pt x="116787" y="24569"/>
                  </a:lnTo>
                  <a:lnTo>
                    <a:pt x="116765" y="24541"/>
                  </a:lnTo>
                  <a:lnTo>
                    <a:pt x="116721" y="24429"/>
                  </a:lnTo>
                  <a:lnTo>
                    <a:pt x="116633" y="24178"/>
                  </a:lnTo>
                  <a:lnTo>
                    <a:pt x="116589" y="23899"/>
                  </a:lnTo>
                  <a:lnTo>
                    <a:pt x="116567" y="23759"/>
                  </a:lnTo>
                  <a:lnTo>
                    <a:pt x="116567" y="23704"/>
                  </a:lnTo>
                  <a:lnTo>
                    <a:pt x="116611" y="23620"/>
                  </a:lnTo>
                  <a:lnTo>
                    <a:pt x="116589" y="23536"/>
                  </a:lnTo>
                  <a:lnTo>
                    <a:pt x="116523" y="23452"/>
                  </a:lnTo>
                  <a:lnTo>
                    <a:pt x="116412" y="23396"/>
                  </a:lnTo>
                  <a:lnTo>
                    <a:pt x="116390" y="23313"/>
                  </a:lnTo>
                  <a:lnTo>
                    <a:pt x="116346" y="23229"/>
                  </a:lnTo>
                  <a:lnTo>
                    <a:pt x="116324" y="23229"/>
                  </a:lnTo>
                  <a:lnTo>
                    <a:pt x="116016" y="22810"/>
                  </a:lnTo>
                  <a:lnTo>
                    <a:pt x="115950" y="22782"/>
                  </a:lnTo>
                  <a:lnTo>
                    <a:pt x="115906" y="22754"/>
                  </a:lnTo>
                  <a:lnTo>
                    <a:pt x="115840" y="22754"/>
                  </a:lnTo>
                  <a:lnTo>
                    <a:pt x="115774" y="22782"/>
                  </a:lnTo>
                  <a:lnTo>
                    <a:pt x="115752" y="22866"/>
                  </a:lnTo>
                  <a:lnTo>
                    <a:pt x="115664" y="22922"/>
                  </a:lnTo>
                  <a:lnTo>
                    <a:pt x="115620" y="22950"/>
                  </a:lnTo>
                  <a:lnTo>
                    <a:pt x="115620" y="23033"/>
                  </a:lnTo>
                  <a:lnTo>
                    <a:pt x="115576" y="23201"/>
                  </a:lnTo>
                  <a:lnTo>
                    <a:pt x="115576" y="23285"/>
                  </a:lnTo>
                  <a:lnTo>
                    <a:pt x="115532" y="23313"/>
                  </a:lnTo>
                  <a:lnTo>
                    <a:pt x="115488" y="23285"/>
                  </a:lnTo>
                  <a:lnTo>
                    <a:pt x="115422" y="23201"/>
                  </a:lnTo>
                  <a:lnTo>
                    <a:pt x="115444" y="23201"/>
                  </a:lnTo>
                  <a:lnTo>
                    <a:pt x="115422" y="23145"/>
                  </a:lnTo>
                  <a:lnTo>
                    <a:pt x="115422" y="23033"/>
                  </a:lnTo>
                  <a:lnTo>
                    <a:pt x="115400" y="23006"/>
                  </a:lnTo>
                  <a:lnTo>
                    <a:pt x="115356" y="22950"/>
                  </a:lnTo>
                  <a:lnTo>
                    <a:pt x="115312" y="22922"/>
                  </a:lnTo>
                  <a:lnTo>
                    <a:pt x="115290" y="22922"/>
                  </a:lnTo>
                  <a:lnTo>
                    <a:pt x="115268" y="22922"/>
                  </a:lnTo>
                  <a:lnTo>
                    <a:pt x="115180" y="22782"/>
                  </a:lnTo>
                  <a:lnTo>
                    <a:pt x="115048" y="22726"/>
                  </a:lnTo>
                  <a:lnTo>
                    <a:pt x="114960" y="22698"/>
                  </a:lnTo>
                  <a:lnTo>
                    <a:pt x="114850" y="22754"/>
                  </a:lnTo>
                  <a:lnTo>
                    <a:pt x="114784" y="22866"/>
                  </a:lnTo>
                  <a:lnTo>
                    <a:pt x="114718" y="22866"/>
                  </a:lnTo>
                  <a:lnTo>
                    <a:pt x="114696" y="22866"/>
                  </a:lnTo>
                  <a:lnTo>
                    <a:pt x="114652" y="22754"/>
                  </a:lnTo>
                  <a:lnTo>
                    <a:pt x="114630" y="22754"/>
                  </a:lnTo>
                  <a:lnTo>
                    <a:pt x="114586" y="22782"/>
                  </a:lnTo>
                  <a:lnTo>
                    <a:pt x="114476" y="22922"/>
                  </a:lnTo>
                  <a:lnTo>
                    <a:pt x="114014" y="23313"/>
                  </a:lnTo>
                  <a:lnTo>
                    <a:pt x="114124" y="23061"/>
                  </a:lnTo>
                  <a:lnTo>
                    <a:pt x="114388" y="22671"/>
                  </a:lnTo>
                  <a:lnTo>
                    <a:pt x="114806" y="22391"/>
                  </a:lnTo>
                  <a:lnTo>
                    <a:pt x="114850" y="22252"/>
                  </a:lnTo>
                  <a:lnTo>
                    <a:pt x="114850" y="22196"/>
                  </a:lnTo>
                  <a:lnTo>
                    <a:pt x="114828" y="22112"/>
                  </a:lnTo>
                  <a:lnTo>
                    <a:pt x="114828" y="22056"/>
                  </a:lnTo>
                  <a:lnTo>
                    <a:pt x="114806" y="21945"/>
                  </a:lnTo>
                  <a:lnTo>
                    <a:pt x="114806" y="21861"/>
                  </a:lnTo>
                  <a:lnTo>
                    <a:pt x="114850" y="21861"/>
                  </a:lnTo>
                  <a:lnTo>
                    <a:pt x="114960" y="21861"/>
                  </a:lnTo>
                  <a:lnTo>
                    <a:pt x="115026" y="21861"/>
                  </a:lnTo>
                  <a:lnTo>
                    <a:pt x="115092" y="21805"/>
                  </a:lnTo>
                  <a:lnTo>
                    <a:pt x="115180" y="21665"/>
                  </a:lnTo>
                  <a:lnTo>
                    <a:pt x="115224" y="21079"/>
                  </a:lnTo>
                  <a:lnTo>
                    <a:pt x="115224" y="21023"/>
                  </a:lnTo>
                  <a:lnTo>
                    <a:pt x="115356" y="20744"/>
                  </a:lnTo>
                  <a:lnTo>
                    <a:pt x="115400" y="20604"/>
                  </a:lnTo>
                  <a:lnTo>
                    <a:pt x="115466" y="20549"/>
                  </a:lnTo>
                  <a:lnTo>
                    <a:pt x="115730" y="20549"/>
                  </a:lnTo>
                  <a:lnTo>
                    <a:pt x="115708" y="20493"/>
                  </a:lnTo>
                  <a:lnTo>
                    <a:pt x="115664" y="20437"/>
                  </a:lnTo>
                  <a:lnTo>
                    <a:pt x="115576" y="20325"/>
                  </a:lnTo>
                  <a:lnTo>
                    <a:pt x="115488" y="20158"/>
                  </a:lnTo>
                  <a:lnTo>
                    <a:pt x="115312" y="19683"/>
                  </a:lnTo>
                  <a:lnTo>
                    <a:pt x="115290" y="19627"/>
                  </a:lnTo>
                  <a:lnTo>
                    <a:pt x="115246" y="19627"/>
                  </a:lnTo>
                  <a:lnTo>
                    <a:pt x="115092" y="19571"/>
                  </a:lnTo>
                  <a:lnTo>
                    <a:pt x="115048" y="19599"/>
                  </a:lnTo>
                  <a:lnTo>
                    <a:pt x="114960" y="19683"/>
                  </a:lnTo>
                  <a:lnTo>
                    <a:pt x="114850" y="19683"/>
                  </a:lnTo>
                  <a:lnTo>
                    <a:pt x="114344" y="19404"/>
                  </a:lnTo>
                  <a:lnTo>
                    <a:pt x="113992" y="19320"/>
                  </a:lnTo>
                  <a:lnTo>
                    <a:pt x="113310" y="19432"/>
                  </a:lnTo>
                  <a:lnTo>
                    <a:pt x="113156" y="19571"/>
                  </a:lnTo>
                  <a:lnTo>
                    <a:pt x="113200" y="19655"/>
                  </a:lnTo>
                  <a:lnTo>
                    <a:pt x="113244" y="19711"/>
                  </a:lnTo>
                  <a:lnTo>
                    <a:pt x="113266" y="19739"/>
                  </a:lnTo>
                  <a:lnTo>
                    <a:pt x="112715" y="20046"/>
                  </a:lnTo>
                  <a:lnTo>
                    <a:pt x="112627" y="20046"/>
                  </a:lnTo>
                  <a:lnTo>
                    <a:pt x="112495" y="19906"/>
                  </a:lnTo>
                  <a:lnTo>
                    <a:pt x="112649" y="19767"/>
                  </a:lnTo>
                  <a:lnTo>
                    <a:pt x="112649" y="19655"/>
                  </a:lnTo>
                  <a:lnTo>
                    <a:pt x="112539" y="19543"/>
                  </a:lnTo>
                  <a:lnTo>
                    <a:pt x="112605" y="19432"/>
                  </a:lnTo>
                  <a:lnTo>
                    <a:pt x="112759" y="19460"/>
                  </a:lnTo>
                  <a:lnTo>
                    <a:pt x="112847" y="19376"/>
                  </a:lnTo>
                  <a:lnTo>
                    <a:pt x="112737" y="19208"/>
                  </a:lnTo>
                  <a:lnTo>
                    <a:pt x="112605" y="19097"/>
                  </a:lnTo>
                  <a:lnTo>
                    <a:pt x="112451" y="19013"/>
                  </a:lnTo>
                  <a:lnTo>
                    <a:pt x="112253" y="18929"/>
                  </a:lnTo>
                  <a:lnTo>
                    <a:pt x="112033" y="18650"/>
                  </a:lnTo>
                  <a:lnTo>
                    <a:pt x="111901" y="18594"/>
                  </a:lnTo>
                  <a:lnTo>
                    <a:pt x="111901" y="18538"/>
                  </a:lnTo>
                  <a:lnTo>
                    <a:pt x="112297" y="18650"/>
                  </a:lnTo>
                  <a:lnTo>
                    <a:pt x="112407" y="18538"/>
                  </a:lnTo>
                  <a:lnTo>
                    <a:pt x="112297" y="18399"/>
                  </a:lnTo>
                  <a:lnTo>
                    <a:pt x="112187" y="18343"/>
                  </a:lnTo>
                  <a:lnTo>
                    <a:pt x="109415" y="17980"/>
                  </a:lnTo>
                  <a:lnTo>
                    <a:pt x="109194" y="18036"/>
                  </a:lnTo>
                  <a:lnTo>
                    <a:pt x="109128" y="18036"/>
                  </a:lnTo>
                  <a:lnTo>
                    <a:pt x="109128" y="17980"/>
                  </a:lnTo>
                  <a:lnTo>
                    <a:pt x="109150" y="17896"/>
                  </a:lnTo>
                  <a:lnTo>
                    <a:pt x="109194" y="17812"/>
                  </a:lnTo>
                  <a:lnTo>
                    <a:pt x="111373" y="17812"/>
                  </a:lnTo>
                  <a:lnTo>
                    <a:pt x="111439" y="17701"/>
                  </a:lnTo>
                  <a:lnTo>
                    <a:pt x="111087" y="17366"/>
                  </a:lnTo>
                  <a:lnTo>
                    <a:pt x="110999" y="17254"/>
                  </a:lnTo>
                  <a:lnTo>
                    <a:pt x="110933" y="17170"/>
                  </a:lnTo>
                  <a:lnTo>
                    <a:pt x="110537" y="17226"/>
                  </a:lnTo>
                  <a:lnTo>
                    <a:pt x="110977" y="16947"/>
                  </a:lnTo>
                  <a:lnTo>
                    <a:pt x="111021" y="16863"/>
                  </a:lnTo>
                  <a:lnTo>
                    <a:pt x="110713" y="16724"/>
                  </a:lnTo>
                  <a:lnTo>
                    <a:pt x="110713" y="16640"/>
                  </a:lnTo>
                  <a:lnTo>
                    <a:pt x="110801" y="16612"/>
                  </a:lnTo>
                  <a:lnTo>
                    <a:pt x="110867" y="16556"/>
                  </a:lnTo>
                  <a:lnTo>
                    <a:pt x="110823" y="16556"/>
                  </a:lnTo>
                  <a:lnTo>
                    <a:pt x="110801" y="16556"/>
                  </a:lnTo>
                  <a:lnTo>
                    <a:pt x="110779" y="16500"/>
                  </a:lnTo>
                  <a:lnTo>
                    <a:pt x="110757" y="16444"/>
                  </a:lnTo>
                  <a:lnTo>
                    <a:pt x="111197" y="16389"/>
                  </a:lnTo>
                  <a:lnTo>
                    <a:pt x="111329" y="16528"/>
                  </a:lnTo>
                  <a:lnTo>
                    <a:pt x="111395" y="16556"/>
                  </a:lnTo>
                  <a:lnTo>
                    <a:pt x="111769" y="16193"/>
                  </a:lnTo>
                  <a:lnTo>
                    <a:pt x="111307" y="16277"/>
                  </a:lnTo>
                  <a:lnTo>
                    <a:pt x="110801" y="16137"/>
                  </a:lnTo>
                  <a:lnTo>
                    <a:pt x="110779" y="16053"/>
                  </a:lnTo>
                  <a:lnTo>
                    <a:pt x="110779" y="16026"/>
                  </a:lnTo>
                  <a:lnTo>
                    <a:pt x="110691" y="15914"/>
                  </a:lnTo>
                  <a:lnTo>
                    <a:pt x="110581" y="15914"/>
                  </a:lnTo>
                  <a:lnTo>
                    <a:pt x="110427" y="15998"/>
                  </a:lnTo>
                  <a:lnTo>
                    <a:pt x="110449" y="16053"/>
                  </a:lnTo>
                  <a:lnTo>
                    <a:pt x="110471" y="16081"/>
                  </a:lnTo>
                  <a:lnTo>
                    <a:pt x="110515" y="16109"/>
                  </a:lnTo>
                  <a:lnTo>
                    <a:pt x="110537" y="16081"/>
                  </a:lnTo>
                  <a:lnTo>
                    <a:pt x="110493" y="16165"/>
                  </a:lnTo>
                  <a:lnTo>
                    <a:pt x="109855" y="16249"/>
                  </a:lnTo>
                  <a:lnTo>
                    <a:pt x="109569" y="16444"/>
                  </a:lnTo>
                  <a:lnTo>
                    <a:pt x="108864" y="16389"/>
                  </a:lnTo>
                  <a:lnTo>
                    <a:pt x="108798" y="16444"/>
                  </a:lnTo>
                  <a:lnTo>
                    <a:pt x="108732" y="16668"/>
                  </a:lnTo>
                  <a:lnTo>
                    <a:pt x="108644" y="16724"/>
                  </a:lnTo>
                  <a:lnTo>
                    <a:pt x="108380" y="16668"/>
                  </a:lnTo>
                  <a:lnTo>
                    <a:pt x="108270" y="16807"/>
                  </a:lnTo>
                  <a:lnTo>
                    <a:pt x="107698" y="16724"/>
                  </a:lnTo>
                  <a:lnTo>
                    <a:pt x="107566" y="16779"/>
                  </a:lnTo>
                  <a:lnTo>
                    <a:pt x="107500" y="16779"/>
                  </a:lnTo>
                  <a:lnTo>
                    <a:pt x="107280" y="16584"/>
                  </a:lnTo>
                  <a:lnTo>
                    <a:pt x="106620" y="16500"/>
                  </a:lnTo>
                  <a:lnTo>
                    <a:pt x="106136" y="15998"/>
                  </a:lnTo>
                  <a:lnTo>
                    <a:pt x="105894" y="15914"/>
                  </a:lnTo>
                  <a:lnTo>
                    <a:pt x="105783" y="16026"/>
                  </a:lnTo>
                  <a:lnTo>
                    <a:pt x="105761" y="15998"/>
                  </a:lnTo>
                  <a:lnTo>
                    <a:pt x="105717" y="15914"/>
                  </a:lnTo>
                  <a:lnTo>
                    <a:pt x="105695" y="15886"/>
                  </a:lnTo>
                  <a:lnTo>
                    <a:pt x="105607" y="15802"/>
                  </a:lnTo>
                  <a:lnTo>
                    <a:pt x="105585" y="15774"/>
                  </a:lnTo>
                  <a:lnTo>
                    <a:pt x="104639" y="16109"/>
                  </a:lnTo>
                  <a:lnTo>
                    <a:pt x="104551" y="16277"/>
                  </a:lnTo>
                  <a:lnTo>
                    <a:pt x="104463" y="16333"/>
                  </a:lnTo>
                  <a:lnTo>
                    <a:pt x="104177" y="16165"/>
                  </a:lnTo>
                  <a:lnTo>
                    <a:pt x="104089" y="16277"/>
                  </a:lnTo>
                  <a:lnTo>
                    <a:pt x="104199" y="16361"/>
                  </a:lnTo>
                  <a:lnTo>
                    <a:pt x="104243" y="16416"/>
                  </a:lnTo>
                  <a:lnTo>
                    <a:pt x="104199" y="16584"/>
                  </a:lnTo>
                  <a:lnTo>
                    <a:pt x="104155" y="16640"/>
                  </a:lnTo>
                  <a:lnTo>
                    <a:pt x="103825" y="16835"/>
                  </a:lnTo>
                  <a:lnTo>
                    <a:pt x="103759" y="16919"/>
                  </a:lnTo>
                  <a:lnTo>
                    <a:pt x="103803" y="17114"/>
                  </a:lnTo>
                  <a:lnTo>
                    <a:pt x="103671" y="17142"/>
                  </a:lnTo>
                  <a:lnTo>
                    <a:pt x="103429" y="17059"/>
                  </a:lnTo>
                  <a:lnTo>
                    <a:pt x="102945" y="16640"/>
                  </a:lnTo>
                  <a:lnTo>
                    <a:pt x="102813" y="16612"/>
                  </a:lnTo>
                  <a:lnTo>
                    <a:pt x="102262" y="16696"/>
                  </a:lnTo>
                  <a:lnTo>
                    <a:pt x="102240" y="16807"/>
                  </a:lnTo>
                  <a:lnTo>
                    <a:pt x="102240" y="16947"/>
                  </a:lnTo>
                  <a:lnTo>
                    <a:pt x="102835" y="16891"/>
                  </a:lnTo>
                  <a:lnTo>
                    <a:pt x="102901" y="16919"/>
                  </a:lnTo>
                  <a:lnTo>
                    <a:pt x="102945" y="17059"/>
                  </a:lnTo>
                  <a:lnTo>
                    <a:pt x="103011" y="17170"/>
                  </a:lnTo>
                  <a:lnTo>
                    <a:pt x="103011" y="17282"/>
                  </a:lnTo>
                  <a:lnTo>
                    <a:pt x="103011" y="17422"/>
                  </a:lnTo>
                  <a:lnTo>
                    <a:pt x="102967" y="17505"/>
                  </a:lnTo>
                  <a:lnTo>
                    <a:pt x="102923" y="17561"/>
                  </a:lnTo>
                  <a:lnTo>
                    <a:pt x="102835" y="17561"/>
                  </a:lnTo>
                  <a:lnTo>
                    <a:pt x="102835" y="17282"/>
                  </a:lnTo>
                  <a:lnTo>
                    <a:pt x="102747" y="17254"/>
                  </a:lnTo>
                  <a:lnTo>
                    <a:pt x="102549" y="17505"/>
                  </a:lnTo>
                  <a:lnTo>
                    <a:pt x="102615" y="17673"/>
                  </a:lnTo>
                  <a:lnTo>
                    <a:pt x="102703" y="17701"/>
                  </a:lnTo>
                  <a:lnTo>
                    <a:pt x="102769" y="17757"/>
                  </a:lnTo>
                  <a:lnTo>
                    <a:pt x="102879" y="18008"/>
                  </a:lnTo>
                  <a:lnTo>
                    <a:pt x="102879" y="18259"/>
                  </a:lnTo>
                  <a:lnTo>
                    <a:pt x="102813" y="18343"/>
                  </a:lnTo>
                  <a:lnTo>
                    <a:pt x="102725" y="18371"/>
                  </a:lnTo>
                  <a:lnTo>
                    <a:pt x="102681" y="18650"/>
                  </a:lnTo>
                  <a:lnTo>
                    <a:pt x="102901" y="18985"/>
                  </a:lnTo>
                  <a:lnTo>
                    <a:pt x="103297" y="19404"/>
                  </a:lnTo>
                  <a:lnTo>
                    <a:pt x="103077" y="19404"/>
                  </a:lnTo>
                  <a:lnTo>
                    <a:pt x="103011" y="19460"/>
                  </a:lnTo>
                  <a:lnTo>
                    <a:pt x="103077" y="19627"/>
                  </a:lnTo>
                  <a:lnTo>
                    <a:pt x="102989" y="19739"/>
                  </a:lnTo>
                  <a:lnTo>
                    <a:pt x="102945" y="19879"/>
                  </a:lnTo>
                  <a:lnTo>
                    <a:pt x="103033" y="20102"/>
                  </a:lnTo>
                  <a:lnTo>
                    <a:pt x="103011" y="20297"/>
                  </a:lnTo>
                  <a:lnTo>
                    <a:pt x="103077" y="20493"/>
                  </a:lnTo>
                  <a:lnTo>
                    <a:pt x="103165" y="20660"/>
                  </a:lnTo>
                  <a:lnTo>
                    <a:pt x="103253" y="20688"/>
                  </a:lnTo>
                  <a:lnTo>
                    <a:pt x="103297" y="20604"/>
                  </a:lnTo>
                  <a:lnTo>
                    <a:pt x="103341" y="20409"/>
                  </a:lnTo>
                  <a:lnTo>
                    <a:pt x="103363" y="20381"/>
                  </a:lnTo>
                  <a:lnTo>
                    <a:pt x="103429" y="20381"/>
                  </a:lnTo>
                  <a:lnTo>
                    <a:pt x="103517" y="20409"/>
                  </a:lnTo>
                  <a:lnTo>
                    <a:pt x="103583" y="20465"/>
                  </a:lnTo>
                  <a:lnTo>
                    <a:pt x="103627" y="20549"/>
                  </a:lnTo>
                  <a:lnTo>
                    <a:pt x="103429" y="20549"/>
                  </a:lnTo>
                  <a:lnTo>
                    <a:pt x="103517" y="20660"/>
                  </a:lnTo>
                  <a:lnTo>
                    <a:pt x="103561" y="20744"/>
                  </a:lnTo>
                  <a:lnTo>
                    <a:pt x="103561" y="20828"/>
                  </a:lnTo>
                  <a:lnTo>
                    <a:pt x="103473" y="20884"/>
                  </a:lnTo>
                  <a:lnTo>
                    <a:pt x="103297" y="20939"/>
                  </a:lnTo>
                  <a:lnTo>
                    <a:pt x="103231" y="21023"/>
                  </a:lnTo>
                  <a:lnTo>
                    <a:pt x="103297" y="21191"/>
                  </a:lnTo>
                  <a:lnTo>
                    <a:pt x="103363" y="21247"/>
                  </a:lnTo>
                  <a:lnTo>
                    <a:pt x="103429" y="21275"/>
                  </a:lnTo>
                  <a:lnTo>
                    <a:pt x="103517" y="21358"/>
                  </a:lnTo>
                  <a:lnTo>
                    <a:pt x="103473" y="21358"/>
                  </a:lnTo>
                  <a:lnTo>
                    <a:pt x="103451" y="21386"/>
                  </a:lnTo>
                  <a:lnTo>
                    <a:pt x="103429" y="21470"/>
                  </a:lnTo>
                  <a:lnTo>
                    <a:pt x="103473" y="21554"/>
                  </a:lnTo>
                  <a:lnTo>
                    <a:pt x="103539" y="21582"/>
                  </a:lnTo>
                  <a:lnTo>
                    <a:pt x="103627" y="21610"/>
                  </a:lnTo>
                  <a:lnTo>
                    <a:pt x="103825" y="21749"/>
                  </a:lnTo>
                  <a:lnTo>
                    <a:pt x="103869" y="21777"/>
                  </a:lnTo>
                  <a:lnTo>
                    <a:pt x="103825" y="21861"/>
                  </a:lnTo>
                  <a:lnTo>
                    <a:pt x="103759" y="21889"/>
                  </a:lnTo>
                  <a:lnTo>
                    <a:pt x="103649" y="21861"/>
                  </a:lnTo>
                  <a:lnTo>
                    <a:pt x="103517" y="21777"/>
                  </a:lnTo>
                  <a:lnTo>
                    <a:pt x="103429" y="21805"/>
                  </a:lnTo>
                  <a:lnTo>
                    <a:pt x="103407" y="21861"/>
                  </a:lnTo>
                  <a:lnTo>
                    <a:pt x="103473" y="22056"/>
                  </a:lnTo>
                  <a:lnTo>
                    <a:pt x="103517" y="22112"/>
                  </a:lnTo>
                  <a:lnTo>
                    <a:pt x="103561" y="22196"/>
                  </a:lnTo>
                  <a:lnTo>
                    <a:pt x="103583" y="22252"/>
                  </a:lnTo>
                  <a:lnTo>
                    <a:pt x="103605" y="22308"/>
                  </a:lnTo>
                  <a:lnTo>
                    <a:pt x="103671" y="22335"/>
                  </a:lnTo>
                  <a:lnTo>
                    <a:pt x="103693" y="22363"/>
                  </a:lnTo>
                  <a:lnTo>
                    <a:pt x="103957" y="22698"/>
                  </a:lnTo>
                  <a:lnTo>
                    <a:pt x="103913" y="22782"/>
                  </a:lnTo>
                  <a:lnTo>
                    <a:pt x="104067" y="22894"/>
                  </a:lnTo>
                  <a:lnTo>
                    <a:pt x="104331" y="22866"/>
                  </a:lnTo>
                  <a:lnTo>
                    <a:pt x="104485" y="22922"/>
                  </a:lnTo>
                  <a:lnTo>
                    <a:pt x="104463" y="23061"/>
                  </a:lnTo>
                  <a:lnTo>
                    <a:pt x="104287" y="23201"/>
                  </a:lnTo>
                  <a:lnTo>
                    <a:pt x="104243" y="23313"/>
                  </a:lnTo>
                  <a:lnTo>
                    <a:pt x="104309" y="23424"/>
                  </a:lnTo>
                  <a:lnTo>
                    <a:pt x="104419" y="23452"/>
                  </a:lnTo>
                  <a:lnTo>
                    <a:pt x="104551" y="23480"/>
                  </a:lnTo>
                  <a:lnTo>
                    <a:pt x="104617" y="23424"/>
                  </a:lnTo>
                  <a:lnTo>
                    <a:pt x="104639" y="23341"/>
                  </a:lnTo>
                  <a:lnTo>
                    <a:pt x="104639" y="23229"/>
                  </a:lnTo>
                  <a:lnTo>
                    <a:pt x="104551" y="23089"/>
                  </a:lnTo>
                  <a:lnTo>
                    <a:pt x="104639" y="23033"/>
                  </a:lnTo>
                  <a:lnTo>
                    <a:pt x="105057" y="22866"/>
                  </a:lnTo>
                  <a:lnTo>
                    <a:pt x="105123" y="22894"/>
                  </a:lnTo>
                  <a:lnTo>
                    <a:pt x="105057" y="23006"/>
                  </a:lnTo>
                  <a:lnTo>
                    <a:pt x="104925" y="23061"/>
                  </a:lnTo>
                  <a:lnTo>
                    <a:pt x="104815" y="23173"/>
                  </a:lnTo>
                  <a:lnTo>
                    <a:pt x="104815" y="23480"/>
                  </a:lnTo>
                  <a:lnTo>
                    <a:pt x="104925" y="23508"/>
                  </a:lnTo>
                  <a:lnTo>
                    <a:pt x="105123" y="23201"/>
                  </a:lnTo>
                  <a:lnTo>
                    <a:pt x="105277" y="23201"/>
                  </a:lnTo>
                  <a:lnTo>
                    <a:pt x="105211" y="23285"/>
                  </a:lnTo>
                  <a:lnTo>
                    <a:pt x="105123" y="23452"/>
                  </a:lnTo>
                  <a:lnTo>
                    <a:pt x="105299" y="23452"/>
                  </a:lnTo>
                  <a:lnTo>
                    <a:pt x="105365" y="23508"/>
                  </a:lnTo>
                  <a:lnTo>
                    <a:pt x="105387" y="23676"/>
                  </a:lnTo>
                  <a:lnTo>
                    <a:pt x="105497" y="23759"/>
                  </a:lnTo>
                  <a:lnTo>
                    <a:pt x="105585" y="23759"/>
                  </a:lnTo>
                  <a:lnTo>
                    <a:pt x="105938" y="23564"/>
                  </a:lnTo>
                  <a:lnTo>
                    <a:pt x="105960" y="23564"/>
                  </a:lnTo>
                  <a:lnTo>
                    <a:pt x="106004" y="23676"/>
                  </a:lnTo>
                  <a:lnTo>
                    <a:pt x="106004" y="23759"/>
                  </a:lnTo>
                  <a:lnTo>
                    <a:pt x="106004" y="23843"/>
                  </a:lnTo>
                  <a:lnTo>
                    <a:pt x="106026" y="23899"/>
                  </a:lnTo>
                  <a:lnTo>
                    <a:pt x="106070" y="23983"/>
                  </a:lnTo>
                  <a:lnTo>
                    <a:pt x="106136" y="24039"/>
                  </a:lnTo>
                  <a:lnTo>
                    <a:pt x="106180" y="24039"/>
                  </a:lnTo>
                  <a:lnTo>
                    <a:pt x="106224" y="23871"/>
                  </a:lnTo>
                  <a:lnTo>
                    <a:pt x="106268" y="23955"/>
                  </a:lnTo>
                  <a:lnTo>
                    <a:pt x="106334" y="24011"/>
                  </a:lnTo>
                  <a:lnTo>
                    <a:pt x="106378" y="24039"/>
                  </a:lnTo>
                  <a:lnTo>
                    <a:pt x="106620" y="23983"/>
                  </a:lnTo>
                  <a:lnTo>
                    <a:pt x="106708" y="24011"/>
                  </a:lnTo>
                  <a:lnTo>
                    <a:pt x="106708" y="24122"/>
                  </a:lnTo>
                  <a:lnTo>
                    <a:pt x="106664" y="24262"/>
                  </a:lnTo>
                  <a:lnTo>
                    <a:pt x="106620" y="24290"/>
                  </a:lnTo>
                  <a:lnTo>
                    <a:pt x="106576" y="24290"/>
                  </a:lnTo>
                  <a:lnTo>
                    <a:pt x="106532" y="24262"/>
                  </a:lnTo>
                  <a:lnTo>
                    <a:pt x="106356" y="24178"/>
                  </a:lnTo>
                  <a:lnTo>
                    <a:pt x="106202" y="24290"/>
                  </a:lnTo>
                  <a:lnTo>
                    <a:pt x="105916" y="24094"/>
                  </a:lnTo>
                  <a:lnTo>
                    <a:pt x="105827" y="24262"/>
                  </a:lnTo>
                  <a:lnTo>
                    <a:pt x="105827" y="24290"/>
                  </a:lnTo>
                  <a:lnTo>
                    <a:pt x="105894" y="24374"/>
                  </a:lnTo>
                  <a:lnTo>
                    <a:pt x="105519" y="24374"/>
                  </a:lnTo>
                  <a:lnTo>
                    <a:pt x="105453" y="24513"/>
                  </a:lnTo>
                  <a:lnTo>
                    <a:pt x="105497" y="24513"/>
                  </a:lnTo>
                  <a:lnTo>
                    <a:pt x="105519" y="24541"/>
                  </a:lnTo>
                  <a:lnTo>
                    <a:pt x="105541" y="24541"/>
                  </a:lnTo>
                  <a:lnTo>
                    <a:pt x="105585" y="24513"/>
                  </a:lnTo>
                  <a:lnTo>
                    <a:pt x="105629" y="24681"/>
                  </a:lnTo>
                  <a:lnTo>
                    <a:pt x="105761" y="24792"/>
                  </a:lnTo>
                  <a:lnTo>
                    <a:pt x="106026" y="24792"/>
                  </a:lnTo>
                  <a:lnTo>
                    <a:pt x="106048" y="24848"/>
                  </a:lnTo>
                  <a:lnTo>
                    <a:pt x="106114" y="24904"/>
                  </a:lnTo>
                  <a:lnTo>
                    <a:pt x="106136" y="25016"/>
                  </a:lnTo>
                  <a:lnTo>
                    <a:pt x="106114" y="25100"/>
                  </a:lnTo>
                  <a:lnTo>
                    <a:pt x="105894" y="25072"/>
                  </a:lnTo>
                  <a:lnTo>
                    <a:pt x="105761" y="25127"/>
                  </a:lnTo>
                  <a:lnTo>
                    <a:pt x="105717" y="25100"/>
                  </a:lnTo>
                  <a:lnTo>
                    <a:pt x="105673" y="25016"/>
                  </a:lnTo>
                  <a:lnTo>
                    <a:pt x="105277" y="24988"/>
                  </a:lnTo>
                  <a:lnTo>
                    <a:pt x="105167" y="25016"/>
                  </a:lnTo>
                  <a:lnTo>
                    <a:pt x="105123" y="25183"/>
                  </a:lnTo>
                  <a:lnTo>
                    <a:pt x="105563" y="25295"/>
                  </a:lnTo>
                  <a:lnTo>
                    <a:pt x="105563" y="25407"/>
                  </a:lnTo>
                  <a:lnTo>
                    <a:pt x="105409" y="25435"/>
                  </a:lnTo>
                  <a:lnTo>
                    <a:pt x="105409" y="25518"/>
                  </a:lnTo>
                  <a:lnTo>
                    <a:pt x="105475" y="25602"/>
                  </a:lnTo>
                  <a:lnTo>
                    <a:pt x="105585" y="25658"/>
                  </a:lnTo>
                  <a:lnTo>
                    <a:pt x="105629" y="25686"/>
                  </a:lnTo>
                  <a:lnTo>
                    <a:pt x="105607" y="25742"/>
                  </a:lnTo>
                  <a:lnTo>
                    <a:pt x="105585" y="25770"/>
                  </a:lnTo>
                  <a:lnTo>
                    <a:pt x="105497" y="25798"/>
                  </a:lnTo>
                  <a:lnTo>
                    <a:pt x="105519" y="25881"/>
                  </a:lnTo>
                  <a:lnTo>
                    <a:pt x="105541" y="25909"/>
                  </a:lnTo>
                  <a:lnTo>
                    <a:pt x="105563" y="25909"/>
                  </a:lnTo>
                  <a:lnTo>
                    <a:pt x="105167" y="25909"/>
                  </a:lnTo>
                  <a:lnTo>
                    <a:pt x="105123" y="25993"/>
                  </a:lnTo>
                  <a:lnTo>
                    <a:pt x="105211" y="26216"/>
                  </a:lnTo>
                  <a:lnTo>
                    <a:pt x="105321" y="26300"/>
                  </a:lnTo>
                  <a:lnTo>
                    <a:pt x="105827" y="26384"/>
                  </a:lnTo>
                  <a:lnTo>
                    <a:pt x="105894" y="26356"/>
                  </a:lnTo>
                  <a:lnTo>
                    <a:pt x="105982" y="26244"/>
                  </a:lnTo>
                  <a:lnTo>
                    <a:pt x="106026" y="26216"/>
                  </a:lnTo>
                  <a:lnTo>
                    <a:pt x="106224" y="26188"/>
                  </a:lnTo>
                  <a:lnTo>
                    <a:pt x="106334" y="26244"/>
                  </a:lnTo>
                  <a:lnTo>
                    <a:pt x="106400" y="26440"/>
                  </a:lnTo>
                  <a:lnTo>
                    <a:pt x="106444" y="26496"/>
                  </a:lnTo>
                  <a:lnTo>
                    <a:pt x="106488" y="26496"/>
                  </a:lnTo>
                  <a:lnTo>
                    <a:pt x="106554" y="26551"/>
                  </a:lnTo>
                  <a:lnTo>
                    <a:pt x="106598" y="26663"/>
                  </a:lnTo>
                  <a:lnTo>
                    <a:pt x="106576" y="26747"/>
                  </a:lnTo>
                  <a:lnTo>
                    <a:pt x="106554" y="26914"/>
                  </a:lnTo>
                  <a:lnTo>
                    <a:pt x="106554" y="26998"/>
                  </a:lnTo>
                  <a:lnTo>
                    <a:pt x="106488" y="27026"/>
                  </a:lnTo>
                  <a:lnTo>
                    <a:pt x="106202" y="26942"/>
                  </a:lnTo>
                  <a:lnTo>
                    <a:pt x="106048" y="26859"/>
                  </a:lnTo>
                  <a:lnTo>
                    <a:pt x="106004" y="26859"/>
                  </a:lnTo>
                  <a:lnTo>
                    <a:pt x="105541" y="27110"/>
                  </a:lnTo>
                  <a:lnTo>
                    <a:pt x="105299" y="27026"/>
                  </a:lnTo>
                  <a:lnTo>
                    <a:pt x="105189" y="27026"/>
                  </a:lnTo>
                  <a:lnTo>
                    <a:pt x="105145" y="27194"/>
                  </a:lnTo>
                  <a:lnTo>
                    <a:pt x="105255" y="27221"/>
                  </a:lnTo>
                  <a:lnTo>
                    <a:pt x="105321" y="27333"/>
                  </a:lnTo>
                  <a:lnTo>
                    <a:pt x="105321" y="27445"/>
                  </a:lnTo>
                  <a:lnTo>
                    <a:pt x="104903" y="27417"/>
                  </a:lnTo>
                  <a:lnTo>
                    <a:pt x="104815" y="27361"/>
                  </a:lnTo>
                  <a:lnTo>
                    <a:pt x="104815" y="27333"/>
                  </a:lnTo>
                  <a:lnTo>
                    <a:pt x="104837" y="27277"/>
                  </a:lnTo>
                  <a:lnTo>
                    <a:pt x="104837" y="27138"/>
                  </a:lnTo>
                  <a:lnTo>
                    <a:pt x="104683" y="27082"/>
                  </a:lnTo>
                  <a:lnTo>
                    <a:pt x="104221" y="27082"/>
                  </a:lnTo>
                  <a:lnTo>
                    <a:pt x="104485" y="27194"/>
                  </a:lnTo>
                  <a:lnTo>
                    <a:pt x="104551" y="27305"/>
                  </a:lnTo>
                  <a:lnTo>
                    <a:pt x="104507" y="27417"/>
                  </a:lnTo>
                  <a:lnTo>
                    <a:pt x="104441" y="27557"/>
                  </a:lnTo>
                  <a:lnTo>
                    <a:pt x="104309" y="27612"/>
                  </a:lnTo>
                  <a:lnTo>
                    <a:pt x="104155" y="27473"/>
                  </a:lnTo>
                  <a:lnTo>
                    <a:pt x="104067" y="27557"/>
                  </a:lnTo>
                  <a:lnTo>
                    <a:pt x="104023" y="27724"/>
                  </a:lnTo>
                  <a:lnTo>
                    <a:pt x="104023" y="27947"/>
                  </a:lnTo>
                  <a:lnTo>
                    <a:pt x="104045" y="28031"/>
                  </a:lnTo>
                  <a:lnTo>
                    <a:pt x="104067" y="28255"/>
                  </a:lnTo>
                  <a:lnTo>
                    <a:pt x="104067" y="28310"/>
                  </a:lnTo>
                  <a:lnTo>
                    <a:pt x="104045" y="28422"/>
                  </a:lnTo>
                  <a:lnTo>
                    <a:pt x="104001" y="28534"/>
                  </a:lnTo>
                  <a:lnTo>
                    <a:pt x="104001" y="28645"/>
                  </a:lnTo>
                  <a:lnTo>
                    <a:pt x="104001" y="28757"/>
                  </a:lnTo>
                  <a:lnTo>
                    <a:pt x="104023" y="28869"/>
                  </a:lnTo>
                  <a:lnTo>
                    <a:pt x="104111" y="29148"/>
                  </a:lnTo>
                  <a:lnTo>
                    <a:pt x="104089" y="29260"/>
                  </a:lnTo>
                  <a:lnTo>
                    <a:pt x="104111" y="29343"/>
                  </a:lnTo>
                  <a:lnTo>
                    <a:pt x="104155" y="29399"/>
                  </a:lnTo>
                  <a:lnTo>
                    <a:pt x="104199" y="29483"/>
                  </a:lnTo>
                  <a:lnTo>
                    <a:pt x="104199" y="29539"/>
                  </a:lnTo>
                  <a:lnTo>
                    <a:pt x="104199" y="29567"/>
                  </a:lnTo>
                  <a:lnTo>
                    <a:pt x="104221" y="29595"/>
                  </a:lnTo>
                  <a:lnTo>
                    <a:pt x="104221" y="29595"/>
                  </a:lnTo>
                  <a:lnTo>
                    <a:pt x="104221" y="29678"/>
                  </a:lnTo>
                  <a:lnTo>
                    <a:pt x="104265" y="29902"/>
                  </a:lnTo>
                  <a:lnTo>
                    <a:pt x="104287" y="29986"/>
                  </a:lnTo>
                  <a:lnTo>
                    <a:pt x="104265" y="30069"/>
                  </a:lnTo>
                  <a:lnTo>
                    <a:pt x="104265" y="30125"/>
                  </a:lnTo>
                  <a:lnTo>
                    <a:pt x="104265" y="30181"/>
                  </a:lnTo>
                  <a:lnTo>
                    <a:pt x="104309" y="30321"/>
                  </a:lnTo>
                  <a:lnTo>
                    <a:pt x="104397" y="30348"/>
                  </a:lnTo>
                  <a:lnTo>
                    <a:pt x="104529" y="30376"/>
                  </a:lnTo>
                  <a:lnTo>
                    <a:pt x="104485" y="30460"/>
                  </a:lnTo>
                  <a:lnTo>
                    <a:pt x="104441" y="30488"/>
                  </a:lnTo>
                  <a:lnTo>
                    <a:pt x="104331" y="30572"/>
                  </a:lnTo>
                  <a:lnTo>
                    <a:pt x="104309" y="30600"/>
                  </a:lnTo>
                  <a:lnTo>
                    <a:pt x="104375" y="30684"/>
                  </a:lnTo>
                  <a:lnTo>
                    <a:pt x="104441" y="30739"/>
                  </a:lnTo>
                  <a:lnTo>
                    <a:pt x="104485" y="30795"/>
                  </a:lnTo>
                  <a:lnTo>
                    <a:pt x="104485" y="30963"/>
                  </a:lnTo>
                  <a:lnTo>
                    <a:pt x="104331" y="31605"/>
                  </a:lnTo>
                  <a:lnTo>
                    <a:pt x="104287" y="31717"/>
                  </a:lnTo>
                  <a:lnTo>
                    <a:pt x="104243" y="31772"/>
                  </a:lnTo>
                  <a:lnTo>
                    <a:pt x="104265" y="31828"/>
                  </a:lnTo>
                  <a:lnTo>
                    <a:pt x="104375" y="31912"/>
                  </a:lnTo>
                  <a:lnTo>
                    <a:pt x="104397" y="32024"/>
                  </a:lnTo>
                  <a:lnTo>
                    <a:pt x="104419" y="32135"/>
                  </a:lnTo>
                  <a:lnTo>
                    <a:pt x="104397" y="32163"/>
                  </a:lnTo>
                  <a:lnTo>
                    <a:pt x="104375" y="32191"/>
                  </a:lnTo>
                  <a:lnTo>
                    <a:pt x="104375" y="32303"/>
                  </a:lnTo>
                  <a:lnTo>
                    <a:pt x="104397" y="32526"/>
                  </a:lnTo>
                  <a:lnTo>
                    <a:pt x="104441" y="32666"/>
                  </a:lnTo>
                  <a:lnTo>
                    <a:pt x="104485" y="32722"/>
                  </a:lnTo>
                  <a:lnTo>
                    <a:pt x="104595" y="32722"/>
                  </a:lnTo>
                  <a:lnTo>
                    <a:pt x="104551" y="32917"/>
                  </a:lnTo>
                  <a:lnTo>
                    <a:pt x="104507" y="32945"/>
                  </a:lnTo>
                  <a:lnTo>
                    <a:pt x="104441" y="32945"/>
                  </a:lnTo>
                  <a:lnTo>
                    <a:pt x="104375" y="32973"/>
                  </a:lnTo>
                  <a:lnTo>
                    <a:pt x="104331" y="33085"/>
                  </a:lnTo>
                  <a:lnTo>
                    <a:pt x="104331" y="33140"/>
                  </a:lnTo>
                  <a:lnTo>
                    <a:pt x="104375" y="33224"/>
                  </a:lnTo>
                  <a:lnTo>
                    <a:pt x="104419" y="33364"/>
                  </a:lnTo>
                  <a:lnTo>
                    <a:pt x="104441" y="33476"/>
                  </a:lnTo>
                  <a:lnTo>
                    <a:pt x="104507" y="33559"/>
                  </a:lnTo>
                  <a:lnTo>
                    <a:pt x="104507" y="33671"/>
                  </a:lnTo>
                  <a:lnTo>
                    <a:pt x="104441" y="33727"/>
                  </a:lnTo>
                  <a:lnTo>
                    <a:pt x="104419" y="33755"/>
                  </a:lnTo>
                  <a:lnTo>
                    <a:pt x="104419" y="33894"/>
                  </a:lnTo>
                  <a:lnTo>
                    <a:pt x="104419" y="34006"/>
                  </a:lnTo>
                  <a:lnTo>
                    <a:pt x="104463" y="34118"/>
                  </a:lnTo>
                  <a:lnTo>
                    <a:pt x="104507" y="34285"/>
                  </a:lnTo>
                  <a:lnTo>
                    <a:pt x="104551" y="34341"/>
                  </a:lnTo>
                  <a:lnTo>
                    <a:pt x="104529" y="34397"/>
                  </a:lnTo>
                  <a:lnTo>
                    <a:pt x="104287" y="34927"/>
                  </a:lnTo>
                  <a:lnTo>
                    <a:pt x="104265" y="35011"/>
                  </a:lnTo>
                  <a:lnTo>
                    <a:pt x="104199" y="35039"/>
                  </a:lnTo>
                  <a:lnTo>
                    <a:pt x="104177" y="35067"/>
                  </a:lnTo>
                  <a:lnTo>
                    <a:pt x="104177" y="35207"/>
                  </a:lnTo>
                  <a:lnTo>
                    <a:pt x="104155" y="35262"/>
                  </a:lnTo>
                  <a:lnTo>
                    <a:pt x="104089" y="35262"/>
                  </a:lnTo>
                  <a:lnTo>
                    <a:pt x="104045" y="35179"/>
                  </a:lnTo>
                  <a:lnTo>
                    <a:pt x="104023" y="35095"/>
                  </a:lnTo>
                  <a:lnTo>
                    <a:pt x="104023" y="34927"/>
                  </a:lnTo>
                  <a:lnTo>
                    <a:pt x="104001" y="34872"/>
                  </a:lnTo>
                  <a:lnTo>
                    <a:pt x="103957" y="34899"/>
                  </a:lnTo>
                  <a:lnTo>
                    <a:pt x="103913" y="34983"/>
                  </a:lnTo>
                  <a:lnTo>
                    <a:pt x="103913" y="35039"/>
                  </a:lnTo>
                  <a:lnTo>
                    <a:pt x="103957" y="35123"/>
                  </a:lnTo>
                  <a:lnTo>
                    <a:pt x="104001" y="35290"/>
                  </a:lnTo>
                  <a:lnTo>
                    <a:pt x="104045" y="35402"/>
                  </a:lnTo>
                  <a:lnTo>
                    <a:pt x="104045" y="35542"/>
                  </a:lnTo>
                  <a:lnTo>
                    <a:pt x="104023" y="35597"/>
                  </a:lnTo>
                  <a:lnTo>
                    <a:pt x="103979" y="35737"/>
                  </a:lnTo>
                  <a:lnTo>
                    <a:pt x="103957" y="35821"/>
                  </a:lnTo>
                  <a:lnTo>
                    <a:pt x="103957" y="35932"/>
                  </a:lnTo>
                  <a:lnTo>
                    <a:pt x="103957" y="35988"/>
                  </a:lnTo>
                  <a:lnTo>
                    <a:pt x="103781" y="36240"/>
                  </a:lnTo>
                  <a:lnTo>
                    <a:pt x="103759" y="36379"/>
                  </a:lnTo>
                  <a:lnTo>
                    <a:pt x="103693" y="36519"/>
                  </a:lnTo>
                  <a:lnTo>
                    <a:pt x="103583" y="36770"/>
                  </a:lnTo>
                  <a:lnTo>
                    <a:pt x="103517" y="37189"/>
                  </a:lnTo>
                  <a:lnTo>
                    <a:pt x="103407" y="38110"/>
                  </a:lnTo>
                  <a:lnTo>
                    <a:pt x="103319" y="38445"/>
                  </a:lnTo>
                  <a:lnTo>
                    <a:pt x="103341" y="38529"/>
                  </a:lnTo>
                  <a:lnTo>
                    <a:pt x="103429" y="38697"/>
                  </a:lnTo>
                  <a:lnTo>
                    <a:pt x="103451" y="38752"/>
                  </a:lnTo>
                  <a:lnTo>
                    <a:pt x="103473" y="38864"/>
                  </a:lnTo>
                  <a:lnTo>
                    <a:pt x="103517" y="39004"/>
                  </a:lnTo>
                  <a:lnTo>
                    <a:pt x="103539" y="39087"/>
                  </a:lnTo>
                  <a:lnTo>
                    <a:pt x="103671" y="39199"/>
                  </a:lnTo>
                  <a:lnTo>
                    <a:pt x="103671" y="39311"/>
                  </a:lnTo>
                  <a:lnTo>
                    <a:pt x="103649" y="39478"/>
                  </a:lnTo>
                  <a:lnTo>
                    <a:pt x="103627" y="39534"/>
                  </a:lnTo>
                  <a:lnTo>
                    <a:pt x="103649" y="39618"/>
                  </a:lnTo>
                  <a:lnTo>
                    <a:pt x="103649" y="39758"/>
                  </a:lnTo>
                  <a:lnTo>
                    <a:pt x="103671" y="39841"/>
                  </a:lnTo>
                  <a:lnTo>
                    <a:pt x="103693" y="39981"/>
                  </a:lnTo>
                  <a:lnTo>
                    <a:pt x="103693" y="40148"/>
                  </a:lnTo>
                  <a:lnTo>
                    <a:pt x="103737" y="40260"/>
                  </a:lnTo>
                  <a:lnTo>
                    <a:pt x="103781" y="40344"/>
                  </a:lnTo>
                  <a:lnTo>
                    <a:pt x="103825" y="40428"/>
                  </a:lnTo>
                  <a:lnTo>
                    <a:pt x="103825" y="40651"/>
                  </a:lnTo>
                  <a:lnTo>
                    <a:pt x="103803" y="40707"/>
                  </a:lnTo>
                  <a:lnTo>
                    <a:pt x="103671" y="40818"/>
                  </a:lnTo>
                  <a:lnTo>
                    <a:pt x="103693" y="40874"/>
                  </a:lnTo>
                  <a:lnTo>
                    <a:pt x="103693" y="40958"/>
                  </a:lnTo>
                  <a:lnTo>
                    <a:pt x="103737" y="40986"/>
                  </a:lnTo>
                  <a:lnTo>
                    <a:pt x="103759" y="41098"/>
                  </a:lnTo>
                  <a:lnTo>
                    <a:pt x="103847" y="41349"/>
                  </a:lnTo>
                  <a:lnTo>
                    <a:pt x="103891" y="41433"/>
                  </a:lnTo>
                  <a:lnTo>
                    <a:pt x="103869" y="41600"/>
                  </a:lnTo>
                  <a:lnTo>
                    <a:pt x="103803" y="41740"/>
                  </a:lnTo>
                  <a:lnTo>
                    <a:pt x="103693" y="41768"/>
                  </a:lnTo>
                  <a:lnTo>
                    <a:pt x="103605" y="41656"/>
                  </a:lnTo>
                  <a:lnTo>
                    <a:pt x="103605" y="41600"/>
                  </a:lnTo>
                  <a:lnTo>
                    <a:pt x="103605" y="41461"/>
                  </a:lnTo>
                  <a:lnTo>
                    <a:pt x="103583" y="41349"/>
                  </a:lnTo>
                  <a:lnTo>
                    <a:pt x="103561" y="41237"/>
                  </a:lnTo>
                  <a:lnTo>
                    <a:pt x="103517" y="41181"/>
                  </a:lnTo>
                  <a:lnTo>
                    <a:pt x="103517" y="41293"/>
                  </a:lnTo>
                  <a:lnTo>
                    <a:pt x="103539" y="41600"/>
                  </a:lnTo>
                  <a:lnTo>
                    <a:pt x="103451" y="41712"/>
                  </a:lnTo>
                  <a:lnTo>
                    <a:pt x="103363" y="41628"/>
                  </a:lnTo>
                  <a:lnTo>
                    <a:pt x="103121" y="41349"/>
                  </a:lnTo>
                  <a:lnTo>
                    <a:pt x="102989" y="41237"/>
                  </a:lnTo>
                  <a:lnTo>
                    <a:pt x="102901" y="41265"/>
                  </a:lnTo>
                  <a:lnTo>
                    <a:pt x="102703" y="41433"/>
                  </a:lnTo>
                  <a:lnTo>
                    <a:pt x="102659" y="41489"/>
                  </a:lnTo>
                  <a:lnTo>
                    <a:pt x="102593" y="41740"/>
                  </a:lnTo>
                  <a:lnTo>
                    <a:pt x="102527" y="41879"/>
                  </a:lnTo>
                  <a:lnTo>
                    <a:pt x="102527" y="41991"/>
                  </a:lnTo>
                  <a:lnTo>
                    <a:pt x="102527" y="42103"/>
                  </a:lnTo>
                  <a:lnTo>
                    <a:pt x="102571" y="42242"/>
                  </a:lnTo>
                  <a:lnTo>
                    <a:pt x="102549" y="42326"/>
                  </a:lnTo>
                  <a:lnTo>
                    <a:pt x="102505" y="42298"/>
                  </a:lnTo>
                  <a:lnTo>
                    <a:pt x="102461" y="42242"/>
                  </a:lnTo>
                  <a:lnTo>
                    <a:pt x="102439" y="42187"/>
                  </a:lnTo>
                  <a:lnTo>
                    <a:pt x="102350" y="42075"/>
                  </a:lnTo>
                  <a:lnTo>
                    <a:pt x="102306" y="42047"/>
                  </a:lnTo>
                  <a:lnTo>
                    <a:pt x="102174" y="42047"/>
                  </a:lnTo>
                  <a:lnTo>
                    <a:pt x="102130" y="42103"/>
                  </a:lnTo>
                  <a:lnTo>
                    <a:pt x="102152" y="42214"/>
                  </a:lnTo>
                  <a:lnTo>
                    <a:pt x="102240" y="42298"/>
                  </a:lnTo>
                  <a:lnTo>
                    <a:pt x="102284" y="42354"/>
                  </a:lnTo>
                  <a:lnTo>
                    <a:pt x="102328" y="42438"/>
                  </a:lnTo>
                  <a:lnTo>
                    <a:pt x="102461" y="42494"/>
                  </a:lnTo>
                  <a:lnTo>
                    <a:pt x="102527" y="42522"/>
                  </a:lnTo>
                  <a:lnTo>
                    <a:pt x="102505" y="42717"/>
                  </a:lnTo>
                  <a:lnTo>
                    <a:pt x="102549" y="42829"/>
                  </a:lnTo>
                  <a:lnTo>
                    <a:pt x="102703" y="42996"/>
                  </a:lnTo>
                  <a:lnTo>
                    <a:pt x="102659" y="43080"/>
                  </a:lnTo>
                  <a:lnTo>
                    <a:pt x="102571" y="43080"/>
                  </a:lnTo>
                  <a:lnTo>
                    <a:pt x="102505" y="43052"/>
                  </a:lnTo>
                  <a:lnTo>
                    <a:pt x="102439" y="42996"/>
                  </a:lnTo>
                  <a:lnTo>
                    <a:pt x="102350" y="42996"/>
                  </a:lnTo>
                  <a:lnTo>
                    <a:pt x="102350" y="43080"/>
                  </a:lnTo>
                  <a:lnTo>
                    <a:pt x="102395" y="43331"/>
                  </a:lnTo>
                  <a:lnTo>
                    <a:pt x="102395" y="43415"/>
                  </a:lnTo>
                  <a:lnTo>
                    <a:pt x="102395" y="43555"/>
                  </a:lnTo>
                  <a:lnTo>
                    <a:pt x="102373" y="43750"/>
                  </a:lnTo>
                  <a:lnTo>
                    <a:pt x="102350" y="43834"/>
                  </a:lnTo>
                  <a:lnTo>
                    <a:pt x="102306" y="43722"/>
                  </a:lnTo>
                  <a:lnTo>
                    <a:pt x="102284" y="43610"/>
                  </a:lnTo>
                  <a:lnTo>
                    <a:pt x="102284" y="43471"/>
                  </a:lnTo>
                  <a:lnTo>
                    <a:pt x="102218" y="43359"/>
                  </a:lnTo>
                  <a:lnTo>
                    <a:pt x="102108" y="43303"/>
                  </a:lnTo>
                  <a:lnTo>
                    <a:pt x="102064" y="43303"/>
                  </a:lnTo>
                  <a:lnTo>
                    <a:pt x="102064" y="43387"/>
                  </a:lnTo>
                  <a:lnTo>
                    <a:pt x="102042" y="43443"/>
                  </a:lnTo>
                  <a:lnTo>
                    <a:pt x="101910" y="43415"/>
                  </a:lnTo>
                  <a:lnTo>
                    <a:pt x="101888" y="43499"/>
                  </a:lnTo>
                  <a:lnTo>
                    <a:pt x="101888" y="43583"/>
                  </a:lnTo>
                  <a:lnTo>
                    <a:pt x="101910" y="43610"/>
                  </a:lnTo>
                  <a:lnTo>
                    <a:pt x="101932" y="43638"/>
                  </a:lnTo>
                  <a:lnTo>
                    <a:pt x="101954" y="43694"/>
                  </a:lnTo>
                  <a:lnTo>
                    <a:pt x="101954" y="43750"/>
                  </a:lnTo>
                  <a:lnTo>
                    <a:pt x="101910" y="43862"/>
                  </a:lnTo>
                  <a:lnTo>
                    <a:pt x="101910" y="43918"/>
                  </a:lnTo>
                  <a:lnTo>
                    <a:pt x="101954" y="44644"/>
                  </a:lnTo>
                  <a:lnTo>
                    <a:pt x="101932" y="44727"/>
                  </a:lnTo>
                  <a:lnTo>
                    <a:pt x="101888" y="44699"/>
                  </a:lnTo>
                  <a:lnTo>
                    <a:pt x="101844" y="44532"/>
                  </a:lnTo>
                  <a:lnTo>
                    <a:pt x="101800" y="44392"/>
                  </a:lnTo>
                  <a:lnTo>
                    <a:pt x="101734" y="44197"/>
                  </a:lnTo>
                  <a:lnTo>
                    <a:pt x="101712" y="44029"/>
                  </a:lnTo>
                  <a:lnTo>
                    <a:pt x="101690" y="44029"/>
                  </a:lnTo>
                  <a:lnTo>
                    <a:pt x="101536" y="43973"/>
                  </a:lnTo>
                  <a:lnTo>
                    <a:pt x="101470" y="44001"/>
                  </a:lnTo>
                  <a:lnTo>
                    <a:pt x="101426" y="44085"/>
                  </a:lnTo>
                  <a:lnTo>
                    <a:pt x="101404" y="44169"/>
                  </a:lnTo>
                  <a:lnTo>
                    <a:pt x="101360" y="44476"/>
                  </a:lnTo>
                  <a:lnTo>
                    <a:pt x="101294" y="44588"/>
                  </a:lnTo>
                  <a:lnTo>
                    <a:pt x="101250" y="44671"/>
                  </a:lnTo>
                  <a:lnTo>
                    <a:pt x="101206" y="44699"/>
                  </a:lnTo>
                  <a:lnTo>
                    <a:pt x="101184" y="44532"/>
                  </a:lnTo>
                  <a:lnTo>
                    <a:pt x="101184" y="44420"/>
                  </a:lnTo>
                  <a:lnTo>
                    <a:pt x="101162" y="44364"/>
                  </a:lnTo>
                  <a:lnTo>
                    <a:pt x="101162" y="44225"/>
                  </a:lnTo>
                  <a:lnTo>
                    <a:pt x="101140" y="44141"/>
                  </a:lnTo>
                  <a:lnTo>
                    <a:pt x="101140" y="44113"/>
                  </a:lnTo>
                  <a:lnTo>
                    <a:pt x="101096" y="44029"/>
                  </a:lnTo>
                  <a:lnTo>
                    <a:pt x="101140" y="43946"/>
                  </a:lnTo>
                  <a:lnTo>
                    <a:pt x="101162" y="43890"/>
                  </a:lnTo>
                  <a:lnTo>
                    <a:pt x="101250" y="43806"/>
                  </a:lnTo>
                  <a:lnTo>
                    <a:pt x="101360" y="43555"/>
                  </a:lnTo>
                  <a:lnTo>
                    <a:pt x="101426" y="43415"/>
                  </a:lnTo>
                  <a:lnTo>
                    <a:pt x="101448" y="43387"/>
                  </a:lnTo>
                  <a:lnTo>
                    <a:pt x="101470" y="43220"/>
                  </a:lnTo>
                  <a:lnTo>
                    <a:pt x="101448" y="43136"/>
                  </a:lnTo>
                  <a:lnTo>
                    <a:pt x="101382" y="43080"/>
                  </a:lnTo>
                  <a:lnTo>
                    <a:pt x="101316" y="43080"/>
                  </a:lnTo>
                  <a:lnTo>
                    <a:pt x="101228" y="43192"/>
                  </a:lnTo>
                  <a:lnTo>
                    <a:pt x="101184" y="43220"/>
                  </a:lnTo>
                  <a:lnTo>
                    <a:pt x="101162" y="43136"/>
                  </a:lnTo>
                  <a:lnTo>
                    <a:pt x="101030" y="42522"/>
                  </a:lnTo>
                  <a:lnTo>
                    <a:pt x="100986" y="42354"/>
                  </a:lnTo>
                  <a:lnTo>
                    <a:pt x="100920" y="42270"/>
                  </a:lnTo>
                  <a:lnTo>
                    <a:pt x="100590" y="42047"/>
                  </a:lnTo>
                  <a:lnTo>
                    <a:pt x="100370" y="41768"/>
                  </a:lnTo>
                  <a:lnTo>
                    <a:pt x="100326" y="41768"/>
                  </a:lnTo>
                  <a:lnTo>
                    <a:pt x="100282" y="41712"/>
                  </a:lnTo>
                  <a:lnTo>
                    <a:pt x="100018" y="41265"/>
                  </a:lnTo>
                  <a:lnTo>
                    <a:pt x="99666" y="40958"/>
                  </a:lnTo>
                  <a:lnTo>
                    <a:pt x="99556" y="40791"/>
                  </a:lnTo>
                  <a:lnTo>
                    <a:pt x="99490" y="40651"/>
                  </a:lnTo>
                  <a:lnTo>
                    <a:pt x="99446" y="40567"/>
                  </a:lnTo>
                  <a:lnTo>
                    <a:pt x="99270" y="40400"/>
                  </a:lnTo>
                  <a:lnTo>
                    <a:pt x="99138" y="40232"/>
                  </a:lnTo>
                  <a:lnTo>
                    <a:pt x="99028" y="40093"/>
                  </a:lnTo>
                  <a:lnTo>
                    <a:pt x="98697" y="40037"/>
                  </a:lnTo>
                  <a:lnTo>
                    <a:pt x="98587" y="39869"/>
                  </a:lnTo>
                  <a:lnTo>
                    <a:pt x="98565" y="39813"/>
                  </a:lnTo>
                  <a:lnTo>
                    <a:pt x="98433" y="39702"/>
                  </a:lnTo>
                  <a:lnTo>
                    <a:pt x="98389" y="39590"/>
                  </a:lnTo>
                  <a:lnTo>
                    <a:pt x="98279" y="39339"/>
                  </a:lnTo>
                  <a:lnTo>
                    <a:pt x="98257" y="39060"/>
                  </a:lnTo>
                  <a:lnTo>
                    <a:pt x="98191" y="38920"/>
                  </a:lnTo>
                  <a:lnTo>
                    <a:pt x="97971" y="38724"/>
                  </a:lnTo>
                  <a:lnTo>
                    <a:pt x="97905" y="38613"/>
                  </a:lnTo>
                  <a:lnTo>
                    <a:pt x="97795" y="38417"/>
                  </a:lnTo>
                  <a:lnTo>
                    <a:pt x="97751" y="38222"/>
                  </a:lnTo>
                  <a:lnTo>
                    <a:pt x="97707" y="38054"/>
                  </a:lnTo>
                  <a:lnTo>
                    <a:pt x="97685" y="37915"/>
                  </a:lnTo>
                  <a:lnTo>
                    <a:pt x="97531" y="37580"/>
                  </a:lnTo>
                  <a:lnTo>
                    <a:pt x="97421" y="37217"/>
                  </a:lnTo>
                  <a:lnTo>
                    <a:pt x="97333" y="37049"/>
                  </a:lnTo>
                  <a:lnTo>
                    <a:pt x="97289" y="36854"/>
                  </a:lnTo>
                  <a:lnTo>
                    <a:pt x="97289" y="36575"/>
                  </a:lnTo>
                  <a:lnTo>
                    <a:pt x="97267" y="36519"/>
                  </a:lnTo>
                  <a:lnTo>
                    <a:pt x="97245" y="36463"/>
                  </a:lnTo>
                  <a:lnTo>
                    <a:pt x="97201" y="36407"/>
                  </a:lnTo>
                  <a:lnTo>
                    <a:pt x="97179" y="36323"/>
                  </a:lnTo>
                  <a:lnTo>
                    <a:pt x="97201" y="36268"/>
                  </a:lnTo>
                  <a:lnTo>
                    <a:pt x="97267" y="36212"/>
                  </a:lnTo>
                  <a:lnTo>
                    <a:pt x="97311" y="36156"/>
                  </a:lnTo>
                  <a:lnTo>
                    <a:pt x="97311" y="36100"/>
                  </a:lnTo>
                  <a:lnTo>
                    <a:pt x="97289" y="36044"/>
                  </a:lnTo>
                  <a:lnTo>
                    <a:pt x="97289" y="36016"/>
                  </a:lnTo>
                  <a:lnTo>
                    <a:pt x="97267" y="35960"/>
                  </a:lnTo>
                  <a:lnTo>
                    <a:pt x="97245" y="35905"/>
                  </a:lnTo>
                  <a:lnTo>
                    <a:pt x="97245" y="35877"/>
                  </a:lnTo>
                  <a:lnTo>
                    <a:pt x="97267" y="35849"/>
                  </a:lnTo>
                  <a:lnTo>
                    <a:pt x="97267" y="35821"/>
                  </a:lnTo>
                  <a:lnTo>
                    <a:pt x="97355" y="35542"/>
                  </a:lnTo>
                  <a:lnTo>
                    <a:pt x="97355" y="35430"/>
                  </a:lnTo>
                  <a:lnTo>
                    <a:pt x="97333" y="35346"/>
                  </a:lnTo>
                  <a:lnTo>
                    <a:pt x="97201" y="34927"/>
                  </a:lnTo>
                  <a:lnTo>
                    <a:pt x="97135" y="34788"/>
                  </a:lnTo>
                  <a:lnTo>
                    <a:pt x="97113" y="34760"/>
                  </a:lnTo>
                  <a:lnTo>
                    <a:pt x="97113" y="34620"/>
                  </a:lnTo>
                  <a:lnTo>
                    <a:pt x="97091" y="34564"/>
                  </a:lnTo>
                  <a:lnTo>
                    <a:pt x="97025" y="34369"/>
                  </a:lnTo>
                  <a:lnTo>
                    <a:pt x="96849" y="34090"/>
                  </a:lnTo>
                  <a:lnTo>
                    <a:pt x="96739" y="33950"/>
                  </a:lnTo>
                  <a:lnTo>
                    <a:pt x="96761" y="33894"/>
                  </a:lnTo>
                  <a:lnTo>
                    <a:pt x="96739" y="33811"/>
                  </a:lnTo>
                  <a:lnTo>
                    <a:pt x="96739" y="33783"/>
                  </a:lnTo>
                  <a:lnTo>
                    <a:pt x="96959" y="33559"/>
                  </a:lnTo>
                  <a:lnTo>
                    <a:pt x="97025" y="33476"/>
                  </a:lnTo>
                  <a:lnTo>
                    <a:pt x="97069" y="33252"/>
                  </a:lnTo>
                  <a:lnTo>
                    <a:pt x="97091" y="33168"/>
                  </a:lnTo>
                  <a:lnTo>
                    <a:pt x="97179" y="33085"/>
                  </a:lnTo>
                  <a:lnTo>
                    <a:pt x="97201" y="33001"/>
                  </a:lnTo>
                  <a:lnTo>
                    <a:pt x="97157" y="32889"/>
                  </a:lnTo>
                  <a:lnTo>
                    <a:pt x="97157" y="32805"/>
                  </a:lnTo>
                  <a:lnTo>
                    <a:pt x="97201" y="32778"/>
                  </a:lnTo>
                  <a:lnTo>
                    <a:pt x="97245" y="32805"/>
                  </a:lnTo>
                  <a:lnTo>
                    <a:pt x="97289" y="32889"/>
                  </a:lnTo>
                  <a:lnTo>
                    <a:pt x="97311" y="32973"/>
                  </a:lnTo>
                  <a:lnTo>
                    <a:pt x="97399" y="33838"/>
                  </a:lnTo>
                  <a:lnTo>
                    <a:pt x="97421" y="34006"/>
                  </a:lnTo>
                  <a:lnTo>
                    <a:pt x="97487" y="34090"/>
                  </a:lnTo>
                  <a:lnTo>
                    <a:pt x="97509" y="34174"/>
                  </a:lnTo>
                  <a:lnTo>
                    <a:pt x="97553" y="34174"/>
                  </a:lnTo>
                  <a:lnTo>
                    <a:pt x="97575" y="34174"/>
                  </a:lnTo>
                  <a:lnTo>
                    <a:pt x="97597" y="34174"/>
                  </a:lnTo>
                  <a:lnTo>
                    <a:pt x="97597" y="34034"/>
                  </a:lnTo>
                  <a:lnTo>
                    <a:pt x="97619" y="34034"/>
                  </a:lnTo>
                  <a:lnTo>
                    <a:pt x="97641" y="34034"/>
                  </a:lnTo>
                  <a:lnTo>
                    <a:pt x="97707" y="34062"/>
                  </a:lnTo>
                  <a:lnTo>
                    <a:pt x="97729" y="34062"/>
                  </a:lnTo>
                  <a:lnTo>
                    <a:pt x="97927" y="34062"/>
                  </a:lnTo>
                  <a:lnTo>
                    <a:pt x="98037" y="34118"/>
                  </a:lnTo>
                  <a:lnTo>
                    <a:pt x="98235" y="34369"/>
                  </a:lnTo>
                  <a:lnTo>
                    <a:pt x="98257" y="34313"/>
                  </a:lnTo>
                  <a:lnTo>
                    <a:pt x="98279" y="34174"/>
                  </a:lnTo>
                  <a:lnTo>
                    <a:pt x="98345" y="34006"/>
                  </a:lnTo>
                  <a:lnTo>
                    <a:pt x="98433" y="33838"/>
                  </a:lnTo>
                  <a:lnTo>
                    <a:pt x="98455" y="33783"/>
                  </a:lnTo>
                  <a:lnTo>
                    <a:pt x="98455" y="33699"/>
                  </a:lnTo>
                  <a:lnTo>
                    <a:pt x="98455" y="33476"/>
                  </a:lnTo>
                  <a:lnTo>
                    <a:pt x="98455" y="33448"/>
                  </a:lnTo>
                  <a:lnTo>
                    <a:pt x="98477" y="33392"/>
                  </a:lnTo>
                  <a:lnTo>
                    <a:pt x="98477" y="33336"/>
                  </a:lnTo>
                  <a:lnTo>
                    <a:pt x="98477" y="33196"/>
                  </a:lnTo>
                  <a:lnTo>
                    <a:pt x="98477" y="33140"/>
                  </a:lnTo>
                  <a:lnTo>
                    <a:pt x="98477" y="33001"/>
                  </a:lnTo>
                  <a:lnTo>
                    <a:pt x="98477" y="32973"/>
                  </a:lnTo>
                  <a:lnTo>
                    <a:pt x="98455" y="32945"/>
                  </a:lnTo>
                  <a:lnTo>
                    <a:pt x="98433" y="32889"/>
                  </a:lnTo>
                  <a:lnTo>
                    <a:pt x="98411" y="32666"/>
                  </a:lnTo>
                  <a:lnTo>
                    <a:pt x="98389" y="32498"/>
                  </a:lnTo>
                  <a:lnTo>
                    <a:pt x="98345" y="32303"/>
                  </a:lnTo>
                  <a:lnTo>
                    <a:pt x="98191" y="32052"/>
                  </a:lnTo>
                  <a:lnTo>
                    <a:pt x="98169" y="31968"/>
                  </a:lnTo>
                  <a:lnTo>
                    <a:pt x="98147" y="31856"/>
                  </a:lnTo>
                  <a:lnTo>
                    <a:pt x="98169" y="31717"/>
                  </a:lnTo>
                  <a:lnTo>
                    <a:pt x="98059" y="31605"/>
                  </a:lnTo>
                  <a:lnTo>
                    <a:pt x="97971" y="31465"/>
                  </a:lnTo>
                  <a:lnTo>
                    <a:pt x="97927" y="31270"/>
                  </a:lnTo>
                  <a:lnTo>
                    <a:pt x="97861" y="31074"/>
                  </a:lnTo>
                  <a:lnTo>
                    <a:pt x="97817" y="30991"/>
                  </a:lnTo>
                  <a:lnTo>
                    <a:pt x="97729" y="30795"/>
                  </a:lnTo>
                  <a:lnTo>
                    <a:pt x="97641" y="30628"/>
                  </a:lnTo>
                  <a:lnTo>
                    <a:pt x="97597" y="30404"/>
                  </a:lnTo>
                  <a:lnTo>
                    <a:pt x="97619" y="30069"/>
                  </a:lnTo>
                  <a:lnTo>
                    <a:pt x="97619" y="29958"/>
                  </a:lnTo>
                  <a:lnTo>
                    <a:pt x="97597" y="29846"/>
                  </a:lnTo>
                  <a:lnTo>
                    <a:pt x="97553" y="29623"/>
                  </a:lnTo>
                  <a:lnTo>
                    <a:pt x="97421" y="29232"/>
                  </a:lnTo>
                  <a:lnTo>
                    <a:pt x="97267" y="28841"/>
                  </a:lnTo>
                  <a:lnTo>
                    <a:pt x="97091" y="28506"/>
                  </a:lnTo>
                  <a:lnTo>
                    <a:pt x="96233" y="27445"/>
                  </a:lnTo>
                  <a:lnTo>
                    <a:pt x="95573" y="26914"/>
                  </a:lnTo>
                  <a:lnTo>
                    <a:pt x="95353" y="26803"/>
                  </a:lnTo>
                  <a:lnTo>
                    <a:pt x="95198" y="26635"/>
                  </a:lnTo>
                  <a:lnTo>
                    <a:pt x="94648" y="26244"/>
                  </a:lnTo>
                  <a:lnTo>
                    <a:pt x="94230" y="25742"/>
                  </a:lnTo>
                  <a:lnTo>
                    <a:pt x="94164" y="25658"/>
                  </a:lnTo>
                  <a:lnTo>
                    <a:pt x="94054" y="25379"/>
                  </a:lnTo>
                  <a:lnTo>
                    <a:pt x="94010" y="25295"/>
                  </a:lnTo>
                  <a:lnTo>
                    <a:pt x="93966" y="25295"/>
                  </a:lnTo>
                  <a:lnTo>
                    <a:pt x="93922" y="25239"/>
                  </a:lnTo>
                  <a:lnTo>
                    <a:pt x="93878" y="25183"/>
                  </a:lnTo>
                  <a:lnTo>
                    <a:pt x="93856" y="25072"/>
                  </a:lnTo>
                  <a:lnTo>
                    <a:pt x="93856" y="24932"/>
                  </a:lnTo>
                  <a:lnTo>
                    <a:pt x="93834" y="24876"/>
                  </a:lnTo>
                  <a:lnTo>
                    <a:pt x="93504" y="24625"/>
                  </a:lnTo>
                  <a:lnTo>
                    <a:pt x="93020" y="24597"/>
                  </a:lnTo>
                  <a:lnTo>
                    <a:pt x="92866" y="24820"/>
                  </a:lnTo>
                  <a:lnTo>
                    <a:pt x="92756" y="24876"/>
                  </a:lnTo>
                  <a:lnTo>
                    <a:pt x="92668" y="24932"/>
                  </a:lnTo>
                  <a:lnTo>
                    <a:pt x="92580" y="25267"/>
                  </a:lnTo>
                  <a:lnTo>
                    <a:pt x="92558" y="25295"/>
                  </a:lnTo>
                  <a:lnTo>
                    <a:pt x="92558" y="25351"/>
                  </a:lnTo>
                  <a:lnTo>
                    <a:pt x="92580" y="25630"/>
                  </a:lnTo>
                  <a:lnTo>
                    <a:pt x="92558" y="25714"/>
                  </a:lnTo>
                  <a:lnTo>
                    <a:pt x="92492" y="25881"/>
                  </a:lnTo>
                  <a:lnTo>
                    <a:pt x="92514" y="25937"/>
                  </a:lnTo>
                  <a:lnTo>
                    <a:pt x="92294" y="26579"/>
                  </a:lnTo>
                  <a:lnTo>
                    <a:pt x="91986" y="27138"/>
                  </a:lnTo>
                  <a:lnTo>
                    <a:pt x="91920" y="27389"/>
                  </a:lnTo>
                  <a:lnTo>
                    <a:pt x="91898" y="27640"/>
                  </a:lnTo>
                  <a:lnTo>
                    <a:pt x="91876" y="27919"/>
                  </a:lnTo>
                  <a:lnTo>
                    <a:pt x="91876" y="28031"/>
                  </a:lnTo>
                  <a:lnTo>
                    <a:pt x="91876" y="28115"/>
                  </a:lnTo>
                  <a:lnTo>
                    <a:pt x="91942" y="28422"/>
                  </a:lnTo>
                  <a:lnTo>
                    <a:pt x="91986" y="28673"/>
                  </a:lnTo>
                  <a:lnTo>
                    <a:pt x="92074" y="28953"/>
                  </a:lnTo>
                  <a:lnTo>
                    <a:pt x="92096" y="29036"/>
                  </a:lnTo>
                  <a:lnTo>
                    <a:pt x="92096" y="29092"/>
                  </a:lnTo>
                  <a:lnTo>
                    <a:pt x="92074" y="29260"/>
                  </a:lnTo>
                  <a:lnTo>
                    <a:pt x="92162" y="29232"/>
                  </a:lnTo>
                  <a:lnTo>
                    <a:pt x="92206" y="29260"/>
                  </a:lnTo>
                  <a:lnTo>
                    <a:pt x="92228" y="29343"/>
                  </a:lnTo>
                  <a:lnTo>
                    <a:pt x="92228" y="29483"/>
                  </a:lnTo>
                  <a:lnTo>
                    <a:pt x="92228" y="29539"/>
                  </a:lnTo>
                  <a:lnTo>
                    <a:pt x="92206" y="29595"/>
                  </a:lnTo>
                  <a:lnTo>
                    <a:pt x="92184" y="29623"/>
                  </a:lnTo>
                  <a:lnTo>
                    <a:pt x="92228" y="29762"/>
                  </a:lnTo>
                  <a:lnTo>
                    <a:pt x="92294" y="29874"/>
                  </a:lnTo>
                  <a:lnTo>
                    <a:pt x="92294" y="29986"/>
                  </a:lnTo>
                  <a:lnTo>
                    <a:pt x="92272" y="30153"/>
                  </a:lnTo>
                  <a:lnTo>
                    <a:pt x="92272" y="30293"/>
                  </a:lnTo>
                  <a:lnTo>
                    <a:pt x="92272" y="30460"/>
                  </a:lnTo>
                  <a:lnTo>
                    <a:pt x="92294" y="30656"/>
                  </a:lnTo>
                  <a:lnTo>
                    <a:pt x="92338" y="30767"/>
                  </a:lnTo>
                  <a:lnTo>
                    <a:pt x="92338" y="30851"/>
                  </a:lnTo>
                  <a:lnTo>
                    <a:pt x="92360" y="30935"/>
                  </a:lnTo>
                  <a:lnTo>
                    <a:pt x="92382" y="30991"/>
                  </a:lnTo>
                  <a:lnTo>
                    <a:pt x="92382" y="31046"/>
                  </a:lnTo>
                  <a:lnTo>
                    <a:pt x="92338" y="31214"/>
                  </a:lnTo>
                  <a:lnTo>
                    <a:pt x="92294" y="31270"/>
                  </a:lnTo>
                  <a:lnTo>
                    <a:pt x="92228" y="31270"/>
                  </a:lnTo>
                  <a:lnTo>
                    <a:pt x="92272" y="31046"/>
                  </a:lnTo>
                  <a:lnTo>
                    <a:pt x="92228" y="30767"/>
                  </a:lnTo>
                  <a:lnTo>
                    <a:pt x="92162" y="30516"/>
                  </a:lnTo>
                  <a:lnTo>
                    <a:pt x="92074" y="30404"/>
                  </a:lnTo>
                  <a:lnTo>
                    <a:pt x="92008" y="30460"/>
                  </a:lnTo>
                  <a:lnTo>
                    <a:pt x="91986" y="30516"/>
                  </a:lnTo>
                  <a:lnTo>
                    <a:pt x="91986" y="30711"/>
                  </a:lnTo>
                  <a:lnTo>
                    <a:pt x="91942" y="30795"/>
                  </a:lnTo>
                  <a:lnTo>
                    <a:pt x="91810" y="30991"/>
                  </a:lnTo>
                  <a:lnTo>
                    <a:pt x="91854" y="31186"/>
                  </a:lnTo>
                  <a:lnTo>
                    <a:pt x="91810" y="31270"/>
                  </a:lnTo>
                  <a:lnTo>
                    <a:pt x="91766" y="31354"/>
                  </a:lnTo>
                  <a:lnTo>
                    <a:pt x="91743" y="31465"/>
                  </a:lnTo>
                  <a:lnTo>
                    <a:pt x="91743" y="31577"/>
                  </a:lnTo>
                  <a:lnTo>
                    <a:pt x="91788" y="31744"/>
                  </a:lnTo>
                  <a:lnTo>
                    <a:pt x="91876" y="31968"/>
                  </a:lnTo>
                  <a:lnTo>
                    <a:pt x="91964" y="32080"/>
                  </a:lnTo>
                  <a:lnTo>
                    <a:pt x="92074" y="32135"/>
                  </a:lnTo>
                  <a:lnTo>
                    <a:pt x="92206" y="32107"/>
                  </a:lnTo>
                  <a:lnTo>
                    <a:pt x="92162" y="32191"/>
                  </a:lnTo>
                  <a:lnTo>
                    <a:pt x="92140" y="32331"/>
                  </a:lnTo>
                  <a:lnTo>
                    <a:pt x="92140" y="32442"/>
                  </a:lnTo>
                  <a:lnTo>
                    <a:pt x="92140" y="32582"/>
                  </a:lnTo>
                  <a:lnTo>
                    <a:pt x="92140" y="32666"/>
                  </a:lnTo>
                  <a:lnTo>
                    <a:pt x="92140" y="32722"/>
                  </a:lnTo>
                  <a:lnTo>
                    <a:pt x="92096" y="32722"/>
                  </a:lnTo>
                  <a:lnTo>
                    <a:pt x="92030" y="32694"/>
                  </a:lnTo>
                  <a:lnTo>
                    <a:pt x="92008" y="32805"/>
                  </a:lnTo>
                  <a:lnTo>
                    <a:pt x="92030" y="32889"/>
                  </a:lnTo>
                  <a:lnTo>
                    <a:pt x="92074" y="32945"/>
                  </a:lnTo>
                  <a:lnTo>
                    <a:pt x="92008" y="33085"/>
                  </a:lnTo>
                  <a:lnTo>
                    <a:pt x="91876" y="33168"/>
                  </a:lnTo>
                  <a:lnTo>
                    <a:pt x="91788" y="33280"/>
                  </a:lnTo>
                  <a:lnTo>
                    <a:pt x="91876" y="33336"/>
                  </a:lnTo>
                  <a:lnTo>
                    <a:pt x="91810" y="33420"/>
                  </a:lnTo>
                  <a:lnTo>
                    <a:pt x="91854" y="33476"/>
                  </a:lnTo>
                  <a:lnTo>
                    <a:pt x="91876" y="33531"/>
                  </a:lnTo>
                  <a:lnTo>
                    <a:pt x="91898" y="33699"/>
                  </a:lnTo>
                  <a:lnTo>
                    <a:pt x="91898" y="33783"/>
                  </a:lnTo>
                  <a:lnTo>
                    <a:pt x="91876" y="33811"/>
                  </a:lnTo>
                  <a:lnTo>
                    <a:pt x="91810" y="33894"/>
                  </a:lnTo>
                  <a:lnTo>
                    <a:pt x="91721" y="34201"/>
                  </a:lnTo>
                  <a:lnTo>
                    <a:pt x="91655" y="34285"/>
                  </a:lnTo>
                  <a:lnTo>
                    <a:pt x="91589" y="34313"/>
                  </a:lnTo>
                  <a:lnTo>
                    <a:pt x="91479" y="34536"/>
                  </a:lnTo>
                  <a:lnTo>
                    <a:pt x="91457" y="34592"/>
                  </a:lnTo>
                  <a:lnTo>
                    <a:pt x="91501" y="34648"/>
                  </a:lnTo>
                  <a:lnTo>
                    <a:pt x="91567" y="34732"/>
                  </a:lnTo>
                  <a:lnTo>
                    <a:pt x="91589" y="34816"/>
                  </a:lnTo>
                  <a:lnTo>
                    <a:pt x="91633" y="34899"/>
                  </a:lnTo>
                  <a:lnTo>
                    <a:pt x="91655" y="34983"/>
                  </a:lnTo>
                  <a:lnTo>
                    <a:pt x="91677" y="35039"/>
                  </a:lnTo>
                  <a:lnTo>
                    <a:pt x="91589" y="35179"/>
                  </a:lnTo>
                  <a:lnTo>
                    <a:pt x="91479" y="35318"/>
                  </a:lnTo>
                  <a:lnTo>
                    <a:pt x="91347" y="35374"/>
                  </a:lnTo>
                  <a:lnTo>
                    <a:pt x="91259" y="35318"/>
                  </a:lnTo>
                  <a:lnTo>
                    <a:pt x="91215" y="35207"/>
                  </a:lnTo>
                  <a:lnTo>
                    <a:pt x="91193" y="35067"/>
                  </a:lnTo>
                  <a:lnTo>
                    <a:pt x="91149" y="34927"/>
                  </a:lnTo>
                  <a:lnTo>
                    <a:pt x="91039" y="34788"/>
                  </a:lnTo>
                  <a:lnTo>
                    <a:pt x="91017" y="34648"/>
                  </a:lnTo>
                  <a:lnTo>
                    <a:pt x="91039" y="34509"/>
                  </a:lnTo>
                  <a:lnTo>
                    <a:pt x="91017" y="34481"/>
                  </a:lnTo>
                  <a:lnTo>
                    <a:pt x="90995" y="34453"/>
                  </a:lnTo>
                  <a:lnTo>
                    <a:pt x="91017" y="34453"/>
                  </a:lnTo>
                  <a:lnTo>
                    <a:pt x="91017" y="34369"/>
                  </a:lnTo>
                  <a:lnTo>
                    <a:pt x="90907" y="34257"/>
                  </a:lnTo>
                  <a:lnTo>
                    <a:pt x="90775" y="34285"/>
                  </a:lnTo>
                  <a:lnTo>
                    <a:pt x="90511" y="34481"/>
                  </a:lnTo>
                  <a:lnTo>
                    <a:pt x="90819" y="34062"/>
                  </a:lnTo>
                  <a:lnTo>
                    <a:pt x="90929" y="34034"/>
                  </a:lnTo>
                  <a:lnTo>
                    <a:pt x="90929" y="33978"/>
                  </a:lnTo>
                  <a:lnTo>
                    <a:pt x="90379" y="33727"/>
                  </a:lnTo>
                  <a:lnTo>
                    <a:pt x="90137" y="33559"/>
                  </a:lnTo>
                  <a:lnTo>
                    <a:pt x="90005" y="33503"/>
                  </a:lnTo>
                  <a:lnTo>
                    <a:pt x="90005" y="33476"/>
                  </a:lnTo>
                  <a:lnTo>
                    <a:pt x="89983" y="33420"/>
                  </a:lnTo>
                  <a:lnTo>
                    <a:pt x="89983" y="33364"/>
                  </a:lnTo>
                  <a:lnTo>
                    <a:pt x="90005" y="33336"/>
                  </a:lnTo>
                  <a:lnTo>
                    <a:pt x="90181" y="33001"/>
                  </a:lnTo>
                  <a:lnTo>
                    <a:pt x="90203" y="32973"/>
                  </a:lnTo>
                  <a:lnTo>
                    <a:pt x="90225" y="32638"/>
                  </a:lnTo>
                  <a:lnTo>
                    <a:pt x="90225" y="32582"/>
                  </a:lnTo>
                  <a:lnTo>
                    <a:pt x="90269" y="32554"/>
                  </a:lnTo>
                  <a:lnTo>
                    <a:pt x="90225" y="32442"/>
                  </a:lnTo>
                  <a:lnTo>
                    <a:pt x="90159" y="32359"/>
                  </a:lnTo>
                  <a:lnTo>
                    <a:pt x="90115" y="32331"/>
                  </a:lnTo>
                  <a:lnTo>
                    <a:pt x="90071" y="32331"/>
                  </a:lnTo>
                  <a:lnTo>
                    <a:pt x="90049" y="32275"/>
                  </a:lnTo>
                  <a:lnTo>
                    <a:pt x="90049" y="32191"/>
                  </a:lnTo>
                  <a:lnTo>
                    <a:pt x="90049" y="32135"/>
                  </a:lnTo>
                  <a:lnTo>
                    <a:pt x="90049" y="32107"/>
                  </a:lnTo>
                  <a:lnTo>
                    <a:pt x="90159" y="32052"/>
                  </a:lnTo>
                  <a:lnTo>
                    <a:pt x="90181" y="31996"/>
                  </a:lnTo>
                  <a:lnTo>
                    <a:pt x="90115" y="31856"/>
                  </a:lnTo>
                  <a:lnTo>
                    <a:pt x="90027" y="31772"/>
                  </a:lnTo>
                  <a:lnTo>
                    <a:pt x="89961" y="31717"/>
                  </a:lnTo>
                  <a:lnTo>
                    <a:pt x="89917" y="31689"/>
                  </a:lnTo>
                  <a:lnTo>
                    <a:pt x="89983" y="31577"/>
                  </a:lnTo>
                  <a:lnTo>
                    <a:pt x="90005" y="31493"/>
                  </a:lnTo>
                  <a:lnTo>
                    <a:pt x="89983" y="31409"/>
                  </a:lnTo>
                  <a:lnTo>
                    <a:pt x="90027" y="31298"/>
                  </a:lnTo>
                  <a:lnTo>
                    <a:pt x="90049" y="31242"/>
                  </a:lnTo>
                  <a:lnTo>
                    <a:pt x="90049" y="31019"/>
                  </a:lnTo>
                  <a:lnTo>
                    <a:pt x="90049" y="30907"/>
                  </a:lnTo>
                  <a:lnTo>
                    <a:pt x="90049" y="30795"/>
                  </a:lnTo>
                  <a:lnTo>
                    <a:pt x="89983" y="30739"/>
                  </a:lnTo>
                  <a:lnTo>
                    <a:pt x="89939" y="30684"/>
                  </a:lnTo>
                  <a:lnTo>
                    <a:pt x="89895" y="30628"/>
                  </a:lnTo>
                  <a:lnTo>
                    <a:pt x="89851" y="30516"/>
                  </a:lnTo>
                  <a:lnTo>
                    <a:pt x="89851" y="30404"/>
                  </a:lnTo>
                  <a:lnTo>
                    <a:pt x="89895" y="30237"/>
                  </a:lnTo>
                  <a:lnTo>
                    <a:pt x="89895" y="30097"/>
                  </a:lnTo>
                  <a:lnTo>
                    <a:pt x="89917" y="30097"/>
                  </a:lnTo>
                  <a:lnTo>
                    <a:pt x="89961" y="30209"/>
                  </a:lnTo>
                  <a:lnTo>
                    <a:pt x="90005" y="30209"/>
                  </a:lnTo>
                  <a:lnTo>
                    <a:pt x="90049" y="30153"/>
                  </a:lnTo>
                  <a:lnTo>
                    <a:pt x="90049" y="29986"/>
                  </a:lnTo>
                  <a:lnTo>
                    <a:pt x="90027" y="30041"/>
                  </a:lnTo>
                  <a:lnTo>
                    <a:pt x="90005" y="29986"/>
                  </a:lnTo>
                  <a:lnTo>
                    <a:pt x="89961" y="29958"/>
                  </a:lnTo>
                  <a:lnTo>
                    <a:pt x="89961" y="29846"/>
                  </a:lnTo>
                  <a:lnTo>
                    <a:pt x="89983" y="29790"/>
                  </a:lnTo>
                  <a:lnTo>
                    <a:pt x="90005" y="29762"/>
                  </a:lnTo>
                  <a:lnTo>
                    <a:pt x="90027" y="29678"/>
                  </a:lnTo>
                  <a:lnTo>
                    <a:pt x="90027" y="29595"/>
                  </a:lnTo>
                  <a:lnTo>
                    <a:pt x="89917" y="29651"/>
                  </a:lnTo>
                  <a:lnTo>
                    <a:pt x="89719" y="29958"/>
                  </a:lnTo>
                  <a:lnTo>
                    <a:pt x="89587" y="29930"/>
                  </a:lnTo>
                  <a:lnTo>
                    <a:pt x="89697" y="29678"/>
                  </a:lnTo>
                  <a:lnTo>
                    <a:pt x="89741" y="29595"/>
                  </a:lnTo>
                  <a:lnTo>
                    <a:pt x="89785" y="29567"/>
                  </a:lnTo>
                  <a:lnTo>
                    <a:pt x="89829" y="29511"/>
                  </a:lnTo>
                  <a:lnTo>
                    <a:pt x="90005" y="29539"/>
                  </a:lnTo>
                  <a:lnTo>
                    <a:pt x="90049" y="29483"/>
                  </a:lnTo>
                  <a:lnTo>
                    <a:pt x="90049" y="29371"/>
                  </a:lnTo>
                  <a:lnTo>
                    <a:pt x="90005" y="29371"/>
                  </a:lnTo>
                  <a:lnTo>
                    <a:pt x="89895" y="29399"/>
                  </a:lnTo>
                  <a:lnTo>
                    <a:pt x="89917" y="29315"/>
                  </a:lnTo>
                  <a:lnTo>
                    <a:pt x="89983" y="29232"/>
                  </a:lnTo>
                  <a:lnTo>
                    <a:pt x="89983" y="29120"/>
                  </a:lnTo>
                  <a:lnTo>
                    <a:pt x="89939" y="29064"/>
                  </a:lnTo>
                  <a:lnTo>
                    <a:pt x="89675" y="28841"/>
                  </a:lnTo>
                  <a:lnTo>
                    <a:pt x="89389" y="28841"/>
                  </a:lnTo>
                  <a:lnTo>
                    <a:pt x="89389" y="28813"/>
                  </a:lnTo>
                  <a:lnTo>
                    <a:pt x="89433" y="28757"/>
                  </a:lnTo>
                  <a:lnTo>
                    <a:pt x="89499" y="28729"/>
                  </a:lnTo>
                  <a:lnTo>
                    <a:pt x="89433" y="28645"/>
                  </a:lnTo>
                  <a:lnTo>
                    <a:pt x="89433" y="28590"/>
                  </a:lnTo>
                  <a:lnTo>
                    <a:pt x="89411" y="28534"/>
                  </a:lnTo>
                  <a:lnTo>
                    <a:pt x="89499" y="28534"/>
                  </a:lnTo>
                  <a:lnTo>
                    <a:pt x="89345" y="28171"/>
                  </a:lnTo>
                  <a:lnTo>
                    <a:pt x="89301" y="28087"/>
                  </a:lnTo>
                  <a:lnTo>
                    <a:pt x="89301" y="28087"/>
                  </a:lnTo>
                  <a:lnTo>
                    <a:pt x="89125" y="28087"/>
                  </a:lnTo>
                  <a:lnTo>
                    <a:pt x="89037" y="28003"/>
                  </a:lnTo>
                  <a:lnTo>
                    <a:pt x="89059" y="27808"/>
                  </a:lnTo>
                  <a:lnTo>
                    <a:pt x="89037" y="27668"/>
                  </a:lnTo>
                  <a:lnTo>
                    <a:pt x="89103" y="27445"/>
                  </a:lnTo>
                  <a:lnTo>
                    <a:pt x="89103" y="27305"/>
                  </a:lnTo>
                  <a:lnTo>
                    <a:pt x="89059" y="27194"/>
                  </a:lnTo>
                  <a:lnTo>
                    <a:pt x="88861" y="27082"/>
                  </a:lnTo>
                  <a:lnTo>
                    <a:pt x="88773" y="27082"/>
                  </a:lnTo>
                  <a:lnTo>
                    <a:pt x="88729" y="27054"/>
                  </a:lnTo>
                  <a:lnTo>
                    <a:pt x="88619" y="26831"/>
                  </a:lnTo>
                  <a:lnTo>
                    <a:pt x="88553" y="26775"/>
                  </a:lnTo>
                  <a:lnTo>
                    <a:pt x="88443" y="26747"/>
                  </a:lnTo>
                  <a:lnTo>
                    <a:pt x="87848" y="26077"/>
                  </a:lnTo>
                  <a:lnTo>
                    <a:pt x="87584" y="25937"/>
                  </a:lnTo>
                  <a:lnTo>
                    <a:pt x="87540" y="25881"/>
                  </a:lnTo>
                  <a:lnTo>
                    <a:pt x="87474" y="25770"/>
                  </a:lnTo>
                  <a:lnTo>
                    <a:pt x="87430" y="25686"/>
                  </a:lnTo>
                  <a:lnTo>
                    <a:pt x="87364" y="25630"/>
                  </a:lnTo>
                  <a:lnTo>
                    <a:pt x="87144" y="25546"/>
                  </a:lnTo>
                  <a:lnTo>
                    <a:pt x="86704" y="25183"/>
                  </a:lnTo>
                  <a:lnTo>
                    <a:pt x="86528" y="24932"/>
                  </a:lnTo>
                  <a:lnTo>
                    <a:pt x="86506" y="24876"/>
                  </a:lnTo>
                  <a:lnTo>
                    <a:pt x="87144" y="25407"/>
                  </a:lnTo>
                  <a:lnTo>
                    <a:pt x="87342" y="25435"/>
                  </a:lnTo>
                  <a:lnTo>
                    <a:pt x="87430" y="25407"/>
                  </a:lnTo>
                  <a:lnTo>
                    <a:pt x="87584" y="25183"/>
                  </a:lnTo>
                  <a:lnTo>
                    <a:pt x="87782" y="24792"/>
                  </a:lnTo>
                  <a:lnTo>
                    <a:pt x="87826" y="24681"/>
                  </a:lnTo>
                  <a:lnTo>
                    <a:pt x="87914" y="24653"/>
                  </a:lnTo>
                  <a:lnTo>
                    <a:pt x="87914" y="24737"/>
                  </a:lnTo>
                  <a:lnTo>
                    <a:pt x="87848" y="24848"/>
                  </a:lnTo>
                  <a:lnTo>
                    <a:pt x="87826" y="24876"/>
                  </a:lnTo>
                  <a:lnTo>
                    <a:pt x="87826" y="24960"/>
                  </a:lnTo>
                  <a:lnTo>
                    <a:pt x="87826" y="25100"/>
                  </a:lnTo>
                  <a:lnTo>
                    <a:pt x="87826" y="25155"/>
                  </a:lnTo>
                  <a:lnTo>
                    <a:pt x="87672" y="25351"/>
                  </a:lnTo>
                  <a:lnTo>
                    <a:pt x="87606" y="25463"/>
                  </a:lnTo>
                  <a:lnTo>
                    <a:pt x="87650" y="25602"/>
                  </a:lnTo>
                  <a:lnTo>
                    <a:pt x="87694" y="25630"/>
                  </a:lnTo>
                  <a:lnTo>
                    <a:pt x="88024" y="25211"/>
                  </a:lnTo>
                  <a:lnTo>
                    <a:pt x="88090" y="25183"/>
                  </a:lnTo>
                  <a:lnTo>
                    <a:pt x="88090" y="25267"/>
                  </a:lnTo>
                  <a:lnTo>
                    <a:pt x="88068" y="25351"/>
                  </a:lnTo>
                  <a:lnTo>
                    <a:pt x="88046" y="25351"/>
                  </a:lnTo>
                  <a:lnTo>
                    <a:pt x="88002" y="25351"/>
                  </a:lnTo>
                  <a:lnTo>
                    <a:pt x="88002" y="25407"/>
                  </a:lnTo>
                  <a:lnTo>
                    <a:pt x="88046" y="25407"/>
                  </a:lnTo>
                  <a:lnTo>
                    <a:pt x="88046" y="25463"/>
                  </a:lnTo>
                  <a:lnTo>
                    <a:pt x="88024" y="25463"/>
                  </a:lnTo>
                  <a:lnTo>
                    <a:pt x="87980" y="25546"/>
                  </a:lnTo>
                  <a:lnTo>
                    <a:pt x="88002" y="25602"/>
                  </a:lnTo>
                  <a:lnTo>
                    <a:pt x="88024" y="25630"/>
                  </a:lnTo>
                  <a:lnTo>
                    <a:pt x="88046" y="25630"/>
                  </a:lnTo>
                  <a:lnTo>
                    <a:pt x="88068" y="25630"/>
                  </a:lnTo>
                  <a:lnTo>
                    <a:pt x="88046" y="25630"/>
                  </a:lnTo>
                  <a:lnTo>
                    <a:pt x="88134" y="25518"/>
                  </a:lnTo>
                  <a:lnTo>
                    <a:pt x="88200" y="25518"/>
                  </a:lnTo>
                  <a:lnTo>
                    <a:pt x="88178" y="25518"/>
                  </a:lnTo>
                  <a:lnTo>
                    <a:pt x="88090" y="25686"/>
                  </a:lnTo>
                  <a:lnTo>
                    <a:pt x="88090" y="25742"/>
                  </a:lnTo>
                  <a:lnTo>
                    <a:pt x="88465" y="25630"/>
                  </a:lnTo>
                  <a:lnTo>
                    <a:pt x="88443" y="25463"/>
                  </a:lnTo>
                  <a:lnTo>
                    <a:pt x="88421" y="25407"/>
                  </a:lnTo>
                  <a:lnTo>
                    <a:pt x="88443" y="25351"/>
                  </a:lnTo>
                  <a:lnTo>
                    <a:pt x="88399" y="25239"/>
                  </a:lnTo>
                  <a:lnTo>
                    <a:pt x="88399" y="25183"/>
                  </a:lnTo>
                  <a:lnTo>
                    <a:pt x="88399" y="25127"/>
                  </a:lnTo>
                  <a:lnTo>
                    <a:pt x="88421" y="25072"/>
                  </a:lnTo>
                  <a:lnTo>
                    <a:pt x="88399" y="24988"/>
                  </a:lnTo>
                  <a:lnTo>
                    <a:pt x="88333" y="24848"/>
                  </a:lnTo>
                  <a:lnTo>
                    <a:pt x="88333" y="24709"/>
                  </a:lnTo>
                  <a:lnTo>
                    <a:pt x="88399" y="24653"/>
                  </a:lnTo>
                  <a:lnTo>
                    <a:pt x="88355" y="24569"/>
                  </a:lnTo>
                  <a:lnTo>
                    <a:pt x="88355" y="24541"/>
                  </a:lnTo>
                  <a:lnTo>
                    <a:pt x="88509" y="24262"/>
                  </a:lnTo>
                  <a:lnTo>
                    <a:pt x="88619" y="24150"/>
                  </a:lnTo>
                  <a:lnTo>
                    <a:pt x="88663" y="24067"/>
                  </a:lnTo>
                  <a:lnTo>
                    <a:pt x="88729" y="24011"/>
                  </a:lnTo>
                  <a:lnTo>
                    <a:pt x="88817" y="24039"/>
                  </a:lnTo>
                  <a:lnTo>
                    <a:pt x="88817" y="24011"/>
                  </a:lnTo>
                  <a:lnTo>
                    <a:pt x="88883" y="23955"/>
                  </a:lnTo>
                  <a:lnTo>
                    <a:pt x="88905" y="23871"/>
                  </a:lnTo>
                  <a:lnTo>
                    <a:pt x="88861" y="23843"/>
                  </a:lnTo>
                  <a:lnTo>
                    <a:pt x="88773" y="23871"/>
                  </a:lnTo>
                  <a:lnTo>
                    <a:pt x="88751" y="23843"/>
                  </a:lnTo>
                  <a:lnTo>
                    <a:pt x="88641" y="23731"/>
                  </a:lnTo>
                  <a:lnTo>
                    <a:pt x="88597" y="23676"/>
                  </a:lnTo>
                  <a:lnTo>
                    <a:pt x="88531" y="23704"/>
                  </a:lnTo>
                  <a:lnTo>
                    <a:pt x="88531" y="23620"/>
                  </a:lnTo>
                  <a:lnTo>
                    <a:pt x="88531" y="23620"/>
                  </a:lnTo>
                  <a:lnTo>
                    <a:pt x="88751" y="23564"/>
                  </a:lnTo>
                  <a:lnTo>
                    <a:pt x="88839" y="23620"/>
                  </a:lnTo>
                  <a:lnTo>
                    <a:pt x="88817" y="23704"/>
                  </a:lnTo>
                  <a:lnTo>
                    <a:pt x="88817" y="23704"/>
                  </a:lnTo>
                  <a:lnTo>
                    <a:pt x="88773" y="23704"/>
                  </a:lnTo>
                  <a:lnTo>
                    <a:pt x="88751" y="23620"/>
                  </a:lnTo>
                  <a:lnTo>
                    <a:pt x="88817" y="23731"/>
                  </a:lnTo>
                  <a:lnTo>
                    <a:pt x="88861" y="23787"/>
                  </a:lnTo>
                  <a:lnTo>
                    <a:pt x="88905" y="23815"/>
                  </a:lnTo>
                  <a:lnTo>
                    <a:pt x="88949" y="23815"/>
                  </a:lnTo>
                  <a:lnTo>
                    <a:pt x="89037" y="23787"/>
                  </a:lnTo>
                  <a:lnTo>
                    <a:pt x="89081" y="23731"/>
                  </a:lnTo>
                  <a:lnTo>
                    <a:pt x="89147" y="23592"/>
                  </a:lnTo>
                  <a:lnTo>
                    <a:pt x="89169" y="23564"/>
                  </a:lnTo>
                  <a:lnTo>
                    <a:pt x="89543" y="23620"/>
                  </a:lnTo>
                  <a:lnTo>
                    <a:pt x="89631" y="23508"/>
                  </a:lnTo>
                  <a:lnTo>
                    <a:pt x="89631" y="23452"/>
                  </a:lnTo>
                  <a:lnTo>
                    <a:pt x="89587" y="23452"/>
                  </a:lnTo>
                  <a:lnTo>
                    <a:pt x="89499" y="23536"/>
                  </a:lnTo>
                  <a:lnTo>
                    <a:pt x="89499" y="23564"/>
                  </a:lnTo>
                  <a:lnTo>
                    <a:pt x="89477" y="23508"/>
                  </a:lnTo>
                  <a:lnTo>
                    <a:pt x="89477" y="23452"/>
                  </a:lnTo>
                  <a:lnTo>
                    <a:pt x="89477" y="23424"/>
                  </a:lnTo>
                  <a:lnTo>
                    <a:pt x="89433" y="23396"/>
                  </a:lnTo>
                  <a:lnTo>
                    <a:pt x="89389" y="23396"/>
                  </a:lnTo>
                  <a:lnTo>
                    <a:pt x="89367" y="23396"/>
                  </a:lnTo>
                  <a:lnTo>
                    <a:pt x="89345" y="23341"/>
                  </a:lnTo>
                  <a:lnTo>
                    <a:pt x="89301" y="23257"/>
                  </a:lnTo>
                  <a:lnTo>
                    <a:pt x="89279" y="23201"/>
                  </a:lnTo>
                  <a:lnTo>
                    <a:pt x="89213" y="23089"/>
                  </a:lnTo>
                  <a:lnTo>
                    <a:pt x="89147" y="23089"/>
                  </a:lnTo>
                  <a:lnTo>
                    <a:pt x="89037" y="22978"/>
                  </a:lnTo>
                  <a:lnTo>
                    <a:pt x="88553" y="22782"/>
                  </a:lnTo>
                  <a:lnTo>
                    <a:pt x="88487" y="22782"/>
                  </a:lnTo>
                  <a:lnTo>
                    <a:pt x="88355" y="22866"/>
                  </a:lnTo>
                  <a:lnTo>
                    <a:pt x="88311" y="23006"/>
                  </a:lnTo>
                  <a:lnTo>
                    <a:pt x="88333" y="23285"/>
                  </a:lnTo>
                  <a:lnTo>
                    <a:pt x="87980" y="23341"/>
                  </a:lnTo>
                  <a:lnTo>
                    <a:pt x="87980" y="23229"/>
                  </a:lnTo>
                  <a:lnTo>
                    <a:pt x="87958" y="23061"/>
                  </a:lnTo>
                  <a:lnTo>
                    <a:pt x="87914" y="22950"/>
                  </a:lnTo>
                  <a:lnTo>
                    <a:pt x="87870" y="22894"/>
                  </a:lnTo>
                  <a:lnTo>
                    <a:pt x="87672" y="23145"/>
                  </a:lnTo>
                  <a:lnTo>
                    <a:pt x="87584" y="23033"/>
                  </a:lnTo>
                  <a:lnTo>
                    <a:pt x="87386" y="23229"/>
                  </a:lnTo>
                  <a:lnTo>
                    <a:pt x="87320" y="23229"/>
                  </a:lnTo>
                  <a:lnTo>
                    <a:pt x="87166" y="23006"/>
                  </a:lnTo>
                  <a:lnTo>
                    <a:pt x="87100" y="22866"/>
                  </a:lnTo>
                  <a:lnTo>
                    <a:pt x="87056" y="22782"/>
                  </a:lnTo>
                  <a:lnTo>
                    <a:pt x="87012" y="22754"/>
                  </a:lnTo>
                  <a:lnTo>
                    <a:pt x="86726" y="23006"/>
                  </a:lnTo>
                  <a:lnTo>
                    <a:pt x="86704" y="23033"/>
                  </a:lnTo>
                  <a:lnTo>
                    <a:pt x="86660" y="23201"/>
                  </a:lnTo>
                  <a:lnTo>
                    <a:pt x="86616" y="23229"/>
                  </a:lnTo>
                  <a:lnTo>
                    <a:pt x="86176" y="23285"/>
                  </a:lnTo>
                  <a:lnTo>
                    <a:pt x="86132" y="23341"/>
                  </a:lnTo>
                  <a:lnTo>
                    <a:pt x="86088" y="23424"/>
                  </a:lnTo>
                  <a:lnTo>
                    <a:pt x="86044" y="23452"/>
                  </a:lnTo>
                  <a:lnTo>
                    <a:pt x="85978" y="23313"/>
                  </a:lnTo>
                  <a:lnTo>
                    <a:pt x="86066" y="23201"/>
                  </a:lnTo>
                  <a:lnTo>
                    <a:pt x="86550" y="22950"/>
                  </a:lnTo>
                  <a:lnTo>
                    <a:pt x="86660" y="22810"/>
                  </a:lnTo>
                  <a:lnTo>
                    <a:pt x="86902" y="22308"/>
                  </a:lnTo>
                  <a:lnTo>
                    <a:pt x="86968" y="22196"/>
                  </a:lnTo>
                  <a:lnTo>
                    <a:pt x="87122" y="22196"/>
                  </a:lnTo>
                  <a:lnTo>
                    <a:pt x="87188" y="22140"/>
                  </a:lnTo>
                  <a:lnTo>
                    <a:pt x="87210" y="21973"/>
                  </a:lnTo>
                  <a:lnTo>
                    <a:pt x="87056" y="22084"/>
                  </a:lnTo>
                  <a:lnTo>
                    <a:pt x="86990" y="22084"/>
                  </a:lnTo>
                  <a:lnTo>
                    <a:pt x="86968" y="21861"/>
                  </a:lnTo>
                  <a:lnTo>
                    <a:pt x="86902" y="21861"/>
                  </a:lnTo>
                  <a:lnTo>
                    <a:pt x="86770" y="22056"/>
                  </a:lnTo>
                  <a:lnTo>
                    <a:pt x="86726" y="21973"/>
                  </a:lnTo>
                  <a:lnTo>
                    <a:pt x="86682" y="21917"/>
                  </a:lnTo>
                  <a:lnTo>
                    <a:pt x="86616" y="21861"/>
                  </a:lnTo>
                  <a:lnTo>
                    <a:pt x="86594" y="21889"/>
                  </a:lnTo>
                  <a:lnTo>
                    <a:pt x="86550" y="21945"/>
                  </a:lnTo>
                  <a:lnTo>
                    <a:pt x="86506" y="21945"/>
                  </a:lnTo>
                  <a:lnTo>
                    <a:pt x="86462" y="21889"/>
                  </a:lnTo>
                  <a:lnTo>
                    <a:pt x="86242" y="21833"/>
                  </a:lnTo>
                  <a:lnTo>
                    <a:pt x="86132" y="21861"/>
                  </a:lnTo>
                  <a:lnTo>
                    <a:pt x="86044" y="21945"/>
                  </a:lnTo>
                  <a:lnTo>
                    <a:pt x="86066" y="22084"/>
                  </a:lnTo>
                  <a:lnTo>
                    <a:pt x="86066" y="22112"/>
                  </a:lnTo>
                  <a:lnTo>
                    <a:pt x="86044" y="22140"/>
                  </a:lnTo>
                  <a:lnTo>
                    <a:pt x="85956" y="22140"/>
                  </a:lnTo>
                  <a:lnTo>
                    <a:pt x="85934" y="22196"/>
                  </a:lnTo>
                  <a:lnTo>
                    <a:pt x="85912" y="22308"/>
                  </a:lnTo>
                  <a:lnTo>
                    <a:pt x="85846" y="22391"/>
                  </a:lnTo>
                  <a:lnTo>
                    <a:pt x="85824" y="22447"/>
                  </a:lnTo>
                  <a:lnTo>
                    <a:pt x="85846" y="22503"/>
                  </a:lnTo>
                  <a:lnTo>
                    <a:pt x="85868" y="22587"/>
                  </a:lnTo>
                  <a:lnTo>
                    <a:pt x="85890" y="22726"/>
                  </a:lnTo>
                  <a:lnTo>
                    <a:pt x="85846" y="22754"/>
                  </a:lnTo>
                  <a:lnTo>
                    <a:pt x="85758" y="22950"/>
                  </a:lnTo>
                  <a:lnTo>
                    <a:pt x="85736" y="23006"/>
                  </a:lnTo>
                  <a:lnTo>
                    <a:pt x="85538" y="23033"/>
                  </a:lnTo>
                  <a:lnTo>
                    <a:pt x="85494" y="23145"/>
                  </a:lnTo>
                  <a:lnTo>
                    <a:pt x="85582" y="23173"/>
                  </a:lnTo>
                  <a:lnTo>
                    <a:pt x="85494" y="23285"/>
                  </a:lnTo>
                  <a:lnTo>
                    <a:pt x="85406" y="23396"/>
                  </a:lnTo>
                  <a:lnTo>
                    <a:pt x="85362" y="23508"/>
                  </a:lnTo>
                  <a:lnTo>
                    <a:pt x="85384" y="23759"/>
                  </a:lnTo>
                  <a:lnTo>
                    <a:pt x="85318" y="23759"/>
                  </a:lnTo>
                  <a:lnTo>
                    <a:pt x="85164" y="23564"/>
                  </a:lnTo>
                  <a:lnTo>
                    <a:pt x="84966" y="23508"/>
                  </a:lnTo>
                  <a:lnTo>
                    <a:pt x="84856" y="23396"/>
                  </a:lnTo>
                  <a:lnTo>
                    <a:pt x="84437" y="23201"/>
                  </a:lnTo>
                  <a:lnTo>
                    <a:pt x="84371" y="23201"/>
                  </a:lnTo>
                  <a:lnTo>
                    <a:pt x="84371" y="23089"/>
                  </a:lnTo>
                  <a:lnTo>
                    <a:pt x="84371" y="23061"/>
                  </a:lnTo>
                  <a:lnTo>
                    <a:pt x="84349" y="23033"/>
                  </a:lnTo>
                  <a:lnTo>
                    <a:pt x="84305" y="23006"/>
                  </a:lnTo>
                  <a:lnTo>
                    <a:pt x="84239" y="23033"/>
                  </a:lnTo>
                  <a:lnTo>
                    <a:pt x="84239" y="22950"/>
                  </a:lnTo>
                  <a:lnTo>
                    <a:pt x="84239" y="22922"/>
                  </a:lnTo>
                  <a:lnTo>
                    <a:pt x="84217" y="22894"/>
                  </a:lnTo>
                  <a:lnTo>
                    <a:pt x="84217" y="22922"/>
                  </a:lnTo>
                  <a:lnTo>
                    <a:pt x="84217" y="22950"/>
                  </a:lnTo>
                  <a:lnTo>
                    <a:pt x="84195" y="22894"/>
                  </a:lnTo>
                  <a:lnTo>
                    <a:pt x="83997" y="22782"/>
                  </a:lnTo>
                  <a:lnTo>
                    <a:pt x="83799" y="22447"/>
                  </a:lnTo>
                  <a:lnTo>
                    <a:pt x="83799" y="22391"/>
                  </a:lnTo>
                  <a:lnTo>
                    <a:pt x="83843" y="22391"/>
                  </a:lnTo>
                  <a:lnTo>
                    <a:pt x="83887" y="22447"/>
                  </a:lnTo>
                  <a:lnTo>
                    <a:pt x="83909" y="22503"/>
                  </a:lnTo>
                  <a:lnTo>
                    <a:pt x="83931" y="22503"/>
                  </a:lnTo>
                  <a:lnTo>
                    <a:pt x="83953" y="22503"/>
                  </a:lnTo>
                  <a:lnTo>
                    <a:pt x="84415" y="22587"/>
                  </a:lnTo>
                  <a:lnTo>
                    <a:pt x="84415" y="22503"/>
                  </a:lnTo>
                  <a:lnTo>
                    <a:pt x="84349" y="22475"/>
                  </a:lnTo>
                  <a:lnTo>
                    <a:pt x="84151" y="22475"/>
                  </a:lnTo>
                  <a:lnTo>
                    <a:pt x="83997" y="22252"/>
                  </a:lnTo>
                  <a:lnTo>
                    <a:pt x="83887" y="22196"/>
                  </a:lnTo>
                  <a:lnTo>
                    <a:pt x="83689" y="22196"/>
                  </a:lnTo>
                  <a:lnTo>
                    <a:pt x="83689" y="22252"/>
                  </a:lnTo>
                  <a:lnTo>
                    <a:pt x="83689" y="22252"/>
                  </a:lnTo>
                  <a:lnTo>
                    <a:pt x="83711" y="22252"/>
                  </a:lnTo>
                  <a:lnTo>
                    <a:pt x="83667" y="22308"/>
                  </a:lnTo>
                  <a:lnTo>
                    <a:pt x="83645" y="22252"/>
                  </a:lnTo>
                  <a:lnTo>
                    <a:pt x="83557" y="22224"/>
                  </a:lnTo>
                  <a:lnTo>
                    <a:pt x="83579" y="22140"/>
                  </a:lnTo>
                  <a:lnTo>
                    <a:pt x="83579" y="22056"/>
                  </a:lnTo>
                  <a:lnTo>
                    <a:pt x="83601" y="22028"/>
                  </a:lnTo>
                  <a:lnTo>
                    <a:pt x="83645" y="21945"/>
                  </a:lnTo>
                  <a:lnTo>
                    <a:pt x="83645" y="21861"/>
                  </a:lnTo>
                  <a:lnTo>
                    <a:pt x="83535" y="21833"/>
                  </a:lnTo>
                  <a:lnTo>
                    <a:pt x="83535" y="21833"/>
                  </a:lnTo>
                  <a:lnTo>
                    <a:pt x="83513" y="21861"/>
                  </a:lnTo>
                  <a:lnTo>
                    <a:pt x="83513" y="21917"/>
                  </a:lnTo>
                  <a:lnTo>
                    <a:pt x="83513" y="21973"/>
                  </a:lnTo>
                  <a:lnTo>
                    <a:pt x="83513" y="22056"/>
                  </a:lnTo>
                  <a:lnTo>
                    <a:pt x="83469" y="22084"/>
                  </a:lnTo>
                  <a:lnTo>
                    <a:pt x="83337" y="22056"/>
                  </a:lnTo>
                  <a:lnTo>
                    <a:pt x="83271" y="21945"/>
                  </a:lnTo>
                  <a:lnTo>
                    <a:pt x="82897" y="22140"/>
                  </a:lnTo>
                  <a:lnTo>
                    <a:pt x="82809" y="22391"/>
                  </a:lnTo>
                  <a:lnTo>
                    <a:pt x="82765" y="22447"/>
                  </a:lnTo>
                  <a:lnTo>
                    <a:pt x="82655" y="22475"/>
                  </a:lnTo>
                  <a:lnTo>
                    <a:pt x="82457" y="22363"/>
                  </a:lnTo>
                  <a:lnTo>
                    <a:pt x="82281" y="22447"/>
                  </a:lnTo>
                  <a:lnTo>
                    <a:pt x="82193" y="22447"/>
                  </a:lnTo>
                  <a:lnTo>
                    <a:pt x="82017" y="22363"/>
                  </a:lnTo>
                  <a:lnTo>
                    <a:pt x="82017" y="22308"/>
                  </a:lnTo>
                  <a:lnTo>
                    <a:pt x="82193" y="22168"/>
                  </a:lnTo>
                  <a:lnTo>
                    <a:pt x="82303" y="22252"/>
                  </a:lnTo>
                  <a:lnTo>
                    <a:pt x="82545" y="22308"/>
                  </a:lnTo>
                  <a:lnTo>
                    <a:pt x="82611" y="22252"/>
                  </a:lnTo>
                  <a:lnTo>
                    <a:pt x="82787" y="22028"/>
                  </a:lnTo>
                  <a:lnTo>
                    <a:pt x="82831" y="21945"/>
                  </a:lnTo>
                  <a:lnTo>
                    <a:pt x="83073" y="21889"/>
                  </a:lnTo>
                  <a:lnTo>
                    <a:pt x="83073" y="21833"/>
                  </a:lnTo>
                  <a:lnTo>
                    <a:pt x="82149" y="22084"/>
                  </a:lnTo>
                  <a:lnTo>
                    <a:pt x="82149" y="22028"/>
                  </a:lnTo>
                  <a:lnTo>
                    <a:pt x="82215" y="21973"/>
                  </a:lnTo>
                  <a:lnTo>
                    <a:pt x="82611" y="21470"/>
                  </a:lnTo>
                  <a:lnTo>
                    <a:pt x="82677" y="21330"/>
                  </a:lnTo>
                  <a:lnTo>
                    <a:pt x="82633" y="21302"/>
                  </a:lnTo>
                  <a:lnTo>
                    <a:pt x="82633" y="21247"/>
                  </a:lnTo>
                  <a:lnTo>
                    <a:pt x="82677" y="21079"/>
                  </a:lnTo>
                  <a:lnTo>
                    <a:pt x="82699" y="21107"/>
                  </a:lnTo>
                  <a:lnTo>
                    <a:pt x="82831" y="21330"/>
                  </a:lnTo>
                  <a:lnTo>
                    <a:pt x="82897" y="21358"/>
                  </a:lnTo>
                  <a:lnTo>
                    <a:pt x="82919" y="21330"/>
                  </a:lnTo>
                  <a:lnTo>
                    <a:pt x="82985" y="21275"/>
                  </a:lnTo>
                  <a:lnTo>
                    <a:pt x="82985" y="21135"/>
                  </a:lnTo>
                  <a:lnTo>
                    <a:pt x="82985" y="21079"/>
                  </a:lnTo>
                  <a:lnTo>
                    <a:pt x="82941" y="20967"/>
                  </a:lnTo>
                  <a:lnTo>
                    <a:pt x="82919" y="20939"/>
                  </a:lnTo>
                  <a:lnTo>
                    <a:pt x="82941" y="20828"/>
                  </a:lnTo>
                  <a:lnTo>
                    <a:pt x="82985" y="20800"/>
                  </a:lnTo>
                  <a:lnTo>
                    <a:pt x="83051" y="20800"/>
                  </a:lnTo>
                  <a:lnTo>
                    <a:pt x="83095" y="20744"/>
                  </a:lnTo>
                  <a:lnTo>
                    <a:pt x="83205" y="20660"/>
                  </a:lnTo>
                  <a:lnTo>
                    <a:pt x="83249" y="20604"/>
                  </a:lnTo>
                  <a:lnTo>
                    <a:pt x="83249" y="20604"/>
                  </a:lnTo>
                  <a:lnTo>
                    <a:pt x="83271" y="20521"/>
                  </a:lnTo>
                  <a:lnTo>
                    <a:pt x="83293" y="20493"/>
                  </a:lnTo>
                  <a:lnTo>
                    <a:pt x="83315" y="20493"/>
                  </a:lnTo>
                  <a:lnTo>
                    <a:pt x="83359" y="20493"/>
                  </a:lnTo>
                  <a:lnTo>
                    <a:pt x="83381" y="20493"/>
                  </a:lnTo>
                  <a:lnTo>
                    <a:pt x="83469" y="20297"/>
                  </a:lnTo>
                  <a:lnTo>
                    <a:pt x="83667" y="20158"/>
                  </a:lnTo>
                  <a:lnTo>
                    <a:pt x="83711" y="19962"/>
                  </a:lnTo>
                  <a:lnTo>
                    <a:pt x="83667" y="19906"/>
                  </a:lnTo>
                  <a:lnTo>
                    <a:pt x="83645" y="19906"/>
                  </a:lnTo>
                  <a:lnTo>
                    <a:pt x="83645" y="19851"/>
                  </a:lnTo>
                  <a:lnTo>
                    <a:pt x="83689" y="19823"/>
                  </a:lnTo>
                  <a:lnTo>
                    <a:pt x="83755" y="19739"/>
                  </a:lnTo>
                  <a:lnTo>
                    <a:pt x="84085" y="19097"/>
                  </a:lnTo>
                  <a:lnTo>
                    <a:pt x="84085" y="19041"/>
                  </a:lnTo>
                  <a:lnTo>
                    <a:pt x="84085" y="18985"/>
                  </a:lnTo>
                  <a:lnTo>
                    <a:pt x="84085" y="18901"/>
                  </a:lnTo>
                  <a:lnTo>
                    <a:pt x="84107" y="18873"/>
                  </a:lnTo>
                  <a:lnTo>
                    <a:pt x="84195" y="18873"/>
                  </a:lnTo>
                  <a:lnTo>
                    <a:pt x="84217" y="18873"/>
                  </a:lnTo>
                  <a:lnTo>
                    <a:pt x="84393" y="18622"/>
                  </a:lnTo>
                  <a:lnTo>
                    <a:pt x="84415" y="18566"/>
                  </a:lnTo>
                  <a:lnTo>
                    <a:pt x="84239" y="18259"/>
                  </a:lnTo>
                  <a:lnTo>
                    <a:pt x="84085" y="18092"/>
                  </a:lnTo>
                  <a:lnTo>
                    <a:pt x="83887" y="18008"/>
                  </a:lnTo>
                  <a:lnTo>
                    <a:pt x="83315" y="18008"/>
                  </a:lnTo>
                  <a:lnTo>
                    <a:pt x="82941" y="18315"/>
                  </a:lnTo>
                  <a:lnTo>
                    <a:pt x="82941" y="18483"/>
                  </a:lnTo>
                  <a:lnTo>
                    <a:pt x="82919" y="18566"/>
                  </a:lnTo>
                  <a:lnTo>
                    <a:pt x="82875" y="18510"/>
                  </a:lnTo>
                  <a:lnTo>
                    <a:pt x="82787" y="18315"/>
                  </a:lnTo>
                  <a:lnTo>
                    <a:pt x="82721" y="18259"/>
                  </a:lnTo>
                  <a:lnTo>
                    <a:pt x="82633" y="18287"/>
                  </a:lnTo>
                  <a:lnTo>
                    <a:pt x="82589" y="18259"/>
                  </a:lnTo>
                  <a:lnTo>
                    <a:pt x="82721" y="18092"/>
                  </a:lnTo>
                  <a:lnTo>
                    <a:pt x="82875" y="18036"/>
                  </a:lnTo>
                  <a:lnTo>
                    <a:pt x="82919" y="17701"/>
                  </a:lnTo>
                  <a:lnTo>
                    <a:pt x="82941" y="17645"/>
                  </a:lnTo>
                  <a:lnTo>
                    <a:pt x="83029" y="17561"/>
                  </a:lnTo>
                  <a:lnTo>
                    <a:pt x="83073" y="17505"/>
                  </a:lnTo>
                  <a:lnTo>
                    <a:pt x="83007" y="17394"/>
                  </a:lnTo>
                  <a:lnTo>
                    <a:pt x="82919" y="17282"/>
                  </a:lnTo>
                  <a:lnTo>
                    <a:pt x="82853" y="17254"/>
                  </a:lnTo>
                  <a:lnTo>
                    <a:pt x="82787" y="17282"/>
                  </a:lnTo>
                  <a:lnTo>
                    <a:pt x="82765" y="17226"/>
                  </a:lnTo>
                  <a:lnTo>
                    <a:pt x="83029" y="17198"/>
                  </a:lnTo>
                  <a:lnTo>
                    <a:pt x="83073" y="17142"/>
                  </a:lnTo>
                  <a:lnTo>
                    <a:pt x="83205" y="17003"/>
                  </a:lnTo>
                  <a:lnTo>
                    <a:pt x="83249" y="17003"/>
                  </a:lnTo>
                  <a:lnTo>
                    <a:pt x="83227" y="17087"/>
                  </a:lnTo>
                  <a:lnTo>
                    <a:pt x="83293" y="17087"/>
                  </a:lnTo>
                  <a:lnTo>
                    <a:pt x="83315" y="17059"/>
                  </a:lnTo>
                  <a:lnTo>
                    <a:pt x="83337" y="17003"/>
                  </a:lnTo>
                  <a:lnTo>
                    <a:pt x="83337" y="16947"/>
                  </a:lnTo>
                  <a:lnTo>
                    <a:pt x="83337" y="16891"/>
                  </a:lnTo>
                  <a:lnTo>
                    <a:pt x="83337" y="16835"/>
                  </a:lnTo>
                  <a:lnTo>
                    <a:pt x="83315" y="16807"/>
                  </a:lnTo>
                  <a:lnTo>
                    <a:pt x="83249" y="16807"/>
                  </a:lnTo>
                  <a:lnTo>
                    <a:pt x="83029" y="16640"/>
                  </a:lnTo>
                  <a:lnTo>
                    <a:pt x="83161" y="16612"/>
                  </a:lnTo>
                  <a:lnTo>
                    <a:pt x="83227" y="16584"/>
                  </a:lnTo>
                  <a:lnTo>
                    <a:pt x="83205" y="16416"/>
                  </a:lnTo>
                  <a:lnTo>
                    <a:pt x="83249" y="16444"/>
                  </a:lnTo>
                  <a:lnTo>
                    <a:pt x="83315" y="16584"/>
                  </a:lnTo>
                  <a:lnTo>
                    <a:pt x="83447" y="16863"/>
                  </a:lnTo>
                  <a:lnTo>
                    <a:pt x="83447" y="16975"/>
                  </a:lnTo>
                  <a:lnTo>
                    <a:pt x="83469" y="17059"/>
                  </a:lnTo>
                  <a:lnTo>
                    <a:pt x="83513" y="17114"/>
                  </a:lnTo>
                  <a:lnTo>
                    <a:pt x="83755" y="17170"/>
                  </a:lnTo>
                  <a:lnTo>
                    <a:pt x="83843" y="17198"/>
                  </a:lnTo>
                  <a:lnTo>
                    <a:pt x="83909" y="17282"/>
                  </a:lnTo>
                  <a:lnTo>
                    <a:pt x="84019" y="17505"/>
                  </a:lnTo>
                  <a:lnTo>
                    <a:pt x="84085" y="17561"/>
                  </a:lnTo>
                  <a:lnTo>
                    <a:pt x="84173" y="17617"/>
                  </a:lnTo>
                  <a:lnTo>
                    <a:pt x="84459" y="17505"/>
                  </a:lnTo>
                  <a:lnTo>
                    <a:pt x="84591" y="17394"/>
                  </a:lnTo>
                  <a:lnTo>
                    <a:pt x="84657" y="17366"/>
                  </a:lnTo>
                  <a:lnTo>
                    <a:pt x="84988" y="17394"/>
                  </a:lnTo>
                  <a:lnTo>
                    <a:pt x="85384" y="17226"/>
                  </a:lnTo>
                  <a:lnTo>
                    <a:pt x="85450" y="17170"/>
                  </a:lnTo>
                  <a:lnTo>
                    <a:pt x="85450" y="17114"/>
                  </a:lnTo>
                  <a:lnTo>
                    <a:pt x="85472" y="17059"/>
                  </a:lnTo>
                  <a:lnTo>
                    <a:pt x="85384" y="16863"/>
                  </a:lnTo>
                  <a:lnTo>
                    <a:pt x="85296" y="16696"/>
                  </a:lnTo>
                  <a:lnTo>
                    <a:pt x="85098" y="16500"/>
                  </a:lnTo>
                  <a:lnTo>
                    <a:pt x="85032" y="16389"/>
                  </a:lnTo>
                  <a:lnTo>
                    <a:pt x="85010" y="16361"/>
                  </a:lnTo>
                  <a:lnTo>
                    <a:pt x="85010" y="16444"/>
                  </a:lnTo>
                  <a:lnTo>
                    <a:pt x="84988" y="16556"/>
                  </a:lnTo>
                  <a:lnTo>
                    <a:pt x="84966" y="16612"/>
                  </a:lnTo>
                  <a:lnTo>
                    <a:pt x="84944" y="16696"/>
                  </a:lnTo>
                  <a:lnTo>
                    <a:pt x="84922" y="16696"/>
                  </a:lnTo>
                  <a:lnTo>
                    <a:pt x="84922" y="16640"/>
                  </a:lnTo>
                  <a:lnTo>
                    <a:pt x="84922" y="16444"/>
                  </a:lnTo>
                  <a:lnTo>
                    <a:pt x="84834" y="16165"/>
                  </a:lnTo>
                  <a:lnTo>
                    <a:pt x="84724" y="15718"/>
                  </a:lnTo>
                  <a:lnTo>
                    <a:pt x="84746" y="15718"/>
                  </a:lnTo>
                  <a:lnTo>
                    <a:pt x="84790" y="15607"/>
                  </a:lnTo>
                  <a:lnTo>
                    <a:pt x="84812" y="15579"/>
                  </a:lnTo>
                  <a:lnTo>
                    <a:pt x="84768" y="15439"/>
                  </a:lnTo>
                  <a:lnTo>
                    <a:pt x="84724" y="15300"/>
                  </a:lnTo>
                  <a:lnTo>
                    <a:pt x="84657" y="15216"/>
                  </a:lnTo>
                  <a:lnTo>
                    <a:pt x="84613" y="15216"/>
                  </a:lnTo>
                  <a:lnTo>
                    <a:pt x="84591" y="15216"/>
                  </a:lnTo>
                  <a:lnTo>
                    <a:pt x="84569" y="15244"/>
                  </a:lnTo>
                  <a:lnTo>
                    <a:pt x="84547" y="15355"/>
                  </a:lnTo>
                  <a:lnTo>
                    <a:pt x="84525" y="15439"/>
                  </a:lnTo>
                  <a:lnTo>
                    <a:pt x="84503" y="15355"/>
                  </a:lnTo>
                  <a:lnTo>
                    <a:pt x="84459" y="15272"/>
                  </a:lnTo>
                  <a:lnTo>
                    <a:pt x="84437" y="15216"/>
                  </a:lnTo>
                  <a:lnTo>
                    <a:pt x="84371" y="15188"/>
                  </a:lnTo>
                  <a:lnTo>
                    <a:pt x="84305" y="15160"/>
                  </a:lnTo>
                  <a:lnTo>
                    <a:pt x="84239" y="15188"/>
                  </a:lnTo>
                  <a:lnTo>
                    <a:pt x="84195" y="15272"/>
                  </a:lnTo>
                  <a:lnTo>
                    <a:pt x="84195" y="15467"/>
                  </a:lnTo>
                  <a:lnTo>
                    <a:pt x="84239" y="15579"/>
                  </a:lnTo>
                  <a:lnTo>
                    <a:pt x="84371" y="15774"/>
                  </a:lnTo>
                  <a:lnTo>
                    <a:pt x="84239" y="15774"/>
                  </a:lnTo>
                  <a:lnTo>
                    <a:pt x="84217" y="15802"/>
                  </a:lnTo>
                  <a:lnTo>
                    <a:pt x="84195" y="15858"/>
                  </a:lnTo>
                  <a:lnTo>
                    <a:pt x="84173" y="15914"/>
                  </a:lnTo>
                  <a:lnTo>
                    <a:pt x="84173" y="15998"/>
                  </a:lnTo>
                  <a:lnTo>
                    <a:pt x="84151" y="16081"/>
                  </a:lnTo>
                  <a:lnTo>
                    <a:pt x="84151" y="16193"/>
                  </a:lnTo>
                  <a:lnTo>
                    <a:pt x="84151" y="16249"/>
                  </a:lnTo>
                  <a:lnTo>
                    <a:pt x="84129" y="16277"/>
                  </a:lnTo>
                  <a:lnTo>
                    <a:pt x="84129" y="16249"/>
                  </a:lnTo>
                  <a:lnTo>
                    <a:pt x="84107" y="16165"/>
                  </a:lnTo>
                  <a:lnTo>
                    <a:pt x="84107" y="16137"/>
                  </a:lnTo>
                  <a:lnTo>
                    <a:pt x="83975" y="16026"/>
                  </a:lnTo>
                  <a:lnTo>
                    <a:pt x="83997" y="15998"/>
                  </a:lnTo>
                  <a:lnTo>
                    <a:pt x="84019" y="15970"/>
                  </a:lnTo>
                  <a:lnTo>
                    <a:pt x="83975" y="15830"/>
                  </a:lnTo>
                  <a:lnTo>
                    <a:pt x="83887" y="15802"/>
                  </a:lnTo>
                  <a:lnTo>
                    <a:pt x="83733" y="15858"/>
                  </a:lnTo>
                  <a:lnTo>
                    <a:pt x="83733" y="15802"/>
                  </a:lnTo>
                  <a:lnTo>
                    <a:pt x="83865" y="15774"/>
                  </a:lnTo>
                  <a:lnTo>
                    <a:pt x="83931" y="15718"/>
                  </a:lnTo>
                  <a:lnTo>
                    <a:pt x="83975" y="15607"/>
                  </a:lnTo>
                  <a:lnTo>
                    <a:pt x="83931" y="15495"/>
                  </a:lnTo>
                  <a:lnTo>
                    <a:pt x="83931" y="15411"/>
                  </a:lnTo>
                  <a:lnTo>
                    <a:pt x="83931" y="15300"/>
                  </a:lnTo>
                  <a:lnTo>
                    <a:pt x="83975" y="15216"/>
                  </a:lnTo>
                  <a:lnTo>
                    <a:pt x="83931" y="15188"/>
                  </a:lnTo>
                  <a:lnTo>
                    <a:pt x="83909" y="15160"/>
                  </a:lnTo>
                  <a:lnTo>
                    <a:pt x="83887" y="15160"/>
                  </a:lnTo>
                  <a:lnTo>
                    <a:pt x="83865" y="15188"/>
                  </a:lnTo>
                  <a:lnTo>
                    <a:pt x="83887" y="15048"/>
                  </a:lnTo>
                  <a:lnTo>
                    <a:pt x="83887" y="15020"/>
                  </a:lnTo>
                  <a:lnTo>
                    <a:pt x="83887" y="14965"/>
                  </a:lnTo>
                  <a:lnTo>
                    <a:pt x="83865" y="14937"/>
                  </a:lnTo>
                  <a:lnTo>
                    <a:pt x="83777" y="14993"/>
                  </a:lnTo>
                  <a:lnTo>
                    <a:pt x="83755" y="14965"/>
                  </a:lnTo>
                  <a:lnTo>
                    <a:pt x="83733" y="14909"/>
                  </a:lnTo>
                  <a:lnTo>
                    <a:pt x="83755" y="14741"/>
                  </a:lnTo>
                  <a:lnTo>
                    <a:pt x="83733" y="14713"/>
                  </a:lnTo>
                  <a:lnTo>
                    <a:pt x="83469" y="14602"/>
                  </a:lnTo>
                  <a:lnTo>
                    <a:pt x="83469" y="14518"/>
                  </a:lnTo>
                  <a:lnTo>
                    <a:pt x="83469" y="14490"/>
                  </a:lnTo>
                  <a:lnTo>
                    <a:pt x="83491" y="14462"/>
                  </a:lnTo>
                  <a:lnTo>
                    <a:pt x="83513" y="14462"/>
                  </a:lnTo>
                  <a:lnTo>
                    <a:pt x="83513" y="14462"/>
                  </a:lnTo>
                  <a:lnTo>
                    <a:pt x="83513" y="14406"/>
                  </a:lnTo>
                  <a:lnTo>
                    <a:pt x="83513" y="14322"/>
                  </a:lnTo>
                  <a:lnTo>
                    <a:pt x="83491" y="14211"/>
                  </a:lnTo>
                  <a:lnTo>
                    <a:pt x="83469" y="14211"/>
                  </a:lnTo>
                  <a:lnTo>
                    <a:pt x="83425" y="14239"/>
                  </a:lnTo>
                  <a:lnTo>
                    <a:pt x="83315" y="14239"/>
                  </a:lnTo>
                  <a:lnTo>
                    <a:pt x="83117" y="14127"/>
                  </a:lnTo>
                  <a:lnTo>
                    <a:pt x="83007" y="14127"/>
                  </a:lnTo>
                  <a:lnTo>
                    <a:pt x="83095" y="13932"/>
                  </a:lnTo>
                  <a:lnTo>
                    <a:pt x="83117" y="13904"/>
                  </a:lnTo>
                  <a:lnTo>
                    <a:pt x="83205" y="13904"/>
                  </a:lnTo>
                  <a:lnTo>
                    <a:pt x="83227" y="13904"/>
                  </a:lnTo>
                  <a:lnTo>
                    <a:pt x="83249" y="13876"/>
                  </a:lnTo>
                  <a:lnTo>
                    <a:pt x="83205" y="13764"/>
                  </a:lnTo>
                  <a:lnTo>
                    <a:pt x="83139" y="13652"/>
                  </a:lnTo>
                  <a:lnTo>
                    <a:pt x="83117" y="13652"/>
                  </a:lnTo>
                  <a:lnTo>
                    <a:pt x="83095" y="13652"/>
                  </a:lnTo>
                  <a:lnTo>
                    <a:pt x="83051" y="13624"/>
                  </a:lnTo>
                  <a:lnTo>
                    <a:pt x="83029" y="13541"/>
                  </a:lnTo>
                  <a:lnTo>
                    <a:pt x="83007" y="13429"/>
                  </a:lnTo>
                  <a:lnTo>
                    <a:pt x="83007" y="13373"/>
                  </a:lnTo>
                  <a:lnTo>
                    <a:pt x="83029" y="13317"/>
                  </a:lnTo>
                  <a:lnTo>
                    <a:pt x="83007" y="13234"/>
                  </a:lnTo>
                  <a:lnTo>
                    <a:pt x="83073" y="13289"/>
                  </a:lnTo>
                  <a:lnTo>
                    <a:pt x="83139" y="13289"/>
                  </a:lnTo>
                  <a:lnTo>
                    <a:pt x="83227" y="13261"/>
                  </a:lnTo>
                  <a:lnTo>
                    <a:pt x="83271" y="13206"/>
                  </a:lnTo>
                  <a:lnTo>
                    <a:pt x="83205" y="13038"/>
                  </a:lnTo>
                  <a:lnTo>
                    <a:pt x="83073" y="12843"/>
                  </a:lnTo>
                  <a:lnTo>
                    <a:pt x="82985" y="12787"/>
                  </a:lnTo>
                  <a:lnTo>
                    <a:pt x="82941" y="12954"/>
                  </a:lnTo>
                  <a:lnTo>
                    <a:pt x="82919" y="13234"/>
                  </a:lnTo>
                  <a:lnTo>
                    <a:pt x="82875" y="13317"/>
                  </a:lnTo>
                  <a:lnTo>
                    <a:pt x="82809" y="13234"/>
                  </a:lnTo>
                  <a:lnTo>
                    <a:pt x="82765" y="13066"/>
                  </a:lnTo>
                  <a:lnTo>
                    <a:pt x="82809" y="13038"/>
                  </a:lnTo>
                  <a:lnTo>
                    <a:pt x="82831" y="12926"/>
                  </a:lnTo>
                  <a:lnTo>
                    <a:pt x="82831" y="12787"/>
                  </a:lnTo>
                  <a:lnTo>
                    <a:pt x="82809" y="12731"/>
                  </a:lnTo>
                  <a:lnTo>
                    <a:pt x="82787" y="12703"/>
                  </a:lnTo>
                  <a:lnTo>
                    <a:pt x="82655" y="12591"/>
                  </a:lnTo>
                  <a:lnTo>
                    <a:pt x="82501" y="12536"/>
                  </a:lnTo>
                  <a:lnTo>
                    <a:pt x="82457" y="12480"/>
                  </a:lnTo>
                  <a:lnTo>
                    <a:pt x="82479" y="12480"/>
                  </a:lnTo>
                  <a:lnTo>
                    <a:pt x="82479" y="12480"/>
                  </a:lnTo>
                  <a:lnTo>
                    <a:pt x="82479" y="12452"/>
                  </a:lnTo>
                  <a:lnTo>
                    <a:pt x="82479" y="12424"/>
                  </a:lnTo>
                  <a:lnTo>
                    <a:pt x="81929" y="12284"/>
                  </a:lnTo>
                  <a:lnTo>
                    <a:pt x="81797" y="12424"/>
                  </a:lnTo>
                  <a:lnTo>
                    <a:pt x="81775" y="12396"/>
                  </a:lnTo>
                  <a:lnTo>
                    <a:pt x="81819" y="12284"/>
                  </a:lnTo>
                  <a:lnTo>
                    <a:pt x="81731" y="12312"/>
                  </a:lnTo>
                  <a:lnTo>
                    <a:pt x="81775" y="12173"/>
                  </a:lnTo>
                  <a:lnTo>
                    <a:pt x="81797" y="12117"/>
                  </a:lnTo>
                  <a:lnTo>
                    <a:pt x="81819" y="12117"/>
                  </a:lnTo>
                  <a:lnTo>
                    <a:pt x="81797" y="11977"/>
                  </a:lnTo>
                  <a:lnTo>
                    <a:pt x="81731" y="11949"/>
                  </a:lnTo>
                  <a:lnTo>
                    <a:pt x="81599" y="11977"/>
                  </a:lnTo>
                  <a:lnTo>
                    <a:pt x="81599" y="11921"/>
                  </a:lnTo>
                  <a:lnTo>
                    <a:pt x="81753" y="11838"/>
                  </a:lnTo>
                  <a:lnTo>
                    <a:pt x="81753" y="11754"/>
                  </a:lnTo>
                  <a:lnTo>
                    <a:pt x="81709" y="11810"/>
                  </a:lnTo>
                  <a:lnTo>
                    <a:pt x="81687" y="11754"/>
                  </a:lnTo>
                  <a:lnTo>
                    <a:pt x="81643" y="11726"/>
                  </a:lnTo>
                  <a:lnTo>
                    <a:pt x="81621" y="11642"/>
                  </a:lnTo>
                  <a:lnTo>
                    <a:pt x="81687" y="11558"/>
                  </a:lnTo>
                  <a:lnTo>
                    <a:pt x="81621" y="11475"/>
                  </a:lnTo>
                  <a:lnTo>
                    <a:pt x="81489" y="11363"/>
                  </a:lnTo>
                  <a:lnTo>
                    <a:pt x="81401" y="11279"/>
                  </a:lnTo>
                  <a:lnTo>
                    <a:pt x="81269" y="11167"/>
                  </a:lnTo>
                  <a:lnTo>
                    <a:pt x="80916" y="11140"/>
                  </a:lnTo>
                  <a:lnTo>
                    <a:pt x="80696" y="10860"/>
                  </a:lnTo>
                  <a:lnTo>
                    <a:pt x="80630" y="10749"/>
                  </a:lnTo>
                  <a:lnTo>
                    <a:pt x="80564" y="10553"/>
                  </a:lnTo>
                  <a:lnTo>
                    <a:pt x="80652" y="10553"/>
                  </a:lnTo>
                  <a:lnTo>
                    <a:pt x="80718" y="10609"/>
                  </a:lnTo>
                  <a:lnTo>
                    <a:pt x="80894" y="10860"/>
                  </a:lnTo>
                  <a:lnTo>
                    <a:pt x="80916" y="10860"/>
                  </a:lnTo>
                  <a:lnTo>
                    <a:pt x="80960" y="10832"/>
                  </a:lnTo>
                  <a:lnTo>
                    <a:pt x="81092" y="10777"/>
                  </a:lnTo>
                  <a:lnTo>
                    <a:pt x="81114" y="10721"/>
                  </a:lnTo>
                  <a:lnTo>
                    <a:pt x="81070" y="10609"/>
                  </a:lnTo>
                  <a:lnTo>
                    <a:pt x="80982" y="10469"/>
                  </a:lnTo>
                  <a:lnTo>
                    <a:pt x="80938" y="10302"/>
                  </a:lnTo>
                  <a:lnTo>
                    <a:pt x="80938" y="10079"/>
                  </a:lnTo>
                  <a:lnTo>
                    <a:pt x="80916" y="10051"/>
                  </a:lnTo>
                  <a:lnTo>
                    <a:pt x="80916" y="9911"/>
                  </a:lnTo>
                  <a:lnTo>
                    <a:pt x="80894" y="9436"/>
                  </a:lnTo>
                  <a:lnTo>
                    <a:pt x="80894" y="9241"/>
                  </a:lnTo>
                  <a:lnTo>
                    <a:pt x="80916" y="9129"/>
                  </a:lnTo>
                  <a:lnTo>
                    <a:pt x="80938" y="8878"/>
                  </a:lnTo>
                  <a:lnTo>
                    <a:pt x="80872" y="8711"/>
                  </a:lnTo>
                  <a:lnTo>
                    <a:pt x="80850" y="8627"/>
                  </a:lnTo>
                  <a:lnTo>
                    <a:pt x="80850" y="8459"/>
                  </a:lnTo>
                  <a:lnTo>
                    <a:pt x="80850" y="8403"/>
                  </a:lnTo>
                  <a:lnTo>
                    <a:pt x="80872" y="8320"/>
                  </a:lnTo>
                  <a:lnTo>
                    <a:pt x="80872" y="8292"/>
                  </a:lnTo>
                  <a:lnTo>
                    <a:pt x="80872" y="8236"/>
                  </a:lnTo>
                  <a:lnTo>
                    <a:pt x="80850" y="8152"/>
                  </a:lnTo>
                  <a:lnTo>
                    <a:pt x="80850" y="8068"/>
                  </a:lnTo>
                  <a:lnTo>
                    <a:pt x="80850" y="7957"/>
                  </a:lnTo>
                  <a:lnTo>
                    <a:pt x="80850" y="7845"/>
                  </a:lnTo>
                  <a:lnTo>
                    <a:pt x="80850" y="7761"/>
                  </a:lnTo>
                  <a:lnTo>
                    <a:pt x="80784" y="7594"/>
                  </a:lnTo>
                  <a:lnTo>
                    <a:pt x="80740" y="7482"/>
                  </a:lnTo>
                  <a:lnTo>
                    <a:pt x="80564" y="7175"/>
                  </a:lnTo>
                  <a:lnTo>
                    <a:pt x="80564" y="7035"/>
                  </a:lnTo>
                  <a:lnTo>
                    <a:pt x="80542" y="6924"/>
                  </a:lnTo>
                  <a:lnTo>
                    <a:pt x="80520" y="6784"/>
                  </a:lnTo>
                  <a:lnTo>
                    <a:pt x="80476" y="6449"/>
                  </a:lnTo>
                  <a:lnTo>
                    <a:pt x="80432" y="6365"/>
                  </a:lnTo>
                  <a:lnTo>
                    <a:pt x="80322" y="6226"/>
                  </a:lnTo>
                  <a:lnTo>
                    <a:pt x="80322" y="6142"/>
                  </a:lnTo>
                  <a:lnTo>
                    <a:pt x="80344" y="6058"/>
                  </a:lnTo>
                  <a:lnTo>
                    <a:pt x="80344" y="5946"/>
                  </a:lnTo>
                  <a:lnTo>
                    <a:pt x="80300" y="5863"/>
                  </a:lnTo>
                  <a:lnTo>
                    <a:pt x="80234" y="5779"/>
                  </a:lnTo>
                  <a:lnTo>
                    <a:pt x="80124" y="5751"/>
                  </a:lnTo>
                  <a:lnTo>
                    <a:pt x="79926" y="5695"/>
                  </a:lnTo>
                  <a:lnTo>
                    <a:pt x="79860" y="5639"/>
                  </a:lnTo>
                  <a:lnTo>
                    <a:pt x="79816" y="5556"/>
                  </a:lnTo>
                  <a:lnTo>
                    <a:pt x="79772" y="5416"/>
                  </a:lnTo>
                  <a:lnTo>
                    <a:pt x="79750" y="5332"/>
                  </a:lnTo>
                  <a:lnTo>
                    <a:pt x="79750" y="5304"/>
                  </a:lnTo>
                  <a:lnTo>
                    <a:pt x="79750" y="5276"/>
                  </a:lnTo>
                  <a:lnTo>
                    <a:pt x="79706" y="5221"/>
                  </a:lnTo>
                  <a:lnTo>
                    <a:pt x="79706" y="5137"/>
                  </a:lnTo>
                  <a:lnTo>
                    <a:pt x="79684" y="5081"/>
                  </a:lnTo>
                  <a:lnTo>
                    <a:pt x="79684" y="5053"/>
                  </a:lnTo>
                  <a:lnTo>
                    <a:pt x="79640" y="5025"/>
                  </a:lnTo>
                  <a:lnTo>
                    <a:pt x="79618" y="4830"/>
                  </a:lnTo>
                  <a:lnTo>
                    <a:pt x="79486" y="4718"/>
                  </a:lnTo>
                  <a:lnTo>
                    <a:pt x="79222" y="4550"/>
                  </a:lnTo>
                  <a:lnTo>
                    <a:pt x="79178" y="4495"/>
                  </a:lnTo>
                  <a:lnTo>
                    <a:pt x="79156" y="4411"/>
                  </a:lnTo>
                  <a:lnTo>
                    <a:pt x="79112" y="4299"/>
                  </a:lnTo>
                  <a:lnTo>
                    <a:pt x="79024" y="4243"/>
                  </a:lnTo>
                  <a:lnTo>
                    <a:pt x="78694" y="4104"/>
                  </a:lnTo>
                  <a:lnTo>
                    <a:pt x="78452" y="3880"/>
                  </a:lnTo>
                  <a:lnTo>
                    <a:pt x="78144" y="3434"/>
                  </a:lnTo>
                  <a:lnTo>
                    <a:pt x="77946" y="3294"/>
                  </a:lnTo>
                  <a:lnTo>
                    <a:pt x="77902" y="3182"/>
                  </a:lnTo>
                  <a:lnTo>
                    <a:pt x="78122" y="2652"/>
                  </a:lnTo>
                  <a:lnTo>
                    <a:pt x="78144" y="2568"/>
                  </a:lnTo>
                  <a:lnTo>
                    <a:pt x="78144" y="2373"/>
                  </a:lnTo>
                  <a:lnTo>
                    <a:pt x="78078" y="2066"/>
                  </a:lnTo>
                  <a:lnTo>
                    <a:pt x="77946" y="1954"/>
                  </a:lnTo>
                  <a:lnTo>
                    <a:pt x="77836" y="1982"/>
                  </a:lnTo>
                  <a:lnTo>
                    <a:pt x="77726" y="2093"/>
                  </a:lnTo>
                  <a:lnTo>
                    <a:pt x="77682" y="2205"/>
                  </a:lnTo>
                  <a:lnTo>
                    <a:pt x="77637" y="2261"/>
                  </a:lnTo>
                  <a:lnTo>
                    <a:pt x="77483" y="2289"/>
                  </a:lnTo>
                  <a:lnTo>
                    <a:pt x="77439" y="2261"/>
                  </a:lnTo>
                  <a:lnTo>
                    <a:pt x="77395" y="2233"/>
                  </a:lnTo>
                  <a:lnTo>
                    <a:pt x="77307" y="2038"/>
                  </a:lnTo>
                  <a:lnTo>
                    <a:pt x="77197" y="1954"/>
                  </a:lnTo>
                  <a:lnTo>
                    <a:pt x="77043" y="2233"/>
                  </a:lnTo>
                  <a:lnTo>
                    <a:pt x="76955" y="2205"/>
                  </a:lnTo>
                  <a:lnTo>
                    <a:pt x="76933" y="2010"/>
                  </a:lnTo>
                  <a:lnTo>
                    <a:pt x="76867" y="1954"/>
                  </a:lnTo>
                  <a:lnTo>
                    <a:pt x="76801" y="1954"/>
                  </a:lnTo>
                  <a:lnTo>
                    <a:pt x="76757" y="2066"/>
                  </a:lnTo>
                  <a:lnTo>
                    <a:pt x="76669" y="2373"/>
                  </a:lnTo>
                  <a:lnTo>
                    <a:pt x="76647" y="2512"/>
                  </a:lnTo>
                  <a:lnTo>
                    <a:pt x="76405" y="3266"/>
                  </a:lnTo>
                  <a:lnTo>
                    <a:pt x="76361" y="3266"/>
                  </a:lnTo>
                  <a:lnTo>
                    <a:pt x="76361" y="3071"/>
                  </a:lnTo>
                  <a:lnTo>
                    <a:pt x="76383" y="2652"/>
                  </a:lnTo>
                  <a:lnTo>
                    <a:pt x="76361" y="2568"/>
                  </a:lnTo>
                  <a:lnTo>
                    <a:pt x="76361" y="2456"/>
                  </a:lnTo>
                  <a:lnTo>
                    <a:pt x="76339" y="2345"/>
                  </a:lnTo>
                  <a:lnTo>
                    <a:pt x="76361" y="2233"/>
                  </a:lnTo>
                  <a:lnTo>
                    <a:pt x="76361" y="2205"/>
                  </a:lnTo>
                  <a:lnTo>
                    <a:pt x="76361" y="2093"/>
                  </a:lnTo>
                  <a:lnTo>
                    <a:pt x="76361" y="2066"/>
                  </a:lnTo>
                  <a:lnTo>
                    <a:pt x="76383" y="2066"/>
                  </a:lnTo>
                  <a:lnTo>
                    <a:pt x="76383" y="2038"/>
                  </a:lnTo>
                  <a:lnTo>
                    <a:pt x="76405" y="1982"/>
                  </a:lnTo>
                  <a:lnTo>
                    <a:pt x="76427" y="1926"/>
                  </a:lnTo>
                  <a:lnTo>
                    <a:pt x="76361" y="1814"/>
                  </a:lnTo>
                  <a:lnTo>
                    <a:pt x="76339" y="1786"/>
                  </a:lnTo>
                  <a:lnTo>
                    <a:pt x="76229" y="1786"/>
                  </a:lnTo>
                  <a:lnTo>
                    <a:pt x="76229" y="1842"/>
                  </a:lnTo>
                  <a:lnTo>
                    <a:pt x="76207" y="1982"/>
                  </a:lnTo>
                  <a:lnTo>
                    <a:pt x="76185" y="2010"/>
                  </a:lnTo>
                  <a:lnTo>
                    <a:pt x="76141" y="1954"/>
                  </a:lnTo>
                  <a:lnTo>
                    <a:pt x="76141" y="1814"/>
                  </a:lnTo>
                  <a:lnTo>
                    <a:pt x="76141" y="1731"/>
                  </a:lnTo>
                  <a:lnTo>
                    <a:pt x="76097" y="1675"/>
                  </a:lnTo>
                  <a:lnTo>
                    <a:pt x="76075" y="1703"/>
                  </a:lnTo>
                  <a:lnTo>
                    <a:pt x="76031" y="1731"/>
                  </a:lnTo>
                  <a:lnTo>
                    <a:pt x="76009" y="1814"/>
                  </a:lnTo>
                  <a:lnTo>
                    <a:pt x="75965" y="2233"/>
                  </a:lnTo>
                  <a:lnTo>
                    <a:pt x="75943" y="2317"/>
                  </a:lnTo>
                  <a:lnTo>
                    <a:pt x="75855" y="2512"/>
                  </a:lnTo>
                  <a:lnTo>
                    <a:pt x="75811" y="2512"/>
                  </a:lnTo>
                  <a:lnTo>
                    <a:pt x="75789" y="2456"/>
                  </a:lnTo>
                  <a:lnTo>
                    <a:pt x="75767" y="2401"/>
                  </a:lnTo>
                  <a:lnTo>
                    <a:pt x="75767" y="2317"/>
                  </a:lnTo>
                  <a:lnTo>
                    <a:pt x="75767" y="2317"/>
                  </a:lnTo>
                  <a:lnTo>
                    <a:pt x="75789" y="2121"/>
                  </a:lnTo>
                  <a:lnTo>
                    <a:pt x="75767" y="2010"/>
                  </a:lnTo>
                  <a:lnTo>
                    <a:pt x="75657" y="1786"/>
                  </a:lnTo>
                  <a:lnTo>
                    <a:pt x="75789" y="1535"/>
                  </a:lnTo>
                  <a:lnTo>
                    <a:pt x="75899" y="1451"/>
                  </a:lnTo>
                  <a:lnTo>
                    <a:pt x="76075" y="1423"/>
                  </a:lnTo>
                  <a:lnTo>
                    <a:pt x="76119" y="1368"/>
                  </a:lnTo>
                  <a:lnTo>
                    <a:pt x="76141" y="1256"/>
                  </a:lnTo>
                  <a:lnTo>
                    <a:pt x="76119" y="1088"/>
                  </a:lnTo>
                  <a:lnTo>
                    <a:pt x="76075" y="1005"/>
                  </a:lnTo>
                  <a:lnTo>
                    <a:pt x="76009" y="977"/>
                  </a:lnTo>
                  <a:lnTo>
                    <a:pt x="75965" y="949"/>
                  </a:lnTo>
                  <a:lnTo>
                    <a:pt x="76009" y="893"/>
                  </a:lnTo>
                  <a:lnTo>
                    <a:pt x="76097" y="893"/>
                  </a:lnTo>
                  <a:lnTo>
                    <a:pt x="76163" y="865"/>
                  </a:lnTo>
                  <a:lnTo>
                    <a:pt x="76207" y="725"/>
                  </a:lnTo>
                  <a:lnTo>
                    <a:pt x="76207" y="558"/>
                  </a:lnTo>
                  <a:lnTo>
                    <a:pt x="76185" y="502"/>
                  </a:lnTo>
                  <a:lnTo>
                    <a:pt x="76009" y="390"/>
                  </a:lnTo>
                  <a:lnTo>
                    <a:pt x="75987" y="362"/>
                  </a:lnTo>
                  <a:lnTo>
                    <a:pt x="75965" y="251"/>
                  </a:lnTo>
                  <a:lnTo>
                    <a:pt x="75943" y="111"/>
                  </a:lnTo>
                  <a:lnTo>
                    <a:pt x="75943" y="83"/>
                  </a:lnTo>
                  <a:lnTo>
                    <a:pt x="75767" y="0"/>
                  </a:lnTo>
                  <a:lnTo>
                    <a:pt x="74116" y="642"/>
                  </a:lnTo>
                  <a:lnTo>
                    <a:pt x="74116" y="697"/>
                  </a:lnTo>
                  <a:lnTo>
                    <a:pt x="74139" y="725"/>
                  </a:lnTo>
                  <a:lnTo>
                    <a:pt x="74139" y="781"/>
                  </a:lnTo>
                  <a:lnTo>
                    <a:pt x="74161" y="809"/>
                  </a:lnTo>
                  <a:lnTo>
                    <a:pt x="74161" y="837"/>
                  </a:lnTo>
                  <a:lnTo>
                    <a:pt x="74072" y="1088"/>
                  </a:lnTo>
                  <a:lnTo>
                    <a:pt x="74050" y="1116"/>
                  </a:lnTo>
                  <a:lnTo>
                    <a:pt x="74116" y="1172"/>
                  </a:lnTo>
                  <a:lnTo>
                    <a:pt x="74139" y="1200"/>
                  </a:lnTo>
                  <a:lnTo>
                    <a:pt x="74139" y="1256"/>
                  </a:lnTo>
                  <a:lnTo>
                    <a:pt x="74116" y="1256"/>
                  </a:lnTo>
                  <a:lnTo>
                    <a:pt x="74072" y="1284"/>
                  </a:lnTo>
                  <a:lnTo>
                    <a:pt x="74072" y="1368"/>
                  </a:lnTo>
                  <a:lnTo>
                    <a:pt x="74116" y="1507"/>
                  </a:lnTo>
                  <a:lnTo>
                    <a:pt x="74183" y="1619"/>
                  </a:lnTo>
                  <a:lnTo>
                    <a:pt x="74271" y="1647"/>
                  </a:lnTo>
                  <a:lnTo>
                    <a:pt x="74359" y="1619"/>
                  </a:lnTo>
                  <a:lnTo>
                    <a:pt x="74469" y="1479"/>
                  </a:lnTo>
                  <a:lnTo>
                    <a:pt x="75217" y="1507"/>
                  </a:lnTo>
                  <a:lnTo>
                    <a:pt x="75305" y="1619"/>
                  </a:lnTo>
                  <a:lnTo>
                    <a:pt x="75349" y="1619"/>
                  </a:lnTo>
                  <a:lnTo>
                    <a:pt x="75657" y="1256"/>
                  </a:lnTo>
                  <a:lnTo>
                    <a:pt x="75723" y="1284"/>
                  </a:lnTo>
                  <a:lnTo>
                    <a:pt x="75635" y="1507"/>
                  </a:lnTo>
                  <a:lnTo>
                    <a:pt x="75525" y="1647"/>
                  </a:lnTo>
                  <a:lnTo>
                    <a:pt x="75437" y="1731"/>
                  </a:lnTo>
                  <a:lnTo>
                    <a:pt x="75305" y="1703"/>
                  </a:lnTo>
                  <a:lnTo>
                    <a:pt x="75151" y="1619"/>
                  </a:lnTo>
                  <a:lnTo>
                    <a:pt x="74799" y="1619"/>
                  </a:lnTo>
                  <a:lnTo>
                    <a:pt x="74711" y="1675"/>
                  </a:lnTo>
                  <a:lnTo>
                    <a:pt x="74689" y="1675"/>
                  </a:lnTo>
                  <a:lnTo>
                    <a:pt x="74579" y="1619"/>
                  </a:lnTo>
                  <a:lnTo>
                    <a:pt x="74557" y="1647"/>
                  </a:lnTo>
                  <a:lnTo>
                    <a:pt x="74403" y="1758"/>
                  </a:lnTo>
                  <a:lnTo>
                    <a:pt x="74205" y="1814"/>
                  </a:lnTo>
                  <a:lnTo>
                    <a:pt x="74161" y="1926"/>
                  </a:lnTo>
                  <a:lnTo>
                    <a:pt x="74139" y="2121"/>
                  </a:lnTo>
                  <a:lnTo>
                    <a:pt x="74116" y="2205"/>
                  </a:lnTo>
                  <a:lnTo>
                    <a:pt x="74072" y="2289"/>
                  </a:lnTo>
                  <a:lnTo>
                    <a:pt x="74072" y="2345"/>
                  </a:lnTo>
                  <a:lnTo>
                    <a:pt x="74050" y="2484"/>
                  </a:lnTo>
                  <a:lnTo>
                    <a:pt x="74072" y="2596"/>
                  </a:lnTo>
                  <a:lnTo>
                    <a:pt x="74116" y="2708"/>
                  </a:lnTo>
                  <a:lnTo>
                    <a:pt x="74161" y="2736"/>
                  </a:lnTo>
                  <a:lnTo>
                    <a:pt x="74116" y="2875"/>
                  </a:lnTo>
                  <a:lnTo>
                    <a:pt x="74050" y="2903"/>
                  </a:lnTo>
                  <a:lnTo>
                    <a:pt x="73566" y="2903"/>
                  </a:lnTo>
                  <a:lnTo>
                    <a:pt x="73522" y="2987"/>
                  </a:lnTo>
                  <a:lnTo>
                    <a:pt x="73390" y="3154"/>
                  </a:lnTo>
                  <a:lnTo>
                    <a:pt x="73346" y="3182"/>
                  </a:lnTo>
                  <a:lnTo>
                    <a:pt x="73324" y="3266"/>
                  </a:lnTo>
                  <a:lnTo>
                    <a:pt x="73302" y="3378"/>
                  </a:lnTo>
                  <a:lnTo>
                    <a:pt x="73280" y="3406"/>
                  </a:lnTo>
                  <a:lnTo>
                    <a:pt x="73192" y="3406"/>
                  </a:lnTo>
                  <a:lnTo>
                    <a:pt x="73148" y="3434"/>
                  </a:lnTo>
                  <a:lnTo>
                    <a:pt x="73126" y="3489"/>
                  </a:lnTo>
                  <a:lnTo>
                    <a:pt x="73148" y="3601"/>
                  </a:lnTo>
                  <a:lnTo>
                    <a:pt x="73126" y="3657"/>
                  </a:lnTo>
                  <a:lnTo>
                    <a:pt x="72994" y="3852"/>
                  </a:lnTo>
                  <a:lnTo>
                    <a:pt x="72972" y="3880"/>
                  </a:lnTo>
                  <a:lnTo>
                    <a:pt x="72884" y="3852"/>
                  </a:lnTo>
                  <a:lnTo>
                    <a:pt x="72708" y="3936"/>
                  </a:lnTo>
                  <a:lnTo>
                    <a:pt x="72620" y="4020"/>
                  </a:lnTo>
                  <a:lnTo>
                    <a:pt x="72554" y="4160"/>
                  </a:lnTo>
                  <a:lnTo>
                    <a:pt x="72554" y="4215"/>
                  </a:lnTo>
                  <a:lnTo>
                    <a:pt x="72576" y="4271"/>
                  </a:lnTo>
                  <a:lnTo>
                    <a:pt x="72620" y="4271"/>
                  </a:lnTo>
                  <a:lnTo>
                    <a:pt x="72664" y="4271"/>
                  </a:lnTo>
                  <a:lnTo>
                    <a:pt x="72642" y="4411"/>
                  </a:lnTo>
                  <a:lnTo>
                    <a:pt x="72510" y="4495"/>
                  </a:lnTo>
                  <a:lnTo>
                    <a:pt x="72488" y="4690"/>
                  </a:lnTo>
                  <a:lnTo>
                    <a:pt x="72532" y="4746"/>
                  </a:lnTo>
                  <a:lnTo>
                    <a:pt x="72664" y="4746"/>
                  </a:lnTo>
                  <a:lnTo>
                    <a:pt x="72708" y="4802"/>
                  </a:lnTo>
                  <a:lnTo>
                    <a:pt x="72840" y="5025"/>
                  </a:lnTo>
                  <a:lnTo>
                    <a:pt x="72884" y="5081"/>
                  </a:lnTo>
                  <a:lnTo>
                    <a:pt x="73170" y="5053"/>
                  </a:lnTo>
                  <a:lnTo>
                    <a:pt x="73258" y="5137"/>
                  </a:lnTo>
                  <a:lnTo>
                    <a:pt x="73346" y="5221"/>
                  </a:lnTo>
                  <a:lnTo>
                    <a:pt x="73720" y="5248"/>
                  </a:lnTo>
                  <a:lnTo>
                    <a:pt x="73742" y="5109"/>
                  </a:lnTo>
                  <a:lnTo>
                    <a:pt x="73830" y="5025"/>
                  </a:lnTo>
                  <a:lnTo>
                    <a:pt x="73984" y="4997"/>
                  </a:lnTo>
                  <a:lnTo>
                    <a:pt x="73830" y="5193"/>
                  </a:lnTo>
                  <a:lnTo>
                    <a:pt x="73786" y="5276"/>
                  </a:lnTo>
                  <a:lnTo>
                    <a:pt x="73786" y="5304"/>
                  </a:lnTo>
                  <a:lnTo>
                    <a:pt x="73786" y="5388"/>
                  </a:lnTo>
                  <a:lnTo>
                    <a:pt x="73786" y="5388"/>
                  </a:lnTo>
                  <a:lnTo>
                    <a:pt x="73764" y="5500"/>
                  </a:lnTo>
                  <a:lnTo>
                    <a:pt x="73720" y="5528"/>
                  </a:lnTo>
                  <a:lnTo>
                    <a:pt x="73698" y="5528"/>
                  </a:lnTo>
                  <a:lnTo>
                    <a:pt x="73632" y="5556"/>
                  </a:lnTo>
                  <a:lnTo>
                    <a:pt x="73610" y="5807"/>
                  </a:lnTo>
                  <a:lnTo>
                    <a:pt x="73588" y="5835"/>
                  </a:lnTo>
                  <a:lnTo>
                    <a:pt x="73588" y="5891"/>
                  </a:lnTo>
                  <a:lnTo>
                    <a:pt x="73654" y="6030"/>
                  </a:lnTo>
                  <a:lnTo>
                    <a:pt x="73720" y="6114"/>
                  </a:lnTo>
                  <a:lnTo>
                    <a:pt x="73786" y="6198"/>
                  </a:lnTo>
                  <a:lnTo>
                    <a:pt x="73852" y="6254"/>
                  </a:lnTo>
                  <a:lnTo>
                    <a:pt x="73918" y="6254"/>
                  </a:lnTo>
                  <a:lnTo>
                    <a:pt x="73918" y="6337"/>
                  </a:lnTo>
                  <a:lnTo>
                    <a:pt x="73808" y="6365"/>
                  </a:lnTo>
                  <a:lnTo>
                    <a:pt x="73808" y="6393"/>
                  </a:lnTo>
                  <a:lnTo>
                    <a:pt x="73830" y="6477"/>
                  </a:lnTo>
                  <a:lnTo>
                    <a:pt x="73522" y="6505"/>
                  </a:lnTo>
                  <a:lnTo>
                    <a:pt x="73566" y="6644"/>
                  </a:lnTo>
                  <a:lnTo>
                    <a:pt x="73654" y="6728"/>
                  </a:lnTo>
                  <a:lnTo>
                    <a:pt x="73742" y="6812"/>
                  </a:lnTo>
                  <a:lnTo>
                    <a:pt x="73720" y="6868"/>
                  </a:lnTo>
                  <a:lnTo>
                    <a:pt x="73698" y="6952"/>
                  </a:lnTo>
                  <a:lnTo>
                    <a:pt x="73698" y="6979"/>
                  </a:lnTo>
                  <a:lnTo>
                    <a:pt x="73698" y="7147"/>
                  </a:lnTo>
                  <a:lnTo>
                    <a:pt x="73632" y="7175"/>
                  </a:lnTo>
                  <a:lnTo>
                    <a:pt x="73566" y="7147"/>
                  </a:lnTo>
                  <a:lnTo>
                    <a:pt x="73522" y="7175"/>
                  </a:lnTo>
                  <a:lnTo>
                    <a:pt x="73434" y="7203"/>
                  </a:lnTo>
                  <a:lnTo>
                    <a:pt x="73368" y="7203"/>
                  </a:lnTo>
                  <a:lnTo>
                    <a:pt x="72884" y="6644"/>
                  </a:lnTo>
                  <a:lnTo>
                    <a:pt x="72752" y="6421"/>
                  </a:lnTo>
                  <a:lnTo>
                    <a:pt x="72752" y="6421"/>
                  </a:lnTo>
                  <a:lnTo>
                    <a:pt x="72708" y="6226"/>
                  </a:lnTo>
                  <a:lnTo>
                    <a:pt x="72642" y="6142"/>
                  </a:lnTo>
                  <a:lnTo>
                    <a:pt x="72466" y="6058"/>
                  </a:lnTo>
                  <a:lnTo>
                    <a:pt x="72070" y="6086"/>
                  </a:lnTo>
                  <a:lnTo>
                    <a:pt x="71960" y="6198"/>
                  </a:lnTo>
                  <a:lnTo>
                    <a:pt x="71872" y="6365"/>
                  </a:lnTo>
                  <a:lnTo>
                    <a:pt x="71828" y="6589"/>
                  </a:lnTo>
                  <a:lnTo>
                    <a:pt x="71762" y="6812"/>
                  </a:lnTo>
                  <a:lnTo>
                    <a:pt x="71740" y="7035"/>
                  </a:lnTo>
                  <a:lnTo>
                    <a:pt x="71740" y="7091"/>
                  </a:lnTo>
                  <a:lnTo>
                    <a:pt x="71674" y="7203"/>
                  </a:lnTo>
                  <a:lnTo>
                    <a:pt x="71630" y="7259"/>
                  </a:lnTo>
                  <a:lnTo>
                    <a:pt x="71322" y="7259"/>
                  </a:lnTo>
                  <a:lnTo>
                    <a:pt x="71212" y="7342"/>
                  </a:lnTo>
                  <a:lnTo>
                    <a:pt x="71168" y="7482"/>
                  </a:lnTo>
                  <a:lnTo>
                    <a:pt x="71190" y="7510"/>
                  </a:lnTo>
                  <a:lnTo>
                    <a:pt x="71212" y="7510"/>
                  </a:lnTo>
                  <a:lnTo>
                    <a:pt x="71234" y="7566"/>
                  </a:lnTo>
                  <a:lnTo>
                    <a:pt x="71256" y="7594"/>
                  </a:lnTo>
                  <a:lnTo>
                    <a:pt x="71234" y="7705"/>
                  </a:lnTo>
                  <a:lnTo>
                    <a:pt x="71344" y="7594"/>
                  </a:lnTo>
                  <a:lnTo>
                    <a:pt x="71366" y="7594"/>
                  </a:lnTo>
                  <a:lnTo>
                    <a:pt x="71344" y="7957"/>
                  </a:lnTo>
                  <a:lnTo>
                    <a:pt x="71322" y="8152"/>
                  </a:lnTo>
                  <a:lnTo>
                    <a:pt x="71322" y="8292"/>
                  </a:lnTo>
                  <a:lnTo>
                    <a:pt x="71366" y="8375"/>
                  </a:lnTo>
                  <a:lnTo>
                    <a:pt x="71564" y="8627"/>
                  </a:lnTo>
                  <a:lnTo>
                    <a:pt x="71542" y="8738"/>
                  </a:lnTo>
                  <a:lnTo>
                    <a:pt x="71454" y="8655"/>
                  </a:lnTo>
                  <a:lnTo>
                    <a:pt x="71388" y="8543"/>
                  </a:lnTo>
                  <a:lnTo>
                    <a:pt x="71344" y="8543"/>
                  </a:lnTo>
                  <a:lnTo>
                    <a:pt x="71168" y="8794"/>
                  </a:lnTo>
                  <a:lnTo>
                    <a:pt x="71124" y="8822"/>
                  </a:lnTo>
                  <a:lnTo>
                    <a:pt x="71102" y="8850"/>
                  </a:lnTo>
                  <a:lnTo>
                    <a:pt x="71102" y="8962"/>
                  </a:lnTo>
                  <a:lnTo>
                    <a:pt x="71168" y="9073"/>
                  </a:lnTo>
                  <a:lnTo>
                    <a:pt x="71278" y="9297"/>
                  </a:lnTo>
                  <a:lnTo>
                    <a:pt x="71388" y="9381"/>
                  </a:lnTo>
                  <a:lnTo>
                    <a:pt x="71432" y="9353"/>
                  </a:lnTo>
                  <a:lnTo>
                    <a:pt x="71476" y="9297"/>
                  </a:lnTo>
                  <a:lnTo>
                    <a:pt x="71498" y="9241"/>
                  </a:lnTo>
                  <a:lnTo>
                    <a:pt x="71454" y="9101"/>
                  </a:lnTo>
                  <a:lnTo>
                    <a:pt x="71454" y="9073"/>
                  </a:lnTo>
                  <a:lnTo>
                    <a:pt x="71454" y="9018"/>
                  </a:lnTo>
                  <a:lnTo>
                    <a:pt x="71476" y="9018"/>
                  </a:lnTo>
                  <a:lnTo>
                    <a:pt x="71498" y="9073"/>
                  </a:lnTo>
                  <a:lnTo>
                    <a:pt x="71586" y="9185"/>
                  </a:lnTo>
                  <a:lnTo>
                    <a:pt x="71586" y="9269"/>
                  </a:lnTo>
                  <a:lnTo>
                    <a:pt x="71586" y="9269"/>
                  </a:lnTo>
                  <a:lnTo>
                    <a:pt x="71586" y="9297"/>
                  </a:lnTo>
                  <a:lnTo>
                    <a:pt x="71498" y="9548"/>
                  </a:lnTo>
                  <a:lnTo>
                    <a:pt x="71432" y="9688"/>
                  </a:lnTo>
                  <a:lnTo>
                    <a:pt x="71366" y="9771"/>
                  </a:lnTo>
                  <a:lnTo>
                    <a:pt x="71278" y="9771"/>
                  </a:lnTo>
                  <a:lnTo>
                    <a:pt x="71322" y="9883"/>
                  </a:lnTo>
                  <a:lnTo>
                    <a:pt x="71344" y="9939"/>
                  </a:lnTo>
                  <a:lnTo>
                    <a:pt x="71322" y="10107"/>
                  </a:lnTo>
                  <a:lnTo>
                    <a:pt x="71322" y="10162"/>
                  </a:lnTo>
                  <a:lnTo>
                    <a:pt x="71278" y="10190"/>
                  </a:lnTo>
                  <a:lnTo>
                    <a:pt x="71278" y="10218"/>
                  </a:lnTo>
                  <a:lnTo>
                    <a:pt x="71278" y="10330"/>
                  </a:lnTo>
                  <a:lnTo>
                    <a:pt x="71278" y="10386"/>
                  </a:lnTo>
                  <a:lnTo>
                    <a:pt x="71256" y="10888"/>
                  </a:lnTo>
                  <a:lnTo>
                    <a:pt x="71234" y="11028"/>
                  </a:lnTo>
                  <a:lnTo>
                    <a:pt x="71124" y="11614"/>
                  </a:lnTo>
                  <a:lnTo>
                    <a:pt x="71058" y="11949"/>
                  </a:lnTo>
                  <a:lnTo>
                    <a:pt x="71124" y="12284"/>
                  </a:lnTo>
                  <a:lnTo>
                    <a:pt x="71212" y="12452"/>
                  </a:lnTo>
                  <a:lnTo>
                    <a:pt x="71498" y="12675"/>
                  </a:lnTo>
                  <a:lnTo>
                    <a:pt x="71586" y="12787"/>
                  </a:lnTo>
                  <a:lnTo>
                    <a:pt x="71630" y="12954"/>
                  </a:lnTo>
                  <a:lnTo>
                    <a:pt x="71674" y="13094"/>
                  </a:lnTo>
                  <a:lnTo>
                    <a:pt x="71740" y="13261"/>
                  </a:lnTo>
                  <a:lnTo>
                    <a:pt x="71872" y="13513"/>
                  </a:lnTo>
                  <a:lnTo>
                    <a:pt x="72092" y="13708"/>
                  </a:lnTo>
                  <a:lnTo>
                    <a:pt x="72312" y="13876"/>
                  </a:lnTo>
                  <a:lnTo>
                    <a:pt x="72422" y="13764"/>
                  </a:lnTo>
                  <a:lnTo>
                    <a:pt x="72400" y="13764"/>
                  </a:lnTo>
                  <a:lnTo>
                    <a:pt x="72444" y="13624"/>
                  </a:lnTo>
                  <a:lnTo>
                    <a:pt x="72488" y="13541"/>
                  </a:lnTo>
                  <a:lnTo>
                    <a:pt x="73060" y="12982"/>
                  </a:lnTo>
                  <a:lnTo>
                    <a:pt x="73302" y="12871"/>
                  </a:lnTo>
                  <a:lnTo>
                    <a:pt x="73258" y="12954"/>
                  </a:lnTo>
                  <a:lnTo>
                    <a:pt x="73148" y="13010"/>
                  </a:lnTo>
                  <a:lnTo>
                    <a:pt x="73082" y="13122"/>
                  </a:lnTo>
                  <a:lnTo>
                    <a:pt x="72950" y="13261"/>
                  </a:lnTo>
                  <a:lnTo>
                    <a:pt x="72906" y="13261"/>
                  </a:lnTo>
                  <a:lnTo>
                    <a:pt x="72686" y="13652"/>
                  </a:lnTo>
                  <a:lnTo>
                    <a:pt x="72686" y="13848"/>
                  </a:lnTo>
                  <a:lnTo>
                    <a:pt x="72686" y="13987"/>
                  </a:lnTo>
                  <a:lnTo>
                    <a:pt x="72730" y="14127"/>
                  </a:lnTo>
                  <a:lnTo>
                    <a:pt x="72840" y="14155"/>
                  </a:lnTo>
                  <a:lnTo>
                    <a:pt x="72972" y="14350"/>
                  </a:lnTo>
                  <a:lnTo>
                    <a:pt x="73082" y="14406"/>
                  </a:lnTo>
                  <a:lnTo>
                    <a:pt x="73390" y="14518"/>
                  </a:lnTo>
                  <a:lnTo>
                    <a:pt x="73412" y="14518"/>
                  </a:lnTo>
                  <a:lnTo>
                    <a:pt x="73434" y="14602"/>
                  </a:lnTo>
                  <a:lnTo>
                    <a:pt x="73434" y="14657"/>
                  </a:lnTo>
                  <a:lnTo>
                    <a:pt x="73412" y="14713"/>
                  </a:lnTo>
                  <a:lnTo>
                    <a:pt x="73412" y="14713"/>
                  </a:lnTo>
                  <a:lnTo>
                    <a:pt x="73390" y="14657"/>
                  </a:lnTo>
                  <a:lnTo>
                    <a:pt x="73368" y="14657"/>
                  </a:lnTo>
                  <a:lnTo>
                    <a:pt x="73280" y="14657"/>
                  </a:lnTo>
                  <a:lnTo>
                    <a:pt x="72884" y="14434"/>
                  </a:lnTo>
                  <a:lnTo>
                    <a:pt x="72730" y="14211"/>
                  </a:lnTo>
                  <a:lnTo>
                    <a:pt x="72642" y="14155"/>
                  </a:lnTo>
                  <a:lnTo>
                    <a:pt x="72576" y="14183"/>
                  </a:lnTo>
                  <a:lnTo>
                    <a:pt x="72510" y="14322"/>
                  </a:lnTo>
                  <a:lnTo>
                    <a:pt x="72466" y="14434"/>
                  </a:lnTo>
                  <a:lnTo>
                    <a:pt x="72488" y="14657"/>
                  </a:lnTo>
                  <a:lnTo>
                    <a:pt x="72422" y="14741"/>
                  </a:lnTo>
                  <a:lnTo>
                    <a:pt x="72356" y="14769"/>
                  </a:lnTo>
                  <a:lnTo>
                    <a:pt x="72312" y="14713"/>
                  </a:lnTo>
                  <a:lnTo>
                    <a:pt x="72290" y="14630"/>
                  </a:lnTo>
                  <a:lnTo>
                    <a:pt x="72268" y="14490"/>
                  </a:lnTo>
                  <a:lnTo>
                    <a:pt x="72246" y="14406"/>
                  </a:lnTo>
                  <a:lnTo>
                    <a:pt x="72224" y="14406"/>
                  </a:lnTo>
                  <a:lnTo>
                    <a:pt x="72180" y="14657"/>
                  </a:lnTo>
                  <a:lnTo>
                    <a:pt x="72070" y="14937"/>
                  </a:lnTo>
                  <a:lnTo>
                    <a:pt x="72004" y="15244"/>
                  </a:lnTo>
                  <a:lnTo>
                    <a:pt x="72026" y="15607"/>
                  </a:lnTo>
                  <a:lnTo>
                    <a:pt x="72004" y="15858"/>
                  </a:lnTo>
                  <a:lnTo>
                    <a:pt x="72004" y="15970"/>
                  </a:lnTo>
                  <a:lnTo>
                    <a:pt x="71960" y="16026"/>
                  </a:lnTo>
                  <a:lnTo>
                    <a:pt x="71894" y="16026"/>
                  </a:lnTo>
                  <a:lnTo>
                    <a:pt x="71828" y="15998"/>
                  </a:lnTo>
                  <a:lnTo>
                    <a:pt x="71784" y="15970"/>
                  </a:lnTo>
                  <a:lnTo>
                    <a:pt x="71740" y="16053"/>
                  </a:lnTo>
                  <a:lnTo>
                    <a:pt x="71564" y="16444"/>
                  </a:lnTo>
                  <a:lnTo>
                    <a:pt x="71476" y="16724"/>
                  </a:lnTo>
                  <a:lnTo>
                    <a:pt x="71432" y="16975"/>
                  </a:lnTo>
                  <a:lnTo>
                    <a:pt x="71454" y="17757"/>
                  </a:lnTo>
                  <a:lnTo>
                    <a:pt x="71476" y="18008"/>
                  </a:lnTo>
                  <a:lnTo>
                    <a:pt x="71586" y="18343"/>
                  </a:lnTo>
                  <a:lnTo>
                    <a:pt x="71586" y="18455"/>
                  </a:lnTo>
                  <a:lnTo>
                    <a:pt x="71608" y="18594"/>
                  </a:lnTo>
                  <a:lnTo>
                    <a:pt x="71608" y="18734"/>
                  </a:lnTo>
                  <a:lnTo>
                    <a:pt x="71630" y="18818"/>
                  </a:lnTo>
                  <a:lnTo>
                    <a:pt x="71652" y="18873"/>
                  </a:lnTo>
                  <a:lnTo>
                    <a:pt x="71762" y="19125"/>
                  </a:lnTo>
                  <a:lnTo>
                    <a:pt x="72466" y="20325"/>
                  </a:lnTo>
                  <a:lnTo>
                    <a:pt x="72488" y="20381"/>
                  </a:lnTo>
                  <a:lnTo>
                    <a:pt x="72554" y="20409"/>
                  </a:lnTo>
                  <a:lnTo>
                    <a:pt x="72642" y="20297"/>
                  </a:lnTo>
                  <a:lnTo>
                    <a:pt x="72686" y="20269"/>
                  </a:lnTo>
                  <a:lnTo>
                    <a:pt x="72730" y="20325"/>
                  </a:lnTo>
                  <a:lnTo>
                    <a:pt x="72752" y="20381"/>
                  </a:lnTo>
                  <a:lnTo>
                    <a:pt x="72796" y="20409"/>
                  </a:lnTo>
                  <a:lnTo>
                    <a:pt x="72862" y="20437"/>
                  </a:lnTo>
                  <a:lnTo>
                    <a:pt x="72906" y="20549"/>
                  </a:lnTo>
                  <a:lnTo>
                    <a:pt x="72884" y="20660"/>
                  </a:lnTo>
                  <a:lnTo>
                    <a:pt x="72884" y="20744"/>
                  </a:lnTo>
                  <a:lnTo>
                    <a:pt x="72906" y="20800"/>
                  </a:lnTo>
                  <a:lnTo>
                    <a:pt x="72950" y="20772"/>
                  </a:lnTo>
                  <a:lnTo>
                    <a:pt x="72950" y="20828"/>
                  </a:lnTo>
                  <a:lnTo>
                    <a:pt x="72862" y="20995"/>
                  </a:lnTo>
                  <a:lnTo>
                    <a:pt x="72928" y="21107"/>
                  </a:lnTo>
                  <a:lnTo>
                    <a:pt x="72972" y="21191"/>
                  </a:lnTo>
                  <a:lnTo>
                    <a:pt x="72950" y="21302"/>
                  </a:lnTo>
                  <a:lnTo>
                    <a:pt x="72906" y="21330"/>
                  </a:lnTo>
                  <a:lnTo>
                    <a:pt x="72796" y="21191"/>
                  </a:lnTo>
                  <a:lnTo>
                    <a:pt x="72774" y="21135"/>
                  </a:lnTo>
                  <a:lnTo>
                    <a:pt x="72708" y="21330"/>
                  </a:lnTo>
                  <a:lnTo>
                    <a:pt x="72642" y="21330"/>
                  </a:lnTo>
                  <a:lnTo>
                    <a:pt x="72972" y="21526"/>
                  </a:lnTo>
                  <a:lnTo>
                    <a:pt x="73082" y="21637"/>
                  </a:lnTo>
                  <a:lnTo>
                    <a:pt x="73258" y="21973"/>
                  </a:lnTo>
                  <a:lnTo>
                    <a:pt x="73324" y="22084"/>
                  </a:lnTo>
                  <a:lnTo>
                    <a:pt x="73412" y="22112"/>
                  </a:lnTo>
                  <a:lnTo>
                    <a:pt x="73390" y="22056"/>
                  </a:lnTo>
                  <a:lnTo>
                    <a:pt x="73434" y="22028"/>
                  </a:lnTo>
                  <a:lnTo>
                    <a:pt x="73632" y="22140"/>
                  </a:lnTo>
                  <a:lnTo>
                    <a:pt x="73654" y="22112"/>
                  </a:lnTo>
                  <a:lnTo>
                    <a:pt x="73698" y="21917"/>
                  </a:lnTo>
                  <a:lnTo>
                    <a:pt x="73742" y="21861"/>
                  </a:lnTo>
                  <a:lnTo>
                    <a:pt x="73786" y="21889"/>
                  </a:lnTo>
                  <a:lnTo>
                    <a:pt x="73852" y="22028"/>
                  </a:lnTo>
                  <a:lnTo>
                    <a:pt x="73808" y="21973"/>
                  </a:lnTo>
                  <a:lnTo>
                    <a:pt x="73786" y="22056"/>
                  </a:lnTo>
                  <a:lnTo>
                    <a:pt x="73764" y="22196"/>
                  </a:lnTo>
                  <a:lnTo>
                    <a:pt x="73786" y="22308"/>
                  </a:lnTo>
                  <a:lnTo>
                    <a:pt x="73808" y="22391"/>
                  </a:lnTo>
                  <a:lnTo>
                    <a:pt x="73874" y="22475"/>
                  </a:lnTo>
                  <a:lnTo>
                    <a:pt x="73918" y="22335"/>
                  </a:lnTo>
                  <a:lnTo>
                    <a:pt x="73940" y="22168"/>
                  </a:lnTo>
                  <a:lnTo>
                    <a:pt x="73962" y="22056"/>
                  </a:lnTo>
                  <a:lnTo>
                    <a:pt x="74006" y="21973"/>
                  </a:lnTo>
                  <a:lnTo>
                    <a:pt x="74205" y="22028"/>
                  </a:lnTo>
                  <a:lnTo>
                    <a:pt x="74249" y="22056"/>
                  </a:lnTo>
                  <a:lnTo>
                    <a:pt x="74447" y="22447"/>
                  </a:lnTo>
                  <a:lnTo>
                    <a:pt x="74513" y="22503"/>
                  </a:lnTo>
                  <a:lnTo>
                    <a:pt x="74601" y="22531"/>
                  </a:lnTo>
                  <a:lnTo>
                    <a:pt x="74777" y="22754"/>
                  </a:lnTo>
                  <a:lnTo>
                    <a:pt x="74887" y="22810"/>
                  </a:lnTo>
                  <a:lnTo>
                    <a:pt x="74997" y="22950"/>
                  </a:lnTo>
                  <a:lnTo>
                    <a:pt x="75525" y="23285"/>
                  </a:lnTo>
                  <a:lnTo>
                    <a:pt x="75591" y="23285"/>
                  </a:lnTo>
                  <a:lnTo>
                    <a:pt x="75657" y="23313"/>
                  </a:lnTo>
                  <a:lnTo>
                    <a:pt x="75723" y="23452"/>
                  </a:lnTo>
                  <a:lnTo>
                    <a:pt x="75811" y="23536"/>
                  </a:lnTo>
                  <a:lnTo>
                    <a:pt x="75855" y="23536"/>
                  </a:lnTo>
                  <a:lnTo>
                    <a:pt x="76119" y="23452"/>
                  </a:lnTo>
                  <a:lnTo>
                    <a:pt x="76185" y="23508"/>
                  </a:lnTo>
                  <a:lnTo>
                    <a:pt x="76163" y="23676"/>
                  </a:lnTo>
                  <a:lnTo>
                    <a:pt x="76185" y="23620"/>
                  </a:lnTo>
                  <a:lnTo>
                    <a:pt x="76229" y="23592"/>
                  </a:lnTo>
                  <a:lnTo>
                    <a:pt x="76295" y="23592"/>
                  </a:lnTo>
                  <a:lnTo>
                    <a:pt x="76317" y="23759"/>
                  </a:lnTo>
                  <a:lnTo>
                    <a:pt x="76339" y="23815"/>
                  </a:lnTo>
                  <a:lnTo>
                    <a:pt x="76581" y="23983"/>
                  </a:lnTo>
                  <a:lnTo>
                    <a:pt x="76669" y="23983"/>
                  </a:lnTo>
                  <a:lnTo>
                    <a:pt x="76823" y="23871"/>
                  </a:lnTo>
                  <a:lnTo>
                    <a:pt x="76933" y="23704"/>
                  </a:lnTo>
                  <a:lnTo>
                    <a:pt x="76977" y="23452"/>
                  </a:lnTo>
                  <a:lnTo>
                    <a:pt x="76889" y="23341"/>
                  </a:lnTo>
                  <a:lnTo>
                    <a:pt x="76845" y="23201"/>
                  </a:lnTo>
                  <a:lnTo>
                    <a:pt x="76823" y="23033"/>
                  </a:lnTo>
                  <a:lnTo>
                    <a:pt x="76867" y="22978"/>
                  </a:lnTo>
                  <a:lnTo>
                    <a:pt x="77197" y="22754"/>
                  </a:lnTo>
                  <a:lnTo>
                    <a:pt x="77197" y="22922"/>
                  </a:lnTo>
                  <a:lnTo>
                    <a:pt x="77197" y="23006"/>
                  </a:lnTo>
                  <a:lnTo>
                    <a:pt x="77197" y="23061"/>
                  </a:lnTo>
                  <a:lnTo>
                    <a:pt x="77219" y="23173"/>
                  </a:lnTo>
                  <a:lnTo>
                    <a:pt x="77263" y="23229"/>
                  </a:lnTo>
                  <a:lnTo>
                    <a:pt x="77285" y="23285"/>
                  </a:lnTo>
                  <a:lnTo>
                    <a:pt x="77285" y="23229"/>
                  </a:lnTo>
                  <a:lnTo>
                    <a:pt x="77307" y="23173"/>
                  </a:lnTo>
                  <a:lnTo>
                    <a:pt x="77329" y="23145"/>
                  </a:lnTo>
                  <a:lnTo>
                    <a:pt x="77395" y="23145"/>
                  </a:lnTo>
                  <a:lnTo>
                    <a:pt x="77417" y="23201"/>
                  </a:lnTo>
                  <a:lnTo>
                    <a:pt x="77439" y="23285"/>
                  </a:lnTo>
                  <a:lnTo>
                    <a:pt x="77461" y="23396"/>
                  </a:lnTo>
                  <a:lnTo>
                    <a:pt x="77483" y="23480"/>
                  </a:lnTo>
                  <a:lnTo>
                    <a:pt x="77505" y="23564"/>
                  </a:lnTo>
                  <a:lnTo>
                    <a:pt x="77527" y="23620"/>
                  </a:lnTo>
                  <a:lnTo>
                    <a:pt x="77593" y="23815"/>
                  </a:lnTo>
                  <a:lnTo>
                    <a:pt x="77836" y="24346"/>
                  </a:lnTo>
                  <a:lnTo>
                    <a:pt x="77880" y="24429"/>
                  </a:lnTo>
                  <a:lnTo>
                    <a:pt x="77968" y="24513"/>
                  </a:lnTo>
                  <a:lnTo>
                    <a:pt x="78034" y="24569"/>
                  </a:lnTo>
                  <a:lnTo>
                    <a:pt x="78144" y="24876"/>
                  </a:lnTo>
                  <a:lnTo>
                    <a:pt x="78232" y="24960"/>
                  </a:lnTo>
                  <a:lnTo>
                    <a:pt x="78738" y="25127"/>
                  </a:lnTo>
                  <a:lnTo>
                    <a:pt x="79156" y="24988"/>
                  </a:lnTo>
                  <a:lnTo>
                    <a:pt x="79354" y="25016"/>
                  </a:lnTo>
                  <a:lnTo>
                    <a:pt x="79442" y="24988"/>
                  </a:lnTo>
                  <a:lnTo>
                    <a:pt x="79530" y="24848"/>
                  </a:lnTo>
                  <a:lnTo>
                    <a:pt x="79464" y="24709"/>
                  </a:lnTo>
                  <a:lnTo>
                    <a:pt x="79464" y="24597"/>
                  </a:lnTo>
                  <a:lnTo>
                    <a:pt x="79486" y="24513"/>
                  </a:lnTo>
                  <a:lnTo>
                    <a:pt x="79618" y="24402"/>
                  </a:lnTo>
                  <a:lnTo>
                    <a:pt x="79640" y="24402"/>
                  </a:lnTo>
                  <a:lnTo>
                    <a:pt x="79640" y="24429"/>
                  </a:lnTo>
                  <a:lnTo>
                    <a:pt x="79662" y="24541"/>
                  </a:lnTo>
                  <a:lnTo>
                    <a:pt x="79684" y="24541"/>
                  </a:lnTo>
                  <a:lnTo>
                    <a:pt x="79706" y="24513"/>
                  </a:lnTo>
                  <a:lnTo>
                    <a:pt x="79794" y="24346"/>
                  </a:lnTo>
                  <a:lnTo>
                    <a:pt x="79992" y="24094"/>
                  </a:lnTo>
                  <a:lnTo>
                    <a:pt x="79992" y="24094"/>
                  </a:lnTo>
                  <a:lnTo>
                    <a:pt x="80344" y="23983"/>
                  </a:lnTo>
                  <a:lnTo>
                    <a:pt x="80410" y="24011"/>
                  </a:lnTo>
                  <a:lnTo>
                    <a:pt x="80498" y="24122"/>
                  </a:lnTo>
                  <a:lnTo>
                    <a:pt x="80564" y="24262"/>
                  </a:lnTo>
                  <a:lnTo>
                    <a:pt x="80608" y="24374"/>
                  </a:lnTo>
                  <a:lnTo>
                    <a:pt x="80630" y="24402"/>
                  </a:lnTo>
                  <a:lnTo>
                    <a:pt x="80652" y="24429"/>
                  </a:lnTo>
                  <a:lnTo>
                    <a:pt x="80674" y="24402"/>
                  </a:lnTo>
                  <a:lnTo>
                    <a:pt x="80674" y="24346"/>
                  </a:lnTo>
                  <a:lnTo>
                    <a:pt x="80718" y="24402"/>
                  </a:lnTo>
                  <a:lnTo>
                    <a:pt x="80696" y="24513"/>
                  </a:lnTo>
                  <a:lnTo>
                    <a:pt x="80674" y="24569"/>
                  </a:lnTo>
                  <a:lnTo>
                    <a:pt x="80608" y="24625"/>
                  </a:lnTo>
                  <a:lnTo>
                    <a:pt x="80630" y="24681"/>
                  </a:lnTo>
                  <a:lnTo>
                    <a:pt x="80652" y="24709"/>
                  </a:lnTo>
                  <a:lnTo>
                    <a:pt x="80608" y="24848"/>
                  </a:lnTo>
                  <a:lnTo>
                    <a:pt x="80520" y="25016"/>
                  </a:lnTo>
                  <a:lnTo>
                    <a:pt x="80410" y="25490"/>
                  </a:lnTo>
                  <a:lnTo>
                    <a:pt x="80410" y="25630"/>
                  </a:lnTo>
                  <a:lnTo>
                    <a:pt x="80476" y="25546"/>
                  </a:lnTo>
                  <a:lnTo>
                    <a:pt x="80630" y="25658"/>
                  </a:lnTo>
                  <a:lnTo>
                    <a:pt x="80718" y="25658"/>
                  </a:lnTo>
                  <a:lnTo>
                    <a:pt x="80960" y="25407"/>
                  </a:lnTo>
                  <a:lnTo>
                    <a:pt x="81048" y="25463"/>
                  </a:lnTo>
                  <a:lnTo>
                    <a:pt x="80850" y="25658"/>
                  </a:lnTo>
                  <a:lnTo>
                    <a:pt x="80784" y="25770"/>
                  </a:lnTo>
                  <a:lnTo>
                    <a:pt x="80828" y="25909"/>
                  </a:lnTo>
                  <a:lnTo>
                    <a:pt x="80718" y="26049"/>
                  </a:lnTo>
                  <a:lnTo>
                    <a:pt x="80476" y="26272"/>
                  </a:lnTo>
                  <a:lnTo>
                    <a:pt x="80388" y="26496"/>
                  </a:lnTo>
                  <a:lnTo>
                    <a:pt x="80322" y="26579"/>
                  </a:lnTo>
                  <a:lnTo>
                    <a:pt x="80322" y="26635"/>
                  </a:lnTo>
                  <a:lnTo>
                    <a:pt x="80322" y="26579"/>
                  </a:lnTo>
                  <a:lnTo>
                    <a:pt x="80344" y="26523"/>
                  </a:lnTo>
                  <a:lnTo>
                    <a:pt x="80388" y="26523"/>
                  </a:lnTo>
                  <a:lnTo>
                    <a:pt x="80432" y="26551"/>
                  </a:lnTo>
                  <a:lnTo>
                    <a:pt x="80278" y="26803"/>
                  </a:lnTo>
                  <a:lnTo>
                    <a:pt x="80190" y="27054"/>
                  </a:lnTo>
                  <a:lnTo>
                    <a:pt x="80036" y="27194"/>
                  </a:lnTo>
                  <a:lnTo>
                    <a:pt x="79970" y="27333"/>
                  </a:lnTo>
                  <a:lnTo>
                    <a:pt x="79926" y="27445"/>
                  </a:lnTo>
                  <a:lnTo>
                    <a:pt x="79882" y="27584"/>
                  </a:lnTo>
                  <a:lnTo>
                    <a:pt x="79816" y="27640"/>
                  </a:lnTo>
                  <a:lnTo>
                    <a:pt x="79794" y="27584"/>
                  </a:lnTo>
                  <a:lnTo>
                    <a:pt x="79794" y="27473"/>
                  </a:lnTo>
                  <a:lnTo>
                    <a:pt x="79816" y="27361"/>
                  </a:lnTo>
                  <a:lnTo>
                    <a:pt x="79860" y="27166"/>
                  </a:lnTo>
                  <a:lnTo>
                    <a:pt x="79860" y="27110"/>
                  </a:lnTo>
                  <a:lnTo>
                    <a:pt x="79816" y="27110"/>
                  </a:lnTo>
                  <a:lnTo>
                    <a:pt x="79772" y="27166"/>
                  </a:lnTo>
                  <a:lnTo>
                    <a:pt x="79706" y="27166"/>
                  </a:lnTo>
                  <a:lnTo>
                    <a:pt x="79662" y="27054"/>
                  </a:lnTo>
                  <a:lnTo>
                    <a:pt x="79706" y="27026"/>
                  </a:lnTo>
                  <a:lnTo>
                    <a:pt x="79772" y="26914"/>
                  </a:lnTo>
                  <a:lnTo>
                    <a:pt x="79816" y="26635"/>
                  </a:lnTo>
                  <a:lnTo>
                    <a:pt x="79772" y="26663"/>
                  </a:lnTo>
                  <a:lnTo>
                    <a:pt x="79684" y="26831"/>
                  </a:lnTo>
                  <a:lnTo>
                    <a:pt x="79640" y="26859"/>
                  </a:lnTo>
                  <a:lnTo>
                    <a:pt x="79816" y="26244"/>
                  </a:lnTo>
                  <a:lnTo>
                    <a:pt x="79860" y="26188"/>
                  </a:lnTo>
                  <a:lnTo>
                    <a:pt x="80036" y="25881"/>
                  </a:lnTo>
                  <a:lnTo>
                    <a:pt x="80080" y="25798"/>
                  </a:lnTo>
                  <a:lnTo>
                    <a:pt x="80102" y="25798"/>
                  </a:lnTo>
                  <a:lnTo>
                    <a:pt x="80124" y="25742"/>
                  </a:lnTo>
                  <a:lnTo>
                    <a:pt x="80190" y="25686"/>
                  </a:lnTo>
                  <a:lnTo>
                    <a:pt x="80234" y="25463"/>
                  </a:lnTo>
                  <a:lnTo>
                    <a:pt x="80256" y="25407"/>
                  </a:lnTo>
                  <a:lnTo>
                    <a:pt x="80344" y="25267"/>
                  </a:lnTo>
                  <a:lnTo>
                    <a:pt x="80476" y="24960"/>
                  </a:lnTo>
                  <a:lnTo>
                    <a:pt x="80498" y="24848"/>
                  </a:lnTo>
                  <a:lnTo>
                    <a:pt x="80256" y="24904"/>
                  </a:lnTo>
                  <a:lnTo>
                    <a:pt x="79926" y="25239"/>
                  </a:lnTo>
                  <a:lnTo>
                    <a:pt x="79860" y="25379"/>
                  </a:lnTo>
                  <a:lnTo>
                    <a:pt x="79794" y="25658"/>
                  </a:lnTo>
                  <a:lnTo>
                    <a:pt x="79772" y="25742"/>
                  </a:lnTo>
                  <a:lnTo>
                    <a:pt x="79662" y="25881"/>
                  </a:lnTo>
                  <a:lnTo>
                    <a:pt x="79574" y="25909"/>
                  </a:lnTo>
                  <a:lnTo>
                    <a:pt x="79530" y="25881"/>
                  </a:lnTo>
                  <a:lnTo>
                    <a:pt x="79464" y="25742"/>
                  </a:lnTo>
                  <a:lnTo>
                    <a:pt x="79420" y="25714"/>
                  </a:lnTo>
                  <a:lnTo>
                    <a:pt x="79134" y="25742"/>
                  </a:lnTo>
                  <a:lnTo>
                    <a:pt x="78914" y="25965"/>
                  </a:lnTo>
                  <a:lnTo>
                    <a:pt x="78562" y="26105"/>
                  </a:lnTo>
                  <a:lnTo>
                    <a:pt x="78452" y="26272"/>
                  </a:lnTo>
                  <a:lnTo>
                    <a:pt x="78364" y="26496"/>
                  </a:lnTo>
                  <a:lnTo>
                    <a:pt x="78386" y="26551"/>
                  </a:lnTo>
                  <a:lnTo>
                    <a:pt x="78540" y="26719"/>
                  </a:lnTo>
                  <a:lnTo>
                    <a:pt x="78496" y="26859"/>
                  </a:lnTo>
                  <a:lnTo>
                    <a:pt x="78452" y="26998"/>
                  </a:lnTo>
                  <a:lnTo>
                    <a:pt x="78474" y="27026"/>
                  </a:lnTo>
                  <a:lnTo>
                    <a:pt x="78496" y="27138"/>
                  </a:lnTo>
                  <a:lnTo>
                    <a:pt x="78518" y="27166"/>
                  </a:lnTo>
                  <a:lnTo>
                    <a:pt x="78496" y="27333"/>
                  </a:lnTo>
                  <a:lnTo>
                    <a:pt x="78452" y="27640"/>
                  </a:lnTo>
                  <a:lnTo>
                    <a:pt x="78408" y="27752"/>
                  </a:lnTo>
                  <a:lnTo>
                    <a:pt x="78452" y="27919"/>
                  </a:lnTo>
                  <a:lnTo>
                    <a:pt x="78518" y="28003"/>
                  </a:lnTo>
                  <a:lnTo>
                    <a:pt x="78672" y="28171"/>
                  </a:lnTo>
                  <a:lnTo>
                    <a:pt x="79002" y="28087"/>
                  </a:lnTo>
                  <a:lnTo>
                    <a:pt x="79244" y="27808"/>
                  </a:lnTo>
                  <a:lnTo>
                    <a:pt x="79354" y="27752"/>
                  </a:lnTo>
                  <a:lnTo>
                    <a:pt x="79222" y="27947"/>
                  </a:lnTo>
                  <a:lnTo>
                    <a:pt x="79178" y="28115"/>
                  </a:lnTo>
                  <a:lnTo>
                    <a:pt x="79090" y="28143"/>
                  </a:lnTo>
                  <a:lnTo>
                    <a:pt x="78914" y="28366"/>
                  </a:lnTo>
                  <a:lnTo>
                    <a:pt x="78892" y="28450"/>
                  </a:lnTo>
                  <a:lnTo>
                    <a:pt x="78892" y="28562"/>
                  </a:lnTo>
                  <a:lnTo>
                    <a:pt x="78914" y="28645"/>
                  </a:lnTo>
                  <a:lnTo>
                    <a:pt x="79002" y="28757"/>
                  </a:lnTo>
                  <a:lnTo>
                    <a:pt x="78958" y="28925"/>
                  </a:lnTo>
                  <a:lnTo>
                    <a:pt x="78892" y="29008"/>
                  </a:lnTo>
                  <a:lnTo>
                    <a:pt x="78782" y="29036"/>
                  </a:lnTo>
                  <a:lnTo>
                    <a:pt x="78606" y="29064"/>
                  </a:lnTo>
                  <a:lnTo>
                    <a:pt x="78540" y="29092"/>
                  </a:lnTo>
                  <a:lnTo>
                    <a:pt x="78474" y="29204"/>
                  </a:lnTo>
                  <a:lnTo>
                    <a:pt x="78408" y="29371"/>
                  </a:lnTo>
                  <a:lnTo>
                    <a:pt x="78364" y="29706"/>
                  </a:lnTo>
                  <a:lnTo>
                    <a:pt x="78342" y="29846"/>
                  </a:lnTo>
                  <a:lnTo>
                    <a:pt x="78320" y="29930"/>
                  </a:lnTo>
                  <a:lnTo>
                    <a:pt x="78254" y="30041"/>
                  </a:lnTo>
                  <a:lnTo>
                    <a:pt x="78188" y="30069"/>
                  </a:lnTo>
                  <a:lnTo>
                    <a:pt x="78166" y="29930"/>
                  </a:lnTo>
                  <a:lnTo>
                    <a:pt x="77968" y="29706"/>
                  </a:lnTo>
                  <a:lnTo>
                    <a:pt x="77858" y="29678"/>
                  </a:lnTo>
                  <a:lnTo>
                    <a:pt x="77748" y="29846"/>
                  </a:lnTo>
                  <a:lnTo>
                    <a:pt x="77748" y="29930"/>
                  </a:lnTo>
                  <a:lnTo>
                    <a:pt x="77792" y="30041"/>
                  </a:lnTo>
                  <a:lnTo>
                    <a:pt x="77836" y="30097"/>
                  </a:lnTo>
                  <a:lnTo>
                    <a:pt x="77880" y="30097"/>
                  </a:lnTo>
                  <a:lnTo>
                    <a:pt x="77880" y="30153"/>
                  </a:lnTo>
                  <a:lnTo>
                    <a:pt x="77858" y="30376"/>
                  </a:lnTo>
                  <a:lnTo>
                    <a:pt x="77858" y="30460"/>
                  </a:lnTo>
                  <a:lnTo>
                    <a:pt x="77902" y="30572"/>
                  </a:lnTo>
                  <a:lnTo>
                    <a:pt x="77946" y="30572"/>
                  </a:lnTo>
                  <a:lnTo>
                    <a:pt x="77968" y="30600"/>
                  </a:lnTo>
                  <a:lnTo>
                    <a:pt x="77968" y="30767"/>
                  </a:lnTo>
                  <a:lnTo>
                    <a:pt x="77946" y="30879"/>
                  </a:lnTo>
                  <a:lnTo>
                    <a:pt x="77880" y="31074"/>
                  </a:lnTo>
                  <a:lnTo>
                    <a:pt x="77858" y="31242"/>
                  </a:lnTo>
                  <a:lnTo>
                    <a:pt x="77836" y="31717"/>
                  </a:lnTo>
                  <a:lnTo>
                    <a:pt x="77814" y="31912"/>
                  </a:lnTo>
                  <a:lnTo>
                    <a:pt x="78012" y="31856"/>
                  </a:lnTo>
                  <a:lnTo>
                    <a:pt x="78056" y="31884"/>
                  </a:lnTo>
                  <a:lnTo>
                    <a:pt x="78100" y="31996"/>
                  </a:lnTo>
                  <a:lnTo>
                    <a:pt x="78122" y="32080"/>
                  </a:lnTo>
                  <a:lnTo>
                    <a:pt x="78166" y="32163"/>
                  </a:lnTo>
                  <a:lnTo>
                    <a:pt x="78232" y="32191"/>
                  </a:lnTo>
                  <a:lnTo>
                    <a:pt x="78254" y="32191"/>
                  </a:lnTo>
                  <a:lnTo>
                    <a:pt x="78254" y="32135"/>
                  </a:lnTo>
                  <a:lnTo>
                    <a:pt x="78276" y="32052"/>
                  </a:lnTo>
                  <a:lnTo>
                    <a:pt x="78320" y="32024"/>
                  </a:lnTo>
                  <a:lnTo>
                    <a:pt x="78364" y="32080"/>
                  </a:lnTo>
                  <a:lnTo>
                    <a:pt x="78496" y="32191"/>
                  </a:lnTo>
                  <a:lnTo>
                    <a:pt x="78870" y="31828"/>
                  </a:lnTo>
                  <a:lnTo>
                    <a:pt x="79354" y="31772"/>
                  </a:lnTo>
                  <a:lnTo>
                    <a:pt x="79398" y="31717"/>
                  </a:lnTo>
                  <a:lnTo>
                    <a:pt x="79420" y="31633"/>
                  </a:lnTo>
                  <a:lnTo>
                    <a:pt x="79464" y="31465"/>
                  </a:lnTo>
                  <a:lnTo>
                    <a:pt x="79618" y="31354"/>
                  </a:lnTo>
                  <a:lnTo>
                    <a:pt x="79684" y="31214"/>
                  </a:lnTo>
                  <a:lnTo>
                    <a:pt x="79794" y="31019"/>
                  </a:lnTo>
                  <a:lnTo>
                    <a:pt x="79838" y="30795"/>
                  </a:lnTo>
                  <a:lnTo>
                    <a:pt x="79904" y="30684"/>
                  </a:lnTo>
                  <a:lnTo>
                    <a:pt x="80014" y="30600"/>
                  </a:lnTo>
                  <a:lnTo>
                    <a:pt x="80080" y="30488"/>
                  </a:lnTo>
                  <a:lnTo>
                    <a:pt x="80102" y="30293"/>
                  </a:lnTo>
                  <a:lnTo>
                    <a:pt x="79772" y="30711"/>
                  </a:lnTo>
                  <a:lnTo>
                    <a:pt x="79772" y="30656"/>
                  </a:lnTo>
                  <a:lnTo>
                    <a:pt x="79794" y="30628"/>
                  </a:lnTo>
                  <a:lnTo>
                    <a:pt x="79794" y="30600"/>
                  </a:lnTo>
                  <a:lnTo>
                    <a:pt x="79794" y="30572"/>
                  </a:lnTo>
                  <a:lnTo>
                    <a:pt x="79816" y="30516"/>
                  </a:lnTo>
                  <a:lnTo>
                    <a:pt x="79816" y="30460"/>
                  </a:lnTo>
                  <a:lnTo>
                    <a:pt x="79750" y="30488"/>
                  </a:lnTo>
                  <a:lnTo>
                    <a:pt x="79662" y="30739"/>
                  </a:lnTo>
                  <a:lnTo>
                    <a:pt x="79596" y="30851"/>
                  </a:lnTo>
                  <a:lnTo>
                    <a:pt x="79552" y="30935"/>
                  </a:lnTo>
                  <a:lnTo>
                    <a:pt x="79530" y="30963"/>
                  </a:lnTo>
                  <a:lnTo>
                    <a:pt x="79464" y="30935"/>
                  </a:lnTo>
                  <a:lnTo>
                    <a:pt x="79398" y="30879"/>
                  </a:lnTo>
                  <a:lnTo>
                    <a:pt x="79376" y="30851"/>
                  </a:lnTo>
                  <a:lnTo>
                    <a:pt x="79442" y="30739"/>
                  </a:lnTo>
                  <a:lnTo>
                    <a:pt x="79464" y="30684"/>
                  </a:lnTo>
                  <a:lnTo>
                    <a:pt x="79442" y="30711"/>
                  </a:lnTo>
                  <a:lnTo>
                    <a:pt x="79398" y="30684"/>
                  </a:lnTo>
                  <a:lnTo>
                    <a:pt x="79398" y="30600"/>
                  </a:lnTo>
                  <a:lnTo>
                    <a:pt x="79376" y="30488"/>
                  </a:lnTo>
                  <a:lnTo>
                    <a:pt x="79376" y="30488"/>
                  </a:lnTo>
                  <a:lnTo>
                    <a:pt x="79398" y="30321"/>
                  </a:lnTo>
                  <a:lnTo>
                    <a:pt x="79420" y="30181"/>
                  </a:lnTo>
                  <a:lnTo>
                    <a:pt x="79530" y="29986"/>
                  </a:lnTo>
                  <a:lnTo>
                    <a:pt x="79596" y="29930"/>
                  </a:lnTo>
                  <a:lnTo>
                    <a:pt x="79618" y="29846"/>
                  </a:lnTo>
                  <a:lnTo>
                    <a:pt x="79640" y="29762"/>
                  </a:lnTo>
                  <a:lnTo>
                    <a:pt x="79640" y="29678"/>
                  </a:lnTo>
                  <a:lnTo>
                    <a:pt x="79706" y="29567"/>
                  </a:lnTo>
                  <a:lnTo>
                    <a:pt x="79750" y="29511"/>
                  </a:lnTo>
                  <a:lnTo>
                    <a:pt x="79706" y="29483"/>
                  </a:lnTo>
                  <a:lnTo>
                    <a:pt x="79662" y="29399"/>
                  </a:lnTo>
                  <a:lnTo>
                    <a:pt x="79640" y="29371"/>
                  </a:lnTo>
                  <a:lnTo>
                    <a:pt x="79640" y="29343"/>
                  </a:lnTo>
                  <a:lnTo>
                    <a:pt x="79662" y="29315"/>
                  </a:lnTo>
                  <a:lnTo>
                    <a:pt x="79662" y="29288"/>
                  </a:lnTo>
                  <a:lnTo>
                    <a:pt x="79662" y="29315"/>
                  </a:lnTo>
                  <a:lnTo>
                    <a:pt x="79684" y="29260"/>
                  </a:lnTo>
                  <a:lnTo>
                    <a:pt x="79772" y="29092"/>
                  </a:lnTo>
                  <a:lnTo>
                    <a:pt x="79772" y="29036"/>
                  </a:lnTo>
                  <a:lnTo>
                    <a:pt x="79684" y="29036"/>
                  </a:lnTo>
                  <a:lnTo>
                    <a:pt x="79662" y="29036"/>
                  </a:lnTo>
                  <a:lnTo>
                    <a:pt x="79706" y="28869"/>
                  </a:lnTo>
                  <a:lnTo>
                    <a:pt x="79838" y="28701"/>
                  </a:lnTo>
                  <a:lnTo>
                    <a:pt x="79926" y="28590"/>
                  </a:lnTo>
                  <a:lnTo>
                    <a:pt x="80036" y="28673"/>
                  </a:lnTo>
                  <a:lnTo>
                    <a:pt x="79860" y="28953"/>
                  </a:lnTo>
                  <a:lnTo>
                    <a:pt x="79794" y="29120"/>
                  </a:lnTo>
                  <a:lnTo>
                    <a:pt x="79772" y="29371"/>
                  </a:lnTo>
                  <a:lnTo>
                    <a:pt x="79860" y="29260"/>
                  </a:lnTo>
                  <a:lnTo>
                    <a:pt x="79904" y="29232"/>
                  </a:lnTo>
                  <a:lnTo>
                    <a:pt x="79970" y="29204"/>
                  </a:lnTo>
                  <a:lnTo>
                    <a:pt x="79992" y="29260"/>
                  </a:lnTo>
                  <a:lnTo>
                    <a:pt x="79926" y="29315"/>
                  </a:lnTo>
                  <a:lnTo>
                    <a:pt x="79904" y="29371"/>
                  </a:lnTo>
                  <a:lnTo>
                    <a:pt x="79882" y="29427"/>
                  </a:lnTo>
                  <a:lnTo>
                    <a:pt x="79882" y="29567"/>
                  </a:lnTo>
                  <a:lnTo>
                    <a:pt x="79926" y="29678"/>
                  </a:lnTo>
                  <a:lnTo>
                    <a:pt x="80036" y="29678"/>
                  </a:lnTo>
                  <a:lnTo>
                    <a:pt x="80102" y="29595"/>
                  </a:lnTo>
                  <a:lnTo>
                    <a:pt x="80190" y="29539"/>
                  </a:lnTo>
                  <a:lnTo>
                    <a:pt x="80168" y="29539"/>
                  </a:lnTo>
                  <a:lnTo>
                    <a:pt x="80278" y="29511"/>
                  </a:lnTo>
                  <a:lnTo>
                    <a:pt x="80300" y="29511"/>
                  </a:lnTo>
                  <a:lnTo>
                    <a:pt x="80300" y="29539"/>
                  </a:lnTo>
                  <a:lnTo>
                    <a:pt x="80278" y="29595"/>
                  </a:lnTo>
                  <a:lnTo>
                    <a:pt x="80344" y="29567"/>
                  </a:lnTo>
                  <a:lnTo>
                    <a:pt x="80432" y="29539"/>
                  </a:lnTo>
                  <a:lnTo>
                    <a:pt x="80498" y="29511"/>
                  </a:lnTo>
                  <a:lnTo>
                    <a:pt x="80608" y="29595"/>
                  </a:lnTo>
                  <a:lnTo>
                    <a:pt x="80564" y="29651"/>
                  </a:lnTo>
                  <a:lnTo>
                    <a:pt x="80542" y="29706"/>
                  </a:lnTo>
                  <a:lnTo>
                    <a:pt x="80542" y="29818"/>
                  </a:lnTo>
                  <a:lnTo>
                    <a:pt x="80608" y="29874"/>
                  </a:lnTo>
                  <a:lnTo>
                    <a:pt x="80608" y="29930"/>
                  </a:lnTo>
                  <a:lnTo>
                    <a:pt x="80608" y="30069"/>
                  </a:lnTo>
                  <a:lnTo>
                    <a:pt x="80608" y="30209"/>
                  </a:lnTo>
                  <a:lnTo>
                    <a:pt x="80652" y="30348"/>
                  </a:lnTo>
                  <a:lnTo>
                    <a:pt x="80784" y="30488"/>
                  </a:lnTo>
                  <a:lnTo>
                    <a:pt x="80850" y="30600"/>
                  </a:lnTo>
                  <a:lnTo>
                    <a:pt x="80872" y="30739"/>
                  </a:lnTo>
                  <a:lnTo>
                    <a:pt x="80850" y="30879"/>
                  </a:lnTo>
                  <a:lnTo>
                    <a:pt x="80740" y="31046"/>
                  </a:lnTo>
                  <a:lnTo>
                    <a:pt x="80718" y="31186"/>
                  </a:lnTo>
                  <a:lnTo>
                    <a:pt x="80718" y="31326"/>
                  </a:lnTo>
                  <a:lnTo>
                    <a:pt x="80674" y="31465"/>
                  </a:lnTo>
                  <a:lnTo>
                    <a:pt x="80718" y="31437"/>
                  </a:lnTo>
                  <a:lnTo>
                    <a:pt x="80696" y="31549"/>
                  </a:lnTo>
                  <a:lnTo>
                    <a:pt x="80608" y="31605"/>
                  </a:lnTo>
                  <a:lnTo>
                    <a:pt x="80564" y="31744"/>
                  </a:lnTo>
                  <a:lnTo>
                    <a:pt x="80608" y="31800"/>
                  </a:lnTo>
                  <a:lnTo>
                    <a:pt x="80630" y="31828"/>
                  </a:lnTo>
                  <a:lnTo>
                    <a:pt x="80652" y="31884"/>
                  </a:lnTo>
                  <a:lnTo>
                    <a:pt x="80630" y="32107"/>
                  </a:lnTo>
                  <a:lnTo>
                    <a:pt x="80630" y="32359"/>
                  </a:lnTo>
                  <a:lnTo>
                    <a:pt x="80630" y="32582"/>
                  </a:lnTo>
                  <a:lnTo>
                    <a:pt x="80630" y="32638"/>
                  </a:lnTo>
                  <a:lnTo>
                    <a:pt x="80564" y="32833"/>
                  </a:lnTo>
                  <a:lnTo>
                    <a:pt x="80564" y="32778"/>
                  </a:lnTo>
                  <a:lnTo>
                    <a:pt x="80564" y="32833"/>
                  </a:lnTo>
                  <a:lnTo>
                    <a:pt x="80542" y="32889"/>
                  </a:lnTo>
                  <a:lnTo>
                    <a:pt x="80520" y="33001"/>
                  </a:lnTo>
                  <a:lnTo>
                    <a:pt x="80520" y="33113"/>
                  </a:lnTo>
                  <a:lnTo>
                    <a:pt x="80608" y="33113"/>
                  </a:lnTo>
                  <a:lnTo>
                    <a:pt x="80740" y="32945"/>
                  </a:lnTo>
                  <a:lnTo>
                    <a:pt x="80828" y="32917"/>
                  </a:lnTo>
                  <a:lnTo>
                    <a:pt x="81048" y="33057"/>
                  </a:lnTo>
                  <a:lnTo>
                    <a:pt x="81555" y="32778"/>
                  </a:lnTo>
                  <a:lnTo>
                    <a:pt x="81621" y="32694"/>
                  </a:lnTo>
                  <a:lnTo>
                    <a:pt x="81423" y="32973"/>
                  </a:lnTo>
                  <a:lnTo>
                    <a:pt x="81203" y="33085"/>
                  </a:lnTo>
                  <a:lnTo>
                    <a:pt x="81158" y="33168"/>
                  </a:lnTo>
                  <a:lnTo>
                    <a:pt x="81158" y="33364"/>
                  </a:lnTo>
                  <a:lnTo>
                    <a:pt x="81114" y="33364"/>
                  </a:lnTo>
                  <a:lnTo>
                    <a:pt x="81136" y="33420"/>
                  </a:lnTo>
                  <a:lnTo>
                    <a:pt x="81158" y="33476"/>
                  </a:lnTo>
                  <a:lnTo>
                    <a:pt x="81158" y="33503"/>
                  </a:lnTo>
                  <a:lnTo>
                    <a:pt x="81136" y="33559"/>
                  </a:lnTo>
                  <a:lnTo>
                    <a:pt x="81004" y="33615"/>
                  </a:lnTo>
                  <a:lnTo>
                    <a:pt x="80960" y="33671"/>
                  </a:lnTo>
                  <a:lnTo>
                    <a:pt x="80872" y="33894"/>
                  </a:lnTo>
                  <a:lnTo>
                    <a:pt x="80828" y="33950"/>
                  </a:lnTo>
                  <a:lnTo>
                    <a:pt x="80674" y="34006"/>
                  </a:lnTo>
                  <a:lnTo>
                    <a:pt x="80608" y="34118"/>
                  </a:lnTo>
                  <a:lnTo>
                    <a:pt x="80036" y="34509"/>
                  </a:lnTo>
                  <a:lnTo>
                    <a:pt x="79574" y="35095"/>
                  </a:lnTo>
                  <a:lnTo>
                    <a:pt x="79552" y="35151"/>
                  </a:lnTo>
                  <a:lnTo>
                    <a:pt x="79552" y="35207"/>
                  </a:lnTo>
                  <a:lnTo>
                    <a:pt x="79552" y="35318"/>
                  </a:lnTo>
                  <a:lnTo>
                    <a:pt x="79530" y="35374"/>
                  </a:lnTo>
                  <a:lnTo>
                    <a:pt x="79464" y="35402"/>
                  </a:lnTo>
                  <a:lnTo>
                    <a:pt x="79442" y="35430"/>
                  </a:lnTo>
                  <a:lnTo>
                    <a:pt x="79376" y="35597"/>
                  </a:lnTo>
                  <a:lnTo>
                    <a:pt x="79354" y="35681"/>
                  </a:lnTo>
                  <a:lnTo>
                    <a:pt x="79376" y="35821"/>
                  </a:lnTo>
                  <a:lnTo>
                    <a:pt x="79376" y="36044"/>
                  </a:lnTo>
                  <a:lnTo>
                    <a:pt x="79420" y="36240"/>
                  </a:lnTo>
                  <a:lnTo>
                    <a:pt x="79442" y="36435"/>
                  </a:lnTo>
                  <a:lnTo>
                    <a:pt x="79420" y="36603"/>
                  </a:lnTo>
                  <a:lnTo>
                    <a:pt x="79332" y="36742"/>
                  </a:lnTo>
                  <a:lnTo>
                    <a:pt x="79046" y="36910"/>
                  </a:lnTo>
                  <a:lnTo>
                    <a:pt x="78980" y="37077"/>
                  </a:lnTo>
                  <a:lnTo>
                    <a:pt x="78958" y="36993"/>
                  </a:lnTo>
                  <a:lnTo>
                    <a:pt x="78936" y="37189"/>
                  </a:lnTo>
                  <a:lnTo>
                    <a:pt x="78892" y="37245"/>
                  </a:lnTo>
                  <a:lnTo>
                    <a:pt x="78738" y="37356"/>
                  </a:lnTo>
                  <a:lnTo>
                    <a:pt x="78716" y="37412"/>
                  </a:lnTo>
                  <a:lnTo>
                    <a:pt x="78716" y="37496"/>
                  </a:lnTo>
                  <a:lnTo>
                    <a:pt x="78694" y="37552"/>
                  </a:lnTo>
                  <a:lnTo>
                    <a:pt x="78452" y="37775"/>
                  </a:lnTo>
                  <a:lnTo>
                    <a:pt x="78188" y="38222"/>
                  </a:lnTo>
                  <a:lnTo>
                    <a:pt x="78100" y="38362"/>
                  </a:lnTo>
                  <a:lnTo>
                    <a:pt x="78078" y="38417"/>
                  </a:lnTo>
                  <a:lnTo>
                    <a:pt x="78078" y="38473"/>
                  </a:lnTo>
                  <a:lnTo>
                    <a:pt x="78078" y="38529"/>
                  </a:lnTo>
                  <a:lnTo>
                    <a:pt x="78078" y="38641"/>
                  </a:lnTo>
                  <a:lnTo>
                    <a:pt x="77968" y="38864"/>
                  </a:lnTo>
                  <a:lnTo>
                    <a:pt x="77814" y="39060"/>
                  </a:lnTo>
                  <a:lnTo>
                    <a:pt x="77615" y="39171"/>
                  </a:lnTo>
                  <a:lnTo>
                    <a:pt x="77461" y="39004"/>
                  </a:lnTo>
                  <a:lnTo>
                    <a:pt x="77395" y="38892"/>
                  </a:lnTo>
                  <a:lnTo>
                    <a:pt x="77307" y="38892"/>
                  </a:lnTo>
                  <a:lnTo>
                    <a:pt x="77153" y="39004"/>
                  </a:lnTo>
                  <a:lnTo>
                    <a:pt x="77065" y="38976"/>
                  </a:lnTo>
                  <a:lnTo>
                    <a:pt x="76933" y="38724"/>
                  </a:lnTo>
                  <a:lnTo>
                    <a:pt x="76867" y="38641"/>
                  </a:lnTo>
                  <a:lnTo>
                    <a:pt x="76735" y="38697"/>
                  </a:lnTo>
                  <a:lnTo>
                    <a:pt x="76515" y="39087"/>
                  </a:lnTo>
                  <a:lnTo>
                    <a:pt x="76361" y="39227"/>
                  </a:lnTo>
                  <a:lnTo>
                    <a:pt x="76361" y="39171"/>
                  </a:lnTo>
                  <a:lnTo>
                    <a:pt x="76405" y="39087"/>
                  </a:lnTo>
                  <a:lnTo>
                    <a:pt x="76427" y="39004"/>
                  </a:lnTo>
                  <a:lnTo>
                    <a:pt x="76449" y="38892"/>
                  </a:lnTo>
                  <a:lnTo>
                    <a:pt x="76515" y="38780"/>
                  </a:lnTo>
                  <a:lnTo>
                    <a:pt x="76449" y="38724"/>
                  </a:lnTo>
                  <a:lnTo>
                    <a:pt x="76405" y="38724"/>
                  </a:lnTo>
                  <a:lnTo>
                    <a:pt x="76339" y="38808"/>
                  </a:lnTo>
                  <a:lnTo>
                    <a:pt x="75789" y="38920"/>
                  </a:lnTo>
                  <a:lnTo>
                    <a:pt x="75723" y="39004"/>
                  </a:lnTo>
                  <a:lnTo>
                    <a:pt x="75767" y="39032"/>
                  </a:lnTo>
                  <a:lnTo>
                    <a:pt x="75789" y="39060"/>
                  </a:lnTo>
                  <a:lnTo>
                    <a:pt x="75877" y="39032"/>
                  </a:lnTo>
                  <a:lnTo>
                    <a:pt x="75877" y="39199"/>
                  </a:lnTo>
                  <a:lnTo>
                    <a:pt x="75899" y="39311"/>
                  </a:lnTo>
                  <a:lnTo>
                    <a:pt x="75921" y="39422"/>
                  </a:lnTo>
                  <a:lnTo>
                    <a:pt x="75877" y="39534"/>
                  </a:lnTo>
                  <a:lnTo>
                    <a:pt x="75855" y="39534"/>
                  </a:lnTo>
                  <a:lnTo>
                    <a:pt x="75855" y="39730"/>
                  </a:lnTo>
                  <a:lnTo>
                    <a:pt x="75811" y="39869"/>
                  </a:lnTo>
                  <a:lnTo>
                    <a:pt x="75657" y="40176"/>
                  </a:lnTo>
                  <a:lnTo>
                    <a:pt x="75591" y="40316"/>
                  </a:lnTo>
                  <a:lnTo>
                    <a:pt x="75503" y="40651"/>
                  </a:lnTo>
                  <a:lnTo>
                    <a:pt x="75657" y="40735"/>
                  </a:lnTo>
                  <a:lnTo>
                    <a:pt x="75701" y="41154"/>
                  </a:lnTo>
                  <a:lnTo>
                    <a:pt x="75679" y="41544"/>
                  </a:lnTo>
                  <a:lnTo>
                    <a:pt x="75547" y="41740"/>
                  </a:lnTo>
                  <a:lnTo>
                    <a:pt x="75437" y="41740"/>
                  </a:lnTo>
                  <a:lnTo>
                    <a:pt x="75437" y="41768"/>
                  </a:lnTo>
                  <a:lnTo>
                    <a:pt x="75437" y="41796"/>
                  </a:lnTo>
                  <a:lnTo>
                    <a:pt x="75437" y="41824"/>
                  </a:lnTo>
                  <a:lnTo>
                    <a:pt x="75437" y="41879"/>
                  </a:lnTo>
                  <a:lnTo>
                    <a:pt x="75283" y="41991"/>
                  </a:lnTo>
                  <a:lnTo>
                    <a:pt x="75261" y="42047"/>
                  </a:lnTo>
                  <a:lnTo>
                    <a:pt x="75217" y="42242"/>
                  </a:lnTo>
                  <a:lnTo>
                    <a:pt x="75217" y="42326"/>
                  </a:lnTo>
                  <a:lnTo>
                    <a:pt x="75239" y="42438"/>
                  </a:lnTo>
                  <a:lnTo>
                    <a:pt x="75261" y="42522"/>
                  </a:lnTo>
                  <a:lnTo>
                    <a:pt x="75305" y="42605"/>
                  </a:lnTo>
                  <a:lnTo>
                    <a:pt x="75349" y="42661"/>
                  </a:lnTo>
                  <a:lnTo>
                    <a:pt x="75503" y="42717"/>
                  </a:lnTo>
                  <a:lnTo>
                    <a:pt x="75591" y="42801"/>
                  </a:lnTo>
                  <a:lnTo>
                    <a:pt x="75679" y="42885"/>
                  </a:lnTo>
                  <a:lnTo>
                    <a:pt x="75745" y="43052"/>
                  </a:lnTo>
                  <a:lnTo>
                    <a:pt x="75811" y="43136"/>
                  </a:lnTo>
                  <a:lnTo>
                    <a:pt x="75921" y="43136"/>
                  </a:lnTo>
                  <a:lnTo>
                    <a:pt x="76009" y="43192"/>
                  </a:lnTo>
                  <a:lnTo>
                    <a:pt x="76075" y="43415"/>
                  </a:lnTo>
                  <a:lnTo>
                    <a:pt x="76119" y="43555"/>
                  </a:lnTo>
                  <a:lnTo>
                    <a:pt x="76383" y="43890"/>
                  </a:lnTo>
                  <a:lnTo>
                    <a:pt x="76449" y="44029"/>
                  </a:lnTo>
                  <a:lnTo>
                    <a:pt x="76515" y="44225"/>
                  </a:lnTo>
                  <a:lnTo>
                    <a:pt x="76515" y="44448"/>
                  </a:lnTo>
                  <a:lnTo>
                    <a:pt x="76449" y="44532"/>
                  </a:lnTo>
                  <a:lnTo>
                    <a:pt x="76405" y="44560"/>
                  </a:lnTo>
                  <a:lnTo>
                    <a:pt x="76361" y="44671"/>
                  </a:lnTo>
                  <a:lnTo>
                    <a:pt x="76317" y="44783"/>
                  </a:lnTo>
                  <a:lnTo>
                    <a:pt x="76295" y="44867"/>
                  </a:lnTo>
                  <a:lnTo>
                    <a:pt x="76251" y="45006"/>
                  </a:lnTo>
                  <a:lnTo>
                    <a:pt x="76295" y="45006"/>
                  </a:lnTo>
                  <a:lnTo>
                    <a:pt x="76339" y="45006"/>
                  </a:lnTo>
                  <a:lnTo>
                    <a:pt x="76383" y="45062"/>
                  </a:lnTo>
                  <a:lnTo>
                    <a:pt x="76405" y="45146"/>
                  </a:lnTo>
                  <a:lnTo>
                    <a:pt x="76449" y="45397"/>
                  </a:lnTo>
                  <a:lnTo>
                    <a:pt x="76449" y="45509"/>
                  </a:lnTo>
                  <a:lnTo>
                    <a:pt x="76493" y="45593"/>
                  </a:lnTo>
                  <a:lnTo>
                    <a:pt x="76537" y="45760"/>
                  </a:lnTo>
                  <a:lnTo>
                    <a:pt x="76559" y="45844"/>
                  </a:lnTo>
                  <a:lnTo>
                    <a:pt x="76603" y="46095"/>
                  </a:lnTo>
                  <a:lnTo>
                    <a:pt x="76713" y="46235"/>
                  </a:lnTo>
                  <a:lnTo>
                    <a:pt x="77109" y="46598"/>
                  </a:lnTo>
                  <a:lnTo>
                    <a:pt x="77109" y="46682"/>
                  </a:lnTo>
                  <a:lnTo>
                    <a:pt x="77021" y="46793"/>
                  </a:lnTo>
                  <a:lnTo>
                    <a:pt x="76889" y="46793"/>
                  </a:lnTo>
                  <a:lnTo>
                    <a:pt x="76867" y="46877"/>
                  </a:lnTo>
                  <a:lnTo>
                    <a:pt x="76867" y="47045"/>
                  </a:lnTo>
                  <a:lnTo>
                    <a:pt x="76867" y="47156"/>
                  </a:lnTo>
                  <a:lnTo>
                    <a:pt x="76867" y="47268"/>
                  </a:lnTo>
                  <a:lnTo>
                    <a:pt x="76867" y="47408"/>
                  </a:lnTo>
                  <a:lnTo>
                    <a:pt x="76845" y="47436"/>
                  </a:lnTo>
                  <a:lnTo>
                    <a:pt x="76823" y="47491"/>
                  </a:lnTo>
                  <a:lnTo>
                    <a:pt x="76647" y="47910"/>
                  </a:lnTo>
                  <a:lnTo>
                    <a:pt x="76647" y="47994"/>
                  </a:lnTo>
                  <a:lnTo>
                    <a:pt x="76647" y="48050"/>
                  </a:lnTo>
                  <a:lnTo>
                    <a:pt x="76669" y="48134"/>
                  </a:lnTo>
                  <a:lnTo>
                    <a:pt x="76735" y="48245"/>
                  </a:lnTo>
                  <a:lnTo>
                    <a:pt x="76757" y="48329"/>
                  </a:lnTo>
                  <a:lnTo>
                    <a:pt x="76757" y="48413"/>
                  </a:lnTo>
                  <a:lnTo>
                    <a:pt x="76713" y="48580"/>
                  </a:lnTo>
                  <a:lnTo>
                    <a:pt x="76713" y="48664"/>
                  </a:lnTo>
                  <a:lnTo>
                    <a:pt x="76713" y="48776"/>
                  </a:lnTo>
                  <a:lnTo>
                    <a:pt x="76845" y="48999"/>
                  </a:lnTo>
                  <a:lnTo>
                    <a:pt x="76889" y="49167"/>
                  </a:lnTo>
                  <a:lnTo>
                    <a:pt x="76889" y="49390"/>
                  </a:lnTo>
                  <a:lnTo>
                    <a:pt x="76955" y="49474"/>
                  </a:lnTo>
                  <a:lnTo>
                    <a:pt x="77043" y="49502"/>
                  </a:lnTo>
                  <a:lnTo>
                    <a:pt x="77109" y="49557"/>
                  </a:lnTo>
                  <a:lnTo>
                    <a:pt x="77175" y="49725"/>
                  </a:lnTo>
                  <a:lnTo>
                    <a:pt x="77087" y="49920"/>
                  </a:lnTo>
                  <a:lnTo>
                    <a:pt x="77065" y="50004"/>
                  </a:lnTo>
                  <a:lnTo>
                    <a:pt x="77087" y="50116"/>
                  </a:lnTo>
                  <a:lnTo>
                    <a:pt x="77021" y="50339"/>
                  </a:lnTo>
                  <a:lnTo>
                    <a:pt x="76977" y="50451"/>
                  </a:lnTo>
                  <a:lnTo>
                    <a:pt x="76889" y="50479"/>
                  </a:lnTo>
                  <a:lnTo>
                    <a:pt x="76823" y="50507"/>
                  </a:lnTo>
                  <a:lnTo>
                    <a:pt x="76757" y="50479"/>
                  </a:lnTo>
                  <a:lnTo>
                    <a:pt x="76647" y="50367"/>
                  </a:lnTo>
                  <a:lnTo>
                    <a:pt x="76603" y="50283"/>
                  </a:lnTo>
                  <a:lnTo>
                    <a:pt x="76581" y="50200"/>
                  </a:lnTo>
                  <a:lnTo>
                    <a:pt x="76515" y="50200"/>
                  </a:lnTo>
                  <a:lnTo>
                    <a:pt x="76449" y="50228"/>
                  </a:lnTo>
                  <a:lnTo>
                    <a:pt x="76383" y="50311"/>
                  </a:lnTo>
                  <a:lnTo>
                    <a:pt x="76361" y="50451"/>
                  </a:lnTo>
                  <a:lnTo>
                    <a:pt x="76295" y="50507"/>
                  </a:lnTo>
                  <a:lnTo>
                    <a:pt x="76075" y="50395"/>
                  </a:lnTo>
                  <a:lnTo>
                    <a:pt x="75767" y="50451"/>
                  </a:lnTo>
                  <a:lnTo>
                    <a:pt x="75569" y="50563"/>
                  </a:lnTo>
                  <a:lnTo>
                    <a:pt x="75503" y="50535"/>
                  </a:lnTo>
                  <a:lnTo>
                    <a:pt x="75481" y="50479"/>
                  </a:lnTo>
                  <a:lnTo>
                    <a:pt x="75481" y="50311"/>
                  </a:lnTo>
                  <a:lnTo>
                    <a:pt x="75459" y="50255"/>
                  </a:lnTo>
                  <a:lnTo>
                    <a:pt x="75437" y="50228"/>
                  </a:lnTo>
                  <a:lnTo>
                    <a:pt x="75349" y="50200"/>
                  </a:lnTo>
                  <a:lnTo>
                    <a:pt x="75305" y="50172"/>
                  </a:lnTo>
                  <a:lnTo>
                    <a:pt x="75261" y="50172"/>
                  </a:lnTo>
                  <a:lnTo>
                    <a:pt x="75107" y="50311"/>
                  </a:lnTo>
                  <a:lnTo>
                    <a:pt x="75063" y="50311"/>
                  </a:lnTo>
                  <a:lnTo>
                    <a:pt x="74931" y="50172"/>
                  </a:lnTo>
                  <a:lnTo>
                    <a:pt x="74777" y="50088"/>
                  </a:lnTo>
                  <a:lnTo>
                    <a:pt x="74623" y="50116"/>
                  </a:lnTo>
                  <a:lnTo>
                    <a:pt x="74491" y="50255"/>
                  </a:lnTo>
                  <a:lnTo>
                    <a:pt x="74425" y="50395"/>
                  </a:lnTo>
                  <a:lnTo>
                    <a:pt x="74425" y="50479"/>
                  </a:lnTo>
                  <a:lnTo>
                    <a:pt x="74447" y="50563"/>
                  </a:lnTo>
                  <a:lnTo>
                    <a:pt x="74469" y="50618"/>
                  </a:lnTo>
                  <a:lnTo>
                    <a:pt x="74579" y="50758"/>
                  </a:lnTo>
                  <a:lnTo>
                    <a:pt x="74623" y="50786"/>
                  </a:lnTo>
                  <a:lnTo>
                    <a:pt x="74645" y="50842"/>
                  </a:lnTo>
                  <a:lnTo>
                    <a:pt x="74733" y="51121"/>
                  </a:lnTo>
                  <a:lnTo>
                    <a:pt x="74821" y="51177"/>
                  </a:lnTo>
                  <a:lnTo>
                    <a:pt x="74997" y="51316"/>
                  </a:lnTo>
                  <a:lnTo>
                    <a:pt x="75063" y="51428"/>
                  </a:lnTo>
                  <a:lnTo>
                    <a:pt x="75107" y="51568"/>
                  </a:lnTo>
                  <a:lnTo>
                    <a:pt x="75239" y="51875"/>
                  </a:lnTo>
                  <a:lnTo>
                    <a:pt x="75327" y="52014"/>
                  </a:lnTo>
                  <a:lnTo>
                    <a:pt x="75415" y="52126"/>
                  </a:lnTo>
                  <a:lnTo>
                    <a:pt x="75481" y="52210"/>
                  </a:lnTo>
                  <a:lnTo>
                    <a:pt x="75547" y="52433"/>
                  </a:lnTo>
                  <a:lnTo>
                    <a:pt x="75569" y="52684"/>
                  </a:lnTo>
                  <a:lnTo>
                    <a:pt x="75635" y="52740"/>
                  </a:lnTo>
                  <a:lnTo>
                    <a:pt x="75701" y="52768"/>
                  </a:lnTo>
                  <a:lnTo>
                    <a:pt x="75745" y="52768"/>
                  </a:lnTo>
                  <a:lnTo>
                    <a:pt x="75789" y="52740"/>
                  </a:lnTo>
                  <a:lnTo>
                    <a:pt x="75855" y="52684"/>
                  </a:lnTo>
                  <a:lnTo>
                    <a:pt x="75877" y="52573"/>
                  </a:lnTo>
                  <a:lnTo>
                    <a:pt x="75877" y="52489"/>
                  </a:lnTo>
                  <a:lnTo>
                    <a:pt x="75811" y="52238"/>
                  </a:lnTo>
                  <a:lnTo>
                    <a:pt x="75855" y="52154"/>
                  </a:lnTo>
                  <a:lnTo>
                    <a:pt x="75877" y="52154"/>
                  </a:lnTo>
                  <a:lnTo>
                    <a:pt x="75921" y="52238"/>
                  </a:lnTo>
                  <a:lnTo>
                    <a:pt x="75965" y="52489"/>
                  </a:lnTo>
                  <a:lnTo>
                    <a:pt x="76009" y="52657"/>
                  </a:lnTo>
                  <a:lnTo>
                    <a:pt x="76009" y="52740"/>
                  </a:lnTo>
                  <a:lnTo>
                    <a:pt x="75987" y="52852"/>
                  </a:lnTo>
                  <a:lnTo>
                    <a:pt x="75943" y="52936"/>
                  </a:lnTo>
                  <a:lnTo>
                    <a:pt x="75899" y="52964"/>
                  </a:lnTo>
                  <a:lnTo>
                    <a:pt x="75767" y="52964"/>
                  </a:lnTo>
                  <a:lnTo>
                    <a:pt x="75679" y="53075"/>
                  </a:lnTo>
                  <a:lnTo>
                    <a:pt x="75547" y="53550"/>
                  </a:lnTo>
                  <a:lnTo>
                    <a:pt x="75459" y="53662"/>
                  </a:lnTo>
                  <a:lnTo>
                    <a:pt x="75525" y="53355"/>
                  </a:lnTo>
                  <a:lnTo>
                    <a:pt x="75547" y="53215"/>
                  </a:lnTo>
                  <a:lnTo>
                    <a:pt x="75547" y="52964"/>
                  </a:lnTo>
                  <a:lnTo>
                    <a:pt x="75525" y="52768"/>
                  </a:lnTo>
                  <a:lnTo>
                    <a:pt x="75481" y="52601"/>
                  </a:lnTo>
                  <a:lnTo>
                    <a:pt x="75349" y="52322"/>
                  </a:lnTo>
                  <a:lnTo>
                    <a:pt x="75327" y="52266"/>
                  </a:lnTo>
                  <a:lnTo>
                    <a:pt x="75283" y="52098"/>
                  </a:lnTo>
                  <a:lnTo>
                    <a:pt x="75283" y="52014"/>
                  </a:lnTo>
                  <a:lnTo>
                    <a:pt x="75239" y="51931"/>
                  </a:lnTo>
                  <a:lnTo>
                    <a:pt x="74579" y="51428"/>
                  </a:lnTo>
                  <a:lnTo>
                    <a:pt x="74513" y="51400"/>
                  </a:lnTo>
                  <a:lnTo>
                    <a:pt x="74447" y="51344"/>
                  </a:lnTo>
                  <a:lnTo>
                    <a:pt x="74403" y="51261"/>
                  </a:lnTo>
                  <a:lnTo>
                    <a:pt x="74381" y="51149"/>
                  </a:lnTo>
                  <a:lnTo>
                    <a:pt x="74359" y="50926"/>
                  </a:lnTo>
                  <a:lnTo>
                    <a:pt x="74337" y="50842"/>
                  </a:lnTo>
                  <a:lnTo>
                    <a:pt x="74227" y="50646"/>
                  </a:lnTo>
                  <a:lnTo>
                    <a:pt x="74028" y="50535"/>
                  </a:lnTo>
                  <a:lnTo>
                    <a:pt x="73940" y="50451"/>
                  </a:lnTo>
                  <a:lnTo>
                    <a:pt x="73852" y="50283"/>
                  </a:lnTo>
                  <a:lnTo>
                    <a:pt x="73808" y="50116"/>
                  </a:lnTo>
                  <a:lnTo>
                    <a:pt x="73742" y="49976"/>
                  </a:lnTo>
                  <a:lnTo>
                    <a:pt x="73412" y="49781"/>
                  </a:lnTo>
                  <a:lnTo>
                    <a:pt x="73390" y="49725"/>
                  </a:lnTo>
                  <a:lnTo>
                    <a:pt x="73346" y="49446"/>
                  </a:lnTo>
                  <a:lnTo>
                    <a:pt x="73192" y="49167"/>
                  </a:lnTo>
                  <a:lnTo>
                    <a:pt x="73192" y="49083"/>
                  </a:lnTo>
                  <a:lnTo>
                    <a:pt x="73390" y="48832"/>
                  </a:lnTo>
                  <a:lnTo>
                    <a:pt x="73434" y="48859"/>
                  </a:lnTo>
                  <a:lnTo>
                    <a:pt x="73500" y="48943"/>
                  </a:lnTo>
                  <a:lnTo>
                    <a:pt x="73544" y="49055"/>
                  </a:lnTo>
                  <a:lnTo>
                    <a:pt x="73588" y="49055"/>
                  </a:lnTo>
                  <a:lnTo>
                    <a:pt x="73698" y="48943"/>
                  </a:lnTo>
                  <a:lnTo>
                    <a:pt x="73764" y="48999"/>
                  </a:lnTo>
                  <a:lnTo>
                    <a:pt x="73808" y="49222"/>
                  </a:lnTo>
                  <a:lnTo>
                    <a:pt x="73786" y="49613"/>
                  </a:lnTo>
                  <a:lnTo>
                    <a:pt x="73852" y="49781"/>
                  </a:lnTo>
                  <a:lnTo>
                    <a:pt x="73984" y="49837"/>
                  </a:lnTo>
                  <a:lnTo>
                    <a:pt x="74205" y="49753"/>
                  </a:lnTo>
                  <a:lnTo>
                    <a:pt x="74337" y="49781"/>
                  </a:lnTo>
                  <a:lnTo>
                    <a:pt x="74293" y="49892"/>
                  </a:lnTo>
                  <a:lnTo>
                    <a:pt x="74249" y="49948"/>
                  </a:lnTo>
                  <a:lnTo>
                    <a:pt x="74227" y="49976"/>
                  </a:lnTo>
                  <a:lnTo>
                    <a:pt x="74205" y="50004"/>
                  </a:lnTo>
                  <a:lnTo>
                    <a:pt x="74293" y="50088"/>
                  </a:lnTo>
                  <a:lnTo>
                    <a:pt x="74403" y="50088"/>
                  </a:lnTo>
                  <a:lnTo>
                    <a:pt x="74491" y="50032"/>
                  </a:lnTo>
                  <a:lnTo>
                    <a:pt x="74601" y="49920"/>
                  </a:lnTo>
                  <a:lnTo>
                    <a:pt x="74557" y="49725"/>
                  </a:lnTo>
                  <a:lnTo>
                    <a:pt x="74513" y="49613"/>
                  </a:lnTo>
                  <a:lnTo>
                    <a:pt x="74513" y="49502"/>
                  </a:lnTo>
                  <a:lnTo>
                    <a:pt x="74689" y="48999"/>
                  </a:lnTo>
                  <a:lnTo>
                    <a:pt x="74777" y="48915"/>
                  </a:lnTo>
                  <a:lnTo>
                    <a:pt x="74865" y="48943"/>
                  </a:lnTo>
                  <a:lnTo>
                    <a:pt x="74821" y="48999"/>
                  </a:lnTo>
                  <a:lnTo>
                    <a:pt x="74777" y="49167"/>
                  </a:lnTo>
                  <a:lnTo>
                    <a:pt x="74711" y="49390"/>
                  </a:lnTo>
                  <a:lnTo>
                    <a:pt x="74689" y="49557"/>
                  </a:lnTo>
                  <a:lnTo>
                    <a:pt x="74799" y="49557"/>
                  </a:lnTo>
                  <a:lnTo>
                    <a:pt x="74843" y="49669"/>
                  </a:lnTo>
                  <a:lnTo>
                    <a:pt x="74865" y="49837"/>
                  </a:lnTo>
                  <a:lnTo>
                    <a:pt x="74887" y="50032"/>
                  </a:lnTo>
                  <a:lnTo>
                    <a:pt x="74997" y="50172"/>
                  </a:lnTo>
                  <a:lnTo>
                    <a:pt x="75085" y="50172"/>
                  </a:lnTo>
                  <a:lnTo>
                    <a:pt x="75459" y="50004"/>
                  </a:lnTo>
                  <a:lnTo>
                    <a:pt x="75767" y="49753"/>
                  </a:lnTo>
                  <a:lnTo>
                    <a:pt x="75943" y="49669"/>
                  </a:lnTo>
                  <a:lnTo>
                    <a:pt x="75921" y="49753"/>
                  </a:lnTo>
                  <a:lnTo>
                    <a:pt x="75899" y="49809"/>
                  </a:lnTo>
                  <a:lnTo>
                    <a:pt x="75877" y="49892"/>
                  </a:lnTo>
                  <a:lnTo>
                    <a:pt x="75855" y="49892"/>
                  </a:lnTo>
                  <a:lnTo>
                    <a:pt x="75965" y="50088"/>
                  </a:lnTo>
                  <a:lnTo>
                    <a:pt x="76361" y="49976"/>
                  </a:lnTo>
                  <a:lnTo>
                    <a:pt x="76537" y="50004"/>
                  </a:lnTo>
                  <a:lnTo>
                    <a:pt x="76559" y="49948"/>
                  </a:lnTo>
                  <a:lnTo>
                    <a:pt x="76559" y="49809"/>
                  </a:lnTo>
                  <a:lnTo>
                    <a:pt x="76581" y="49753"/>
                  </a:lnTo>
                  <a:lnTo>
                    <a:pt x="76625" y="49781"/>
                  </a:lnTo>
                  <a:lnTo>
                    <a:pt x="76713" y="49892"/>
                  </a:lnTo>
                  <a:lnTo>
                    <a:pt x="76757" y="49837"/>
                  </a:lnTo>
                  <a:lnTo>
                    <a:pt x="76757" y="49753"/>
                  </a:lnTo>
                  <a:lnTo>
                    <a:pt x="76801" y="49390"/>
                  </a:lnTo>
                  <a:lnTo>
                    <a:pt x="76801" y="49250"/>
                  </a:lnTo>
                  <a:lnTo>
                    <a:pt x="76757" y="49083"/>
                  </a:lnTo>
                  <a:lnTo>
                    <a:pt x="76669" y="49055"/>
                  </a:lnTo>
                  <a:lnTo>
                    <a:pt x="76603" y="48999"/>
                  </a:lnTo>
                  <a:lnTo>
                    <a:pt x="76537" y="48943"/>
                  </a:lnTo>
                  <a:lnTo>
                    <a:pt x="76493" y="48832"/>
                  </a:lnTo>
                  <a:lnTo>
                    <a:pt x="76493" y="48692"/>
                  </a:lnTo>
                  <a:lnTo>
                    <a:pt x="76581" y="48413"/>
                  </a:lnTo>
                  <a:lnTo>
                    <a:pt x="76581" y="48385"/>
                  </a:lnTo>
                  <a:lnTo>
                    <a:pt x="76515" y="48134"/>
                  </a:lnTo>
                  <a:lnTo>
                    <a:pt x="76515" y="48134"/>
                  </a:lnTo>
                  <a:lnTo>
                    <a:pt x="76537" y="48078"/>
                  </a:lnTo>
                  <a:lnTo>
                    <a:pt x="76559" y="48022"/>
                  </a:lnTo>
                  <a:lnTo>
                    <a:pt x="76537" y="47910"/>
                  </a:lnTo>
                  <a:lnTo>
                    <a:pt x="76537" y="47910"/>
                  </a:lnTo>
                  <a:lnTo>
                    <a:pt x="76383" y="47687"/>
                  </a:lnTo>
                  <a:lnTo>
                    <a:pt x="76383" y="47631"/>
                  </a:lnTo>
                  <a:lnTo>
                    <a:pt x="76339" y="47519"/>
                  </a:lnTo>
                  <a:lnTo>
                    <a:pt x="76339" y="47687"/>
                  </a:lnTo>
                  <a:lnTo>
                    <a:pt x="76361" y="47854"/>
                  </a:lnTo>
                  <a:lnTo>
                    <a:pt x="76361" y="48022"/>
                  </a:lnTo>
                  <a:lnTo>
                    <a:pt x="76317" y="48078"/>
                  </a:lnTo>
                  <a:lnTo>
                    <a:pt x="76251" y="48106"/>
                  </a:lnTo>
                  <a:lnTo>
                    <a:pt x="76229" y="48134"/>
                  </a:lnTo>
                  <a:lnTo>
                    <a:pt x="76207" y="48106"/>
                  </a:lnTo>
                  <a:lnTo>
                    <a:pt x="76207" y="48022"/>
                  </a:lnTo>
                  <a:lnTo>
                    <a:pt x="76185" y="47966"/>
                  </a:lnTo>
                  <a:lnTo>
                    <a:pt x="76207" y="47882"/>
                  </a:lnTo>
                  <a:lnTo>
                    <a:pt x="76229" y="47743"/>
                  </a:lnTo>
                  <a:lnTo>
                    <a:pt x="76207" y="47715"/>
                  </a:lnTo>
                  <a:lnTo>
                    <a:pt x="76163" y="47631"/>
                  </a:lnTo>
                  <a:lnTo>
                    <a:pt x="76163" y="47603"/>
                  </a:lnTo>
                  <a:lnTo>
                    <a:pt x="76163" y="47575"/>
                  </a:lnTo>
                  <a:lnTo>
                    <a:pt x="76185" y="47547"/>
                  </a:lnTo>
                  <a:lnTo>
                    <a:pt x="76075" y="47352"/>
                  </a:lnTo>
                  <a:lnTo>
                    <a:pt x="75767" y="47547"/>
                  </a:lnTo>
                  <a:lnTo>
                    <a:pt x="75635" y="47519"/>
                  </a:lnTo>
                  <a:lnTo>
                    <a:pt x="75679" y="47352"/>
                  </a:lnTo>
                  <a:lnTo>
                    <a:pt x="75679" y="47296"/>
                  </a:lnTo>
                  <a:lnTo>
                    <a:pt x="75635" y="47352"/>
                  </a:lnTo>
                  <a:lnTo>
                    <a:pt x="75503" y="47631"/>
                  </a:lnTo>
                  <a:lnTo>
                    <a:pt x="75437" y="47743"/>
                  </a:lnTo>
                  <a:lnTo>
                    <a:pt x="75349" y="47771"/>
                  </a:lnTo>
                  <a:lnTo>
                    <a:pt x="75217" y="47910"/>
                  </a:lnTo>
                  <a:lnTo>
                    <a:pt x="75107" y="47994"/>
                  </a:lnTo>
                  <a:lnTo>
                    <a:pt x="75151" y="47715"/>
                  </a:lnTo>
                  <a:lnTo>
                    <a:pt x="75811" y="46570"/>
                  </a:lnTo>
                  <a:lnTo>
                    <a:pt x="75921" y="46347"/>
                  </a:lnTo>
                  <a:lnTo>
                    <a:pt x="75943" y="46151"/>
                  </a:lnTo>
                  <a:lnTo>
                    <a:pt x="75943" y="45984"/>
                  </a:lnTo>
                  <a:lnTo>
                    <a:pt x="75943" y="45984"/>
                  </a:lnTo>
                  <a:lnTo>
                    <a:pt x="75943" y="45984"/>
                  </a:lnTo>
                  <a:lnTo>
                    <a:pt x="75855" y="45816"/>
                  </a:lnTo>
                  <a:lnTo>
                    <a:pt x="75789" y="45760"/>
                  </a:lnTo>
                  <a:lnTo>
                    <a:pt x="75723" y="45704"/>
                  </a:lnTo>
                  <a:lnTo>
                    <a:pt x="75679" y="45816"/>
                  </a:lnTo>
                  <a:lnTo>
                    <a:pt x="75657" y="45900"/>
                  </a:lnTo>
                  <a:lnTo>
                    <a:pt x="75657" y="46040"/>
                  </a:lnTo>
                  <a:lnTo>
                    <a:pt x="75635" y="46123"/>
                  </a:lnTo>
                  <a:lnTo>
                    <a:pt x="75569" y="46207"/>
                  </a:lnTo>
                  <a:lnTo>
                    <a:pt x="75525" y="46235"/>
                  </a:lnTo>
                  <a:lnTo>
                    <a:pt x="75481" y="46179"/>
                  </a:lnTo>
                  <a:lnTo>
                    <a:pt x="75437" y="46067"/>
                  </a:lnTo>
                  <a:lnTo>
                    <a:pt x="75371" y="45956"/>
                  </a:lnTo>
                  <a:lnTo>
                    <a:pt x="75371" y="45872"/>
                  </a:lnTo>
                  <a:lnTo>
                    <a:pt x="75305" y="45872"/>
                  </a:lnTo>
                  <a:lnTo>
                    <a:pt x="75239" y="45900"/>
                  </a:lnTo>
                  <a:lnTo>
                    <a:pt x="75173" y="45984"/>
                  </a:lnTo>
                  <a:lnTo>
                    <a:pt x="75151" y="46151"/>
                  </a:lnTo>
                  <a:lnTo>
                    <a:pt x="74821" y="46793"/>
                  </a:lnTo>
                  <a:lnTo>
                    <a:pt x="74799" y="46849"/>
                  </a:lnTo>
                  <a:lnTo>
                    <a:pt x="74777" y="46849"/>
                  </a:lnTo>
                  <a:lnTo>
                    <a:pt x="74733" y="46793"/>
                  </a:lnTo>
                  <a:lnTo>
                    <a:pt x="74711" y="46710"/>
                  </a:lnTo>
                  <a:lnTo>
                    <a:pt x="74689" y="46710"/>
                  </a:lnTo>
                  <a:lnTo>
                    <a:pt x="74645" y="46765"/>
                  </a:lnTo>
                  <a:lnTo>
                    <a:pt x="74513" y="47128"/>
                  </a:lnTo>
                  <a:lnTo>
                    <a:pt x="74447" y="47268"/>
                  </a:lnTo>
                  <a:lnTo>
                    <a:pt x="74337" y="47436"/>
                  </a:lnTo>
                  <a:lnTo>
                    <a:pt x="74227" y="47491"/>
                  </a:lnTo>
                  <a:lnTo>
                    <a:pt x="74139" y="47352"/>
                  </a:lnTo>
                  <a:lnTo>
                    <a:pt x="74139" y="47268"/>
                  </a:lnTo>
                  <a:lnTo>
                    <a:pt x="74139" y="47184"/>
                  </a:lnTo>
                  <a:lnTo>
                    <a:pt x="74139" y="47128"/>
                  </a:lnTo>
                  <a:lnTo>
                    <a:pt x="74116" y="47073"/>
                  </a:lnTo>
                  <a:lnTo>
                    <a:pt x="74072" y="47073"/>
                  </a:lnTo>
                  <a:lnTo>
                    <a:pt x="74028" y="47156"/>
                  </a:lnTo>
                  <a:lnTo>
                    <a:pt x="74006" y="47156"/>
                  </a:lnTo>
                  <a:lnTo>
                    <a:pt x="73764" y="47240"/>
                  </a:lnTo>
                  <a:lnTo>
                    <a:pt x="73764" y="47073"/>
                  </a:lnTo>
                  <a:lnTo>
                    <a:pt x="73786" y="46849"/>
                  </a:lnTo>
                  <a:lnTo>
                    <a:pt x="73786" y="46654"/>
                  </a:lnTo>
                  <a:lnTo>
                    <a:pt x="73808" y="46486"/>
                  </a:lnTo>
                  <a:lnTo>
                    <a:pt x="73852" y="46402"/>
                  </a:lnTo>
                  <a:lnTo>
                    <a:pt x="73962" y="46291"/>
                  </a:lnTo>
                  <a:lnTo>
                    <a:pt x="74050" y="46040"/>
                  </a:lnTo>
                  <a:lnTo>
                    <a:pt x="74116" y="45872"/>
                  </a:lnTo>
                  <a:lnTo>
                    <a:pt x="74116" y="45760"/>
                  </a:lnTo>
                  <a:lnTo>
                    <a:pt x="74139" y="45565"/>
                  </a:lnTo>
                  <a:lnTo>
                    <a:pt x="74161" y="45509"/>
                  </a:lnTo>
                  <a:lnTo>
                    <a:pt x="74205" y="45425"/>
                  </a:lnTo>
                  <a:lnTo>
                    <a:pt x="74249" y="45286"/>
                  </a:lnTo>
                  <a:lnTo>
                    <a:pt x="74205" y="45286"/>
                  </a:lnTo>
                  <a:lnTo>
                    <a:pt x="74161" y="45258"/>
                  </a:lnTo>
                  <a:lnTo>
                    <a:pt x="74139" y="45146"/>
                  </a:lnTo>
                  <a:lnTo>
                    <a:pt x="74161" y="45034"/>
                  </a:lnTo>
                  <a:lnTo>
                    <a:pt x="74050" y="45006"/>
                  </a:lnTo>
                  <a:lnTo>
                    <a:pt x="74028" y="45118"/>
                  </a:lnTo>
                  <a:lnTo>
                    <a:pt x="73984" y="45314"/>
                  </a:lnTo>
                  <a:lnTo>
                    <a:pt x="73918" y="45369"/>
                  </a:lnTo>
                  <a:lnTo>
                    <a:pt x="73874" y="45397"/>
                  </a:lnTo>
                  <a:lnTo>
                    <a:pt x="73808" y="45481"/>
                  </a:lnTo>
                  <a:lnTo>
                    <a:pt x="73764" y="45481"/>
                  </a:lnTo>
                  <a:lnTo>
                    <a:pt x="73742" y="45425"/>
                  </a:lnTo>
                  <a:lnTo>
                    <a:pt x="73632" y="45342"/>
                  </a:lnTo>
                  <a:lnTo>
                    <a:pt x="73588" y="45314"/>
                  </a:lnTo>
                  <a:lnTo>
                    <a:pt x="73434" y="45342"/>
                  </a:lnTo>
                  <a:lnTo>
                    <a:pt x="73412" y="45314"/>
                  </a:lnTo>
                  <a:lnTo>
                    <a:pt x="73368" y="45258"/>
                  </a:lnTo>
                  <a:lnTo>
                    <a:pt x="73324" y="45230"/>
                  </a:lnTo>
                  <a:lnTo>
                    <a:pt x="73280" y="45118"/>
                  </a:lnTo>
                  <a:lnTo>
                    <a:pt x="73302" y="44951"/>
                  </a:lnTo>
                  <a:lnTo>
                    <a:pt x="73258" y="44839"/>
                  </a:lnTo>
                  <a:lnTo>
                    <a:pt x="73192" y="44811"/>
                  </a:lnTo>
                  <a:lnTo>
                    <a:pt x="73148" y="44811"/>
                  </a:lnTo>
                  <a:lnTo>
                    <a:pt x="73104" y="44839"/>
                  </a:lnTo>
                  <a:lnTo>
                    <a:pt x="73060" y="44979"/>
                  </a:lnTo>
                  <a:lnTo>
                    <a:pt x="72994" y="45034"/>
                  </a:lnTo>
                  <a:lnTo>
                    <a:pt x="72972" y="45006"/>
                  </a:lnTo>
                  <a:lnTo>
                    <a:pt x="72972" y="44671"/>
                  </a:lnTo>
                  <a:lnTo>
                    <a:pt x="73038" y="44560"/>
                  </a:lnTo>
                  <a:lnTo>
                    <a:pt x="73060" y="44448"/>
                  </a:lnTo>
                  <a:lnTo>
                    <a:pt x="73082" y="44364"/>
                  </a:lnTo>
                  <a:lnTo>
                    <a:pt x="73038" y="44364"/>
                  </a:lnTo>
                  <a:lnTo>
                    <a:pt x="72950" y="44281"/>
                  </a:lnTo>
                  <a:lnTo>
                    <a:pt x="73170" y="44113"/>
                  </a:lnTo>
                  <a:lnTo>
                    <a:pt x="73280" y="43946"/>
                  </a:lnTo>
                  <a:lnTo>
                    <a:pt x="73324" y="43666"/>
                  </a:lnTo>
                  <a:lnTo>
                    <a:pt x="73324" y="43415"/>
                  </a:lnTo>
                  <a:lnTo>
                    <a:pt x="73280" y="43136"/>
                  </a:lnTo>
                  <a:lnTo>
                    <a:pt x="73280" y="42885"/>
                  </a:lnTo>
                  <a:lnTo>
                    <a:pt x="73324" y="42773"/>
                  </a:lnTo>
                  <a:lnTo>
                    <a:pt x="73368" y="42829"/>
                  </a:lnTo>
                  <a:lnTo>
                    <a:pt x="73390" y="42912"/>
                  </a:lnTo>
                  <a:lnTo>
                    <a:pt x="73412" y="43024"/>
                  </a:lnTo>
                  <a:lnTo>
                    <a:pt x="73434" y="43136"/>
                  </a:lnTo>
                  <a:lnTo>
                    <a:pt x="73500" y="43303"/>
                  </a:lnTo>
                  <a:lnTo>
                    <a:pt x="73544" y="43387"/>
                  </a:lnTo>
                  <a:lnTo>
                    <a:pt x="73566" y="43443"/>
                  </a:lnTo>
                  <a:lnTo>
                    <a:pt x="73632" y="43499"/>
                  </a:lnTo>
                  <a:lnTo>
                    <a:pt x="73764" y="43471"/>
                  </a:lnTo>
                  <a:lnTo>
                    <a:pt x="73786" y="43331"/>
                  </a:lnTo>
                  <a:lnTo>
                    <a:pt x="73786" y="42745"/>
                  </a:lnTo>
                  <a:lnTo>
                    <a:pt x="73698" y="42940"/>
                  </a:lnTo>
                  <a:lnTo>
                    <a:pt x="73698" y="42912"/>
                  </a:lnTo>
                  <a:lnTo>
                    <a:pt x="73654" y="42857"/>
                  </a:lnTo>
                  <a:lnTo>
                    <a:pt x="73632" y="42773"/>
                  </a:lnTo>
                  <a:lnTo>
                    <a:pt x="73632" y="42745"/>
                  </a:lnTo>
                  <a:lnTo>
                    <a:pt x="73698" y="42522"/>
                  </a:lnTo>
                  <a:lnTo>
                    <a:pt x="73720" y="42382"/>
                  </a:lnTo>
                  <a:lnTo>
                    <a:pt x="73720" y="42326"/>
                  </a:lnTo>
                  <a:lnTo>
                    <a:pt x="73654" y="42242"/>
                  </a:lnTo>
                  <a:lnTo>
                    <a:pt x="73610" y="41963"/>
                  </a:lnTo>
                  <a:lnTo>
                    <a:pt x="73588" y="41684"/>
                  </a:lnTo>
                  <a:lnTo>
                    <a:pt x="73610" y="41461"/>
                  </a:lnTo>
                  <a:lnTo>
                    <a:pt x="73632" y="41349"/>
                  </a:lnTo>
                  <a:lnTo>
                    <a:pt x="73654" y="41209"/>
                  </a:lnTo>
                  <a:lnTo>
                    <a:pt x="73698" y="41126"/>
                  </a:lnTo>
                  <a:lnTo>
                    <a:pt x="73720" y="40846"/>
                  </a:lnTo>
                  <a:lnTo>
                    <a:pt x="73742" y="40707"/>
                  </a:lnTo>
                  <a:lnTo>
                    <a:pt x="73742" y="40595"/>
                  </a:lnTo>
                  <a:lnTo>
                    <a:pt x="73764" y="40539"/>
                  </a:lnTo>
                  <a:lnTo>
                    <a:pt x="73786" y="40428"/>
                  </a:lnTo>
                  <a:lnTo>
                    <a:pt x="73786" y="40176"/>
                  </a:lnTo>
                  <a:lnTo>
                    <a:pt x="73808" y="40093"/>
                  </a:lnTo>
                  <a:lnTo>
                    <a:pt x="73918" y="39785"/>
                  </a:lnTo>
                  <a:lnTo>
                    <a:pt x="73918" y="39674"/>
                  </a:lnTo>
                  <a:lnTo>
                    <a:pt x="73874" y="39395"/>
                  </a:lnTo>
                  <a:lnTo>
                    <a:pt x="73984" y="39004"/>
                  </a:lnTo>
                  <a:lnTo>
                    <a:pt x="74028" y="38613"/>
                  </a:lnTo>
                  <a:lnTo>
                    <a:pt x="73852" y="38334"/>
                  </a:lnTo>
                  <a:lnTo>
                    <a:pt x="73874" y="38110"/>
                  </a:lnTo>
                  <a:lnTo>
                    <a:pt x="73962" y="37887"/>
                  </a:lnTo>
                  <a:lnTo>
                    <a:pt x="74227" y="37245"/>
                  </a:lnTo>
                  <a:lnTo>
                    <a:pt x="74293" y="37021"/>
                  </a:lnTo>
                  <a:lnTo>
                    <a:pt x="74337" y="36770"/>
                  </a:lnTo>
                  <a:lnTo>
                    <a:pt x="74293" y="36798"/>
                  </a:lnTo>
                  <a:lnTo>
                    <a:pt x="74205" y="36854"/>
                  </a:lnTo>
                  <a:lnTo>
                    <a:pt x="74183" y="36910"/>
                  </a:lnTo>
                  <a:lnTo>
                    <a:pt x="74139" y="37077"/>
                  </a:lnTo>
                  <a:lnTo>
                    <a:pt x="74072" y="37189"/>
                  </a:lnTo>
                  <a:lnTo>
                    <a:pt x="74006" y="37245"/>
                  </a:lnTo>
                  <a:lnTo>
                    <a:pt x="73588" y="37524"/>
                  </a:lnTo>
                  <a:lnTo>
                    <a:pt x="73412" y="37691"/>
                  </a:lnTo>
                  <a:lnTo>
                    <a:pt x="73192" y="37831"/>
                  </a:lnTo>
                  <a:lnTo>
                    <a:pt x="73126" y="37915"/>
                  </a:lnTo>
                  <a:lnTo>
                    <a:pt x="73104" y="37943"/>
                  </a:lnTo>
                  <a:lnTo>
                    <a:pt x="73038" y="37971"/>
                  </a:lnTo>
                  <a:lnTo>
                    <a:pt x="72884" y="38138"/>
                  </a:lnTo>
                  <a:lnTo>
                    <a:pt x="72620" y="38501"/>
                  </a:lnTo>
                  <a:lnTo>
                    <a:pt x="72510" y="38697"/>
                  </a:lnTo>
                  <a:lnTo>
                    <a:pt x="72466" y="39004"/>
                  </a:lnTo>
                  <a:lnTo>
                    <a:pt x="72620" y="38920"/>
                  </a:lnTo>
                  <a:lnTo>
                    <a:pt x="72686" y="38948"/>
                  </a:lnTo>
                  <a:lnTo>
                    <a:pt x="72664" y="39143"/>
                  </a:lnTo>
                  <a:lnTo>
                    <a:pt x="72730" y="39255"/>
                  </a:lnTo>
                  <a:lnTo>
                    <a:pt x="72796" y="39339"/>
                  </a:lnTo>
                  <a:lnTo>
                    <a:pt x="72708" y="39450"/>
                  </a:lnTo>
                  <a:lnTo>
                    <a:pt x="72576" y="39478"/>
                  </a:lnTo>
                  <a:lnTo>
                    <a:pt x="72444" y="39450"/>
                  </a:lnTo>
                  <a:lnTo>
                    <a:pt x="72356" y="39255"/>
                  </a:lnTo>
                  <a:lnTo>
                    <a:pt x="72334" y="39171"/>
                  </a:lnTo>
                  <a:lnTo>
                    <a:pt x="72268" y="39199"/>
                  </a:lnTo>
                  <a:lnTo>
                    <a:pt x="72202" y="39255"/>
                  </a:lnTo>
                  <a:lnTo>
                    <a:pt x="72136" y="39311"/>
                  </a:lnTo>
                  <a:lnTo>
                    <a:pt x="72114" y="39422"/>
                  </a:lnTo>
                  <a:lnTo>
                    <a:pt x="72114" y="39534"/>
                  </a:lnTo>
                  <a:lnTo>
                    <a:pt x="72092" y="39674"/>
                  </a:lnTo>
                  <a:lnTo>
                    <a:pt x="72048" y="39730"/>
                  </a:lnTo>
                  <a:lnTo>
                    <a:pt x="71828" y="39730"/>
                  </a:lnTo>
                  <a:lnTo>
                    <a:pt x="71740" y="39618"/>
                  </a:lnTo>
                  <a:lnTo>
                    <a:pt x="71674" y="39422"/>
                  </a:lnTo>
                  <a:lnTo>
                    <a:pt x="71740" y="39199"/>
                  </a:lnTo>
                  <a:lnTo>
                    <a:pt x="71828" y="39087"/>
                  </a:lnTo>
                  <a:lnTo>
                    <a:pt x="71960" y="39032"/>
                  </a:lnTo>
                  <a:lnTo>
                    <a:pt x="72048" y="38976"/>
                  </a:lnTo>
                  <a:lnTo>
                    <a:pt x="72048" y="38948"/>
                  </a:lnTo>
                  <a:lnTo>
                    <a:pt x="72026" y="38864"/>
                  </a:lnTo>
                  <a:lnTo>
                    <a:pt x="72092" y="38808"/>
                  </a:lnTo>
                  <a:lnTo>
                    <a:pt x="72202" y="38752"/>
                  </a:lnTo>
                  <a:lnTo>
                    <a:pt x="72224" y="38641"/>
                  </a:lnTo>
                  <a:lnTo>
                    <a:pt x="72136" y="38473"/>
                  </a:lnTo>
                  <a:lnTo>
                    <a:pt x="72488" y="37943"/>
                  </a:lnTo>
                  <a:lnTo>
                    <a:pt x="72576" y="37664"/>
                  </a:lnTo>
                  <a:lnTo>
                    <a:pt x="72620" y="37580"/>
                  </a:lnTo>
                  <a:lnTo>
                    <a:pt x="72620" y="37412"/>
                  </a:lnTo>
                  <a:lnTo>
                    <a:pt x="72576" y="37133"/>
                  </a:lnTo>
                  <a:lnTo>
                    <a:pt x="72620" y="37021"/>
                  </a:lnTo>
                  <a:lnTo>
                    <a:pt x="72796" y="36686"/>
                  </a:lnTo>
                  <a:lnTo>
                    <a:pt x="72664" y="36742"/>
                  </a:lnTo>
                  <a:lnTo>
                    <a:pt x="72554" y="36826"/>
                  </a:lnTo>
                  <a:lnTo>
                    <a:pt x="72268" y="37328"/>
                  </a:lnTo>
                  <a:lnTo>
                    <a:pt x="72180" y="37552"/>
                  </a:lnTo>
                  <a:lnTo>
                    <a:pt x="72136" y="37747"/>
                  </a:lnTo>
                  <a:lnTo>
                    <a:pt x="72246" y="37943"/>
                  </a:lnTo>
                  <a:lnTo>
                    <a:pt x="72202" y="38026"/>
                  </a:lnTo>
                  <a:lnTo>
                    <a:pt x="72136" y="37971"/>
                  </a:lnTo>
                  <a:lnTo>
                    <a:pt x="72070" y="37887"/>
                  </a:lnTo>
                  <a:lnTo>
                    <a:pt x="72004" y="37803"/>
                  </a:lnTo>
                  <a:lnTo>
                    <a:pt x="71982" y="37608"/>
                  </a:lnTo>
                  <a:lnTo>
                    <a:pt x="72004" y="37524"/>
                  </a:lnTo>
                  <a:lnTo>
                    <a:pt x="72136" y="37384"/>
                  </a:lnTo>
                  <a:lnTo>
                    <a:pt x="72114" y="37301"/>
                  </a:lnTo>
                  <a:lnTo>
                    <a:pt x="72114" y="37301"/>
                  </a:lnTo>
                  <a:lnTo>
                    <a:pt x="72092" y="37328"/>
                  </a:lnTo>
                  <a:lnTo>
                    <a:pt x="72070" y="37301"/>
                  </a:lnTo>
                  <a:lnTo>
                    <a:pt x="72048" y="37245"/>
                  </a:lnTo>
                  <a:lnTo>
                    <a:pt x="72004" y="37077"/>
                  </a:lnTo>
                  <a:lnTo>
                    <a:pt x="71960" y="37049"/>
                  </a:lnTo>
                  <a:lnTo>
                    <a:pt x="71256" y="37524"/>
                  </a:lnTo>
                  <a:lnTo>
                    <a:pt x="71212" y="37524"/>
                  </a:lnTo>
                  <a:lnTo>
                    <a:pt x="71190" y="37496"/>
                  </a:lnTo>
                  <a:lnTo>
                    <a:pt x="71124" y="37412"/>
                  </a:lnTo>
                  <a:lnTo>
                    <a:pt x="70772" y="37301"/>
                  </a:lnTo>
                  <a:lnTo>
                    <a:pt x="70772" y="37245"/>
                  </a:lnTo>
                  <a:lnTo>
                    <a:pt x="70772" y="37105"/>
                  </a:lnTo>
                  <a:lnTo>
                    <a:pt x="70794" y="36966"/>
                  </a:lnTo>
                  <a:lnTo>
                    <a:pt x="70838" y="36910"/>
                  </a:lnTo>
                  <a:lnTo>
                    <a:pt x="70970" y="36993"/>
                  </a:lnTo>
                  <a:lnTo>
                    <a:pt x="71036" y="36993"/>
                  </a:lnTo>
                  <a:lnTo>
                    <a:pt x="71014" y="36910"/>
                  </a:lnTo>
                  <a:lnTo>
                    <a:pt x="70992" y="36770"/>
                  </a:lnTo>
                  <a:lnTo>
                    <a:pt x="70992" y="36686"/>
                  </a:lnTo>
                  <a:lnTo>
                    <a:pt x="71014" y="36575"/>
                  </a:lnTo>
                  <a:lnTo>
                    <a:pt x="70970" y="36463"/>
                  </a:lnTo>
                  <a:lnTo>
                    <a:pt x="70551" y="36268"/>
                  </a:lnTo>
                  <a:lnTo>
                    <a:pt x="70507" y="36212"/>
                  </a:lnTo>
                  <a:lnTo>
                    <a:pt x="70485" y="36156"/>
                  </a:lnTo>
                  <a:lnTo>
                    <a:pt x="70485" y="36044"/>
                  </a:lnTo>
                  <a:lnTo>
                    <a:pt x="70551" y="36016"/>
                  </a:lnTo>
                  <a:lnTo>
                    <a:pt x="70596" y="36016"/>
                  </a:lnTo>
                  <a:lnTo>
                    <a:pt x="70662" y="36044"/>
                  </a:lnTo>
                  <a:lnTo>
                    <a:pt x="70199" y="35570"/>
                  </a:lnTo>
                  <a:lnTo>
                    <a:pt x="70155" y="35346"/>
                  </a:lnTo>
                  <a:lnTo>
                    <a:pt x="69649" y="34983"/>
                  </a:lnTo>
                  <a:lnTo>
                    <a:pt x="69253" y="35039"/>
                  </a:lnTo>
                  <a:lnTo>
                    <a:pt x="69209" y="35067"/>
                  </a:lnTo>
                  <a:lnTo>
                    <a:pt x="69187" y="35123"/>
                  </a:lnTo>
                  <a:lnTo>
                    <a:pt x="69121" y="35262"/>
                  </a:lnTo>
                  <a:lnTo>
                    <a:pt x="69121" y="35374"/>
                  </a:lnTo>
                  <a:lnTo>
                    <a:pt x="69099" y="35402"/>
                  </a:lnTo>
                  <a:lnTo>
                    <a:pt x="69099" y="35402"/>
                  </a:lnTo>
                  <a:lnTo>
                    <a:pt x="69099" y="35430"/>
                  </a:lnTo>
                  <a:lnTo>
                    <a:pt x="69099" y="35542"/>
                  </a:lnTo>
                  <a:lnTo>
                    <a:pt x="69121" y="35542"/>
                  </a:lnTo>
                  <a:lnTo>
                    <a:pt x="69231" y="35597"/>
                  </a:lnTo>
                  <a:lnTo>
                    <a:pt x="69385" y="35486"/>
                  </a:lnTo>
                  <a:lnTo>
                    <a:pt x="69407" y="35542"/>
                  </a:lnTo>
                  <a:lnTo>
                    <a:pt x="69429" y="35570"/>
                  </a:lnTo>
                  <a:lnTo>
                    <a:pt x="69451" y="35625"/>
                  </a:lnTo>
                  <a:lnTo>
                    <a:pt x="69451" y="35625"/>
                  </a:lnTo>
                  <a:lnTo>
                    <a:pt x="69451" y="35681"/>
                  </a:lnTo>
                  <a:lnTo>
                    <a:pt x="69429" y="35765"/>
                  </a:lnTo>
                  <a:lnTo>
                    <a:pt x="69385" y="35849"/>
                  </a:lnTo>
                  <a:lnTo>
                    <a:pt x="69319" y="35821"/>
                  </a:lnTo>
                  <a:lnTo>
                    <a:pt x="69209" y="35681"/>
                  </a:lnTo>
                  <a:lnTo>
                    <a:pt x="69121" y="35625"/>
                  </a:lnTo>
                  <a:lnTo>
                    <a:pt x="69055" y="35486"/>
                  </a:lnTo>
                  <a:lnTo>
                    <a:pt x="68989" y="35262"/>
                  </a:lnTo>
                  <a:lnTo>
                    <a:pt x="68989" y="35179"/>
                  </a:lnTo>
                  <a:lnTo>
                    <a:pt x="68989" y="35151"/>
                  </a:lnTo>
                  <a:lnTo>
                    <a:pt x="68989" y="35095"/>
                  </a:lnTo>
                  <a:lnTo>
                    <a:pt x="68967" y="35011"/>
                  </a:lnTo>
                  <a:lnTo>
                    <a:pt x="68945" y="34983"/>
                  </a:lnTo>
                  <a:lnTo>
                    <a:pt x="68901" y="34927"/>
                  </a:lnTo>
                  <a:lnTo>
                    <a:pt x="68879" y="34872"/>
                  </a:lnTo>
                  <a:lnTo>
                    <a:pt x="68813" y="34788"/>
                  </a:lnTo>
                  <a:lnTo>
                    <a:pt x="68549" y="34788"/>
                  </a:lnTo>
                  <a:lnTo>
                    <a:pt x="68373" y="34648"/>
                  </a:lnTo>
                  <a:lnTo>
                    <a:pt x="68329" y="34704"/>
                  </a:lnTo>
                  <a:lnTo>
                    <a:pt x="68219" y="34788"/>
                  </a:lnTo>
                  <a:lnTo>
                    <a:pt x="68175" y="34816"/>
                  </a:lnTo>
                  <a:lnTo>
                    <a:pt x="68065" y="34704"/>
                  </a:lnTo>
                  <a:lnTo>
                    <a:pt x="67999" y="34620"/>
                  </a:lnTo>
                  <a:lnTo>
                    <a:pt x="67955" y="34732"/>
                  </a:lnTo>
                  <a:lnTo>
                    <a:pt x="67933" y="34788"/>
                  </a:lnTo>
                  <a:lnTo>
                    <a:pt x="67911" y="34899"/>
                  </a:lnTo>
                  <a:lnTo>
                    <a:pt x="67911" y="35039"/>
                  </a:lnTo>
                  <a:lnTo>
                    <a:pt x="67933" y="35123"/>
                  </a:lnTo>
                  <a:lnTo>
                    <a:pt x="67999" y="35290"/>
                  </a:lnTo>
                  <a:lnTo>
                    <a:pt x="68285" y="35625"/>
                  </a:lnTo>
                  <a:lnTo>
                    <a:pt x="68219" y="35709"/>
                  </a:lnTo>
                  <a:lnTo>
                    <a:pt x="68241" y="35765"/>
                  </a:lnTo>
                  <a:lnTo>
                    <a:pt x="68285" y="35849"/>
                  </a:lnTo>
                  <a:lnTo>
                    <a:pt x="68329" y="35877"/>
                  </a:lnTo>
                  <a:lnTo>
                    <a:pt x="68373" y="35932"/>
                  </a:lnTo>
                  <a:lnTo>
                    <a:pt x="68593" y="35988"/>
                  </a:lnTo>
                  <a:lnTo>
                    <a:pt x="68659" y="36044"/>
                  </a:lnTo>
                  <a:lnTo>
                    <a:pt x="68725" y="36184"/>
                  </a:lnTo>
                  <a:lnTo>
                    <a:pt x="68747" y="36379"/>
                  </a:lnTo>
                  <a:lnTo>
                    <a:pt x="68637" y="36379"/>
                  </a:lnTo>
                  <a:lnTo>
                    <a:pt x="68417" y="36184"/>
                  </a:lnTo>
                  <a:lnTo>
                    <a:pt x="68241" y="36184"/>
                  </a:lnTo>
                  <a:lnTo>
                    <a:pt x="68285" y="36658"/>
                  </a:lnTo>
                  <a:lnTo>
                    <a:pt x="67713" y="36435"/>
                  </a:lnTo>
                  <a:lnTo>
                    <a:pt x="67669" y="36463"/>
                  </a:lnTo>
                  <a:lnTo>
                    <a:pt x="67647" y="36547"/>
                  </a:lnTo>
                  <a:lnTo>
                    <a:pt x="67669" y="36603"/>
                  </a:lnTo>
                  <a:lnTo>
                    <a:pt x="67779" y="36714"/>
                  </a:lnTo>
                  <a:lnTo>
                    <a:pt x="67757" y="36854"/>
                  </a:lnTo>
                  <a:lnTo>
                    <a:pt x="67691" y="36910"/>
                  </a:lnTo>
                  <a:lnTo>
                    <a:pt x="67603" y="36826"/>
                  </a:lnTo>
                  <a:lnTo>
                    <a:pt x="67537" y="36770"/>
                  </a:lnTo>
                  <a:lnTo>
                    <a:pt x="67515" y="36798"/>
                  </a:lnTo>
                  <a:lnTo>
                    <a:pt x="67471" y="36938"/>
                  </a:lnTo>
                  <a:lnTo>
                    <a:pt x="67427" y="37021"/>
                  </a:lnTo>
                  <a:lnTo>
                    <a:pt x="67361" y="37077"/>
                  </a:lnTo>
                  <a:lnTo>
                    <a:pt x="67251" y="36938"/>
                  </a:lnTo>
                  <a:lnTo>
                    <a:pt x="67030" y="36547"/>
                  </a:lnTo>
                  <a:lnTo>
                    <a:pt x="66678" y="36379"/>
                  </a:lnTo>
                  <a:lnTo>
                    <a:pt x="66656" y="36323"/>
                  </a:lnTo>
                  <a:lnTo>
                    <a:pt x="66612" y="36268"/>
                  </a:lnTo>
                  <a:lnTo>
                    <a:pt x="66458" y="35960"/>
                  </a:lnTo>
                  <a:lnTo>
                    <a:pt x="66392" y="35905"/>
                  </a:lnTo>
                  <a:lnTo>
                    <a:pt x="66370" y="35905"/>
                  </a:lnTo>
                  <a:lnTo>
                    <a:pt x="66370" y="35988"/>
                  </a:lnTo>
                  <a:lnTo>
                    <a:pt x="66414" y="36156"/>
                  </a:lnTo>
                  <a:lnTo>
                    <a:pt x="66612" y="36491"/>
                  </a:lnTo>
                  <a:lnTo>
                    <a:pt x="66568" y="36603"/>
                  </a:lnTo>
                  <a:lnTo>
                    <a:pt x="66480" y="36603"/>
                  </a:lnTo>
                  <a:lnTo>
                    <a:pt x="66370" y="36491"/>
                  </a:lnTo>
                  <a:lnTo>
                    <a:pt x="66370" y="36547"/>
                  </a:lnTo>
                  <a:lnTo>
                    <a:pt x="66392" y="36575"/>
                  </a:lnTo>
                  <a:lnTo>
                    <a:pt x="66414" y="36658"/>
                  </a:lnTo>
                  <a:lnTo>
                    <a:pt x="66436" y="36742"/>
                  </a:lnTo>
                  <a:lnTo>
                    <a:pt x="66436" y="36826"/>
                  </a:lnTo>
                  <a:lnTo>
                    <a:pt x="66370" y="36742"/>
                  </a:lnTo>
                  <a:lnTo>
                    <a:pt x="66084" y="36323"/>
                  </a:lnTo>
                  <a:lnTo>
                    <a:pt x="66040" y="36295"/>
                  </a:lnTo>
                  <a:lnTo>
                    <a:pt x="65974" y="36268"/>
                  </a:lnTo>
                  <a:lnTo>
                    <a:pt x="65908" y="36295"/>
                  </a:lnTo>
                  <a:lnTo>
                    <a:pt x="65842" y="36379"/>
                  </a:lnTo>
                  <a:lnTo>
                    <a:pt x="65820" y="36491"/>
                  </a:lnTo>
                  <a:lnTo>
                    <a:pt x="65842" y="36547"/>
                  </a:lnTo>
                  <a:lnTo>
                    <a:pt x="65930" y="36658"/>
                  </a:lnTo>
                  <a:lnTo>
                    <a:pt x="66216" y="37245"/>
                  </a:lnTo>
                  <a:lnTo>
                    <a:pt x="66370" y="37468"/>
                  </a:lnTo>
                  <a:lnTo>
                    <a:pt x="66524" y="37636"/>
                  </a:lnTo>
                  <a:lnTo>
                    <a:pt x="66502" y="37747"/>
                  </a:lnTo>
                  <a:lnTo>
                    <a:pt x="66458" y="37775"/>
                  </a:lnTo>
                  <a:lnTo>
                    <a:pt x="66436" y="37775"/>
                  </a:lnTo>
                  <a:lnTo>
                    <a:pt x="66392" y="37775"/>
                  </a:lnTo>
                  <a:lnTo>
                    <a:pt x="66568" y="37971"/>
                  </a:lnTo>
                  <a:lnTo>
                    <a:pt x="66920" y="38194"/>
                  </a:lnTo>
                  <a:lnTo>
                    <a:pt x="67008" y="38306"/>
                  </a:lnTo>
                  <a:lnTo>
                    <a:pt x="67075" y="38445"/>
                  </a:lnTo>
                  <a:lnTo>
                    <a:pt x="67052" y="38501"/>
                  </a:lnTo>
                  <a:lnTo>
                    <a:pt x="67052" y="38808"/>
                  </a:lnTo>
                  <a:lnTo>
                    <a:pt x="66942" y="39171"/>
                  </a:lnTo>
                  <a:lnTo>
                    <a:pt x="66810" y="39283"/>
                  </a:lnTo>
                  <a:lnTo>
                    <a:pt x="66700" y="38920"/>
                  </a:lnTo>
                  <a:lnTo>
                    <a:pt x="66722" y="38808"/>
                  </a:lnTo>
                  <a:lnTo>
                    <a:pt x="66744" y="38641"/>
                  </a:lnTo>
                  <a:lnTo>
                    <a:pt x="66744" y="38501"/>
                  </a:lnTo>
                  <a:lnTo>
                    <a:pt x="66722" y="38417"/>
                  </a:lnTo>
                  <a:lnTo>
                    <a:pt x="66700" y="38389"/>
                  </a:lnTo>
                  <a:lnTo>
                    <a:pt x="66678" y="38334"/>
                  </a:lnTo>
                  <a:lnTo>
                    <a:pt x="66656" y="38306"/>
                  </a:lnTo>
                  <a:lnTo>
                    <a:pt x="66590" y="38222"/>
                  </a:lnTo>
                  <a:lnTo>
                    <a:pt x="66502" y="38334"/>
                  </a:lnTo>
                  <a:lnTo>
                    <a:pt x="66436" y="38501"/>
                  </a:lnTo>
                  <a:lnTo>
                    <a:pt x="66414" y="38724"/>
                  </a:lnTo>
                  <a:lnTo>
                    <a:pt x="66348" y="38613"/>
                  </a:lnTo>
                  <a:lnTo>
                    <a:pt x="66282" y="38585"/>
                  </a:lnTo>
                  <a:lnTo>
                    <a:pt x="66260" y="38613"/>
                  </a:lnTo>
                  <a:lnTo>
                    <a:pt x="66304" y="38724"/>
                  </a:lnTo>
                  <a:lnTo>
                    <a:pt x="66436" y="38920"/>
                  </a:lnTo>
                  <a:lnTo>
                    <a:pt x="66502" y="39143"/>
                  </a:lnTo>
                  <a:lnTo>
                    <a:pt x="66656" y="39339"/>
                  </a:lnTo>
                  <a:lnTo>
                    <a:pt x="66700" y="39422"/>
                  </a:lnTo>
                  <a:lnTo>
                    <a:pt x="66810" y="39869"/>
                  </a:lnTo>
                  <a:lnTo>
                    <a:pt x="66854" y="40009"/>
                  </a:lnTo>
                  <a:lnTo>
                    <a:pt x="66898" y="40093"/>
                  </a:lnTo>
                  <a:lnTo>
                    <a:pt x="67141" y="40344"/>
                  </a:lnTo>
                  <a:lnTo>
                    <a:pt x="67317" y="40623"/>
                  </a:lnTo>
                  <a:lnTo>
                    <a:pt x="67361" y="40679"/>
                  </a:lnTo>
                  <a:lnTo>
                    <a:pt x="67427" y="40735"/>
                  </a:lnTo>
                  <a:lnTo>
                    <a:pt x="67449" y="40874"/>
                  </a:lnTo>
                  <a:lnTo>
                    <a:pt x="67493" y="41014"/>
                  </a:lnTo>
                  <a:lnTo>
                    <a:pt x="67515" y="41098"/>
                  </a:lnTo>
                  <a:lnTo>
                    <a:pt x="67515" y="41126"/>
                  </a:lnTo>
                  <a:lnTo>
                    <a:pt x="67559" y="41265"/>
                  </a:lnTo>
                  <a:lnTo>
                    <a:pt x="67581" y="41293"/>
                  </a:lnTo>
                  <a:lnTo>
                    <a:pt x="67713" y="41461"/>
                  </a:lnTo>
                  <a:lnTo>
                    <a:pt x="67823" y="41684"/>
                  </a:lnTo>
                  <a:lnTo>
                    <a:pt x="67911" y="41740"/>
                  </a:lnTo>
                  <a:lnTo>
                    <a:pt x="67977" y="41684"/>
                  </a:lnTo>
                  <a:lnTo>
                    <a:pt x="67933" y="41516"/>
                  </a:lnTo>
                  <a:lnTo>
                    <a:pt x="67911" y="41293"/>
                  </a:lnTo>
                  <a:lnTo>
                    <a:pt x="67911" y="41070"/>
                  </a:lnTo>
                  <a:lnTo>
                    <a:pt x="67933" y="40902"/>
                  </a:lnTo>
                  <a:lnTo>
                    <a:pt x="68021" y="40539"/>
                  </a:lnTo>
                  <a:lnTo>
                    <a:pt x="68087" y="40456"/>
                  </a:lnTo>
                  <a:lnTo>
                    <a:pt x="68131" y="40539"/>
                  </a:lnTo>
                  <a:lnTo>
                    <a:pt x="68175" y="40735"/>
                  </a:lnTo>
                  <a:lnTo>
                    <a:pt x="68219" y="40735"/>
                  </a:lnTo>
                  <a:lnTo>
                    <a:pt x="68505" y="40344"/>
                  </a:lnTo>
                  <a:lnTo>
                    <a:pt x="68549" y="40316"/>
                  </a:lnTo>
                  <a:lnTo>
                    <a:pt x="68593" y="40288"/>
                  </a:lnTo>
                  <a:lnTo>
                    <a:pt x="68725" y="40288"/>
                  </a:lnTo>
                  <a:lnTo>
                    <a:pt x="68747" y="40176"/>
                  </a:lnTo>
                  <a:lnTo>
                    <a:pt x="68769" y="40148"/>
                  </a:lnTo>
                  <a:lnTo>
                    <a:pt x="68791" y="40176"/>
                  </a:lnTo>
                  <a:lnTo>
                    <a:pt x="68791" y="40176"/>
                  </a:lnTo>
                  <a:lnTo>
                    <a:pt x="68835" y="40260"/>
                  </a:lnTo>
                  <a:lnTo>
                    <a:pt x="68879" y="40288"/>
                  </a:lnTo>
                  <a:lnTo>
                    <a:pt x="68901" y="40288"/>
                  </a:lnTo>
                  <a:lnTo>
                    <a:pt x="68945" y="40288"/>
                  </a:lnTo>
                  <a:lnTo>
                    <a:pt x="68967" y="40176"/>
                  </a:lnTo>
                  <a:lnTo>
                    <a:pt x="68967" y="40009"/>
                  </a:lnTo>
                  <a:lnTo>
                    <a:pt x="68967" y="39897"/>
                  </a:lnTo>
                  <a:lnTo>
                    <a:pt x="69011" y="39785"/>
                  </a:lnTo>
                  <a:lnTo>
                    <a:pt x="69055" y="39813"/>
                  </a:lnTo>
                  <a:lnTo>
                    <a:pt x="69099" y="39869"/>
                  </a:lnTo>
                  <a:lnTo>
                    <a:pt x="69187" y="39953"/>
                  </a:lnTo>
                  <a:lnTo>
                    <a:pt x="69385" y="40260"/>
                  </a:lnTo>
                  <a:lnTo>
                    <a:pt x="69715" y="40623"/>
                  </a:lnTo>
                  <a:lnTo>
                    <a:pt x="69803" y="40791"/>
                  </a:lnTo>
                  <a:lnTo>
                    <a:pt x="69957" y="41126"/>
                  </a:lnTo>
                  <a:lnTo>
                    <a:pt x="70067" y="41209"/>
                  </a:lnTo>
                  <a:lnTo>
                    <a:pt x="70177" y="41209"/>
                  </a:lnTo>
                  <a:lnTo>
                    <a:pt x="70265" y="41098"/>
                  </a:lnTo>
                  <a:lnTo>
                    <a:pt x="70331" y="40902"/>
                  </a:lnTo>
                  <a:lnTo>
                    <a:pt x="70353" y="40735"/>
                  </a:lnTo>
                  <a:lnTo>
                    <a:pt x="70375" y="40707"/>
                  </a:lnTo>
                  <a:lnTo>
                    <a:pt x="70485" y="40930"/>
                  </a:lnTo>
                  <a:lnTo>
                    <a:pt x="70507" y="40986"/>
                  </a:lnTo>
                  <a:lnTo>
                    <a:pt x="70529" y="41209"/>
                  </a:lnTo>
                  <a:lnTo>
                    <a:pt x="70551" y="41293"/>
                  </a:lnTo>
                  <a:lnTo>
                    <a:pt x="70573" y="41349"/>
                  </a:lnTo>
                  <a:lnTo>
                    <a:pt x="70662" y="41433"/>
                  </a:lnTo>
                  <a:lnTo>
                    <a:pt x="70684" y="41489"/>
                  </a:lnTo>
                  <a:lnTo>
                    <a:pt x="70772" y="41796"/>
                  </a:lnTo>
                  <a:lnTo>
                    <a:pt x="70816" y="41991"/>
                  </a:lnTo>
                  <a:lnTo>
                    <a:pt x="70838" y="42159"/>
                  </a:lnTo>
                  <a:lnTo>
                    <a:pt x="70573" y="42577"/>
                  </a:lnTo>
                  <a:lnTo>
                    <a:pt x="70529" y="42801"/>
                  </a:lnTo>
                  <a:lnTo>
                    <a:pt x="70596" y="42829"/>
                  </a:lnTo>
                  <a:lnTo>
                    <a:pt x="70750" y="42773"/>
                  </a:lnTo>
                  <a:lnTo>
                    <a:pt x="70816" y="42773"/>
                  </a:lnTo>
                  <a:lnTo>
                    <a:pt x="70948" y="42885"/>
                  </a:lnTo>
                  <a:lnTo>
                    <a:pt x="71014" y="42996"/>
                  </a:lnTo>
                  <a:lnTo>
                    <a:pt x="71058" y="43108"/>
                  </a:lnTo>
                  <a:lnTo>
                    <a:pt x="70772" y="43164"/>
                  </a:lnTo>
                  <a:lnTo>
                    <a:pt x="70662" y="43303"/>
                  </a:lnTo>
                  <a:lnTo>
                    <a:pt x="70684" y="43555"/>
                  </a:lnTo>
                  <a:lnTo>
                    <a:pt x="70596" y="43666"/>
                  </a:lnTo>
                  <a:lnTo>
                    <a:pt x="70529" y="43583"/>
                  </a:lnTo>
                  <a:lnTo>
                    <a:pt x="70463" y="43387"/>
                  </a:lnTo>
                  <a:lnTo>
                    <a:pt x="70397" y="43275"/>
                  </a:lnTo>
                  <a:lnTo>
                    <a:pt x="70331" y="43303"/>
                  </a:lnTo>
                  <a:lnTo>
                    <a:pt x="70243" y="43415"/>
                  </a:lnTo>
                  <a:lnTo>
                    <a:pt x="70133" y="43583"/>
                  </a:lnTo>
                  <a:lnTo>
                    <a:pt x="70067" y="43722"/>
                  </a:lnTo>
                  <a:lnTo>
                    <a:pt x="69979" y="43862"/>
                  </a:lnTo>
                  <a:lnTo>
                    <a:pt x="69737" y="43890"/>
                  </a:lnTo>
                  <a:lnTo>
                    <a:pt x="69539" y="44001"/>
                  </a:lnTo>
                  <a:lnTo>
                    <a:pt x="69451" y="43946"/>
                  </a:lnTo>
                  <a:lnTo>
                    <a:pt x="69363" y="43806"/>
                  </a:lnTo>
                  <a:lnTo>
                    <a:pt x="69275" y="43638"/>
                  </a:lnTo>
                  <a:lnTo>
                    <a:pt x="69231" y="43555"/>
                  </a:lnTo>
                  <a:lnTo>
                    <a:pt x="69187" y="43499"/>
                  </a:lnTo>
                  <a:lnTo>
                    <a:pt x="69055" y="43555"/>
                  </a:lnTo>
                  <a:lnTo>
                    <a:pt x="69011" y="43499"/>
                  </a:lnTo>
                  <a:lnTo>
                    <a:pt x="68967" y="43471"/>
                  </a:lnTo>
                  <a:lnTo>
                    <a:pt x="68901" y="43331"/>
                  </a:lnTo>
                  <a:lnTo>
                    <a:pt x="68791" y="43164"/>
                  </a:lnTo>
                  <a:lnTo>
                    <a:pt x="68659" y="43080"/>
                  </a:lnTo>
                  <a:lnTo>
                    <a:pt x="68439" y="43080"/>
                  </a:lnTo>
                  <a:lnTo>
                    <a:pt x="68373" y="43052"/>
                  </a:lnTo>
                  <a:lnTo>
                    <a:pt x="68351" y="42996"/>
                  </a:lnTo>
                  <a:lnTo>
                    <a:pt x="68219" y="42577"/>
                  </a:lnTo>
                  <a:lnTo>
                    <a:pt x="68197" y="42522"/>
                  </a:lnTo>
                  <a:lnTo>
                    <a:pt x="68021" y="42354"/>
                  </a:lnTo>
                  <a:lnTo>
                    <a:pt x="67977" y="42354"/>
                  </a:lnTo>
                  <a:lnTo>
                    <a:pt x="67955" y="42382"/>
                  </a:lnTo>
                  <a:lnTo>
                    <a:pt x="67911" y="42494"/>
                  </a:lnTo>
                  <a:lnTo>
                    <a:pt x="67889" y="42494"/>
                  </a:lnTo>
                  <a:lnTo>
                    <a:pt x="67867" y="42466"/>
                  </a:lnTo>
                  <a:lnTo>
                    <a:pt x="67581" y="41600"/>
                  </a:lnTo>
                  <a:lnTo>
                    <a:pt x="67537" y="41516"/>
                  </a:lnTo>
                  <a:lnTo>
                    <a:pt x="67471" y="41377"/>
                  </a:lnTo>
                  <a:lnTo>
                    <a:pt x="67449" y="41265"/>
                  </a:lnTo>
                  <a:lnTo>
                    <a:pt x="67427" y="41209"/>
                  </a:lnTo>
                  <a:lnTo>
                    <a:pt x="67383" y="41014"/>
                  </a:lnTo>
                  <a:lnTo>
                    <a:pt x="67361" y="40930"/>
                  </a:lnTo>
                  <a:lnTo>
                    <a:pt x="67317" y="40818"/>
                  </a:lnTo>
                  <a:lnTo>
                    <a:pt x="67119" y="40539"/>
                  </a:lnTo>
                  <a:lnTo>
                    <a:pt x="67030" y="40428"/>
                  </a:lnTo>
                  <a:lnTo>
                    <a:pt x="66480" y="39674"/>
                  </a:lnTo>
                  <a:lnTo>
                    <a:pt x="66414" y="39506"/>
                  </a:lnTo>
                  <a:lnTo>
                    <a:pt x="66370" y="39422"/>
                  </a:lnTo>
                  <a:lnTo>
                    <a:pt x="66370" y="39311"/>
                  </a:lnTo>
                  <a:lnTo>
                    <a:pt x="66348" y="39227"/>
                  </a:lnTo>
                  <a:lnTo>
                    <a:pt x="66282" y="39171"/>
                  </a:lnTo>
                  <a:lnTo>
                    <a:pt x="66238" y="39171"/>
                  </a:lnTo>
                  <a:lnTo>
                    <a:pt x="66150" y="39395"/>
                  </a:lnTo>
                  <a:lnTo>
                    <a:pt x="66084" y="39422"/>
                  </a:lnTo>
                  <a:lnTo>
                    <a:pt x="65864" y="39395"/>
                  </a:lnTo>
                  <a:lnTo>
                    <a:pt x="65820" y="39422"/>
                  </a:lnTo>
                  <a:lnTo>
                    <a:pt x="65798" y="39534"/>
                  </a:lnTo>
                  <a:lnTo>
                    <a:pt x="65798" y="39618"/>
                  </a:lnTo>
                  <a:lnTo>
                    <a:pt x="65820" y="39758"/>
                  </a:lnTo>
                  <a:lnTo>
                    <a:pt x="65864" y="40539"/>
                  </a:lnTo>
                  <a:lnTo>
                    <a:pt x="65930" y="40651"/>
                  </a:lnTo>
                  <a:lnTo>
                    <a:pt x="66128" y="40930"/>
                  </a:lnTo>
                  <a:lnTo>
                    <a:pt x="66238" y="40986"/>
                  </a:lnTo>
                  <a:lnTo>
                    <a:pt x="66370" y="41237"/>
                  </a:lnTo>
                  <a:lnTo>
                    <a:pt x="66458" y="41377"/>
                  </a:lnTo>
                  <a:lnTo>
                    <a:pt x="66590" y="41433"/>
                  </a:lnTo>
                  <a:lnTo>
                    <a:pt x="66612" y="41433"/>
                  </a:lnTo>
                  <a:lnTo>
                    <a:pt x="66656" y="41377"/>
                  </a:lnTo>
                  <a:lnTo>
                    <a:pt x="66700" y="41377"/>
                  </a:lnTo>
                  <a:lnTo>
                    <a:pt x="66722" y="41405"/>
                  </a:lnTo>
                  <a:lnTo>
                    <a:pt x="66744" y="41489"/>
                  </a:lnTo>
                  <a:lnTo>
                    <a:pt x="66788" y="41489"/>
                  </a:lnTo>
                  <a:lnTo>
                    <a:pt x="66788" y="41544"/>
                  </a:lnTo>
                  <a:lnTo>
                    <a:pt x="66898" y="41740"/>
                  </a:lnTo>
                  <a:lnTo>
                    <a:pt x="67030" y="41963"/>
                  </a:lnTo>
                  <a:lnTo>
                    <a:pt x="67030" y="42047"/>
                  </a:lnTo>
                  <a:lnTo>
                    <a:pt x="67030" y="42159"/>
                  </a:lnTo>
                  <a:lnTo>
                    <a:pt x="66986" y="42187"/>
                  </a:lnTo>
                  <a:lnTo>
                    <a:pt x="66898" y="42214"/>
                  </a:lnTo>
                  <a:lnTo>
                    <a:pt x="66876" y="42187"/>
                  </a:lnTo>
                  <a:lnTo>
                    <a:pt x="66304" y="42270"/>
                  </a:lnTo>
                  <a:lnTo>
                    <a:pt x="66238" y="42242"/>
                  </a:lnTo>
                  <a:lnTo>
                    <a:pt x="66194" y="42187"/>
                  </a:lnTo>
                  <a:lnTo>
                    <a:pt x="66150" y="42075"/>
                  </a:lnTo>
                  <a:lnTo>
                    <a:pt x="66084" y="41991"/>
                  </a:lnTo>
                  <a:lnTo>
                    <a:pt x="66018" y="41991"/>
                  </a:lnTo>
                  <a:lnTo>
                    <a:pt x="65974" y="42019"/>
                  </a:lnTo>
                  <a:lnTo>
                    <a:pt x="65952" y="42075"/>
                  </a:lnTo>
                  <a:lnTo>
                    <a:pt x="65974" y="42214"/>
                  </a:lnTo>
                  <a:lnTo>
                    <a:pt x="65908" y="42550"/>
                  </a:lnTo>
                  <a:lnTo>
                    <a:pt x="65754" y="42605"/>
                  </a:lnTo>
                  <a:lnTo>
                    <a:pt x="65424" y="42550"/>
                  </a:lnTo>
                  <a:lnTo>
                    <a:pt x="65380" y="42577"/>
                  </a:lnTo>
                  <a:lnTo>
                    <a:pt x="65358" y="42633"/>
                  </a:lnTo>
                  <a:lnTo>
                    <a:pt x="65336" y="42717"/>
                  </a:lnTo>
                  <a:lnTo>
                    <a:pt x="65336" y="42996"/>
                  </a:lnTo>
                  <a:lnTo>
                    <a:pt x="65314" y="43108"/>
                  </a:lnTo>
                  <a:lnTo>
                    <a:pt x="65270" y="43136"/>
                  </a:lnTo>
                  <a:lnTo>
                    <a:pt x="65116" y="42885"/>
                  </a:lnTo>
                  <a:lnTo>
                    <a:pt x="65006" y="42885"/>
                  </a:lnTo>
                  <a:lnTo>
                    <a:pt x="64896" y="42912"/>
                  </a:lnTo>
                  <a:lnTo>
                    <a:pt x="64720" y="42829"/>
                  </a:lnTo>
                  <a:lnTo>
                    <a:pt x="64676" y="42857"/>
                  </a:lnTo>
                  <a:lnTo>
                    <a:pt x="64566" y="42996"/>
                  </a:lnTo>
                  <a:lnTo>
                    <a:pt x="64544" y="42996"/>
                  </a:lnTo>
                  <a:lnTo>
                    <a:pt x="64500" y="42912"/>
                  </a:lnTo>
                  <a:lnTo>
                    <a:pt x="64478" y="42885"/>
                  </a:lnTo>
                  <a:lnTo>
                    <a:pt x="64456" y="42912"/>
                  </a:lnTo>
                  <a:lnTo>
                    <a:pt x="64412" y="42996"/>
                  </a:lnTo>
                  <a:lnTo>
                    <a:pt x="64346" y="42996"/>
                  </a:lnTo>
                  <a:lnTo>
                    <a:pt x="64280" y="42885"/>
                  </a:lnTo>
                  <a:lnTo>
                    <a:pt x="64148" y="42577"/>
                  </a:lnTo>
                  <a:lnTo>
                    <a:pt x="64082" y="42522"/>
                  </a:lnTo>
                  <a:lnTo>
                    <a:pt x="63972" y="42494"/>
                  </a:lnTo>
                  <a:lnTo>
                    <a:pt x="63906" y="42438"/>
                  </a:lnTo>
                  <a:lnTo>
                    <a:pt x="63862" y="42354"/>
                  </a:lnTo>
                  <a:lnTo>
                    <a:pt x="63796" y="42242"/>
                  </a:lnTo>
                  <a:lnTo>
                    <a:pt x="63752" y="42214"/>
                  </a:lnTo>
                  <a:lnTo>
                    <a:pt x="63686" y="42187"/>
                  </a:lnTo>
                  <a:lnTo>
                    <a:pt x="63664" y="42214"/>
                  </a:lnTo>
                  <a:lnTo>
                    <a:pt x="63642" y="42270"/>
                  </a:lnTo>
                  <a:lnTo>
                    <a:pt x="63620" y="42326"/>
                  </a:lnTo>
                  <a:lnTo>
                    <a:pt x="63554" y="42298"/>
                  </a:lnTo>
                  <a:lnTo>
                    <a:pt x="63554" y="42298"/>
                  </a:lnTo>
                  <a:lnTo>
                    <a:pt x="63554" y="42242"/>
                  </a:lnTo>
                  <a:lnTo>
                    <a:pt x="63554" y="42214"/>
                  </a:lnTo>
                  <a:lnTo>
                    <a:pt x="63532" y="42187"/>
                  </a:lnTo>
                  <a:lnTo>
                    <a:pt x="63487" y="42103"/>
                  </a:lnTo>
                  <a:lnTo>
                    <a:pt x="63311" y="42047"/>
                  </a:lnTo>
                  <a:lnTo>
                    <a:pt x="63245" y="42075"/>
                  </a:lnTo>
                  <a:lnTo>
                    <a:pt x="63157" y="42214"/>
                  </a:lnTo>
                  <a:lnTo>
                    <a:pt x="63113" y="42214"/>
                  </a:lnTo>
                  <a:lnTo>
                    <a:pt x="63047" y="42187"/>
                  </a:lnTo>
                  <a:lnTo>
                    <a:pt x="63003" y="42075"/>
                  </a:lnTo>
                  <a:lnTo>
                    <a:pt x="62937" y="41991"/>
                  </a:lnTo>
                  <a:lnTo>
                    <a:pt x="62695" y="41907"/>
                  </a:lnTo>
                  <a:lnTo>
                    <a:pt x="62607" y="41907"/>
                  </a:lnTo>
                  <a:lnTo>
                    <a:pt x="62607" y="42103"/>
                  </a:lnTo>
                  <a:lnTo>
                    <a:pt x="62541" y="42159"/>
                  </a:lnTo>
                  <a:lnTo>
                    <a:pt x="62365" y="42047"/>
                  </a:lnTo>
                  <a:lnTo>
                    <a:pt x="62255" y="41935"/>
                  </a:lnTo>
                  <a:lnTo>
                    <a:pt x="62189" y="41907"/>
                  </a:lnTo>
                  <a:lnTo>
                    <a:pt x="62167" y="41935"/>
                  </a:lnTo>
                  <a:lnTo>
                    <a:pt x="62101" y="42019"/>
                  </a:lnTo>
                  <a:lnTo>
                    <a:pt x="62079" y="42047"/>
                  </a:lnTo>
                  <a:lnTo>
                    <a:pt x="62035" y="42019"/>
                  </a:lnTo>
                  <a:lnTo>
                    <a:pt x="61925" y="41935"/>
                  </a:lnTo>
                  <a:lnTo>
                    <a:pt x="61881" y="41907"/>
                  </a:lnTo>
                  <a:lnTo>
                    <a:pt x="61727" y="41991"/>
                  </a:lnTo>
                  <a:lnTo>
                    <a:pt x="61661" y="41935"/>
                  </a:lnTo>
                  <a:lnTo>
                    <a:pt x="61529" y="41740"/>
                  </a:lnTo>
                  <a:lnTo>
                    <a:pt x="61463" y="41712"/>
                  </a:lnTo>
                  <a:lnTo>
                    <a:pt x="60693" y="41656"/>
                  </a:lnTo>
                  <a:lnTo>
                    <a:pt x="60583" y="41712"/>
                  </a:lnTo>
                  <a:lnTo>
                    <a:pt x="60319" y="42047"/>
                  </a:lnTo>
                  <a:lnTo>
                    <a:pt x="60165" y="42187"/>
                  </a:lnTo>
                  <a:lnTo>
                    <a:pt x="60143" y="42047"/>
                  </a:lnTo>
                  <a:lnTo>
                    <a:pt x="60165" y="41991"/>
                  </a:lnTo>
                  <a:lnTo>
                    <a:pt x="60165" y="41907"/>
                  </a:lnTo>
                  <a:lnTo>
                    <a:pt x="60187" y="41796"/>
                  </a:lnTo>
                  <a:lnTo>
                    <a:pt x="60165" y="41684"/>
                  </a:lnTo>
                  <a:lnTo>
                    <a:pt x="60099" y="41712"/>
                  </a:lnTo>
                  <a:lnTo>
                    <a:pt x="59988" y="41824"/>
                  </a:lnTo>
                  <a:lnTo>
                    <a:pt x="59944" y="41768"/>
                  </a:lnTo>
                  <a:lnTo>
                    <a:pt x="59878" y="41656"/>
                  </a:lnTo>
                  <a:lnTo>
                    <a:pt x="59790" y="41628"/>
                  </a:lnTo>
                  <a:lnTo>
                    <a:pt x="59768" y="41684"/>
                  </a:lnTo>
                  <a:lnTo>
                    <a:pt x="59746" y="41879"/>
                  </a:lnTo>
                  <a:lnTo>
                    <a:pt x="59724" y="41963"/>
                  </a:lnTo>
                  <a:lnTo>
                    <a:pt x="59680" y="41879"/>
                  </a:lnTo>
                  <a:lnTo>
                    <a:pt x="59636" y="41879"/>
                  </a:lnTo>
                  <a:lnTo>
                    <a:pt x="59482" y="42103"/>
                  </a:lnTo>
                  <a:lnTo>
                    <a:pt x="59438" y="42187"/>
                  </a:lnTo>
                  <a:lnTo>
                    <a:pt x="59350" y="42159"/>
                  </a:lnTo>
                  <a:lnTo>
                    <a:pt x="59306" y="42047"/>
                  </a:lnTo>
                  <a:lnTo>
                    <a:pt x="59284" y="41963"/>
                  </a:lnTo>
                  <a:lnTo>
                    <a:pt x="59240" y="41879"/>
                  </a:lnTo>
                  <a:lnTo>
                    <a:pt x="59174" y="41824"/>
                  </a:lnTo>
                  <a:lnTo>
                    <a:pt x="59130" y="41935"/>
                  </a:lnTo>
                  <a:lnTo>
                    <a:pt x="59130" y="42075"/>
                  </a:lnTo>
                  <a:lnTo>
                    <a:pt x="59218" y="42270"/>
                  </a:lnTo>
                  <a:lnTo>
                    <a:pt x="59240" y="42438"/>
                  </a:lnTo>
                  <a:lnTo>
                    <a:pt x="59130" y="42577"/>
                  </a:lnTo>
                  <a:lnTo>
                    <a:pt x="59042" y="42605"/>
                  </a:lnTo>
                  <a:lnTo>
                    <a:pt x="58624" y="42633"/>
                  </a:lnTo>
                  <a:lnTo>
                    <a:pt x="58602" y="42605"/>
                  </a:lnTo>
                  <a:lnTo>
                    <a:pt x="58602" y="42550"/>
                  </a:lnTo>
                  <a:lnTo>
                    <a:pt x="58602" y="42438"/>
                  </a:lnTo>
                  <a:lnTo>
                    <a:pt x="58602" y="42326"/>
                  </a:lnTo>
                  <a:lnTo>
                    <a:pt x="58624" y="42270"/>
                  </a:lnTo>
                  <a:lnTo>
                    <a:pt x="58624" y="42242"/>
                  </a:lnTo>
                  <a:lnTo>
                    <a:pt x="58558" y="42298"/>
                  </a:lnTo>
                  <a:lnTo>
                    <a:pt x="58492" y="42354"/>
                  </a:lnTo>
                  <a:lnTo>
                    <a:pt x="58426" y="42522"/>
                  </a:lnTo>
                  <a:lnTo>
                    <a:pt x="58360" y="42550"/>
                  </a:lnTo>
                  <a:lnTo>
                    <a:pt x="58294" y="42522"/>
                  </a:lnTo>
                  <a:lnTo>
                    <a:pt x="58228" y="42382"/>
                  </a:lnTo>
                  <a:lnTo>
                    <a:pt x="58184" y="42326"/>
                  </a:lnTo>
                  <a:lnTo>
                    <a:pt x="58140" y="42382"/>
                  </a:lnTo>
                  <a:lnTo>
                    <a:pt x="58140" y="42550"/>
                  </a:lnTo>
                  <a:lnTo>
                    <a:pt x="58162" y="42745"/>
                  </a:lnTo>
                  <a:lnTo>
                    <a:pt x="58074" y="42885"/>
                  </a:lnTo>
                  <a:lnTo>
                    <a:pt x="58030" y="42885"/>
                  </a:lnTo>
                  <a:lnTo>
                    <a:pt x="57832" y="42801"/>
                  </a:lnTo>
                  <a:lnTo>
                    <a:pt x="57788" y="42829"/>
                  </a:lnTo>
                  <a:lnTo>
                    <a:pt x="57766" y="42885"/>
                  </a:lnTo>
                  <a:lnTo>
                    <a:pt x="57722" y="42885"/>
                  </a:lnTo>
                  <a:lnTo>
                    <a:pt x="57634" y="42773"/>
                  </a:lnTo>
                  <a:lnTo>
                    <a:pt x="57568" y="42745"/>
                  </a:lnTo>
                  <a:lnTo>
                    <a:pt x="57524" y="42745"/>
                  </a:lnTo>
                  <a:lnTo>
                    <a:pt x="57502" y="42857"/>
                  </a:lnTo>
                  <a:lnTo>
                    <a:pt x="57524" y="42940"/>
                  </a:lnTo>
                  <a:lnTo>
                    <a:pt x="57612" y="43052"/>
                  </a:lnTo>
                  <a:lnTo>
                    <a:pt x="57656" y="43136"/>
                  </a:lnTo>
                  <a:lnTo>
                    <a:pt x="57612" y="43164"/>
                  </a:lnTo>
                  <a:lnTo>
                    <a:pt x="57546" y="43192"/>
                  </a:lnTo>
                  <a:lnTo>
                    <a:pt x="57480" y="43164"/>
                  </a:lnTo>
                  <a:lnTo>
                    <a:pt x="57436" y="43108"/>
                  </a:lnTo>
                  <a:lnTo>
                    <a:pt x="57392" y="43108"/>
                  </a:lnTo>
                  <a:lnTo>
                    <a:pt x="57260" y="43275"/>
                  </a:lnTo>
                  <a:lnTo>
                    <a:pt x="57194" y="43275"/>
                  </a:lnTo>
                  <a:lnTo>
                    <a:pt x="57084" y="43164"/>
                  </a:lnTo>
                  <a:lnTo>
                    <a:pt x="57018" y="43108"/>
                  </a:lnTo>
                  <a:lnTo>
                    <a:pt x="56974" y="43080"/>
                  </a:lnTo>
                  <a:lnTo>
                    <a:pt x="56864" y="43108"/>
                  </a:lnTo>
                  <a:lnTo>
                    <a:pt x="56798" y="43136"/>
                  </a:lnTo>
                  <a:lnTo>
                    <a:pt x="56732" y="43052"/>
                  </a:lnTo>
                  <a:lnTo>
                    <a:pt x="56688" y="42885"/>
                  </a:lnTo>
                  <a:lnTo>
                    <a:pt x="56622" y="42801"/>
                  </a:lnTo>
                  <a:lnTo>
                    <a:pt x="56512" y="42773"/>
                  </a:lnTo>
                  <a:lnTo>
                    <a:pt x="56467" y="42940"/>
                  </a:lnTo>
                  <a:lnTo>
                    <a:pt x="56467" y="42996"/>
                  </a:lnTo>
                  <a:lnTo>
                    <a:pt x="56445" y="42996"/>
                  </a:lnTo>
                  <a:lnTo>
                    <a:pt x="56401" y="42912"/>
                  </a:lnTo>
                  <a:lnTo>
                    <a:pt x="56357" y="42912"/>
                  </a:lnTo>
                  <a:lnTo>
                    <a:pt x="56335" y="42885"/>
                  </a:lnTo>
                  <a:lnTo>
                    <a:pt x="56313" y="42801"/>
                  </a:lnTo>
                  <a:lnTo>
                    <a:pt x="56313" y="42745"/>
                  </a:lnTo>
                  <a:lnTo>
                    <a:pt x="56313" y="42633"/>
                  </a:lnTo>
                  <a:lnTo>
                    <a:pt x="56247" y="42577"/>
                  </a:lnTo>
                  <a:lnTo>
                    <a:pt x="56115" y="42550"/>
                  </a:lnTo>
                  <a:lnTo>
                    <a:pt x="56071" y="42466"/>
                  </a:lnTo>
                  <a:lnTo>
                    <a:pt x="56049" y="42270"/>
                  </a:lnTo>
                  <a:lnTo>
                    <a:pt x="56027" y="42187"/>
                  </a:lnTo>
                  <a:lnTo>
                    <a:pt x="56005" y="42159"/>
                  </a:lnTo>
                  <a:lnTo>
                    <a:pt x="55873" y="42103"/>
                  </a:lnTo>
                  <a:lnTo>
                    <a:pt x="55851" y="42159"/>
                  </a:lnTo>
                  <a:lnTo>
                    <a:pt x="55851" y="42214"/>
                  </a:lnTo>
                  <a:lnTo>
                    <a:pt x="55851" y="42270"/>
                  </a:lnTo>
                  <a:lnTo>
                    <a:pt x="55851" y="42326"/>
                  </a:lnTo>
                  <a:lnTo>
                    <a:pt x="55851" y="42354"/>
                  </a:lnTo>
                  <a:lnTo>
                    <a:pt x="55829" y="42466"/>
                  </a:lnTo>
                  <a:lnTo>
                    <a:pt x="55785" y="42494"/>
                  </a:lnTo>
                  <a:lnTo>
                    <a:pt x="55719" y="42522"/>
                  </a:lnTo>
                  <a:lnTo>
                    <a:pt x="55631" y="42550"/>
                  </a:lnTo>
                  <a:lnTo>
                    <a:pt x="55565" y="42522"/>
                  </a:lnTo>
                  <a:lnTo>
                    <a:pt x="55499" y="42494"/>
                  </a:lnTo>
                  <a:lnTo>
                    <a:pt x="55411" y="42270"/>
                  </a:lnTo>
                  <a:lnTo>
                    <a:pt x="55389" y="42298"/>
                  </a:lnTo>
                  <a:lnTo>
                    <a:pt x="55279" y="42466"/>
                  </a:lnTo>
                  <a:lnTo>
                    <a:pt x="55147" y="42577"/>
                  </a:lnTo>
                  <a:lnTo>
                    <a:pt x="55125" y="42661"/>
                  </a:lnTo>
                  <a:lnTo>
                    <a:pt x="55125" y="42773"/>
                  </a:lnTo>
                  <a:lnTo>
                    <a:pt x="55125" y="42857"/>
                  </a:lnTo>
                  <a:lnTo>
                    <a:pt x="55169" y="42940"/>
                  </a:lnTo>
                  <a:lnTo>
                    <a:pt x="55191" y="43024"/>
                  </a:lnTo>
                  <a:lnTo>
                    <a:pt x="55125" y="43080"/>
                  </a:lnTo>
                  <a:lnTo>
                    <a:pt x="55103" y="43052"/>
                  </a:lnTo>
                  <a:lnTo>
                    <a:pt x="55059" y="42912"/>
                  </a:lnTo>
                  <a:lnTo>
                    <a:pt x="55059" y="42773"/>
                  </a:lnTo>
                  <a:lnTo>
                    <a:pt x="55015" y="42717"/>
                  </a:lnTo>
                  <a:lnTo>
                    <a:pt x="54883" y="42773"/>
                  </a:lnTo>
                  <a:lnTo>
                    <a:pt x="54773" y="42494"/>
                  </a:lnTo>
                  <a:lnTo>
                    <a:pt x="54421" y="42187"/>
                  </a:lnTo>
                  <a:lnTo>
                    <a:pt x="54069" y="42019"/>
                  </a:lnTo>
                  <a:lnTo>
                    <a:pt x="53497" y="41796"/>
                  </a:lnTo>
                  <a:lnTo>
                    <a:pt x="53277" y="41489"/>
                  </a:lnTo>
                  <a:lnTo>
                    <a:pt x="53057" y="41098"/>
                  </a:lnTo>
                  <a:lnTo>
                    <a:pt x="53035" y="40958"/>
                  </a:lnTo>
                  <a:lnTo>
                    <a:pt x="53035" y="40902"/>
                  </a:lnTo>
                  <a:lnTo>
                    <a:pt x="52969" y="40651"/>
                  </a:lnTo>
                  <a:lnTo>
                    <a:pt x="52902" y="40623"/>
                  </a:lnTo>
                  <a:lnTo>
                    <a:pt x="52748" y="40707"/>
                  </a:lnTo>
                  <a:lnTo>
                    <a:pt x="52638" y="40679"/>
                  </a:lnTo>
                  <a:lnTo>
                    <a:pt x="52550" y="40623"/>
                  </a:lnTo>
                  <a:lnTo>
                    <a:pt x="52462" y="40511"/>
                  </a:lnTo>
                  <a:lnTo>
                    <a:pt x="52396" y="40316"/>
                  </a:lnTo>
                  <a:lnTo>
                    <a:pt x="52352" y="40232"/>
                  </a:lnTo>
                  <a:lnTo>
                    <a:pt x="52264" y="40176"/>
                  </a:lnTo>
                  <a:lnTo>
                    <a:pt x="52154" y="40232"/>
                  </a:lnTo>
                  <a:lnTo>
                    <a:pt x="52088" y="40176"/>
                  </a:lnTo>
                  <a:lnTo>
                    <a:pt x="52022" y="40148"/>
                  </a:lnTo>
                  <a:lnTo>
                    <a:pt x="52000" y="40093"/>
                  </a:lnTo>
                  <a:lnTo>
                    <a:pt x="51912" y="39841"/>
                  </a:lnTo>
                  <a:lnTo>
                    <a:pt x="51868" y="39785"/>
                  </a:lnTo>
                  <a:lnTo>
                    <a:pt x="51758" y="39785"/>
                  </a:lnTo>
                  <a:lnTo>
                    <a:pt x="51736" y="39758"/>
                  </a:lnTo>
                  <a:lnTo>
                    <a:pt x="51736" y="39702"/>
                  </a:lnTo>
                  <a:lnTo>
                    <a:pt x="51736" y="39534"/>
                  </a:lnTo>
                  <a:lnTo>
                    <a:pt x="51736" y="39450"/>
                  </a:lnTo>
                  <a:lnTo>
                    <a:pt x="51714" y="39143"/>
                  </a:lnTo>
                  <a:lnTo>
                    <a:pt x="51714" y="39087"/>
                  </a:lnTo>
                  <a:lnTo>
                    <a:pt x="51736" y="38976"/>
                  </a:lnTo>
                  <a:lnTo>
                    <a:pt x="51758" y="38920"/>
                  </a:lnTo>
                  <a:lnTo>
                    <a:pt x="51802" y="38864"/>
                  </a:lnTo>
                  <a:lnTo>
                    <a:pt x="51824" y="38752"/>
                  </a:lnTo>
                  <a:lnTo>
                    <a:pt x="51780" y="38501"/>
                  </a:lnTo>
                  <a:lnTo>
                    <a:pt x="51758" y="38389"/>
                  </a:lnTo>
                  <a:lnTo>
                    <a:pt x="51714" y="38306"/>
                  </a:lnTo>
                  <a:lnTo>
                    <a:pt x="51648" y="38166"/>
                  </a:lnTo>
                  <a:lnTo>
                    <a:pt x="51560" y="38194"/>
                  </a:lnTo>
                  <a:lnTo>
                    <a:pt x="51274" y="38501"/>
                  </a:lnTo>
                  <a:lnTo>
                    <a:pt x="51252" y="38613"/>
                  </a:lnTo>
                  <a:lnTo>
                    <a:pt x="51230" y="38697"/>
                  </a:lnTo>
                  <a:lnTo>
                    <a:pt x="51208" y="38780"/>
                  </a:lnTo>
                  <a:lnTo>
                    <a:pt x="51230" y="38808"/>
                  </a:lnTo>
                  <a:lnTo>
                    <a:pt x="51208" y="39032"/>
                  </a:lnTo>
                  <a:lnTo>
                    <a:pt x="51230" y="39087"/>
                  </a:lnTo>
                  <a:lnTo>
                    <a:pt x="51208" y="39143"/>
                  </a:lnTo>
                  <a:lnTo>
                    <a:pt x="51142" y="39199"/>
                  </a:lnTo>
                  <a:lnTo>
                    <a:pt x="51120" y="39255"/>
                  </a:lnTo>
                  <a:lnTo>
                    <a:pt x="51076" y="39255"/>
                  </a:lnTo>
                  <a:lnTo>
                    <a:pt x="50966" y="39255"/>
                  </a:lnTo>
                  <a:lnTo>
                    <a:pt x="50790" y="39087"/>
                  </a:lnTo>
                  <a:lnTo>
                    <a:pt x="50702" y="39087"/>
                  </a:lnTo>
                  <a:lnTo>
                    <a:pt x="50658" y="39171"/>
                  </a:lnTo>
                  <a:lnTo>
                    <a:pt x="50592" y="39339"/>
                  </a:lnTo>
                  <a:lnTo>
                    <a:pt x="50526" y="39450"/>
                  </a:lnTo>
                  <a:lnTo>
                    <a:pt x="50438" y="39534"/>
                  </a:lnTo>
                  <a:lnTo>
                    <a:pt x="50284" y="39562"/>
                  </a:lnTo>
                  <a:lnTo>
                    <a:pt x="50174" y="39534"/>
                  </a:lnTo>
                  <a:lnTo>
                    <a:pt x="49844" y="39255"/>
                  </a:lnTo>
                  <a:lnTo>
                    <a:pt x="49359" y="39478"/>
                  </a:lnTo>
                  <a:lnTo>
                    <a:pt x="49117" y="39422"/>
                  </a:lnTo>
                  <a:lnTo>
                    <a:pt x="48919" y="39171"/>
                  </a:lnTo>
                  <a:lnTo>
                    <a:pt x="48853" y="39087"/>
                  </a:lnTo>
                  <a:lnTo>
                    <a:pt x="48787" y="39171"/>
                  </a:lnTo>
                  <a:lnTo>
                    <a:pt x="48743" y="39255"/>
                  </a:lnTo>
                  <a:lnTo>
                    <a:pt x="48699" y="39283"/>
                  </a:lnTo>
                  <a:lnTo>
                    <a:pt x="48325" y="39283"/>
                  </a:lnTo>
                  <a:lnTo>
                    <a:pt x="48259" y="39199"/>
                  </a:lnTo>
                  <a:lnTo>
                    <a:pt x="48259" y="39171"/>
                  </a:lnTo>
                  <a:lnTo>
                    <a:pt x="48303" y="39032"/>
                  </a:lnTo>
                  <a:lnTo>
                    <a:pt x="48303" y="38976"/>
                  </a:lnTo>
                  <a:lnTo>
                    <a:pt x="48281" y="38948"/>
                  </a:lnTo>
                  <a:lnTo>
                    <a:pt x="48215" y="38892"/>
                  </a:lnTo>
                  <a:lnTo>
                    <a:pt x="48083" y="38864"/>
                  </a:lnTo>
                  <a:lnTo>
                    <a:pt x="48039" y="38780"/>
                  </a:lnTo>
                  <a:lnTo>
                    <a:pt x="48017" y="38669"/>
                  </a:lnTo>
                  <a:lnTo>
                    <a:pt x="48017" y="38334"/>
                  </a:lnTo>
                  <a:lnTo>
                    <a:pt x="47995" y="38222"/>
                  </a:lnTo>
                  <a:lnTo>
                    <a:pt x="47819" y="38194"/>
                  </a:lnTo>
                  <a:lnTo>
                    <a:pt x="48039" y="37608"/>
                  </a:lnTo>
                  <a:lnTo>
                    <a:pt x="48083" y="37273"/>
                  </a:lnTo>
                  <a:lnTo>
                    <a:pt x="48017" y="37133"/>
                  </a:lnTo>
                  <a:lnTo>
                    <a:pt x="47555" y="37105"/>
                  </a:lnTo>
                  <a:lnTo>
                    <a:pt x="47511" y="37077"/>
                  </a:lnTo>
                  <a:lnTo>
                    <a:pt x="47445" y="36938"/>
                  </a:lnTo>
                  <a:lnTo>
                    <a:pt x="47423" y="36966"/>
                  </a:lnTo>
                  <a:lnTo>
                    <a:pt x="47379" y="37077"/>
                  </a:lnTo>
                  <a:lnTo>
                    <a:pt x="47225" y="37273"/>
                  </a:lnTo>
                  <a:lnTo>
                    <a:pt x="47159" y="37301"/>
                  </a:lnTo>
                  <a:lnTo>
                    <a:pt x="47071" y="37217"/>
                  </a:lnTo>
                  <a:lnTo>
                    <a:pt x="47049" y="37021"/>
                  </a:lnTo>
                  <a:lnTo>
                    <a:pt x="47071" y="36966"/>
                  </a:lnTo>
                  <a:lnTo>
                    <a:pt x="47357" y="36770"/>
                  </a:lnTo>
                  <a:lnTo>
                    <a:pt x="47401" y="36658"/>
                  </a:lnTo>
                  <a:lnTo>
                    <a:pt x="47423" y="36491"/>
                  </a:lnTo>
                  <a:lnTo>
                    <a:pt x="47401" y="36295"/>
                  </a:lnTo>
                  <a:lnTo>
                    <a:pt x="47357" y="36240"/>
                  </a:lnTo>
                  <a:lnTo>
                    <a:pt x="47335" y="36184"/>
                  </a:lnTo>
                  <a:lnTo>
                    <a:pt x="47269" y="36044"/>
                  </a:lnTo>
                  <a:lnTo>
                    <a:pt x="47247" y="36240"/>
                  </a:lnTo>
                  <a:lnTo>
                    <a:pt x="47159" y="36407"/>
                  </a:lnTo>
                  <a:lnTo>
                    <a:pt x="47071" y="36491"/>
                  </a:lnTo>
                  <a:lnTo>
                    <a:pt x="47027" y="36407"/>
                  </a:lnTo>
                  <a:lnTo>
                    <a:pt x="46983" y="36323"/>
                  </a:lnTo>
                  <a:lnTo>
                    <a:pt x="46961" y="36295"/>
                  </a:lnTo>
                  <a:lnTo>
                    <a:pt x="46917" y="36323"/>
                  </a:lnTo>
                  <a:lnTo>
                    <a:pt x="46895" y="36407"/>
                  </a:lnTo>
                  <a:lnTo>
                    <a:pt x="46829" y="36435"/>
                  </a:lnTo>
                  <a:lnTo>
                    <a:pt x="46697" y="36435"/>
                  </a:lnTo>
                  <a:lnTo>
                    <a:pt x="46741" y="36519"/>
                  </a:lnTo>
                  <a:lnTo>
                    <a:pt x="46939" y="36770"/>
                  </a:lnTo>
                  <a:lnTo>
                    <a:pt x="46785" y="36938"/>
                  </a:lnTo>
                  <a:lnTo>
                    <a:pt x="46609" y="36826"/>
                  </a:lnTo>
                  <a:lnTo>
                    <a:pt x="45993" y="35932"/>
                  </a:lnTo>
                  <a:lnTo>
                    <a:pt x="45927" y="35653"/>
                  </a:lnTo>
                  <a:lnTo>
                    <a:pt x="45949" y="35597"/>
                  </a:lnTo>
                  <a:lnTo>
                    <a:pt x="45971" y="35486"/>
                  </a:lnTo>
                  <a:lnTo>
                    <a:pt x="45993" y="35430"/>
                  </a:lnTo>
                  <a:lnTo>
                    <a:pt x="45993" y="35346"/>
                  </a:lnTo>
                  <a:lnTo>
                    <a:pt x="45905" y="35262"/>
                  </a:lnTo>
                  <a:lnTo>
                    <a:pt x="45420" y="35318"/>
                  </a:lnTo>
                  <a:lnTo>
                    <a:pt x="45398" y="35290"/>
                  </a:lnTo>
                  <a:lnTo>
                    <a:pt x="45376" y="35123"/>
                  </a:lnTo>
                  <a:lnTo>
                    <a:pt x="45398" y="35011"/>
                  </a:lnTo>
                  <a:lnTo>
                    <a:pt x="45442" y="34899"/>
                  </a:lnTo>
                  <a:lnTo>
                    <a:pt x="45508" y="34816"/>
                  </a:lnTo>
                  <a:lnTo>
                    <a:pt x="45530" y="34788"/>
                  </a:lnTo>
                  <a:lnTo>
                    <a:pt x="45596" y="34788"/>
                  </a:lnTo>
                  <a:lnTo>
                    <a:pt x="45618" y="34760"/>
                  </a:lnTo>
                  <a:lnTo>
                    <a:pt x="45640" y="34732"/>
                  </a:lnTo>
                  <a:lnTo>
                    <a:pt x="45684" y="34620"/>
                  </a:lnTo>
                  <a:lnTo>
                    <a:pt x="45750" y="34536"/>
                  </a:lnTo>
                  <a:lnTo>
                    <a:pt x="45816" y="34509"/>
                  </a:lnTo>
                  <a:lnTo>
                    <a:pt x="45860" y="34536"/>
                  </a:lnTo>
                  <a:lnTo>
                    <a:pt x="45905" y="34564"/>
                  </a:lnTo>
                  <a:lnTo>
                    <a:pt x="45971" y="34732"/>
                  </a:lnTo>
                  <a:lnTo>
                    <a:pt x="46037" y="34788"/>
                  </a:lnTo>
                  <a:lnTo>
                    <a:pt x="46081" y="34732"/>
                  </a:lnTo>
                  <a:lnTo>
                    <a:pt x="46081" y="34648"/>
                  </a:lnTo>
                  <a:lnTo>
                    <a:pt x="46103" y="34397"/>
                  </a:lnTo>
                  <a:lnTo>
                    <a:pt x="46103" y="34313"/>
                  </a:lnTo>
                  <a:lnTo>
                    <a:pt x="45993" y="34313"/>
                  </a:lnTo>
                  <a:lnTo>
                    <a:pt x="45927" y="34257"/>
                  </a:lnTo>
                  <a:lnTo>
                    <a:pt x="45860" y="34174"/>
                  </a:lnTo>
                  <a:lnTo>
                    <a:pt x="45728" y="33476"/>
                  </a:lnTo>
                  <a:lnTo>
                    <a:pt x="45706" y="33336"/>
                  </a:lnTo>
                  <a:lnTo>
                    <a:pt x="45618" y="33113"/>
                  </a:lnTo>
                  <a:lnTo>
                    <a:pt x="45552" y="32945"/>
                  </a:lnTo>
                  <a:lnTo>
                    <a:pt x="45552" y="32778"/>
                  </a:lnTo>
                  <a:lnTo>
                    <a:pt x="45596" y="32694"/>
                  </a:lnTo>
                  <a:lnTo>
                    <a:pt x="45640" y="32638"/>
                  </a:lnTo>
                  <a:lnTo>
                    <a:pt x="45684" y="32582"/>
                  </a:lnTo>
                  <a:lnTo>
                    <a:pt x="45706" y="32582"/>
                  </a:lnTo>
                  <a:lnTo>
                    <a:pt x="45750" y="32554"/>
                  </a:lnTo>
                  <a:lnTo>
                    <a:pt x="45772" y="32442"/>
                  </a:lnTo>
                  <a:lnTo>
                    <a:pt x="45816" y="32247"/>
                  </a:lnTo>
                  <a:lnTo>
                    <a:pt x="45750" y="32107"/>
                  </a:lnTo>
                  <a:lnTo>
                    <a:pt x="45684" y="31912"/>
                  </a:lnTo>
                  <a:lnTo>
                    <a:pt x="45464" y="31521"/>
                  </a:lnTo>
                  <a:lnTo>
                    <a:pt x="45266" y="31074"/>
                  </a:lnTo>
                  <a:lnTo>
                    <a:pt x="45200" y="30991"/>
                  </a:lnTo>
                  <a:lnTo>
                    <a:pt x="45090" y="30739"/>
                  </a:lnTo>
                  <a:lnTo>
                    <a:pt x="44980" y="30572"/>
                  </a:lnTo>
                  <a:lnTo>
                    <a:pt x="44914" y="30516"/>
                  </a:lnTo>
                  <a:lnTo>
                    <a:pt x="44386" y="30348"/>
                  </a:lnTo>
                  <a:lnTo>
                    <a:pt x="43836" y="29846"/>
                  </a:lnTo>
                  <a:lnTo>
                    <a:pt x="43770" y="29818"/>
                  </a:lnTo>
                  <a:lnTo>
                    <a:pt x="43704" y="29874"/>
                  </a:lnTo>
                  <a:lnTo>
                    <a:pt x="43616" y="30125"/>
                  </a:lnTo>
                  <a:lnTo>
                    <a:pt x="43594" y="30181"/>
                  </a:lnTo>
                  <a:lnTo>
                    <a:pt x="43484" y="30293"/>
                  </a:lnTo>
                  <a:lnTo>
                    <a:pt x="43264" y="30348"/>
                  </a:lnTo>
                  <a:lnTo>
                    <a:pt x="43044" y="30516"/>
                  </a:lnTo>
                  <a:lnTo>
                    <a:pt x="42692" y="30628"/>
                  </a:lnTo>
                  <a:lnTo>
                    <a:pt x="42384" y="30935"/>
                  </a:lnTo>
                  <a:lnTo>
                    <a:pt x="42251" y="30991"/>
                  </a:lnTo>
                  <a:lnTo>
                    <a:pt x="41987" y="30907"/>
                  </a:lnTo>
                  <a:lnTo>
                    <a:pt x="41921" y="30907"/>
                  </a:lnTo>
                  <a:lnTo>
                    <a:pt x="41811" y="30991"/>
                  </a:lnTo>
                  <a:lnTo>
                    <a:pt x="41635" y="31019"/>
                  </a:lnTo>
                  <a:lnTo>
                    <a:pt x="41129" y="31354"/>
                  </a:lnTo>
                  <a:lnTo>
                    <a:pt x="40887" y="31437"/>
                  </a:lnTo>
                  <a:lnTo>
                    <a:pt x="40843" y="31465"/>
                  </a:lnTo>
                  <a:lnTo>
                    <a:pt x="40799" y="31521"/>
                  </a:lnTo>
                  <a:lnTo>
                    <a:pt x="40447" y="31856"/>
                  </a:lnTo>
                  <a:lnTo>
                    <a:pt x="40029" y="31828"/>
                  </a:lnTo>
                  <a:lnTo>
                    <a:pt x="39853" y="31968"/>
                  </a:lnTo>
                  <a:lnTo>
                    <a:pt x="39413" y="31996"/>
                  </a:lnTo>
                  <a:lnTo>
                    <a:pt x="39017" y="32247"/>
                  </a:lnTo>
                  <a:lnTo>
                    <a:pt x="38863" y="32135"/>
                  </a:lnTo>
                  <a:lnTo>
                    <a:pt x="37432" y="32247"/>
                  </a:lnTo>
                  <a:lnTo>
                    <a:pt x="37234" y="32415"/>
                  </a:lnTo>
                  <a:lnTo>
                    <a:pt x="37014" y="32805"/>
                  </a:lnTo>
                  <a:lnTo>
                    <a:pt x="36266" y="34285"/>
                  </a:lnTo>
                  <a:lnTo>
                    <a:pt x="35804" y="34760"/>
                  </a:lnTo>
                  <a:lnTo>
                    <a:pt x="35760" y="34760"/>
                  </a:lnTo>
                  <a:lnTo>
                    <a:pt x="35738" y="34816"/>
                  </a:lnTo>
                  <a:lnTo>
                    <a:pt x="35716" y="34927"/>
                  </a:lnTo>
                  <a:lnTo>
                    <a:pt x="35716" y="35039"/>
                  </a:lnTo>
                  <a:lnTo>
                    <a:pt x="35716" y="35095"/>
                  </a:lnTo>
                  <a:lnTo>
                    <a:pt x="35738" y="35151"/>
                  </a:lnTo>
                  <a:lnTo>
                    <a:pt x="35694" y="35207"/>
                  </a:lnTo>
                  <a:lnTo>
                    <a:pt x="35584" y="35346"/>
                  </a:lnTo>
                  <a:lnTo>
                    <a:pt x="35496" y="35374"/>
                  </a:lnTo>
                  <a:lnTo>
                    <a:pt x="35474" y="35430"/>
                  </a:lnTo>
                  <a:lnTo>
                    <a:pt x="35496" y="35570"/>
                  </a:lnTo>
                  <a:lnTo>
                    <a:pt x="35518" y="35625"/>
                  </a:lnTo>
                  <a:lnTo>
                    <a:pt x="35650" y="35821"/>
                  </a:lnTo>
                  <a:lnTo>
                    <a:pt x="35694" y="35849"/>
                  </a:lnTo>
                  <a:lnTo>
                    <a:pt x="35738" y="35765"/>
                  </a:lnTo>
                  <a:lnTo>
                    <a:pt x="35760" y="35709"/>
                  </a:lnTo>
                  <a:lnTo>
                    <a:pt x="35804" y="35653"/>
                  </a:lnTo>
                  <a:lnTo>
                    <a:pt x="36112" y="35709"/>
                  </a:lnTo>
                  <a:lnTo>
                    <a:pt x="36156" y="35681"/>
                  </a:lnTo>
                  <a:lnTo>
                    <a:pt x="36244" y="35486"/>
                  </a:lnTo>
                  <a:lnTo>
                    <a:pt x="36398" y="35402"/>
                  </a:lnTo>
                  <a:lnTo>
                    <a:pt x="36486" y="35290"/>
                  </a:lnTo>
                  <a:lnTo>
                    <a:pt x="36596" y="35207"/>
                  </a:lnTo>
                  <a:lnTo>
                    <a:pt x="36684" y="35318"/>
                  </a:lnTo>
                  <a:lnTo>
                    <a:pt x="36750" y="35486"/>
                  </a:lnTo>
                  <a:lnTo>
                    <a:pt x="36706" y="35653"/>
                  </a:lnTo>
                  <a:lnTo>
                    <a:pt x="36640" y="35849"/>
                  </a:lnTo>
                  <a:lnTo>
                    <a:pt x="36552" y="36100"/>
                  </a:lnTo>
                  <a:lnTo>
                    <a:pt x="36486" y="36212"/>
                  </a:lnTo>
                  <a:lnTo>
                    <a:pt x="36464" y="36323"/>
                  </a:lnTo>
                  <a:lnTo>
                    <a:pt x="36442" y="36463"/>
                  </a:lnTo>
                  <a:lnTo>
                    <a:pt x="36464" y="36463"/>
                  </a:lnTo>
                  <a:lnTo>
                    <a:pt x="36596" y="36519"/>
                  </a:lnTo>
                  <a:lnTo>
                    <a:pt x="36618" y="36463"/>
                  </a:lnTo>
                  <a:lnTo>
                    <a:pt x="36618" y="36435"/>
                  </a:lnTo>
                  <a:lnTo>
                    <a:pt x="36640" y="36407"/>
                  </a:lnTo>
                  <a:lnTo>
                    <a:pt x="36640" y="36323"/>
                  </a:lnTo>
                  <a:lnTo>
                    <a:pt x="36662" y="36240"/>
                  </a:lnTo>
                  <a:lnTo>
                    <a:pt x="36684" y="36156"/>
                  </a:lnTo>
                  <a:lnTo>
                    <a:pt x="36750" y="36044"/>
                  </a:lnTo>
                  <a:lnTo>
                    <a:pt x="36794" y="35988"/>
                  </a:lnTo>
                  <a:lnTo>
                    <a:pt x="36816" y="36044"/>
                  </a:lnTo>
                  <a:lnTo>
                    <a:pt x="36838" y="36156"/>
                  </a:lnTo>
                  <a:lnTo>
                    <a:pt x="36860" y="36240"/>
                  </a:lnTo>
                  <a:lnTo>
                    <a:pt x="36860" y="36323"/>
                  </a:lnTo>
                  <a:lnTo>
                    <a:pt x="36838" y="36575"/>
                  </a:lnTo>
                  <a:lnTo>
                    <a:pt x="36794" y="36798"/>
                  </a:lnTo>
                  <a:lnTo>
                    <a:pt x="36706" y="36966"/>
                  </a:lnTo>
                  <a:lnTo>
                    <a:pt x="36618" y="36966"/>
                  </a:lnTo>
                  <a:lnTo>
                    <a:pt x="36640" y="36910"/>
                  </a:lnTo>
                  <a:lnTo>
                    <a:pt x="36662" y="36854"/>
                  </a:lnTo>
                  <a:lnTo>
                    <a:pt x="36706" y="36770"/>
                  </a:lnTo>
                  <a:lnTo>
                    <a:pt x="36662" y="36686"/>
                  </a:lnTo>
                  <a:lnTo>
                    <a:pt x="36618" y="36658"/>
                  </a:lnTo>
                  <a:lnTo>
                    <a:pt x="36552" y="36686"/>
                  </a:lnTo>
                  <a:lnTo>
                    <a:pt x="36486" y="36770"/>
                  </a:lnTo>
                  <a:lnTo>
                    <a:pt x="36464" y="36854"/>
                  </a:lnTo>
                  <a:lnTo>
                    <a:pt x="36464" y="36966"/>
                  </a:lnTo>
                  <a:lnTo>
                    <a:pt x="36486" y="37105"/>
                  </a:lnTo>
                  <a:lnTo>
                    <a:pt x="36574" y="37245"/>
                  </a:lnTo>
                  <a:lnTo>
                    <a:pt x="37058" y="36966"/>
                  </a:lnTo>
                  <a:lnTo>
                    <a:pt x="37256" y="36742"/>
                  </a:lnTo>
                  <a:lnTo>
                    <a:pt x="37344" y="36714"/>
                  </a:lnTo>
                  <a:lnTo>
                    <a:pt x="37850" y="36798"/>
                  </a:lnTo>
                  <a:lnTo>
                    <a:pt x="37762" y="36966"/>
                  </a:lnTo>
                  <a:lnTo>
                    <a:pt x="38026" y="37049"/>
                  </a:lnTo>
                  <a:lnTo>
                    <a:pt x="38114" y="37021"/>
                  </a:lnTo>
                  <a:lnTo>
                    <a:pt x="38136" y="36966"/>
                  </a:lnTo>
                  <a:lnTo>
                    <a:pt x="38180" y="36854"/>
                  </a:lnTo>
                  <a:lnTo>
                    <a:pt x="38246" y="36798"/>
                  </a:lnTo>
                  <a:lnTo>
                    <a:pt x="38290" y="36770"/>
                  </a:lnTo>
                  <a:lnTo>
                    <a:pt x="38620" y="36798"/>
                  </a:lnTo>
                  <a:lnTo>
                    <a:pt x="38863" y="36993"/>
                  </a:lnTo>
                  <a:lnTo>
                    <a:pt x="38973" y="36993"/>
                  </a:lnTo>
                  <a:lnTo>
                    <a:pt x="38995" y="36938"/>
                  </a:lnTo>
                  <a:lnTo>
                    <a:pt x="38973" y="36826"/>
                  </a:lnTo>
                  <a:lnTo>
                    <a:pt x="38642" y="36547"/>
                  </a:lnTo>
                  <a:lnTo>
                    <a:pt x="38620" y="36491"/>
                  </a:lnTo>
                  <a:lnTo>
                    <a:pt x="38598" y="36435"/>
                  </a:lnTo>
                  <a:lnTo>
                    <a:pt x="38598" y="36295"/>
                  </a:lnTo>
                  <a:lnTo>
                    <a:pt x="38576" y="36240"/>
                  </a:lnTo>
                  <a:lnTo>
                    <a:pt x="38554" y="36212"/>
                  </a:lnTo>
                  <a:lnTo>
                    <a:pt x="38510" y="36184"/>
                  </a:lnTo>
                  <a:lnTo>
                    <a:pt x="38400" y="36184"/>
                  </a:lnTo>
                  <a:lnTo>
                    <a:pt x="38356" y="36156"/>
                  </a:lnTo>
                  <a:lnTo>
                    <a:pt x="38312" y="36044"/>
                  </a:lnTo>
                  <a:lnTo>
                    <a:pt x="38268" y="35960"/>
                  </a:lnTo>
                  <a:lnTo>
                    <a:pt x="38246" y="35877"/>
                  </a:lnTo>
                  <a:lnTo>
                    <a:pt x="38312" y="35653"/>
                  </a:lnTo>
                  <a:lnTo>
                    <a:pt x="38378" y="35458"/>
                  </a:lnTo>
                  <a:lnTo>
                    <a:pt x="38422" y="35262"/>
                  </a:lnTo>
                  <a:lnTo>
                    <a:pt x="38510" y="35151"/>
                  </a:lnTo>
                  <a:lnTo>
                    <a:pt x="38554" y="35151"/>
                  </a:lnTo>
                  <a:lnTo>
                    <a:pt x="38686" y="35290"/>
                  </a:lnTo>
                  <a:lnTo>
                    <a:pt x="38730" y="35318"/>
                  </a:lnTo>
                  <a:lnTo>
                    <a:pt x="38774" y="35318"/>
                  </a:lnTo>
                  <a:lnTo>
                    <a:pt x="38907" y="35262"/>
                  </a:lnTo>
                  <a:lnTo>
                    <a:pt x="39347" y="35179"/>
                  </a:lnTo>
                  <a:lnTo>
                    <a:pt x="39391" y="35318"/>
                  </a:lnTo>
                  <a:lnTo>
                    <a:pt x="39435" y="35486"/>
                  </a:lnTo>
                  <a:lnTo>
                    <a:pt x="39545" y="35570"/>
                  </a:lnTo>
                  <a:lnTo>
                    <a:pt x="39831" y="35570"/>
                  </a:lnTo>
                  <a:lnTo>
                    <a:pt x="39941" y="35625"/>
                  </a:lnTo>
                  <a:lnTo>
                    <a:pt x="40051" y="35737"/>
                  </a:lnTo>
                  <a:lnTo>
                    <a:pt x="40073" y="36128"/>
                  </a:lnTo>
                  <a:lnTo>
                    <a:pt x="40161" y="36156"/>
                  </a:lnTo>
                  <a:lnTo>
                    <a:pt x="40337" y="36100"/>
                  </a:lnTo>
                  <a:lnTo>
                    <a:pt x="40447" y="36156"/>
                  </a:lnTo>
                  <a:lnTo>
                    <a:pt x="40491" y="36156"/>
                  </a:lnTo>
                  <a:lnTo>
                    <a:pt x="40513" y="35988"/>
                  </a:lnTo>
                  <a:lnTo>
                    <a:pt x="40535" y="35877"/>
                  </a:lnTo>
                  <a:lnTo>
                    <a:pt x="40579" y="35821"/>
                  </a:lnTo>
                  <a:lnTo>
                    <a:pt x="40623" y="35737"/>
                  </a:lnTo>
                  <a:lnTo>
                    <a:pt x="40667" y="35681"/>
                  </a:lnTo>
                  <a:lnTo>
                    <a:pt x="40843" y="35542"/>
                  </a:lnTo>
                  <a:lnTo>
                    <a:pt x="40909" y="35430"/>
                  </a:lnTo>
                  <a:lnTo>
                    <a:pt x="40909" y="35290"/>
                  </a:lnTo>
                  <a:lnTo>
                    <a:pt x="40975" y="35207"/>
                  </a:lnTo>
                  <a:lnTo>
                    <a:pt x="41129" y="35207"/>
                  </a:lnTo>
                  <a:lnTo>
                    <a:pt x="41283" y="35095"/>
                  </a:lnTo>
                  <a:lnTo>
                    <a:pt x="41327" y="35123"/>
                  </a:lnTo>
                  <a:lnTo>
                    <a:pt x="41459" y="35290"/>
                  </a:lnTo>
                  <a:lnTo>
                    <a:pt x="41569" y="35290"/>
                  </a:lnTo>
                  <a:lnTo>
                    <a:pt x="41613" y="35151"/>
                  </a:lnTo>
                  <a:lnTo>
                    <a:pt x="41591" y="35011"/>
                  </a:lnTo>
                  <a:lnTo>
                    <a:pt x="41613" y="34899"/>
                  </a:lnTo>
                  <a:lnTo>
                    <a:pt x="41657" y="34872"/>
                  </a:lnTo>
                  <a:lnTo>
                    <a:pt x="41833" y="35207"/>
                  </a:lnTo>
                  <a:lnTo>
                    <a:pt x="41811" y="35374"/>
                  </a:lnTo>
                  <a:lnTo>
                    <a:pt x="41811" y="35458"/>
                  </a:lnTo>
                  <a:lnTo>
                    <a:pt x="41811" y="35486"/>
                  </a:lnTo>
                  <a:lnTo>
                    <a:pt x="42009" y="35542"/>
                  </a:lnTo>
                  <a:lnTo>
                    <a:pt x="42031" y="35570"/>
                  </a:lnTo>
                  <a:lnTo>
                    <a:pt x="42053" y="35709"/>
                  </a:lnTo>
                  <a:lnTo>
                    <a:pt x="42075" y="35737"/>
                  </a:lnTo>
                  <a:lnTo>
                    <a:pt x="42075" y="35765"/>
                  </a:lnTo>
                  <a:lnTo>
                    <a:pt x="42141" y="35988"/>
                  </a:lnTo>
                  <a:lnTo>
                    <a:pt x="42163" y="36044"/>
                  </a:lnTo>
                  <a:lnTo>
                    <a:pt x="42185" y="36100"/>
                  </a:lnTo>
                  <a:lnTo>
                    <a:pt x="42273" y="36128"/>
                  </a:lnTo>
                  <a:lnTo>
                    <a:pt x="42362" y="36100"/>
                  </a:lnTo>
                  <a:lnTo>
                    <a:pt x="42317" y="35960"/>
                  </a:lnTo>
                  <a:lnTo>
                    <a:pt x="42273" y="35821"/>
                  </a:lnTo>
                  <a:lnTo>
                    <a:pt x="42273" y="35653"/>
                  </a:lnTo>
                  <a:lnTo>
                    <a:pt x="42295" y="35486"/>
                  </a:lnTo>
                  <a:lnTo>
                    <a:pt x="42406" y="35402"/>
                  </a:lnTo>
                  <a:lnTo>
                    <a:pt x="42472" y="35318"/>
                  </a:lnTo>
                  <a:lnTo>
                    <a:pt x="42538" y="35207"/>
                  </a:lnTo>
                  <a:lnTo>
                    <a:pt x="42538" y="35039"/>
                  </a:lnTo>
                  <a:lnTo>
                    <a:pt x="42472" y="34927"/>
                  </a:lnTo>
                  <a:lnTo>
                    <a:pt x="42295" y="34872"/>
                  </a:lnTo>
                  <a:lnTo>
                    <a:pt x="42251" y="34816"/>
                  </a:lnTo>
                  <a:lnTo>
                    <a:pt x="42207" y="34704"/>
                  </a:lnTo>
                  <a:lnTo>
                    <a:pt x="42185" y="34536"/>
                  </a:lnTo>
                  <a:lnTo>
                    <a:pt x="42163" y="34369"/>
                  </a:lnTo>
                  <a:lnTo>
                    <a:pt x="42229" y="34341"/>
                  </a:lnTo>
                  <a:lnTo>
                    <a:pt x="42362" y="34397"/>
                  </a:lnTo>
                  <a:lnTo>
                    <a:pt x="42384" y="34453"/>
                  </a:lnTo>
                  <a:lnTo>
                    <a:pt x="42384" y="34536"/>
                  </a:lnTo>
                  <a:lnTo>
                    <a:pt x="42406" y="34592"/>
                  </a:lnTo>
                  <a:lnTo>
                    <a:pt x="42450" y="34620"/>
                  </a:lnTo>
                  <a:lnTo>
                    <a:pt x="42516" y="34536"/>
                  </a:lnTo>
                  <a:lnTo>
                    <a:pt x="42538" y="34369"/>
                  </a:lnTo>
                  <a:lnTo>
                    <a:pt x="42494" y="34257"/>
                  </a:lnTo>
                  <a:lnTo>
                    <a:pt x="42406" y="34229"/>
                  </a:lnTo>
                  <a:lnTo>
                    <a:pt x="42472" y="34034"/>
                  </a:lnTo>
                  <a:lnTo>
                    <a:pt x="42736" y="34034"/>
                  </a:lnTo>
                  <a:lnTo>
                    <a:pt x="42846" y="34006"/>
                  </a:lnTo>
                  <a:lnTo>
                    <a:pt x="42450" y="33950"/>
                  </a:lnTo>
                  <a:lnTo>
                    <a:pt x="42538" y="33838"/>
                  </a:lnTo>
                  <a:lnTo>
                    <a:pt x="43902" y="33364"/>
                  </a:lnTo>
                  <a:lnTo>
                    <a:pt x="43990" y="33252"/>
                  </a:lnTo>
                  <a:lnTo>
                    <a:pt x="44012" y="33085"/>
                  </a:lnTo>
                  <a:lnTo>
                    <a:pt x="44166" y="32973"/>
                  </a:lnTo>
                  <a:lnTo>
                    <a:pt x="44364" y="32917"/>
                  </a:lnTo>
                  <a:lnTo>
                    <a:pt x="44540" y="32945"/>
                  </a:lnTo>
                  <a:lnTo>
                    <a:pt x="44694" y="33224"/>
                  </a:lnTo>
                  <a:lnTo>
                    <a:pt x="44782" y="33224"/>
                  </a:lnTo>
                  <a:lnTo>
                    <a:pt x="44870" y="33196"/>
                  </a:lnTo>
                  <a:lnTo>
                    <a:pt x="44914" y="33085"/>
                  </a:lnTo>
                  <a:lnTo>
                    <a:pt x="45002" y="33001"/>
                  </a:lnTo>
                  <a:lnTo>
                    <a:pt x="45068" y="32973"/>
                  </a:lnTo>
                  <a:lnTo>
                    <a:pt x="45222" y="33001"/>
                  </a:lnTo>
                  <a:lnTo>
                    <a:pt x="45200" y="33113"/>
                  </a:lnTo>
                  <a:lnTo>
                    <a:pt x="45134" y="33113"/>
                  </a:lnTo>
                  <a:lnTo>
                    <a:pt x="45112" y="33113"/>
                  </a:lnTo>
                  <a:lnTo>
                    <a:pt x="45068" y="33168"/>
                  </a:lnTo>
                  <a:lnTo>
                    <a:pt x="45068" y="33224"/>
                  </a:lnTo>
                  <a:lnTo>
                    <a:pt x="45046" y="33392"/>
                  </a:lnTo>
                  <a:lnTo>
                    <a:pt x="45024" y="33448"/>
                  </a:lnTo>
                  <a:lnTo>
                    <a:pt x="44958" y="33531"/>
                  </a:lnTo>
                  <a:lnTo>
                    <a:pt x="44826" y="33727"/>
                  </a:lnTo>
                  <a:lnTo>
                    <a:pt x="44782" y="33838"/>
                  </a:lnTo>
                  <a:lnTo>
                    <a:pt x="44804" y="34062"/>
                  </a:lnTo>
                  <a:lnTo>
                    <a:pt x="44826" y="34118"/>
                  </a:lnTo>
                  <a:lnTo>
                    <a:pt x="44848" y="34201"/>
                  </a:lnTo>
                  <a:lnTo>
                    <a:pt x="44914" y="34229"/>
                  </a:lnTo>
                  <a:lnTo>
                    <a:pt x="44958" y="34313"/>
                  </a:lnTo>
                  <a:lnTo>
                    <a:pt x="44980" y="34481"/>
                  </a:lnTo>
                  <a:lnTo>
                    <a:pt x="44958" y="34620"/>
                  </a:lnTo>
                  <a:lnTo>
                    <a:pt x="44870" y="34788"/>
                  </a:lnTo>
                  <a:lnTo>
                    <a:pt x="44848" y="34927"/>
                  </a:lnTo>
                  <a:lnTo>
                    <a:pt x="44848" y="35095"/>
                  </a:lnTo>
                  <a:lnTo>
                    <a:pt x="44782" y="35123"/>
                  </a:lnTo>
                  <a:lnTo>
                    <a:pt x="44672" y="35123"/>
                  </a:lnTo>
                  <a:lnTo>
                    <a:pt x="44628" y="35067"/>
                  </a:lnTo>
                  <a:lnTo>
                    <a:pt x="44606" y="34872"/>
                  </a:lnTo>
                  <a:lnTo>
                    <a:pt x="44584" y="34788"/>
                  </a:lnTo>
                  <a:lnTo>
                    <a:pt x="44562" y="34816"/>
                  </a:lnTo>
                  <a:lnTo>
                    <a:pt x="44540" y="34872"/>
                  </a:lnTo>
                  <a:lnTo>
                    <a:pt x="44518" y="35011"/>
                  </a:lnTo>
                  <a:lnTo>
                    <a:pt x="44474" y="35067"/>
                  </a:lnTo>
                  <a:lnTo>
                    <a:pt x="44386" y="35207"/>
                  </a:lnTo>
                  <a:lnTo>
                    <a:pt x="44298" y="35123"/>
                  </a:lnTo>
                  <a:lnTo>
                    <a:pt x="44188" y="35039"/>
                  </a:lnTo>
                  <a:lnTo>
                    <a:pt x="44122" y="35011"/>
                  </a:lnTo>
                  <a:lnTo>
                    <a:pt x="44122" y="35039"/>
                  </a:lnTo>
                  <a:lnTo>
                    <a:pt x="44100" y="35123"/>
                  </a:lnTo>
                  <a:lnTo>
                    <a:pt x="44078" y="35262"/>
                  </a:lnTo>
                  <a:lnTo>
                    <a:pt x="44034" y="35318"/>
                  </a:lnTo>
                  <a:lnTo>
                    <a:pt x="43968" y="35346"/>
                  </a:lnTo>
                  <a:lnTo>
                    <a:pt x="43946" y="35318"/>
                  </a:lnTo>
                  <a:lnTo>
                    <a:pt x="43902" y="35290"/>
                  </a:lnTo>
                  <a:lnTo>
                    <a:pt x="43836" y="35262"/>
                  </a:lnTo>
                  <a:lnTo>
                    <a:pt x="43770" y="35318"/>
                  </a:lnTo>
                  <a:lnTo>
                    <a:pt x="43616" y="35570"/>
                  </a:lnTo>
                  <a:lnTo>
                    <a:pt x="43528" y="35570"/>
                  </a:lnTo>
                  <a:lnTo>
                    <a:pt x="43528" y="35486"/>
                  </a:lnTo>
                  <a:lnTo>
                    <a:pt x="43506" y="35402"/>
                  </a:lnTo>
                  <a:lnTo>
                    <a:pt x="43484" y="35318"/>
                  </a:lnTo>
                  <a:lnTo>
                    <a:pt x="43462" y="35290"/>
                  </a:lnTo>
                  <a:lnTo>
                    <a:pt x="43264" y="35262"/>
                  </a:lnTo>
                  <a:lnTo>
                    <a:pt x="43154" y="35318"/>
                  </a:lnTo>
                  <a:lnTo>
                    <a:pt x="43000" y="35570"/>
                  </a:lnTo>
                  <a:lnTo>
                    <a:pt x="42912" y="35625"/>
                  </a:lnTo>
                  <a:lnTo>
                    <a:pt x="42714" y="35570"/>
                  </a:lnTo>
                  <a:lnTo>
                    <a:pt x="42648" y="35597"/>
                  </a:lnTo>
                  <a:lnTo>
                    <a:pt x="42538" y="35765"/>
                  </a:lnTo>
                  <a:lnTo>
                    <a:pt x="42648" y="35960"/>
                  </a:lnTo>
                  <a:lnTo>
                    <a:pt x="42648" y="36100"/>
                  </a:lnTo>
                  <a:lnTo>
                    <a:pt x="42626" y="36268"/>
                  </a:lnTo>
                  <a:lnTo>
                    <a:pt x="42582" y="36407"/>
                  </a:lnTo>
                  <a:lnTo>
                    <a:pt x="42450" y="36547"/>
                  </a:lnTo>
                  <a:lnTo>
                    <a:pt x="42406" y="36603"/>
                  </a:lnTo>
                  <a:lnTo>
                    <a:pt x="42428" y="36798"/>
                  </a:lnTo>
                  <a:lnTo>
                    <a:pt x="42802" y="37273"/>
                  </a:lnTo>
                  <a:lnTo>
                    <a:pt x="42736" y="37301"/>
                  </a:lnTo>
                  <a:lnTo>
                    <a:pt x="42670" y="37301"/>
                  </a:lnTo>
                  <a:lnTo>
                    <a:pt x="42626" y="37301"/>
                  </a:lnTo>
                  <a:lnTo>
                    <a:pt x="42604" y="37356"/>
                  </a:lnTo>
                  <a:lnTo>
                    <a:pt x="42516" y="37524"/>
                  </a:lnTo>
                  <a:lnTo>
                    <a:pt x="42472" y="37580"/>
                  </a:lnTo>
                  <a:lnTo>
                    <a:pt x="42450" y="37328"/>
                  </a:lnTo>
                  <a:lnTo>
                    <a:pt x="42406" y="37189"/>
                  </a:lnTo>
                  <a:lnTo>
                    <a:pt x="42362" y="37049"/>
                  </a:lnTo>
                  <a:lnTo>
                    <a:pt x="42075" y="36575"/>
                  </a:lnTo>
                  <a:lnTo>
                    <a:pt x="41987" y="36547"/>
                  </a:lnTo>
                  <a:lnTo>
                    <a:pt x="41965" y="36658"/>
                  </a:lnTo>
                  <a:lnTo>
                    <a:pt x="41965" y="36938"/>
                  </a:lnTo>
                  <a:lnTo>
                    <a:pt x="41965" y="37189"/>
                  </a:lnTo>
                  <a:lnTo>
                    <a:pt x="41877" y="37301"/>
                  </a:lnTo>
                  <a:lnTo>
                    <a:pt x="41833" y="37273"/>
                  </a:lnTo>
                  <a:lnTo>
                    <a:pt x="41811" y="37105"/>
                  </a:lnTo>
                  <a:lnTo>
                    <a:pt x="41745" y="37021"/>
                  </a:lnTo>
                  <a:lnTo>
                    <a:pt x="41767" y="36938"/>
                  </a:lnTo>
                  <a:lnTo>
                    <a:pt x="41811" y="36742"/>
                  </a:lnTo>
                  <a:lnTo>
                    <a:pt x="41613" y="36714"/>
                  </a:lnTo>
                  <a:lnTo>
                    <a:pt x="41503" y="36742"/>
                  </a:lnTo>
                  <a:lnTo>
                    <a:pt x="41415" y="36910"/>
                  </a:lnTo>
                  <a:lnTo>
                    <a:pt x="41459" y="37049"/>
                  </a:lnTo>
                  <a:lnTo>
                    <a:pt x="41547" y="37301"/>
                  </a:lnTo>
                  <a:lnTo>
                    <a:pt x="41569" y="37580"/>
                  </a:lnTo>
                  <a:lnTo>
                    <a:pt x="41503" y="37859"/>
                  </a:lnTo>
                  <a:lnTo>
                    <a:pt x="41503" y="37915"/>
                  </a:lnTo>
                  <a:lnTo>
                    <a:pt x="41173" y="37691"/>
                  </a:lnTo>
                  <a:lnTo>
                    <a:pt x="40997" y="37636"/>
                  </a:lnTo>
                  <a:lnTo>
                    <a:pt x="40865" y="37803"/>
                  </a:lnTo>
                  <a:lnTo>
                    <a:pt x="40909" y="37915"/>
                  </a:lnTo>
                  <a:lnTo>
                    <a:pt x="40843" y="37915"/>
                  </a:lnTo>
                  <a:lnTo>
                    <a:pt x="40689" y="37831"/>
                  </a:lnTo>
                  <a:lnTo>
                    <a:pt x="40337" y="37915"/>
                  </a:lnTo>
                  <a:lnTo>
                    <a:pt x="40359" y="37831"/>
                  </a:lnTo>
                  <a:lnTo>
                    <a:pt x="40403" y="37747"/>
                  </a:lnTo>
                  <a:lnTo>
                    <a:pt x="40469" y="37608"/>
                  </a:lnTo>
                  <a:lnTo>
                    <a:pt x="40337" y="37524"/>
                  </a:lnTo>
                  <a:lnTo>
                    <a:pt x="40205" y="37636"/>
                  </a:lnTo>
                  <a:lnTo>
                    <a:pt x="39919" y="38026"/>
                  </a:lnTo>
                  <a:lnTo>
                    <a:pt x="39589" y="38250"/>
                  </a:lnTo>
                  <a:lnTo>
                    <a:pt x="39413" y="38306"/>
                  </a:lnTo>
                  <a:lnTo>
                    <a:pt x="39193" y="38082"/>
                  </a:lnTo>
                  <a:lnTo>
                    <a:pt x="38973" y="38026"/>
                  </a:lnTo>
                  <a:lnTo>
                    <a:pt x="38863" y="38026"/>
                  </a:lnTo>
                  <a:lnTo>
                    <a:pt x="38774" y="38110"/>
                  </a:lnTo>
                  <a:lnTo>
                    <a:pt x="38642" y="38138"/>
                  </a:lnTo>
                  <a:lnTo>
                    <a:pt x="38598" y="38166"/>
                  </a:lnTo>
                  <a:lnTo>
                    <a:pt x="38466" y="38417"/>
                  </a:lnTo>
                  <a:lnTo>
                    <a:pt x="38422" y="38473"/>
                  </a:lnTo>
                  <a:lnTo>
                    <a:pt x="38422" y="38529"/>
                  </a:lnTo>
                  <a:lnTo>
                    <a:pt x="38400" y="38585"/>
                  </a:lnTo>
                  <a:lnTo>
                    <a:pt x="38378" y="38641"/>
                  </a:lnTo>
                  <a:lnTo>
                    <a:pt x="38312" y="38697"/>
                  </a:lnTo>
                  <a:lnTo>
                    <a:pt x="38268" y="38641"/>
                  </a:lnTo>
                  <a:lnTo>
                    <a:pt x="38136" y="38445"/>
                  </a:lnTo>
                  <a:lnTo>
                    <a:pt x="38202" y="38334"/>
                  </a:lnTo>
                  <a:lnTo>
                    <a:pt x="38312" y="38250"/>
                  </a:lnTo>
                  <a:lnTo>
                    <a:pt x="38378" y="38222"/>
                  </a:lnTo>
                  <a:lnTo>
                    <a:pt x="38488" y="38166"/>
                  </a:lnTo>
                  <a:lnTo>
                    <a:pt x="38334" y="38166"/>
                  </a:lnTo>
                  <a:lnTo>
                    <a:pt x="38290" y="38138"/>
                  </a:lnTo>
                  <a:lnTo>
                    <a:pt x="38268" y="38026"/>
                  </a:lnTo>
                  <a:lnTo>
                    <a:pt x="38466" y="38026"/>
                  </a:lnTo>
                  <a:lnTo>
                    <a:pt x="38554" y="38026"/>
                  </a:lnTo>
                  <a:lnTo>
                    <a:pt x="38620" y="37859"/>
                  </a:lnTo>
                  <a:lnTo>
                    <a:pt x="38532" y="37747"/>
                  </a:lnTo>
                  <a:lnTo>
                    <a:pt x="38488" y="37664"/>
                  </a:lnTo>
                  <a:lnTo>
                    <a:pt x="38356" y="37691"/>
                  </a:lnTo>
                  <a:lnTo>
                    <a:pt x="38290" y="37664"/>
                  </a:lnTo>
                  <a:lnTo>
                    <a:pt x="38268" y="37608"/>
                  </a:lnTo>
                  <a:lnTo>
                    <a:pt x="38246" y="37524"/>
                  </a:lnTo>
                  <a:lnTo>
                    <a:pt x="38202" y="37496"/>
                  </a:lnTo>
                  <a:lnTo>
                    <a:pt x="38158" y="37524"/>
                  </a:lnTo>
                  <a:lnTo>
                    <a:pt x="38092" y="37608"/>
                  </a:lnTo>
                  <a:lnTo>
                    <a:pt x="38048" y="37803"/>
                  </a:lnTo>
                  <a:lnTo>
                    <a:pt x="38026" y="38054"/>
                  </a:lnTo>
                  <a:lnTo>
                    <a:pt x="37982" y="38250"/>
                  </a:lnTo>
                  <a:lnTo>
                    <a:pt x="37938" y="38389"/>
                  </a:lnTo>
                  <a:lnTo>
                    <a:pt x="37916" y="38417"/>
                  </a:lnTo>
                  <a:lnTo>
                    <a:pt x="37894" y="38445"/>
                  </a:lnTo>
                  <a:lnTo>
                    <a:pt x="37916" y="38585"/>
                  </a:lnTo>
                  <a:lnTo>
                    <a:pt x="37938" y="38641"/>
                  </a:lnTo>
                  <a:lnTo>
                    <a:pt x="38070" y="38697"/>
                  </a:lnTo>
                  <a:lnTo>
                    <a:pt x="38114" y="38724"/>
                  </a:lnTo>
                  <a:lnTo>
                    <a:pt x="38136" y="38808"/>
                  </a:lnTo>
                  <a:lnTo>
                    <a:pt x="38158" y="38948"/>
                  </a:lnTo>
                  <a:lnTo>
                    <a:pt x="38180" y="39004"/>
                  </a:lnTo>
                  <a:lnTo>
                    <a:pt x="38246" y="38976"/>
                  </a:lnTo>
                  <a:lnTo>
                    <a:pt x="38312" y="38948"/>
                  </a:lnTo>
                  <a:lnTo>
                    <a:pt x="38356" y="38920"/>
                  </a:lnTo>
                  <a:lnTo>
                    <a:pt x="38576" y="39060"/>
                  </a:lnTo>
                  <a:lnTo>
                    <a:pt x="38620" y="39171"/>
                  </a:lnTo>
                  <a:lnTo>
                    <a:pt x="38576" y="39311"/>
                  </a:lnTo>
                  <a:lnTo>
                    <a:pt x="38510" y="39478"/>
                  </a:lnTo>
                  <a:lnTo>
                    <a:pt x="38466" y="39562"/>
                  </a:lnTo>
                  <a:lnTo>
                    <a:pt x="38400" y="39590"/>
                  </a:lnTo>
                  <a:lnTo>
                    <a:pt x="38312" y="39618"/>
                  </a:lnTo>
                  <a:lnTo>
                    <a:pt x="37894" y="39897"/>
                  </a:lnTo>
                  <a:lnTo>
                    <a:pt x="37696" y="39897"/>
                  </a:lnTo>
                  <a:lnTo>
                    <a:pt x="37674" y="39953"/>
                  </a:lnTo>
                  <a:lnTo>
                    <a:pt x="37630" y="40037"/>
                  </a:lnTo>
                  <a:lnTo>
                    <a:pt x="37608" y="40148"/>
                  </a:lnTo>
                  <a:lnTo>
                    <a:pt x="37564" y="40288"/>
                  </a:lnTo>
                  <a:lnTo>
                    <a:pt x="37432" y="40651"/>
                  </a:lnTo>
                  <a:lnTo>
                    <a:pt x="37344" y="40846"/>
                  </a:lnTo>
                  <a:lnTo>
                    <a:pt x="37300" y="41098"/>
                  </a:lnTo>
                  <a:lnTo>
                    <a:pt x="37322" y="41349"/>
                  </a:lnTo>
                  <a:lnTo>
                    <a:pt x="37322" y="41433"/>
                  </a:lnTo>
                  <a:lnTo>
                    <a:pt x="37344" y="41516"/>
                  </a:lnTo>
                  <a:lnTo>
                    <a:pt x="37432" y="41628"/>
                  </a:lnTo>
                  <a:lnTo>
                    <a:pt x="37498" y="41824"/>
                  </a:lnTo>
                  <a:lnTo>
                    <a:pt x="37674" y="42187"/>
                  </a:lnTo>
                  <a:lnTo>
                    <a:pt x="37850" y="42298"/>
                  </a:lnTo>
                  <a:lnTo>
                    <a:pt x="38026" y="42605"/>
                  </a:lnTo>
                  <a:lnTo>
                    <a:pt x="38114" y="42829"/>
                  </a:lnTo>
                  <a:lnTo>
                    <a:pt x="38158" y="43080"/>
                  </a:lnTo>
                  <a:lnTo>
                    <a:pt x="38158" y="43164"/>
                  </a:lnTo>
                  <a:lnTo>
                    <a:pt x="38180" y="43275"/>
                  </a:lnTo>
                  <a:lnTo>
                    <a:pt x="38246" y="43331"/>
                  </a:lnTo>
                  <a:lnTo>
                    <a:pt x="38334" y="43415"/>
                  </a:lnTo>
                  <a:lnTo>
                    <a:pt x="38378" y="43471"/>
                  </a:lnTo>
                  <a:lnTo>
                    <a:pt x="38400" y="43583"/>
                  </a:lnTo>
                  <a:lnTo>
                    <a:pt x="38422" y="43666"/>
                  </a:lnTo>
                  <a:lnTo>
                    <a:pt x="38400" y="43806"/>
                  </a:lnTo>
                  <a:lnTo>
                    <a:pt x="38246" y="44029"/>
                  </a:lnTo>
                  <a:lnTo>
                    <a:pt x="38158" y="44504"/>
                  </a:lnTo>
                  <a:lnTo>
                    <a:pt x="38114" y="44532"/>
                  </a:lnTo>
                  <a:lnTo>
                    <a:pt x="38092" y="44476"/>
                  </a:lnTo>
                  <a:lnTo>
                    <a:pt x="38048" y="44364"/>
                  </a:lnTo>
                  <a:lnTo>
                    <a:pt x="37982" y="44253"/>
                  </a:lnTo>
                  <a:lnTo>
                    <a:pt x="37916" y="44308"/>
                  </a:lnTo>
                  <a:lnTo>
                    <a:pt x="37916" y="44476"/>
                  </a:lnTo>
                  <a:lnTo>
                    <a:pt x="37960" y="44671"/>
                  </a:lnTo>
                  <a:lnTo>
                    <a:pt x="38070" y="44811"/>
                  </a:lnTo>
                  <a:lnTo>
                    <a:pt x="38246" y="45481"/>
                  </a:lnTo>
                  <a:lnTo>
                    <a:pt x="38290" y="45872"/>
                  </a:lnTo>
                  <a:lnTo>
                    <a:pt x="38290" y="46291"/>
                  </a:lnTo>
                  <a:lnTo>
                    <a:pt x="38334" y="46430"/>
                  </a:lnTo>
                  <a:lnTo>
                    <a:pt x="38598" y="47017"/>
                  </a:lnTo>
                  <a:lnTo>
                    <a:pt x="38708" y="47128"/>
                  </a:lnTo>
                  <a:lnTo>
                    <a:pt x="38841" y="47212"/>
                  </a:lnTo>
                  <a:lnTo>
                    <a:pt x="38951" y="47352"/>
                  </a:lnTo>
                  <a:lnTo>
                    <a:pt x="38995" y="47408"/>
                  </a:lnTo>
                  <a:lnTo>
                    <a:pt x="39061" y="47408"/>
                  </a:lnTo>
                  <a:lnTo>
                    <a:pt x="39149" y="47352"/>
                  </a:lnTo>
                  <a:lnTo>
                    <a:pt x="39193" y="47352"/>
                  </a:lnTo>
                  <a:lnTo>
                    <a:pt x="39259" y="47436"/>
                  </a:lnTo>
                  <a:lnTo>
                    <a:pt x="39127" y="47603"/>
                  </a:lnTo>
                  <a:lnTo>
                    <a:pt x="39083" y="47715"/>
                  </a:lnTo>
                  <a:lnTo>
                    <a:pt x="39083" y="47826"/>
                  </a:lnTo>
                  <a:lnTo>
                    <a:pt x="38708" y="47966"/>
                  </a:lnTo>
                  <a:lnTo>
                    <a:pt x="38598" y="48106"/>
                  </a:lnTo>
                  <a:lnTo>
                    <a:pt x="38554" y="48189"/>
                  </a:lnTo>
                  <a:lnTo>
                    <a:pt x="38642" y="48273"/>
                  </a:lnTo>
                  <a:lnTo>
                    <a:pt x="38818" y="48496"/>
                  </a:lnTo>
                  <a:lnTo>
                    <a:pt x="38929" y="48776"/>
                  </a:lnTo>
                  <a:lnTo>
                    <a:pt x="39259" y="49753"/>
                  </a:lnTo>
                  <a:lnTo>
                    <a:pt x="39171" y="49892"/>
                  </a:lnTo>
                  <a:lnTo>
                    <a:pt x="39369" y="50367"/>
                  </a:lnTo>
                  <a:lnTo>
                    <a:pt x="39369" y="50479"/>
                  </a:lnTo>
                  <a:lnTo>
                    <a:pt x="39259" y="50451"/>
                  </a:lnTo>
                  <a:lnTo>
                    <a:pt x="39215" y="50367"/>
                  </a:lnTo>
                  <a:lnTo>
                    <a:pt x="39193" y="50283"/>
                  </a:lnTo>
                  <a:lnTo>
                    <a:pt x="39171" y="50116"/>
                  </a:lnTo>
                  <a:lnTo>
                    <a:pt x="39061" y="49892"/>
                  </a:lnTo>
                  <a:lnTo>
                    <a:pt x="39039" y="49753"/>
                  </a:lnTo>
                  <a:lnTo>
                    <a:pt x="38995" y="49641"/>
                  </a:lnTo>
                  <a:lnTo>
                    <a:pt x="38752" y="49278"/>
                  </a:lnTo>
                  <a:lnTo>
                    <a:pt x="38686" y="49111"/>
                  </a:lnTo>
                  <a:lnTo>
                    <a:pt x="38620" y="48999"/>
                  </a:lnTo>
                  <a:lnTo>
                    <a:pt x="38576" y="48915"/>
                  </a:lnTo>
                  <a:lnTo>
                    <a:pt x="38510" y="48859"/>
                  </a:lnTo>
                  <a:lnTo>
                    <a:pt x="38422" y="48859"/>
                  </a:lnTo>
                  <a:lnTo>
                    <a:pt x="38378" y="48887"/>
                  </a:lnTo>
                  <a:lnTo>
                    <a:pt x="38356" y="48943"/>
                  </a:lnTo>
                  <a:lnTo>
                    <a:pt x="38422" y="49390"/>
                  </a:lnTo>
                  <a:lnTo>
                    <a:pt x="38466" y="49530"/>
                  </a:lnTo>
                  <a:lnTo>
                    <a:pt x="38422" y="49669"/>
                  </a:lnTo>
                  <a:lnTo>
                    <a:pt x="38378" y="49781"/>
                  </a:lnTo>
                  <a:lnTo>
                    <a:pt x="38312" y="49781"/>
                  </a:lnTo>
                  <a:lnTo>
                    <a:pt x="38202" y="49725"/>
                  </a:lnTo>
                  <a:lnTo>
                    <a:pt x="38158" y="49697"/>
                  </a:lnTo>
                  <a:lnTo>
                    <a:pt x="38180" y="49892"/>
                  </a:lnTo>
                  <a:lnTo>
                    <a:pt x="38202" y="50060"/>
                  </a:lnTo>
                  <a:lnTo>
                    <a:pt x="38334" y="50395"/>
                  </a:lnTo>
                  <a:lnTo>
                    <a:pt x="38246" y="50479"/>
                  </a:lnTo>
                  <a:lnTo>
                    <a:pt x="38202" y="50367"/>
                  </a:lnTo>
                  <a:lnTo>
                    <a:pt x="38158" y="50200"/>
                  </a:lnTo>
                  <a:lnTo>
                    <a:pt x="38136" y="50088"/>
                  </a:lnTo>
                  <a:lnTo>
                    <a:pt x="38092" y="50116"/>
                  </a:lnTo>
                  <a:lnTo>
                    <a:pt x="38048" y="50255"/>
                  </a:lnTo>
                  <a:lnTo>
                    <a:pt x="38026" y="50283"/>
                  </a:lnTo>
                  <a:lnTo>
                    <a:pt x="37960" y="50283"/>
                  </a:lnTo>
                  <a:lnTo>
                    <a:pt x="37872" y="50116"/>
                  </a:lnTo>
                  <a:lnTo>
                    <a:pt x="37828" y="50060"/>
                  </a:lnTo>
                  <a:lnTo>
                    <a:pt x="37938" y="49920"/>
                  </a:lnTo>
                  <a:lnTo>
                    <a:pt x="37960" y="49837"/>
                  </a:lnTo>
                  <a:lnTo>
                    <a:pt x="37982" y="49753"/>
                  </a:lnTo>
                  <a:lnTo>
                    <a:pt x="37960" y="49697"/>
                  </a:lnTo>
                  <a:lnTo>
                    <a:pt x="37872" y="49530"/>
                  </a:lnTo>
                  <a:lnTo>
                    <a:pt x="37850" y="49502"/>
                  </a:lnTo>
                  <a:lnTo>
                    <a:pt x="37850" y="49669"/>
                  </a:lnTo>
                  <a:lnTo>
                    <a:pt x="37784" y="49697"/>
                  </a:lnTo>
                  <a:lnTo>
                    <a:pt x="37740" y="49641"/>
                  </a:lnTo>
                  <a:lnTo>
                    <a:pt x="37696" y="49530"/>
                  </a:lnTo>
                  <a:lnTo>
                    <a:pt x="37674" y="49278"/>
                  </a:lnTo>
                  <a:lnTo>
                    <a:pt x="37564" y="49083"/>
                  </a:lnTo>
                  <a:lnTo>
                    <a:pt x="37542" y="48915"/>
                  </a:lnTo>
                  <a:lnTo>
                    <a:pt x="37630" y="48887"/>
                  </a:lnTo>
                  <a:lnTo>
                    <a:pt x="37696" y="48915"/>
                  </a:lnTo>
                  <a:lnTo>
                    <a:pt x="37762" y="49055"/>
                  </a:lnTo>
                  <a:lnTo>
                    <a:pt x="37828" y="49194"/>
                  </a:lnTo>
                  <a:lnTo>
                    <a:pt x="37850" y="49250"/>
                  </a:lnTo>
                  <a:lnTo>
                    <a:pt x="37916" y="49334"/>
                  </a:lnTo>
                  <a:lnTo>
                    <a:pt x="37982" y="49362"/>
                  </a:lnTo>
                  <a:lnTo>
                    <a:pt x="38026" y="49278"/>
                  </a:lnTo>
                  <a:lnTo>
                    <a:pt x="38048" y="49222"/>
                  </a:lnTo>
                  <a:lnTo>
                    <a:pt x="38092" y="49250"/>
                  </a:lnTo>
                  <a:lnTo>
                    <a:pt x="38180" y="49362"/>
                  </a:lnTo>
                  <a:lnTo>
                    <a:pt x="38158" y="48552"/>
                  </a:lnTo>
                  <a:lnTo>
                    <a:pt x="38158" y="48552"/>
                  </a:lnTo>
                  <a:lnTo>
                    <a:pt x="38158" y="48357"/>
                  </a:lnTo>
                  <a:lnTo>
                    <a:pt x="38114" y="48245"/>
                  </a:lnTo>
                  <a:lnTo>
                    <a:pt x="38048" y="48134"/>
                  </a:lnTo>
                  <a:lnTo>
                    <a:pt x="37916" y="47771"/>
                  </a:lnTo>
                  <a:lnTo>
                    <a:pt x="37872" y="47743"/>
                  </a:lnTo>
                  <a:lnTo>
                    <a:pt x="37850" y="47743"/>
                  </a:lnTo>
                  <a:lnTo>
                    <a:pt x="37762" y="47771"/>
                  </a:lnTo>
                  <a:lnTo>
                    <a:pt x="37740" y="47826"/>
                  </a:lnTo>
                  <a:lnTo>
                    <a:pt x="37740" y="47854"/>
                  </a:lnTo>
                  <a:lnTo>
                    <a:pt x="37762" y="47966"/>
                  </a:lnTo>
                  <a:lnTo>
                    <a:pt x="37828" y="48329"/>
                  </a:lnTo>
                  <a:lnTo>
                    <a:pt x="37828" y="48441"/>
                  </a:lnTo>
                  <a:lnTo>
                    <a:pt x="37850" y="48524"/>
                  </a:lnTo>
                  <a:lnTo>
                    <a:pt x="37850" y="48580"/>
                  </a:lnTo>
                  <a:lnTo>
                    <a:pt x="37872" y="48664"/>
                  </a:lnTo>
                  <a:lnTo>
                    <a:pt x="37850" y="48776"/>
                  </a:lnTo>
                  <a:lnTo>
                    <a:pt x="37784" y="48832"/>
                  </a:lnTo>
                  <a:lnTo>
                    <a:pt x="37740" y="48832"/>
                  </a:lnTo>
                  <a:lnTo>
                    <a:pt x="37608" y="48664"/>
                  </a:lnTo>
                  <a:lnTo>
                    <a:pt x="37476" y="48329"/>
                  </a:lnTo>
                  <a:lnTo>
                    <a:pt x="37410" y="48357"/>
                  </a:lnTo>
                  <a:lnTo>
                    <a:pt x="37388" y="48496"/>
                  </a:lnTo>
                  <a:lnTo>
                    <a:pt x="37344" y="48664"/>
                  </a:lnTo>
                  <a:lnTo>
                    <a:pt x="37322" y="48859"/>
                  </a:lnTo>
                  <a:lnTo>
                    <a:pt x="37322" y="48971"/>
                  </a:lnTo>
                  <a:lnTo>
                    <a:pt x="37322" y="49139"/>
                  </a:lnTo>
                  <a:lnTo>
                    <a:pt x="37410" y="49669"/>
                  </a:lnTo>
                  <a:lnTo>
                    <a:pt x="37388" y="50116"/>
                  </a:lnTo>
                  <a:lnTo>
                    <a:pt x="37410" y="50395"/>
                  </a:lnTo>
                  <a:lnTo>
                    <a:pt x="37388" y="50479"/>
                  </a:lnTo>
                  <a:lnTo>
                    <a:pt x="37388" y="50563"/>
                  </a:lnTo>
                  <a:lnTo>
                    <a:pt x="37388" y="50646"/>
                  </a:lnTo>
                  <a:lnTo>
                    <a:pt x="37388" y="50758"/>
                  </a:lnTo>
                  <a:lnTo>
                    <a:pt x="37300" y="50898"/>
                  </a:lnTo>
                  <a:lnTo>
                    <a:pt x="37212" y="50870"/>
                  </a:lnTo>
                  <a:lnTo>
                    <a:pt x="37036" y="50730"/>
                  </a:lnTo>
                  <a:lnTo>
                    <a:pt x="37102" y="51037"/>
                  </a:lnTo>
                  <a:lnTo>
                    <a:pt x="37432" y="51372"/>
                  </a:lnTo>
                  <a:lnTo>
                    <a:pt x="37498" y="51847"/>
                  </a:lnTo>
                  <a:lnTo>
                    <a:pt x="37630" y="52210"/>
                  </a:lnTo>
                  <a:lnTo>
                    <a:pt x="37630" y="52294"/>
                  </a:lnTo>
                  <a:lnTo>
                    <a:pt x="37630" y="52461"/>
                  </a:lnTo>
                  <a:lnTo>
                    <a:pt x="37630" y="52517"/>
                  </a:lnTo>
                  <a:lnTo>
                    <a:pt x="37652" y="52601"/>
                  </a:lnTo>
                  <a:lnTo>
                    <a:pt x="37718" y="52712"/>
                  </a:lnTo>
                  <a:lnTo>
                    <a:pt x="37828" y="52908"/>
                  </a:lnTo>
                  <a:lnTo>
                    <a:pt x="37894" y="52964"/>
                  </a:lnTo>
                  <a:lnTo>
                    <a:pt x="37938" y="53047"/>
                  </a:lnTo>
                  <a:lnTo>
                    <a:pt x="37938" y="53271"/>
                  </a:lnTo>
                  <a:lnTo>
                    <a:pt x="37960" y="53410"/>
                  </a:lnTo>
                  <a:lnTo>
                    <a:pt x="38026" y="53550"/>
                  </a:lnTo>
                  <a:lnTo>
                    <a:pt x="38356" y="54164"/>
                  </a:lnTo>
                  <a:lnTo>
                    <a:pt x="38466" y="54443"/>
                  </a:lnTo>
                  <a:lnTo>
                    <a:pt x="38488" y="54667"/>
                  </a:lnTo>
                  <a:lnTo>
                    <a:pt x="38598" y="54806"/>
                  </a:lnTo>
                  <a:lnTo>
                    <a:pt x="38554" y="55002"/>
                  </a:lnTo>
                  <a:lnTo>
                    <a:pt x="38422" y="55086"/>
                  </a:lnTo>
                  <a:lnTo>
                    <a:pt x="38334" y="54974"/>
                  </a:lnTo>
                  <a:lnTo>
                    <a:pt x="38114" y="54192"/>
                  </a:lnTo>
                  <a:lnTo>
                    <a:pt x="37960" y="54080"/>
                  </a:lnTo>
                  <a:lnTo>
                    <a:pt x="37916" y="53969"/>
                  </a:lnTo>
                  <a:lnTo>
                    <a:pt x="37894" y="53857"/>
                  </a:lnTo>
                  <a:lnTo>
                    <a:pt x="37762" y="53131"/>
                  </a:lnTo>
                  <a:lnTo>
                    <a:pt x="37718" y="52964"/>
                  </a:lnTo>
                  <a:lnTo>
                    <a:pt x="37630" y="52936"/>
                  </a:lnTo>
                  <a:lnTo>
                    <a:pt x="37652" y="53075"/>
                  </a:lnTo>
                  <a:lnTo>
                    <a:pt x="37630" y="53187"/>
                  </a:lnTo>
                  <a:lnTo>
                    <a:pt x="37542" y="53187"/>
                  </a:lnTo>
                  <a:lnTo>
                    <a:pt x="37498" y="53075"/>
                  </a:lnTo>
                  <a:lnTo>
                    <a:pt x="37476" y="52992"/>
                  </a:lnTo>
                  <a:lnTo>
                    <a:pt x="37388" y="52740"/>
                  </a:lnTo>
                  <a:lnTo>
                    <a:pt x="37212" y="52210"/>
                  </a:lnTo>
                  <a:lnTo>
                    <a:pt x="37168" y="52098"/>
                  </a:lnTo>
                  <a:lnTo>
                    <a:pt x="37190" y="52014"/>
                  </a:lnTo>
                  <a:lnTo>
                    <a:pt x="37212" y="51959"/>
                  </a:lnTo>
                  <a:lnTo>
                    <a:pt x="37234" y="51959"/>
                  </a:lnTo>
                  <a:lnTo>
                    <a:pt x="37278" y="51959"/>
                  </a:lnTo>
                  <a:lnTo>
                    <a:pt x="37080" y="51484"/>
                  </a:lnTo>
                  <a:lnTo>
                    <a:pt x="36904" y="50898"/>
                  </a:lnTo>
                  <a:lnTo>
                    <a:pt x="36838" y="50786"/>
                  </a:lnTo>
                  <a:lnTo>
                    <a:pt x="36750" y="50758"/>
                  </a:lnTo>
                  <a:lnTo>
                    <a:pt x="36772" y="50870"/>
                  </a:lnTo>
                  <a:lnTo>
                    <a:pt x="36816" y="51009"/>
                  </a:lnTo>
                  <a:lnTo>
                    <a:pt x="36816" y="51121"/>
                  </a:lnTo>
                  <a:lnTo>
                    <a:pt x="36750" y="51288"/>
                  </a:lnTo>
                  <a:lnTo>
                    <a:pt x="36750" y="51372"/>
                  </a:lnTo>
                  <a:lnTo>
                    <a:pt x="36750" y="51484"/>
                  </a:lnTo>
                  <a:lnTo>
                    <a:pt x="36706" y="51651"/>
                  </a:lnTo>
                  <a:lnTo>
                    <a:pt x="36684" y="51679"/>
                  </a:lnTo>
                  <a:lnTo>
                    <a:pt x="36662" y="51651"/>
                  </a:lnTo>
                  <a:lnTo>
                    <a:pt x="36618" y="51568"/>
                  </a:lnTo>
                  <a:lnTo>
                    <a:pt x="36596" y="51456"/>
                  </a:lnTo>
                  <a:lnTo>
                    <a:pt x="36596" y="51288"/>
                  </a:lnTo>
                  <a:lnTo>
                    <a:pt x="36552" y="51093"/>
                  </a:lnTo>
                  <a:lnTo>
                    <a:pt x="36530" y="50981"/>
                  </a:lnTo>
                  <a:lnTo>
                    <a:pt x="36552" y="50870"/>
                  </a:lnTo>
                  <a:lnTo>
                    <a:pt x="36596" y="50590"/>
                  </a:lnTo>
                  <a:lnTo>
                    <a:pt x="36618" y="50535"/>
                  </a:lnTo>
                  <a:lnTo>
                    <a:pt x="36596" y="50395"/>
                  </a:lnTo>
                  <a:lnTo>
                    <a:pt x="36552" y="50283"/>
                  </a:lnTo>
                  <a:lnTo>
                    <a:pt x="36530" y="50200"/>
                  </a:lnTo>
                  <a:lnTo>
                    <a:pt x="36486" y="50060"/>
                  </a:lnTo>
                  <a:lnTo>
                    <a:pt x="36464" y="50004"/>
                  </a:lnTo>
                  <a:lnTo>
                    <a:pt x="36332" y="49781"/>
                  </a:lnTo>
                  <a:lnTo>
                    <a:pt x="35892" y="49837"/>
                  </a:lnTo>
                  <a:lnTo>
                    <a:pt x="35760" y="49697"/>
                  </a:lnTo>
                  <a:lnTo>
                    <a:pt x="35870" y="49669"/>
                  </a:lnTo>
                  <a:lnTo>
                    <a:pt x="35958" y="49697"/>
                  </a:lnTo>
                  <a:lnTo>
                    <a:pt x="36046" y="49669"/>
                  </a:lnTo>
                  <a:lnTo>
                    <a:pt x="36156" y="49502"/>
                  </a:lnTo>
                  <a:lnTo>
                    <a:pt x="36134" y="49418"/>
                  </a:lnTo>
                  <a:lnTo>
                    <a:pt x="36178" y="49250"/>
                  </a:lnTo>
                  <a:lnTo>
                    <a:pt x="36200" y="49055"/>
                  </a:lnTo>
                  <a:lnTo>
                    <a:pt x="36200" y="48887"/>
                  </a:lnTo>
                  <a:lnTo>
                    <a:pt x="36134" y="48832"/>
                  </a:lnTo>
                  <a:lnTo>
                    <a:pt x="36090" y="48636"/>
                  </a:lnTo>
                  <a:lnTo>
                    <a:pt x="36046" y="48580"/>
                  </a:lnTo>
                  <a:lnTo>
                    <a:pt x="36002" y="48552"/>
                  </a:lnTo>
                  <a:lnTo>
                    <a:pt x="35914" y="48441"/>
                  </a:lnTo>
                  <a:lnTo>
                    <a:pt x="35672" y="48357"/>
                  </a:lnTo>
                  <a:lnTo>
                    <a:pt x="35562" y="48301"/>
                  </a:lnTo>
                  <a:lnTo>
                    <a:pt x="35518" y="48134"/>
                  </a:lnTo>
                  <a:lnTo>
                    <a:pt x="35496" y="48022"/>
                  </a:lnTo>
                  <a:lnTo>
                    <a:pt x="35386" y="47798"/>
                  </a:lnTo>
                  <a:lnTo>
                    <a:pt x="35364" y="47715"/>
                  </a:lnTo>
                  <a:lnTo>
                    <a:pt x="35364" y="47631"/>
                  </a:lnTo>
                  <a:lnTo>
                    <a:pt x="35342" y="47547"/>
                  </a:lnTo>
                  <a:lnTo>
                    <a:pt x="35298" y="47463"/>
                  </a:lnTo>
                  <a:lnTo>
                    <a:pt x="35253" y="47408"/>
                  </a:lnTo>
                  <a:lnTo>
                    <a:pt x="35231" y="47408"/>
                  </a:lnTo>
                  <a:lnTo>
                    <a:pt x="35187" y="47408"/>
                  </a:lnTo>
                  <a:lnTo>
                    <a:pt x="35143" y="47491"/>
                  </a:lnTo>
                  <a:lnTo>
                    <a:pt x="35143" y="47547"/>
                  </a:lnTo>
                  <a:lnTo>
                    <a:pt x="35143" y="47631"/>
                  </a:lnTo>
                  <a:lnTo>
                    <a:pt x="35143" y="47715"/>
                  </a:lnTo>
                  <a:lnTo>
                    <a:pt x="35077" y="47771"/>
                  </a:lnTo>
                  <a:lnTo>
                    <a:pt x="35055" y="47743"/>
                  </a:lnTo>
                  <a:lnTo>
                    <a:pt x="35033" y="47715"/>
                  </a:lnTo>
                  <a:lnTo>
                    <a:pt x="35011" y="47547"/>
                  </a:lnTo>
                  <a:lnTo>
                    <a:pt x="34967" y="47436"/>
                  </a:lnTo>
                  <a:lnTo>
                    <a:pt x="34967" y="46989"/>
                  </a:lnTo>
                  <a:lnTo>
                    <a:pt x="34945" y="46877"/>
                  </a:lnTo>
                  <a:lnTo>
                    <a:pt x="34923" y="46738"/>
                  </a:lnTo>
                  <a:lnTo>
                    <a:pt x="34835" y="46570"/>
                  </a:lnTo>
                  <a:lnTo>
                    <a:pt x="34857" y="46486"/>
                  </a:lnTo>
                  <a:lnTo>
                    <a:pt x="34945" y="46514"/>
                  </a:lnTo>
                  <a:lnTo>
                    <a:pt x="35033" y="46654"/>
                  </a:lnTo>
                  <a:lnTo>
                    <a:pt x="35143" y="47017"/>
                  </a:lnTo>
                  <a:lnTo>
                    <a:pt x="35231" y="47156"/>
                  </a:lnTo>
                  <a:lnTo>
                    <a:pt x="35386" y="47296"/>
                  </a:lnTo>
                  <a:lnTo>
                    <a:pt x="35540" y="47575"/>
                  </a:lnTo>
                  <a:lnTo>
                    <a:pt x="35716" y="47798"/>
                  </a:lnTo>
                  <a:lnTo>
                    <a:pt x="35980" y="47994"/>
                  </a:lnTo>
                  <a:lnTo>
                    <a:pt x="36090" y="47966"/>
                  </a:lnTo>
                  <a:lnTo>
                    <a:pt x="36090" y="47715"/>
                  </a:lnTo>
                  <a:lnTo>
                    <a:pt x="36156" y="47687"/>
                  </a:lnTo>
                  <a:lnTo>
                    <a:pt x="36178" y="47631"/>
                  </a:lnTo>
                  <a:lnTo>
                    <a:pt x="36200" y="47603"/>
                  </a:lnTo>
                  <a:lnTo>
                    <a:pt x="36200" y="47575"/>
                  </a:lnTo>
                  <a:lnTo>
                    <a:pt x="36222" y="47519"/>
                  </a:lnTo>
                  <a:lnTo>
                    <a:pt x="36222" y="47519"/>
                  </a:lnTo>
                  <a:lnTo>
                    <a:pt x="36266" y="47491"/>
                  </a:lnTo>
                  <a:lnTo>
                    <a:pt x="36398" y="47603"/>
                  </a:lnTo>
                  <a:lnTo>
                    <a:pt x="36464" y="47603"/>
                  </a:lnTo>
                  <a:lnTo>
                    <a:pt x="36486" y="47575"/>
                  </a:lnTo>
                  <a:lnTo>
                    <a:pt x="36552" y="47547"/>
                  </a:lnTo>
                  <a:lnTo>
                    <a:pt x="36596" y="47491"/>
                  </a:lnTo>
                  <a:lnTo>
                    <a:pt x="36640" y="47519"/>
                  </a:lnTo>
                  <a:lnTo>
                    <a:pt x="36750" y="47631"/>
                  </a:lnTo>
                  <a:lnTo>
                    <a:pt x="36838" y="47687"/>
                  </a:lnTo>
                  <a:lnTo>
                    <a:pt x="36948" y="47798"/>
                  </a:lnTo>
                  <a:lnTo>
                    <a:pt x="36992" y="47854"/>
                  </a:lnTo>
                  <a:lnTo>
                    <a:pt x="37036" y="47910"/>
                  </a:lnTo>
                  <a:lnTo>
                    <a:pt x="37058" y="47854"/>
                  </a:lnTo>
                  <a:lnTo>
                    <a:pt x="37080" y="47687"/>
                  </a:lnTo>
                  <a:lnTo>
                    <a:pt x="37080" y="47491"/>
                  </a:lnTo>
                  <a:lnTo>
                    <a:pt x="37036" y="47017"/>
                  </a:lnTo>
                  <a:lnTo>
                    <a:pt x="37168" y="47017"/>
                  </a:lnTo>
                  <a:lnTo>
                    <a:pt x="37168" y="46877"/>
                  </a:lnTo>
                  <a:lnTo>
                    <a:pt x="37124" y="46710"/>
                  </a:lnTo>
                  <a:lnTo>
                    <a:pt x="37058" y="46207"/>
                  </a:lnTo>
                  <a:lnTo>
                    <a:pt x="37036" y="46067"/>
                  </a:lnTo>
                  <a:lnTo>
                    <a:pt x="37036" y="45984"/>
                  </a:lnTo>
                  <a:lnTo>
                    <a:pt x="36992" y="45900"/>
                  </a:lnTo>
                  <a:lnTo>
                    <a:pt x="36948" y="45565"/>
                  </a:lnTo>
                  <a:lnTo>
                    <a:pt x="36200" y="44476"/>
                  </a:lnTo>
                  <a:lnTo>
                    <a:pt x="36134" y="44364"/>
                  </a:lnTo>
                  <a:lnTo>
                    <a:pt x="36112" y="44225"/>
                  </a:lnTo>
                  <a:lnTo>
                    <a:pt x="36090" y="44029"/>
                  </a:lnTo>
                  <a:lnTo>
                    <a:pt x="36046" y="43918"/>
                  </a:lnTo>
                  <a:lnTo>
                    <a:pt x="35936" y="43750"/>
                  </a:lnTo>
                  <a:lnTo>
                    <a:pt x="35892" y="43722"/>
                  </a:lnTo>
                  <a:lnTo>
                    <a:pt x="35826" y="43806"/>
                  </a:lnTo>
                  <a:lnTo>
                    <a:pt x="35804" y="43862"/>
                  </a:lnTo>
                  <a:lnTo>
                    <a:pt x="35760" y="43862"/>
                  </a:lnTo>
                  <a:lnTo>
                    <a:pt x="35738" y="43890"/>
                  </a:lnTo>
                  <a:lnTo>
                    <a:pt x="35694" y="43862"/>
                  </a:lnTo>
                  <a:lnTo>
                    <a:pt x="35694" y="43946"/>
                  </a:lnTo>
                  <a:lnTo>
                    <a:pt x="35694" y="44001"/>
                  </a:lnTo>
                  <a:lnTo>
                    <a:pt x="35672" y="44085"/>
                  </a:lnTo>
                  <a:lnTo>
                    <a:pt x="35672" y="44141"/>
                  </a:lnTo>
                  <a:lnTo>
                    <a:pt x="35672" y="44197"/>
                  </a:lnTo>
                  <a:lnTo>
                    <a:pt x="35672" y="44281"/>
                  </a:lnTo>
                  <a:lnTo>
                    <a:pt x="35694" y="44364"/>
                  </a:lnTo>
                  <a:lnTo>
                    <a:pt x="35694" y="44364"/>
                  </a:lnTo>
                  <a:lnTo>
                    <a:pt x="35672" y="44504"/>
                  </a:lnTo>
                  <a:lnTo>
                    <a:pt x="35650" y="44644"/>
                  </a:lnTo>
                  <a:lnTo>
                    <a:pt x="35584" y="44699"/>
                  </a:lnTo>
                  <a:lnTo>
                    <a:pt x="35518" y="44671"/>
                  </a:lnTo>
                  <a:lnTo>
                    <a:pt x="35474" y="44532"/>
                  </a:lnTo>
                  <a:lnTo>
                    <a:pt x="35452" y="44253"/>
                  </a:lnTo>
                  <a:lnTo>
                    <a:pt x="35452" y="43946"/>
                  </a:lnTo>
                  <a:lnTo>
                    <a:pt x="35474" y="43666"/>
                  </a:lnTo>
                  <a:lnTo>
                    <a:pt x="35474" y="43555"/>
                  </a:lnTo>
                  <a:lnTo>
                    <a:pt x="35496" y="43443"/>
                  </a:lnTo>
                  <a:lnTo>
                    <a:pt x="35518" y="43359"/>
                  </a:lnTo>
                  <a:lnTo>
                    <a:pt x="35518" y="43220"/>
                  </a:lnTo>
                  <a:lnTo>
                    <a:pt x="35518" y="43136"/>
                  </a:lnTo>
                  <a:lnTo>
                    <a:pt x="35408" y="42382"/>
                  </a:lnTo>
                  <a:lnTo>
                    <a:pt x="35408" y="42298"/>
                  </a:lnTo>
                  <a:lnTo>
                    <a:pt x="35452" y="42214"/>
                  </a:lnTo>
                  <a:lnTo>
                    <a:pt x="35474" y="42075"/>
                  </a:lnTo>
                  <a:lnTo>
                    <a:pt x="35408" y="41907"/>
                  </a:lnTo>
                  <a:lnTo>
                    <a:pt x="35298" y="41879"/>
                  </a:lnTo>
                  <a:lnTo>
                    <a:pt x="35077" y="41879"/>
                  </a:lnTo>
                  <a:lnTo>
                    <a:pt x="35011" y="41963"/>
                  </a:lnTo>
                  <a:lnTo>
                    <a:pt x="34945" y="42187"/>
                  </a:lnTo>
                  <a:lnTo>
                    <a:pt x="34791" y="43555"/>
                  </a:lnTo>
                  <a:lnTo>
                    <a:pt x="34703" y="43918"/>
                  </a:lnTo>
                  <a:lnTo>
                    <a:pt x="34593" y="44253"/>
                  </a:lnTo>
                  <a:lnTo>
                    <a:pt x="34505" y="44420"/>
                  </a:lnTo>
                  <a:lnTo>
                    <a:pt x="34439" y="44448"/>
                  </a:lnTo>
                  <a:lnTo>
                    <a:pt x="34395" y="44364"/>
                  </a:lnTo>
                  <a:lnTo>
                    <a:pt x="34395" y="44085"/>
                  </a:lnTo>
                  <a:lnTo>
                    <a:pt x="34373" y="43862"/>
                  </a:lnTo>
                  <a:lnTo>
                    <a:pt x="34175" y="43806"/>
                  </a:lnTo>
                  <a:lnTo>
                    <a:pt x="34197" y="43638"/>
                  </a:lnTo>
                  <a:lnTo>
                    <a:pt x="34109" y="43555"/>
                  </a:lnTo>
                  <a:lnTo>
                    <a:pt x="33999" y="43443"/>
                  </a:lnTo>
                  <a:lnTo>
                    <a:pt x="33977" y="43331"/>
                  </a:lnTo>
                  <a:lnTo>
                    <a:pt x="33955" y="43164"/>
                  </a:lnTo>
                  <a:lnTo>
                    <a:pt x="33977" y="43080"/>
                  </a:lnTo>
                  <a:lnTo>
                    <a:pt x="33999" y="42996"/>
                  </a:lnTo>
                  <a:lnTo>
                    <a:pt x="34065" y="42912"/>
                  </a:lnTo>
                  <a:lnTo>
                    <a:pt x="34241" y="42801"/>
                  </a:lnTo>
                  <a:lnTo>
                    <a:pt x="34285" y="42661"/>
                  </a:lnTo>
                  <a:lnTo>
                    <a:pt x="34307" y="42522"/>
                  </a:lnTo>
                  <a:lnTo>
                    <a:pt x="34219" y="42242"/>
                  </a:lnTo>
                  <a:lnTo>
                    <a:pt x="34197" y="42075"/>
                  </a:lnTo>
                  <a:lnTo>
                    <a:pt x="34219" y="42075"/>
                  </a:lnTo>
                  <a:lnTo>
                    <a:pt x="34241" y="41433"/>
                  </a:lnTo>
                  <a:lnTo>
                    <a:pt x="34219" y="41237"/>
                  </a:lnTo>
                  <a:lnTo>
                    <a:pt x="34219" y="41181"/>
                  </a:lnTo>
                  <a:lnTo>
                    <a:pt x="34087" y="40874"/>
                  </a:lnTo>
                  <a:lnTo>
                    <a:pt x="34087" y="40846"/>
                  </a:lnTo>
                  <a:lnTo>
                    <a:pt x="34087" y="40818"/>
                  </a:lnTo>
                  <a:lnTo>
                    <a:pt x="34087" y="40735"/>
                  </a:lnTo>
                  <a:lnTo>
                    <a:pt x="34065" y="40735"/>
                  </a:lnTo>
                  <a:lnTo>
                    <a:pt x="33537" y="40539"/>
                  </a:lnTo>
                  <a:lnTo>
                    <a:pt x="33515" y="40539"/>
                  </a:lnTo>
                  <a:lnTo>
                    <a:pt x="33427" y="40567"/>
                  </a:lnTo>
                  <a:lnTo>
                    <a:pt x="33383" y="40623"/>
                  </a:lnTo>
                  <a:lnTo>
                    <a:pt x="33339" y="40623"/>
                  </a:lnTo>
                  <a:lnTo>
                    <a:pt x="33317" y="40567"/>
                  </a:lnTo>
                  <a:lnTo>
                    <a:pt x="33295" y="40567"/>
                  </a:lnTo>
                  <a:lnTo>
                    <a:pt x="33229" y="40539"/>
                  </a:lnTo>
                  <a:lnTo>
                    <a:pt x="33097" y="40372"/>
                  </a:lnTo>
                  <a:lnTo>
                    <a:pt x="33141" y="40288"/>
                  </a:lnTo>
                  <a:lnTo>
                    <a:pt x="33163" y="40260"/>
                  </a:lnTo>
                  <a:lnTo>
                    <a:pt x="33163" y="40120"/>
                  </a:lnTo>
                  <a:lnTo>
                    <a:pt x="33119" y="40093"/>
                  </a:lnTo>
                  <a:lnTo>
                    <a:pt x="33075" y="40148"/>
                  </a:lnTo>
                  <a:lnTo>
                    <a:pt x="33009" y="40260"/>
                  </a:lnTo>
                  <a:lnTo>
                    <a:pt x="32943" y="40344"/>
                  </a:lnTo>
                  <a:lnTo>
                    <a:pt x="32789" y="40344"/>
                  </a:lnTo>
                  <a:lnTo>
                    <a:pt x="32745" y="40456"/>
                  </a:lnTo>
                  <a:lnTo>
                    <a:pt x="32789" y="40567"/>
                  </a:lnTo>
                  <a:lnTo>
                    <a:pt x="32745" y="40707"/>
                  </a:lnTo>
                  <a:lnTo>
                    <a:pt x="32679" y="40818"/>
                  </a:lnTo>
                  <a:lnTo>
                    <a:pt x="32635" y="40846"/>
                  </a:lnTo>
                  <a:lnTo>
                    <a:pt x="32107" y="40428"/>
                  </a:lnTo>
                  <a:lnTo>
                    <a:pt x="32041" y="40344"/>
                  </a:lnTo>
                  <a:lnTo>
                    <a:pt x="32063" y="40176"/>
                  </a:lnTo>
                  <a:lnTo>
                    <a:pt x="32129" y="40120"/>
                  </a:lnTo>
                  <a:lnTo>
                    <a:pt x="32327" y="40288"/>
                  </a:lnTo>
                  <a:lnTo>
                    <a:pt x="32437" y="40288"/>
                  </a:lnTo>
                  <a:lnTo>
                    <a:pt x="32349" y="40120"/>
                  </a:lnTo>
                  <a:lnTo>
                    <a:pt x="32085" y="39869"/>
                  </a:lnTo>
                  <a:lnTo>
                    <a:pt x="32129" y="39730"/>
                  </a:lnTo>
                  <a:lnTo>
                    <a:pt x="32239" y="39674"/>
                  </a:lnTo>
                  <a:lnTo>
                    <a:pt x="32283" y="39562"/>
                  </a:lnTo>
                  <a:lnTo>
                    <a:pt x="32107" y="39395"/>
                  </a:lnTo>
                  <a:lnTo>
                    <a:pt x="32063" y="39227"/>
                  </a:lnTo>
                  <a:lnTo>
                    <a:pt x="31931" y="38892"/>
                  </a:lnTo>
                  <a:lnTo>
                    <a:pt x="31843" y="38752"/>
                  </a:lnTo>
                  <a:lnTo>
                    <a:pt x="31600" y="38697"/>
                  </a:lnTo>
                  <a:lnTo>
                    <a:pt x="31600" y="38752"/>
                  </a:lnTo>
                  <a:lnTo>
                    <a:pt x="31666" y="38948"/>
                  </a:lnTo>
                  <a:lnTo>
                    <a:pt x="31688" y="38976"/>
                  </a:lnTo>
                  <a:lnTo>
                    <a:pt x="31600" y="39199"/>
                  </a:lnTo>
                  <a:lnTo>
                    <a:pt x="31490" y="39199"/>
                  </a:lnTo>
                  <a:lnTo>
                    <a:pt x="31424" y="38976"/>
                  </a:lnTo>
                  <a:lnTo>
                    <a:pt x="31446" y="38669"/>
                  </a:lnTo>
                  <a:lnTo>
                    <a:pt x="31600" y="38194"/>
                  </a:lnTo>
                  <a:lnTo>
                    <a:pt x="31644" y="37887"/>
                  </a:lnTo>
                  <a:lnTo>
                    <a:pt x="31600" y="37747"/>
                  </a:lnTo>
                  <a:lnTo>
                    <a:pt x="31512" y="37664"/>
                  </a:lnTo>
                  <a:lnTo>
                    <a:pt x="31424" y="37468"/>
                  </a:lnTo>
                  <a:lnTo>
                    <a:pt x="31380" y="37384"/>
                  </a:lnTo>
                  <a:lnTo>
                    <a:pt x="31204" y="37356"/>
                  </a:lnTo>
                  <a:lnTo>
                    <a:pt x="31138" y="37384"/>
                  </a:lnTo>
                  <a:lnTo>
                    <a:pt x="31050" y="37468"/>
                  </a:lnTo>
                  <a:lnTo>
                    <a:pt x="30962" y="37664"/>
                  </a:lnTo>
                  <a:lnTo>
                    <a:pt x="30962" y="37887"/>
                  </a:lnTo>
                  <a:lnTo>
                    <a:pt x="31116" y="38194"/>
                  </a:lnTo>
                  <a:lnTo>
                    <a:pt x="31006" y="38250"/>
                  </a:lnTo>
                  <a:lnTo>
                    <a:pt x="30962" y="38194"/>
                  </a:lnTo>
                  <a:lnTo>
                    <a:pt x="30852" y="37915"/>
                  </a:lnTo>
                  <a:lnTo>
                    <a:pt x="30720" y="37747"/>
                  </a:lnTo>
                  <a:lnTo>
                    <a:pt x="30610" y="37664"/>
                  </a:lnTo>
                  <a:lnTo>
                    <a:pt x="30522" y="37664"/>
                  </a:lnTo>
                  <a:lnTo>
                    <a:pt x="30544" y="37831"/>
                  </a:lnTo>
                  <a:lnTo>
                    <a:pt x="30544" y="37887"/>
                  </a:lnTo>
                  <a:lnTo>
                    <a:pt x="30280" y="37831"/>
                  </a:lnTo>
                  <a:lnTo>
                    <a:pt x="29884" y="38082"/>
                  </a:lnTo>
                  <a:lnTo>
                    <a:pt x="29708" y="38334"/>
                  </a:lnTo>
                  <a:lnTo>
                    <a:pt x="29400" y="38362"/>
                  </a:lnTo>
                  <a:lnTo>
                    <a:pt x="29246" y="38445"/>
                  </a:lnTo>
                  <a:lnTo>
                    <a:pt x="29202" y="38445"/>
                  </a:lnTo>
                  <a:lnTo>
                    <a:pt x="29136" y="38473"/>
                  </a:lnTo>
                  <a:lnTo>
                    <a:pt x="29070" y="38613"/>
                  </a:lnTo>
                  <a:lnTo>
                    <a:pt x="29026" y="38641"/>
                  </a:lnTo>
                  <a:lnTo>
                    <a:pt x="29004" y="38669"/>
                  </a:lnTo>
                  <a:lnTo>
                    <a:pt x="28872" y="38892"/>
                  </a:lnTo>
                  <a:lnTo>
                    <a:pt x="28784" y="38976"/>
                  </a:lnTo>
                  <a:lnTo>
                    <a:pt x="28608" y="39004"/>
                  </a:lnTo>
                  <a:lnTo>
                    <a:pt x="28211" y="39255"/>
                  </a:lnTo>
                  <a:lnTo>
                    <a:pt x="28145" y="39255"/>
                  </a:lnTo>
                  <a:lnTo>
                    <a:pt x="28123" y="39199"/>
                  </a:lnTo>
                  <a:lnTo>
                    <a:pt x="28101" y="39060"/>
                  </a:lnTo>
                  <a:lnTo>
                    <a:pt x="28057" y="39004"/>
                  </a:lnTo>
                  <a:lnTo>
                    <a:pt x="28013" y="38976"/>
                  </a:lnTo>
                  <a:lnTo>
                    <a:pt x="27793" y="39171"/>
                  </a:lnTo>
                  <a:lnTo>
                    <a:pt x="27705" y="39199"/>
                  </a:lnTo>
                  <a:lnTo>
                    <a:pt x="27617" y="39199"/>
                  </a:lnTo>
                  <a:lnTo>
                    <a:pt x="27661" y="39087"/>
                  </a:lnTo>
                  <a:lnTo>
                    <a:pt x="27727" y="39060"/>
                  </a:lnTo>
                  <a:lnTo>
                    <a:pt x="27771" y="39004"/>
                  </a:lnTo>
                  <a:lnTo>
                    <a:pt x="27771" y="38920"/>
                  </a:lnTo>
                  <a:lnTo>
                    <a:pt x="27749" y="38892"/>
                  </a:lnTo>
                  <a:lnTo>
                    <a:pt x="27705" y="38892"/>
                  </a:lnTo>
                  <a:lnTo>
                    <a:pt x="27661" y="38920"/>
                  </a:lnTo>
                  <a:lnTo>
                    <a:pt x="27705" y="38808"/>
                  </a:lnTo>
                  <a:lnTo>
                    <a:pt x="27793" y="38752"/>
                  </a:lnTo>
                  <a:lnTo>
                    <a:pt x="27837" y="38697"/>
                  </a:lnTo>
                  <a:lnTo>
                    <a:pt x="27903" y="38529"/>
                  </a:lnTo>
                  <a:lnTo>
                    <a:pt x="27903" y="38445"/>
                  </a:lnTo>
                  <a:lnTo>
                    <a:pt x="27881" y="38389"/>
                  </a:lnTo>
                  <a:lnTo>
                    <a:pt x="27705" y="38473"/>
                  </a:lnTo>
                  <a:lnTo>
                    <a:pt x="27463" y="38501"/>
                  </a:lnTo>
                  <a:lnTo>
                    <a:pt x="27353" y="38641"/>
                  </a:lnTo>
                  <a:lnTo>
                    <a:pt x="27309" y="38697"/>
                  </a:lnTo>
                  <a:lnTo>
                    <a:pt x="27243" y="38780"/>
                  </a:lnTo>
                  <a:lnTo>
                    <a:pt x="27177" y="38864"/>
                  </a:lnTo>
                  <a:lnTo>
                    <a:pt x="27045" y="39199"/>
                  </a:lnTo>
                  <a:lnTo>
                    <a:pt x="26935" y="39283"/>
                  </a:lnTo>
                  <a:lnTo>
                    <a:pt x="26847" y="39311"/>
                  </a:lnTo>
                  <a:lnTo>
                    <a:pt x="26825" y="39227"/>
                  </a:lnTo>
                  <a:lnTo>
                    <a:pt x="26869" y="38976"/>
                  </a:lnTo>
                  <a:lnTo>
                    <a:pt x="26693" y="38920"/>
                  </a:lnTo>
                  <a:lnTo>
                    <a:pt x="26649" y="38948"/>
                  </a:lnTo>
                  <a:lnTo>
                    <a:pt x="26627" y="38976"/>
                  </a:lnTo>
                  <a:lnTo>
                    <a:pt x="26583" y="39032"/>
                  </a:lnTo>
                  <a:lnTo>
                    <a:pt x="26539" y="39087"/>
                  </a:lnTo>
                  <a:lnTo>
                    <a:pt x="26495" y="39087"/>
                  </a:lnTo>
                  <a:lnTo>
                    <a:pt x="26539" y="39339"/>
                  </a:lnTo>
                  <a:lnTo>
                    <a:pt x="26539" y="39395"/>
                  </a:lnTo>
                  <a:lnTo>
                    <a:pt x="25593" y="38752"/>
                  </a:lnTo>
                  <a:lnTo>
                    <a:pt x="25417" y="38892"/>
                  </a:lnTo>
                  <a:lnTo>
                    <a:pt x="25461" y="38948"/>
                  </a:lnTo>
                  <a:lnTo>
                    <a:pt x="25505" y="38976"/>
                  </a:lnTo>
                  <a:lnTo>
                    <a:pt x="25461" y="39032"/>
                  </a:lnTo>
                  <a:lnTo>
                    <a:pt x="25439" y="39032"/>
                  </a:lnTo>
                  <a:lnTo>
                    <a:pt x="25417" y="39032"/>
                  </a:lnTo>
                  <a:lnTo>
                    <a:pt x="25395" y="39060"/>
                  </a:lnTo>
                  <a:lnTo>
                    <a:pt x="25373" y="39171"/>
                  </a:lnTo>
                  <a:lnTo>
                    <a:pt x="25417" y="39199"/>
                  </a:lnTo>
                  <a:lnTo>
                    <a:pt x="25461" y="39255"/>
                  </a:lnTo>
                  <a:lnTo>
                    <a:pt x="25505" y="39339"/>
                  </a:lnTo>
                  <a:lnTo>
                    <a:pt x="25527" y="39478"/>
                  </a:lnTo>
                  <a:lnTo>
                    <a:pt x="25461" y="39534"/>
                  </a:lnTo>
                  <a:lnTo>
                    <a:pt x="25417" y="39534"/>
                  </a:lnTo>
                  <a:lnTo>
                    <a:pt x="25351" y="39422"/>
                  </a:lnTo>
                  <a:lnTo>
                    <a:pt x="25219" y="39422"/>
                  </a:lnTo>
                  <a:lnTo>
                    <a:pt x="25175" y="39395"/>
                  </a:lnTo>
                  <a:lnTo>
                    <a:pt x="25175" y="39255"/>
                  </a:lnTo>
                  <a:lnTo>
                    <a:pt x="25197" y="39060"/>
                  </a:lnTo>
                  <a:lnTo>
                    <a:pt x="25197" y="38920"/>
                  </a:lnTo>
                  <a:lnTo>
                    <a:pt x="25131" y="38808"/>
                  </a:lnTo>
                  <a:lnTo>
                    <a:pt x="24602" y="38920"/>
                  </a:lnTo>
                  <a:lnTo>
                    <a:pt x="24228" y="38669"/>
                  </a:lnTo>
                  <a:lnTo>
                    <a:pt x="24052" y="38724"/>
                  </a:lnTo>
                  <a:lnTo>
                    <a:pt x="24096" y="38948"/>
                  </a:lnTo>
                  <a:lnTo>
                    <a:pt x="24096" y="39060"/>
                  </a:lnTo>
                  <a:lnTo>
                    <a:pt x="24052" y="39143"/>
                  </a:lnTo>
                  <a:lnTo>
                    <a:pt x="23832" y="39227"/>
                  </a:lnTo>
                  <a:lnTo>
                    <a:pt x="22820" y="39060"/>
                  </a:lnTo>
                  <a:lnTo>
                    <a:pt x="22578" y="38892"/>
                  </a:lnTo>
                  <a:lnTo>
                    <a:pt x="21940" y="38892"/>
                  </a:lnTo>
                  <a:lnTo>
                    <a:pt x="21830" y="38808"/>
                  </a:lnTo>
                  <a:lnTo>
                    <a:pt x="21522" y="38501"/>
                  </a:lnTo>
                  <a:lnTo>
                    <a:pt x="21169" y="38334"/>
                  </a:lnTo>
                  <a:lnTo>
                    <a:pt x="20025" y="38222"/>
                  </a:lnTo>
                  <a:lnTo>
                    <a:pt x="19497" y="38082"/>
                  </a:lnTo>
                  <a:lnTo>
                    <a:pt x="19277" y="37887"/>
                  </a:lnTo>
                  <a:lnTo>
                    <a:pt x="19167" y="37747"/>
                  </a:lnTo>
                  <a:lnTo>
                    <a:pt x="18639" y="37384"/>
                  </a:lnTo>
                  <a:lnTo>
                    <a:pt x="18551" y="37384"/>
                  </a:lnTo>
                  <a:lnTo>
                    <a:pt x="18331" y="37496"/>
                  </a:lnTo>
                  <a:lnTo>
                    <a:pt x="18155" y="37412"/>
                  </a:lnTo>
                  <a:lnTo>
                    <a:pt x="17957" y="37245"/>
                  </a:lnTo>
                  <a:lnTo>
                    <a:pt x="17649" y="36575"/>
                  </a:lnTo>
                  <a:lnTo>
                    <a:pt x="17626" y="36603"/>
                  </a:lnTo>
                  <a:lnTo>
                    <a:pt x="17604" y="36714"/>
                  </a:lnTo>
                  <a:lnTo>
                    <a:pt x="17604" y="36742"/>
                  </a:lnTo>
                  <a:lnTo>
                    <a:pt x="17472" y="36770"/>
                  </a:lnTo>
                  <a:lnTo>
                    <a:pt x="17406" y="36770"/>
                  </a:lnTo>
                  <a:lnTo>
                    <a:pt x="17362" y="36742"/>
                  </a:lnTo>
                  <a:lnTo>
                    <a:pt x="17318" y="36686"/>
                  </a:lnTo>
                  <a:lnTo>
                    <a:pt x="17208" y="36435"/>
                  </a:lnTo>
                  <a:lnTo>
                    <a:pt x="17142" y="36295"/>
                  </a:lnTo>
                  <a:lnTo>
                    <a:pt x="16922" y="36212"/>
                  </a:lnTo>
                  <a:lnTo>
                    <a:pt x="16262" y="36268"/>
                  </a:lnTo>
                  <a:lnTo>
                    <a:pt x="15910" y="36100"/>
                  </a:lnTo>
                  <a:lnTo>
                    <a:pt x="15910" y="35988"/>
                  </a:lnTo>
                  <a:lnTo>
                    <a:pt x="15734" y="35821"/>
                  </a:lnTo>
                  <a:lnTo>
                    <a:pt x="15690" y="35709"/>
                  </a:lnTo>
                  <a:lnTo>
                    <a:pt x="15668" y="35597"/>
                  </a:lnTo>
                  <a:lnTo>
                    <a:pt x="15580" y="35402"/>
                  </a:lnTo>
                  <a:lnTo>
                    <a:pt x="15558" y="35290"/>
                  </a:lnTo>
                  <a:lnTo>
                    <a:pt x="15580" y="35207"/>
                  </a:lnTo>
                  <a:lnTo>
                    <a:pt x="15602" y="35179"/>
                  </a:lnTo>
                  <a:lnTo>
                    <a:pt x="15646" y="35179"/>
                  </a:lnTo>
                  <a:lnTo>
                    <a:pt x="15646" y="35179"/>
                  </a:lnTo>
                  <a:lnTo>
                    <a:pt x="15228" y="35123"/>
                  </a:lnTo>
                  <a:lnTo>
                    <a:pt x="15030" y="34927"/>
                  </a:lnTo>
                  <a:lnTo>
                    <a:pt x="14876" y="34872"/>
                  </a:lnTo>
                  <a:lnTo>
                    <a:pt x="14854" y="34788"/>
                  </a:lnTo>
                  <a:lnTo>
                    <a:pt x="14876" y="34564"/>
                  </a:lnTo>
                  <a:lnTo>
                    <a:pt x="14942" y="34481"/>
                  </a:lnTo>
                  <a:lnTo>
                    <a:pt x="15008" y="34453"/>
                  </a:lnTo>
                  <a:lnTo>
                    <a:pt x="15140" y="34481"/>
                  </a:lnTo>
                  <a:lnTo>
                    <a:pt x="15690" y="34285"/>
                  </a:lnTo>
                  <a:lnTo>
                    <a:pt x="15910" y="34313"/>
                  </a:lnTo>
                  <a:lnTo>
                    <a:pt x="15998" y="34285"/>
                  </a:lnTo>
                  <a:lnTo>
                    <a:pt x="16130" y="34118"/>
                  </a:lnTo>
                  <a:lnTo>
                    <a:pt x="16262" y="34090"/>
                  </a:lnTo>
                  <a:lnTo>
                    <a:pt x="16328" y="34034"/>
                  </a:lnTo>
                  <a:lnTo>
                    <a:pt x="16306" y="33950"/>
                  </a:lnTo>
                  <a:lnTo>
                    <a:pt x="16130" y="33922"/>
                  </a:lnTo>
                  <a:lnTo>
                    <a:pt x="16086" y="33838"/>
                  </a:lnTo>
                  <a:lnTo>
                    <a:pt x="16042" y="33811"/>
                  </a:lnTo>
                  <a:lnTo>
                    <a:pt x="15998" y="33671"/>
                  </a:lnTo>
                  <a:lnTo>
                    <a:pt x="16020" y="33531"/>
                  </a:lnTo>
                  <a:lnTo>
                    <a:pt x="16086" y="33280"/>
                  </a:lnTo>
                  <a:lnTo>
                    <a:pt x="16130" y="33196"/>
                  </a:lnTo>
                  <a:lnTo>
                    <a:pt x="16174" y="33113"/>
                  </a:lnTo>
                  <a:lnTo>
                    <a:pt x="16284" y="33001"/>
                  </a:lnTo>
                  <a:lnTo>
                    <a:pt x="16328" y="32945"/>
                  </a:lnTo>
                  <a:lnTo>
                    <a:pt x="16372" y="32778"/>
                  </a:lnTo>
                  <a:lnTo>
                    <a:pt x="16328" y="32610"/>
                  </a:lnTo>
                  <a:lnTo>
                    <a:pt x="16284" y="32442"/>
                  </a:lnTo>
                  <a:lnTo>
                    <a:pt x="16284" y="32275"/>
                  </a:lnTo>
                  <a:lnTo>
                    <a:pt x="17230" y="32889"/>
                  </a:lnTo>
                  <a:lnTo>
                    <a:pt x="17340" y="32861"/>
                  </a:lnTo>
                  <a:lnTo>
                    <a:pt x="17406" y="32722"/>
                  </a:lnTo>
                  <a:lnTo>
                    <a:pt x="17472" y="32554"/>
                  </a:lnTo>
                  <a:lnTo>
                    <a:pt x="17560" y="32554"/>
                  </a:lnTo>
                  <a:lnTo>
                    <a:pt x="17649" y="32610"/>
                  </a:lnTo>
                  <a:lnTo>
                    <a:pt x="17737" y="32582"/>
                  </a:lnTo>
                  <a:lnTo>
                    <a:pt x="17560" y="32107"/>
                  </a:lnTo>
                  <a:lnTo>
                    <a:pt x="17428" y="31968"/>
                  </a:lnTo>
                  <a:lnTo>
                    <a:pt x="17340" y="31633"/>
                  </a:lnTo>
                  <a:lnTo>
                    <a:pt x="17252" y="31549"/>
                  </a:lnTo>
                  <a:lnTo>
                    <a:pt x="17362" y="31493"/>
                  </a:lnTo>
                  <a:lnTo>
                    <a:pt x="17450" y="31577"/>
                  </a:lnTo>
                  <a:lnTo>
                    <a:pt x="17604" y="31856"/>
                  </a:lnTo>
                  <a:lnTo>
                    <a:pt x="18221" y="32107"/>
                  </a:lnTo>
                  <a:lnTo>
                    <a:pt x="18749" y="32080"/>
                  </a:lnTo>
                  <a:lnTo>
                    <a:pt x="18815" y="32107"/>
                  </a:lnTo>
                  <a:lnTo>
                    <a:pt x="18881" y="32247"/>
                  </a:lnTo>
                  <a:lnTo>
                    <a:pt x="18903" y="32275"/>
                  </a:lnTo>
                  <a:lnTo>
                    <a:pt x="18947" y="32303"/>
                  </a:lnTo>
                  <a:lnTo>
                    <a:pt x="19013" y="32415"/>
                  </a:lnTo>
                  <a:lnTo>
                    <a:pt x="19035" y="32498"/>
                  </a:lnTo>
                  <a:lnTo>
                    <a:pt x="19233" y="32554"/>
                  </a:lnTo>
                  <a:lnTo>
                    <a:pt x="19277" y="32526"/>
                  </a:lnTo>
                  <a:lnTo>
                    <a:pt x="19365" y="32415"/>
                  </a:lnTo>
                  <a:lnTo>
                    <a:pt x="19409" y="32387"/>
                  </a:lnTo>
                  <a:lnTo>
                    <a:pt x="19475" y="32359"/>
                  </a:lnTo>
                  <a:lnTo>
                    <a:pt x="19783" y="32638"/>
                  </a:lnTo>
                  <a:lnTo>
                    <a:pt x="19937" y="32638"/>
                  </a:lnTo>
                  <a:lnTo>
                    <a:pt x="20003" y="32554"/>
                  </a:lnTo>
                  <a:lnTo>
                    <a:pt x="20003" y="32415"/>
                  </a:lnTo>
                  <a:lnTo>
                    <a:pt x="19981" y="32163"/>
                  </a:lnTo>
                  <a:lnTo>
                    <a:pt x="19981" y="32024"/>
                  </a:lnTo>
                  <a:lnTo>
                    <a:pt x="20047" y="31856"/>
                  </a:lnTo>
                  <a:lnTo>
                    <a:pt x="20377" y="31493"/>
                  </a:lnTo>
                  <a:lnTo>
                    <a:pt x="20399" y="31437"/>
                  </a:lnTo>
                  <a:lnTo>
                    <a:pt x="20421" y="31326"/>
                  </a:lnTo>
                  <a:lnTo>
                    <a:pt x="20443" y="31242"/>
                  </a:lnTo>
                  <a:lnTo>
                    <a:pt x="20487" y="31242"/>
                  </a:lnTo>
                  <a:lnTo>
                    <a:pt x="20553" y="31242"/>
                  </a:lnTo>
                  <a:lnTo>
                    <a:pt x="20597" y="31214"/>
                  </a:lnTo>
                  <a:lnTo>
                    <a:pt x="20531" y="30851"/>
                  </a:lnTo>
                  <a:lnTo>
                    <a:pt x="20465" y="30767"/>
                  </a:lnTo>
                  <a:lnTo>
                    <a:pt x="20399" y="30795"/>
                  </a:lnTo>
                  <a:lnTo>
                    <a:pt x="20355" y="30935"/>
                  </a:lnTo>
                  <a:lnTo>
                    <a:pt x="20311" y="31074"/>
                  </a:lnTo>
                  <a:lnTo>
                    <a:pt x="20311" y="31158"/>
                  </a:lnTo>
                  <a:lnTo>
                    <a:pt x="20135" y="31130"/>
                  </a:lnTo>
                  <a:lnTo>
                    <a:pt x="20047" y="31046"/>
                  </a:lnTo>
                  <a:lnTo>
                    <a:pt x="20003" y="30935"/>
                  </a:lnTo>
                  <a:lnTo>
                    <a:pt x="20003" y="30739"/>
                  </a:lnTo>
                  <a:lnTo>
                    <a:pt x="20047" y="30684"/>
                  </a:lnTo>
                  <a:lnTo>
                    <a:pt x="20223" y="30711"/>
                  </a:lnTo>
                  <a:lnTo>
                    <a:pt x="20223" y="30572"/>
                  </a:lnTo>
                  <a:lnTo>
                    <a:pt x="20245" y="30376"/>
                  </a:lnTo>
                  <a:lnTo>
                    <a:pt x="20245" y="30153"/>
                  </a:lnTo>
                  <a:lnTo>
                    <a:pt x="20223" y="30069"/>
                  </a:lnTo>
                  <a:lnTo>
                    <a:pt x="20201" y="30041"/>
                  </a:lnTo>
                  <a:lnTo>
                    <a:pt x="20157" y="29874"/>
                  </a:lnTo>
                  <a:lnTo>
                    <a:pt x="20113" y="29846"/>
                  </a:lnTo>
                  <a:lnTo>
                    <a:pt x="20091" y="29818"/>
                  </a:lnTo>
                  <a:lnTo>
                    <a:pt x="20047" y="29762"/>
                  </a:lnTo>
                  <a:lnTo>
                    <a:pt x="20025" y="29651"/>
                  </a:lnTo>
                  <a:lnTo>
                    <a:pt x="20025" y="29539"/>
                  </a:lnTo>
                  <a:lnTo>
                    <a:pt x="20091" y="29399"/>
                  </a:lnTo>
                  <a:lnTo>
                    <a:pt x="20025" y="29315"/>
                  </a:lnTo>
                  <a:lnTo>
                    <a:pt x="19585" y="28841"/>
                  </a:lnTo>
                  <a:lnTo>
                    <a:pt x="19541" y="28729"/>
                  </a:lnTo>
                  <a:lnTo>
                    <a:pt x="19519" y="28590"/>
                  </a:lnTo>
                  <a:lnTo>
                    <a:pt x="19519" y="28506"/>
                  </a:lnTo>
                  <a:lnTo>
                    <a:pt x="19497" y="28394"/>
                  </a:lnTo>
                  <a:lnTo>
                    <a:pt x="19453" y="28199"/>
                  </a:lnTo>
                  <a:lnTo>
                    <a:pt x="19497" y="28115"/>
                  </a:lnTo>
                  <a:lnTo>
                    <a:pt x="19519" y="28031"/>
                  </a:lnTo>
                  <a:lnTo>
                    <a:pt x="19541" y="28031"/>
                  </a:lnTo>
                  <a:lnTo>
                    <a:pt x="19365" y="27668"/>
                  </a:lnTo>
                  <a:lnTo>
                    <a:pt x="18815" y="27138"/>
                  </a:lnTo>
                  <a:lnTo>
                    <a:pt x="18749" y="26914"/>
                  </a:lnTo>
                  <a:lnTo>
                    <a:pt x="18705" y="26719"/>
                  </a:lnTo>
                  <a:lnTo>
                    <a:pt x="18661" y="26523"/>
                  </a:lnTo>
                  <a:lnTo>
                    <a:pt x="18309" y="25881"/>
                  </a:lnTo>
                  <a:lnTo>
                    <a:pt x="18199" y="25770"/>
                  </a:lnTo>
                  <a:lnTo>
                    <a:pt x="18045" y="25825"/>
                  </a:lnTo>
                  <a:lnTo>
                    <a:pt x="18067" y="25909"/>
                  </a:lnTo>
                  <a:lnTo>
                    <a:pt x="18067" y="25909"/>
                  </a:lnTo>
                  <a:lnTo>
                    <a:pt x="18067" y="25965"/>
                  </a:lnTo>
                  <a:lnTo>
                    <a:pt x="17935" y="25909"/>
                  </a:lnTo>
                  <a:lnTo>
                    <a:pt x="17737" y="25435"/>
                  </a:lnTo>
                  <a:lnTo>
                    <a:pt x="17296" y="25072"/>
                  </a:lnTo>
                  <a:lnTo>
                    <a:pt x="17186" y="24904"/>
                  </a:lnTo>
                  <a:lnTo>
                    <a:pt x="17186" y="24876"/>
                  </a:lnTo>
                  <a:lnTo>
                    <a:pt x="17164" y="24820"/>
                  </a:lnTo>
                  <a:lnTo>
                    <a:pt x="17032" y="24737"/>
                  </a:lnTo>
                  <a:lnTo>
                    <a:pt x="17010" y="24709"/>
                  </a:lnTo>
                  <a:lnTo>
                    <a:pt x="16878" y="24402"/>
                  </a:lnTo>
                  <a:lnTo>
                    <a:pt x="16790" y="24374"/>
                  </a:lnTo>
                  <a:lnTo>
                    <a:pt x="16438" y="24346"/>
                  </a:lnTo>
                  <a:lnTo>
                    <a:pt x="16350" y="24290"/>
                  </a:lnTo>
                  <a:lnTo>
                    <a:pt x="16240" y="24039"/>
                  </a:lnTo>
                  <a:lnTo>
                    <a:pt x="15932" y="23787"/>
                  </a:lnTo>
                  <a:lnTo>
                    <a:pt x="15866" y="23815"/>
                  </a:lnTo>
                  <a:lnTo>
                    <a:pt x="15888" y="23899"/>
                  </a:lnTo>
                  <a:lnTo>
                    <a:pt x="15954" y="24122"/>
                  </a:lnTo>
                  <a:lnTo>
                    <a:pt x="16020" y="24234"/>
                  </a:lnTo>
                  <a:lnTo>
                    <a:pt x="16174" y="24429"/>
                  </a:lnTo>
                  <a:lnTo>
                    <a:pt x="16240" y="24569"/>
                  </a:lnTo>
                  <a:lnTo>
                    <a:pt x="16042" y="24513"/>
                  </a:lnTo>
                  <a:lnTo>
                    <a:pt x="15998" y="24541"/>
                  </a:lnTo>
                  <a:lnTo>
                    <a:pt x="15910" y="24597"/>
                  </a:lnTo>
                  <a:lnTo>
                    <a:pt x="15888" y="24597"/>
                  </a:lnTo>
                  <a:lnTo>
                    <a:pt x="15822" y="24569"/>
                  </a:lnTo>
                  <a:lnTo>
                    <a:pt x="15206" y="23815"/>
                  </a:lnTo>
                  <a:lnTo>
                    <a:pt x="15052" y="23759"/>
                  </a:lnTo>
                  <a:lnTo>
                    <a:pt x="14876" y="23731"/>
                  </a:lnTo>
                  <a:lnTo>
                    <a:pt x="14810" y="23759"/>
                  </a:lnTo>
                  <a:lnTo>
                    <a:pt x="14722" y="23843"/>
                  </a:lnTo>
                  <a:lnTo>
                    <a:pt x="14700" y="23983"/>
                  </a:lnTo>
                  <a:lnTo>
                    <a:pt x="14700" y="24067"/>
                  </a:lnTo>
                  <a:lnTo>
                    <a:pt x="15206" y="24848"/>
                  </a:lnTo>
                  <a:lnTo>
                    <a:pt x="15206" y="24904"/>
                  </a:lnTo>
                  <a:lnTo>
                    <a:pt x="15074" y="24876"/>
                  </a:lnTo>
                  <a:lnTo>
                    <a:pt x="15118" y="25127"/>
                  </a:lnTo>
                  <a:lnTo>
                    <a:pt x="15470" y="25630"/>
                  </a:lnTo>
                  <a:lnTo>
                    <a:pt x="15382" y="25686"/>
                  </a:lnTo>
                  <a:lnTo>
                    <a:pt x="14766" y="25267"/>
                  </a:lnTo>
                  <a:lnTo>
                    <a:pt x="14744" y="25239"/>
                  </a:lnTo>
                  <a:lnTo>
                    <a:pt x="14700" y="25016"/>
                  </a:lnTo>
                  <a:lnTo>
                    <a:pt x="14524" y="24709"/>
                  </a:lnTo>
                  <a:lnTo>
                    <a:pt x="14348" y="24597"/>
                  </a:lnTo>
                  <a:lnTo>
                    <a:pt x="14282" y="24569"/>
                  </a:lnTo>
                  <a:lnTo>
                    <a:pt x="14216" y="24737"/>
                  </a:lnTo>
                  <a:lnTo>
                    <a:pt x="14083" y="24737"/>
                  </a:lnTo>
                  <a:lnTo>
                    <a:pt x="13313" y="24290"/>
                  </a:lnTo>
                  <a:lnTo>
                    <a:pt x="13291" y="24262"/>
                  </a:lnTo>
                  <a:lnTo>
                    <a:pt x="13269" y="24178"/>
                  </a:lnTo>
                  <a:lnTo>
                    <a:pt x="13247" y="24122"/>
                  </a:lnTo>
                  <a:lnTo>
                    <a:pt x="13225" y="24150"/>
                  </a:lnTo>
                  <a:lnTo>
                    <a:pt x="13115" y="24234"/>
                  </a:lnTo>
                  <a:lnTo>
                    <a:pt x="13093" y="24234"/>
                  </a:lnTo>
                  <a:lnTo>
                    <a:pt x="13049" y="24178"/>
                  </a:lnTo>
                  <a:lnTo>
                    <a:pt x="13027" y="24122"/>
                  </a:lnTo>
                  <a:lnTo>
                    <a:pt x="12895" y="23620"/>
                  </a:lnTo>
                  <a:lnTo>
                    <a:pt x="12829" y="23508"/>
                  </a:lnTo>
                  <a:lnTo>
                    <a:pt x="12697" y="23536"/>
                  </a:lnTo>
                  <a:lnTo>
                    <a:pt x="12697" y="23620"/>
                  </a:lnTo>
                  <a:lnTo>
                    <a:pt x="12785" y="23759"/>
                  </a:lnTo>
                  <a:lnTo>
                    <a:pt x="12785" y="23843"/>
                  </a:lnTo>
                  <a:lnTo>
                    <a:pt x="12697" y="23871"/>
                  </a:lnTo>
                  <a:lnTo>
                    <a:pt x="12653" y="23871"/>
                  </a:lnTo>
                  <a:lnTo>
                    <a:pt x="12499" y="23815"/>
                  </a:lnTo>
                  <a:lnTo>
                    <a:pt x="12455" y="23815"/>
                  </a:lnTo>
                  <a:lnTo>
                    <a:pt x="12257" y="23899"/>
                  </a:lnTo>
                  <a:lnTo>
                    <a:pt x="12169" y="23843"/>
                  </a:lnTo>
                  <a:lnTo>
                    <a:pt x="11839" y="23452"/>
                  </a:lnTo>
                  <a:lnTo>
                    <a:pt x="11707" y="23145"/>
                  </a:lnTo>
                  <a:lnTo>
                    <a:pt x="10893" y="22503"/>
                  </a:lnTo>
                  <a:lnTo>
                    <a:pt x="10496" y="22308"/>
                  </a:lnTo>
                  <a:lnTo>
                    <a:pt x="9990" y="21833"/>
                  </a:lnTo>
                  <a:lnTo>
                    <a:pt x="9616" y="21135"/>
                  </a:lnTo>
                  <a:lnTo>
                    <a:pt x="9000" y="20437"/>
                  </a:lnTo>
                  <a:lnTo>
                    <a:pt x="8758" y="19599"/>
                  </a:lnTo>
                  <a:lnTo>
                    <a:pt x="8736" y="19404"/>
                  </a:lnTo>
                  <a:lnTo>
                    <a:pt x="8714" y="19348"/>
                  </a:lnTo>
                  <a:lnTo>
                    <a:pt x="8230" y="18845"/>
                  </a:lnTo>
                  <a:lnTo>
                    <a:pt x="7240" y="18092"/>
                  </a:lnTo>
                  <a:lnTo>
                    <a:pt x="6689" y="17812"/>
                  </a:lnTo>
                  <a:lnTo>
                    <a:pt x="6051" y="17338"/>
                  </a:lnTo>
                  <a:lnTo>
                    <a:pt x="5919" y="17114"/>
                  </a:lnTo>
                  <a:lnTo>
                    <a:pt x="5325" y="16891"/>
                  </a:lnTo>
                  <a:lnTo>
                    <a:pt x="5127" y="16668"/>
                  </a:lnTo>
                  <a:lnTo>
                    <a:pt x="5017" y="16361"/>
                  </a:lnTo>
                  <a:lnTo>
                    <a:pt x="4709" y="16053"/>
                  </a:lnTo>
                  <a:lnTo>
                    <a:pt x="4071" y="14490"/>
                  </a:lnTo>
                  <a:lnTo>
                    <a:pt x="4027" y="14239"/>
                  </a:lnTo>
                  <a:lnTo>
                    <a:pt x="3983" y="14322"/>
                  </a:lnTo>
                  <a:lnTo>
                    <a:pt x="3454" y="16361"/>
                  </a:lnTo>
                  <a:lnTo>
                    <a:pt x="2882" y="18399"/>
                  </a:lnTo>
                  <a:lnTo>
                    <a:pt x="2310" y="20437"/>
                  </a:lnTo>
                  <a:lnTo>
                    <a:pt x="1760" y="22475"/>
                  </a:lnTo>
                  <a:lnTo>
                    <a:pt x="1408" y="23759"/>
                  </a:lnTo>
                  <a:lnTo>
                    <a:pt x="1078" y="24988"/>
                  </a:lnTo>
                  <a:lnTo>
                    <a:pt x="726" y="26272"/>
                  </a:lnTo>
                  <a:lnTo>
                    <a:pt x="352" y="27557"/>
                  </a:lnTo>
                  <a:lnTo>
                    <a:pt x="286" y="27892"/>
                  </a:lnTo>
                  <a:lnTo>
                    <a:pt x="176" y="28199"/>
                  </a:lnTo>
                  <a:lnTo>
                    <a:pt x="110" y="28506"/>
                  </a:lnTo>
                  <a:lnTo>
                    <a:pt x="22" y="28841"/>
                  </a:lnTo>
                  <a:lnTo>
                    <a:pt x="0" y="28980"/>
                  </a:lnTo>
                  <a:lnTo>
                    <a:pt x="0" y="29036"/>
                  </a:lnTo>
                  <a:lnTo>
                    <a:pt x="44" y="29064"/>
                  </a:lnTo>
                  <a:lnTo>
                    <a:pt x="88" y="29092"/>
                  </a:lnTo>
                  <a:lnTo>
                    <a:pt x="550" y="29958"/>
                  </a:lnTo>
                  <a:lnTo>
                    <a:pt x="1012" y="30879"/>
                  </a:lnTo>
                  <a:lnTo>
                    <a:pt x="1474" y="31744"/>
                  </a:lnTo>
                  <a:lnTo>
                    <a:pt x="1980" y="32610"/>
                  </a:lnTo>
                  <a:lnTo>
                    <a:pt x="3080" y="34564"/>
                  </a:lnTo>
                  <a:lnTo>
                    <a:pt x="4181" y="36519"/>
                  </a:lnTo>
                  <a:lnTo>
                    <a:pt x="5325" y="38473"/>
                  </a:lnTo>
                  <a:lnTo>
                    <a:pt x="6491" y="40400"/>
                  </a:lnTo>
                  <a:lnTo>
                    <a:pt x="7900" y="42717"/>
                  </a:lnTo>
                  <a:lnTo>
                    <a:pt x="9352" y="45006"/>
                  </a:lnTo>
                  <a:lnTo>
                    <a:pt x="10827" y="47268"/>
                  </a:lnTo>
                  <a:lnTo>
                    <a:pt x="12323" y="49530"/>
                  </a:lnTo>
                  <a:lnTo>
                    <a:pt x="13621" y="51428"/>
                  </a:lnTo>
                  <a:lnTo>
                    <a:pt x="14942" y="53327"/>
                  </a:lnTo>
                  <a:lnTo>
                    <a:pt x="16284" y="55225"/>
                  </a:lnTo>
                  <a:lnTo>
                    <a:pt x="17649" y="57124"/>
                  </a:lnTo>
                  <a:lnTo>
                    <a:pt x="18287" y="57961"/>
                  </a:lnTo>
                  <a:lnTo>
                    <a:pt x="18903" y="58827"/>
                  </a:lnTo>
                  <a:lnTo>
                    <a:pt x="19541" y="59664"/>
                  </a:lnTo>
                  <a:lnTo>
                    <a:pt x="20179" y="60502"/>
                  </a:lnTo>
                  <a:lnTo>
                    <a:pt x="20311" y="60586"/>
                  </a:lnTo>
                  <a:lnTo>
                    <a:pt x="20421" y="60642"/>
                  </a:lnTo>
                  <a:lnTo>
                    <a:pt x="20553" y="60642"/>
                  </a:lnTo>
                  <a:lnTo>
                    <a:pt x="20641" y="60642"/>
                  </a:lnTo>
                  <a:lnTo>
                    <a:pt x="21059" y="60725"/>
                  </a:lnTo>
                  <a:lnTo>
                    <a:pt x="21478" y="60809"/>
                  </a:lnTo>
                  <a:lnTo>
                    <a:pt x="21874" y="60865"/>
                  </a:lnTo>
                  <a:lnTo>
                    <a:pt x="22292" y="60977"/>
                  </a:lnTo>
                  <a:lnTo>
                    <a:pt x="23172" y="61144"/>
                  </a:lnTo>
                  <a:lnTo>
                    <a:pt x="24074" y="61340"/>
                  </a:lnTo>
                  <a:lnTo>
                    <a:pt x="24977" y="61507"/>
                  </a:lnTo>
                  <a:lnTo>
                    <a:pt x="25879" y="61675"/>
                  </a:lnTo>
                  <a:lnTo>
                    <a:pt x="26011" y="61675"/>
                  </a:lnTo>
                  <a:lnTo>
                    <a:pt x="26143" y="61703"/>
                  </a:lnTo>
                  <a:lnTo>
                    <a:pt x="26253" y="61786"/>
                  </a:lnTo>
                  <a:lnTo>
                    <a:pt x="26363" y="61926"/>
                  </a:lnTo>
                  <a:lnTo>
                    <a:pt x="26627" y="62512"/>
                  </a:lnTo>
                  <a:lnTo>
                    <a:pt x="26891" y="63127"/>
                  </a:lnTo>
                  <a:lnTo>
                    <a:pt x="27155" y="63685"/>
                  </a:lnTo>
                  <a:lnTo>
                    <a:pt x="27441" y="64271"/>
                  </a:lnTo>
                  <a:lnTo>
                    <a:pt x="27793" y="64997"/>
                  </a:lnTo>
                  <a:lnTo>
                    <a:pt x="28145" y="65751"/>
                  </a:lnTo>
                  <a:lnTo>
                    <a:pt x="28520" y="66505"/>
                  </a:lnTo>
                  <a:lnTo>
                    <a:pt x="28872" y="67259"/>
                  </a:lnTo>
                  <a:lnTo>
                    <a:pt x="29048" y="67622"/>
                  </a:lnTo>
                  <a:lnTo>
                    <a:pt x="29224" y="67985"/>
                  </a:lnTo>
                  <a:lnTo>
                    <a:pt x="29400" y="68320"/>
                  </a:lnTo>
                  <a:lnTo>
                    <a:pt x="29598" y="68599"/>
                  </a:lnTo>
                  <a:lnTo>
                    <a:pt x="30324" y="69353"/>
                  </a:lnTo>
                  <a:lnTo>
                    <a:pt x="31116" y="69827"/>
                  </a:lnTo>
                  <a:lnTo>
                    <a:pt x="31909" y="70134"/>
                  </a:lnTo>
                  <a:lnTo>
                    <a:pt x="32745" y="70414"/>
                  </a:lnTo>
                  <a:lnTo>
                    <a:pt x="34483" y="71056"/>
                  </a:lnTo>
                  <a:lnTo>
                    <a:pt x="36222" y="71726"/>
                  </a:lnTo>
                  <a:lnTo>
                    <a:pt x="37982" y="72340"/>
                  </a:lnTo>
                  <a:lnTo>
                    <a:pt x="39765" y="72954"/>
                  </a:lnTo>
                  <a:lnTo>
                    <a:pt x="41811" y="73652"/>
                  </a:lnTo>
                  <a:lnTo>
                    <a:pt x="43902" y="74322"/>
                  </a:lnTo>
                  <a:lnTo>
                    <a:pt x="45971" y="74993"/>
                  </a:lnTo>
                  <a:lnTo>
                    <a:pt x="48083" y="75607"/>
                  </a:lnTo>
                  <a:lnTo>
                    <a:pt x="49558" y="76026"/>
                  </a:lnTo>
                  <a:lnTo>
                    <a:pt x="51054" y="76472"/>
                  </a:lnTo>
                  <a:lnTo>
                    <a:pt x="52550" y="76863"/>
                  </a:lnTo>
                  <a:lnTo>
                    <a:pt x="54047" y="77282"/>
                  </a:lnTo>
                  <a:lnTo>
                    <a:pt x="54201" y="77310"/>
                  </a:lnTo>
                  <a:lnTo>
                    <a:pt x="54531" y="77338"/>
                  </a:lnTo>
                  <a:lnTo>
                    <a:pt x="54817" y="77422"/>
                  </a:lnTo>
                  <a:lnTo>
                    <a:pt x="54949" y="77561"/>
                  </a:lnTo>
                  <a:lnTo>
                    <a:pt x="54949" y="78092"/>
                  </a:lnTo>
                  <a:lnTo>
                    <a:pt x="54971" y="78566"/>
                  </a:lnTo>
                  <a:lnTo>
                    <a:pt x="54949" y="79041"/>
                  </a:lnTo>
                  <a:lnTo>
                    <a:pt x="54927" y="79543"/>
                  </a:lnTo>
                  <a:lnTo>
                    <a:pt x="54905" y="80018"/>
                  </a:lnTo>
                  <a:lnTo>
                    <a:pt x="54883" y="80437"/>
                  </a:lnTo>
                  <a:lnTo>
                    <a:pt x="54839" y="80912"/>
                  </a:lnTo>
                  <a:lnTo>
                    <a:pt x="54817" y="81358"/>
                  </a:lnTo>
                  <a:lnTo>
                    <a:pt x="54817" y="81721"/>
                  </a:lnTo>
                  <a:lnTo>
                    <a:pt x="54817" y="82084"/>
                  </a:lnTo>
                  <a:lnTo>
                    <a:pt x="54795" y="82475"/>
                  </a:lnTo>
                  <a:lnTo>
                    <a:pt x="54795" y="82838"/>
                  </a:lnTo>
                  <a:lnTo>
                    <a:pt x="54685" y="88003"/>
                  </a:lnTo>
                  <a:lnTo>
                    <a:pt x="54553" y="93196"/>
                  </a:lnTo>
                  <a:lnTo>
                    <a:pt x="54421" y="98362"/>
                  </a:lnTo>
                  <a:lnTo>
                    <a:pt x="54311" y="103555"/>
                  </a:lnTo>
                  <a:lnTo>
                    <a:pt x="54201" y="107631"/>
                  </a:lnTo>
                  <a:lnTo>
                    <a:pt x="54113" y="111707"/>
                  </a:lnTo>
                  <a:lnTo>
                    <a:pt x="54025" y="115728"/>
                  </a:lnTo>
                  <a:lnTo>
                    <a:pt x="53915" y="119804"/>
                  </a:lnTo>
                  <a:lnTo>
                    <a:pt x="53915" y="119832"/>
                  </a:lnTo>
                  <a:lnTo>
                    <a:pt x="55719" y="119888"/>
                  </a:lnTo>
                  <a:lnTo>
                    <a:pt x="57546" y="119944"/>
                  </a:lnTo>
                  <a:lnTo>
                    <a:pt x="59350" y="119972"/>
                  </a:lnTo>
                  <a:lnTo>
                    <a:pt x="61177" y="120000"/>
                  </a:lnTo>
                  <a:lnTo>
                    <a:pt x="62981" y="120000"/>
                  </a:lnTo>
                  <a:lnTo>
                    <a:pt x="64786" y="119972"/>
                  </a:lnTo>
                  <a:lnTo>
                    <a:pt x="66612" y="119944"/>
                  </a:lnTo>
                  <a:lnTo>
                    <a:pt x="68417" y="119888"/>
                  </a:lnTo>
                  <a:lnTo>
                    <a:pt x="70199" y="119832"/>
                  </a:lnTo>
                  <a:lnTo>
                    <a:pt x="72026" y="119776"/>
                  </a:lnTo>
                  <a:lnTo>
                    <a:pt x="73830" y="119692"/>
                  </a:lnTo>
                  <a:lnTo>
                    <a:pt x="75657" y="119581"/>
                  </a:lnTo>
                  <a:lnTo>
                    <a:pt x="77461" y="119497"/>
                  </a:lnTo>
                  <a:lnTo>
                    <a:pt x="79266" y="119385"/>
                  </a:lnTo>
                  <a:lnTo>
                    <a:pt x="81070" y="119218"/>
                  </a:lnTo>
                  <a:lnTo>
                    <a:pt x="82875" y="119050"/>
                  </a:lnTo>
                  <a:lnTo>
                    <a:pt x="82853" y="119050"/>
                  </a:lnTo>
                  <a:lnTo>
                    <a:pt x="82875" y="118966"/>
                  </a:lnTo>
                  <a:lnTo>
                    <a:pt x="82941" y="118911"/>
                  </a:lnTo>
                  <a:lnTo>
                    <a:pt x="83051" y="118883"/>
                  </a:lnTo>
                  <a:lnTo>
                    <a:pt x="82985" y="118799"/>
                  </a:lnTo>
                  <a:lnTo>
                    <a:pt x="82985" y="118743"/>
                  </a:lnTo>
                  <a:lnTo>
                    <a:pt x="83007" y="118687"/>
                  </a:lnTo>
                  <a:lnTo>
                    <a:pt x="83007" y="118659"/>
                  </a:lnTo>
                  <a:lnTo>
                    <a:pt x="83029" y="118604"/>
                  </a:lnTo>
                  <a:lnTo>
                    <a:pt x="82985" y="118520"/>
                  </a:lnTo>
                  <a:lnTo>
                    <a:pt x="82941" y="118520"/>
                  </a:lnTo>
                  <a:lnTo>
                    <a:pt x="83007" y="118380"/>
                  </a:lnTo>
                  <a:lnTo>
                    <a:pt x="83161" y="118241"/>
                  </a:lnTo>
                  <a:lnTo>
                    <a:pt x="83227" y="118101"/>
                  </a:lnTo>
                  <a:lnTo>
                    <a:pt x="83227" y="117961"/>
                  </a:lnTo>
                  <a:lnTo>
                    <a:pt x="83205" y="117878"/>
                  </a:lnTo>
                  <a:lnTo>
                    <a:pt x="83161" y="117822"/>
                  </a:lnTo>
                  <a:lnTo>
                    <a:pt x="83139" y="117682"/>
                  </a:lnTo>
                  <a:lnTo>
                    <a:pt x="83117" y="117654"/>
                  </a:lnTo>
                  <a:lnTo>
                    <a:pt x="83117" y="117626"/>
                  </a:lnTo>
                  <a:lnTo>
                    <a:pt x="83117" y="117543"/>
                  </a:lnTo>
                  <a:lnTo>
                    <a:pt x="83117" y="117515"/>
                  </a:lnTo>
                  <a:lnTo>
                    <a:pt x="83161" y="117459"/>
                  </a:lnTo>
                  <a:lnTo>
                    <a:pt x="83205" y="117403"/>
                  </a:lnTo>
                  <a:lnTo>
                    <a:pt x="83227" y="117235"/>
                  </a:lnTo>
                  <a:lnTo>
                    <a:pt x="83249" y="117040"/>
                  </a:lnTo>
                  <a:lnTo>
                    <a:pt x="83227" y="116845"/>
                  </a:lnTo>
                  <a:lnTo>
                    <a:pt x="83161" y="116649"/>
                  </a:lnTo>
                  <a:lnTo>
                    <a:pt x="83139" y="116565"/>
                  </a:lnTo>
                  <a:lnTo>
                    <a:pt x="83117" y="116537"/>
                  </a:lnTo>
                  <a:lnTo>
                    <a:pt x="83073" y="116482"/>
                  </a:lnTo>
                  <a:lnTo>
                    <a:pt x="83073" y="116398"/>
                  </a:lnTo>
                  <a:lnTo>
                    <a:pt x="83139" y="116147"/>
                  </a:lnTo>
                  <a:lnTo>
                    <a:pt x="83205" y="115923"/>
                  </a:lnTo>
                  <a:lnTo>
                    <a:pt x="83293" y="115644"/>
                  </a:lnTo>
                  <a:lnTo>
                    <a:pt x="83315" y="115476"/>
                  </a:lnTo>
                  <a:lnTo>
                    <a:pt x="83315" y="115393"/>
                  </a:lnTo>
                  <a:lnTo>
                    <a:pt x="83359" y="115197"/>
                  </a:lnTo>
                  <a:lnTo>
                    <a:pt x="83359" y="115086"/>
                  </a:lnTo>
                  <a:lnTo>
                    <a:pt x="83359" y="115030"/>
                  </a:lnTo>
                  <a:lnTo>
                    <a:pt x="83315" y="114890"/>
                  </a:lnTo>
                  <a:lnTo>
                    <a:pt x="83293" y="114806"/>
                  </a:lnTo>
                  <a:lnTo>
                    <a:pt x="83073" y="114276"/>
                  </a:lnTo>
                  <a:lnTo>
                    <a:pt x="82985" y="114192"/>
                  </a:lnTo>
                  <a:lnTo>
                    <a:pt x="82589" y="114080"/>
                  </a:lnTo>
                  <a:lnTo>
                    <a:pt x="82721" y="113997"/>
                  </a:lnTo>
                  <a:lnTo>
                    <a:pt x="83095" y="114080"/>
                  </a:lnTo>
                  <a:lnTo>
                    <a:pt x="83205" y="113913"/>
                  </a:lnTo>
                  <a:lnTo>
                    <a:pt x="83095" y="113801"/>
                  </a:lnTo>
                  <a:lnTo>
                    <a:pt x="82897" y="113718"/>
                  </a:lnTo>
                  <a:lnTo>
                    <a:pt x="82809" y="113662"/>
                  </a:lnTo>
                  <a:lnTo>
                    <a:pt x="83007" y="113494"/>
                  </a:lnTo>
                  <a:lnTo>
                    <a:pt x="83469" y="113718"/>
                  </a:lnTo>
                  <a:lnTo>
                    <a:pt x="83667" y="113494"/>
                  </a:lnTo>
                  <a:lnTo>
                    <a:pt x="83667" y="113438"/>
                  </a:lnTo>
                  <a:lnTo>
                    <a:pt x="83689" y="113327"/>
                  </a:lnTo>
                  <a:lnTo>
                    <a:pt x="83689" y="113215"/>
                  </a:lnTo>
                  <a:lnTo>
                    <a:pt x="83667" y="113159"/>
                  </a:lnTo>
                  <a:lnTo>
                    <a:pt x="83645" y="113131"/>
                  </a:lnTo>
                  <a:lnTo>
                    <a:pt x="83667" y="113047"/>
                  </a:lnTo>
                  <a:lnTo>
                    <a:pt x="83711" y="112852"/>
                  </a:lnTo>
                  <a:lnTo>
                    <a:pt x="83733" y="112712"/>
                  </a:lnTo>
                  <a:lnTo>
                    <a:pt x="83711" y="112657"/>
                  </a:lnTo>
                  <a:lnTo>
                    <a:pt x="83689" y="112601"/>
                  </a:lnTo>
                  <a:lnTo>
                    <a:pt x="83711" y="112489"/>
                  </a:lnTo>
                  <a:lnTo>
                    <a:pt x="83733" y="112377"/>
                  </a:lnTo>
                  <a:lnTo>
                    <a:pt x="83755" y="112266"/>
                  </a:lnTo>
                  <a:lnTo>
                    <a:pt x="83975" y="111819"/>
                  </a:lnTo>
                  <a:lnTo>
                    <a:pt x="84019" y="111679"/>
                  </a:lnTo>
                  <a:lnTo>
                    <a:pt x="83975" y="111456"/>
                  </a:lnTo>
                  <a:lnTo>
                    <a:pt x="83953" y="111288"/>
                  </a:lnTo>
                  <a:lnTo>
                    <a:pt x="83953" y="111065"/>
                  </a:lnTo>
                  <a:lnTo>
                    <a:pt x="84063" y="110646"/>
                  </a:lnTo>
                  <a:lnTo>
                    <a:pt x="84063" y="110618"/>
                  </a:lnTo>
                  <a:lnTo>
                    <a:pt x="84107" y="110590"/>
                  </a:lnTo>
                  <a:lnTo>
                    <a:pt x="84129" y="110507"/>
                  </a:lnTo>
                  <a:lnTo>
                    <a:pt x="84107" y="110423"/>
                  </a:lnTo>
                  <a:lnTo>
                    <a:pt x="84107" y="110367"/>
                  </a:lnTo>
                  <a:lnTo>
                    <a:pt x="84129" y="110339"/>
                  </a:lnTo>
                  <a:lnTo>
                    <a:pt x="84151" y="110228"/>
                  </a:lnTo>
                  <a:lnTo>
                    <a:pt x="84217" y="110172"/>
                  </a:lnTo>
                  <a:lnTo>
                    <a:pt x="84327" y="110032"/>
                  </a:lnTo>
                  <a:lnTo>
                    <a:pt x="84415" y="109948"/>
                  </a:lnTo>
                  <a:lnTo>
                    <a:pt x="84459" y="109920"/>
                  </a:lnTo>
                  <a:lnTo>
                    <a:pt x="84525" y="109837"/>
                  </a:lnTo>
                  <a:lnTo>
                    <a:pt x="84525" y="109781"/>
                  </a:lnTo>
                  <a:lnTo>
                    <a:pt x="84525" y="109669"/>
                  </a:lnTo>
                  <a:lnTo>
                    <a:pt x="84547" y="109557"/>
                  </a:lnTo>
                  <a:lnTo>
                    <a:pt x="84569" y="109390"/>
                  </a:lnTo>
                  <a:lnTo>
                    <a:pt x="84724" y="108999"/>
                  </a:lnTo>
                  <a:lnTo>
                    <a:pt x="84746" y="108859"/>
                  </a:lnTo>
                  <a:lnTo>
                    <a:pt x="84724" y="108692"/>
                  </a:lnTo>
                  <a:lnTo>
                    <a:pt x="84746" y="108496"/>
                  </a:lnTo>
                  <a:lnTo>
                    <a:pt x="84790" y="108357"/>
                  </a:lnTo>
                  <a:lnTo>
                    <a:pt x="84834" y="108217"/>
                  </a:lnTo>
                  <a:lnTo>
                    <a:pt x="84834" y="108161"/>
                  </a:lnTo>
                  <a:lnTo>
                    <a:pt x="84878" y="108106"/>
                  </a:lnTo>
                  <a:lnTo>
                    <a:pt x="84922" y="108106"/>
                  </a:lnTo>
                  <a:lnTo>
                    <a:pt x="84988" y="107994"/>
                  </a:lnTo>
                  <a:lnTo>
                    <a:pt x="85054" y="107994"/>
                  </a:lnTo>
                  <a:lnTo>
                    <a:pt x="85208" y="107966"/>
                  </a:lnTo>
                  <a:lnTo>
                    <a:pt x="85274" y="107938"/>
                  </a:lnTo>
                  <a:lnTo>
                    <a:pt x="85318" y="107882"/>
                  </a:lnTo>
                  <a:lnTo>
                    <a:pt x="85384" y="107743"/>
                  </a:lnTo>
                  <a:lnTo>
                    <a:pt x="85296" y="107631"/>
                  </a:lnTo>
                  <a:lnTo>
                    <a:pt x="85230" y="107631"/>
                  </a:lnTo>
                  <a:lnTo>
                    <a:pt x="85164" y="107687"/>
                  </a:lnTo>
                  <a:lnTo>
                    <a:pt x="85098" y="107715"/>
                  </a:lnTo>
                  <a:lnTo>
                    <a:pt x="85032" y="107603"/>
                  </a:lnTo>
                  <a:lnTo>
                    <a:pt x="85032" y="107463"/>
                  </a:lnTo>
                  <a:lnTo>
                    <a:pt x="85054" y="107352"/>
                  </a:lnTo>
                  <a:lnTo>
                    <a:pt x="85098" y="107156"/>
                  </a:lnTo>
                  <a:lnTo>
                    <a:pt x="84878" y="107184"/>
                  </a:lnTo>
                  <a:lnTo>
                    <a:pt x="84966" y="107045"/>
                  </a:lnTo>
                  <a:lnTo>
                    <a:pt x="85076" y="106905"/>
                  </a:lnTo>
                  <a:lnTo>
                    <a:pt x="85186" y="106793"/>
                  </a:lnTo>
                  <a:lnTo>
                    <a:pt x="85142" y="106598"/>
                  </a:lnTo>
                  <a:lnTo>
                    <a:pt x="85208" y="106542"/>
                  </a:lnTo>
                  <a:lnTo>
                    <a:pt x="85230" y="106542"/>
                  </a:lnTo>
                  <a:lnTo>
                    <a:pt x="85230" y="106486"/>
                  </a:lnTo>
                  <a:lnTo>
                    <a:pt x="85208" y="106430"/>
                  </a:lnTo>
                  <a:lnTo>
                    <a:pt x="85164" y="106347"/>
                  </a:lnTo>
                  <a:lnTo>
                    <a:pt x="85142" y="106319"/>
                  </a:lnTo>
                  <a:lnTo>
                    <a:pt x="85098" y="106291"/>
                  </a:lnTo>
                  <a:lnTo>
                    <a:pt x="85076" y="106067"/>
                  </a:lnTo>
                  <a:lnTo>
                    <a:pt x="85054" y="105984"/>
                  </a:lnTo>
                  <a:lnTo>
                    <a:pt x="84988" y="105872"/>
                  </a:lnTo>
                  <a:lnTo>
                    <a:pt x="84790" y="105704"/>
                  </a:lnTo>
                  <a:lnTo>
                    <a:pt x="84724" y="105537"/>
                  </a:lnTo>
                  <a:lnTo>
                    <a:pt x="84856" y="105537"/>
                  </a:lnTo>
                  <a:lnTo>
                    <a:pt x="85208" y="105732"/>
                  </a:lnTo>
                  <a:lnTo>
                    <a:pt x="85362" y="105732"/>
                  </a:lnTo>
                  <a:lnTo>
                    <a:pt x="85472" y="105704"/>
                  </a:lnTo>
                  <a:lnTo>
                    <a:pt x="85692" y="105537"/>
                  </a:lnTo>
                  <a:lnTo>
                    <a:pt x="85802" y="105425"/>
                  </a:lnTo>
                  <a:lnTo>
                    <a:pt x="85802" y="105397"/>
                  </a:lnTo>
                  <a:lnTo>
                    <a:pt x="85758" y="105286"/>
                  </a:lnTo>
                  <a:lnTo>
                    <a:pt x="85824" y="105202"/>
                  </a:lnTo>
                  <a:lnTo>
                    <a:pt x="85802" y="105090"/>
                  </a:lnTo>
                  <a:lnTo>
                    <a:pt x="85670" y="104867"/>
                  </a:lnTo>
                  <a:lnTo>
                    <a:pt x="85604" y="104811"/>
                  </a:lnTo>
                  <a:lnTo>
                    <a:pt x="85538" y="104811"/>
                  </a:lnTo>
                  <a:lnTo>
                    <a:pt x="85516" y="104839"/>
                  </a:lnTo>
                  <a:lnTo>
                    <a:pt x="85450" y="104867"/>
                  </a:lnTo>
                  <a:lnTo>
                    <a:pt x="85406" y="104839"/>
                  </a:lnTo>
                  <a:lnTo>
                    <a:pt x="85208" y="104727"/>
                  </a:lnTo>
                  <a:lnTo>
                    <a:pt x="85252" y="104727"/>
                  </a:lnTo>
                  <a:lnTo>
                    <a:pt x="85362" y="104644"/>
                  </a:lnTo>
                  <a:lnTo>
                    <a:pt x="85296" y="104616"/>
                  </a:lnTo>
                  <a:lnTo>
                    <a:pt x="85252" y="104588"/>
                  </a:lnTo>
                  <a:lnTo>
                    <a:pt x="85208" y="104504"/>
                  </a:lnTo>
                  <a:lnTo>
                    <a:pt x="85186" y="104392"/>
                  </a:lnTo>
                  <a:lnTo>
                    <a:pt x="85208" y="104336"/>
                  </a:lnTo>
                  <a:lnTo>
                    <a:pt x="85208" y="104281"/>
                  </a:lnTo>
                  <a:lnTo>
                    <a:pt x="85186" y="104253"/>
                  </a:lnTo>
                  <a:lnTo>
                    <a:pt x="85142" y="104169"/>
                  </a:lnTo>
                  <a:lnTo>
                    <a:pt x="85274" y="103834"/>
                  </a:lnTo>
                  <a:lnTo>
                    <a:pt x="85318" y="103806"/>
                  </a:lnTo>
                  <a:lnTo>
                    <a:pt x="85406" y="103750"/>
                  </a:lnTo>
                  <a:lnTo>
                    <a:pt x="85428" y="103694"/>
                  </a:lnTo>
                  <a:lnTo>
                    <a:pt x="85494" y="103527"/>
                  </a:lnTo>
                  <a:lnTo>
                    <a:pt x="85604" y="103108"/>
                  </a:lnTo>
                  <a:lnTo>
                    <a:pt x="85626" y="102968"/>
                  </a:lnTo>
                  <a:lnTo>
                    <a:pt x="85670" y="103024"/>
                  </a:lnTo>
                  <a:lnTo>
                    <a:pt x="85714" y="103108"/>
                  </a:lnTo>
                  <a:lnTo>
                    <a:pt x="85758" y="103164"/>
                  </a:lnTo>
                  <a:lnTo>
                    <a:pt x="85824" y="103164"/>
                  </a:lnTo>
                  <a:lnTo>
                    <a:pt x="85890" y="102996"/>
                  </a:lnTo>
                  <a:lnTo>
                    <a:pt x="86044" y="102661"/>
                  </a:lnTo>
                  <a:lnTo>
                    <a:pt x="86132" y="102494"/>
                  </a:lnTo>
                  <a:lnTo>
                    <a:pt x="86726" y="101768"/>
                  </a:lnTo>
                  <a:lnTo>
                    <a:pt x="86792" y="101740"/>
                  </a:lnTo>
                  <a:lnTo>
                    <a:pt x="86946" y="101684"/>
                  </a:lnTo>
                  <a:lnTo>
                    <a:pt x="87012" y="101656"/>
                  </a:lnTo>
                  <a:lnTo>
                    <a:pt x="87474" y="101209"/>
                  </a:lnTo>
                  <a:lnTo>
                    <a:pt x="87386" y="101181"/>
                  </a:lnTo>
                  <a:lnTo>
                    <a:pt x="87166" y="101293"/>
                  </a:lnTo>
                  <a:lnTo>
                    <a:pt x="87056" y="101265"/>
                  </a:lnTo>
                  <a:lnTo>
                    <a:pt x="86990" y="101126"/>
                  </a:lnTo>
                  <a:lnTo>
                    <a:pt x="86924" y="101014"/>
                  </a:lnTo>
                  <a:lnTo>
                    <a:pt x="86836" y="100930"/>
                  </a:lnTo>
                  <a:lnTo>
                    <a:pt x="86924" y="100818"/>
                  </a:lnTo>
                  <a:lnTo>
                    <a:pt x="86968" y="100846"/>
                  </a:lnTo>
                  <a:lnTo>
                    <a:pt x="87122" y="100958"/>
                  </a:lnTo>
                  <a:lnTo>
                    <a:pt x="87254" y="101014"/>
                  </a:lnTo>
                  <a:lnTo>
                    <a:pt x="87518" y="100986"/>
                  </a:lnTo>
                  <a:lnTo>
                    <a:pt x="87562" y="101014"/>
                  </a:lnTo>
                  <a:lnTo>
                    <a:pt x="87584" y="101070"/>
                  </a:lnTo>
                  <a:lnTo>
                    <a:pt x="87628" y="101126"/>
                  </a:lnTo>
                  <a:lnTo>
                    <a:pt x="87650" y="101042"/>
                  </a:lnTo>
                  <a:lnTo>
                    <a:pt x="87650" y="100818"/>
                  </a:lnTo>
                  <a:lnTo>
                    <a:pt x="87672" y="100651"/>
                  </a:lnTo>
                  <a:lnTo>
                    <a:pt x="87672" y="100595"/>
                  </a:lnTo>
                  <a:lnTo>
                    <a:pt x="87584" y="100567"/>
                  </a:lnTo>
                  <a:lnTo>
                    <a:pt x="87540" y="100539"/>
                  </a:lnTo>
                  <a:lnTo>
                    <a:pt x="87364" y="100651"/>
                  </a:lnTo>
                  <a:lnTo>
                    <a:pt x="87166" y="100679"/>
                  </a:lnTo>
                  <a:lnTo>
                    <a:pt x="87122" y="100651"/>
                  </a:lnTo>
                  <a:lnTo>
                    <a:pt x="86990" y="100511"/>
                  </a:lnTo>
                  <a:lnTo>
                    <a:pt x="86946" y="100483"/>
                  </a:lnTo>
                  <a:lnTo>
                    <a:pt x="86946" y="100428"/>
                  </a:lnTo>
                  <a:lnTo>
                    <a:pt x="87122" y="100428"/>
                  </a:lnTo>
                  <a:lnTo>
                    <a:pt x="87210" y="100400"/>
                  </a:lnTo>
                  <a:lnTo>
                    <a:pt x="87298" y="100316"/>
                  </a:lnTo>
                  <a:lnTo>
                    <a:pt x="86814" y="100232"/>
                  </a:lnTo>
                  <a:lnTo>
                    <a:pt x="86748" y="100204"/>
                  </a:lnTo>
                  <a:lnTo>
                    <a:pt x="86726" y="100148"/>
                  </a:lnTo>
                  <a:lnTo>
                    <a:pt x="86682" y="100009"/>
                  </a:lnTo>
                  <a:lnTo>
                    <a:pt x="86308" y="100093"/>
                  </a:lnTo>
                  <a:lnTo>
                    <a:pt x="86242" y="100009"/>
                  </a:lnTo>
                  <a:lnTo>
                    <a:pt x="86264" y="99841"/>
                  </a:lnTo>
                  <a:lnTo>
                    <a:pt x="86330" y="99758"/>
                  </a:lnTo>
                  <a:lnTo>
                    <a:pt x="86682" y="99702"/>
                  </a:lnTo>
                  <a:lnTo>
                    <a:pt x="86572" y="99590"/>
                  </a:lnTo>
                  <a:lnTo>
                    <a:pt x="86264" y="99311"/>
                  </a:lnTo>
                  <a:lnTo>
                    <a:pt x="86154" y="99115"/>
                  </a:lnTo>
                  <a:lnTo>
                    <a:pt x="86242" y="99087"/>
                  </a:lnTo>
                  <a:lnTo>
                    <a:pt x="86616" y="99199"/>
                  </a:lnTo>
                  <a:lnTo>
                    <a:pt x="87254" y="99562"/>
                  </a:lnTo>
                  <a:lnTo>
                    <a:pt x="87364" y="99590"/>
                  </a:lnTo>
                  <a:lnTo>
                    <a:pt x="87474" y="99534"/>
                  </a:lnTo>
                  <a:lnTo>
                    <a:pt x="87430" y="99450"/>
                  </a:lnTo>
                  <a:lnTo>
                    <a:pt x="87386" y="99339"/>
                  </a:lnTo>
                  <a:lnTo>
                    <a:pt x="87342" y="99255"/>
                  </a:lnTo>
                  <a:lnTo>
                    <a:pt x="87298" y="99199"/>
                  </a:lnTo>
                  <a:lnTo>
                    <a:pt x="87232" y="99199"/>
                  </a:lnTo>
                  <a:lnTo>
                    <a:pt x="87012" y="99032"/>
                  </a:lnTo>
                  <a:lnTo>
                    <a:pt x="87100" y="99004"/>
                  </a:lnTo>
                  <a:lnTo>
                    <a:pt x="87650" y="98976"/>
                  </a:lnTo>
                  <a:lnTo>
                    <a:pt x="87650" y="98892"/>
                  </a:lnTo>
                  <a:lnTo>
                    <a:pt x="86836" y="98306"/>
                  </a:lnTo>
                  <a:lnTo>
                    <a:pt x="86836" y="98222"/>
                  </a:lnTo>
                  <a:lnTo>
                    <a:pt x="87342" y="98306"/>
                  </a:lnTo>
                  <a:lnTo>
                    <a:pt x="87298" y="98222"/>
                  </a:lnTo>
                  <a:lnTo>
                    <a:pt x="87232" y="98110"/>
                  </a:lnTo>
                  <a:lnTo>
                    <a:pt x="87188" y="98054"/>
                  </a:lnTo>
                  <a:lnTo>
                    <a:pt x="87144" y="97999"/>
                  </a:lnTo>
                  <a:lnTo>
                    <a:pt x="87232" y="97971"/>
                  </a:lnTo>
                  <a:lnTo>
                    <a:pt x="87342" y="97999"/>
                  </a:lnTo>
                  <a:lnTo>
                    <a:pt x="87430" y="98054"/>
                  </a:lnTo>
                  <a:lnTo>
                    <a:pt x="87518" y="98166"/>
                  </a:lnTo>
                  <a:lnTo>
                    <a:pt x="87672" y="98529"/>
                  </a:lnTo>
                  <a:lnTo>
                    <a:pt x="87760" y="98613"/>
                  </a:lnTo>
                  <a:lnTo>
                    <a:pt x="87826" y="98585"/>
                  </a:lnTo>
                  <a:lnTo>
                    <a:pt x="87848" y="98501"/>
                  </a:lnTo>
                  <a:lnTo>
                    <a:pt x="87870" y="98334"/>
                  </a:lnTo>
                  <a:lnTo>
                    <a:pt x="87870" y="98194"/>
                  </a:lnTo>
                  <a:lnTo>
                    <a:pt x="87848" y="98082"/>
                  </a:lnTo>
                  <a:lnTo>
                    <a:pt x="87804" y="98026"/>
                  </a:lnTo>
                  <a:lnTo>
                    <a:pt x="87804" y="97971"/>
                  </a:lnTo>
                  <a:lnTo>
                    <a:pt x="87848" y="97915"/>
                  </a:lnTo>
                  <a:lnTo>
                    <a:pt x="87870" y="97915"/>
                  </a:lnTo>
                  <a:lnTo>
                    <a:pt x="87914" y="97943"/>
                  </a:lnTo>
                  <a:lnTo>
                    <a:pt x="88002" y="98026"/>
                  </a:lnTo>
                  <a:lnTo>
                    <a:pt x="87980" y="98026"/>
                  </a:lnTo>
                  <a:lnTo>
                    <a:pt x="88068" y="98026"/>
                  </a:lnTo>
                  <a:lnTo>
                    <a:pt x="88112" y="97999"/>
                  </a:lnTo>
                  <a:lnTo>
                    <a:pt x="88134" y="97943"/>
                  </a:lnTo>
                  <a:lnTo>
                    <a:pt x="88178" y="97831"/>
                  </a:lnTo>
                  <a:lnTo>
                    <a:pt x="88134" y="97775"/>
                  </a:lnTo>
                  <a:lnTo>
                    <a:pt x="88112" y="97747"/>
                  </a:lnTo>
                  <a:lnTo>
                    <a:pt x="88090" y="97747"/>
                  </a:lnTo>
                  <a:lnTo>
                    <a:pt x="88112" y="97608"/>
                  </a:lnTo>
                  <a:lnTo>
                    <a:pt x="88222" y="97608"/>
                  </a:lnTo>
                  <a:lnTo>
                    <a:pt x="88355" y="97719"/>
                  </a:lnTo>
                  <a:lnTo>
                    <a:pt x="88443" y="97664"/>
                  </a:lnTo>
                  <a:lnTo>
                    <a:pt x="88509" y="97496"/>
                  </a:lnTo>
                  <a:lnTo>
                    <a:pt x="88597" y="97356"/>
                  </a:lnTo>
                  <a:lnTo>
                    <a:pt x="88619" y="97189"/>
                  </a:lnTo>
                  <a:lnTo>
                    <a:pt x="88509" y="97133"/>
                  </a:lnTo>
                  <a:lnTo>
                    <a:pt x="88399" y="97105"/>
                  </a:lnTo>
                  <a:lnTo>
                    <a:pt x="88289" y="97133"/>
                  </a:lnTo>
                  <a:lnTo>
                    <a:pt x="88090" y="97245"/>
                  </a:lnTo>
                  <a:lnTo>
                    <a:pt x="88024" y="97245"/>
                  </a:lnTo>
                  <a:lnTo>
                    <a:pt x="87848" y="97161"/>
                  </a:lnTo>
                  <a:lnTo>
                    <a:pt x="87870" y="96938"/>
                  </a:lnTo>
                  <a:lnTo>
                    <a:pt x="87870" y="96854"/>
                  </a:lnTo>
                  <a:lnTo>
                    <a:pt x="87892" y="96798"/>
                  </a:lnTo>
                  <a:lnTo>
                    <a:pt x="87958" y="96770"/>
                  </a:lnTo>
                  <a:lnTo>
                    <a:pt x="88002" y="96658"/>
                  </a:lnTo>
                  <a:lnTo>
                    <a:pt x="88024" y="96630"/>
                  </a:lnTo>
                  <a:lnTo>
                    <a:pt x="88245" y="96658"/>
                  </a:lnTo>
                  <a:lnTo>
                    <a:pt x="88333" y="96630"/>
                  </a:lnTo>
                  <a:lnTo>
                    <a:pt x="88399" y="96547"/>
                  </a:lnTo>
                  <a:lnTo>
                    <a:pt x="88245" y="96407"/>
                  </a:lnTo>
                  <a:lnTo>
                    <a:pt x="88289" y="96351"/>
                  </a:lnTo>
                  <a:lnTo>
                    <a:pt x="88333" y="96351"/>
                  </a:lnTo>
                  <a:lnTo>
                    <a:pt x="88487" y="96379"/>
                  </a:lnTo>
                  <a:lnTo>
                    <a:pt x="88641" y="96295"/>
                  </a:lnTo>
                  <a:lnTo>
                    <a:pt x="88685" y="96295"/>
                  </a:lnTo>
                  <a:lnTo>
                    <a:pt x="88729" y="96323"/>
                  </a:lnTo>
                  <a:lnTo>
                    <a:pt x="88751" y="96379"/>
                  </a:lnTo>
                  <a:lnTo>
                    <a:pt x="88773" y="96435"/>
                  </a:lnTo>
                  <a:lnTo>
                    <a:pt x="88817" y="96491"/>
                  </a:lnTo>
                  <a:lnTo>
                    <a:pt x="88883" y="96519"/>
                  </a:lnTo>
                  <a:lnTo>
                    <a:pt x="88927" y="96547"/>
                  </a:lnTo>
                  <a:lnTo>
                    <a:pt x="89037" y="96519"/>
                  </a:lnTo>
                  <a:lnTo>
                    <a:pt x="89059" y="96407"/>
                  </a:lnTo>
                  <a:lnTo>
                    <a:pt x="89059" y="96268"/>
                  </a:lnTo>
                  <a:lnTo>
                    <a:pt x="89081" y="96128"/>
                  </a:lnTo>
                  <a:lnTo>
                    <a:pt x="89147" y="96100"/>
                  </a:lnTo>
                  <a:lnTo>
                    <a:pt x="89059" y="95877"/>
                  </a:lnTo>
                  <a:lnTo>
                    <a:pt x="88927" y="95765"/>
                  </a:lnTo>
                  <a:lnTo>
                    <a:pt x="88773" y="95709"/>
                  </a:lnTo>
                  <a:lnTo>
                    <a:pt x="88685" y="95681"/>
                  </a:lnTo>
                  <a:lnTo>
                    <a:pt x="88553" y="95709"/>
                  </a:lnTo>
                  <a:lnTo>
                    <a:pt x="88531" y="95709"/>
                  </a:lnTo>
                  <a:lnTo>
                    <a:pt x="88531" y="95625"/>
                  </a:lnTo>
                  <a:lnTo>
                    <a:pt x="88531" y="95570"/>
                  </a:lnTo>
                  <a:lnTo>
                    <a:pt x="88531" y="95514"/>
                  </a:lnTo>
                  <a:lnTo>
                    <a:pt x="88509" y="95486"/>
                  </a:lnTo>
                  <a:lnTo>
                    <a:pt x="88399" y="95486"/>
                  </a:lnTo>
                  <a:lnTo>
                    <a:pt x="88267" y="95458"/>
                  </a:lnTo>
                  <a:lnTo>
                    <a:pt x="87870" y="95123"/>
                  </a:lnTo>
                  <a:lnTo>
                    <a:pt x="87606" y="95067"/>
                  </a:lnTo>
                  <a:lnTo>
                    <a:pt x="87452" y="95011"/>
                  </a:lnTo>
                  <a:lnTo>
                    <a:pt x="87188" y="94788"/>
                  </a:lnTo>
                  <a:lnTo>
                    <a:pt x="87672" y="95011"/>
                  </a:lnTo>
                  <a:lnTo>
                    <a:pt x="88399" y="95123"/>
                  </a:lnTo>
                  <a:lnTo>
                    <a:pt x="88531" y="95234"/>
                  </a:lnTo>
                  <a:lnTo>
                    <a:pt x="88707" y="95179"/>
                  </a:lnTo>
                  <a:lnTo>
                    <a:pt x="88751" y="95207"/>
                  </a:lnTo>
                  <a:lnTo>
                    <a:pt x="88839" y="95290"/>
                  </a:lnTo>
                  <a:lnTo>
                    <a:pt x="88905" y="95346"/>
                  </a:lnTo>
                  <a:lnTo>
                    <a:pt x="88971" y="95430"/>
                  </a:lnTo>
                  <a:lnTo>
                    <a:pt x="89037" y="95430"/>
                  </a:lnTo>
                  <a:lnTo>
                    <a:pt x="89081" y="95430"/>
                  </a:lnTo>
                  <a:lnTo>
                    <a:pt x="89125" y="95318"/>
                  </a:lnTo>
                  <a:lnTo>
                    <a:pt x="89147" y="95318"/>
                  </a:lnTo>
                  <a:lnTo>
                    <a:pt x="89169" y="95346"/>
                  </a:lnTo>
                  <a:lnTo>
                    <a:pt x="89213" y="95458"/>
                  </a:lnTo>
                  <a:lnTo>
                    <a:pt x="89301" y="95486"/>
                  </a:lnTo>
                  <a:lnTo>
                    <a:pt x="89345" y="95570"/>
                  </a:lnTo>
                  <a:lnTo>
                    <a:pt x="89389" y="95709"/>
                  </a:lnTo>
                  <a:lnTo>
                    <a:pt x="89411" y="95793"/>
                  </a:lnTo>
                  <a:lnTo>
                    <a:pt x="89411" y="95821"/>
                  </a:lnTo>
                  <a:lnTo>
                    <a:pt x="89411" y="95849"/>
                  </a:lnTo>
                  <a:lnTo>
                    <a:pt x="89411" y="95877"/>
                  </a:lnTo>
                  <a:lnTo>
                    <a:pt x="89411" y="95905"/>
                  </a:lnTo>
                  <a:lnTo>
                    <a:pt x="89697" y="96100"/>
                  </a:lnTo>
                  <a:lnTo>
                    <a:pt x="89697" y="96295"/>
                  </a:lnTo>
                  <a:lnTo>
                    <a:pt x="89741" y="96491"/>
                  </a:lnTo>
                  <a:lnTo>
                    <a:pt x="89807" y="96603"/>
                  </a:lnTo>
                  <a:lnTo>
                    <a:pt x="89961" y="96491"/>
                  </a:lnTo>
                  <a:lnTo>
                    <a:pt x="90203" y="96630"/>
                  </a:lnTo>
                  <a:lnTo>
                    <a:pt x="90291" y="96630"/>
                  </a:lnTo>
                  <a:lnTo>
                    <a:pt x="90269" y="96575"/>
                  </a:lnTo>
                  <a:lnTo>
                    <a:pt x="90181" y="96435"/>
                  </a:lnTo>
                  <a:lnTo>
                    <a:pt x="89961" y="96323"/>
                  </a:lnTo>
                  <a:lnTo>
                    <a:pt x="89851" y="96184"/>
                  </a:lnTo>
                  <a:lnTo>
                    <a:pt x="89829" y="96100"/>
                  </a:lnTo>
                  <a:lnTo>
                    <a:pt x="89785" y="95905"/>
                  </a:lnTo>
                  <a:lnTo>
                    <a:pt x="89763" y="95821"/>
                  </a:lnTo>
                  <a:lnTo>
                    <a:pt x="89741" y="95765"/>
                  </a:lnTo>
                  <a:lnTo>
                    <a:pt x="89631" y="95709"/>
                  </a:lnTo>
                  <a:lnTo>
                    <a:pt x="89587" y="95625"/>
                  </a:lnTo>
                  <a:lnTo>
                    <a:pt x="89719" y="95514"/>
                  </a:lnTo>
                  <a:lnTo>
                    <a:pt x="89719" y="95458"/>
                  </a:lnTo>
                  <a:lnTo>
                    <a:pt x="89719" y="95346"/>
                  </a:lnTo>
                  <a:lnTo>
                    <a:pt x="89719" y="95290"/>
                  </a:lnTo>
                  <a:lnTo>
                    <a:pt x="89741" y="95262"/>
                  </a:lnTo>
                  <a:lnTo>
                    <a:pt x="89741" y="95207"/>
                  </a:lnTo>
                  <a:lnTo>
                    <a:pt x="89675" y="95123"/>
                  </a:lnTo>
                  <a:lnTo>
                    <a:pt x="89587" y="94983"/>
                  </a:lnTo>
                  <a:lnTo>
                    <a:pt x="89543" y="94955"/>
                  </a:lnTo>
                  <a:lnTo>
                    <a:pt x="89433" y="94927"/>
                  </a:lnTo>
                  <a:lnTo>
                    <a:pt x="89125" y="94788"/>
                  </a:lnTo>
                  <a:lnTo>
                    <a:pt x="88883" y="94788"/>
                  </a:lnTo>
                  <a:lnTo>
                    <a:pt x="88773" y="94760"/>
                  </a:lnTo>
                  <a:lnTo>
                    <a:pt x="88861" y="94704"/>
                  </a:lnTo>
                  <a:lnTo>
                    <a:pt x="88927" y="94676"/>
                  </a:lnTo>
                  <a:lnTo>
                    <a:pt x="89081" y="94648"/>
                  </a:lnTo>
                  <a:lnTo>
                    <a:pt x="89125" y="94648"/>
                  </a:lnTo>
                  <a:lnTo>
                    <a:pt x="89257" y="94509"/>
                  </a:lnTo>
                  <a:lnTo>
                    <a:pt x="89323" y="94481"/>
                  </a:lnTo>
                  <a:lnTo>
                    <a:pt x="89301" y="94425"/>
                  </a:lnTo>
                  <a:lnTo>
                    <a:pt x="89257" y="94425"/>
                  </a:lnTo>
                  <a:lnTo>
                    <a:pt x="89191" y="94397"/>
                  </a:lnTo>
                  <a:lnTo>
                    <a:pt x="89169" y="94313"/>
                  </a:lnTo>
                  <a:lnTo>
                    <a:pt x="89169" y="94146"/>
                  </a:lnTo>
                  <a:lnTo>
                    <a:pt x="89125" y="94062"/>
                  </a:lnTo>
                  <a:lnTo>
                    <a:pt x="89103" y="93950"/>
                  </a:lnTo>
                  <a:lnTo>
                    <a:pt x="89103" y="93811"/>
                  </a:lnTo>
                  <a:lnTo>
                    <a:pt x="89103" y="93615"/>
                  </a:lnTo>
                  <a:lnTo>
                    <a:pt x="89147" y="93587"/>
                  </a:lnTo>
                  <a:lnTo>
                    <a:pt x="89279" y="93587"/>
                  </a:lnTo>
                  <a:lnTo>
                    <a:pt x="89499" y="93559"/>
                  </a:lnTo>
                  <a:lnTo>
                    <a:pt x="89565" y="93559"/>
                  </a:lnTo>
                  <a:lnTo>
                    <a:pt x="89741" y="93699"/>
                  </a:lnTo>
                  <a:lnTo>
                    <a:pt x="89807" y="93755"/>
                  </a:lnTo>
                  <a:lnTo>
                    <a:pt x="89807" y="93671"/>
                  </a:lnTo>
                  <a:lnTo>
                    <a:pt x="89785" y="93643"/>
                  </a:lnTo>
                  <a:lnTo>
                    <a:pt x="89763" y="93587"/>
                  </a:lnTo>
                  <a:lnTo>
                    <a:pt x="89785" y="93531"/>
                  </a:lnTo>
                  <a:lnTo>
                    <a:pt x="89785" y="93503"/>
                  </a:lnTo>
                  <a:lnTo>
                    <a:pt x="89763" y="93476"/>
                  </a:lnTo>
                  <a:lnTo>
                    <a:pt x="89741" y="93392"/>
                  </a:lnTo>
                  <a:lnTo>
                    <a:pt x="89785" y="93336"/>
                  </a:lnTo>
                  <a:lnTo>
                    <a:pt x="89829" y="93308"/>
                  </a:lnTo>
                  <a:lnTo>
                    <a:pt x="89851" y="93280"/>
                  </a:lnTo>
                  <a:lnTo>
                    <a:pt x="89851" y="93196"/>
                  </a:lnTo>
                  <a:lnTo>
                    <a:pt x="89851" y="93029"/>
                  </a:lnTo>
                  <a:lnTo>
                    <a:pt x="89851" y="93001"/>
                  </a:lnTo>
                  <a:lnTo>
                    <a:pt x="89785" y="93057"/>
                  </a:lnTo>
                  <a:lnTo>
                    <a:pt x="89763" y="93113"/>
                  </a:lnTo>
                  <a:lnTo>
                    <a:pt x="89719" y="93224"/>
                  </a:lnTo>
                  <a:lnTo>
                    <a:pt x="89675" y="93280"/>
                  </a:lnTo>
                  <a:lnTo>
                    <a:pt x="89631" y="93196"/>
                  </a:lnTo>
                  <a:lnTo>
                    <a:pt x="89609" y="93057"/>
                  </a:lnTo>
                  <a:lnTo>
                    <a:pt x="89631" y="93001"/>
                  </a:lnTo>
                  <a:lnTo>
                    <a:pt x="89675" y="92945"/>
                  </a:lnTo>
                  <a:lnTo>
                    <a:pt x="89719" y="92833"/>
                  </a:lnTo>
                  <a:lnTo>
                    <a:pt x="89675" y="92750"/>
                  </a:lnTo>
                  <a:lnTo>
                    <a:pt x="89609" y="92666"/>
                  </a:lnTo>
                  <a:lnTo>
                    <a:pt x="89587" y="92638"/>
                  </a:lnTo>
                  <a:lnTo>
                    <a:pt x="89521" y="92582"/>
                  </a:lnTo>
                  <a:lnTo>
                    <a:pt x="89543" y="92415"/>
                  </a:lnTo>
                  <a:lnTo>
                    <a:pt x="89477" y="92303"/>
                  </a:lnTo>
                  <a:lnTo>
                    <a:pt x="89389" y="92247"/>
                  </a:lnTo>
                  <a:lnTo>
                    <a:pt x="89345" y="92135"/>
                  </a:lnTo>
                  <a:lnTo>
                    <a:pt x="89323" y="91996"/>
                  </a:lnTo>
                  <a:lnTo>
                    <a:pt x="89367" y="91996"/>
                  </a:lnTo>
                  <a:lnTo>
                    <a:pt x="89433" y="92080"/>
                  </a:lnTo>
                  <a:lnTo>
                    <a:pt x="89499" y="92163"/>
                  </a:lnTo>
                  <a:lnTo>
                    <a:pt x="89697" y="92359"/>
                  </a:lnTo>
                  <a:lnTo>
                    <a:pt x="89719" y="92415"/>
                  </a:lnTo>
                  <a:lnTo>
                    <a:pt x="89741" y="92442"/>
                  </a:lnTo>
                  <a:lnTo>
                    <a:pt x="89785" y="92442"/>
                  </a:lnTo>
                  <a:lnTo>
                    <a:pt x="89807" y="92387"/>
                  </a:lnTo>
                  <a:lnTo>
                    <a:pt x="89829" y="92247"/>
                  </a:lnTo>
                  <a:lnTo>
                    <a:pt x="89851" y="92191"/>
                  </a:lnTo>
                  <a:lnTo>
                    <a:pt x="89961" y="92275"/>
                  </a:lnTo>
                  <a:lnTo>
                    <a:pt x="89917" y="92498"/>
                  </a:lnTo>
                  <a:lnTo>
                    <a:pt x="89917" y="92638"/>
                  </a:lnTo>
                  <a:lnTo>
                    <a:pt x="89983" y="92694"/>
                  </a:lnTo>
                  <a:lnTo>
                    <a:pt x="90115" y="92722"/>
                  </a:lnTo>
                  <a:lnTo>
                    <a:pt x="90225" y="92750"/>
                  </a:lnTo>
                  <a:lnTo>
                    <a:pt x="90489" y="92638"/>
                  </a:lnTo>
                  <a:lnTo>
                    <a:pt x="90467" y="92554"/>
                  </a:lnTo>
                  <a:lnTo>
                    <a:pt x="90423" y="92470"/>
                  </a:lnTo>
                  <a:lnTo>
                    <a:pt x="90401" y="92415"/>
                  </a:lnTo>
                  <a:lnTo>
                    <a:pt x="90489" y="92415"/>
                  </a:lnTo>
                  <a:lnTo>
                    <a:pt x="90621" y="92442"/>
                  </a:lnTo>
                  <a:lnTo>
                    <a:pt x="90709" y="92442"/>
                  </a:lnTo>
                  <a:lnTo>
                    <a:pt x="90775" y="92303"/>
                  </a:lnTo>
                  <a:lnTo>
                    <a:pt x="90621" y="92135"/>
                  </a:lnTo>
                  <a:lnTo>
                    <a:pt x="90665" y="92024"/>
                  </a:lnTo>
                  <a:lnTo>
                    <a:pt x="90841" y="92080"/>
                  </a:lnTo>
                  <a:lnTo>
                    <a:pt x="90929" y="91912"/>
                  </a:lnTo>
                  <a:lnTo>
                    <a:pt x="91017" y="91968"/>
                  </a:lnTo>
                  <a:lnTo>
                    <a:pt x="91083" y="92080"/>
                  </a:lnTo>
                  <a:lnTo>
                    <a:pt x="91127" y="92191"/>
                  </a:lnTo>
                  <a:lnTo>
                    <a:pt x="91017" y="92303"/>
                  </a:lnTo>
                  <a:lnTo>
                    <a:pt x="90995" y="92415"/>
                  </a:lnTo>
                  <a:lnTo>
                    <a:pt x="91039" y="92526"/>
                  </a:lnTo>
                  <a:lnTo>
                    <a:pt x="91105" y="92582"/>
                  </a:lnTo>
                  <a:lnTo>
                    <a:pt x="91325" y="92498"/>
                  </a:lnTo>
                  <a:lnTo>
                    <a:pt x="91589" y="92582"/>
                  </a:lnTo>
                  <a:lnTo>
                    <a:pt x="91766" y="92582"/>
                  </a:lnTo>
                  <a:lnTo>
                    <a:pt x="91854" y="92554"/>
                  </a:lnTo>
                  <a:lnTo>
                    <a:pt x="91898" y="92498"/>
                  </a:lnTo>
                  <a:lnTo>
                    <a:pt x="91854" y="92415"/>
                  </a:lnTo>
                  <a:lnTo>
                    <a:pt x="91876" y="92303"/>
                  </a:lnTo>
                  <a:lnTo>
                    <a:pt x="91964" y="92191"/>
                  </a:lnTo>
                  <a:lnTo>
                    <a:pt x="92008" y="92107"/>
                  </a:lnTo>
                  <a:lnTo>
                    <a:pt x="92030" y="91996"/>
                  </a:lnTo>
                  <a:lnTo>
                    <a:pt x="92030" y="91884"/>
                  </a:lnTo>
                  <a:lnTo>
                    <a:pt x="92030" y="91661"/>
                  </a:lnTo>
                  <a:lnTo>
                    <a:pt x="92008" y="91577"/>
                  </a:lnTo>
                  <a:lnTo>
                    <a:pt x="91964" y="91465"/>
                  </a:lnTo>
                  <a:lnTo>
                    <a:pt x="91699" y="91382"/>
                  </a:lnTo>
                  <a:lnTo>
                    <a:pt x="90819" y="91382"/>
                  </a:lnTo>
                  <a:lnTo>
                    <a:pt x="90555" y="91298"/>
                  </a:lnTo>
                  <a:lnTo>
                    <a:pt x="90467" y="91214"/>
                  </a:lnTo>
                  <a:lnTo>
                    <a:pt x="90555" y="91158"/>
                  </a:lnTo>
                  <a:lnTo>
                    <a:pt x="90599" y="91158"/>
                  </a:lnTo>
                  <a:lnTo>
                    <a:pt x="90665" y="91186"/>
                  </a:lnTo>
                  <a:lnTo>
                    <a:pt x="90731" y="91186"/>
                  </a:lnTo>
                  <a:lnTo>
                    <a:pt x="90709" y="91130"/>
                  </a:lnTo>
                  <a:lnTo>
                    <a:pt x="90357" y="90991"/>
                  </a:lnTo>
                  <a:lnTo>
                    <a:pt x="90203" y="90795"/>
                  </a:lnTo>
                  <a:lnTo>
                    <a:pt x="90027" y="90516"/>
                  </a:lnTo>
                  <a:lnTo>
                    <a:pt x="89961" y="90432"/>
                  </a:lnTo>
                  <a:lnTo>
                    <a:pt x="89895" y="90321"/>
                  </a:lnTo>
                  <a:lnTo>
                    <a:pt x="89785" y="90237"/>
                  </a:lnTo>
                  <a:lnTo>
                    <a:pt x="89741" y="90041"/>
                  </a:lnTo>
                  <a:lnTo>
                    <a:pt x="89763" y="89930"/>
                  </a:lnTo>
                  <a:lnTo>
                    <a:pt x="89829" y="89818"/>
                  </a:lnTo>
                  <a:lnTo>
                    <a:pt x="90181" y="89678"/>
                  </a:lnTo>
                  <a:lnTo>
                    <a:pt x="90379" y="89678"/>
                  </a:lnTo>
                  <a:lnTo>
                    <a:pt x="90577" y="89762"/>
                  </a:lnTo>
                  <a:lnTo>
                    <a:pt x="90841" y="89986"/>
                  </a:lnTo>
                  <a:lnTo>
                    <a:pt x="90973" y="90013"/>
                  </a:lnTo>
                  <a:lnTo>
                    <a:pt x="91083" y="89958"/>
                  </a:lnTo>
                  <a:lnTo>
                    <a:pt x="91105" y="89790"/>
                  </a:lnTo>
                  <a:lnTo>
                    <a:pt x="91061" y="89706"/>
                  </a:lnTo>
                  <a:lnTo>
                    <a:pt x="90973" y="89651"/>
                  </a:lnTo>
                  <a:lnTo>
                    <a:pt x="90907" y="89511"/>
                  </a:lnTo>
                  <a:lnTo>
                    <a:pt x="90907" y="89343"/>
                  </a:lnTo>
                  <a:lnTo>
                    <a:pt x="90885" y="89288"/>
                  </a:lnTo>
                  <a:lnTo>
                    <a:pt x="90885" y="89288"/>
                  </a:lnTo>
                  <a:lnTo>
                    <a:pt x="90885" y="89288"/>
                  </a:lnTo>
                  <a:lnTo>
                    <a:pt x="90885" y="89232"/>
                  </a:lnTo>
                  <a:lnTo>
                    <a:pt x="91061" y="89260"/>
                  </a:lnTo>
                  <a:lnTo>
                    <a:pt x="91479" y="89455"/>
                  </a:lnTo>
                  <a:lnTo>
                    <a:pt x="92008" y="89595"/>
                  </a:lnTo>
                  <a:lnTo>
                    <a:pt x="92382" y="89511"/>
                  </a:lnTo>
                  <a:lnTo>
                    <a:pt x="92492" y="89539"/>
                  </a:lnTo>
                  <a:lnTo>
                    <a:pt x="92668" y="89678"/>
                  </a:lnTo>
                  <a:lnTo>
                    <a:pt x="93504" y="89790"/>
                  </a:lnTo>
                  <a:lnTo>
                    <a:pt x="93680" y="89762"/>
                  </a:lnTo>
                  <a:lnTo>
                    <a:pt x="93812" y="89623"/>
                  </a:lnTo>
                  <a:lnTo>
                    <a:pt x="93724" y="89511"/>
                  </a:lnTo>
                  <a:lnTo>
                    <a:pt x="93614" y="89483"/>
                  </a:lnTo>
                  <a:lnTo>
                    <a:pt x="93526" y="89427"/>
                  </a:lnTo>
                  <a:lnTo>
                    <a:pt x="93614" y="89371"/>
                  </a:lnTo>
                  <a:lnTo>
                    <a:pt x="93900" y="89288"/>
                  </a:lnTo>
                  <a:lnTo>
                    <a:pt x="93922" y="89288"/>
                  </a:lnTo>
                  <a:lnTo>
                    <a:pt x="94230" y="88925"/>
                  </a:lnTo>
                  <a:lnTo>
                    <a:pt x="94274" y="88785"/>
                  </a:lnTo>
                  <a:lnTo>
                    <a:pt x="94274" y="88562"/>
                  </a:lnTo>
                  <a:lnTo>
                    <a:pt x="94384" y="88394"/>
                  </a:lnTo>
                  <a:lnTo>
                    <a:pt x="94472" y="88338"/>
                  </a:lnTo>
                  <a:lnTo>
                    <a:pt x="94538" y="88310"/>
                  </a:lnTo>
                  <a:lnTo>
                    <a:pt x="94604" y="88255"/>
                  </a:lnTo>
                  <a:lnTo>
                    <a:pt x="94758" y="88003"/>
                  </a:lnTo>
                  <a:lnTo>
                    <a:pt x="94824" y="87947"/>
                  </a:lnTo>
                  <a:lnTo>
                    <a:pt x="95595" y="87947"/>
                  </a:lnTo>
                  <a:lnTo>
                    <a:pt x="95749" y="87864"/>
                  </a:lnTo>
                  <a:lnTo>
                    <a:pt x="95771" y="87780"/>
                  </a:lnTo>
                  <a:lnTo>
                    <a:pt x="95727" y="87668"/>
                  </a:lnTo>
                  <a:lnTo>
                    <a:pt x="95837" y="87668"/>
                  </a:lnTo>
                  <a:lnTo>
                    <a:pt x="95881" y="87612"/>
                  </a:lnTo>
                  <a:lnTo>
                    <a:pt x="95947" y="87529"/>
                  </a:lnTo>
                  <a:lnTo>
                    <a:pt x="95881" y="87501"/>
                  </a:lnTo>
                  <a:lnTo>
                    <a:pt x="95815" y="87417"/>
                  </a:lnTo>
                  <a:lnTo>
                    <a:pt x="95771" y="87333"/>
                  </a:lnTo>
                  <a:lnTo>
                    <a:pt x="95793" y="87305"/>
                  </a:lnTo>
                  <a:lnTo>
                    <a:pt x="95903" y="87277"/>
                  </a:lnTo>
                  <a:lnTo>
                    <a:pt x="95969" y="87221"/>
                  </a:lnTo>
                  <a:lnTo>
                    <a:pt x="96013" y="87138"/>
                  </a:lnTo>
                  <a:lnTo>
                    <a:pt x="95881" y="87138"/>
                  </a:lnTo>
                  <a:lnTo>
                    <a:pt x="95903" y="87026"/>
                  </a:lnTo>
                  <a:lnTo>
                    <a:pt x="95947" y="86914"/>
                  </a:lnTo>
                  <a:lnTo>
                    <a:pt x="95969" y="86859"/>
                  </a:lnTo>
                  <a:lnTo>
                    <a:pt x="96079" y="86914"/>
                  </a:lnTo>
                  <a:lnTo>
                    <a:pt x="96101" y="86663"/>
                  </a:lnTo>
                  <a:lnTo>
                    <a:pt x="96189" y="86635"/>
                  </a:lnTo>
                  <a:lnTo>
                    <a:pt x="96101" y="86523"/>
                  </a:lnTo>
                  <a:lnTo>
                    <a:pt x="95991" y="86523"/>
                  </a:lnTo>
                  <a:lnTo>
                    <a:pt x="95947" y="86440"/>
                  </a:lnTo>
                  <a:lnTo>
                    <a:pt x="96013" y="86384"/>
                  </a:lnTo>
                  <a:lnTo>
                    <a:pt x="96035" y="86356"/>
                  </a:lnTo>
                  <a:lnTo>
                    <a:pt x="95859" y="86021"/>
                  </a:lnTo>
                  <a:lnTo>
                    <a:pt x="95837" y="85909"/>
                  </a:lnTo>
                  <a:lnTo>
                    <a:pt x="95859" y="85825"/>
                  </a:lnTo>
                  <a:lnTo>
                    <a:pt x="95881" y="85798"/>
                  </a:lnTo>
                  <a:lnTo>
                    <a:pt x="95903" y="85742"/>
                  </a:lnTo>
                  <a:lnTo>
                    <a:pt x="95881" y="85602"/>
                  </a:lnTo>
                  <a:lnTo>
                    <a:pt x="95837" y="85574"/>
                  </a:lnTo>
                  <a:lnTo>
                    <a:pt x="95683" y="85546"/>
                  </a:lnTo>
                  <a:lnTo>
                    <a:pt x="95661" y="85463"/>
                  </a:lnTo>
                  <a:lnTo>
                    <a:pt x="95661" y="85379"/>
                  </a:lnTo>
                  <a:lnTo>
                    <a:pt x="95683" y="85379"/>
                  </a:lnTo>
                  <a:lnTo>
                    <a:pt x="95771" y="85463"/>
                  </a:lnTo>
                  <a:lnTo>
                    <a:pt x="95793" y="85407"/>
                  </a:lnTo>
                  <a:lnTo>
                    <a:pt x="95793" y="85379"/>
                  </a:lnTo>
                  <a:lnTo>
                    <a:pt x="95771" y="85351"/>
                  </a:lnTo>
                  <a:lnTo>
                    <a:pt x="95771" y="85295"/>
                  </a:lnTo>
                  <a:lnTo>
                    <a:pt x="95793" y="85239"/>
                  </a:lnTo>
                  <a:lnTo>
                    <a:pt x="95793" y="85127"/>
                  </a:lnTo>
                  <a:lnTo>
                    <a:pt x="95771" y="85044"/>
                  </a:lnTo>
                  <a:lnTo>
                    <a:pt x="95771" y="84960"/>
                  </a:lnTo>
                  <a:lnTo>
                    <a:pt x="95683" y="84820"/>
                  </a:lnTo>
                  <a:lnTo>
                    <a:pt x="95639" y="84765"/>
                  </a:lnTo>
                  <a:lnTo>
                    <a:pt x="95617" y="84709"/>
                  </a:lnTo>
                  <a:lnTo>
                    <a:pt x="95683" y="84541"/>
                  </a:lnTo>
                  <a:lnTo>
                    <a:pt x="95617" y="84485"/>
                  </a:lnTo>
                  <a:lnTo>
                    <a:pt x="95551" y="84457"/>
                  </a:lnTo>
                  <a:lnTo>
                    <a:pt x="95485" y="84374"/>
                  </a:lnTo>
                  <a:lnTo>
                    <a:pt x="95485" y="84234"/>
                  </a:lnTo>
                  <a:lnTo>
                    <a:pt x="95441" y="84122"/>
                  </a:lnTo>
                  <a:lnTo>
                    <a:pt x="95485" y="84039"/>
                  </a:lnTo>
                  <a:lnTo>
                    <a:pt x="95595" y="83983"/>
                  </a:lnTo>
                  <a:lnTo>
                    <a:pt x="95661" y="83899"/>
                  </a:lnTo>
                  <a:lnTo>
                    <a:pt x="95617" y="83704"/>
                  </a:lnTo>
                  <a:lnTo>
                    <a:pt x="95551" y="83648"/>
                  </a:lnTo>
                  <a:lnTo>
                    <a:pt x="95242" y="83704"/>
                  </a:lnTo>
                  <a:lnTo>
                    <a:pt x="95154" y="83676"/>
                  </a:lnTo>
                  <a:lnTo>
                    <a:pt x="94934" y="83536"/>
                  </a:lnTo>
                  <a:lnTo>
                    <a:pt x="94736" y="83480"/>
                  </a:lnTo>
                  <a:lnTo>
                    <a:pt x="94670" y="83452"/>
                  </a:lnTo>
                  <a:lnTo>
                    <a:pt x="94560" y="83369"/>
                  </a:lnTo>
                  <a:lnTo>
                    <a:pt x="94516" y="83201"/>
                  </a:lnTo>
                  <a:lnTo>
                    <a:pt x="94604" y="83201"/>
                  </a:lnTo>
                  <a:lnTo>
                    <a:pt x="95044" y="83424"/>
                  </a:lnTo>
                  <a:lnTo>
                    <a:pt x="95154" y="83424"/>
                  </a:lnTo>
                  <a:lnTo>
                    <a:pt x="95220" y="83369"/>
                  </a:lnTo>
                  <a:lnTo>
                    <a:pt x="94692" y="83117"/>
                  </a:lnTo>
                  <a:lnTo>
                    <a:pt x="94538" y="82866"/>
                  </a:lnTo>
                  <a:lnTo>
                    <a:pt x="94406" y="82810"/>
                  </a:lnTo>
                  <a:lnTo>
                    <a:pt x="94318" y="82782"/>
                  </a:lnTo>
                  <a:lnTo>
                    <a:pt x="94252" y="82810"/>
                  </a:lnTo>
                  <a:lnTo>
                    <a:pt x="94230" y="82894"/>
                  </a:lnTo>
                  <a:lnTo>
                    <a:pt x="94164" y="82978"/>
                  </a:lnTo>
                  <a:lnTo>
                    <a:pt x="94120" y="83006"/>
                  </a:lnTo>
                  <a:lnTo>
                    <a:pt x="94032" y="82922"/>
                  </a:lnTo>
                  <a:lnTo>
                    <a:pt x="93834" y="82698"/>
                  </a:lnTo>
                  <a:lnTo>
                    <a:pt x="93746" y="82615"/>
                  </a:lnTo>
                  <a:lnTo>
                    <a:pt x="93218" y="82615"/>
                  </a:lnTo>
                  <a:lnTo>
                    <a:pt x="93174" y="82698"/>
                  </a:lnTo>
                  <a:lnTo>
                    <a:pt x="93086" y="82782"/>
                  </a:lnTo>
                  <a:lnTo>
                    <a:pt x="93042" y="82838"/>
                  </a:lnTo>
                  <a:lnTo>
                    <a:pt x="92976" y="82810"/>
                  </a:lnTo>
                  <a:lnTo>
                    <a:pt x="92866" y="82698"/>
                  </a:lnTo>
                  <a:lnTo>
                    <a:pt x="92954" y="82559"/>
                  </a:lnTo>
                  <a:lnTo>
                    <a:pt x="92976" y="82531"/>
                  </a:lnTo>
                  <a:lnTo>
                    <a:pt x="92866" y="82363"/>
                  </a:lnTo>
                  <a:lnTo>
                    <a:pt x="92492" y="82112"/>
                  </a:lnTo>
                  <a:lnTo>
                    <a:pt x="92382" y="82000"/>
                  </a:lnTo>
                  <a:lnTo>
                    <a:pt x="92338" y="81973"/>
                  </a:lnTo>
                  <a:lnTo>
                    <a:pt x="92162" y="81973"/>
                  </a:lnTo>
                  <a:lnTo>
                    <a:pt x="92118" y="81945"/>
                  </a:lnTo>
                  <a:lnTo>
                    <a:pt x="92074" y="81889"/>
                  </a:lnTo>
                  <a:lnTo>
                    <a:pt x="92030" y="81777"/>
                  </a:lnTo>
                  <a:lnTo>
                    <a:pt x="92008" y="81693"/>
                  </a:lnTo>
                  <a:lnTo>
                    <a:pt x="92008" y="81610"/>
                  </a:lnTo>
                  <a:lnTo>
                    <a:pt x="92008" y="81470"/>
                  </a:lnTo>
                  <a:lnTo>
                    <a:pt x="91986" y="81358"/>
                  </a:lnTo>
                  <a:lnTo>
                    <a:pt x="91964" y="81330"/>
                  </a:lnTo>
                  <a:lnTo>
                    <a:pt x="91942" y="81275"/>
                  </a:lnTo>
                  <a:lnTo>
                    <a:pt x="91788" y="81079"/>
                  </a:lnTo>
                  <a:lnTo>
                    <a:pt x="91347" y="80772"/>
                  </a:lnTo>
                  <a:lnTo>
                    <a:pt x="91259" y="80772"/>
                  </a:lnTo>
                  <a:lnTo>
                    <a:pt x="91149" y="80828"/>
                  </a:lnTo>
                  <a:lnTo>
                    <a:pt x="90973" y="81051"/>
                  </a:lnTo>
                  <a:lnTo>
                    <a:pt x="90731" y="81163"/>
                  </a:lnTo>
                  <a:lnTo>
                    <a:pt x="90665" y="81247"/>
                  </a:lnTo>
                  <a:lnTo>
                    <a:pt x="90555" y="81526"/>
                  </a:lnTo>
                  <a:lnTo>
                    <a:pt x="90489" y="81554"/>
                  </a:lnTo>
                  <a:lnTo>
                    <a:pt x="90379" y="81554"/>
                  </a:lnTo>
                  <a:lnTo>
                    <a:pt x="90357" y="81610"/>
                  </a:lnTo>
                  <a:lnTo>
                    <a:pt x="90291" y="81721"/>
                  </a:lnTo>
                  <a:lnTo>
                    <a:pt x="90225" y="81833"/>
                  </a:lnTo>
                  <a:lnTo>
                    <a:pt x="90005" y="81889"/>
                  </a:lnTo>
                  <a:lnTo>
                    <a:pt x="89917" y="82000"/>
                  </a:lnTo>
                  <a:lnTo>
                    <a:pt x="89961" y="82168"/>
                  </a:lnTo>
                  <a:lnTo>
                    <a:pt x="89961" y="82363"/>
                  </a:lnTo>
                  <a:lnTo>
                    <a:pt x="89939" y="82559"/>
                  </a:lnTo>
                  <a:lnTo>
                    <a:pt x="89917" y="82698"/>
                  </a:lnTo>
                  <a:lnTo>
                    <a:pt x="89807" y="82698"/>
                  </a:lnTo>
                  <a:lnTo>
                    <a:pt x="89609" y="82391"/>
                  </a:lnTo>
                  <a:lnTo>
                    <a:pt x="89499" y="82391"/>
                  </a:lnTo>
                  <a:lnTo>
                    <a:pt x="89499" y="82475"/>
                  </a:lnTo>
                  <a:lnTo>
                    <a:pt x="89499" y="82531"/>
                  </a:lnTo>
                  <a:lnTo>
                    <a:pt x="89499" y="82587"/>
                  </a:lnTo>
                  <a:lnTo>
                    <a:pt x="89499" y="82615"/>
                  </a:lnTo>
                  <a:lnTo>
                    <a:pt x="89477" y="82643"/>
                  </a:lnTo>
                  <a:lnTo>
                    <a:pt x="89433" y="82698"/>
                  </a:lnTo>
                  <a:lnTo>
                    <a:pt x="89411" y="82698"/>
                  </a:lnTo>
                  <a:lnTo>
                    <a:pt x="89191" y="82698"/>
                  </a:lnTo>
                  <a:lnTo>
                    <a:pt x="89125" y="82726"/>
                  </a:lnTo>
                  <a:lnTo>
                    <a:pt x="89125" y="82922"/>
                  </a:lnTo>
                  <a:lnTo>
                    <a:pt x="89103" y="82922"/>
                  </a:lnTo>
                  <a:lnTo>
                    <a:pt x="89081" y="82922"/>
                  </a:lnTo>
                  <a:lnTo>
                    <a:pt x="88751" y="82726"/>
                  </a:lnTo>
                  <a:lnTo>
                    <a:pt x="88817" y="82587"/>
                  </a:lnTo>
                  <a:lnTo>
                    <a:pt x="89257" y="82308"/>
                  </a:lnTo>
                  <a:lnTo>
                    <a:pt x="89301" y="82224"/>
                  </a:lnTo>
                  <a:lnTo>
                    <a:pt x="89345" y="82112"/>
                  </a:lnTo>
                  <a:lnTo>
                    <a:pt x="89367" y="81889"/>
                  </a:lnTo>
                  <a:lnTo>
                    <a:pt x="89411" y="81749"/>
                  </a:lnTo>
                  <a:lnTo>
                    <a:pt x="89477" y="81665"/>
                  </a:lnTo>
                  <a:lnTo>
                    <a:pt x="89543" y="81637"/>
                  </a:lnTo>
                  <a:lnTo>
                    <a:pt x="89587" y="81777"/>
                  </a:lnTo>
                  <a:lnTo>
                    <a:pt x="89543" y="81833"/>
                  </a:lnTo>
                  <a:lnTo>
                    <a:pt x="89675" y="81917"/>
                  </a:lnTo>
                  <a:lnTo>
                    <a:pt x="89917" y="81693"/>
                  </a:lnTo>
                  <a:lnTo>
                    <a:pt x="90027" y="81665"/>
                  </a:lnTo>
                  <a:lnTo>
                    <a:pt x="89983" y="81554"/>
                  </a:lnTo>
                  <a:lnTo>
                    <a:pt x="89917" y="81526"/>
                  </a:lnTo>
                  <a:lnTo>
                    <a:pt x="89851" y="81442"/>
                  </a:lnTo>
                  <a:lnTo>
                    <a:pt x="89917" y="81247"/>
                  </a:lnTo>
                  <a:lnTo>
                    <a:pt x="89983" y="81163"/>
                  </a:lnTo>
                  <a:lnTo>
                    <a:pt x="90159" y="81135"/>
                  </a:lnTo>
                  <a:lnTo>
                    <a:pt x="90225" y="81079"/>
                  </a:lnTo>
                  <a:lnTo>
                    <a:pt x="90115" y="80939"/>
                  </a:lnTo>
                  <a:lnTo>
                    <a:pt x="89807" y="80856"/>
                  </a:lnTo>
                  <a:lnTo>
                    <a:pt x="89763" y="80828"/>
                  </a:lnTo>
                  <a:lnTo>
                    <a:pt x="89697" y="80688"/>
                  </a:lnTo>
                  <a:lnTo>
                    <a:pt x="89631" y="80660"/>
                  </a:lnTo>
                  <a:lnTo>
                    <a:pt x="89587" y="80660"/>
                  </a:lnTo>
                  <a:lnTo>
                    <a:pt x="89477" y="80772"/>
                  </a:lnTo>
                  <a:lnTo>
                    <a:pt x="89081" y="80716"/>
                  </a:lnTo>
                  <a:lnTo>
                    <a:pt x="89037" y="80660"/>
                  </a:lnTo>
                  <a:lnTo>
                    <a:pt x="88927" y="80269"/>
                  </a:lnTo>
                  <a:lnTo>
                    <a:pt x="88839" y="80102"/>
                  </a:lnTo>
                  <a:lnTo>
                    <a:pt x="88685" y="80046"/>
                  </a:lnTo>
                  <a:lnTo>
                    <a:pt x="88553" y="80074"/>
                  </a:lnTo>
                  <a:lnTo>
                    <a:pt x="88465" y="80241"/>
                  </a:lnTo>
                  <a:lnTo>
                    <a:pt x="88421" y="80409"/>
                  </a:lnTo>
                  <a:lnTo>
                    <a:pt x="88311" y="80521"/>
                  </a:lnTo>
                  <a:lnTo>
                    <a:pt x="88245" y="80493"/>
                  </a:lnTo>
                  <a:lnTo>
                    <a:pt x="87738" y="80046"/>
                  </a:lnTo>
                  <a:lnTo>
                    <a:pt x="87210" y="80046"/>
                  </a:lnTo>
                  <a:lnTo>
                    <a:pt x="86814" y="79795"/>
                  </a:lnTo>
                  <a:lnTo>
                    <a:pt x="86550" y="79739"/>
                  </a:lnTo>
                  <a:lnTo>
                    <a:pt x="86506" y="79711"/>
                  </a:lnTo>
                  <a:lnTo>
                    <a:pt x="86374" y="79543"/>
                  </a:lnTo>
                  <a:lnTo>
                    <a:pt x="86308" y="79488"/>
                  </a:lnTo>
                  <a:lnTo>
                    <a:pt x="86066" y="79460"/>
                  </a:lnTo>
                  <a:lnTo>
                    <a:pt x="85604" y="79013"/>
                  </a:lnTo>
                  <a:lnTo>
                    <a:pt x="85362" y="78873"/>
                  </a:lnTo>
                  <a:lnTo>
                    <a:pt x="85186" y="79069"/>
                  </a:lnTo>
                  <a:lnTo>
                    <a:pt x="85252" y="79153"/>
                  </a:lnTo>
                  <a:lnTo>
                    <a:pt x="85318" y="79264"/>
                  </a:lnTo>
                  <a:lnTo>
                    <a:pt x="85274" y="79264"/>
                  </a:lnTo>
                  <a:lnTo>
                    <a:pt x="85252" y="79292"/>
                  </a:lnTo>
                  <a:lnTo>
                    <a:pt x="85230" y="79320"/>
                  </a:lnTo>
                  <a:lnTo>
                    <a:pt x="85450" y="79599"/>
                  </a:lnTo>
                  <a:lnTo>
                    <a:pt x="85604" y="79879"/>
                  </a:lnTo>
                  <a:lnTo>
                    <a:pt x="85626" y="79906"/>
                  </a:lnTo>
                  <a:lnTo>
                    <a:pt x="85692" y="79962"/>
                  </a:lnTo>
                  <a:lnTo>
                    <a:pt x="85824" y="80074"/>
                  </a:lnTo>
                  <a:lnTo>
                    <a:pt x="85868" y="80102"/>
                  </a:lnTo>
                  <a:lnTo>
                    <a:pt x="86110" y="80074"/>
                  </a:lnTo>
                  <a:lnTo>
                    <a:pt x="86110" y="80130"/>
                  </a:lnTo>
                  <a:lnTo>
                    <a:pt x="85912" y="80269"/>
                  </a:lnTo>
                  <a:lnTo>
                    <a:pt x="85824" y="80269"/>
                  </a:lnTo>
                  <a:lnTo>
                    <a:pt x="85604" y="80130"/>
                  </a:lnTo>
                  <a:lnTo>
                    <a:pt x="85516" y="80158"/>
                  </a:lnTo>
                  <a:lnTo>
                    <a:pt x="85538" y="80269"/>
                  </a:lnTo>
                  <a:lnTo>
                    <a:pt x="85582" y="80325"/>
                  </a:lnTo>
                  <a:lnTo>
                    <a:pt x="85692" y="80381"/>
                  </a:lnTo>
                  <a:lnTo>
                    <a:pt x="85736" y="80437"/>
                  </a:lnTo>
                  <a:lnTo>
                    <a:pt x="85604" y="80437"/>
                  </a:lnTo>
                  <a:lnTo>
                    <a:pt x="85384" y="80241"/>
                  </a:lnTo>
                  <a:lnTo>
                    <a:pt x="85230" y="80158"/>
                  </a:lnTo>
                  <a:lnTo>
                    <a:pt x="85054" y="80186"/>
                  </a:lnTo>
                  <a:lnTo>
                    <a:pt x="85010" y="80186"/>
                  </a:lnTo>
                  <a:lnTo>
                    <a:pt x="84569" y="79906"/>
                  </a:lnTo>
                  <a:lnTo>
                    <a:pt x="84547" y="79851"/>
                  </a:lnTo>
                  <a:lnTo>
                    <a:pt x="84525" y="79739"/>
                  </a:lnTo>
                  <a:lnTo>
                    <a:pt x="84503" y="79683"/>
                  </a:lnTo>
                  <a:lnTo>
                    <a:pt x="84415" y="79543"/>
                  </a:lnTo>
                  <a:lnTo>
                    <a:pt x="84371" y="79432"/>
                  </a:lnTo>
                  <a:lnTo>
                    <a:pt x="84327" y="79236"/>
                  </a:lnTo>
                  <a:lnTo>
                    <a:pt x="84283" y="79181"/>
                  </a:lnTo>
                  <a:lnTo>
                    <a:pt x="84217" y="79153"/>
                  </a:lnTo>
                  <a:lnTo>
                    <a:pt x="84129" y="79181"/>
                  </a:lnTo>
                  <a:lnTo>
                    <a:pt x="84085" y="79208"/>
                  </a:lnTo>
                  <a:lnTo>
                    <a:pt x="84085" y="79125"/>
                  </a:lnTo>
                  <a:lnTo>
                    <a:pt x="84107" y="79013"/>
                  </a:lnTo>
                  <a:lnTo>
                    <a:pt x="84085" y="78957"/>
                  </a:lnTo>
                  <a:lnTo>
                    <a:pt x="84063" y="78873"/>
                  </a:lnTo>
                  <a:lnTo>
                    <a:pt x="84657" y="78790"/>
                  </a:lnTo>
                  <a:lnTo>
                    <a:pt x="84834" y="78706"/>
                  </a:lnTo>
                  <a:lnTo>
                    <a:pt x="84834" y="78650"/>
                  </a:lnTo>
                  <a:lnTo>
                    <a:pt x="84724" y="78650"/>
                  </a:lnTo>
                  <a:lnTo>
                    <a:pt x="84657" y="78650"/>
                  </a:lnTo>
                  <a:lnTo>
                    <a:pt x="84613" y="78594"/>
                  </a:lnTo>
                  <a:lnTo>
                    <a:pt x="84790" y="78455"/>
                  </a:lnTo>
                  <a:lnTo>
                    <a:pt x="84768" y="78371"/>
                  </a:lnTo>
                  <a:lnTo>
                    <a:pt x="84746" y="78343"/>
                  </a:lnTo>
                  <a:lnTo>
                    <a:pt x="84679" y="78315"/>
                  </a:lnTo>
                  <a:lnTo>
                    <a:pt x="84657" y="78315"/>
                  </a:lnTo>
                  <a:lnTo>
                    <a:pt x="84569" y="78231"/>
                  </a:lnTo>
                  <a:lnTo>
                    <a:pt x="84415" y="77924"/>
                  </a:lnTo>
                  <a:lnTo>
                    <a:pt x="84349" y="77868"/>
                  </a:lnTo>
                  <a:lnTo>
                    <a:pt x="84327" y="77812"/>
                  </a:lnTo>
                  <a:lnTo>
                    <a:pt x="84327" y="77589"/>
                  </a:lnTo>
                  <a:lnTo>
                    <a:pt x="84305" y="77533"/>
                  </a:lnTo>
                  <a:lnTo>
                    <a:pt x="84283" y="77422"/>
                  </a:lnTo>
                  <a:lnTo>
                    <a:pt x="84239" y="77366"/>
                  </a:lnTo>
                  <a:lnTo>
                    <a:pt x="84217" y="77310"/>
                  </a:lnTo>
                  <a:lnTo>
                    <a:pt x="84173" y="77254"/>
                  </a:lnTo>
                  <a:lnTo>
                    <a:pt x="83865" y="76863"/>
                  </a:lnTo>
                  <a:lnTo>
                    <a:pt x="83909" y="76835"/>
                  </a:lnTo>
                  <a:lnTo>
                    <a:pt x="83975" y="76919"/>
                  </a:lnTo>
                  <a:lnTo>
                    <a:pt x="84107" y="77087"/>
                  </a:lnTo>
                  <a:lnTo>
                    <a:pt x="84173" y="77142"/>
                  </a:lnTo>
                  <a:lnTo>
                    <a:pt x="84327" y="77087"/>
                  </a:lnTo>
                  <a:lnTo>
                    <a:pt x="84393" y="77087"/>
                  </a:lnTo>
                  <a:lnTo>
                    <a:pt x="84459" y="77198"/>
                  </a:lnTo>
                  <a:lnTo>
                    <a:pt x="84415" y="77505"/>
                  </a:lnTo>
                  <a:lnTo>
                    <a:pt x="84459" y="77673"/>
                  </a:lnTo>
                  <a:lnTo>
                    <a:pt x="84547" y="77785"/>
                  </a:lnTo>
                  <a:lnTo>
                    <a:pt x="84724" y="77896"/>
                  </a:lnTo>
                  <a:lnTo>
                    <a:pt x="84790" y="77952"/>
                  </a:lnTo>
                  <a:lnTo>
                    <a:pt x="84944" y="78203"/>
                  </a:lnTo>
                  <a:lnTo>
                    <a:pt x="85032" y="78343"/>
                  </a:lnTo>
                  <a:lnTo>
                    <a:pt x="85164" y="78427"/>
                  </a:lnTo>
                  <a:lnTo>
                    <a:pt x="85274" y="78483"/>
                  </a:lnTo>
                  <a:lnTo>
                    <a:pt x="85450" y="78510"/>
                  </a:lnTo>
                  <a:lnTo>
                    <a:pt x="85670" y="78678"/>
                  </a:lnTo>
                  <a:lnTo>
                    <a:pt x="86176" y="78790"/>
                  </a:lnTo>
                  <a:lnTo>
                    <a:pt x="86352" y="78929"/>
                  </a:lnTo>
                  <a:lnTo>
                    <a:pt x="86462" y="79125"/>
                  </a:lnTo>
                  <a:lnTo>
                    <a:pt x="86572" y="79181"/>
                  </a:lnTo>
                  <a:lnTo>
                    <a:pt x="86836" y="79041"/>
                  </a:lnTo>
                  <a:lnTo>
                    <a:pt x="86968" y="79069"/>
                  </a:lnTo>
                  <a:lnTo>
                    <a:pt x="87012" y="79181"/>
                  </a:lnTo>
                  <a:lnTo>
                    <a:pt x="87034" y="79264"/>
                  </a:lnTo>
                  <a:lnTo>
                    <a:pt x="87056" y="79348"/>
                  </a:lnTo>
                  <a:lnTo>
                    <a:pt x="87144" y="79404"/>
                  </a:lnTo>
                  <a:lnTo>
                    <a:pt x="87342" y="79404"/>
                  </a:lnTo>
                  <a:lnTo>
                    <a:pt x="87364" y="79320"/>
                  </a:lnTo>
                  <a:lnTo>
                    <a:pt x="87430" y="79320"/>
                  </a:lnTo>
                  <a:lnTo>
                    <a:pt x="87606" y="79348"/>
                  </a:lnTo>
                  <a:lnTo>
                    <a:pt x="87738" y="79488"/>
                  </a:lnTo>
                  <a:lnTo>
                    <a:pt x="87760" y="79739"/>
                  </a:lnTo>
                  <a:lnTo>
                    <a:pt x="88663" y="79962"/>
                  </a:lnTo>
                  <a:lnTo>
                    <a:pt x="88817" y="80046"/>
                  </a:lnTo>
                  <a:lnTo>
                    <a:pt x="89103" y="80353"/>
                  </a:lnTo>
                  <a:lnTo>
                    <a:pt x="89169" y="80381"/>
                  </a:lnTo>
                  <a:lnTo>
                    <a:pt x="89433" y="80353"/>
                  </a:lnTo>
                  <a:lnTo>
                    <a:pt x="89829" y="80437"/>
                  </a:lnTo>
                  <a:lnTo>
                    <a:pt x="89939" y="80521"/>
                  </a:lnTo>
                  <a:lnTo>
                    <a:pt x="89983" y="80549"/>
                  </a:lnTo>
                  <a:lnTo>
                    <a:pt x="90137" y="80521"/>
                  </a:lnTo>
                  <a:lnTo>
                    <a:pt x="90291" y="80549"/>
                  </a:lnTo>
                  <a:lnTo>
                    <a:pt x="90379" y="80549"/>
                  </a:lnTo>
                  <a:lnTo>
                    <a:pt x="90335" y="80409"/>
                  </a:lnTo>
                  <a:lnTo>
                    <a:pt x="90335" y="80353"/>
                  </a:lnTo>
                  <a:lnTo>
                    <a:pt x="90379" y="80325"/>
                  </a:lnTo>
                  <a:lnTo>
                    <a:pt x="90401" y="80297"/>
                  </a:lnTo>
                  <a:lnTo>
                    <a:pt x="90445" y="80241"/>
                  </a:lnTo>
                  <a:lnTo>
                    <a:pt x="90467" y="80130"/>
                  </a:lnTo>
                  <a:lnTo>
                    <a:pt x="90489" y="80046"/>
                  </a:lnTo>
                  <a:lnTo>
                    <a:pt x="90489" y="80018"/>
                  </a:lnTo>
                  <a:lnTo>
                    <a:pt x="90467" y="79962"/>
                  </a:lnTo>
                  <a:lnTo>
                    <a:pt x="90467" y="79823"/>
                  </a:lnTo>
                  <a:lnTo>
                    <a:pt x="90511" y="79795"/>
                  </a:lnTo>
                  <a:lnTo>
                    <a:pt x="90863" y="79851"/>
                  </a:lnTo>
                  <a:lnTo>
                    <a:pt x="90863" y="79962"/>
                  </a:lnTo>
                  <a:lnTo>
                    <a:pt x="90599" y="80074"/>
                  </a:lnTo>
                  <a:lnTo>
                    <a:pt x="90511" y="80186"/>
                  </a:lnTo>
                  <a:lnTo>
                    <a:pt x="90709" y="80409"/>
                  </a:lnTo>
                  <a:lnTo>
                    <a:pt x="90885" y="80521"/>
                  </a:lnTo>
                  <a:lnTo>
                    <a:pt x="91435" y="80409"/>
                  </a:lnTo>
                  <a:lnTo>
                    <a:pt x="91457" y="80325"/>
                  </a:lnTo>
                  <a:lnTo>
                    <a:pt x="91501" y="80158"/>
                  </a:lnTo>
                  <a:lnTo>
                    <a:pt x="91545" y="80074"/>
                  </a:lnTo>
                  <a:lnTo>
                    <a:pt x="91633" y="80102"/>
                  </a:lnTo>
                  <a:lnTo>
                    <a:pt x="91699" y="80241"/>
                  </a:lnTo>
                  <a:lnTo>
                    <a:pt x="91743" y="80381"/>
                  </a:lnTo>
                  <a:lnTo>
                    <a:pt x="91721" y="80381"/>
                  </a:lnTo>
                  <a:lnTo>
                    <a:pt x="91699" y="80437"/>
                  </a:lnTo>
                  <a:lnTo>
                    <a:pt x="91677" y="80521"/>
                  </a:lnTo>
                  <a:lnTo>
                    <a:pt x="91677" y="80604"/>
                  </a:lnTo>
                  <a:lnTo>
                    <a:pt x="91721" y="80632"/>
                  </a:lnTo>
                  <a:lnTo>
                    <a:pt x="92008" y="80632"/>
                  </a:lnTo>
                  <a:lnTo>
                    <a:pt x="92030" y="80604"/>
                  </a:lnTo>
                  <a:lnTo>
                    <a:pt x="92140" y="80493"/>
                  </a:lnTo>
                  <a:lnTo>
                    <a:pt x="92184" y="80437"/>
                  </a:lnTo>
                  <a:lnTo>
                    <a:pt x="92294" y="80437"/>
                  </a:lnTo>
                  <a:lnTo>
                    <a:pt x="92800" y="80660"/>
                  </a:lnTo>
                  <a:lnTo>
                    <a:pt x="92888" y="80772"/>
                  </a:lnTo>
                  <a:lnTo>
                    <a:pt x="92976" y="80884"/>
                  </a:lnTo>
                  <a:lnTo>
                    <a:pt x="92888" y="80884"/>
                  </a:lnTo>
                  <a:lnTo>
                    <a:pt x="92822" y="80800"/>
                  </a:lnTo>
                  <a:lnTo>
                    <a:pt x="92756" y="80800"/>
                  </a:lnTo>
                  <a:lnTo>
                    <a:pt x="92712" y="80939"/>
                  </a:lnTo>
                  <a:lnTo>
                    <a:pt x="92778" y="81051"/>
                  </a:lnTo>
                  <a:lnTo>
                    <a:pt x="92844" y="81051"/>
                  </a:lnTo>
                  <a:lnTo>
                    <a:pt x="92976" y="81051"/>
                  </a:lnTo>
                  <a:lnTo>
                    <a:pt x="93042" y="81051"/>
                  </a:lnTo>
                  <a:lnTo>
                    <a:pt x="93218" y="81191"/>
                  </a:lnTo>
                  <a:lnTo>
                    <a:pt x="93372" y="81275"/>
                  </a:lnTo>
                  <a:lnTo>
                    <a:pt x="93504" y="81275"/>
                  </a:lnTo>
                  <a:lnTo>
                    <a:pt x="93658" y="81191"/>
                  </a:lnTo>
                  <a:lnTo>
                    <a:pt x="93724" y="81219"/>
                  </a:lnTo>
                  <a:lnTo>
                    <a:pt x="93856" y="81330"/>
                  </a:lnTo>
                  <a:lnTo>
                    <a:pt x="94010" y="81386"/>
                  </a:lnTo>
                  <a:lnTo>
                    <a:pt x="94032" y="81386"/>
                  </a:lnTo>
                  <a:lnTo>
                    <a:pt x="94098" y="81470"/>
                  </a:lnTo>
                  <a:lnTo>
                    <a:pt x="94340" y="81693"/>
                  </a:lnTo>
                  <a:lnTo>
                    <a:pt x="94582" y="81749"/>
                  </a:lnTo>
                  <a:lnTo>
                    <a:pt x="95176" y="81610"/>
                  </a:lnTo>
                  <a:lnTo>
                    <a:pt x="95220" y="81554"/>
                  </a:lnTo>
                  <a:lnTo>
                    <a:pt x="95264" y="81470"/>
                  </a:lnTo>
                  <a:lnTo>
                    <a:pt x="95441" y="81275"/>
                  </a:lnTo>
                  <a:lnTo>
                    <a:pt x="95661" y="81163"/>
                  </a:lnTo>
                  <a:lnTo>
                    <a:pt x="95771" y="81247"/>
                  </a:lnTo>
                  <a:lnTo>
                    <a:pt x="95815" y="81247"/>
                  </a:lnTo>
                  <a:lnTo>
                    <a:pt x="95837" y="81135"/>
                  </a:lnTo>
                  <a:lnTo>
                    <a:pt x="95837" y="80912"/>
                  </a:lnTo>
                  <a:lnTo>
                    <a:pt x="95771" y="80688"/>
                  </a:lnTo>
                  <a:lnTo>
                    <a:pt x="95683" y="80549"/>
                  </a:lnTo>
                  <a:lnTo>
                    <a:pt x="95617" y="80493"/>
                  </a:lnTo>
                  <a:lnTo>
                    <a:pt x="95551" y="80521"/>
                  </a:lnTo>
                  <a:lnTo>
                    <a:pt x="95551" y="80577"/>
                  </a:lnTo>
                  <a:lnTo>
                    <a:pt x="95529" y="80632"/>
                  </a:lnTo>
                  <a:lnTo>
                    <a:pt x="95463" y="80688"/>
                  </a:lnTo>
                  <a:lnTo>
                    <a:pt x="95419" y="80772"/>
                  </a:lnTo>
                  <a:lnTo>
                    <a:pt x="95353" y="80772"/>
                  </a:lnTo>
                  <a:lnTo>
                    <a:pt x="95264" y="80716"/>
                  </a:lnTo>
                  <a:lnTo>
                    <a:pt x="95220" y="80688"/>
                  </a:lnTo>
                  <a:lnTo>
                    <a:pt x="95309" y="80604"/>
                  </a:lnTo>
                  <a:lnTo>
                    <a:pt x="95375" y="80549"/>
                  </a:lnTo>
                  <a:lnTo>
                    <a:pt x="95419" y="80437"/>
                  </a:lnTo>
                  <a:lnTo>
                    <a:pt x="95375" y="80241"/>
                  </a:lnTo>
                  <a:lnTo>
                    <a:pt x="95529" y="80241"/>
                  </a:lnTo>
                  <a:lnTo>
                    <a:pt x="95837" y="80353"/>
                  </a:lnTo>
                  <a:lnTo>
                    <a:pt x="95991" y="80493"/>
                  </a:lnTo>
                  <a:lnTo>
                    <a:pt x="95969" y="80549"/>
                  </a:lnTo>
                  <a:lnTo>
                    <a:pt x="95903" y="80577"/>
                  </a:lnTo>
                  <a:lnTo>
                    <a:pt x="95793" y="80604"/>
                  </a:lnTo>
                  <a:lnTo>
                    <a:pt x="95859" y="80660"/>
                  </a:lnTo>
                  <a:lnTo>
                    <a:pt x="96101" y="80660"/>
                  </a:lnTo>
                  <a:lnTo>
                    <a:pt x="96013" y="80828"/>
                  </a:lnTo>
                  <a:lnTo>
                    <a:pt x="96189" y="80967"/>
                  </a:lnTo>
                  <a:lnTo>
                    <a:pt x="96387" y="80967"/>
                  </a:lnTo>
                  <a:lnTo>
                    <a:pt x="96541" y="80884"/>
                  </a:lnTo>
                  <a:lnTo>
                    <a:pt x="96695" y="80716"/>
                  </a:lnTo>
                  <a:lnTo>
                    <a:pt x="96629" y="80660"/>
                  </a:lnTo>
                  <a:lnTo>
                    <a:pt x="96629" y="80660"/>
                  </a:lnTo>
                  <a:lnTo>
                    <a:pt x="96673" y="80577"/>
                  </a:lnTo>
                  <a:lnTo>
                    <a:pt x="96761" y="80577"/>
                  </a:lnTo>
                  <a:lnTo>
                    <a:pt x="96871" y="80604"/>
                  </a:lnTo>
                  <a:lnTo>
                    <a:pt x="96959" y="80660"/>
                  </a:lnTo>
                  <a:lnTo>
                    <a:pt x="96915" y="80716"/>
                  </a:lnTo>
                  <a:lnTo>
                    <a:pt x="96783" y="80800"/>
                  </a:lnTo>
                  <a:lnTo>
                    <a:pt x="96761" y="80856"/>
                  </a:lnTo>
                  <a:lnTo>
                    <a:pt x="96871" y="80967"/>
                  </a:lnTo>
                  <a:lnTo>
                    <a:pt x="96981" y="80912"/>
                  </a:lnTo>
                  <a:lnTo>
                    <a:pt x="97135" y="80772"/>
                  </a:lnTo>
                  <a:lnTo>
                    <a:pt x="97245" y="80688"/>
                  </a:lnTo>
                  <a:lnTo>
                    <a:pt x="97179" y="80577"/>
                  </a:lnTo>
                  <a:lnTo>
                    <a:pt x="97135" y="80437"/>
                  </a:lnTo>
                  <a:lnTo>
                    <a:pt x="97179" y="80074"/>
                  </a:lnTo>
                  <a:lnTo>
                    <a:pt x="97179" y="80018"/>
                  </a:lnTo>
                  <a:lnTo>
                    <a:pt x="97311" y="79990"/>
                  </a:lnTo>
                  <a:lnTo>
                    <a:pt x="97333" y="79906"/>
                  </a:lnTo>
                  <a:lnTo>
                    <a:pt x="97311" y="79795"/>
                  </a:lnTo>
                  <a:lnTo>
                    <a:pt x="97333" y="79739"/>
                  </a:lnTo>
                  <a:lnTo>
                    <a:pt x="97377" y="79627"/>
                  </a:lnTo>
                  <a:lnTo>
                    <a:pt x="97399" y="79516"/>
                  </a:lnTo>
                  <a:lnTo>
                    <a:pt x="97399" y="79432"/>
                  </a:lnTo>
                  <a:lnTo>
                    <a:pt x="97355" y="79320"/>
                  </a:lnTo>
                  <a:lnTo>
                    <a:pt x="97201" y="79236"/>
                  </a:lnTo>
                  <a:lnTo>
                    <a:pt x="97157" y="79181"/>
                  </a:lnTo>
                  <a:lnTo>
                    <a:pt x="97531" y="79125"/>
                  </a:lnTo>
                  <a:lnTo>
                    <a:pt x="97619" y="79153"/>
                  </a:lnTo>
                  <a:lnTo>
                    <a:pt x="97685" y="79125"/>
                  </a:lnTo>
                  <a:lnTo>
                    <a:pt x="97685" y="78985"/>
                  </a:lnTo>
                  <a:lnTo>
                    <a:pt x="97641" y="78901"/>
                  </a:lnTo>
                  <a:lnTo>
                    <a:pt x="97641" y="78845"/>
                  </a:lnTo>
                  <a:lnTo>
                    <a:pt x="97641" y="78762"/>
                  </a:lnTo>
                  <a:lnTo>
                    <a:pt x="97619" y="78678"/>
                  </a:lnTo>
                  <a:lnTo>
                    <a:pt x="97509" y="78510"/>
                  </a:lnTo>
                  <a:lnTo>
                    <a:pt x="97113" y="78147"/>
                  </a:lnTo>
                  <a:lnTo>
                    <a:pt x="97069" y="77952"/>
                  </a:lnTo>
                  <a:lnTo>
                    <a:pt x="96959" y="77840"/>
                  </a:lnTo>
                  <a:lnTo>
                    <a:pt x="96981" y="77840"/>
                  </a:lnTo>
                  <a:lnTo>
                    <a:pt x="97047" y="77840"/>
                  </a:lnTo>
                  <a:lnTo>
                    <a:pt x="97069" y="77812"/>
                  </a:lnTo>
                  <a:lnTo>
                    <a:pt x="97091" y="77757"/>
                  </a:lnTo>
                  <a:lnTo>
                    <a:pt x="96893" y="77589"/>
                  </a:lnTo>
                  <a:lnTo>
                    <a:pt x="96519" y="77142"/>
                  </a:lnTo>
                  <a:lnTo>
                    <a:pt x="96321" y="77087"/>
                  </a:lnTo>
                  <a:lnTo>
                    <a:pt x="96321" y="77031"/>
                  </a:lnTo>
                  <a:lnTo>
                    <a:pt x="96409" y="76975"/>
                  </a:lnTo>
                  <a:lnTo>
                    <a:pt x="96497" y="76947"/>
                  </a:lnTo>
                  <a:lnTo>
                    <a:pt x="96629" y="76947"/>
                  </a:lnTo>
                  <a:lnTo>
                    <a:pt x="96717" y="76975"/>
                  </a:lnTo>
                  <a:lnTo>
                    <a:pt x="96783" y="77087"/>
                  </a:lnTo>
                  <a:lnTo>
                    <a:pt x="96937" y="77366"/>
                  </a:lnTo>
                  <a:lnTo>
                    <a:pt x="97047" y="77477"/>
                  </a:lnTo>
                  <a:lnTo>
                    <a:pt x="97069" y="77310"/>
                  </a:lnTo>
                  <a:lnTo>
                    <a:pt x="97113" y="77282"/>
                  </a:lnTo>
                  <a:lnTo>
                    <a:pt x="97201" y="77310"/>
                  </a:lnTo>
                  <a:lnTo>
                    <a:pt x="97289" y="77310"/>
                  </a:lnTo>
                  <a:lnTo>
                    <a:pt x="97245" y="77114"/>
                  </a:lnTo>
                  <a:lnTo>
                    <a:pt x="97267" y="77031"/>
                  </a:lnTo>
                  <a:lnTo>
                    <a:pt x="97333" y="77059"/>
                  </a:lnTo>
                  <a:lnTo>
                    <a:pt x="97421" y="77114"/>
                  </a:lnTo>
                  <a:lnTo>
                    <a:pt x="97531" y="77282"/>
                  </a:lnTo>
                  <a:lnTo>
                    <a:pt x="97531" y="77422"/>
                  </a:lnTo>
                  <a:lnTo>
                    <a:pt x="97487" y="77561"/>
                  </a:lnTo>
                  <a:lnTo>
                    <a:pt x="97399" y="77617"/>
                  </a:lnTo>
                  <a:lnTo>
                    <a:pt x="97531" y="77701"/>
                  </a:lnTo>
                  <a:lnTo>
                    <a:pt x="97553" y="77757"/>
                  </a:lnTo>
                  <a:lnTo>
                    <a:pt x="97597" y="77701"/>
                  </a:lnTo>
                  <a:lnTo>
                    <a:pt x="97685" y="77645"/>
                  </a:lnTo>
                  <a:lnTo>
                    <a:pt x="97751" y="77617"/>
                  </a:lnTo>
                  <a:lnTo>
                    <a:pt x="97927" y="77617"/>
                  </a:lnTo>
                  <a:lnTo>
                    <a:pt x="97993" y="77589"/>
                  </a:lnTo>
                  <a:lnTo>
                    <a:pt x="98015" y="77505"/>
                  </a:lnTo>
                  <a:lnTo>
                    <a:pt x="98015" y="77366"/>
                  </a:lnTo>
                  <a:lnTo>
                    <a:pt x="98015" y="77254"/>
                  </a:lnTo>
                  <a:lnTo>
                    <a:pt x="97971" y="77087"/>
                  </a:lnTo>
                  <a:lnTo>
                    <a:pt x="97905" y="76975"/>
                  </a:lnTo>
                  <a:lnTo>
                    <a:pt x="97707" y="76975"/>
                  </a:lnTo>
                  <a:lnTo>
                    <a:pt x="97597" y="76863"/>
                  </a:lnTo>
                  <a:lnTo>
                    <a:pt x="97597" y="76835"/>
                  </a:lnTo>
                  <a:lnTo>
                    <a:pt x="97597" y="76835"/>
                  </a:lnTo>
                  <a:lnTo>
                    <a:pt x="97597" y="76807"/>
                  </a:lnTo>
                  <a:lnTo>
                    <a:pt x="97575" y="76751"/>
                  </a:lnTo>
                  <a:lnTo>
                    <a:pt x="97597" y="76696"/>
                  </a:lnTo>
                  <a:lnTo>
                    <a:pt x="97685" y="76668"/>
                  </a:lnTo>
                  <a:lnTo>
                    <a:pt x="97795" y="76668"/>
                  </a:lnTo>
                  <a:lnTo>
                    <a:pt x="97795" y="76584"/>
                  </a:lnTo>
                  <a:lnTo>
                    <a:pt x="97707" y="76528"/>
                  </a:lnTo>
                  <a:lnTo>
                    <a:pt x="97619" y="76472"/>
                  </a:lnTo>
                  <a:lnTo>
                    <a:pt x="97619" y="76444"/>
                  </a:lnTo>
                  <a:lnTo>
                    <a:pt x="97597" y="76416"/>
                  </a:lnTo>
                  <a:lnTo>
                    <a:pt x="97597" y="76389"/>
                  </a:lnTo>
                  <a:lnTo>
                    <a:pt x="97575" y="76361"/>
                  </a:lnTo>
                  <a:lnTo>
                    <a:pt x="97509" y="76361"/>
                  </a:lnTo>
                  <a:lnTo>
                    <a:pt x="97509" y="76389"/>
                  </a:lnTo>
                  <a:lnTo>
                    <a:pt x="97421" y="76221"/>
                  </a:lnTo>
                  <a:lnTo>
                    <a:pt x="97377" y="76109"/>
                  </a:lnTo>
                  <a:lnTo>
                    <a:pt x="97399" y="75970"/>
                  </a:lnTo>
                  <a:lnTo>
                    <a:pt x="97487" y="75886"/>
                  </a:lnTo>
                  <a:lnTo>
                    <a:pt x="97399" y="75746"/>
                  </a:lnTo>
                  <a:lnTo>
                    <a:pt x="97289" y="75718"/>
                  </a:lnTo>
                  <a:lnTo>
                    <a:pt x="97069" y="75718"/>
                  </a:lnTo>
                  <a:lnTo>
                    <a:pt x="97113" y="75914"/>
                  </a:lnTo>
                  <a:lnTo>
                    <a:pt x="97091" y="75970"/>
                  </a:lnTo>
                  <a:lnTo>
                    <a:pt x="97047" y="75970"/>
                  </a:lnTo>
                  <a:lnTo>
                    <a:pt x="96981" y="75942"/>
                  </a:lnTo>
                  <a:lnTo>
                    <a:pt x="96915" y="75858"/>
                  </a:lnTo>
                  <a:lnTo>
                    <a:pt x="96695" y="75718"/>
                  </a:lnTo>
                  <a:lnTo>
                    <a:pt x="96959" y="75551"/>
                  </a:lnTo>
                  <a:lnTo>
                    <a:pt x="97113" y="75355"/>
                  </a:lnTo>
                  <a:lnTo>
                    <a:pt x="97201" y="75272"/>
                  </a:lnTo>
                  <a:lnTo>
                    <a:pt x="97311" y="75272"/>
                  </a:lnTo>
                  <a:lnTo>
                    <a:pt x="97399" y="75272"/>
                  </a:lnTo>
                  <a:lnTo>
                    <a:pt x="97597" y="75411"/>
                  </a:lnTo>
                  <a:lnTo>
                    <a:pt x="97729" y="75439"/>
                  </a:lnTo>
                  <a:lnTo>
                    <a:pt x="97751" y="75328"/>
                  </a:lnTo>
                  <a:lnTo>
                    <a:pt x="97707" y="75104"/>
                  </a:lnTo>
                  <a:lnTo>
                    <a:pt x="97619" y="75048"/>
                  </a:lnTo>
                  <a:lnTo>
                    <a:pt x="97531" y="74993"/>
                  </a:lnTo>
                  <a:lnTo>
                    <a:pt x="97465" y="74853"/>
                  </a:lnTo>
                  <a:lnTo>
                    <a:pt x="97509" y="74853"/>
                  </a:lnTo>
                  <a:lnTo>
                    <a:pt x="97707" y="74881"/>
                  </a:lnTo>
                  <a:lnTo>
                    <a:pt x="97751" y="74853"/>
                  </a:lnTo>
                  <a:lnTo>
                    <a:pt x="97729" y="74797"/>
                  </a:lnTo>
                  <a:lnTo>
                    <a:pt x="97729" y="74713"/>
                  </a:lnTo>
                  <a:lnTo>
                    <a:pt x="97729" y="74574"/>
                  </a:lnTo>
                  <a:lnTo>
                    <a:pt x="97729" y="74378"/>
                  </a:lnTo>
                  <a:lnTo>
                    <a:pt x="97751" y="74350"/>
                  </a:lnTo>
                  <a:lnTo>
                    <a:pt x="97795" y="74434"/>
                  </a:lnTo>
                  <a:lnTo>
                    <a:pt x="97861" y="74518"/>
                  </a:lnTo>
                  <a:lnTo>
                    <a:pt x="97905" y="74574"/>
                  </a:lnTo>
                  <a:lnTo>
                    <a:pt x="97927" y="74657"/>
                  </a:lnTo>
                  <a:lnTo>
                    <a:pt x="97949" y="74937"/>
                  </a:lnTo>
                  <a:lnTo>
                    <a:pt x="97971" y="75048"/>
                  </a:lnTo>
                  <a:lnTo>
                    <a:pt x="97993" y="75104"/>
                  </a:lnTo>
                  <a:lnTo>
                    <a:pt x="98037" y="75272"/>
                  </a:lnTo>
                  <a:lnTo>
                    <a:pt x="98037" y="75328"/>
                  </a:lnTo>
                  <a:lnTo>
                    <a:pt x="98037" y="75411"/>
                  </a:lnTo>
                  <a:lnTo>
                    <a:pt x="97971" y="75439"/>
                  </a:lnTo>
                  <a:lnTo>
                    <a:pt x="97861" y="75467"/>
                  </a:lnTo>
                  <a:lnTo>
                    <a:pt x="97839" y="75495"/>
                  </a:lnTo>
                  <a:lnTo>
                    <a:pt x="97795" y="75579"/>
                  </a:lnTo>
                  <a:lnTo>
                    <a:pt x="97795" y="75635"/>
                  </a:lnTo>
                  <a:lnTo>
                    <a:pt x="97773" y="75746"/>
                  </a:lnTo>
                  <a:lnTo>
                    <a:pt x="98103" y="76109"/>
                  </a:lnTo>
                  <a:lnTo>
                    <a:pt x="98169" y="76193"/>
                  </a:lnTo>
                  <a:lnTo>
                    <a:pt x="98257" y="76416"/>
                  </a:lnTo>
                  <a:lnTo>
                    <a:pt x="98279" y="76472"/>
                  </a:lnTo>
                  <a:lnTo>
                    <a:pt x="98279" y="76305"/>
                  </a:lnTo>
                  <a:lnTo>
                    <a:pt x="98279" y="76221"/>
                  </a:lnTo>
                  <a:lnTo>
                    <a:pt x="98235" y="76137"/>
                  </a:lnTo>
                  <a:lnTo>
                    <a:pt x="98213" y="76081"/>
                  </a:lnTo>
                  <a:lnTo>
                    <a:pt x="98191" y="76026"/>
                  </a:lnTo>
                  <a:lnTo>
                    <a:pt x="98279" y="75998"/>
                  </a:lnTo>
                  <a:lnTo>
                    <a:pt x="98433" y="76137"/>
                  </a:lnTo>
                  <a:lnTo>
                    <a:pt x="98697" y="76500"/>
                  </a:lnTo>
                  <a:lnTo>
                    <a:pt x="98940" y="76947"/>
                  </a:lnTo>
                  <a:lnTo>
                    <a:pt x="99094" y="77114"/>
                  </a:lnTo>
                  <a:lnTo>
                    <a:pt x="99204" y="77087"/>
                  </a:lnTo>
                  <a:lnTo>
                    <a:pt x="98918" y="76751"/>
                  </a:lnTo>
                  <a:lnTo>
                    <a:pt x="98852" y="76584"/>
                  </a:lnTo>
                  <a:lnTo>
                    <a:pt x="98807" y="76444"/>
                  </a:lnTo>
                  <a:lnTo>
                    <a:pt x="98785" y="76137"/>
                  </a:lnTo>
                  <a:lnTo>
                    <a:pt x="98719" y="75942"/>
                  </a:lnTo>
                  <a:lnTo>
                    <a:pt x="98807" y="75886"/>
                  </a:lnTo>
                  <a:lnTo>
                    <a:pt x="98874" y="75914"/>
                  </a:lnTo>
                  <a:lnTo>
                    <a:pt x="99006" y="76026"/>
                  </a:lnTo>
                  <a:lnTo>
                    <a:pt x="99138" y="76277"/>
                  </a:lnTo>
                  <a:lnTo>
                    <a:pt x="99248" y="76389"/>
                  </a:lnTo>
                  <a:lnTo>
                    <a:pt x="99446" y="76165"/>
                  </a:lnTo>
                  <a:lnTo>
                    <a:pt x="99622" y="76361"/>
                  </a:lnTo>
                  <a:lnTo>
                    <a:pt x="99798" y="76668"/>
                  </a:lnTo>
                  <a:lnTo>
                    <a:pt x="99974" y="76807"/>
                  </a:lnTo>
                  <a:lnTo>
                    <a:pt x="99974" y="76779"/>
                  </a:lnTo>
                  <a:lnTo>
                    <a:pt x="99952" y="76751"/>
                  </a:lnTo>
                  <a:lnTo>
                    <a:pt x="99930" y="76696"/>
                  </a:lnTo>
                  <a:lnTo>
                    <a:pt x="99952" y="76556"/>
                  </a:lnTo>
                  <a:lnTo>
                    <a:pt x="99908" y="76472"/>
                  </a:lnTo>
                  <a:lnTo>
                    <a:pt x="99842" y="76444"/>
                  </a:lnTo>
                  <a:lnTo>
                    <a:pt x="99776" y="76416"/>
                  </a:lnTo>
                  <a:lnTo>
                    <a:pt x="99776" y="76361"/>
                  </a:lnTo>
                  <a:lnTo>
                    <a:pt x="99864" y="76361"/>
                  </a:lnTo>
                  <a:lnTo>
                    <a:pt x="99930" y="76416"/>
                  </a:lnTo>
                  <a:lnTo>
                    <a:pt x="99974" y="76444"/>
                  </a:lnTo>
                  <a:lnTo>
                    <a:pt x="100128" y="76668"/>
                  </a:lnTo>
                  <a:lnTo>
                    <a:pt x="100172" y="76724"/>
                  </a:lnTo>
                  <a:lnTo>
                    <a:pt x="100216" y="76724"/>
                  </a:lnTo>
                  <a:lnTo>
                    <a:pt x="100348" y="76696"/>
                  </a:lnTo>
                  <a:lnTo>
                    <a:pt x="100414" y="76751"/>
                  </a:lnTo>
                  <a:lnTo>
                    <a:pt x="100370" y="76835"/>
                  </a:lnTo>
                  <a:lnTo>
                    <a:pt x="100348" y="76863"/>
                  </a:lnTo>
                  <a:lnTo>
                    <a:pt x="100722" y="76863"/>
                  </a:lnTo>
                  <a:lnTo>
                    <a:pt x="100788" y="76807"/>
                  </a:lnTo>
                  <a:lnTo>
                    <a:pt x="100744" y="76751"/>
                  </a:lnTo>
                  <a:lnTo>
                    <a:pt x="100700" y="76751"/>
                  </a:lnTo>
                  <a:lnTo>
                    <a:pt x="100612" y="76779"/>
                  </a:lnTo>
                  <a:lnTo>
                    <a:pt x="100546" y="76751"/>
                  </a:lnTo>
                  <a:lnTo>
                    <a:pt x="100524" y="76696"/>
                  </a:lnTo>
                  <a:lnTo>
                    <a:pt x="100502" y="76584"/>
                  </a:lnTo>
                  <a:lnTo>
                    <a:pt x="100458" y="76528"/>
                  </a:lnTo>
                  <a:lnTo>
                    <a:pt x="100216" y="76193"/>
                  </a:lnTo>
                  <a:lnTo>
                    <a:pt x="100128" y="76081"/>
                  </a:lnTo>
                  <a:lnTo>
                    <a:pt x="99930" y="75551"/>
                  </a:lnTo>
                  <a:lnTo>
                    <a:pt x="99864" y="75439"/>
                  </a:lnTo>
                  <a:lnTo>
                    <a:pt x="99688" y="75188"/>
                  </a:lnTo>
                  <a:lnTo>
                    <a:pt x="99622" y="75160"/>
                  </a:lnTo>
                  <a:lnTo>
                    <a:pt x="99688" y="74937"/>
                  </a:lnTo>
                  <a:lnTo>
                    <a:pt x="99710" y="74909"/>
                  </a:lnTo>
                  <a:lnTo>
                    <a:pt x="99710" y="74909"/>
                  </a:lnTo>
                  <a:lnTo>
                    <a:pt x="99732" y="74937"/>
                  </a:lnTo>
                  <a:lnTo>
                    <a:pt x="99754" y="74993"/>
                  </a:lnTo>
                  <a:lnTo>
                    <a:pt x="99864" y="75076"/>
                  </a:lnTo>
                  <a:lnTo>
                    <a:pt x="99908" y="75160"/>
                  </a:lnTo>
                  <a:lnTo>
                    <a:pt x="99930" y="75272"/>
                  </a:lnTo>
                  <a:lnTo>
                    <a:pt x="99974" y="75467"/>
                  </a:lnTo>
                  <a:lnTo>
                    <a:pt x="100106" y="75691"/>
                  </a:lnTo>
                  <a:lnTo>
                    <a:pt x="100216" y="75858"/>
                  </a:lnTo>
                  <a:lnTo>
                    <a:pt x="100392" y="75942"/>
                  </a:lnTo>
                  <a:lnTo>
                    <a:pt x="100568" y="76137"/>
                  </a:lnTo>
                  <a:lnTo>
                    <a:pt x="100744" y="76165"/>
                  </a:lnTo>
                  <a:lnTo>
                    <a:pt x="100788" y="76193"/>
                  </a:lnTo>
                  <a:lnTo>
                    <a:pt x="100810" y="76221"/>
                  </a:lnTo>
                  <a:lnTo>
                    <a:pt x="100810" y="76249"/>
                  </a:lnTo>
                  <a:lnTo>
                    <a:pt x="100810" y="76389"/>
                  </a:lnTo>
                  <a:lnTo>
                    <a:pt x="100810" y="76389"/>
                  </a:lnTo>
                  <a:lnTo>
                    <a:pt x="100942" y="76416"/>
                  </a:lnTo>
                  <a:lnTo>
                    <a:pt x="101140" y="76193"/>
                  </a:lnTo>
                  <a:lnTo>
                    <a:pt x="101250" y="76221"/>
                  </a:lnTo>
                  <a:lnTo>
                    <a:pt x="101250" y="76249"/>
                  </a:lnTo>
                  <a:lnTo>
                    <a:pt x="101250" y="76389"/>
                  </a:lnTo>
                  <a:lnTo>
                    <a:pt x="101294" y="76416"/>
                  </a:lnTo>
                  <a:lnTo>
                    <a:pt x="101316" y="76416"/>
                  </a:lnTo>
                  <a:lnTo>
                    <a:pt x="101360" y="76389"/>
                  </a:lnTo>
                  <a:lnTo>
                    <a:pt x="101404" y="76305"/>
                  </a:lnTo>
                  <a:lnTo>
                    <a:pt x="101426" y="76277"/>
                  </a:lnTo>
                  <a:lnTo>
                    <a:pt x="101602" y="76389"/>
                  </a:lnTo>
                  <a:lnTo>
                    <a:pt x="101778" y="76416"/>
                  </a:lnTo>
                  <a:lnTo>
                    <a:pt x="101866" y="76416"/>
                  </a:lnTo>
                  <a:lnTo>
                    <a:pt x="101932" y="76305"/>
                  </a:lnTo>
                  <a:lnTo>
                    <a:pt x="101954" y="76165"/>
                  </a:lnTo>
                  <a:lnTo>
                    <a:pt x="101932" y="76081"/>
                  </a:lnTo>
                  <a:lnTo>
                    <a:pt x="101954" y="75970"/>
                  </a:lnTo>
                  <a:lnTo>
                    <a:pt x="102218" y="75886"/>
                  </a:lnTo>
                  <a:lnTo>
                    <a:pt x="102350" y="75746"/>
                  </a:lnTo>
                  <a:lnTo>
                    <a:pt x="102284" y="75607"/>
                  </a:lnTo>
                  <a:lnTo>
                    <a:pt x="102284" y="75551"/>
                  </a:lnTo>
                  <a:lnTo>
                    <a:pt x="102483" y="75495"/>
                  </a:lnTo>
                  <a:lnTo>
                    <a:pt x="102549" y="75467"/>
                  </a:lnTo>
                  <a:lnTo>
                    <a:pt x="103077" y="74797"/>
                  </a:lnTo>
                  <a:lnTo>
                    <a:pt x="103143" y="74769"/>
                  </a:lnTo>
                  <a:lnTo>
                    <a:pt x="103187" y="74713"/>
                  </a:lnTo>
                  <a:lnTo>
                    <a:pt x="103253" y="74434"/>
                  </a:lnTo>
                  <a:lnTo>
                    <a:pt x="103341" y="74350"/>
                  </a:lnTo>
                  <a:lnTo>
                    <a:pt x="103649" y="74378"/>
                  </a:lnTo>
                  <a:lnTo>
                    <a:pt x="103693" y="74322"/>
                  </a:lnTo>
                  <a:lnTo>
                    <a:pt x="103759" y="74211"/>
                  </a:lnTo>
                  <a:lnTo>
                    <a:pt x="103803" y="74071"/>
                  </a:lnTo>
                  <a:lnTo>
                    <a:pt x="103825" y="73959"/>
                  </a:lnTo>
                  <a:lnTo>
                    <a:pt x="103869" y="73876"/>
                  </a:lnTo>
                  <a:lnTo>
                    <a:pt x="104089" y="73736"/>
                  </a:lnTo>
                  <a:lnTo>
                    <a:pt x="104023" y="73624"/>
                  </a:lnTo>
                  <a:lnTo>
                    <a:pt x="103781" y="73345"/>
                  </a:lnTo>
                  <a:lnTo>
                    <a:pt x="103781" y="73122"/>
                  </a:lnTo>
                  <a:lnTo>
                    <a:pt x="103825" y="72954"/>
                  </a:lnTo>
                  <a:lnTo>
                    <a:pt x="104177" y="72284"/>
                  </a:lnTo>
                  <a:lnTo>
                    <a:pt x="104221" y="72005"/>
                  </a:lnTo>
                  <a:lnTo>
                    <a:pt x="104199" y="71586"/>
                  </a:lnTo>
                  <a:lnTo>
                    <a:pt x="104155" y="71391"/>
                  </a:lnTo>
                  <a:lnTo>
                    <a:pt x="104155" y="71223"/>
                  </a:lnTo>
                  <a:lnTo>
                    <a:pt x="104177" y="71056"/>
                  </a:lnTo>
                  <a:lnTo>
                    <a:pt x="104177" y="70944"/>
                  </a:lnTo>
                  <a:lnTo>
                    <a:pt x="104221" y="70777"/>
                  </a:lnTo>
                  <a:lnTo>
                    <a:pt x="104243" y="70693"/>
                  </a:lnTo>
                  <a:lnTo>
                    <a:pt x="104221" y="70609"/>
                  </a:lnTo>
                  <a:lnTo>
                    <a:pt x="104221" y="70469"/>
                  </a:lnTo>
                  <a:lnTo>
                    <a:pt x="104199" y="70414"/>
                  </a:lnTo>
                  <a:lnTo>
                    <a:pt x="104221" y="70386"/>
                  </a:lnTo>
                  <a:lnTo>
                    <a:pt x="104331" y="70330"/>
                  </a:lnTo>
                  <a:lnTo>
                    <a:pt x="104859" y="69855"/>
                  </a:lnTo>
                  <a:lnTo>
                    <a:pt x="104903" y="69744"/>
                  </a:lnTo>
                  <a:lnTo>
                    <a:pt x="104925" y="69604"/>
                  </a:lnTo>
                  <a:lnTo>
                    <a:pt x="104925" y="69381"/>
                  </a:lnTo>
                  <a:lnTo>
                    <a:pt x="104947" y="69269"/>
                  </a:lnTo>
                  <a:lnTo>
                    <a:pt x="105035" y="69129"/>
                  </a:lnTo>
                  <a:lnTo>
                    <a:pt x="105035" y="69046"/>
                  </a:lnTo>
                  <a:lnTo>
                    <a:pt x="105035" y="68906"/>
                  </a:lnTo>
                  <a:lnTo>
                    <a:pt x="104991" y="68766"/>
                  </a:lnTo>
                  <a:lnTo>
                    <a:pt x="104881" y="68431"/>
                  </a:lnTo>
                  <a:lnTo>
                    <a:pt x="104859" y="68264"/>
                  </a:lnTo>
                  <a:lnTo>
                    <a:pt x="104881" y="68180"/>
                  </a:lnTo>
                  <a:lnTo>
                    <a:pt x="104903" y="68040"/>
                  </a:lnTo>
                  <a:lnTo>
                    <a:pt x="104925" y="67957"/>
                  </a:lnTo>
                  <a:lnTo>
                    <a:pt x="104947" y="67901"/>
                  </a:lnTo>
                  <a:lnTo>
                    <a:pt x="105035" y="67929"/>
                  </a:lnTo>
                  <a:lnTo>
                    <a:pt x="105035" y="68013"/>
                  </a:lnTo>
                  <a:lnTo>
                    <a:pt x="105035" y="68124"/>
                  </a:lnTo>
                  <a:lnTo>
                    <a:pt x="105057" y="68208"/>
                  </a:lnTo>
                  <a:lnTo>
                    <a:pt x="105145" y="68264"/>
                  </a:lnTo>
                  <a:lnTo>
                    <a:pt x="105255" y="68124"/>
                  </a:lnTo>
                  <a:lnTo>
                    <a:pt x="105321" y="67761"/>
                  </a:lnTo>
                  <a:lnTo>
                    <a:pt x="105365" y="67705"/>
                  </a:lnTo>
                  <a:lnTo>
                    <a:pt x="105519" y="67677"/>
                  </a:lnTo>
                  <a:lnTo>
                    <a:pt x="105563" y="67622"/>
                  </a:lnTo>
                  <a:lnTo>
                    <a:pt x="105563" y="67566"/>
                  </a:lnTo>
                  <a:lnTo>
                    <a:pt x="105497" y="67370"/>
                  </a:lnTo>
                  <a:lnTo>
                    <a:pt x="105475" y="67287"/>
                  </a:lnTo>
                  <a:lnTo>
                    <a:pt x="105475" y="67119"/>
                  </a:lnTo>
                  <a:lnTo>
                    <a:pt x="105519" y="66756"/>
                  </a:lnTo>
                  <a:lnTo>
                    <a:pt x="105563" y="66449"/>
                  </a:lnTo>
                  <a:lnTo>
                    <a:pt x="105673" y="66086"/>
                  </a:lnTo>
                  <a:lnTo>
                    <a:pt x="105695" y="65919"/>
                  </a:lnTo>
                  <a:lnTo>
                    <a:pt x="105739" y="65779"/>
                  </a:lnTo>
                  <a:lnTo>
                    <a:pt x="105783" y="65751"/>
                  </a:lnTo>
                  <a:lnTo>
                    <a:pt x="105827" y="65723"/>
                  </a:lnTo>
                  <a:lnTo>
                    <a:pt x="105894" y="65695"/>
                  </a:lnTo>
                  <a:lnTo>
                    <a:pt x="105938" y="65639"/>
                  </a:lnTo>
                  <a:lnTo>
                    <a:pt x="105982" y="65388"/>
                  </a:lnTo>
                  <a:lnTo>
                    <a:pt x="105960" y="65276"/>
                  </a:lnTo>
                  <a:lnTo>
                    <a:pt x="105916" y="65221"/>
                  </a:lnTo>
                  <a:lnTo>
                    <a:pt x="105894" y="65165"/>
                  </a:lnTo>
                  <a:lnTo>
                    <a:pt x="105827" y="65137"/>
                  </a:lnTo>
                  <a:lnTo>
                    <a:pt x="105894" y="64969"/>
                  </a:lnTo>
                  <a:lnTo>
                    <a:pt x="106136" y="64662"/>
                  </a:lnTo>
                  <a:lnTo>
                    <a:pt x="106202" y="64495"/>
                  </a:lnTo>
                  <a:lnTo>
                    <a:pt x="106180" y="64355"/>
                  </a:lnTo>
                  <a:lnTo>
                    <a:pt x="106114" y="64271"/>
                  </a:lnTo>
                  <a:lnTo>
                    <a:pt x="106048" y="64048"/>
                  </a:lnTo>
                  <a:lnTo>
                    <a:pt x="106070" y="63852"/>
                  </a:lnTo>
                  <a:lnTo>
                    <a:pt x="106158" y="63769"/>
                  </a:lnTo>
                  <a:lnTo>
                    <a:pt x="106180" y="63629"/>
                  </a:lnTo>
                  <a:lnTo>
                    <a:pt x="106114" y="63434"/>
                  </a:lnTo>
                  <a:lnTo>
                    <a:pt x="105982" y="63294"/>
                  </a:lnTo>
                  <a:lnTo>
                    <a:pt x="105783" y="63182"/>
                  </a:lnTo>
                  <a:lnTo>
                    <a:pt x="105695" y="63071"/>
                  </a:lnTo>
                  <a:lnTo>
                    <a:pt x="105739" y="62959"/>
                  </a:lnTo>
                  <a:lnTo>
                    <a:pt x="105717" y="62847"/>
                  </a:lnTo>
                  <a:lnTo>
                    <a:pt x="105673" y="62764"/>
                  </a:lnTo>
                  <a:lnTo>
                    <a:pt x="104529" y="62652"/>
                  </a:lnTo>
                  <a:lnTo>
                    <a:pt x="104023" y="62847"/>
                  </a:lnTo>
                  <a:lnTo>
                    <a:pt x="103737" y="62652"/>
                  </a:lnTo>
                  <a:lnTo>
                    <a:pt x="103539" y="62596"/>
                  </a:lnTo>
                  <a:lnTo>
                    <a:pt x="103363" y="62652"/>
                  </a:lnTo>
                  <a:lnTo>
                    <a:pt x="103253" y="62764"/>
                  </a:lnTo>
                  <a:lnTo>
                    <a:pt x="103319" y="62847"/>
                  </a:lnTo>
                  <a:lnTo>
                    <a:pt x="103297" y="62987"/>
                  </a:lnTo>
                  <a:lnTo>
                    <a:pt x="103187" y="62987"/>
                  </a:lnTo>
                  <a:lnTo>
                    <a:pt x="102989" y="62903"/>
                  </a:lnTo>
                  <a:lnTo>
                    <a:pt x="102593" y="62931"/>
                  </a:lnTo>
                  <a:lnTo>
                    <a:pt x="102505" y="62987"/>
                  </a:lnTo>
                  <a:lnTo>
                    <a:pt x="102306" y="63182"/>
                  </a:lnTo>
                  <a:lnTo>
                    <a:pt x="102174" y="63210"/>
                  </a:lnTo>
                  <a:lnTo>
                    <a:pt x="102042" y="63127"/>
                  </a:lnTo>
                  <a:lnTo>
                    <a:pt x="100568" y="63238"/>
                  </a:lnTo>
                  <a:lnTo>
                    <a:pt x="100326" y="63127"/>
                  </a:lnTo>
                  <a:lnTo>
                    <a:pt x="99446" y="63210"/>
                  </a:lnTo>
                  <a:lnTo>
                    <a:pt x="99358" y="63182"/>
                  </a:lnTo>
                  <a:lnTo>
                    <a:pt x="99226" y="63043"/>
                  </a:lnTo>
                  <a:lnTo>
                    <a:pt x="99116" y="63043"/>
                  </a:lnTo>
                  <a:lnTo>
                    <a:pt x="98896" y="63238"/>
                  </a:lnTo>
                  <a:lnTo>
                    <a:pt x="98785" y="63154"/>
                  </a:lnTo>
                  <a:lnTo>
                    <a:pt x="98697" y="63015"/>
                  </a:lnTo>
                  <a:lnTo>
                    <a:pt x="98543" y="62847"/>
                  </a:lnTo>
                  <a:lnTo>
                    <a:pt x="98455" y="62680"/>
                  </a:lnTo>
                  <a:lnTo>
                    <a:pt x="98433" y="62652"/>
                  </a:lnTo>
                  <a:lnTo>
                    <a:pt x="98411" y="62512"/>
                  </a:lnTo>
                  <a:lnTo>
                    <a:pt x="98411" y="62456"/>
                  </a:lnTo>
                  <a:lnTo>
                    <a:pt x="98389" y="62429"/>
                  </a:lnTo>
                  <a:lnTo>
                    <a:pt x="98345" y="62373"/>
                  </a:lnTo>
                  <a:lnTo>
                    <a:pt x="98257" y="62233"/>
                  </a:lnTo>
                  <a:lnTo>
                    <a:pt x="98191" y="62177"/>
                  </a:lnTo>
                  <a:lnTo>
                    <a:pt x="98147" y="62149"/>
                  </a:lnTo>
                  <a:lnTo>
                    <a:pt x="97993" y="62121"/>
                  </a:lnTo>
                  <a:lnTo>
                    <a:pt x="97487" y="61786"/>
                  </a:lnTo>
                  <a:lnTo>
                    <a:pt x="97421" y="61675"/>
                  </a:lnTo>
                  <a:lnTo>
                    <a:pt x="97333" y="61535"/>
                  </a:lnTo>
                  <a:lnTo>
                    <a:pt x="97267" y="61368"/>
                  </a:lnTo>
                  <a:lnTo>
                    <a:pt x="97245" y="61256"/>
                  </a:lnTo>
                  <a:lnTo>
                    <a:pt x="97179" y="60949"/>
                  </a:lnTo>
                  <a:lnTo>
                    <a:pt x="97113" y="60781"/>
                  </a:lnTo>
                  <a:lnTo>
                    <a:pt x="97025" y="60697"/>
                  </a:lnTo>
                  <a:lnTo>
                    <a:pt x="96673" y="60502"/>
                  </a:lnTo>
                  <a:lnTo>
                    <a:pt x="96629" y="60474"/>
                  </a:lnTo>
                  <a:lnTo>
                    <a:pt x="96563" y="60446"/>
                  </a:lnTo>
                  <a:lnTo>
                    <a:pt x="96475" y="60251"/>
                  </a:lnTo>
                  <a:lnTo>
                    <a:pt x="96453" y="60223"/>
                  </a:lnTo>
                  <a:lnTo>
                    <a:pt x="96057" y="59720"/>
                  </a:lnTo>
                  <a:lnTo>
                    <a:pt x="95947" y="59664"/>
                  </a:lnTo>
                  <a:lnTo>
                    <a:pt x="95661" y="59581"/>
                  </a:lnTo>
                  <a:lnTo>
                    <a:pt x="95242" y="59190"/>
                  </a:lnTo>
                  <a:lnTo>
                    <a:pt x="94758" y="59022"/>
                  </a:lnTo>
                  <a:lnTo>
                    <a:pt x="94076" y="58939"/>
                  </a:lnTo>
                  <a:lnTo>
                    <a:pt x="93262" y="58659"/>
                  </a:lnTo>
                  <a:lnTo>
                    <a:pt x="92712" y="58659"/>
                  </a:lnTo>
                  <a:lnTo>
                    <a:pt x="92030" y="58631"/>
                  </a:lnTo>
                  <a:lnTo>
                    <a:pt x="91810" y="58520"/>
                  </a:lnTo>
                  <a:lnTo>
                    <a:pt x="91457" y="58492"/>
                  </a:lnTo>
                  <a:lnTo>
                    <a:pt x="91325" y="58548"/>
                  </a:lnTo>
                  <a:lnTo>
                    <a:pt x="91281" y="58743"/>
                  </a:lnTo>
                  <a:lnTo>
                    <a:pt x="91347" y="58799"/>
                  </a:lnTo>
                  <a:lnTo>
                    <a:pt x="91435" y="58911"/>
                  </a:lnTo>
                  <a:lnTo>
                    <a:pt x="91523" y="59190"/>
                  </a:lnTo>
                  <a:lnTo>
                    <a:pt x="91766" y="59581"/>
                  </a:lnTo>
                  <a:lnTo>
                    <a:pt x="91699" y="59664"/>
                  </a:lnTo>
                  <a:lnTo>
                    <a:pt x="91589" y="59609"/>
                  </a:lnTo>
                  <a:lnTo>
                    <a:pt x="91369" y="59357"/>
                  </a:lnTo>
                  <a:lnTo>
                    <a:pt x="90027" y="58520"/>
                  </a:lnTo>
                  <a:lnTo>
                    <a:pt x="90137" y="58380"/>
                  </a:lnTo>
                  <a:lnTo>
                    <a:pt x="90379" y="58324"/>
                  </a:lnTo>
                  <a:lnTo>
                    <a:pt x="90489" y="58213"/>
                  </a:lnTo>
                  <a:lnTo>
                    <a:pt x="90599" y="58157"/>
                  </a:lnTo>
                  <a:lnTo>
                    <a:pt x="91061" y="58352"/>
                  </a:lnTo>
                  <a:lnTo>
                    <a:pt x="91303" y="58268"/>
                  </a:lnTo>
                  <a:lnTo>
                    <a:pt x="91347" y="58268"/>
                  </a:lnTo>
                  <a:lnTo>
                    <a:pt x="91501" y="58352"/>
                  </a:lnTo>
                  <a:lnTo>
                    <a:pt x="93658" y="58352"/>
                  </a:lnTo>
                  <a:lnTo>
                    <a:pt x="94164" y="58045"/>
                  </a:lnTo>
                  <a:lnTo>
                    <a:pt x="94186" y="58045"/>
                  </a:lnTo>
                  <a:lnTo>
                    <a:pt x="94252" y="58073"/>
                  </a:lnTo>
                  <a:lnTo>
                    <a:pt x="94252" y="58157"/>
                  </a:lnTo>
                  <a:lnTo>
                    <a:pt x="94274" y="58213"/>
                  </a:lnTo>
                  <a:lnTo>
                    <a:pt x="94274" y="58241"/>
                  </a:lnTo>
                  <a:lnTo>
                    <a:pt x="94252" y="58268"/>
                  </a:lnTo>
                  <a:lnTo>
                    <a:pt x="94032" y="58352"/>
                  </a:lnTo>
                  <a:lnTo>
                    <a:pt x="93790" y="58380"/>
                  </a:lnTo>
                  <a:lnTo>
                    <a:pt x="93658" y="58464"/>
                  </a:lnTo>
                  <a:lnTo>
                    <a:pt x="93592" y="58576"/>
                  </a:lnTo>
                  <a:lnTo>
                    <a:pt x="94054" y="58771"/>
                  </a:lnTo>
                  <a:lnTo>
                    <a:pt x="94274" y="58743"/>
                  </a:lnTo>
                  <a:lnTo>
                    <a:pt x="94472" y="58548"/>
                  </a:lnTo>
                  <a:lnTo>
                    <a:pt x="94538" y="58436"/>
                  </a:lnTo>
                  <a:lnTo>
                    <a:pt x="94648" y="58352"/>
                  </a:lnTo>
                  <a:lnTo>
                    <a:pt x="94868" y="58296"/>
                  </a:lnTo>
                  <a:lnTo>
                    <a:pt x="94912" y="58324"/>
                  </a:lnTo>
                  <a:lnTo>
                    <a:pt x="95132" y="58464"/>
                  </a:lnTo>
                  <a:lnTo>
                    <a:pt x="95331" y="58492"/>
                  </a:lnTo>
                  <a:lnTo>
                    <a:pt x="95375" y="58520"/>
                  </a:lnTo>
                  <a:lnTo>
                    <a:pt x="95463" y="58659"/>
                  </a:lnTo>
                  <a:lnTo>
                    <a:pt x="95595" y="58799"/>
                  </a:lnTo>
                  <a:lnTo>
                    <a:pt x="95727" y="58827"/>
                  </a:lnTo>
                  <a:lnTo>
                    <a:pt x="95837" y="58827"/>
                  </a:lnTo>
                  <a:lnTo>
                    <a:pt x="95903" y="58771"/>
                  </a:lnTo>
                  <a:lnTo>
                    <a:pt x="95947" y="58604"/>
                  </a:lnTo>
                  <a:lnTo>
                    <a:pt x="95903" y="58464"/>
                  </a:lnTo>
                  <a:lnTo>
                    <a:pt x="95837" y="58268"/>
                  </a:lnTo>
                  <a:lnTo>
                    <a:pt x="95771" y="58157"/>
                  </a:lnTo>
                  <a:lnTo>
                    <a:pt x="94912" y="57738"/>
                  </a:lnTo>
                  <a:lnTo>
                    <a:pt x="95022" y="57626"/>
                  </a:lnTo>
                  <a:lnTo>
                    <a:pt x="95661" y="57654"/>
                  </a:lnTo>
                  <a:lnTo>
                    <a:pt x="95727" y="57710"/>
                  </a:lnTo>
                  <a:lnTo>
                    <a:pt x="95881" y="57598"/>
                  </a:lnTo>
                  <a:lnTo>
                    <a:pt x="95947" y="57543"/>
                  </a:lnTo>
                  <a:lnTo>
                    <a:pt x="96013" y="57626"/>
                  </a:lnTo>
                  <a:lnTo>
                    <a:pt x="96123" y="57766"/>
                  </a:lnTo>
                  <a:lnTo>
                    <a:pt x="96453" y="57906"/>
                  </a:lnTo>
                  <a:lnTo>
                    <a:pt x="96497" y="57961"/>
                  </a:lnTo>
                  <a:lnTo>
                    <a:pt x="96541" y="58045"/>
                  </a:lnTo>
                  <a:lnTo>
                    <a:pt x="96607" y="58241"/>
                  </a:lnTo>
                  <a:lnTo>
                    <a:pt x="96651" y="58296"/>
                  </a:lnTo>
                  <a:lnTo>
                    <a:pt x="96695" y="58324"/>
                  </a:lnTo>
                  <a:lnTo>
                    <a:pt x="96739" y="58324"/>
                  </a:lnTo>
                  <a:lnTo>
                    <a:pt x="96761" y="58268"/>
                  </a:lnTo>
                  <a:lnTo>
                    <a:pt x="96739" y="58185"/>
                  </a:lnTo>
                  <a:lnTo>
                    <a:pt x="96827" y="58101"/>
                  </a:lnTo>
                  <a:lnTo>
                    <a:pt x="96959" y="58185"/>
                  </a:lnTo>
                  <a:lnTo>
                    <a:pt x="97245" y="58380"/>
                  </a:lnTo>
                  <a:lnTo>
                    <a:pt x="97267" y="58492"/>
                  </a:lnTo>
                  <a:lnTo>
                    <a:pt x="97311" y="58576"/>
                  </a:lnTo>
                  <a:lnTo>
                    <a:pt x="97355" y="58631"/>
                  </a:lnTo>
                  <a:lnTo>
                    <a:pt x="97421" y="58659"/>
                  </a:lnTo>
                  <a:lnTo>
                    <a:pt x="97487" y="58659"/>
                  </a:lnTo>
                  <a:lnTo>
                    <a:pt x="97641" y="58743"/>
                  </a:lnTo>
                  <a:lnTo>
                    <a:pt x="97905" y="58911"/>
                  </a:lnTo>
                  <a:lnTo>
                    <a:pt x="97949" y="58994"/>
                  </a:lnTo>
                  <a:lnTo>
                    <a:pt x="97971" y="59050"/>
                  </a:lnTo>
                  <a:lnTo>
                    <a:pt x="97993" y="59134"/>
                  </a:lnTo>
                  <a:lnTo>
                    <a:pt x="98015" y="59218"/>
                  </a:lnTo>
                  <a:lnTo>
                    <a:pt x="98059" y="59329"/>
                  </a:lnTo>
                  <a:lnTo>
                    <a:pt x="98125" y="59357"/>
                  </a:lnTo>
                  <a:lnTo>
                    <a:pt x="98345" y="59413"/>
                  </a:lnTo>
                  <a:lnTo>
                    <a:pt x="98565" y="59581"/>
                  </a:lnTo>
                  <a:lnTo>
                    <a:pt x="98631" y="59581"/>
                  </a:lnTo>
                  <a:lnTo>
                    <a:pt x="98940" y="59497"/>
                  </a:lnTo>
                  <a:lnTo>
                    <a:pt x="98984" y="59441"/>
                  </a:lnTo>
                  <a:lnTo>
                    <a:pt x="99028" y="59441"/>
                  </a:lnTo>
                  <a:lnTo>
                    <a:pt x="99116" y="59553"/>
                  </a:lnTo>
                  <a:lnTo>
                    <a:pt x="99204" y="59581"/>
                  </a:lnTo>
                  <a:lnTo>
                    <a:pt x="99270" y="59609"/>
                  </a:lnTo>
                  <a:lnTo>
                    <a:pt x="99424" y="59664"/>
                  </a:lnTo>
                  <a:lnTo>
                    <a:pt x="100414" y="59748"/>
                  </a:lnTo>
                  <a:lnTo>
                    <a:pt x="100546" y="59860"/>
                  </a:lnTo>
                  <a:lnTo>
                    <a:pt x="100546" y="59944"/>
                  </a:lnTo>
                  <a:lnTo>
                    <a:pt x="100326" y="59944"/>
                  </a:lnTo>
                  <a:lnTo>
                    <a:pt x="99952" y="59860"/>
                  </a:lnTo>
                  <a:lnTo>
                    <a:pt x="99138" y="60000"/>
                  </a:lnTo>
                  <a:lnTo>
                    <a:pt x="99424" y="60083"/>
                  </a:lnTo>
                  <a:lnTo>
                    <a:pt x="99534" y="60139"/>
                  </a:lnTo>
                  <a:lnTo>
                    <a:pt x="99666" y="60279"/>
                  </a:lnTo>
                  <a:lnTo>
                    <a:pt x="99776" y="60390"/>
                  </a:lnTo>
                  <a:lnTo>
                    <a:pt x="100062" y="60390"/>
                  </a:lnTo>
                  <a:lnTo>
                    <a:pt x="100172" y="60446"/>
                  </a:lnTo>
                  <a:lnTo>
                    <a:pt x="100502" y="60670"/>
                  </a:lnTo>
                  <a:lnTo>
                    <a:pt x="100700" y="60921"/>
                  </a:lnTo>
                  <a:lnTo>
                    <a:pt x="100942" y="61116"/>
                  </a:lnTo>
                  <a:lnTo>
                    <a:pt x="101008" y="61144"/>
                  </a:lnTo>
                  <a:lnTo>
                    <a:pt x="101030" y="61200"/>
                  </a:lnTo>
                  <a:lnTo>
                    <a:pt x="101140" y="61368"/>
                  </a:lnTo>
                  <a:lnTo>
                    <a:pt x="101162" y="61395"/>
                  </a:lnTo>
                  <a:lnTo>
                    <a:pt x="101184" y="61423"/>
                  </a:lnTo>
                  <a:lnTo>
                    <a:pt x="101316" y="61591"/>
                  </a:lnTo>
                  <a:lnTo>
                    <a:pt x="101382" y="61647"/>
                  </a:lnTo>
                  <a:lnTo>
                    <a:pt x="101448" y="61842"/>
                  </a:lnTo>
                  <a:lnTo>
                    <a:pt x="101492" y="61898"/>
                  </a:lnTo>
                  <a:lnTo>
                    <a:pt x="101580" y="61954"/>
                  </a:lnTo>
                  <a:lnTo>
                    <a:pt x="101690" y="62010"/>
                  </a:lnTo>
                  <a:lnTo>
                    <a:pt x="102108" y="62317"/>
                  </a:lnTo>
                  <a:lnTo>
                    <a:pt x="102593" y="62456"/>
                  </a:lnTo>
                  <a:lnTo>
                    <a:pt x="104419" y="62121"/>
                  </a:lnTo>
                  <a:lnTo>
                    <a:pt x="104639" y="61926"/>
                  </a:lnTo>
                  <a:lnTo>
                    <a:pt x="104749" y="61703"/>
                  </a:lnTo>
                  <a:lnTo>
                    <a:pt x="104925" y="61619"/>
                  </a:lnTo>
                  <a:lnTo>
                    <a:pt x="104947" y="61563"/>
                  </a:lnTo>
                  <a:lnTo>
                    <a:pt x="104969" y="61479"/>
                  </a:lnTo>
                  <a:lnTo>
                    <a:pt x="105057" y="61340"/>
                  </a:lnTo>
                  <a:lnTo>
                    <a:pt x="105299" y="61200"/>
                  </a:lnTo>
                  <a:lnTo>
                    <a:pt x="105321" y="61005"/>
                  </a:lnTo>
                  <a:lnTo>
                    <a:pt x="105277" y="60949"/>
                  </a:lnTo>
                  <a:lnTo>
                    <a:pt x="105145" y="60865"/>
                  </a:lnTo>
                  <a:lnTo>
                    <a:pt x="105101" y="60753"/>
                  </a:lnTo>
                  <a:lnTo>
                    <a:pt x="105101" y="60642"/>
                  </a:lnTo>
                  <a:lnTo>
                    <a:pt x="105101" y="60530"/>
                  </a:lnTo>
                  <a:lnTo>
                    <a:pt x="105123" y="60446"/>
                  </a:lnTo>
                  <a:lnTo>
                    <a:pt x="105145" y="60390"/>
                  </a:lnTo>
                  <a:lnTo>
                    <a:pt x="105189" y="60307"/>
                  </a:lnTo>
                  <a:lnTo>
                    <a:pt x="105321" y="60362"/>
                  </a:lnTo>
                  <a:lnTo>
                    <a:pt x="105365" y="60279"/>
                  </a:lnTo>
                  <a:lnTo>
                    <a:pt x="105365" y="60279"/>
                  </a:lnTo>
                  <a:lnTo>
                    <a:pt x="105365" y="60223"/>
                  </a:lnTo>
                  <a:lnTo>
                    <a:pt x="105365" y="60139"/>
                  </a:lnTo>
                  <a:lnTo>
                    <a:pt x="105365" y="60111"/>
                  </a:lnTo>
                  <a:lnTo>
                    <a:pt x="105387" y="60083"/>
                  </a:lnTo>
                  <a:lnTo>
                    <a:pt x="105453" y="60000"/>
                  </a:lnTo>
                  <a:lnTo>
                    <a:pt x="105475" y="59944"/>
                  </a:lnTo>
                  <a:lnTo>
                    <a:pt x="105409" y="59860"/>
                  </a:lnTo>
                  <a:lnTo>
                    <a:pt x="105387" y="59832"/>
                  </a:lnTo>
                  <a:lnTo>
                    <a:pt x="105453" y="59720"/>
                  </a:lnTo>
                  <a:lnTo>
                    <a:pt x="105673" y="59553"/>
                  </a:lnTo>
                  <a:lnTo>
                    <a:pt x="105805" y="59497"/>
                  </a:lnTo>
                  <a:lnTo>
                    <a:pt x="105894" y="59441"/>
                  </a:lnTo>
                  <a:lnTo>
                    <a:pt x="105938" y="59302"/>
                  </a:lnTo>
                  <a:lnTo>
                    <a:pt x="105960" y="59190"/>
                  </a:lnTo>
                  <a:lnTo>
                    <a:pt x="106070" y="58911"/>
                  </a:lnTo>
                  <a:lnTo>
                    <a:pt x="106114" y="58827"/>
                  </a:lnTo>
                  <a:lnTo>
                    <a:pt x="106158" y="58576"/>
                  </a:lnTo>
                  <a:lnTo>
                    <a:pt x="106202" y="58492"/>
                  </a:lnTo>
                  <a:lnTo>
                    <a:pt x="106246" y="58352"/>
                  </a:lnTo>
                  <a:lnTo>
                    <a:pt x="106400" y="58213"/>
                  </a:lnTo>
                  <a:lnTo>
                    <a:pt x="106466" y="58185"/>
                  </a:lnTo>
                  <a:lnTo>
                    <a:pt x="106576" y="58185"/>
                  </a:lnTo>
                  <a:lnTo>
                    <a:pt x="106598" y="58157"/>
                  </a:lnTo>
                  <a:lnTo>
                    <a:pt x="106620" y="58073"/>
                  </a:lnTo>
                  <a:lnTo>
                    <a:pt x="106620" y="57933"/>
                  </a:lnTo>
                  <a:lnTo>
                    <a:pt x="106642" y="57794"/>
                  </a:lnTo>
                  <a:lnTo>
                    <a:pt x="106752" y="57487"/>
                  </a:lnTo>
                  <a:lnTo>
                    <a:pt x="106774" y="57375"/>
                  </a:lnTo>
                  <a:lnTo>
                    <a:pt x="106774" y="57291"/>
                  </a:lnTo>
                  <a:lnTo>
                    <a:pt x="106774" y="57263"/>
                  </a:lnTo>
                  <a:lnTo>
                    <a:pt x="106752" y="57208"/>
                  </a:lnTo>
                  <a:lnTo>
                    <a:pt x="106752" y="57152"/>
                  </a:lnTo>
                  <a:lnTo>
                    <a:pt x="106708" y="57096"/>
                  </a:lnTo>
                  <a:lnTo>
                    <a:pt x="106708" y="57068"/>
                  </a:lnTo>
                  <a:lnTo>
                    <a:pt x="106752" y="56984"/>
                  </a:lnTo>
                  <a:lnTo>
                    <a:pt x="106686" y="56928"/>
                  </a:lnTo>
                  <a:lnTo>
                    <a:pt x="106642" y="56872"/>
                  </a:lnTo>
                  <a:lnTo>
                    <a:pt x="106598" y="56817"/>
                  </a:lnTo>
                  <a:lnTo>
                    <a:pt x="106554" y="56677"/>
                  </a:lnTo>
                  <a:lnTo>
                    <a:pt x="106554" y="56677"/>
                  </a:lnTo>
                  <a:lnTo>
                    <a:pt x="106598" y="56565"/>
                  </a:lnTo>
                  <a:lnTo>
                    <a:pt x="106620" y="56537"/>
                  </a:lnTo>
                  <a:lnTo>
                    <a:pt x="106620" y="56510"/>
                  </a:lnTo>
                  <a:lnTo>
                    <a:pt x="106598" y="56454"/>
                  </a:lnTo>
                  <a:lnTo>
                    <a:pt x="106576" y="56454"/>
                  </a:lnTo>
                  <a:lnTo>
                    <a:pt x="106576" y="56426"/>
                  </a:lnTo>
                  <a:lnTo>
                    <a:pt x="106598" y="56286"/>
                  </a:lnTo>
                  <a:lnTo>
                    <a:pt x="106642" y="56119"/>
                  </a:lnTo>
                  <a:lnTo>
                    <a:pt x="106664" y="56007"/>
                  </a:lnTo>
                  <a:lnTo>
                    <a:pt x="106620" y="55839"/>
                  </a:lnTo>
                  <a:lnTo>
                    <a:pt x="106664" y="55756"/>
                  </a:lnTo>
                  <a:lnTo>
                    <a:pt x="106708" y="55756"/>
                  </a:lnTo>
                  <a:lnTo>
                    <a:pt x="106818" y="55728"/>
                  </a:lnTo>
                  <a:lnTo>
                    <a:pt x="106862" y="55700"/>
                  </a:lnTo>
                  <a:lnTo>
                    <a:pt x="106906" y="55616"/>
                  </a:lnTo>
                  <a:lnTo>
                    <a:pt x="106928" y="55588"/>
                  </a:lnTo>
                  <a:lnTo>
                    <a:pt x="106928" y="55560"/>
                  </a:lnTo>
                  <a:lnTo>
                    <a:pt x="106928" y="55532"/>
                  </a:lnTo>
                  <a:lnTo>
                    <a:pt x="106972" y="55476"/>
                  </a:lnTo>
                  <a:lnTo>
                    <a:pt x="107016" y="55421"/>
                  </a:lnTo>
                  <a:lnTo>
                    <a:pt x="107104" y="55337"/>
                  </a:lnTo>
                  <a:lnTo>
                    <a:pt x="107148" y="55281"/>
                  </a:lnTo>
                  <a:lnTo>
                    <a:pt x="107192" y="55225"/>
                  </a:lnTo>
                  <a:lnTo>
                    <a:pt x="107192" y="55141"/>
                  </a:lnTo>
                  <a:lnTo>
                    <a:pt x="107192" y="55058"/>
                  </a:lnTo>
                  <a:lnTo>
                    <a:pt x="107192" y="54974"/>
                  </a:lnTo>
                  <a:lnTo>
                    <a:pt x="107236" y="54806"/>
                  </a:lnTo>
                  <a:lnTo>
                    <a:pt x="107324" y="54723"/>
                  </a:lnTo>
                  <a:lnTo>
                    <a:pt x="107544" y="54639"/>
                  </a:lnTo>
                  <a:lnTo>
                    <a:pt x="107632" y="54583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Shape 5227"/>
            <p:cNvSpPr/>
            <p:nvPr/>
          </p:nvSpPr>
          <p:spPr>
            <a:xfrm>
              <a:off x="11027032" y="4542182"/>
              <a:ext cx="47625" cy="476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333" y="89333"/>
                  </a:moveTo>
                  <a:lnTo>
                    <a:pt x="116000" y="86666"/>
                  </a:lnTo>
                  <a:lnTo>
                    <a:pt x="117333" y="82666"/>
                  </a:lnTo>
                  <a:lnTo>
                    <a:pt x="120000" y="73333"/>
                  </a:lnTo>
                  <a:lnTo>
                    <a:pt x="117333" y="61333"/>
                  </a:lnTo>
                  <a:lnTo>
                    <a:pt x="117333" y="56000"/>
                  </a:lnTo>
                  <a:lnTo>
                    <a:pt x="117333" y="50666"/>
                  </a:lnTo>
                  <a:lnTo>
                    <a:pt x="117333" y="46666"/>
                  </a:lnTo>
                  <a:lnTo>
                    <a:pt x="118666" y="34666"/>
                  </a:lnTo>
                  <a:lnTo>
                    <a:pt x="118666" y="26666"/>
                  </a:lnTo>
                  <a:lnTo>
                    <a:pt x="116000" y="20000"/>
                  </a:lnTo>
                  <a:lnTo>
                    <a:pt x="113333" y="18666"/>
                  </a:lnTo>
                  <a:lnTo>
                    <a:pt x="108000" y="20000"/>
                  </a:lnTo>
                  <a:lnTo>
                    <a:pt x="104000" y="18666"/>
                  </a:lnTo>
                  <a:lnTo>
                    <a:pt x="68000" y="0"/>
                  </a:lnTo>
                  <a:lnTo>
                    <a:pt x="61333" y="0"/>
                  </a:lnTo>
                  <a:lnTo>
                    <a:pt x="53333" y="13333"/>
                  </a:lnTo>
                  <a:lnTo>
                    <a:pt x="53333" y="14666"/>
                  </a:lnTo>
                  <a:lnTo>
                    <a:pt x="54666" y="18666"/>
                  </a:lnTo>
                  <a:lnTo>
                    <a:pt x="54666" y="21333"/>
                  </a:lnTo>
                  <a:lnTo>
                    <a:pt x="53333" y="25333"/>
                  </a:lnTo>
                  <a:lnTo>
                    <a:pt x="52000" y="29333"/>
                  </a:lnTo>
                  <a:lnTo>
                    <a:pt x="50666" y="30666"/>
                  </a:lnTo>
                  <a:lnTo>
                    <a:pt x="36000" y="38666"/>
                  </a:lnTo>
                  <a:lnTo>
                    <a:pt x="25333" y="50666"/>
                  </a:lnTo>
                  <a:lnTo>
                    <a:pt x="16000" y="58666"/>
                  </a:lnTo>
                  <a:lnTo>
                    <a:pt x="6666" y="62666"/>
                  </a:lnTo>
                  <a:lnTo>
                    <a:pt x="0" y="64000"/>
                  </a:lnTo>
                  <a:lnTo>
                    <a:pt x="10666" y="74666"/>
                  </a:lnTo>
                  <a:lnTo>
                    <a:pt x="16000" y="77333"/>
                  </a:lnTo>
                  <a:lnTo>
                    <a:pt x="24000" y="85333"/>
                  </a:lnTo>
                  <a:lnTo>
                    <a:pt x="28000" y="88000"/>
                  </a:lnTo>
                  <a:lnTo>
                    <a:pt x="36000" y="86666"/>
                  </a:lnTo>
                  <a:lnTo>
                    <a:pt x="38666" y="88000"/>
                  </a:lnTo>
                  <a:lnTo>
                    <a:pt x="38666" y="89333"/>
                  </a:lnTo>
                  <a:lnTo>
                    <a:pt x="41333" y="92000"/>
                  </a:lnTo>
                  <a:lnTo>
                    <a:pt x="45333" y="96000"/>
                  </a:lnTo>
                  <a:lnTo>
                    <a:pt x="48000" y="100000"/>
                  </a:lnTo>
                  <a:lnTo>
                    <a:pt x="50666" y="101333"/>
                  </a:lnTo>
                  <a:lnTo>
                    <a:pt x="52000" y="100000"/>
                  </a:lnTo>
                  <a:lnTo>
                    <a:pt x="58666" y="97333"/>
                  </a:lnTo>
                  <a:lnTo>
                    <a:pt x="62666" y="98666"/>
                  </a:lnTo>
                  <a:lnTo>
                    <a:pt x="72000" y="105333"/>
                  </a:lnTo>
                  <a:lnTo>
                    <a:pt x="76000" y="109333"/>
                  </a:lnTo>
                  <a:lnTo>
                    <a:pt x="78666" y="110666"/>
                  </a:lnTo>
                  <a:lnTo>
                    <a:pt x="85333" y="120000"/>
                  </a:lnTo>
                  <a:lnTo>
                    <a:pt x="89333" y="120000"/>
                  </a:lnTo>
                  <a:lnTo>
                    <a:pt x="92000" y="117333"/>
                  </a:lnTo>
                  <a:lnTo>
                    <a:pt x="93333" y="113333"/>
                  </a:lnTo>
                  <a:lnTo>
                    <a:pt x="94666" y="105333"/>
                  </a:lnTo>
                  <a:lnTo>
                    <a:pt x="98666" y="93333"/>
                  </a:lnTo>
                  <a:lnTo>
                    <a:pt x="98666" y="90666"/>
                  </a:lnTo>
                  <a:lnTo>
                    <a:pt x="97333" y="86666"/>
                  </a:lnTo>
                  <a:lnTo>
                    <a:pt x="93333" y="82666"/>
                  </a:lnTo>
                  <a:lnTo>
                    <a:pt x="108000" y="89333"/>
                  </a:lnTo>
                  <a:lnTo>
                    <a:pt x="113333" y="89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Shape 5228"/>
            <p:cNvSpPr/>
            <p:nvPr/>
          </p:nvSpPr>
          <p:spPr>
            <a:xfrm>
              <a:off x="10742871" y="3623019"/>
              <a:ext cx="28575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2222" y="12413"/>
                  </a:moveTo>
                  <a:lnTo>
                    <a:pt x="0" y="53793"/>
                  </a:lnTo>
                  <a:lnTo>
                    <a:pt x="2222" y="62068"/>
                  </a:lnTo>
                  <a:lnTo>
                    <a:pt x="6666" y="78620"/>
                  </a:lnTo>
                  <a:lnTo>
                    <a:pt x="8888" y="107586"/>
                  </a:lnTo>
                  <a:lnTo>
                    <a:pt x="8888" y="111724"/>
                  </a:lnTo>
                  <a:lnTo>
                    <a:pt x="15555" y="120000"/>
                  </a:lnTo>
                  <a:lnTo>
                    <a:pt x="80000" y="111724"/>
                  </a:lnTo>
                  <a:lnTo>
                    <a:pt x="93333" y="99310"/>
                  </a:lnTo>
                  <a:lnTo>
                    <a:pt x="104444" y="99310"/>
                  </a:lnTo>
                  <a:lnTo>
                    <a:pt x="111111" y="95172"/>
                  </a:lnTo>
                  <a:lnTo>
                    <a:pt x="115555" y="82758"/>
                  </a:lnTo>
                  <a:lnTo>
                    <a:pt x="120000" y="62068"/>
                  </a:lnTo>
                  <a:lnTo>
                    <a:pt x="100000" y="24827"/>
                  </a:lnTo>
                  <a:lnTo>
                    <a:pt x="60000" y="0"/>
                  </a:lnTo>
                  <a:lnTo>
                    <a:pt x="22222" y="1241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Shape 5229"/>
            <p:cNvSpPr/>
            <p:nvPr/>
          </p:nvSpPr>
          <p:spPr>
            <a:xfrm>
              <a:off x="10546021" y="3811932"/>
              <a:ext cx="1587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lnTo>
                    <a:pt x="0" y="0"/>
                  </a:lnTo>
                  <a:lnTo>
                    <a:pt x="40000" y="0"/>
                  </a:lnTo>
                  <a:lnTo>
                    <a:pt x="12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Shape 5230"/>
            <p:cNvSpPr/>
            <p:nvPr/>
          </p:nvSpPr>
          <p:spPr>
            <a:xfrm>
              <a:off x="10049132" y="3673819"/>
              <a:ext cx="1085850" cy="8731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12" y="81041"/>
                  </a:moveTo>
                  <a:lnTo>
                    <a:pt x="1637" y="80969"/>
                  </a:lnTo>
                  <a:lnTo>
                    <a:pt x="1461" y="80969"/>
                  </a:lnTo>
                  <a:lnTo>
                    <a:pt x="1228" y="80896"/>
                  </a:lnTo>
                  <a:lnTo>
                    <a:pt x="1111" y="80823"/>
                  </a:lnTo>
                  <a:lnTo>
                    <a:pt x="935" y="80605"/>
                  </a:lnTo>
                  <a:lnTo>
                    <a:pt x="760" y="80387"/>
                  </a:lnTo>
                  <a:lnTo>
                    <a:pt x="701" y="80387"/>
                  </a:lnTo>
                  <a:lnTo>
                    <a:pt x="701" y="80823"/>
                  </a:lnTo>
                  <a:lnTo>
                    <a:pt x="526" y="81041"/>
                  </a:lnTo>
                  <a:lnTo>
                    <a:pt x="0" y="81259"/>
                  </a:lnTo>
                  <a:lnTo>
                    <a:pt x="58" y="81623"/>
                  </a:lnTo>
                  <a:lnTo>
                    <a:pt x="643" y="82277"/>
                  </a:lnTo>
                  <a:lnTo>
                    <a:pt x="935" y="83004"/>
                  </a:lnTo>
                  <a:lnTo>
                    <a:pt x="1052" y="83222"/>
                  </a:lnTo>
                  <a:lnTo>
                    <a:pt x="1286" y="83076"/>
                  </a:lnTo>
                  <a:lnTo>
                    <a:pt x="1052" y="82568"/>
                  </a:lnTo>
                  <a:lnTo>
                    <a:pt x="1052" y="82350"/>
                  </a:lnTo>
                  <a:lnTo>
                    <a:pt x="2046" y="82713"/>
                  </a:lnTo>
                  <a:lnTo>
                    <a:pt x="2163" y="83004"/>
                  </a:lnTo>
                  <a:lnTo>
                    <a:pt x="2222" y="83294"/>
                  </a:lnTo>
                  <a:lnTo>
                    <a:pt x="2163" y="83513"/>
                  </a:lnTo>
                  <a:lnTo>
                    <a:pt x="1871" y="83585"/>
                  </a:lnTo>
                  <a:lnTo>
                    <a:pt x="1871" y="84021"/>
                  </a:lnTo>
                  <a:lnTo>
                    <a:pt x="1988" y="84239"/>
                  </a:lnTo>
                  <a:lnTo>
                    <a:pt x="2046" y="84530"/>
                  </a:lnTo>
                  <a:lnTo>
                    <a:pt x="2105" y="84748"/>
                  </a:lnTo>
                  <a:lnTo>
                    <a:pt x="1695" y="84966"/>
                  </a:lnTo>
                  <a:lnTo>
                    <a:pt x="1520" y="85184"/>
                  </a:lnTo>
                  <a:lnTo>
                    <a:pt x="1286" y="85475"/>
                  </a:lnTo>
                  <a:lnTo>
                    <a:pt x="1812" y="86929"/>
                  </a:lnTo>
                  <a:lnTo>
                    <a:pt x="2456" y="87365"/>
                  </a:lnTo>
                  <a:lnTo>
                    <a:pt x="4210" y="89545"/>
                  </a:lnTo>
                  <a:lnTo>
                    <a:pt x="4912" y="89836"/>
                  </a:lnTo>
                  <a:lnTo>
                    <a:pt x="5087" y="89981"/>
                  </a:lnTo>
                  <a:lnTo>
                    <a:pt x="5146" y="90272"/>
                  </a:lnTo>
                  <a:lnTo>
                    <a:pt x="5146" y="90490"/>
                  </a:lnTo>
                  <a:lnTo>
                    <a:pt x="5204" y="90708"/>
                  </a:lnTo>
                  <a:lnTo>
                    <a:pt x="5263" y="90926"/>
                  </a:lnTo>
                  <a:lnTo>
                    <a:pt x="10877" y="93979"/>
                  </a:lnTo>
                  <a:lnTo>
                    <a:pt x="11461" y="94052"/>
                  </a:lnTo>
                  <a:lnTo>
                    <a:pt x="11754" y="93906"/>
                  </a:lnTo>
                  <a:lnTo>
                    <a:pt x="12046" y="93470"/>
                  </a:lnTo>
                  <a:lnTo>
                    <a:pt x="12222" y="93252"/>
                  </a:lnTo>
                  <a:lnTo>
                    <a:pt x="12456" y="93252"/>
                  </a:lnTo>
                  <a:lnTo>
                    <a:pt x="12923" y="93397"/>
                  </a:lnTo>
                  <a:lnTo>
                    <a:pt x="13040" y="93543"/>
                  </a:lnTo>
                  <a:lnTo>
                    <a:pt x="13157" y="93979"/>
                  </a:lnTo>
                  <a:lnTo>
                    <a:pt x="13391" y="94270"/>
                  </a:lnTo>
                  <a:lnTo>
                    <a:pt x="17017" y="94270"/>
                  </a:lnTo>
                  <a:lnTo>
                    <a:pt x="18070" y="94706"/>
                  </a:lnTo>
                  <a:lnTo>
                    <a:pt x="18187" y="94778"/>
                  </a:lnTo>
                  <a:lnTo>
                    <a:pt x="18362" y="95215"/>
                  </a:lnTo>
                  <a:lnTo>
                    <a:pt x="18830" y="95723"/>
                  </a:lnTo>
                  <a:lnTo>
                    <a:pt x="19590" y="96014"/>
                  </a:lnTo>
                  <a:lnTo>
                    <a:pt x="20233" y="95941"/>
                  </a:lnTo>
                  <a:lnTo>
                    <a:pt x="20409" y="96087"/>
                  </a:lnTo>
                  <a:lnTo>
                    <a:pt x="20526" y="96523"/>
                  </a:lnTo>
                  <a:lnTo>
                    <a:pt x="20584" y="96741"/>
                  </a:lnTo>
                  <a:lnTo>
                    <a:pt x="22690" y="98049"/>
                  </a:lnTo>
                  <a:lnTo>
                    <a:pt x="22982" y="98340"/>
                  </a:lnTo>
                  <a:lnTo>
                    <a:pt x="23099" y="98849"/>
                  </a:lnTo>
                  <a:lnTo>
                    <a:pt x="22222" y="98340"/>
                  </a:lnTo>
                  <a:lnTo>
                    <a:pt x="21988" y="98049"/>
                  </a:lnTo>
                  <a:lnTo>
                    <a:pt x="21812" y="97904"/>
                  </a:lnTo>
                  <a:lnTo>
                    <a:pt x="21812" y="98267"/>
                  </a:lnTo>
                  <a:lnTo>
                    <a:pt x="21754" y="98413"/>
                  </a:lnTo>
                  <a:lnTo>
                    <a:pt x="21695" y="98485"/>
                  </a:lnTo>
                  <a:lnTo>
                    <a:pt x="21637" y="98776"/>
                  </a:lnTo>
                  <a:lnTo>
                    <a:pt x="21695" y="98921"/>
                  </a:lnTo>
                  <a:lnTo>
                    <a:pt x="21988" y="99503"/>
                  </a:lnTo>
                  <a:lnTo>
                    <a:pt x="21754" y="99576"/>
                  </a:lnTo>
                  <a:lnTo>
                    <a:pt x="21695" y="99576"/>
                  </a:lnTo>
                  <a:lnTo>
                    <a:pt x="21695" y="99721"/>
                  </a:lnTo>
                  <a:lnTo>
                    <a:pt x="21695" y="99794"/>
                  </a:lnTo>
                  <a:lnTo>
                    <a:pt x="21695" y="99866"/>
                  </a:lnTo>
                  <a:lnTo>
                    <a:pt x="21695" y="99866"/>
                  </a:lnTo>
                  <a:lnTo>
                    <a:pt x="21695" y="100084"/>
                  </a:lnTo>
                  <a:lnTo>
                    <a:pt x="21695" y="100520"/>
                  </a:lnTo>
                  <a:lnTo>
                    <a:pt x="21695" y="100666"/>
                  </a:lnTo>
                  <a:lnTo>
                    <a:pt x="21754" y="101029"/>
                  </a:lnTo>
                  <a:lnTo>
                    <a:pt x="22163" y="101683"/>
                  </a:lnTo>
                  <a:lnTo>
                    <a:pt x="22222" y="101974"/>
                  </a:lnTo>
                  <a:lnTo>
                    <a:pt x="21871" y="101901"/>
                  </a:lnTo>
                  <a:lnTo>
                    <a:pt x="21695" y="101901"/>
                  </a:lnTo>
                  <a:lnTo>
                    <a:pt x="21520" y="102192"/>
                  </a:lnTo>
                  <a:lnTo>
                    <a:pt x="21988" y="102410"/>
                  </a:lnTo>
                  <a:lnTo>
                    <a:pt x="21871" y="102628"/>
                  </a:lnTo>
                  <a:lnTo>
                    <a:pt x="21754" y="103210"/>
                  </a:lnTo>
                  <a:lnTo>
                    <a:pt x="21695" y="103646"/>
                  </a:lnTo>
                  <a:lnTo>
                    <a:pt x="21695" y="103937"/>
                  </a:lnTo>
                  <a:lnTo>
                    <a:pt x="21695" y="104009"/>
                  </a:lnTo>
                  <a:lnTo>
                    <a:pt x="21637" y="104155"/>
                  </a:lnTo>
                  <a:lnTo>
                    <a:pt x="21520" y="104300"/>
                  </a:lnTo>
                  <a:lnTo>
                    <a:pt x="21286" y="104373"/>
                  </a:lnTo>
                  <a:lnTo>
                    <a:pt x="21052" y="104809"/>
                  </a:lnTo>
                  <a:lnTo>
                    <a:pt x="20701" y="105245"/>
                  </a:lnTo>
                  <a:lnTo>
                    <a:pt x="20584" y="105463"/>
                  </a:lnTo>
                  <a:lnTo>
                    <a:pt x="20584" y="105826"/>
                  </a:lnTo>
                  <a:lnTo>
                    <a:pt x="20760" y="106480"/>
                  </a:lnTo>
                  <a:lnTo>
                    <a:pt x="20760" y="106917"/>
                  </a:lnTo>
                  <a:lnTo>
                    <a:pt x="20643" y="107062"/>
                  </a:lnTo>
                  <a:lnTo>
                    <a:pt x="20467" y="107062"/>
                  </a:lnTo>
                  <a:lnTo>
                    <a:pt x="20292" y="107207"/>
                  </a:lnTo>
                  <a:lnTo>
                    <a:pt x="20292" y="107571"/>
                  </a:lnTo>
                  <a:lnTo>
                    <a:pt x="20292" y="107934"/>
                  </a:lnTo>
                  <a:lnTo>
                    <a:pt x="20409" y="108298"/>
                  </a:lnTo>
                  <a:lnTo>
                    <a:pt x="20643" y="108661"/>
                  </a:lnTo>
                  <a:lnTo>
                    <a:pt x="20701" y="108952"/>
                  </a:lnTo>
                  <a:lnTo>
                    <a:pt x="20760" y="109315"/>
                  </a:lnTo>
                  <a:lnTo>
                    <a:pt x="20818" y="109606"/>
                  </a:lnTo>
                  <a:lnTo>
                    <a:pt x="21286" y="110551"/>
                  </a:lnTo>
                  <a:lnTo>
                    <a:pt x="21403" y="110841"/>
                  </a:lnTo>
                  <a:lnTo>
                    <a:pt x="21403" y="111205"/>
                  </a:lnTo>
                  <a:lnTo>
                    <a:pt x="21228" y="111714"/>
                  </a:lnTo>
                  <a:lnTo>
                    <a:pt x="21228" y="112222"/>
                  </a:lnTo>
                  <a:lnTo>
                    <a:pt x="21345" y="112804"/>
                  </a:lnTo>
                  <a:lnTo>
                    <a:pt x="21520" y="113022"/>
                  </a:lnTo>
                  <a:lnTo>
                    <a:pt x="21578" y="113167"/>
                  </a:lnTo>
                  <a:lnTo>
                    <a:pt x="21637" y="113603"/>
                  </a:lnTo>
                  <a:lnTo>
                    <a:pt x="21695" y="113749"/>
                  </a:lnTo>
                  <a:lnTo>
                    <a:pt x="22222" y="114185"/>
                  </a:lnTo>
                  <a:lnTo>
                    <a:pt x="22514" y="114766"/>
                  </a:lnTo>
                  <a:lnTo>
                    <a:pt x="23099" y="115348"/>
                  </a:lnTo>
                  <a:lnTo>
                    <a:pt x="23391" y="115639"/>
                  </a:lnTo>
                  <a:lnTo>
                    <a:pt x="23625" y="116438"/>
                  </a:lnTo>
                  <a:lnTo>
                    <a:pt x="23684" y="116801"/>
                  </a:lnTo>
                  <a:lnTo>
                    <a:pt x="23508" y="116947"/>
                  </a:lnTo>
                  <a:lnTo>
                    <a:pt x="22397" y="116293"/>
                  </a:lnTo>
                  <a:lnTo>
                    <a:pt x="21988" y="116220"/>
                  </a:lnTo>
                  <a:lnTo>
                    <a:pt x="21695" y="116438"/>
                  </a:lnTo>
                  <a:lnTo>
                    <a:pt x="21578" y="116874"/>
                  </a:lnTo>
                  <a:lnTo>
                    <a:pt x="21637" y="117238"/>
                  </a:lnTo>
                  <a:lnTo>
                    <a:pt x="21929" y="117528"/>
                  </a:lnTo>
                  <a:lnTo>
                    <a:pt x="24678" y="117601"/>
                  </a:lnTo>
                  <a:lnTo>
                    <a:pt x="25847" y="118182"/>
                  </a:lnTo>
                  <a:lnTo>
                    <a:pt x="26315" y="117892"/>
                  </a:lnTo>
                  <a:lnTo>
                    <a:pt x="26491" y="117964"/>
                  </a:lnTo>
                  <a:lnTo>
                    <a:pt x="26549" y="117964"/>
                  </a:lnTo>
                  <a:lnTo>
                    <a:pt x="26608" y="117892"/>
                  </a:lnTo>
                  <a:lnTo>
                    <a:pt x="27017" y="117310"/>
                  </a:lnTo>
                  <a:lnTo>
                    <a:pt x="27134" y="117238"/>
                  </a:lnTo>
                  <a:lnTo>
                    <a:pt x="27309" y="117165"/>
                  </a:lnTo>
                  <a:lnTo>
                    <a:pt x="28771" y="117746"/>
                  </a:lnTo>
                  <a:lnTo>
                    <a:pt x="29122" y="117674"/>
                  </a:lnTo>
                  <a:lnTo>
                    <a:pt x="29239" y="117601"/>
                  </a:lnTo>
                  <a:lnTo>
                    <a:pt x="29649" y="117238"/>
                  </a:lnTo>
                  <a:lnTo>
                    <a:pt x="29707" y="117310"/>
                  </a:lnTo>
                  <a:lnTo>
                    <a:pt x="29824" y="117528"/>
                  </a:lnTo>
                  <a:lnTo>
                    <a:pt x="29941" y="117601"/>
                  </a:lnTo>
                  <a:lnTo>
                    <a:pt x="35614" y="118037"/>
                  </a:lnTo>
                  <a:lnTo>
                    <a:pt x="36959" y="118909"/>
                  </a:lnTo>
                  <a:lnTo>
                    <a:pt x="37719" y="119127"/>
                  </a:lnTo>
                  <a:lnTo>
                    <a:pt x="38245" y="118400"/>
                  </a:lnTo>
                  <a:lnTo>
                    <a:pt x="37836" y="118037"/>
                  </a:lnTo>
                  <a:lnTo>
                    <a:pt x="36959" y="117819"/>
                  </a:lnTo>
                  <a:lnTo>
                    <a:pt x="36666" y="117310"/>
                  </a:lnTo>
                  <a:lnTo>
                    <a:pt x="37134" y="117165"/>
                  </a:lnTo>
                  <a:lnTo>
                    <a:pt x="39064" y="117746"/>
                  </a:lnTo>
                  <a:lnTo>
                    <a:pt x="39356" y="117674"/>
                  </a:lnTo>
                  <a:lnTo>
                    <a:pt x="39824" y="117310"/>
                  </a:lnTo>
                  <a:lnTo>
                    <a:pt x="40877" y="117238"/>
                  </a:lnTo>
                  <a:lnTo>
                    <a:pt x="41111" y="117310"/>
                  </a:lnTo>
                  <a:lnTo>
                    <a:pt x="41169" y="117601"/>
                  </a:lnTo>
                  <a:lnTo>
                    <a:pt x="41169" y="117746"/>
                  </a:lnTo>
                  <a:lnTo>
                    <a:pt x="39941" y="117964"/>
                  </a:lnTo>
                  <a:lnTo>
                    <a:pt x="39707" y="118037"/>
                  </a:lnTo>
                  <a:lnTo>
                    <a:pt x="39532" y="118255"/>
                  </a:lnTo>
                  <a:lnTo>
                    <a:pt x="40000" y="118764"/>
                  </a:lnTo>
                  <a:lnTo>
                    <a:pt x="41812" y="118182"/>
                  </a:lnTo>
                  <a:lnTo>
                    <a:pt x="42339" y="118255"/>
                  </a:lnTo>
                  <a:lnTo>
                    <a:pt x="42631" y="118182"/>
                  </a:lnTo>
                  <a:lnTo>
                    <a:pt x="43099" y="117601"/>
                  </a:lnTo>
                  <a:lnTo>
                    <a:pt x="43450" y="117601"/>
                  </a:lnTo>
                  <a:lnTo>
                    <a:pt x="44327" y="117892"/>
                  </a:lnTo>
                  <a:lnTo>
                    <a:pt x="44561" y="118182"/>
                  </a:lnTo>
                  <a:lnTo>
                    <a:pt x="44619" y="118546"/>
                  </a:lnTo>
                  <a:lnTo>
                    <a:pt x="44795" y="118909"/>
                  </a:lnTo>
                  <a:lnTo>
                    <a:pt x="44970" y="118909"/>
                  </a:lnTo>
                  <a:lnTo>
                    <a:pt x="45497" y="118328"/>
                  </a:lnTo>
                  <a:lnTo>
                    <a:pt x="46081" y="117819"/>
                  </a:lnTo>
                  <a:lnTo>
                    <a:pt x="46666" y="117746"/>
                  </a:lnTo>
                  <a:lnTo>
                    <a:pt x="48011" y="118255"/>
                  </a:lnTo>
                  <a:lnTo>
                    <a:pt x="48713" y="117964"/>
                  </a:lnTo>
                  <a:lnTo>
                    <a:pt x="49590" y="118328"/>
                  </a:lnTo>
                  <a:lnTo>
                    <a:pt x="50877" y="118255"/>
                  </a:lnTo>
                  <a:lnTo>
                    <a:pt x="53216" y="117165"/>
                  </a:lnTo>
                  <a:lnTo>
                    <a:pt x="55789" y="116801"/>
                  </a:lnTo>
                  <a:lnTo>
                    <a:pt x="56374" y="116511"/>
                  </a:lnTo>
                  <a:lnTo>
                    <a:pt x="56725" y="116220"/>
                  </a:lnTo>
                  <a:lnTo>
                    <a:pt x="57251" y="115566"/>
                  </a:lnTo>
                  <a:lnTo>
                    <a:pt x="57777" y="115348"/>
                  </a:lnTo>
                  <a:lnTo>
                    <a:pt x="58947" y="114403"/>
                  </a:lnTo>
                  <a:lnTo>
                    <a:pt x="59473" y="113676"/>
                  </a:lnTo>
                  <a:lnTo>
                    <a:pt x="59824" y="113531"/>
                  </a:lnTo>
                  <a:lnTo>
                    <a:pt x="60000" y="113313"/>
                  </a:lnTo>
                  <a:lnTo>
                    <a:pt x="60116" y="113022"/>
                  </a:lnTo>
                  <a:lnTo>
                    <a:pt x="60175" y="112804"/>
                  </a:lnTo>
                  <a:lnTo>
                    <a:pt x="60175" y="112586"/>
                  </a:lnTo>
                  <a:lnTo>
                    <a:pt x="60116" y="112440"/>
                  </a:lnTo>
                  <a:lnTo>
                    <a:pt x="60000" y="112004"/>
                  </a:lnTo>
                  <a:lnTo>
                    <a:pt x="60233" y="111786"/>
                  </a:lnTo>
                  <a:lnTo>
                    <a:pt x="61871" y="111859"/>
                  </a:lnTo>
                  <a:lnTo>
                    <a:pt x="62573" y="112513"/>
                  </a:lnTo>
                  <a:lnTo>
                    <a:pt x="64853" y="112586"/>
                  </a:lnTo>
                  <a:lnTo>
                    <a:pt x="65321" y="112222"/>
                  </a:lnTo>
                  <a:lnTo>
                    <a:pt x="68538" y="111714"/>
                  </a:lnTo>
                  <a:lnTo>
                    <a:pt x="69766" y="110987"/>
                  </a:lnTo>
                  <a:lnTo>
                    <a:pt x="70233" y="110260"/>
                  </a:lnTo>
                  <a:lnTo>
                    <a:pt x="71286" y="108298"/>
                  </a:lnTo>
                  <a:lnTo>
                    <a:pt x="71812" y="107643"/>
                  </a:lnTo>
                  <a:lnTo>
                    <a:pt x="72280" y="107861"/>
                  </a:lnTo>
                  <a:lnTo>
                    <a:pt x="72397" y="108007"/>
                  </a:lnTo>
                  <a:lnTo>
                    <a:pt x="72397" y="107789"/>
                  </a:lnTo>
                  <a:lnTo>
                    <a:pt x="72397" y="107425"/>
                  </a:lnTo>
                  <a:lnTo>
                    <a:pt x="72397" y="107062"/>
                  </a:lnTo>
                  <a:lnTo>
                    <a:pt x="72514" y="106844"/>
                  </a:lnTo>
                  <a:lnTo>
                    <a:pt x="72982" y="106844"/>
                  </a:lnTo>
                  <a:lnTo>
                    <a:pt x="73099" y="106771"/>
                  </a:lnTo>
                  <a:lnTo>
                    <a:pt x="73274" y="106480"/>
                  </a:lnTo>
                  <a:lnTo>
                    <a:pt x="73333" y="106190"/>
                  </a:lnTo>
                  <a:lnTo>
                    <a:pt x="73391" y="105972"/>
                  </a:lnTo>
                  <a:lnTo>
                    <a:pt x="73333" y="105536"/>
                  </a:lnTo>
                  <a:lnTo>
                    <a:pt x="73274" y="105317"/>
                  </a:lnTo>
                  <a:lnTo>
                    <a:pt x="73274" y="104373"/>
                  </a:lnTo>
                  <a:lnTo>
                    <a:pt x="73040" y="103573"/>
                  </a:lnTo>
                  <a:lnTo>
                    <a:pt x="73099" y="103137"/>
                  </a:lnTo>
                  <a:lnTo>
                    <a:pt x="73391" y="102701"/>
                  </a:lnTo>
                  <a:lnTo>
                    <a:pt x="73684" y="102556"/>
                  </a:lnTo>
                  <a:lnTo>
                    <a:pt x="74853" y="102556"/>
                  </a:lnTo>
                  <a:lnTo>
                    <a:pt x="75029" y="102483"/>
                  </a:lnTo>
                  <a:lnTo>
                    <a:pt x="75087" y="102192"/>
                  </a:lnTo>
                  <a:lnTo>
                    <a:pt x="75146" y="101974"/>
                  </a:lnTo>
                  <a:lnTo>
                    <a:pt x="75146" y="101683"/>
                  </a:lnTo>
                  <a:lnTo>
                    <a:pt x="75204" y="101247"/>
                  </a:lnTo>
                  <a:lnTo>
                    <a:pt x="75204" y="101102"/>
                  </a:lnTo>
                  <a:lnTo>
                    <a:pt x="75204" y="100956"/>
                  </a:lnTo>
                  <a:lnTo>
                    <a:pt x="75263" y="100738"/>
                  </a:lnTo>
                  <a:lnTo>
                    <a:pt x="75321" y="100666"/>
                  </a:lnTo>
                  <a:lnTo>
                    <a:pt x="75497" y="100738"/>
                  </a:lnTo>
                  <a:lnTo>
                    <a:pt x="75555" y="100666"/>
                  </a:lnTo>
                  <a:lnTo>
                    <a:pt x="75672" y="100520"/>
                  </a:lnTo>
                  <a:lnTo>
                    <a:pt x="75906" y="100230"/>
                  </a:lnTo>
                  <a:lnTo>
                    <a:pt x="76315" y="99576"/>
                  </a:lnTo>
                  <a:lnTo>
                    <a:pt x="76549" y="99357"/>
                  </a:lnTo>
                  <a:lnTo>
                    <a:pt x="76842" y="99576"/>
                  </a:lnTo>
                  <a:lnTo>
                    <a:pt x="77076" y="99866"/>
                  </a:lnTo>
                  <a:lnTo>
                    <a:pt x="77543" y="101175"/>
                  </a:lnTo>
                  <a:lnTo>
                    <a:pt x="77660" y="101320"/>
                  </a:lnTo>
                  <a:lnTo>
                    <a:pt x="77894" y="101393"/>
                  </a:lnTo>
                  <a:lnTo>
                    <a:pt x="78011" y="101465"/>
                  </a:lnTo>
                  <a:lnTo>
                    <a:pt x="78128" y="101756"/>
                  </a:lnTo>
                  <a:lnTo>
                    <a:pt x="78245" y="101901"/>
                  </a:lnTo>
                  <a:lnTo>
                    <a:pt x="78304" y="102119"/>
                  </a:lnTo>
                  <a:lnTo>
                    <a:pt x="78421" y="102265"/>
                  </a:lnTo>
                  <a:lnTo>
                    <a:pt x="78304" y="102410"/>
                  </a:lnTo>
                  <a:lnTo>
                    <a:pt x="78304" y="102628"/>
                  </a:lnTo>
                  <a:lnTo>
                    <a:pt x="78245" y="103791"/>
                  </a:lnTo>
                  <a:lnTo>
                    <a:pt x="78245" y="104082"/>
                  </a:lnTo>
                  <a:lnTo>
                    <a:pt x="78304" y="104227"/>
                  </a:lnTo>
                  <a:lnTo>
                    <a:pt x="78421" y="104300"/>
                  </a:lnTo>
                  <a:lnTo>
                    <a:pt x="78479" y="104518"/>
                  </a:lnTo>
                  <a:lnTo>
                    <a:pt x="78479" y="105245"/>
                  </a:lnTo>
                  <a:lnTo>
                    <a:pt x="78245" y="105608"/>
                  </a:lnTo>
                  <a:lnTo>
                    <a:pt x="77485" y="106190"/>
                  </a:lnTo>
                  <a:lnTo>
                    <a:pt x="77368" y="106408"/>
                  </a:lnTo>
                  <a:lnTo>
                    <a:pt x="77309" y="106698"/>
                  </a:lnTo>
                  <a:lnTo>
                    <a:pt x="77251" y="107207"/>
                  </a:lnTo>
                  <a:lnTo>
                    <a:pt x="77134" y="107498"/>
                  </a:lnTo>
                  <a:lnTo>
                    <a:pt x="77251" y="107643"/>
                  </a:lnTo>
                  <a:lnTo>
                    <a:pt x="77836" y="107934"/>
                  </a:lnTo>
                  <a:lnTo>
                    <a:pt x="78713" y="108806"/>
                  </a:lnTo>
                  <a:lnTo>
                    <a:pt x="79766" y="108661"/>
                  </a:lnTo>
                  <a:lnTo>
                    <a:pt x="80233" y="109024"/>
                  </a:lnTo>
                  <a:lnTo>
                    <a:pt x="80409" y="109097"/>
                  </a:lnTo>
                  <a:lnTo>
                    <a:pt x="80526" y="109024"/>
                  </a:lnTo>
                  <a:lnTo>
                    <a:pt x="80877" y="108588"/>
                  </a:lnTo>
                  <a:lnTo>
                    <a:pt x="81169" y="108370"/>
                  </a:lnTo>
                  <a:lnTo>
                    <a:pt x="83742" y="109170"/>
                  </a:lnTo>
                  <a:lnTo>
                    <a:pt x="83859" y="109242"/>
                  </a:lnTo>
                  <a:lnTo>
                    <a:pt x="84035" y="109751"/>
                  </a:lnTo>
                  <a:lnTo>
                    <a:pt x="84152" y="109969"/>
                  </a:lnTo>
                  <a:lnTo>
                    <a:pt x="84269" y="110478"/>
                  </a:lnTo>
                  <a:lnTo>
                    <a:pt x="84327" y="110623"/>
                  </a:lnTo>
                  <a:lnTo>
                    <a:pt x="85906" y="110987"/>
                  </a:lnTo>
                  <a:lnTo>
                    <a:pt x="86198" y="111350"/>
                  </a:lnTo>
                  <a:lnTo>
                    <a:pt x="87485" y="111859"/>
                  </a:lnTo>
                  <a:lnTo>
                    <a:pt x="87426" y="111496"/>
                  </a:lnTo>
                  <a:lnTo>
                    <a:pt x="87251" y="111278"/>
                  </a:lnTo>
                  <a:lnTo>
                    <a:pt x="87076" y="111132"/>
                  </a:lnTo>
                  <a:lnTo>
                    <a:pt x="86842" y="111132"/>
                  </a:lnTo>
                  <a:lnTo>
                    <a:pt x="87134" y="110769"/>
                  </a:lnTo>
                  <a:lnTo>
                    <a:pt x="87251" y="110769"/>
                  </a:lnTo>
                  <a:lnTo>
                    <a:pt x="88070" y="111205"/>
                  </a:lnTo>
                  <a:lnTo>
                    <a:pt x="88304" y="111350"/>
                  </a:lnTo>
                  <a:lnTo>
                    <a:pt x="88479" y="111714"/>
                  </a:lnTo>
                  <a:lnTo>
                    <a:pt x="88421" y="112295"/>
                  </a:lnTo>
                  <a:lnTo>
                    <a:pt x="88011" y="112804"/>
                  </a:lnTo>
                  <a:lnTo>
                    <a:pt x="87309" y="113022"/>
                  </a:lnTo>
                  <a:lnTo>
                    <a:pt x="87368" y="113167"/>
                  </a:lnTo>
                  <a:lnTo>
                    <a:pt x="87426" y="113458"/>
                  </a:lnTo>
                  <a:lnTo>
                    <a:pt x="87192" y="113749"/>
                  </a:lnTo>
                  <a:lnTo>
                    <a:pt x="86608" y="113385"/>
                  </a:lnTo>
                  <a:lnTo>
                    <a:pt x="86315" y="113603"/>
                  </a:lnTo>
                  <a:lnTo>
                    <a:pt x="86140" y="114039"/>
                  </a:lnTo>
                  <a:lnTo>
                    <a:pt x="85964" y="114330"/>
                  </a:lnTo>
                  <a:lnTo>
                    <a:pt x="85672" y="114476"/>
                  </a:lnTo>
                  <a:lnTo>
                    <a:pt x="85497" y="114476"/>
                  </a:lnTo>
                  <a:lnTo>
                    <a:pt x="85614" y="114621"/>
                  </a:lnTo>
                  <a:lnTo>
                    <a:pt x="85906" y="114912"/>
                  </a:lnTo>
                  <a:lnTo>
                    <a:pt x="86081" y="115275"/>
                  </a:lnTo>
                  <a:lnTo>
                    <a:pt x="86315" y="115857"/>
                  </a:lnTo>
                  <a:lnTo>
                    <a:pt x="86608" y="116147"/>
                  </a:lnTo>
                  <a:lnTo>
                    <a:pt x="90643" y="117238"/>
                  </a:lnTo>
                  <a:lnTo>
                    <a:pt x="91169" y="117019"/>
                  </a:lnTo>
                  <a:lnTo>
                    <a:pt x="91695" y="116220"/>
                  </a:lnTo>
                  <a:lnTo>
                    <a:pt x="91695" y="116075"/>
                  </a:lnTo>
                  <a:lnTo>
                    <a:pt x="91754" y="115639"/>
                  </a:lnTo>
                  <a:lnTo>
                    <a:pt x="91812" y="115493"/>
                  </a:lnTo>
                  <a:lnTo>
                    <a:pt x="91929" y="115420"/>
                  </a:lnTo>
                  <a:lnTo>
                    <a:pt x="92514" y="115711"/>
                  </a:lnTo>
                  <a:lnTo>
                    <a:pt x="92982" y="116293"/>
                  </a:lnTo>
                  <a:lnTo>
                    <a:pt x="93216" y="116365"/>
                  </a:lnTo>
                  <a:lnTo>
                    <a:pt x="93157" y="116147"/>
                  </a:lnTo>
                  <a:lnTo>
                    <a:pt x="93040" y="115784"/>
                  </a:lnTo>
                  <a:lnTo>
                    <a:pt x="92982" y="115493"/>
                  </a:lnTo>
                  <a:lnTo>
                    <a:pt x="93333" y="115348"/>
                  </a:lnTo>
                  <a:lnTo>
                    <a:pt x="93450" y="115493"/>
                  </a:lnTo>
                  <a:lnTo>
                    <a:pt x="93450" y="115639"/>
                  </a:lnTo>
                  <a:lnTo>
                    <a:pt x="93450" y="115784"/>
                  </a:lnTo>
                  <a:lnTo>
                    <a:pt x="93508" y="116293"/>
                  </a:lnTo>
                  <a:lnTo>
                    <a:pt x="93508" y="116438"/>
                  </a:lnTo>
                  <a:lnTo>
                    <a:pt x="93508" y="116511"/>
                  </a:lnTo>
                  <a:lnTo>
                    <a:pt x="93567" y="116801"/>
                  </a:lnTo>
                  <a:lnTo>
                    <a:pt x="93742" y="117092"/>
                  </a:lnTo>
                  <a:lnTo>
                    <a:pt x="94502" y="117746"/>
                  </a:lnTo>
                  <a:lnTo>
                    <a:pt x="94736" y="117819"/>
                  </a:lnTo>
                  <a:lnTo>
                    <a:pt x="95614" y="117601"/>
                  </a:lnTo>
                  <a:lnTo>
                    <a:pt x="95847" y="117746"/>
                  </a:lnTo>
                  <a:lnTo>
                    <a:pt x="96315" y="118255"/>
                  </a:lnTo>
                  <a:lnTo>
                    <a:pt x="96549" y="118400"/>
                  </a:lnTo>
                  <a:lnTo>
                    <a:pt x="96959" y="118328"/>
                  </a:lnTo>
                  <a:lnTo>
                    <a:pt x="97076" y="118400"/>
                  </a:lnTo>
                  <a:lnTo>
                    <a:pt x="97426" y="118691"/>
                  </a:lnTo>
                  <a:lnTo>
                    <a:pt x="98187" y="119055"/>
                  </a:lnTo>
                  <a:lnTo>
                    <a:pt x="98304" y="118982"/>
                  </a:lnTo>
                  <a:lnTo>
                    <a:pt x="98538" y="118691"/>
                  </a:lnTo>
                  <a:lnTo>
                    <a:pt x="98596" y="118691"/>
                  </a:lnTo>
                  <a:lnTo>
                    <a:pt x="98771" y="118764"/>
                  </a:lnTo>
                  <a:lnTo>
                    <a:pt x="99122" y="119345"/>
                  </a:lnTo>
                  <a:lnTo>
                    <a:pt x="99473" y="119854"/>
                  </a:lnTo>
                  <a:lnTo>
                    <a:pt x="99766" y="119999"/>
                  </a:lnTo>
                  <a:lnTo>
                    <a:pt x="100000" y="119999"/>
                  </a:lnTo>
                  <a:lnTo>
                    <a:pt x="100233" y="119854"/>
                  </a:lnTo>
                  <a:lnTo>
                    <a:pt x="100116" y="119491"/>
                  </a:lnTo>
                  <a:lnTo>
                    <a:pt x="100233" y="119273"/>
                  </a:lnTo>
                  <a:lnTo>
                    <a:pt x="100350" y="118982"/>
                  </a:lnTo>
                  <a:lnTo>
                    <a:pt x="100467" y="118764"/>
                  </a:lnTo>
                  <a:lnTo>
                    <a:pt x="101754" y="118546"/>
                  </a:lnTo>
                  <a:lnTo>
                    <a:pt x="101988" y="118691"/>
                  </a:lnTo>
                  <a:lnTo>
                    <a:pt x="102046" y="118764"/>
                  </a:lnTo>
                  <a:lnTo>
                    <a:pt x="102105" y="118982"/>
                  </a:lnTo>
                  <a:lnTo>
                    <a:pt x="102163" y="119055"/>
                  </a:lnTo>
                  <a:lnTo>
                    <a:pt x="102514" y="119273"/>
                  </a:lnTo>
                  <a:lnTo>
                    <a:pt x="102865" y="119709"/>
                  </a:lnTo>
                  <a:lnTo>
                    <a:pt x="103274" y="119781"/>
                  </a:lnTo>
                  <a:lnTo>
                    <a:pt x="103684" y="119709"/>
                  </a:lnTo>
                  <a:lnTo>
                    <a:pt x="104269" y="119127"/>
                  </a:lnTo>
                  <a:lnTo>
                    <a:pt x="104385" y="119055"/>
                  </a:lnTo>
                  <a:lnTo>
                    <a:pt x="105087" y="118982"/>
                  </a:lnTo>
                  <a:lnTo>
                    <a:pt x="105263" y="118764"/>
                  </a:lnTo>
                  <a:lnTo>
                    <a:pt x="105438" y="118473"/>
                  </a:lnTo>
                  <a:lnTo>
                    <a:pt x="105204" y="118328"/>
                  </a:lnTo>
                  <a:lnTo>
                    <a:pt x="105029" y="117892"/>
                  </a:lnTo>
                  <a:lnTo>
                    <a:pt x="104970" y="117528"/>
                  </a:lnTo>
                  <a:lnTo>
                    <a:pt x="105087" y="117238"/>
                  </a:lnTo>
                  <a:lnTo>
                    <a:pt x="105204" y="117310"/>
                  </a:lnTo>
                  <a:lnTo>
                    <a:pt x="105497" y="117528"/>
                  </a:lnTo>
                  <a:lnTo>
                    <a:pt x="105847" y="118037"/>
                  </a:lnTo>
                  <a:lnTo>
                    <a:pt x="105964" y="118182"/>
                  </a:lnTo>
                  <a:lnTo>
                    <a:pt x="106783" y="118255"/>
                  </a:lnTo>
                  <a:lnTo>
                    <a:pt x="107134" y="118037"/>
                  </a:lnTo>
                  <a:lnTo>
                    <a:pt x="107192" y="117892"/>
                  </a:lnTo>
                  <a:lnTo>
                    <a:pt x="107309" y="117674"/>
                  </a:lnTo>
                  <a:lnTo>
                    <a:pt x="107368" y="117528"/>
                  </a:lnTo>
                  <a:lnTo>
                    <a:pt x="107660" y="117310"/>
                  </a:lnTo>
                  <a:lnTo>
                    <a:pt x="107777" y="117165"/>
                  </a:lnTo>
                  <a:lnTo>
                    <a:pt x="107836" y="116947"/>
                  </a:lnTo>
                  <a:lnTo>
                    <a:pt x="107953" y="116729"/>
                  </a:lnTo>
                  <a:lnTo>
                    <a:pt x="107836" y="116365"/>
                  </a:lnTo>
                  <a:lnTo>
                    <a:pt x="107777" y="116002"/>
                  </a:lnTo>
                  <a:lnTo>
                    <a:pt x="107953" y="115857"/>
                  </a:lnTo>
                  <a:lnTo>
                    <a:pt x="108362" y="116293"/>
                  </a:lnTo>
                  <a:lnTo>
                    <a:pt x="108538" y="116365"/>
                  </a:lnTo>
                  <a:lnTo>
                    <a:pt x="109239" y="116075"/>
                  </a:lnTo>
                  <a:lnTo>
                    <a:pt x="109649" y="116075"/>
                  </a:lnTo>
                  <a:lnTo>
                    <a:pt x="109766" y="116075"/>
                  </a:lnTo>
                  <a:lnTo>
                    <a:pt x="110000" y="115711"/>
                  </a:lnTo>
                  <a:lnTo>
                    <a:pt x="110233" y="115130"/>
                  </a:lnTo>
                  <a:lnTo>
                    <a:pt x="110350" y="114912"/>
                  </a:lnTo>
                  <a:lnTo>
                    <a:pt x="110584" y="114839"/>
                  </a:lnTo>
                  <a:lnTo>
                    <a:pt x="110701" y="114912"/>
                  </a:lnTo>
                  <a:lnTo>
                    <a:pt x="110818" y="115130"/>
                  </a:lnTo>
                  <a:lnTo>
                    <a:pt x="110877" y="115420"/>
                  </a:lnTo>
                  <a:lnTo>
                    <a:pt x="110994" y="115639"/>
                  </a:lnTo>
                  <a:lnTo>
                    <a:pt x="111228" y="115711"/>
                  </a:lnTo>
                  <a:lnTo>
                    <a:pt x="112163" y="115275"/>
                  </a:lnTo>
                  <a:lnTo>
                    <a:pt x="112397" y="115057"/>
                  </a:lnTo>
                  <a:lnTo>
                    <a:pt x="112456" y="114839"/>
                  </a:lnTo>
                  <a:lnTo>
                    <a:pt x="112397" y="114476"/>
                  </a:lnTo>
                  <a:lnTo>
                    <a:pt x="112280" y="114258"/>
                  </a:lnTo>
                  <a:lnTo>
                    <a:pt x="112105" y="114039"/>
                  </a:lnTo>
                  <a:lnTo>
                    <a:pt x="112046" y="113749"/>
                  </a:lnTo>
                  <a:lnTo>
                    <a:pt x="112631" y="112586"/>
                  </a:lnTo>
                  <a:lnTo>
                    <a:pt x="112865" y="111859"/>
                  </a:lnTo>
                  <a:lnTo>
                    <a:pt x="112982" y="110841"/>
                  </a:lnTo>
                  <a:lnTo>
                    <a:pt x="112865" y="109969"/>
                  </a:lnTo>
                  <a:lnTo>
                    <a:pt x="112573" y="109606"/>
                  </a:lnTo>
                  <a:lnTo>
                    <a:pt x="112280" y="109315"/>
                  </a:lnTo>
                  <a:lnTo>
                    <a:pt x="111988" y="108806"/>
                  </a:lnTo>
                  <a:lnTo>
                    <a:pt x="111871" y="108370"/>
                  </a:lnTo>
                  <a:lnTo>
                    <a:pt x="111754" y="108225"/>
                  </a:lnTo>
                  <a:lnTo>
                    <a:pt x="111520" y="108225"/>
                  </a:lnTo>
                  <a:lnTo>
                    <a:pt x="111228" y="108443"/>
                  </a:lnTo>
                  <a:lnTo>
                    <a:pt x="110935" y="108661"/>
                  </a:lnTo>
                  <a:lnTo>
                    <a:pt x="110760" y="109024"/>
                  </a:lnTo>
                  <a:lnTo>
                    <a:pt x="110701" y="109388"/>
                  </a:lnTo>
                  <a:lnTo>
                    <a:pt x="110643" y="110042"/>
                  </a:lnTo>
                  <a:lnTo>
                    <a:pt x="110409" y="110260"/>
                  </a:lnTo>
                  <a:lnTo>
                    <a:pt x="110233" y="110042"/>
                  </a:lnTo>
                  <a:lnTo>
                    <a:pt x="110058" y="109897"/>
                  </a:lnTo>
                  <a:lnTo>
                    <a:pt x="109883" y="109388"/>
                  </a:lnTo>
                  <a:lnTo>
                    <a:pt x="109824" y="109315"/>
                  </a:lnTo>
                  <a:lnTo>
                    <a:pt x="109707" y="109315"/>
                  </a:lnTo>
                  <a:lnTo>
                    <a:pt x="109532" y="109097"/>
                  </a:lnTo>
                  <a:lnTo>
                    <a:pt x="109473" y="108952"/>
                  </a:lnTo>
                  <a:lnTo>
                    <a:pt x="109532" y="108661"/>
                  </a:lnTo>
                  <a:lnTo>
                    <a:pt x="109532" y="108443"/>
                  </a:lnTo>
                  <a:lnTo>
                    <a:pt x="109473" y="108225"/>
                  </a:lnTo>
                  <a:lnTo>
                    <a:pt x="109298" y="108152"/>
                  </a:lnTo>
                  <a:lnTo>
                    <a:pt x="109590" y="107716"/>
                  </a:lnTo>
                  <a:lnTo>
                    <a:pt x="109766" y="107643"/>
                  </a:lnTo>
                  <a:lnTo>
                    <a:pt x="110000" y="107789"/>
                  </a:lnTo>
                  <a:lnTo>
                    <a:pt x="110175" y="108152"/>
                  </a:lnTo>
                  <a:lnTo>
                    <a:pt x="110292" y="108588"/>
                  </a:lnTo>
                  <a:lnTo>
                    <a:pt x="110409" y="108661"/>
                  </a:lnTo>
                  <a:lnTo>
                    <a:pt x="110584" y="108516"/>
                  </a:lnTo>
                  <a:lnTo>
                    <a:pt x="110760" y="108007"/>
                  </a:lnTo>
                  <a:lnTo>
                    <a:pt x="110877" y="107498"/>
                  </a:lnTo>
                  <a:lnTo>
                    <a:pt x="110818" y="107280"/>
                  </a:lnTo>
                  <a:lnTo>
                    <a:pt x="110643" y="107135"/>
                  </a:lnTo>
                  <a:lnTo>
                    <a:pt x="110467" y="106844"/>
                  </a:lnTo>
                  <a:lnTo>
                    <a:pt x="110409" y="106480"/>
                  </a:lnTo>
                  <a:lnTo>
                    <a:pt x="110350" y="106335"/>
                  </a:lnTo>
                  <a:lnTo>
                    <a:pt x="110350" y="106335"/>
                  </a:lnTo>
                  <a:lnTo>
                    <a:pt x="110233" y="106335"/>
                  </a:lnTo>
                  <a:lnTo>
                    <a:pt x="110175" y="106408"/>
                  </a:lnTo>
                  <a:lnTo>
                    <a:pt x="110000" y="106698"/>
                  </a:lnTo>
                  <a:lnTo>
                    <a:pt x="109824" y="106698"/>
                  </a:lnTo>
                  <a:lnTo>
                    <a:pt x="109883" y="106480"/>
                  </a:lnTo>
                  <a:lnTo>
                    <a:pt x="109883" y="106044"/>
                  </a:lnTo>
                  <a:lnTo>
                    <a:pt x="109883" y="106044"/>
                  </a:lnTo>
                  <a:lnTo>
                    <a:pt x="109883" y="105754"/>
                  </a:lnTo>
                  <a:lnTo>
                    <a:pt x="110000" y="105608"/>
                  </a:lnTo>
                  <a:lnTo>
                    <a:pt x="110292" y="105463"/>
                  </a:lnTo>
                  <a:lnTo>
                    <a:pt x="110935" y="105681"/>
                  </a:lnTo>
                  <a:lnTo>
                    <a:pt x="111695" y="104518"/>
                  </a:lnTo>
                  <a:lnTo>
                    <a:pt x="111754" y="104082"/>
                  </a:lnTo>
                  <a:lnTo>
                    <a:pt x="111520" y="103573"/>
                  </a:lnTo>
                  <a:lnTo>
                    <a:pt x="110877" y="102483"/>
                  </a:lnTo>
                  <a:lnTo>
                    <a:pt x="110701" y="102265"/>
                  </a:lnTo>
                  <a:lnTo>
                    <a:pt x="109649" y="102192"/>
                  </a:lnTo>
                  <a:lnTo>
                    <a:pt x="109181" y="101901"/>
                  </a:lnTo>
                  <a:lnTo>
                    <a:pt x="109005" y="101901"/>
                  </a:lnTo>
                  <a:lnTo>
                    <a:pt x="108654" y="102192"/>
                  </a:lnTo>
                  <a:lnTo>
                    <a:pt x="108421" y="102410"/>
                  </a:lnTo>
                  <a:lnTo>
                    <a:pt x="107777" y="102410"/>
                  </a:lnTo>
                  <a:lnTo>
                    <a:pt x="107660" y="102628"/>
                  </a:lnTo>
                  <a:lnTo>
                    <a:pt x="107309" y="103791"/>
                  </a:lnTo>
                  <a:lnTo>
                    <a:pt x="107134" y="104155"/>
                  </a:lnTo>
                  <a:lnTo>
                    <a:pt x="106432" y="104082"/>
                  </a:lnTo>
                  <a:lnTo>
                    <a:pt x="106198" y="104300"/>
                  </a:lnTo>
                  <a:lnTo>
                    <a:pt x="105847" y="104663"/>
                  </a:lnTo>
                  <a:lnTo>
                    <a:pt x="104853" y="104736"/>
                  </a:lnTo>
                  <a:lnTo>
                    <a:pt x="104853" y="104736"/>
                  </a:lnTo>
                  <a:lnTo>
                    <a:pt x="104795" y="104954"/>
                  </a:lnTo>
                  <a:lnTo>
                    <a:pt x="104795" y="105027"/>
                  </a:lnTo>
                  <a:lnTo>
                    <a:pt x="104678" y="105099"/>
                  </a:lnTo>
                  <a:lnTo>
                    <a:pt x="104619" y="105245"/>
                  </a:lnTo>
                  <a:lnTo>
                    <a:pt x="104619" y="105245"/>
                  </a:lnTo>
                  <a:lnTo>
                    <a:pt x="104502" y="105390"/>
                  </a:lnTo>
                  <a:lnTo>
                    <a:pt x="104502" y="105608"/>
                  </a:lnTo>
                  <a:lnTo>
                    <a:pt x="104502" y="105972"/>
                  </a:lnTo>
                  <a:lnTo>
                    <a:pt x="104444" y="106190"/>
                  </a:lnTo>
                  <a:lnTo>
                    <a:pt x="104327" y="106408"/>
                  </a:lnTo>
                  <a:lnTo>
                    <a:pt x="104035" y="106771"/>
                  </a:lnTo>
                  <a:lnTo>
                    <a:pt x="103918" y="106917"/>
                  </a:lnTo>
                  <a:lnTo>
                    <a:pt x="103274" y="108952"/>
                  </a:lnTo>
                  <a:lnTo>
                    <a:pt x="103099" y="109315"/>
                  </a:lnTo>
                  <a:lnTo>
                    <a:pt x="102748" y="109678"/>
                  </a:lnTo>
                  <a:lnTo>
                    <a:pt x="102514" y="110042"/>
                  </a:lnTo>
                  <a:lnTo>
                    <a:pt x="102339" y="110260"/>
                  </a:lnTo>
                  <a:lnTo>
                    <a:pt x="102280" y="110478"/>
                  </a:lnTo>
                  <a:lnTo>
                    <a:pt x="102222" y="111132"/>
                  </a:lnTo>
                  <a:lnTo>
                    <a:pt x="102163" y="111278"/>
                  </a:lnTo>
                  <a:lnTo>
                    <a:pt x="102046" y="111496"/>
                  </a:lnTo>
                  <a:lnTo>
                    <a:pt x="101929" y="111496"/>
                  </a:lnTo>
                  <a:lnTo>
                    <a:pt x="101812" y="111423"/>
                  </a:lnTo>
                  <a:lnTo>
                    <a:pt x="101695" y="111205"/>
                  </a:lnTo>
                  <a:lnTo>
                    <a:pt x="101637" y="110841"/>
                  </a:lnTo>
                  <a:lnTo>
                    <a:pt x="101695" y="110623"/>
                  </a:lnTo>
                  <a:lnTo>
                    <a:pt x="101754" y="110405"/>
                  </a:lnTo>
                  <a:lnTo>
                    <a:pt x="101754" y="110115"/>
                  </a:lnTo>
                  <a:lnTo>
                    <a:pt x="101754" y="109897"/>
                  </a:lnTo>
                  <a:lnTo>
                    <a:pt x="101754" y="109678"/>
                  </a:lnTo>
                  <a:lnTo>
                    <a:pt x="101754" y="109606"/>
                  </a:lnTo>
                  <a:lnTo>
                    <a:pt x="101812" y="109315"/>
                  </a:lnTo>
                  <a:lnTo>
                    <a:pt x="101988" y="109097"/>
                  </a:lnTo>
                  <a:lnTo>
                    <a:pt x="102865" y="108370"/>
                  </a:lnTo>
                  <a:lnTo>
                    <a:pt x="103216" y="107934"/>
                  </a:lnTo>
                  <a:lnTo>
                    <a:pt x="103333" y="107425"/>
                  </a:lnTo>
                  <a:lnTo>
                    <a:pt x="103391" y="106190"/>
                  </a:lnTo>
                  <a:lnTo>
                    <a:pt x="103391" y="105754"/>
                  </a:lnTo>
                  <a:lnTo>
                    <a:pt x="103333" y="105099"/>
                  </a:lnTo>
                  <a:lnTo>
                    <a:pt x="103391" y="104881"/>
                  </a:lnTo>
                  <a:lnTo>
                    <a:pt x="103684" y="104082"/>
                  </a:lnTo>
                  <a:lnTo>
                    <a:pt x="103742" y="103791"/>
                  </a:lnTo>
                  <a:lnTo>
                    <a:pt x="103742" y="103500"/>
                  </a:lnTo>
                  <a:lnTo>
                    <a:pt x="103684" y="103282"/>
                  </a:lnTo>
                  <a:lnTo>
                    <a:pt x="103567" y="103064"/>
                  </a:lnTo>
                  <a:lnTo>
                    <a:pt x="103567" y="102846"/>
                  </a:lnTo>
                  <a:lnTo>
                    <a:pt x="103567" y="102410"/>
                  </a:lnTo>
                  <a:lnTo>
                    <a:pt x="103567" y="102192"/>
                  </a:lnTo>
                  <a:lnTo>
                    <a:pt x="103508" y="101683"/>
                  </a:lnTo>
                  <a:lnTo>
                    <a:pt x="103391" y="101320"/>
                  </a:lnTo>
                  <a:lnTo>
                    <a:pt x="103274" y="101175"/>
                  </a:lnTo>
                  <a:lnTo>
                    <a:pt x="103099" y="101102"/>
                  </a:lnTo>
                  <a:lnTo>
                    <a:pt x="102982" y="101320"/>
                  </a:lnTo>
                  <a:lnTo>
                    <a:pt x="102982" y="101829"/>
                  </a:lnTo>
                  <a:lnTo>
                    <a:pt x="102982" y="102410"/>
                  </a:lnTo>
                  <a:lnTo>
                    <a:pt x="102923" y="102774"/>
                  </a:lnTo>
                  <a:lnTo>
                    <a:pt x="102807" y="103210"/>
                  </a:lnTo>
                  <a:lnTo>
                    <a:pt x="102690" y="103282"/>
                  </a:lnTo>
                  <a:lnTo>
                    <a:pt x="102631" y="102919"/>
                  </a:lnTo>
                  <a:lnTo>
                    <a:pt x="102514" y="101538"/>
                  </a:lnTo>
                  <a:lnTo>
                    <a:pt x="102339" y="100811"/>
                  </a:lnTo>
                  <a:lnTo>
                    <a:pt x="102105" y="100230"/>
                  </a:lnTo>
                  <a:lnTo>
                    <a:pt x="101345" y="99721"/>
                  </a:lnTo>
                  <a:lnTo>
                    <a:pt x="100467" y="98631"/>
                  </a:lnTo>
                  <a:lnTo>
                    <a:pt x="100000" y="98413"/>
                  </a:lnTo>
                  <a:lnTo>
                    <a:pt x="100233" y="97468"/>
                  </a:lnTo>
                  <a:lnTo>
                    <a:pt x="100292" y="96959"/>
                  </a:lnTo>
                  <a:lnTo>
                    <a:pt x="100292" y="96523"/>
                  </a:lnTo>
                  <a:lnTo>
                    <a:pt x="100643" y="96232"/>
                  </a:lnTo>
                  <a:lnTo>
                    <a:pt x="100818" y="96159"/>
                  </a:lnTo>
                  <a:lnTo>
                    <a:pt x="100877" y="96305"/>
                  </a:lnTo>
                  <a:lnTo>
                    <a:pt x="100935" y="96523"/>
                  </a:lnTo>
                  <a:lnTo>
                    <a:pt x="100994" y="96814"/>
                  </a:lnTo>
                  <a:lnTo>
                    <a:pt x="101052" y="96886"/>
                  </a:lnTo>
                  <a:lnTo>
                    <a:pt x="101345" y="96959"/>
                  </a:lnTo>
                  <a:lnTo>
                    <a:pt x="101520" y="96741"/>
                  </a:lnTo>
                  <a:lnTo>
                    <a:pt x="101695" y="96668"/>
                  </a:lnTo>
                  <a:lnTo>
                    <a:pt x="101929" y="96959"/>
                  </a:lnTo>
                  <a:lnTo>
                    <a:pt x="102222" y="97831"/>
                  </a:lnTo>
                  <a:lnTo>
                    <a:pt x="102690" y="98631"/>
                  </a:lnTo>
                  <a:lnTo>
                    <a:pt x="103157" y="99212"/>
                  </a:lnTo>
                  <a:lnTo>
                    <a:pt x="103684" y="99357"/>
                  </a:lnTo>
                  <a:lnTo>
                    <a:pt x="103742" y="99648"/>
                  </a:lnTo>
                  <a:lnTo>
                    <a:pt x="104795" y="100302"/>
                  </a:lnTo>
                  <a:lnTo>
                    <a:pt x="105146" y="100811"/>
                  </a:lnTo>
                  <a:lnTo>
                    <a:pt x="105438" y="100811"/>
                  </a:lnTo>
                  <a:lnTo>
                    <a:pt x="105964" y="100520"/>
                  </a:lnTo>
                  <a:lnTo>
                    <a:pt x="106081" y="100520"/>
                  </a:lnTo>
                  <a:lnTo>
                    <a:pt x="106549" y="100738"/>
                  </a:lnTo>
                  <a:lnTo>
                    <a:pt x="107017" y="100593"/>
                  </a:lnTo>
                  <a:lnTo>
                    <a:pt x="107309" y="100520"/>
                  </a:lnTo>
                  <a:lnTo>
                    <a:pt x="107485" y="100302"/>
                  </a:lnTo>
                  <a:lnTo>
                    <a:pt x="107485" y="100084"/>
                  </a:lnTo>
                  <a:lnTo>
                    <a:pt x="107485" y="99794"/>
                  </a:lnTo>
                  <a:lnTo>
                    <a:pt x="107426" y="99721"/>
                  </a:lnTo>
                  <a:lnTo>
                    <a:pt x="107485" y="99648"/>
                  </a:lnTo>
                  <a:lnTo>
                    <a:pt x="107543" y="99576"/>
                  </a:lnTo>
                  <a:lnTo>
                    <a:pt x="107543" y="99503"/>
                  </a:lnTo>
                  <a:lnTo>
                    <a:pt x="107660" y="99285"/>
                  </a:lnTo>
                  <a:lnTo>
                    <a:pt x="107543" y="98413"/>
                  </a:lnTo>
                  <a:lnTo>
                    <a:pt x="107719" y="97613"/>
                  </a:lnTo>
                  <a:lnTo>
                    <a:pt x="107777" y="97032"/>
                  </a:lnTo>
                  <a:lnTo>
                    <a:pt x="107134" y="96814"/>
                  </a:lnTo>
                  <a:lnTo>
                    <a:pt x="106842" y="96377"/>
                  </a:lnTo>
                  <a:lnTo>
                    <a:pt x="106374" y="95287"/>
                  </a:lnTo>
                  <a:lnTo>
                    <a:pt x="106432" y="94924"/>
                  </a:lnTo>
                  <a:lnTo>
                    <a:pt x="106549" y="94924"/>
                  </a:lnTo>
                  <a:lnTo>
                    <a:pt x="106666" y="95215"/>
                  </a:lnTo>
                  <a:lnTo>
                    <a:pt x="106842" y="95360"/>
                  </a:lnTo>
                  <a:lnTo>
                    <a:pt x="106959" y="95578"/>
                  </a:lnTo>
                  <a:lnTo>
                    <a:pt x="107017" y="95651"/>
                  </a:lnTo>
                  <a:lnTo>
                    <a:pt x="107134" y="95578"/>
                  </a:lnTo>
                  <a:lnTo>
                    <a:pt x="107426" y="95360"/>
                  </a:lnTo>
                  <a:lnTo>
                    <a:pt x="107543" y="95215"/>
                  </a:lnTo>
                  <a:lnTo>
                    <a:pt x="107836" y="94560"/>
                  </a:lnTo>
                  <a:lnTo>
                    <a:pt x="107894" y="94488"/>
                  </a:lnTo>
                  <a:lnTo>
                    <a:pt x="107953" y="94488"/>
                  </a:lnTo>
                  <a:lnTo>
                    <a:pt x="108070" y="94488"/>
                  </a:lnTo>
                  <a:lnTo>
                    <a:pt x="108128" y="94560"/>
                  </a:lnTo>
                  <a:lnTo>
                    <a:pt x="108304" y="94778"/>
                  </a:lnTo>
                  <a:lnTo>
                    <a:pt x="108304" y="94778"/>
                  </a:lnTo>
                  <a:lnTo>
                    <a:pt x="108421" y="94778"/>
                  </a:lnTo>
                  <a:lnTo>
                    <a:pt x="108479" y="94633"/>
                  </a:lnTo>
                  <a:lnTo>
                    <a:pt x="108538" y="94342"/>
                  </a:lnTo>
                  <a:lnTo>
                    <a:pt x="108538" y="94052"/>
                  </a:lnTo>
                  <a:lnTo>
                    <a:pt x="108538" y="93834"/>
                  </a:lnTo>
                  <a:lnTo>
                    <a:pt x="108654" y="93906"/>
                  </a:lnTo>
                  <a:lnTo>
                    <a:pt x="108713" y="94197"/>
                  </a:lnTo>
                  <a:lnTo>
                    <a:pt x="108830" y="94488"/>
                  </a:lnTo>
                  <a:lnTo>
                    <a:pt x="108713" y="94851"/>
                  </a:lnTo>
                  <a:lnTo>
                    <a:pt x="108654" y="94996"/>
                  </a:lnTo>
                  <a:lnTo>
                    <a:pt x="108654" y="95215"/>
                  </a:lnTo>
                  <a:lnTo>
                    <a:pt x="108888" y="95215"/>
                  </a:lnTo>
                  <a:lnTo>
                    <a:pt x="109005" y="95069"/>
                  </a:lnTo>
                  <a:lnTo>
                    <a:pt x="109122" y="94851"/>
                  </a:lnTo>
                  <a:lnTo>
                    <a:pt x="109181" y="94633"/>
                  </a:lnTo>
                  <a:lnTo>
                    <a:pt x="109298" y="94270"/>
                  </a:lnTo>
                  <a:lnTo>
                    <a:pt x="109239" y="94052"/>
                  </a:lnTo>
                  <a:lnTo>
                    <a:pt x="109122" y="93834"/>
                  </a:lnTo>
                  <a:lnTo>
                    <a:pt x="108947" y="93397"/>
                  </a:lnTo>
                  <a:lnTo>
                    <a:pt x="109122" y="93034"/>
                  </a:lnTo>
                  <a:lnTo>
                    <a:pt x="109298" y="92889"/>
                  </a:lnTo>
                  <a:lnTo>
                    <a:pt x="109766" y="92889"/>
                  </a:lnTo>
                  <a:lnTo>
                    <a:pt x="109707" y="91871"/>
                  </a:lnTo>
                  <a:lnTo>
                    <a:pt x="109707" y="91362"/>
                  </a:lnTo>
                  <a:lnTo>
                    <a:pt x="109883" y="91217"/>
                  </a:lnTo>
                  <a:lnTo>
                    <a:pt x="110116" y="91290"/>
                  </a:lnTo>
                  <a:lnTo>
                    <a:pt x="110233" y="91726"/>
                  </a:lnTo>
                  <a:lnTo>
                    <a:pt x="110350" y="92162"/>
                  </a:lnTo>
                  <a:lnTo>
                    <a:pt x="110233" y="92671"/>
                  </a:lnTo>
                  <a:lnTo>
                    <a:pt x="110233" y="92889"/>
                  </a:lnTo>
                  <a:lnTo>
                    <a:pt x="110233" y="93179"/>
                  </a:lnTo>
                  <a:lnTo>
                    <a:pt x="110292" y="93397"/>
                  </a:lnTo>
                  <a:lnTo>
                    <a:pt x="110350" y="93470"/>
                  </a:lnTo>
                  <a:lnTo>
                    <a:pt x="110643" y="93470"/>
                  </a:lnTo>
                  <a:lnTo>
                    <a:pt x="110760" y="93397"/>
                  </a:lnTo>
                  <a:lnTo>
                    <a:pt x="110994" y="93034"/>
                  </a:lnTo>
                  <a:lnTo>
                    <a:pt x="111228" y="92889"/>
                  </a:lnTo>
                  <a:lnTo>
                    <a:pt x="111345" y="93107"/>
                  </a:lnTo>
                  <a:lnTo>
                    <a:pt x="111345" y="93834"/>
                  </a:lnTo>
                  <a:lnTo>
                    <a:pt x="111345" y="94124"/>
                  </a:lnTo>
                  <a:lnTo>
                    <a:pt x="111345" y="94197"/>
                  </a:lnTo>
                  <a:lnTo>
                    <a:pt x="111403" y="94488"/>
                  </a:lnTo>
                  <a:lnTo>
                    <a:pt x="111461" y="94706"/>
                  </a:lnTo>
                  <a:lnTo>
                    <a:pt x="111695" y="94996"/>
                  </a:lnTo>
                  <a:lnTo>
                    <a:pt x="111929" y="95941"/>
                  </a:lnTo>
                  <a:lnTo>
                    <a:pt x="112046" y="96159"/>
                  </a:lnTo>
                  <a:lnTo>
                    <a:pt x="112280" y="96014"/>
                  </a:lnTo>
                  <a:lnTo>
                    <a:pt x="112397" y="95723"/>
                  </a:lnTo>
                  <a:lnTo>
                    <a:pt x="112514" y="95651"/>
                  </a:lnTo>
                  <a:lnTo>
                    <a:pt x="112631" y="95723"/>
                  </a:lnTo>
                  <a:lnTo>
                    <a:pt x="113684" y="97177"/>
                  </a:lnTo>
                  <a:lnTo>
                    <a:pt x="113742" y="97468"/>
                  </a:lnTo>
                  <a:lnTo>
                    <a:pt x="113742" y="97686"/>
                  </a:lnTo>
                  <a:lnTo>
                    <a:pt x="113801" y="97831"/>
                  </a:lnTo>
                  <a:lnTo>
                    <a:pt x="113801" y="98122"/>
                  </a:lnTo>
                  <a:lnTo>
                    <a:pt x="113859" y="98340"/>
                  </a:lnTo>
                  <a:lnTo>
                    <a:pt x="114093" y="97468"/>
                  </a:lnTo>
                  <a:lnTo>
                    <a:pt x="114210" y="97104"/>
                  </a:lnTo>
                  <a:lnTo>
                    <a:pt x="114619" y="96232"/>
                  </a:lnTo>
                  <a:lnTo>
                    <a:pt x="114736" y="95796"/>
                  </a:lnTo>
                  <a:lnTo>
                    <a:pt x="114795" y="95287"/>
                  </a:lnTo>
                  <a:lnTo>
                    <a:pt x="114853" y="94560"/>
                  </a:lnTo>
                  <a:lnTo>
                    <a:pt x="115497" y="92016"/>
                  </a:lnTo>
                  <a:lnTo>
                    <a:pt x="115614" y="91726"/>
                  </a:lnTo>
                  <a:lnTo>
                    <a:pt x="115789" y="91653"/>
                  </a:lnTo>
                  <a:lnTo>
                    <a:pt x="115906" y="91871"/>
                  </a:lnTo>
                  <a:lnTo>
                    <a:pt x="115847" y="92453"/>
                  </a:lnTo>
                  <a:lnTo>
                    <a:pt x="115614" y="93179"/>
                  </a:lnTo>
                  <a:lnTo>
                    <a:pt x="115497" y="93615"/>
                  </a:lnTo>
                  <a:lnTo>
                    <a:pt x="115555" y="93834"/>
                  </a:lnTo>
                  <a:lnTo>
                    <a:pt x="115789" y="95360"/>
                  </a:lnTo>
                  <a:lnTo>
                    <a:pt x="116140" y="96232"/>
                  </a:lnTo>
                  <a:lnTo>
                    <a:pt x="116140" y="96450"/>
                  </a:lnTo>
                  <a:lnTo>
                    <a:pt x="116315" y="97104"/>
                  </a:lnTo>
                  <a:lnTo>
                    <a:pt x="116491" y="97613"/>
                  </a:lnTo>
                  <a:lnTo>
                    <a:pt x="116725" y="97831"/>
                  </a:lnTo>
                  <a:lnTo>
                    <a:pt x="117076" y="97904"/>
                  </a:lnTo>
                  <a:lnTo>
                    <a:pt x="117719" y="97540"/>
                  </a:lnTo>
                  <a:lnTo>
                    <a:pt x="117777" y="97468"/>
                  </a:lnTo>
                  <a:lnTo>
                    <a:pt x="117777" y="97322"/>
                  </a:lnTo>
                  <a:lnTo>
                    <a:pt x="117836" y="97322"/>
                  </a:lnTo>
                  <a:lnTo>
                    <a:pt x="117894" y="97540"/>
                  </a:lnTo>
                  <a:lnTo>
                    <a:pt x="118128" y="97904"/>
                  </a:lnTo>
                  <a:lnTo>
                    <a:pt x="118304" y="98122"/>
                  </a:lnTo>
                  <a:lnTo>
                    <a:pt x="118362" y="98122"/>
                  </a:lnTo>
                  <a:lnTo>
                    <a:pt x="118596" y="97904"/>
                  </a:lnTo>
                  <a:lnTo>
                    <a:pt x="119181" y="98049"/>
                  </a:lnTo>
                  <a:lnTo>
                    <a:pt x="119239" y="98049"/>
                  </a:lnTo>
                  <a:lnTo>
                    <a:pt x="119532" y="97104"/>
                  </a:lnTo>
                  <a:lnTo>
                    <a:pt x="119590" y="96668"/>
                  </a:lnTo>
                  <a:lnTo>
                    <a:pt x="119415" y="96159"/>
                  </a:lnTo>
                  <a:lnTo>
                    <a:pt x="119415" y="96014"/>
                  </a:lnTo>
                  <a:lnTo>
                    <a:pt x="119590" y="95941"/>
                  </a:lnTo>
                  <a:lnTo>
                    <a:pt x="119824" y="95505"/>
                  </a:lnTo>
                  <a:lnTo>
                    <a:pt x="119941" y="94996"/>
                  </a:lnTo>
                  <a:lnTo>
                    <a:pt x="120000" y="94342"/>
                  </a:lnTo>
                  <a:lnTo>
                    <a:pt x="119883" y="92671"/>
                  </a:lnTo>
                  <a:lnTo>
                    <a:pt x="119883" y="92307"/>
                  </a:lnTo>
                  <a:lnTo>
                    <a:pt x="119824" y="92016"/>
                  </a:lnTo>
                  <a:lnTo>
                    <a:pt x="119824" y="91871"/>
                  </a:lnTo>
                  <a:lnTo>
                    <a:pt x="119766" y="91726"/>
                  </a:lnTo>
                  <a:lnTo>
                    <a:pt x="119590" y="91653"/>
                  </a:lnTo>
                  <a:lnTo>
                    <a:pt x="119473" y="91580"/>
                  </a:lnTo>
                  <a:lnTo>
                    <a:pt x="119415" y="91580"/>
                  </a:lnTo>
                  <a:lnTo>
                    <a:pt x="119356" y="91290"/>
                  </a:lnTo>
                  <a:lnTo>
                    <a:pt x="119356" y="90999"/>
                  </a:lnTo>
                  <a:lnTo>
                    <a:pt x="119415" y="90635"/>
                  </a:lnTo>
                  <a:lnTo>
                    <a:pt x="119532" y="90345"/>
                  </a:lnTo>
                  <a:lnTo>
                    <a:pt x="119590" y="89981"/>
                  </a:lnTo>
                  <a:lnTo>
                    <a:pt x="119590" y="89763"/>
                  </a:lnTo>
                  <a:lnTo>
                    <a:pt x="119590" y="89545"/>
                  </a:lnTo>
                  <a:lnTo>
                    <a:pt x="119473" y="89109"/>
                  </a:lnTo>
                  <a:lnTo>
                    <a:pt x="119590" y="88964"/>
                  </a:lnTo>
                  <a:lnTo>
                    <a:pt x="119590" y="88964"/>
                  </a:lnTo>
                  <a:lnTo>
                    <a:pt x="119473" y="88310"/>
                  </a:lnTo>
                  <a:lnTo>
                    <a:pt x="119239" y="87437"/>
                  </a:lnTo>
                  <a:lnTo>
                    <a:pt x="119181" y="87074"/>
                  </a:lnTo>
                  <a:lnTo>
                    <a:pt x="119181" y="86856"/>
                  </a:lnTo>
                  <a:lnTo>
                    <a:pt x="119298" y="85984"/>
                  </a:lnTo>
                  <a:lnTo>
                    <a:pt x="119298" y="85620"/>
                  </a:lnTo>
                  <a:lnTo>
                    <a:pt x="119298" y="85257"/>
                  </a:lnTo>
                  <a:lnTo>
                    <a:pt x="119181" y="84894"/>
                  </a:lnTo>
                  <a:lnTo>
                    <a:pt x="118947" y="84603"/>
                  </a:lnTo>
                  <a:lnTo>
                    <a:pt x="118713" y="84312"/>
                  </a:lnTo>
                  <a:lnTo>
                    <a:pt x="118421" y="84167"/>
                  </a:lnTo>
                  <a:lnTo>
                    <a:pt x="118245" y="84312"/>
                  </a:lnTo>
                  <a:lnTo>
                    <a:pt x="118304" y="84675"/>
                  </a:lnTo>
                  <a:lnTo>
                    <a:pt x="118245" y="84966"/>
                  </a:lnTo>
                  <a:lnTo>
                    <a:pt x="118128" y="85257"/>
                  </a:lnTo>
                  <a:lnTo>
                    <a:pt x="118011" y="85402"/>
                  </a:lnTo>
                  <a:lnTo>
                    <a:pt x="117602" y="85548"/>
                  </a:lnTo>
                  <a:lnTo>
                    <a:pt x="117485" y="85838"/>
                  </a:lnTo>
                  <a:lnTo>
                    <a:pt x="117426" y="85838"/>
                  </a:lnTo>
                  <a:lnTo>
                    <a:pt x="117251" y="85693"/>
                  </a:lnTo>
                  <a:lnTo>
                    <a:pt x="116666" y="84894"/>
                  </a:lnTo>
                  <a:lnTo>
                    <a:pt x="116432" y="84748"/>
                  </a:lnTo>
                  <a:lnTo>
                    <a:pt x="116198" y="85475"/>
                  </a:lnTo>
                  <a:lnTo>
                    <a:pt x="116140" y="85911"/>
                  </a:lnTo>
                  <a:lnTo>
                    <a:pt x="116023" y="86056"/>
                  </a:lnTo>
                  <a:lnTo>
                    <a:pt x="115497" y="86056"/>
                  </a:lnTo>
                  <a:lnTo>
                    <a:pt x="115438" y="86056"/>
                  </a:lnTo>
                  <a:lnTo>
                    <a:pt x="115380" y="86129"/>
                  </a:lnTo>
                  <a:lnTo>
                    <a:pt x="115321" y="86347"/>
                  </a:lnTo>
                  <a:lnTo>
                    <a:pt x="115263" y="86347"/>
                  </a:lnTo>
                  <a:lnTo>
                    <a:pt x="115029" y="86274"/>
                  </a:lnTo>
                  <a:lnTo>
                    <a:pt x="114853" y="85911"/>
                  </a:lnTo>
                  <a:lnTo>
                    <a:pt x="114561" y="85112"/>
                  </a:lnTo>
                  <a:lnTo>
                    <a:pt x="114444" y="84603"/>
                  </a:lnTo>
                  <a:lnTo>
                    <a:pt x="114385" y="84021"/>
                  </a:lnTo>
                  <a:lnTo>
                    <a:pt x="114385" y="83513"/>
                  </a:lnTo>
                  <a:lnTo>
                    <a:pt x="114619" y="83076"/>
                  </a:lnTo>
                  <a:lnTo>
                    <a:pt x="114795" y="82568"/>
                  </a:lnTo>
                  <a:lnTo>
                    <a:pt x="114912" y="82350"/>
                  </a:lnTo>
                  <a:lnTo>
                    <a:pt x="114795" y="82132"/>
                  </a:lnTo>
                  <a:lnTo>
                    <a:pt x="114736" y="82059"/>
                  </a:lnTo>
                  <a:lnTo>
                    <a:pt x="114561" y="81986"/>
                  </a:lnTo>
                  <a:lnTo>
                    <a:pt x="114385" y="81768"/>
                  </a:lnTo>
                  <a:lnTo>
                    <a:pt x="114327" y="81550"/>
                  </a:lnTo>
                  <a:lnTo>
                    <a:pt x="114152" y="81332"/>
                  </a:lnTo>
                  <a:lnTo>
                    <a:pt x="113450" y="81332"/>
                  </a:lnTo>
                  <a:lnTo>
                    <a:pt x="113216" y="81550"/>
                  </a:lnTo>
                  <a:lnTo>
                    <a:pt x="113157" y="82277"/>
                  </a:lnTo>
                  <a:lnTo>
                    <a:pt x="112923" y="82495"/>
                  </a:lnTo>
                  <a:lnTo>
                    <a:pt x="112456" y="82422"/>
                  </a:lnTo>
                  <a:lnTo>
                    <a:pt x="112163" y="82277"/>
                  </a:lnTo>
                  <a:lnTo>
                    <a:pt x="111520" y="81187"/>
                  </a:lnTo>
                  <a:lnTo>
                    <a:pt x="111286" y="80969"/>
                  </a:lnTo>
                  <a:lnTo>
                    <a:pt x="111228" y="80896"/>
                  </a:lnTo>
                  <a:lnTo>
                    <a:pt x="111111" y="80533"/>
                  </a:lnTo>
                  <a:lnTo>
                    <a:pt x="110935" y="80314"/>
                  </a:lnTo>
                  <a:lnTo>
                    <a:pt x="110877" y="80387"/>
                  </a:lnTo>
                  <a:lnTo>
                    <a:pt x="110760" y="80533"/>
                  </a:lnTo>
                  <a:lnTo>
                    <a:pt x="110643" y="80605"/>
                  </a:lnTo>
                  <a:lnTo>
                    <a:pt x="110584" y="80605"/>
                  </a:lnTo>
                  <a:lnTo>
                    <a:pt x="110467" y="80533"/>
                  </a:lnTo>
                  <a:lnTo>
                    <a:pt x="110116" y="79588"/>
                  </a:lnTo>
                  <a:lnTo>
                    <a:pt x="109005" y="78134"/>
                  </a:lnTo>
                  <a:lnTo>
                    <a:pt x="108421" y="77843"/>
                  </a:lnTo>
                  <a:lnTo>
                    <a:pt x="107894" y="77334"/>
                  </a:lnTo>
                  <a:lnTo>
                    <a:pt x="107485" y="77044"/>
                  </a:lnTo>
                  <a:lnTo>
                    <a:pt x="107251" y="76608"/>
                  </a:lnTo>
                  <a:lnTo>
                    <a:pt x="106900" y="76535"/>
                  </a:lnTo>
                  <a:lnTo>
                    <a:pt x="106783" y="76317"/>
                  </a:lnTo>
                  <a:lnTo>
                    <a:pt x="105847" y="75663"/>
                  </a:lnTo>
                  <a:lnTo>
                    <a:pt x="105789" y="75227"/>
                  </a:lnTo>
                  <a:lnTo>
                    <a:pt x="106023" y="74572"/>
                  </a:lnTo>
                  <a:lnTo>
                    <a:pt x="106023" y="73991"/>
                  </a:lnTo>
                  <a:lnTo>
                    <a:pt x="105847" y="73628"/>
                  </a:lnTo>
                  <a:lnTo>
                    <a:pt x="105672" y="73337"/>
                  </a:lnTo>
                  <a:lnTo>
                    <a:pt x="105438" y="73192"/>
                  </a:lnTo>
                  <a:lnTo>
                    <a:pt x="105263" y="72973"/>
                  </a:lnTo>
                  <a:lnTo>
                    <a:pt x="105146" y="72537"/>
                  </a:lnTo>
                  <a:lnTo>
                    <a:pt x="104970" y="72101"/>
                  </a:lnTo>
                  <a:lnTo>
                    <a:pt x="104327" y="71520"/>
                  </a:lnTo>
                  <a:lnTo>
                    <a:pt x="103976" y="71302"/>
                  </a:lnTo>
                  <a:lnTo>
                    <a:pt x="103801" y="71883"/>
                  </a:lnTo>
                  <a:lnTo>
                    <a:pt x="103859" y="72101"/>
                  </a:lnTo>
                  <a:lnTo>
                    <a:pt x="103859" y="72610"/>
                  </a:lnTo>
                  <a:lnTo>
                    <a:pt x="103918" y="73119"/>
                  </a:lnTo>
                  <a:lnTo>
                    <a:pt x="103918" y="73482"/>
                  </a:lnTo>
                  <a:lnTo>
                    <a:pt x="103918" y="74064"/>
                  </a:lnTo>
                  <a:lnTo>
                    <a:pt x="104035" y="74354"/>
                  </a:lnTo>
                  <a:lnTo>
                    <a:pt x="104269" y="74500"/>
                  </a:lnTo>
                  <a:lnTo>
                    <a:pt x="104385" y="74791"/>
                  </a:lnTo>
                  <a:lnTo>
                    <a:pt x="104561" y="75081"/>
                  </a:lnTo>
                  <a:lnTo>
                    <a:pt x="105146" y="75227"/>
                  </a:lnTo>
                  <a:lnTo>
                    <a:pt x="105380" y="75590"/>
                  </a:lnTo>
                  <a:lnTo>
                    <a:pt x="105263" y="76099"/>
                  </a:lnTo>
                  <a:lnTo>
                    <a:pt x="104970" y="76172"/>
                  </a:lnTo>
                  <a:lnTo>
                    <a:pt x="103742" y="75663"/>
                  </a:lnTo>
                  <a:lnTo>
                    <a:pt x="103450" y="74863"/>
                  </a:lnTo>
                  <a:lnTo>
                    <a:pt x="103157" y="74427"/>
                  </a:lnTo>
                  <a:lnTo>
                    <a:pt x="103099" y="73991"/>
                  </a:lnTo>
                  <a:lnTo>
                    <a:pt x="102865" y="73628"/>
                  </a:lnTo>
                  <a:lnTo>
                    <a:pt x="102631" y="73410"/>
                  </a:lnTo>
                  <a:lnTo>
                    <a:pt x="100994" y="73264"/>
                  </a:lnTo>
                  <a:lnTo>
                    <a:pt x="100701" y="73119"/>
                  </a:lnTo>
                  <a:lnTo>
                    <a:pt x="100526" y="72683"/>
                  </a:lnTo>
                  <a:lnTo>
                    <a:pt x="100292" y="71665"/>
                  </a:lnTo>
                  <a:lnTo>
                    <a:pt x="100116" y="71520"/>
                  </a:lnTo>
                  <a:lnTo>
                    <a:pt x="99941" y="71156"/>
                  </a:lnTo>
                  <a:lnTo>
                    <a:pt x="99824" y="70866"/>
                  </a:lnTo>
                  <a:lnTo>
                    <a:pt x="99532" y="70430"/>
                  </a:lnTo>
                  <a:lnTo>
                    <a:pt x="99356" y="70284"/>
                  </a:lnTo>
                  <a:lnTo>
                    <a:pt x="98947" y="69485"/>
                  </a:lnTo>
                  <a:lnTo>
                    <a:pt x="98830" y="69339"/>
                  </a:lnTo>
                  <a:lnTo>
                    <a:pt x="98713" y="69194"/>
                  </a:lnTo>
                  <a:lnTo>
                    <a:pt x="98304" y="69339"/>
                  </a:lnTo>
                  <a:lnTo>
                    <a:pt x="98070" y="69194"/>
                  </a:lnTo>
                  <a:lnTo>
                    <a:pt x="97894" y="68903"/>
                  </a:lnTo>
                  <a:lnTo>
                    <a:pt x="97719" y="68322"/>
                  </a:lnTo>
                  <a:lnTo>
                    <a:pt x="97251" y="65342"/>
                  </a:lnTo>
                  <a:lnTo>
                    <a:pt x="97076" y="64542"/>
                  </a:lnTo>
                  <a:lnTo>
                    <a:pt x="96666" y="63815"/>
                  </a:lnTo>
                  <a:lnTo>
                    <a:pt x="96491" y="63597"/>
                  </a:lnTo>
                  <a:lnTo>
                    <a:pt x="95964" y="63307"/>
                  </a:lnTo>
                  <a:lnTo>
                    <a:pt x="94152" y="60617"/>
                  </a:lnTo>
                  <a:lnTo>
                    <a:pt x="94093" y="60327"/>
                  </a:lnTo>
                  <a:lnTo>
                    <a:pt x="93976" y="59745"/>
                  </a:lnTo>
                  <a:lnTo>
                    <a:pt x="93918" y="59527"/>
                  </a:lnTo>
                  <a:lnTo>
                    <a:pt x="93801" y="59382"/>
                  </a:lnTo>
                  <a:lnTo>
                    <a:pt x="93976" y="58946"/>
                  </a:lnTo>
                  <a:lnTo>
                    <a:pt x="94210" y="58728"/>
                  </a:lnTo>
                  <a:lnTo>
                    <a:pt x="94619" y="58364"/>
                  </a:lnTo>
                  <a:lnTo>
                    <a:pt x="95146" y="57492"/>
                  </a:lnTo>
                  <a:lnTo>
                    <a:pt x="95263" y="57129"/>
                  </a:lnTo>
                  <a:lnTo>
                    <a:pt x="95438" y="56184"/>
                  </a:lnTo>
                  <a:lnTo>
                    <a:pt x="95380" y="55457"/>
                  </a:lnTo>
                  <a:lnTo>
                    <a:pt x="95263" y="54875"/>
                  </a:lnTo>
                  <a:lnTo>
                    <a:pt x="95204" y="54149"/>
                  </a:lnTo>
                  <a:lnTo>
                    <a:pt x="95263" y="53640"/>
                  </a:lnTo>
                  <a:lnTo>
                    <a:pt x="95438" y="53276"/>
                  </a:lnTo>
                  <a:lnTo>
                    <a:pt x="95730" y="53204"/>
                  </a:lnTo>
                  <a:lnTo>
                    <a:pt x="95847" y="53204"/>
                  </a:lnTo>
                  <a:lnTo>
                    <a:pt x="96549" y="53785"/>
                  </a:lnTo>
                  <a:lnTo>
                    <a:pt x="96783" y="53712"/>
                  </a:lnTo>
                  <a:lnTo>
                    <a:pt x="96783" y="53349"/>
                  </a:lnTo>
                  <a:lnTo>
                    <a:pt x="96608" y="52913"/>
                  </a:lnTo>
                  <a:lnTo>
                    <a:pt x="96432" y="52259"/>
                  </a:lnTo>
                  <a:lnTo>
                    <a:pt x="96374" y="51823"/>
                  </a:lnTo>
                  <a:lnTo>
                    <a:pt x="96432" y="51459"/>
                  </a:lnTo>
                  <a:lnTo>
                    <a:pt x="96608" y="50660"/>
                  </a:lnTo>
                  <a:lnTo>
                    <a:pt x="96315" y="50296"/>
                  </a:lnTo>
                  <a:lnTo>
                    <a:pt x="96198" y="50006"/>
                  </a:lnTo>
                  <a:lnTo>
                    <a:pt x="96081" y="49497"/>
                  </a:lnTo>
                  <a:lnTo>
                    <a:pt x="96432" y="48334"/>
                  </a:lnTo>
                  <a:lnTo>
                    <a:pt x="96491" y="47825"/>
                  </a:lnTo>
                  <a:lnTo>
                    <a:pt x="96432" y="47244"/>
                  </a:lnTo>
                  <a:lnTo>
                    <a:pt x="95847" y="45281"/>
                  </a:lnTo>
                  <a:lnTo>
                    <a:pt x="95672" y="44990"/>
                  </a:lnTo>
                  <a:lnTo>
                    <a:pt x="95614" y="44700"/>
                  </a:lnTo>
                  <a:lnTo>
                    <a:pt x="95497" y="44482"/>
                  </a:lnTo>
                  <a:lnTo>
                    <a:pt x="95497" y="44046"/>
                  </a:lnTo>
                  <a:lnTo>
                    <a:pt x="95497" y="43827"/>
                  </a:lnTo>
                  <a:lnTo>
                    <a:pt x="95263" y="43028"/>
                  </a:lnTo>
                  <a:lnTo>
                    <a:pt x="95146" y="42665"/>
                  </a:lnTo>
                  <a:lnTo>
                    <a:pt x="95029" y="42519"/>
                  </a:lnTo>
                  <a:lnTo>
                    <a:pt x="94912" y="42447"/>
                  </a:lnTo>
                  <a:lnTo>
                    <a:pt x="94853" y="42228"/>
                  </a:lnTo>
                  <a:lnTo>
                    <a:pt x="94853" y="41865"/>
                  </a:lnTo>
                  <a:lnTo>
                    <a:pt x="94853" y="41647"/>
                  </a:lnTo>
                  <a:lnTo>
                    <a:pt x="94795" y="41356"/>
                  </a:lnTo>
                  <a:lnTo>
                    <a:pt x="94678" y="41211"/>
                  </a:lnTo>
                  <a:lnTo>
                    <a:pt x="94210" y="40993"/>
                  </a:lnTo>
                  <a:lnTo>
                    <a:pt x="94035" y="40775"/>
                  </a:lnTo>
                  <a:lnTo>
                    <a:pt x="93918" y="40266"/>
                  </a:lnTo>
                  <a:lnTo>
                    <a:pt x="93801" y="39539"/>
                  </a:lnTo>
                  <a:lnTo>
                    <a:pt x="93918" y="38958"/>
                  </a:lnTo>
                  <a:lnTo>
                    <a:pt x="93918" y="38522"/>
                  </a:lnTo>
                  <a:lnTo>
                    <a:pt x="93801" y="38158"/>
                  </a:lnTo>
                  <a:lnTo>
                    <a:pt x="93625" y="36705"/>
                  </a:lnTo>
                  <a:lnTo>
                    <a:pt x="93508" y="36341"/>
                  </a:lnTo>
                  <a:lnTo>
                    <a:pt x="93391" y="36050"/>
                  </a:lnTo>
                  <a:lnTo>
                    <a:pt x="93391" y="35978"/>
                  </a:lnTo>
                  <a:lnTo>
                    <a:pt x="93391" y="35396"/>
                  </a:lnTo>
                  <a:lnTo>
                    <a:pt x="93333" y="35178"/>
                  </a:lnTo>
                  <a:lnTo>
                    <a:pt x="93157" y="35033"/>
                  </a:lnTo>
                  <a:lnTo>
                    <a:pt x="92923" y="34960"/>
                  </a:lnTo>
                  <a:lnTo>
                    <a:pt x="92865" y="34742"/>
                  </a:lnTo>
                  <a:lnTo>
                    <a:pt x="92923" y="34524"/>
                  </a:lnTo>
                  <a:lnTo>
                    <a:pt x="92923" y="34233"/>
                  </a:lnTo>
                  <a:lnTo>
                    <a:pt x="92923" y="33870"/>
                  </a:lnTo>
                  <a:lnTo>
                    <a:pt x="92807" y="33725"/>
                  </a:lnTo>
                  <a:lnTo>
                    <a:pt x="92923" y="33216"/>
                  </a:lnTo>
                  <a:lnTo>
                    <a:pt x="93216" y="32925"/>
                  </a:lnTo>
                  <a:lnTo>
                    <a:pt x="93391" y="32489"/>
                  </a:lnTo>
                  <a:lnTo>
                    <a:pt x="93450" y="32198"/>
                  </a:lnTo>
                  <a:lnTo>
                    <a:pt x="93450" y="31762"/>
                  </a:lnTo>
                  <a:lnTo>
                    <a:pt x="93391" y="31471"/>
                  </a:lnTo>
                  <a:lnTo>
                    <a:pt x="93099" y="31181"/>
                  </a:lnTo>
                  <a:lnTo>
                    <a:pt x="93040" y="30890"/>
                  </a:lnTo>
                  <a:lnTo>
                    <a:pt x="92982" y="30236"/>
                  </a:lnTo>
                  <a:lnTo>
                    <a:pt x="92923" y="29945"/>
                  </a:lnTo>
                  <a:lnTo>
                    <a:pt x="92748" y="29509"/>
                  </a:lnTo>
                  <a:lnTo>
                    <a:pt x="92573" y="28782"/>
                  </a:lnTo>
                  <a:lnTo>
                    <a:pt x="92573" y="28637"/>
                  </a:lnTo>
                  <a:lnTo>
                    <a:pt x="92514" y="28491"/>
                  </a:lnTo>
                  <a:lnTo>
                    <a:pt x="92573" y="27983"/>
                  </a:lnTo>
                  <a:lnTo>
                    <a:pt x="92514" y="27837"/>
                  </a:lnTo>
                  <a:lnTo>
                    <a:pt x="92456" y="27474"/>
                  </a:lnTo>
                  <a:lnTo>
                    <a:pt x="92163" y="26820"/>
                  </a:lnTo>
                  <a:lnTo>
                    <a:pt x="91988" y="26384"/>
                  </a:lnTo>
                  <a:lnTo>
                    <a:pt x="91812" y="25293"/>
                  </a:lnTo>
                  <a:lnTo>
                    <a:pt x="91695" y="24857"/>
                  </a:lnTo>
                  <a:lnTo>
                    <a:pt x="91812" y="24639"/>
                  </a:lnTo>
                  <a:lnTo>
                    <a:pt x="91929" y="24712"/>
                  </a:lnTo>
                  <a:lnTo>
                    <a:pt x="92046" y="25003"/>
                  </a:lnTo>
                  <a:lnTo>
                    <a:pt x="92222" y="25075"/>
                  </a:lnTo>
                  <a:lnTo>
                    <a:pt x="92280" y="25003"/>
                  </a:lnTo>
                  <a:lnTo>
                    <a:pt x="92339" y="24857"/>
                  </a:lnTo>
                  <a:lnTo>
                    <a:pt x="92397" y="24203"/>
                  </a:lnTo>
                  <a:lnTo>
                    <a:pt x="92163" y="23985"/>
                  </a:lnTo>
                  <a:lnTo>
                    <a:pt x="92163" y="23767"/>
                  </a:lnTo>
                  <a:lnTo>
                    <a:pt x="92339" y="23258"/>
                  </a:lnTo>
                  <a:lnTo>
                    <a:pt x="92280" y="23185"/>
                  </a:lnTo>
                  <a:lnTo>
                    <a:pt x="92280" y="23040"/>
                  </a:lnTo>
                  <a:lnTo>
                    <a:pt x="92222" y="22967"/>
                  </a:lnTo>
                  <a:lnTo>
                    <a:pt x="92280" y="22749"/>
                  </a:lnTo>
                  <a:lnTo>
                    <a:pt x="92339" y="22677"/>
                  </a:lnTo>
                  <a:lnTo>
                    <a:pt x="92222" y="22386"/>
                  </a:lnTo>
                  <a:lnTo>
                    <a:pt x="91754" y="22241"/>
                  </a:lnTo>
                  <a:lnTo>
                    <a:pt x="91871" y="21659"/>
                  </a:lnTo>
                  <a:lnTo>
                    <a:pt x="91871" y="21296"/>
                  </a:lnTo>
                  <a:lnTo>
                    <a:pt x="91812" y="20932"/>
                  </a:lnTo>
                  <a:lnTo>
                    <a:pt x="91695" y="20642"/>
                  </a:lnTo>
                  <a:lnTo>
                    <a:pt x="92046" y="20205"/>
                  </a:lnTo>
                  <a:lnTo>
                    <a:pt x="92163" y="20060"/>
                  </a:lnTo>
                  <a:lnTo>
                    <a:pt x="92163" y="19842"/>
                  </a:lnTo>
                  <a:lnTo>
                    <a:pt x="92046" y="19624"/>
                  </a:lnTo>
                  <a:lnTo>
                    <a:pt x="91988" y="19479"/>
                  </a:lnTo>
                  <a:lnTo>
                    <a:pt x="91754" y="19333"/>
                  </a:lnTo>
                  <a:lnTo>
                    <a:pt x="91169" y="18461"/>
                  </a:lnTo>
                  <a:lnTo>
                    <a:pt x="91169" y="18243"/>
                  </a:lnTo>
                  <a:lnTo>
                    <a:pt x="91228" y="18098"/>
                  </a:lnTo>
                  <a:lnTo>
                    <a:pt x="91286" y="17952"/>
                  </a:lnTo>
                  <a:lnTo>
                    <a:pt x="91345" y="17807"/>
                  </a:lnTo>
                  <a:lnTo>
                    <a:pt x="90877" y="16499"/>
                  </a:lnTo>
                  <a:lnTo>
                    <a:pt x="91111" y="16353"/>
                  </a:lnTo>
                  <a:lnTo>
                    <a:pt x="91228" y="16571"/>
                  </a:lnTo>
                  <a:lnTo>
                    <a:pt x="91345" y="17080"/>
                  </a:lnTo>
                  <a:lnTo>
                    <a:pt x="91578" y="17298"/>
                  </a:lnTo>
                  <a:lnTo>
                    <a:pt x="91637" y="17734"/>
                  </a:lnTo>
                  <a:lnTo>
                    <a:pt x="91695" y="17807"/>
                  </a:lnTo>
                  <a:lnTo>
                    <a:pt x="91754" y="17880"/>
                  </a:lnTo>
                  <a:lnTo>
                    <a:pt x="91871" y="17880"/>
                  </a:lnTo>
                  <a:lnTo>
                    <a:pt x="92046" y="17662"/>
                  </a:lnTo>
                  <a:lnTo>
                    <a:pt x="91988" y="17298"/>
                  </a:lnTo>
                  <a:lnTo>
                    <a:pt x="91871" y="17080"/>
                  </a:lnTo>
                  <a:lnTo>
                    <a:pt x="91637" y="16717"/>
                  </a:lnTo>
                  <a:lnTo>
                    <a:pt x="91754" y="16571"/>
                  </a:lnTo>
                  <a:lnTo>
                    <a:pt x="91812" y="16426"/>
                  </a:lnTo>
                  <a:lnTo>
                    <a:pt x="91871" y="16281"/>
                  </a:lnTo>
                  <a:lnTo>
                    <a:pt x="91754" y="16062"/>
                  </a:lnTo>
                  <a:lnTo>
                    <a:pt x="91461" y="15118"/>
                  </a:lnTo>
                  <a:lnTo>
                    <a:pt x="91345" y="14827"/>
                  </a:lnTo>
                  <a:lnTo>
                    <a:pt x="91169" y="14536"/>
                  </a:lnTo>
                  <a:lnTo>
                    <a:pt x="90935" y="14391"/>
                  </a:lnTo>
                  <a:lnTo>
                    <a:pt x="90760" y="14391"/>
                  </a:lnTo>
                  <a:lnTo>
                    <a:pt x="90760" y="14245"/>
                  </a:lnTo>
                  <a:lnTo>
                    <a:pt x="90818" y="14245"/>
                  </a:lnTo>
                  <a:lnTo>
                    <a:pt x="90877" y="14173"/>
                  </a:lnTo>
                  <a:lnTo>
                    <a:pt x="90935" y="14100"/>
                  </a:lnTo>
                  <a:lnTo>
                    <a:pt x="91052" y="13882"/>
                  </a:lnTo>
                  <a:lnTo>
                    <a:pt x="90935" y="13737"/>
                  </a:lnTo>
                  <a:lnTo>
                    <a:pt x="90877" y="13591"/>
                  </a:lnTo>
                  <a:lnTo>
                    <a:pt x="90818" y="13373"/>
                  </a:lnTo>
                  <a:lnTo>
                    <a:pt x="90818" y="13155"/>
                  </a:lnTo>
                  <a:lnTo>
                    <a:pt x="90701" y="13010"/>
                  </a:lnTo>
                  <a:lnTo>
                    <a:pt x="90526" y="12719"/>
                  </a:lnTo>
                  <a:lnTo>
                    <a:pt x="90350" y="12356"/>
                  </a:lnTo>
                  <a:lnTo>
                    <a:pt x="90643" y="12065"/>
                  </a:lnTo>
                  <a:lnTo>
                    <a:pt x="89707" y="11338"/>
                  </a:lnTo>
                  <a:lnTo>
                    <a:pt x="89532" y="10684"/>
                  </a:lnTo>
                  <a:lnTo>
                    <a:pt x="89415" y="10611"/>
                  </a:lnTo>
                  <a:lnTo>
                    <a:pt x="89356" y="10321"/>
                  </a:lnTo>
                  <a:lnTo>
                    <a:pt x="89415" y="9884"/>
                  </a:lnTo>
                  <a:lnTo>
                    <a:pt x="89415" y="9376"/>
                  </a:lnTo>
                  <a:lnTo>
                    <a:pt x="89356" y="9158"/>
                  </a:lnTo>
                  <a:lnTo>
                    <a:pt x="89005" y="9158"/>
                  </a:lnTo>
                  <a:lnTo>
                    <a:pt x="88830" y="9012"/>
                  </a:lnTo>
                  <a:lnTo>
                    <a:pt x="88771" y="9085"/>
                  </a:lnTo>
                  <a:lnTo>
                    <a:pt x="88713" y="9158"/>
                  </a:lnTo>
                  <a:lnTo>
                    <a:pt x="88538" y="9230"/>
                  </a:lnTo>
                  <a:lnTo>
                    <a:pt x="88304" y="9303"/>
                  </a:lnTo>
                  <a:lnTo>
                    <a:pt x="88011" y="9158"/>
                  </a:lnTo>
                  <a:lnTo>
                    <a:pt x="87251" y="8358"/>
                  </a:lnTo>
                  <a:lnTo>
                    <a:pt x="86900" y="8140"/>
                  </a:lnTo>
                  <a:lnTo>
                    <a:pt x="86842" y="8067"/>
                  </a:lnTo>
                  <a:lnTo>
                    <a:pt x="86783" y="7631"/>
                  </a:lnTo>
                  <a:lnTo>
                    <a:pt x="86783" y="7413"/>
                  </a:lnTo>
                  <a:lnTo>
                    <a:pt x="86666" y="7341"/>
                  </a:lnTo>
                  <a:lnTo>
                    <a:pt x="86432" y="6686"/>
                  </a:lnTo>
                  <a:lnTo>
                    <a:pt x="86140" y="6541"/>
                  </a:lnTo>
                  <a:lnTo>
                    <a:pt x="86023" y="6396"/>
                  </a:lnTo>
                  <a:lnTo>
                    <a:pt x="85964" y="5814"/>
                  </a:lnTo>
                  <a:lnTo>
                    <a:pt x="85730" y="5596"/>
                  </a:lnTo>
                  <a:lnTo>
                    <a:pt x="85672" y="5451"/>
                  </a:lnTo>
                  <a:lnTo>
                    <a:pt x="85672" y="5233"/>
                  </a:lnTo>
                  <a:lnTo>
                    <a:pt x="85672" y="4797"/>
                  </a:lnTo>
                  <a:lnTo>
                    <a:pt x="85672" y="4506"/>
                  </a:lnTo>
                  <a:lnTo>
                    <a:pt x="85614" y="4360"/>
                  </a:lnTo>
                  <a:lnTo>
                    <a:pt x="85555" y="4288"/>
                  </a:lnTo>
                  <a:lnTo>
                    <a:pt x="85497" y="4215"/>
                  </a:lnTo>
                  <a:lnTo>
                    <a:pt x="85438" y="4142"/>
                  </a:lnTo>
                  <a:lnTo>
                    <a:pt x="85380" y="4142"/>
                  </a:lnTo>
                  <a:lnTo>
                    <a:pt x="85380" y="4288"/>
                  </a:lnTo>
                  <a:lnTo>
                    <a:pt x="85380" y="4360"/>
                  </a:lnTo>
                  <a:lnTo>
                    <a:pt x="85321" y="4579"/>
                  </a:lnTo>
                  <a:lnTo>
                    <a:pt x="85146" y="4797"/>
                  </a:lnTo>
                  <a:lnTo>
                    <a:pt x="84444" y="4288"/>
                  </a:lnTo>
                  <a:lnTo>
                    <a:pt x="84327" y="3852"/>
                  </a:lnTo>
                  <a:lnTo>
                    <a:pt x="84210" y="2907"/>
                  </a:lnTo>
                  <a:lnTo>
                    <a:pt x="83976" y="2398"/>
                  </a:lnTo>
                  <a:lnTo>
                    <a:pt x="83742" y="2107"/>
                  </a:lnTo>
                  <a:lnTo>
                    <a:pt x="83450" y="1962"/>
                  </a:lnTo>
                  <a:lnTo>
                    <a:pt x="83157" y="1962"/>
                  </a:lnTo>
                  <a:lnTo>
                    <a:pt x="82982" y="2253"/>
                  </a:lnTo>
                  <a:lnTo>
                    <a:pt x="82865" y="2253"/>
                  </a:lnTo>
                  <a:lnTo>
                    <a:pt x="82690" y="2107"/>
                  </a:lnTo>
                  <a:lnTo>
                    <a:pt x="82631" y="2035"/>
                  </a:lnTo>
                  <a:lnTo>
                    <a:pt x="82456" y="2180"/>
                  </a:lnTo>
                  <a:lnTo>
                    <a:pt x="82163" y="2398"/>
                  </a:lnTo>
                  <a:lnTo>
                    <a:pt x="82046" y="2543"/>
                  </a:lnTo>
                  <a:lnTo>
                    <a:pt x="82046" y="2907"/>
                  </a:lnTo>
                  <a:lnTo>
                    <a:pt x="81929" y="3125"/>
                  </a:lnTo>
                  <a:lnTo>
                    <a:pt x="81637" y="3561"/>
                  </a:lnTo>
                  <a:lnTo>
                    <a:pt x="82163" y="4433"/>
                  </a:lnTo>
                  <a:lnTo>
                    <a:pt x="82280" y="4869"/>
                  </a:lnTo>
                  <a:lnTo>
                    <a:pt x="82046" y="5233"/>
                  </a:lnTo>
                  <a:lnTo>
                    <a:pt x="81871" y="5233"/>
                  </a:lnTo>
                  <a:lnTo>
                    <a:pt x="81286" y="4797"/>
                  </a:lnTo>
                  <a:lnTo>
                    <a:pt x="80994" y="4142"/>
                  </a:lnTo>
                  <a:lnTo>
                    <a:pt x="80760" y="3852"/>
                  </a:lnTo>
                  <a:lnTo>
                    <a:pt x="80584" y="3488"/>
                  </a:lnTo>
                  <a:lnTo>
                    <a:pt x="80409" y="3270"/>
                  </a:lnTo>
                  <a:lnTo>
                    <a:pt x="79766" y="2180"/>
                  </a:lnTo>
                  <a:lnTo>
                    <a:pt x="79356" y="1962"/>
                  </a:lnTo>
                  <a:lnTo>
                    <a:pt x="78596" y="944"/>
                  </a:lnTo>
                  <a:lnTo>
                    <a:pt x="77719" y="872"/>
                  </a:lnTo>
                  <a:lnTo>
                    <a:pt x="76432" y="0"/>
                  </a:lnTo>
                  <a:lnTo>
                    <a:pt x="75964" y="0"/>
                  </a:lnTo>
                  <a:lnTo>
                    <a:pt x="76081" y="290"/>
                  </a:lnTo>
                  <a:lnTo>
                    <a:pt x="76257" y="726"/>
                  </a:lnTo>
                  <a:lnTo>
                    <a:pt x="76315" y="1017"/>
                  </a:lnTo>
                  <a:lnTo>
                    <a:pt x="75672" y="872"/>
                  </a:lnTo>
                  <a:lnTo>
                    <a:pt x="75380" y="1162"/>
                  </a:lnTo>
                  <a:lnTo>
                    <a:pt x="75497" y="1235"/>
                  </a:lnTo>
                  <a:lnTo>
                    <a:pt x="75555" y="1380"/>
                  </a:lnTo>
                  <a:lnTo>
                    <a:pt x="75614" y="1453"/>
                  </a:lnTo>
                  <a:lnTo>
                    <a:pt x="75614" y="1599"/>
                  </a:lnTo>
                  <a:lnTo>
                    <a:pt x="75555" y="1962"/>
                  </a:lnTo>
                  <a:lnTo>
                    <a:pt x="75555" y="2107"/>
                  </a:lnTo>
                  <a:lnTo>
                    <a:pt x="75614" y="2325"/>
                  </a:lnTo>
                  <a:lnTo>
                    <a:pt x="75789" y="2761"/>
                  </a:lnTo>
                  <a:lnTo>
                    <a:pt x="75847" y="2907"/>
                  </a:lnTo>
                  <a:lnTo>
                    <a:pt x="76725" y="3706"/>
                  </a:lnTo>
                  <a:lnTo>
                    <a:pt x="76900" y="4288"/>
                  </a:lnTo>
                  <a:lnTo>
                    <a:pt x="75672" y="3706"/>
                  </a:lnTo>
                  <a:lnTo>
                    <a:pt x="75087" y="3634"/>
                  </a:lnTo>
                  <a:lnTo>
                    <a:pt x="74444" y="4288"/>
                  </a:lnTo>
                  <a:lnTo>
                    <a:pt x="74035" y="5305"/>
                  </a:lnTo>
                  <a:lnTo>
                    <a:pt x="74152" y="6250"/>
                  </a:lnTo>
                  <a:lnTo>
                    <a:pt x="74678" y="7486"/>
                  </a:lnTo>
                  <a:lnTo>
                    <a:pt x="74561" y="7704"/>
                  </a:lnTo>
                  <a:lnTo>
                    <a:pt x="74502" y="7704"/>
                  </a:lnTo>
                  <a:lnTo>
                    <a:pt x="74210" y="7704"/>
                  </a:lnTo>
                  <a:lnTo>
                    <a:pt x="74152" y="7704"/>
                  </a:lnTo>
                  <a:lnTo>
                    <a:pt x="74210" y="7922"/>
                  </a:lnTo>
                  <a:lnTo>
                    <a:pt x="74502" y="8649"/>
                  </a:lnTo>
                  <a:lnTo>
                    <a:pt x="74619" y="9303"/>
                  </a:lnTo>
                  <a:lnTo>
                    <a:pt x="74561" y="9376"/>
                  </a:lnTo>
                  <a:lnTo>
                    <a:pt x="74444" y="9594"/>
                  </a:lnTo>
                  <a:lnTo>
                    <a:pt x="74385" y="9957"/>
                  </a:lnTo>
                  <a:lnTo>
                    <a:pt x="74385" y="10248"/>
                  </a:lnTo>
                  <a:lnTo>
                    <a:pt x="74385" y="10539"/>
                  </a:lnTo>
                  <a:lnTo>
                    <a:pt x="74561" y="10902"/>
                  </a:lnTo>
                  <a:lnTo>
                    <a:pt x="74619" y="11193"/>
                  </a:lnTo>
                  <a:lnTo>
                    <a:pt x="74619" y="11411"/>
                  </a:lnTo>
                  <a:lnTo>
                    <a:pt x="74444" y="11556"/>
                  </a:lnTo>
                  <a:lnTo>
                    <a:pt x="74269" y="11701"/>
                  </a:lnTo>
                  <a:lnTo>
                    <a:pt x="74269" y="12138"/>
                  </a:lnTo>
                  <a:lnTo>
                    <a:pt x="74269" y="12428"/>
                  </a:lnTo>
                  <a:lnTo>
                    <a:pt x="74444" y="13010"/>
                  </a:lnTo>
                  <a:lnTo>
                    <a:pt x="74561" y="14027"/>
                  </a:lnTo>
                  <a:lnTo>
                    <a:pt x="74561" y="14609"/>
                  </a:lnTo>
                  <a:lnTo>
                    <a:pt x="74444" y="14900"/>
                  </a:lnTo>
                  <a:lnTo>
                    <a:pt x="74385" y="15045"/>
                  </a:lnTo>
                  <a:lnTo>
                    <a:pt x="74385" y="15263"/>
                  </a:lnTo>
                  <a:lnTo>
                    <a:pt x="74502" y="15699"/>
                  </a:lnTo>
                  <a:lnTo>
                    <a:pt x="74502" y="15990"/>
                  </a:lnTo>
                  <a:lnTo>
                    <a:pt x="74619" y="16353"/>
                  </a:lnTo>
                  <a:lnTo>
                    <a:pt x="74678" y="16571"/>
                  </a:lnTo>
                  <a:lnTo>
                    <a:pt x="74502" y="17153"/>
                  </a:lnTo>
                  <a:lnTo>
                    <a:pt x="74502" y="17516"/>
                  </a:lnTo>
                  <a:lnTo>
                    <a:pt x="74795" y="18098"/>
                  </a:lnTo>
                  <a:lnTo>
                    <a:pt x="74678" y="18243"/>
                  </a:lnTo>
                  <a:lnTo>
                    <a:pt x="74561" y="18243"/>
                  </a:lnTo>
                  <a:lnTo>
                    <a:pt x="74502" y="18388"/>
                  </a:lnTo>
                  <a:lnTo>
                    <a:pt x="74444" y="18606"/>
                  </a:lnTo>
                  <a:lnTo>
                    <a:pt x="74853" y="19115"/>
                  </a:lnTo>
                  <a:lnTo>
                    <a:pt x="75087" y="19406"/>
                  </a:lnTo>
                  <a:lnTo>
                    <a:pt x="75146" y="19987"/>
                  </a:lnTo>
                  <a:lnTo>
                    <a:pt x="75029" y="20278"/>
                  </a:lnTo>
                  <a:lnTo>
                    <a:pt x="75029" y="20642"/>
                  </a:lnTo>
                  <a:lnTo>
                    <a:pt x="75029" y="20860"/>
                  </a:lnTo>
                  <a:lnTo>
                    <a:pt x="75029" y="21223"/>
                  </a:lnTo>
                  <a:lnTo>
                    <a:pt x="74269" y="21296"/>
                  </a:lnTo>
                  <a:lnTo>
                    <a:pt x="74502" y="22023"/>
                  </a:lnTo>
                  <a:lnTo>
                    <a:pt x="74736" y="22459"/>
                  </a:lnTo>
                  <a:lnTo>
                    <a:pt x="75087" y="22749"/>
                  </a:lnTo>
                  <a:lnTo>
                    <a:pt x="75497" y="22822"/>
                  </a:lnTo>
                  <a:lnTo>
                    <a:pt x="75204" y="23403"/>
                  </a:lnTo>
                  <a:lnTo>
                    <a:pt x="74795" y="23476"/>
                  </a:lnTo>
                  <a:lnTo>
                    <a:pt x="74736" y="24130"/>
                  </a:lnTo>
                  <a:lnTo>
                    <a:pt x="74795" y="24348"/>
                  </a:lnTo>
                  <a:lnTo>
                    <a:pt x="75087" y="24494"/>
                  </a:lnTo>
                  <a:lnTo>
                    <a:pt x="75087" y="24712"/>
                  </a:lnTo>
                  <a:lnTo>
                    <a:pt x="75087" y="25075"/>
                  </a:lnTo>
                  <a:lnTo>
                    <a:pt x="75029" y="25221"/>
                  </a:lnTo>
                  <a:lnTo>
                    <a:pt x="74736" y="25366"/>
                  </a:lnTo>
                  <a:lnTo>
                    <a:pt x="74970" y="25729"/>
                  </a:lnTo>
                  <a:lnTo>
                    <a:pt x="75204" y="25947"/>
                  </a:lnTo>
                  <a:lnTo>
                    <a:pt x="75380" y="26384"/>
                  </a:lnTo>
                  <a:lnTo>
                    <a:pt x="75497" y="27038"/>
                  </a:lnTo>
                  <a:lnTo>
                    <a:pt x="75321" y="27328"/>
                  </a:lnTo>
                  <a:lnTo>
                    <a:pt x="75204" y="27401"/>
                  </a:lnTo>
                  <a:lnTo>
                    <a:pt x="75087" y="27328"/>
                  </a:lnTo>
                  <a:lnTo>
                    <a:pt x="74795" y="26820"/>
                  </a:lnTo>
                  <a:lnTo>
                    <a:pt x="74678" y="26747"/>
                  </a:lnTo>
                  <a:lnTo>
                    <a:pt x="74502" y="26747"/>
                  </a:lnTo>
                  <a:lnTo>
                    <a:pt x="74502" y="27038"/>
                  </a:lnTo>
                  <a:lnTo>
                    <a:pt x="74561" y="27474"/>
                  </a:lnTo>
                  <a:lnTo>
                    <a:pt x="74678" y="27837"/>
                  </a:lnTo>
                  <a:lnTo>
                    <a:pt x="74795" y="28201"/>
                  </a:lnTo>
                  <a:lnTo>
                    <a:pt x="74795" y="28855"/>
                  </a:lnTo>
                  <a:lnTo>
                    <a:pt x="74678" y="30090"/>
                  </a:lnTo>
                  <a:lnTo>
                    <a:pt x="74678" y="30236"/>
                  </a:lnTo>
                  <a:lnTo>
                    <a:pt x="74678" y="30381"/>
                  </a:lnTo>
                  <a:lnTo>
                    <a:pt x="74678" y="30672"/>
                  </a:lnTo>
                  <a:lnTo>
                    <a:pt x="74619" y="31035"/>
                  </a:lnTo>
                  <a:lnTo>
                    <a:pt x="75555" y="31544"/>
                  </a:lnTo>
                  <a:lnTo>
                    <a:pt x="75380" y="31617"/>
                  </a:lnTo>
                  <a:lnTo>
                    <a:pt x="75321" y="31617"/>
                  </a:lnTo>
                  <a:lnTo>
                    <a:pt x="75380" y="31835"/>
                  </a:lnTo>
                  <a:lnTo>
                    <a:pt x="75555" y="32125"/>
                  </a:lnTo>
                  <a:lnTo>
                    <a:pt x="75614" y="32344"/>
                  </a:lnTo>
                  <a:lnTo>
                    <a:pt x="75555" y="32562"/>
                  </a:lnTo>
                  <a:lnTo>
                    <a:pt x="75321" y="32707"/>
                  </a:lnTo>
                  <a:lnTo>
                    <a:pt x="75263" y="32925"/>
                  </a:lnTo>
                  <a:lnTo>
                    <a:pt x="75204" y="33216"/>
                  </a:lnTo>
                  <a:lnTo>
                    <a:pt x="75263" y="33797"/>
                  </a:lnTo>
                  <a:lnTo>
                    <a:pt x="75321" y="34306"/>
                  </a:lnTo>
                  <a:lnTo>
                    <a:pt x="75380" y="34524"/>
                  </a:lnTo>
                  <a:lnTo>
                    <a:pt x="75672" y="34597"/>
                  </a:lnTo>
                  <a:lnTo>
                    <a:pt x="76198" y="35178"/>
                  </a:lnTo>
                  <a:lnTo>
                    <a:pt x="76432" y="35324"/>
                  </a:lnTo>
                  <a:lnTo>
                    <a:pt x="76549" y="35469"/>
                  </a:lnTo>
                  <a:lnTo>
                    <a:pt x="76549" y="35905"/>
                  </a:lnTo>
                  <a:lnTo>
                    <a:pt x="76491" y="36414"/>
                  </a:lnTo>
                  <a:lnTo>
                    <a:pt x="76432" y="36705"/>
                  </a:lnTo>
                  <a:lnTo>
                    <a:pt x="76666" y="36777"/>
                  </a:lnTo>
                  <a:lnTo>
                    <a:pt x="76959" y="37213"/>
                  </a:lnTo>
                  <a:lnTo>
                    <a:pt x="77426" y="37359"/>
                  </a:lnTo>
                  <a:lnTo>
                    <a:pt x="77485" y="37577"/>
                  </a:lnTo>
                  <a:lnTo>
                    <a:pt x="77368" y="38013"/>
                  </a:lnTo>
                  <a:lnTo>
                    <a:pt x="77076" y="38231"/>
                  </a:lnTo>
                  <a:lnTo>
                    <a:pt x="76783" y="38231"/>
                  </a:lnTo>
                  <a:lnTo>
                    <a:pt x="76257" y="37867"/>
                  </a:lnTo>
                  <a:lnTo>
                    <a:pt x="76198" y="37867"/>
                  </a:lnTo>
                  <a:lnTo>
                    <a:pt x="75964" y="38086"/>
                  </a:lnTo>
                  <a:lnTo>
                    <a:pt x="75906" y="38158"/>
                  </a:lnTo>
                  <a:lnTo>
                    <a:pt x="76140" y="38449"/>
                  </a:lnTo>
                  <a:lnTo>
                    <a:pt x="76374" y="39030"/>
                  </a:lnTo>
                  <a:lnTo>
                    <a:pt x="76491" y="39248"/>
                  </a:lnTo>
                  <a:lnTo>
                    <a:pt x="76900" y="39466"/>
                  </a:lnTo>
                  <a:lnTo>
                    <a:pt x="77076" y="39685"/>
                  </a:lnTo>
                  <a:lnTo>
                    <a:pt x="77309" y="40048"/>
                  </a:lnTo>
                  <a:lnTo>
                    <a:pt x="75380" y="40339"/>
                  </a:lnTo>
                  <a:lnTo>
                    <a:pt x="75087" y="40484"/>
                  </a:lnTo>
                  <a:lnTo>
                    <a:pt x="74795" y="41066"/>
                  </a:lnTo>
                  <a:lnTo>
                    <a:pt x="74502" y="41647"/>
                  </a:lnTo>
                  <a:lnTo>
                    <a:pt x="74152" y="42156"/>
                  </a:lnTo>
                  <a:lnTo>
                    <a:pt x="73918" y="42083"/>
                  </a:lnTo>
                  <a:lnTo>
                    <a:pt x="73625" y="41574"/>
                  </a:lnTo>
                  <a:lnTo>
                    <a:pt x="73391" y="41429"/>
                  </a:lnTo>
                  <a:lnTo>
                    <a:pt x="73040" y="41938"/>
                  </a:lnTo>
                  <a:lnTo>
                    <a:pt x="72982" y="42374"/>
                  </a:lnTo>
                  <a:lnTo>
                    <a:pt x="72982" y="42810"/>
                  </a:lnTo>
                  <a:lnTo>
                    <a:pt x="73040" y="42955"/>
                  </a:lnTo>
                  <a:lnTo>
                    <a:pt x="73216" y="43028"/>
                  </a:lnTo>
                  <a:lnTo>
                    <a:pt x="73274" y="43173"/>
                  </a:lnTo>
                  <a:lnTo>
                    <a:pt x="73625" y="43973"/>
                  </a:lnTo>
                  <a:lnTo>
                    <a:pt x="73450" y="44409"/>
                  </a:lnTo>
                  <a:lnTo>
                    <a:pt x="73274" y="44409"/>
                  </a:lnTo>
                  <a:lnTo>
                    <a:pt x="73099" y="44409"/>
                  </a:lnTo>
                  <a:lnTo>
                    <a:pt x="72982" y="44482"/>
                  </a:lnTo>
                  <a:lnTo>
                    <a:pt x="72923" y="44482"/>
                  </a:lnTo>
                  <a:lnTo>
                    <a:pt x="72807" y="44554"/>
                  </a:lnTo>
                  <a:lnTo>
                    <a:pt x="72690" y="44482"/>
                  </a:lnTo>
                  <a:lnTo>
                    <a:pt x="72280" y="43900"/>
                  </a:lnTo>
                  <a:lnTo>
                    <a:pt x="71812" y="43755"/>
                  </a:lnTo>
                  <a:lnTo>
                    <a:pt x="71929" y="43101"/>
                  </a:lnTo>
                  <a:lnTo>
                    <a:pt x="71929" y="42447"/>
                  </a:lnTo>
                  <a:lnTo>
                    <a:pt x="71812" y="41938"/>
                  </a:lnTo>
                  <a:lnTo>
                    <a:pt x="71637" y="41574"/>
                  </a:lnTo>
                  <a:lnTo>
                    <a:pt x="71286" y="41429"/>
                  </a:lnTo>
                  <a:lnTo>
                    <a:pt x="70584" y="41720"/>
                  </a:lnTo>
                  <a:lnTo>
                    <a:pt x="70350" y="41211"/>
                  </a:lnTo>
                  <a:lnTo>
                    <a:pt x="70701" y="40993"/>
                  </a:lnTo>
                  <a:lnTo>
                    <a:pt x="70818" y="40920"/>
                  </a:lnTo>
                  <a:lnTo>
                    <a:pt x="70935" y="40775"/>
                  </a:lnTo>
                  <a:lnTo>
                    <a:pt x="70935" y="40484"/>
                  </a:lnTo>
                  <a:lnTo>
                    <a:pt x="70935" y="40339"/>
                  </a:lnTo>
                  <a:lnTo>
                    <a:pt x="70818" y="40266"/>
                  </a:lnTo>
                  <a:lnTo>
                    <a:pt x="70701" y="40193"/>
                  </a:lnTo>
                  <a:lnTo>
                    <a:pt x="70526" y="39975"/>
                  </a:lnTo>
                  <a:lnTo>
                    <a:pt x="70350" y="39685"/>
                  </a:lnTo>
                  <a:lnTo>
                    <a:pt x="70233" y="39321"/>
                  </a:lnTo>
                  <a:lnTo>
                    <a:pt x="70584" y="38667"/>
                  </a:lnTo>
                  <a:lnTo>
                    <a:pt x="70643" y="38449"/>
                  </a:lnTo>
                  <a:lnTo>
                    <a:pt x="70643" y="38086"/>
                  </a:lnTo>
                  <a:lnTo>
                    <a:pt x="70584" y="37940"/>
                  </a:lnTo>
                  <a:lnTo>
                    <a:pt x="70526" y="37867"/>
                  </a:lnTo>
                  <a:lnTo>
                    <a:pt x="70467" y="37722"/>
                  </a:lnTo>
                  <a:lnTo>
                    <a:pt x="70467" y="37213"/>
                  </a:lnTo>
                  <a:lnTo>
                    <a:pt x="70584" y="36923"/>
                  </a:lnTo>
                  <a:lnTo>
                    <a:pt x="70760" y="36777"/>
                  </a:lnTo>
                  <a:lnTo>
                    <a:pt x="71052" y="36486"/>
                  </a:lnTo>
                  <a:lnTo>
                    <a:pt x="71345" y="35469"/>
                  </a:lnTo>
                  <a:lnTo>
                    <a:pt x="71345" y="35178"/>
                  </a:lnTo>
                  <a:lnTo>
                    <a:pt x="71169" y="34960"/>
                  </a:lnTo>
                  <a:lnTo>
                    <a:pt x="70994" y="35105"/>
                  </a:lnTo>
                  <a:lnTo>
                    <a:pt x="70467" y="35760"/>
                  </a:lnTo>
                  <a:lnTo>
                    <a:pt x="70233" y="35760"/>
                  </a:lnTo>
                  <a:lnTo>
                    <a:pt x="70409" y="35614"/>
                  </a:lnTo>
                  <a:lnTo>
                    <a:pt x="70701" y="34742"/>
                  </a:lnTo>
                  <a:lnTo>
                    <a:pt x="70584" y="34379"/>
                  </a:lnTo>
                  <a:lnTo>
                    <a:pt x="70409" y="34306"/>
                  </a:lnTo>
                  <a:lnTo>
                    <a:pt x="69941" y="34306"/>
                  </a:lnTo>
                  <a:lnTo>
                    <a:pt x="70116" y="33434"/>
                  </a:lnTo>
                  <a:lnTo>
                    <a:pt x="70233" y="32925"/>
                  </a:lnTo>
                  <a:lnTo>
                    <a:pt x="70233" y="32489"/>
                  </a:lnTo>
                  <a:lnTo>
                    <a:pt x="70233" y="32344"/>
                  </a:lnTo>
                  <a:lnTo>
                    <a:pt x="70350" y="31835"/>
                  </a:lnTo>
                  <a:lnTo>
                    <a:pt x="70350" y="31544"/>
                  </a:lnTo>
                  <a:lnTo>
                    <a:pt x="70409" y="31108"/>
                  </a:lnTo>
                  <a:lnTo>
                    <a:pt x="70350" y="30817"/>
                  </a:lnTo>
                  <a:lnTo>
                    <a:pt x="70175" y="30745"/>
                  </a:lnTo>
                  <a:lnTo>
                    <a:pt x="70175" y="30599"/>
                  </a:lnTo>
                  <a:lnTo>
                    <a:pt x="70233" y="30599"/>
                  </a:lnTo>
                  <a:lnTo>
                    <a:pt x="70350" y="30599"/>
                  </a:lnTo>
                  <a:lnTo>
                    <a:pt x="70467" y="30381"/>
                  </a:lnTo>
                  <a:lnTo>
                    <a:pt x="70526" y="30236"/>
                  </a:lnTo>
                  <a:lnTo>
                    <a:pt x="70467" y="30090"/>
                  </a:lnTo>
                  <a:lnTo>
                    <a:pt x="70350" y="29945"/>
                  </a:lnTo>
                  <a:lnTo>
                    <a:pt x="70233" y="29872"/>
                  </a:lnTo>
                  <a:lnTo>
                    <a:pt x="70175" y="29872"/>
                  </a:lnTo>
                  <a:lnTo>
                    <a:pt x="70116" y="30308"/>
                  </a:lnTo>
                  <a:lnTo>
                    <a:pt x="69941" y="30454"/>
                  </a:lnTo>
                  <a:lnTo>
                    <a:pt x="69766" y="30308"/>
                  </a:lnTo>
                  <a:lnTo>
                    <a:pt x="69590" y="30163"/>
                  </a:lnTo>
                  <a:lnTo>
                    <a:pt x="69590" y="29945"/>
                  </a:lnTo>
                  <a:lnTo>
                    <a:pt x="69649" y="29582"/>
                  </a:lnTo>
                  <a:lnTo>
                    <a:pt x="69766" y="28927"/>
                  </a:lnTo>
                  <a:lnTo>
                    <a:pt x="69824" y="28782"/>
                  </a:lnTo>
                  <a:lnTo>
                    <a:pt x="69649" y="26529"/>
                  </a:lnTo>
                  <a:lnTo>
                    <a:pt x="69590" y="26238"/>
                  </a:lnTo>
                  <a:lnTo>
                    <a:pt x="69415" y="25584"/>
                  </a:lnTo>
                  <a:lnTo>
                    <a:pt x="69415" y="25148"/>
                  </a:lnTo>
                  <a:lnTo>
                    <a:pt x="69415" y="24566"/>
                  </a:lnTo>
                  <a:lnTo>
                    <a:pt x="69473" y="24203"/>
                  </a:lnTo>
                  <a:lnTo>
                    <a:pt x="69532" y="23767"/>
                  </a:lnTo>
                  <a:lnTo>
                    <a:pt x="69649" y="23040"/>
                  </a:lnTo>
                  <a:lnTo>
                    <a:pt x="69824" y="22531"/>
                  </a:lnTo>
                  <a:lnTo>
                    <a:pt x="69883" y="22313"/>
                  </a:lnTo>
                  <a:lnTo>
                    <a:pt x="69941" y="22023"/>
                  </a:lnTo>
                  <a:lnTo>
                    <a:pt x="70058" y="21804"/>
                  </a:lnTo>
                  <a:lnTo>
                    <a:pt x="70116" y="21732"/>
                  </a:lnTo>
                  <a:lnTo>
                    <a:pt x="70233" y="21586"/>
                  </a:lnTo>
                  <a:lnTo>
                    <a:pt x="70350" y="21078"/>
                  </a:lnTo>
                  <a:lnTo>
                    <a:pt x="70350" y="20714"/>
                  </a:lnTo>
                  <a:lnTo>
                    <a:pt x="70233" y="20351"/>
                  </a:lnTo>
                  <a:lnTo>
                    <a:pt x="70233" y="19915"/>
                  </a:lnTo>
                  <a:lnTo>
                    <a:pt x="70175" y="19479"/>
                  </a:lnTo>
                  <a:lnTo>
                    <a:pt x="70000" y="19115"/>
                  </a:lnTo>
                  <a:lnTo>
                    <a:pt x="68830" y="18170"/>
                  </a:lnTo>
                  <a:lnTo>
                    <a:pt x="68654" y="18534"/>
                  </a:lnTo>
                  <a:lnTo>
                    <a:pt x="68830" y="18679"/>
                  </a:lnTo>
                  <a:lnTo>
                    <a:pt x="68830" y="18824"/>
                  </a:lnTo>
                  <a:lnTo>
                    <a:pt x="68888" y="19115"/>
                  </a:lnTo>
                  <a:lnTo>
                    <a:pt x="68713" y="19115"/>
                  </a:lnTo>
                  <a:lnTo>
                    <a:pt x="68304" y="18824"/>
                  </a:lnTo>
                  <a:lnTo>
                    <a:pt x="67719" y="18970"/>
                  </a:lnTo>
                  <a:lnTo>
                    <a:pt x="67602" y="18824"/>
                  </a:lnTo>
                  <a:lnTo>
                    <a:pt x="67602" y="18752"/>
                  </a:lnTo>
                  <a:lnTo>
                    <a:pt x="67719" y="18461"/>
                  </a:lnTo>
                  <a:lnTo>
                    <a:pt x="67777" y="18388"/>
                  </a:lnTo>
                  <a:lnTo>
                    <a:pt x="67719" y="18243"/>
                  </a:lnTo>
                  <a:lnTo>
                    <a:pt x="67660" y="17952"/>
                  </a:lnTo>
                  <a:lnTo>
                    <a:pt x="67719" y="17807"/>
                  </a:lnTo>
                  <a:lnTo>
                    <a:pt x="67836" y="17662"/>
                  </a:lnTo>
                  <a:lnTo>
                    <a:pt x="67894" y="17298"/>
                  </a:lnTo>
                  <a:lnTo>
                    <a:pt x="67894" y="17007"/>
                  </a:lnTo>
                  <a:lnTo>
                    <a:pt x="68421" y="16717"/>
                  </a:lnTo>
                  <a:lnTo>
                    <a:pt x="68538" y="16571"/>
                  </a:lnTo>
                  <a:lnTo>
                    <a:pt x="68479" y="16426"/>
                  </a:lnTo>
                  <a:lnTo>
                    <a:pt x="67836" y="15917"/>
                  </a:lnTo>
                  <a:lnTo>
                    <a:pt x="67251" y="14900"/>
                  </a:lnTo>
                  <a:lnTo>
                    <a:pt x="67368" y="14754"/>
                  </a:lnTo>
                  <a:lnTo>
                    <a:pt x="67485" y="14536"/>
                  </a:lnTo>
                  <a:lnTo>
                    <a:pt x="67602" y="14536"/>
                  </a:lnTo>
                  <a:lnTo>
                    <a:pt x="67660" y="14463"/>
                  </a:lnTo>
                  <a:lnTo>
                    <a:pt x="67602" y="14391"/>
                  </a:lnTo>
                  <a:lnTo>
                    <a:pt x="67368" y="14027"/>
                  </a:lnTo>
                  <a:lnTo>
                    <a:pt x="67309" y="13809"/>
                  </a:lnTo>
                  <a:lnTo>
                    <a:pt x="65847" y="14027"/>
                  </a:lnTo>
                  <a:lnTo>
                    <a:pt x="66023" y="13591"/>
                  </a:lnTo>
                  <a:lnTo>
                    <a:pt x="66081" y="13519"/>
                  </a:lnTo>
                  <a:lnTo>
                    <a:pt x="64093" y="10321"/>
                  </a:lnTo>
                  <a:lnTo>
                    <a:pt x="64269" y="9957"/>
                  </a:lnTo>
                  <a:lnTo>
                    <a:pt x="64795" y="9957"/>
                  </a:lnTo>
                  <a:lnTo>
                    <a:pt x="64970" y="9521"/>
                  </a:lnTo>
                  <a:lnTo>
                    <a:pt x="64619" y="9158"/>
                  </a:lnTo>
                  <a:lnTo>
                    <a:pt x="64210" y="8867"/>
                  </a:lnTo>
                  <a:lnTo>
                    <a:pt x="63742" y="9158"/>
                  </a:lnTo>
                  <a:lnTo>
                    <a:pt x="63567" y="9158"/>
                  </a:lnTo>
                  <a:lnTo>
                    <a:pt x="63450" y="8794"/>
                  </a:lnTo>
                  <a:lnTo>
                    <a:pt x="63450" y="8649"/>
                  </a:lnTo>
                  <a:lnTo>
                    <a:pt x="63450" y="8503"/>
                  </a:lnTo>
                  <a:lnTo>
                    <a:pt x="63508" y="8358"/>
                  </a:lnTo>
                  <a:lnTo>
                    <a:pt x="63508" y="8067"/>
                  </a:lnTo>
                  <a:lnTo>
                    <a:pt x="63450" y="7922"/>
                  </a:lnTo>
                  <a:lnTo>
                    <a:pt x="62865" y="7413"/>
                  </a:lnTo>
                  <a:lnTo>
                    <a:pt x="62631" y="8649"/>
                  </a:lnTo>
                  <a:lnTo>
                    <a:pt x="61988" y="13155"/>
                  </a:lnTo>
                  <a:lnTo>
                    <a:pt x="62046" y="13228"/>
                  </a:lnTo>
                  <a:lnTo>
                    <a:pt x="62339" y="13664"/>
                  </a:lnTo>
                  <a:lnTo>
                    <a:pt x="62514" y="13809"/>
                  </a:lnTo>
                  <a:lnTo>
                    <a:pt x="63216" y="14100"/>
                  </a:lnTo>
                  <a:lnTo>
                    <a:pt x="63333" y="14463"/>
                  </a:lnTo>
                  <a:lnTo>
                    <a:pt x="63099" y="14391"/>
                  </a:lnTo>
                  <a:lnTo>
                    <a:pt x="62923" y="14463"/>
                  </a:lnTo>
                  <a:lnTo>
                    <a:pt x="62748" y="14754"/>
                  </a:lnTo>
                  <a:lnTo>
                    <a:pt x="62865" y="14900"/>
                  </a:lnTo>
                  <a:lnTo>
                    <a:pt x="62923" y="15190"/>
                  </a:lnTo>
                  <a:lnTo>
                    <a:pt x="62982" y="15336"/>
                  </a:lnTo>
                  <a:lnTo>
                    <a:pt x="62923" y="15554"/>
                  </a:lnTo>
                  <a:lnTo>
                    <a:pt x="62748" y="15554"/>
                  </a:lnTo>
                  <a:lnTo>
                    <a:pt x="62573" y="15336"/>
                  </a:lnTo>
                  <a:lnTo>
                    <a:pt x="61871" y="14391"/>
                  </a:lnTo>
                  <a:lnTo>
                    <a:pt x="61578" y="16499"/>
                  </a:lnTo>
                  <a:lnTo>
                    <a:pt x="61812" y="17007"/>
                  </a:lnTo>
                  <a:lnTo>
                    <a:pt x="61871" y="17371"/>
                  </a:lnTo>
                  <a:lnTo>
                    <a:pt x="61871" y="17880"/>
                  </a:lnTo>
                  <a:lnTo>
                    <a:pt x="61929" y="18243"/>
                  </a:lnTo>
                  <a:lnTo>
                    <a:pt x="62105" y="18679"/>
                  </a:lnTo>
                  <a:lnTo>
                    <a:pt x="62222" y="18824"/>
                  </a:lnTo>
                  <a:lnTo>
                    <a:pt x="62339" y="18897"/>
                  </a:lnTo>
                  <a:lnTo>
                    <a:pt x="62397" y="18970"/>
                  </a:lnTo>
                  <a:lnTo>
                    <a:pt x="62514" y="19624"/>
                  </a:lnTo>
                  <a:lnTo>
                    <a:pt x="62514" y="19842"/>
                  </a:lnTo>
                  <a:lnTo>
                    <a:pt x="62339" y="20060"/>
                  </a:lnTo>
                  <a:lnTo>
                    <a:pt x="62046" y="20133"/>
                  </a:lnTo>
                  <a:lnTo>
                    <a:pt x="61871" y="20060"/>
                  </a:lnTo>
                  <a:lnTo>
                    <a:pt x="61228" y="19188"/>
                  </a:lnTo>
                  <a:lnTo>
                    <a:pt x="61228" y="19115"/>
                  </a:lnTo>
                  <a:lnTo>
                    <a:pt x="61169" y="19769"/>
                  </a:lnTo>
                  <a:lnTo>
                    <a:pt x="61228" y="19987"/>
                  </a:lnTo>
                  <a:lnTo>
                    <a:pt x="62222" y="21223"/>
                  </a:lnTo>
                  <a:lnTo>
                    <a:pt x="62397" y="21514"/>
                  </a:lnTo>
                  <a:lnTo>
                    <a:pt x="62163" y="21659"/>
                  </a:lnTo>
                  <a:lnTo>
                    <a:pt x="61988" y="21514"/>
                  </a:lnTo>
                  <a:lnTo>
                    <a:pt x="61871" y="21223"/>
                  </a:lnTo>
                  <a:lnTo>
                    <a:pt x="61169" y="20714"/>
                  </a:lnTo>
                  <a:lnTo>
                    <a:pt x="60994" y="20787"/>
                  </a:lnTo>
                  <a:lnTo>
                    <a:pt x="60350" y="25366"/>
                  </a:lnTo>
                  <a:lnTo>
                    <a:pt x="59883" y="28491"/>
                  </a:lnTo>
                  <a:lnTo>
                    <a:pt x="59356" y="32271"/>
                  </a:lnTo>
                  <a:lnTo>
                    <a:pt x="58888" y="36050"/>
                  </a:lnTo>
                  <a:lnTo>
                    <a:pt x="58128" y="41356"/>
                  </a:lnTo>
                  <a:lnTo>
                    <a:pt x="57719" y="44554"/>
                  </a:lnTo>
                  <a:lnTo>
                    <a:pt x="57309" y="47825"/>
                  </a:lnTo>
                  <a:lnTo>
                    <a:pt x="56549" y="53712"/>
                  </a:lnTo>
                  <a:lnTo>
                    <a:pt x="55672" y="59600"/>
                  </a:lnTo>
                  <a:lnTo>
                    <a:pt x="54912" y="65414"/>
                  </a:lnTo>
                  <a:lnTo>
                    <a:pt x="54093" y="71302"/>
                  </a:lnTo>
                  <a:lnTo>
                    <a:pt x="53684" y="74863"/>
                  </a:lnTo>
                  <a:lnTo>
                    <a:pt x="53216" y="78352"/>
                  </a:lnTo>
                  <a:lnTo>
                    <a:pt x="52573" y="83149"/>
                  </a:lnTo>
                  <a:lnTo>
                    <a:pt x="51403" y="82858"/>
                  </a:lnTo>
                  <a:lnTo>
                    <a:pt x="50116" y="82713"/>
                  </a:lnTo>
                  <a:lnTo>
                    <a:pt x="48947" y="82495"/>
                  </a:lnTo>
                  <a:lnTo>
                    <a:pt x="47777" y="82350"/>
                  </a:lnTo>
                  <a:lnTo>
                    <a:pt x="44385" y="81695"/>
                  </a:lnTo>
                  <a:lnTo>
                    <a:pt x="41052" y="81041"/>
                  </a:lnTo>
                  <a:lnTo>
                    <a:pt x="37660" y="80314"/>
                  </a:lnTo>
                  <a:lnTo>
                    <a:pt x="34269" y="79588"/>
                  </a:lnTo>
                  <a:lnTo>
                    <a:pt x="34210" y="80169"/>
                  </a:lnTo>
                  <a:lnTo>
                    <a:pt x="34035" y="80678"/>
                  </a:lnTo>
                  <a:lnTo>
                    <a:pt x="33976" y="81259"/>
                  </a:lnTo>
                  <a:lnTo>
                    <a:pt x="33859" y="81841"/>
                  </a:lnTo>
                  <a:lnTo>
                    <a:pt x="33625" y="81768"/>
                  </a:lnTo>
                  <a:lnTo>
                    <a:pt x="33274" y="81623"/>
                  </a:lnTo>
                  <a:lnTo>
                    <a:pt x="32923" y="81623"/>
                  </a:lnTo>
                  <a:lnTo>
                    <a:pt x="32690" y="81841"/>
                  </a:lnTo>
                  <a:lnTo>
                    <a:pt x="33274" y="82277"/>
                  </a:lnTo>
                  <a:lnTo>
                    <a:pt x="33625" y="82350"/>
                  </a:lnTo>
                  <a:lnTo>
                    <a:pt x="33918" y="82350"/>
                  </a:lnTo>
                  <a:lnTo>
                    <a:pt x="34035" y="82350"/>
                  </a:lnTo>
                  <a:lnTo>
                    <a:pt x="34210" y="82350"/>
                  </a:lnTo>
                  <a:lnTo>
                    <a:pt x="34327" y="82350"/>
                  </a:lnTo>
                  <a:lnTo>
                    <a:pt x="34444" y="82568"/>
                  </a:lnTo>
                  <a:lnTo>
                    <a:pt x="34502" y="82713"/>
                  </a:lnTo>
                  <a:lnTo>
                    <a:pt x="34502" y="82858"/>
                  </a:lnTo>
                  <a:lnTo>
                    <a:pt x="34444" y="83076"/>
                  </a:lnTo>
                  <a:lnTo>
                    <a:pt x="34327" y="83149"/>
                  </a:lnTo>
                  <a:lnTo>
                    <a:pt x="34210" y="83222"/>
                  </a:lnTo>
                  <a:lnTo>
                    <a:pt x="34152" y="83294"/>
                  </a:lnTo>
                  <a:lnTo>
                    <a:pt x="33976" y="83440"/>
                  </a:lnTo>
                  <a:lnTo>
                    <a:pt x="33859" y="83440"/>
                  </a:lnTo>
                  <a:lnTo>
                    <a:pt x="33684" y="83367"/>
                  </a:lnTo>
                  <a:lnTo>
                    <a:pt x="33450" y="83367"/>
                  </a:lnTo>
                  <a:lnTo>
                    <a:pt x="33274" y="83294"/>
                  </a:lnTo>
                  <a:lnTo>
                    <a:pt x="33099" y="83294"/>
                  </a:lnTo>
                  <a:lnTo>
                    <a:pt x="32865" y="83149"/>
                  </a:lnTo>
                  <a:lnTo>
                    <a:pt x="32690" y="83004"/>
                  </a:lnTo>
                  <a:lnTo>
                    <a:pt x="32573" y="83004"/>
                  </a:lnTo>
                  <a:lnTo>
                    <a:pt x="32456" y="83513"/>
                  </a:lnTo>
                  <a:lnTo>
                    <a:pt x="32105" y="83440"/>
                  </a:lnTo>
                  <a:lnTo>
                    <a:pt x="31695" y="83367"/>
                  </a:lnTo>
                  <a:lnTo>
                    <a:pt x="31345" y="83294"/>
                  </a:lnTo>
                  <a:lnTo>
                    <a:pt x="30994" y="83222"/>
                  </a:lnTo>
                  <a:lnTo>
                    <a:pt x="30877" y="83222"/>
                  </a:lnTo>
                  <a:lnTo>
                    <a:pt x="30818" y="83222"/>
                  </a:lnTo>
                  <a:lnTo>
                    <a:pt x="30760" y="83149"/>
                  </a:lnTo>
                  <a:lnTo>
                    <a:pt x="30818" y="82786"/>
                  </a:lnTo>
                  <a:lnTo>
                    <a:pt x="30935" y="82059"/>
                  </a:lnTo>
                  <a:lnTo>
                    <a:pt x="31052" y="81405"/>
                  </a:lnTo>
                  <a:lnTo>
                    <a:pt x="31111" y="80823"/>
                  </a:lnTo>
                  <a:lnTo>
                    <a:pt x="31286" y="80096"/>
                  </a:lnTo>
                  <a:lnTo>
                    <a:pt x="31403" y="79588"/>
                  </a:lnTo>
                  <a:lnTo>
                    <a:pt x="31461" y="79224"/>
                  </a:lnTo>
                  <a:lnTo>
                    <a:pt x="31461" y="79006"/>
                  </a:lnTo>
                  <a:lnTo>
                    <a:pt x="31345" y="78933"/>
                  </a:lnTo>
                  <a:lnTo>
                    <a:pt x="31169" y="78933"/>
                  </a:lnTo>
                  <a:lnTo>
                    <a:pt x="31111" y="78933"/>
                  </a:lnTo>
                  <a:lnTo>
                    <a:pt x="30994" y="78861"/>
                  </a:lnTo>
                  <a:lnTo>
                    <a:pt x="30877" y="78861"/>
                  </a:lnTo>
                  <a:lnTo>
                    <a:pt x="30350" y="78715"/>
                  </a:lnTo>
                  <a:lnTo>
                    <a:pt x="29824" y="78570"/>
                  </a:lnTo>
                  <a:lnTo>
                    <a:pt x="29298" y="78497"/>
                  </a:lnTo>
                  <a:lnTo>
                    <a:pt x="28771" y="78352"/>
                  </a:lnTo>
                  <a:lnTo>
                    <a:pt x="26959" y="77989"/>
                  </a:lnTo>
                  <a:lnTo>
                    <a:pt x="25146" y="77552"/>
                  </a:lnTo>
                  <a:lnTo>
                    <a:pt x="21578" y="76680"/>
                  </a:lnTo>
                  <a:lnTo>
                    <a:pt x="17368" y="75590"/>
                  </a:lnTo>
                  <a:lnTo>
                    <a:pt x="13216" y="74500"/>
                  </a:lnTo>
                  <a:lnTo>
                    <a:pt x="9064" y="73337"/>
                  </a:lnTo>
                  <a:lnTo>
                    <a:pt x="4912" y="72247"/>
                  </a:lnTo>
                  <a:lnTo>
                    <a:pt x="3918" y="71883"/>
                  </a:lnTo>
                  <a:lnTo>
                    <a:pt x="2923" y="71665"/>
                  </a:lnTo>
                  <a:lnTo>
                    <a:pt x="1988" y="71302"/>
                  </a:lnTo>
                  <a:lnTo>
                    <a:pt x="1578" y="71156"/>
                  </a:lnTo>
                  <a:lnTo>
                    <a:pt x="877" y="70938"/>
                  </a:lnTo>
                  <a:lnTo>
                    <a:pt x="643" y="71738"/>
                  </a:lnTo>
                  <a:lnTo>
                    <a:pt x="467" y="72247"/>
                  </a:lnTo>
                  <a:lnTo>
                    <a:pt x="175" y="73192"/>
                  </a:lnTo>
                  <a:lnTo>
                    <a:pt x="58" y="73773"/>
                  </a:lnTo>
                  <a:lnTo>
                    <a:pt x="116" y="73991"/>
                  </a:lnTo>
                  <a:lnTo>
                    <a:pt x="175" y="74354"/>
                  </a:lnTo>
                  <a:lnTo>
                    <a:pt x="350" y="74645"/>
                  </a:lnTo>
                  <a:lnTo>
                    <a:pt x="409" y="74936"/>
                  </a:lnTo>
                  <a:lnTo>
                    <a:pt x="526" y="75227"/>
                  </a:lnTo>
                  <a:lnTo>
                    <a:pt x="760" y="76172"/>
                  </a:lnTo>
                  <a:lnTo>
                    <a:pt x="1052" y="77116"/>
                  </a:lnTo>
                  <a:lnTo>
                    <a:pt x="1345" y="78134"/>
                  </a:lnTo>
                  <a:lnTo>
                    <a:pt x="1637" y="79079"/>
                  </a:lnTo>
                  <a:lnTo>
                    <a:pt x="1812" y="79588"/>
                  </a:lnTo>
                  <a:lnTo>
                    <a:pt x="2046" y="80096"/>
                  </a:lnTo>
                  <a:lnTo>
                    <a:pt x="2163" y="80605"/>
                  </a:lnTo>
                  <a:lnTo>
                    <a:pt x="2280" y="81259"/>
                  </a:lnTo>
                  <a:lnTo>
                    <a:pt x="2105" y="81114"/>
                  </a:lnTo>
                  <a:lnTo>
                    <a:pt x="1812" y="8104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Shape 5231"/>
            <p:cNvSpPr/>
            <p:nvPr/>
          </p:nvSpPr>
          <p:spPr>
            <a:xfrm>
              <a:off x="11098471" y="4400894"/>
              <a:ext cx="30162" cy="396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727" y="84800"/>
                  </a:moveTo>
                  <a:lnTo>
                    <a:pt x="82909" y="78400"/>
                  </a:lnTo>
                  <a:lnTo>
                    <a:pt x="89454" y="72000"/>
                  </a:lnTo>
                  <a:lnTo>
                    <a:pt x="96000" y="73600"/>
                  </a:lnTo>
                  <a:lnTo>
                    <a:pt x="100363" y="76800"/>
                  </a:lnTo>
                  <a:lnTo>
                    <a:pt x="106909" y="78400"/>
                  </a:lnTo>
                  <a:lnTo>
                    <a:pt x="109090" y="76800"/>
                  </a:lnTo>
                  <a:lnTo>
                    <a:pt x="111272" y="75200"/>
                  </a:lnTo>
                  <a:lnTo>
                    <a:pt x="113454" y="72000"/>
                  </a:lnTo>
                  <a:lnTo>
                    <a:pt x="117818" y="68800"/>
                  </a:lnTo>
                  <a:lnTo>
                    <a:pt x="120000" y="64000"/>
                  </a:lnTo>
                  <a:lnTo>
                    <a:pt x="117818" y="62400"/>
                  </a:lnTo>
                  <a:lnTo>
                    <a:pt x="111272" y="59200"/>
                  </a:lnTo>
                  <a:lnTo>
                    <a:pt x="106909" y="54400"/>
                  </a:lnTo>
                  <a:lnTo>
                    <a:pt x="98181" y="48000"/>
                  </a:lnTo>
                  <a:lnTo>
                    <a:pt x="91636" y="43200"/>
                  </a:lnTo>
                  <a:lnTo>
                    <a:pt x="87272" y="41600"/>
                  </a:lnTo>
                  <a:lnTo>
                    <a:pt x="87272" y="40000"/>
                  </a:lnTo>
                  <a:lnTo>
                    <a:pt x="85090" y="36800"/>
                  </a:lnTo>
                  <a:lnTo>
                    <a:pt x="89454" y="30400"/>
                  </a:lnTo>
                  <a:lnTo>
                    <a:pt x="85090" y="27200"/>
                  </a:lnTo>
                  <a:lnTo>
                    <a:pt x="63272" y="22400"/>
                  </a:lnTo>
                  <a:lnTo>
                    <a:pt x="61090" y="17600"/>
                  </a:lnTo>
                  <a:lnTo>
                    <a:pt x="58909" y="12800"/>
                  </a:lnTo>
                  <a:lnTo>
                    <a:pt x="61090" y="8000"/>
                  </a:lnTo>
                  <a:lnTo>
                    <a:pt x="56727" y="11200"/>
                  </a:lnTo>
                  <a:lnTo>
                    <a:pt x="48000" y="16000"/>
                  </a:lnTo>
                  <a:lnTo>
                    <a:pt x="45818" y="20800"/>
                  </a:lnTo>
                  <a:lnTo>
                    <a:pt x="41454" y="22400"/>
                  </a:lnTo>
                  <a:lnTo>
                    <a:pt x="39272" y="20800"/>
                  </a:lnTo>
                  <a:lnTo>
                    <a:pt x="37090" y="11200"/>
                  </a:lnTo>
                  <a:lnTo>
                    <a:pt x="37090" y="9600"/>
                  </a:lnTo>
                  <a:lnTo>
                    <a:pt x="37090" y="6400"/>
                  </a:lnTo>
                  <a:lnTo>
                    <a:pt x="34909" y="1600"/>
                  </a:lnTo>
                  <a:lnTo>
                    <a:pt x="32727" y="0"/>
                  </a:lnTo>
                  <a:lnTo>
                    <a:pt x="21818" y="0"/>
                  </a:lnTo>
                  <a:lnTo>
                    <a:pt x="13090" y="4800"/>
                  </a:lnTo>
                  <a:lnTo>
                    <a:pt x="10909" y="6400"/>
                  </a:lnTo>
                  <a:lnTo>
                    <a:pt x="6545" y="9600"/>
                  </a:lnTo>
                  <a:lnTo>
                    <a:pt x="0" y="25600"/>
                  </a:lnTo>
                  <a:lnTo>
                    <a:pt x="0" y="25600"/>
                  </a:lnTo>
                  <a:lnTo>
                    <a:pt x="2181" y="27200"/>
                  </a:lnTo>
                  <a:lnTo>
                    <a:pt x="15272" y="40000"/>
                  </a:lnTo>
                  <a:lnTo>
                    <a:pt x="24000" y="52800"/>
                  </a:lnTo>
                  <a:lnTo>
                    <a:pt x="28363" y="54400"/>
                  </a:lnTo>
                  <a:lnTo>
                    <a:pt x="34909" y="54400"/>
                  </a:lnTo>
                  <a:lnTo>
                    <a:pt x="32727" y="52800"/>
                  </a:lnTo>
                  <a:lnTo>
                    <a:pt x="32727" y="46400"/>
                  </a:lnTo>
                  <a:lnTo>
                    <a:pt x="37090" y="46400"/>
                  </a:lnTo>
                  <a:lnTo>
                    <a:pt x="54545" y="59200"/>
                  </a:lnTo>
                  <a:lnTo>
                    <a:pt x="48000" y="73600"/>
                  </a:lnTo>
                  <a:lnTo>
                    <a:pt x="41454" y="80000"/>
                  </a:lnTo>
                  <a:lnTo>
                    <a:pt x="32727" y="83200"/>
                  </a:lnTo>
                  <a:lnTo>
                    <a:pt x="21818" y="76800"/>
                  </a:lnTo>
                  <a:lnTo>
                    <a:pt x="24000" y="84800"/>
                  </a:lnTo>
                  <a:lnTo>
                    <a:pt x="34909" y="86400"/>
                  </a:lnTo>
                  <a:lnTo>
                    <a:pt x="39272" y="92800"/>
                  </a:lnTo>
                  <a:lnTo>
                    <a:pt x="39272" y="102400"/>
                  </a:lnTo>
                  <a:lnTo>
                    <a:pt x="37090" y="108800"/>
                  </a:lnTo>
                  <a:lnTo>
                    <a:pt x="32727" y="110400"/>
                  </a:lnTo>
                  <a:lnTo>
                    <a:pt x="26181" y="112000"/>
                  </a:lnTo>
                  <a:lnTo>
                    <a:pt x="37090" y="120000"/>
                  </a:lnTo>
                  <a:lnTo>
                    <a:pt x="41454" y="120000"/>
                  </a:lnTo>
                  <a:lnTo>
                    <a:pt x="43636" y="120000"/>
                  </a:lnTo>
                  <a:lnTo>
                    <a:pt x="48000" y="116800"/>
                  </a:lnTo>
                  <a:lnTo>
                    <a:pt x="48000" y="112000"/>
                  </a:lnTo>
                  <a:lnTo>
                    <a:pt x="45818" y="108800"/>
                  </a:lnTo>
                  <a:lnTo>
                    <a:pt x="52363" y="102400"/>
                  </a:lnTo>
                  <a:lnTo>
                    <a:pt x="54545" y="104000"/>
                  </a:lnTo>
                  <a:lnTo>
                    <a:pt x="58909" y="107200"/>
                  </a:lnTo>
                  <a:lnTo>
                    <a:pt x="61090" y="108800"/>
                  </a:lnTo>
                  <a:lnTo>
                    <a:pt x="65454" y="107200"/>
                  </a:lnTo>
                  <a:lnTo>
                    <a:pt x="74181" y="102400"/>
                  </a:lnTo>
                  <a:lnTo>
                    <a:pt x="78545" y="102400"/>
                  </a:lnTo>
                  <a:lnTo>
                    <a:pt x="78545" y="96000"/>
                  </a:lnTo>
                  <a:lnTo>
                    <a:pt x="78545" y="89600"/>
                  </a:lnTo>
                  <a:lnTo>
                    <a:pt x="80727" y="848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Shape 5232"/>
            <p:cNvSpPr/>
            <p:nvPr/>
          </p:nvSpPr>
          <p:spPr>
            <a:xfrm>
              <a:off x="10426957" y="4535832"/>
              <a:ext cx="15875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1935" y="120000"/>
                  </a:moveTo>
                  <a:lnTo>
                    <a:pt x="96774" y="114000"/>
                  </a:lnTo>
                  <a:lnTo>
                    <a:pt x="120000" y="72000"/>
                  </a:lnTo>
                  <a:lnTo>
                    <a:pt x="54193" y="60000"/>
                  </a:lnTo>
                  <a:lnTo>
                    <a:pt x="54193" y="48000"/>
                  </a:lnTo>
                  <a:lnTo>
                    <a:pt x="58064" y="48000"/>
                  </a:lnTo>
                  <a:lnTo>
                    <a:pt x="58064" y="42000"/>
                  </a:lnTo>
                  <a:lnTo>
                    <a:pt x="61935" y="42000"/>
                  </a:lnTo>
                  <a:lnTo>
                    <a:pt x="69677" y="36000"/>
                  </a:lnTo>
                  <a:lnTo>
                    <a:pt x="73548" y="18000"/>
                  </a:lnTo>
                  <a:lnTo>
                    <a:pt x="69677" y="0"/>
                  </a:lnTo>
                  <a:lnTo>
                    <a:pt x="54193" y="18000"/>
                  </a:lnTo>
                  <a:lnTo>
                    <a:pt x="38709" y="18000"/>
                  </a:lnTo>
                  <a:lnTo>
                    <a:pt x="3870" y="6000"/>
                  </a:lnTo>
                  <a:lnTo>
                    <a:pt x="0" y="12000"/>
                  </a:lnTo>
                  <a:lnTo>
                    <a:pt x="0" y="36000"/>
                  </a:lnTo>
                  <a:lnTo>
                    <a:pt x="3870" y="60000"/>
                  </a:lnTo>
                  <a:lnTo>
                    <a:pt x="7741" y="78000"/>
                  </a:lnTo>
                  <a:lnTo>
                    <a:pt x="30967" y="108000"/>
                  </a:lnTo>
                  <a:lnTo>
                    <a:pt x="61935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Shape 5233"/>
            <p:cNvSpPr/>
            <p:nvPr/>
          </p:nvSpPr>
          <p:spPr>
            <a:xfrm>
              <a:off x="10479346" y="4607269"/>
              <a:ext cx="22225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209" y="7058"/>
                  </a:moveTo>
                  <a:lnTo>
                    <a:pt x="120000" y="0"/>
                  </a:lnTo>
                  <a:lnTo>
                    <a:pt x="92093" y="3529"/>
                  </a:lnTo>
                  <a:lnTo>
                    <a:pt x="30697" y="70588"/>
                  </a:lnTo>
                  <a:lnTo>
                    <a:pt x="0" y="91764"/>
                  </a:lnTo>
                  <a:lnTo>
                    <a:pt x="5581" y="120000"/>
                  </a:lnTo>
                  <a:lnTo>
                    <a:pt x="25116" y="116470"/>
                  </a:lnTo>
                  <a:lnTo>
                    <a:pt x="61395" y="84705"/>
                  </a:lnTo>
                  <a:lnTo>
                    <a:pt x="66976" y="74117"/>
                  </a:lnTo>
                  <a:lnTo>
                    <a:pt x="69767" y="63529"/>
                  </a:lnTo>
                  <a:lnTo>
                    <a:pt x="72558" y="49411"/>
                  </a:lnTo>
                  <a:lnTo>
                    <a:pt x="80930" y="38823"/>
                  </a:lnTo>
                  <a:lnTo>
                    <a:pt x="89302" y="31764"/>
                  </a:lnTo>
                  <a:lnTo>
                    <a:pt x="97674" y="35294"/>
                  </a:lnTo>
                  <a:lnTo>
                    <a:pt x="108837" y="35294"/>
                  </a:lnTo>
                  <a:lnTo>
                    <a:pt x="114418" y="14117"/>
                  </a:lnTo>
                  <a:lnTo>
                    <a:pt x="117209" y="705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Shape 5234"/>
            <p:cNvSpPr/>
            <p:nvPr/>
          </p:nvSpPr>
          <p:spPr>
            <a:xfrm>
              <a:off x="10446007" y="4624732"/>
              <a:ext cx="30162" cy="15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8620" y="36000"/>
                  </a:moveTo>
                  <a:lnTo>
                    <a:pt x="66206" y="48000"/>
                  </a:lnTo>
                  <a:lnTo>
                    <a:pt x="51724" y="48000"/>
                  </a:lnTo>
                  <a:lnTo>
                    <a:pt x="33103" y="64000"/>
                  </a:lnTo>
                  <a:lnTo>
                    <a:pt x="16551" y="84000"/>
                  </a:lnTo>
                  <a:lnTo>
                    <a:pt x="0" y="112000"/>
                  </a:lnTo>
                  <a:lnTo>
                    <a:pt x="8275" y="120000"/>
                  </a:lnTo>
                  <a:lnTo>
                    <a:pt x="16551" y="112000"/>
                  </a:lnTo>
                  <a:lnTo>
                    <a:pt x="24827" y="104000"/>
                  </a:lnTo>
                  <a:lnTo>
                    <a:pt x="33103" y="100000"/>
                  </a:lnTo>
                  <a:lnTo>
                    <a:pt x="47586" y="104000"/>
                  </a:lnTo>
                  <a:lnTo>
                    <a:pt x="55862" y="104000"/>
                  </a:lnTo>
                  <a:lnTo>
                    <a:pt x="76551" y="80000"/>
                  </a:lnTo>
                  <a:lnTo>
                    <a:pt x="91034" y="80000"/>
                  </a:lnTo>
                  <a:lnTo>
                    <a:pt x="105517" y="72000"/>
                  </a:lnTo>
                  <a:lnTo>
                    <a:pt x="117931" y="24000"/>
                  </a:lnTo>
                  <a:lnTo>
                    <a:pt x="120000" y="16000"/>
                  </a:lnTo>
                  <a:lnTo>
                    <a:pt x="120000" y="12000"/>
                  </a:lnTo>
                  <a:lnTo>
                    <a:pt x="109655" y="0"/>
                  </a:lnTo>
                  <a:lnTo>
                    <a:pt x="95172" y="12000"/>
                  </a:lnTo>
                  <a:lnTo>
                    <a:pt x="78620" y="36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Shape 5235"/>
            <p:cNvSpPr/>
            <p:nvPr/>
          </p:nvSpPr>
          <p:spPr>
            <a:xfrm>
              <a:off x="10498396" y="4635844"/>
              <a:ext cx="15875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677" y="109090"/>
                  </a:moveTo>
                  <a:lnTo>
                    <a:pt x="92903" y="120000"/>
                  </a:lnTo>
                  <a:lnTo>
                    <a:pt x="104516" y="120000"/>
                  </a:lnTo>
                  <a:lnTo>
                    <a:pt x="120000" y="95454"/>
                  </a:lnTo>
                  <a:lnTo>
                    <a:pt x="120000" y="73636"/>
                  </a:lnTo>
                  <a:lnTo>
                    <a:pt x="108387" y="57272"/>
                  </a:lnTo>
                  <a:lnTo>
                    <a:pt x="100645" y="46363"/>
                  </a:lnTo>
                  <a:lnTo>
                    <a:pt x="85161" y="43636"/>
                  </a:lnTo>
                  <a:lnTo>
                    <a:pt x="81290" y="40909"/>
                  </a:lnTo>
                  <a:lnTo>
                    <a:pt x="73548" y="27272"/>
                  </a:lnTo>
                  <a:lnTo>
                    <a:pt x="73548" y="19090"/>
                  </a:lnTo>
                  <a:lnTo>
                    <a:pt x="69677" y="13636"/>
                  </a:lnTo>
                  <a:lnTo>
                    <a:pt x="58064" y="2727"/>
                  </a:lnTo>
                  <a:lnTo>
                    <a:pt x="42580" y="0"/>
                  </a:lnTo>
                  <a:lnTo>
                    <a:pt x="34838" y="2727"/>
                  </a:lnTo>
                  <a:lnTo>
                    <a:pt x="27096" y="13636"/>
                  </a:lnTo>
                  <a:lnTo>
                    <a:pt x="30967" y="16363"/>
                  </a:lnTo>
                  <a:lnTo>
                    <a:pt x="34838" y="24545"/>
                  </a:lnTo>
                  <a:lnTo>
                    <a:pt x="42580" y="38181"/>
                  </a:lnTo>
                  <a:lnTo>
                    <a:pt x="34838" y="46363"/>
                  </a:lnTo>
                  <a:lnTo>
                    <a:pt x="30967" y="51818"/>
                  </a:lnTo>
                  <a:lnTo>
                    <a:pt x="19354" y="49090"/>
                  </a:lnTo>
                  <a:lnTo>
                    <a:pt x="11612" y="40909"/>
                  </a:lnTo>
                  <a:lnTo>
                    <a:pt x="0" y="38181"/>
                  </a:lnTo>
                  <a:lnTo>
                    <a:pt x="11612" y="51818"/>
                  </a:lnTo>
                  <a:lnTo>
                    <a:pt x="69677" y="10909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Shape 5236"/>
            <p:cNvSpPr/>
            <p:nvPr/>
          </p:nvSpPr>
          <p:spPr>
            <a:xfrm>
              <a:off x="10830182" y="4577107"/>
              <a:ext cx="44450" cy="365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418" y="52173"/>
                  </a:moveTo>
                  <a:lnTo>
                    <a:pt x="110232" y="50434"/>
                  </a:lnTo>
                  <a:lnTo>
                    <a:pt x="106046" y="41739"/>
                  </a:lnTo>
                  <a:lnTo>
                    <a:pt x="96279" y="24347"/>
                  </a:lnTo>
                  <a:lnTo>
                    <a:pt x="82325" y="17391"/>
                  </a:lnTo>
                  <a:lnTo>
                    <a:pt x="78139" y="10434"/>
                  </a:lnTo>
                  <a:lnTo>
                    <a:pt x="39069" y="0"/>
                  </a:lnTo>
                  <a:lnTo>
                    <a:pt x="19534" y="3478"/>
                  </a:lnTo>
                  <a:lnTo>
                    <a:pt x="0" y="19130"/>
                  </a:lnTo>
                  <a:lnTo>
                    <a:pt x="5581" y="20869"/>
                  </a:lnTo>
                  <a:lnTo>
                    <a:pt x="8372" y="27826"/>
                  </a:lnTo>
                  <a:lnTo>
                    <a:pt x="13953" y="46956"/>
                  </a:lnTo>
                  <a:lnTo>
                    <a:pt x="32093" y="80000"/>
                  </a:lnTo>
                  <a:lnTo>
                    <a:pt x="37674" y="86956"/>
                  </a:lnTo>
                  <a:lnTo>
                    <a:pt x="48837" y="92173"/>
                  </a:lnTo>
                  <a:lnTo>
                    <a:pt x="54418" y="102608"/>
                  </a:lnTo>
                  <a:lnTo>
                    <a:pt x="65581" y="107826"/>
                  </a:lnTo>
                  <a:lnTo>
                    <a:pt x="76744" y="120000"/>
                  </a:lnTo>
                  <a:lnTo>
                    <a:pt x="100465" y="118260"/>
                  </a:lnTo>
                  <a:lnTo>
                    <a:pt x="111627" y="113043"/>
                  </a:lnTo>
                  <a:lnTo>
                    <a:pt x="120000" y="95652"/>
                  </a:lnTo>
                  <a:lnTo>
                    <a:pt x="118604" y="66086"/>
                  </a:lnTo>
                  <a:lnTo>
                    <a:pt x="115813" y="55652"/>
                  </a:lnTo>
                  <a:lnTo>
                    <a:pt x="114418" y="5217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Shape 5237"/>
            <p:cNvSpPr/>
            <p:nvPr/>
          </p:nvSpPr>
          <p:spPr>
            <a:xfrm>
              <a:off x="10520621" y="4658069"/>
              <a:ext cx="22225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48979"/>
                  </a:moveTo>
                  <a:lnTo>
                    <a:pt x="114146" y="46530"/>
                  </a:lnTo>
                  <a:lnTo>
                    <a:pt x="105365" y="34285"/>
                  </a:lnTo>
                  <a:lnTo>
                    <a:pt x="84878" y="22040"/>
                  </a:lnTo>
                  <a:lnTo>
                    <a:pt x="81951" y="22040"/>
                  </a:lnTo>
                  <a:lnTo>
                    <a:pt x="81951" y="22040"/>
                  </a:lnTo>
                  <a:lnTo>
                    <a:pt x="76097" y="31836"/>
                  </a:lnTo>
                  <a:lnTo>
                    <a:pt x="70243" y="34285"/>
                  </a:lnTo>
                  <a:lnTo>
                    <a:pt x="55609" y="24489"/>
                  </a:lnTo>
                  <a:lnTo>
                    <a:pt x="49756" y="22040"/>
                  </a:lnTo>
                  <a:lnTo>
                    <a:pt x="52682" y="29387"/>
                  </a:lnTo>
                  <a:lnTo>
                    <a:pt x="55609" y="41632"/>
                  </a:lnTo>
                  <a:lnTo>
                    <a:pt x="11707" y="14693"/>
                  </a:lnTo>
                  <a:lnTo>
                    <a:pt x="2926" y="0"/>
                  </a:lnTo>
                  <a:lnTo>
                    <a:pt x="0" y="34285"/>
                  </a:lnTo>
                  <a:lnTo>
                    <a:pt x="14634" y="58775"/>
                  </a:lnTo>
                  <a:lnTo>
                    <a:pt x="87804" y="115102"/>
                  </a:lnTo>
                  <a:lnTo>
                    <a:pt x="96585" y="119999"/>
                  </a:lnTo>
                  <a:lnTo>
                    <a:pt x="111219" y="112653"/>
                  </a:lnTo>
                  <a:lnTo>
                    <a:pt x="117073" y="95510"/>
                  </a:lnTo>
                  <a:lnTo>
                    <a:pt x="117073" y="83265"/>
                  </a:lnTo>
                  <a:lnTo>
                    <a:pt x="108292" y="78367"/>
                  </a:lnTo>
                  <a:lnTo>
                    <a:pt x="120000" y="53877"/>
                  </a:lnTo>
                  <a:lnTo>
                    <a:pt x="120000" y="4897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Shape 5238"/>
            <p:cNvSpPr/>
            <p:nvPr/>
          </p:nvSpPr>
          <p:spPr>
            <a:xfrm>
              <a:off x="10399971" y="4539007"/>
              <a:ext cx="28575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943" y="106666"/>
                  </a:moveTo>
                  <a:lnTo>
                    <a:pt x="113207" y="106666"/>
                  </a:lnTo>
                  <a:lnTo>
                    <a:pt x="120000" y="106666"/>
                  </a:lnTo>
                  <a:lnTo>
                    <a:pt x="117735" y="66666"/>
                  </a:lnTo>
                  <a:lnTo>
                    <a:pt x="110943" y="31111"/>
                  </a:lnTo>
                  <a:lnTo>
                    <a:pt x="97358" y="8888"/>
                  </a:lnTo>
                  <a:lnTo>
                    <a:pt x="88301" y="0"/>
                  </a:lnTo>
                  <a:lnTo>
                    <a:pt x="22641" y="48888"/>
                  </a:lnTo>
                  <a:lnTo>
                    <a:pt x="6792" y="71111"/>
                  </a:lnTo>
                  <a:lnTo>
                    <a:pt x="0" y="88888"/>
                  </a:lnTo>
                  <a:lnTo>
                    <a:pt x="2264" y="97777"/>
                  </a:lnTo>
                  <a:lnTo>
                    <a:pt x="56603" y="120000"/>
                  </a:lnTo>
                  <a:lnTo>
                    <a:pt x="110943" y="10666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Shape 5239"/>
            <p:cNvSpPr/>
            <p:nvPr/>
          </p:nvSpPr>
          <p:spPr>
            <a:xfrm>
              <a:off x="10677782" y="3024532"/>
              <a:ext cx="250825" cy="3651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31" y="117391"/>
                  </a:moveTo>
                  <a:lnTo>
                    <a:pt x="10357" y="118956"/>
                  </a:lnTo>
                  <a:lnTo>
                    <a:pt x="11873" y="118434"/>
                  </a:lnTo>
                  <a:lnTo>
                    <a:pt x="14652" y="116869"/>
                  </a:lnTo>
                  <a:lnTo>
                    <a:pt x="15663" y="116695"/>
                  </a:lnTo>
                  <a:lnTo>
                    <a:pt x="15410" y="116347"/>
                  </a:lnTo>
                  <a:lnTo>
                    <a:pt x="15157" y="116347"/>
                  </a:lnTo>
                  <a:lnTo>
                    <a:pt x="15663" y="115304"/>
                  </a:lnTo>
                  <a:lnTo>
                    <a:pt x="16421" y="114608"/>
                  </a:lnTo>
                  <a:lnTo>
                    <a:pt x="17178" y="114086"/>
                  </a:lnTo>
                  <a:lnTo>
                    <a:pt x="24505" y="112173"/>
                  </a:lnTo>
                  <a:lnTo>
                    <a:pt x="26778" y="112173"/>
                  </a:lnTo>
                  <a:lnTo>
                    <a:pt x="25768" y="111304"/>
                  </a:lnTo>
                  <a:lnTo>
                    <a:pt x="28042" y="111478"/>
                  </a:lnTo>
                  <a:lnTo>
                    <a:pt x="28042" y="111130"/>
                  </a:lnTo>
                  <a:lnTo>
                    <a:pt x="27789" y="110608"/>
                  </a:lnTo>
                  <a:lnTo>
                    <a:pt x="27789" y="110608"/>
                  </a:lnTo>
                  <a:lnTo>
                    <a:pt x="27536" y="110434"/>
                  </a:lnTo>
                  <a:lnTo>
                    <a:pt x="28294" y="109391"/>
                  </a:lnTo>
                  <a:lnTo>
                    <a:pt x="28800" y="108869"/>
                  </a:lnTo>
                  <a:lnTo>
                    <a:pt x="29305" y="108521"/>
                  </a:lnTo>
                  <a:lnTo>
                    <a:pt x="31831" y="107826"/>
                  </a:lnTo>
                  <a:lnTo>
                    <a:pt x="35621" y="109043"/>
                  </a:lnTo>
                  <a:lnTo>
                    <a:pt x="36884" y="110086"/>
                  </a:lnTo>
                  <a:lnTo>
                    <a:pt x="37642" y="111826"/>
                  </a:lnTo>
                  <a:lnTo>
                    <a:pt x="38147" y="113913"/>
                  </a:lnTo>
                  <a:lnTo>
                    <a:pt x="31326" y="112521"/>
                  </a:lnTo>
                  <a:lnTo>
                    <a:pt x="30821" y="113043"/>
                  </a:lnTo>
                  <a:lnTo>
                    <a:pt x="36631" y="114956"/>
                  </a:lnTo>
                  <a:lnTo>
                    <a:pt x="36884" y="116000"/>
                  </a:lnTo>
                  <a:lnTo>
                    <a:pt x="37389" y="116521"/>
                  </a:lnTo>
                  <a:lnTo>
                    <a:pt x="37894" y="116695"/>
                  </a:lnTo>
                  <a:lnTo>
                    <a:pt x="39663" y="117739"/>
                  </a:lnTo>
                  <a:lnTo>
                    <a:pt x="48757" y="117391"/>
                  </a:lnTo>
                  <a:lnTo>
                    <a:pt x="50526" y="118086"/>
                  </a:lnTo>
                  <a:lnTo>
                    <a:pt x="51536" y="117565"/>
                  </a:lnTo>
                  <a:lnTo>
                    <a:pt x="51284" y="117043"/>
                  </a:lnTo>
                  <a:lnTo>
                    <a:pt x="50021" y="116869"/>
                  </a:lnTo>
                  <a:lnTo>
                    <a:pt x="49768" y="116695"/>
                  </a:lnTo>
                  <a:lnTo>
                    <a:pt x="51284" y="116000"/>
                  </a:lnTo>
                  <a:lnTo>
                    <a:pt x="51789" y="115478"/>
                  </a:lnTo>
                  <a:lnTo>
                    <a:pt x="51536" y="114260"/>
                  </a:lnTo>
                  <a:lnTo>
                    <a:pt x="50778" y="113913"/>
                  </a:lnTo>
                  <a:lnTo>
                    <a:pt x="50778" y="113565"/>
                  </a:lnTo>
                  <a:lnTo>
                    <a:pt x="51284" y="113043"/>
                  </a:lnTo>
                  <a:lnTo>
                    <a:pt x="51789" y="112347"/>
                  </a:lnTo>
                  <a:lnTo>
                    <a:pt x="52294" y="112347"/>
                  </a:lnTo>
                  <a:lnTo>
                    <a:pt x="52547" y="112521"/>
                  </a:lnTo>
                  <a:lnTo>
                    <a:pt x="53052" y="113043"/>
                  </a:lnTo>
                  <a:lnTo>
                    <a:pt x="52800" y="113217"/>
                  </a:lnTo>
                  <a:lnTo>
                    <a:pt x="52800" y="113391"/>
                  </a:lnTo>
                  <a:lnTo>
                    <a:pt x="52547" y="113391"/>
                  </a:lnTo>
                  <a:lnTo>
                    <a:pt x="54568" y="113217"/>
                  </a:lnTo>
                  <a:lnTo>
                    <a:pt x="56842" y="112000"/>
                  </a:lnTo>
                  <a:lnTo>
                    <a:pt x="57600" y="110782"/>
                  </a:lnTo>
                  <a:lnTo>
                    <a:pt x="57600" y="110086"/>
                  </a:lnTo>
                  <a:lnTo>
                    <a:pt x="57347" y="109565"/>
                  </a:lnTo>
                  <a:lnTo>
                    <a:pt x="57600" y="108695"/>
                  </a:lnTo>
                  <a:lnTo>
                    <a:pt x="57347" y="108347"/>
                  </a:lnTo>
                  <a:lnTo>
                    <a:pt x="57094" y="108347"/>
                  </a:lnTo>
                  <a:lnTo>
                    <a:pt x="57600" y="108000"/>
                  </a:lnTo>
                  <a:lnTo>
                    <a:pt x="58105" y="108173"/>
                  </a:lnTo>
                  <a:lnTo>
                    <a:pt x="58863" y="108521"/>
                  </a:lnTo>
                  <a:lnTo>
                    <a:pt x="59368" y="109739"/>
                  </a:lnTo>
                  <a:lnTo>
                    <a:pt x="59115" y="111304"/>
                  </a:lnTo>
                  <a:lnTo>
                    <a:pt x="58863" y="111826"/>
                  </a:lnTo>
                  <a:lnTo>
                    <a:pt x="58105" y="112173"/>
                  </a:lnTo>
                  <a:lnTo>
                    <a:pt x="57852" y="112869"/>
                  </a:lnTo>
                  <a:lnTo>
                    <a:pt x="57852" y="113217"/>
                  </a:lnTo>
                  <a:lnTo>
                    <a:pt x="58610" y="114260"/>
                  </a:lnTo>
                  <a:lnTo>
                    <a:pt x="58105" y="115304"/>
                  </a:lnTo>
                  <a:lnTo>
                    <a:pt x="62147" y="118086"/>
                  </a:lnTo>
                  <a:lnTo>
                    <a:pt x="66947" y="118782"/>
                  </a:lnTo>
                  <a:lnTo>
                    <a:pt x="68715" y="120000"/>
                  </a:lnTo>
                  <a:lnTo>
                    <a:pt x="74273" y="120000"/>
                  </a:lnTo>
                  <a:lnTo>
                    <a:pt x="80084" y="116695"/>
                  </a:lnTo>
                  <a:lnTo>
                    <a:pt x="80336" y="116521"/>
                  </a:lnTo>
                  <a:lnTo>
                    <a:pt x="80336" y="116347"/>
                  </a:lnTo>
                  <a:lnTo>
                    <a:pt x="80589" y="116000"/>
                  </a:lnTo>
                  <a:lnTo>
                    <a:pt x="80589" y="115826"/>
                  </a:lnTo>
                  <a:lnTo>
                    <a:pt x="81094" y="115652"/>
                  </a:lnTo>
                  <a:lnTo>
                    <a:pt x="99789" y="113565"/>
                  </a:lnTo>
                  <a:lnTo>
                    <a:pt x="100294" y="113391"/>
                  </a:lnTo>
                  <a:lnTo>
                    <a:pt x="100042" y="112347"/>
                  </a:lnTo>
                  <a:lnTo>
                    <a:pt x="99789" y="112000"/>
                  </a:lnTo>
                  <a:lnTo>
                    <a:pt x="98778" y="111478"/>
                  </a:lnTo>
                  <a:lnTo>
                    <a:pt x="98778" y="111304"/>
                  </a:lnTo>
                  <a:lnTo>
                    <a:pt x="98778" y="110434"/>
                  </a:lnTo>
                  <a:lnTo>
                    <a:pt x="99284" y="109739"/>
                  </a:lnTo>
                  <a:lnTo>
                    <a:pt x="99536" y="109391"/>
                  </a:lnTo>
                  <a:lnTo>
                    <a:pt x="100800" y="108695"/>
                  </a:lnTo>
                  <a:lnTo>
                    <a:pt x="103578" y="108347"/>
                  </a:lnTo>
                  <a:lnTo>
                    <a:pt x="103831" y="107826"/>
                  </a:lnTo>
                  <a:lnTo>
                    <a:pt x="103831" y="106956"/>
                  </a:lnTo>
                  <a:lnTo>
                    <a:pt x="104336" y="106608"/>
                  </a:lnTo>
                  <a:lnTo>
                    <a:pt x="105094" y="106086"/>
                  </a:lnTo>
                  <a:lnTo>
                    <a:pt x="103326" y="104521"/>
                  </a:lnTo>
                  <a:lnTo>
                    <a:pt x="102821" y="104173"/>
                  </a:lnTo>
                  <a:lnTo>
                    <a:pt x="104589" y="101391"/>
                  </a:lnTo>
                  <a:lnTo>
                    <a:pt x="104842" y="101043"/>
                  </a:lnTo>
                  <a:lnTo>
                    <a:pt x="105094" y="100869"/>
                  </a:lnTo>
                  <a:lnTo>
                    <a:pt x="106863" y="99130"/>
                  </a:lnTo>
                  <a:lnTo>
                    <a:pt x="108884" y="98260"/>
                  </a:lnTo>
                  <a:lnTo>
                    <a:pt x="109389" y="97565"/>
                  </a:lnTo>
                  <a:lnTo>
                    <a:pt x="109389" y="96869"/>
                  </a:lnTo>
                  <a:lnTo>
                    <a:pt x="109894" y="96521"/>
                  </a:lnTo>
                  <a:lnTo>
                    <a:pt x="110652" y="96347"/>
                  </a:lnTo>
                  <a:lnTo>
                    <a:pt x="111157" y="96000"/>
                  </a:lnTo>
                  <a:lnTo>
                    <a:pt x="111410" y="94956"/>
                  </a:lnTo>
                  <a:lnTo>
                    <a:pt x="111410" y="94608"/>
                  </a:lnTo>
                  <a:lnTo>
                    <a:pt x="111157" y="94086"/>
                  </a:lnTo>
                  <a:lnTo>
                    <a:pt x="110905" y="93565"/>
                  </a:lnTo>
                  <a:lnTo>
                    <a:pt x="110147" y="92521"/>
                  </a:lnTo>
                  <a:lnTo>
                    <a:pt x="110652" y="91826"/>
                  </a:lnTo>
                  <a:lnTo>
                    <a:pt x="111663" y="91130"/>
                  </a:lnTo>
                  <a:lnTo>
                    <a:pt x="112168" y="90782"/>
                  </a:lnTo>
                  <a:lnTo>
                    <a:pt x="113178" y="89565"/>
                  </a:lnTo>
                  <a:lnTo>
                    <a:pt x="113684" y="89391"/>
                  </a:lnTo>
                  <a:lnTo>
                    <a:pt x="113178" y="88173"/>
                  </a:lnTo>
                  <a:lnTo>
                    <a:pt x="110905" y="88000"/>
                  </a:lnTo>
                  <a:lnTo>
                    <a:pt x="109894" y="87478"/>
                  </a:lnTo>
                  <a:lnTo>
                    <a:pt x="110652" y="87130"/>
                  </a:lnTo>
                  <a:lnTo>
                    <a:pt x="111663" y="86608"/>
                  </a:lnTo>
                  <a:lnTo>
                    <a:pt x="112168" y="86608"/>
                  </a:lnTo>
                  <a:lnTo>
                    <a:pt x="112168" y="86086"/>
                  </a:lnTo>
                  <a:lnTo>
                    <a:pt x="111915" y="85913"/>
                  </a:lnTo>
                  <a:lnTo>
                    <a:pt x="111663" y="85913"/>
                  </a:lnTo>
                  <a:lnTo>
                    <a:pt x="111915" y="85565"/>
                  </a:lnTo>
                  <a:lnTo>
                    <a:pt x="114442" y="84173"/>
                  </a:lnTo>
                  <a:lnTo>
                    <a:pt x="115705" y="84173"/>
                  </a:lnTo>
                  <a:lnTo>
                    <a:pt x="116210" y="84000"/>
                  </a:lnTo>
                  <a:lnTo>
                    <a:pt x="116715" y="83304"/>
                  </a:lnTo>
                  <a:lnTo>
                    <a:pt x="117221" y="82434"/>
                  </a:lnTo>
                  <a:lnTo>
                    <a:pt x="117473" y="81391"/>
                  </a:lnTo>
                  <a:lnTo>
                    <a:pt x="117726" y="80347"/>
                  </a:lnTo>
                  <a:lnTo>
                    <a:pt x="118484" y="79826"/>
                  </a:lnTo>
                  <a:lnTo>
                    <a:pt x="119242" y="79478"/>
                  </a:lnTo>
                  <a:lnTo>
                    <a:pt x="119747" y="78782"/>
                  </a:lnTo>
                  <a:lnTo>
                    <a:pt x="120000" y="78086"/>
                  </a:lnTo>
                  <a:lnTo>
                    <a:pt x="120000" y="77739"/>
                  </a:lnTo>
                  <a:lnTo>
                    <a:pt x="120000" y="77391"/>
                  </a:lnTo>
                  <a:lnTo>
                    <a:pt x="120000" y="76869"/>
                  </a:lnTo>
                  <a:lnTo>
                    <a:pt x="120000" y="75652"/>
                  </a:lnTo>
                  <a:lnTo>
                    <a:pt x="119747" y="74608"/>
                  </a:lnTo>
                  <a:lnTo>
                    <a:pt x="119242" y="73739"/>
                  </a:lnTo>
                  <a:lnTo>
                    <a:pt x="118989" y="73391"/>
                  </a:lnTo>
                  <a:lnTo>
                    <a:pt x="120000" y="72521"/>
                  </a:lnTo>
                  <a:lnTo>
                    <a:pt x="119494" y="70260"/>
                  </a:lnTo>
                  <a:lnTo>
                    <a:pt x="119494" y="69043"/>
                  </a:lnTo>
                  <a:lnTo>
                    <a:pt x="120000" y="67826"/>
                  </a:lnTo>
                  <a:lnTo>
                    <a:pt x="119747" y="65739"/>
                  </a:lnTo>
                  <a:lnTo>
                    <a:pt x="119242" y="63652"/>
                  </a:lnTo>
                  <a:lnTo>
                    <a:pt x="117221" y="60695"/>
                  </a:lnTo>
                  <a:lnTo>
                    <a:pt x="114442" y="57217"/>
                  </a:lnTo>
                  <a:lnTo>
                    <a:pt x="101810" y="52173"/>
                  </a:lnTo>
                  <a:lnTo>
                    <a:pt x="95747" y="51826"/>
                  </a:lnTo>
                  <a:lnTo>
                    <a:pt x="94989" y="52000"/>
                  </a:lnTo>
                  <a:lnTo>
                    <a:pt x="94484" y="52347"/>
                  </a:lnTo>
                  <a:lnTo>
                    <a:pt x="92968" y="53913"/>
                  </a:lnTo>
                  <a:lnTo>
                    <a:pt x="92463" y="54608"/>
                  </a:lnTo>
                  <a:lnTo>
                    <a:pt x="89431" y="56347"/>
                  </a:lnTo>
                  <a:lnTo>
                    <a:pt x="88673" y="57217"/>
                  </a:lnTo>
                  <a:lnTo>
                    <a:pt x="87915" y="58608"/>
                  </a:lnTo>
                  <a:lnTo>
                    <a:pt x="87915" y="60000"/>
                  </a:lnTo>
                  <a:lnTo>
                    <a:pt x="87915" y="60869"/>
                  </a:lnTo>
                  <a:lnTo>
                    <a:pt x="87663" y="62086"/>
                  </a:lnTo>
                  <a:lnTo>
                    <a:pt x="86905" y="63652"/>
                  </a:lnTo>
                  <a:lnTo>
                    <a:pt x="86905" y="65043"/>
                  </a:lnTo>
                  <a:lnTo>
                    <a:pt x="87410" y="65739"/>
                  </a:lnTo>
                  <a:lnTo>
                    <a:pt x="91705" y="66782"/>
                  </a:lnTo>
                  <a:lnTo>
                    <a:pt x="92715" y="67478"/>
                  </a:lnTo>
                  <a:lnTo>
                    <a:pt x="89431" y="67652"/>
                  </a:lnTo>
                  <a:lnTo>
                    <a:pt x="87915" y="68347"/>
                  </a:lnTo>
                  <a:lnTo>
                    <a:pt x="86400" y="69217"/>
                  </a:lnTo>
                  <a:lnTo>
                    <a:pt x="86652" y="69565"/>
                  </a:lnTo>
                  <a:lnTo>
                    <a:pt x="86147" y="70434"/>
                  </a:lnTo>
                  <a:lnTo>
                    <a:pt x="85894" y="71304"/>
                  </a:lnTo>
                  <a:lnTo>
                    <a:pt x="85389" y="72347"/>
                  </a:lnTo>
                  <a:lnTo>
                    <a:pt x="84884" y="73391"/>
                  </a:lnTo>
                  <a:lnTo>
                    <a:pt x="84884" y="73391"/>
                  </a:lnTo>
                  <a:lnTo>
                    <a:pt x="84884" y="74260"/>
                  </a:lnTo>
                  <a:lnTo>
                    <a:pt x="84884" y="74608"/>
                  </a:lnTo>
                  <a:lnTo>
                    <a:pt x="85136" y="74782"/>
                  </a:lnTo>
                  <a:lnTo>
                    <a:pt x="85136" y="75478"/>
                  </a:lnTo>
                  <a:lnTo>
                    <a:pt x="84884" y="76347"/>
                  </a:lnTo>
                  <a:lnTo>
                    <a:pt x="84631" y="76173"/>
                  </a:lnTo>
                  <a:lnTo>
                    <a:pt x="84378" y="75652"/>
                  </a:lnTo>
                  <a:lnTo>
                    <a:pt x="84126" y="74782"/>
                  </a:lnTo>
                  <a:lnTo>
                    <a:pt x="83873" y="73913"/>
                  </a:lnTo>
                  <a:lnTo>
                    <a:pt x="83873" y="72521"/>
                  </a:lnTo>
                  <a:lnTo>
                    <a:pt x="83873" y="70956"/>
                  </a:lnTo>
                  <a:lnTo>
                    <a:pt x="84631" y="70086"/>
                  </a:lnTo>
                  <a:lnTo>
                    <a:pt x="82863" y="68869"/>
                  </a:lnTo>
                  <a:lnTo>
                    <a:pt x="82610" y="68695"/>
                  </a:lnTo>
                  <a:lnTo>
                    <a:pt x="83368" y="67826"/>
                  </a:lnTo>
                  <a:lnTo>
                    <a:pt x="83873" y="67478"/>
                  </a:lnTo>
                  <a:lnTo>
                    <a:pt x="84378" y="67478"/>
                  </a:lnTo>
                  <a:lnTo>
                    <a:pt x="84884" y="67478"/>
                  </a:lnTo>
                  <a:lnTo>
                    <a:pt x="84126" y="66782"/>
                  </a:lnTo>
                  <a:lnTo>
                    <a:pt x="82863" y="66608"/>
                  </a:lnTo>
                  <a:lnTo>
                    <a:pt x="82105" y="65913"/>
                  </a:lnTo>
                  <a:lnTo>
                    <a:pt x="81852" y="64347"/>
                  </a:lnTo>
                  <a:lnTo>
                    <a:pt x="82105" y="64000"/>
                  </a:lnTo>
                  <a:lnTo>
                    <a:pt x="82357" y="63130"/>
                  </a:lnTo>
                  <a:lnTo>
                    <a:pt x="82357" y="62608"/>
                  </a:lnTo>
                  <a:lnTo>
                    <a:pt x="82610" y="62260"/>
                  </a:lnTo>
                  <a:lnTo>
                    <a:pt x="83873" y="61565"/>
                  </a:lnTo>
                  <a:lnTo>
                    <a:pt x="83368" y="60869"/>
                  </a:lnTo>
                  <a:lnTo>
                    <a:pt x="81600" y="60869"/>
                  </a:lnTo>
                  <a:lnTo>
                    <a:pt x="80084" y="59826"/>
                  </a:lnTo>
                  <a:lnTo>
                    <a:pt x="78063" y="59826"/>
                  </a:lnTo>
                  <a:lnTo>
                    <a:pt x="76800" y="59130"/>
                  </a:lnTo>
                  <a:lnTo>
                    <a:pt x="68463" y="60695"/>
                  </a:lnTo>
                  <a:lnTo>
                    <a:pt x="67452" y="61217"/>
                  </a:lnTo>
                  <a:lnTo>
                    <a:pt x="66947" y="61565"/>
                  </a:lnTo>
                  <a:lnTo>
                    <a:pt x="65178" y="63652"/>
                  </a:lnTo>
                  <a:lnTo>
                    <a:pt x="64168" y="65043"/>
                  </a:lnTo>
                  <a:lnTo>
                    <a:pt x="62400" y="65913"/>
                  </a:lnTo>
                  <a:lnTo>
                    <a:pt x="61136" y="66608"/>
                  </a:lnTo>
                  <a:lnTo>
                    <a:pt x="59873" y="66086"/>
                  </a:lnTo>
                  <a:lnTo>
                    <a:pt x="60126" y="65565"/>
                  </a:lnTo>
                  <a:lnTo>
                    <a:pt x="59873" y="65043"/>
                  </a:lnTo>
                  <a:lnTo>
                    <a:pt x="59873" y="64869"/>
                  </a:lnTo>
                  <a:lnTo>
                    <a:pt x="61389" y="62608"/>
                  </a:lnTo>
                  <a:lnTo>
                    <a:pt x="62147" y="61913"/>
                  </a:lnTo>
                  <a:lnTo>
                    <a:pt x="62905" y="61739"/>
                  </a:lnTo>
                  <a:lnTo>
                    <a:pt x="62905" y="61565"/>
                  </a:lnTo>
                  <a:lnTo>
                    <a:pt x="62905" y="61391"/>
                  </a:lnTo>
                  <a:lnTo>
                    <a:pt x="62905" y="61217"/>
                  </a:lnTo>
                  <a:lnTo>
                    <a:pt x="62905" y="60869"/>
                  </a:lnTo>
                  <a:lnTo>
                    <a:pt x="64421" y="59304"/>
                  </a:lnTo>
                  <a:lnTo>
                    <a:pt x="66947" y="59652"/>
                  </a:lnTo>
                  <a:lnTo>
                    <a:pt x="67957" y="58782"/>
                  </a:lnTo>
                  <a:lnTo>
                    <a:pt x="67957" y="58434"/>
                  </a:lnTo>
                  <a:lnTo>
                    <a:pt x="67200" y="58260"/>
                  </a:lnTo>
                  <a:lnTo>
                    <a:pt x="67200" y="57913"/>
                  </a:lnTo>
                  <a:lnTo>
                    <a:pt x="69473" y="56173"/>
                  </a:lnTo>
                  <a:lnTo>
                    <a:pt x="70231" y="55826"/>
                  </a:lnTo>
                  <a:lnTo>
                    <a:pt x="70989" y="55478"/>
                  </a:lnTo>
                  <a:lnTo>
                    <a:pt x="71242" y="54608"/>
                  </a:lnTo>
                  <a:lnTo>
                    <a:pt x="71242" y="53565"/>
                  </a:lnTo>
                  <a:lnTo>
                    <a:pt x="70484" y="52869"/>
                  </a:lnTo>
                  <a:lnTo>
                    <a:pt x="70231" y="52695"/>
                  </a:lnTo>
                  <a:lnTo>
                    <a:pt x="69978" y="51826"/>
                  </a:lnTo>
                  <a:lnTo>
                    <a:pt x="69726" y="51478"/>
                  </a:lnTo>
                  <a:lnTo>
                    <a:pt x="67200" y="49565"/>
                  </a:lnTo>
                  <a:lnTo>
                    <a:pt x="66694" y="49391"/>
                  </a:lnTo>
                  <a:lnTo>
                    <a:pt x="63157" y="49217"/>
                  </a:lnTo>
                  <a:lnTo>
                    <a:pt x="60126" y="50086"/>
                  </a:lnTo>
                  <a:lnTo>
                    <a:pt x="55578" y="49391"/>
                  </a:lnTo>
                  <a:lnTo>
                    <a:pt x="52294" y="49913"/>
                  </a:lnTo>
                  <a:lnTo>
                    <a:pt x="52800" y="49217"/>
                  </a:lnTo>
                  <a:lnTo>
                    <a:pt x="54063" y="48173"/>
                  </a:lnTo>
                  <a:lnTo>
                    <a:pt x="54821" y="47652"/>
                  </a:lnTo>
                  <a:lnTo>
                    <a:pt x="55578" y="47130"/>
                  </a:lnTo>
                  <a:lnTo>
                    <a:pt x="55326" y="46782"/>
                  </a:lnTo>
                  <a:lnTo>
                    <a:pt x="54568" y="46608"/>
                  </a:lnTo>
                  <a:lnTo>
                    <a:pt x="54063" y="46260"/>
                  </a:lnTo>
                  <a:lnTo>
                    <a:pt x="54568" y="45913"/>
                  </a:lnTo>
                  <a:lnTo>
                    <a:pt x="55326" y="45217"/>
                  </a:lnTo>
                  <a:lnTo>
                    <a:pt x="56084" y="44695"/>
                  </a:lnTo>
                  <a:lnTo>
                    <a:pt x="56084" y="43478"/>
                  </a:lnTo>
                  <a:lnTo>
                    <a:pt x="56842" y="42086"/>
                  </a:lnTo>
                  <a:lnTo>
                    <a:pt x="57852" y="41391"/>
                  </a:lnTo>
                  <a:lnTo>
                    <a:pt x="63157" y="40347"/>
                  </a:lnTo>
                  <a:lnTo>
                    <a:pt x="64168" y="39478"/>
                  </a:lnTo>
                  <a:lnTo>
                    <a:pt x="61389" y="38434"/>
                  </a:lnTo>
                  <a:lnTo>
                    <a:pt x="61389" y="37565"/>
                  </a:lnTo>
                  <a:lnTo>
                    <a:pt x="61894" y="36695"/>
                  </a:lnTo>
                  <a:lnTo>
                    <a:pt x="63157" y="37565"/>
                  </a:lnTo>
                  <a:lnTo>
                    <a:pt x="64168" y="36521"/>
                  </a:lnTo>
                  <a:lnTo>
                    <a:pt x="63915" y="36521"/>
                  </a:lnTo>
                  <a:lnTo>
                    <a:pt x="63915" y="36173"/>
                  </a:lnTo>
                  <a:lnTo>
                    <a:pt x="64926" y="36347"/>
                  </a:lnTo>
                  <a:lnTo>
                    <a:pt x="64926" y="35826"/>
                  </a:lnTo>
                  <a:lnTo>
                    <a:pt x="62400" y="32695"/>
                  </a:lnTo>
                  <a:lnTo>
                    <a:pt x="62652" y="32347"/>
                  </a:lnTo>
                  <a:lnTo>
                    <a:pt x="62905" y="32173"/>
                  </a:lnTo>
                  <a:lnTo>
                    <a:pt x="63157" y="31826"/>
                  </a:lnTo>
                  <a:lnTo>
                    <a:pt x="63663" y="31826"/>
                  </a:lnTo>
                  <a:lnTo>
                    <a:pt x="63157" y="31478"/>
                  </a:lnTo>
                  <a:lnTo>
                    <a:pt x="62652" y="31478"/>
                  </a:lnTo>
                  <a:lnTo>
                    <a:pt x="62400" y="31478"/>
                  </a:lnTo>
                  <a:lnTo>
                    <a:pt x="62147" y="31130"/>
                  </a:lnTo>
                  <a:lnTo>
                    <a:pt x="61894" y="30434"/>
                  </a:lnTo>
                  <a:lnTo>
                    <a:pt x="61136" y="28869"/>
                  </a:lnTo>
                  <a:lnTo>
                    <a:pt x="60631" y="28347"/>
                  </a:lnTo>
                  <a:lnTo>
                    <a:pt x="57852" y="27826"/>
                  </a:lnTo>
                  <a:lnTo>
                    <a:pt x="57094" y="27478"/>
                  </a:lnTo>
                  <a:lnTo>
                    <a:pt x="56589" y="27304"/>
                  </a:lnTo>
                  <a:lnTo>
                    <a:pt x="56084" y="27478"/>
                  </a:lnTo>
                  <a:lnTo>
                    <a:pt x="55326" y="27478"/>
                  </a:lnTo>
                  <a:lnTo>
                    <a:pt x="54821" y="26608"/>
                  </a:lnTo>
                  <a:lnTo>
                    <a:pt x="55578" y="25565"/>
                  </a:lnTo>
                  <a:lnTo>
                    <a:pt x="57347" y="25391"/>
                  </a:lnTo>
                  <a:lnTo>
                    <a:pt x="58105" y="24695"/>
                  </a:lnTo>
                  <a:lnTo>
                    <a:pt x="57852" y="24173"/>
                  </a:lnTo>
                  <a:lnTo>
                    <a:pt x="56589" y="23826"/>
                  </a:lnTo>
                  <a:lnTo>
                    <a:pt x="56336" y="23130"/>
                  </a:lnTo>
                  <a:lnTo>
                    <a:pt x="56589" y="22608"/>
                  </a:lnTo>
                  <a:lnTo>
                    <a:pt x="57094" y="22086"/>
                  </a:lnTo>
                  <a:lnTo>
                    <a:pt x="57852" y="21391"/>
                  </a:lnTo>
                  <a:lnTo>
                    <a:pt x="57600" y="20869"/>
                  </a:lnTo>
                  <a:lnTo>
                    <a:pt x="56336" y="21217"/>
                  </a:lnTo>
                  <a:lnTo>
                    <a:pt x="56084" y="20869"/>
                  </a:lnTo>
                  <a:lnTo>
                    <a:pt x="56589" y="20347"/>
                  </a:lnTo>
                  <a:lnTo>
                    <a:pt x="57852" y="20000"/>
                  </a:lnTo>
                  <a:lnTo>
                    <a:pt x="58105" y="19304"/>
                  </a:lnTo>
                  <a:lnTo>
                    <a:pt x="58610" y="18608"/>
                  </a:lnTo>
                  <a:lnTo>
                    <a:pt x="57852" y="17913"/>
                  </a:lnTo>
                  <a:lnTo>
                    <a:pt x="57094" y="17565"/>
                  </a:lnTo>
                  <a:lnTo>
                    <a:pt x="56589" y="17217"/>
                  </a:lnTo>
                  <a:lnTo>
                    <a:pt x="56336" y="16000"/>
                  </a:lnTo>
                  <a:lnTo>
                    <a:pt x="55578" y="15826"/>
                  </a:lnTo>
                  <a:lnTo>
                    <a:pt x="55578" y="15478"/>
                  </a:lnTo>
                  <a:lnTo>
                    <a:pt x="55326" y="13391"/>
                  </a:lnTo>
                  <a:lnTo>
                    <a:pt x="56589" y="12695"/>
                  </a:lnTo>
                  <a:lnTo>
                    <a:pt x="57094" y="12695"/>
                  </a:lnTo>
                  <a:lnTo>
                    <a:pt x="58105" y="13565"/>
                  </a:lnTo>
                  <a:lnTo>
                    <a:pt x="58863" y="13391"/>
                  </a:lnTo>
                  <a:lnTo>
                    <a:pt x="59621" y="12347"/>
                  </a:lnTo>
                  <a:lnTo>
                    <a:pt x="61642" y="11130"/>
                  </a:lnTo>
                  <a:lnTo>
                    <a:pt x="62400" y="10260"/>
                  </a:lnTo>
                  <a:lnTo>
                    <a:pt x="62400" y="8347"/>
                  </a:lnTo>
                  <a:lnTo>
                    <a:pt x="62147" y="6956"/>
                  </a:lnTo>
                  <a:lnTo>
                    <a:pt x="61389" y="6260"/>
                  </a:lnTo>
                  <a:lnTo>
                    <a:pt x="58105" y="5913"/>
                  </a:lnTo>
                  <a:lnTo>
                    <a:pt x="57852" y="5565"/>
                  </a:lnTo>
                  <a:lnTo>
                    <a:pt x="58105" y="4869"/>
                  </a:lnTo>
                  <a:lnTo>
                    <a:pt x="58863" y="4000"/>
                  </a:lnTo>
                  <a:lnTo>
                    <a:pt x="59368" y="3130"/>
                  </a:lnTo>
                  <a:lnTo>
                    <a:pt x="59115" y="2434"/>
                  </a:lnTo>
                  <a:lnTo>
                    <a:pt x="58105" y="1391"/>
                  </a:lnTo>
                  <a:lnTo>
                    <a:pt x="57852" y="173"/>
                  </a:lnTo>
                  <a:lnTo>
                    <a:pt x="57600" y="0"/>
                  </a:lnTo>
                  <a:lnTo>
                    <a:pt x="57347" y="0"/>
                  </a:lnTo>
                  <a:lnTo>
                    <a:pt x="56842" y="0"/>
                  </a:lnTo>
                  <a:lnTo>
                    <a:pt x="56589" y="521"/>
                  </a:lnTo>
                  <a:lnTo>
                    <a:pt x="56336" y="1391"/>
                  </a:lnTo>
                  <a:lnTo>
                    <a:pt x="56084" y="1565"/>
                  </a:lnTo>
                  <a:lnTo>
                    <a:pt x="54063" y="2434"/>
                  </a:lnTo>
                  <a:lnTo>
                    <a:pt x="53052" y="2260"/>
                  </a:lnTo>
                  <a:lnTo>
                    <a:pt x="52042" y="1565"/>
                  </a:lnTo>
                  <a:lnTo>
                    <a:pt x="48000" y="1739"/>
                  </a:lnTo>
                  <a:lnTo>
                    <a:pt x="48000" y="1739"/>
                  </a:lnTo>
                  <a:lnTo>
                    <a:pt x="47494" y="1739"/>
                  </a:lnTo>
                  <a:lnTo>
                    <a:pt x="46231" y="2608"/>
                  </a:lnTo>
                  <a:lnTo>
                    <a:pt x="44968" y="3130"/>
                  </a:lnTo>
                  <a:lnTo>
                    <a:pt x="44463" y="3304"/>
                  </a:lnTo>
                  <a:lnTo>
                    <a:pt x="43957" y="4173"/>
                  </a:lnTo>
                  <a:lnTo>
                    <a:pt x="43957" y="4521"/>
                  </a:lnTo>
                  <a:lnTo>
                    <a:pt x="43957" y="4869"/>
                  </a:lnTo>
                  <a:lnTo>
                    <a:pt x="43957" y="5043"/>
                  </a:lnTo>
                  <a:lnTo>
                    <a:pt x="41431" y="5913"/>
                  </a:lnTo>
                  <a:lnTo>
                    <a:pt x="39915" y="6956"/>
                  </a:lnTo>
                  <a:lnTo>
                    <a:pt x="39410" y="8521"/>
                  </a:lnTo>
                  <a:lnTo>
                    <a:pt x="38400" y="8869"/>
                  </a:lnTo>
                  <a:lnTo>
                    <a:pt x="37894" y="9739"/>
                  </a:lnTo>
                  <a:lnTo>
                    <a:pt x="37389" y="10956"/>
                  </a:lnTo>
                  <a:lnTo>
                    <a:pt x="37136" y="12347"/>
                  </a:lnTo>
                  <a:lnTo>
                    <a:pt x="36631" y="12347"/>
                  </a:lnTo>
                  <a:lnTo>
                    <a:pt x="34610" y="12869"/>
                  </a:lnTo>
                  <a:lnTo>
                    <a:pt x="34610" y="13391"/>
                  </a:lnTo>
                  <a:lnTo>
                    <a:pt x="34610" y="14260"/>
                  </a:lnTo>
                  <a:lnTo>
                    <a:pt x="34610" y="14608"/>
                  </a:lnTo>
                  <a:lnTo>
                    <a:pt x="31831" y="14086"/>
                  </a:lnTo>
                  <a:lnTo>
                    <a:pt x="31831" y="14608"/>
                  </a:lnTo>
                  <a:lnTo>
                    <a:pt x="31831" y="15130"/>
                  </a:lnTo>
                  <a:lnTo>
                    <a:pt x="31831" y="15304"/>
                  </a:lnTo>
                  <a:lnTo>
                    <a:pt x="31326" y="16000"/>
                  </a:lnTo>
                  <a:lnTo>
                    <a:pt x="30568" y="16695"/>
                  </a:lnTo>
                  <a:lnTo>
                    <a:pt x="29810" y="17043"/>
                  </a:lnTo>
                  <a:lnTo>
                    <a:pt x="29557" y="17217"/>
                  </a:lnTo>
                  <a:lnTo>
                    <a:pt x="29305" y="17565"/>
                  </a:lnTo>
                  <a:lnTo>
                    <a:pt x="31831" y="17739"/>
                  </a:lnTo>
                  <a:lnTo>
                    <a:pt x="32336" y="18434"/>
                  </a:lnTo>
                  <a:lnTo>
                    <a:pt x="30315" y="19652"/>
                  </a:lnTo>
                  <a:lnTo>
                    <a:pt x="29557" y="20347"/>
                  </a:lnTo>
                  <a:lnTo>
                    <a:pt x="28294" y="19652"/>
                  </a:lnTo>
                  <a:lnTo>
                    <a:pt x="28042" y="19652"/>
                  </a:lnTo>
                  <a:lnTo>
                    <a:pt x="27031" y="20347"/>
                  </a:lnTo>
                  <a:lnTo>
                    <a:pt x="25263" y="20173"/>
                  </a:lnTo>
                  <a:lnTo>
                    <a:pt x="24757" y="21391"/>
                  </a:lnTo>
                  <a:lnTo>
                    <a:pt x="21473" y="34608"/>
                  </a:lnTo>
                  <a:lnTo>
                    <a:pt x="20968" y="35826"/>
                  </a:lnTo>
                  <a:lnTo>
                    <a:pt x="22484" y="37565"/>
                  </a:lnTo>
                  <a:lnTo>
                    <a:pt x="22736" y="37739"/>
                  </a:lnTo>
                  <a:lnTo>
                    <a:pt x="22989" y="37739"/>
                  </a:lnTo>
                  <a:lnTo>
                    <a:pt x="23494" y="37391"/>
                  </a:lnTo>
                  <a:lnTo>
                    <a:pt x="23242" y="37217"/>
                  </a:lnTo>
                  <a:lnTo>
                    <a:pt x="23242" y="35652"/>
                  </a:lnTo>
                  <a:lnTo>
                    <a:pt x="24505" y="35130"/>
                  </a:lnTo>
                  <a:lnTo>
                    <a:pt x="25263" y="35130"/>
                  </a:lnTo>
                  <a:lnTo>
                    <a:pt x="28042" y="36521"/>
                  </a:lnTo>
                  <a:lnTo>
                    <a:pt x="28042" y="36869"/>
                  </a:lnTo>
                  <a:lnTo>
                    <a:pt x="28042" y="37391"/>
                  </a:lnTo>
                  <a:lnTo>
                    <a:pt x="27536" y="37565"/>
                  </a:lnTo>
                  <a:lnTo>
                    <a:pt x="27284" y="37739"/>
                  </a:lnTo>
                  <a:lnTo>
                    <a:pt x="27031" y="37565"/>
                  </a:lnTo>
                  <a:lnTo>
                    <a:pt x="27536" y="38260"/>
                  </a:lnTo>
                  <a:lnTo>
                    <a:pt x="30821" y="38956"/>
                  </a:lnTo>
                  <a:lnTo>
                    <a:pt x="31326" y="39304"/>
                  </a:lnTo>
                  <a:lnTo>
                    <a:pt x="31326" y="39652"/>
                  </a:lnTo>
                  <a:lnTo>
                    <a:pt x="31326" y="40000"/>
                  </a:lnTo>
                  <a:lnTo>
                    <a:pt x="31326" y="40173"/>
                  </a:lnTo>
                  <a:lnTo>
                    <a:pt x="30821" y="40347"/>
                  </a:lnTo>
                  <a:lnTo>
                    <a:pt x="31578" y="41217"/>
                  </a:lnTo>
                  <a:lnTo>
                    <a:pt x="32842" y="41913"/>
                  </a:lnTo>
                  <a:lnTo>
                    <a:pt x="34105" y="43130"/>
                  </a:lnTo>
                  <a:lnTo>
                    <a:pt x="34357" y="43304"/>
                  </a:lnTo>
                  <a:lnTo>
                    <a:pt x="34863" y="43826"/>
                  </a:lnTo>
                  <a:lnTo>
                    <a:pt x="34863" y="44695"/>
                  </a:lnTo>
                  <a:lnTo>
                    <a:pt x="34357" y="44869"/>
                  </a:lnTo>
                  <a:lnTo>
                    <a:pt x="32842" y="45217"/>
                  </a:lnTo>
                  <a:lnTo>
                    <a:pt x="32842" y="45565"/>
                  </a:lnTo>
                  <a:lnTo>
                    <a:pt x="32842" y="45913"/>
                  </a:lnTo>
                  <a:lnTo>
                    <a:pt x="32589" y="46608"/>
                  </a:lnTo>
                  <a:lnTo>
                    <a:pt x="33094" y="46608"/>
                  </a:lnTo>
                  <a:lnTo>
                    <a:pt x="34357" y="47478"/>
                  </a:lnTo>
                  <a:lnTo>
                    <a:pt x="34863" y="47652"/>
                  </a:lnTo>
                  <a:lnTo>
                    <a:pt x="34357" y="48347"/>
                  </a:lnTo>
                  <a:lnTo>
                    <a:pt x="32084" y="48173"/>
                  </a:lnTo>
                  <a:lnTo>
                    <a:pt x="30821" y="48521"/>
                  </a:lnTo>
                  <a:lnTo>
                    <a:pt x="31326" y="48521"/>
                  </a:lnTo>
                  <a:lnTo>
                    <a:pt x="31831" y="49391"/>
                  </a:lnTo>
                  <a:lnTo>
                    <a:pt x="30568" y="50260"/>
                  </a:lnTo>
                  <a:lnTo>
                    <a:pt x="28042" y="50608"/>
                  </a:lnTo>
                  <a:lnTo>
                    <a:pt x="27031" y="51304"/>
                  </a:lnTo>
                  <a:lnTo>
                    <a:pt x="25010" y="52695"/>
                  </a:lnTo>
                  <a:lnTo>
                    <a:pt x="24252" y="53217"/>
                  </a:lnTo>
                  <a:lnTo>
                    <a:pt x="17178" y="54086"/>
                  </a:lnTo>
                  <a:lnTo>
                    <a:pt x="16421" y="54608"/>
                  </a:lnTo>
                  <a:lnTo>
                    <a:pt x="15663" y="56521"/>
                  </a:lnTo>
                  <a:lnTo>
                    <a:pt x="16673" y="57913"/>
                  </a:lnTo>
                  <a:lnTo>
                    <a:pt x="17936" y="58434"/>
                  </a:lnTo>
                  <a:lnTo>
                    <a:pt x="19452" y="57391"/>
                  </a:lnTo>
                  <a:lnTo>
                    <a:pt x="19957" y="57913"/>
                  </a:lnTo>
                  <a:lnTo>
                    <a:pt x="20463" y="57913"/>
                  </a:lnTo>
                  <a:lnTo>
                    <a:pt x="21726" y="57043"/>
                  </a:lnTo>
                  <a:lnTo>
                    <a:pt x="22231" y="57043"/>
                  </a:lnTo>
                  <a:lnTo>
                    <a:pt x="22736" y="57043"/>
                  </a:lnTo>
                  <a:lnTo>
                    <a:pt x="23242" y="57391"/>
                  </a:lnTo>
                  <a:lnTo>
                    <a:pt x="23494" y="57913"/>
                  </a:lnTo>
                  <a:lnTo>
                    <a:pt x="22736" y="58434"/>
                  </a:lnTo>
                  <a:lnTo>
                    <a:pt x="22231" y="58956"/>
                  </a:lnTo>
                  <a:lnTo>
                    <a:pt x="22484" y="59304"/>
                  </a:lnTo>
                  <a:lnTo>
                    <a:pt x="23242" y="59652"/>
                  </a:lnTo>
                  <a:lnTo>
                    <a:pt x="23494" y="60000"/>
                  </a:lnTo>
                  <a:lnTo>
                    <a:pt x="22989" y="60521"/>
                  </a:lnTo>
                  <a:lnTo>
                    <a:pt x="22231" y="60869"/>
                  </a:lnTo>
                  <a:lnTo>
                    <a:pt x="21978" y="61565"/>
                  </a:lnTo>
                  <a:lnTo>
                    <a:pt x="28294" y="62434"/>
                  </a:lnTo>
                  <a:lnTo>
                    <a:pt x="27284" y="62956"/>
                  </a:lnTo>
                  <a:lnTo>
                    <a:pt x="27031" y="62956"/>
                  </a:lnTo>
                  <a:lnTo>
                    <a:pt x="27789" y="63826"/>
                  </a:lnTo>
                  <a:lnTo>
                    <a:pt x="34610" y="66086"/>
                  </a:lnTo>
                  <a:lnTo>
                    <a:pt x="35368" y="66956"/>
                  </a:lnTo>
                  <a:lnTo>
                    <a:pt x="35115" y="67304"/>
                  </a:lnTo>
                  <a:lnTo>
                    <a:pt x="35115" y="67826"/>
                  </a:lnTo>
                  <a:lnTo>
                    <a:pt x="34863" y="68173"/>
                  </a:lnTo>
                  <a:lnTo>
                    <a:pt x="36378" y="68173"/>
                  </a:lnTo>
                  <a:lnTo>
                    <a:pt x="36884" y="68347"/>
                  </a:lnTo>
                  <a:lnTo>
                    <a:pt x="36884" y="68521"/>
                  </a:lnTo>
                  <a:lnTo>
                    <a:pt x="37389" y="69217"/>
                  </a:lnTo>
                  <a:lnTo>
                    <a:pt x="39663" y="69565"/>
                  </a:lnTo>
                  <a:lnTo>
                    <a:pt x="40168" y="70434"/>
                  </a:lnTo>
                  <a:lnTo>
                    <a:pt x="39410" y="70782"/>
                  </a:lnTo>
                  <a:lnTo>
                    <a:pt x="38905" y="70782"/>
                  </a:lnTo>
                  <a:lnTo>
                    <a:pt x="37642" y="70608"/>
                  </a:lnTo>
                  <a:lnTo>
                    <a:pt x="37642" y="70608"/>
                  </a:lnTo>
                  <a:lnTo>
                    <a:pt x="37389" y="70782"/>
                  </a:lnTo>
                  <a:lnTo>
                    <a:pt x="37389" y="70956"/>
                  </a:lnTo>
                  <a:lnTo>
                    <a:pt x="37894" y="71826"/>
                  </a:lnTo>
                  <a:lnTo>
                    <a:pt x="39157" y="74434"/>
                  </a:lnTo>
                  <a:lnTo>
                    <a:pt x="38400" y="75130"/>
                  </a:lnTo>
                  <a:lnTo>
                    <a:pt x="37642" y="75652"/>
                  </a:lnTo>
                  <a:lnTo>
                    <a:pt x="37136" y="76347"/>
                  </a:lnTo>
                  <a:lnTo>
                    <a:pt x="37136" y="77043"/>
                  </a:lnTo>
                  <a:lnTo>
                    <a:pt x="37389" y="77391"/>
                  </a:lnTo>
                  <a:lnTo>
                    <a:pt x="37642" y="77565"/>
                  </a:lnTo>
                  <a:lnTo>
                    <a:pt x="37642" y="77739"/>
                  </a:lnTo>
                  <a:lnTo>
                    <a:pt x="37642" y="78086"/>
                  </a:lnTo>
                  <a:lnTo>
                    <a:pt x="35621" y="77391"/>
                  </a:lnTo>
                  <a:lnTo>
                    <a:pt x="34610" y="77391"/>
                  </a:lnTo>
                  <a:lnTo>
                    <a:pt x="33347" y="78086"/>
                  </a:lnTo>
                  <a:lnTo>
                    <a:pt x="34105" y="78608"/>
                  </a:lnTo>
                  <a:lnTo>
                    <a:pt x="35115" y="79130"/>
                  </a:lnTo>
                  <a:lnTo>
                    <a:pt x="35621" y="79826"/>
                  </a:lnTo>
                  <a:lnTo>
                    <a:pt x="35621" y="82086"/>
                  </a:lnTo>
                  <a:lnTo>
                    <a:pt x="35621" y="82260"/>
                  </a:lnTo>
                  <a:lnTo>
                    <a:pt x="35368" y="82956"/>
                  </a:lnTo>
                  <a:lnTo>
                    <a:pt x="34610" y="82956"/>
                  </a:lnTo>
                  <a:lnTo>
                    <a:pt x="32842" y="81391"/>
                  </a:lnTo>
                  <a:lnTo>
                    <a:pt x="10610" y="76695"/>
                  </a:lnTo>
                  <a:lnTo>
                    <a:pt x="7831" y="87652"/>
                  </a:lnTo>
                  <a:lnTo>
                    <a:pt x="4547" y="101043"/>
                  </a:lnTo>
                  <a:lnTo>
                    <a:pt x="1010" y="114086"/>
                  </a:lnTo>
                  <a:lnTo>
                    <a:pt x="0" y="118260"/>
                  </a:lnTo>
                  <a:lnTo>
                    <a:pt x="0" y="118260"/>
                  </a:lnTo>
                  <a:lnTo>
                    <a:pt x="3031" y="11739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Shape 5240"/>
            <p:cNvSpPr/>
            <p:nvPr/>
          </p:nvSpPr>
          <p:spPr>
            <a:xfrm>
              <a:off x="10380921" y="4648544"/>
              <a:ext cx="22225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50322"/>
                  </a:moveTo>
                  <a:lnTo>
                    <a:pt x="8181" y="89032"/>
                  </a:lnTo>
                  <a:lnTo>
                    <a:pt x="0" y="104516"/>
                  </a:lnTo>
                  <a:lnTo>
                    <a:pt x="2727" y="120000"/>
                  </a:lnTo>
                  <a:lnTo>
                    <a:pt x="21818" y="116129"/>
                  </a:lnTo>
                  <a:lnTo>
                    <a:pt x="54545" y="89032"/>
                  </a:lnTo>
                  <a:lnTo>
                    <a:pt x="81818" y="85161"/>
                  </a:lnTo>
                  <a:lnTo>
                    <a:pt x="90000" y="73548"/>
                  </a:lnTo>
                  <a:lnTo>
                    <a:pt x="106363" y="27096"/>
                  </a:lnTo>
                  <a:lnTo>
                    <a:pt x="114545" y="15483"/>
                  </a:lnTo>
                  <a:lnTo>
                    <a:pt x="117272" y="7741"/>
                  </a:lnTo>
                  <a:lnTo>
                    <a:pt x="117272" y="3870"/>
                  </a:lnTo>
                  <a:lnTo>
                    <a:pt x="120000" y="0"/>
                  </a:lnTo>
                  <a:lnTo>
                    <a:pt x="106363" y="3870"/>
                  </a:lnTo>
                  <a:lnTo>
                    <a:pt x="60000" y="5032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Shape 5241"/>
            <p:cNvSpPr/>
            <p:nvPr/>
          </p:nvSpPr>
          <p:spPr>
            <a:xfrm>
              <a:off x="11041321" y="4372319"/>
              <a:ext cx="7937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2500" y="0"/>
                  </a:moveTo>
                  <a:lnTo>
                    <a:pt x="15000" y="8571"/>
                  </a:lnTo>
                  <a:lnTo>
                    <a:pt x="7500" y="21428"/>
                  </a:lnTo>
                  <a:lnTo>
                    <a:pt x="0" y="42857"/>
                  </a:lnTo>
                  <a:lnTo>
                    <a:pt x="0" y="68571"/>
                  </a:lnTo>
                  <a:lnTo>
                    <a:pt x="22500" y="107142"/>
                  </a:lnTo>
                  <a:lnTo>
                    <a:pt x="75000" y="119999"/>
                  </a:lnTo>
                  <a:lnTo>
                    <a:pt x="120000" y="94285"/>
                  </a:lnTo>
                  <a:lnTo>
                    <a:pt x="105000" y="25714"/>
                  </a:lnTo>
                  <a:lnTo>
                    <a:pt x="97500" y="4285"/>
                  </a:lnTo>
                  <a:lnTo>
                    <a:pt x="825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Shape 5242"/>
            <p:cNvSpPr/>
            <p:nvPr/>
          </p:nvSpPr>
          <p:spPr>
            <a:xfrm>
              <a:off x="11311196" y="4737444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Shape 5243"/>
            <p:cNvSpPr/>
            <p:nvPr/>
          </p:nvSpPr>
          <p:spPr>
            <a:xfrm>
              <a:off x="11844596" y="5767732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Shape 5244"/>
            <p:cNvSpPr/>
            <p:nvPr/>
          </p:nvSpPr>
          <p:spPr>
            <a:xfrm>
              <a:off x="11590596" y="4548532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Shape 5245"/>
            <p:cNvSpPr/>
            <p:nvPr/>
          </p:nvSpPr>
          <p:spPr>
            <a:xfrm>
              <a:off x="10777796" y="2791168"/>
              <a:ext cx="20638" cy="317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1000" y="99310"/>
                  </a:moveTo>
                  <a:lnTo>
                    <a:pt x="84000" y="95172"/>
                  </a:lnTo>
                  <a:lnTo>
                    <a:pt x="90000" y="80689"/>
                  </a:lnTo>
                  <a:lnTo>
                    <a:pt x="111000" y="57931"/>
                  </a:lnTo>
                  <a:lnTo>
                    <a:pt x="120000" y="45517"/>
                  </a:lnTo>
                  <a:lnTo>
                    <a:pt x="120000" y="28965"/>
                  </a:lnTo>
                  <a:lnTo>
                    <a:pt x="102000" y="10344"/>
                  </a:lnTo>
                  <a:lnTo>
                    <a:pt x="30000" y="0"/>
                  </a:lnTo>
                  <a:lnTo>
                    <a:pt x="15000" y="68275"/>
                  </a:lnTo>
                  <a:lnTo>
                    <a:pt x="0" y="120000"/>
                  </a:lnTo>
                  <a:lnTo>
                    <a:pt x="54000" y="113793"/>
                  </a:lnTo>
                  <a:lnTo>
                    <a:pt x="81000" y="9931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Shape 5246"/>
            <p:cNvSpPr/>
            <p:nvPr/>
          </p:nvSpPr>
          <p:spPr>
            <a:xfrm>
              <a:off x="12363707" y="4781894"/>
              <a:ext cx="3174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lnTo>
                    <a:pt x="0" y="120000"/>
                  </a:lnTo>
                  <a:lnTo>
                    <a:pt x="0" y="120000"/>
                  </a:lnTo>
                  <a:lnTo>
                    <a:pt x="12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Shape 5247"/>
            <p:cNvSpPr/>
            <p:nvPr/>
          </p:nvSpPr>
          <p:spPr>
            <a:xfrm>
              <a:off x="11933496" y="5664544"/>
              <a:ext cx="11113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857" y="68571"/>
                  </a:moveTo>
                  <a:lnTo>
                    <a:pt x="97142" y="42857"/>
                  </a:lnTo>
                  <a:lnTo>
                    <a:pt x="80000" y="25714"/>
                  </a:lnTo>
                  <a:lnTo>
                    <a:pt x="34285" y="17142"/>
                  </a:lnTo>
                  <a:lnTo>
                    <a:pt x="22857" y="0"/>
                  </a:lnTo>
                  <a:lnTo>
                    <a:pt x="17142" y="0"/>
                  </a:lnTo>
                  <a:lnTo>
                    <a:pt x="11428" y="0"/>
                  </a:lnTo>
                  <a:lnTo>
                    <a:pt x="0" y="0"/>
                  </a:lnTo>
                  <a:lnTo>
                    <a:pt x="22857" y="42857"/>
                  </a:lnTo>
                  <a:lnTo>
                    <a:pt x="114285" y="119999"/>
                  </a:lnTo>
                  <a:lnTo>
                    <a:pt x="120000" y="119999"/>
                  </a:lnTo>
                  <a:lnTo>
                    <a:pt x="120000" y="102857"/>
                  </a:lnTo>
                  <a:lnTo>
                    <a:pt x="102857" y="685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Shape 5248"/>
            <p:cNvSpPr/>
            <p:nvPr/>
          </p:nvSpPr>
          <p:spPr>
            <a:xfrm>
              <a:off x="11593771" y="4472332"/>
              <a:ext cx="1587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lnTo>
                    <a:pt x="120000" y="0"/>
                  </a:ln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Shape 5249"/>
            <p:cNvSpPr/>
            <p:nvPr/>
          </p:nvSpPr>
          <p:spPr>
            <a:xfrm>
              <a:off x="11439782" y="4211982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Shape 5250"/>
            <p:cNvSpPr/>
            <p:nvPr/>
          </p:nvSpPr>
          <p:spPr>
            <a:xfrm>
              <a:off x="11446132" y="4053232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Shape 5251"/>
            <p:cNvSpPr/>
            <p:nvPr/>
          </p:nvSpPr>
          <p:spPr>
            <a:xfrm>
              <a:off x="10203121" y="4488207"/>
              <a:ext cx="14288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923" y="120000"/>
                  </a:moveTo>
                  <a:lnTo>
                    <a:pt x="120000" y="84705"/>
                  </a:lnTo>
                  <a:lnTo>
                    <a:pt x="87692" y="28235"/>
                  </a:lnTo>
                  <a:lnTo>
                    <a:pt x="18461" y="0"/>
                  </a:lnTo>
                  <a:lnTo>
                    <a:pt x="13846" y="0"/>
                  </a:lnTo>
                  <a:lnTo>
                    <a:pt x="4615" y="14117"/>
                  </a:lnTo>
                  <a:lnTo>
                    <a:pt x="4615" y="28235"/>
                  </a:lnTo>
                  <a:lnTo>
                    <a:pt x="0" y="56470"/>
                  </a:lnTo>
                  <a:lnTo>
                    <a:pt x="96923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Shape 5252"/>
            <p:cNvSpPr/>
            <p:nvPr/>
          </p:nvSpPr>
          <p:spPr>
            <a:xfrm>
              <a:off x="10190421" y="4473919"/>
              <a:ext cx="7937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000" y="9230"/>
                  </a:moveTo>
                  <a:lnTo>
                    <a:pt x="32000" y="0"/>
                  </a:lnTo>
                  <a:lnTo>
                    <a:pt x="24000" y="0"/>
                  </a:lnTo>
                  <a:lnTo>
                    <a:pt x="0" y="4615"/>
                  </a:lnTo>
                  <a:lnTo>
                    <a:pt x="32000" y="32307"/>
                  </a:lnTo>
                  <a:lnTo>
                    <a:pt x="56000" y="101538"/>
                  </a:lnTo>
                  <a:lnTo>
                    <a:pt x="88000" y="120000"/>
                  </a:lnTo>
                  <a:lnTo>
                    <a:pt x="120000" y="115384"/>
                  </a:lnTo>
                  <a:lnTo>
                    <a:pt x="112000" y="83076"/>
                  </a:lnTo>
                  <a:lnTo>
                    <a:pt x="48000" y="27692"/>
                  </a:lnTo>
                  <a:lnTo>
                    <a:pt x="48000" y="923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Shape 5253"/>
            <p:cNvSpPr/>
            <p:nvPr/>
          </p:nvSpPr>
          <p:spPr>
            <a:xfrm>
              <a:off x="10199946" y="4623144"/>
              <a:ext cx="25399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40000"/>
                  </a:moveTo>
                  <a:lnTo>
                    <a:pt x="24000" y="110000"/>
                  </a:lnTo>
                  <a:lnTo>
                    <a:pt x="100800" y="120000"/>
                  </a:lnTo>
                  <a:lnTo>
                    <a:pt x="112800" y="110000"/>
                  </a:lnTo>
                  <a:lnTo>
                    <a:pt x="120000" y="80000"/>
                  </a:lnTo>
                  <a:lnTo>
                    <a:pt x="112800" y="20000"/>
                  </a:lnTo>
                  <a:lnTo>
                    <a:pt x="93600" y="0"/>
                  </a:lnTo>
                  <a:lnTo>
                    <a:pt x="55200" y="20000"/>
                  </a:lnTo>
                  <a:lnTo>
                    <a:pt x="55200" y="40000"/>
                  </a:lnTo>
                  <a:lnTo>
                    <a:pt x="60000" y="40000"/>
                  </a:lnTo>
                  <a:lnTo>
                    <a:pt x="64800" y="40000"/>
                  </a:lnTo>
                  <a:lnTo>
                    <a:pt x="67200" y="50000"/>
                  </a:lnTo>
                  <a:lnTo>
                    <a:pt x="69600" y="70000"/>
                  </a:lnTo>
                  <a:lnTo>
                    <a:pt x="62400" y="80000"/>
                  </a:lnTo>
                  <a:lnTo>
                    <a:pt x="19200" y="20000"/>
                  </a:lnTo>
                  <a:lnTo>
                    <a:pt x="7200" y="20000"/>
                  </a:lnTo>
                  <a:lnTo>
                    <a:pt x="0" y="4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Shape 5254"/>
            <p:cNvSpPr/>
            <p:nvPr/>
          </p:nvSpPr>
          <p:spPr>
            <a:xfrm>
              <a:off x="10344407" y="4575519"/>
              <a:ext cx="20638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5121" y="0"/>
                  </a:moveTo>
                  <a:lnTo>
                    <a:pt x="32195" y="0"/>
                  </a:lnTo>
                  <a:lnTo>
                    <a:pt x="32195" y="8888"/>
                  </a:lnTo>
                  <a:lnTo>
                    <a:pt x="32195" y="17777"/>
                  </a:lnTo>
                  <a:lnTo>
                    <a:pt x="29268" y="26666"/>
                  </a:lnTo>
                  <a:lnTo>
                    <a:pt x="14634" y="35555"/>
                  </a:lnTo>
                  <a:lnTo>
                    <a:pt x="5853" y="48888"/>
                  </a:lnTo>
                  <a:lnTo>
                    <a:pt x="0" y="62222"/>
                  </a:lnTo>
                  <a:lnTo>
                    <a:pt x="0" y="106666"/>
                  </a:lnTo>
                  <a:lnTo>
                    <a:pt x="14634" y="120000"/>
                  </a:lnTo>
                  <a:lnTo>
                    <a:pt x="35121" y="120000"/>
                  </a:lnTo>
                  <a:lnTo>
                    <a:pt x="46829" y="106666"/>
                  </a:lnTo>
                  <a:lnTo>
                    <a:pt x="55609" y="93333"/>
                  </a:lnTo>
                  <a:lnTo>
                    <a:pt x="61463" y="57777"/>
                  </a:lnTo>
                  <a:lnTo>
                    <a:pt x="70243" y="35555"/>
                  </a:lnTo>
                  <a:lnTo>
                    <a:pt x="79024" y="26666"/>
                  </a:lnTo>
                  <a:lnTo>
                    <a:pt x="99512" y="22222"/>
                  </a:lnTo>
                  <a:lnTo>
                    <a:pt x="114146" y="26666"/>
                  </a:lnTo>
                  <a:lnTo>
                    <a:pt x="117073" y="22222"/>
                  </a:lnTo>
                  <a:lnTo>
                    <a:pt x="120000" y="17777"/>
                  </a:lnTo>
                  <a:lnTo>
                    <a:pt x="111219" y="0"/>
                  </a:lnTo>
                  <a:lnTo>
                    <a:pt x="58536" y="4444"/>
                  </a:lnTo>
                  <a:lnTo>
                    <a:pt x="35121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Shape 5255"/>
            <p:cNvSpPr/>
            <p:nvPr/>
          </p:nvSpPr>
          <p:spPr>
            <a:xfrm>
              <a:off x="10755571" y="3238843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Shape 5256"/>
            <p:cNvSpPr/>
            <p:nvPr/>
          </p:nvSpPr>
          <p:spPr>
            <a:xfrm>
              <a:off x="11811257" y="5815357"/>
              <a:ext cx="25399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695" y="36923"/>
                  </a:moveTo>
                  <a:lnTo>
                    <a:pt x="88695" y="27692"/>
                  </a:lnTo>
                  <a:lnTo>
                    <a:pt x="88695" y="18461"/>
                  </a:lnTo>
                  <a:lnTo>
                    <a:pt x="78260" y="12307"/>
                  </a:lnTo>
                  <a:lnTo>
                    <a:pt x="67826" y="0"/>
                  </a:lnTo>
                  <a:lnTo>
                    <a:pt x="62608" y="12307"/>
                  </a:lnTo>
                  <a:lnTo>
                    <a:pt x="52173" y="18461"/>
                  </a:lnTo>
                  <a:lnTo>
                    <a:pt x="13043" y="18461"/>
                  </a:lnTo>
                  <a:lnTo>
                    <a:pt x="2608" y="27692"/>
                  </a:lnTo>
                  <a:lnTo>
                    <a:pt x="0" y="40000"/>
                  </a:lnTo>
                  <a:lnTo>
                    <a:pt x="7826" y="67692"/>
                  </a:lnTo>
                  <a:lnTo>
                    <a:pt x="15652" y="70769"/>
                  </a:lnTo>
                  <a:lnTo>
                    <a:pt x="36521" y="64615"/>
                  </a:lnTo>
                  <a:lnTo>
                    <a:pt x="46956" y="70769"/>
                  </a:lnTo>
                  <a:lnTo>
                    <a:pt x="62608" y="101538"/>
                  </a:lnTo>
                  <a:lnTo>
                    <a:pt x="67826" y="110769"/>
                  </a:lnTo>
                  <a:lnTo>
                    <a:pt x="80869" y="120000"/>
                  </a:lnTo>
                  <a:lnTo>
                    <a:pt x="96521" y="98461"/>
                  </a:lnTo>
                  <a:lnTo>
                    <a:pt x="112173" y="70769"/>
                  </a:lnTo>
                  <a:lnTo>
                    <a:pt x="120000" y="46153"/>
                  </a:lnTo>
                  <a:lnTo>
                    <a:pt x="112173" y="46153"/>
                  </a:lnTo>
                  <a:lnTo>
                    <a:pt x="88695" y="3692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Shape 5257"/>
            <p:cNvSpPr/>
            <p:nvPr/>
          </p:nvSpPr>
          <p:spPr>
            <a:xfrm>
              <a:off x="11877932" y="5718519"/>
              <a:ext cx="20638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692" y="32727"/>
                  </a:moveTo>
                  <a:lnTo>
                    <a:pt x="52307" y="21818"/>
                  </a:lnTo>
                  <a:lnTo>
                    <a:pt x="40000" y="5454"/>
                  </a:lnTo>
                  <a:lnTo>
                    <a:pt x="30769" y="0"/>
                  </a:lnTo>
                  <a:lnTo>
                    <a:pt x="24615" y="0"/>
                  </a:lnTo>
                  <a:lnTo>
                    <a:pt x="15384" y="5454"/>
                  </a:lnTo>
                  <a:lnTo>
                    <a:pt x="9230" y="10909"/>
                  </a:lnTo>
                  <a:lnTo>
                    <a:pt x="6153" y="32727"/>
                  </a:lnTo>
                  <a:lnTo>
                    <a:pt x="3076" y="38181"/>
                  </a:lnTo>
                  <a:lnTo>
                    <a:pt x="0" y="49090"/>
                  </a:lnTo>
                  <a:lnTo>
                    <a:pt x="0" y="60000"/>
                  </a:lnTo>
                  <a:lnTo>
                    <a:pt x="9230" y="49090"/>
                  </a:lnTo>
                  <a:lnTo>
                    <a:pt x="24615" y="32727"/>
                  </a:lnTo>
                  <a:lnTo>
                    <a:pt x="36923" y="27272"/>
                  </a:lnTo>
                  <a:lnTo>
                    <a:pt x="49230" y="49090"/>
                  </a:lnTo>
                  <a:lnTo>
                    <a:pt x="36923" y="54545"/>
                  </a:lnTo>
                  <a:lnTo>
                    <a:pt x="30769" y="65454"/>
                  </a:lnTo>
                  <a:lnTo>
                    <a:pt x="15384" y="109090"/>
                  </a:lnTo>
                  <a:lnTo>
                    <a:pt x="30769" y="120000"/>
                  </a:lnTo>
                  <a:lnTo>
                    <a:pt x="61538" y="98181"/>
                  </a:lnTo>
                  <a:lnTo>
                    <a:pt x="73846" y="109090"/>
                  </a:lnTo>
                  <a:lnTo>
                    <a:pt x="80000" y="103636"/>
                  </a:lnTo>
                  <a:lnTo>
                    <a:pt x="110769" y="32727"/>
                  </a:lnTo>
                  <a:lnTo>
                    <a:pt x="120000" y="27272"/>
                  </a:lnTo>
                  <a:lnTo>
                    <a:pt x="120000" y="10909"/>
                  </a:lnTo>
                  <a:lnTo>
                    <a:pt x="67692" y="3272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Shape 5258"/>
            <p:cNvSpPr/>
            <p:nvPr/>
          </p:nvSpPr>
          <p:spPr>
            <a:xfrm>
              <a:off x="10180896" y="4431057"/>
              <a:ext cx="952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6666" y="0"/>
                  </a:moveTo>
                  <a:lnTo>
                    <a:pt x="6666" y="0"/>
                  </a:lnTo>
                  <a:lnTo>
                    <a:pt x="0" y="20000"/>
                  </a:lnTo>
                  <a:lnTo>
                    <a:pt x="20000" y="50000"/>
                  </a:lnTo>
                  <a:lnTo>
                    <a:pt x="40000" y="100000"/>
                  </a:lnTo>
                  <a:lnTo>
                    <a:pt x="66666" y="120000"/>
                  </a:lnTo>
                  <a:lnTo>
                    <a:pt x="100000" y="120000"/>
                  </a:lnTo>
                  <a:lnTo>
                    <a:pt x="120000" y="80000"/>
                  </a:lnTo>
                  <a:lnTo>
                    <a:pt x="106666" y="40000"/>
                  </a:lnTo>
                  <a:lnTo>
                    <a:pt x="33333" y="0"/>
                  </a:lnTo>
                  <a:lnTo>
                    <a:pt x="26666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Shape 5259"/>
            <p:cNvSpPr/>
            <p:nvPr/>
          </p:nvSpPr>
          <p:spPr>
            <a:xfrm>
              <a:off x="15656182" y="7379043"/>
              <a:ext cx="631825" cy="10033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020" y="118037"/>
                  </a:moveTo>
                  <a:lnTo>
                    <a:pt x="29020" y="117658"/>
                  </a:lnTo>
                  <a:lnTo>
                    <a:pt x="27916" y="117848"/>
                  </a:lnTo>
                  <a:lnTo>
                    <a:pt x="27715" y="118101"/>
                  </a:lnTo>
                  <a:lnTo>
                    <a:pt x="28317" y="118544"/>
                  </a:lnTo>
                  <a:lnTo>
                    <a:pt x="27715" y="118860"/>
                  </a:lnTo>
                  <a:lnTo>
                    <a:pt x="27615" y="119050"/>
                  </a:lnTo>
                  <a:lnTo>
                    <a:pt x="27514" y="119367"/>
                  </a:lnTo>
                  <a:lnTo>
                    <a:pt x="27715" y="119367"/>
                  </a:lnTo>
                  <a:lnTo>
                    <a:pt x="28016" y="119430"/>
                  </a:lnTo>
                  <a:lnTo>
                    <a:pt x="28418" y="119493"/>
                  </a:lnTo>
                  <a:lnTo>
                    <a:pt x="28719" y="119683"/>
                  </a:lnTo>
                  <a:lnTo>
                    <a:pt x="28719" y="120000"/>
                  </a:lnTo>
                  <a:lnTo>
                    <a:pt x="29020" y="119746"/>
                  </a:lnTo>
                  <a:lnTo>
                    <a:pt x="29020" y="119367"/>
                  </a:lnTo>
                  <a:lnTo>
                    <a:pt x="29020" y="118860"/>
                  </a:lnTo>
                  <a:lnTo>
                    <a:pt x="29221" y="118417"/>
                  </a:lnTo>
                  <a:lnTo>
                    <a:pt x="29020" y="118037"/>
                  </a:lnTo>
                  <a:close/>
                  <a:moveTo>
                    <a:pt x="602" y="103164"/>
                  </a:moveTo>
                  <a:lnTo>
                    <a:pt x="301" y="103417"/>
                  </a:lnTo>
                  <a:lnTo>
                    <a:pt x="200" y="103734"/>
                  </a:lnTo>
                  <a:lnTo>
                    <a:pt x="200" y="104303"/>
                  </a:lnTo>
                  <a:lnTo>
                    <a:pt x="0" y="105126"/>
                  </a:lnTo>
                  <a:lnTo>
                    <a:pt x="0" y="106898"/>
                  </a:lnTo>
                  <a:lnTo>
                    <a:pt x="401" y="106898"/>
                  </a:lnTo>
                  <a:lnTo>
                    <a:pt x="301" y="106075"/>
                  </a:lnTo>
                  <a:lnTo>
                    <a:pt x="903" y="104556"/>
                  </a:lnTo>
                  <a:lnTo>
                    <a:pt x="903" y="103797"/>
                  </a:lnTo>
                  <a:lnTo>
                    <a:pt x="1004" y="103354"/>
                  </a:lnTo>
                  <a:lnTo>
                    <a:pt x="903" y="103164"/>
                  </a:lnTo>
                  <a:lnTo>
                    <a:pt x="602" y="103164"/>
                  </a:lnTo>
                  <a:close/>
                  <a:moveTo>
                    <a:pt x="120000" y="21962"/>
                  </a:moveTo>
                  <a:lnTo>
                    <a:pt x="119698" y="21645"/>
                  </a:lnTo>
                  <a:lnTo>
                    <a:pt x="119497" y="21392"/>
                  </a:lnTo>
                  <a:lnTo>
                    <a:pt x="119698" y="21202"/>
                  </a:lnTo>
                  <a:lnTo>
                    <a:pt x="119497" y="21139"/>
                  </a:lnTo>
                  <a:lnTo>
                    <a:pt x="118995" y="21455"/>
                  </a:lnTo>
                  <a:lnTo>
                    <a:pt x="118192" y="22215"/>
                  </a:lnTo>
                  <a:lnTo>
                    <a:pt x="118192" y="22405"/>
                  </a:lnTo>
                  <a:lnTo>
                    <a:pt x="118694" y="22278"/>
                  </a:lnTo>
                  <a:lnTo>
                    <a:pt x="119397" y="22025"/>
                  </a:lnTo>
                  <a:lnTo>
                    <a:pt x="119698" y="22025"/>
                  </a:lnTo>
                  <a:lnTo>
                    <a:pt x="120000" y="22025"/>
                  </a:lnTo>
                  <a:lnTo>
                    <a:pt x="120000" y="21962"/>
                  </a:lnTo>
                  <a:close/>
                  <a:moveTo>
                    <a:pt x="118594" y="23544"/>
                  </a:moveTo>
                  <a:lnTo>
                    <a:pt x="118493" y="23481"/>
                  </a:lnTo>
                  <a:lnTo>
                    <a:pt x="117991" y="23417"/>
                  </a:lnTo>
                  <a:lnTo>
                    <a:pt x="117589" y="23354"/>
                  </a:lnTo>
                  <a:lnTo>
                    <a:pt x="117389" y="23101"/>
                  </a:lnTo>
                  <a:lnTo>
                    <a:pt x="117288" y="22848"/>
                  </a:lnTo>
                  <a:lnTo>
                    <a:pt x="117389" y="22848"/>
                  </a:lnTo>
                  <a:lnTo>
                    <a:pt x="117188" y="22784"/>
                  </a:lnTo>
                  <a:lnTo>
                    <a:pt x="116987" y="22848"/>
                  </a:lnTo>
                  <a:lnTo>
                    <a:pt x="116585" y="23037"/>
                  </a:lnTo>
                  <a:lnTo>
                    <a:pt x="115782" y="23417"/>
                  </a:lnTo>
                  <a:lnTo>
                    <a:pt x="115380" y="23734"/>
                  </a:lnTo>
                  <a:lnTo>
                    <a:pt x="114979" y="23670"/>
                  </a:lnTo>
                  <a:lnTo>
                    <a:pt x="114476" y="23481"/>
                  </a:lnTo>
                  <a:lnTo>
                    <a:pt x="114075" y="23291"/>
                  </a:lnTo>
                  <a:lnTo>
                    <a:pt x="113974" y="23101"/>
                  </a:lnTo>
                  <a:lnTo>
                    <a:pt x="114778" y="22594"/>
                  </a:lnTo>
                  <a:lnTo>
                    <a:pt x="114979" y="22278"/>
                  </a:lnTo>
                  <a:lnTo>
                    <a:pt x="115079" y="21645"/>
                  </a:lnTo>
                  <a:lnTo>
                    <a:pt x="115682" y="20506"/>
                  </a:lnTo>
                  <a:lnTo>
                    <a:pt x="115581" y="20316"/>
                  </a:lnTo>
                  <a:lnTo>
                    <a:pt x="115280" y="20569"/>
                  </a:lnTo>
                  <a:lnTo>
                    <a:pt x="114979" y="20886"/>
                  </a:lnTo>
                  <a:lnTo>
                    <a:pt x="114677" y="21265"/>
                  </a:lnTo>
                  <a:lnTo>
                    <a:pt x="114577" y="21582"/>
                  </a:lnTo>
                  <a:lnTo>
                    <a:pt x="114175" y="20949"/>
                  </a:lnTo>
                  <a:lnTo>
                    <a:pt x="114175" y="20316"/>
                  </a:lnTo>
                  <a:lnTo>
                    <a:pt x="114376" y="19683"/>
                  </a:lnTo>
                  <a:lnTo>
                    <a:pt x="114577" y="19240"/>
                  </a:lnTo>
                  <a:lnTo>
                    <a:pt x="113071" y="19620"/>
                  </a:lnTo>
                  <a:lnTo>
                    <a:pt x="112669" y="19873"/>
                  </a:lnTo>
                  <a:lnTo>
                    <a:pt x="112267" y="20379"/>
                  </a:lnTo>
                  <a:lnTo>
                    <a:pt x="111765" y="20379"/>
                  </a:lnTo>
                  <a:lnTo>
                    <a:pt x="111364" y="19683"/>
                  </a:lnTo>
                  <a:lnTo>
                    <a:pt x="110158" y="19873"/>
                  </a:lnTo>
                  <a:lnTo>
                    <a:pt x="107849" y="20569"/>
                  </a:lnTo>
                  <a:lnTo>
                    <a:pt x="108853" y="19873"/>
                  </a:lnTo>
                  <a:lnTo>
                    <a:pt x="108150" y="19683"/>
                  </a:lnTo>
                  <a:lnTo>
                    <a:pt x="107447" y="19683"/>
                  </a:lnTo>
                  <a:lnTo>
                    <a:pt x="106845" y="19873"/>
                  </a:lnTo>
                  <a:lnTo>
                    <a:pt x="106242" y="20063"/>
                  </a:lnTo>
                  <a:lnTo>
                    <a:pt x="105941" y="20253"/>
                  </a:lnTo>
                  <a:lnTo>
                    <a:pt x="105740" y="20759"/>
                  </a:lnTo>
                  <a:lnTo>
                    <a:pt x="105740" y="21265"/>
                  </a:lnTo>
                  <a:lnTo>
                    <a:pt x="105841" y="21772"/>
                  </a:lnTo>
                  <a:lnTo>
                    <a:pt x="106142" y="21898"/>
                  </a:lnTo>
                  <a:lnTo>
                    <a:pt x="106343" y="22088"/>
                  </a:lnTo>
                  <a:lnTo>
                    <a:pt x="106543" y="22215"/>
                  </a:lnTo>
                  <a:lnTo>
                    <a:pt x="106644" y="22468"/>
                  </a:lnTo>
                  <a:lnTo>
                    <a:pt x="106744" y="22784"/>
                  </a:lnTo>
                  <a:lnTo>
                    <a:pt x="106543" y="22784"/>
                  </a:lnTo>
                  <a:lnTo>
                    <a:pt x="105941" y="22531"/>
                  </a:lnTo>
                  <a:lnTo>
                    <a:pt x="105539" y="22468"/>
                  </a:lnTo>
                  <a:lnTo>
                    <a:pt x="105338" y="22405"/>
                  </a:lnTo>
                  <a:lnTo>
                    <a:pt x="104937" y="22531"/>
                  </a:lnTo>
                  <a:lnTo>
                    <a:pt x="104937" y="22594"/>
                  </a:lnTo>
                  <a:lnTo>
                    <a:pt x="104937" y="22784"/>
                  </a:lnTo>
                  <a:lnTo>
                    <a:pt x="104836" y="23037"/>
                  </a:lnTo>
                  <a:lnTo>
                    <a:pt x="104635" y="23164"/>
                  </a:lnTo>
                  <a:lnTo>
                    <a:pt x="105138" y="21202"/>
                  </a:lnTo>
                  <a:lnTo>
                    <a:pt x="104937" y="20759"/>
                  </a:lnTo>
                  <a:lnTo>
                    <a:pt x="103129" y="20379"/>
                  </a:lnTo>
                  <a:lnTo>
                    <a:pt x="102025" y="19746"/>
                  </a:lnTo>
                  <a:lnTo>
                    <a:pt x="101723" y="19556"/>
                  </a:lnTo>
                  <a:lnTo>
                    <a:pt x="100619" y="20379"/>
                  </a:lnTo>
                  <a:lnTo>
                    <a:pt x="99414" y="23037"/>
                  </a:lnTo>
                  <a:lnTo>
                    <a:pt x="99213" y="23417"/>
                  </a:lnTo>
                  <a:lnTo>
                    <a:pt x="99313" y="23860"/>
                  </a:lnTo>
                  <a:lnTo>
                    <a:pt x="98711" y="25506"/>
                  </a:lnTo>
                  <a:lnTo>
                    <a:pt x="98711" y="26392"/>
                  </a:lnTo>
                  <a:lnTo>
                    <a:pt x="98510" y="26898"/>
                  </a:lnTo>
                  <a:lnTo>
                    <a:pt x="98209" y="27151"/>
                  </a:lnTo>
                  <a:lnTo>
                    <a:pt x="98008" y="27278"/>
                  </a:lnTo>
                  <a:lnTo>
                    <a:pt x="98209" y="27531"/>
                  </a:lnTo>
                  <a:lnTo>
                    <a:pt x="98410" y="27658"/>
                  </a:lnTo>
                  <a:lnTo>
                    <a:pt x="98711" y="27721"/>
                  </a:lnTo>
                  <a:lnTo>
                    <a:pt x="98912" y="27594"/>
                  </a:lnTo>
                  <a:lnTo>
                    <a:pt x="99313" y="27215"/>
                  </a:lnTo>
                  <a:lnTo>
                    <a:pt x="100920" y="23924"/>
                  </a:lnTo>
                  <a:lnTo>
                    <a:pt x="101221" y="22721"/>
                  </a:lnTo>
                  <a:lnTo>
                    <a:pt x="101523" y="22468"/>
                  </a:lnTo>
                  <a:lnTo>
                    <a:pt x="102426" y="22088"/>
                  </a:lnTo>
                  <a:lnTo>
                    <a:pt x="102728" y="21898"/>
                  </a:lnTo>
                  <a:lnTo>
                    <a:pt x="103129" y="21518"/>
                  </a:lnTo>
                  <a:lnTo>
                    <a:pt x="103330" y="21962"/>
                  </a:lnTo>
                  <a:lnTo>
                    <a:pt x="103230" y="22215"/>
                  </a:lnTo>
                  <a:lnTo>
                    <a:pt x="102828" y="22531"/>
                  </a:lnTo>
                  <a:lnTo>
                    <a:pt x="102426" y="22658"/>
                  </a:lnTo>
                  <a:lnTo>
                    <a:pt x="102025" y="23037"/>
                  </a:lnTo>
                  <a:lnTo>
                    <a:pt x="102025" y="23924"/>
                  </a:lnTo>
                  <a:lnTo>
                    <a:pt x="101924" y="24113"/>
                  </a:lnTo>
                  <a:lnTo>
                    <a:pt x="101723" y="24430"/>
                  </a:lnTo>
                  <a:lnTo>
                    <a:pt x="101422" y="25822"/>
                  </a:lnTo>
                  <a:lnTo>
                    <a:pt x="101221" y="26202"/>
                  </a:lnTo>
                  <a:lnTo>
                    <a:pt x="100418" y="27088"/>
                  </a:lnTo>
                  <a:lnTo>
                    <a:pt x="99815" y="28417"/>
                  </a:lnTo>
                  <a:lnTo>
                    <a:pt x="99514" y="28734"/>
                  </a:lnTo>
                  <a:lnTo>
                    <a:pt x="99012" y="28987"/>
                  </a:lnTo>
                  <a:lnTo>
                    <a:pt x="98811" y="29303"/>
                  </a:lnTo>
                  <a:lnTo>
                    <a:pt x="98610" y="30000"/>
                  </a:lnTo>
                  <a:lnTo>
                    <a:pt x="97707" y="31139"/>
                  </a:lnTo>
                  <a:lnTo>
                    <a:pt x="97707" y="31455"/>
                  </a:lnTo>
                  <a:lnTo>
                    <a:pt x="97907" y="31645"/>
                  </a:lnTo>
                  <a:lnTo>
                    <a:pt x="98309" y="31582"/>
                  </a:lnTo>
                  <a:lnTo>
                    <a:pt x="98510" y="31455"/>
                  </a:lnTo>
                  <a:lnTo>
                    <a:pt x="98811" y="31392"/>
                  </a:lnTo>
                  <a:lnTo>
                    <a:pt x="99213" y="31455"/>
                  </a:lnTo>
                  <a:lnTo>
                    <a:pt x="99615" y="31772"/>
                  </a:lnTo>
                  <a:lnTo>
                    <a:pt x="99916" y="31898"/>
                  </a:lnTo>
                  <a:lnTo>
                    <a:pt x="100317" y="31898"/>
                  </a:lnTo>
                  <a:lnTo>
                    <a:pt x="100518" y="31835"/>
                  </a:lnTo>
                  <a:lnTo>
                    <a:pt x="101221" y="31392"/>
                  </a:lnTo>
                  <a:lnTo>
                    <a:pt x="101322" y="30949"/>
                  </a:lnTo>
                  <a:lnTo>
                    <a:pt x="101723" y="30632"/>
                  </a:lnTo>
                  <a:lnTo>
                    <a:pt x="102527" y="29683"/>
                  </a:lnTo>
                  <a:lnTo>
                    <a:pt x="103732" y="28924"/>
                  </a:lnTo>
                  <a:lnTo>
                    <a:pt x="104133" y="28227"/>
                  </a:lnTo>
                  <a:lnTo>
                    <a:pt x="104736" y="27594"/>
                  </a:lnTo>
                  <a:lnTo>
                    <a:pt x="105138" y="27278"/>
                  </a:lnTo>
                  <a:lnTo>
                    <a:pt x="105138" y="27848"/>
                  </a:lnTo>
                  <a:lnTo>
                    <a:pt x="104836" y="28544"/>
                  </a:lnTo>
                  <a:lnTo>
                    <a:pt x="104535" y="29113"/>
                  </a:lnTo>
                  <a:lnTo>
                    <a:pt x="103732" y="29746"/>
                  </a:lnTo>
                  <a:lnTo>
                    <a:pt x="103732" y="30379"/>
                  </a:lnTo>
                  <a:lnTo>
                    <a:pt x="103430" y="30822"/>
                  </a:lnTo>
                  <a:lnTo>
                    <a:pt x="103230" y="31518"/>
                  </a:lnTo>
                  <a:lnTo>
                    <a:pt x="102928" y="31772"/>
                  </a:lnTo>
                  <a:lnTo>
                    <a:pt x="102728" y="31962"/>
                  </a:lnTo>
                  <a:lnTo>
                    <a:pt x="102728" y="32278"/>
                  </a:lnTo>
                  <a:lnTo>
                    <a:pt x="102828" y="32658"/>
                  </a:lnTo>
                  <a:lnTo>
                    <a:pt x="102728" y="32911"/>
                  </a:lnTo>
                  <a:lnTo>
                    <a:pt x="102627" y="33291"/>
                  </a:lnTo>
                  <a:lnTo>
                    <a:pt x="102025" y="33734"/>
                  </a:lnTo>
                  <a:lnTo>
                    <a:pt x="101924" y="33987"/>
                  </a:lnTo>
                  <a:lnTo>
                    <a:pt x="101824" y="34177"/>
                  </a:lnTo>
                  <a:lnTo>
                    <a:pt x="101723" y="34556"/>
                  </a:lnTo>
                  <a:lnTo>
                    <a:pt x="101824" y="34936"/>
                  </a:lnTo>
                  <a:lnTo>
                    <a:pt x="102025" y="35253"/>
                  </a:lnTo>
                  <a:lnTo>
                    <a:pt x="102326" y="35379"/>
                  </a:lnTo>
                  <a:lnTo>
                    <a:pt x="102728" y="35569"/>
                  </a:lnTo>
                  <a:lnTo>
                    <a:pt x="102928" y="35759"/>
                  </a:lnTo>
                  <a:lnTo>
                    <a:pt x="102828" y="36012"/>
                  </a:lnTo>
                  <a:lnTo>
                    <a:pt x="103430" y="36202"/>
                  </a:lnTo>
                  <a:lnTo>
                    <a:pt x="103430" y="36392"/>
                  </a:lnTo>
                  <a:lnTo>
                    <a:pt x="103230" y="36455"/>
                  </a:lnTo>
                  <a:lnTo>
                    <a:pt x="102627" y="36392"/>
                  </a:lnTo>
                  <a:lnTo>
                    <a:pt x="102527" y="36455"/>
                  </a:lnTo>
                  <a:lnTo>
                    <a:pt x="102627" y="36962"/>
                  </a:lnTo>
                  <a:lnTo>
                    <a:pt x="102627" y="37088"/>
                  </a:lnTo>
                  <a:lnTo>
                    <a:pt x="101824" y="37278"/>
                  </a:lnTo>
                  <a:lnTo>
                    <a:pt x="102025" y="37405"/>
                  </a:lnTo>
                  <a:lnTo>
                    <a:pt x="101723" y="37721"/>
                  </a:lnTo>
                  <a:lnTo>
                    <a:pt x="101924" y="37784"/>
                  </a:lnTo>
                  <a:lnTo>
                    <a:pt x="102025" y="37911"/>
                  </a:lnTo>
                  <a:lnTo>
                    <a:pt x="102025" y="38037"/>
                  </a:lnTo>
                  <a:lnTo>
                    <a:pt x="101824" y="38101"/>
                  </a:lnTo>
                  <a:lnTo>
                    <a:pt x="101523" y="38037"/>
                  </a:lnTo>
                  <a:lnTo>
                    <a:pt x="101523" y="37911"/>
                  </a:lnTo>
                  <a:lnTo>
                    <a:pt x="101523" y="37784"/>
                  </a:lnTo>
                  <a:lnTo>
                    <a:pt x="101523" y="37151"/>
                  </a:lnTo>
                  <a:lnTo>
                    <a:pt x="101723" y="36835"/>
                  </a:lnTo>
                  <a:lnTo>
                    <a:pt x="101623" y="36455"/>
                  </a:lnTo>
                  <a:lnTo>
                    <a:pt x="101221" y="36202"/>
                  </a:lnTo>
                  <a:lnTo>
                    <a:pt x="100317" y="35949"/>
                  </a:lnTo>
                  <a:lnTo>
                    <a:pt x="99213" y="36012"/>
                  </a:lnTo>
                  <a:lnTo>
                    <a:pt x="98309" y="36265"/>
                  </a:lnTo>
                  <a:lnTo>
                    <a:pt x="97606" y="36582"/>
                  </a:lnTo>
                  <a:lnTo>
                    <a:pt x="96401" y="38481"/>
                  </a:lnTo>
                  <a:lnTo>
                    <a:pt x="95698" y="38860"/>
                  </a:lnTo>
                  <a:lnTo>
                    <a:pt x="94493" y="39050"/>
                  </a:lnTo>
                  <a:lnTo>
                    <a:pt x="94292" y="39050"/>
                  </a:lnTo>
                  <a:lnTo>
                    <a:pt x="93991" y="38987"/>
                  </a:lnTo>
                  <a:lnTo>
                    <a:pt x="94092" y="38860"/>
                  </a:lnTo>
                  <a:lnTo>
                    <a:pt x="94092" y="38734"/>
                  </a:lnTo>
                  <a:lnTo>
                    <a:pt x="94292" y="38544"/>
                  </a:lnTo>
                  <a:lnTo>
                    <a:pt x="94493" y="38417"/>
                  </a:lnTo>
                  <a:lnTo>
                    <a:pt x="94493" y="38354"/>
                  </a:lnTo>
                  <a:lnTo>
                    <a:pt x="94393" y="38164"/>
                  </a:lnTo>
                  <a:lnTo>
                    <a:pt x="94292" y="38037"/>
                  </a:lnTo>
                  <a:lnTo>
                    <a:pt x="93991" y="37848"/>
                  </a:lnTo>
                  <a:lnTo>
                    <a:pt x="93790" y="38101"/>
                  </a:lnTo>
                  <a:lnTo>
                    <a:pt x="93690" y="38164"/>
                  </a:lnTo>
                  <a:lnTo>
                    <a:pt x="93589" y="37658"/>
                  </a:lnTo>
                  <a:lnTo>
                    <a:pt x="93790" y="37215"/>
                  </a:lnTo>
                  <a:lnTo>
                    <a:pt x="94895" y="35886"/>
                  </a:lnTo>
                  <a:lnTo>
                    <a:pt x="94895" y="35632"/>
                  </a:lnTo>
                  <a:lnTo>
                    <a:pt x="95096" y="35569"/>
                  </a:lnTo>
                  <a:lnTo>
                    <a:pt x="95397" y="35569"/>
                  </a:lnTo>
                  <a:lnTo>
                    <a:pt x="95698" y="35379"/>
                  </a:lnTo>
                  <a:lnTo>
                    <a:pt x="95698" y="35063"/>
                  </a:lnTo>
                  <a:lnTo>
                    <a:pt x="96000" y="35063"/>
                  </a:lnTo>
                  <a:lnTo>
                    <a:pt x="96100" y="35063"/>
                  </a:lnTo>
                  <a:lnTo>
                    <a:pt x="96602" y="34936"/>
                  </a:lnTo>
                  <a:lnTo>
                    <a:pt x="96301" y="34873"/>
                  </a:lnTo>
                  <a:lnTo>
                    <a:pt x="95397" y="34556"/>
                  </a:lnTo>
                  <a:lnTo>
                    <a:pt x="95397" y="34430"/>
                  </a:lnTo>
                  <a:lnTo>
                    <a:pt x="95698" y="34430"/>
                  </a:lnTo>
                  <a:lnTo>
                    <a:pt x="96100" y="34430"/>
                  </a:lnTo>
                  <a:lnTo>
                    <a:pt x="96401" y="34430"/>
                  </a:lnTo>
                  <a:lnTo>
                    <a:pt x="96602" y="34177"/>
                  </a:lnTo>
                  <a:lnTo>
                    <a:pt x="94794" y="33924"/>
                  </a:lnTo>
                  <a:lnTo>
                    <a:pt x="94393" y="34050"/>
                  </a:lnTo>
                  <a:lnTo>
                    <a:pt x="94694" y="34303"/>
                  </a:lnTo>
                  <a:lnTo>
                    <a:pt x="94393" y="34430"/>
                  </a:lnTo>
                  <a:lnTo>
                    <a:pt x="93891" y="34556"/>
                  </a:lnTo>
                  <a:lnTo>
                    <a:pt x="93690" y="34683"/>
                  </a:lnTo>
                  <a:lnTo>
                    <a:pt x="93690" y="35000"/>
                  </a:lnTo>
                  <a:lnTo>
                    <a:pt x="93389" y="35253"/>
                  </a:lnTo>
                  <a:lnTo>
                    <a:pt x="92887" y="35506"/>
                  </a:lnTo>
                  <a:lnTo>
                    <a:pt x="92585" y="35632"/>
                  </a:lnTo>
                  <a:lnTo>
                    <a:pt x="92585" y="35253"/>
                  </a:lnTo>
                  <a:lnTo>
                    <a:pt x="92786" y="35000"/>
                  </a:lnTo>
                  <a:lnTo>
                    <a:pt x="92987" y="34746"/>
                  </a:lnTo>
                  <a:lnTo>
                    <a:pt x="93087" y="34493"/>
                  </a:lnTo>
                  <a:lnTo>
                    <a:pt x="92987" y="34556"/>
                  </a:lnTo>
                  <a:lnTo>
                    <a:pt x="92485" y="34556"/>
                  </a:lnTo>
                  <a:lnTo>
                    <a:pt x="92786" y="34367"/>
                  </a:lnTo>
                  <a:lnTo>
                    <a:pt x="93891" y="33987"/>
                  </a:lnTo>
                  <a:lnTo>
                    <a:pt x="94092" y="33860"/>
                  </a:lnTo>
                  <a:lnTo>
                    <a:pt x="94092" y="33544"/>
                  </a:lnTo>
                  <a:lnTo>
                    <a:pt x="94493" y="33291"/>
                  </a:lnTo>
                  <a:lnTo>
                    <a:pt x="95397" y="32911"/>
                  </a:lnTo>
                  <a:lnTo>
                    <a:pt x="95899" y="32911"/>
                  </a:lnTo>
                  <a:lnTo>
                    <a:pt x="96301" y="32848"/>
                  </a:lnTo>
                  <a:lnTo>
                    <a:pt x="96401" y="32721"/>
                  </a:lnTo>
                  <a:lnTo>
                    <a:pt x="96401" y="32531"/>
                  </a:lnTo>
                  <a:lnTo>
                    <a:pt x="96602" y="32278"/>
                  </a:lnTo>
                  <a:lnTo>
                    <a:pt x="96702" y="32151"/>
                  </a:lnTo>
                  <a:lnTo>
                    <a:pt x="96903" y="32025"/>
                  </a:lnTo>
                  <a:lnTo>
                    <a:pt x="97305" y="31772"/>
                  </a:lnTo>
                  <a:lnTo>
                    <a:pt x="97104" y="31329"/>
                  </a:lnTo>
                  <a:lnTo>
                    <a:pt x="96803" y="30822"/>
                  </a:lnTo>
                  <a:lnTo>
                    <a:pt x="96702" y="30506"/>
                  </a:lnTo>
                  <a:lnTo>
                    <a:pt x="96702" y="30000"/>
                  </a:lnTo>
                  <a:lnTo>
                    <a:pt x="96903" y="29556"/>
                  </a:lnTo>
                  <a:lnTo>
                    <a:pt x="97004" y="29050"/>
                  </a:lnTo>
                  <a:lnTo>
                    <a:pt x="96803" y="28670"/>
                  </a:lnTo>
                  <a:lnTo>
                    <a:pt x="96502" y="28481"/>
                  </a:lnTo>
                  <a:lnTo>
                    <a:pt x="96000" y="28860"/>
                  </a:lnTo>
                  <a:lnTo>
                    <a:pt x="95397" y="29620"/>
                  </a:lnTo>
                  <a:lnTo>
                    <a:pt x="94493" y="30000"/>
                  </a:lnTo>
                  <a:lnTo>
                    <a:pt x="93991" y="30189"/>
                  </a:lnTo>
                  <a:lnTo>
                    <a:pt x="94092" y="30886"/>
                  </a:lnTo>
                  <a:lnTo>
                    <a:pt x="93087" y="31898"/>
                  </a:lnTo>
                  <a:lnTo>
                    <a:pt x="92987" y="32278"/>
                  </a:lnTo>
                  <a:lnTo>
                    <a:pt x="93087" y="32721"/>
                  </a:lnTo>
                  <a:lnTo>
                    <a:pt x="92987" y="33101"/>
                  </a:lnTo>
                  <a:lnTo>
                    <a:pt x="92585" y="33354"/>
                  </a:lnTo>
                  <a:lnTo>
                    <a:pt x="90677" y="34177"/>
                  </a:lnTo>
                  <a:lnTo>
                    <a:pt x="90476" y="33797"/>
                  </a:lnTo>
                  <a:lnTo>
                    <a:pt x="90677" y="33417"/>
                  </a:lnTo>
                  <a:lnTo>
                    <a:pt x="92284" y="32468"/>
                  </a:lnTo>
                  <a:lnTo>
                    <a:pt x="92585" y="32151"/>
                  </a:lnTo>
                  <a:lnTo>
                    <a:pt x="92786" y="31835"/>
                  </a:lnTo>
                  <a:lnTo>
                    <a:pt x="93087" y="30063"/>
                  </a:lnTo>
                  <a:lnTo>
                    <a:pt x="93489" y="29240"/>
                  </a:lnTo>
                  <a:lnTo>
                    <a:pt x="93991" y="29113"/>
                  </a:lnTo>
                  <a:lnTo>
                    <a:pt x="93891" y="29303"/>
                  </a:lnTo>
                  <a:lnTo>
                    <a:pt x="93690" y="29430"/>
                  </a:lnTo>
                  <a:lnTo>
                    <a:pt x="93690" y="29620"/>
                  </a:lnTo>
                  <a:lnTo>
                    <a:pt x="93991" y="29746"/>
                  </a:lnTo>
                  <a:lnTo>
                    <a:pt x="94995" y="29113"/>
                  </a:lnTo>
                  <a:lnTo>
                    <a:pt x="95799" y="28544"/>
                  </a:lnTo>
                  <a:lnTo>
                    <a:pt x="96000" y="28291"/>
                  </a:lnTo>
                  <a:lnTo>
                    <a:pt x="96100" y="28164"/>
                  </a:lnTo>
                  <a:lnTo>
                    <a:pt x="96301" y="27594"/>
                  </a:lnTo>
                  <a:lnTo>
                    <a:pt x="96401" y="27468"/>
                  </a:lnTo>
                  <a:lnTo>
                    <a:pt x="97004" y="27721"/>
                  </a:lnTo>
                  <a:lnTo>
                    <a:pt x="97305" y="27594"/>
                  </a:lnTo>
                  <a:lnTo>
                    <a:pt x="97405" y="27215"/>
                  </a:lnTo>
                  <a:lnTo>
                    <a:pt x="98008" y="26582"/>
                  </a:lnTo>
                  <a:lnTo>
                    <a:pt x="98309" y="26265"/>
                  </a:lnTo>
                  <a:lnTo>
                    <a:pt x="99012" y="22594"/>
                  </a:lnTo>
                  <a:lnTo>
                    <a:pt x="99414" y="21962"/>
                  </a:lnTo>
                  <a:lnTo>
                    <a:pt x="99514" y="21582"/>
                  </a:lnTo>
                  <a:lnTo>
                    <a:pt x="99313" y="21139"/>
                  </a:lnTo>
                  <a:lnTo>
                    <a:pt x="99213" y="20822"/>
                  </a:lnTo>
                  <a:lnTo>
                    <a:pt x="99012" y="20696"/>
                  </a:lnTo>
                  <a:lnTo>
                    <a:pt x="98811" y="20569"/>
                  </a:lnTo>
                  <a:lnTo>
                    <a:pt x="98510" y="20632"/>
                  </a:lnTo>
                  <a:lnTo>
                    <a:pt x="98309" y="20696"/>
                  </a:lnTo>
                  <a:lnTo>
                    <a:pt x="97807" y="21202"/>
                  </a:lnTo>
                  <a:lnTo>
                    <a:pt x="97506" y="22468"/>
                  </a:lnTo>
                  <a:lnTo>
                    <a:pt x="97305" y="22658"/>
                  </a:lnTo>
                  <a:lnTo>
                    <a:pt x="97104" y="22911"/>
                  </a:lnTo>
                  <a:lnTo>
                    <a:pt x="97405" y="24683"/>
                  </a:lnTo>
                  <a:lnTo>
                    <a:pt x="97305" y="24620"/>
                  </a:lnTo>
                  <a:lnTo>
                    <a:pt x="96903" y="24430"/>
                  </a:lnTo>
                  <a:lnTo>
                    <a:pt x="96903" y="24493"/>
                  </a:lnTo>
                  <a:lnTo>
                    <a:pt x="96903" y="24493"/>
                  </a:lnTo>
                  <a:lnTo>
                    <a:pt x="96602" y="23164"/>
                  </a:lnTo>
                  <a:lnTo>
                    <a:pt x="96602" y="21518"/>
                  </a:lnTo>
                  <a:lnTo>
                    <a:pt x="96301" y="20759"/>
                  </a:lnTo>
                  <a:lnTo>
                    <a:pt x="96301" y="20506"/>
                  </a:lnTo>
                  <a:lnTo>
                    <a:pt x="96401" y="19367"/>
                  </a:lnTo>
                  <a:lnTo>
                    <a:pt x="96301" y="18924"/>
                  </a:lnTo>
                  <a:lnTo>
                    <a:pt x="95397" y="16518"/>
                  </a:lnTo>
                  <a:lnTo>
                    <a:pt x="95297" y="15063"/>
                  </a:lnTo>
                  <a:lnTo>
                    <a:pt x="95497" y="14556"/>
                  </a:lnTo>
                  <a:lnTo>
                    <a:pt x="95497" y="14430"/>
                  </a:lnTo>
                  <a:lnTo>
                    <a:pt x="95297" y="14113"/>
                  </a:lnTo>
                  <a:lnTo>
                    <a:pt x="94895" y="13987"/>
                  </a:lnTo>
                  <a:lnTo>
                    <a:pt x="94493" y="13987"/>
                  </a:lnTo>
                  <a:lnTo>
                    <a:pt x="93991" y="13860"/>
                  </a:lnTo>
                  <a:lnTo>
                    <a:pt x="94092" y="13734"/>
                  </a:lnTo>
                  <a:lnTo>
                    <a:pt x="94393" y="13544"/>
                  </a:lnTo>
                  <a:lnTo>
                    <a:pt x="94493" y="13417"/>
                  </a:lnTo>
                  <a:lnTo>
                    <a:pt x="94393" y="13354"/>
                  </a:lnTo>
                  <a:lnTo>
                    <a:pt x="94092" y="13417"/>
                  </a:lnTo>
                  <a:lnTo>
                    <a:pt x="93891" y="13481"/>
                  </a:lnTo>
                  <a:lnTo>
                    <a:pt x="93589" y="13481"/>
                  </a:lnTo>
                  <a:lnTo>
                    <a:pt x="93288" y="13354"/>
                  </a:lnTo>
                  <a:lnTo>
                    <a:pt x="93891" y="12658"/>
                  </a:lnTo>
                  <a:lnTo>
                    <a:pt x="93891" y="12468"/>
                  </a:lnTo>
                  <a:lnTo>
                    <a:pt x="93690" y="12088"/>
                  </a:lnTo>
                  <a:lnTo>
                    <a:pt x="93489" y="11265"/>
                  </a:lnTo>
                  <a:lnTo>
                    <a:pt x="92786" y="9936"/>
                  </a:lnTo>
                  <a:lnTo>
                    <a:pt x="92284" y="9303"/>
                  </a:lnTo>
                  <a:lnTo>
                    <a:pt x="91782" y="8860"/>
                  </a:lnTo>
                  <a:lnTo>
                    <a:pt x="91581" y="8797"/>
                  </a:lnTo>
                  <a:lnTo>
                    <a:pt x="91380" y="8734"/>
                  </a:lnTo>
                  <a:lnTo>
                    <a:pt x="91079" y="8670"/>
                  </a:lnTo>
                  <a:lnTo>
                    <a:pt x="90878" y="8670"/>
                  </a:lnTo>
                  <a:lnTo>
                    <a:pt x="90577" y="8987"/>
                  </a:lnTo>
                  <a:lnTo>
                    <a:pt x="89874" y="9303"/>
                  </a:lnTo>
                  <a:lnTo>
                    <a:pt x="89071" y="9556"/>
                  </a:lnTo>
                  <a:lnTo>
                    <a:pt x="88569" y="9683"/>
                  </a:lnTo>
                  <a:lnTo>
                    <a:pt x="88468" y="9493"/>
                  </a:lnTo>
                  <a:lnTo>
                    <a:pt x="88569" y="9240"/>
                  </a:lnTo>
                  <a:lnTo>
                    <a:pt x="88167" y="9113"/>
                  </a:lnTo>
                  <a:lnTo>
                    <a:pt x="87665" y="9240"/>
                  </a:lnTo>
                  <a:lnTo>
                    <a:pt x="87163" y="9430"/>
                  </a:lnTo>
                  <a:lnTo>
                    <a:pt x="87062" y="9113"/>
                  </a:lnTo>
                  <a:lnTo>
                    <a:pt x="87364" y="8481"/>
                  </a:lnTo>
                  <a:lnTo>
                    <a:pt x="87163" y="7531"/>
                  </a:lnTo>
                  <a:lnTo>
                    <a:pt x="87464" y="6582"/>
                  </a:lnTo>
                  <a:lnTo>
                    <a:pt x="87464" y="6012"/>
                  </a:lnTo>
                  <a:lnTo>
                    <a:pt x="86962" y="5949"/>
                  </a:lnTo>
                  <a:lnTo>
                    <a:pt x="86560" y="6202"/>
                  </a:lnTo>
                  <a:lnTo>
                    <a:pt x="85958" y="6898"/>
                  </a:lnTo>
                  <a:lnTo>
                    <a:pt x="85556" y="7151"/>
                  </a:lnTo>
                  <a:lnTo>
                    <a:pt x="85154" y="7215"/>
                  </a:lnTo>
                  <a:lnTo>
                    <a:pt x="84953" y="7215"/>
                  </a:lnTo>
                  <a:lnTo>
                    <a:pt x="84753" y="7088"/>
                  </a:lnTo>
                  <a:lnTo>
                    <a:pt x="84451" y="7025"/>
                  </a:lnTo>
                  <a:lnTo>
                    <a:pt x="84150" y="7088"/>
                  </a:lnTo>
                  <a:lnTo>
                    <a:pt x="83246" y="7215"/>
                  </a:lnTo>
                  <a:lnTo>
                    <a:pt x="82644" y="7215"/>
                  </a:lnTo>
                  <a:lnTo>
                    <a:pt x="82543" y="7405"/>
                  </a:lnTo>
                  <a:lnTo>
                    <a:pt x="82443" y="7848"/>
                  </a:lnTo>
                  <a:lnTo>
                    <a:pt x="82242" y="8101"/>
                  </a:lnTo>
                  <a:lnTo>
                    <a:pt x="82142" y="8291"/>
                  </a:lnTo>
                  <a:lnTo>
                    <a:pt x="82443" y="8797"/>
                  </a:lnTo>
                  <a:lnTo>
                    <a:pt x="82744" y="10759"/>
                  </a:lnTo>
                  <a:lnTo>
                    <a:pt x="82242" y="12531"/>
                  </a:lnTo>
                  <a:lnTo>
                    <a:pt x="82041" y="12848"/>
                  </a:lnTo>
                  <a:lnTo>
                    <a:pt x="81439" y="13481"/>
                  </a:lnTo>
                  <a:lnTo>
                    <a:pt x="80937" y="14240"/>
                  </a:lnTo>
                  <a:lnTo>
                    <a:pt x="80937" y="15063"/>
                  </a:lnTo>
                  <a:lnTo>
                    <a:pt x="81138" y="16898"/>
                  </a:lnTo>
                  <a:lnTo>
                    <a:pt x="81439" y="17784"/>
                  </a:lnTo>
                  <a:lnTo>
                    <a:pt x="81439" y="18037"/>
                  </a:lnTo>
                  <a:lnTo>
                    <a:pt x="81037" y="18670"/>
                  </a:lnTo>
                  <a:lnTo>
                    <a:pt x="81037" y="18860"/>
                  </a:lnTo>
                  <a:lnTo>
                    <a:pt x="81138" y="19113"/>
                  </a:lnTo>
                  <a:lnTo>
                    <a:pt x="81439" y="19430"/>
                  </a:lnTo>
                  <a:lnTo>
                    <a:pt x="81238" y="19620"/>
                  </a:lnTo>
                  <a:lnTo>
                    <a:pt x="81037" y="19556"/>
                  </a:lnTo>
                  <a:lnTo>
                    <a:pt x="80836" y="19303"/>
                  </a:lnTo>
                  <a:lnTo>
                    <a:pt x="80635" y="18544"/>
                  </a:lnTo>
                  <a:lnTo>
                    <a:pt x="80535" y="18797"/>
                  </a:lnTo>
                  <a:lnTo>
                    <a:pt x="80334" y="19113"/>
                  </a:lnTo>
                  <a:lnTo>
                    <a:pt x="80334" y="19493"/>
                  </a:lnTo>
                  <a:lnTo>
                    <a:pt x="80535" y="19683"/>
                  </a:lnTo>
                  <a:lnTo>
                    <a:pt x="80836" y="19873"/>
                  </a:lnTo>
                  <a:lnTo>
                    <a:pt x="81238" y="20000"/>
                  </a:lnTo>
                  <a:lnTo>
                    <a:pt x="81640" y="20189"/>
                  </a:lnTo>
                  <a:lnTo>
                    <a:pt x="81740" y="20696"/>
                  </a:lnTo>
                  <a:lnTo>
                    <a:pt x="81640" y="21329"/>
                  </a:lnTo>
                  <a:lnTo>
                    <a:pt x="81640" y="21645"/>
                  </a:lnTo>
                  <a:lnTo>
                    <a:pt x="82041" y="22468"/>
                  </a:lnTo>
                  <a:lnTo>
                    <a:pt x="82142" y="22721"/>
                  </a:lnTo>
                  <a:lnTo>
                    <a:pt x="82242" y="23101"/>
                  </a:lnTo>
                  <a:lnTo>
                    <a:pt x="81640" y="25126"/>
                  </a:lnTo>
                  <a:lnTo>
                    <a:pt x="81740" y="25632"/>
                  </a:lnTo>
                  <a:lnTo>
                    <a:pt x="81841" y="26518"/>
                  </a:lnTo>
                  <a:lnTo>
                    <a:pt x="81740" y="28544"/>
                  </a:lnTo>
                  <a:lnTo>
                    <a:pt x="81841" y="28797"/>
                  </a:lnTo>
                  <a:lnTo>
                    <a:pt x="81740" y="28924"/>
                  </a:lnTo>
                  <a:lnTo>
                    <a:pt x="80535" y="30632"/>
                  </a:lnTo>
                  <a:lnTo>
                    <a:pt x="80033" y="31645"/>
                  </a:lnTo>
                  <a:lnTo>
                    <a:pt x="79832" y="31898"/>
                  </a:lnTo>
                  <a:lnTo>
                    <a:pt x="79732" y="32215"/>
                  </a:lnTo>
                  <a:lnTo>
                    <a:pt x="80033" y="32784"/>
                  </a:lnTo>
                  <a:lnTo>
                    <a:pt x="80334" y="33417"/>
                  </a:lnTo>
                  <a:lnTo>
                    <a:pt x="80635" y="33860"/>
                  </a:lnTo>
                  <a:lnTo>
                    <a:pt x="80535" y="34177"/>
                  </a:lnTo>
                  <a:lnTo>
                    <a:pt x="80033" y="34556"/>
                  </a:lnTo>
                  <a:lnTo>
                    <a:pt x="79832" y="35063"/>
                  </a:lnTo>
                  <a:lnTo>
                    <a:pt x="79832" y="35506"/>
                  </a:lnTo>
                  <a:lnTo>
                    <a:pt x="80133" y="35696"/>
                  </a:lnTo>
                  <a:lnTo>
                    <a:pt x="80535" y="35759"/>
                  </a:lnTo>
                  <a:lnTo>
                    <a:pt x="80836" y="35822"/>
                  </a:lnTo>
                  <a:lnTo>
                    <a:pt x="80937" y="35886"/>
                  </a:lnTo>
                  <a:lnTo>
                    <a:pt x="81238" y="36139"/>
                  </a:lnTo>
                  <a:lnTo>
                    <a:pt x="81640" y="36518"/>
                  </a:lnTo>
                  <a:lnTo>
                    <a:pt x="81841" y="36772"/>
                  </a:lnTo>
                  <a:lnTo>
                    <a:pt x="82041" y="37151"/>
                  </a:lnTo>
                  <a:lnTo>
                    <a:pt x="82443" y="37405"/>
                  </a:lnTo>
                  <a:lnTo>
                    <a:pt x="82945" y="37531"/>
                  </a:lnTo>
                  <a:lnTo>
                    <a:pt x="83548" y="37784"/>
                  </a:lnTo>
                  <a:lnTo>
                    <a:pt x="84251" y="38987"/>
                  </a:lnTo>
                  <a:lnTo>
                    <a:pt x="84552" y="39113"/>
                  </a:lnTo>
                  <a:lnTo>
                    <a:pt x="85154" y="39367"/>
                  </a:lnTo>
                  <a:lnTo>
                    <a:pt x="85958" y="40000"/>
                  </a:lnTo>
                  <a:lnTo>
                    <a:pt x="87364" y="41329"/>
                  </a:lnTo>
                  <a:lnTo>
                    <a:pt x="88066" y="41835"/>
                  </a:lnTo>
                  <a:lnTo>
                    <a:pt x="88970" y="42088"/>
                  </a:lnTo>
                  <a:lnTo>
                    <a:pt x="90979" y="42658"/>
                  </a:lnTo>
                  <a:lnTo>
                    <a:pt x="92384" y="43354"/>
                  </a:lnTo>
                  <a:lnTo>
                    <a:pt x="92786" y="43417"/>
                  </a:lnTo>
                  <a:lnTo>
                    <a:pt x="93790" y="43417"/>
                  </a:lnTo>
                  <a:lnTo>
                    <a:pt x="94092" y="43291"/>
                  </a:lnTo>
                  <a:lnTo>
                    <a:pt x="93690" y="42911"/>
                  </a:lnTo>
                  <a:lnTo>
                    <a:pt x="93790" y="42784"/>
                  </a:lnTo>
                  <a:lnTo>
                    <a:pt x="93891" y="42531"/>
                  </a:lnTo>
                  <a:lnTo>
                    <a:pt x="94092" y="42278"/>
                  </a:lnTo>
                  <a:lnTo>
                    <a:pt x="94393" y="42215"/>
                  </a:lnTo>
                  <a:lnTo>
                    <a:pt x="94493" y="42215"/>
                  </a:lnTo>
                  <a:lnTo>
                    <a:pt x="94493" y="42025"/>
                  </a:lnTo>
                  <a:lnTo>
                    <a:pt x="94393" y="41835"/>
                  </a:lnTo>
                  <a:lnTo>
                    <a:pt x="94493" y="41518"/>
                  </a:lnTo>
                  <a:lnTo>
                    <a:pt x="94794" y="41898"/>
                  </a:lnTo>
                  <a:lnTo>
                    <a:pt x="94995" y="41898"/>
                  </a:lnTo>
                  <a:lnTo>
                    <a:pt x="95397" y="41772"/>
                  </a:lnTo>
                  <a:lnTo>
                    <a:pt x="95698" y="41645"/>
                  </a:lnTo>
                  <a:lnTo>
                    <a:pt x="96100" y="41772"/>
                  </a:lnTo>
                  <a:lnTo>
                    <a:pt x="96301" y="41898"/>
                  </a:lnTo>
                  <a:lnTo>
                    <a:pt x="96301" y="42088"/>
                  </a:lnTo>
                  <a:lnTo>
                    <a:pt x="96000" y="42278"/>
                  </a:lnTo>
                  <a:lnTo>
                    <a:pt x="96502" y="42215"/>
                  </a:lnTo>
                  <a:lnTo>
                    <a:pt x="96903" y="41962"/>
                  </a:lnTo>
                  <a:lnTo>
                    <a:pt x="97707" y="41392"/>
                  </a:lnTo>
                  <a:lnTo>
                    <a:pt x="97907" y="40759"/>
                  </a:lnTo>
                  <a:lnTo>
                    <a:pt x="98209" y="40632"/>
                  </a:lnTo>
                  <a:lnTo>
                    <a:pt x="98711" y="40569"/>
                  </a:lnTo>
                  <a:lnTo>
                    <a:pt x="98811" y="40379"/>
                  </a:lnTo>
                  <a:lnTo>
                    <a:pt x="98711" y="40063"/>
                  </a:lnTo>
                  <a:lnTo>
                    <a:pt x="98410" y="40063"/>
                  </a:lnTo>
                  <a:lnTo>
                    <a:pt x="99615" y="39746"/>
                  </a:lnTo>
                  <a:lnTo>
                    <a:pt x="100016" y="39493"/>
                  </a:lnTo>
                  <a:lnTo>
                    <a:pt x="99715" y="39177"/>
                  </a:lnTo>
                  <a:lnTo>
                    <a:pt x="100016" y="39050"/>
                  </a:lnTo>
                  <a:lnTo>
                    <a:pt x="100317" y="39050"/>
                  </a:lnTo>
                  <a:lnTo>
                    <a:pt x="100518" y="39050"/>
                  </a:lnTo>
                  <a:lnTo>
                    <a:pt x="100820" y="39113"/>
                  </a:lnTo>
                  <a:lnTo>
                    <a:pt x="100920" y="38860"/>
                  </a:lnTo>
                  <a:lnTo>
                    <a:pt x="100920" y="38481"/>
                  </a:lnTo>
                  <a:lnTo>
                    <a:pt x="101020" y="38227"/>
                  </a:lnTo>
                  <a:lnTo>
                    <a:pt x="101523" y="38227"/>
                  </a:lnTo>
                  <a:lnTo>
                    <a:pt x="101824" y="38417"/>
                  </a:lnTo>
                  <a:lnTo>
                    <a:pt x="102225" y="38734"/>
                  </a:lnTo>
                  <a:lnTo>
                    <a:pt x="102426" y="38860"/>
                  </a:lnTo>
                  <a:lnTo>
                    <a:pt x="102828" y="38860"/>
                  </a:lnTo>
                  <a:lnTo>
                    <a:pt x="104535" y="38417"/>
                  </a:lnTo>
                  <a:lnTo>
                    <a:pt x="104836" y="38417"/>
                  </a:lnTo>
                  <a:lnTo>
                    <a:pt x="104937" y="38544"/>
                  </a:lnTo>
                  <a:lnTo>
                    <a:pt x="105238" y="38797"/>
                  </a:lnTo>
                  <a:lnTo>
                    <a:pt x="105439" y="38860"/>
                  </a:lnTo>
                  <a:lnTo>
                    <a:pt x="105640" y="38797"/>
                  </a:lnTo>
                  <a:lnTo>
                    <a:pt x="105740" y="38734"/>
                  </a:lnTo>
                  <a:lnTo>
                    <a:pt x="105841" y="38544"/>
                  </a:lnTo>
                  <a:lnTo>
                    <a:pt x="105941" y="38417"/>
                  </a:lnTo>
                  <a:lnTo>
                    <a:pt x="106644" y="38227"/>
                  </a:lnTo>
                  <a:lnTo>
                    <a:pt x="106744" y="38101"/>
                  </a:lnTo>
                  <a:lnTo>
                    <a:pt x="107246" y="37468"/>
                  </a:lnTo>
                  <a:lnTo>
                    <a:pt x="109255" y="35886"/>
                  </a:lnTo>
                  <a:lnTo>
                    <a:pt x="109355" y="35696"/>
                  </a:lnTo>
                  <a:lnTo>
                    <a:pt x="109556" y="35126"/>
                  </a:lnTo>
                  <a:lnTo>
                    <a:pt x="109857" y="35253"/>
                  </a:lnTo>
                  <a:lnTo>
                    <a:pt x="110158" y="35316"/>
                  </a:lnTo>
                  <a:lnTo>
                    <a:pt x="110560" y="35126"/>
                  </a:lnTo>
                  <a:lnTo>
                    <a:pt x="111464" y="34620"/>
                  </a:lnTo>
                  <a:lnTo>
                    <a:pt x="112267" y="33227"/>
                  </a:lnTo>
                  <a:lnTo>
                    <a:pt x="112870" y="32658"/>
                  </a:lnTo>
                  <a:lnTo>
                    <a:pt x="113372" y="32405"/>
                  </a:lnTo>
                  <a:lnTo>
                    <a:pt x="113774" y="32088"/>
                  </a:lnTo>
                  <a:lnTo>
                    <a:pt x="113974" y="31645"/>
                  </a:lnTo>
                  <a:lnTo>
                    <a:pt x="113774" y="31202"/>
                  </a:lnTo>
                  <a:lnTo>
                    <a:pt x="113673" y="30759"/>
                  </a:lnTo>
                  <a:lnTo>
                    <a:pt x="113974" y="30379"/>
                  </a:lnTo>
                  <a:lnTo>
                    <a:pt x="115380" y="29303"/>
                  </a:lnTo>
                  <a:lnTo>
                    <a:pt x="115581" y="29113"/>
                  </a:lnTo>
                  <a:lnTo>
                    <a:pt x="115581" y="28987"/>
                  </a:lnTo>
                  <a:lnTo>
                    <a:pt x="115481" y="28797"/>
                  </a:lnTo>
                  <a:lnTo>
                    <a:pt x="115280" y="28544"/>
                  </a:lnTo>
                  <a:lnTo>
                    <a:pt x="114979" y="28544"/>
                  </a:lnTo>
                  <a:lnTo>
                    <a:pt x="114577" y="28670"/>
                  </a:lnTo>
                  <a:lnTo>
                    <a:pt x="114376" y="28734"/>
                  </a:lnTo>
                  <a:lnTo>
                    <a:pt x="113673" y="28670"/>
                  </a:lnTo>
                  <a:lnTo>
                    <a:pt x="113372" y="28734"/>
                  </a:lnTo>
                  <a:lnTo>
                    <a:pt x="113271" y="28797"/>
                  </a:lnTo>
                  <a:lnTo>
                    <a:pt x="113171" y="28734"/>
                  </a:lnTo>
                  <a:lnTo>
                    <a:pt x="113071" y="28544"/>
                  </a:lnTo>
                  <a:lnTo>
                    <a:pt x="113271" y="27848"/>
                  </a:lnTo>
                  <a:lnTo>
                    <a:pt x="116384" y="26582"/>
                  </a:lnTo>
                  <a:lnTo>
                    <a:pt x="116184" y="26518"/>
                  </a:lnTo>
                  <a:lnTo>
                    <a:pt x="116083" y="26455"/>
                  </a:lnTo>
                  <a:lnTo>
                    <a:pt x="115782" y="26392"/>
                  </a:lnTo>
                  <a:lnTo>
                    <a:pt x="115782" y="26265"/>
                  </a:lnTo>
                  <a:lnTo>
                    <a:pt x="115782" y="26139"/>
                  </a:lnTo>
                  <a:lnTo>
                    <a:pt x="115782" y="25949"/>
                  </a:lnTo>
                  <a:lnTo>
                    <a:pt x="115983" y="25822"/>
                  </a:lnTo>
                  <a:lnTo>
                    <a:pt x="116585" y="25696"/>
                  </a:lnTo>
                  <a:lnTo>
                    <a:pt x="117690" y="24430"/>
                  </a:lnTo>
                  <a:lnTo>
                    <a:pt x="118594" y="24240"/>
                  </a:lnTo>
                  <a:lnTo>
                    <a:pt x="118794" y="24240"/>
                  </a:lnTo>
                  <a:lnTo>
                    <a:pt x="118995" y="23987"/>
                  </a:lnTo>
                  <a:lnTo>
                    <a:pt x="118794" y="23797"/>
                  </a:lnTo>
                  <a:lnTo>
                    <a:pt x="118594" y="23544"/>
                  </a:lnTo>
                  <a:close/>
                  <a:moveTo>
                    <a:pt x="88669" y="569"/>
                  </a:moveTo>
                  <a:lnTo>
                    <a:pt x="88669" y="632"/>
                  </a:lnTo>
                  <a:lnTo>
                    <a:pt x="88769" y="759"/>
                  </a:lnTo>
                  <a:lnTo>
                    <a:pt x="88769" y="822"/>
                  </a:lnTo>
                  <a:lnTo>
                    <a:pt x="88870" y="886"/>
                  </a:lnTo>
                  <a:lnTo>
                    <a:pt x="89071" y="822"/>
                  </a:lnTo>
                  <a:lnTo>
                    <a:pt x="89171" y="696"/>
                  </a:lnTo>
                  <a:lnTo>
                    <a:pt x="89171" y="569"/>
                  </a:lnTo>
                  <a:lnTo>
                    <a:pt x="89071" y="253"/>
                  </a:lnTo>
                  <a:lnTo>
                    <a:pt x="88870" y="63"/>
                  </a:lnTo>
                  <a:lnTo>
                    <a:pt x="88769" y="0"/>
                  </a:lnTo>
                  <a:lnTo>
                    <a:pt x="88669" y="0"/>
                  </a:lnTo>
                  <a:lnTo>
                    <a:pt x="88669" y="316"/>
                  </a:lnTo>
                  <a:lnTo>
                    <a:pt x="88669" y="506"/>
                  </a:lnTo>
                  <a:lnTo>
                    <a:pt x="88669" y="569"/>
                  </a:lnTo>
                  <a:close/>
                  <a:moveTo>
                    <a:pt x="100317" y="40253"/>
                  </a:moveTo>
                  <a:lnTo>
                    <a:pt x="99313" y="40632"/>
                  </a:lnTo>
                  <a:lnTo>
                    <a:pt x="98811" y="40886"/>
                  </a:lnTo>
                  <a:lnTo>
                    <a:pt x="98410" y="41202"/>
                  </a:lnTo>
                  <a:lnTo>
                    <a:pt x="98209" y="41518"/>
                  </a:lnTo>
                  <a:lnTo>
                    <a:pt x="97907" y="41835"/>
                  </a:lnTo>
                  <a:lnTo>
                    <a:pt x="97606" y="41962"/>
                  </a:lnTo>
                  <a:lnTo>
                    <a:pt x="97606" y="42088"/>
                  </a:lnTo>
                  <a:lnTo>
                    <a:pt x="97907" y="42278"/>
                  </a:lnTo>
                  <a:lnTo>
                    <a:pt x="97907" y="42405"/>
                  </a:lnTo>
                  <a:lnTo>
                    <a:pt x="98008" y="42468"/>
                  </a:lnTo>
                  <a:lnTo>
                    <a:pt x="98510" y="42468"/>
                  </a:lnTo>
                  <a:lnTo>
                    <a:pt x="99012" y="42594"/>
                  </a:lnTo>
                  <a:lnTo>
                    <a:pt x="99414" y="42658"/>
                  </a:lnTo>
                  <a:lnTo>
                    <a:pt x="99715" y="42658"/>
                  </a:lnTo>
                  <a:lnTo>
                    <a:pt x="99916" y="42594"/>
                  </a:lnTo>
                  <a:lnTo>
                    <a:pt x="100619" y="42405"/>
                  </a:lnTo>
                  <a:lnTo>
                    <a:pt x="100820" y="42405"/>
                  </a:lnTo>
                  <a:lnTo>
                    <a:pt x="100920" y="42594"/>
                  </a:lnTo>
                  <a:lnTo>
                    <a:pt x="100920" y="42784"/>
                  </a:lnTo>
                  <a:lnTo>
                    <a:pt x="100820" y="43037"/>
                  </a:lnTo>
                  <a:lnTo>
                    <a:pt x="101422" y="43101"/>
                  </a:lnTo>
                  <a:lnTo>
                    <a:pt x="101623" y="42721"/>
                  </a:lnTo>
                  <a:lnTo>
                    <a:pt x="101723" y="42278"/>
                  </a:lnTo>
                  <a:lnTo>
                    <a:pt x="101924" y="41898"/>
                  </a:lnTo>
                  <a:lnTo>
                    <a:pt x="101422" y="41582"/>
                  </a:lnTo>
                  <a:lnTo>
                    <a:pt x="101322" y="41265"/>
                  </a:lnTo>
                  <a:lnTo>
                    <a:pt x="101723" y="40506"/>
                  </a:lnTo>
                  <a:lnTo>
                    <a:pt x="102025" y="40379"/>
                  </a:lnTo>
                  <a:lnTo>
                    <a:pt x="102326" y="40316"/>
                  </a:lnTo>
                  <a:lnTo>
                    <a:pt x="102326" y="40126"/>
                  </a:lnTo>
                  <a:lnTo>
                    <a:pt x="102326" y="39936"/>
                  </a:lnTo>
                  <a:lnTo>
                    <a:pt x="101924" y="39873"/>
                  </a:lnTo>
                  <a:lnTo>
                    <a:pt x="101623" y="39873"/>
                  </a:lnTo>
                  <a:lnTo>
                    <a:pt x="101523" y="39936"/>
                  </a:lnTo>
                  <a:lnTo>
                    <a:pt x="101523" y="40189"/>
                  </a:lnTo>
                  <a:lnTo>
                    <a:pt x="100920" y="40126"/>
                  </a:lnTo>
                  <a:lnTo>
                    <a:pt x="100317" y="40253"/>
                  </a:lnTo>
                  <a:close/>
                  <a:moveTo>
                    <a:pt x="104234" y="46392"/>
                  </a:moveTo>
                  <a:lnTo>
                    <a:pt x="103933" y="46139"/>
                  </a:lnTo>
                  <a:lnTo>
                    <a:pt x="103531" y="45949"/>
                  </a:lnTo>
                  <a:lnTo>
                    <a:pt x="102928" y="45886"/>
                  </a:lnTo>
                  <a:lnTo>
                    <a:pt x="101020" y="46329"/>
                  </a:lnTo>
                  <a:lnTo>
                    <a:pt x="100016" y="46455"/>
                  </a:lnTo>
                  <a:lnTo>
                    <a:pt x="99615" y="46518"/>
                  </a:lnTo>
                  <a:lnTo>
                    <a:pt x="92887" y="48987"/>
                  </a:lnTo>
                  <a:lnTo>
                    <a:pt x="92585" y="48987"/>
                  </a:lnTo>
                  <a:lnTo>
                    <a:pt x="91682" y="48734"/>
                  </a:lnTo>
                  <a:lnTo>
                    <a:pt x="92585" y="47911"/>
                  </a:lnTo>
                  <a:lnTo>
                    <a:pt x="92786" y="47721"/>
                  </a:lnTo>
                  <a:lnTo>
                    <a:pt x="92887" y="47468"/>
                  </a:lnTo>
                  <a:lnTo>
                    <a:pt x="92987" y="47088"/>
                  </a:lnTo>
                  <a:lnTo>
                    <a:pt x="93389" y="46962"/>
                  </a:lnTo>
                  <a:lnTo>
                    <a:pt x="93589" y="47151"/>
                  </a:lnTo>
                  <a:lnTo>
                    <a:pt x="93891" y="46962"/>
                  </a:lnTo>
                  <a:lnTo>
                    <a:pt x="95297" y="45696"/>
                  </a:lnTo>
                  <a:lnTo>
                    <a:pt x="95497" y="45316"/>
                  </a:lnTo>
                  <a:lnTo>
                    <a:pt x="95497" y="44936"/>
                  </a:lnTo>
                  <a:lnTo>
                    <a:pt x="95096" y="44430"/>
                  </a:lnTo>
                  <a:lnTo>
                    <a:pt x="94794" y="44113"/>
                  </a:lnTo>
                  <a:lnTo>
                    <a:pt x="94794" y="44050"/>
                  </a:lnTo>
                  <a:lnTo>
                    <a:pt x="94594" y="44113"/>
                  </a:lnTo>
                  <a:lnTo>
                    <a:pt x="94292" y="44177"/>
                  </a:lnTo>
                  <a:lnTo>
                    <a:pt x="92384" y="43987"/>
                  </a:lnTo>
                  <a:lnTo>
                    <a:pt x="91782" y="43924"/>
                  </a:lnTo>
                  <a:lnTo>
                    <a:pt x="91179" y="43670"/>
                  </a:lnTo>
                  <a:lnTo>
                    <a:pt x="90979" y="43481"/>
                  </a:lnTo>
                  <a:lnTo>
                    <a:pt x="90677" y="43544"/>
                  </a:lnTo>
                  <a:lnTo>
                    <a:pt x="89774" y="43037"/>
                  </a:lnTo>
                  <a:lnTo>
                    <a:pt x="89071" y="42721"/>
                  </a:lnTo>
                  <a:lnTo>
                    <a:pt x="88569" y="42594"/>
                  </a:lnTo>
                  <a:lnTo>
                    <a:pt x="87966" y="42594"/>
                  </a:lnTo>
                  <a:lnTo>
                    <a:pt x="86761" y="42151"/>
                  </a:lnTo>
                  <a:lnTo>
                    <a:pt x="86058" y="42151"/>
                  </a:lnTo>
                  <a:lnTo>
                    <a:pt x="85154" y="42531"/>
                  </a:lnTo>
                  <a:lnTo>
                    <a:pt x="84853" y="42784"/>
                  </a:lnTo>
                  <a:lnTo>
                    <a:pt x="84652" y="43164"/>
                  </a:lnTo>
                  <a:lnTo>
                    <a:pt x="84652" y="43417"/>
                  </a:lnTo>
                  <a:lnTo>
                    <a:pt x="84753" y="43670"/>
                  </a:lnTo>
                  <a:lnTo>
                    <a:pt x="84753" y="43860"/>
                  </a:lnTo>
                  <a:lnTo>
                    <a:pt x="84552" y="43987"/>
                  </a:lnTo>
                  <a:lnTo>
                    <a:pt x="84451" y="44113"/>
                  </a:lnTo>
                  <a:lnTo>
                    <a:pt x="84451" y="44367"/>
                  </a:lnTo>
                  <a:lnTo>
                    <a:pt x="84552" y="44556"/>
                  </a:lnTo>
                  <a:lnTo>
                    <a:pt x="84652" y="44683"/>
                  </a:lnTo>
                  <a:lnTo>
                    <a:pt x="84050" y="44683"/>
                  </a:lnTo>
                  <a:lnTo>
                    <a:pt x="83849" y="44683"/>
                  </a:lnTo>
                  <a:lnTo>
                    <a:pt x="83748" y="44493"/>
                  </a:lnTo>
                  <a:lnTo>
                    <a:pt x="83949" y="44367"/>
                  </a:lnTo>
                  <a:lnTo>
                    <a:pt x="84150" y="44367"/>
                  </a:lnTo>
                  <a:lnTo>
                    <a:pt x="83748" y="44367"/>
                  </a:lnTo>
                  <a:lnTo>
                    <a:pt x="83548" y="44556"/>
                  </a:lnTo>
                  <a:lnTo>
                    <a:pt x="83447" y="44873"/>
                  </a:lnTo>
                  <a:lnTo>
                    <a:pt x="83046" y="45063"/>
                  </a:lnTo>
                  <a:lnTo>
                    <a:pt x="82644" y="45189"/>
                  </a:lnTo>
                  <a:lnTo>
                    <a:pt x="82041" y="45253"/>
                  </a:lnTo>
                  <a:lnTo>
                    <a:pt x="80133" y="45189"/>
                  </a:lnTo>
                  <a:lnTo>
                    <a:pt x="79832" y="45189"/>
                  </a:lnTo>
                  <a:lnTo>
                    <a:pt x="79230" y="45000"/>
                  </a:lnTo>
                  <a:lnTo>
                    <a:pt x="78828" y="44936"/>
                  </a:lnTo>
                  <a:lnTo>
                    <a:pt x="77723" y="45000"/>
                  </a:lnTo>
                  <a:lnTo>
                    <a:pt x="77121" y="44936"/>
                  </a:lnTo>
                  <a:lnTo>
                    <a:pt x="77020" y="44493"/>
                  </a:lnTo>
                  <a:lnTo>
                    <a:pt x="76719" y="44113"/>
                  </a:lnTo>
                  <a:lnTo>
                    <a:pt x="75313" y="43291"/>
                  </a:lnTo>
                  <a:lnTo>
                    <a:pt x="74410" y="42468"/>
                  </a:lnTo>
                  <a:lnTo>
                    <a:pt x="74008" y="42025"/>
                  </a:lnTo>
                  <a:lnTo>
                    <a:pt x="74008" y="41835"/>
                  </a:lnTo>
                  <a:lnTo>
                    <a:pt x="74108" y="41582"/>
                  </a:lnTo>
                  <a:lnTo>
                    <a:pt x="74209" y="41392"/>
                  </a:lnTo>
                  <a:lnTo>
                    <a:pt x="74008" y="41202"/>
                  </a:lnTo>
                  <a:lnTo>
                    <a:pt x="73707" y="41139"/>
                  </a:lnTo>
                  <a:lnTo>
                    <a:pt x="73305" y="41265"/>
                  </a:lnTo>
                  <a:lnTo>
                    <a:pt x="72903" y="41518"/>
                  </a:lnTo>
                  <a:lnTo>
                    <a:pt x="72301" y="42215"/>
                  </a:lnTo>
                  <a:lnTo>
                    <a:pt x="71799" y="43924"/>
                  </a:lnTo>
                  <a:lnTo>
                    <a:pt x="68887" y="47658"/>
                  </a:lnTo>
                  <a:lnTo>
                    <a:pt x="66075" y="49303"/>
                  </a:lnTo>
                  <a:lnTo>
                    <a:pt x="65974" y="49936"/>
                  </a:lnTo>
                  <a:lnTo>
                    <a:pt x="66376" y="49303"/>
                  </a:lnTo>
                  <a:lnTo>
                    <a:pt x="66878" y="48987"/>
                  </a:lnTo>
                  <a:lnTo>
                    <a:pt x="67079" y="48860"/>
                  </a:lnTo>
                  <a:lnTo>
                    <a:pt x="67380" y="48987"/>
                  </a:lnTo>
                  <a:lnTo>
                    <a:pt x="67280" y="49367"/>
                  </a:lnTo>
                  <a:lnTo>
                    <a:pt x="66878" y="49683"/>
                  </a:lnTo>
                  <a:lnTo>
                    <a:pt x="66476" y="49936"/>
                  </a:lnTo>
                  <a:lnTo>
                    <a:pt x="66276" y="50126"/>
                  </a:lnTo>
                  <a:lnTo>
                    <a:pt x="65974" y="51012"/>
                  </a:lnTo>
                  <a:lnTo>
                    <a:pt x="65673" y="51329"/>
                  </a:lnTo>
                  <a:lnTo>
                    <a:pt x="65171" y="51265"/>
                  </a:lnTo>
                  <a:lnTo>
                    <a:pt x="65071" y="50886"/>
                  </a:lnTo>
                  <a:lnTo>
                    <a:pt x="65071" y="50063"/>
                  </a:lnTo>
                  <a:lnTo>
                    <a:pt x="64669" y="50189"/>
                  </a:lnTo>
                  <a:lnTo>
                    <a:pt x="64368" y="50316"/>
                  </a:lnTo>
                  <a:lnTo>
                    <a:pt x="64066" y="50506"/>
                  </a:lnTo>
                  <a:lnTo>
                    <a:pt x="63564" y="50569"/>
                  </a:lnTo>
                  <a:lnTo>
                    <a:pt x="63364" y="50506"/>
                  </a:lnTo>
                  <a:lnTo>
                    <a:pt x="63062" y="50316"/>
                  </a:lnTo>
                  <a:lnTo>
                    <a:pt x="62761" y="50253"/>
                  </a:lnTo>
                  <a:lnTo>
                    <a:pt x="62460" y="50253"/>
                  </a:lnTo>
                  <a:lnTo>
                    <a:pt x="61958" y="50506"/>
                  </a:lnTo>
                  <a:lnTo>
                    <a:pt x="61556" y="50379"/>
                  </a:lnTo>
                  <a:lnTo>
                    <a:pt x="61456" y="50696"/>
                  </a:lnTo>
                  <a:lnTo>
                    <a:pt x="61154" y="50822"/>
                  </a:lnTo>
                  <a:lnTo>
                    <a:pt x="60853" y="50886"/>
                  </a:lnTo>
                  <a:lnTo>
                    <a:pt x="60552" y="51012"/>
                  </a:lnTo>
                  <a:lnTo>
                    <a:pt x="60753" y="51329"/>
                  </a:lnTo>
                  <a:lnTo>
                    <a:pt x="60853" y="51582"/>
                  </a:lnTo>
                  <a:lnTo>
                    <a:pt x="61154" y="51772"/>
                  </a:lnTo>
                  <a:lnTo>
                    <a:pt x="61556" y="51772"/>
                  </a:lnTo>
                  <a:lnTo>
                    <a:pt x="61757" y="52088"/>
                  </a:lnTo>
                  <a:lnTo>
                    <a:pt x="61355" y="52088"/>
                  </a:lnTo>
                  <a:lnTo>
                    <a:pt x="60451" y="51835"/>
                  </a:lnTo>
                  <a:lnTo>
                    <a:pt x="60150" y="51898"/>
                  </a:lnTo>
                  <a:lnTo>
                    <a:pt x="60050" y="52151"/>
                  </a:lnTo>
                  <a:lnTo>
                    <a:pt x="60050" y="52848"/>
                  </a:lnTo>
                  <a:lnTo>
                    <a:pt x="59949" y="53101"/>
                  </a:lnTo>
                  <a:lnTo>
                    <a:pt x="59748" y="52721"/>
                  </a:lnTo>
                  <a:lnTo>
                    <a:pt x="59447" y="52088"/>
                  </a:lnTo>
                  <a:lnTo>
                    <a:pt x="59046" y="51962"/>
                  </a:lnTo>
                  <a:lnTo>
                    <a:pt x="58644" y="52151"/>
                  </a:lnTo>
                  <a:lnTo>
                    <a:pt x="58443" y="52468"/>
                  </a:lnTo>
                  <a:lnTo>
                    <a:pt x="58443" y="52721"/>
                  </a:lnTo>
                  <a:lnTo>
                    <a:pt x="58242" y="52278"/>
                  </a:lnTo>
                  <a:lnTo>
                    <a:pt x="58343" y="51962"/>
                  </a:lnTo>
                  <a:lnTo>
                    <a:pt x="58644" y="51645"/>
                  </a:lnTo>
                  <a:lnTo>
                    <a:pt x="59748" y="51202"/>
                  </a:lnTo>
                  <a:lnTo>
                    <a:pt x="60753" y="50063"/>
                  </a:lnTo>
                  <a:lnTo>
                    <a:pt x="60251" y="49936"/>
                  </a:lnTo>
                  <a:lnTo>
                    <a:pt x="59748" y="49873"/>
                  </a:lnTo>
                  <a:lnTo>
                    <a:pt x="59246" y="49873"/>
                  </a:lnTo>
                  <a:lnTo>
                    <a:pt x="58845" y="49936"/>
                  </a:lnTo>
                  <a:lnTo>
                    <a:pt x="58142" y="50126"/>
                  </a:lnTo>
                  <a:lnTo>
                    <a:pt x="57941" y="50126"/>
                  </a:lnTo>
                  <a:lnTo>
                    <a:pt x="57238" y="50063"/>
                  </a:lnTo>
                  <a:lnTo>
                    <a:pt x="57640" y="49873"/>
                  </a:lnTo>
                  <a:lnTo>
                    <a:pt x="58142" y="49683"/>
                  </a:lnTo>
                  <a:lnTo>
                    <a:pt x="58543" y="49556"/>
                  </a:lnTo>
                  <a:lnTo>
                    <a:pt x="58945" y="49177"/>
                  </a:lnTo>
                  <a:lnTo>
                    <a:pt x="58343" y="49367"/>
                  </a:lnTo>
                  <a:lnTo>
                    <a:pt x="57338" y="49873"/>
                  </a:lnTo>
                  <a:lnTo>
                    <a:pt x="56635" y="50063"/>
                  </a:lnTo>
                  <a:lnTo>
                    <a:pt x="53221" y="50759"/>
                  </a:lnTo>
                  <a:lnTo>
                    <a:pt x="51715" y="50886"/>
                  </a:lnTo>
                  <a:lnTo>
                    <a:pt x="48903" y="51392"/>
                  </a:lnTo>
                  <a:lnTo>
                    <a:pt x="48502" y="51645"/>
                  </a:lnTo>
                  <a:lnTo>
                    <a:pt x="49506" y="51772"/>
                  </a:lnTo>
                  <a:lnTo>
                    <a:pt x="50108" y="51898"/>
                  </a:lnTo>
                  <a:lnTo>
                    <a:pt x="50510" y="52278"/>
                  </a:lnTo>
                  <a:lnTo>
                    <a:pt x="50108" y="52278"/>
                  </a:lnTo>
                  <a:lnTo>
                    <a:pt x="49606" y="52405"/>
                  </a:lnTo>
                  <a:lnTo>
                    <a:pt x="49305" y="52594"/>
                  </a:lnTo>
                  <a:lnTo>
                    <a:pt x="49004" y="52784"/>
                  </a:lnTo>
                  <a:lnTo>
                    <a:pt x="48100" y="53670"/>
                  </a:lnTo>
                  <a:lnTo>
                    <a:pt x="47899" y="53734"/>
                  </a:lnTo>
                  <a:lnTo>
                    <a:pt x="47598" y="53544"/>
                  </a:lnTo>
                  <a:lnTo>
                    <a:pt x="47598" y="53354"/>
                  </a:lnTo>
                  <a:lnTo>
                    <a:pt x="47899" y="53101"/>
                  </a:lnTo>
                  <a:lnTo>
                    <a:pt x="47899" y="52911"/>
                  </a:lnTo>
                  <a:lnTo>
                    <a:pt x="47698" y="52848"/>
                  </a:lnTo>
                  <a:lnTo>
                    <a:pt x="47598" y="52784"/>
                  </a:lnTo>
                  <a:lnTo>
                    <a:pt x="47397" y="52721"/>
                  </a:lnTo>
                  <a:lnTo>
                    <a:pt x="47397" y="52784"/>
                  </a:lnTo>
                  <a:lnTo>
                    <a:pt x="47397" y="52911"/>
                  </a:lnTo>
                  <a:lnTo>
                    <a:pt x="47497" y="53037"/>
                  </a:lnTo>
                  <a:lnTo>
                    <a:pt x="47497" y="53101"/>
                  </a:lnTo>
                  <a:lnTo>
                    <a:pt x="47297" y="53291"/>
                  </a:lnTo>
                  <a:lnTo>
                    <a:pt x="46594" y="54113"/>
                  </a:lnTo>
                  <a:lnTo>
                    <a:pt x="46493" y="53987"/>
                  </a:lnTo>
                  <a:lnTo>
                    <a:pt x="46393" y="53797"/>
                  </a:lnTo>
                  <a:lnTo>
                    <a:pt x="46292" y="53670"/>
                  </a:lnTo>
                  <a:lnTo>
                    <a:pt x="46092" y="53987"/>
                  </a:lnTo>
                  <a:lnTo>
                    <a:pt x="46092" y="54177"/>
                  </a:lnTo>
                  <a:lnTo>
                    <a:pt x="46092" y="54367"/>
                  </a:lnTo>
                  <a:lnTo>
                    <a:pt x="46192" y="54620"/>
                  </a:lnTo>
                  <a:lnTo>
                    <a:pt x="45991" y="54620"/>
                  </a:lnTo>
                  <a:lnTo>
                    <a:pt x="45690" y="54556"/>
                  </a:lnTo>
                  <a:lnTo>
                    <a:pt x="45389" y="54493"/>
                  </a:lnTo>
                  <a:lnTo>
                    <a:pt x="44284" y="54556"/>
                  </a:lnTo>
                  <a:lnTo>
                    <a:pt x="43682" y="54493"/>
                  </a:lnTo>
                  <a:lnTo>
                    <a:pt x="43380" y="54303"/>
                  </a:lnTo>
                  <a:lnTo>
                    <a:pt x="44184" y="54113"/>
                  </a:lnTo>
                  <a:lnTo>
                    <a:pt x="45087" y="53670"/>
                  </a:lnTo>
                  <a:lnTo>
                    <a:pt x="45690" y="52911"/>
                  </a:lnTo>
                  <a:lnTo>
                    <a:pt x="46092" y="52468"/>
                  </a:lnTo>
                  <a:lnTo>
                    <a:pt x="45288" y="52468"/>
                  </a:lnTo>
                  <a:lnTo>
                    <a:pt x="44585" y="52784"/>
                  </a:lnTo>
                  <a:lnTo>
                    <a:pt x="44083" y="53164"/>
                  </a:lnTo>
                  <a:lnTo>
                    <a:pt x="43481" y="53481"/>
                  </a:lnTo>
                  <a:lnTo>
                    <a:pt x="43079" y="53481"/>
                  </a:lnTo>
                  <a:lnTo>
                    <a:pt x="42276" y="53544"/>
                  </a:lnTo>
                  <a:lnTo>
                    <a:pt x="41874" y="53670"/>
                  </a:lnTo>
                  <a:lnTo>
                    <a:pt x="41774" y="53734"/>
                  </a:lnTo>
                  <a:lnTo>
                    <a:pt x="41774" y="53924"/>
                  </a:lnTo>
                  <a:lnTo>
                    <a:pt x="41774" y="53987"/>
                  </a:lnTo>
                  <a:lnTo>
                    <a:pt x="41673" y="53987"/>
                  </a:lnTo>
                  <a:lnTo>
                    <a:pt x="41472" y="53924"/>
                  </a:lnTo>
                  <a:lnTo>
                    <a:pt x="41372" y="53987"/>
                  </a:lnTo>
                  <a:lnTo>
                    <a:pt x="41171" y="54050"/>
                  </a:lnTo>
                  <a:lnTo>
                    <a:pt x="41071" y="54113"/>
                  </a:lnTo>
                  <a:lnTo>
                    <a:pt x="40769" y="54113"/>
                  </a:lnTo>
                  <a:lnTo>
                    <a:pt x="40468" y="54050"/>
                  </a:lnTo>
                  <a:lnTo>
                    <a:pt x="40267" y="54367"/>
                  </a:lnTo>
                  <a:lnTo>
                    <a:pt x="39665" y="54430"/>
                  </a:lnTo>
                  <a:lnTo>
                    <a:pt x="39364" y="54303"/>
                  </a:lnTo>
                  <a:lnTo>
                    <a:pt x="39665" y="53987"/>
                  </a:lnTo>
                  <a:lnTo>
                    <a:pt x="40167" y="53860"/>
                  </a:lnTo>
                  <a:lnTo>
                    <a:pt x="41071" y="53734"/>
                  </a:lnTo>
                  <a:lnTo>
                    <a:pt x="41372" y="53417"/>
                  </a:lnTo>
                  <a:lnTo>
                    <a:pt x="41071" y="53227"/>
                  </a:lnTo>
                  <a:lnTo>
                    <a:pt x="40066" y="53227"/>
                  </a:lnTo>
                  <a:lnTo>
                    <a:pt x="39564" y="53101"/>
                  </a:lnTo>
                  <a:lnTo>
                    <a:pt x="40066" y="53037"/>
                  </a:lnTo>
                  <a:lnTo>
                    <a:pt x="40870" y="52848"/>
                  </a:lnTo>
                  <a:lnTo>
                    <a:pt x="41372" y="52721"/>
                  </a:lnTo>
                  <a:lnTo>
                    <a:pt x="40368" y="52468"/>
                  </a:lnTo>
                  <a:lnTo>
                    <a:pt x="39062" y="52721"/>
                  </a:lnTo>
                  <a:lnTo>
                    <a:pt x="37054" y="53544"/>
                  </a:lnTo>
                  <a:lnTo>
                    <a:pt x="36351" y="54113"/>
                  </a:lnTo>
                  <a:lnTo>
                    <a:pt x="36150" y="54113"/>
                  </a:lnTo>
                  <a:lnTo>
                    <a:pt x="35849" y="54050"/>
                  </a:lnTo>
                  <a:lnTo>
                    <a:pt x="35648" y="53987"/>
                  </a:lnTo>
                  <a:lnTo>
                    <a:pt x="35548" y="54050"/>
                  </a:lnTo>
                  <a:lnTo>
                    <a:pt x="35548" y="54303"/>
                  </a:lnTo>
                  <a:lnTo>
                    <a:pt x="35849" y="54556"/>
                  </a:lnTo>
                  <a:lnTo>
                    <a:pt x="36150" y="54683"/>
                  </a:lnTo>
                  <a:lnTo>
                    <a:pt x="36251" y="54810"/>
                  </a:lnTo>
                  <a:lnTo>
                    <a:pt x="36251" y="55126"/>
                  </a:lnTo>
                  <a:lnTo>
                    <a:pt x="36150" y="55189"/>
                  </a:lnTo>
                  <a:lnTo>
                    <a:pt x="35849" y="55126"/>
                  </a:lnTo>
                  <a:lnTo>
                    <a:pt x="35748" y="55000"/>
                  </a:lnTo>
                  <a:lnTo>
                    <a:pt x="35748" y="54683"/>
                  </a:lnTo>
                  <a:lnTo>
                    <a:pt x="35246" y="54683"/>
                  </a:lnTo>
                  <a:lnTo>
                    <a:pt x="34343" y="55253"/>
                  </a:lnTo>
                  <a:lnTo>
                    <a:pt x="33740" y="55316"/>
                  </a:lnTo>
                  <a:lnTo>
                    <a:pt x="33841" y="55126"/>
                  </a:lnTo>
                  <a:lnTo>
                    <a:pt x="34242" y="54810"/>
                  </a:lnTo>
                  <a:lnTo>
                    <a:pt x="34343" y="54620"/>
                  </a:lnTo>
                  <a:lnTo>
                    <a:pt x="33841" y="54556"/>
                  </a:lnTo>
                  <a:lnTo>
                    <a:pt x="33138" y="54556"/>
                  </a:lnTo>
                  <a:lnTo>
                    <a:pt x="32435" y="54620"/>
                  </a:lnTo>
                  <a:lnTo>
                    <a:pt x="32133" y="54746"/>
                  </a:lnTo>
                  <a:lnTo>
                    <a:pt x="31531" y="54367"/>
                  </a:lnTo>
                  <a:lnTo>
                    <a:pt x="30928" y="54113"/>
                  </a:lnTo>
                  <a:lnTo>
                    <a:pt x="30426" y="54113"/>
                  </a:lnTo>
                  <a:lnTo>
                    <a:pt x="29824" y="54177"/>
                  </a:lnTo>
                  <a:lnTo>
                    <a:pt x="29422" y="53734"/>
                  </a:lnTo>
                  <a:lnTo>
                    <a:pt x="28418" y="53544"/>
                  </a:lnTo>
                  <a:lnTo>
                    <a:pt x="25707" y="53734"/>
                  </a:lnTo>
                  <a:lnTo>
                    <a:pt x="25506" y="53797"/>
                  </a:lnTo>
                  <a:lnTo>
                    <a:pt x="25405" y="53924"/>
                  </a:lnTo>
                  <a:lnTo>
                    <a:pt x="25305" y="54113"/>
                  </a:lnTo>
                  <a:lnTo>
                    <a:pt x="25104" y="54303"/>
                  </a:lnTo>
                  <a:lnTo>
                    <a:pt x="24702" y="54113"/>
                  </a:lnTo>
                  <a:lnTo>
                    <a:pt x="24702" y="54113"/>
                  </a:lnTo>
                  <a:lnTo>
                    <a:pt x="25104" y="54303"/>
                  </a:lnTo>
                  <a:lnTo>
                    <a:pt x="25104" y="54303"/>
                  </a:lnTo>
                  <a:lnTo>
                    <a:pt x="25104" y="54620"/>
                  </a:lnTo>
                  <a:lnTo>
                    <a:pt x="24702" y="54936"/>
                  </a:lnTo>
                  <a:lnTo>
                    <a:pt x="24100" y="55063"/>
                  </a:lnTo>
                  <a:lnTo>
                    <a:pt x="23698" y="55126"/>
                  </a:lnTo>
                  <a:lnTo>
                    <a:pt x="23297" y="55316"/>
                  </a:lnTo>
                  <a:lnTo>
                    <a:pt x="22895" y="55696"/>
                  </a:lnTo>
                  <a:lnTo>
                    <a:pt x="22794" y="56139"/>
                  </a:lnTo>
                  <a:lnTo>
                    <a:pt x="22895" y="56518"/>
                  </a:lnTo>
                  <a:lnTo>
                    <a:pt x="22895" y="56962"/>
                  </a:lnTo>
                  <a:lnTo>
                    <a:pt x="22694" y="57278"/>
                  </a:lnTo>
                  <a:lnTo>
                    <a:pt x="22594" y="57658"/>
                  </a:lnTo>
                  <a:lnTo>
                    <a:pt x="22393" y="58037"/>
                  </a:lnTo>
                  <a:lnTo>
                    <a:pt x="22393" y="58291"/>
                  </a:lnTo>
                  <a:lnTo>
                    <a:pt x="22493" y="58670"/>
                  </a:lnTo>
                  <a:lnTo>
                    <a:pt x="22594" y="58924"/>
                  </a:lnTo>
                  <a:lnTo>
                    <a:pt x="22493" y="59113"/>
                  </a:lnTo>
                  <a:lnTo>
                    <a:pt x="22694" y="59303"/>
                  </a:lnTo>
                  <a:lnTo>
                    <a:pt x="22895" y="59620"/>
                  </a:lnTo>
                  <a:lnTo>
                    <a:pt x="22995" y="59810"/>
                  </a:lnTo>
                  <a:lnTo>
                    <a:pt x="22895" y="60126"/>
                  </a:lnTo>
                  <a:lnTo>
                    <a:pt x="22895" y="60379"/>
                  </a:lnTo>
                  <a:lnTo>
                    <a:pt x="22694" y="60632"/>
                  </a:lnTo>
                  <a:lnTo>
                    <a:pt x="22995" y="60506"/>
                  </a:lnTo>
                  <a:lnTo>
                    <a:pt x="23297" y="60379"/>
                  </a:lnTo>
                  <a:lnTo>
                    <a:pt x="23598" y="60506"/>
                  </a:lnTo>
                  <a:lnTo>
                    <a:pt x="23799" y="60632"/>
                  </a:lnTo>
                  <a:lnTo>
                    <a:pt x="23397" y="60759"/>
                  </a:lnTo>
                  <a:lnTo>
                    <a:pt x="22995" y="60949"/>
                  </a:lnTo>
                  <a:lnTo>
                    <a:pt x="22794" y="61202"/>
                  </a:lnTo>
                  <a:lnTo>
                    <a:pt x="22594" y="61518"/>
                  </a:lnTo>
                  <a:lnTo>
                    <a:pt x="22594" y="61265"/>
                  </a:lnTo>
                  <a:lnTo>
                    <a:pt x="22493" y="61202"/>
                  </a:lnTo>
                  <a:lnTo>
                    <a:pt x="22393" y="61139"/>
                  </a:lnTo>
                  <a:lnTo>
                    <a:pt x="22292" y="61012"/>
                  </a:lnTo>
                  <a:lnTo>
                    <a:pt x="22092" y="60822"/>
                  </a:lnTo>
                  <a:lnTo>
                    <a:pt x="22292" y="60759"/>
                  </a:lnTo>
                  <a:lnTo>
                    <a:pt x="22393" y="60632"/>
                  </a:lnTo>
                  <a:lnTo>
                    <a:pt x="22493" y="60569"/>
                  </a:lnTo>
                  <a:lnTo>
                    <a:pt x="22594" y="60000"/>
                  </a:lnTo>
                  <a:lnTo>
                    <a:pt x="22393" y="59746"/>
                  </a:lnTo>
                  <a:lnTo>
                    <a:pt x="21891" y="59620"/>
                  </a:lnTo>
                  <a:lnTo>
                    <a:pt x="20786" y="60822"/>
                  </a:lnTo>
                  <a:lnTo>
                    <a:pt x="20987" y="61012"/>
                  </a:lnTo>
                  <a:lnTo>
                    <a:pt x="21087" y="61392"/>
                  </a:lnTo>
                  <a:lnTo>
                    <a:pt x="20987" y="61772"/>
                  </a:lnTo>
                  <a:lnTo>
                    <a:pt x="20786" y="61962"/>
                  </a:lnTo>
                  <a:lnTo>
                    <a:pt x="20384" y="62151"/>
                  </a:lnTo>
                  <a:lnTo>
                    <a:pt x="20384" y="62405"/>
                  </a:lnTo>
                  <a:lnTo>
                    <a:pt x="20686" y="62658"/>
                  </a:lnTo>
                  <a:lnTo>
                    <a:pt x="20987" y="62911"/>
                  </a:lnTo>
                  <a:lnTo>
                    <a:pt x="20887" y="63101"/>
                  </a:lnTo>
                  <a:lnTo>
                    <a:pt x="20887" y="63481"/>
                  </a:lnTo>
                  <a:lnTo>
                    <a:pt x="20786" y="63734"/>
                  </a:lnTo>
                  <a:lnTo>
                    <a:pt x="20786" y="63797"/>
                  </a:lnTo>
                  <a:lnTo>
                    <a:pt x="20485" y="63924"/>
                  </a:lnTo>
                  <a:lnTo>
                    <a:pt x="20384" y="63987"/>
                  </a:lnTo>
                  <a:lnTo>
                    <a:pt x="19983" y="64620"/>
                  </a:lnTo>
                  <a:lnTo>
                    <a:pt x="19782" y="65379"/>
                  </a:lnTo>
                  <a:lnTo>
                    <a:pt x="19380" y="65886"/>
                  </a:lnTo>
                  <a:lnTo>
                    <a:pt x="18577" y="66455"/>
                  </a:lnTo>
                  <a:lnTo>
                    <a:pt x="18075" y="67025"/>
                  </a:lnTo>
                  <a:lnTo>
                    <a:pt x="18577" y="67658"/>
                  </a:lnTo>
                  <a:lnTo>
                    <a:pt x="18175" y="67784"/>
                  </a:lnTo>
                  <a:lnTo>
                    <a:pt x="17974" y="68227"/>
                  </a:lnTo>
                  <a:lnTo>
                    <a:pt x="17573" y="68481"/>
                  </a:lnTo>
                  <a:lnTo>
                    <a:pt x="15564" y="70569"/>
                  </a:lnTo>
                  <a:lnTo>
                    <a:pt x="16569" y="70569"/>
                  </a:lnTo>
                  <a:lnTo>
                    <a:pt x="16167" y="70759"/>
                  </a:lnTo>
                  <a:lnTo>
                    <a:pt x="15765" y="71139"/>
                  </a:lnTo>
                  <a:lnTo>
                    <a:pt x="15564" y="71265"/>
                  </a:lnTo>
                  <a:lnTo>
                    <a:pt x="14861" y="72151"/>
                  </a:lnTo>
                  <a:lnTo>
                    <a:pt x="14861" y="72594"/>
                  </a:lnTo>
                  <a:lnTo>
                    <a:pt x="14962" y="73291"/>
                  </a:lnTo>
                  <a:lnTo>
                    <a:pt x="15364" y="74050"/>
                  </a:lnTo>
                  <a:lnTo>
                    <a:pt x="15866" y="74556"/>
                  </a:lnTo>
                  <a:lnTo>
                    <a:pt x="16167" y="73860"/>
                  </a:lnTo>
                  <a:lnTo>
                    <a:pt x="16970" y="73481"/>
                  </a:lnTo>
                  <a:lnTo>
                    <a:pt x="17874" y="73354"/>
                  </a:lnTo>
                  <a:lnTo>
                    <a:pt x="18778" y="73417"/>
                  </a:lnTo>
                  <a:lnTo>
                    <a:pt x="18979" y="73417"/>
                  </a:lnTo>
                  <a:lnTo>
                    <a:pt x="19179" y="73291"/>
                  </a:lnTo>
                  <a:lnTo>
                    <a:pt x="19481" y="73354"/>
                  </a:lnTo>
                  <a:lnTo>
                    <a:pt x="19581" y="73417"/>
                  </a:lnTo>
                  <a:lnTo>
                    <a:pt x="19581" y="73670"/>
                  </a:lnTo>
                  <a:lnTo>
                    <a:pt x="19581" y="73734"/>
                  </a:lnTo>
                  <a:lnTo>
                    <a:pt x="19882" y="73924"/>
                  </a:lnTo>
                  <a:lnTo>
                    <a:pt x="19882" y="73987"/>
                  </a:lnTo>
                  <a:lnTo>
                    <a:pt x="19882" y="74050"/>
                  </a:lnTo>
                  <a:lnTo>
                    <a:pt x="20083" y="73924"/>
                  </a:lnTo>
                  <a:lnTo>
                    <a:pt x="20384" y="73734"/>
                  </a:lnTo>
                  <a:lnTo>
                    <a:pt x="20485" y="73354"/>
                  </a:lnTo>
                  <a:lnTo>
                    <a:pt x="20686" y="73101"/>
                  </a:lnTo>
                  <a:lnTo>
                    <a:pt x="21087" y="72911"/>
                  </a:lnTo>
                  <a:lnTo>
                    <a:pt x="20384" y="72215"/>
                  </a:lnTo>
                  <a:lnTo>
                    <a:pt x="20686" y="71455"/>
                  </a:lnTo>
                  <a:lnTo>
                    <a:pt x="21489" y="70696"/>
                  </a:lnTo>
                  <a:lnTo>
                    <a:pt x="22393" y="70189"/>
                  </a:lnTo>
                  <a:lnTo>
                    <a:pt x="25305" y="69683"/>
                  </a:lnTo>
                  <a:lnTo>
                    <a:pt x="25506" y="69746"/>
                  </a:lnTo>
                  <a:lnTo>
                    <a:pt x="25707" y="69810"/>
                  </a:lnTo>
                  <a:lnTo>
                    <a:pt x="26008" y="69936"/>
                  </a:lnTo>
                  <a:lnTo>
                    <a:pt x="27012" y="69936"/>
                  </a:lnTo>
                  <a:lnTo>
                    <a:pt x="27414" y="69936"/>
                  </a:lnTo>
                  <a:lnTo>
                    <a:pt x="27514" y="69683"/>
                  </a:lnTo>
                  <a:lnTo>
                    <a:pt x="27615" y="69493"/>
                  </a:lnTo>
                  <a:lnTo>
                    <a:pt x="27715" y="69303"/>
                  </a:lnTo>
                  <a:lnTo>
                    <a:pt x="27916" y="69113"/>
                  </a:lnTo>
                  <a:lnTo>
                    <a:pt x="28317" y="69113"/>
                  </a:lnTo>
                  <a:lnTo>
                    <a:pt x="28619" y="69177"/>
                  </a:lnTo>
                  <a:lnTo>
                    <a:pt x="28820" y="69050"/>
                  </a:lnTo>
                  <a:lnTo>
                    <a:pt x="28518" y="68670"/>
                  </a:lnTo>
                  <a:lnTo>
                    <a:pt x="29523" y="68544"/>
                  </a:lnTo>
                  <a:lnTo>
                    <a:pt x="30225" y="68291"/>
                  </a:lnTo>
                  <a:lnTo>
                    <a:pt x="31330" y="67594"/>
                  </a:lnTo>
                  <a:lnTo>
                    <a:pt x="32937" y="66962"/>
                  </a:lnTo>
                  <a:lnTo>
                    <a:pt x="33841" y="66645"/>
                  </a:lnTo>
                  <a:lnTo>
                    <a:pt x="34644" y="66772"/>
                  </a:lnTo>
                  <a:lnTo>
                    <a:pt x="34644" y="66835"/>
                  </a:lnTo>
                  <a:lnTo>
                    <a:pt x="34443" y="66962"/>
                  </a:lnTo>
                  <a:lnTo>
                    <a:pt x="35447" y="66835"/>
                  </a:lnTo>
                  <a:lnTo>
                    <a:pt x="37054" y="66139"/>
                  </a:lnTo>
                  <a:lnTo>
                    <a:pt x="37857" y="66265"/>
                  </a:lnTo>
                  <a:lnTo>
                    <a:pt x="37857" y="66455"/>
                  </a:lnTo>
                  <a:lnTo>
                    <a:pt x="38058" y="66582"/>
                  </a:lnTo>
                  <a:lnTo>
                    <a:pt x="38259" y="66772"/>
                  </a:lnTo>
                  <a:lnTo>
                    <a:pt x="38460" y="66772"/>
                  </a:lnTo>
                  <a:lnTo>
                    <a:pt x="38761" y="66772"/>
                  </a:lnTo>
                  <a:lnTo>
                    <a:pt x="38761" y="66582"/>
                  </a:lnTo>
                  <a:lnTo>
                    <a:pt x="38761" y="66455"/>
                  </a:lnTo>
                  <a:lnTo>
                    <a:pt x="38861" y="66329"/>
                  </a:lnTo>
                  <a:lnTo>
                    <a:pt x="39263" y="65759"/>
                  </a:lnTo>
                  <a:lnTo>
                    <a:pt x="39364" y="65506"/>
                  </a:lnTo>
                  <a:lnTo>
                    <a:pt x="39765" y="65316"/>
                  </a:lnTo>
                  <a:lnTo>
                    <a:pt x="44686" y="63734"/>
                  </a:lnTo>
                  <a:lnTo>
                    <a:pt x="45288" y="63670"/>
                  </a:lnTo>
                  <a:lnTo>
                    <a:pt x="46393" y="63670"/>
                  </a:lnTo>
                  <a:lnTo>
                    <a:pt x="46995" y="63544"/>
                  </a:lnTo>
                  <a:lnTo>
                    <a:pt x="49606" y="62784"/>
                  </a:lnTo>
                  <a:lnTo>
                    <a:pt x="50410" y="62784"/>
                  </a:lnTo>
                  <a:lnTo>
                    <a:pt x="49707" y="63164"/>
                  </a:lnTo>
                  <a:lnTo>
                    <a:pt x="49104" y="63670"/>
                  </a:lnTo>
                  <a:lnTo>
                    <a:pt x="48903" y="64303"/>
                  </a:lnTo>
                  <a:lnTo>
                    <a:pt x="49205" y="65063"/>
                  </a:lnTo>
                  <a:lnTo>
                    <a:pt x="48602" y="64936"/>
                  </a:lnTo>
                  <a:lnTo>
                    <a:pt x="48200" y="64620"/>
                  </a:lnTo>
                  <a:lnTo>
                    <a:pt x="47698" y="64493"/>
                  </a:lnTo>
                  <a:lnTo>
                    <a:pt x="47297" y="64556"/>
                  </a:lnTo>
                  <a:lnTo>
                    <a:pt x="46794" y="64683"/>
                  </a:lnTo>
                  <a:lnTo>
                    <a:pt x="46192" y="65189"/>
                  </a:lnTo>
                  <a:lnTo>
                    <a:pt x="44184" y="65886"/>
                  </a:lnTo>
                  <a:lnTo>
                    <a:pt x="43280" y="65949"/>
                  </a:lnTo>
                  <a:lnTo>
                    <a:pt x="43179" y="66012"/>
                  </a:lnTo>
                  <a:lnTo>
                    <a:pt x="43079" y="66202"/>
                  </a:lnTo>
                  <a:lnTo>
                    <a:pt x="43179" y="66582"/>
                  </a:lnTo>
                  <a:lnTo>
                    <a:pt x="43079" y="66772"/>
                  </a:lnTo>
                  <a:lnTo>
                    <a:pt x="42677" y="66645"/>
                  </a:lnTo>
                  <a:lnTo>
                    <a:pt x="42376" y="66645"/>
                  </a:lnTo>
                  <a:lnTo>
                    <a:pt x="41673" y="66898"/>
                  </a:lnTo>
                  <a:lnTo>
                    <a:pt x="41472" y="66962"/>
                  </a:lnTo>
                  <a:lnTo>
                    <a:pt x="41472" y="67088"/>
                  </a:lnTo>
                  <a:lnTo>
                    <a:pt x="41573" y="67215"/>
                  </a:lnTo>
                  <a:lnTo>
                    <a:pt x="41573" y="67531"/>
                  </a:lnTo>
                  <a:lnTo>
                    <a:pt x="41372" y="67784"/>
                  </a:lnTo>
                  <a:lnTo>
                    <a:pt x="40870" y="68037"/>
                  </a:lnTo>
                  <a:lnTo>
                    <a:pt x="40066" y="68227"/>
                  </a:lnTo>
                  <a:lnTo>
                    <a:pt x="39665" y="68481"/>
                  </a:lnTo>
                  <a:lnTo>
                    <a:pt x="38761" y="69430"/>
                  </a:lnTo>
                  <a:lnTo>
                    <a:pt x="37556" y="70063"/>
                  </a:lnTo>
                  <a:lnTo>
                    <a:pt x="35849" y="71202"/>
                  </a:lnTo>
                  <a:lnTo>
                    <a:pt x="35648" y="71518"/>
                  </a:lnTo>
                  <a:lnTo>
                    <a:pt x="35648" y="71772"/>
                  </a:lnTo>
                  <a:lnTo>
                    <a:pt x="35347" y="72025"/>
                  </a:lnTo>
                  <a:lnTo>
                    <a:pt x="35246" y="72215"/>
                  </a:lnTo>
                  <a:lnTo>
                    <a:pt x="35347" y="72405"/>
                  </a:lnTo>
                  <a:lnTo>
                    <a:pt x="35548" y="72594"/>
                  </a:lnTo>
                  <a:lnTo>
                    <a:pt x="35648" y="72784"/>
                  </a:lnTo>
                  <a:lnTo>
                    <a:pt x="35146" y="73227"/>
                  </a:lnTo>
                  <a:lnTo>
                    <a:pt x="35447" y="73544"/>
                  </a:lnTo>
                  <a:lnTo>
                    <a:pt x="35949" y="73860"/>
                  </a:lnTo>
                  <a:lnTo>
                    <a:pt x="37656" y="74430"/>
                  </a:lnTo>
                  <a:lnTo>
                    <a:pt x="38259" y="74493"/>
                  </a:lnTo>
                  <a:lnTo>
                    <a:pt x="38661" y="74430"/>
                  </a:lnTo>
                  <a:lnTo>
                    <a:pt x="38761" y="74556"/>
                  </a:lnTo>
                  <a:lnTo>
                    <a:pt x="38661" y="74810"/>
                  </a:lnTo>
                  <a:lnTo>
                    <a:pt x="38761" y="75189"/>
                  </a:lnTo>
                  <a:lnTo>
                    <a:pt x="39163" y="75569"/>
                  </a:lnTo>
                  <a:lnTo>
                    <a:pt x="39564" y="75759"/>
                  </a:lnTo>
                  <a:lnTo>
                    <a:pt x="39163" y="75759"/>
                  </a:lnTo>
                  <a:lnTo>
                    <a:pt x="38761" y="75886"/>
                  </a:lnTo>
                  <a:lnTo>
                    <a:pt x="38661" y="76012"/>
                  </a:lnTo>
                  <a:lnTo>
                    <a:pt x="38661" y="76392"/>
                  </a:lnTo>
                  <a:lnTo>
                    <a:pt x="38058" y="75189"/>
                  </a:lnTo>
                  <a:lnTo>
                    <a:pt x="37757" y="75000"/>
                  </a:lnTo>
                  <a:lnTo>
                    <a:pt x="35246" y="74303"/>
                  </a:lnTo>
                  <a:lnTo>
                    <a:pt x="32635" y="73987"/>
                  </a:lnTo>
                  <a:lnTo>
                    <a:pt x="32435" y="74113"/>
                  </a:lnTo>
                  <a:lnTo>
                    <a:pt x="32334" y="74303"/>
                  </a:lnTo>
                  <a:lnTo>
                    <a:pt x="32334" y="74430"/>
                  </a:lnTo>
                  <a:lnTo>
                    <a:pt x="32435" y="74683"/>
                  </a:lnTo>
                  <a:lnTo>
                    <a:pt x="32535" y="75000"/>
                  </a:lnTo>
                  <a:lnTo>
                    <a:pt x="32435" y="75189"/>
                  </a:lnTo>
                  <a:lnTo>
                    <a:pt x="32234" y="75253"/>
                  </a:lnTo>
                  <a:lnTo>
                    <a:pt x="31933" y="75253"/>
                  </a:lnTo>
                  <a:lnTo>
                    <a:pt x="31933" y="75063"/>
                  </a:lnTo>
                  <a:lnTo>
                    <a:pt x="31631" y="74936"/>
                  </a:lnTo>
                  <a:lnTo>
                    <a:pt x="30828" y="74556"/>
                  </a:lnTo>
                  <a:lnTo>
                    <a:pt x="31029" y="74303"/>
                  </a:lnTo>
                  <a:lnTo>
                    <a:pt x="31230" y="73860"/>
                  </a:lnTo>
                  <a:lnTo>
                    <a:pt x="31029" y="73481"/>
                  </a:lnTo>
                  <a:lnTo>
                    <a:pt x="30527" y="73354"/>
                  </a:lnTo>
                  <a:lnTo>
                    <a:pt x="30426" y="73037"/>
                  </a:lnTo>
                  <a:lnTo>
                    <a:pt x="30025" y="72151"/>
                  </a:lnTo>
                  <a:lnTo>
                    <a:pt x="30025" y="71835"/>
                  </a:lnTo>
                  <a:lnTo>
                    <a:pt x="30225" y="71518"/>
                  </a:lnTo>
                  <a:lnTo>
                    <a:pt x="30225" y="71265"/>
                  </a:lnTo>
                  <a:lnTo>
                    <a:pt x="30025" y="70949"/>
                  </a:lnTo>
                  <a:lnTo>
                    <a:pt x="29623" y="70759"/>
                  </a:lnTo>
                  <a:lnTo>
                    <a:pt x="29020" y="70696"/>
                  </a:lnTo>
                  <a:lnTo>
                    <a:pt x="27414" y="70949"/>
                  </a:lnTo>
                  <a:lnTo>
                    <a:pt x="26309" y="70949"/>
                  </a:lnTo>
                  <a:lnTo>
                    <a:pt x="25807" y="71139"/>
                  </a:lnTo>
                  <a:lnTo>
                    <a:pt x="25506" y="71392"/>
                  </a:lnTo>
                  <a:lnTo>
                    <a:pt x="26410" y="71265"/>
                  </a:lnTo>
                  <a:lnTo>
                    <a:pt x="27514" y="71139"/>
                  </a:lnTo>
                  <a:lnTo>
                    <a:pt x="28317" y="71392"/>
                  </a:lnTo>
                  <a:lnTo>
                    <a:pt x="28317" y="72151"/>
                  </a:lnTo>
                  <a:lnTo>
                    <a:pt x="27916" y="72658"/>
                  </a:lnTo>
                  <a:lnTo>
                    <a:pt x="27414" y="73227"/>
                  </a:lnTo>
                  <a:lnTo>
                    <a:pt x="26811" y="73734"/>
                  </a:lnTo>
                  <a:lnTo>
                    <a:pt x="25506" y="74367"/>
                  </a:lnTo>
                  <a:lnTo>
                    <a:pt x="24301" y="75189"/>
                  </a:lnTo>
                  <a:lnTo>
                    <a:pt x="22794" y="75886"/>
                  </a:lnTo>
                  <a:lnTo>
                    <a:pt x="20184" y="78101"/>
                  </a:lnTo>
                  <a:lnTo>
                    <a:pt x="17874" y="80822"/>
                  </a:lnTo>
                  <a:lnTo>
                    <a:pt x="15364" y="83354"/>
                  </a:lnTo>
                  <a:lnTo>
                    <a:pt x="14962" y="84113"/>
                  </a:lnTo>
                  <a:lnTo>
                    <a:pt x="14761" y="84493"/>
                  </a:lnTo>
                  <a:lnTo>
                    <a:pt x="12652" y="86455"/>
                  </a:lnTo>
                  <a:lnTo>
                    <a:pt x="12150" y="86645"/>
                  </a:lnTo>
                  <a:lnTo>
                    <a:pt x="11849" y="86962"/>
                  </a:lnTo>
                  <a:lnTo>
                    <a:pt x="11146" y="88227"/>
                  </a:lnTo>
                  <a:lnTo>
                    <a:pt x="8535" y="90886"/>
                  </a:lnTo>
                  <a:lnTo>
                    <a:pt x="6928" y="92721"/>
                  </a:lnTo>
                  <a:lnTo>
                    <a:pt x="6828" y="93924"/>
                  </a:lnTo>
                  <a:lnTo>
                    <a:pt x="7330" y="94113"/>
                  </a:lnTo>
                  <a:lnTo>
                    <a:pt x="7933" y="93797"/>
                  </a:lnTo>
                  <a:lnTo>
                    <a:pt x="8535" y="93101"/>
                  </a:lnTo>
                  <a:lnTo>
                    <a:pt x="8937" y="92848"/>
                  </a:lnTo>
                  <a:lnTo>
                    <a:pt x="9740" y="92405"/>
                  </a:lnTo>
                  <a:lnTo>
                    <a:pt x="10945" y="91012"/>
                  </a:lnTo>
                  <a:lnTo>
                    <a:pt x="11748" y="90443"/>
                  </a:lnTo>
                  <a:lnTo>
                    <a:pt x="12451" y="89683"/>
                  </a:lnTo>
                  <a:lnTo>
                    <a:pt x="12953" y="89620"/>
                  </a:lnTo>
                  <a:lnTo>
                    <a:pt x="12552" y="90000"/>
                  </a:lnTo>
                  <a:lnTo>
                    <a:pt x="11849" y="90696"/>
                  </a:lnTo>
                  <a:lnTo>
                    <a:pt x="11246" y="91012"/>
                  </a:lnTo>
                  <a:lnTo>
                    <a:pt x="11046" y="91265"/>
                  </a:lnTo>
                  <a:lnTo>
                    <a:pt x="10543" y="92658"/>
                  </a:lnTo>
                  <a:lnTo>
                    <a:pt x="10142" y="92594"/>
                  </a:lnTo>
                  <a:lnTo>
                    <a:pt x="10242" y="93037"/>
                  </a:lnTo>
                  <a:lnTo>
                    <a:pt x="10142" y="93354"/>
                  </a:lnTo>
                  <a:lnTo>
                    <a:pt x="9740" y="93987"/>
                  </a:lnTo>
                  <a:lnTo>
                    <a:pt x="9338" y="94556"/>
                  </a:lnTo>
                  <a:lnTo>
                    <a:pt x="9238" y="94746"/>
                  </a:lnTo>
                  <a:lnTo>
                    <a:pt x="8937" y="95063"/>
                  </a:lnTo>
                  <a:lnTo>
                    <a:pt x="8635" y="95253"/>
                  </a:lnTo>
                  <a:lnTo>
                    <a:pt x="8133" y="95443"/>
                  </a:lnTo>
                  <a:lnTo>
                    <a:pt x="7933" y="95443"/>
                  </a:lnTo>
                  <a:lnTo>
                    <a:pt x="7832" y="95253"/>
                  </a:lnTo>
                  <a:lnTo>
                    <a:pt x="7732" y="95000"/>
                  </a:lnTo>
                  <a:lnTo>
                    <a:pt x="7631" y="94746"/>
                  </a:lnTo>
                  <a:lnTo>
                    <a:pt x="7230" y="94430"/>
                  </a:lnTo>
                  <a:lnTo>
                    <a:pt x="6828" y="94177"/>
                  </a:lnTo>
                  <a:lnTo>
                    <a:pt x="6527" y="93924"/>
                  </a:lnTo>
                  <a:lnTo>
                    <a:pt x="6025" y="93797"/>
                  </a:lnTo>
                  <a:lnTo>
                    <a:pt x="4719" y="95569"/>
                  </a:lnTo>
                  <a:lnTo>
                    <a:pt x="4619" y="95886"/>
                  </a:lnTo>
                  <a:lnTo>
                    <a:pt x="2811" y="97721"/>
                  </a:lnTo>
                  <a:lnTo>
                    <a:pt x="803" y="102088"/>
                  </a:lnTo>
                  <a:lnTo>
                    <a:pt x="803" y="102531"/>
                  </a:lnTo>
                  <a:lnTo>
                    <a:pt x="1104" y="103164"/>
                  </a:lnTo>
                  <a:lnTo>
                    <a:pt x="1205" y="103037"/>
                  </a:lnTo>
                  <a:lnTo>
                    <a:pt x="3012" y="99177"/>
                  </a:lnTo>
                  <a:lnTo>
                    <a:pt x="4016" y="97278"/>
                  </a:lnTo>
                  <a:lnTo>
                    <a:pt x="4217" y="97215"/>
                  </a:lnTo>
                  <a:lnTo>
                    <a:pt x="4619" y="97215"/>
                  </a:lnTo>
                  <a:lnTo>
                    <a:pt x="4820" y="97151"/>
                  </a:lnTo>
                  <a:lnTo>
                    <a:pt x="5723" y="96645"/>
                  </a:lnTo>
                  <a:lnTo>
                    <a:pt x="6125" y="96582"/>
                  </a:lnTo>
                  <a:lnTo>
                    <a:pt x="6627" y="96835"/>
                  </a:lnTo>
                  <a:lnTo>
                    <a:pt x="6728" y="97215"/>
                  </a:lnTo>
                  <a:lnTo>
                    <a:pt x="6326" y="97658"/>
                  </a:lnTo>
                  <a:lnTo>
                    <a:pt x="6025" y="98037"/>
                  </a:lnTo>
                  <a:lnTo>
                    <a:pt x="5623" y="98860"/>
                  </a:lnTo>
                  <a:lnTo>
                    <a:pt x="4920" y="99493"/>
                  </a:lnTo>
                  <a:lnTo>
                    <a:pt x="4117" y="101012"/>
                  </a:lnTo>
                  <a:lnTo>
                    <a:pt x="4117" y="101329"/>
                  </a:lnTo>
                  <a:lnTo>
                    <a:pt x="4317" y="101772"/>
                  </a:lnTo>
                  <a:lnTo>
                    <a:pt x="4117" y="102151"/>
                  </a:lnTo>
                  <a:lnTo>
                    <a:pt x="3715" y="102784"/>
                  </a:lnTo>
                  <a:lnTo>
                    <a:pt x="3715" y="103544"/>
                  </a:lnTo>
                  <a:lnTo>
                    <a:pt x="4719" y="106202"/>
                  </a:lnTo>
                  <a:lnTo>
                    <a:pt x="4820" y="106772"/>
                  </a:lnTo>
                  <a:lnTo>
                    <a:pt x="4820" y="106962"/>
                  </a:lnTo>
                  <a:lnTo>
                    <a:pt x="4619" y="107784"/>
                  </a:lnTo>
                  <a:lnTo>
                    <a:pt x="4619" y="107911"/>
                  </a:lnTo>
                  <a:lnTo>
                    <a:pt x="4820" y="108417"/>
                  </a:lnTo>
                  <a:lnTo>
                    <a:pt x="5020" y="109367"/>
                  </a:lnTo>
                  <a:lnTo>
                    <a:pt x="5221" y="109746"/>
                  </a:lnTo>
                  <a:lnTo>
                    <a:pt x="5623" y="109493"/>
                  </a:lnTo>
                  <a:lnTo>
                    <a:pt x="5924" y="109620"/>
                  </a:lnTo>
                  <a:lnTo>
                    <a:pt x="7330" y="110759"/>
                  </a:lnTo>
                  <a:lnTo>
                    <a:pt x="7531" y="110759"/>
                  </a:lnTo>
                  <a:lnTo>
                    <a:pt x="7832" y="110949"/>
                  </a:lnTo>
                  <a:lnTo>
                    <a:pt x="7933" y="111075"/>
                  </a:lnTo>
                  <a:lnTo>
                    <a:pt x="8033" y="111835"/>
                  </a:lnTo>
                  <a:lnTo>
                    <a:pt x="8234" y="112088"/>
                  </a:lnTo>
                  <a:lnTo>
                    <a:pt x="8635" y="112405"/>
                  </a:lnTo>
                  <a:lnTo>
                    <a:pt x="8937" y="112658"/>
                  </a:lnTo>
                  <a:lnTo>
                    <a:pt x="9037" y="112848"/>
                  </a:lnTo>
                  <a:lnTo>
                    <a:pt x="9037" y="113354"/>
                  </a:lnTo>
                  <a:lnTo>
                    <a:pt x="9037" y="113544"/>
                  </a:lnTo>
                  <a:lnTo>
                    <a:pt x="9138" y="113734"/>
                  </a:lnTo>
                  <a:lnTo>
                    <a:pt x="9238" y="113924"/>
                  </a:lnTo>
                  <a:lnTo>
                    <a:pt x="9539" y="114050"/>
                  </a:lnTo>
                  <a:lnTo>
                    <a:pt x="9539" y="114367"/>
                  </a:lnTo>
                  <a:lnTo>
                    <a:pt x="9841" y="114177"/>
                  </a:lnTo>
                  <a:lnTo>
                    <a:pt x="10142" y="114367"/>
                  </a:lnTo>
                  <a:lnTo>
                    <a:pt x="10443" y="114620"/>
                  </a:lnTo>
                  <a:lnTo>
                    <a:pt x="10543" y="114936"/>
                  </a:lnTo>
                  <a:lnTo>
                    <a:pt x="10644" y="114683"/>
                  </a:lnTo>
                  <a:lnTo>
                    <a:pt x="10644" y="114493"/>
                  </a:lnTo>
                  <a:lnTo>
                    <a:pt x="10644" y="114303"/>
                  </a:lnTo>
                  <a:lnTo>
                    <a:pt x="10845" y="114113"/>
                  </a:lnTo>
                  <a:lnTo>
                    <a:pt x="11046" y="114177"/>
                  </a:lnTo>
                  <a:lnTo>
                    <a:pt x="11246" y="114493"/>
                  </a:lnTo>
                  <a:lnTo>
                    <a:pt x="11246" y="114746"/>
                  </a:lnTo>
                  <a:lnTo>
                    <a:pt x="11146" y="115189"/>
                  </a:lnTo>
                  <a:lnTo>
                    <a:pt x="12451" y="116518"/>
                  </a:lnTo>
                  <a:lnTo>
                    <a:pt x="12552" y="116455"/>
                  </a:lnTo>
                  <a:lnTo>
                    <a:pt x="12552" y="116202"/>
                  </a:lnTo>
                  <a:lnTo>
                    <a:pt x="12753" y="115822"/>
                  </a:lnTo>
                  <a:lnTo>
                    <a:pt x="12953" y="115632"/>
                  </a:lnTo>
                  <a:lnTo>
                    <a:pt x="13154" y="115696"/>
                  </a:lnTo>
                  <a:lnTo>
                    <a:pt x="13556" y="116265"/>
                  </a:lnTo>
                  <a:lnTo>
                    <a:pt x="13757" y="116455"/>
                  </a:lnTo>
                  <a:lnTo>
                    <a:pt x="14158" y="116645"/>
                  </a:lnTo>
                  <a:lnTo>
                    <a:pt x="13958" y="116075"/>
                  </a:lnTo>
                  <a:lnTo>
                    <a:pt x="14158" y="115886"/>
                  </a:lnTo>
                  <a:lnTo>
                    <a:pt x="14661" y="116012"/>
                  </a:lnTo>
                  <a:lnTo>
                    <a:pt x="14861" y="116455"/>
                  </a:lnTo>
                  <a:lnTo>
                    <a:pt x="15062" y="116455"/>
                  </a:lnTo>
                  <a:lnTo>
                    <a:pt x="15062" y="116582"/>
                  </a:lnTo>
                  <a:lnTo>
                    <a:pt x="15163" y="116708"/>
                  </a:lnTo>
                  <a:lnTo>
                    <a:pt x="15464" y="116835"/>
                  </a:lnTo>
                  <a:lnTo>
                    <a:pt x="15564" y="116835"/>
                  </a:lnTo>
                  <a:lnTo>
                    <a:pt x="15765" y="116645"/>
                  </a:lnTo>
                  <a:lnTo>
                    <a:pt x="15665" y="116455"/>
                  </a:lnTo>
                  <a:lnTo>
                    <a:pt x="15564" y="116329"/>
                  </a:lnTo>
                  <a:lnTo>
                    <a:pt x="15464" y="116075"/>
                  </a:lnTo>
                  <a:lnTo>
                    <a:pt x="15665" y="115886"/>
                  </a:lnTo>
                  <a:lnTo>
                    <a:pt x="15866" y="115886"/>
                  </a:lnTo>
                  <a:lnTo>
                    <a:pt x="15966" y="116075"/>
                  </a:lnTo>
                  <a:lnTo>
                    <a:pt x="16066" y="116455"/>
                  </a:lnTo>
                  <a:lnTo>
                    <a:pt x="16368" y="116329"/>
                  </a:lnTo>
                  <a:lnTo>
                    <a:pt x="16368" y="116075"/>
                  </a:lnTo>
                  <a:lnTo>
                    <a:pt x="16167" y="115569"/>
                  </a:lnTo>
                  <a:lnTo>
                    <a:pt x="15765" y="115316"/>
                  </a:lnTo>
                  <a:lnTo>
                    <a:pt x="14259" y="114430"/>
                  </a:lnTo>
                  <a:lnTo>
                    <a:pt x="14158" y="114303"/>
                  </a:lnTo>
                  <a:lnTo>
                    <a:pt x="14058" y="114113"/>
                  </a:lnTo>
                  <a:lnTo>
                    <a:pt x="13958" y="113924"/>
                  </a:lnTo>
                  <a:lnTo>
                    <a:pt x="13857" y="113797"/>
                  </a:lnTo>
                  <a:lnTo>
                    <a:pt x="13757" y="113354"/>
                  </a:lnTo>
                  <a:lnTo>
                    <a:pt x="13656" y="113291"/>
                  </a:lnTo>
                  <a:lnTo>
                    <a:pt x="13857" y="113354"/>
                  </a:lnTo>
                  <a:lnTo>
                    <a:pt x="14058" y="113544"/>
                  </a:lnTo>
                  <a:lnTo>
                    <a:pt x="14560" y="113924"/>
                  </a:lnTo>
                  <a:lnTo>
                    <a:pt x="14861" y="114303"/>
                  </a:lnTo>
                  <a:lnTo>
                    <a:pt x="14962" y="114430"/>
                  </a:lnTo>
                  <a:lnTo>
                    <a:pt x="15464" y="114683"/>
                  </a:lnTo>
                  <a:lnTo>
                    <a:pt x="15665" y="114493"/>
                  </a:lnTo>
                  <a:lnTo>
                    <a:pt x="15966" y="113860"/>
                  </a:lnTo>
                  <a:lnTo>
                    <a:pt x="15866" y="113734"/>
                  </a:lnTo>
                  <a:lnTo>
                    <a:pt x="15564" y="113670"/>
                  </a:lnTo>
                  <a:lnTo>
                    <a:pt x="15564" y="113481"/>
                  </a:lnTo>
                  <a:lnTo>
                    <a:pt x="15765" y="113354"/>
                  </a:lnTo>
                  <a:lnTo>
                    <a:pt x="16167" y="113417"/>
                  </a:lnTo>
                  <a:lnTo>
                    <a:pt x="16769" y="113734"/>
                  </a:lnTo>
                  <a:lnTo>
                    <a:pt x="17171" y="114050"/>
                  </a:lnTo>
                  <a:lnTo>
                    <a:pt x="17774" y="114303"/>
                  </a:lnTo>
                  <a:lnTo>
                    <a:pt x="18075" y="114113"/>
                  </a:lnTo>
                  <a:lnTo>
                    <a:pt x="17874" y="113987"/>
                  </a:lnTo>
                  <a:lnTo>
                    <a:pt x="17673" y="113860"/>
                  </a:lnTo>
                  <a:lnTo>
                    <a:pt x="17472" y="113417"/>
                  </a:lnTo>
                  <a:lnTo>
                    <a:pt x="17573" y="113417"/>
                  </a:lnTo>
                  <a:lnTo>
                    <a:pt x="18476" y="114177"/>
                  </a:lnTo>
                  <a:lnTo>
                    <a:pt x="18677" y="114493"/>
                  </a:lnTo>
                  <a:lnTo>
                    <a:pt x="18979" y="114683"/>
                  </a:lnTo>
                  <a:lnTo>
                    <a:pt x="19682" y="115000"/>
                  </a:lnTo>
                  <a:lnTo>
                    <a:pt x="19983" y="115189"/>
                  </a:lnTo>
                  <a:lnTo>
                    <a:pt x="20485" y="115696"/>
                  </a:lnTo>
                  <a:lnTo>
                    <a:pt x="20786" y="116265"/>
                  </a:lnTo>
                  <a:lnTo>
                    <a:pt x="21288" y="116835"/>
                  </a:lnTo>
                  <a:lnTo>
                    <a:pt x="21991" y="117215"/>
                  </a:lnTo>
                  <a:lnTo>
                    <a:pt x="21891" y="116898"/>
                  </a:lnTo>
                  <a:lnTo>
                    <a:pt x="21790" y="116582"/>
                  </a:lnTo>
                  <a:lnTo>
                    <a:pt x="21489" y="116392"/>
                  </a:lnTo>
                  <a:lnTo>
                    <a:pt x="21087" y="116265"/>
                  </a:lnTo>
                  <a:lnTo>
                    <a:pt x="20987" y="115886"/>
                  </a:lnTo>
                  <a:lnTo>
                    <a:pt x="20987" y="115569"/>
                  </a:lnTo>
                  <a:lnTo>
                    <a:pt x="20987" y="115316"/>
                  </a:lnTo>
                  <a:lnTo>
                    <a:pt x="21288" y="115316"/>
                  </a:lnTo>
                  <a:lnTo>
                    <a:pt x="21489" y="115443"/>
                  </a:lnTo>
                  <a:lnTo>
                    <a:pt x="21690" y="115696"/>
                  </a:lnTo>
                  <a:lnTo>
                    <a:pt x="22092" y="116329"/>
                  </a:lnTo>
                  <a:lnTo>
                    <a:pt x="22694" y="117531"/>
                  </a:lnTo>
                  <a:lnTo>
                    <a:pt x="22995" y="117911"/>
                  </a:lnTo>
                  <a:lnTo>
                    <a:pt x="23799" y="118164"/>
                  </a:lnTo>
                  <a:lnTo>
                    <a:pt x="23799" y="118101"/>
                  </a:lnTo>
                  <a:lnTo>
                    <a:pt x="23899" y="118101"/>
                  </a:lnTo>
                  <a:lnTo>
                    <a:pt x="23899" y="118037"/>
                  </a:lnTo>
                  <a:lnTo>
                    <a:pt x="24000" y="117848"/>
                  </a:lnTo>
                  <a:lnTo>
                    <a:pt x="23799" y="117784"/>
                  </a:lnTo>
                  <a:lnTo>
                    <a:pt x="23698" y="117721"/>
                  </a:lnTo>
                  <a:lnTo>
                    <a:pt x="23598" y="117594"/>
                  </a:lnTo>
                  <a:lnTo>
                    <a:pt x="23397" y="117405"/>
                  </a:lnTo>
                  <a:lnTo>
                    <a:pt x="23799" y="117468"/>
                  </a:lnTo>
                  <a:lnTo>
                    <a:pt x="24301" y="117721"/>
                  </a:lnTo>
                  <a:lnTo>
                    <a:pt x="24502" y="118101"/>
                  </a:lnTo>
                  <a:lnTo>
                    <a:pt x="24602" y="118417"/>
                  </a:lnTo>
                  <a:lnTo>
                    <a:pt x="25004" y="118797"/>
                  </a:lnTo>
                  <a:lnTo>
                    <a:pt x="25405" y="118797"/>
                  </a:lnTo>
                  <a:lnTo>
                    <a:pt x="25907" y="118544"/>
                  </a:lnTo>
                  <a:lnTo>
                    <a:pt x="26510" y="118544"/>
                  </a:lnTo>
                  <a:lnTo>
                    <a:pt x="26711" y="118670"/>
                  </a:lnTo>
                  <a:lnTo>
                    <a:pt x="26711" y="118734"/>
                  </a:lnTo>
                  <a:lnTo>
                    <a:pt x="26811" y="118481"/>
                  </a:lnTo>
                  <a:lnTo>
                    <a:pt x="26811" y="118354"/>
                  </a:lnTo>
                  <a:lnTo>
                    <a:pt x="26811" y="118227"/>
                  </a:lnTo>
                  <a:lnTo>
                    <a:pt x="26811" y="118101"/>
                  </a:lnTo>
                  <a:lnTo>
                    <a:pt x="27414" y="117468"/>
                  </a:lnTo>
                  <a:lnTo>
                    <a:pt x="27715" y="116582"/>
                  </a:lnTo>
                  <a:lnTo>
                    <a:pt x="27916" y="116329"/>
                  </a:lnTo>
                  <a:lnTo>
                    <a:pt x="28217" y="116392"/>
                  </a:lnTo>
                  <a:lnTo>
                    <a:pt x="28317" y="116455"/>
                  </a:lnTo>
                  <a:lnTo>
                    <a:pt x="28518" y="116455"/>
                  </a:lnTo>
                  <a:lnTo>
                    <a:pt x="28719" y="116582"/>
                  </a:lnTo>
                  <a:lnTo>
                    <a:pt x="28719" y="116898"/>
                  </a:lnTo>
                  <a:lnTo>
                    <a:pt x="28820" y="117025"/>
                  </a:lnTo>
                  <a:lnTo>
                    <a:pt x="29020" y="117088"/>
                  </a:lnTo>
                  <a:lnTo>
                    <a:pt x="29221" y="117151"/>
                  </a:lnTo>
                  <a:lnTo>
                    <a:pt x="30426" y="117468"/>
                  </a:lnTo>
                  <a:lnTo>
                    <a:pt x="30728" y="117594"/>
                  </a:lnTo>
                  <a:lnTo>
                    <a:pt x="31029" y="117784"/>
                  </a:lnTo>
                  <a:lnTo>
                    <a:pt x="31430" y="117911"/>
                  </a:lnTo>
                  <a:lnTo>
                    <a:pt x="31631" y="117848"/>
                  </a:lnTo>
                  <a:lnTo>
                    <a:pt x="31631" y="117658"/>
                  </a:lnTo>
                  <a:lnTo>
                    <a:pt x="31330" y="117405"/>
                  </a:lnTo>
                  <a:lnTo>
                    <a:pt x="31230" y="117151"/>
                  </a:lnTo>
                  <a:lnTo>
                    <a:pt x="30627" y="116835"/>
                  </a:lnTo>
                  <a:lnTo>
                    <a:pt x="30828" y="116708"/>
                  </a:lnTo>
                  <a:lnTo>
                    <a:pt x="31029" y="116582"/>
                  </a:lnTo>
                  <a:lnTo>
                    <a:pt x="31029" y="116392"/>
                  </a:lnTo>
                  <a:lnTo>
                    <a:pt x="31029" y="116202"/>
                  </a:lnTo>
                  <a:lnTo>
                    <a:pt x="30728" y="115949"/>
                  </a:lnTo>
                  <a:lnTo>
                    <a:pt x="30828" y="115822"/>
                  </a:lnTo>
                  <a:lnTo>
                    <a:pt x="31230" y="115822"/>
                  </a:lnTo>
                  <a:lnTo>
                    <a:pt x="31631" y="115949"/>
                  </a:lnTo>
                  <a:lnTo>
                    <a:pt x="32234" y="116645"/>
                  </a:lnTo>
                  <a:lnTo>
                    <a:pt x="32535" y="116898"/>
                  </a:lnTo>
                  <a:lnTo>
                    <a:pt x="32836" y="116645"/>
                  </a:lnTo>
                  <a:lnTo>
                    <a:pt x="32535" y="116392"/>
                  </a:lnTo>
                  <a:lnTo>
                    <a:pt x="32334" y="116202"/>
                  </a:lnTo>
                  <a:lnTo>
                    <a:pt x="32133" y="116012"/>
                  </a:lnTo>
                  <a:lnTo>
                    <a:pt x="30225" y="115189"/>
                  </a:lnTo>
                  <a:lnTo>
                    <a:pt x="30025" y="115063"/>
                  </a:lnTo>
                  <a:lnTo>
                    <a:pt x="30527" y="115063"/>
                  </a:lnTo>
                  <a:lnTo>
                    <a:pt x="31531" y="115316"/>
                  </a:lnTo>
                  <a:lnTo>
                    <a:pt x="31832" y="115379"/>
                  </a:lnTo>
                  <a:lnTo>
                    <a:pt x="32133" y="115253"/>
                  </a:lnTo>
                  <a:lnTo>
                    <a:pt x="32234" y="115000"/>
                  </a:lnTo>
                  <a:lnTo>
                    <a:pt x="32435" y="114810"/>
                  </a:lnTo>
                  <a:lnTo>
                    <a:pt x="32635" y="114936"/>
                  </a:lnTo>
                  <a:lnTo>
                    <a:pt x="33640" y="115379"/>
                  </a:lnTo>
                  <a:lnTo>
                    <a:pt x="32836" y="114493"/>
                  </a:lnTo>
                  <a:lnTo>
                    <a:pt x="32635" y="114430"/>
                  </a:lnTo>
                  <a:lnTo>
                    <a:pt x="32535" y="114430"/>
                  </a:lnTo>
                  <a:lnTo>
                    <a:pt x="32435" y="114303"/>
                  </a:lnTo>
                  <a:lnTo>
                    <a:pt x="32334" y="114050"/>
                  </a:lnTo>
                  <a:lnTo>
                    <a:pt x="32535" y="113924"/>
                  </a:lnTo>
                  <a:lnTo>
                    <a:pt x="32535" y="113860"/>
                  </a:lnTo>
                  <a:lnTo>
                    <a:pt x="32435" y="113670"/>
                  </a:lnTo>
                  <a:lnTo>
                    <a:pt x="32334" y="113481"/>
                  </a:lnTo>
                  <a:lnTo>
                    <a:pt x="32234" y="113354"/>
                  </a:lnTo>
                  <a:lnTo>
                    <a:pt x="31832" y="112658"/>
                  </a:lnTo>
                  <a:lnTo>
                    <a:pt x="31430" y="112215"/>
                  </a:lnTo>
                  <a:lnTo>
                    <a:pt x="30728" y="111835"/>
                  </a:lnTo>
                  <a:lnTo>
                    <a:pt x="30025" y="111329"/>
                  </a:lnTo>
                  <a:lnTo>
                    <a:pt x="30527" y="111392"/>
                  </a:lnTo>
                  <a:lnTo>
                    <a:pt x="30527" y="111265"/>
                  </a:lnTo>
                  <a:lnTo>
                    <a:pt x="30426" y="111012"/>
                  </a:lnTo>
                  <a:lnTo>
                    <a:pt x="30426" y="110822"/>
                  </a:lnTo>
                  <a:lnTo>
                    <a:pt x="30627" y="110696"/>
                  </a:lnTo>
                  <a:lnTo>
                    <a:pt x="30728" y="110569"/>
                  </a:lnTo>
                  <a:lnTo>
                    <a:pt x="30928" y="110632"/>
                  </a:lnTo>
                  <a:lnTo>
                    <a:pt x="31330" y="110949"/>
                  </a:lnTo>
                  <a:lnTo>
                    <a:pt x="31430" y="111202"/>
                  </a:lnTo>
                  <a:lnTo>
                    <a:pt x="31531" y="111835"/>
                  </a:lnTo>
                  <a:lnTo>
                    <a:pt x="31631" y="112025"/>
                  </a:lnTo>
                  <a:lnTo>
                    <a:pt x="32836" y="112215"/>
                  </a:lnTo>
                  <a:lnTo>
                    <a:pt x="33539" y="112151"/>
                  </a:lnTo>
                  <a:lnTo>
                    <a:pt x="33841" y="112025"/>
                  </a:lnTo>
                  <a:lnTo>
                    <a:pt x="33740" y="111455"/>
                  </a:lnTo>
                  <a:lnTo>
                    <a:pt x="33740" y="110822"/>
                  </a:lnTo>
                  <a:lnTo>
                    <a:pt x="32635" y="110253"/>
                  </a:lnTo>
                  <a:lnTo>
                    <a:pt x="32234" y="109810"/>
                  </a:lnTo>
                  <a:lnTo>
                    <a:pt x="32435" y="109556"/>
                  </a:lnTo>
                  <a:lnTo>
                    <a:pt x="32234" y="109430"/>
                  </a:lnTo>
                  <a:lnTo>
                    <a:pt x="32234" y="109367"/>
                  </a:lnTo>
                  <a:lnTo>
                    <a:pt x="32234" y="109303"/>
                  </a:lnTo>
                  <a:lnTo>
                    <a:pt x="32133" y="109050"/>
                  </a:lnTo>
                  <a:lnTo>
                    <a:pt x="32635" y="109303"/>
                  </a:lnTo>
                  <a:lnTo>
                    <a:pt x="33238" y="109620"/>
                  </a:lnTo>
                  <a:lnTo>
                    <a:pt x="33740" y="110000"/>
                  </a:lnTo>
                  <a:lnTo>
                    <a:pt x="34343" y="110569"/>
                  </a:lnTo>
                  <a:lnTo>
                    <a:pt x="34644" y="110696"/>
                  </a:lnTo>
                  <a:lnTo>
                    <a:pt x="34945" y="110759"/>
                  </a:lnTo>
                  <a:lnTo>
                    <a:pt x="35246" y="110696"/>
                  </a:lnTo>
                  <a:lnTo>
                    <a:pt x="35246" y="110443"/>
                  </a:lnTo>
                  <a:lnTo>
                    <a:pt x="35246" y="109620"/>
                  </a:lnTo>
                  <a:lnTo>
                    <a:pt x="35648" y="110063"/>
                  </a:lnTo>
                  <a:lnTo>
                    <a:pt x="35748" y="110569"/>
                  </a:lnTo>
                  <a:lnTo>
                    <a:pt x="35849" y="110949"/>
                  </a:lnTo>
                  <a:lnTo>
                    <a:pt x="36652" y="111075"/>
                  </a:lnTo>
                  <a:lnTo>
                    <a:pt x="36451" y="110632"/>
                  </a:lnTo>
                  <a:lnTo>
                    <a:pt x="36451" y="109620"/>
                  </a:lnTo>
                  <a:lnTo>
                    <a:pt x="36351" y="109050"/>
                  </a:lnTo>
                  <a:lnTo>
                    <a:pt x="36853" y="109303"/>
                  </a:lnTo>
                  <a:lnTo>
                    <a:pt x="37355" y="110000"/>
                  </a:lnTo>
                  <a:lnTo>
                    <a:pt x="37757" y="110063"/>
                  </a:lnTo>
                  <a:lnTo>
                    <a:pt x="37757" y="110000"/>
                  </a:lnTo>
                  <a:lnTo>
                    <a:pt x="37656" y="109810"/>
                  </a:lnTo>
                  <a:lnTo>
                    <a:pt x="37656" y="109620"/>
                  </a:lnTo>
                  <a:lnTo>
                    <a:pt x="37857" y="109493"/>
                  </a:lnTo>
                  <a:lnTo>
                    <a:pt x="38158" y="109493"/>
                  </a:lnTo>
                  <a:lnTo>
                    <a:pt x="38158" y="109620"/>
                  </a:lnTo>
                  <a:lnTo>
                    <a:pt x="38259" y="109683"/>
                  </a:lnTo>
                  <a:lnTo>
                    <a:pt x="38460" y="109493"/>
                  </a:lnTo>
                  <a:lnTo>
                    <a:pt x="38460" y="109177"/>
                  </a:lnTo>
                  <a:lnTo>
                    <a:pt x="38259" y="108860"/>
                  </a:lnTo>
                  <a:lnTo>
                    <a:pt x="38058" y="108544"/>
                  </a:lnTo>
                  <a:lnTo>
                    <a:pt x="37757" y="108291"/>
                  </a:lnTo>
                  <a:lnTo>
                    <a:pt x="36652" y="107468"/>
                  </a:lnTo>
                  <a:lnTo>
                    <a:pt x="36351" y="107151"/>
                  </a:lnTo>
                  <a:lnTo>
                    <a:pt x="37054" y="107278"/>
                  </a:lnTo>
                  <a:lnTo>
                    <a:pt x="38259" y="108164"/>
                  </a:lnTo>
                  <a:lnTo>
                    <a:pt x="38761" y="108354"/>
                  </a:lnTo>
                  <a:lnTo>
                    <a:pt x="39062" y="108227"/>
                  </a:lnTo>
                  <a:lnTo>
                    <a:pt x="39263" y="108037"/>
                  </a:lnTo>
                  <a:lnTo>
                    <a:pt x="39263" y="107721"/>
                  </a:lnTo>
                  <a:lnTo>
                    <a:pt x="39263" y="107088"/>
                  </a:lnTo>
                  <a:lnTo>
                    <a:pt x="39263" y="106962"/>
                  </a:lnTo>
                  <a:lnTo>
                    <a:pt x="39062" y="106835"/>
                  </a:lnTo>
                  <a:lnTo>
                    <a:pt x="37656" y="106012"/>
                  </a:lnTo>
                  <a:lnTo>
                    <a:pt x="37355" y="105759"/>
                  </a:lnTo>
                  <a:lnTo>
                    <a:pt x="37857" y="105759"/>
                  </a:lnTo>
                  <a:lnTo>
                    <a:pt x="38460" y="106012"/>
                  </a:lnTo>
                  <a:lnTo>
                    <a:pt x="39163" y="106518"/>
                  </a:lnTo>
                  <a:lnTo>
                    <a:pt x="39765" y="106835"/>
                  </a:lnTo>
                  <a:lnTo>
                    <a:pt x="40267" y="106455"/>
                  </a:lnTo>
                  <a:lnTo>
                    <a:pt x="40066" y="106265"/>
                  </a:lnTo>
                  <a:lnTo>
                    <a:pt x="39765" y="105886"/>
                  </a:lnTo>
                  <a:lnTo>
                    <a:pt x="39564" y="105759"/>
                  </a:lnTo>
                  <a:lnTo>
                    <a:pt x="39364" y="105632"/>
                  </a:lnTo>
                  <a:lnTo>
                    <a:pt x="38761" y="105379"/>
                  </a:lnTo>
                  <a:lnTo>
                    <a:pt x="38460" y="105253"/>
                  </a:lnTo>
                  <a:lnTo>
                    <a:pt x="38761" y="105189"/>
                  </a:lnTo>
                  <a:lnTo>
                    <a:pt x="39062" y="105189"/>
                  </a:lnTo>
                  <a:lnTo>
                    <a:pt x="39364" y="105189"/>
                  </a:lnTo>
                  <a:lnTo>
                    <a:pt x="39564" y="105253"/>
                  </a:lnTo>
                  <a:lnTo>
                    <a:pt x="39866" y="105316"/>
                  </a:lnTo>
                  <a:lnTo>
                    <a:pt x="40267" y="105632"/>
                  </a:lnTo>
                  <a:lnTo>
                    <a:pt x="40468" y="105696"/>
                  </a:lnTo>
                  <a:lnTo>
                    <a:pt x="41071" y="105822"/>
                  </a:lnTo>
                  <a:lnTo>
                    <a:pt x="41071" y="105696"/>
                  </a:lnTo>
                  <a:lnTo>
                    <a:pt x="41071" y="105379"/>
                  </a:lnTo>
                  <a:lnTo>
                    <a:pt x="41271" y="105126"/>
                  </a:lnTo>
                  <a:lnTo>
                    <a:pt x="40870" y="104810"/>
                  </a:lnTo>
                  <a:lnTo>
                    <a:pt x="40870" y="104683"/>
                  </a:lnTo>
                  <a:lnTo>
                    <a:pt x="41171" y="104556"/>
                  </a:lnTo>
                  <a:lnTo>
                    <a:pt x="41573" y="104493"/>
                  </a:lnTo>
                  <a:lnTo>
                    <a:pt x="41071" y="104113"/>
                  </a:lnTo>
                  <a:lnTo>
                    <a:pt x="39866" y="103924"/>
                  </a:lnTo>
                  <a:lnTo>
                    <a:pt x="39263" y="103734"/>
                  </a:lnTo>
                  <a:lnTo>
                    <a:pt x="39564" y="103670"/>
                  </a:lnTo>
                  <a:lnTo>
                    <a:pt x="39665" y="103544"/>
                  </a:lnTo>
                  <a:lnTo>
                    <a:pt x="39765" y="103354"/>
                  </a:lnTo>
                  <a:lnTo>
                    <a:pt x="39665" y="103164"/>
                  </a:lnTo>
                  <a:lnTo>
                    <a:pt x="39665" y="102911"/>
                  </a:lnTo>
                  <a:lnTo>
                    <a:pt x="39765" y="102848"/>
                  </a:lnTo>
                  <a:lnTo>
                    <a:pt x="41271" y="102405"/>
                  </a:lnTo>
                  <a:lnTo>
                    <a:pt x="41472" y="102151"/>
                  </a:lnTo>
                  <a:lnTo>
                    <a:pt x="41573" y="101645"/>
                  </a:lnTo>
                  <a:lnTo>
                    <a:pt x="41774" y="101392"/>
                  </a:lnTo>
                  <a:lnTo>
                    <a:pt x="42175" y="101202"/>
                  </a:lnTo>
                  <a:lnTo>
                    <a:pt x="42376" y="100949"/>
                  </a:lnTo>
                  <a:lnTo>
                    <a:pt x="42276" y="100632"/>
                  </a:lnTo>
                  <a:lnTo>
                    <a:pt x="41774" y="100189"/>
                  </a:lnTo>
                  <a:lnTo>
                    <a:pt x="41271" y="100189"/>
                  </a:lnTo>
                  <a:lnTo>
                    <a:pt x="40769" y="100253"/>
                  </a:lnTo>
                  <a:lnTo>
                    <a:pt x="40368" y="100063"/>
                  </a:lnTo>
                  <a:lnTo>
                    <a:pt x="41874" y="99556"/>
                  </a:lnTo>
                  <a:lnTo>
                    <a:pt x="42376" y="99303"/>
                  </a:lnTo>
                  <a:lnTo>
                    <a:pt x="42778" y="98734"/>
                  </a:lnTo>
                  <a:lnTo>
                    <a:pt x="43380" y="98860"/>
                  </a:lnTo>
                  <a:lnTo>
                    <a:pt x="43581" y="98481"/>
                  </a:lnTo>
                  <a:lnTo>
                    <a:pt x="43481" y="98037"/>
                  </a:lnTo>
                  <a:lnTo>
                    <a:pt x="43380" y="97594"/>
                  </a:lnTo>
                  <a:lnTo>
                    <a:pt x="42979" y="97405"/>
                  </a:lnTo>
                  <a:lnTo>
                    <a:pt x="42476" y="97468"/>
                  </a:lnTo>
                  <a:lnTo>
                    <a:pt x="41774" y="97594"/>
                  </a:lnTo>
                  <a:lnTo>
                    <a:pt x="41271" y="97658"/>
                  </a:lnTo>
                  <a:lnTo>
                    <a:pt x="41472" y="97594"/>
                  </a:lnTo>
                  <a:lnTo>
                    <a:pt x="41472" y="97531"/>
                  </a:lnTo>
                  <a:lnTo>
                    <a:pt x="41573" y="97468"/>
                  </a:lnTo>
                  <a:lnTo>
                    <a:pt x="41573" y="97278"/>
                  </a:lnTo>
                  <a:lnTo>
                    <a:pt x="41372" y="97151"/>
                  </a:lnTo>
                  <a:lnTo>
                    <a:pt x="41573" y="97088"/>
                  </a:lnTo>
                  <a:lnTo>
                    <a:pt x="42577" y="97025"/>
                  </a:lnTo>
                  <a:lnTo>
                    <a:pt x="42577" y="96962"/>
                  </a:lnTo>
                  <a:lnTo>
                    <a:pt x="42577" y="96772"/>
                  </a:lnTo>
                  <a:lnTo>
                    <a:pt x="42577" y="96645"/>
                  </a:lnTo>
                  <a:lnTo>
                    <a:pt x="42677" y="96645"/>
                  </a:lnTo>
                  <a:lnTo>
                    <a:pt x="43079" y="96645"/>
                  </a:lnTo>
                  <a:lnTo>
                    <a:pt x="43179" y="96645"/>
                  </a:lnTo>
                  <a:lnTo>
                    <a:pt x="43380" y="96645"/>
                  </a:lnTo>
                  <a:lnTo>
                    <a:pt x="43581" y="96645"/>
                  </a:lnTo>
                  <a:lnTo>
                    <a:pt x="44083" y="96772"/>
                  </a:lnTo>
                  <a:lnTo>
                    <a:pt x="43983" y="95949"/>
                  </a:lnTo>
                  <a:lnTo>
                    <a:pt x="43983" y="95759"/>
                  </a:lnTo>
                  <a:lnTo>
                    <a:pt x="44083" y="95569"/>
                  </a:lnTo>
                  <a:lnTo>
                    <a:pt x="44384" y="95253"/>
                  </a:lnTo>
                  <a:lnTo>
                    <a:pt x="44485" y="95126"/>
                  </a:lnTo>
                  <a:lnTo>
                    <a:pt x="44485" y="94936"/>
                  </a:lnTo>
                  <a:lnTo>
                    <a:pt x="44284" y="94493"/>
                  </a:lnTo>
                  <a:lnTo>
                    <a:pt x="44284" y="94303"/>
                  </a:lnTo>
                  <a:lnTo>
                    <a:pt x="45188" y="93227"/>
                  </a:lnTo>
                  <a:lnTo>
                    <a:pt x="45288" y="93037"/>
                  </a:lnTo>
                  <a:lnTo>
                    <a:pt x="45188" y="92848"/>
                  </a:lnTo>
                  <a:lnTo>
                    <a:pt x="45087" y="92658"/>
                  </a:lnTo>
                  <a:lnTo>
                    <a:pt x="44786" y="92531"/>
                  </a:lnTo>
                  <a:lnTo>
                    <a:pt x="44686" y="92468"/>
                  </a:lnTo>
                  <a:lnTo>
                    <a:pt x="44284" y="92531"/>
                  </a:lnTo>
                  <a:lnTo>
                    <a:pt x="43581" y="92468"/>
                  </a:lnTo>
                  <a:lnTo>
                    <a:pt x="43079" y="92215"/>
                  </a:lnTo>
                  <a:lnTo>
                    <a:pt x="42577" y="92025"/>
                  </a:lnTo>
                  <a:lnTo>
                    <a:pt x="43280" y="92151"/>
                  </a:lnTo>
                  <a:lnTo>
                    <a:pt x="45389" y="92215"/>
                  </a:lnTo>
                  <a:lnTo>
                    <a:pt x="45389" y="92278"/>
                  </a:lnTo>
                  <a:lnTo>
                    <a:pt x="45188" y="92468"/>
                  </a:lnTo>
                  <a:lnTo>
                    <a:pt x="45489" y="92594"/>
                  </a:lnTo>
                  <a:lnTo>
                    <a:pt x="45790" y="92658"/>
                  </a:lnTo>
                  <a:lnTo>
                    <a:pt x="46393" y="92784"/>
                  </a:lnTo>
                  <a:lnTo>
                    <a:pt x="46493" y="92594"/>
                  </a:lnTo>
                  <a:lnTo>
                    <a:pt x="47096" y="92721"/>
                  </a:lnTo>
                  <a:lnTo>
                    <a:pt x="47397" y="92468"/>
                  </a:lnTo>
                  <a:lnTo>
                    <a:pt x="47598" y="91518"/>
                  </a:lnTo>
                  <a:lnTo>
                    <a:pt x="46393" y="91898"/>
                  </a:lnTo>
                  <a:lnTo>
                    <a:pt x="46292" y="91835"/>
                  </a:lnTo>
                  <a:lnTo>
                    <a:pt x="46493" y="91012"/>
                  </a:lnTo>
                  <a:lnTo>
                    <a:pt x="45690" y="91012"/>
                  </a:lnTo>
                  <a:lnTo>
                    <a:pt x="45389" y="91012"/>
                  </a:lnTo>
                  <a:lnTo>
                    <a:pt x="45288" y="91202"/>
                  </a:lnTo>
                  <a:lnTo>
                    <a:pt x="45389" y="91265"/>
                  </a:lnTo>
                  <a:lnTo>
                    <a:pt x="45690" y="91329"/>
                  </a:lnTo>
                  <a:lnTo>
                    <a:pt x="45991" y="91392"/>
                  </a:lnTo>
                  <a:lnTo>
                    <a:pt x="45690" y="91582"/>
                  </a:lnTo>
                  <a:lnTo>
                    <a:pt x="45389" y="91582"/>
                  </a:lnTo>
                  <a:lnTo>
                    <a:pt x="45087" y="91518"/>
                  </a:lnTo>
                  <a:lnTo>
                    <a:pt x="44686" y="91518"/>
                  </a:lnTo>
                  <a:lnTo>
                    <a:pt x="44686" y="91329"/>
                  </a:lnTo>
                  <a:lnTo>
                    <a:pt x="44585" y="91202"/>
                  </a:lnTo>
                  <a:lnTo>
                    <a:pt x="44384" y="91012"/>
                  </a:lnTo>
                  <a:lnTo>
                    <a:pt x="44184" y="91012"/>
                  </a:lnTo>
                  <a:lnTo>
                    <a:pt x="44083" y="90886"/>
                  </a:lnTo>
                  <a:lnTo>
                    <a:pt x="45489" y="90379"/>
                  </a:lnTo>
                  <a:lnTo>
                    <a:pt x="46393" y="90253"/>
                  </a:lnTo>
                  <a:lnTo>
                    <a:pt x="46794" y="90189"/>
                  </a:lnTo>
                  <a:lnTo>
                    <a:pt x="47196" y="89936"/>
                  </a:lnTo>
                  <a:lnTo>
                    <a:pt x="46393" y="89936"/>
                  </a:lnTo>
                  <a:lnTo>
                    <a:pt x="45790" y="90000"/>
                  </a:lnTo>
                  <a:lnTo>
                    <a:pt x="44585" y="90316"/>
                  </a:lnTo>
                  <a:lnTo>
                    <a:pt x="44485" y="90189"/>
                  </a:lnTo>
                  <a:lnTo>
                    <a:pt x="44686" y="90000"/>
                  </a:lnTo>
                  <a:lnTo>
                    <a:pt x="44786" y="89746"/>
                  </a:lnTo>
                  <a:lnTo>
                    <a:pt x="45087" y="89493"/>
                  </a:lnTo>
                  <a:lnTo>
                    <a:pt x="45389" y="89367"/>
                  </a:lnTo>
                  <a:lnTo>
                    <a:pt x="44987" y="89367"/>
                  </a:lnTo>
                  <a:lnTo>
                    <a:pt x="44384" y="89493"/>
                  </a:lnTo>
                  <a:lnTo>
                    <a:pt x="43481" y="89746"/>
                  </a:lnTo>
                  <a:lnTo>
                    <a:pt x="43280" y="89493"/>
                  </a:lnTo>
                  <a:lnTo>
                    <a:pt x="43079" y="89367"/>
                  </a:lnTo>
                  <a:lnTo>
                    <a:pt x="42677" y="89303"/>
                  </a:lnTo>
                  <a:lnTo>
                    <a:pt x="42476" y="89050"/>
                  </a:lnTo>
                  <a:lnTo>
                    <a:pt x="43380" y="88481"/>
                  </a:lnTo>
                  <a:lnTo>
                    <a:pt x="43481" y="88354"/>
                  </a:lnTo>
                  <a:lnTo>
                    <a:pt x="43079" y="88354"/>
                  </a:lnTo>
                  <a:lnTo>
                    <a:pt x="42778" y="88354"/>
                  </a:lnTo>
                  <a:lnTo>
                    <a:pt x="42979" y="88164"/>
                  </a:lnTo>
                  <a:lnTo>
                    <a:pt x="42979" y="87911"/>
                  </a:lnTo>
                  <a:lnTo>
                    <a:pt x="42979" y="87658"/>
                  </a:lnTo>
                  <a:lnTo>
                    <a:pt x="42778" y="87405"/>
                  </a:lnTo>
                  <a:lnTo>
                    <a:pt x="42577" y="87151"/>
                  </a:lnTo>
                  <a:lnTo>
                    <a:pt x="42376" y="86962"/>
                  </a:lnTo>
                  <a:lnTo>
                    <a:pt x="42276" y="86835"/>
                  </a:lnTo>
                  <a:lnTo>
                    <a:pt x="42476" y="86645"/>
                  </a:lnTo>
                  <a:lnTo>
                    <a:pt x="42075" y="86455"/>
                  </a:lnTo>
                  <a:lnTo>
                    <a:pt x="41774" y="86392"/>
                  </a:lnTo>
                  <a:lnTo>
                    <a:pt x="42577" y="86329"/>
                  </a:lnTo>
                  <a:lnTo>
                    <a:pt x="43380" y="86455"/>
                  </a:lnTo>
                  <a:lnTo>
                    <a:pt x="44083" y="86392"/>
                  </a:lnTo>
                  <a:lnTo>
                    <a:pt x="44284" y="85949"/>
                  </a:lnTo>
                  <a:lnTo>
                    <a:pt x="43983" y="85569"/>
                  </a:lnTo>
                  <a:lnTo>
                    <a:pt x="44083" y="85253"/>
                  </a:lnTo>
                  <a:lnTo>
                    <a:pt x="44485" y="85126"/>
                  </a:lnTo>
                  <a:lnTo>
                    <a:pt x="44987" y="85063"/>
                  </a:lnTo>
                  <a:lnTo>
                    <a:pt x="45489" y="85126"/>
                  </a:lnTo>
                  <a:lnTo>
                    <a:pt x="46092" y="85316"/>
                  </a:lnTo>
                  <a:lnTo>
                    <a:pt x="46493" y="85632"/>
                  </a:lnTo>
                  <a:lnTo>
                    <a:pt x="46694" y="86012"/>
                  </a:lnTo>
                  <a:lnTo>
                    <a:pt x="46794" y="86139"/>
                  </a:lnTo>
                  <a:lnTo>
                    <a:pt x="47397" y="86645"/>
                  </a:lnTo>
                  <a:lnTo>
                    <a:pt x="47899" y="86835"/>
                  </a:lnTo>
                  <a:lnTo>
                    <a:pt x="48100" y="86835"/>
                  </a:lnTo>
                  <a:lnTo>
                    <a:pt x="48502" y="86582"/>
                  </a:lnTo>
                  <a:lnTo>
                    <a:pt x="48602" y="86329"/>
                  </a:lnTo>
                  <a:lnTo>
                    <a:pt x="48401" y="85822"/>
                  </a:lnTo>
                  <a:lnTo>
                    <a:pt x="48502" y="85379"/>
                  </a:lnTo>
                  <a:lnTo>
                    <a:pt x="49405" y="85379"/>
                  </a:lnTo>
                  <a:lnTo>
                    <a:pt x="48502" y="84683"/>
                  </a:lnTo>
                  <a:lnTo>
                    <a:pt x="47899" y="84367"/>
                  </a:lnTo>
                  <a:lnTo>
                    <a:pt x="47397" y="84303"/>
                  </a:lnTo>
                  <a:lnTo>
                    <a:pt x="47096" y="84177"/>
                  </a:lnTo>
                  <a:lnTo>
                    <a:pt x="46594" y="83417"/>
                  </a:lnTo>
                  <a:lnTo>
                    <a:pt x="46292" y="83227"/>
                  </a:lnTo>
                  <a:lnTo>
                    <a:pt x="46393" y="83037"/>
                  </a:lnTo>
                  <a:lnTo>
                    <a:pt x="47397" y="82278"/>
                  </a:lnTo>
                  <a:lnTo>
                    <a:pt x="47598" y="82215"/>
                  </a:lnTo>
                  <a:lnTo>
                    <a:pt x="48702" y="81329"/>
                  </a:lnTo>
                  <a:lnTo>
                    <a:pt x="49104" y="81012"/>
                  </a:lnTo>
                  <a:lnTo>
                    <a:pt x="49305" y="80632"/>
                  </a:lnTo>
                  <a:lnTo>
                    <a:pt x="49506" y="80949"/>
                  </a:lnTo>
                  <a:lnTo>
                    <a:pt x="49405" y="81392"/>
                  </a:lnTo>
                  <a:lnTo>
                    <a:pt x="49104" y="81962"/>
                  </a:lnTo>
                  <a:lnTo>
                    <a:pt x="49405" y="81962"/>
                  </a:lnTo>
                  <a:lnTo>
                    <a:pt x="49506" y="81962"/>
                  </a:lnTo>
                  <a:lnTo>
                    <a:pt x="49506" y="82151"/>
                  </a:lnTo>
                  <a:lnTo>
                    <a:pt x="49506" y="82278"/>
                  </a:lnTo>
                  <a:lnTo>
                    <a:pt x="49205" y="82658"/>
                  </a:lnTo>
                  <a:lnTo>
                    <a:pt x="49907" y="82911"/>
                  </a:lnTo>
                  <a:lnTo>
                    <a:pt x="50209" y="83101"/>
                  </a:lnTo>
                  <a:lnTo>
                    <a:pt x="50309" y="83987"/>
                  </a:lnTo>
                  <a:lnTo>
                    <a:pt x="50610" y="84430"/>
                  </a:lnTo>
                  <a:lnTo>
                    <a:pt x="51313" y="84810"/>
                  </a:lnTo>
                  <a:lnTo>
                    <a:pt x="51514" y="84936"/>
                  </a:lnTo>
                  <a:lnTo>
                    <a:pt x="51916" y="84936"/>
                  </a:lnTo>
                  <a:lnTo>
                    <a:pt x="52117" y="84936"/>
                  </a:lnTo>
                  <a:lnTo>
                    <a:pt x="52418" y="84810"/>
                  </a:lnTo>
                  <a:lnTo>
                    <a:pt x="52719" y="84683"/>
                  </a:lnTo>
                  <a:lnTo>
                    <a:pt x="53121" y="84430"/>
                  </a:lnTo>
                  <a:lnTo>
                    <a:pt x="53422" y="84367"/>
                  </a:lnTo>
                  <a:lnTo>
                    <a:pt x="53121" y="84113"/>
                  </a:lnTo>
                  <a:lnTo>
                    <a:pt x="53020" y="84050"/>
                  </a:lnTo>
                  <a:lnTo>
                    <a:pt x="53221" y="83860"/>
                  </a:lnTo>
                  <a:lnTo>
                    <a:pt x="53422" y="83924"/>
                  </a:lnTo>
                  <a:lnTo>
                    <a:pt x="53824" y="83987"/>
                  </a:lnTo>
                  <a:lnTo>
                    <a:pt x="54025" y="83987"/>
                  </a:lnTo>
                  <a:lnTo>
                    <a:pt x="54025" y="83860"/>
                  </a:lnTo>
                  <a:lnTo>
                    <a:pt x="54125" y="83544"/>
                  </a:lnTo>
                  <a:lnTo>
                    <a:pt x="54225" y="83354"/>
                  </a:lnTo>
                  <a:lnTo>
                    <a:pt x="54225" y="84113"/>
                  </a:lnTo>
                  <a:lnTo>
                    <a:pt x="54326" y="84430"/>
                  </a:lnTo>
                  <a:lnTo>
                    <a:pt x="54627" y="84683"/>
                  </a:lnTo>
                  <a:lnTo>
                    <a:pt x="55129" y="84746"/>
                  </a:lnTo>
                  <a:lnTo>
                    <a:pt x="55129" y="84493"/>
                  </a:lnTo>
                  <a:lnTo>
                    <a:pt x="55129" y="84113"/>
                  </a:lnTo>
                  <a:lnTo>
                    <a:pt x="55129" y="83797"/>
                  </a:lnTo>
                  <a:lnTo>
                    <a:pt x="55330" y="84050"/>
                  </a:lnTo>
                  <a:lnTo>
                    <a:pt x="55631" y="84303"/>
                  </a:lnTo>
                  <a:lnTo>
                    <a:pt x="56033" y="84367"/>
                  </a:lnTo>
                  <a:lnTo>
                    <a:pt x="56334" y="84367"/>
                  </a:lnTo>
                  <a:lnTo>
                    <a:pt x="56435" y="84113"/>
                  </a:lnTo>
                  <a:lnTo>
                    <a:pt x="56535" y="84303"/>
                  </a:lnTo>
                  <a:lnTo>
                    <a:pt x="56836" y="84430"/>
                  </a:lnTo>
                  <a:lnTo>
                    <a:pt x="57037" y="84493"/>
                  </a:lnTo>
                  <a:lnTo>
                    <a:pt x="57238" y="84367"/>
                  </a:lnTo>
                  <a:lnTo>
                    <a:pt x="57238" y="84303"/>
                  </a:lnTo>
                  <a:lnTo>
                    <a:pt x="57138" y="84113"/>
                  </a:lnTo>
                  <a:lnTo>
                    <a:pt x="57338" y="83987"/>
                  </a:lnTo>
                  <a:lnTo>
                    <a:pt x="58041" y="83670"/>
                  </a:lnTo>
                  <a:lnTo>
                    <a:pt x="58343" y="83481"/>
                  </a:lnTo>
                  <a:lnTo>
                    <a:pt x="58845" y="83544"/>
                  </a:lnTo>
                  <a:lnTo>
                    <a:pt x="58845" y="83670"/>
                  </a:lnTo>
                  <a:lnTo>
                    <a:pt x="58644" y="83860"/>
                  </a:lnTo>
                  <a:lnTo>
                    <a:pt x="58845" y="84050"/>
                  </a:lnTo>
                  <a:lnTo>
                    <a:pt x="58945" y="84177"/>
                  </a:lnTo>
                  <a:lnTo>
                    <a:pt x="59146" y="84177"/>
                  </a:lnTo>
                  <a:lnTo>
                    <a:pt x="59246" y="84050"/>
                  </a:lnTo>
                  <a:lnTo>
                    <a:pt x="59246" y="83860"/>
                  </a:lnTo>
                  <a:lnTo>
                    <a:pt x="59246" y="83544"/>
                  </a:lnTo>
                  <a:lnTo>
                    <a:pt x="59246" y="83227"/>
                  </a:lnTo>
                  <a:lnTo>
                    <a:pt x="59246" y="82911"/>
                  </a:lnTo>
                  <a:lnTo>
                    <a:pt x="59748" y="82911"/>
                  </a:lnTo>
                  <a:lnTo>
                    <a:pt x="59748" y="83037"/>
                  </a:lnTo>
                  <a:lnTo>
                    <a:pt x="59748" y="83164"/>
                  </a:lnTo>
                  <a:lnTo>
                    <a:pt x="59748" y="83291"/>
                  </a:lnTo>
                  <a:lnTo>
                    <a:pt x="60050" y="83354"/>
                  </a:lnTo>
                  <a:lnTo>
                    <a:pt x="60150" y="83291"/>
                  </a:lnTo>
                  <a:lnTo>
                    <a:pt x="60451" y="83037"/>
                  </a:lnTo>
                  <a:lnTo>
                    <a:pt x="60552" y="82911"/>
                  </a:lnTo>
                  <a:lnTo>
                    <a:pt x="60552" y="82468"/>
                  </a:lnTo>
                  <a:lnTo>
                    <a:pt x="60552" y="82088"/>
                  </a:lnTo>
                  <a:lnTo>
                    <a:pt x="60351" y="81835"/>
                  </a:lnTo>
                  <a:lnTo>
                    <a:pt x="59347" y="81265"/>
                  </a:lnTo>
                  <a:lnTo>
                    <a:pt x="59146" y="81012"/>
                  </a:lnTo>
                  <a:lnTo>
                    <a:pt x="59046" y="80759"/>
                  </a:lnTo>
                  <a:lnTo>
                    <a:pt x="58644" y="80316"/>
                  </a:lnTo>
                  <a:lnTo>
                    <a:pt x="58443" y="80189"/>
                  </a:lnTo>
                  <a:lnTo>
                    <a:pt x="57539" y="79620"/>
                  </a:lnTo>
                  <a:lnTo>
                    <a:pt x="57338" y="79493"/>
                  </a:lnTo>
                  <a:lnTo>
                    <a:pt x="57238" y="79430"/>
                  </a:lnTo>
                  <a:lnTo>
                    <a:pt x="56535" y="79113"/>
                  </a:lnTo>
                  <a:lnTo>
                    <a:pt x="56334" y="79113"/>
                  </a:lnTo>
                  <a:lnTo>
                    <a:pt x="55832" y="79367"/>
                  </a:lnTo>
                  <a:lnTo>
                    <a:pt x="55631" y="79367"/>
                  </a:lnTo>
                  <a:lnTo>
                    <a:pt x="55230" y="79303"/>
                  </a:lnTo>
                  <a:lnTo>
                    <a:pt x="54828" y="79050"/>
                  </a:lnTo>
                  <a:lnTo>
                    <a:pt x="54125" y="78544"/>
                  </a:lnTo>
                  <a:lnTo>
                    <a:pt x="54426" y="78417"/>
                  </a:lnTo>
                  <a:lnTo>
                    <a:pt x="54828" y="78417"/>
                  </a:lnTo>
                  <a:lnTo>
                    <a:pt x="56937" y="78987"/>
                  </a:lnTo>
                  <a:lnTo>
                    <a:pt x="58041" y="79113"/>
                  </a:lnTo>
                  <a:lnTo>
                    <a:pt x="59046" y="79430"/>
                  </a:lnTo>
                  <a:lnTo>
                    <a:pt x="59949" y="79430"/>
                  </a:lnTo>
                  <a:lnTo>
                    <a:pt x="60552" y="79556"/>
                  </a:lnTo>
                  <a:lnTo>
                    <a:pt x="61054" y="79493"/>
                  </a:lnTo>
                  <a:lnTo>
                    <a:pt x="61154" y="78987"/>
                  </a:lnTo>
                  <a:lnTo>
                    <a:pt x="61054" y="78544"/>
                  </a:lnTo>
                  <a:lnTo>
                    <a:pt x="60552" y="78291"/>
                  </a:lnTo>
                  <a:lnTo>
                    <a:pt x="60150" y="78164"/>
                  </a:lnTo>
                  <a:lnTo>
                    <a:pt x="59447" y="78164"/>
                  </a:lnTo>
                  <a:lnTo>
                    <a:pt x="60150" y="77531"/>
                  </a:lnTo>
                  <a:lnTo>
                    <a:pt x="60552" y="77468"/>
                  </a:lnTo>
                  <a:lnTo>
                    <a:pt x="61054" y="77594"/>
                  </a:lnTo>
                  <a:lnTo>
                    <a:pt x="60853" y="77721"/>
                  </a:lnTo>
                  <a:lnTo>
                    <a:pt x="60853" y="77784"/>
                  </a:lnTo>
                  <a:lnTo>
                    <a:pt x="60552" y="78101"/>
                  </a:lnTo>
                  <a:lnTo>
                    <a:pt x="61355" y="78164"/>
                  </a:lnTo>
                  <a:lnTo>
                    <a:pt x="63163" y="77784"/>
                  </a:lnTo>
                  <a:lnTo>
                    <a:pt x="64066" y="77721"/>
                  </a:lnTo>
                  <a:lnTo>
                    <a:pt x="63866" y="77405"/>
                  </a:lnTo>
                  <a:lnTo>
                    <a:pt x="64066" y="76518"/>
                  </a:lnTo>
                  <a:lnTo>
                    <a:pt x="64167" y="76139"/>
                  </a:lnTo>
                  <a:lnTo>
                    <a:pt x="63765" y="75949"/>
                  </a:lnTo>
                  <a:lnTo>
                    <a:pt x="63364" y="75759"/>
                  </a:lnTo>
                  <a:lnTo>
                    <a:pt x="63263" y="75379"/>
                  </a:lnTo>
                  <a:lnTo>
                    <a:pt x="63364" y="75063"/>
                  </a:lnTo>
                  <a:lnTo>
                    <a:pt x="63564" y="75253"/>
                  </a:lnTo>
                  <a:lnTo>
                    <a:pt x="64368" y="75632"/>
                  </a:lnTo>
                  <a:lnTo>
                    <a:pt x="64669" y="75886"/>
                  </a:lnTo>
                  <a:lnTo>
                    <a:pt x="64769" y="76012"/>
                  </a:lnTo>
                  <a:lnTo>
                    <a:pt x="64769" y="76139"/>
                  </a:lnTo>
                  <a:lnTo>
                    <a:pt x="64970" y="75949"/>
                  </a:lnTo>
                  <a:lnTo>
                    <a:pt x="65271" y="75632"/>
                  </a:lnTo>
                  <a:lnTo>
                    <a:pt x="65071" y="75000"/>
                  </a:lnTo>
                  <a:lnTo>
                    <a:pt x="65271" y="74620"/>
                  </a:lnTo>
                  <a:lnTo>
                    <a:pt x="65372" y="74936"/>
                  </a:lnTo>
                  <a:lnTo>
                    <a:pt x="65673" y="75189"/>
                  </a:lnTo>
                  <a:lnTo>
                    <a:pt x="65874" y="75316"/>
                  </a:lnTo>
                  <a:lnTo>
                    <a:pt x="66276" y="75379"/>
                  </a:lnTo>
                  <a:lnTo>
                    <a:pt x="66075" y="75000"/>
                  </a:lnTo>
                  <a:lnTo>
                    <a:pt x="65974" y="74303"/>
                  </a:lnTo>
                  <a:lnTo>
                    <a:pt x="65774" y="73924"/>
                  </a:lnTo>
                  <a:lnTo>
                    <a:pt x="65171" y="73291"/>
                  </a:lnTo>
                  <a:lnTo>
                    <a:pt x="65071" y="73291"/>
                  </a:lnTo>
                  <a:lnTo>
                    <a:pt x="65071" y="73101"/>
                  </a:lnTo>
                  <a:lnTo>
                    <a:pt x="65271" y="73037"/>
                  </a:lnTo>
                  <a:lnTo>
                    <a:pt x="65673" y="73101"/>
                  </a:lnTo>
                  <a:lnTo>
                    <a:pt x="65874" y="73291"/>
                  </a:lnTo>
                  <a:lnTo>
                    <a:pt x="66276" y="73987"/>
                  </a:lnTo>
                  <a:lnTo>
                    <a:pt x="66677" y="74177"/>
                  </a:lnTo>
                  <a:lnTo>
                    <a:pt x="67179" y="74177"/>
                  </a:lnTo>
                  <a:lnTo>
                    <a:pt x="67481" y="74177"/>
                  </a:lnTo>
                  <a:lnTo>
                    <a:pt x="67882" y="74493"/>
                  </a:lnTo>
                  <a:lnTo>
                    <a:pt x="68083" y="74810"/>
                  </a:lnTo>
                  <a:lnTo>
                    <a:pt x="68284" y="75126"/>
                  </a:lnTo>
                  <a:lnTo>
                    <a:pt x="68786" y="74367"/>
                  </a:lnTo>
                  <a:lnTo>
                    <a:pt x="68786" y="73987"/>
                  </a:lnTo>
                  <a:lnTo>
                    <a:pt x="68284" y="73734"/>
                  </a:lnTo>
                  <a:lnTo>
                    <a:pt x="67280" y="73417"/>
                  </a:lnTo>
                  <a:lnTo>
                    <a:pt x="66878" y="73227"/>
                  </a:lnTo>
                  <a:lnTo>
                    <a:pt x="66778" y="72911"/>
                  </a:lnTo>
                  <a:lnTo>
                    <a:pt x="67179" y="73101"/>
                  </a:lnTo>
                  <a:lnTo>
                    <a:pt x="67682" y="72658"/>
                  </a:lnTo>
                  <a:lnTo>
                    <a:pt x="67983" y="72658"/>
                  </a:lnTo>
                  <a:lnTo>
                    <a:pt x="68184" y="72784"/>
                  </a:lnTo>
                  <a:lnTo>
                    <a:pt x="68485" y="73354"/>
                  </a:lnTo>
                  <a:lnTo>
                    <a:pt x="68786" y="73481"/>
                  </a:lnTo>
                  <a:lnTo>
                    <a:pt x="68887" y="73544"/>
                  </a:lnTo>
                  <a:lnTo>
                    <a:pt x="68987" y="73670"/>
                  </a:lnTo>
                  <a:lnTo>
                    <a:pt x="69087" y="73860"/>
                  </a:lnTo>
                  <a:lnTo>
                    <a:pt x="69288" y="73860"/>
                  </a:lnTo>
                  <a:lnTo>
                    <a:pt x="69690" y="73544"/>
                  </a:lnTo>
                  <a:lnTo>
                    <a:pt x="69991" y="73037"/>
                  </a:lnTo>
                  <a:lnTo>
                    <a:pt x="70192" y="72784"/>
                  </a:lnTo>
                  <a:lnTo>
                    <a:pt x="70694" y="72658"/>
                  </a:lnTo>
                  <a:lnTo>
                    <a:pt x="71297" y="72658"/>
                  </a:lnTo>
                  <a:lnTo>
                    <a:pt x="71799" y="72721"/>
                  </a:lnTo>
                  <a:lnTo>
                    <a:pt x="71698" y="72278"/>
                  </a:lnTo>
                  <a:lnTo>
                    <a:pt x="71899" y="72405"/>
                  </a:lnTo>
                  <a:lnTo>
                    <a:pt x="72200" y="72594"/>
                  </a:lnTo>
                  <a:lnTo>
                    <a:pt x="72602" y="72658"/>
                  </a:lnTo>
                  <a:lnTo>
                    <a:pt x="72803" y="72531"/>
                  </a:lnTo>
                  <a:lnTo>
                    <a:pt x="73004" y="72405"/>
                  </a:lnTo>
                  <a:lnTo>
                    <a:pt x="73305" y="72025"/>
                  </a:lnTo>
                  <a:lnTo>
                    <a:pt x="73104" y="72025"/>
                  </a:lnTo>
                  <a:lnTo>
                    <a:pt x="72803" y="72025"/>
                  </a:lnTo>
                  <a:lnTo>
                    <a:pt x="72602" y="71898"/>
                  </a:lnTo>
                  <a:lnTo>
                    <a:pt x="72301" y="71772"/>
                  </a:lnTo>
                  <a:lnTo>
                    <a:pt x="72602" y="71582"/>
                  </a:lnTo>
                  <a:lnTo>
                    <a:pt x="72702" y="71392"/>
                  </a:lnTo>
                  <a:lnTo>
                    <a:pt x="72702" y="71202"/>
                  </a:lnTo>
                  <a:lnTo>
                    <a:pt x="72200" y="70886"/>
                  </a:lnTo>
                  <a:lnTo>
                    <a:pt x="74610" y="69683"/>
                  </a:lnTo>
                  <a:lnTo>
                    <a:pt x="75615" y="69620"/>
                  </a:lnTo>
                  <a:lnTo>
                    <a:pt x="75112" y="69430"/>
                  </a:lnTo>
                  <a:lnTo>
                    <a:pt x="75615" y="68670"/>
                  </a:lnTo>
                  <a:lnTo>
                    <a:pt x="75815" y="68354"/>
                  </a:lnTo>
                  <a:lnTo>
                    <a:pt x="76117" y="68481"/>
                  </a:lnTo>
                  <a:lnTo>
                    <a:pt x="76619" y="68227"/>
                  </a:lnTo>
                  <a:lnTo>
                    <a:pt x="77723" y="68734"/>
                  </a:lnTo>
                  <a:lnTo>
                    <a:pt x="78025" y="68417"/>
                  </a:lnTo>
                  <a:lnTo>
                    <a:pt x="77322" y="68164"/>
                  </a:lnTo>
                  <a:lnTo>
                    <a:pt x="77020" y="68101"/>
                  </a:lnTo>
                  <a:lnTo>
                    <a:pt x="76719" y="68037"/>
                  </a:lnTo>
                  <a:lnTo>
                    <a:pt x="76619" y="67278"/>
                  </a:lnTo>
                  <a:lnTo>
                    <a:pt x="77322" y="67405"/>
                  </a:lnTo>
                  <a:lnTo>
                    <a:pt x="77623" y="67088"/>
                  </a:lnTo>
                  <a:lnTo>
                    <a:pt x="77723" y="66582"/>
                  </a:lnTo>
                  <a:lnTo>
                    <a:pt x="77723" y="66012"/>
                  </a:lnTo>
                  <a:lnTo>
                    <a:pt x="78125" y="66455"/>
                  </a:lnTo>
                  <a:lnTo>
                    <a:pt x="78527" y="66898"/>
                  </a:lnTo>
                  <a:lnTo>
                    <a:pt x="78928" y="67215"/>
                  </a:lnTo>
                  <a:lnTo>
                    <a:pt x="79531" y="67215"/>
                  </a:lnTo>
                  <a:lnTo>
                    <a:pt x="79129" y="66835"/>
                  </a:lnTo>
                  <a:lnTo>
                    <a:pt x="79129" y="66455"/>
                  </a:lnTo>
                  <a:lnTo>
                    <a:pt x="79330" y="66139"/>
                  </a:lnTo>
                  <a:lnTo>
                    <a:pt x="79732" y="65886"/>
                  </a:lnTo>
                  <a:lnTo>
                    <a:pt x="79531" y="65822"/>
                  </a:lnTo>
                  <a:lnTo>
                    <a:pt x="79330" y="65759"/>
                  </a:lnTo>
                  <a:lnTo>
                    <a:pt x="79129" y="65759"/>
                  </a:lnTo>
                  <a:lnTo>
                    <a:pt x="79330" y="65253"/>
                  </a:lnTo>
                  <a:lnTo>
                    <a:pt x="79732" y="65126"/>
                  </a:lnTo>
                  <a:lnTo>
                    <a:pt x="80234" y="65189"/>
                  </a:lnTo>
                  <a:lnTo>
                    <a:pt x="80836" y="65189"/>
                  </a:lnTo>
                  <a:lnTo>
                    <a:pt x="80736" y="65000"/>
                  </a:lnTo>
                  <a:lnTo>
                    <a:pt x="80635" y="65000"/>
                  </a:lnTo>
                  <a:lnTo>
                    <a:pt x="80535" y="64936"/>
                  </a:lnTo>
                  <a:lnTo>
                    <a:pt x="80535" y="64810"/>
                  </a:lnTo>
                  <a:lnTo>
                    <a:pt x="80535" y="64746"/>
                  </a:lnTo>
                  <a:lnTo>
                    <a:pt x="80535" y="64683"/>
                  </a:lnTo>
                  <a:lnTo>
                    <a:pt x="80334" y="64620"/>
                  </a:lnTo>
                  <a:lnTo>
                    <a:pt x="80635" y="64556"/>
                  </a:lnTo>
                  <a:lnTo>
                    <a:pt x="80836" y="64556"/>
                  </a:lnTo>
                  <a:lnTo>
                    <a:pt x="81138" y="64430"/>
                  </a:lnTo>
                  <a:lnTo>
                    <a:pt x="81439" y="64113"/>
                  </a:lnTo>
                  <a:lnTo>
                    <a:pt x="81539" y="63860"/>
                  </a:lnTo>
                  <a:lnTo>
                    <a:pt x="81841" y="63924"/>
                  </a:lnTo>
                  <a:lnTo>
                    <a:pt x="81841" y="63354"/>
                  </a:lnTo>
                  <a:lnTo>
                    <a:pt x="82142" y="63037"/>
                  </a:lnTo>
                  <a:lnTo>
                    <a:pt x="83246" y="62721"/>
                  </a:lnTo>
                  <a:lnTo>
                    <a:pt x="83447" y="62594"/>
                  </a:lnTo>
                  <a:lnTo>
                    <a:pt x="83748" y="62088"/>
                  </a:lnTo>
                  <a:lnTo>
                    <a:pt x="83849" y="62088"/>
                  </a:lnTo>
                  <a:lnTo>
                    <a:pt x="84050" y="62088"/>
                  </a:lnTo>
                  <a:lnTo>
                    <a:pt x="84552" y="61962"/>
                  </a:lnTo>
                  <a:lnTo>
                    <a:pt x="84953" y="61772"/>
                  </a:lnTo>
                  <a:lnTo>
                    <a:pt x="85054" y="61518"/>
                  </a:lnTo>
                  <a:lnTo>
                    <a:pt x="85556" y="61518"/>
                  </a:lnTo>
                  <a:lnTo>
                    <a:pt x="85757" y="61392"/>
                  </a:lnTo>
                  <a:lnTo>
                    <a:pt x="85958" y="61139"/>
                  </a:lnTo>
                  <a:lnTo>
                    <a:pt x="86058" y="60822"/>
                  </a:lnTo>
                  <a:lnTo>
                    <a:pt x="86560" y="60886"/>
                  </a:lnTo>
                  <a:lnTo>
                    <a:pt x="86861" y="60822"/>
                  </a:lnTo>
                  <a:lnTo>
                    <a:pt x="87163" y="60696"/>
                  </a:lnTo>
                  <a:lnTo>
                    <a:pt x="87364" y="60506"/>
                  </a:lnTo>
                  <a:lnTo>
                    <a:pt x="85857" y="60632"/>
                  </a:lnTo>
                  <a:lnTo>
                    <a:pt x="85255" y="60632"/>
                  </a:lnTo>
                  <a:lnTo>
                    <a:pt x="85556" y="60506"/>
                  </a:lnTo>
                  <a:lnTo>
                    <a:pt x="85656" y="60253"/>
                  </a:lnTo>
                  <a:lnTo>
                    <a:pt x="85757" y="60063"/>
                  </a:lnTo>
                  <a:lnTo>
                    <a:pt x="85857" y="59810"/>
                  </a:lnTo>
                  <a:lnTo>
                    <a:pt x="85958" y="60000"/>
                  </a:lnTo>
                  <a:lnTo>
                    <a:pt x="86058" y="60063"/>
                  </a:lnTo>
                  <a:lnTo>
                    <a:pt x="86158" y="60126"/>
                  </a:lnTo>
                  <a:lnTo>
                    <a:pt x="86460" y="60253"/>
                  </a:lnTo>
                  <a:lnTo>
                    <a:pt x="86460" y="59810"/>
                  </a:lnTo>
                  <a:lnTo>
                    <a:pt x="86560" y="59493"/>
                  </a:lnTo>
                  <a:lnTo>
                    <a:pt x="86962" y="59367"/>
                  </a:lnTo>
                  <a:lnTo>
                    <a:pt x="87564" y="59493"/>
                  </a:lnTo>
                  <a:lnTo>
                    <a:pt x="87464" y="59303"/>
                  </a:lnTo>
                  <a:lnTo>
                    <a:pt x="87163" y="58860"/>
                  </a:lnTo>
                  <a:lnTo>
                    <a:pt x="87866" y="59050"/>
                  </a:lnTo>
                  <a:lnTo>
                    <a:pt x="88468" y="58987"/>
                  </a:lnTo>
                  <a:lnTo>
                    <a:pt x="88669" y="58860"/>
                  </a:lnTo>
                  <a:lnTo>
                    <a:pt x="88468" y="58670"/>
                  </a:lnTo>
                  <a:lnTo>
                    <a:pt x="88468" y="58417"/>
                  </a:lnTo>
                  <a:lnTo>
                    <a:pt x="89372" y="58354"/>
                  </a:lnTo>
                  <a:lnTo>
                    <a:pt x="89472" y="58291"/>
                  </a:lnTo>
                  <a:lnTo>
                    <a:pt x="89372" y="58037"/>
                  </a:lnTo>
                  <a:lnTo>
                    <a:pt x="89071" y="57848"/>
                  </a:lnTo>
                  <a:lnTo>
                    <a:pt x="88769" y="57848"/>
                  </a:lnTo>
                  <a:lnTo>
                    <a:pt x="88569" y="57848"/>
                  </a:lnTo>
                  <a:lnTo>
                    <a:pt x="88468" y="57721"/>
                  </a:lnTo>
                  <a:lnTo>
                    <a:pt x="88669" y="57594"/>
                  </a:lnTo>
                  <a:lnTo>
                    <a:pt x="89372" y="57468"/>
                  </a:lnTo>
                  <a:lnTo>
                    <a:pt x="89472" y="57405"/>
                  </a:lnTo>
                  <a:lnTo>
                    <a:pt x="88870" y="57025"/>
                  </a:lnTo>
                  <a:lnTo>
                    <a:pt x="89171" y="56898"/>
                  </a:lnTo>
                  <a:lnTo>
                    <a:pt x="89974" y="56898"/>
                  </a:lnTo>
                  <a:lnTo>
                    <a:pt x="90677" y="56962"/>
                  </a:lnTo>
                  <a:lnTo>
                    <a:pt x="90677" y="56898"/>
                  </a:lnTo>
                  <a:lnTo>
                    <a:pt x="90577" y="56772"/>
                  </a:lnTo>
                  <a:lnTo>
                    <a:pt x="90476" y="56582"/>
                  </a:lnTo>
                  <a:lnTo>
                    <a:pt x="90376" y="56518"/>
                  </a:lnTo>
                  <a:lnTo>
                    <a:pt x="91179" y="56202"/>
                  </a:lnTo>
                  <a:lnTo>
                    <a:pt x="91380" y="56012"/>
                  </a:lnTo>
                  <a:lnTo>
                    <a:pt x="91380" y="55949"/>
                  </a:lnTo>
                  <a:lnTo>
                    <a:pt x="91581" y="56202"/>
                  </a:lnTo>
                  <a:lnTo>
                    <a:pt x="91882" y="56265"/>
                  </a:lnTo>
                  <a:lnTo>
                    <a:pt x="92384" y="56202"/>
                  </a:lnTo>
                  <a:lnTo>
                    <a:pt x="93087" y="55886"/>
                  </a:lnTo>
                  <a:lnTo>
                    <a:pt x="92987" y="55759"/>
                  </a:lnTo>
                  <a:lnTo>
                    <a:pt x="91882" y="55632"/>
                  </a:lnTo>
                  <a:lnTo>
                    <a:pt x="92284" y="55316"/>
                  </a:lnTo>
                  <a:lnTo>
                    <a:pt x="92384" y="55253"/>
                  </a:lnTo>
                  <a:lnTo>
                    <a:pt x="92585" y="55189"/>
                  </a:lnTo>
                  <a:lnTo>
                    <a:pt x="92083" y="55000"/>
                  </a:lnTo>
                  <a:lnTo>
                    <a:pt x="91581" y="54810"/>
                  </a:lnTo>
                  <a:lnTo>
                    <a:pt x="90878" y="54683"/>
                  </a:lnTo>
                  <a:lnTo>
                    <a:pt x="90376" y="54620"/>
                  </a:lnTo>
                  <a:lnTo>
                    <a:pt x="90677" y="54430"/>
                  </a:lnTo>
                  <a:lnTo>
                    <a:pt x="91179" y="54493"/>
                  </a:lnTo>
                  <a:lnTo>
                    <a:pt x="91782" y="54493"/>
                  </a:lnTo>
                  <a:lnTo>
                    <a:pt x="91682" y="54050"/>
                  </a:lnTo>
                  <a:lnTo>
                    <a:pt x="92686" y="54367"/>
                  </a:lnTo>
                  <a:lnTo>
                    <a:pt x="93690" y="54113"/>
                  </a:lnTo>
                  <a:lnTo>
                    <a:pt x="97405" y="52468"/>
                  </a:lnTo>
                  <a:lnTo>
                    <a:pt x="97707" y="52151"/>
                  </a:lnTo>
                  <a:lnTo>
                    <a:pt x="97907" y="51898"/>
                  </a:lnTo>
                  <a:lnTo>
                    <a:pt x="98008" y="51518"/>
                  </a:lnTo>
                  <a:lnTo>
                    <a:pt x="97506" y="51645"/>
                  </a:lnTo>
                  <a:lnTo>
                    <a:pt x="97305" y="51455"/>
                  </a:lnTo>
                  <a:lnTo>
                    <a:pt x="97305" y="51012"/>
                  </a:lnTo>
                  <a:lnTo>
                    <a:pt x="97506" y="50632"/>
                  </a:lnTo>
                  <a:lnTo>
                    <a:pt x="97907" y="50000"/>
                  </a:lnTo>
                  <a:lnTo>
                    <a:pt x="98309" y="49683"/>
                  </a:lnTo>
                  <a:lnTo>
                    <a:pt x="98610" y="49620"/>
                  </a:lnTo>
                  <a:lnTo>
                    <a:pt x="98811" y="49936"/>
                  </a:lnTo>
                  <a:lnTo>
                    <a:pt x="99313" y="49746"/>
                  </a:lnTo>
                  <a:lnTo>
                    <a:pt x="99715" y="49367"/>
                  </a:lnTo>
                  <a:lnTo>
                    <a:pt x="99715" y="49177"/>
                  </a:lnTo>
                  <a:lnTo>
                    <a:pt x="100016" y="49303"/>
                  </a:lnTo>
                  <a:lnTo>
                    <a:pt x="100418" y="49493"/>
                  </a:lnTo>
                  <a:lnTo>
                    <a:pt x="100719" y="49683"/>
                  </a:lnTo>
                  <a:lnTo>
                    <a:pt x="100820" y="49873"/>
                  </a:lnTo>
                  <a:lnTo>
                    <a:pt x="101020" y="49936"/>
                  </a:lnTo>
                  <a:lnTo>
                    <a:pt x="101422" y="50000"/>
                  </a:lnTo>
                  <a:lnTo>
                    <a:pt x="101322" y="49683"/>
                  </a:lnTo>
                  <a:lnTo>
                    <a:pt x="100619" y="49177"/>
                  </a:lnTo>
                  <a:lnTo>
                    <a:pt x="100518" y="48860"/>
                  </a:lnTo>
                  <a:lnTo>
                    <a:pt x="100619" y="48670"/>
                  </a:lnTo>
                  <a:lnTo>
                    <a:pt x="101422" y="48164"/>
                  </a:lnTo>
                  <a:lnTo>
                    <a:pt x="101523" y="48354"/>
                  </a:lnTo>
                  <a:lnTo>
                    <a:pt x="101523" y="48670"/>
                  </a:lnTo>
                  <a:lnTo>
                    <a:pt x="101422" y="48860"/>
                  </a:lnTo>
                  <a:lnTo>
                    <a:pt x="101322" y="49050"/>
                  </a:lnTo>
                  <a:lnTo>
                    <a:pt x="101924" y="49430"/>
                  </a:lnTo>
                  <a:lnTo>
                    <a:pt x="102426" y="49367"/>
                  </a:lnTo>
                  <a:lnTo>
                    <a:pt x="103330" y="48797"/>
                  </a:lnTo>
                  <a:lnTo>
                    <a:pt x="102928" y="48481"/>
                  </a:lnTo>
                  <a:lnTo>
                    <a:pt x="103330" y="48481"/>
                  </a:lnTo>
                  <a:lnTo>
                    <a:pt x="103430" y="48354"/>
                  </a:lnTo>
                  <a:lnTo>
                    <a:pt x="103330" y="48164"/>
                  </a:lnTo>
                  <a:lnTo>
                    <a:pt x="103330" y="47911"/>
                  </a:lnTo>
                  <a:lnTo>
                    <a:pt x="103430" y="47721"/>
                  </a:lnTo>
                  <a:lnTo>
                    <a:pt x="103531" y="47658"/>
                  </a:lnTo>
                  <a:lnTo>
                    <a:pt x="103631" y="47594"/>
                  </a:lnTo>
                  <a:lnTo>
                    <a:pt x="103732" y="47278"/>
                  </a:lnTo>
                  <a:lnTo>
                    <a:pt x="103430" y="47215"/>
                  </a:lnTo>
                  <a:lnTo>
                    <a:pt x="103230" y="47151"/>
                  </a:lnTo>
                  <a:lnTo>
                    <a:pt x="102728" y="46898"/>
                  </a:lnTo>
                  <a:lnTo>
                    <a:pt x="103129" y="46962"/>
                  </a:lnTo>
                  <a:lnTo>
                    <a:pt x="103330" y="46898"/>
                  </a:lnTo>
                  <a:lnTo>
                    <a:pt x="103531" y="46835"/>
                  </a:lnTo>
                  <a:lnTo>
                    <a:pt x="103732" y="46772"/>
                  </a:lnTo>
                  <a:lnTo>
                    <a:pt x="104133" y="46835"/>
                  </a:lnTo>
                  <a:lnTo>
                    <a:pt x="104234" y="47025"/>
                  </a:lnTo>
                  <a:lnTo>
                    <a:pt x="104435" y="47088"/>
                  </a:lnTo>
                  <a:lnTo>
                    <a:pt x="104736" y="46962"/>
                  </a:lnTo>
                  <a:lnTo>
                    <a:pt x="104435" y="46645"/>
                  </a:lnTo>
                  <a:lnTo>
                    <a:pt x="104234" y="4639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Shape 5260"/>
            <p:cNvSpPr/>
            <p:nvPr/>
          </p:nvSpPr>
          <p:spPr>
            <a:xfrm>
              <a:off x="15800645" y="8361707"/>
              <a:ext cx="9524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882" y="19459"/>
                  </a:moveTo>
                  <a:lnTo>
                    <a:pt x="105882" y="0"/>
                  </a:lnTo>
                  <a:lnTo>
                    <a:pt x="28235" y="9729"/>
                  </a:lnTo>
                  <a:lnTo>
                    <a:pt x="14117" y="22702"/>
                  </a:lnTo>
                  <a:lnTo>
                    <a:pt x="56470" y="45405"/>
                  </a:lnTo>
                  <a:lnTo>
                    <a:pt x="14117" y="61621"/>
                  </a:lnTo>
                  <a:lnTo>
                    <a:pt x="7058" y="71351"/>
                  </a:lnTo>
                  <a:lnTo>
                    <a:pt x="0" y="87567"/>
                  </a:lnTo>
                  <a:lnTo>
                    <a:pt x="14117" y="87567"/>
                  </a:lnTo>
                  <a:lnTo>
                    <a:pt x="35294" y="90810"/>
                  </a:lnTo>
                  <a:lnTo>
                    <a:pt x="63529" y="94054"/>
                  </a:lnTo>
                  <a:lnTo>
                    <a:pt x="84705" y="103783"/>
                  </a:lnTo>
                  <a:lnTo>
                    <a:pt x="84705" y="120000"/>
                  </a:lnTo>
                  <a:lnTo>
                    <a:pt x="105882" y="107027"/>
                  </a:lnTo>
                  <a:lnTo>
                    <a:pt x="105882" y="87567"/>
                  </a:lnTo>
                  <a:lnTo>
                    <a:pt x="105882" y="61621"/>
                  </a:lnTo>
                  <a:lnTo>
                    <a:pt x="120000" y="38918"/>
                  </a:lnTo>
                  <a:lnTo>
                    <a:pt x="105882" y="1945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Shape 5261"/>
            <p:cNvSpPr/>
            <p:nvPr/>
          </p:nvSpPr>
          <p:spPr>
            <a:xfrm>
              <a:off x="15656182" y="8241057"/>
              <a:ext cx="4763" cy="317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0"/>
                  </a:moveTo>
                  <a:lnTo>
                    <a:pt x="36000" y="8135"/>
                  </a:lnTo>
                  <a:lnTo>
                    <a:pt x="24000" y="18305"/>
                  </a:lnTo>
                  <a:lnTo>
                    <a:pt x="24000" y="36610"/>
                  </a:lnTo>
                  <a:lnTo>
                    <a:pt x="0" y="63050"/>
                  </a:lnTo>
                  <a:lnTo>
                    <a:pt x="0" y="120000"/>
                  </a:lnTo>
                  <a:lnTo>
                    <a:pt x="48000" y="120000"/>
                  </a:lnTo>
                  <a:lnTo>
                    <a:pt x="36000" y="93559"/>
                  </a:lnTo>
                  <a:lnTo>
                    <a:pt x="108000" y="44745"/>
                  </a:lnTo>
                  <a:lnTo>
                    <a:pt x="108000" y="20338"/>
                  </a:lnTo>
                  <a:lnTo>
                    <a:pt x="120000" y="6101"/>
                  </a:lnTo>
                  <a:lnTo>
                    <a:pt x="108000" y="0"/>
                  </a:lnTo>
                  <a:lnTo>
                    <a:pt x="72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Shape 5262"/>
            <p:cNvSpPr/>
            <p:nvPr/>
          </p:nvSpPr>
          <p:spPr>
            <a:xfrm>
              <a:off x="16278482" y="7555257"/>
              <a:ext cx="9524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78000"/>
                  </a:moveTo>
                  <a:lnTo>
                    <a:pt x="100000" y="48000"/>
                  </a:lnTo>
                  <a:lnTo>
                    <a:pt x="86666" y="24000"/>
                  </a:lnTo>
                  <a:lnTo>
                    <a:pt x="100000" y="6000"/>
                  </a:lnTo>
                  <a:lnTo>
                    <a:pt x="86666" y="0"/>
                  </a:lnTo>
                  <a:lnTo>
                    <a:pt x="53333" y="30000"/>
                  </a:lnTo>
                  <a:lnTo>
                    <a:pt x="0" y="102000"/>
                  </a:lnTo>
                  <a:lnTo>
                    <a:pt x="0" y="120000"/>
                  </a:lnTo>
                  <a:lnTo>
                    <a:pt x="33333" y="108000"/>
                  </a:lnTo>
                  <a:lnTo>
                    <a:pt x="80000" y="84000"/>
                  </a:lnTo>
                  <a:lnTo>
                    <a:pt x="100000" y="84000"/>
                  </a:lnTo>
                  <a:lnTo>
                    <a:pt x="120000" y="84000"/>
                  </a:lnTo>
                  <a:lnTo>
                    <a:pt x="120000" y="7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Shape 5263"/>
            <p:cNvSpPr/>
            <p:nvPr/>
          </p:nvSpPr>
          <p:spPr>
            <a:xfrm>
              <a:off x="16075282" y="7428257"/>
              <a:ext cx="207962" cy="3127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772" y="56351"/>
                  </a:moveTo>
                  <a:lnTo>
                    <a:pt x="118465" y="56148"/>
                  </a:lnTo>
                  <a:lnTo>
                    <a:pt x="116930" y="55945"/>
                  </a:lnTo>
                  <a:lnTo>
                    <a:pt x="115703" y="55743"/>
                  </a:lnTo>
                  <a:lnTo>
                    <a:pt x="115089" y="54932"/>
                  </a:lnTo>
                  <a:lnTo>
                    <a:pt x="114782" y="54121"/>
                  </a:lnTo>
                  <a:lnTo>
                    <a:pt x="115089" y="54121"/>
                  </a:lnTo>
                  <a:lnTo>
                    <a:pt x="114475" y="53918"/>
                  </a:lnTo>
                  <a:lnTo>
                    <a:pt x="113861" y="54121"/>
                  </a:lnTo>
                  <a:lnTo>
                    <a:pt x="112634" y="54729"/>
                  </a:lnTo>
                  <a:lnTo>
                    <a:pt x="110179" y="55945"/>
                  </a:lnTo>
                  <a:lnTo>
                    <a:pt x="108951" y="56959"/>
                  </a:lnTo>
                  <a:lnTo>
                    <a:pt x="107723" y="56756"/>
                  </a:lnTo>
                  <a:lnTo>
                    <a:pt x="106189" y="56148"/>
                  </a:lnTo>
                  <a:lnTo>
                    <a:pt x="104961" y="55540"/>
                  </a:lnTo>
                  <a:lnTo>
                    <a:pt x="104654" y="54932"/>
                  </a:lnTo>
                  <a:lnTo>
                    <a:pt x="107109" y="53310"/>
                  </a:lnTo>
                  <a:lnTo>
                    <a:pt x="107723" y="52297"/>
                  </a:lnTo>
                  <a:lnTo>
                    <a:pt x="108030" y="50270"/>
                  </a:lnTo>
                  <a:lnTo>
                    <a:pt x="109872" y="46621"/>
                  </a:lnTo>
                  <a:lnTo>
                    <a:pt x="109565" y="46013"/>
                  </a:lnTo>
                  <a:lnTo>
                    <a:pt x="108644" y="46824"/>
                  </a:lnTo>
                  <a:lnTo>
                    <a:pt x="107723" y="47837"/>
                  </a:lnTo>
                  <a:lnTo>
                    <a:pt x="106803" y="49054"/>
                  </a:lnTo>
                  <a:lnTo>
                    <a:pt x="106496" y="50067"/>
                  </a:lnTo>
                  <a:lnTo>
                    <a:pt x="105268" y="48040"/>
                  </a:lnTo>
                  <a:lnTo>
                    <a:pt x="105268" y="46013"/>
                  </a:lnTo>
                  <a:lnTo>
                    <a:pt x="105882" y="43986"/>
                  </a:lnTo>
                  <a:lnTo>
                    <a:pt x="106496" y="42567"/>
                  </a:lnTo>
                  <a:lnTo>
                    <a:pt x="101892" y="43783"/>
                  </a:lnTo>
                  <a:lnTo>
                    <a:pt x="100664" y="44594"/>
                  </a:lnTo>
                  <a:lnTo>
                    <a:pt x="99437" y="46216"/>
                  </a:lnTo>
                  <a:lnTo>
                    <a:pt x="97902" y="46216"/>
                  </a:lnTo>
                  <a:lnTo>
                    <a:pt x="96675" y="43986"/>
                  </a:lnTo>
                  <a:lnTo>
                    <a:pt x="92992" y="44594"/>
                  </a:lnTo>
                  <a:lnTo>
                    <a:pt x="85933" y="46824"/>
                  </a:lnTo>
                  <a:lnTo>
                    <a:pt x="89002" y="44594"/>
                  </a:lnTo>
                  <a:lnTo>
                    <a:pt x="86854" y="43986"/>
                  </a:lnTo>
                  <a:lnTo>
                    <a:pt x="84705" y="43986"/>
                  </a:lnTo>
                  <a:lnTo>
                    <a:pt x="82864" y="44594"/>
                  </a:lnTo>
                  <a:lnTo>
                    <a:pt x="81023" y="45202"/>
                  </a:lnTo>
                  <a:lnTo>
                    <a:pt x="80102" y="45810"/>
                  </a:lnTo>
                  <a:lnTo>
                    <a:pt x="79488" y="47432"/>
                  </a:lnTo>
                  <a:lnTo>
                    <a:pt x="79488" y="49054"/>
                  </a:lnTo>
                  <a:lnTo>
                    <a:pt x="79795" y="50675"/>
                  </a:lnTo>
                  <a:lnTo>
                    <a:pt x="80716" y="51081"/>
                  </a:lnTo>
                  <a:lnTo>
                    <a:pt x="81329" y="51689"/>
                  </a:lnTo>
                  <a:lnTo>
                    <a:pt x="81943" y="52094"/>
                  </a:lnTo>
                  <a:lnTo>
                    <a:pt x="82250" y="52905"/>
                  </a:lnTo>
                  <a:lnTo>
                    <a:pt x="82557" y="53918"/>
                  </a:lnTo>
                  <a:lnTo>
                    <a:pt x="81943" y="53918"/>
                  </a:lnTo>
                  <a:lnTo>
                    <a:pt x="80102" y="53108"/>
                  </a:lnTo>
                  <a:lnTo>
                    <a:pt x="78874" y="52905"/>
                  </a:lnTo>
                  <a:lnTo>
                    <a:pt x="78260" y="52702"/>
                  </a:lnTo>
                  <a:lnTo>
                    <a:pt x="77033" y="53108"/>
                  </a:lnTo>
                  <a:lnTo>
                    <a:pt x="77033" y="53310"/>
                  </a:lnTo>
                  <a:lnTo>
                    <a:pt x="77033" y="53918"/>
                  </a:lnTo>
                  <a:lnTo>
                    <a:pt x="76726" y="54729"/>
                  </a:lnTo>
                  <a:lnTo>
                    <a:pt x="76112" y="55135"/>
                  </a:lnTo>
                  <a:lnTo>
                    <a:pt x="77647" y="48851"/>
                  </a:lnTo>
                  <a:lnTo>
                    <a:pt x="77033" y="47432"/>
                  </a:lnTo>
                  <a:lnTo>
                    <a:pt x="71508" y="46216"/>
                  </a:lnTo>
                  <a:lnTo>
                    <a:pt x="68132" y="44189"/>
                  </a:lnTo>
                  <a:lnTo>
                    <a:pt x="67212" y="43581"/>
                  </a:lnTo>
                  <a:lnTo>
                    <a:pt x="63836" y="46216"/>
                  </a:lnTo>
                  <a:lnTo>
                    <a:pt x="60153" y="54729"/>
                  </a:lnTo>
                  <a:lnTo>
                    <a:pt x="59539" y="55945"/>
                  </a:lnTo>
                  <a:lnTo>
                    <a:pt x="59846" y="57364"/>
                  </a:lnTo>
                  <a:lnTo>
                    <a:pt x="58005" y="62635"/>
                  </a:lnTo>
                  <a:lnTo>
                    <a:pt x="58005" y="65472"/>
                  </a:lnTo>
                  <a:lnTo>
                    <a:pt x="57391" y="67094"/>
                  </a:lnTo>
                  <a:lnTo>
                    <a:pt x="56470" y="67905"/>
                  </a:lnTo>
                  <a:lnTo>
                    <a:pt x="55856" y="68310"/>
                  </a:lnTo>
                  <a:lnTo>
                    <a:pt x="56470" y="69121"/>
                  </a:lnTo>
                  <a:lnTo>
                    <a:pt x="57084" y="69527"/>
                  </a:lnTo>
                  <a:lnTo>
                    <a:pt x="58005" y="69729"/>
                  </a:lnTo>
                  <a:lnTo>
                    <a:pt x="58618" y="69324"/>
                  </a:lnTo>
                  <a:lnTo>
                    <a:pt x="59846" y="68108"/>
                  </a:lnTo>
                  <a:lnTo>
                    <a:pt x="64757" y="57567"/>
                  </a:lnTo>
                  <a:lnTo>
                    <a:pt x="65677" y="53716"/>
                  </a:lnTo>
                  <a:lnTo>
                    <a:pt x="66598" y="52905"/>
                  </a:lnTo>
                  <a:lnTo>
                    <a:pt x="69360" y="51689"/>
                  </a:lnTo>
                  <a:lnTo>
                    <a:pt x="70281" y="51081"/>
                  </a:lnTo>
                  <a:lnTo>
                    <a:pt x="71508" y="49864"/>
                  </a:lnTo>
                  <a:lnTo>
                    <a:pt x="72122" y="51283"/>
                  </a:lnTo>
                  <a:lnTo>
                    <a:pt x="71815" y="52094"/>
                  </a:lnTo>
                  <a:lnTo>
                    <a:pt x="70588" y="53108"/>
                  </a:lnTo>
                  <a:lnTo>
                    <a:pt x="69360" y="53513"/>
                  </a:lnTo>
                  <a:lnTo>
                    <a:pt x="68132" y="54729"/>
                  </a:lnTo>
                  <a:lnTo>
                    <a:pt x="68132" y="57567"/>
                  </a:lnTo>
                  <a:lnTo>
                    <a:pt x="67826" y="58175"/>
                  </a:lnTo>
                  <a:lnTo>
                    <a:pt x="67212" y="59189"/>
                  </a:lnTo>
                  <a:lnTo>
                    <a:pt x="66291" y="63648"/>
                  </a:lnTo>
                  <a:lnTo>
                    <a:pt x="65677" y="64864"/>
                  </a:lnTo>
                  <a:lnTo>
                    <a:pt x="63222" y="67702"/>
                  </a:lnTo>
                  <a:lnTo>
                    <a:pt x="61381" y="71959"/>
                  </a:lnTo>
                  <a:lnTo>
                    <a:pt x="60460" y="72972"/>
                  </a:lnTo>
                  <a:lnTo>
                    <a:pt x="58925" y="73783"/>
                  </a:lnTo>
                  <a:lnTo>
                    <a:pt x="58312" y="74797"/>
                  </a:lnTo>
                  <a:lnTo>
                    <a:pt x="57698" y="77027"/>
                  </a:lnTo>
                  <a:lnTo>
                    <a:pt x="54936" y="80675"/>
                  </a:lnTo>
                  <a:lnTo>
                    <a:pt x="54936" y="81689"/>
                  </a:lnTo>
                  <a:lnTo>
                    <a:pt x="55549" y="82297"/>
                  </a:lnTo>
                  <a:lnTo>
                    <a:pt x="56777" y="82094"/>
                  </a:lnTo>
                  <a:lnTo>
                    <a:pt x="57391" y="81689"/>
                  </a:lnTo>
                  <a:lnTo>
                    <a:pt x="58312" y="81486"/>
                  </a:lnTo>
                  <a:lnTo>
                    <a:pt x="59539" y="81689"/>
                  </a:lnTo>
                  <a:lnTo>
                    <a:pt x="60767" y="82702"/>
                  </a:lnTo>
                  <a:lnTo>
                    <a:pt x="61687" y="83108"/>
                  </a:lnTo>
                  <a:lnTo>
                    <a:pt x="62915" y="83108"/>
                  </a:lnTo>
                  <a:lnTo>
                    <a:pt x="63529" y="82905"/>
                  </a:lnTo>
                  <a:lnTo>
                    <a:pt x="65677" y="81486"/>
                  </a:lnTo>
                  <a:lnTo>
                    <a:pt x="65984" y="80067"/>
                  </a:lnTo>
                  <a:lnTo>
                    <a:pt x="67212" y="79054"/>
                  </a:lnTo>
                  <a:lnTo>
                    <a:pt x="69667" y="76013"/>
                  </a:lnTo>
                  <a:lnTo>
                    <a:pt x="73350" y="73581"/>
                  </a:lnTo>
                  <a:lnTo>
                    <a:pt x="74578" y="71351"/>
                  </a:lnTo>
                  <a:lnTo>
                    <a:pt x="76419" y="69324"/>
                  </a:lnTo>
                  <a:lnTo>
                    <a:pt x="77647" y="68310"/>
                  </a:lnTo>
                  <a:lnTo>
                    <a:pt x="77647" y="70135"/>
                  </a:lnTo>
                  <a:lnTo>
                    <a:pt x="76726" y="72364"/>
                  </a:lnTo>
                  <a:lnTo>
                    <a:pt x="75805" y="74189"/>
                  </a:lnTo>
                  <a:lnTo>
                    <a:pt x="73350" y="76216"/>
                  </a:lnTo>
                  <a:lnTo>
                    <a:pt x="73350" y="78243"/>
                  </a:lnTo>
                  <a:lnTo>
                    <a:pt x="72429" y="79662"/>
                  </a:lnTo>
                  <a:lnTo>
                    <a:pt x="71815" y="81891"/>
                  </a:lnTo>
                  <a:lnTo>
                    <a:pt x="70895" y="82702"/>
                  </a:lnTo>
                  <a:lnTo>
                    <a:pt x="70281" y="83310"/>
                  </a:lnTo>
                  <a:lnTo>
                    <a:pt x="70281" y="84324"/>
                  </a:lnTo>
                  <a:lnTo>
                    <a:pt x="70588" y="85540"/>
                  </a:lnTo>
                  <a:lnTo>
                    <a:pt x="70281" y="86351"/>
                  </a:lnTo>
                  <a:lnTo>
                    <a:pt x="69974" y="87567"/>
                  </a:lnTo>
                  <a:lnTo>
                    <a:pt x="68132" y="88986"/>
                  </a:lnTo>
                  <a:lnTo>
                    <a:pt x="67826" y="89797"/>
                  </a:lnTo>
                  <a:lnTo>
                    <a:pt x="67519" y="90405"/>
                  </a:lnTo>
                  <a:lnTo>
                    <a:pt x="67212" y="91621"/>
                  </a:lnTo>
                  <a:lnTo>
                    <a:pt x="67519" y="92837"/>
                  </a:lnTo>
                  <a:lnTo>
                    <a:pt x="68132" y="93851"/>
                  </a:lnTo>
                  <a:lnTo>
                    <a:pt x="69053" y="94256"/>
                  </a:lnTo>
                  <a:lnTo>
                    <a:pt x="70281" y="94864"/>
                  </a:lnTo>
                  <a:lnTo>
                    <a:pt x="70895" y="95472"/>
                  </a:lnTo>
                  <a:lnTo>
                    <a:pt x="70588" y="96283"/>
                  </a:lnTo>
                  <a:lnTo>
                    <a:pt x="72429" y="96891"/>
                  </a:lnTo>
                  <a:lnTo>
                    <a:pt x="72429" y="97500"/>
                  </a:lnTo>
                  <a:lnTo>
                    <a:pt x="71815" y="97702"/>
                  </a:lnTo>
                  <a:lnTo>
                    <a:pt x="69974" y="97500"/>
                  </a:lnTo>
                  <a:lnTo>
                    <a:pt x="69667" y="97702"/>
                  </a:lnTo>
                  <a:lnTo>
                    <a:pt x="69974" y="99324"/>
                  </a:lnTo>
                  <a:lnTo>
                    <a:pt x="69974" y="99729"/>
                  </a:lnTo>
                  <a:lnTo>
                    <a:pt x="67519" y="100337"/>
                  </a:lnTo>
                  <a:lnTo>
                    <a:pt x="68132" y="100743"/>
                  </a:lnTo>
                  <a:lnTo>
                    <a:pt x="67212" y="101756"/>
                  </a:lnTo>
                  <a:lnTo>
                    <a:pt x="67826" y="101959"/>
                  </a:lnTo>
                  <a:lnTo>
                    <a:pt x="68132" y="102364"/>
                  </a:lnTo>
                  <a:lnTo>
                    <a:pt x="68132" y="102770"/>
                  </a:lnTo>
                  <a:lnTo>
                    <a:pt x="67519" y="102972"/>
                  </a:lnTo>
                  <a:lnTo>
                    <a:pt x="66598" y="102770"/>
                  </a:lnTo>
                  <a:lnTo>
                    <a:pt x="66598" y="102364"/>
                  </a:lnTo>
                  <a:lnTo>
                    <a:pt x="66598" y="101959"/>
                  </a:lnTo>
                  <a:lnTo>
                    <a:pt x="66598" y="99932"/>
                  </a:lnTo>
                  <a:lnTo>
                    <a:pt x="67212" y="98918"/>
                  </a:lnTo>
                  <a:lnTo>
                    <a:pt x="66905" y="97702"/>
                  </a:lnTo>
                  <a:lnTo>
                    <a:pt x="65677" y="96891"/>
                  </a:lnTo>
                  <a:lnTo>
                    <a:pt x="62915" y="96081"/>
                  </a:lnTo>
                  <a:lnTo>
                    <a:pt x="59539" y="96283"/>
                  </a:lnTo>
                  <a:lnTo>
                    <a:pt x="56777" y="97094"/>
                  </a:lnTo>
                  <a:lnTo>
                    <a:pt x="54629" y="98108"/>
                  </a:lnTo>
                  <a:lnTo>
                    <a:pt x="50946" y="104189"/>
                  </a:lnTo>
                  <a:lnTo>
                    <a:pt x="48797" y="105405"/>
                  </a:lnTo>
                  <a:lnTo>
                    <a:pt x="45115" y="106013"/>
                  </a:lnTo>
                  <a:lnTo>
                    <a:pt x="44501" y="106013"/>
                  </a:lnTo>
                  <a:lnTo>
                    <a:pt x="43580" y="105810"/>
                  </a:lnTo>
                  <a:lnTo>
                    <a:pt x="43887" y="105405"/>
                  </a:lnTo>
                  <a:lnTo>
                    <a:pt x="43887" y="105000"/>
                  </a:lnTo>
                  <a:lnTo>
                    <a:pt x="44501" y="104391"/>
                  </a:lnTo>
                  <a:lnTo>
                    <a:pt x="45115" y="103986"/>
                  </a:lnTo>
                  <a:lnTo>
                    <a:pt x="45115" y="103783"/>
                  </a:lnTo>
                  <a:lnTo>
                    <a:pt x="44808" y="103175"/>
                  </a:lnTo>
                  <a:lnTo>
                    <a:pt x="44501" y="102770"/>
                  </a:lnTo>
                  <a:lnTo>
                    <a:pt x="43580" y="102162"/>
                  </a:lnTo>
                  <a:lnTo>
                    <a:pt x="42966" y="102972"/>
                  </a:lnTo>
                  <a:lnTo>
                    <a:pt x="42659" y="103175"/>
                  </a:lnTo>
                  <a:lnTo>
                    <a:pt x="42352" y="101554"/>
                  </a:lnTo>
                  <a:lnTo>
                    <a:pt x="42966" y="100135"/>
                  </a:lnTo>
                  <a:lnTo>
                    <a:pt x="46342" y="95878"/>
                  </a:lnTo>
                  <a:lnTo>
                    <a:pt x="46342" y="95067"/>
                  </a:lnTo>
                  <a:lnTo>
                    <a:pt x="46956" y="94864"/>
                  </a:lnTo>
                  <a:lnTo>
                    <a:pt x="47877" y="94864"/>
                  </a:lnTo>
                  <a:lnTo>
                    <a:pt x="48797" y="94256"/>
                  </a:lnTo>
                  <a:lnTo>
                    <a:pt x="48797" y="93243"/>
                  </a:lnTo>
                  <a:lnTo>
                    <a:pt x="49718" y="93243"/>
                  </a:lnTo>
                  <a:lnTo>
                    <a:pt x="50025" y="93243"/>
                  </a:lnTo>
                  <a:lnTo>
                    <a:pt x="51560" y="92837"/>
                  </a:lnTo>
                  <a:lnTo>
                    <a:pt x="50639" y="92635"/>
                  </a:lnTo>
                  <a:lnTo>
                    <a:pt x="47877" y="91621"/>
                  </a:lnTo>
                  <a:lnTo>
                    <a:pt x="47877" y="91216"/>
                  </a:lnTo>
                  <a:lnTo>
                    <a:pt x="48797" y="91216"/>
                  </a:lnTo>
                  <a:lnTo>
                    <a:pt x="50025" y="91216"/>
                  </a:lnTo>
                  <a:lnTo>
                    <a:pt x="50946" y="91216"/>
                  </a:lnTo>
                  <a:lnTo>
                    <a:pt x="51560" y="90405"/>
                  </a:lnTo>
                  <a:lnTo>
                    <a:pt x="46035" y="89594"/>
                  </a:lnTo>
                  <a:lnTo>
                    <a:pt x="44808" y="90000"/>
                  </a:lnTo>
                  <a:lnTo>
                    <a:pt x="45728" y="90810"/>
                  </a:lnTo>
                  <a:lnTo>
                    <a:pt x="44808" y="91216"/>
                  </a:lnTo>
                  <a:lnTo>
                    <a:pt x="43273" y="91621"/>
                  </a:lnTo>
                  <a:lnTo>
                    <a:pt x="42659" y="92027"/>
                  </a:lnTo>
                  <a:lnTo>
                    <a:pt x="42659" y="93040"/>
                  </a:lnTo>
                  <a:lnTo>
                    <a:pt x="41739" y="93851"/>
                  </a:lnTo>
                  <a:lnTo>
                    <a:pt x="40204" y="94662"/>
                  </a:lnTo>
                  <a:lnTo>
                    <a:pt x="39283" y="95067"/>
                  </a:lnTo>
                  <a:lnTo>
                    <a:pt x="39283" y="93851"/>
                  </a:lnTo>
                  <a:lnTo>
                    <a:pt x="39897" y="93040"/>
                  </a:lnTo>
                  <a:lnTo>
                    <a:pt x="40511" y="92229"/>
                  </a:lnTo>
                  <a:lnTo>
                    <a:pt x="40818" y="91418"/>
                  </a:lnTo>
                  <a:lnTo>
                    <a:pt x="40511" y="91621"/>
                  </a:lnTo>
                  <a:lnTo>
                    <a:pt x="38976" y="91621"/>
                  </a:lnTo>
                  <a:lnTo>
                    <a:pt x="39897" y="91013"/>
                  </a:lnTo>
                  <a:lnTo>
                    <a:pt x="43273" y="89797"/>
                  </a:lnTo>
                  <a:lnTo>
                    <a:pt x="43887" y="89391"/>
                  </a:lnTo>
                  <a:lnTo>
                    <a:pt x="43887" y="88378"/>
                  </a:lnTo>
                  <a:lnTo>
                    <a:pt x="45115" y="87567"/>
                  </a:lnTo>
                  <a:lnTo>
                    <a:pt x="47877" y="86351"/>
                  </a:lnTo>
                  <a:lnTo>
                    <a:pt x="49411" y="86351"/>
                  </a:lnTo>
                  <a:lnTo>
                    <a:pt x="50639" y="86148"/>
                  </a:lnTo>
                  <a:lnTo>
                    <a:pt x="50946" y="85743"/>
                  </a:lnTo>
                  <a:lnTo>
                    <a:pt x="50946" y="85135"/>
                  </a:lnTo>
                  <a:lnTo>
                    <a:pt x="51560" y="84324"/>
                  </a:lnTo>
                  <a:lnTo>
                    <a:pt x="51867" y="83918"/>
                  </a:lnTo>
                  <a:lnTo>
                    <a:pt x="52480" y="83513"/>
                  </a:lnTo>
                  <a:lnTo>
                    <a:pt x="53708" y="82702"/>
                  </a:lnTo>
                  <a:lnTo>
                    <a:pt x="53094" y="81283"/>
                  </a:lnTo>
                  <a:lnTo>
                    <a:pt x="52173" y="79662"/>
                  </a:lnTo>
                  <a:lnTo>
                    <a:pt x="51867" y="78648"/>
                  </a:lnTo>
                  <a:lnTo>
                    <a:pt x="51867" y="77027"/>
                  </a:lnTo>
                  <a:lnTo>
                    <a:pt x="52480" y="75608"/>
                  </a:lnTo>
                  <a:lnTo>
                    <a:pt x="52787" y="73986"/>
                  </a:lnTo>
                  <a:lnTo>
                    <a:pt x="52173" y="72770"/>
                  </a:lnTo>
                  <a:lnTo>
                    <a:pt x="51253" y="72162"/>
                  </a:lnTo>
                  <a:lnTo>
                    <a:pt x="49718" y="73378"/>
                  </a:lnTo>
                  <a:lnTo>
                    <a:pt x="47877" y="75810"/>
                  </a:lnTo>
                  <a:lnTo>
                    <a:pt x="45115" y="77027"/>
                  </a:lnTo>
                  <a:lnTo>
                    <a:pt x="43580" y="77635"/>
                  </a:lnTo>
                  <a:lnTo>
                    <a:pt x="43887" y="79864"/>
                  </a:lnTo>
                  <a:lnTo>
                    <a:pt x="40818" y="83108"/>
                  </a:lnTo>
                  <a:lnTo>
                    <a:pt x="40511" y="84324"/>
                  </a:lnTo>
                  <a:lnTo>
                    <a:pt x="40818" y="85743"/>
                  </a:lnTo>
                  <a:lnTo>
                    <a:pt x="40511" y="86959"/>
                  </a:lnTo>
                  <a:lnTo>
                    <a:pt x="39283" y="87770"/>
                  </a:lnTo>
                  <a:lnTo>
                    <a:pt x="33452" y="90405"/>
                  </a:lnTo>
                  <a:lnTo>
                    <a:pt x="32838" y="89189"/>
                  </a:lnTo>
                  <a:lnTo>
                    <a:pt x="33452" y="87972"/>
                  </a:lnTo>
                  <a:lnTo>
                    <a:pt x="38363" y="84932"/>
                  </a:lnTo>
                  <a:lnTo>
                    <a:pt x="39283" y="83918"/>
                  </a:lnTo>
                  <a:lnTo>
                    <a:pt x="39897" y="82905"/>
                  </a:lnTo>
                  <a:lnTo>
                    <a:pt x="40818" y="77229"/>
                  </a:lnTo>
                  <a:lnTo>
                    <a:pt x="42046" y="74594"/>
                  </a:lnTo>
                  <a:lnTo>
                    <a:pt x="43580" y="74189"/>
                  </a:lnTo>
                  <a:lnTo>
                    <a:pt x="43273" y="74797"/>
                  </a:lnTo>
                  <a:lnTo>
                    <a:pt x="42659" y="75202"/>
                  </a:lnTo>
                  <a:lnTo>
                    <a:pt x="42659" y="75810"/>
                  </a:lnTo>
                  <a:lnTo>
                    <a:pt x="43580" y="76216"/>
                  </a:lnTo>
                  <a:lnTo>
                    <a:pt x="46649" y="74189"/>
                  </a:lnTo>
                  <a:lnTo>
                    <a:pt x="49104" y="72364"/>
                  </a:lnTo>
                  <a:lnTo>
                    <a:pt x="49718" y="71554"/>
                  </a:lnTo>
                  <a:lnTo>
                    <a:pt x="50025" y="71148"/>
                  </a:lnTo>
                  <a:lnTo>
                    <a:pt x="50639" y="69324"/>
                  </a:lnTo>
                  <a:lnTo>
                    <a:pt x="50946" y="68918"/>
                  </a:lnTo>
                  <a:lnTo>
                    <a:pt x="52787" y="69729"/>
                  </a:lnTo>
                  <a:lnTo>
                    <a:pt x="53708" y="69324"/>
                  </a:lnTo>
                  <a:lnTo>
                    <a:pt x="54015" y="68108"/>
                  </a:lnTo>
                  <a:lnTo>
                    <a:pt x="55856" y="66081"/>
                  </a:lnTo>
                  <a:lnTo>
                    <a:pt x="56777" y="65067"/>
                  </a:lnTo>
                  <a:lnTo>
                    <a:pt x="58925" y="53310"/>
                  </a:lnTo>
                  <a:lnTo>
                    <a:pt x="60153" y="51283"/>
                  </a:lnTo>
                  <a:lnTo>
                    <a:pt x="60460" y="50067"/>
                  </a:lnTo>
                  <a:lnTo>
                    <a:pt x="59846" y="48648"/>
                  </a:lnTo>
                  <a:lnTo>
                    <a:pt x="59539" y="47635"/>
                  </a:lnTo>
                  <a:lnTo>
                    <a:pt x="58925" y="47229"/>
                  </a:lnTo>
                  <a:lnTo>
                    <a:pt x="58312" y="46824"/>
                  </a:lnTo>
                  <a:lnTo>
                    <a:pt x="57391" y="47027"/>
                  </a:lnTo>
                  <a:lnTo>
                    <a:pt x="56777" y="47229"/>
                  </a:lnTo>
                  <a:lnTo>
                    <a:pt x="55242" y="48851"/>
                  </a:lnTo>
                  <a:lnTo>
                    <a:pt x="54322" y="52905"/>
                  </a:lnTo>
                  <a:lnTo>
                    <a:pt x="53708" y="53513"/>
                  </a:lnTo>
                  <a:lnTo>
                    <a:pt x="53094" y="54324"/>
                  </a:lnTo>
                  <a:lnTo>
                    <a:pt x="54015" y="60000"/>
                  </a:lnTo>
                  <a:lnTo>
                    <a:pt x="53708" y="59797"/>
                  </a:lnTo>
                  <a:lnTo>
                    <a:pt x="52480" y="59189"/>
                  </a:lnTo>
                  <a:lnTo>
                    <a:pt x="52480" y="59391"/>
                  </a:lnTo>
                  <a:lnTo>
                    <a:pt x="52480" y="59391"/>
                  </a:lnTo>
                  <a:lnTo>
                    <a:pt x="51560" y="55135"/>
                  </a:lnTo>
                  <a:lnTo>
                    <a:pt x="51560" y="49864"/>
                  </a:lnTo>
                  <a:lnTo>
                    <a:pt x="50639" y="47432"/>
                  </a:lnTo>
                  <a:lnTo>
                    <a:pt x="50639" y="46621"/>
                  </a:lnTo>
                  <a:lnTo>
                    <a:pt x="50946" y="42972"/>
                  </a:lnTo>
                  <a:lnTo>
                    <a:pt x="50639" y="41554"/>
                  </a:lnTo>
                  <a:lnTo>
                    <a:pt x="47877" y="33851"/>
                  </a:lnTo>
                  <a:lnTo>
                    <a:pt x="47570" y="29189"/>
                  </a:lnTo>
                  <a:lnTo>
                    <a:pt x="48184" y="27567"/>
                  </a:lnTo>
                  <a:lnTo>
                    <a:pt x="48184" y="27162"/>
                  </a:lnTo>
                  <a:lnTo>
                    <a:pt x="47570" y="26148"/>
                  </a:lnTo>
                  <a:lnTo>
                    <a:pt x="46342" y="25743"/>
                  </a:lnTo>
                  <a:lnTo>
                    <a:pt x="45115" y="25743"/>
                  </a:lnTo>
                  <a:lnTo>
                    <a:pt x="43580" y="25337"/>
                  </a:lnTo>
                  <a:lnTo>
                    <a:pt x="43887" y="24932"/>
                  </a:lnTo>
                  <a:lnTo>
                    <a:pt x="44808" y="24324"/>
                  </a:lnTo>
                  <a:lnTo>
                    <a:pt x="45115" y="23918"/>
                  </a:lnTo>
                  <a:lnTo>
                    <a:pt x="44808" y="23716"/>
                  </a:lnTo>
                  <a:lnTo>
                    <a:pt x="43887" y="23918"/>
                  </a:lnTo>
                  <a:lnTo>
                    <a:pt x="43273" y="24121"/>
                  </a:lnTo>
                  <a:lnTo>
                    <a:pt x="42352" y="24121"/>
                  </a:lnTo>
                  <a:lnTo>
                    <a:pt x="41432" y="23716"/>
                  </a:lnTo>
                  <a:lnTo>
                    <a:pt x="43273" y="21486"/>
                  </a:lnTo>
                  <a:lnTo>
                    <a:pt x="43273" y="20878"/>
                  </a:lnTo>
                  <a:lnTo>
                    <a:pt x="42659" y="19662"/>
                  </a:lnTo>
                  <a:lnTo>
                    <a:pt x="42046" y="17027"/>
                  </a:lnTo>
                  <a:lnTo>
                    <a:pt x="39897" y="12770"/>
                  </a:lnTo>
                  <a:lnTo>
                    <a:pt x="38363" y="10743"/>
                  </a:lnTo>
                  <a:lnTo>
                    <a:pt x="36828" y="9324"/>
                  </a:lnTo>
                  <a:lnTo>
                    <a:pt x="36214" y="9121"/>
                  </a:lnTo>
                  <a:lnTo>
                    <a:pt x="35601" y="8918"/>
                  </a:lnTo>
                  <a:lnTo>
                    <a:pt x="34680" y="8716"/>
                  </a:lnTo>
                  <a:lnTo>
                    <a:pt x="34066" y="8716"/>
                  </a:lnTo>
                  <a:lnTo>
                    <a:pt x="33145" y="9729"/>
                  </a:lnTo>
                  <a:lnTo>
                    <a:pt x="30997" y="10743"/>
                  </a:lnTo>
                  <a:lnTo>
                    <a:pt x="28542" y="11554"/>
                  </a:lnTo>
                  <a:lnTo>
                    <a:pt x="27007" y="11959"/>
                  </a:lnTo>
                  <a:lnTo>
                    <a:pt x="26700" y="11351"/>
                  </a:lnTo>
                  <a:lnTo>
                    <a:pt x="27007" y="10540"/>
                  </a:lnTo>
                  <a:lnTo>
                    <a:pt x="25780" y="10135"/>
                  </a:lnTo>
                  <a:lnTo>
                    <a:pt x="24245" y="10540"/>
                  </a:lnTo>
                  <a:lnTo>
                    <a:pt x="22710" y="11148"/>
                  </a:lnTo>
                  <a:lnTo>
                    <a:pt x="22404" y="10135"/>
                  </a:lnTo>
                  <a:lnTo>
                    <a:pt x="23324" y="8108"/>
                  </a:lnTo>
                  <a:lnTo>
                    <a:pt x="22710" y="5067"/>
                  </a:lnTo>
                  <a:lnTo>
                    <a:pt x="23631" y="2027"/>
                  </a:lnTo>
                  <a:lnTo>
                    <a:pt x="23631" y="202"/>
                  </a:lnTo>
                  <a:lnTo>
                    <a:pt x="22097" y="0"/>
                  </a:lnTo>
                  <a:lnTo>
                    <a:pt x="20869" y="810"/>
                  </a:lnTo>
                  <a:lnTo>
                    <a:pt x="19028" y="3040"/>
                  </a:lnTo>
                  <a:lnTo>
                    <a:pt x="17800" y="3851"/>
                  </a:lnTo>
                  <a:lnTo>
                    <a:pt x="16572" y="4054"/>
                  </a:lnTo>
                  <a:lnTo>
                    <a:pt x="15959" y="4054"/>
                  </a:lnTo>
                  <a:lnTo>
                    <a:pt x="15345" y="3648"/>
                  </a:lnTo>
                  <a:lnTo>
                    <a:pt x="14424" y="3445"/>
                  </a:lnTo>
                  <a:lnTo>
                    <a:pt x="13503" y="3648"/>
                  </a:lnTo>
                  <a:lnTo>
                    <a:pt x="10741" y="4054"/>
                  </a:lnTo>
                  <a:lnTo>
                    <a:pt x="8900" y="4054"/>
                  </a:lnTo>
                  <a:lnTo>
                    <a:pt x="8593" y="4662"/>
                  </a:lnTo>
                  <a:lnTo>
                    <a:pt x="8286" y="6081"/>
                  </a:lnTo>
                  <a:lnTo>
                    <a:pt x="7672" y="6891"/>
                  </a:lnTo>
                  <a:lnTo>
                    <a:pt x="7365" y="7500"/>
                  </a:lnTo>
                  <a:lnTo>
                    <a:pt x="8286" y="9121"/>
                  </a:lnTo>
                  <a:lnTo>
                    <a:pt x="9207" y="15405"/>
                  </a:lnTo>
                  <a:lnTo>
                    <a:pt x="7672" y="21081"/>
                  </a:lnTo>
                  <a:lnTo>
                    <a:pt x="7058" y="22094"/>
                  </a:lnTo>
                  <a:lnTo>
                    <a:pt x="5217" y="24121"/>
                  </a:lnTo>
                  <a:lnTo>
                    <a:pt x="3682" y="26554"/>
                  </a:lnTo>
                  <a:lnTo>
                    <a:pt x="3682" y="29189"/>
                  </a:lnTo>
                  <a:lnTo>
                    <a:pt x="4296" y="35067"/>
                  </a:lnTo>
                  <a:lnTo>
                    <a:pt x="5217" y="37905"/>
                  </a:lnTo>
                  <a:lnTo>
                    <a:pt x="5217" y="38716"/>
                  </a:lnTo>
                  <a:lnTo>
                    <a:pt x="3989" y="40743"/>
                  </a:lnTo>
                  <a:lnTo>
                    <a:pt x="3989" y="41351"/>
                  </a:lnTo>
                  <a:lnTo>
                    <a:pt x="4296" y="42162"/>
                  </a:lnTo>
                  <a:lnTo>
                    <a:pt x="5217" y="43175"/>
                  </a:lnTo>
                  <a:lnTo>
                    <a:pt x="4603" y="43783"/>
                  </a:lnTo>
                  <a:lnTo>
                    <a:pt x="3989" y="43581"/>
                  </a:lnTo>
                  <a:lnTo>
                    <a:pt x="3375" y="42770"/>
                  </a:lnTo>
                  <a:lnTo>
                    <a:pt x="2762" y="40337"/>
                  </a:lnTo>
                  <a:lnTo>
                    <a:pt x="2455" y="41148"/>
                  </a:lnTo>
                  <a:lnTo>
                    <a:pt x="1841" y="42162"/>
                  </a:lnTo>
                  <a:lnTo>
                    <a:pt x="1841" y="43378"/>
                  </a:lnTo>
                  <a:lnTo>
                    <a:pt x="2455" y="43986"/>
                  </a:lnTo>
                  <a:lnTo>
                    <a:pt x="3375" y="44594"/>
                  </a:lnTo>
                  <a:lnTo>
                    <a:pt x="4603" y="45000"/>
                  </a:lnTo>
                  <a:lnTo>
                    <a:pt x="5831" y="45608"/>
                  </a:lnTo>
                  <a:lnTo>
                    <a:pt x="6138" y="47229"/>
                  </a:lnTo>
                  <a:lnTo>
                    <a:pt x="5831" y="49256"/>
                  </a:lnTo>
                  <a:lnTo>
                    <a:pt x="5831" y="50270"/>
                  </a:lnTo>
                  <a:lnTo>
                    <a:pt x="7058" y="52905"/>
                  </a:lnTo>
                  <a:lnTo>
                    <a:pt x="7365" y="53716"/>
                  </a:lnTo>
                  <a:lnTo>
                    <a:pt x="7672" y="54932"/>
                  </a:lnTo>
                  <a:lnTo>
                    <a:pt x="5831" y="61418"/>
                  </a:lnTo>
                  <a:lnTo>
                    <a:pt x="6138" y="63040"/>
                  </a:lnTo>
                  <a:lnTo>
                    <a:pt x="6445" y="65878"/>
                  </a:lnTo>
                  <a:lnTo>
                    <a:pt x="6138" y="72364"/>
                  </a:lnTo>
                  <a:lnTo>
                    <a:pt x="6445" y="73175"/>
                  </a:lnTo>
                  <a:lnTo>
                    <a:pt x="6138" y="73581"/>
                  </a:lnTo>
                  <a:lnTo>
                    <a:pt x="2455" y="79054"/>
                  </a:lnTo>
                  <a:lnTo>
                    <a:pt x="920" y="82297"/>
                  </a:lnTo>
                  <a:lnTo>
                    <a:pt x="306" y="83108"/>
                  </a:lnTo>
                  <a:lnTo>
                    <a:pt x="0" y="84121"/>
                  </a:lnTo>
                  <a:lnTo>
                    <a:pt x="920" y="85945"/>
                  </a:lnTo>
                  <a:lnTo>
                    <a:pt x="1841" y="87972"/>
                  </a:lnTo>
                  <a:lnTo>
                    <a:pt x="2762" y="89391"/>
                  </a:lnTo>
                  <a:lnTo>
                    <a:pt x="2455" y="90405"/>
                  </a:lnTo>
                  <a:lnTo>
                    <a:pt x="920" y="91621"/>
                  </a:lnTo>
                  <a:lnTo>
                    <a:pt x="306" y="93243"/>
                  </a:lnTo>
                  <a:lnTo>
                    <a:pt x="306" y="94662"/>
                  </a:lnTo>
                  <a:lnTo>
                    <a:pt x="1227" y="95270"/>
                  </a:lnTo>
                  <a:lnTo>
                    <a:pt x="2455" y="95472"/>
                  </a:lnTo>
                  <a:lnTo>
                    <a:pt x="3375" y="95675"/>
                  </a:lnTo>
                  <a:lnTo>
                    <a:pt x="3682" y="95878"/>
                  </a:lnTo>
                  <a:lnTo>
                    <a:pt x="4603" y="96689"/>
                  </a:lnTo>
                  <a:lnTo>
                    <a:pt x="5831" y="97905"/>
                  </a:lnTo>
                  <a:lnTo>
                    <a:pt x="6445" y="98716"/>
                  </a:lnTo>
                  <a:lnTo>
                    <a:pt x="7058" y="99932"/>
                  </a:lnTo>
                  <a:lnTo>
                    <a:pt x="8286" y="100743"/>
                  </a:lnTo>
                  <a:lnTo>
                    <a:pt x="9820" y="101148"/>
                  </a:lnTo>
                  <a:lnTo>
                    <a:pt x="11662" y="101959"/>
                  </a:lnTo>
                  <a:lnTo>
                    <a:pt x="13810" y="105810"/>
                  </a:lnTo>
                  <a:lnTo>
                    <a:pt x="14731" y="106216"/>
                  </a:lnTo>
                  <a:lnTo>
                    <a:pt x="16572" y="107027"/>
                  </a:lnTo>
                  <a:lnTo>
                    <a:pt x="19028" y="109054"/>
                  </a:lnTo>
                  <a:lnTo>
                    <a:pt x="23324" y="113310"/>
                  </a:lnTo>
                  <a:lnTo>
                    <a:pt x="25473" y="114932"/>
                  </a:lnTo>
                  <a:lnTo>
                    <a:pt x="28235" y="115743"/>
                  </a:lnTo>
                  <a:lnTo>
                    <a:pt x="34373" y="117567"/>
                  </a:lnTo>
                  <a:lnTo>
                    <a:pt x="38670" y="119797"/>
                  </a:lnTo>
                  <a:lnTo>
                    <a:pt x="39897" y="120000"/>
                  </a:lnTo>
                  <a:lnTo>
                    <a:pt x="42966" y="120000"/>
                  </a:lnTo>
                  <a:lnTo>
                    <a:pt x="43887" y="119594"/>
                  </a:lnTo>
                  <a:lnTo>
                    <a:pt x="42659" y="118378"/>
                  </a:lnTo>
                  <a:lnTo>
                    <a:pt x="42966" y="117972"/>
                  </a:lnTo>
                  <a:lnTo>
                    <a:pt x="43273" y="117162"/>
                  </a:lnTo>
                  <a:lnTo>
                    <a:pt x="43887" y="116351"/>
                  </a:lnTo>
                  <a:lnTo>
                    <a:pt x="44808" y="116148"/>
                  </a:lnTo>
                  <a:lnTo>
                    <a:pt x="45115" y="116148"/>
                  </a:lnTo>
                  <a:lnTo>
                    <a:pt x="45115" y="115540"/>
                  </a:lnTo>
                  <a:lnTo>
                    <a:pt x="44808" y="114932"/>
                  </a:lnTo>
                  <a:lnTo>
                    <a:pt x="45115" y="113918"/>
                  </a:lnTo>
                  <a:lnTo>
                    <a:pt x="46035" y="115135"/>
                  </a:lnTo>
                  <a:lnTo>
                    <a:pt x="46649" y="115135"/>
                  </a:lnTo>
                  <a:lnTo>
                    <a:pt x="47877" y="114729"/>
                  </a:lnTo>
                  <a:lnTo>
                    <a:pt x="48797" y="114324"/>
                  </a:lnTo>
                  <a:lnTo>
                    <a:pt x="50025" y="114729"/>
                  </a:lnTo>
                  <a:lnTo>
                    <a:pt x="50639" y="115135"/>
                  </a:lnTo>
                  <a:lnTo>
                    <a:pt x="50639" y="115743"/>
                  </a:lnTo>
                  <a:lnTo>
                    <a:pt x="49718" y="116351"/>
                  </a:lnTo>
                  <a:lnTo>
                    <a:pt x="51253" y="116148"/>
                  </a:lnTo>
                  <a:lnTo>
                    <a:pt x="52480" y="115337"/>
                  </a:lnTo>
                  <a:lnTo>
                    <a:pt x="54936" y="113513"/>
                  </a:lnTo>
                  <a:lnTo>
                    <a:pt x="55549" y="111486"/>
                  </a:lnTo>
                  <a:lnTo>
                    <a:pt x="56470" y="111081"/>
                  </a:lnTo>
                  <a:lnTo>
                    <a:pt x="58005" y="110878"/>
                  </a:lnTo>
                  <a:lnTo>
                    <a:pt x="58312" y="110270"/>
                  </a:lnTo>
                  <a:lnTo>
                    <a:pt x="58005" y="109256"/>
                  </a:lnTo>
                  <a:lnTo>
                    <a:pt x="57084" y="109256"/>
                  </a:lnTo>
                  <a:lnTo>
                    <a:pt x="60767" y="108243"/>
                  </a:lnTo>
                  <a:lnTo>
                    <a:pt x="61994" y="107432"/>
                  </a:lnTo>
                  <a:lnTo>
                    <a:pt x="61074" y="106418"/>
                  </a:lnTo>
                  <a:lnTo>
                    <a:pt x="61994" y="106013"/>
                  </a:lnTo>
                  <a:lnTo>
                    <a:pt x="62915" y="106013"/>
                  </a:lnTo>
                  <a:lnTo>
                    <a:pt x="63529" y="106013"/>
                  </a:lnTo>
                  <a:lnTo>
                    <a:pt x="64450" y="106216"/>
                  </a:lnTo>
                  <a:lnTo>
                    <a:pt x="64757" y="105405"/>
                  </a:lnTo>
                  <a:lnTo>
                    <a:pt x="64757" y="104189"/>
                  </a:lnTo>
                  <a:lnTo>
                    <a:pt x="65063" y="103378"/>
                  </a:lnTo>
                  <a:lnTo>
                    <a:pt x="66598" y="103378"/>
                  </a:lnTo>
                  <a:lnTo>
                    <a:pt x="67519" y="103986"/>
                  </a:lnTo>
                  <a:lnTo>
                    <a:pt x="68746" y="105000"/>
                  </a:lnTo>
                  <a:lnTo>
                    <a:pt x="69360" y="105405"/>
                  </a:lnTo>
                  <a:lnTo>
                    <a:pt x="70588" y="105405"/>
                  </a:lnTo>
                  <a:lnTo>
                    <a:pt x="75805" y="103986"/>
                  </a:lnTo>
                  <a:lnTo>
                    <a:pt x="76726" y="103986"/>
                  </a:lnTo>
                  <a:lnTo>
                    <a:pt x="77033" y="104391"/>
                  </a:lnTo>
                  <a:lnTo>
                    <a:pt x="77953" y="105202"/>
                  </a:lnTo>
                  <a:lnTo>
                    <a:pt x="78567" y="105405"/>
                  </a:lnTo>
                  <a:lnTo>
                    <a:pt x="79181" y="105202"/>
                  </a:lnTo>
                  <a:lnTo>
                    <a:pt x="79488" y="105000"/>
                  </a:lnTo>
                  <a:lnTo>
                    <a:pt x="79795" y="104391"/>
                  </a:lnTo>
                  <a:lnTo>
                    <a:pt x="80102" y="103986"/>
                  </a:lnTo>
                  <a:lnTo>
                    <a:pt x="82250" y="103378"/>
                  </a:lnTo>
                  <a:lnTo>
                    <a:pt x="82557" y="102972"/>
                  </a:lnTo>
                  <a:lnTo>
                    <a:pt x="84092" y="100945"/>
                  </a:lnTo>
                  <a:lnTo>
                    <a:pt x="90230" y="95878"/>
                  </a:lnTo>
                  <a:lnTo>
                    <a:pt x="90537" y="95270"/>
                  </a:lnTo>
                  <a:lnTo>
                    <a:pt x="91150" y="93445"/>
                  </a:lnTo>
                  <a:lnTo>
                    <a:pt x="92071" y="93851"/>
                  </a:lnTo>
                  <a:lnTo>
                    <a:pt x="92992" y="94054"/>
                  </a:lnTo>
                  <a:lnTo>
                    <a:pt x="94219" y="93445"/>
                  </a:lnTo>
                  <a:lnTo>
                    <a:pt x="96982" y="91824"/>
                  </a:lnTo>
                  <a:lnTo>
                    <a:pt x="99437" y="87364"/>
                  </a:lnTo>
                  <a:lnTo>
                    <a:pt x="101278" y="85540"/>
                  </a:lnTo>
                  <a:lnTo>
                    <a:pt x="102813" y="84729"/>
                  </a:lnTo>
                  <a:lnTo>
                    <a:pt x="104040" y="83716"/>
                  </a:lnTo>
                  <a:lnTo>
                    <a:pt x="104654" y="82297"/>
                  </a:lnTo>
                  <a:lnTo>
                    <a:pt x="104040" y="80878"/>
                  </a:lnTo>
                  <a:lnTo>
                    <a:pt x="103734" y="79459"/>
                  </a:lnTo>
                  <a:lnTo>
                    <a:pt x="104654" y="78243"/>
                  </a:lnTo>
                  <a:lnTo>
                    <a:pt x="108951" y="74797"/>
                  </a:lnTo>
                  <a:lnTo>
                    <a:pt x="109565" y="74189"/>
                  </a:lnTo>
                  <a:lnTo>
                    <a:pt x="109565" y="73783"/>
                  </a:lnTo>
                  <a:lnTo>
                    <a:pt x="109258" y="73175"/>
                  </a:lnTo>
                  <a:lnTo>
                    <a:pt x="108644" y="72364"/>
                  </a:lnTo>
                  <a:lnTo>
                    <a:pt x="107723" y="72364"/>
                  </a:lnTo>
                  <a:lnTo>
                    <a:pt x="106496" y="72770"/>
                  </a:lnTo>
                  <a:lnTo>
                    <a:pt x="105882" y="72972"/>
                  </a:lnTo>
                  <a:lnTo>
                    <a:pt x="103734" y="72770"/>
                  </a:lnTo>
                  <a:lnTo>
                    <a:pt x="102813" y="72972"/>
                  </a:lnTo>
                  <a:lnTo>
                    <a:pt x="102506" y="73175"/>
                  </a:lnTo>
                  <a:lnTo>
                    <a:pt x="102199" y="72972"/>
                  </a:lnTo>
                  <a:lnTo>
                    <a:pt x="101892" y="72364"/>
                  </a:lnTo>
                  <a:lnTo>
                    <a:pt x="102506" y="70135"/>
                  </a:lnTo>
                  <a:lnTo>
                    <a:pt x="112020" y="66081"/>
                  </a:lnTo>
                  <a:lnTo>
                    <a:pt x="111406" y="65878"/>
                  </a:lnTo>
                  <a:lnTo>
                    <a:pt x="111099" y="65675"/>
                  </a:lnTo>
                  <a:lnTo>
                    <a:pt x="110179" y="65472"/>
                  </a:lnTo>
                  <a:lnTo>
                    <a:pt x="110179" y="65067"/>
                  </a:lnTo>
                  <a:lnTo>
                    <a:pt x="110179" y="64662"/>
                  </a:lnTo>
                  <a:lnTo>
                    <a:pt x="110179" y="64054"/>
                  </a:lnTo>
                  <a:lnTo>
                    <a:pt x="110792" y="63648"/>
                  </a:lnTo>
                  <a:lnTo>
                    <a:pt x="112634" y="63243"/>
                  </a:lnTo>
                  <a:lnTo>
                    <a:pt x="116010" y="59189"/>
                  </a:lnTo>
                  <a:lnTo>
                    <a:pt x="118772" y="58581"/>
                  </a:lnTo>
                  <a:lnTo>
                    <a:pt x="119386" y="58581"/>
                  </a:lnTo>
                  <a:lnTo>
                    <a:pt x="120000" y="57770"/>
                  </a:lnTo>
                  <a:lnTo>
                    <a:pt x="119386" y="57162"/>
                  </a:lnTo>
                  <a:lnTo>
                    <a:pt x="118772" y="5635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Shape 5264"/>
            <p:cNvSpPr/>
            <p:nvPr/>
          </p:nvSpPr>
          <p:spPr>
            <a:xfrm>
              <a:off x="16122907" y="7379043"/>
              <a:ext cx="317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7142"/>
                  </a:moveTo>
                  <a:lnTo>
                    <a:pt x="0" y="85714"/>
                  </a:lnTo>
                  <a:lnTo>
                    <a:pt x="24000" y="102857"/>
                  </a:lnTo>
                  <a:lnTo>
                    <a:pt x="24000" y="111428"/>
                  </a:lnTo>
                  <a:lnTo>
                    <a:pt x="48000" y="119999"/>
                  </a:lnTo>
                  <a:lnTo>
                    <a:pt x="96000" y="111428"/>
                  </a:lnTo>
                  <a:lnTo>
                    <a:pt x="120000" y="94285"/>
                  </a:lnTo>
                  <a:lnTo>
                    <a:pt x="120000" y="77142"/>
                  </a:lnTo>
                  <a:lnTo>
                    <a:pt x="96000" y="34285"/>
                  </a:lnTo>
                  <a:lnTo>
                    <a:pt x="48000" y="8571"/>
                  </a:lnTo>
                  <a:lnTo>
                    <a:pt x="24000" y="0"/>
                  </a:lnTo>
                  <a:lnTo>
                    <a:pt x="0" y="0"/>
                  </a:lnTo>
                  <a:lnTo>
                    <a:pt x="0" y="42857"/>
                  </a:lnTo>
                  <a:lnTo>
                    <a:pt x="0" y="68571"/>
                  </a:lnTo>
                  <a:lnTo>
                    <a:pt x="0" y="77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Shape 5265"/>
            <p:cNvSpPr/>
            <p:nvPr/>
          </p:nvSpPr>
          <p:spPr>
            <a:xfrm>
              <a:off x="16170532" y="7712418"/>
              <a:ext cx="23813" cy="269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8936" y="14117"/>
                  </a:moveTo>
                  <a:lnTo>
                    <a:pt x="43404" y="28235"/>
                  </a:lnTo>
                  <a:lnTo>
                    <a:pt x="30638" y="37647"/>
                  </a:lnTo>
                  <a:lnTo>
                    <a:pt x="20425" y="49411"/>
                  </a:lnTo>
                  <a:lnTo>
                    <a:pt x="15319" y="61176"/>
                  </a:lnTo>
                  <a:lnTo>
                    <a:pt x="7659" y="72941"/>
                  </a:lnTo>
                  <a:lnTo>
                    <a:pt x="0" y="77647"/>
                  </a:lnTo>
                  <a:lnTo>
                    <a:pt x="0" y="82352"/>
                  </a:lnTo>
                  <a:lnTo>
                    <a:pt x="7659" y="89411"/>
                  </a:lnTo>
                  <a:lnTo>
                    <a:pt x="7659" y="94117"/>
                  </a:lnTo>
                  <a:lnTo>
                    <a:pt x="10212" y="96470"/>
                  </a:lnTo>
                  <a:lnTo>
                    <a:pt x="22978" y="96470"/>
                  </a:lnTo>
                  <a:lnTo>
                    <a:pt x="35744" y="101176"/>
                  </a:lnTo>
                  <a:lnTo>
                    <a:pt x="45957" y="103529"/>
                  </a:lnTo>
                  <a:lnTo>
                    <a:pt x="53617" y="103529"/>
                  </a:lnTo>
                  <a:lnTo>
                    <a:pt x="58723" y="101176"/>
                  </a:lnTo>
                  <a:lnTo>
                    <a:pt x="76595" y="94117"/>
                  </a:lnTo>
                  <a:lnTo>
                    <a:pt x="81702" y="94117"/>
                  </a:lnTo>
                  <a:lnTo>
                    <a:pt x="84255" y="101176"/>
                  </a:lnTo>
                  <a:lnTo>
                    <a:pt x="84255" y="108235"/>
                  </a:lnTo>
                  <a:lnTo>
                    <a:pt x="81702" y="117647"/>
                  </a:lnTo>
                  <a:lnTo>
                    <a:pt x="97021" y="120000"/>
                  </a:lnTo>
                  <a:lnTo>
                    <a:pt x="102127" y="105882"/>
                  </a:lnTo>
                  <a:lnTo>
                    <a:pt x="104680" y="89411"/>
                  </a:lnTo>
                  <a:lnTo>
                    <a:pt x="109787" y="75294"/>
                  </a:lnTo>
                  <a:lnTo>
                    <a:pt x="97021" y="63529"/>
                  </a:lnTo>
                  <a:lnTo>
                    <a:pt x="94468" y="51764"/>
                  </a:lnTo>
                  <a:lnTo>
                    <a:pt x="104680" y="23529"/>
                  </a:lnTo>
                  <a:lnTo>
                    <a:pt x="112340" y="18823"/>
                  </a:lnTo>
                  <a:lnTo>
                    <a:pt x="120000" y="16470"/>
                  </a:lnTo>
                  <a:lnTo>
                    <a:pt x="120000" y="9411"/>
                  </a:lnTo>
                  <a:lnTo>
                    <a:pt x="120000" y="2352"/>
                  </a:lnTo>
                  <a:lnTo>
                    <a:pt x="109787" y="0"/>
                  </a:lnTo>
                  <a:lnTo>
                    <a:pt x="102127" y="0"/>
                  </a:lnTo>
                  <a:lnTo>
                    <a:pt x="99574" y="2352"/>
                  </a:lnTo>
                  <a:lnTo>
                    <a:pt x="99574" y="11764"/>
                  </a:lnTo>
                  <a:lnTo>
                    <a:pt x="84255" y="9411"/>
                  </a:lnTo>
                  <a:lnTo>
                    <a:pt x="68936" y="1411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Shape 5266"/>
            <p:cNvSpPr/>
            <p:nvPr/>
          </p:nvSpPr>
          <p:spPr>
            <a:xfrm>
              <a:off x="9061707" y="3984969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Shape 5267"/>
            <p:cNvSpPr/>
            <p:nvPr/>
          </p:nvSpPr>
          <p:spPr>
            <a:xfrm>
              <a:off x="9061707" y="3984969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Shape 5268"/>
            <p:cNvSpPr/>
            <p:nvPr/>
          </p:nvSpPr>
          <p:spPr>
            <a:xfrm>
              <a:off x="8861682" y="3850032"/>
              <a:ext cx="14288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4615" y="93913"/>
                  </a:moveTo>
                  <a:lnTo>
                    <a:pt x="60000" y="120000"/>
                  </a:lnTo>
                  <a:lnTo>
                    <a:pt x="73846" y="114782"/>
                  </a:lnTo>
                  <a:lnTo>
                    <a:pt x="96923" y="104347"/>
                  </a:lnTo>
                  <a:lnTo>
                    <a:pt x="115384" y="93913"/>
                  </a:lnTo>
                  <a:lnTo>
                    <a:pt x="120000" y="80869"/>
                  </a:lnTo>
                  <a:lnTo>
                    <a:pt x="96923" y="78260"/>
                  </a:lnTo>
                  <a:lnTo>
                    <a:pt x="87692" y="73043"/>
                  </a:lnTo>
                  <a:lnTo>
                    <a:pt x="96923" y="70434"/>
                  </a:lnTo>
                  <a:lnTo>
                    <a:pt x="115384" y="57391"/>
                  </a:lnTo>
                  <a:lnTo>
                    <a:pt x="115384" y="39130"/>
                  </a:lnTo>
                  <a:lnTo>
                    <a:pt x="101538" y="31304"/>
                  </a:lnTo>
                  <a:lnTo>
                    <a:pt x="60000" y="26086"/>
                  </a:lnTo>
                  <a:lnTo>
                    <a:pt x="41538" y="5217"/>
                  </a:lnTo>
                  <a:lnTo>
                    <a:pt x="23076" y="0"/>
                  </a:lnTo>
                  <a:lnTo>
                    <a:pt x="0" y="13043"/>
                  </a:lnTo>
                  <a:lnTo>
                    <a:pt x="60000" y="80869"/>
                  </a:lnTo>
                  <a:lnTo>
                    <a:pt x="64615" y="9391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Shape 5269"/>
            <p:cNvSpPr/>
            <p:nvPr/>
          </p:nvSpPr>
          <p:spPr>
            <a:xfrm>
              <a:off x="8861682" y="3850032"/>
              <a:ext cx="14288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4615" y="93913"/>
                  </a:moveTo>
                  <a:lnTo>
                    <a:pt x="60000" y="120000"/>
                  </a:lnTo>
                  <a:lnTo>
                    <a:pt x="73846" y="114782"/>
                  </a:lnTo>
                  <a:lnTo>
                    <a:pt x="96923" y="104347"/>
                  </a:lnTo>
                  <a:lnTo>
                    <a:pt x="115384" y="93913"/>
                  </a:lnTo>
                  <a:lnTo>
                    <a:pt x="120000" y="80869"/>
                  </a:lnTo>
                  <a:lnTo>
                    <a:pt x="96923" y="78260"/>
                  </a:lnTo>
                  <a:lnTo>
                    <a:pt x="87692" y="73043"/>
                  </a:lnTo>
                  <a:lnTo>
                    <a:pt x="96923" y="70434"/>
                  </a:lnTo>
                  <a:lnTo>
                    <a:pt x="115384" y="57391"/>
                  </a:lnTo>
                  <a:lnTo>
                    <a:pt x="115384" y="39130"/>
                  </a:lnTo>
                  <a:lnTo>
                    <a:pt x="101538" y="31304"/>
                  </a:lnTo>
                  <a:lnTo>
                    <a:pt x="60000" y="26086"/>
                  </a:lnTo>
                  <a:lnTo>
                    <a:pt x="41538" y="5217"/>
                  </a:lnTo>
                  <a:lnTo>
                    <a:pt x="23076" y="0"/>
                  </a:lnTo>
                  <a:lnTo>
                    <a:pt x="0" y="13043"/>
                  </a:lnTo>
                  <a:lnTo>
                    <a:pt x="60000" y="80869"/>
                  </a:lnTo>
                  <a:lnTo>
                    <a:pt x="64615" y="9391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Shape 5270"/>
            <p:cNvSpPr/>
            <p:nvPr/>
          </p:nvSpPr>
          <p:spPr>
            <a:xfrm>
              <a:off x="8972807" y="3865907"/>
              <a:ext cx="14288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285" y="120000"/>
                  </a:moveTo>
                  <a:lnTo>
                    <a:pt x="55714" y="120000"/>
                  </a:lnTo>
                  <a:lnTo>
                    <a:pt x="42857" y="86666"/>
                  </a:lnTo>
                  <a:lnTo>
                    <a:pt x="47142" y="73333"/>
                  </a:lnTo>
                  <a:lnTo>
                    <a:pt x="98571" y="93333"/>
                  </a:lnTo>
                  <a:lnTo>
                    <a:pt x="119999" y="73333"/>
                  </a:lnTo>
                  <a:lnTo>
                    <a:pt x="102857" y="60000"/>
                  </a:lnTo>
                  <a:lnTo>
                    <a:pt x="98571" y="60000"/>
                  </a:lnTo>
                  <a:lnTo>
                    <a:pt x="102857" y="46666"/>
                  </a:lnTo>
                  <a:lnTo>
                    <a:pt x="102857" y="40000"/>
                  </a:lnTo>
                  <a:lnTo>
                    <a:pt x="111428" y="26666"/>
                  </a:lnTo>
                  <a:lnTo>
                    <a:pt x="98571" y="6666"/>
                  </a:lnTo>
                  <a:lnTo>
                    <a:pt x="94285" y="0"/>
                  </a:lnTo>
                  <a:lnTo>
                    <a:pt x="38571" y="20000"/>
                  </a:lnTo>
                  <a:lnTo>
                    <a:pt x="25714" y="26666"/>
                  </a:lnTo>
                  <a:lnTo>
                    <a:pt x="12857" y="26666"/>
                  </a:lnTo>
                  <a:lnTo>
                    <a:pt x="4285" y="40000"/>
                  </a:lnTo>
                  <a:lnTo>
                    <a:pt x="4285" y="46666"/>
                  </a:lnTo>
                  <a:lnTo>
                    <a:pt x="0" y="60000"/>
                  </a:lnTo>
                  <a:lnTo>
                    <a:pt x="17142" y="113333"/>
                  </a:lnTo>
                  <a:lnTo>
                    <a:pt x="34285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Shape 5271"/>
            <p:cNvSpPr/>
            <p:nvPr/>
          </p:nvSpPr>
          <p:spPr>
            <a:xfrm>
              <a:off x="8972807" y="3865907"/>
              <a:ext cx="14288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285" y="120000"/>
                  </a:moveTo>
                  <a:lnTo>
                    <a:pt x="55714" y="120000"/>
                  </a:lnTo>
                  <a:lnTo>
                    <a:pt x="42857" y="86666"/>
                  </a:lnTo>
                  <a:lnTo>
                    <a:pt x="47142" y="73333"/>
                  </a:lnTo>
                  <a:lnTo>
                    <a:pt x="98571" y="93333"/>
                  </a:lnTo>
                  <a:lnTo>
                    <a:pt x="119999" y="73333"/>
                  </a:lnTo>
                  <a:lnTo>
                    <a:pt x="102857" y="60000"/>
                  </a:lnTo>
                  <a:lnTo>
                    <a:pt x="98571" y="60000"/>
                  </a:lnTo>
                  <a:lnTo>
                    <a:pt x="102857" y="46666"/>
                  </a:lnTo>
                  <a:lnTo>
                    <a:pt x="102857" y="40000"/>
                  </a:lnTo>
                  <a:lnTo>
                    <a:pt x="111428" y="26666"/>
                  </a:lnTo>
                  <a:lnTo>
                    <a:pt x="98571" y="6666"/>
                  </a:lnTo>
                  <a:lnTo>
                    <a:pt x="94285" y="0"/>
                  </a:lnTo>
                  <a:lnTo>
                    <a:pt x="38571" y="20000"/>
                  </a:lnTo>
                  <a:lnTo>
                    <a:pt x="25714" y="26666"/>
                  </a:lnTo>
                  <a:lnTo>
                    <a:pt x="12857" y="26666"/>
                  </a:lnTo>
                  <a:lnTo>
                    <a:pt x="4285" y="40000"/>
                  </a:lnTo>
                  <a:lnTo>
                    <a:pt x="4285" y="46666"/>
                  </a:lnTo>
                  <a:lnTo>
                    <a:pt x="0" y="60000"/>
                  </a:lnTo>
                  <a:lnTo>
                    <a:pt x="17142" y="113333"/>
                  </a:lnTo>
                  <a:lnTo>
                    <a:pt x="34285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Shape 5272"/>
            <p:cNvSpPr/>
            <p:nvPr/>
          </p:nvSpPr>
          <p:spPr>
            <a:xfrm>
              <a:off x="8882321" y="3811932"/>
              <a:ext cx="17462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545" y="120000"/>
                  </a:moveTo>
                  <a:lnTo>
                    <a:pt x="29090" y="120000"/>
                  </a:lnTo>
                  <a:lnTo>
                    <a:pt x="50909" y="109565"/>
                  </a:lnTo>
                  <a:lnTo>
                    <a:pt x="109090" y="36521"/>
                  </a:lnTo>
                  <a:lnTo>
                    <a:pt x="120000" y="26086"/>
                  </a:lnTo>
                  <a:lnTo>
                    <a:pt x="90909" y="5217"/>
                  </a:lnTo>
                  <a:lnTo>
                    <a:pt x="72727" y="0"/>
                  </a:lnTo>
                  <a:lnTo>
                    <a:pt x="54545" y="10434"/>
                  </a:lnTo>
                  <a:lnTo>
                    <a:pt x="18181" y="36521"/>
                  </a:lnTo>
                  <a:lnTo>
                    <a:pt x="3636" y="62608"/>
                  </a:lnTo>
                  <a:lnTo>
                    <a:pt x="0" y="99130"/>
                  </a:lnTo>
                  <a:lnTo>
                    <a:pt x="3636" y="114782"/>
                  </a:lnTo>
                  <a:lnTo>
                    <a:pt x="14545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Shape 5273"/>
            <p:cNvSpPr/>
            <p:nvPr/>
          </p:nvSpPr>
          <p:spPr>
            <a:xfrm>
              <a:off x="8882321" y="3811932"/>
              <a:ext cx="17462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545" y="120000"/>
                  </a:moveTo>
                  <a:lnTo>
                    <a:pt x="29090" y="120000"/>
                  </a:lnTo>
                  <a:lnTo>
                    <a:pt x="50909" y="109565"/>
                  </a:lnTo>
                  <a:lnTo>
                    <a:pt x="109090" y="36521"/>
                  </a:lnTo>
                  <a:lnTo>
                    <a:pt x="120000" y="26086"/>
                  </a:lnTo>
                  <a:lnTo>
                    <a:pt x="90909" y="5217"/>
                  </a:lnTo>
                  <a:lnTo>
                    <a:pt x="72727" y="0"/>
                  </a:lnTo>
                  <a:lnTo>
                    <a:pt x="54545" y="10434"/>
                  </a:lnTo>
                  <a:lnTo>
                    <a:pt x="18181" y="36521"/>
                  </a:lnTo>
                  <a:lnTo>
                    <a:pt x="3636" y="62608"/>
                  </a:lnTo>
                  <a:lnTo>
                    <a:pt x="0" y="99130"/>
                  </a:lnTo>
                  <a:lnTo>
                    <a:pt x="3636" y="114782"/>
                  </a:lnTo>
                  <a:lnTo>
                    <a:pt x="14545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Shape 5274"/>
            <p:cNvSpPr/>
            <p:nvPr/>
          </p:nvSpPr>
          <p:spPr>
            <a:xfrm>
              <a:off x="9558596" y="4008782"/>
              <a:ext cx="12699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400" y="120000"/>
                  </a:moveTo>
                  <a:lnTo>
                    <a:pt x="24000" y="120000"/>
                  </a:lnTo>
                  <a:lnTo>
                    <a:pt x="43200" y="112000"/>
                  </a:lnTo>
                  <a:lnTo>
                    <a:pt x="24000" y="64000"/>
                  </a:lnTo>
                  <a:lnTo>
                    <a:pt x="48000" y="56000"/>
                  </a:lnTo>
                  <a:lnTo>
                    <a:pt x="67200" y="96000"/>
                  </a:lnTo>
                  <a:lnTo>
                    <a:pt x="91200" y="80000"/>
                  </a:lnTo>
                  <a:lnTo>
                    <a:pt x="81600" y="72000"/>
                  </a:lnTo>
                  <a:lnTo>
                    <a:pt x="96000" y="56000"/>
                  </a:lnTo>
                  <a:lnTo>
                    <a:pt x="105600" y="48000"/>
                  </a:lnTo>
                  <a:lnTo>
                    <a:pt x="110400" y="40000"/>
                  </a:lnTo>
                  <a:lnTo>
                    <a:pt x="120000" y="40000"/>
                  </a:lnTo>
                  <a:lnTo>
                    <a:pt x="110400" y="16000"/>
                  </a:lnTo>
                  <a:lnTo>
                    <a:pt x="48000" y="0"/>
                  </a:lnTo>
                  <a:lnTo>
                    <a:pt x="28800" y="8000"/>
                  </a:lnTo>
                  <a:lnTo>
                    <a:pt x="14400" y="40000"/>
                  </a:lnTo>
                  <a:lnTo>
                    <a:pt x="0" y="88000"/>
                  </a:lnTo>
                  <a:lnTo>
                    <a:pt x="4800" y="112000"/>
                  </a:lnTo>
                  <a:lnTo>
                    <a:pt x="144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Shape 5275"/>
            <p:cNvSpPr/>
            <p:nvPr/>
          </p:nvSpPr>
          <p:spPr>
            <a:xfrm>
              <a:off x="9558596" y="4008782"/>
              <a:ext cx="12699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400" y="120000"/>
                  </a:moveTo>
                  <a:lnTo>
                    <a:pt x="24000" y="120000"/>
                  </a:lnTo>
                  <a:lnTo>
                    <a:pt x="43200" y="112000"/>
                  </a:lnTo>
                  <a:lnTo>
                    <a:pt x="24000" y="64000"/>
                  </a:lnTo>
                  <a:lnTo>
                    <a:pt x="48000" y="56000"/>
                  </a:lnTo>
                  <a:lnTo>
                    <a:pt x="67200" y="96000"/>
                  </a:lnTo>
                  <a:lnTo>
                    <a:pt x="91200" y="80000"/>
                  </a:lnTo>
                  <a:lnTo>
                    <a:pt x="81600" y="72000"/>
                  </a:lnTo>
                  <a:lnTo>
                    <a:pt x="96000" y="56000"/>
                  </a:lnTo>
                  <a:lnTo>
                    <a:pt x="105600" y="48000"/>
                  </a:lnTo>
                  <a:lnTo>
                    <a:pt x="110400" y="40000"/>
                  </a:lnTo>
                  <a:lnTo>
                    <a:pt x="120000" y="40000"/>
                  </a:lnTo>
                  <a:lnTo>
                    <a:pt x="110400" y="16000"/>
                  </a:lnTo>
                  <a:lnTo>
                    <a:pt x="48000" y="0"/>
                  </a:lnTo>
                  <a:lnTo>
                    <a:pt x="28800" y="8000"/>
                  </a:lnTo>
                  <a:lnTo>
                    <a:pt x="14400" y="40000"/>
                  </a:lnTo>
                  <a:lnTo>
                    <a:pt x="0" y="88000"/>
                  </a:lnTo>
                  <a:lnTo>
                    <a:pt x="4800" y="112000"/>
                  </a:lnTo>
                  <a:lnTo>
                    <a:pt x="144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Shape 5276"/>
            <p:cNvSpPr/>
            <p:nvPr/>
          </p:nvSpPr>
          <p:spPr>
            <a:xfrm>
              <a:off x="10325357" y="4186582"/>
              <a:ext cx="15875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258" y="120000"/>
                  </a:moveTo>
                  <a:lnTo>
                    <a:pt x="120000" y="112000"/>
                  </a:lnTo>
                  <a:lnTo>
                    <a:pt x="108387" y="64000"/>
                  </a:lnTo>
                  <a:lnTo>
                    <a:pt x="73548" y="32000"/>
                  </a:lnTo>
                  <a:lnTo>
                    <a:pt x="23225" y="0"/>
                  </a:lnTo>
                  <a:lnTo>
                    <a:pt x="19354" y="8000"/>
                  </a:lnTo>
                  <a:lnTo>
                    <a:pt x="7741" y="32000"/>
                  </a:lnTo>
                  <a:lnTo>
                    <a:pt x="3870" y="40000"/>
                  </a:lnTo>
                  <a:lnTo>
                    <a:pt x="0" y="40000"/>
                  </a:lnTo>
                  <a:lnTo>
                    <a:pt x="11612" y="80000"/>
                  </a:lnTo>
                  <a:lnTo>
                    <a:pt x="104516" y="120000"/>
                  </a:lnTo>
                  <a:lnTo>
                    <a:pt x="112258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Shape 5277"/>
            <p:cNvSpPr/>
            <p:nvPr/>
          </p:nvSpPr>
          <p:spPr>
            <a:xfrm>
              <a:off x="10325357" y="4186582"/>
              <a:ext cx="15875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258" y="120000"/>
                  </a:moveTo>
                  <a:lnTo>
                    <a:pt x="120000" y="112000"/>
                  </a:lnTo>
                  <a:lnTo>
                    <a:pt x="108387" y="64000"/>
                  </a:lnTo>
                  <a:lnTo>
                    <a:pt x="73548" y="32000"/>
                  </a:lnTo>
                  <a:lnTo>
                    <a:pt x="23225" y="0"/>
                  </a:lnTo>
                  <a:lnTo>
                    <a:pt x="19354" y="8000"/>
                  </a:lnTo>
                  <a:lnTo>
                    <a:pt x="7741" y="32000"/>
                  </a:lnTo>
                  <a:lnTo>
                    <a:pt x="3870" y="40000"/>
                  </a:lnTo>
                  <a:lnTo>
                    <a:pt x="0" y="40000"/>
                  </a:lnTo>
                  <a:lnTo>
                    <a:pt x="11612" y="80000"/>
                  </a:lnTo>
                  <a:lnTo>
                    <a:pt x="104516" y="120000"/>
                  </a:lnTo>
                  <a:lnTo>
                    <a:pt x="112258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Shape 5278"/>
            <p:cNvSpPr/>
            <p:nvPr/>
          </p:nvSpPr>
          <p:spPr>
            <a:xfrm>
              <a:off x="10384096" y="4186582"/>
              <a:ext cx="41275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lnTo>
                    <a:pt x="80526" y="94545"/>
                  </a:lnTo>
                  <a:lnTo>
                    <a:pt x="67894" y="83636"/>
                  </a:lnTo>
                  <a:lnTo>
                    <a:pt x="42631" y="32727"/>
                  </a:lnTo>
                  <a:lnTo>
                    <a:pt x="7894" y="0"/>
                  </a:lnTo>
                  <a:lnTo>
                    <a:pt x="3157" y="0"/>
                  </a:lnTo>
                  <a:lnTo>
                    <a:pt x="0" y="14545"/>
                  </a:lnTo>
                  <a:lnTo>
                    <a:pt x="0" y="25454"/>
                  </a:lnTo>
                  <a:lnTo>
                    <a:pt x="34736" y="98181"/>
                  </a:lnTo>
                  <a:lnTo>
                    <a:pt x="12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Shape 5279"/>
            <p:cNvSpPr/>
            <p:nvPr/>
          </p:nvSpPr>
          <p:spPr>
            <a:xfrm>
              <a:off x="10384096" y="4186582"/>
              <a:ext cx="41275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lnTo>
                    <a:pt x="80526" y="94545"/>
                  </a:lnTo>
                  <a:lnTo>
                    <a:pt x="67894" y="83636"/>
                  </a:lnTo>
                  <a:lnTo>
                    <a:pt x="42631" y="32727"/>
                  </a:lnTo>
                  <a:lnTo>
                    <a:pt x="7894" y="0"/>
                  </a:lnTo>
                  <a:lnTo>
                    <a:pt x="3157" y="0"/>
                  </a:lnTo>
                  <a:lnTo>
                    <a:pt x="0" y="14545"/>
                  </a:lnTo>
                  <a:lnTo>
                    <a:pt x="0" y="25454"/>
                  </a:lnTo>
                  <a:lnTo>
                    <a:pt x="34736" y="98181"/>
                  </a:lnTo>
                  <a:lnTo>
                    <a:pt x="12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Shape 5280"/>
            <p:cNvSpPr/>
            <p:nvPr/>
          </p:nvSpPr>
          <p:spPr>
            <a:xfrm>
              <a:off x="10101521" y="4102444"/>
              <a:ext cx="14288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40000"/>
                  </a:lnTo>
                  <a:lnTo>
                    <a:pt x="13333" y="62857"/>
                  </a:lnTo>
                  <a:lnTo>
                    <a:pt x="26666" y="74285"/>
                  </a:lnTo>
                  <a:lnTo>
                    <a:pt x="106666" y="102857"/>
                  </a:lnTo>
                  <a:lnTo>
                    <a:pt x="120000" y="120000"/>
                  </a:lnTo>
                  <a:lnTo>
                    <a:pt x="120000" y="91428"/>
                  </a:lnTo>
                  <a:lnTo>
                    <a:pt x="111111" y="68571"/>
                  </a:lnTo>
                  <a:lnTo>
                    <a:pt x="84444" y="51428"/>
                  </a:lnTo>
                  <a:lnTo>
                    <a:pt x="22222" y="571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Shape 5281"/>
            <p:cNvSpPr/>
            <p:nvPr/>
          </p:nvSpPr>
          <p:spPr>
            <a:xfrm>
              <a:off x="10101521" y="4102444"/>
              <a:ext cx="14288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40000"/>
                  </a:lnTo>
                  <a:lnTo>
                    <a:pt x="13333" y="62857"/>
                  </a:lnTo>
                  <a:lnTo>
                    <a:pt x="26666" y="74285"/>
                  </a:lnTo>
                  <a:lnTo>
                    <a:pt x="106666" y="102857"/>
                  </a:lnTo>
                  <a:lnTo>
                    <a:pt x="120000" y="120000"/>
                  </a:lnTo>
                  <a:lnTo>
                    <a:pt x="120000" y="91428"/>
                  </a:lnTo>
                  <a:lnTo>
                    <a:pt x="111111" y="68571"/>
                  </a:lnTo>
                  <a:lnTo>
                    <a:pt x="84444" y="51428"/>
                  </a:lnTo>
                  <a:lnTo>
                    <a:pt x="22222" y="571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Shape 5282"/>
            <p:cNvSpPr/>
            <p:nvPr/>
          </p:nvSpPr>
          <p:spPr>
            <a:xfrm>
              <a:off x="10123746" y="4102444"/>
              <a:ext cx="23813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3043" y="100000"/>
                  </a:moveTo>
                  <a:lnTo>
                    <a:pt x="44347" y="100000"/>
                  </a:lnTo>
                  <a:lnTo>
                    <a:pt x="62608" y="120000"/>
                  </a:lnTo>
                  <a:lnTo>
                    <a:pt x="67826" y="120000"/>
                  </a:lnTo>
                  <a:lnTo>
                    <a:pt x="83478" y="90000"/>
                  </a:lnTo>
                  <a:lnTo>
                    <a:pt x="88695" y="80000"/>
                  </a:lnTo>
                  <a:lnTo>
                    <a:pt x="120000" y="100000"/>
                  </a:lnTo>
                  <a:lnTo>
                    <a:pt x="114782" y="60000"/>
                  </a:lnTo>
                  <a:lnTo>
                    <a:pt x="80869" y="20000"/>
                  </a:lnTo>
                  <a:lnTo>
                    <a:pt x="70434" y="0"/>
                  </a:lnTo>
                  <a:lnTo>
                    <a:pt x="46956" y="60000"/>
                  </a:lnTo>
                  <a:lnTo>
                    <a:pt x="39130" y="40000"/>
                  </a:lnTo>
                  <a:lnTo>
                    <a:pt x="33913" y="10000"/>
                  </a:lnTo>
                  <a:lnTo>
                    <a:pt x="20869" y="0"/>
                  </a:lnTo>
                  <a:lnTo>
                    <a:pt x="13043" y="10000"/>
                  </a:lnTo>
                  <a:lnTo>
                    <a:pt x="0" y="40000"/>
                  </a:lnTo>
                  <a:lnTo>
                    <a:pt x="5217" y="90000"/>
                  </a:lnTo>
                  <a:lnTo>
                    <a:pt x="13043" y="10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Shape 5283"/>
            <p:cNvSpPr/>
            <p:nvPr/>
          </p:nvSpPr>
          <p:spPr>
            <a:xfrm>
              <a:off x="10123746" y="4102444"/>
              <a:ext cx="23813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3043" y="100000"/>
                  </a:moveTo>
                  <a:lnTo>
                    <a:pt x="44347" y="100000"/>
                  </a:lnTo>
                  <a:lnTo>
                    <a:pt x="62608" y="120000"/>
                  </a:lnTo>
                  <a:lnTo>
                    <a:pt x="67826" y="120000"/>
                  </a:lnTo>
                  <a:lnTo>
                    <a:pt x="83478" y="90000"/>
                  </a:lnTo>
                  <a:lnTo>
                    <a:pt x="88695" y="80000"/>
                  </a:lnTo>
                  <a:lnTo>
                    <a:pt x="120000" y="100000"/>
                  </a:lnTo>
                  <a:lnTo>
                    <a:pt x="114782" y="60000"/>
                  </a:lnTo>
                  <a:lnTo>
                    <a:pt x="80869" y="20000"/>
                  </a:lnTo>
                  <a:lnTo>
                    <a:pt x="70434" y="0"/>
                  </a:lnTo>
                  <a:lnTo>
                    <a:pt x="46956" y="60000"/>
                  </a:lnTo>
                  <a:lnTo>
                    <a:pt x="39130" y="40000"/>
                  </a:lnTo>
                  <a:lnTo>
                    <a:pt x="33913" y="10000"/>
                  </a:lnTo>
                  <a:lnTo>
                    <a:pt x="20869" y="0"/>
                  </a:lnTo>
                  <a:lnTo>
                    <a:pt x="13043" y="10000"/>
                  </a:lnTo>
                  <a:lnTo>
                    <a:pt x="0" y="40000"/>
                  </a:lnTo>
                  <a:lnTo>
                    <a:pt x="5217" y="90000"/>
                  </a:lnTo>
                  <a:lnTo>
                    <a:pt x="13043" y="10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Shape 5284"/>
            <p:cNvSpPr/>
            <p:nvPr/>
          </p:nvSpPr>
          <p:spPr>
            <a:xfrm>
              <a:off x="10107871" y="4092919"/>
              <a:ext cx="17462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3636" y="18461"/>
                  </a:moveTo>
                  <a:lnTo>
                    <a:pt x="50909" y="0"/>
                  </a:lnTo>
                  <a:lnTo>
                    <a:pt x="29090" y="27692"/>
                  </a:lnTo>
                  <a:lnTo>
                    <a:pt x="21818" y="18461"/>
                  </a:lnTo>
                  <a:lnTo>
                    <a:pt x="18181" y="18461"/>
                  </a:lnTo>
                  <a:lnTo>
                    <a:pt x="0" y="36923"/>
                  </a:lnTo>
                  <a:lnTo>
                    <a:pt x="14545" y="64615"/>
                  </a:lnTo>
                  <a:lnTo>
                    <a:pt x="101818" y="120000"/>
                  </a:lnTo>
                  <a:lnTo>
                    <a:pt x="120000" y="92307"/>
                  </a:lnTo>
                  <a:lnTo>
                    <a:pt x="109090" y="46153"/>
                  </a:lnTo>
                  <a:lnTo>
                    <a:pt x="83636" y="1846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Shape 5285"/>
            <p:cNvSpPr/>
            <p:nvPr/>
          </p:nvSpPr>
          <p:spPr>
            <a:xfrm>
              <a:off x="10107871" y="4092919"/>
              <a:ext cx="17462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3636" y="18461"/>
                  </a:moveTo>
                  <a:lnTo>
                    <a:pt x="50909" y="0"/>
                  </a:lnTo>
                  <a:lnTo>
                    <a:pt x="29090" y="27692"/>
                  </a:lnTo>
                  <a:lnTo>
                    <a:pt x="21818" y="18461"/>
                  </a:lnTo>
                  <a:lnTo>
                    <a:pt x="18181" y="18461"/>
                  </a:lnTo>
                  <a:lnTo>
                    <a:pt x="0" y="36923"/>
                  </a:lnTo>
                  <a:lnTo>
                    <a:pt x="14545" y="64615"/>
                  </a:lnTo>
                  <a:lnTo>
                    <a:pt x="101818" y="120000"/>
                  </a:lnTo>
                  <a:lnTo>
                    <a:pt x="120000" y="92307"/>
                  </a:lnTo>
                  <a:lnTo>
                    <a:pt x="109090" y="46153"/>
                  </a:lnTo>
                  <a:lnTo>
                    <a:pt x="83636" y="1846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Shape 5286"/>
            <p:cNvSpPr/>
            <p:nvPr/>
          </p:nvSpPr>
          <p:spPr>
            <a:xfrm>
              <a:off x="10152321" y="4102444"/>
              <a:ext cx="17462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129" y="83076"/>
                  </a:moveTo>
                  <a:lnTo>
                    <a:pt x="120000" y="55384"/>
                  </a:lnTo>
                  <a:lnTo>
                    <a:pt x="116129" y="18461"/>
                  </a:lnTo>
                  <a:lnTo>
                    <a:pt x="104516" y="0"/>
                  </a:lnTo>
                  <a:lnTo>
                    <a:pt x="96774" y="0"/>
                  </a:lnTo>
                  <a:lnTo>
                    <a:pt x="77419" y="18461"/>
                  </a:lnTo>
                  <a:lnTo>
                    <a:pt x="38709" y="27692"/>
                  </a:lnTo>
                  <a:lnTo>
                    <a:pt x="30967" y="55384"/>
                  </a:lnTo>
                  <a:lnTo>
                    <a:pt x="0" y="55384"/>
                  </a:lnTo>
                  <a:lnTo>
                    <a:pt x="50322" y="110769"/>
                  </a:lnTo>
                  <a:lnTo>
                    <a:pt x="81290" y="120000"/>
                  </a:lnTo>
                  <a:lnTo>
                    <a:pt x="116129" y="8307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Shape 5287"/>
            <p:cNvSpPr/>
            <p:nvPr/>
          </p:nvSpPr>
          <p:spPr>
            <a:xfrm>
              <a:off x="10152321" y="4102444"/>
              <a:ext cx="17462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129" y="83076"/>
                  </a:moveTo>
                  <a:lnTo>
                    <a:pt x="120000" y="55384"/>
                  </a:lnTo>
                  <a:lnTo>
                    <a:pt x="116129" y="18461"/>
                  </a:lnTo>
                  <a:lnTo>
                    <a:pt x="104516" y="0"/>
                  </a:lnTo>
                  <a:lnTo>
                    <a:pt x="96774" y="0"/>
                  </a:lnTo>
                  <a:lnTo>
                    <a:pt x="77419" y="18461"/>
                  </a:lnTo>
                  <a:lnTo>
                    <a:pt x="38709" y="27692"/>
                  </a:lnTo>
                  <a:lnTo>
                    <a:pt x="30967" y="55384"/>
                  </a:lnTo>
                  <a:lnTo>
                    <a:pt x="0" y="55384"/>
                  </a:lnTo>
                  <a:lnTo>
                    <a:pt x="50322" y="110769"/>
                  </a:lnTo>
                  <a:lnTo>
                    <a:pt x="81290" y="120000"/>
                  </a:lnTo>
                  <a:lnTo>
                    <a:pt x="116129" y="8307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Shape 5288"/>
            <p:cNvSpPr/>
            <p:nvPr/>
          </p:nvSpPr>
          <p:spPr>
            <a:xfrm>
              <a:off x="10076121" y="4080219"/>
              <a:ext cx="25399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000" y="93333"/>
                  </a:moveTo>
                  <a:lnTo>
                    <a:pt x="110000" y="120000"/>
                  </a:lnTo>
                  <a:lnTo>
                    <a:pt x="120000" y="106666"/>
                  </a:lnTo>
                  <a:lnTo>
                    <a:pt x="115000" y="84444"/>
                  </a:lnTo>
                  <a:lnTo>
                    <a:pt x="72500" y="53333"/>
                  </a:lnTo>
                  <a:lnTo>
                    <a:pt x="30000" y="4444"/>
                  </a:lnTo>
                  <a:lnTo>
                    <a:pt x="22500" y="0"/>
                  </a:lnTo>
                  <a:lnTo>
                    <a:pt x="0" y="26666"/>
                  </a:lnTo>
                  <a:lnTo>
                    <a:pt x="2500" y="57777"/>
                  </a:lnTo>
                  <a:lnTo>
                    <a:pt x="17500" y="80000"/>
                  </a:lnTo>
                  <a:lnTo>
                    <a:pt x="85000" y="93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Shape 5289"/>
            <p:cNvSpPr/>
            <p:nvPr/>
          </p:nvSpPr>
          <p:spPr>
            <a:xfrm>
              <a:off x="10076121" y="4080219"/>
              <a:ext cx="25399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000" y="93333"/>
                  </a:moveTo>
                  <a:lnTo>
                    <a:pt x="110000" y="120000"/>
                  </a:lnTo>
                  <a:lnTo>
                    <a:pt x="120000" y="106666"/>
                  </a:lnTo>
                  <a:lnTo>
                    <a:pt x="115000" y="84444"/>
                  </a:lnTo>
                  <a:lnTo>
                    <a:pt x="72500" y="53333"/>
                  </a:lnTo>
                  <a:lnTo>
                    <a:pt x="30000" y="4444"/>
                  </a:lnTo>
                  <a:lnTo>
                    <a:pt x="22500" y="0"/>
                  </a:lnTo>
                  <a:lnTo>
                    <a:pt x="0" y="26666"/>
                  </a:lnTo>
                  <a:lnTo>
                    <a:pt x="2500" y="57777"/>
                  </a:lnTo>
                  <a:lnTo>
                    <a:pt x="17500" y="80000"/>
                  </a:lnTo>
                  <a:lnTo>
                    <a:pt x="85000" y="93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Shape 5290"/>
            <p:cNvSpPr/>
            <p:nvPr/>
          </p:nvSpPr>
          <p:spPr>
            <a:xfrm>
              <a:off x="8575932" y="3830982"/>
              <a:ext cx="2449513" cy="23780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74" y="80080"/>
                  </a:moveTo>
                  <a:lnTo>
                    <a:pt x="119974" y="79572"/>
                  </a:lnTo>
                  <a:lnTo>
                    <a:pt x="119818" y="79439"/>
                  </a:lnTo>
                  <a:lnTo>
                    <a:pt x="119481" y="79359"/>
                  </a:lnTo>
                  <a:lnTo>
                    <a:pt x="119092" y="79332"/>
                  </a:lnTo>
                  <a:lnTo>
                    <a:pt x="118911" y="79305"/>
                  </a:lnTo>
                  <a:lnTo>
                    <a:pt x="117148" y="78905"/>
                  </a:lnTo>
                  <a:lnTo>
                    <a:pt x="115385" y="78531"/>
                  </a:lnTo>
                  <a:lnTo>
                    <a:pt x="113622" y="78104"/>
                  </a:lnTo>
                  <a:lnTo>
                    <a:pt x="111885" y="77703"/>
                  </a:lnTo>
                  <a:lnTo>
                    <a:pt x="109397" y="77116"/>
                  </a:lnTo>
                  <a:lnTo>
                    <a:pt x="106960" y="76475"/>
                  </a:lnTo>
                  <a:lnTo>
                    <a:pt x="104497" y="75834"/>
                  </a:lnTo>
                  <a:lnTo>
                    <a:pt x="102086" y="75166"/>
                  </a:lnTo>
                  <a:lnTo>
                    <a:pt x="99987" y="74579"/>
                  </a:lnTo>
                  <a:lnTo>
                    <a:pt x="97913" y="73991"/>
                  </a:lnTo>
                  <a:lnTo>
                    <a:pt x="95865" y="73351"/>
                  </a:lnTo>
                  <a:lnTo>
                    <a:pt x="93817" y="72736"/>
                  </a:lnTo>
                  <a:lnTo>
                    <a:pt x="92832" y="72469"/>
                  </a:lnTo>
                  <a:lnTo>
                    <a:pt x="91898" y="72176"/>
                  </a:lnTo>
                  <a:lnTo>
                    <a:pt x="90965" y="71722"/>
                  </a:lnTo>
                  <a:lnTo>
                    <a:pt x="90110" y="71001"/>
                  </a:lnTo>
                  <a:lnTo>
                    <a:pt x="89876" y="70734"/>
                  </a:lnTo>
                  <a:lnTo>
                    <a:pt x="89669" y="70413"/>
                  </a:lnTo>
                  <a:lnTo>
                    <a:pt x="89462" y="70066"/>
                  </a:lnTo>
                  <a:lnTo>
                    <a:pt x="89254" y="69719"/>
                  </a:lnTo>
                  <a:lnTo>
                    <a:pt x="88839" y="68998"/>
                  </a:lnTo>
                  <a:lnTo>
                    <a:pt x="88399" y="68277"/>
                  </a:lnTo>
                  <a:lnTo>
                    <a:pt x="87984" y="67556"/>
                  </a:lnTo>
                  <a:lnTo>
                    <a:pt x="87569" y="66862"/>
                  </a:lnTo>
                  <a:lnTo>
                    <a:pt x="87232" y="66301"/>
                  </a:lnTo>
                  <a:lnTo>
                    <a:pt x="86921" y="65767"/>
                  </a:lnTo>
                  <a:lnTo>
                    <a:pt x="86610" y="65180"/>
                  </a:lnTo>
                  <a:lnTo>
                    <a:pt x="86299" y="64619"/>
                  </a:lnTo>
                  <a:lnTo>
                    <a:pt x="86169" y="64485"/>
                  </a:lnTo>
                  <a:lnTo>
                    <a:pt x="86040" y="64405"/>
                  </a:lnTo>
                  <a:lnTo>
                    <a:pt x="85884" y="64379"/>
                  </a:lnTo>
                  <a:lnTo>
                    <a:pt x="85729" y="64379"/>
                  </a:lnTo>
                  <a:lnTo>
                    <a:pt x="84666" y="64218"/>
                  </a:lnTo>
                  <a:lnTo>
                    <a:pt x="83603" y="64058"/>
                  </a:lnTo>
                  <a:lnTo>
                    <a:pt x="82540" y="63871"/>
                  </a:lnTo>
                  <a:lnTo>
                    <a:pt x="81503" y="63711"/>
                  </a:lnTo>
                  <a:lnTo>
                    <a:pt x="81011" y="63604"/>
                  </a:lnTo>
                  <a:lnTo>
                    <a:pt x="80544" y="63551"/>
                  </a:lnTo>
                  <a:lnTo>
                    <a:pt x="80051" y="63471"/>
                  </a:lnTo>
                  <a:lnTo>
                    <a:pt x="79559" y="63391"/>
                  </a:lnTo>
                  <a:lnTo>
                    <a:pt x="79455" y="63391"/>
                  </a:lnTo>
                  <a:lnTo>
                    <a:pt x="79300" y="63391"/>
                  </a:lnTo>
                  <a:lnTo>
                    <a:pt x="79170" y="63337"/>
                  </a:lnTo>
                  <a:lnTo>
                    <a:pt x="79014" y="63257"/>
                  </a:lnTo>
                  <a:lnTo>
                    <a:pt x="78263" y="62456"/>
                  </a:lnTo>
                  <a:lnTo>
                    <a:pt x="77511" y="61655"/>
                  </a:lnTo>
                  <a:lnTo>
                    <a:pt x="76785" y="60827"/>
                  </a:lnTo>
                  <a:lnTo>
                    <a:pt x="76033" y="60026"/>
                  </a:lnTo>
                  <a:lnTo>
                    <a:pt x="74426" y="58210"/>
                  </a:lnTo>
                  <a:lnTo>
                    <a:pt x="72845" y="56395"/>
                  </a:lnTo>
                  <a:lnTo>
                    <a:pt x="71289" y="54579"/>
                  </a:lnTo>
                  <a:lnTo>
                    <a:pt x="69760" y="52763"/>
                  </a:lnTo>
                  <a:lnTo>
                    <a:pt x="67997" y="50600"/>
                  </a:lnTo>
                  <a:lnTo>
                    <a:pt x="66260" y="48437"/>
                  </a:lnTo>
                  <a:lnTo>
                    <a:pt x="64549" y="46248"/>
                  </a:lnTo>
                  <a:lnTo>
                    <a:pt x="62890" y="44032"/>
                  </a:lnTo>
                  <a:lnTo>
                    <a:pt x="61516" y="42189"/>
                  </a:lnTo>
                  <a:lnTo>
                    <a:pt x="60168" y="40320"/>
                  </a:lnTo>
                  <a:lnTo>
                    <a:pt x="58872" y="38451"/>
                  </a:lnTo>
                  <a:lnTo>
                    <a:pt x="57576" y="36582"/>
                  </a:lnTo>
                  <a:lnTo>
                    <a:pt x="56979" y="35754"/>
                  </a:lnTo>
                  <a:lnTo>
                    <a:pt x="56435" y="34926"/>
                  </a:lnTo>
                  <a:lnTo>
                    <a:pt x="55891" y="34045"/>
                  </a:lnTo>
                  <a:lnTo>
                    <a:pt x="55346" y="33217"/>
                  </a:lnTo>
                  <a:lnTo>
                    <a:pt x="55294" y="33190"/>
                  </a:lnTo>
                  <a:lnTo>
                    <a:pt x="55243" y="33164"/>
                  </a:lnTo>
                  <a:lnTo>
                    <a:pt x="55243" y="33110"/>
                  </a:lnTo>
                  <a:lnTo>
                    <a:pt x="55268" y="32977"/>
                  </a:lnTo>
                  <a:lnTo>
                    <a:pt x="55372" y="32656"/>
                  </a:lnTo>
                  <a:lnTo>
                    <a:pt x="55450" y="32363"/>
                  </a:lnTo>
                  <a:lnTo>
                    <a:pt x="55580" y="32069"/>
                  </a:lnTo>
                  <a:lnTo>
                    <a:pt x="55657" y="31748"/>
                  </a:lnTo>
                  <a:lnTo>
                    <a:pt x="56098" y="30520"/>
                  </a:lnTo>
                  <a:lnTo>
                    <a:pt x="56513" y="29292"/>
                  </a:lnTo>
                  <a:lnTo>
                    <a:pt x="56902" y="28117"/>
                  </a:lnTo>
                  <a:lnTo>
                    <a:pt x="57316" y="26889"/>
                  </a:lnTo>
                  <a:lnTo>
                    <a:pt x="57965" y="24939"/>
                  </a:lnTo>
                  <a:lnTo>
                    <a:pt x="58639" y="22990"/>
                  </a:lnTo>
                  <a:lnTo>
                    <a:pt x="59313" y="21041"/>
                  </a:lnTo>
                  <a:lnTo>
                    <a:pt x="59935" y="19092"/>
                  </a:lnTo>
                  <a:lnTo>
                    <a:pt x="59987" y="19012"/>
                  </a:lnTo>
                  <a:lnTo>
                    <a:pt x="59779" y="18291"/>
                  </a:lnTo>
                  <a:lnTo>
                    <a:pt x="58302" y="16368"/>
                  </a:lnTo>
                  <a:lnTo>
                    <a:pt x="57861" y="16234"/>
                  </a:lnTo>
                  <a:lnTo>
                    <a:pt x="57653" y="15967"/>
                  </a:lnTo>
                  <a:lnTo>
                    <a:pt x="56539" y="15300"/>
                  </a:lnTo>
                  <a:lnTo>
                    <a:pt x="56072" y="15300"/>
                  </a:lnTo>
                  <a:lnTo>
                    <a:pt x="55554" y="15006"/>
                  </a:lnTo>
                  <a:lnTo>
                    <a:pt x="55087" y="15006"/>
                  </a:lnTo>
                  <a:lnTo>
                    <a:pt x="54983" y="14873"/>
                  </a:lnTo>
                  <a:lnTo>
                    <a:pt x="54802" y="14846"/>
                  </a:lnTo>
                  <a:lnTo>
                    <a:pt x="54724" y="14686"/>
                  </a:lnTo>
                  <a:lnTo>
                    <a:pt x="54646" y="14659"/>
                  </a:lnTo>
                  <a:lnTo>
                    <a:pt x="54517" y="14632"/>
                  </a:lnTo>
                  <a:lnTo>
                    <a:pt x="54491" y="14606"/>
                  </a:lnTo>
                  <a:lnTo>
                    <a:pt x="54413" y="14472"/>
                  </a:lnTo>
                  <a:lnTo>
                    <a:pt x="54361" y="14445"/>
                  </a:lnTo>
                  <a:lnTo>
                    <a:pt x="54335" y="14499"/>
                  </a:lnTo>
                  <a:lnTo>
                    <a:pt x="54154" y="14766"/>
                  </a:lnTo>
                  <a:lnTo>
                    <a:pt x="53998" y="14632"/>
                  </a:lnTo>
                  <a:lnTo>
                    <a:pt x="53765" y="14178"/>
                  </a:lnTo>
                  <a:lnTo>
                    <a:pt x="53635" y="14178"/>
                  </a:lnTo>
                  <a:lnTo>
                    <a:pt x="53532" y="14232"/>
                  </a:lnTo>
                  <a:lnTo>
                    <a:pt x="53298" y="14445"/>
                  </a:lnTo>
                  <a:lnTo>
                    <a:pt x="53169" y="14499"/>
                  </a:lnTo>
                  <a:lnTo>
                    <a:pt x="52883" y="14579"/>
                  </a:lnTo>
                  <a:lnTo>
                    <a:pt x="52909" y="14686"/>
                  </a:lnTo>
                  <a:lnTo>
                    <a:pt x="52909" y="14873"/>
                  </a:lnTo>
                  <a:lnTo>
                    <a:pt x="52883" y="15033"/>
                  </a:lnTo>
                  <a:lnTo>
                    <a:pt x="52728" y="15487"/>
                  </a:lnTo>
                  <a:lnTo>
                    <a:pt x="52702" y="15540"/>
                  </a:lnTo>
                  <a:lnTo>
                    <a:pt x="52598" y="15674"/>
                  </a:lnTo>
                  <a:lnTo>
                    <a:pt x="52546" y="15727"/>
                  </a:lnTo>
                  <a:lnTo>
                    <a:pt x="52469" y="15754"/>
                  </a:lnTo>
                  <a:lnTo>
                    <a:pt x="52391" y="15807"/>
                  </a:lnTo>
                  <a:lnTo>
                    <a:pt x="52339" y="15941"/>
                  </a:lnTo>
                  <a:lnTo>
                    <a:pt x="52313" y="16021"/>
                  </a:lnTo>
                  <a:lnTo>
                    <a:pt x="52313" y="16208"/>
                  </a:lnTo>
                  <a:lnTo>
                    <a:pt x="52287" y="16341"/>
                  </a:lnTo>
                  <a:lnTo>
                    <a:pt x="52261" y="16395"/>
                  </a:lnTo>
                  <a:lnTo>
                    <a:pt x="52235" y="16475"/>
                  </a:lnTo>
                  <a:lnTo>
                    <a:pt x="52209" y="16502"/>
                  </a:lnTo>
                  <a:lnTo>
                    <a:pt x="52132" y="16555"/>
                  </a:lnTo>
                  <a:lnTo>
                    <a:pt x="52106" y="16582"/>
                  </a:lnTo>
                  <a:lnTo>
                    <a:pt x="52080" y="16582"/>
                  </a:lnTo>
                  <a:lnTo>
                    <a:pt x="52054" y="16635"/>
                  </a:lnTo>
                  <a:lnTo>
                    <a:pt x="52028" y="16769"/>
                  </a:lnTo>
                  <a:lnTo>
                    <a:pt x="51976" y="16875"/>
                  </a:lnTo>
                  <a:lnTo>
                    <a:pt x="51950" y="16982"/>
                  </a:lnTo>
                  <a:lnTo>
                    <a:pt x="51872" y="17009"/>
                  </a:lnTo>
                  <a:lnTo>
                    <a:pt x="51587" y="16822"/>
                  </a:lnTo>
                  <a:lnTo>
                    <a:pt x="51639" y="16795"/>
                  </a:lnTo>
                  <a:lnTo>
                    <a:pt x="51328" y="16742"/>
                  </a:lnTo>
                  <a:lnTo>
                    <a:pt x="51095" y="16849"/>
                  </a:lnTo>
                  <a:lnTo>
                    <a:pt x="51043" y="16849"/>
                  </a:lnTo>
                  <a:lnTo>
                    <a:pt x="50965" y="16875"/>
                  </a:lnTo>
                  <a:lnTo>
                    <a:pt x="50913" y="17009"/>
                  </a:lnTo>
                  <a:lnTo>
                    <a:pt x="50836" y="17249"/>
                  </a:lnTo>
                  <a:lnTo>
                    <a:pt x="50810" y="17329"/>
                  </a:lnTo>
                  <a:lnTo>
                    <a:pt x="50836" y="17409"/>
                  </a:lnTo>
                  <a:lnTo>
                    <a:pt x="50965" y="17516"/>
                  </a:lnTo>
                  <a:lnTo>
                    <a:pt x="50291" y="17650"/>
                  </a:lnTo>
                  <a:lnTo>
                    <a:pt x="50058" y="17623"/>
                  </a:lnTo>
                  <a:lnTo>
                    <a:pt x="49928" y="17676"/>
                  </a:lnTo>
                  <a:lnTo>
                    <a:pt x="49850" y="17676"/>
                  </a:lnTo>
                  <a:lnTo>
                    <a:pt x="49825" y="17650"/>
                  </a:lnTo>
                  <a:lnTo>
                    <a:pt x="49825" y="17596"/>
                  </a:lnTo>
                  <a:lnTo>
                    <a:pt x="49799" y="17570"/>
                  </a:lnTo>
                  <a:lnTo>
                    <a:pt x="49799" y="17543"/>
                  </a:lnTo>
                  <a:lnTo>
                    <a:pt x="49721" y="17436"/>
                  </a:lnTo>
                  <a:lnTo>
                    <a:pt x="49669" y="17436"/>
                  </a:lnTo>
                  <a:lnTo>
                    <a:pt x="49462" y="17489"/>
                  </a:lnTo>
                  <a:lnTo>
                    <a:pt x="49513" y="17356"/>
                  </a:lnTo>
                  <a:lnTo>
                    <a:pt x="49513" y="17276"/>
                  </a:lnTo>
                  <a:lnTo>
                    <a:pt x="49462" y="17249"/>
                  </a:lnTo>
                  <a:lnTo>
                    <a:pt x="49410" y="17249"/>
                  </a:lnTo>
                  <a:lnTo>
                    <a:pt x="49384" y="17276"/>
                  </a:lnTo>
                  <a:lnTo>
                    <a:pt x="49280" y="17329"/>
                  </a:lnTo>
                  <a:lnTo>
                    <a:pt x="49254" y="17329"/>
                  </a:lnTo>
                  <a:lnTo>
                    <a:pt x="49228" y="17329"/>
                  </a:lnTo>
                  <a:lnTo>
                    <a:pt x="49047" y="17089"/>
                  </a:lnTo>
                  <a:lnTo>
                    <a:pt x="49047" y="17062"/>
                  </a:lnTo>
                  <a:lnTo>
                    <a:pt x="49047" y="17009"/>
                  </a:lnTo>
                  <a:lnTo>
                    <a:pt x="49047" y="16982"/>
                  </a:lnTo>
                  <a:lnTo>
                    <a:pt x="49021" y="16955"/>
                  </a:lnTo>
                  <a:lnTo>
                    <a:pt x="48969" y="16902"/>
                  </a:lnTo>
                  <a:lnTo>
                    <a:pt x="48917" y="16982"/>
                  </a:lnTo>
                  <a:lnTo>
                    <a:pt x="48813" y="17116"/>
                  </a:lnTo>
                  <a:lnTo>
                    <a:pt x="48813" y="17276"/>
                  </a:lnTo>
                  <a:lnTo>
                    <a:pt x="48788" y="17383"/>
                  </a:lnTo>
                  <a:lnTo>
                    <a:pt x="48736" y="17409"/>
                  </a:lnTo>
                  <a:lnTo>
                    <a:pt x="48684" y="17383"/>
                  </a:lnTo>
                  <a:lnTo>
                    <a:pt x="48684" y="17276"/>
                  </a:lnTo>
                  <a:lnTo>
                    <a:pt x="48684" y="17062"/>
                  </a:lnTo>
                  <a:lnTo>
                    <a:pt x="48762" y="16955"/>
                  </a:lnTo>
                  <a:lnTo>
                    <a:pt x="48502" y="17222"/>
                  </a:lnTo>
                  <a:lnTo>
                    <a:pt x="48269" y="17249"/>
                  </a:lnTo>
                  <a:lnTo>
                    <a:pt x="47751" y="17009"/>
                  </a:lnTo>
                  <a:lnTo>
                    <a:pt x="47699" y="16955"/>
                  </a:lnTo>
                  <a:lnTo>
                    <a:pt x="47647" y="16795"/>
                  </a:lnTo>
                  <a:lnTo>
                    <a:pt x="47491" y="16769"/>
                  </a:lnTo>
                  <a:lnTo>
                    <a:pt x="47465" y="16742"/>
                  </a:lnTo>
                  <a:lnTo>
                    <a:pt x="47362" y="16395"/>
                  </a:lnTo>
                  <a:lnTo>
                    <a:pt x="47362" y="16288"/>
                  </a:lnTo>
                  <a:lnTo>
                    <a:pt x="47440" y="16261"/>
                  </a:lnTo>
                  <a:lnTo>
                    <a:pt x="47699" y="16341"/>
                  </a:lnTo>
                  <a:lnTo>
                    <a:pt x="47725" y="16128"/>
                  </a:lnTo>
                  <a:lnTo>
                    <a:pt x="47751" y="16021"/>
                  </a:lnTo>
                  <a:lnTo>
                    <a:pt x="47777" y="15914"/>
                  </a:lnTo>
                  <a:lnTo>
                    <a:pt x="47880" y="15807"/>
                  </a:lnTo>
                  <a:lnTo>
                    <a:pt x="48062" y="15674"/>
                  </a:lnTo>
                  <a:lnTo>
                    <a:pt x="48269" y="15540"/>
                  </a:lnTo>
                  <a:lnTo>
                    <a:pt x="48580" y="15433"/>
                  </a:lnTo>
                  <a:lnTo>
                    <a:pt x="48736" y="15327"/>
                  </a:lnTo>
                  <a:lnTo>
                    <a:pt x="48891" y="15166"/>
                  </a:lnTo>
                  <a:lnTo>
                    <a:pt x="48969" y="14953"/>
                  </a:lnTo>
                  <a:lnTo>
                    <a:pt x="49047" y="14793"/>
                  </a:lnTo>
                  <a:lnTo>
                    <a:pt x="49202" y="14659"/>
                  </a:lnTo>
                  <a:lnTo>
                    <a:pt x="49669" y="14499"/>
                  </a:lnTo>
                  <a:lnTo>
                    <a:pt x="49825" y="14419"/>
                  </a:lnTo>
                  <a:lnTo>
                    <a:pt x="49825" y="14392"/>
                  </a:lnTo>
                  <a:lnTo>
                    <a:pt x="49799" y="14365"/>
                  </a:lnTo>
                  <a:lnTo>
                    <a:pt x="49799" y="14339"/>
                  </a:lnTo>
                  <a:lnTo>
                    <a:pt x="49902" y="14205"/>
                  </a:lnTo>
                  <a:lnTo>
                    <a:pt x="49928" y="14152"/>
                  </a:lnTo>
                  <a:lnTo>
                    <a:pt x="49902" y="14125"/>
                  </a:lnTo>
                  <a:lnTo>
                    <a:pt x="49902" y="14072"/>
                  </a:lnTo>
                  <a:lnTo>
                    <a:pt x="49902" y="13965"/>
                  </a:lnTo>
                  <a:lnTo>
                    <a:pt x="49902" y="13938"/>
                  </a:lnTo>
                  <a:lnTo>
                    <a:pt x="49513" y="13751"/>
                  </a:lnTo>
                  <a:lnTo>
                    <a:pt x="49410" y="13805"/>
                  </a:lnTo>
                  <a:lnTo>
                    <a:pt x="49254" y="13885"/>
                  </a:lnTo>
                  <a:lnTo>
                    <a:pt x="49151" y="13938"/>
                  </a:lnTo>
                  <a:lnTo>
                    <a:pt x="48995" y="13938"/>
                  </a:lnTo>
                  <a:lnTo>
                    <a:pt x="48917" y="13831"/>
                  </a:lnTo>
                  <a:lnTo>
                    <a:pt x="48839" y="13671"/>
                  </a:lnTo>
                  <a:lnTo>
                    <a:pt x="48813" y="13591"/>
                  </a:lnTo>
                  <a:lnTo>
                    <a:pt x="48580" y="13564"/>
                  </a:lnTo>
                  <a:lnTo>
                    <a:pt x="48580" y="13377"/>
                  </a:lnTo>
                  <a:lnTo>
                    <a:pt x="48684" y="13297"/>
                  </a:lnTo>
                  <a:lnTo>
                    <a:pt x="48736" y="13217"/>
                  </a:lnTo>
                  <a:lnTo>
                    <a:pt x="48762" y="13137"/>
                  </a:lnTo>
                  <a:lnTo>
                    <a:pt x="48788" y="13030"/>
                  </a:lnTo>
                  <a:lnTo>
                    <a:pt x="48788" y="12923"/>
                  </a:lnTo>
                  <a:lnTo>
                    <a:pt x="48839" y="12870"/>
                  </a:lnTo>
                  <a:lnTo>
                    <a:pt x="48917" y="12870"/>
                  </a:lnTo>
                  <a:lnTo>
                    <a:pt x="48969" y="12736"/>
                  </a:lnTo>
                  <a:lnTo>
                    <a:pt x="49125" y="12576"/>
                  </a:lnTo>
                  <a:lnTo>
                    <a:pt x="49254" y="12469"/>
                  </a:lnTo>
                  <a:lnTo>
                    <a:pt x="49332" y="12389"/>
                  </a:lnTo>
                  <a:lnTo>
                    <a:pt x="49306" y="12363"/>
                  </a:lnTo>
                  <a:lnTo>
                    <a:pt x="49280" y="12336"/>
                  </a:lnTo>
                  <a:lnTo>
                    <a:pt x="49254" y="12283"/>
                  </a:lnTo>
                  <a:lnTo>
                    <a:pt x="49254" y="12256"/>
                  </a:lnTo>
                  <a:lnTo>
                    <a:pt x="49306" y="12149"/>
                  </a:lnTo>
                  <a:lnTo>
                    <a:pt x="49306" y="12096"/>
                  </a:lnTo>
                  <a:lnTo>
                    <a:pt x="49306" y="12042"/>
                  </a:lnTo>
                  <a:lnTo>
                    <a:pt x="49254" y="11989"/>
                  </a:lnTo>
                  <a:lnTo>
                    <a:pt x="49228" y="11882"/>
                  </a:lnTo>
                  <a:lnTo>
                    <a:pt x="49228" y="11802"/>
                  </a:lnTo>
                  <a:lnTo>
                    <a:pt x="49306" y="11775"/>
                  </a:lnTo>
                  <a:lnTo>
                    <a:pt x="49384" y="11829"/>
                  </a:lnTo>
                  <a:lnTo>
                    <a:pt x="49436" y="11829"/>
                  </a:lnTo>
                  <a:lnTo>
                    <a:pt x="49488" y="11775"/>
                  </a:lnTo>
                  <a:lnTo>
                    <a:pt x="49513" y="11722"/>
                  </a:lnTo>
                  <a:lnTo>
                    <a:pt x="49565" y="11615"/>
                  </a:lnTo>
                  <a:lnTo>
                    <a:pt x="49591" y="11562"/>
                  </a:lnTo>
                  <a:lnTo>
                    <a:pt x="49591" y="11535"/>
                  </a:lnTo>
                  <a:lnTo>
                    <a:pt x="49462" y="11455"/>
                  </a:lnTo>
                  <a:lnTo>
                    <a:pt x="49306" y="11295"/>
                  </a:lnTo>
                  <a:lnTo>
                    <a:pt x="49410" y="11268"/>
                  </a:lnTo>
                  <a:lnTo>
                    <a:pt x="49462" y="11268"/>
                  </a:lnTo>
                  <a:lnTo>
                    <a:pt x="49513" y="11268"/>
                  </a:lnTo>
                  <a:lnTo>
                    <a:pt x="49565" y="11214"/>
                  </a:lnTo>
                  <a:lnTo>
                    <a:pt x="49643" y="11161"/>
                  </a:lnTo>
                  <a:lnTo>
                    <a:pt x="49721" y="11214"/>
                  </a:lnTo>
                  <a:lnTo>
                    <a:pt x="49799" y="11188"/>
                  </a:lnTo>
                  <a:lnTo>
                    <a:pt x="49747" y="11081"/>
                  </a:lnTo>
                  <a:lnTo>
                    <a:pt x="49591" y="11054"/>
                  </a:lnTo>
                  <a:lnTo>
                    <a:pt x="49565" y="10974"/>
                  </a:lnTo>
                  <a:lnTo>
                    <a:pt x="49721" y="10921"/>
                  </a:lnTo>
                  <a:lnTo>
                    <a:pt x="49850" y="11028"/>
                  </a:lnTo>
                  <a:lnTo>
                    <a:pt x="49980" y="11001"/>
                  </a:lnTo>
                  <a:lnTo>
                    <a:pt x="50032" y="10947"/>
                  </a:lnTo>
                  <a:lnTo>
                    <a:pt x="50084" y="10814"/>
                  </a:lnTo>
                  <a:lnTo>
                    <a:pt x="50187" y="10707"/>
                  </a:lnTo>
                  <a:lnTo>
                    <a:pt x="50239" y="10574"/>
                  </a:lnTo>
                  <a:lnTo>
                    <a:pt x="50239" y="10467"/>
                  </a:lnTo>
                  <a:lnTo>
                    <a:pt x="50239" y="10360"/>
                  </a:lnTo>
                  <a:lnTo>
                    <a:pt x="50213" y="10226"/>
                  </a:lnTo>
                  <a:lnTo>
                    <a:pt x="50162" y="10200"/>
                  </a:lnTo>
                  <a:lnTo>
                    <a:pt x="50162" y="10146"/>
                  </a:lnTo>
                  <a:lnTo>
                    <a:pt x="50213" y="10040"/>
                  </a:lnTo>
                  <a:lnTo>
                    <a:pt x="50421" y="9933"/>
                  </a:lnTo>
                  <a:lnTo>
                    <a:pt x="50421" y="9773"/>
                  </a:lnTo>
                  <a:lnTo>
                    <a:pt x="50291" y="9746"/>
                  </a:lnTo>
                  <a:lnTo>
                    <a:pt x="50058" y="9746"/>
                  </a:lnTo>
                  <a:lnTo>
                    <a:pt x="50032" y="9719"/>
                  </a:lnTo>
                  <a:lnTo>
                    <a:pt x="50006" y="9612"/>
                  </a:lnTo>
                  <a:lnTo>
                    <a:pt x="49980" y="9586"/>
                  </a:lnTo>
                  <a:lnTo>
                    <a:pt x="49954" y="9586"/>
                  </a:lnTo>
                  <a:lnTo>
                    <a:pt x="49825" y="9639"/>
                  </a:lnTo>
                  <a:lnTo>
                    <a:pt x="49773" y="9639"/>
                  </a:lnTo>
                  <a:lnTo>
                    <a:pt x="49591" y="9506"/>
                  </a:lnTo>
                  <a:lnTo>
                    <a:pt x="49488" y="9479"/>
                  </a:lnTo>
                  <a:lnTo>
                    <a:pt x="49384" y="9586"/>
                  </a:lnTo>
                  <a:lnTo>
                    <a:pt x="49332" y="9612"/>
                  </a:lnTo>
                  <a:lnTo>
                    <a:pt x="49306" y="9612"/>
                  </a:lnTo>
                  <a:lnTo>
                    <a:pt x="49280" y="9612"/>
                  </a:lnTo>
                  <a:lnTo>
                    <a:pt x="49254" y="9666"/>
                  </a:lnTo>
                  <a:lnTo>
                    <a:pt x="49228" y="9719"/>
                  </a:lnTo>
                  <a:lnTo>
                    <a:pt x="49228" y="9746"/>
                  </a:lnTo>
                  <a:lnTo>
                    <a:pt x="49228" y="9746"/>
                  </a:lnTo>
                  <a:lnTo>
                    <a:pt x="49306" y="9719"/>
                  </a:lnTo>
                  <a:lnTo>
                    <a:pt x="49384" y="9746"/>
                  </a:lnTo>
                  <a:lnTo>
                    <a:pt x="49410" y="9773"/>
                  </a:lnTo>
                  <a:lnTo>
                    <a:pt x="49410" y="9853"/>
                  </a:lnTo>
                  <a:lnTo>
                    <a:pt x="49280" y="9933"/>
                  </a:lnTo>
                  <a:lnTo>
                    <a:pt x="49228" y="9933"/>
                  </a:lnTo>
                  <a:lnTo>
                    <a:pt x="49202" y="9933"/>
                  </a:lnTo>
                  <a:lnTo>
                    <a:pt x="49176" y="9959"/>
                  </a:lnTo>
                  <a:lnTo>
                    <a:pt x="49254" y="9986"/>
                  </a:lnTo>
                  <a:lnTo>
                    <a:pt x="49591" y="9933"/>
                  </a:lnTo>
                  <a:lnTo>
                    <a:pt x="49695" y="9933"/>
                  </a:lnTo>
                  <a:lnTo>
                    <a:pt x="49928" y="10120"/>
                  </a:lnTo>
                  <a:lnTo>
                    <a:pt x="49825" y="10200"/>
                  </a:lnTo>
                  <a:lnTo>
                    <a:pt x="49773" y="10226"/>
                  </a:lnTo>
                  <a:lnTo>
                    <a:pt x="49695" y="10200"/>
                  </a:lnTo>
                  <a:lnTo>
                    <a:pt x="49643" y="10200"/>
                  </a:lnTo>
                  <a:lnTo>
                    <a:pt x="49669" y="10307"/>
                  </a:lnTo>
                  <a:lnTo>
                    <a:pt x="49721" y="10387"/>
                  </a:lnTo>
                  <a:lnTo>
                    <a:pt x="49799" y="10413"/>
                  </a:lnTo>
                  <a:lnTo>
                    <a:pt x="49902" y="10360"/>
                  </a:lnTo>
                  <a:lnTo>
                    <a:pt x="49980" y="10307"/>
                  </a:lnTo>
                  <a:lnTo>
                    <a:pt x="50006" y="10413"/>
                  </a:lnTo>
                  <a:lnTo>
                    <a:pt x="50006" y="10707"/>
                  </a:lnTo>
                  <a:lnTo>
                    <a:pt x="49850" y="10734"/>
                  </a:lnTo>
                  <a:lnTo>
                    <a:pt x="49773" y="10574"/>
                  </a:lnTo>
                  <a:lnTo>
                    <a:pt x="49695" y="10493"/>
                  </a:lnTo>
                  <a:lnTo>
                    <a:pt x="49513" y="10680"/>
                  </a:lnTo>
                  <a:lnTo>
                    <a:pt x="49591" y="10707"/>
                  </a:lnTo>
                  <a:lnTo>
                    <a:pt x="49488" y="10841"/>
                  </a:lnTo>
                  <a:lnTo>
                    <a:pt x="49384" y="10841"/>
                  </a:lnTo>
                  <a:lnTo>
                    <a:pt x="49332" y="10761"/>
                  </a:lnTo>
                  <a:lnTo>
                    <a:pt x="49410" y="10627"/>
                  </a:lnTo>
                  <a:lnTo>
                    <a:pt x="49410" y="10360"/>
                  </a:lnTo>
                  <a:lnTo>
                    <a:pt x="49384" y="10226"/>
                  </a:lnTo>
                  <a:lnTo>
                    <a:pt x="49306" y="10173"/>
                  </a:lnTo>
                  <a:lnTo>
                    <a:pt x="48943" y="10173"/>
                  </a:lnTo>
                  <a:lnTo>
                    <a:pt x="48839" y="10200"/>
                  </a:lnTo>
                  <a:lnTo>
                    <a:pt x="48813" y="10200"/>
                  </a:lnTo>
                  <a:lnTo>
                    <a:pt x="48813" y="10173"/>
                  </a:lnTo>
                  <a:lnTo>
                    <a:pt x="48839" y="10066"/>
                  </a:lnTo>
                  <a:lnTo>
                    <a:pt x="48839" y="10066"/>
                  </a:lnTo>
                  <a:lnTo>
                    <a:pt x="48788" y="10040"/>
                  </a:lnTo>
                  <a:lnTo>
                    <a:pt x="48762" y="10066"/>
                  </a:lnTo>
                  <a:lnTo>
                    <a:pt x="48710" y="10120"/>
                  </a:lnTo>
                  <a:lnTo>
                    <a:pt x="48684" y="10146"/>
                  </a:lnTo>
                  <a:lnTo>
                    <a:pt x="48476" y="10146"/>
                  </a:lnTo>
                  <a:lnTo>
                    <a:pt x="48425" y="10146"/>
                  </a:lnTo>
                  <a:lnTo>
                    <a:pt x="48321" y="10200"/>
                  </a:lnTo>
                  <a:lnTo>
                    <a:pt x="48295" y="10226"/>
                  </a:lnTo>
                  <a:lnTo>
                    <a:pt x="48269" y="10280"/>
                  </a:lnTo>
                  <a:lnTo>
                    <a:pt x="48632" y="10307"/>
                  </a:lnTo>
                  <a:lnTo>
                    <a:pt x="48451" y="10413"/>
                  </a:lnTo>
                  <a:lnTo>
                    <a:pt x="48243" y="10387"/>
                  </a:lnTo>
                  <a:lnTo>
                    <a:pt x="48114" y="10307"/>
                  </a:lnTo>
                  <a:lnTo>
                    <a:pt x="48010" y="10173"/>
                  </a:lnTo>
                  <a:lnTo>
                    <a:pt x="48114" y="10120"/>
                  </a:lnTo>
                  <a:lnTo>
                    <a:pt x="48165" y="10120"/>
                  </a:lnTo>
                  <a:lnTo>
                    <a:pt x="48243" y="10120"/>
                  </a:lnTo>
                  <a:lnTo>
                    <a:pt x="48373" y="9906"/>
                  </a:lnTo>
                  <a:lnTo>
                    <a:pt x="48399" y="9799"/>
                  </a:lnTo>
                  <a:lnTo>
                    <a:pt x="48373" y="9746"/>
                  </a:lnTo>
                  <a:lnTo>
                    <a:pt x="48321" y="9719"/>
                  </a:lnTo>
                  <a:lnTo>
                    <a:pt x="48295" y="9719"/>
                  </a:lnTo>
                  <a:lnTo>
                    <a:pt x="48269" y="9746"/>
                  </a:lnTo>
                  <a:lnTo>
                    <a:pt x="48217" y="9879"/>
                  </a:lnTo>
                  <a:lnTo>
                    <a:pt x="48165" y="9906"/>
                  </a:lnTo>
                  <a:lnTo>
                    <a:pt x="48036" y="9959"/>
                  </a:lnTo>
                  <a:lnTo>
                    <a:pt x="47777" y="10013"/>
                  </a:lnTo>
                  <a:lnTo>
                    <a:pt x="47621" y="10173"/>
                  </a:lnTo>
                  <a:lnTo>
                    <a:pt x="47465" y="10200"/>
                  </a:lnTo>
                  <a:lnTo>
                    <a:pt x="47414" y="10226"/>
                  </a:lnTo>
                  <a:lnTo>
                    <a:pt x="47414" y="10413"/>
                  </a:lnTo>
                  <a:lnTo>
                    <a:pt x="47388" y="10520"/>
                  </a:lnTo>
                  <a:lnTo>
                    <a:pt x="47284" y="10627"/>
                  </a:lnTo>
                  <a:lnTo>
                    <a:pt x="47180" y="10707"/>
                  </a:lnTo>
                  <a:lnTo>
                    <a:pt x="47154" y="10814"/>
                  </a:lnTo>
                  <a:lnTo>
                    <a:pt x="47206" y="10814"/>
                  </a:lnTo>
                  <a:lnTo>
                    <a:pt x="47258" y="10787"/>
                  </a:lnTo>
                  <a:lnTo>
                    <a:pt x="47310" y="10761"/>
                  </a:lnTo>
                  <a:lnTo>
                    <a:pt x="47388" y="10787"/>
                  </a:lnTo>
                  <a:lnTo>
                    <a:pt x="47414" y="10814"/>
                  </a:lnTo>
                  <a:lnTo>
                    <a:pt x="47465" y="10841"/>
                  </a:lnTo>
                  <a:lnTo>
                    <a:pt x="47517" y="10814"/>
                  </a:lnTo>
                  <a:lnTo>
                    <a:pt x="47517" y="10734"/>
                  </a:lnTo>
                  <a:lnTo>
                    <a:pt x="47517" y="10707"/>
                  </a:lnTo>
                  <a:lnTo>
                    <a:pt x="47491" y="10680"/>
                  </a:lnTo>
                  <a:lnTo>
                    <a:pt x="47595" y="10627"/>
                  </a:lnTo>
                  <a:lnTo>
                    <a:pt x="47673" y="10574"/>
                  </a:lnTo>
                  <a:lnTo>
                    <a:pt x="47751" y="10627"/>
                  </a:lnTo>
                  <a:lnTo>
                    <a:pt x="47802" y="10654"/>
                  </a:lnTo>
                  <a:lnTo>
                    <a:pt x="47802" y="10547"/>
                  </a:lnTo>
                  <a:lnTo>
                    <a:pt x="47854" y="10520"/>
                  </a:lnTo>
                  <a:lnTo>
                    <a:pt x="47984" y="10440"/>
                  </a:lnTo>
                  <a:lnTo>
                    <a:pt x="48036" y="10413"/>
                  </a:lnTo>
                  <a:lnTo>
                    <a:pt x="48114" y="10413"/>
                  </a:lnTo>
                  <a:lnTo>
                    <a:pt x="48165" y="10440"/>
                  </a:lnTo>
                  <a:lnTo>
                    <a:pt x="48191" y="10547"/>
                  </a:lnTo>
                  <a:lnTo>
                    <a:pt x="48217" y="10627"/>
                  </a:lnTo>
                  <a:lnTo>
                    <a:pt x="48269" y="10574"/>
                  </a:lnTo>
                  <a:lnTo>
                    <a:pt x="48295" y="10547"/>
                  </a:lnTo>
                  <a:lnTo>
                    <a:pt x="48321" y="10493"/>
                  </a:lnTo>
                  <a:lnTo>
                    <a:pt x="48373" y="10467"/>
                  </a:lnTo>
                  <a:lnTo>
                    <a:pt x="48399" y="10467"/>
                  </a:lnTo>
                  <a:lnTo>
                    <a:pt x="48658" y="10547"/>
                  </a:lnTo>
                  <a:lnTo>
                    <a:pt x="48710" y="10654"/>
                  </a:lnTo>
                  <a:lnTo>
                    <a:pt x="48554" y="10680"/>
                  </a:lnTo>
                  <a:lnTo>
                    <a:pt x="48451" y="10761"/>
                  </a:lnTo>
                  <a:lnTo>
                    <a:pt x="48476" y="10841"/>
                  </a:lnTo>
                  <a:lnTo>
                    <a:pt x="48554" y="10947"/>
                  </a:lnTo>
                  <a:lnTo>
                    <a:pt x="48658" y="11001"/>
                  </a:lnTo>
                  <a:lnTo>
                    <a:pt x="48736" y="11001"/>
                  </a:lnTo>
                  <a:lnTo>
                    <a:pt x="48813" y="10921"/>
                  </a:lnTo>
                  <a:lnTo>
                    <a:pt x="48995" y="10680"/>
                  </a:lnTo>
                  <a:lnTo>
                    <a:pt x="49073" y="10654"/>
                  </a:lnTo>
                  <a:lnTo>
                    <a:pt x="49125" y="10680"/>
                  </a:lnTo>
                  <a:lnTo>
                    <a:pt x="49151" y="10787"/>
                  </a:lnTo>
                  <a:lnTo>
                    <a:pt x="49151" y="10921"/>
                  </a:lnTo>
                  <a:lnTo>
                    <a:pt x="49125" y="11028"/>
                  </a:lnTo>
                  <a:lnTo>
                    <a:pt x="49047" y="11161"/>
                  </a:lnTo>
                  <a:lnTo>
                    <a:pt x="48969" y="11161"/>
                  </a:lnTo>
                  <a:lnTo>
                    <a:pt x="48917" y="11081"/>
                  </a:lnTo>
                  <a:lnTo>
                    <a:pt x="48891" y="11028"/>
                  </a:lnTo>
                  <a:lnTo>
                    <a:pt x="48813" y="11054"/>
                  </a:lnTo>
                  <a:lnTo>
                    <a:pt x="48139" y="11108"/>
                  </a:lnTo>
                  <a:lnTo>
                    <a:pt x="48036" y="11161"/>
                  </a:lnTo>
                  <a:lnTo>
                    <a:pt x="47958" y="11241"/>
                  </a:lnTo>
                  <a:lnTo>
                    <a:pt x="47699" y="11535"/>
                  </a:lnTo>
                  <a:lnTo>
                    <a:pt x="47465" y="11642"/>
                  </a:lnTo>
                  <a:lnTo>
                    <a:pt x="47440" y="11748"/>
                  </a:lnTo>
                  <a:lnTo>
                    <a:pt x="47414" y="11855"/>
                  </a:lnTo>
                  <a:lnTo>
                    <a:pt x="47362" y="11962"/>
                  </a:lnTo>
                  <a:lnTo>
                    <a:pt x="47284" y="12042"/>
                  </a:lnTo>
                  <a:lnTo>
                    <a:pt x="47128" y="12149"/>
                  </a:lnTo>
                  <a:lnTo>
                    <a:pt x="47128" y="12149"/>
                  </a:lnTo>
                  <a:lnTo>
                    <a:pt x="47128" y="12176"/>
                  </a:lnTo>
                  <a:lnTo>
                    <a:pt x="47103" y="12176"/>
                  </a:lnTo>
                  <a:lnTo>
                    <a:pt x="47051" y="12176"/>
                  </a:lnTo>
                  <a:lnTo>
                    <a:pt x="46791" y="12096"/>
                  </a:lnTo>
                  <a:lnTo>
                    <a:pt x="46766" y="12042"/>
                  </a:lnTo>
                  <a:lnTo>
                    <a:pt x="46895" y="11829"/>
                  </a:lnTo>
                  <a:lnTo>
                    <a:pt x="46921" y="11722"/>
                  </a:lnTo>
                  <a:lnTo>
                    <a:pt x="46999" y="11588"/>
                  </a:lnTo>
                  <a:lnTo>
                    <a:pt x="46947" y="11535"/>
                  </a:lnTo>
                  <a:lnTo>
                    <a:pt x="46869" y="11562"/>
                  </a:lnTo>
                  <a:lnTo>
                    <a:pt x="46791" y="11615"/>
                  </a:lnTo>
                  <a:lnTo>
                    <a:pt x="46480" y="11829"/>
                  </a:lnTo>
                  <a:lnTo>
                    <a:pt x="46506" y="11855"/>
                  </a:lnTo>
                  <a:lnTo>
                    <a:pt x="46506" y="11882"/>
                  </a:lnTo>
                  <a:lnTo>
                    <a:pt x="46506" y="11989"/>
                  </a:lnTo>
                  <a:lnTo>
                    <a:pt x="46454" y="12042"/>
                  </a:lnTo>
                  <a:lnTo>
                    <a:pt x="46454" y="12256"/>
                  </a:lnTo>
                  <a:lnTo>
                    <a:pt x="46480" y="12283"/>
                  </a:lnTo>
                  <a:lnTo>
                    <a:pt x="46688" y="12283"/>
                  </a:lnTo>
                  <a:lnTo>
                    <a:pt x="46766" y="12336"/>
                  </a:lnTo>
                  <a:lnTo>
                    <a:pt x="46921" y="12550"/>
                  </a:lnTo>
                  <a:lnTo>
                    <a:pt x="47362" y="12763"/>
                  </a:lnTo>
                  <a:lnTo>
                    <a:pt x="47465" y="12923"/>
                  </a:lnTo>
                  <a:lnTo>
                    <a:pt x="47517" y="13217"/>
                  </a:lnTo>
                  <a:lnTo>
                    <a:pt x="47440" y="13137"/>
                  </a:lnTo>
                  <a:lnTo>
                    <a:pt x="47414" y="13190"/>
                  </a:lnTo>
                  <a:lnTo>
                    <a:pt x="47310" y="13324"/>
                  </a:lnTo>
                  <a:lnTo>
                    <a:pt x="47206" y="13457"/>
                  </a:lnTo>
                  <a:lnTo>
                    <a:pt x="47128" y="13591"/>
                  </a:lnTo>
                  <a:lnTo>
                    <a:pt x="46999" y="13644"/>
                  </a:lnTo>
                  <a:lnTo>
                    <a:pt x="46947" y="13671"/>
                  </a:lnTo>
                  <a:lnTo>
                    <a:pt x="46973" y="13538"/>
                  </a:lnTo>
                  <a:lnTo>
                    <a:pt x="46999" y="13404"/>
                  </a:lnTo>
                  <a:lnTo>
                    <a:pt x="47025" y="13324"/>
                  </a:lnTo>
                  <a:lnTo>
                    <a:pt x="47051" y="13217"/>
                  </a:lnTo>
                  <a:lnTo>
                    <a:pt x="47051" y="13110"/>
                  </a:lnTo>
                  <a:lnTo>
                    <a:pt x="47103" y="13030"/>
                  </a:lnTo>
                  <a:lnTo>
                    <a:pt x="47128" y="12950"/>
                  </a:lnTo>
                  <a:lnTo>
                    <a:pt x="47154" y="12897"/>
                  </a:lnTo>
                  <a:lnTo>
                    <a:pt x="46999" y="12683"/>
                  </a:lnTo>
                  <a:lnTo>
                    <a:pt x="46921" y="12603"/>
                  </a:lnTo>
                  <a:lnTo>
                    <a:pt x="46869" y="12603"/>
                  </a:lnTo>
                  <a:lnTo>
                    <a:pt x="46843" y="12630"/>
                  </a:lnTo>
                  <a:lnTo>
                    <a:pt x="46791" y="12656"/>
                  </a:lnTo>
                  <a:lnTo>
                    <a:pt x="46791" y="12736"/>
                  </a:lnTo>
                  <a:lnTo>
                    <a:pt x="46766" y="12763"/>
                  </a:lnTo>
                  <a:lnTo>
                    <a:pt x="46740" y="12790"/>
                  </a:lnTo>
                  <a:lnTo>
                    <a:pt x="46714" y="12790"/>
                  </a:lnTo>
                  <a:lnTo>
                    <a:pt x="46636" y="12736"/>
                  </a:lnTo>
                  <a:lnTo>
                    <a:pt x="46610" y="12736"/>
                  </a:lnTo>
                  <a:lnTo>
                    <a:pt x="46195" y="12923"/>
                  </a:lnTo>
                  <a:lnTo>
                    <a:pt x="46092" y="12897"/>
                  </a:lnTo>
                  <a:lnTo>
                    <a:pt x="45910" y="12736"/>
                  </a:lnTo>
                  <a:lnTo>
                    <a:pt x="45755" y="12763"/>
                  </a:lnTo>
                  <a:lnTo>
                    <a:pt x="45703" y="12843"/>
                  </a:lnTo>
                  <a:lnTo>
                    <a:pt x="45418" y="13190"/>
                  </a:lnTo>
                  <a:lnTo>
                    <a:pt x="45418" y="13217"/>
                  </a:lnTo>
                  <a:lnTo>
                    <a:pt x="45418" y="13217"/>
                  </a:lnTo>
                  <a:lnTo>
                    <a:pt x="45418" y="13271"/>
                  </a:lnTo>
                  <a:lnTo>
                    <a:pt x="45443" y="13297"/>
                  </a:lnTo>
                  <a:lnTo>
                    <a:pt x="45418" y="13324"/>
                  </a:lnTo>
                  <a:lnTo>
                    <a:pt x="45443" y="13324"/>
                  </a:lnTo>
                  <a:lnTo>
                    <a:pt x="45469" y="13351"/>
                  </a:lnTo>
                  <a:lnTo>
                    <a:pt x="45418" y="13431"/>
                  </a:lnTo>
                  <a:lnTo>
                    <a:pt x="45366" y="13457"/>
                  </a:lnTo>
                  <a:lnTo>
                    <a:pt x="45236" y="13404"/>
                  </a:lnTo>
                  <a:lnTo>
                    <a:pt x="45262" y="13538"/>
                  </a:lnTo>
                  <a:lnTo>
                    <a:pt x="45755" y="13805"/>
                  </a:lnTo>
                  <a:lnTo>
                    <a:pt x="45832" y="13911"/>
                  </a:lnTo>
                  <a:lnTo>
                    <a:pt x="45651" y="13938"/>
                  </a:lnTo>
                  <a:lnTo>
                    <a:pt x="45625" y="14018"/>
                  </a:lnTo>
                  <a:lnTo>
                    <a:pt x="45573" y="14072"/>
                  </a:lnTo>
                  <a:lnTo>
                    <a:pt x="45521" y="14072"/>
                  </a:lnTo>
                  <a:lnTo>
                    <a:pt x="45469" y="14072"/>
                  </a:lnTo>
                  <a:lnTo>
                    <a:pt x="45469" y="14125"/>
                  </a:lnTo>
                  <a:lnTo>
                    <a:pt x="45469" y="14125"/>
                  </a:lnTo>
                  <a:lnTo>
                    <a:pt x="45521" y="14205"/>
                  </a:lnTo>
                  <a:lnTo>
                    <a:pt x="45469" y="14259"/>
                  </a:lnTo>
                  <a:lnTo>
                    <a:pt x="45495" y="14472"/>
                  </a:lnTo>
                  <a:lnTo>
                    <a:pt x="45729" y="14686"/>
                  </a:lnTo>
                  <a:lnTo>
                    <a:pt x="45780" y="14873"/>
                  </a:lnTo>
                  <a:lnTo>
                    <a:pt x="45599" y="14766"/>
                  </a:lnTo>
                  <a:lnTo>
                    <a:pt x="45418" y="14606"/>
                  </a:lnTo>
                  <a:lnTo>
                    <a:pt x="45366" y="14392"/>
                  </a:lnTo>
                  <a:lnTo>
                    <a:pt x="45314" y="14285"/>
                  </a:lnTo>
                  <a:lnTo>
                    <a:pt x="45210" y="14339"/>
                  </a:lnTo>
                  <a:lnTo>
                    <a:pt x="45236" y="14365"/>
                  </a:lnTo>
                  <a:lnTo>
                    <a:pt x="45236" y="14445"/>
                  </a:lnTo>
                  <a:lnTo>
                    <a:pt x="45262" y="14472"/>
                  </a:lnTo>
                  <a:lnTo>
                    <a:pt x="45236" y="14526"/>
                  </a:lnTo>
                  <a:lnTo>
                    <a:pt x="44873" y="14339"/>
                  </a:lnTo>
                  <a:lnTo>
                    <a:pt x="44795" y="14232"/>
                  </a:lnTo>
                  <a:lnTo>
                    <a:pt x="44718" y="14232"/>
                  </a:lnTo>
                  <a:lnTo>
                    <a:pt x="44614" y="14365"/>
                  </a:lnTo>
                  <a:lnTo>
                    <a:pt x="44562" y="14392"/>
                  </a:lnTo>
                  <a:lnTo>
                    <a:pt x="44562" y="14419"/>
                  </a:lnTo>
                  <a:lnTo>
                    <a:pt x="44562" y="14472"/>
                  </a:lnTo>
                  <a:lnTo>
                    <a:pt x="44562" y="14526"/>
                  </a:lnTo>
                  <a:lnTo>
                    <a:pt x="44432" y="14445"/>
                  </a:lnTo>
                  <a:lnTo>
                    <a:pt x="44303" y="14445"/>
                  </a:lnTo>
                  <a:lnTo>
                    <a:pt x="44251" y="14472"/>
                  </a:lnTo>
                  <a:lnTo>
                    <a:pt x="44251" y="14499"/>
                  </a:lnTo>
                  <a:lnTo>
                    <a:pt x="44251" y="14526"/>
                  </a:lnTo>
                  <a:lnTo>
                    <a:pt x="44251" y="14579"/>
                  </a:lnTo>
                  <a:lnTo>
                    <a:pt x="44173" y="14659"/>
                  </a:lnTo>
                  <a:lnTo>
                    <a:pt x="44044" y="14793"/>
                  </a:lnTo>
                  <a:lnTo>
                    <a:pt x="43940" y="14899"/>
                  </a:lnTo>
                  <a:lnTo>
                    <a:pt x="43966" y="14899"/>
                  </a:lnTo>
                  <a:lnTo>
                    <a:pt x="43992" y="14899"/>
                  </a:lnTo>
                  <a:lnTo>
                    <a:pt x="44069" y="14899"/>
                  </a:lnTo>
                  <a:lnTo>
                    <a:pt x="44121" y="14846"/>
                  </a:lnTo>
                  <a:lnTo>
                    <a:pt x="44147" y="14793"/>
                  </a:lnTo>
                  <a:lnTo>
                    <a:pt x="44251" y="14873"/>
                  </a:lnTo>
                  <a:lnTo>
                    <a:pt x="44562" y="14766"/>
                  </a:lnTo>
                  <a:lnTo>
                    <a:pt x="45158" y="14793"/>
                  </a:lnTo>
                  <a:lnTo>
                    <a:pt x="45158" y="14873"/>
                  </a:lnTo>
                  <a:lnTo>
                    <a:pt x="45132" y="14899"/>
                  </a:lnTo>
                  <a:lnTo>
                    <a:pt x="45132" y="14899"/>
                  </a:lnTo>
                  <a:lnTo>
                    <a:pt x="45106" y="14926"/>
                  </a:lnTo>
                  <a:lnTo>
                    <a:pt x="45081" y="14979"/>
                  </a:lnTo>
                  <a:lnTo>
                    <a:pt x="45132" y="15033"/>
                  </a:lnTo>
                  <a:lnTo>
                    <a:pt x="45184" y="15060"/>
                  </a:lnTo>
                  <a:lnTo>
                    <a:pt x="45210" y="15113"/>
                  </a:lnTo>
                  <a:lnTo>
                    <a:pt x="45236" y="14953"/>
                  </a:lnTo>
                  <a:lnTo>
                    <a:pt x="45366" y="14926"/>
                  </a:lnTo>
                  <a:lnTo>
                    <a:pt x="45703" y="15060"/>
                  </a:lnTo>
                  <a:lnTo>
                    <a:pt x="45677" y="15060"/>
                  </a:lnTo>
                  <a:lnTo>
                    <a:pt x="45625" y="15113"/>
                  </a:lnTo>
                  <a:lnTo>
                    <a:pt x="45599" y="15113"/>
                  </a:lnTo>
                  <a:lnTo>
                    <a:pt x="45573" y="15060"/>
                  </a:lnTo>
                  <a:lnTo>
                    <a:pt x="45521" y="15166"/>
                  </a:lnTo>
                  <a:lnTo>
                    <a:pt x="45729" y="15220"/>
                  </a:lnTo>
                  <a:lnTo>
                    <a:pt x="45573" y="15246"/>
                  </a:lnTo>
                  <a:lnTo>
                    <a:pt x="45495" y="15327"/>
                  </a:lnTo>
                  <a:lnTo>
                    <a:pt x="45495" y="15380"/>
                  </a:lnTo>
                  <a:lnTo>
                    <a:pt x="45495" y="15460"/>
                  </a:lnTo>
                  <a:lnTo>
                    <a:pt x="45521" y="15487"/>
                  </a:lnTo>
                  <a:lnTo>
                    <a:pt x="45443" y="15540"/>
                  </a:lnTo>
                  <a:lnTo>
                    <a:pt x="45392" y="15674"/>
                  </a:lnTo>
                  <a:lnTo>
                    <a:pt x="45340" y="15727"/>
                  </a:lnTo>
                  <a:lnTo>
                    <a:pt x="45262" y="15727"/>
                  </a:lnTo>
                  <a:lnTo>
                    <a:pt x="44458" y="15300"/>
                  </a:lnTo>
                  <a:lnTo>
                    <a:pt x="44432" y="15140"/>
                  </a:lnTo>
                  <a:lnTo>
                    <a:pt x="44381" y="15193"/>
                  </a:lnTo>
                  <a:lnTo>
                    <a:pt x="44355" y="15246"/>
                  </a:lnTo>
                  <a:lnTo>
                    <a:pt x="44355" y="15407"/>
                  </a:lnTo>
                  <a:lnTo>
                    <a:pt x="44458" y="15487"/>
                  </a:lnTo>
                  <a:lnTo>
                    <a:pt x="44484" y="15567"/>
                  </a:lnTo>
                  <a:lnTo>
                    <a:pt x="44432" y="15647"/>
                  </a:lnTo>
                  <a:lnTo>
                    <a:pt x="44458" y="15754"/>
                  </a:lnTo>
                  <a:lnTo>
                    <a:pt x="44484" y="15781"/>
                  </a:lnTo>
                  <a:lnTo>
                    <a:pt x="44406" y="15861"/>
                  </a:lnTo>
                  <a:lnTo>
                    <a:pt x="44225" y="15994"/>
                  </a:lnTo>
                  <a:lnTo>
                    <a:pt x="44173" y="16021"/>
                  </a:lnTo>
                  <a:lnTo>
                    <a:pt x="44121" y="15994"/>
                  </a:lnTo>
                  <a:lnTo>
                    <a:pt x="43810" y="15514"/>
                  </a:lnTo>
                  <a:lnTo>
                    <a:pt x="43810" y="15487"/>
                  </a:lnTo>
                  <a:lnTo>
                    <a:pt x="43810" y="15433"/>
                  </a:lnTo>
                  <a:lnTo>
                    <a:pt x="43810" y="15380"/>
                  </a:lnTo>
                  <a:lnTo>
                    <a:pt x="43810" y="15300"/>
                  </a:lnTo>
                  <a:lnTo>
                    <a:pt x="43681" y="15273"/>
                  </a:lnTo>
                  <a:lnTo>
                    <a:pt x="43681" y="15220"/>
                  </a:lnTo>
                  <a:lnTo>
                    <a:pt x="43655" y="15166"/>
                  </a:lnTo>
                  <a:lnTo>
                    <a:pt x="43681" y="15140"/>
                  </a:lnTo>
                  <a:lnTo>
                    <a:pt x="43681" y="15113"/>
                  </a:lnTo>
                  <a:lnTo>
                    <a:pt x="43655" y="15033"/>
                  </a:lnTo>
                  <a:lnTo>
                    <a:pt x="43577" y="15006"/>
                  </a:lnTo>
                  <a:lnTo>
                    <a:pt x="43344" y="15006"/>
                  </a:lnTo>
                  <a:lnTo>
                    <a:pt x="43240" y="14979"/>
                  </a:lnTo>
                  <a:lnTo>
                    <a:pt x="42929" y="14579"/>
                  </a:lnTo>
                  <a:lnTo>
                    <a:pt x="42618" y="13724"/>
                  </a:lnTo>
                  <a:lnTo>
                    <a:pt x="42592" y="13538"/>
                  </a:lnTo>
                  <a:lnTo>
                    <a:pt x="42566" y="13457"/>
                  </a:lnTo>
                  <a:lnTo>
                    <a:pt x="42462" y="13377"/>
                  </a:lnTo>
                  <a:lnTo>
                    <a:pt x="42436" y="13297"/>
                  </a:lnTo>
                  <a:lnTo>
                    <a:pt x="42410" y="13190"/>
                  </a:lnTo>
                  <a:lnTo>
                    <a:pt x="42410" y="13110"/>
                  </a:lnTo>
                  <a:lnTo>
                    <a:pt x="42410" y="12950"/>
                  </a:lnTo>
                  <a:lnTo>
                    <a:pt x="41996" y="10947"/>
                  </a:lnTo>
                  <a:lnTo>
                    <a:pt x="41996" y="10680"/>
                  </a:lnTo>
                  <a:lnTo>
                    <a:pt x="41996" y="10520"/>
                  </a:lnTo>
                  <a:lnTo>
                    <a:pt x="41996" y="10440"/>
                  </a:lnTo>
                  <a:lnTo>
                    <a:pt x="41996" y="10360"/>
                  </a:lnTo>
                  <a:lnTo>
                    <a:pt x="42047" y="10200"/>
                  </a:lnTo>
                  <a:lnTo>
                    <a:pt x="42125" y="9639"/>
                  </a:lnTo>
                  <a:lnTo>
                    <a:pt x="42177" y="9238"/>
                  </a:lnTo>
                  <a:lnTo>
                    <a:pt x="42203" y="9132"/>
                  </a:lnTo>
                  <a:lnTo>
                    <a:pt x="42307" y="9078"/>
                  </a:lnTo>
                  <a:lnTo>
                    <a:pt x="42436" y="8971"/>
                  </a:lnTo>
                  <a:lnTo>
                    <a:pt x="42410" y="8891"/>
                  </a:lnTo>
                  <a:lnTo>
                    <a:pt x="42410" y="8838"/>
                  </a:lnTo>
                  <a:lnTo>
                    <a:pt x="42540" y="8598"/>
                  </a:lnTo>
                  <a:lnTo>
                    <a:pt x="42592" y="8624"/>
                  </a:lnTo>
                  <a:lnTo>
                    <a:pt x="42566" y="8571"/>
                  </a:lnTo>
                  <a:lnTo>
                    <a:pt x="42540" y="8544"/>
                  </a:lnTo>
                  <a:lnTo>
                    <a:pt x="42462" y="8384"/>
                  </a:lnTo>
                  <a:lnTo>
                    <a:pt x="42410" y="8277"/>
                  </a:lnTo>
                  <a:lnTo>
                    <a:pt x="42384" y="8170"/>
                  </a:lnTo>
                  <a:lnTo>
                    <a:pt x="42384" y="8117"/>
                  </a:lnTo>
                  <a:lnTo>
                    <a:pt x="42384" y="8064"/>
                  </a:lnTo>
                  <a:lnTo>
                    <a:pt x="42436" y="7850"/>
                  </a:lnTo>
                  <a:lnTo>
                    <a:pt x="42462" y="7636"/>
                  </a:lnTo>
                  <a:lnTo>
                    <a:pt x="42462" y="7209"/>
                  </a:lnTo>
                  <a:lnTo>
                    <a:pt x="42566" y="6488"/>
                  </a:lnTo>
                  <a:lnTo>
                    <a:pt x="42566" y="6008"/>
                  </a:lnTo>
                  <a:lnTo>
                    <a:pt x="42592" y="5901"/>
                  </a:lnTo>
                  <a:lnTo>
                    <a:pt x="42618" y="5740"/>
                  </a:lnTo>
                  <a:lnTo>
                    <a:pt x="42566" y="5420"/>
                  </a:lnTo>
                  <a:lnTo>
                    <a:pt x="42566" y="5153"/>
                  </a:lnTo>
                  <a:lnTo>
                    <a:pt x="42333" y="4058"/>
                  </a:lnTo>
                  <a:lnTo>
                    <a:pt x="41944" y="2910"/>
                  </a:lnTo>
                  <a:lnTo>
                    <a:pt x="41581" y="2056"/>
                  </a:lnTo>
                  <a:lnTo>
                    <a:pt x="41555" y="1815"/>
                  </a:lnTo>
                  <a:lnTo>
                    <a:pt x="41529" y="1789"/>
                  </a:lnTo>
                  <a:lnTo>
                    <a:pt x="41503" y="1735"/>
                  </a:lnTo>
                  <a:lnTo>
                    <a:pt x="41451" y="1735"/>
                  </a:lnTo>
                  <a:lnTo>
                    <a:pt x="41425" y="1762"/>
                  </a:lnTo>
                  <a:lnTo>
                    <a:pt x="41399" y="1789"/>
                  </a:lnTo>
                  <a:lnTo>
                    <a:pt x="41399" y="1815"/>
                  </a:lnTo>
                  <a:lnTo>
                    <a:pt x="41373" y="1842"/>
                  </a:lnTo>
                  <a:lnTo>
                    <a:pt x="41088" y="1949"/>
                  </a:lnTo>
                  <a:lnTo>
                    <a:pt x="40881" y="2082"/>
                  </a:lnTo>
                  <a:lnTo>
                    <a:pt x="40596" y="2376"/>
                  </a:lnTo>
                  <a:lnTo>
                    <a:pt x="40285" y="2777"/>
                  </a:lnTo>
                  <a:lnTo>
                    <a:pt x="40077" y="3150"/>
                  </a:lnTo>
                  <a:lnTo>
                    <a:pt x="40077" y="3364"/>
                  </a:lnTo>
                  <a:lnTo>
                    <a:pt x="40155" y="3444"/>
                  </a:lnTo>
                  <a:lnTo>
                    <a:pt x="40388" y="3524"/>
                  </a:lnTo>
                  <a:lnTo>
                    <a:pt x="40855" y="3444"/>
                  </a:lnTo>
                  <a:lnTo>
                    <a:pt x="40907" y="3578"/>
                  </a:lnTo>
                  <a:lnTo>
                    <a:pt x="40829" y="3631"/>
                  </a:lnTo>
                  <a:lnTo>
                    <a:pt x="40570" y="3898"/>
                  </a:lnTo>
                  <a:lnTo>
                    <a:pt x="40518" y="3871"/>
                  </a:lnTo>
                  <a:lnTo>
                    <a:pt x="40492" y="3791"/>
                  </a:lnTo>
                  <a:lnTo>
                    <a:pt x="40285" y="3578"/>
                  </a:lnTo>
                  <a:lnTo>
                    <a:pt x="40181" y="3551"/>
                  </a:lnTo>
                  <a:lnTo>
                    <a:pt x="40155" y="3684"/>
                  </a:lnTo>
                  <a:lnTo>
                    <a:pt x="40155" y="3818"/>
                  </a:lnTo>
                  <a:lnTo>
                    <a:pt x="40129" y="3898"/>
                  </a:lnTo>
                  <a:lnTo>
                    <a:pt x="40155" y="3978"/>
                  </a:lnTo>
                  <a:lnTo>
                    <a:pt x="40103" y="4138"/>
                  </a:lnTo>
                  <a:lnTo>
                    <a:pt x="40129" y="4299"/>
                  </a:lnTo>
                  <a:lnTo>
                    <a:pt x="40518" y="4672"/>
                  </a:lnTo>
                  <a:lnTo>
                    <a:pt x="40855" y="4939"/>
                  </a:lnTo>
                  <a:lnTo>
                    <a:pt x="41296" y="5233"/>
                  </a:lnTo>
                  <a:lnTo>
                    <a:pt x="41348" y="5367"/>
                  </a:lnTo>
                  <a:lnTo>
                    <a:pt x="41348" y="5554"/>
                  </a:lnTo>
                  <a:lnTo>
                    <a:pt x="41192" y="5313"/>
                  </a:lnTo>
                  <a:lnTo>
                    <a:pt x="40414" y="5287"/>
                  </a:lnTo>
                  <a:lnTo>
                    <a:pt x="40233" y="5206"/>
                  </a:lnTo>
                  <a:lnTo>
                    <a:pt x="40077" y="5206"/>
                  </a:lnTo>
                  <a:lnTo>
                    <a:pt x="39792" y="5313"/>
                  </a:lnTo>
                  <a:lnTo>
                    <a:pt x="39481" y="5100"/>
                  </a:lnTo>
                  <a:lnTo>
                    <a:pt x="39403" y="5126"/>
                  </a:lnTo>
                  <a:lnTo>
                    <a:pt x="39274" y="5206"/>
                  </a:lnTo>
                  <a:lnTo>
                    <a:pt x="39222" y="5206"/>
                  </a:lnTo>
                  <a:lnTo>
                    <a:pt x="39066" y="5206"/>
                  </a:lnTo>
                  <a:lnTo>
                    <a:pt x="39014" y="5206"/>
                  </a:lnTo>
                  <a:lnTo>
                    <a:pt x="38911" y="5260"/>
                  </a:lnTo>
                  <a:lnTo>
                    <a:pt x="38807" y="5313"/>
                  </a:lnTo>
                  <a:lnTo>
                    <a:pt x="38548" y="5313"/>
                  </a:lnTo>
                  <a:lnTo>
                    <a:pt x="38444" y="5420"/>
                  </a:lnTo>
                  <a:lnTo>
                    <a:pt x="38314" y="5554"/>
                  </a:lnTo>
                  <a:lnTo>
                    <a:pt x="38263" y="5714"/>
                  </a:lnTo>
                  <a:lnTo>
                    <a:pt x="38211" y="5901"/>
                  </a:lnTo>
                  <a:lnTo>
                    <a:pt x="38185" y="6008"/>
                  </a:lnTo>
                  <a:lnTo>
                    <a:pt x="38133" y="6088"/>
                  </a:lnTo>
                  <a:lnTo>
                    <a:pt x="38133" y="6168"/>
                  </a:lnTo>
                  <a:lnTo>
                    <a:pt x="38185" y="6221"/>
                  </a:lnTo>
                  <a:lnTo>
                    <a:pt x="38185" y="6275"/>
                  </a:lnTo>
                  <a:lnTo>
                    <a:pt x="38133" y="6328"/>
                  </a:lnTo>
                  <a:lnTo>
                    <a:pt x="38081" y="6488"/>
                  </a:lnTo>
                  <a:lnTo>
                    <a:pt x="38055" y="6568"/>
                  </a:lnTo>
                  <a:lnTo>
                    <a:pt x="38003" y="6595"/>
                  </a:lnTo>
                  <a:lnTo>
                    <a:pt x="37977" y="6675"/>
                  </a:lnTo>
                  <a:lnTo>
                    <a:pt x="37952" y="6702"/>
                  </a:lnTo>
                  <a:lnTo>
                    <a:pt x="37926" y="6728"/>
                  </a:lnTo>
                  <a:lnTo>
                    <a:pt x="37926" y="6755"/>
                  </a:lnTo>
                  <a:lnTo>
                    <a:pt x="37952" y="6809"/>
                  </a:lnTo>
                  <a:lnTo>
                    <a:pt x="37796" y="6862"/>
                  </a:lnTo>
                  <a:lnTo>
                    <a:pt x="37485" y="6889"/>
                  </a:lnTo>
                  <a:lnTo>
                    <a:pt x="36681" y="7236"/>
                  </a:lnTo>
                  <a:lnTo>
                    <a:pt x="36474" y="7369"/>
                  </a:lnTo>
                  <a:lnTo>
                    <a:pt x="36163" y="7636"/>
                  </a:lnTo>
                  <a:lnTo>
                    <a:pt x="35955" y="7690"/>
                  </a:lnTo>
                  <a:lnTo>
                    <a:pt x="35722" y="7877"/>
                  </a:lnTo>
                  <a:lnTo>
                    <a:pt x="35593" y="7930"/>
                  </a:lnTo>
                  <a:lnTo>
                    <a:pt x="35489" y="7983"/>
                  </a:lnTo>
                  <a:lnTo>
                    <a:pt x="35230" y="7877"/>
                  </a:lnTo>
                  <a:lnTo>
                    <a:pt x="35126" y="7877"/>
                  </a:lnTo>
                  <a:lnTo>
                    <a:pt x="34996" y="7930"/>
                  </a:lnTo>
                  <a:lnTo>
                    <a:pt x="34918" y="8064"/>
                  </a:lnTo>
                  <a:lnTo>
                    <a:pt x="34918" y="8170"/>
                  </a:lnTo>
                  <a:lnTo>
                    <a:pt x="34944" y="8384"/>
                  </a:lnTo>
                  <a:lnTo>
                    <a:pt x="34867" y="8411"/>
                  </a:lnTo>
                  <a:lnTo>
                    <a:pt x="34763" y="8411"/>
                  </a:lnTo>
                  <a:lnTo>
                    <a:pt x="34685" y="8357"/>
                  </a:lnTo>
                  <a:lnTo>
                    <a:pt x="34581" y="8170"/>
                  </a:lnTo>
                  <a:lnTo>
                    <a:pt x="34400" y="8064"/>
                  </a:lnTo>
                  <a:lnTo>
                    <a:pt x="34322" y="8037"/>
                  </a:lnTo>
                  <a:lnTo>
                    <a:pt x="34296" y="7930"/>
                  </a:lnTo>
                  <a:lnTo>
                    <a:pt x="34374" y="7850"/>
                  </a:lnTo>
                  <a:lnTo>
                    <a:pt x="34530" y="7583"/>
                  </a:lnTo>
                  <a:lnTo>
                    <a:pt x="34581" y="7503"/>
                  </a:lnTo>
                  <a:lnTo>
                    <a:pt x="34659" y="7396"/>
                  </a:lnTo>
                  <a:lnTo>
                    <a:pt x="34711" y="7343"/>
                  </a:lnTo>
                  <a:lnTo>
                    <a:pt x="34815" y="6809"/>
                  </a:lnTo>
                  <a:lnTo>
                    <a:pt x="35048" y="6755"/>
                  </a:lnTo>
                  <a:lnTo>
                    <a:pt x="35567" y="7022"/>
                  </a:lnTo>
                  <a:lnTo>
                    <a:pt x="35644" y="6889"/>
                  </a:lnTo>
                  <a:lnTo>
                    <a:pt x="35644" y="6809"/>
                  </a:lnTo>
                  <a:lnTo>
                    <a:pt x="35670" y="6675"/>
                  </a:lnTo>
                  <a:lnTo>
                    <a:pt x="35722" y="6542"/>
                  </a:lnTo>
                  <a:lnTo>
                    <a:pt x="35774" y="6515"/>
                  </a:lnTo>
                  <a:lnTo>
                    <a:pt x="35930" y="6488"/>
                  </a:lnTo>
                  <a:lnTo>
                    <a:pt x="36033" y="6301"/>
                  </a:lnTo>
                  <a:lnTo>
                    <a:pt x="36163" y="6088"/>
                  </a:lnTo>
                  <a:lnTo>
                    <a:pt x="36241" y="5981"/>
                  </a:lnTo>
                  <a:lnTo>
                    <a:pt x="36267" y="6168"/>
                  </a:lnTo>
                  <a:lnTo>
                    <a:pt x="36267" y="5954"/>
                  </a:lnTo>
                  <a:lnTo>
                    <a:pt x="36189" y="5901"/>
                  </a:lnTo>
                  <a:lnTo>
                    <a:pt x="36007" y="5954"/>
                  </a:lnTo>
                  <a:lnTo>
                    <a:pt x="35800" y="6088"/>
                  </a:lnTo>
                  <a:lnTo>
                    <a:pt x="35593" y="6328"/>
                  </a:lnTo>
                  <a:lnTo>
                    <a:pt x="35541" y="6408"/>
                  </a:lnTo>
                  <a:lnTo>
                    <a:pt x="35463" y="6488"/>
                  </a:lnTo>
                  <a:lnTo>
                    <a:pt x="35230" y="6595"/>
                  </a:lnTo>
                  <a:lnTo>
                    <a:pt x="35048" y="6675"/>
                  </a:lnTo>
                  <a:lnTo>
                    <a:pt x="34011" y="6408"/>
                  </a:lnTo>
                  <a:lnTo>
                    <a:pt x="33778" y="6435"/>
                  </a:lnTo>
                  <a:lnTo>
                    <a:pt x="33596" y="6301"/>
                  </a:lnTo>
                  <a:lnTo>
                    <a:pt x="33493" y="6301"/>
                  </a:lnTo>
                  <a:lnTo>
                    <a:pt x="33052" y="6488"/>
                  </a:lnTo>
                  <a:lnTo>
                    <a:pt x="32326" y="6488"/>
                  </a:lnTo>
                  <a:lnTo>
                    <a:pt x="32145" y="6435"/>
                  </a:lnTo>
                  <a:lnTo>
                    <a:pt x="31341" y="6488"/>
                  </a:lnTo>
                  <a:lnTo>
                    <a:pt x="30797" y="6328"/>
                  </a:lnTo>
                  <a:lnTo>
                    <a:pt x="30641" y="6355"/>
                  </a:lnTo>
                  <a:lnTo>
                    <a:pt x="30641" y="6408"/>
                  </a:lnTo>
                  <a:lnTo>
                    <a:pt x="30667" y="6435"/>
                  </a:lnTo>
                  <a:lnTo>
                    <a:pt x="30693" y="6461"/>
                  </a:lnTo>
                  <a:lnTo>
                    <a:pt x="30719" y="6461"/>
                  </a:lnTo>
                  <a:lnTo>
                    <a:pt x="30693" y="6515"/>
                  </a:lnTo>
                  <a:lnTo>
                    <a:pt x="30615" y="6515"/>
                  </a:lnTo>
                  <a:lnTo>
                    <a:pt x="30563" y="6568"/>
                  </a:lnTo>
                  <a:lnTo>
                    <a:pt x="30460" y="6675"/>
                  </a:lnTo>
                  <a:lnTo>
                    <a:pt x="30382" y="6755"/>
                  </a:lnTo>
                  <a:lnTo>
                    <a:pt x="30304" y="6782"/>
                  </a:lnTo>
                  <a:lnTo>
                    <a:pt x="30174" y="6809"/>
                  </a:lnTo>
                  <a:lnTo>
                    <a:pt x="30097" y="6862"/>
                  </a:lnTo>
                  <a:lnTo>
                    <a:pt x="30045" y="6969"/>
                  </a:lnTo>
                  <a:lnTo>
                    <a:pt x="29993" y="7022"/>
                  </a:lnTo>
                  <a:lnTo>
                    <a:pt x="29993" y="7102"/>
                  </a:lnTo>
                  <a:lnTo>
                    <a:pt x="29941" y="7209"/>
                  </a:lnTo>
                  <a:lnTo>
                    <a:pt x="29889" y="7236"/>
                  </a:lnTo>
                  <a:lnTo>
                    <a:pt x="29708" y="7289"/>
                  </a:lnTo>
                  <a:lnTo>
                    <a:pt x="29656" y="7316"/>
                  </a:lnTo>
                  <a:lnTo>
                    <a:pt x="29475" y="7423"/>
                  </a:lnTo>
                  <a:lnTo>
                    <a:pt x="28438" y="7877"/>
                  </a:lnTo>
                  <a:lnTo>
                    <a:pt x="28723" y="7930"/>
                  </a:lnTo>
                  <a:lnTo>
                    <a:pt x="28801" y="7983"/>
                  </a:lnTo>
                  <a:lnTo>
                    <a:pt x="28619" y="8197"/>
                  </a:lnTo>
                  <a:lnTo>
                    <a:pt x="28464" y="8304"/>
                  </a:lnTo>
                  <a:lnTo>
                    <a:pt x="28256" y="8304"/>
                  </a:lnTo>
                  <a:lnTo>
                    <a:pt x="28152" y="8304"/>
                  </a:lnTo>
                  <a:lnTo>
                    <a:pt x="28049" y="8384"/>
                  </a:lnTo>
                  <a:lnTo>
                    <a:pt x="27945" y="8384"/>
                  </a:lnTo>
                  <a:lnTo>
                    <a:pt x="27893" y="8411"/>
                  </a:lnTo>
                  <a:lnTo>
                    <a:pt x="27867" y="8518"/>
                  </a:lnTo>
                  <a:lnTo>
                    <a:pt x="27841" y="8624"/>
                  </a:lnTo>
                  <a:lnTo>
                    <a:pt x="27841" y="8678"/>
                  </a:lnTo>
                  <a:lnTo>
                    <a:pt x="27738" y="8785"/>
                  </a:lnTo>
                  <a:lnTo>
                    <a:pt x="27530" y="8811"/>
                  </a:lnTo>
                  <a:lnTo>
                    <a:pt x="27064" y="9132"/>
                  </a:lnTo>
                  <a:lnTo>
                    <a:pt x="26986" y="9212"/>
                  </a:lnTo>
                  <a:lnTo>
                    <a:pt x="26908" y="9372"/>
                  </a:lnTo>
                  <a:lnTo>
                    <a:pt x="26882" y="9506"/>
                  </a:lnTo>
                  <a:lnTo>
                    <a:pt x="26830" y="9692"/>
                  </a:lnTo>
                  <a:lnTo>
                    <a:pt x="26753" y="9799"/>
                  </a:lnTo>
                  <a:lnTo>
                    <a:pt x="26597" y="9959"/>
                  </a:lnTo>
                  <a:lnTo>
                    <a:pt x="26545" y="10066"/>
                  </a:lnTo>
                  <a:lnTo>
                    <a:pt x="26519" y="10307"/>
                  </a:lnTo>
                  <a:lnTo>
                    <a:pt x="26493" y="10307"/>
                  </a:lnTo>
                  <a:lnTo>
                    <a:pt x="26416" y="10226"/>
                  </a:lnTo>
                  <a:lnTo>
                    <a:pt x="26390" y="10200"/>
                  </a:lnTo>
                  <a:lnTo>
                    <a:pt x="26364" y="10200"/>
                  </a:lnTo>
                  <a:lnTo>
                    <a:pt x="26338" y="10226"/>
                  </a:lnTo>
                  <a:lnTo>
                    <a:pt x="26312" y="10226"/>
                  </a:lnTo>
                  <a:lnTo>
                    <a:pt x="26286" y="10226"/>
                  </a:lnTo>
                  <a:lnTo>
                    <a:pt x="26286" y="10146"/>
                  </a:lnTo>
                  <a:lnTo>
                    <a:pt x="26286" y="10066"/>
                  </a:lnTo>
                  <a:lnTo>
                    <a:pt x="26364" y="9879"/>
                  </a:lnTo>
                  <a:lnTo>
                    <a:pt x="26416" y="9853"/>
                  </a:lnTo>
                  <a:lnTo>
                    <a:pt x="26493" y="9773"/>
                  </a:lnTo>
                  <a:lnTo>
                    <a:pt x="26519" y="9719"/>
                  </a:lnTo>
                  <a:lnTo>
                    <a:pt x="26493" y="9666"/>
                  </a:lnTo>
                  <a:lnTo>
                    <a:pt x="26519" y="9612"/>
                  </a:lnTo>
                  <a:lnTo>
                    <a:pt x="26571" y="9532"/>
                  </a:lnTo>
                  <a:lnTo>
                    <a:pt x="26675" y="9425"/>
                  </a:lnTo>
                  <a:lnTo>
                    <a:pt x="26804" y="9319"/>
                  </a:lnTo>
                  <a:lnTo>
                    <a:pt x="26830" y="9185"/>
                  </a:lnTo>
                  <a:lnTo>
                    <a:pt x="26882" y="9105"/>
                  </a:lnTo>
                  <a:lnTo>
                    <a:pt x="27271" y="8865"/>
                  </a:lnTo>
                  <a:lnTo>
                    <a:pt x="27375" y="8731"/>
                  </a:lnTo>
                  <a:lnTo>
                    <a:pt x="27504" y="8598"/>
                  </a:lnTo>
                  <a:lnTo>
                    <a:pt x="27608" y="8411"/>
                  </a:lnTo>
                  <a:lnTo>
                    <a:pt x="27686" y="8277"/>
                  </a:lnTo>
                  <a:lnTo>
                    <a:pt x="27686" y="8144"/>
                  </a:lnTo>
                  <a:lnTo>
                    <a:pt x="27634" y="8144"/>
                  </a:lnTo>
                  <a:lnTo>
                    <a:pt x="27504" y="8251"/>
                  </a:lnTo>
                  <a:lnTo>
                    <a:pt x="27323" y="8384"/>
                  </a:lnTo>
                  <a:lnTo>
                    <a:pt x="27141" y="8544"/>
                  </a:lnTo>
                  <a:lnTo>
                    <a:pt x="27038" y="8678"/>
                  </a:lnTo>
                  <a:lnTo>
                    <a:pt x="26986" y="8731"/>
                  </a:lnTo>
                  <a:lnTo>
                    <a:pt x="26986" y="8651"/>
                  </a:lnTo>
                  <a:lnTo>
                    <a:pt x="27012" y="8544"/>
                  </a:lnTo>
                  <a:lnTo>
                    <a:pt x="27038" y="8437"/>
                  </a:lnTo>
                  <a:lnTo>
                    <a:pt x="27116" y="8357"/>
                  </a:lnTo>
                  <a:lnTo>
                    <a:pt x="27193" y="8304"/>
                  </a:lnTo>
                  <a:lnTo>
                    <a:pt x="27271" y="8304"/>
                  </a:lnTo>
                  <a:lnTo>
                    <a:pt x="27323" y="8304"/>
                  </a:lnTo>
                  <a:lnTo>
                    <a:pt x="27556" y="8037"/>
                  </a:lnTo>
                  <a:lnTo>
                    <a:pt x="27582" y="8010"/>
                  </a:lnTo>
                  <a:lnTo>
                    <a:pt x="27634" y="7983"/>
                  </a:lnTo>
                  <a:lnTo>
                    <a:pt x="27686" y="7930"/>
                  </a:lnTo>
                  <a:lnTo>
                    <a:pt x="27764" y="7877"/>
                  </a:lnTo>
                  <a:lnTo>
                    <a:pt x="27841" y="7770"/>
                  </a:lnTo>
                  <a:lnTo>
                    <a:pt x="27867" y="7636"/>
                  </a:lnTo>
                  <a:lnTo>
                    <a:pt x="27919" y="7583"/>
                  </a:lnTo>
                  <a:lnTo>
                    <a:pt x="28049" y="7289"/>
                  </a:lnTo>
                  <a:lnTo>
                    <a:pt x="28101" y="7129"/>
                  </a:lnTo>
                  <a:lnTo>
                    <a:pt x="28178" y="7022"/>
                  </a:lnTo>
                  <a:lnTo>
                    <a:pt x="28204" y="6969"/>
                  </a:lnTo>
                  <a:lnTo>
                    <a:pt x="28256" y="6862"/>
                  </a:lnTo>
                  <a:lnTo>
                    <a:pt x="28256" y="6782"/>
                  </a:lnTo>
                  <a:lnTo>
                    <a:pt x="28204" y="6755"/>
                  </a:lnTo>
                  <a:lnTo>
                    <a:pt x="28127" y="6809"/>
                  </a:lnTo>
                  <a:lnTo>
                    <a:pt x="28075" y="6889"/>
                  </a:lnTo>
                  <a:lnTo>
                    <a:pt x="28049" y="6969"/>
                  </a:lnTo>
                  <a:lnTo>
                    <a:pt x="28023" y="6995"/>
                  </a:lnTo>
                  <a:lnTo>
                    <a:pt x="27997" y="7076"/>
                  </a:lnTo>
                  <a:lnTo>
                    <a:pt x="27919" y="7263"/>
                  </a:lnTo>
                  <a:lnTo>
                    <a:pt x="27893" y="7369"/>
                  </a:lnTo>
                  <a:lnTo>
                    <a:pt x="27893" y="7396"/>
                  </a:lnTo>
                  <a:lnTo>
                    <a:pt x="27867" y="7396"/>
                  </a:lnTo>
                  <a:lnTo>
                    <a:pt x="27401" y="7930"/>
                  </a:lnTo>
                  <a:lnTo>
                    <a:pt x="27297" y="8090"/>
                  </a:lnTo>
                  <a:lnTo>
                    <a:pt x="27167" y="8197"/>
                  </a:lnTo>
                  <a:lnTo>
                    <a:pt x="27038" y="8331"/>
                  </a:lnTo>
                  <a:lnTo>
                    <a:pt x="26856" y="8437"/>
                  </a:lnTo>
                  <a:lnTo>
                    <a:pt x="26779" y="8437"/>
                  </a:lnTo>
                  <a:lnTo>
                    <a:pt x="26830" y="8384"/>
                  </a:lnTo>
                  <a:lnTo>
                    <a:pt x="27012" y="8277"/>
                  </a:lnTo>
                  <a:lnTo>
                    <a:pt x="27064" y="8170"/>
                  </a:lnTo>
                  <a:lnTo>
                    <a:pt x="27141" y="8037"/>
                  </a:lnTo>
                  <a:lnTo>
                    <a:pt x="27193" y="7983"/>
                  </a:lnTo>
                  <a:lnTo>
                    <a:pt x="27323" y="7877"/>
                  </a:lnTo>
                  <a:lnTo>
                    <a:pt x="27427" y="7743"/>
                  </a:lnTo>
                  <a:lnTo>
                    <a:pt x="27556" y="7583"/>
                  </a:lnTo>
                  <a:lnTo>
                    <a:pt x="27634" y="7423"/>
                  </a:lnTo>
                  <a:lnTo>
                    <a:pt x="27815" y="7076"/>
                  </a:lnTo>
                  <a:lnTo>
                    <a:pt x="27893" y="6809"/>
                  </a:lnTo>
                  <a:lnTo>
                    <a:pt x="27919" y="6542"/>
                  </a:lnTo>
                  <a:lnTo>
                    <a:pt x="27945" y="6328"/>
                  </a:lnTo>
                  <a:lnTo>
                    <a:pt x="28049" y="6275"/>
                  </a:lnTo>
                  <a:lnTo>
                    <a:pt x="28101" y="6194"/>
                  </a:lnTo>
                  <a:lnTo>
                    <a:pt x="28127" y="6061"/>
                  </a:lnTo>
                  <a:lnTo>
                    <a:pt x="28127" y="5981"/>
                  </a:lnTo>
                  <a:lnTo>
                    <a:pt x="28075" y="5927"/>
                  </a:lnTo>
                  <a:lnTo>
                    <a:pt x="27997" y="5927"/>
                  </a:lnTo>
                  <a:lnTo>
                    <a:pt x="27867" y="5981"/>
                  </a:lnTo>
                  <a:lnTo>
                    <a:pt x="27764" y="6061"/>
                  </a:lnTo>
                  <a:lnTo>
                    <a:pt x="27738" y="6194"/>
                  </a:lnTo>
                  <a:lnTo>
                    <a:pt x="27738" y="6275"/>
                  </a:lnTo>
                  <a:lnTo>
                    <a:pt x="27764" y="6355"/>
                  </a:lnTo>
                  <a:lnTo>
                    <a:pt x="27790" y="6408"/>
                  </a:lnTo>
                  <a:lnTo>
                    <a:pt x="27815" y="6461"/>
                  </a:lnTo>
                  <a:lnTo>
                    <a:pt x="27790" y="6622"/>
                  </a:lnTo>
                  <a:lnTo>
                    <a:pt x="27790" y="6702"/>
                  </a:lnTo>
                  <a:lnTo>
                    <a:pt x="27815" y="6728"/>
                  </a:lnTo>
                  <a:lnTo>
                    <a:pt x="27815" y="6809"/>
                  </a:lnTo>
                  <a:lnTo>
                    <a:pt x="27790" y="6942"/>
                  </a:lnTo>
                  <a:lnTo>
                    <a:pt x="27660" y="7129"/>
                  </a:lnTo>
                  <a:lnTo>
                    <a:pt x="27634" y="7236"/>
                  </a:lnTo>
                  <a:lnTo>
                    <a:pt x="27453" y="7423"/>
                  </a:lnTo>
                  <a:lnTo>
                    <a:pt x="27427" y="7503"/>
                  </a:lnTo>
                  <a:lnTo>
                    <a:pt x="27375" y="7556"/>
                  </a:lnTo>
                  <a:lnTo>
                    <a:pt x="27323" y="7663"/>
                  </a:lnTo>
                  <a:lnTo>
                    <a:pt x="27271" y="7743"/>
                  </a:lnTo>
                  <a:lnTo>
                    <a:pt x="27090" y="7903"/>
                  </a:lnTo>
                  <a:lnTo>
                    <a:pt x="27038" y="7983"/>
                  </a:lnTo>
                  <a:lnTo>
                    <a:pt x="26986" y="8037"/>
                  </a:lnTo>
                  <a:lnTo>
                    <a:pt x="26908" y="8064"/>
                  </a:lnTo>
                  <a:lnTo>
                    <a:pt x="26882" y="8037"/>
                  </a:lnTo>
                  <a:lnTo>
                    <a:pt x="26934" y="7903"/>
                  </a:lnTo>
                  <a:lnTo>
                    <a:pt x="27038" y="7823"/>
                  </a:lnTo>
                  <a:lnTo>
                    <a:pt x="27141" y="7743"/>
                  </a:lnTo>
                  <a:lnTo>
                    <a:pt x="27193" y="7636"/>
                  </a:lnTo>
                  <a:lnTo>
                    <a:pt x="27245" y="7583"/>
                  </a:lnTo>
                  <a:lnTo>
                    <a:pt x="27271" y="7503"/>
                  </a:lnTo>
                  <a:lnTo>
                    <a:pt x="27297" y="7423"/>
                  </a:lnTo>
                  <a:lnTo>
                    <a:pt x="27323" y="7369"/>
                  </a:lnTo>
                  <a:lnTo>
                    <a:pt x="27375" y="7316"/>
                  </a:lnTo>
                  <a:lnTo>
                    <a:pt x="27608" y="6942"/>
                  </a:lnTo>
                  <a:lnTo>
                    <a:pt x="27634" y="6835"/>
                  </a:lnTo>
                  <a:lnTo>
                    <a:pt x="27634" y="6782"/>
                  </a:lnTo>
                  <a:lnTo>
                    <a:pt x="27608" y="6782"/>
                  </a:lnTo>
                  <a:lnTo>
                    <a:pt x="27608" y="6755"/>
                  </a:lnTo>
                  <a:lnTo>
                    <a:pt x="27582" y="6728"/>
                  </a:lnTo>
                  <a:lnTo>
                    <a:pt x="27556" y="6728"/>
                  </a:lnTo>
                  <a:lnTo>
                    <a:pt x="27556" y="6728"/>
                  </a:lnTo>
                  <a:lnTo>
                    <a:pt x="27556" y="6702"/>
                  </a:lnTo>
                  <a:lnTo>
                    <a:pt x="27582" y="6675"/>
                  </a:lnTo>
                  <a:lnTo>
                    <a:pt x="27582" y="6622"/>
                  </a:lnTo>
                  <a:lnTo>
                    <a:pt x="27582" y="6595"/>
                  </a:lnTo>
                  <a:lnTo>
                    <a:pt x="27582" y="6568"/>
                  </a:lnTo>
                  <a:lnTo>
                    <a:pt x="27556" y="6435"/>
                  </a:lnTo>
                  <a:lnTo>
                    <a:pt x="27556" y="6328"/>
                  </a:lnTo>
                  <a:lnTo>
                    <a:pt x="27608" y="6194"/>
                  </a:lnTo>
                  <a:lnTo>
                    <a:pt x="27608" y="6088"/>
                  </a:lnTo>
                  <a:lnTo>
                    <a:pt x="27582" y="6061"/>
                  </a:lnTo>
                  <a:lnTo>
                    <a:pt x="27530" y="6061"/>
                  </a:lnTo>
                  <a:lnTo>
                    <a:pt x="27504" y="6141"/>
                  </a:lnTo>
                  <a:lnTo>
                    <a:pt x="27504" y="6221"/>
                  </a:lnTo>
                  <a:lnTo>
                    <a:pt x="27401" y="6461"/>
                  </a:lnTo>
                  <a:lnTo>
                    <a:pt x="27401" y="6942"/>
                  </a:lnTo>
                  <a:lnTo>
                    <a:pt x="27323" y="7049"/>
                  </a:lnTo>
                  <a:lnTo>
                    <a:pt x="27271" y="7156"/>
                  </a:lnTo>
                  <a:lnTo>
                    <a:pt x="27245" y="7289"/>
                  </a:lnTo>
                  <a:lnTo>
                    <a:pt x="27245" y="7369"/>
                  </a:lnTo>
                  <a:lnTo>
                    <a:pt x="27193" y="7396"/>
                  </a:lnTo>
                  <a:lnTo>
                    <a:pt x="27116" y="7503"/>
                  </a:lnTo>
                  <a:lnTo>
                    <a:pt x="27090" y="7530"/>
                  </a:lnTo>
                  <a:lnTo>
                    <a:pt x="27064" y="7583"/>
                  </a:lnTo>
                  <a:lnTo>
                    <a:pt x="27038" y="7610"/>
                  </a:lnTo>
                  <a:lnTo>
                    <a:pt x="27012" y="7663"/>
                  </a:lnTo>
                  <a:lnTo>
                    <a:pt x="26986" y="7743"/>
                  </a:lnTo>
                  <a:lnTo>
                    <a:pt x="26986" y="7770"/>
                  </a:lnTo>
                  <a:lnTo>
                    <a:pt x="26934" y="7797"/>
                  </a:lnTo>
                  <a:lnTo>
                    <a:pt x="26934" y="7823"/>
                  </a:lnTo>
                  <a:lnTo>
                    <a:pt x="26908" y="7850"/>
                  </a:lnTo>
                  <a:lnTo>
                    <a:pt x="26882" y="7850"/>
                  </a:lnTo>
                  <a:lnTo>
                    <a:pt x="26882" y="7850"/>
                  </a:lnTo>
                  <a:lnTo>
                    <a:pt x="26856" y="7850"/>
                  </a:lnTo>
                  <a:lnTo>
                    <a:pt x="26753" y="7930"/>
                  </a:lnTo>
                  <a:lnTo>
                    <a:pt x="26649" y="7930"/>
                  </a:lnTo>
                  <a:lnTo>
                    <a:pt x="26597" y="7903"/>
                  </a:lnTo>
                  <a:lnTo>
                    <a:pt x="26519" y="7903"/>
                  </a:lnTo>
                  <a:lnTo>
                    <a:pt x="26416" y="7930"/>
                  </a:lnTo>
                  <a:lnTo>
                    <a:pt x="26130" y="8144"/>
                  </a:lnTo>
                  <a:lnTo>
                    <a:pt x="26053" y="8197"/>
                  </a:lnTo>
                  <a:lnTo>
                    <a:pt x="25845" y="8251"/>
                  </a:lnTo>
                  <a:lnTo>
                    <a:pt x="25767" y="8277"/>
                  </a:lnTo>
                  <a:lnTo>
                    <a:pt x="25845" y="8117"/>
                  </a:lnTo>
                  <a:lnTo>
                    <a:pt x="25923" y="8090"/>
                  </a:lnTo>
                  <a:lnTo>
                    <a:pt x="26079" y="8037"/>
                  </a:lnTo>
                  <a:lnTo>
                    <a:pt x="26338" y="7850"/>
                  </a:lnTo>
                  <a:lnTo>
                    <a:pt x="26649" y="7823"/>
                  </a:lnTo>
                  <a:lnTo>
                    <a:pt x="26753" y="7797"/>
                  </a:lnTo>
                  <a:lnTo>
                    <a:pt x="26830" y="7690"/>
                  </a:lnTo>
                  <a:lnTo>
                    <a:pt x="26882" y="7610"/>
                  </a:lnTo>
                  <a:lnTo>
                    <a:pt x="27038" y="7236"/>
                  </a:lnTo>
                  <a:lnTo>
                    <a:pt x="27141" y="6969"/>
                  </a:lnTo>
                  <a:lnTo>
                    <a:pt x="27167" y="6755"/>
                  </a:lnTo>
                  <a:lnTo>
                    <a:pt x="27090" y="6755"/>
                  </a:lnTo>
                  <a:lnTo>
                    <a:pt x="27038" y="6862"/>
                  </a:lnTo>
                  <a:lnTo>
                    <a:pt x="26856" y="7369"/>
                  </a:lnTo>
                  <a:lnTo>
                    <a:pt x="26779" y="7583"/>
                  </a:lnTo>
                  <a:lnTo>
                    <a:pt x="26779" y="7423"/>
                  </a:lnTo>
                  <a:lnTo>
                    <a:pt x="26908" y="6942"/>
                  </a:lnTo>
                  <a:lnTo>
                    <a:pt x="26908" y="6862"/>
                  </a:lnTo>
                  <a:lnTo>
                    <a:pt x="26934" y="6782"/>
                  </a:lnTo>
                  <a:lnTo>
                    <a:pt x="26934" y="6755"/>
                  </a:lnTo>
                  <a:lnTo>
                    <a:pt x="26856" y="6782"/>
                  </a:lnTo>
                  <a:lnTo>
                    <a:pt x="26830" y="6835"/>
                  </a:lnTo>
                  <a:lnTo>
                    <a:pt x="26779" y="6889"/>
                  </a:lnTo>
                  <a:lnTo>
                    <a:pt x="26753" y="6969"/>
                  </a:lnTo>
                  <a:lnTo>
                    <a:pt x="26727" y="7049"/>
                  </a:lnTo>
                  <a:lnTo>
                    <a:pt x="26675" y="7102"/>
                  </a:lnTo>
                  <a:lnTo>
                    <a:pt x="26675" y="7049"/>
                  </a:lnTo>
                  <a:lnTo>
                    <a:pt x="26649" y="7022"/>
                  </a:lnTo>
                  <a:lnTo>
                    <a:pt x="26623" y="6995"/>
                  </a:lnTo>
                  <a:lnTo>
                    <a:pt x="26571" y="6995"/>
                  </a:lnTo>
                  <a:lnTo>
                    <a:pt x="26493" y="7289"/>
                  </a:lnTo>
                  <a:lnTo>
                    <a:pt x="26390" y="7236"/>
                  </a:lnTo>
                  <a:lnTo>
                    <a:pt x="26312" y="7289"/>
                  </a:lnTo>
                  <a:lnTo>
                    <a:pt x="26260" y="7423"/>
                  </a:lnTo>
                  <a:lnTo>
                    <a:pt x="26104" y="7610"/>
                  </a:lnTo>
                  <a:lnTo>
                    <a:pt x="25975" y="7690"/>
                  </a:lnTo>
                  <a:lnTo>
                    <a:pt x="25793" y="7797"/>
                  </a:lnTo>
                  <a:lnTo>
                    <a:pt x="25612" y="7797"/>
                  </a:lnTo>
                  <a:lnTo>
                    <a:pt x="25586" y="7743"/>
                  </a:lnTo>
                  <a:lnTo>
                    <a:pt x="25716" y="7743"/>
                  </a:lnTo>
                  <a:lnTo>
                    <a:pt x="25767" y="7690"/>
                  </a:lnTo>
                  <a:lnTo>
                    <a:pt x="25819" y="7636"/>
                  </a:lnTo>
                  <a:lnTo>
                    <a:pt x="25871" y="7556"/>
                  </a:lnTo>
                  <a:lnTo>
                    <a:pt x="25975" y="7369"/>
                  </a:lnTo>
                  <a:lnTo>
                    <a:pt x="26001" y="7289"/>
                  </a:lnTo>
                  <a:lnTo>
                    <a:pt x="26156" y="7129"/>
                  </a:lnTo>
                  <a:lnTo>
                    <a:pt x="26286" y="7102"/>
                  </a:lnTo>
                  <a:lnTo>
                    <a:pt x="26338" y="7076"/>
                  </a:lnTo>
                  <a:lnTo>
                    <a:pt x="26338" y="6889"/>
                  </a:lnTo>
                  <a:lnTo>
                    <a:pt x="26312" y="6809"/>
                  </a:lnTo>
                  <a:lnTo>
                    <a:pt x="26130" y="6702"/>
                  </a:lnTo>
                  <a:lnTo>
                    <a:pt x="26027" y="6488"/>
                  </a:lnTo>
                  <a:lnTo>
                    <a:pt x="26001" y="6461"/>
                  </a:lnTo>
                  <a:lnTo>
                    <a:pt x="25845" y="6435"/>
                  </a:lnTo>
                  <a:lnTo>
                    <a:pt x="25767" y="6488"/>
                  </a:lnTo>
                  <a:lnTo>
                    <a:pt x="25664" y="6595"/>
                  </a:lnTo>
                  <a:lnTo>
                    <a:pt x="25664" y="6809"/>
                  </a:lnTo>
                  <a:lnTo>
                    <a:pt x="25353" y="6595"/>
                  </a:lnTo>
                  <a:lnTo>
                    <a:pt x="25275" y="6568"/>
                  </a:lnTo>
                  <a:lnTo>
                    <a:pt x="25093" y="6595"/>
                  </a:lnTo>
                  <a:lnTo>
                    <a:pt x="25016" y="6568"/>
                  </a:lnTo>
                  <a:lnTo>
                    <a:pt x="25068" y="6515"/>
                  </a:lnTo>
                  <a:lnTo>
                    <a:pt x="25016" y="6461"/>
                  </a:lnTo>
                  <a:lnTo>
                    <a:pt x="24860" y="6435"/>
                  </a:lnTo>
                  <a:lnTo>
                    <a:pt x="24575" y="6515"/>
                  </a:lnTo>
                  <a:lnTo>
                    <a:pt x="24601" y="6595"/>
                  </a:lnTo>
                  <a:lnTo>
                    <a:pt x="24782" y="6542"/>
                  </a:lnTo>
                  <a:lnTo>
                    <a:pt x="24834" y="6595"/>
                  </a:lnTo>
                  <a:lnTo>
                    <a:pt x="24886" y="6702"/>
                  </a:lnTo>
                  <a:lnTo>
                    <a:pt x="24886" y="6755"/>
                  </a:lnTo>
                  <a:lnTo>
                    <a:pt x="24886" y="6809"/>
                  </a:lnTo>
                  <a:lnTo>
                    <a:pt x="24834" y="6889"/>
                  </a:lnTo>
                  <a:lnTo>
                    <a:pt x="24808" y="6969"/>
                  </a:lnTo>
                  <a:lnTo>
                    <a:pt x="24834" y="6969"/>
                  </a:lnTo>
                  <a:lnTo>
                    <a:pt x="25249" y="6862"/>
                  </a:lnTo>
                  <a:lnTo>
                    <a:pt x="25301" y="6889"/>
                  </a:lnTo>
                  <a:lnTo>
                    <a:pt x="25327" y="6969"/>
                  </a:lnTo>
                  <a:lnTo>
                    <a:pt x="25068" y="7129"/>
                  </a:lnTo>
                  <a:lnTo>
                    <a:pt x="24705" y="7503"/>
                  </a:lnTo>
                  <a:lnTo>
                    <a:pt x="24575" y="7556"/>
                  </a:lnTo>
                  <a:lnTo>
                    <a:pt x="24445" y="7610"/>
                  </a:lnTo>
                  <a:lnTo>
                    <a:pt x="24368" y="7636"/>
                  </a:lnTo>
                  <a:lnTo>
                    <a:pt x="24342" y="7663"/>
                  </a:lnTo>
                  <a:lnTo>
                    <a:pt x="24290" y="7690"/>
                  </a:lnTo>
                  <a:lnTo>
                    <a:pt x="24264" y="7663"/>
                  </a:lnTo>
                  <a:lnTo>
                    <a:pt x="24238" y="7610"/>
                  </a:lnTo>
                  <a:lnTo>
                    <a:pt x="24264" y="7556"/>
                  </a:lnTo>
                  <a:lnTo>
                    <a:pt x="24342" y="7503"/>
                  </a:lnTo>
                  <a:lnTo>
                    <a:pt x="24471" y="7396"/>
                  </a:lnTo>
                  <a:lnTo>
                    <a:pt x="24368" y="7396"/>
                  </a:lnTo>
                  <a:lnTo>
                    <a:pt x="24134" y="7583"/>
                  </a:lnTo>
                  <a:lnTo>
                    <a:pt x="24057" y="7583"/>
                  </a:lnTo>
                  <a:lnTo>
                    <a:pt x="24005" y="7743"/>
                  </a:lnTo>
                  <a:lnTo>
                    <a:pt x="23953" y="7797"/>
                  </a:lnTo>
                  <a:lnTo>
                    <a:pt x="23849" y="7797"/>
                  </a:lnTo>
                  <a:lnTo>
                    <a:pt x="23823" y="7770"/>
                  </a:lnTo>
                  <a:lnTo>
                    <a:pt x="23720" y="7743"/>
                  </a:lnTo>
                  <a:lnTo>
                    <a:pt x="23460" y="7823"/>
                  </a:lnTo>
                  <a:lnTo>
                    <a:pt x="23357" y="7770"/>
                  </a:lnTo>
                  <a:lnTo>
                    <a:pt x="23357" y="7743"/>
                  </a:lnTo>
                  <a:lnTo>
                    <a:pt x="23383" y="7690"/>
                  </a:lnTo>
                  <a:lnTo>
                    <a:pt x="23383" y="7636"/>
                  </a:lnTo>
                  <a:lnTo>
                    <a:pt x="23383" y="7610"/>
                  </a:lnTo>
                  <a:lnTo>
                    <a:pt x="23383" y="7610"/>
                  </a:lnTo>
                  <a:lnTo>
                    <a:pt x="23357" y="7583"/>
                  </a:lnTo>
                  <a:lnTo>
                    <a:pt x="23305" y="7583"/>
                  </a:lnTo>
                  <a:lnTo>
                    <a:pt x="23279" y="7610"/>
                  </a:lnTo>
                  <a:lnTo>
                    <a:pt x="23227" y="7636"/>
                  </a:lnTo>
                  <a:lnTo>
                    <a:pt x="23201" y="7663"/>
                  </a:lnTo>
                  <a:lnTo>
                    <a:pt x="23123" y="7770"/>
                  </a:lnTo>
                  <a:lnTo>
                    <a:pt x="23123" y="7850"/>
                  </a:lnTo>
                  <a:lnTo>
                    <a:pt x="22786" y="8251"/>
                  </a:lnTo>
                  <a:lnTo>
                    <a:pt x="22683" y="8304"/>
                  </a:lnTo>
                  <a:lnTo>
                    <a:pt x="22605" y="8331"/>
                  </a:lnTo>
                  <a:lnTo>
                    <a:pt x="22657" y="8251"/>
                  </a:lnTo>
                  <a:lnTo>
                    <a:pt x="22838" y="8010"/>
                  </a:lnTo>
                  <a:lnTo>
                    <a:pt x="22968" y="7903"/>
                  </a:lnTo>
                  <a:lnTo>
                    <a:pt x="23020" y="7850"/>
                  </a:lnTo>
                  <a:lnTo>
                    <a:pt x="23046" y="7770"/>
                  </a:lnTo>
                  <a:lnTo>
                    <a:pt x="23020" y="7743"/>
                  </a:lnTo>
                  <a:lnTo>
                    <a:pt x="22968" y="7743"/>
                  </a:lnTo>
                  <a:lnTo>
                    <a:pt x="22916" y="7770"/>
                  </a:lnTo>
                  <a:lnTo>
                    <a:pt x="22838" y="7797"/>
                  </a:lnTo>
                  <a:lnTo>
                    <a:pt x="22657" y="7983"/>
                  </a:lnTo>
                  <a:lnTo>
                    <a:pt x="22605" y="7983"/>
                  </a:lnTo>
                  <a:lnTo>
                    <a:pt x="22553" y="7930"/>
                  </a:lnTo>
                  <a:lnTo>
                    <a:pt x="22501" y="7770"/>
                  </a:lnTo>
                  <a:lnTo>
                    <a:pt x="22553" y="7797"/>
                  </a:lnTo>
                  <a:lnTo>
                    <a:pt x="22605" y="7797"/>
                  </a:lnTo>
                  <a:lnTo>
                    <a:pt x="22709" y="7743"/>
                  </a:lnTo>
                  <a:lnTo>
                    <a:pt x="22734" y="7636"/>
                  </a:lnTo>
                  <a:lnTo>
                    <a:pt x="22812" y="7530"/>
                  </a:lnTo>
                  <a:lnTo>
                    <a:pt x="22786" y="7476"/>
                  </a:lnTo>
                  <a:lnTo>
                    <a:pt x="22734" y="7476"/>
                  </a:lnTo>
                  <a:lnTo>
                    <a:pt x="22657" y="7503"/>
                  </a:lnTo>
                  <a:lnTo>
                    <a:pt x="22579" y="7556"/>
                  </a:lnTo>
                  <a:lnTo>
                    <a:pt x="22423" y="7797"/>
                  </a:lnTo>
                  <a:lnTo>
                    <a:pt x="22397" y="7877"/>
                  </a:lnTo>
                  <a:lnTo>
                    <a:pt x="22216" y="8117"/>
                  </a:lnTo>
                  <a:lnTo>
                    <a:pt x="22034" y="8197"/>
                  </a:lnTo>
                  <a:lnTo>
                    <a:pt x="21749" y="8277"/>
                  </a:lnTo>
                  <a:lnTo>
                    <a:pt x="21775" y="8170"/>
                  </a:lnTo>
                  <a:lnTo>
                    <a:pt x="21827" y="8144"/>
                  </a:lnTo>
                  <a:lnTo>
                    <a:pt x="21853" y="8117"/>
                  </a:lnTo>
                  <a:lnTo>
                    <a:pt x="21931" y="8064"/>
                  </a:lnTo>
                  <a:lnTo>
                    <a:pt x="21957" y="8064"/>
                  </a:lnTo>
                  <a:lnTo>
                    <a:pt x="21983" y="8064"/>
                  </a:lnTo>
                  <a:lnTo>
                    <a:pt x="22009" y="8064"/>
                  </a:lnTo>
                  <a:lnTo>
                    <a:pt x="22034" y="8010"/>
                  </a:lnTo>
                  <a:lnTo>
                    <a:pt x="22060" y="7930"/>
                  </a:lnTo>
                  <a:lnTo>
                    <a:pt x="22086" y="7930"/>
                  </a:lnTo>
                  <a:lnTo>
                    <a:pt x="22138" y="7903"/>
                  </a:lnTo>
                  <a:lnTo>
                    <a:pt x="22190" y="7823"/>
                  </a:lnTo>
                  <a:lnTo>
                    <a:pt x="22449" y="7396"/>
                  </a:lnTo>
                  <a:lnTo>
                    <a:pt x="22501" y="7289"/>
                  </a:lnTo>
                  <a:lnTo>
                    <a:pt x="22397" y="7343"/>
                  </a:lnTo>
                  <a:lnTo>
                    <a:pt x="22268" y="7503"/>
                  </a:lnTo>
                  <a:lnTo>
                    <a:pt x="22164" y="7583"/>
                  </a:lnTo>
                  <a:lnTo>
                    <a:pt x="22164" y="7610"/>
                  </a:lnTo>
                  <a:lnTo>
                    <a:pt x="22164" y="7663"/>
                  </a:lnTo>
                  <a:lnTo>
                    <a:pt x="22138" y="7743"/>
                  </a:lnTo>
                  <a:lnTo>
                    <a:pt x="22060" y="7797"/>
                  </a:lnTo>
                  <a:lnTo>
                    <a:pt x="21957" y="7877"/>
                  </a:lnTo>
                  <a:lnTo>
                    <a:pt x="21853" y="7983"/>
                  </a:lnTo>
                  <a:lnTo>
                    <a:pt x="21749" y="8010"/>
                  </a:lnTo>
                  <a:lnTo>
                    <a:pt x="21594" y="7930"/>
                  </a:lnTo>
                  <a:lnTo>
                    <a:pt x="21490" y="7983"/>
                  </a:lnTo>
                  <a:lnTo>
                    <a:pt x="21153" y="8144"/>
                  </a:lnTo>
                  <a:lnTo>
                    <a:pt x="21049" y="8144"/>
                  </a:lnTo>
                  <a:lnTo>
                    <a:pt x="20686" y="7930"/>
                  </a:lnTo>
                  <a:lnTo>
                    <a:pt x="20505" y="7930"/>
                  </a:lnTo>
                  <a:lnTo>
                    <a:pt x="20401" y="8010"/>
                  </a:lnTo>
                  <a:lnTo>
                    <a:pt x="20272" y="8117"/>
                  </a:lnTo>
                  <a:lnTo>
                    <a:pt x="20375" y="8144"/>
                  </a:lnTo>
                  <a:lnTo>
                    <a:pt x="20375" y="8197"/>
                  </a:lnTo>
                  <a:lnTo>
                    <a:pt x="20324" y="8304"/>
                  </a:lnTo>
                  <a:lnTo>
                    <a:pt x="20194" y="8357"/>
                  </a:lnTo>
                  <a:lnTo>
                    <a:pt x="20064" y="8544"/>
                  </a:lnTo>
                  <a:lnTo>
                    <a:pt x="19987" y="8785"/>
                  </a:lnTo>
                  <a:lnTo>
                    <a:pt x="20038" y="8891"/>
                  </a:lnTo>
                  <a:lnTo>
                    <a:pt x="20142" y="8971"/>
                  </a:lnTo>
                  <a:lnTo>
                    <a:pt x="20220" y="9132"/>
                  </a:lnTo>
                  <a:lnTo>
                    <a:pt x="20246" y="9345"/>
                  </a:lnTo>
                  <a:lnTo>
                    <a:pt x="20246" y="9506"/>
                  </a:lnTo>
                  <a:lnTo>
                    <a:pt x="20012" y="9319"/>
                  </a:lnTo>
                  <a:lnTo>
                    <a:pt x="19883" y="9212"/>
                  </a:lnTo>
                  <a:lnTo>
                    <a:pt x="19727" y="9345"/>
                  </a:lnTo>
                  <a:lnTo>
                    <a:pt x="19727" y="9479"/>
                  </a:lnTo>
                  <a:lnTo>
                    <a:pt x="19779" y="9639"/>
                  </a:lnTo>
                  <a:lnTo>
                    <a:pt x="19883" y="9746"/>
                  </a:lnTo>
                  <a:lnTo>
                    <a:pt x="19935" y="9799"/>
                  </a:lnTo>
                  <a:lnTo>
                    <a:pt x="19857" y="9906"/>
                  </a:lnTo>
                  <a:lnTo>
                    <a:pt x="19779" y="9879"/>
                  </a:lnTo>
                  <a:lnTo>
                    <a:pt x="19753" y="9799"/>
                  </a:lnTo>
                  <a:lnTo>
                    <a:pt x="19675" y="9799"/>
                  </a:lnTo>
                  <a:lnTo>
                    <a:pt x="19598" y="9933"/>
                  </a:lnTo>
                  <a:lnTo>
                    <a:pt x="19546" y="9986"/>
                  </a:lnTo>
                  <a:lnTo>
                    <a:pt x="19598" y="10040"/>
                  </a:lnTo>
                  <a:lnTo>
                    <a:pt x="19727" y="10146"/>
                  </a:lnTo>
                  <a:lnTo>
                    <a:pt x="19883" y="10200"/>
                  </a:lnTo>
                  <a:lnTo>
                    <a:pt x="20012" y="10146"/>
                  </a:lnTo>
                  <a:lnTo>
                    <a:pt x="20064" y="9959"/>
                  </a:lnTo>
                  <a:lnTo>
                    <a:pt x="20168" y="9933"/>
                  </a:lnTo>
                  <a:lnTo>
                    <a:pt x="20246" y="9906"/>
                  </a:lnTo>
                  <a:lnTo>
                    <a:pt x="20298" y="9933"/>
                  </a:lnTo>
                  <a:lnTo>
                    <a:pt x="20375" y="9959"/>
                  </a:lnTo>
                  <a:lnTo>
                    <a:pt x="20453" y="10146"/>
                  </a:lnTo>
                  <a:lnTo>
                    <a:pt x="20505" y="10200"/>
                  </a:lnTo>
                  <a:lnTo>
                    <a:pt x="20635" y="10173"/>
                  </a:lnTo>
                  <a:lnTo>
                    <a:pt x="20427" y="9853"/>
                  </a:lnTo>
                  <a:lnTo>
                    <a:pt x="20583" y="9773"/>
                  </a:lnTo>
                  <a:lnTo>
                    <a:pt x="20686" y="9986"/>
                  </a:lnTo>
                  <a:lnTo>
                    <a:pt x="20790" y="10467"/>
                  </a:lnTo>
                  <a:lnTo>
                    <a:pt x="20764" y="10520"/>
                  </a:lnTo>
                  <a:lnTo>
                    <a:pt x="20738" y="10547"/>
                  </a:lnTo>
                  <a:lnTo>
                    <a:pt x="20661" y="10627"/>
                  </a:lnTo>
                  <a:lnTo>
                    <a:pt x="20635" y="10654"/>
                  </a:lnTo>
                  <a:lnTo>
                    <a:pt x="20583" y="10680"/>
                  </a:lnTo>
                  <a:lnTo>
                    <a:pt x="20531" y="10627"/>
                  </a:lnTo>
                  <a:lnTo>
                    <a:pt x="20479" y="10627"/>
                  </a:lnTo>
                  <a:lnTo>
                    <a:pt x="20427" y="10654"/>
                  </a:lnTo>
                  <a:lnTo>
                    <a:pt x="20324" y="10787"/>
                  </a:lnTo>
                  <a:lnTo>
                    <a:pt x="20246" y="10841"/>
                  </a:lnTo>
                  <a:lnTo>
                    <a:pt x="20168" y="10787"/>
                  </a:lnTo>
                  <a:lnTo>
                    <a:pt x="19727" y="10226"/>
                  </a:lnTo>
                  <a:lnTo>
                    <a:pt x="19598" y="10226"/>
                  </a:lnTo>
                  <a:lnTo>
                    <a:pt x="19546" y="10280"/>
                  </a:lnTo>
                  <a:lnTo>
                    <a:pt x="19598" y="10467"/>
                  </a:lnTo>
                  <a:lnTo>
                    <a:pt x="19520" y="10574"/>
                  </a:lnTo>
                  <a:lnTo>
                    <a:pt x="19442" y="10574"/>
                  </a:lnTo>
                  <a:lnTo>
                    <a:pt x="19416" y="10360"/>
                  </a:lnTo>
                  <a:lnTo>
                    <a:pt x="19287" y="10173"/>
                  </a:lnTo>
                  <a:lnTo>
                    <a:pt x="19287" y="9906"/>
                  </a:lnTo>
                  <a:lnTo>
                    <a:pt x="19235" y="9746"/>
                  </a:lnTo>
                  <a:lnTo>
                    <a:pt x="19157" y="9666"/>
                  </a:lnTo>
                  <a:lnTo>
                    <a:pt x="19053" y="9666"/>
                  </a:lnTo>
                  <a:lnTo>
                    <a:pt x="18976" y="9773"/>
                  </a:lnTo>
                  <a:lnTo>
                    <a:pt x="18950" y="9933"/>
                  </a:lnTo>
                  <a:lnTo>
                    <a:pt x="18898" y="10173"/>
                  </a:lnTo>
                  <a:lnTo>
                    <a:pt x="18794" y="10146"/>
                  </a:lnTo>
                  <a:lnTo>
                    <a:pt x="18664" y="9799"/>
                  </a:lnTo>
                  <a:lnTo>
                    <a:pt x="18509" y="9853"/>
                  </a:lnTo>
                  <a:lnTo>
                    <a:pt x="18509" y="9879"/>
                  </a:lnTo>
                  <a:lnTo>
                    <a:pt x="18483" y="9959"/>
                  </a:lnTo>
                  <a:lnTo>
                    <a:pt x="18405" y="9933"/>
                  </a:lnTo>
                  <a:lnTo>
                    <a:pt x="18379" y="9879"/>
                  </a:lnTo>
                  <a:lnTo>
                    <a:pt x="18353" y="9799"/>
                  </a:lnTo>
                  <a:lnTo>
                    <a:pt x="18405" y="9773"/>
                  </a:lnTo>
                  <a:lnTo>
                    <a:pt x="18405" y="9719"/>
                  </a:lnTo>
                  <a:lnTo>
                    <a:pt x="18353" y="9692"/>
                  </a:lnTo>
                  <a:lnTo>
                    <a:pt x="18327" y="9639"/>
                  </a:lnTo>
                  <a:lnTo>
                    <a:pt x="18327" y="9612"/>
                  </a:lnTo>
                  <a:lnTo>
                    <a:pt x="18353" y="9479"/>
                  </a:lnTo>
                  <a:lnTo>
                    <a:pt x="18353" y="9425"/>
                  </a:lnTo>
                  <a:lnTo>
                    <a:pt x="18327" y="9265"/>
                  </a:lnTo>
                  <a:lnTo>
                    <a:pt x="18327" y="9212"/>
                  </a:lnTo>
                  <a:lnTo>
                    <a:pt x="18250" y="9158"/>
                  </a:lnTo>
                  <a:lnTo>
                    <a:pt x="18198" y="9158"/>
                  </a:lnTo>
                  <a:lnTo>
                    <a:pt x="17965" y="9158"/>
                  </a:lnTo>
                  <a:lnTo>
                    <a:pt x="17809" y="9105"/>
                  </a:lnTo>
                  <a:lnTo>
                    <a:pt x="17705" y="9105"/>
                  </a:lnTo>
                  <a:lnTo>
                    <a:pt x="17731" y="9238"/>
                  </a:lnTo>
                  <a:lnTo>
                    <a:pt x="17731" y="9319"/>
                  </a:lnTo>
                  <a:lnTo>
                    <a:pt x="17705" y="9425"/>
                  </a:lnTo>
                  <a:lnTo>
                    <a:pt x="17653" y="9425"/>
                  </a:lnTo>
                  <a:lnTo>
                    <a:pt x="17627" y="9425"/>
                  </a:lnTo>
                  <a:lnTo>
                    <a:pt x="17602" y="9479"/>
                  </a:lnTo>
                  <a:lnTo>
                    <a:pt x="17653" y="9639"/>
                  </a:lnTo>
                  <a:lnTo>
                    <a:pt x="17861" y="9639"/>
                  </a:lnTo>
                  <a:lnTo>
                    <a:pt x="17939" y="9719"/>
                  </a:lnTo>
                  <a:lnTo>
                    <a:pt x="18094" y="10040"/>
                  </a:lnTo>
                  <a:lnTo>
                    <a:pt x="18068" y="10200"/>
                  </a:lnTo>
                  <a:lnTo>
                    <a:pt x="17965" y="10146"/>
                  </a:lnTo>
                  <a:lnTo>
                    <a:pt x="17913" y="10066"/>
                  </a:lnTo>
                  <a:lnTo>
                    <a:pt x="17887" y="9959"/>
                  </a:lnTo>
                  <a:lnTo>
                    <a:pt x="17913" y="9853"/>
                  </a:lnTo>
                  <a:lnTo>
                    <a:pt x="17861" y="9773"/>
                  </a:lnTo>
                  <a:lnTo>
                    <a:pt x="17757" y="9879"/>
                  </a:lnTo>
                  <a:lnTo>
                    <a:pt x="17705" y="9986"/>
                  </a:lnTo>
                  <a:lnTo>
                    <a:pt x="17757" y="10120"/>
                  </a:lnTo>
                  <a:lnTo>
                    <a:pt x="17835" y="10146"/>
                  </a:lnTo>
                  <a:lnTo>
                    <a:pt x="17861" y="10200"/>
                  </a:lnTo>
                  <a:lnTo>
                    <a:pt x="17887" y="10253"/>
                  </a:lnTo>
                  <a:lnTo>
                    <a:pt x="17913" y="10307"/>
                  </a:lnTo>
                  <a:lnTo>
                    <a:pt x="17887" y="10413"/>
                  </a:lnTo>
                  <a:lnTo>
                    <a:pt x="17861" y="10467"/>
                  </a:lnTo>
                  <a:lnTo>
                    <a:pt x="17861" y="10493"/>
                  </a:lnTo>
                  <a:lnTo>
                    <a:pt x="18198" y="10894"/>
                  </a:lnTo>
                  <a:lnTo>
                    <a:pt x="18250" y="10787"/>
                  </a:lnTo>
                  <a:lnTo>
                    <a:pt x="18172" y="10707"/>
                  </a:lnTo>
                  <a:lnTo>
                    <a:pt x="18353" y="10787"/>
                  </a:lnTo>
                  <a:lnTo>
                    <a:pt x="18405" y="10921"/>
                  </a:lnTo>
                  <a:lnTo>
                    <a:pt x="18431" y="11054"/>
                  </a:lnTo>
                  <a:lnTo>
                    <a:pt x="18405" y="11108"/>
                  </a:lnTo>
                  <a:lnTo>
                    <a:pt x="18327" y="11001"/>
                  </a:lnTo>
                  <a:lnTo>
                    <a:pt x="17965" y="10894"/>
                  </a:lnTo>
                  <a:lnTo>
                    <a:pt x="17731" y="10520"/>
                  </a:lnTo>
                  <a:lnTo>
                    <a:pt x="17627" y="10493"/>
                  </a:lnTo>
                  <a:lnTo>
                    <a:pt x="17679" y="10360"/>
                  </a:lnTo>
                  <a:lnTo>
                    <a:pt x="17653" y="10253"/>
                  </a:lnTo>
                  <a:lnTo>
                    <a:pt x="17472" y="10066"/>
                  </a:lnTo>
                  <a:lnTo>
                    <a:pt x="17472" y="10013"/>
                  </a:lnTo>
                  <a:lnTo>
                    <a:pt x="17472" y="9933"/>
                  </a:lnTo>
                  <a:lnTo>
                    <a:pt x="17446" y="9879"/>
                  </a:lnTo>
                  <a:lnTo>
                    <a:pt x="17316" y="9666"/>
                  </a:lnTo>
                  <a:lnTo>
                    <a:pt x="17239" y="9452"/>
                  </a:lnTo>
                  <a:lnTo>
                    <a:pt x="17239" y="9345"/>
                  </a:lnTo>
                  <a:lnTo>
                    <a:pt x="17316" y="9185"/>
                  </a:lnTo>
                  <a:lnTo>
                    <a:pt x="17394" y="8971"/>
                  </a:lnTo>
                  <a:lnTo>
                    <a:pt x="17446" y="8918"/>
                  </a:lnTo>
                  <a:lnTo>
                    <a:pt x="17524" y="8945"/>
                  </a:lnTo>
                  <a:lnTo>
                    <a:pt x="17653" y="8918"/>
                  </a:lnTo>
                  <a:lnTo>
                    <a:pt x="17627" y="8865"/>
                  </a:lnTo>
                  <a:lnTo>
                    <a:pt x="17653" y="8785"/>
                  </a:lnTo>
                  <a:lnTo>
                    <a:pt x="17653" y="8678"/>
                  </a:lnTo>
                  <a:lnTo>
                    <a:pt x="17705" y="8571"/>
                  </a:lnTo>
                  <a:lnTo>
                    <a:pt x="18068" y="8544"/>
                  </a:lnTo>
                  <a:lnTo>
                    <a:pt x="18120" y="8598"/>
                  </a:lnTo>
                  <a:lnTo>
                    <a:pt x="18094" y="8651"/>
                  </a:lnTo>
                  <a:lnTo>
                    <a:pt x="17990" y="8704"/>
                  </a:lnTo>
                  <a:lnTo>
                    <a:pt x="17913" y="8678"/>
                  </a:lnTo>
                  <a:lnTo>
                    <a:pt x="17887" y="8785"/>
                  </a:lnTo>
                  <a:lnTo>
                    <a:pt x="17861" y="8865"/>
                  </a:lnTo>
                  <a:lnTo>
                    <a:pt x="17887" y="8945"/>
                  </a:lnTo>
                  <a:lnTo>
                    <a:pt x="17913" y="8971"/>
                  </a:lnTo>
                  <a:lnTo>
                    <a:pt x="17965" y="8998"/>
                  </a:lnTo>
                  <a:lnTo>
                    <a:pt x="18068" y="8945"/>
                  </a:lnTo>
                  <a:lnTo>
                    <a:pt x="18198" y="8838"/>
                  </a:lnTo>
                  <a:lnTo>
                    <a:pt x="18276" y="8838"/>
                  </a:lnTo>
                  <a:lnTo>
                    <a:pt x="18431" y="8811"/>
                  </a:lnTo>
                  <a:lnTo>
                    <a:pt x="18483" y="8785"/>
                  </a:lnTo>
                  <a:lnTo>
                    <a:pt x="18535" y="8704"/>
                  </a:lnTo>
                  <a:lnTo>
                    <a:pt x="18742" y="8544"/>
                  </a:lnTo>
                  <a:lnTo>
                    <a:pt x="18716" y="8357"/>
                  </a:lnTo>
                  <a:lnTo>
                    <a:pt x="18716" y="8304"/>
                  </a:lnTo>
                  <a:lnTo>
                    <a:pt x="18768" y="8277"/>
                  </a:lnTo>
                  <a:lnTo>
                    <a:pt x="18846" y="8277"/>
                  </a:lnTo>
                  <a:lnTo>
                    <a:pt x="18898" y="8277"/>
                  </a:lnTo>
                  <a:lnTo>
                    <a:pt x="18950" y="8170"/>
                  </a:lnTo>
                  <a:lnTo>
                    <a:pt x="18976" y="8144"/>
                  </a:lnTo>
                  <a:lnTo>
                    <a:pt x="19001" y="8037"/>
                  </a:lnTo>
                  <a:lnTo>
                    <a:pt x="19001" y="8010"/>
                  </a:lnTo>
                  <a:lnTo>
                    <a:pt x="19027" y="7983"/>
                  </a:lnTo>
                  <a:lnTo>
                    <a:pt x="19105" y="7903"/>
                  </a:lnTo>
                  <a:lnTo>
                    <a:pt x="19131" y="7850"/>
                  </a:lnTo>
                  <a:lnTo>
                    <a:pt x="19183" y="7770"/>
                  </a:lnTo>
                  <a:lnTo>
                    <a:pt x="19261" y="7743"/>
                  </a:lnTo>
                  <a:lnTo>
                    <a:pt x="19364" y="7743"/>
                  </a:lnTo>
                  <a:lnTo>
                    <a:pt x="19390" y="7743"/>
                  </a:lnTo>
                  <a:lnTo>
                    <a:pt x="19468" y="7797"/>
                  </a:lnTo>
                  <a:lnTo>
                    <a:pt x="19494" y="7797"/>
                  </a:lnTo>
                  <a:lnTo>
                    <a:pt x="19546" y="7797"/>
                  </a:lnTo>
                  <a:lnTo>
                    <a:pt x="19598" y="7770"/>
                  </a:lnTo>
                  <a:lnTo>
                    <a:pt x="19624" y="7690"/>
                  </a:lnTo>
                  <a:lnTo>
                    <a:pt x="19650" y="7663"/>
                  </a:lnTo>
                  <a:lnTo>
                    <a:pt x="19675" y="7636"/>
                  </a:lnTo>
                  <a:lnTo>
                    <a:pt x="19701" y="7663"/>
                  </a:lnTo>
                  <a:lnTo>
                    <a:pt x="19779" y="7850"/>
                  </a:lnTo>
                  <a:lnTo>
                    <a:pt x="19805" y="7903"/>
                  </a:lnTo>
                  <a:lnTo>
                    <a:pt x="19935" y="7930"/>
                  </a:lnTo>
                  <a:lnTo>
                    <a:pt x="20012" y="7930"/>
                  </a:lnTo>
                  <a:lnTo>
                    <a:pt x="20194" y="7797"/>
                  </a:lnTo>
                  <a:lnTo>
                    <a:pt x="20220" y="7823"/>
                  </a:lnTo>
                  <a:lnTo>
                    <a:pt x="20194" y="7903"/>
                  </a:lnTo>
                  <a:lnTo>
                    <a:pt x="20142" y="8010"/>
                  </a:lnTo>
                  <a:lnTo>
                    <a:pt x="19987" y="8117"/>
                  </a:lnTo>
                  <a:lnTo>
                    <a:pt x="19961" y="8304"/>
                  </a:lnTo>
                  <a:lnTo>
                    <a:pt x="19961" y="8331"/>
                  </a:lnTo>
                  <a:lnTo>
                    <a:pt x="19805" y="8518"/>
                  </a:lnTo>
                  <a:lnTo>
                    <a:pt x="19805" y="8651"/>
                  </a:lnTo>
                  <a:lnTo>
                    <a:pt x="19857" y="8704"/>
                  </a:lnTo>
                  <a:lnTo>
                    <a:pt x="19935" y="8651"/>
                  </a:lnTo>
                  <a:lnTo>
                    <a:pt x="19987" y="8544"/>
                  </a:lnTo>
                  <a:lnTo>
                    <a:pt x="20038" y="8411"/>
                  </a:lnTo>
                  <a:lnTo>
                    <a:pt x="20116" y="8277"/>
                  </a:lnTo>
                  <a:lnTo>
                    <a:pt x="20116" y="8170"/>
                  </a:lnTo>
                  <a:lnTo>
                    <a:pt x="20272" y="7903"/>
                  </a:lnTo>
                  <a:lnTo>
                    <a:pt x="20324" y="7850"/>
                  </a:lnTo>
                  <a:lnTo>
                    <a:pt x="20427" y="7797"/>
                  </a:lnTo>
                  <a:lnTo>
                    <a:pt x="20557" y="7770"/>
                  </a:lnTo>
                  <a:lnTo>
                    <a:pt x="20661" y="7690"/>
                  </a:lnTo>
                  <a:lnTo>
                    <a:pt x="20531" y="7663"/>
                  </a:lnTo>
                  <a:lnTo>
                    <a:pt x="20453" y="7610"/>
                  </a:lnTo>
                  <a:lnTo>
                    <a:pt x="20453" y="7556"/>
                  </a:lnTo>
                  <a:lnTo>
                    <a:pt x="20505" y="7423"/>
                  </a:lnTo>
                  <a:lnTo>
                    <a:pt x="20583" y="7396"/>
                  </a:lnTo>
                  <a:lnTo>
                    <a:pt x="20661" y="7369"/>
                  </a:lnTo>
                  <a:lnTo>
                    <a:pt x="20712" y="7343"/>
                  </a:lnTo>
                  <a:lnTo>
                    <a:pt x="20998" y="7076"/>
                  </a:lnTo>
                  <a:lnTo>
                    <a:pt x="21127" y="6969"/>
                  </a:lnTo>
                  <a:lnTo>
                    <a:pt x="21049" y="6862"/>
                  </a:lnTo>
                  <a:lnTo>
                    <a:pt x="21205" y="6782"/>
                  </a:lnTo>
                  <a:lnTo>
                    <a:pt x="21309" y="6782"/>
                  </a:lnTo>
                  <a:lnTo>
                    <a:pt x="21438" y="6755"/>
                  </a:lnTo>
                  <a:lnTo>
                    <a:pt x="21516" y="6595"/>
                  </a:lnTo>
                  <a:lnTo>
                    <a:pt x="21697" y="6622"/>
                  </a:lnTo>
                  <a:lnTo>
                    <a:pt x="21853" y="6702"/>
                  </a:lnTo>
                  <a:lnTo>
                    <a:pt x="21931" y="6702"/>
                  </a:lnTo>
                  <a:lnTo>
                    <a:pt x="22060" y="6568"/>
                  </a:lnTo>
                  <a:lnTo>
                    <a:pt x="22138" y="6542"/>
                  </a:lnTo>
                  <a:lnTo>
                    <a:pt x="22268" y="6568"/>
                  </a:lnTo>
                  <a:lnTo>
                    <a:pt x="22320" y="6595"/>
                  </a:lnTo>
                  <a:lnTo>
                    <a:pt x="22346" y="6675"/>
                  </a:lnTo>
                  <a:lnTo>
                    <a:pt x="22320" y="6889"/>
                  </a:lnTo>
                  <a:lnTo>
                    <a:pt x="22190" y="7209"/>
                  </a:lnTo>
                  <a:lnTo>
                    <a:pt x="22009" y="7556"/>
                  </a:lnTo>
                  <a:lnTo>
                    <a:pt x="21853" y="7823"/>
                  </a:lnTo>
                  <a:lnTo>
                    <a:pt x="21983" y="7743"/>
                  </a:lnTo>
                  <a:lnTo>
                    <a:pt x="22164" y="7476"/>
                  </a:lnTo>
                  <a:lnTo>
                    <a:pt x="22242" y="7316"/>
                  </a:lnTo>
                  <a:lnTo>
                    <a:pt x="22268" y="7209"/>
                  </a:lnTo>
                  <a:lnTo>
                    <a:pt x="22346" y="7156"/>
                  </a:lnTo>
                  <a:lnTo>
                    <a:pt x="22449" y="7156"/>
                  </a:lnTo>
                  <a:lnTo>
                    <a:pt x="22501" y="7129"/>
                  </a:lnTo>
                  <a:lnTo>
                    <a:pt x="22579" y="6995"/>
                  </a:lnTo>
                  <a:lnTo>
                    <a:pt x="22605" y="6862"/>
                  </a:lnTo>
                  <a:lnTo>
                    <a:pt x="22683" y="6782"/>
                  </a:lnTo>
                  <a:lnTo>
                    <a:pt x="22760" y="6702"/>
                  </a:lnTo>
                  <a:lnTo>
                    <a:pt x="22942" y="6728"/>
                  </a:lnTo>
                  <a:lnTo>
                    <a:pt x="22942" y="6755"/>
                  </a:lnTo>
                  <a:lnTo>
                    <a:pt x="22916" y="6809"/>
                  </a:lnTo>
                  <a:lnTo>
                    <a:pt x="22916" y="6862"/>
                  </a:lnTo>
                  <a:lnTo>
                    <a:pt x="22864" y="6969"/>
                  </a:lnTo>
                  <a:lnTo>
                    <a:pt x="22812" y="7076"/>
                  </a:lnTo>
                  <a:lnTo>
                    <a:pt x="22786" y="7236"/>
                  </a:lnTo>
                  <a:lnTo>
                    <a:pt x="22812" y="7316"/>
                  </a:lnTo>
                  <a:lnTo>
                    <a:pt x="22864" y="7289"/>
                  </a:lnTo>
                  <a:lnTo>
                    <a:pt x="22942" y="7209"/>
                  </a:lnTo>
                  <a:lnTo>
                    <a:pt x="22994" y="6889"/>
                  </a:lnTo>
                  <a:lnTo>
                    <a:pt x="23020" y="6809"/>
                  </a:lnTo>
                  <a:lnTo>
                    <a:pt x="23097" y="6755"/>
                  </a:lnTo>
                  <a:lnTo>
                    <a:pt x="23979" y="6702"/>
                  </a:lnTo>
                  <a:lnTo>
                    <a:pt x="24186" y="6542"/>
                  </a:lnTo>
                  <a:lnTo>
                    <a:pt x="24212" y="6461"/>
                  </a:lnTo>
                  <a:lnTo>
                    <a:pt x="24134" y="6221"/>
                  </a:lnTo>
                  <a:lnTo>
                    <a:pt x="24212" y="6194"/>
                  </a:lnTo>
                  <a:lnTo>
                    <a:pt x="24238" y="6194"/>
                  </a:lnTo>
                  <a:lnTo>
                    <a:pt x="24316" y="6221"/>
                  </a:lnTo>
                  <a:lnTo>
                    <a:pt x="24316" y="6141"/>
                  </a:lnTo>
                  <a:lnTo>
                    <a:pt x="24368" y="6034"/>
                  </a:lnTo>
                  <a:lnTo>
                    <a:pt x="24445" y="5981"/>
                  </a:lnTo>
                  <a:lnTo>
                    <a:pt x="24601" y="5981"/>
                  </a:lnTo>
                  <a:lnTo>
                    <a:pt x="24627" y="5927"/>
                  </a:lnTo>
                  <a:lnTo>
                    <a:pt x="24653" y="5821"/>
                  </a:lnTo>
                  <a:lnTo>
                    <a:pt x="24627" y="5714"/>
                  </a:lnTo>
                  <a:lnTo>
                    <a:pt x="25042" y="5447"/>
                  </a:lnTo>
                  <a:lnTo>
                    <a:pt x="25197" y="5420"/>
                  </a:lnTo>
                  <a:lnTo>
                    <a:pt x="25249" y="5420"/>
                  </a:lnTo>
                  <a:lnTo>
                    <a:pt x="25353" y="5500"/>
                  </a:lnTo>
                  <a:lnTo>
                    <a:pt x="25456" y="5527"/>
                  </a:lnTo>
                  <a:lnTo>
                    <a:pt x="25742" y="5447"/>
                  </a:lnTo>
                  <a:lnTo>
                    <a:pt x="26001" y="5447"/>
                  </a:lnTo>
                  <a:lnTo>
                    <a:pt x="26079" y="5500"/>
                  </a:lnTo>
                  <a:lnTo>
                    <a:pt x="26104" y="5660"/>
                  </a:lnTo>
                  <a:lnTo>
                    <a:pt x="26104" y="5821"/>
                  </a:lnTo>
                  <a:lnTo>
                    <a:pt x="26104" y="5901"/>
                  </a:lnTo>
                  <a:lnTo>
                    <a:pt x="26156" y="5821"/>
                  </a:lnTo>
                  <a:lnTo>
                    <a:pt x="26234" y="5740"/>
                  </a:lnTo>
                  <a:lnTo>
                    <a:pt x="26260" y="5660"/>
                  </a:lnTo>
                  <a:lnTo>
                    <a:pt x="26286" y="5554"/>
                  </a:lnTo>
                  <a:lnTo>
                    <a:pt x="26286" y="5500"/>
                  </a:lnTo>
                  <a:lnTo>
                    <a:pt x="26519" y="5687"/>
                  </a:lnTo>
                  <a:lnTo>
                    <a:pt x="26545" y="5714"/>
                  </a:lnTo>
                  <a:lnTo>
                    <a:pt x="26623" y="5687"/>
                  </a:lnTo>
                  <a:lnTo>
                    <a:pt x="26649" y="5687"/>
                  </a:lnTo>
                  <a:lnTo>
                    <a:pt x="26675" y="5714"/>
                  </a:lnTo>
                  <a:lnTo>
                    <a:pt x="26727" y="5794"/>
                  </a:lnTo>
                  <a:lnTo>
                    <a:pt x="26753" y="5794"/>
                  </a:lnTo>
                  <a:lnTo>
                    <a:pt x="26830" y="5794"/>
                  </a:lnTo>
                  <a:lnTo>
                    <a:pt x="27038" y="5740"/>
                  </a:lnTo>
                  <a:lnTo>
                    <a:pt x="27090" y="5740"/>
                  </a:lnTo>
                  <a:lnTo>
                    <a:pt x="27090" y="5794"/>
                  </a:lnTo>
                  <a:lnTo>
                    <a:pt x="27090" y="5901"/>
                  </a:lnTo>
                  <a:lnTo>
                    <a:pt x="27090" y="5927"/>
                  </a:lnTo>
                  <a:lnTo>
                    <a:pt x="27297" y="6008"/>
                  </a:lnTo>
                  <a:lnTo>
                    <a:pt x="27297" y="5954"/>
                  </a:lnTo>
                  <a:lnTo>
                    <a:pt x="27349" y="5794"/>
                  </a:lnTo>
                  <a:lnTo>
                    <a:pt x="27375" y="5740"/>
                  </a:lnTo>
                  <a:lnTo>
                    <a:pt x="27608" y="5901"/>
                  </a:lnTo>
                  <a:lnTo>
                    <a:pt x="27764" y="5901"/>
                  </a:lnTo>
                  <a:lnTo>
                    <a:pt x="27945" y="5767"/>
                  </a:lnTo>
                  <a:lnTo>
                    <a:pt x="28049" y="5740"/>
                  </a:lnTo>
                  <a:lnTo>
                    <a:pt x="28282" y="5901"/>
                  </a:lnTo>
                  <a:lnTo>
                    <a:pt x="28334" y="5901"/>
                  </a:lnTo>
                  <a:lnTo>
                    <a:pt x="28386" y="5821"/>
                  </a:lnTo>
                  <a:lnTo>
                    <a:pt x="28412" y="5821"/>
                  </a:lnTo>
                  <a:lnTo>
                    <a:pt x="28412" y="5954"/>
                  </a:lnTo>
                  <a:lnTo>
                    <a:pt x="28360" y="6034"/>
                  </a:lnTo>
                  <a:lnTo>
                    <a:pt x="28334" y="6088"/>
                  </a:lnTo>
                  <a:lnTo>
                    <a:pt x="28308" y="6141"/>
                  </a:lnTo>
                  <a:lnTo>
                    <a:pt x="28282" y="6248"/>
                  </a:lnTo>
                  <a:lnTo>
                    <a:pt x="28308" y="6328"/>
                  </a:lnTo>
                  <a:lnTo>
                    <a:pt x="28360" y="6461"/>
                  </a:lnTo>
                  <a:lnTo>
                    <a:pt x="28386" y="6675"/>
                  </a:lnTo>
                  <a:lnTo>
                    <a:pt x="28438" y="6622"/>
                  </a:lnTo>
                  <a:lnTo>
                    <a:pt x="28541" y="6568"/>
                  </a:lnTo>
                  <a:lnTo>
                    <a:pt x="28619" y="6542"/>
                  </a:lnTo>
                  <a:lnTo>
                    <a:pt x="28723" y="6488"/>
                  </a:lnTo>
                  <a:lnTo>
                    <a:pt x="28852" y="6461"/>
                  </a:lnTo>
                  <a:lnTo>
                    <a:pt x="28904" y="6408"/>
                  </a:lnTo>
                  <a:lnTo>
                    <a:pt x="28904" y="6328"/>
                  </a:lnTo>
                  <a:lnTo>
                    <a:pt x="28982" y="6248"/>
                  </a:lnTo>
                  <a:lnTo>
                    <a:pt x="29189" y="6088"/>
                  </a:lnTo>
                  <a:lnTo>
                    <a:pt x="29345" y="5927"/>
                  </a:lnTo>
                  <a:lnTo>
                    <a:pt x="29423" y="5901"/>
                  </a:lnTo>
                  <a:lnTo>
                    <a:pt x="29734" y="5981"/>
                  </a:lnTo>
                  <a:lnTo>
                    <a:pt x="30071" y="5954"/>
                  </a:lnTo>
                  <a:lnTo>
                    <a:pt x="30123" y="5901"/>
                  </a:lnTo>
                  <a:lnTo>
                    <a:pt x="30200" y="5821"/>
                  </a:lnTo>
                  <a:lnTo>
                    <a:pt x="30304" y="5687"/>
                  </a:lnTo>
                  <a:lnTo>
                    <a:pt x="30304" y="5660"/>
                  </a:lnTo>
                  <a:lnTo>
                    <a:pt x="30330" y="5580"/>
                  </a:lnTo>
                  <a:lnTo>
                    <a:pt x="30356" y="5527"/>
                  </a:lnTo>
                  <a:lnTo>
                    <a:pt x="30434" y="5500"/>
                  </a:lnTo>
                  <a:lnTo>
                    <a:pt x="30563" y="5393"/>
                  </a:lnTo>
                  <a:lnTo>
                    <a:pt x="30589" y="5393"/>
                  </a:lnTo>
                  <a:lnTo>
                    <a:pt x="30719" y="5473"/>
                  </a:lnTo>
                  <a:lnTo>
                    <a:pt x="30797" y="5420"/>
                  </a:lnTo>
                  <a:lnTo>
                    <a:pt x="30848" y="5393"/>
                  </a:lnTo>
                  <a:lnTo>
                    <a:pt x="30874" y="5393"/>
                  </a:lnTo>
                  <a:lnTo>
                    <a:pt x="30978" y="5393"/>
                  </a:lnTo>
                  <a:lnTo>
                    <a:pt x="31108" y="5367"/>
                  </a:lnTo>
                  <a:lnTo>
                    <a:pt x="31315" y="5206"/>
                  </a:lnTo>
                  <a:lnTo>
                    <a:pt x="31393" y="5153"/>
                  </a:lnTo>
                  <a:lnTo>
                    <a:pt x="31497" y="5126"/>
                  </a:lnTo>
                  <a:lnTo>
                    <a:pt x="31574" y="5126"/>
                  </a:lnTo>
                  <a:lnTo>
                    <a:pt x="31497" y="5233"/>
                  </a:lnTo>
                  <a:lnTo>
                    <a:pt x="31600" y="5260"/>
                  </a:lnTo>
                  <a:lnTo>
                    <a:pt x="31911" y="5206"/>
                  </a:lnTo>
                  <a:lnTo>
                    <a:pt x="32197" y="5233"/>
                  </a:lnTo>
                  <a:lnTo>
                    <a:pt x="33648" y="4966"/>
                  </a:lnTo>
                  <a:lnTo>
                    <a:pt x="33856" y="4886"/>
                  </a:lnTo>
                  <a:lnTo>
                    <a:pt x="34244" y="4886"/>
                  </a:lnTo>
                  <a:lnTo>
                    <a:pt x="34426" y="4753"/>
                  </a:lnTo>
                  <a:lnTo>
                    <a:pt x="34633" y="4726"/>
                  </a:lnTo>
                  <a:lnTo>
                    <a:pt x="34711" y="4672"/>
                  </a:lnTo>
                  <a:lnTo>
                    <a:pt x="34711" y="4619"/>
                  </a:lnTo>
                  <a:lnTo>
                    <a:pt x="34581" y="4459"/>
                  </a:lnTo>
                  <a:lnTo>
                    <a:pt x="34659" y="4432"/>
                  </a:lnTo>
                  <a:lnTo>
                    <a:pt x="34737" y="4432"/>
                  </a:lnTo>
                  <a:lnTo>
                    <a:pt x="34815" y="4485"/>
                  </a:lnTo>
                  <a:lnTo>
                    <a:pt x="34893" y="4485"/>
                  </a:lnTo>
                  <a:lnTo>
                    <a:pt x="34944" y="4485"/>
                  </a:lnTo>
                  <a:lnTo>
                    <a:pt x="35048" y="4405"/>
                  </a:lnTo>
                  <a:lnTo>
                    <a:pt x="35152" y="4352"/>
                  </a:lnTo>
                  <a:lnTo>
                    <a:pt x="35255" y="4165"/>
                  </a:lnTo>
                  <a:lnTo>
                    <a:pt x="35385" y="4032"/>
                  </a:lnTo>
                  <a:lnTo>
                    <a:pt x="35385" y="3871"/>
                  </a:lnTo>
                  <a:lnTo>
                    <a:pt x="35307" y="3925"/>
                  </a:lnTo>
                  <a:lnTo>
                    <a:pt x="35178" y="4085"/>
                  </a:lnTo>
                  <a:lnTo>
                    <a:pt x="35048" y="4192"/>
                  </a:lnTo>
                  <a:lnTo>
                    <a:pt x="35022" y="4058"/>
                  </a:lnTo>
                  <a:lnTo>
                    <a:pt x="35074" y="3898"/>
                  </a:lnTo>
                  <a:lnTo>
                    <a:pt x="35152" y="3845"/>
                  </a:lnTo>
                  <a:lnTo>
                    <a:pt x="35230" y="3818"/>
                  </a:lnTo>
                  <a:lnTo>
                    <a:pt x="35333" y="3711"/>
                  </a:lnTo>
                  <a:lnTo>
                    <a:pt x="35307" y="3658"/>
                  </a:lnTo>
                  <a:lnTo>
                    <a:pt x="35204" y="3631"/>
                  </a:lnTo>
                  <a:lnTo>
                    <a:pt x="35178" y="3578"/>
                  </a:lnTo>
                  <a:lnTo>
                    <a:pt x="35230" y="3524"/>
                  </a:lnTo>
                  <a:lnTo>
                    <a:pt x="35178" y="3417"/>
                  </a:lnTo>
                  <a:lnTo>
                    <a:pt x="34970" y="3391"/>
                  </a:lnTo>
                  <a:lnTo>
                    <a:pt x="34918" y="3311"/>
                  </a:lnTo>
                  <a:lnTo>
                    <a:pt x="34970" y="3311"/>
                  </a:lnTo>
                  <a:lnTo>
                    <a:pt x="35022" y="3284"/>
                  </a:lnTo>
                  <a:lnTo>
                    <a:pt x="35152" y="3124"/>
                  </a:lnTo>
                  <a:lnTo>
                    <a:pt x="35152" y="3097"/>
                  </a:lnTo>
                  <a:lnTo>
                    <a:pt x="35178" y="3017"/>
                  </a:lnTo>
                  <a:lnTo>
                    <a:pt x="35178" y="2910"/>
                  </a:lnTo>
                  <a:lnTo>
                    <a:pt x="35178" y="2857"/>
                  </a:lnTo>
                  <a:lnTo>
                    <a:pt x="35152" y="2830"/>
                  </a:lnTo>
                  <a:lnTo>
                    <a:pt x="35074" y="2803"/>
                  </a:lnTo>
                  <a:lnTo>
                    <a:pt x="35204" y="2670"/>
                  </a:lnTo>
                  <a:lnTo>
                    <a:pt x="35230" y="2563"/>
                  </a:lnTo>
                  <a:lnTo>
                    <a:pt x="35230" y="2510"/>
                  </a:lnTo>
                  <a:lnTo>
                    <a:pt x="35178" y="2483"/>
                  </a:lnTo>
                  <a:lnTo>
                    <a:pt x="35204" y="2403"/>
                  </a:lnTo>
                  <a:lnTo>
                    <a:pt x="35204" y="2403"/>
                  </a:lnTo>
                  <a:lnTo>
                    <a:pt x="35230" y="2376"/>
                  </a:lnTo>
                  <a:lnTo>
                    <a:pt x="35152" y="2376"/>
                  </a:lnTo>
                  <a:lnTo>
                    <a:pt x="35022" y="2403"/>
                  </a:lnTo>
                  <a:lnTo>
                    <a:pt x="34944" y="2510"/>
                  </a:lnTo>
                  <a:lnTo>
                    <a:pt x="34944" y="2643"/>
                  </a:lnTo>
                  <a:lnTo>
                    <a:pt x="34867" y="2670"/>
                  </a:lnTo>
                  <a:lnTo>
                    <a:pt x="34763" y="2590"/>
                  </a:lnTo>
                  <a:lnTo>
                    <a:pt x="34711" y="2590"/>
                  </a:lnTo>
                  <a:lnTo>
                    <a:pt x="34659" y="2670"/>
                  </a:lnTo>
                  <a:lnTo>
                    <a:pt x="34581" y="2750"/>
                  </a:lnTo>
                  <a:lnTo>
                    <a:pt x="34530" y="2777"/>
                  </a:lnTo>
                  <a:lnTo>
                    <a:pt x="34478" y="2750"/>
                  </a:lnTo>
                  <a:lnTo>
                    <a:pt x="34452" y="2803"/>
                  </a:lnTo>
                  <a:lnTo>
                    <a:pt x="34478" y="2830"/>
                  </a:lnTo>
                  <a:lnTo>
                    <a:pt x="34504" y="2857"/>
                  </a:lnTo>
                  <a:lnTo>
                    <a:pt x="34504" y="2910"/>
                  </a:lnTo>
                  <a:lnTo>
                    <a:pt x="34504" y="2990"/>
                  </a:lnTo>
                  <a:lnTo>
                    <a:pt x="34219" y="3150"/>
                  </a:lnTo>
                  <a:lnTo>
                    <a:pt x="34115" y="3311"/>
                  </a:lnTo>
                  <a:lnTo>
                    <a:pt x="33985" y="3551"/>
                  </a:lnTo>
                  <a:lnTo>
                    <a:pt x="33959" y="3551"/>
                  </a:lnTo>
                  <a:lnTo>
                    <a:pt x="33856" y="3551"/>
                  </a:lnTo>
                  <a:lnTo>
                    <a:pt x="33804" y="3604"/>
                  </a:lnTo>
                  <a:lnTo>
                    <a:pt x="33804" y="3631"/>
                  </a:lnTo>
                  <a:lnTo>
                    <a:pt x="33804" y="3658"/>
                  </a:lnTo>
                  <a:lnTo>
                    <a:pt x="33648" y="3684"/>
                  </a:lnTo>
                  <a:lnTo>
                    <a:pt x="33467" y="3658"/>
                  </a:lnTo>
                  <a:lnTo>
                    <a:pt x="33467" y="3631"/>
                  </a:lnTo>
                  <a:lnTo>
                    <a:pt x="33545" y="3578"/>
                  </a:lnTo>
                  <a:lnTo>
                    <a:pt x="33726" y="3471"/>
                  </a:lnTo>
                  <a:lnTo>
                    <a:pt x="33700" y="3417"/>
                  </a:lnTo>
                  <a:lnTo>
                    <a:pt x="33622" y="3417"/>
                  </a:lnTo>
                  <a:lnTo>
                    <a:pt x="33285" y="3471"/>
                  </a:lnTo>
                  <a:lnTo>
                    <a:pt x="33156" y="3444"/>
                  </a:lnTo>
                  <a:lnTo>
                    <a:pt x="33233" y="3364"/>
                  </a:lnTo>
                  <a:lnTo>
                    <a:pt x="33311" y="3284"/>
                  </a:lnTo>
                  <a:lnTo>
                    <a:pt x="33363" y="3204"/>
                  </a:lnTo>
                  <a:lnTo>
                    <a:pt x="33311" y="3150"/>
                  </a:lnTo>
                  <a:lnTo>
                    <a:pt x="33259" y="3177"/>
                  </a:lnTo>
                  <a:lnTo>
                    <a:pt x="32974" y="3444"/>
                  </a:lnTo>
                  <a:lnTo>
                    <a:pt x="32871" y="3524"/>
                  </a:lnTo>
                  <a:lnTo>
                    <a:pt x="32767" y="3551"/>
                  </a:lnTo>
                  <a:lnTo>
                    <a:pt x="32793" y="3444"/>
                  </a:lnTo>
                  <a:lnTo>
                    <a:pt x="32871" y="3364"/>
                  </a:lnTo>
                  <a:lnTo>
                    <a:pt x="32948" y="3284"/>
                  </a:lnTo>
                  <a:lnTo>
                    <a:pt x="33104" y="3124"/>
                  </a:lnTo>
                  <a:lnTo>
                    <a:pt x="33026" y="3097"/>
                  </a:lnTo>
                  <a:lnTo>
                    <a:pt x="32845" y="3177"/>
                  </a:lnTo>
                  <a:lnTo>
                    <a:pt x="32741" y="3177"/>
                  </a:lnTo>
                  <a:lnTo>
                    <a:pt x="32534" y="3124"/>
                  </a:lnTo>
                  <a:lnTo>
                    <a:pt x="32482" y="3070"/>
                  </a:lnTo>
                  <a:lnTo>
                    <a:pt x="32585" y="3017"/>
                  </a:lnTo>
                  <a:lnTo>
                    <a:pt x="32715" y="2937"/>
                  </a:lnTo>
                  <a:lnTo>
                    <a:pt x="32663" y="2910"/>
                  </a:lnTo>
                  <a:lnTo>
                    <a:pt x="32637" y="2857"/>
                  </a:lnTo>
                  <a:lnTo>
                    <a:pt x="32663" y="2777"/>
                  </a:lnTo>
                  <a:lnTo>
                    <a:pt x="32767" y="2616"/>
                  </a:lnTo>
                  <a:lnTo>
                    <a:pt x="32663" y="2616"/>
                  </a:lnTo>
                  <a:lnTo>
                    <a:pt x="32715" y="2323"/>
                  </a:lnTo>
                  <a:lnTo>
                    <a:pt x="32637" y="2323"/>
                  </a:lnTo>
                  <a:lnTo>
                    <a:pt x="32611" y="2403"/>
                  </a:lnTo>
                  <a:lnTo>
                    <a:pt x="32534" y="2483"/>
                  </a:lnTo>
                  <a:lnTo>
                    <a:pt x="32482" y="2510"/>
                  </a:lnTo>
                  <a:lnTo>
                    <a:pt x="32430" y="2510"/>
                  </a:lnTo>
                  <a:lnTo>
                    <a:pt x="32326" y="2376"/>
                  </a:lnTo>
                  <a:lnTo>
                    <a:pt x="32248" y="2376"/>
                  </a:lnTo>
                  <a:lnTo>
                    <a:pt x="32145" y="2456"/>
                  </a:lnTo>
                  <a:lnTo>
                    <a:pt x="32222" y="2563"/>
                  </a:lnTo>
                  <a:lnTo>
                    <a:pt x="32119" y="2670"/>
                  </a:lnTo>
                  <a:lnTo>
                    <a:pt x="32067" y="2643"/>
                  </a:lnTo>
                  <a:lnTo>
                    <a:pt x="32015" y="2536"/>
                  </a:lnTo>
                  <a:lnTo>
                    <a:pt x="32093" y="2349"/>
                  </a:lnTo>
                  <a:lnTo>
                    <a:pt x="32222" y="2216"/>
                  </a:lnTo>
                  <a:lnTo>
                    <a:pt x="32352" y="2189"/>
                  </a:lnTo>
                  <a:lnTo>
                    <a:pt x="32456" y="2136"/>
                  </a:lnTo>
                  <a:lnTo>
                    <a:pt x="32534" y="2109"/>
                  </a:lnTo>
                  <a:lnTo>
                    <a:pt x="32404" y="2029"/>
                  </a:lnTo>
                  <a:lnTo>
                    <a:pt x="32274" y="2029"/>
                  </a:lnTo>
                  <a:lnTo>
                    <a:pt x="32197" y="2109"/>
                  </a:lnTo>
                  <a:lnTo>
                    <a:pt x="32145" y="2216"/>
                  </a:lnTo>
                  <a:lnTo>
                    <a:pt x="32067" y="2269"/>
                  </a:lnTo>
                  <a:lnTo>
                    <a:pt x="31937" y="2269"/>
                  </a:lnTo>
                  <a:lnTo>
                    <a:pt x="31885" y="2242"/>
                  </a:lnTo>
                  <a:lnTo>
                    <a:pt x="31860" y="2136"/>
                  </a:lnTo>
                  <a:lnTo>
                    <a:pt x="31782" y="2189"/>
                  </a:lnTo>
                  <a:lnTo>
                    <a:pt x="31730" y="2269"/>
                  </a:lnTo>
                  <a:lnTo>
                    <a:pt x="31678" y="2403"/>
                  </a:lnTo>
                  <a:lnTo>
                    <a:pt x="31600" y="2510"/>
                  </a:lnTo>
                  <a:lnTo>
                    <a:pt x="31471" y="2563"/>
                  </a:lnTo>
                  <a:lnTo>
                    <a:pt x="31341" y="2590"/>
                  </a:lnTo>
                  <a:lnTo>
                    <a:pt x="31315" y="2563"/>
                  </a:lnTo>
                  <a:lnTo>
                    <a:pt x="31341" y="2483"/>
                  </a:lnTo>
                  <a:lnTo>
                    <a:pt x="31419" y="2349"/>
                  </a:lnTo>
                  <a:lnTo>
                    <a:pt x="31600" y="2216"/>
                  </a:lnTo>
                  <a:lnTo>
                    <a:pt x="31600" y="2136"/>
                  </a:lnTo>
                  <a:lnTo>
                    <a:pt x="31574" y="2109"/>
                  </a:lnTo>
                  <a:lnTo>
                    <a:pt x="31497" y="2109"/>
                  </a:lnTo>
                  <a:lnTo>
                    <a:pt x="31419" y="2189"/>
                  </a:lnTo>
                  <a:lnTo>
                    <a:pt x="31393" y="2269"/>
                  </a:lnTo>
                  <a:lnTo>
                    <a:pt x="31341" y="2269"/>
                  </a:lnTo>
                  <a:lnTo>
                    <a:pt x="31237" y="2242"/>
                  </a:lnTo>
                  <a:lnTo>
                    <a:pt x="31082" y="2296"/>
                  </a:lnTo>
                  <a:lnTo>
                    <a:pt x="31004" y="2296"/>
                  </a:lnTo>
                  <a:lnTo>
                    <a:pt x="30952" y="2323"/>
                  </a:lnTo>
                  <a:lnTo>
                    <a:pt x="30848" y="2376"/>
                  </a:lnTo>
                  <a:lnTo>
                    <a:pt x="30797" y="2456"/>
                  </a:lnTo>
                  <a:lnTo>
                    <a:pt x="30745" y="2349"/>
                  </a:lnTo>
                  <a:lnTo>
                    <a:pt x="30797" y="2296"/>
                  </a:lnTo>
                  <a:lnTo>
                    <a:pt x="30848" y="2269"/>
                  </a:lnTo>
                  <a:lnTo>
                    <a:pt x="30926" y="2242"/>
                  </a:lnTo>
                  <a:lnTo>
                    <a:pt x="30978" y="2109"/>
                  </a:lnTo>
                  <a:lnTo>
                    <a:pt x="30874" y="2216"/>
                  </a:lnTo>
                  <a:lnTo>
                    <a:pt x="30693" y="2296"/>
                  </a:lnTo>
                  <a:lnTo>
                    <a:pt x="30330" y="2563"/>
                  </a:lnTo>
                  <a:lnTo>
                    <a:pt x="30252" y="2590"/>
                  </a:lnTo>
                  <a:lnTo>
                    <a:pt x="30330" y="2616"/>
                  </a:lnTo>
                  <a:lnTo>
                    <a:pt x="30486" y="2616"/>
                  </a:lnTo>
                  <a:lnTo>
                    <a:pt x="30511" y="2723"/>
                  </a:lnTo>
                  <a:lnTo>
                    <a:pt x="30434" y="2777"/>
                  </a:lnTo>
                  <a:lnTo>
                    <a:pt x="30226" y="2777"/>
                  </a:lnTo>
                  <a:lnTo>
                    <a:pt x="30149" y="2857"/>
                  </a:lnTo>
                  <a:lnTo>
                    <a:pt x="30071" y="3017"/>
                  </a:lnTo>
                  <a:lnTo>
                    <a:pt x="29941" y="3150"/>
                  </a:lnTo>
                  <a:lnTo>
                    <a:pt x="29708" y="3364"/>
                  </a:lnTo>
                  <a:lnTo>
                    <a:pt x="29552" y="3578"/>
                  </a:lnTo>
                  <a:lnTo>
                    <a:pt x="29449" y="3658"/>
                  </a:lnTo>
                  <a:lnTo>
                    <a:pt x="29371" y="3684"/>
                  </a:lnTo>
                  <a:lnTo>
                    <a:pt x="29267" y="3578"/>
                  </a:lnTo>
                  <a:lnTo>
                    <a:pt x="29163" y="3604"/>
                  </a:lnTo>
                  <a:lnTo>
                    <a:pt x="29034" y="3765"/>
                  </a:lnTo>
                  <a:lnTo>
                    <a:pt x="29060" y="3765"/>
                  </a:lnTo>
                  <a:lnTo>
                    <a:pt x="29138" y="3818"/>
                  </a:lnTo>
                  <a:lnTo>
                    <a:pt x="29060" y="3898"/>
                  </a:lnTo>
                  <a:lnTo>
                    <a:pt x="28852" y="4112"/>
                  </a:lnTo>
                  <a:lnTo>
                    <a:pt x="28826" y="3978"/>
                  </a:lnTo>
                  <a:lnTo>
                    <a:pt x="28826" y="3925"/>
                  </a:lnTo>
                  <a:lnTo>
                    <a:pt x="28878" y="3818"/>
                  </a:lnTo>
                  <a:lnTo>
                    <a:pt x="28904" y="3765"/>
                  </a:lnTo>
                  <a:lnTo>
                    <a:pt x="29034" y="3658"/>
                  </a:lnTo>
                  <a:lnTo>
                    <a:pt x="29060" y="3604"/>
                  </a:lnTo>
                  <a:lnTo>
                    <a:pt x="29138" y="3417"/>
                  </a:lnTo>
                  <a:lnTo>
                    <a:pt x="29163" y="3257"/>
                  </a:lnTo>
                  <a:lnTo>
                    <a:pt x="29163" y="3097"/>
                  </a:lnTo>
                  <a:lnTo>
                    <a:pt x="29163" y="3017"/>
                  </a:lnTo>
                  <a:lnTo>
                    <a:pt x="29112" y="2910"/>
                  </a:lnTo>
                  <a:lnTo>
                    <a:pt x="28930" y="2803"/>
                  </a:lnTo>
                  <a:lnTo>
                    <a:pt x="28878" y="2670"/>
                  </a:lnTo>
                  <a:lnTo>
                    <a:pt x="28826" y="2616"/>
                  </a:lnTo>
                  <a:lnTo>
                    <a:pt x="28723" y="2670"/>
                  </a:lnTo>
                  <a:lnTo>
                    <a:pt x="28593" y="2830"/>
                  </a:lnTo>
                  <a:lnTo>
                    <a:pt x="28515" y="2990"/>
                  </a:lnTo>
                  <a:lnTo>
                    <a:pt x="28515" y="2990"/>
                  </a:lnTo>
                  <a:lnTo>
                    <a:pt x="28541" y="3017"/>
                  </a:lnTo>
                  <a:lnTo>
                    <a:pt x="28567" y="3017"/>
                  </a:lnTo>
                  <a:lnTo>
                    <a:pt x="28386" y="3124"/>
                  </a:lnTo>
                  <a:lnTo>
                    <a:pt x="27815" y="3044"/>
                  </a:lnTo>
                  <a:lnTo>
                    <a:pt x="27427" y="3177"/>
                  </a:lnTo>
                  <a:lnTo>
                    <a:pt x="27271" y="3204"/>
                  </a:lnTo>
                  <a:lnTo>
                    <a:pt x="27167" y="3284"/>
                  </a:lnTo>
                  <a:lnTo>
                    <a:pt x="27116" y="3391"/>
                  </a:lnTo>
                  <a:lnTo>
                    <a:pt x="27012" y="3471"/>
                  </a:lnTo>
                  <a:lnTo>
                    <a:pt x="26779" y="3604"/>
                  </a:lnTo>
                  <a:lnTo>
                    <a:pt x="26675" y="3631"/>
                  </a:lnTo>
                  <a:lnTo>
                    <a:pt x="26416" y="3524"/>
                  </a:lnTo>
                  <a:lnTo>
                    <a:pt x="26182" y="3631"/>
                  </a:lnTo>
                  <a:lnTo>
                    <a:pt x="26079" y="3658"/>
                  </a:lnTo>
                  <a:lnTo>
                    <a:pt x="25742" y="3604"/>
                  </a:lnTo>
                  <a:lnTo>
                    <a:pt x="25612" y="3658"/>
                  </a:lnTo>
                  <a:lnTo>
                    <a:pt x="25586" y="3765"/>
                  </a:lnTo>
                  <a:lnTo>
                    <a:pt x="25405" y="3898"/>
                  </a:lnTo>
                  <a:lnTo>
                    <a:pt x="25327" y="3845"/>
                  </a:lnTo>
                  <a:lnTo>
                    <a:pt x="25249" y="3631"/>
                  </a:lnTo>
                  <a:lnTo>
                    <a:pt x="25275" y="3551"/>
                  </a:lnTo>
                  <a:lnTo>
                    <a:pt x="25275" y="3524"/>
                  </a:lnTo>
                  <a:lnTo>
                    <a:pt x="25249" y="3524"/>
                  </a:lnTo>
                  <a:lnTo>
                    <a:pt x="25197" y="3551"/>
                  </a:lnTo>
                  <a:lnTo>
                    <a:pt x="25145" y="3551"/>
                  </a:lnTo>
                  <a:lnTo>
                    <a:pt x="25042" y="3391"/>
                  </a:lnTo>
                  <a:lnTo>
                    <a:pt x="25068" y="3391"/>
                  </a:lnTo>
                  <a:lnTo>
                    <a:pt x="25093" y="3364"/>
                  </a:lnTo>
                  <a:lnTo>
                    <a:pt x="25145" y="3337"/>
                  </a:lnTo>
                  <a:lnTo>
                    <a:pt x="25223" y="3284"/>
                  </a:lnTo>
                  <a:lnTo>
                    <a:pt x="24627" y="2990"/>
                  </a:lnTo>
                  <a:lnTo>
                    <a:pt x="24705" y="2910"/>
                  </a:lnTo>
                  <a:lnTo>
                    <a:pt x="24782" y="2937"/>
                  </a:lnTo>
                  <a:lnTo>
                    <a:pt x="25068" y="3044"/>
                  </a:lnTo>
                  <a:lnTo>
                    <a:pt x="25379" y="3017"/>
                  </a:lnTo>
                  <a:lnTo>
                    <a:pt x="25482" y="3044"/>
                  </a:lnTo>
                  <a:lnTo>
                    <a:pt x="25405" y="2937"/>
                  </a:lnTo>
                  <a:lnTo>
                    <a:pt x="25327" y="2910"/>
                  </a:lnTo>
                  <a:lnTo>
                    <a:pt x="25223" y="2910"/>
                  </a:lnTo>
                  <a:lnTo>
                    <a:pt x="24990" y="2990"/>
                  </a:lnTo>
                  <a:lnTo>
                    <a:pt x="24497" y="2830"/>
                  </a:lnTo>
                  <a:lnTo>
                    <a:pt x="24316" y="3044"/>
                  </a:lnTo>
                  <a:lnTo>
                    <a:pt x="24134" y="3177"/>
                  </a:lnTo>
                  <a:lnTo>
                    <a:pt x="24108" y="3177"/>
                  </a:lnTo>
                  <a:lnTo>
                    <a:pt x="24057" y="3177"/>
                  </a:lnTo>
                  <a:lnTo>
                    <a:pt x="24005" y="3257"/>
                  </a:lnTo>
                  <a:lnTo>
                    <a:pt x="23953" y="3311"/>
                  </a:lnTo>
                  <a:lnTo>
                    <a:pt x="23979" y="3364"/>
                  </a:lnTo>
                  <a:lnTo>
                    <a:pt x="24057" y="3417"/>
                  </a:lnTo>
                  <a:lnTo>
                    <a:pt x="24082" y="3417"/>
                  </a:lnTo>
                  <a:lnTo>
                    <a:pt x="24186" y="3364"/>
                  </a:lnTo>
                  <a:lnTo>
                    <a:pt x="24212" y="3337"/>
                  </a:lnTo>
                  <a:lnTo>
                    <a:pt x="24316" y="3364"/>
                  </a:lnTo>
                  <a:lnTo>
                    <a:pt x="24394" y="3337"/>
                  </a:lnTo>
                  <a:lnTo>
                    <a:pt x="24549" y="3284"/>
                  </a:lnTo>
                  <a:lnTo>
                    <a:pt x="24601" y="3284"/>
                  </a:lnTo>
                  <a:lnTo>
                    <a:pt x="24627" y="3337"/>
                  </a:lnTo>
                  <a:lnTo>
                    <a:pt x="24601" y="3417"/>
                  </a:lnTo>
                  <a:lnTo>
                    <a:pt x="24549" y="3524"/>
                  </a:lnTo>
                  <a:lnTo>
                    <a:pt x="24497" y="3578"/>
                  </a:lnTo>
                  <a:lnTo>
                    <a:pt x="24445" y="3604"/>
                  </a:lnTo>
                  <a:lnTo>
                    <a:pt x="24342" y="3631"/>
                  </a:lnTo>
                  <a:lnTo>
                    <a:pt x="24808" y="3551"/>
                  </a:lnTo>
                  <a:lnTo>
                    <a:pt x="24834" y="3631"/>
                  </a:lnTo>
                  <a:lnTo>
                    <a:pt x="24705" y="3818"/>
                  </a:lnTo>
                  <a:lnTo>
                    <a:pt x="24523" y="3871"/>
                  </a:lnTo>
                  <a:lnTo>
                    <a:pt x="24031" y="3791"/>
                  </a:lnTo>
                  <a:lnTo>
                    <a:pt x="23953" y="3765"/>
                  </a:lnTo>
                  <a:lnTo>
                    <a:pt x="23875" y="3524"/>
                  </a:lnTo>
                  <a:lnTo>
                    <a:pt x="23745" y="3364"/>
                  </a:lnTo>
                  <a:lnTo>
                    <a:pt x="23668" y="3364"/>
                  </a:lnTo>
                  <a:lnTo>
                    <a:pt x="23564" y="3417"/>
                  </a:lnTo>
                  <a:lnTo>
                    <a:pt x="23486" y="3444"/>
                  </a:lnTo>
                  <a:lnTo>
                    <a:pt x="23279" y="3311"/>
                  </a:lnTo>
                  <a:lnTo>
                    <a:pt x="23305" y="3284"/>
                  </a:lnTo>
                  <a:lnTo>
                    <a:pt x="23357" y="3257"/>
                  </a:lnTo>
                  <a:lnTo>
                    <a:pt x="23434" y="3204"/>
                  </a:lnTo>
                  <a:lnTo>
                    <a:pt x="23460" y="3177"/>
                  </a:lnTo>
                  <a:lnTo>
                    <a:pt x="23097" y="3017"/>
                  </a:lnTo>
                  <a:lnTo>
                    <a:pt x="22812" y="3150"/>
                  </a:lnTo>
                  <a:lnTo>
                    <a:pt x="22657" y="3284"/>
                  </a:lnTo>
                  <a:lnTo>
                    <a:pt x="22475" y="3417"/>
                  </a:lnTo>
                  <a:lnTo>
                    <a:pt x="22501" y="3604"/>
                  </a:lnTo>
                  <a:lnTo>
                    <a:pt x="22475" y="3684"/>
                  </a:lnTo>
                  <a:lnTo>
                    <a:pt x="22397" y="3818"/>
                  </a:lnTo>
                  <a:lnTo>
                    <a:pt x="22242" y="3925"/>
                  </a:lnTo>
                  <a:lnTo>
                    <a:pt x="22190" y="4032"/>
                  </a:lnTo>
                  <a:lnTo>
                    <a:pt x="22190" y="4112"/>
                  </a:lnTo>
                  <a:lnTo>
                    <a:pt x="22086" y="4138"/>
                  </a:lnTo>
                  <a:lnTo>
                    <a:pt x="22009" y="4218"/>
                  </a:lnTo>
                  <a:lnTo>
                    <a:pt x="21931" y="4299"/>
                  </a:lnTo>
                  <a:lnTo>
                    <a:pt x="21827" y="4299"/>
                  </a:lnTo>
                  <a:lnTo>
                    <a:pt x="21749" y="4325"/>
                  </a:lnTo>
                  <a:lnTo>
                    <a:pt x="21697" y="4432"/>
                  </a:lnTo>
                  <a:lnTo>
                    <a:pt x="21594" y="4566"/>
                  </a:lnTo>
                  <a:lnTo>
                    <a:pt x="21568" y="4672"/>
                  </a:lnTo>
                  <a:lnTo>
                    <a:pt x="21542" y="4672"/>
                  </a:lnTo>
                  <a:lnTo>
                    <a:pt x="21516" y="4646"/>
                  </a:lnTo>
                  <a:lnTo>
                    <a:pt x="21516" y="4592"/>
                  </a:lnTo>
                  <a:lnTo>
                    <a:pt x="21516" y="4566"/>
                  </a:lnTo>
                  <a:lnTo>
                    <a:pt x="21490" y="4512"/>
                  </a:lnTo>
                  <a:lnTo>
                    <a:pt x="21023" y="4619"/>
                  </a:lnTo>
                  <a:lnTo>
                    <a:pt x="20972" y="4646"/>
                  </a:lnTo>
                  <a:lnTo>
                    <a:pt x="20946" y="4672"/>
                  </a:lnTo>
                  <a:lnTo>
                    <a:pt x="20920" y="4699"/>
                  </a:lnTo>
                  <a:lnTo>
                    <a:pt x="20894" y="4699"/>
                  </a:lnTo>
                  <a:lnTo>
                    <a:pt x="20868" y="4672"/>
                  </a:lnTo>
                  <a:lnTo>
                    <a:pt x="20868" y="4566"/>
                  </a:lnTo>
                  <a:lnTo>
                    <a:pt x="20868" y="4512"/>
                  </a:lnTo>
                  <a:lnTo>
                    <a:pt x="20246" y="4165"/>
                  </a:lnTo>
                  <a:lnTo>
                    <a:pt x="19675" y="4085"/>
                  </a:lnTo>
                  <a:lnTo>
                    <a:pt x="19520" y="4112"/>
                  </a:lnTo>
                  <a:lnTo>
                    <a:pt x="19338" y="4245"/>
                  </a:lnTo>
                  <a:lnTo>
                    <a:pt x="19364" y="4352"/>
                  </a:lnTo>
                  <a:lnTo>
                    <a:pt x="19364" y="4432"/>
                  </a:lnTo>
                  <a:lnTo>
                    <a:pt x="19261" y="4459"/>
                  </a:lnTo>
                  <a:lnTo>
                    <a:pt x="19183" y="4459"/>
                  </a:lnTo>
                  <a:lnTo>
                    <a:pt x="19027" y="4405"/>
                  </a:lnTo>
                  <a:lnTo>
                    <a:pt x="19053" y="4379"/>
                  </a:lnTo>
                  <a:lnTo>
                    <a:pt x="19131" y="4245"/>
                  </a:lnTo>
                  <a:lnTo>
                    <a:pt x="19157" y="4218"/>
                  </a:lnTo>
                  <a:lnTo>
                    <a:pt x="19105" y="4218"/>
                  </a:lnTo>
                  <a:lnTo>
                    <a:pt x="18976" y="4299"/>
                  </a:lnTo>
                  <a:lnTo>
                    <a:pt x="18924" y="4245"/>
                  </a:lnTo>
                  <a:lnTo>
                    <a:pt x="18794" y="4192"/>
                  </a:lnTo>
                  <a:lnTo>
                    <a:pt x="18742" y="4192"/>
                  </a:lnTo>
                  <a:lnTo>
                    <a:pt x="18664" y="4245"/>
                  </a:lnTo>
                  <a:lnTo>
                    <a:pt x="18639" y="4325"/>
                  </a:lnTo>
                  <a:lnTo>
                    <a:pt x="18587" y="4405"/>
                  </a:lnTo>
                  <a:lnTo>
                    <a:pt x="18457" y="4485"/>
                  </a:lnTo>
                  <a:lnTo>
                    <a:pt x="18353" y="4566"/>
                  </a:lnTo>
                  <a:lnTo>
                    <a:pt x="18172" y="4512"/>
                  </a:lnTo>
                  <a:lnTo>
                    <a:pt x="17990" y="4566"/>
                  </a:lnTo>
                  <a:lnTo>
                    <a:pt x="17602" y="4432"/>
                  </a:lnTo>
                  <a:lnTo>
                    <a:pt x="17420" y="4432"/>
                  </a:lnTo>
                  <a:lnTo>
                    <a:pt x="17213" y="4566"/>
                  </a:lnTo>
                  <a:lnTo>
                    <a:pt x="17005" y="4726"/>
                  </a:lnTo>
                  <a:lnTo>
                    <a:pt x="16850" y="4966"/>
                  </a:lnTo>
                  <a:lnTo>
                    <a:pt x="16746" y="5020"/>
                  </a:lnTo>
                  <a:lnTo>
                    <a:pt x="16642" y="5100"/>
                  </a:lnTo>
                  <a:lnTo>
                    <a:pt x="16616" y="5100"/>
                  </a:lnTo>
                  <a:lnTo>
                    <a:pt x="16539" y="5046"/>
                  </a:lnTo>
                  <a:lnTo>
                    <a:pt x="16461" y="5046"/>
                  </a:lnTo>
                  <a:lnTo>
                    <a:pt x="16616" y="4913"/>
                  </a:lnTo>
                  <a:lnTo>
                    <a:pt x="16694" y="4886"/>
                  </a:lnTo>
                  <a:lnTo>
                    <a:pt x="16720" y="4859"/>
                  </a:lnTo>
                  <a:lnTo>
                    <a:pt x="16798" y="4753"/>
                  </a:lnTo>
                  <a:lnTo>
                    <a:pt x="16850" y="4699"/>
                  </a:lnTo>
                  <a:lnTo>
                    <a:pt x="16850" y="4672"/>
                  </a:lnTo>
                  <a:lnTo>
                    <a:pt x="16876" y="4619"/>
                  </a:lnTo>
                  <a:lnTo>
                    <a:pt x="16928" y="4566"/>
                  </a:lnTo>
                  <a:lnTo>
                    <a:pt x="16979" y="4459"/>
                  </a:lnTo>
                  <a:lnTo>
                    <a:pt x="17057" y="4405"/>
                  </a:lnTo>
                  <a:lnTo>
                    <a:pt x="17135" y="4379"/>
                  </a:lnTo>
                  <a:lnTo>
                    <a:pt x="17161" y="4379"/>
                  </a:lnTo>
                  <a:lnTo>
                    <a:pt x="17213" y="4379"/>
                  </a:lnTo>
                  <a:lnTo>
                    <a:pt x="17265" y="4299"/>
                  </a:lnTo>
                  <a:lnTo>
                    <a:pt x="17342" y="4218"/>
                  </a:lnTo>
                  <a:lnTo>
                    <a:pt x="17394" y="4192"/>
                  </a:lnTo>
                  <a:lnTo>
                    <a:pt x="17420" y="4165"/>
                  </a:lnTo>
                  <a:lnTo>
                    <a:pt x="17576" y="4112"/>
                  </a:lnTo>
                  <a:lnTo>
                    <a:pt x="17627" y="4085"/>
                  </a:lnTo>
                  <a:lnTo>
                    <a:pt x="17835" y="4192"/>
                  </a:lnTo>
                  <a:lnTo>
                    <a:pt x="18094" y="3818"/>
                  </a:lnTo>
                  <a:lnTo>
                    <a:pt x="18431" y="3604"/>
                  </a:lnTo>
                  <a:lnTo>
                    <a:pt x="19338" y="3311"/>
                  </a:lnTo>
                  <a:lnTo>
                    <a:pt x="19468" y="3204"/>
                  </a:lnTo>
                  <a:lnTo>
                    <a:pt x="19675" y="3070"/>
                  </a:lnTo>
                  <a:lnTo>
                    <a:pt x="19701" y="3070"/>
                  </a:lnTo>
                  <a:lnTo>
                    <a:pt x="19701" y="3070"/>
                  </a:lnTo>
                  <a:lnTo>
                    <a:pt x="19753" y="2990"/>
                  </a:lnTo>
                  <a:lnTo>
                    <a:pt x="19779" y="2937"/>
                  </a:lnTo>
                  <a:lnTo>
                    <a:pt x="19805" y="2803"/>
                  </a:lnTo>
                  <a:lnTo>
                    <a:pt x="19857" y="2777"/>
                  </a:lnTo>
                  <a:lnTo>
                    <a:pt x="19909" y="2670"/>
                  </a:lnTo>
                  <a:lnTo>
                    <a:pt x="19987" y="2723"/>
                  </a:lnTo>
                  <a:lnTo>
                    <a:pt x="20064" y="2616"/>
                  </a:lnTo>
                  <a:lnTo>
                    <a:pt x="20038" y="2590"/>
                  </a:lnTo>
                  <a:lnTo>
                    <a:pt x="20038" y="2536"/>
                  </a:lnTo>
                  <a:lnTo>
                    <a:pt x="20038" y="2483"/>
                  </a:lnTo>
                  <a:lnTo>
                    <a:pt x="20064" y="2376"/>
                  </a:lnTo>
                  <a:lnTo>
                    <a:pt x="20116" y="2376"/>
                  </a:lnTo>
                  <a:lnTo>
                    <a:pt x="20142" y="2349"/>
                  </a:lnTo>
                  <a:lnTo>
                    <a:pt x="20116" y="2323"/>
                  </a:lnTo>
                  <a:lnTo>
                    <a:pt x="20038" y="2323"/>
                  </a:lnTo>
                  <a:lnTo>
                    <a:pt x="19987" y="2349"/>
                  </a:lnTo>
                  <a:lnTo>
                    <a:pt x="19909" y="2456"/>
                  </a:lnTo>
                  <a:lnTo>
                    <a:pt x="19909" y="2483"/>
                  </a:lnTo>
                  <a:lnTo>
                    <a:pt x="19935" y="2536"/>
                  </a:lnTo>
                  <a:lnTo>
                    <a:pt x="19935" y="2536"/>
                  </a:lnTo>
                  <a:lnTo>
                    <a:pt x="19857" y="2563"/>
                  </a:lnTo>
                  <a:lnTo>
                    <a:pt x="19727" y="2510"/>
                  </a:lnTo>
                  <a:lnTo>
                    <a:pt x="19650" y="2536"/>
                  </a:lnTo>
                  <a:lnTo>
                    <a:pt x="19650" y="2563"/>
                  </a:lnTo>
                  <a:lnTo>
                    <a:pt x="19624" y="2643"/>
                  </a:lnTo>
                  <a:lnTo>
                    <a:pt x="19624" y="2670"/>
                  </a:lnTo>
                  <a:lnTo>
                    <a:pt x="19494" y="2723"/>
                  </a:lnTo>
                  <a:lnTo>
                    <a:pt x="19416" y="2723"/>
                  </a:lnTo>
                  <a:lnTo>
                    <a:pt x="19338" y="2643"/>
                  </a:lnTo>
                  <a:lnTo>
                    <a:pt x="19287" y="2590"/>
                  </a:lnTo>
                  <a:lnTo>
                    <a:pt x="19287" y="2536"/>
                  </a:lnTo>
                  <a:lnTo>
                    <a:pt x="19287" y="2510"/>
                  </a:lnTo>
                  <a:lnTo>
                    <a:pt x="19287" y="2456"/>
                  </a:lnTo>
                  <a:lnTo>
                    <a:pt x="19261" y="2403"/>
                  </a:lnTo>
                  <a:lnTo>
                    <a:pt x="19105" y="2323"/>
                  </a:lnTo>
                  <a:lnTo>
                    <a:pt x="19235" y="2296"/>
                  </a:lnTo>
                  <a:lnTo>
                    <a:pt x="19287" y="2269"/>
                  </a:lnTo>
                  <a:lnTo>
                    <a:pt x="19390" y="2189"/>
                  </a:lnTo>
                  <a:lnTo>
                    <a:pt x="19287" y="2082"/>
                  </a:lnTo>
                  <a:lnTo>
                    <a:pt x="19209" y="2082"/>
                  </a:lnTo>
                  <a:lnTo>
                    <a:pt x="19105" y="2109"/>
                  </a:lnTo>
                  <a:lnTo>
                    <a:pt x="18976" y="2109"/>
                  </a:lnTo>
                  <a:lnTo>
                    <a:pt x="18950" y="2056"/>
                  </a:lnTo>
                  <a:lnTo>
                    <a:pt x="18976" y="1922"/>
                  </a:lnTo>
                  <a:lnTo>
                    <a:pt x="18950" y="1869"/>
                  </a:lnTo>
                  <a:lnTo>
                    <a:pt x="18950" y="1815"/>
                  </a:lnTo>
                  <a:lnTo>
                    <a:pt x="19027" y="1655"/>
                  </a:lnTo>
                  <a:lnTo>
                    <a:pt x="19027" y="1602"/>
                  </a:lnTo>
                  <a:lnTo>
                    <a:pt x="18950" y="1602"/>
                  </a:lnTo>
                  <a:lnTo>
                    <a:pt x="18846" y="1655"/>
                  </a:lnTo>
                  <a:lnTo>
                    <a:pt x="18794" y="1655"/>
                  </a:lnTo>
                  <a:lnTo>
                    <a:pt x="18898" y="1522"/>
                  </a:lnTo>
                  <a:lnTo>
                    <a:pt x="19001" y="1415"/>
                  </a:lnTo>
                  <a:lnTo>
                    <a:pt x="19131" y="1335"/>
                  </a:lnTo>
                  <a:lnTo>
                    <a:pt x="19338" y="1308"/>
                  </a:lnTo>
                  <a:lnTo>
                    <a:pt x="19390" y="1255"/>
                  </a:lnTo>
                  <a:lnTo>
                    <a:pt x="19338" y="1201"/>
                  </a:lnTo>
                  <a:lnTo>
                    <a:pt x="19338" y="1068"/>
                  </a:lnTo>
                  <a:lnTo>
                    <a:pt x="19364" y="934"/>
                  </a:lnTo>
                  <a:lnTo>
                    <a:pt x="19364" y="801"/>
                  </a:lnTo>
                  <a:lnTo>
                    <a:pt x="19261" y="747"/>
                  </a:lnTo>
                  <a:lnTo>
                    <a:pt x="19001" y="694"/>
                  </a:lnTo>
                  <a:lnTo>
                    <a:pt x="18976" y="614"/>
                  </a:lnTo>
                  <a:lnTo>
                    <a:pt x="19027" y="614"/>
                  </a:lnTo>
                  <a:lnTo>
                    <a:pt x="19105" y="560"/>
                  </a:lnTo>
                  <a:lnTo>
                    <a:pt x="19157" y="507"/>
                  </a:lnTo>
                  <a:lnTo>
                    <a:pt x="19235" y="427"/>
                  </a:lnTo>
                  <a:lnTo>
                    <a:pt x="19287" y="293"/>
                  </a:lnTo>
                  <a:lnTo>
                    <a:pt x="19261" y="267"/>
                  </a:lnTo>
                  <a:lnTo>
                    <a:pt x="19235" y="267"/>
                  </a:lnTo>
                  <a:lnTo>
                    <a:pt x="19157" y="186"/>
                  </a:lnTo>
                  <a:lnTo>
                    <a:pt x="19001" y="213"/>
                  </a:lnTo>
                  <a:lnTo>
                    <a:pt x="18950" y="213"/>
                  </a:lnTo>
                  <a:lnTo>
                    <a:pt x="18924" y="160"/>
                  </a:lnTo>
                  <a:lnTo>
                    <a:pt x="18898" y="80"/>
                  </a:lnTo>
                  <a:lnTo>
                    <a:pt x="18872" y="0"/>
                  </a:lnTo>
                  <a:lnTo>
                    <a:pt x="18768" y="26"/>
                  </a:lnTo>
                  <a:lnTo>
                    <a:pt x="18742" y="453"/>
                  </a:lnTo>
                  <a:lnTo>
                    <a:pt x="18716" y="720"/>
                  </a:lnTo>
                  <a:lnTo>
                    <a:pt x="18639" y="907"/>
                  </a:lnTo>
                  <a:lnTo>
                    <a:pt x="18405" y="1148"/>
                  </a:lnTo>
                  <a:lnTo>
                    <a:pt x="18276" y="1228"/>
                  </a:lnTo>
                  <a:lnTo>
                    <a:pt x="18172" y="1255"/>
                  </a:lnTo>
                  <a:lnTo>
                    <a:pt x="18068" y="1335"/>
                  </a:lnTo>
                  <a:lnTo>
                    <a:pt x="17990" y="1361"/>
                  </a:lnTo>
                  <a:lnTo>
                    <a:pt x="17965" y="1548"/>
                  </a:lnTo>
                  <a:lnTo>
                    <a:pt x="17913" y="1548"/>
                  </a:lnTo>
                  <a:lnTo>
                    <a:pt x="17835" y="1548"/>
                  </a:lnTo>
                  <a:lnTo>
                    <a:pt x="17757" y="1522"/>
                  </a:lnTo>
                  <a:lnTo>
                    <a:pt x="17731" y="1495"/>
                  </a:lnTo>
                  <a:lnTo>
                    <a:pt x="17731" y="1361"/>
                  </a:lnTo>
                  <a:lnTo>
                    <a:pt x="17705" y="1335"/>
                  </a:lnTo>
                  <a:lnTo>
                    <a:pt x="17653" y="1361"/>
                  </a:lnTo>
                  <a:lnTo>
                    <a:pt x="17524" y="1495"/>
                  </a:lnTo>
                  <a:lnTo>
                    <a:pt x="17446" y="1602"/>
                  </a:lnTo>
                  <a:lnTo>
                    <a:pt x="17498" y="1682"/>
                  </a:lnTo>
                  <a:lnTo>
                    <a:pt x="17472" y="1708"/>
                  </a:lnTo>
                  <a:lnTo>
                    <a:pt x="17394" y="1762"/>
                  </a:lnTo>
                  <a:lnTo>
                    <a:pt x="17394" y="1975"/>
                  </a:lnTo>
                  <a:lnTo>
                    <a:pt x="17420" y="2029"/>
                  </a:lnTo>
                  <a:lnTo>
                    <a:pt x="17498" y="2002"/>
                  </a:lnTo>
                  <a:lnTo>
                    <a:pt x="17498" y="1975"/>
                  </a:lnTo>
                  <a:lnTo>
                    <a:pt x="17524" y="1842"/>
                  </a:lnTo>
                  <a:lnTo>
                    <a:pt x="17731" y="1735"/>
                  </a:lnTo>
                  <a:lnTo>
                    <a:pt x="17887" y="1815"/>
                  </a:lnTo>
                  <a:lnTo>
                    <a:pt x="17887" y="2029"/>
                  </a:lnTo>
                  <a:lnTo>
                    <a:pt x="17705" y="2296"/>
                  </a:lnTo>
                  <a:lnTo>
                    <a:pt x="17446" y="2376"/>
                  </a:lnTo>
                  <a:lnTo>
                    <a:pt x="17316" y="2242"/>
                  </a:lnTo>
                  <a:lnTo>
                    <a:pt x="17161" y="1789"/>
                  </a:lnTo>
                  <a:lnTo>
                    <a:pt x="16850" y="1682"/>
                  </a:lnTo>
                  <a:lnTo>
                    <a:pt x="16746" y="1575"/>
                  </a:lnTo>
                  <a:lnTo>
                    <a:pt x="16798" y="1548"/>
                  </a:lnTo>
                  <a:lnTo>
                    <a:pt x="16824" y="1495"/>
                  </a:lnTo>
                  <a:lnTo>
                    <a:pt x="16824" y="1415"/>
                  </a:lnTo>
                  <a:lnTo>
                    <a:pt x="16798" y="1361"/>
                  </a:lnTo>
                  <a:lnTo>
                    <a:pt x="16720" y="1468"/>
                  </a:lnTo>
                  <a:lnTo>
                    <a:pt x="16668" y="1522"/>
                  </a:lnTo>
                  <a:lnTo>
                    <a:pt x="16591" y="1361"/>
                  </a:lnTo>
                  <a:lnTo>
                    <a:pt x="16461" y="1335"/>
                  </a:lnTo>
                  <a:lnTo>
                    <a:pt x="16228" y="1361"/>
                  </a:lnTo>
                  <a:lnTo>
                    <a:pt x="16176" y="1281"/>
                  </a:lnTo>
                  <a:lnTo>
                    <a:pt x="16072" y="1148"/>
                  </a:lnTo>
                  <a:lnTo>
                    <a:pt x="15942" y="1148"/>
                  </a:lnTo>
                  <a:lnTo>
                    <a:pt x="15968" y="1148"/>
                  </a:lnTo>
                  <a:lnTo>
                    <a:pt x="15917" y="1094"/>
                  </a:lnTo>
                  <a:lnTo>
                    <a:pt x="15865" y="1148"/>
                  </a:lnTo>
                  <a:lnTo>
                    <a:pt x="15813" y="1174"/>
                  </a:lnTo>
                  <a:lnTo>
                    <a:pt x="15709" y="1228"/>
                  </a:lnTo>
                  <a:lnTo>
                    <a:pt x="15787" y="1014"/>
                  </a:lnTo>
                  <a:lnTo>
                    <a:pt x="15683" y="987"/>
                  </a:lnTo>
                  <a:lnTo>
                    <a:pt x="15398" y="1148"/>
                  </a:lnTo>
                  <a:lnTo>
                    <a:pt x="15165" y="1148"/>
                  </a:lnTo>
                  <a:lnTo>
                    <a:pt x="15087" y="1174"/>
                  </a:lnTo>
                  <a:lnTo>
                    <a:pt x="15035" y="1255"/>
                  </a:lnTo>
                  <a:lnTo>
                    <a:pt x="14957" y="1335"/>
                  </a:lnTo>
                  <a:lnTo>
                    <a:pt x="14931" y="1441"/>
                  </a:lnTo>
                  <a:lnTo>
                    <a:pt x="14931" y="1468"/>
                  </a:lnTo>
                  <a:lnTo>
                    <a:pt x="14828" y="1762"/>
                  </a:lnTo>
                  <a:lnTo>
                    <a:pt x="14828" y="1815"/>
                  </a:lnTo>
                  <a:lnTo>
                    <a:pt x="14802" y="1869"/>
                  </a:lnTo>
                  <a:lnTo>
                    <a:pt x="14724" y="2029"/>
                  </a:lnTo>
                  <a:lnTo>
                    <a:pt x="14672" y="2109"/>
                  </a:lnTo>
                  <a:lnTo>
                    <a:pt x="14620" y="2189"/>
                  </a:lnTo>
                  <a:lnTo>
                    <a:pt x="14594" y="2242"/>
                  </a:lnTo>
                  <a:lnTo>
                    <a:pt x="14569" y="2323"/>
                  </a:lnTo>
                  <a:lnTo>
                    <a:pt x="14569" y="2403"/>
                  </a:lnTo>
                  <a:lnTo>
                    <a:pt x="14569" y="2510"/>
                  </a:lnTo>
                  <a:lnTo>
                    <a:pt x="14594" y="2563"/>
                  </a:lnTo>
                  <a:lnTo>
                    <a:pt x="14620" y="2590"/>
                  </a:lnTo>
                  <a:lnTo>
                    <a:pt x="14646" y="2616"/>
                  </a:lnTo>
                  <a:lnTo>
                    <a:pt x="14620" y="2643"/>
                  </a:lnTo>
                  <a:lnTo>
                    <a:pt x="14594" y="2723"/>
                  </a:lnTo>
                  <a:lnTo>
                    <a:pt x="14569" y="2777"/>
                  </a:lnTo>
                  <a:lnTo>
                    <a:pt x="14543" y="2777"/>
                  </a:lnTo>
                  <a:lnTo>
                    <a:pt x="14517" y="2777"/>
                  </a:lnTo>
                  <a:lnTo>
                    <a:pt x="14180" y="2296"/>
                  </a:lnTo>
                  <a:lnTo>
                    <a:pt x="14128" y="2136"/>
                  </a:lnTo>
                  <a:lnTo>
                    <a:pt x="14128" y="1762"/>
                  </a:lnTo>
                  <a:lnTo>
                    <a:pt x="14050" y="1655"/>
                  </a:lnTo>
                  <a:lnTo>
                    <a:pt x="13920" y="1575"/>
                  </a:lnTo>
                  <a:lnTo>
                    <a:pt x="13817" y="1468"/>
                  </a:lnTo>
                  <a:lnTo>
                    <a:pt x="13739" y="1441"/>
                  </a:lnTo>
                  <a:lnTo>
                    <a:pt x="13661" y="1468"/>
                  </a:lnTo>
                  <a:lnTo>
                    <a:pt x="13583" y="1522"/>
                  </a:lnTo>
                  <a:lnTo>
                    <a:pt x="13558" y="1548"/>
                  </a:lnTo>
                  <a:lnTo>
                    <a:pt x="13532" y="1655"/>
                  </a:lnTo>
                  <a:lnTo>
                    <a:pt x="13454" y="1789"/>
                  </a:lnTo>
                  <a:lnTo>
                    <a:pt x="13376" y="2136"/>
                  </a:lnTo>
                  <a:lnTo>
                    <a:pt x="13298" y="2349"/>
                  </a:lnTo>
                  <a:lnTo>
                    <a:pt x="13195" y="2403"/>
                  </a:lnTo>
                  <a:lnTo>
                    <a:pt x="13195" y="2323"/>
                  </a:lnTo>
                  <a:lnTo>
                    <a:pt x="13246" y="1975"/>
                  </a:lnTo>
                  <a:lnTo>
                    <a:pt x="13272" y="1842"/>
                  </a:lnTo>
                  <a:lnTo>
                    <a:pt x="13298" y="1789"/>
                  </a:lnTo>
                  <a:lnTo>
                    <a:pt x="13376" y="1682"/>
                  </a:lnTo>
                  <a:lnTo>
                    <a:pt x="13376" y="1655"/>
                  </a:lnTo>
                  <a:lnTo>
                    <a:pt x="13402" y="1575"/>
                  </a:lnTo>
                  <a:lnTo>
                    <a:pt x="13402" y="1522"/>
                  </a:lnTo>
                  <a:lnTo>
                    <a:pt x="13402" y="1495"/>
                  </a:lnTo>
                  <a:lnTo>
                    <a:pt x="13402" y="1361"/>
                  </a:lnTo>
                  <a:lnTo>
                    <a:pt x="13350" y="1335"/>
                  </a:lnTo>
                  <a:lnTo>
                    <a:pt x="13143" y="1255"/>
                  </a:lnTo>
                  <a:lnTo>
                    <a:pt x="13013" y="1255"/>
                  </a:lnTo>
                  <a:lnTo>
                    <a:pt x="12832" y="1308"/>
                  </a:lnTo>
                  <a:lnTo>
                    <a:pt x="12676" y="1441"/>
                  </a:lnTo>
                  <a:lnTo>
                    <a:pt x="12598" y="1708"/>
                  </a:lnTo>
                  <a:lnTo>
                    <a:pt x="12650" y="2937"/>
                  </a:lnTo>
                  <a:lnTo>
                    <a:pt x="12676" y="3070"/>
                  </a:lnTo>
                  <a:lnTo>
                    <a:pt x="12987" y="3364"/>
                  </a:lnTo>
                  <a:lnTo>
                    <a:pt x="13039" y="3551"/>
                  </a:lnTo>
                  <a:lnTo>
                    <a:pt x="12987" y="3711"/>
                  </a:lnTo>
                  <a:lnTo>
                    <a:pt x="12883" y="3524"/>
                  </a:lnTo>
                  <a:lnTo>
                    <a:pt x="12624" y="3257"/>
                  </a:lnTo>
                  <a:lnTo>
                    <a:pt x="12469" y="2483"/>
                  </a:lnTo>
                  <a:lnTo>
                    <a:pt x="12495" y="2269"/>
                  </a:lnTo>
                  <a:lnTo>
                    <a:pt x="12495" y="2216"/>
                  </a:lnTo>
                  <a:lnTo>
                    <a:pt x="12417" y="2109"/>
                  </a:lnTo>
                  <a:lnTo>
                    <a:pt x="12365" y="1682"/>
                  </a:lnTo>
                  <a:lnTo>
                    <a:pt x="12287" y="1575"/>
                  </a:lnTo>
                  <a:lnTo>
                    <a:pt x="12028" y="1789"/>
                  </a:lnTo>
                  <a:lnTo>
                    <a:pt x="11924" y="1949"/>
                  </a:lnTo>
                  <a:lnTo>
                    <a:pt x="11847" y="2082"/>
                  </a:lnTo>
                  <a:lnTo>
                    <a:pt x="11743" y="2349"/>
                  </a:lnTo>
                  <a:lnTo>
                    <a:pt x="11510" y="2803"/>
                  </a:lnTo>
                  <a:lnTo>
                    <a:pt x="11510" y="2937"/>
                  </a:lnTo>
                  <a:lnTo>
                    <a:pt x="11821" y="3524"/>
                  </a:lnTo>
                  <a:lnTo>
                    <a:pt x="11821" y="3658"/>
                  </a:lnTo>
                  <a:lnTo>
                    <a:pt x="11821" y="3711"/>
                  </a:lnTo>
                  <a:lnTo>
                    <a:pt x="11769" y="3845"/>
                  </a:lnTo>
                  <a:lnTo>
                    <a:pt x="11743" y="3898"/>
                  </a:lnTo>
                  <a:lnTo>
                    <a:pt x="11743" y="3951"/>
                  </a:lnTo>
                  <a:lnTo>
                    <a:pt x="12339" y="4138"/>
                  </a:lnTo>
                  <a:lnTo>
                    <a:pt x="12002" y="4192"/>
                  </a:lnTo>
                  <a:lnTo>
                    <a:pt x="11639" y="4165"/>
                  </a:lnTo>
                  <a:lnTo>
                    <a:pt x="11380" y="4032"/>
                  </a:lnTo>
                  <a:lnTo>
                    <a:pt x="11276" y="3765"/>
                  </a:lnTo>
                  <a:lnTo>
                    <a:pt x="11224" y="3391"/>
                  </a:lnTo>
                  <a:lnTo>
                    <a:pt x="11147" y="3257"/>
                  </a:lnTo>
                  <a:lnTo>
                    <a:pt x="11043" y="3284"/>
                  </a:lnTo>
                  <a:lnTo>
                    <a:pt x="10887" y="3444"/>
                  </a:lnTo>
                  <a:lnTo>
                    <a:pt x="10836" y="3658"/>
                  </a:lnTo>
                  <a:lnTo>
                    <a:pt x="10836" y="3951"/>
                  </a:lnTo>
                  <a:lnTo>
                    <a:pt x="10810" y="4032"/>
                  </a:lnTo>
                  <a:lnTo>
                    <a:pt x="10706" y="3898"/>
                  </a:lnTo>
                  <a:lnTo>
                    <a:pt x="10602" y="3871"/>
                  </a:lnTo>
                  <a:lnTo>
                    <a:pt x="10499" y="3978"/>
                  </a:lnTo>
                  <a:lnTo>
                    <a:pt x="10654" y="4566"/>
                  </a:lnTo>
                  <a:lnTo>
                    <a:pt x="10784" y="4672"/>
                  </a:lnTo>
                  <a:lnTo>
                    <a:pt x="11484" y="4966"/>
                  </a:lnTo>
                  <a:lnTo>
                    <a:pt x="11380" y="5046"/>
                  </a:lnTo>
                  <a:lnTo>
                    <a:pt x="11302" y="5100"/>
                  </a:lnTo>
                  <a:lnTo>
                    <a:pt x="11302" y="5447"/>
                  </a:lnTo>
                  <a:lnTo>
                    <a:pt x="11743" y="5767"/>
                  </a:lnTo>
                  <a:lnTo>
                    <a:pt x="11872" y="6008"/>
                  </a:lnTo>
                  <a:lnTo>
                    <a:pt x="11406" y="5687"/>
                  </a:lnTo>
                  <a:lnTo>
                    <a:pt x="11354" y="5874"/>
                  </a:lnTo>
                  <a:lnTo>
                    <a:pt x="11328" y="6008"/>
                  </a:lnTo>
                  <a:lnTo>
                    <a:pt x="11328" y="6141"/>
                  </a:lnTo>
                  <a:lnTo>
                    <a:pt x="11380" y="6221"/>
                  </a:lnTo>
                  <a:lnTo>
                    <a:pt x="11458" y="6355"/>
                  </a:lnTo>
                  <a:lnTo>
                    <a:pt x="11510" y="6435"/>
                  </a:lnTo>
                  <a:lnTo>
                    <a:pt x="11510" y="6488"/>
                  </a:lnTo>
                  <a:lnTo>
                    <a:pt x="11484" y="6542"/>
                  </a:lnTo>
                  <a:lnTo>
                    <a:pt x="11354" y="6862"/>
                  </a:lnTo>
                  <a:lnTo>
                    <a:pt x="11354" y="6969"/>
                  </a:lnTo>
                  <a:lnTo>
                    <a:pt x="11484" y="7129"/>
                  </a:lnTo>
                  <a:lnTo>
                    <a:pt x="11510" y="7369"/>
                  </a:lnTo>
                  <a:lnTo>
                    <a:pt x="11587" y="7476"/>
                  </a:lnTo>
                  <a:lnTo>
                    <a:pt x="11510" y="7476"/>
                  </a:lnTo>
                  <a:lnTo>
                    <a:pt x="11484" y="7476"/>
                  </a:lnTo>
                  <a:lnTo>
                    <a:pt x="11458" y="7610"/>
                  </a:lnTo>
                  <a:lnTo>
                    <a:pt x="11561" y="7663"/>
                  </a:lnTo>
                  <a:lnTo>
                    <a:pt x="11535" y="7797"/>
                  </a:lnTo>
                  <a:lnTo>
                    <a:pt x="11458" y="7743"/>
                  </a:lnTo>
                  <a:lnTo>
                    <a:pt x="11328" y="7423"/>
                  </a:lnTo>
                  <a:lnTo>
                    <a:pt x="11250" y="7343"/>
                  </a:lnTo>
                  <a:lnTo>
                    <a:pt x="10939" y="7316"/>
                  </a:lnTo>
                  <a:lnTo>
                    <a:pt x="10861" y="7209"/>
                  </a:lnTo>
                  <a:lnTo>
                    <a:pt x="10887" y="7156"/>
                  </a:lnTo>
                  <a:lnTo>
                    <a:pt x="10939" y="7102"/>
                  </a:lnTo>
                  <a:lnTo>
                    <a:pt x="10965" y="7049"/>
                  </a:lnTo>
                  <a:lnTo>
                    <a:pt x="10965" y="7022"/>
                  </a:lnTo>
                  <a:lnTo>
                    <a:pt x="10939" y="6995"/>
                  </a:lnTo>
                  <a:lnTo>
                    <a:pt x="10887" y="6942"/>
                  </a:lnTo>
                  <a:lnTo>
                    <a:pt x="10887" y="6809"/>
                  </a:lnTo>
                  <a:lnTo>
                    <a:pt x="10939" y="6675"/>
                  </a:lnTo>
                  <a:lnTo>
                    <a:pt x="10939" y="6595"/>
                  </a:lnTo>
                  <a:lnTo>
                    <a:pt x="10939" y="6408"/>
                  </a:lnTo>
                  <a:lnTo>
                    <a:pt x="10602" y="6168"/>
                  </a:lnTo>
                  <a:lnTo>
                    <a:pt x="10499" y="5927"/>
                  </a:lnTo>
                  <a:lnTo>
                    <a:pt x="10447" y="5794"/>
                  </a:lnTo>
                  <a:lnTo>
                    <a:pt x="10447" y="5660"/>
                  </a:lnTo>
                  <a:lnTo>
                    <a:pt x="10473" y="5500"/>
                  </a:lnTo>
                  <a:lnTo>
                    <a:pt x="10499" y="5420"/>
                  </a:lnTo>
                  <a:lnTo>
                    <a:pt x="10343" y="5180"/>
                  </a:lnTo>
                  <a:lnTo>
                    <a:pt x="10343" y="4993"/>
                  </a:lnTo>
                  <a:lnTo>
                    <a:pt x="9980" y="4405"/>
                  </a:lnTo>
                  <a:lnTo>
                    <a:pt x="9488" y="4112"/>
                  </a:lnTo>
                  <a:lnTo>
                    <a:pt x="9073" y="3658"/>
                  </a:lnTo>
                  <a:lnTo>
                    <a:pt x="9021" y="3578"/>
                  </a:lnTo>
                  <a:lnTo>
                    <a:pt x="8762" y="3951"/>
                  </a:lnTo>
                  <a:lnTo>
                    <a:pt x="8451" y="4459"/>
                  </a:lnTo>
                  <a:lnTo>
                    <a:pt x="8321" y="4646"/>
                  </a:lnTo>
                  <a:lnTo>
                    <a:pt x="8191" y="4859"/>
                  </a:lnTo>
                  <a:lnTo>
                    <a:pt x="8062" y="5046"/>
                  </a:lnTo>
                  <a:lnTo>
                    <a:pt x="7802" y="5473"/>
                  </a:lnTo>
                  <a:lnTo>
                    <a:pt x="7543" y="5874"/>
                  </a:lnTo>
                  <a:lnTo>
                    <a:pt x="7284" y="6275"/>
                  </a:lnTo>
                  <a:lnTo>
                    <a:pt x="7025" y="6702"/>
                  </a:lnTo>
                  <a:lnTo>
                    <a:pt x="6506" y="7503"/>
                  </a:lnTo>
                  <a:lnTo>
                    <a:pt x="6014" y="8304"/>
                  </a:lnTo>
                  <a:lnTo>
                    <a:pt x="4977" y="9933"/>
                  </a:lnTo>
                  <a:lnTo>
                    <a:pt x="4510" y="10654"/>
                  </a:lnTo>
                  <a:lnTo>
                    <a:pt x="4069" y="11348"/>
                  </a:lnTo>
                  <a:lnTo>
                    <a:pt x="3603" y="12096"/>
                  </a:lnTo>
                  <a:lnTo>
                    <a:pt x="3162" y="12817"/>
                  </a:lnTo>
                  <a:lnTo>
                    <a:pt x="3058" y="13004"/>
                  </a:lnTo>
                  <a:lnTo>
                    <a:pt x="2929" y="13137"/>
                  </a:lnTo>
                  <a:lnTo>
                    <a:pt x="2851" y="13324"/>
                  </a:lnTo>
                  <a:lnTo>
                    <a:pt x="2747" y="13457"/>
                  </a:lnTo>
                  <a:lnTo>
                    <a:pt x="2747" y="13538"/>
                  </a:lnTo>
                  <a:lnTo>
                    <a:pt x="2721" y="13564"/>
                  </a:lnTo>
                  <a:lnTo>
                    <a:pt x="2721" y="13591"/>
                  </a:lnTo>
                  <a:lnTo>
                    <a:pt x="2721" y="13618"/>
                  </a:lnTo>
                  <a:lnTo>
                    <a:pt x="2696" y="13644"/>
                  </a:lnTo>
                  <a:lnTo>
                    <a:pt x="2670" y="13698"/>
                  </a:lnTo>
                  <a:lnTo>
                    <a:pt x="2644" y="13724"/>
                  </a:lnTo>
                  <a:lnTo>
                    <a:pt x="2644" y="13751"/>
                  </a:lnTo>
                  <a:lnTo>
                    <a:pt x="2618" y="13805"/>
                  </a:lnTo>
                  <a:lnTo>
                    <a:pt x="2592" y="13831"/>
                  </a:lnTo>
                  <a:lnTo>
                    <a:pt x="2566" y="13858"/>
                  </a:lnTo>
                  <a:lnTo>
                    <a:pt x="2566" y="13911"/>
                  </a:lnTo>
                  <a:lnTo>
                    <a:pt x="2566" y="13965"/>
                  </a:lnTo>
                  <a:lnTo>
                    <a:pt x="2566" y="13991"/>
                  </a:lnTo>
                  <a:lnTo>
                    <a:pt x="2592" y="14018"/>
                  </a:lnTo>
                  <a:lnTo>
                    <a:pt x="2618" y="14072"/>
                  </a:lnTo>
                  <a:lnTo>
                    <a:pt x="2644" y="14125"/>
                  </a:lnTo>
                  <a:lnTo>
                    <a:pt x="2696" y="14178"/>
                  </a:lnTo>
                  <a:lnTo>
                    <a:pt x="2721" y="14232"/>
                  </a:lnTo>
                  <a:lnTo>
                    <a:pt x="2799" y="14259"/>
                  </a:lnTo>
                  <a:lnTo>
                    <a:pt x="2877" y="14392"/>
                  </a:lnTo>
                  <a:lnTo>
                    <a:pt x="2903" y="14526"/>
                  </a:lnTo>
                  <a:lnTo>
                    <a:pt x="2877" y="14739"/>
                  </a:lnTo>
                  <a:lnTo>
                    <a:pt x="2851" y="14979"/>
                  </a:lnTo>
                  <a:lnTo>
                    <a:pt x="2799" y="15113"/>
                  </a:lnTo>
                  <a:lnTo>
                    <a:pt x="2721" y="15220"/>
                  </a:lnTo>
                  <a:lnTo>
                    <a:pt x="2644" y="15327"/>
                  </a:lnTo>
                  <a:lnTo>
                    <a:pt x="2592" y="15460"/>
                  </a:lnTo>
                  <a:lnTo>
                    <a:pt x="2592" y="15514"/>
                  </a:lnTo>
                  <a:lnTo>
                    <a:pt x="2592" y="15540"/>
                  </a:lnTo>
                  <a:lnTo>
                    <a:pt x="2592" y="15567"/>
                  </a:lnTo>
                  <a:lnTo>
                    <a:pt x="2592" y="15594"/>
                  </a:lnTo>
                  <a:lnTo>
                    <a:pt x="2592" y="15674"/>
                  </a:lnTo>
                  <a:lnTo>
                    <a:pt x="2540" y="15700"/>
                  </a:lnTo>
                  <a:lnTo>
                    <a:pt x="2488" y="15700"/>
                  </a:lnTo>
                  <a:lnTo>
                    <a:pt x="2462" y="15727"/>
                  </a:lnTo>
                  <a:lnTo>
                    <a:pt x="2384" y="15861"/>
                  </a:lnTo>
                  <a:lnTo>
                    <a:pt x="2307" y="15994"/>
                  </a:lnTo>
                  <a:lnTo>
                    <a:pt x="2203" y="16101"/>
                  </a:lnTo>
                  <a:lnTo>
                    <a:pt x="2073" y="16234"/>
                  </a:lnTo>
                  <a:lnTo>
                    <a:pt x="1970" y="16315"/>
                  </a:lnTo>
                  <a:lnTo>
                    <a:pt x="1944" y="16368"/>
                  </a:lnTo>
                  <a:lnTo>
                    <a:pt x="1944" y="16395"/>
                  </a:lnTo>
                  <a:lnTo>
                    <a:pt x="1970" y="16502"/>
                  </a:lnTo>
                  <a:lnTo>
                    <a:pt x="1996" y="16555"/>
                  </a:lnTo>
                  <a:lnTo>
                    <a:pt x="2047" y="16635"/>
                  </a:lnTo>
                  <a:lnTo>
                    <a:pt x="2073" y="16742"/>
                  </a:lnTo>
                  <a:lnTo>
                    <a:pt x="2047" y="16795"/>
                  </a:lnTo>
                  <a:lnTo>
                    <a:pt x="1944" y="16875"/>
                  </a:lnTo>
                  <a:lnTo>
                    <a:pt x="1918" y="16875"/>
                  </a:lnTo>
                  <a:lnTo>
                    <a:pt x="1892" y="16875"/>
                  </a:lnTo>
                  <a:lnTo>
                    <a:pt x="1840" y="17062"/>
                  </a:lnTo>
                  <a:lnTo>
                    <a:pt x="1814" y="17142"/>
                  </a:lnTo>
                  <a:lnTo>
                    <a:pt x="1814" y="17222"/>
                  </a:lnTo>
                  <a:lnTo>
                    <a:pt x="1788" y="17303"/>
                  </a:lnTo>
                  <a:lnTo>
                    <a:pt x="1736" y="17383"/>
                  </a:lnTo>
                  <a:lnTo>
                    <a:pt x="1685" y="17489"/>
                  </a:lnTo>
                  <a:lnTo>
                    <a:pt x="1659" y="17543"/>
                  </a:lnTo>
                  <a:lnTo>
                    <a:pt x="1607" y="17570"/>
                  </a:lnTo>
                  <a:lnTo>
                    <a:pt x="1529" y="17623"/>
                  </a:lnTo>
                  <a:lnTo>
                    <a:pt x="1425" y="17703"/>
                  </a:lnTo>
                  <a:lnTo>
                    <a:pt x="1348" y="17837"/>
                  </a:lnTo>
                  <a:lnTo>
                    <a:pt x="1296" y="17943"/>
                  </a:lnTo>
                  <a:lnTo>
                    <a:pt x="1192" y="18024"/>
                  </a:lnTo>
                  <a:lnTo>
                    <a:pt x="1114" y="18050"/>
                  </a:lnTo>
                  <a:lnTo>
                    <a:pt x="1036" y="18050"/>
                  </a:lnTo>
                  <a:lnTo>
                    <a:pt x="933" y="18077"/>
                  </a:lnTo>
                  <a:lnTo>
                    <a:pt x="855" y="18104"/>
                  </a:lnTo>
                  <a:lnTo>
                    <a:pt x="803" y="18104"/>
                  </a:lnTo>
                  <a:lnTo>
                    <a:pt x="699" y="18157"/>
                  </a:lnTo>
                  <a:lnTo>
                    <a:pt x="648" y="18210"/>
                  </a:lnTo>
                  <a:lnTo>
                    <a:pt x="596" y="18317"/>
                  </a:lnTo>
                  <a:lnTo>
                    <a:pt x="596" y="18424"/>
                  </a:lnTo>
                  <a:lnTo>
                    <a:pt x="596" y="18477"/>
                  </a:lnTo>
                  <a:lnTo>
                    <a:pt x="596" y="18558"/>
                  </a:lnTo>
                  <a:lnTo>
                    <a:pt x="518" y="18664"/>
                  </a:lnTo>
                  <a:lnTo>
                    <a:pt x="440" y="18691"/>
                  </a:lnTo>
                  <a:lnTo>
                    <a:pt x="414" y="18718"/>
                  </a:lnTo>
                  <a:lnTo>
                    <a:pt x="388" y="18718"/>
                  </a:lnTo>
                  <a:lnTo>
                    <a:pt x="337" y="18825"/>
                  </a:lnTo>
                  <a:lnTo>
                    <a:pt x="311" y="18851"/>
                  </a:lnTo>
                  <a:lnTo>
                    <a:pt x="311" y="18905"/>
                  </a:lnTo>
                  <a:lnTo>
                    <a:pt x="285" y="18931"/>
                  </a:lnTo>
                  <a:lnTo>
                    <a:pt x="285" y="18958"/>
                  </a:lnTo>
                  <a:lnTo>
                    <a:pt x="207" y="19065"/>
                  </a:lnTo>
                  <a:lnTo>
                    <a:pt x="155" y="19118"/>
                  </a:lnTo>
                  <a:lnTo>
                    <a:pt x="103" y="19198"/>
                  </a:lnTo>
                  <a:lnTo>
                    <a:pt x="77" y="19252"/>
                  </a:lnTo>
                  <a:lnTo>
                    <a:pt x="77" y="19359"/>
                  </a:lnTo>
                  <a:lnTo>
                    <a:pt x="103" y="19412"/>
                  </a:lnTo>
                  <a:lnTo>
                    <a:pt x="77" y="19492"/>
                  </a:lnTo>
                  <a:lnTo>
                    <a:pt x="25" y="19626"/>
                  </a:lnTo>
                  <a:lnTo>
                    <a:pt x="25" y="19652"/>
                  </a:lnTo>
                  <a:lnTo>
                    <a:pt x="0" y="19706"/>
                  </a:lnTo>
                  <a:lnTo>
                    <a:pt x="0" y="19759"/>
                  </a:lnTo>
                  <a:lnTo>
                    <a:pt x="0" y="19786"/>
                  </a:lnTo>
                  <a:lnTo>
                    <a:pt x="51" y="19813"/>
                  </a:lnTo>
                  <a:lnTo>
                    <a:pt x="103" y="19866"/>
                  </a:lnTo>
                  <a:lnTo>
                    <a:pt x="155" y="19893"/>
                  </a:lnTo>
                  <a:lnTo>
                    <a:pt x="207" y="19946"/>
                  </a:lnTo>
                  <a:lnTo>
                    <a:pt x="544" y="20133"/>
                  </a:lnTo>
                  <a:lnTo>
                    <a:pt x="829" y="20267"/>
                  </a:lnTo>
                  <a:lnTo>
                    <a:pt x="1140" y="20453"/>
                  </a:lnTo>
                  <a:lnTo>
                    <a:pt x="1451" y="20614"/>
                  </a:lnTo>
                  <a:lnTo>
                    <a:pt x="1710" y="20774"/>
                  </a:lnTo>
                  <a:lnTo>
                    <a:pt x="1918" y="20881"/>
                  </a:lnTo>
                  <a:lnTo>
                    <a:pt x="2333" y="21121"/>
                  </a:lnTo>
                  <a:lnTo>
                    <a:pt x="2747" y="21361"/>
                  </a:lnTo>
                  <a:lnTo>
                    <a:pt x="2929" y="21468"/>
                  </a:lnTo>
                  <a:lnTo>
                    <a:pt x="3318" y="21655"/>
                  </a:lnTo>
                  <a:lnTo>
                    <a:pt x="3681" y="21869"/>
                  </a:lnTo>
                  <a:lnTo>
                    <a:pt x="4069" y="22082"/>
                  </a:lnTo>
                  <a:lnTo>
                    <a:pt x="4432" y="22296"/>
                  </a:lnTo>
                  <a:lnTo>
                    <a:pt x="4795" y="22510"/>
                  </a:lnTo>
                  <a:lnTo>
                    <a:pt x="5184" y="22696"/>
                  </a:lnTo>
                  <a:lnTo>
                    <a:pt x="5547" y="22910"/>
                  </a:lnTo>
                  <a:lnTo>
                    <a:pt x="5936" y="23097"/>
                  </a:lnTo>
                  <a:lnTo>
                    <a:pt x="6221" y="23284"/>
                  </a:lnTo>
                  <a:lnTo>
                    <a:pt x="6532" y="23417"/>
                  </a:lnTo>
                  <a:lnTo>
                    <a:pt x="6817" y="23578"/>
                  </a:lnTo>
                  <a:lnTo>
                    <a:pt x="7128" y="23738"/>
                  </a:lnTo>
                  <a:lnTo>
                    <a:pt x="7440" y="23898"/>
                  </a:lnTo>
                  <a:lnTo>
                    <a:pt x="7232" y="23978"/>
                  </a:lnTo>
                  <a:lnTo>
                    <a:pt x="7025" y="23925"/>
                  </a:lnTo>
                  <a:lnTo>
                    <a:pt x="6869" y="23818"/>
                  </a:lnTo>
                  <a:lnTo>
                    <a:pt x="6714" y="23711"/>
                  </a:lnTo>
                  <a:lnTo>
                    <a:pt x="6662" y="23684"/>
                  </a:lnTo>
                  <a:lnTo>
                    <a:pt x="6558" y="23684"/>
                  </a:lnTo>
                  <a:lnTo>
                    <a:pt x="6480" y="23711"/>
                  </a:lnTo>
                  <a:lnTo>
                    <a:pt x="6403" y="23818"/>
                  </a:lnTo>
                  <a:lnTo>
                    <a:pt x="6377" y="23898"/>
                  </a:lnTo>
                  <a:lnTo>
                    <a:pt x="6377" y="23978"/>
                  </a:lnTo>
                  <a:lnTo>
                    <a:pt x="6429" y="24085"/>
                  </a:lnTo>
                  <a:lnTo>
                    <a:pt x="6454" y="24112"/>
                  </a:lnTo>
                  <a:lnTo>
                    <a:pt x="6532" y="24245"/>
                  </a:lnTo>
                  <a:lnTo>
                    <a:pt x="6636" y="24379"/>
                  </a:lnTo>
                  <a:lnTo>
                    <a:pt x="6688" y="24512"/>
                  </a:lnTo>
                  <a:lnTo>
                    <a:pt x="6714" y="24726"/>
                  </a:lnTo>
                  <a:lnTo>
                    <a:pt x="6714" y="24753"/>
                  </a:lnTo>
                  <a:lnTo>
                    <a:pt x="6688" y="24806"/>
                  </a:lnTo>
                  <a:lnTo>
                    <a:pt x="6688" y="24886"/>
                  </a:lnTo>
                  <a:lnTo>
                    <a:pt x="6688" y="24913"/>
                  </a:lnTo>
                  <a:lnTo>
                    <a:pt x="6688" y="24939"/>
                  </a:lnTo>
                  <a:lnTo>
                    <a:pt x="6714" y="24993"/>
                  </a:lnTo>
                  <a:lnTo>
                    <a:pt x="6714" y="25020"/>
                  </a:lnTo>
                  <a:lnTo>
                    <a:pt x="6714" y="25073"/>
                  </a:lnTo>
                  <a:lnTo>
                    <a:pt x="6688" y="25206"/>
                  </a:lnTo>
                  <a:lnTo>
                    <a:pt x="6662" y="25313"/>
                  </a:lnTo>
                  <a:lnTo>
                    <a:pt x="6662" y="25367"/>
                  </a:lnTo>
                  <a:lnTo>
                    <a:pt x="6662" y="25500"/>
                  </a:lnTo>
                  <a:lnTo>
                    <a:pt x="6688" y="25580"/>
                  </a:lnTo>
                  <a:lnTo>
                    <a:pt x="6714" y="25660"/>
                  </a:lnTo>
                  <a:lnTo>
                    <a:pt x="6688" y="25767"/>
                  </a:lnTo>
                  <a:lnTo>
                    <a:pt x="6558" y="25874"/>
                  </a:lnTo>
                  <a:lnTo>
                    <a:pt x="6454" y="26008"/>
                  </a:lnTo>
                  <a:lnTo>
                    <a:pt x="6377" y="26061"/>
                  </a:lnTo>
                  <a:lnTo>
                    <a:pt x="6273" y="26088"/>
                  </a:lnTo>
                  <a:lnTo>
                    <a:pt x="6169" y="26114"/>
                  </a:lnTo>
                  <a:lnTo>
                    <a:pt x="6117" y="26248"/>
                  </a:lnTo>
                  <a:lnTo>
                    <a:pt x="6117" y="26408"/>
                  </a:lnTo>
                  <a:lnTo>
                    <a:pt x="6169" y="26595"/>
                  </a:lnTo>
                  <a:lnTo>
                    <a:pt x="6143" y="26782"/>
                  </a:lnTo>
                  <a:lnTo>
                    <a:pt x="6066" y="26835"/>
                  </a:lnTo>
                  <a:lnTo>
                    <a:pt x="5988" y="26862"/>
                  </a:lnTo>
                  <a:lnTo>
                    <a:pt x="5936" y="26915"/>
                  </a:lnTo>
                  <a:lnTo>
                    <a:pt x="5910" y="27022"/>
                  </a:lnTo>
                  <a:lnTo>
                    <a:pt x="5936" y="27102"/>
                  </a:lnTo>
                  <a:lnTo>
                    <a:pt x="5962" y="27156"/>
                  </a:lnTo>
                  <a:lnTo>
                    <a:pt x="6014" y="27182"/>
                  </a:lnTo>
                  <a:lnTo>
                    <a:pt x="6014" y="27316"/>
                  </a:lnTo>
                  <a:lnTo>
                    <a:pt x="5988" y="27423"/>
                  </a:lnTo>
                  <a:lnTo>
                    <a:pt x="5962" y="27476"/>
                  </a:lnTo>
                  <a:lnTo>
                    <a:pt x="5936" y="27583"/>
                  </a:lnTo>
                  <a:lnTo>
                    <a:pt x="5962" y="27663"/>
                  </a:lnTo>
                  <a:lnTo>
                    <a:pt x="6014" y="27716"/>
                  </a:lnTo>
                  <a:lnTo>
                    <a:pt x="6066" y="27797"/>
                  </a:lnTo>
                  <a:lnTo>
                    <a:pt x="6143" y="27877"/>
                  </a:lnTo>
                  <a:lnTo>
                    <a:pt x="6143" y="27983"/>
                  </a:lnTo>
                  <a:lnTo>
                    <a:pt x="6040" y="28064"/>
                  </a:lnTo>
                  <a:lnTo>
                    <a:pt x="5910" y="28090"/>
                  </a:lnTo>
                  <a:lnTo>
                    <a:pt x="5703" y="28144"/>
                  </a:lnTo>
                  <a:lnTo>
                    <a:pt x="5547" y="28224"/>
                  </a:lnTo>
                  <a:lnTo>
                    <a:pt x="5495" y="28437"/>
                  </a:lnTo>
                  <a:lnTo>
                    <a:pt x="5469" y="28651"/>
                  </a:lnTo>
                  <a:lnTo>
                    <a:pt x="5469" y="28838"/>
                  </a:lnTo>
                  <a:lnTo>
                    <a:pt x="5418" y="28971"/>
                  </a:lnTo>
                  <a:lnTo>
                    <a:pt x="5288" y="29025"/>
                  </a:lnTo>
                  <a:lnTo>
                    <a:pt x="5210" y="28865"/>
                  </a:lnTo>
                  <a:lnTo>
                    <a:pt x="5132" y="28731"/>
                  </a:lnTo>
                  <a:lnTo>
                    <a:pt x="4951" y="28838"/>
                  </a:lnTo>
                  <a:lnTo>
                    <a:pt x="4873" y="28945"/>
                  </a:lnTo>
                  <a:lnTo>
                    <a:pt x="4795" y="29052"/>
                  </a:lnTo>
                  <a:lnTo>
                    <a:pt x="4744" y="29158"/>
                  </a:lnTo>
                  <a:lnTo>
                    <a:pt x="4666" y="29265"/>
                  </a:lnTo>
                  <a:lnTo>
                    <a:pt x="4588" y="29399"/>
                  </a:lnTo>
                  <a:lnTo>
                    <a:pt x="4484" y="29452"/>
                  </a:lnTo>
                  <a:lnTo>
                    <a:pt x="4432" y="29506"/>
                  </a:lnTo>
                  <a:lnTo>
                    <a:pt x="4355" y="29586"/>
                  </a:lnTo>
                  <a:lnTo>
                    <a:pt x="4147" y="29799"/>
                  </a:lnTo>
                  <a:lnTo>
                    <a:pt x="4147" y="29933"/>
                  </a:lnTo>
                  <a:lnTo>
                    <a:pt x="4277" y="30013"/>
                  </a:lnTo>
                  <a:lnTo>
                    <a:pt x="4406" y="30040"/>
                  </a:lnTo>
                  <a:lnTo>
                    <a:pt x="4536" y="30093"/>
                  </a:lnTo>
                  <a:lnTo>
                    <a:pt x="4718" y="30173"/>
                  </a:lnTo>
                  <a:lnTo>
                    <a:pt x="4847" y="30333"/>
                  </a:lnTo>
                  <a:lnTo>
                    <a:pt x="4744" y="30680"/>
                  </a:lnTo>
                  <a:lnTo>
                    <a:pt x="4692" y="30734"/>
                  </a:lnTo>
                  <a:lnTo>
                    <a:pt x="4640" y="30814"/>
                  </a:lnTo>
                  <a:lnTo>
                    <a:pt x="4588" y="30867"/>
                  </a:lnTo>
                  <a:lnTo>
                    <a:pt x="4510" y="30974"/>
                  </a:lnTo>
                  <a:lnTo>
                    <a:pt x="4458" y="31081"/>
                  </a:lnTo>
                  <a:lnTo>
                    <a:pt x="4432" y="31161"/>
                  </a:lnTo>
                  <a:lnTo>
                    <a:pt x="4432" y="31268"/>
                  </a:lnTo>
                  <a:lnTo>
                    <a:pt x="4406" y="31348"/>
                  </a:lnTo>
                  <a:lnTo>
                    <a:pt x="4225" y="31562"/>
                  </a:lnTo>
                  <a:lnTo>
                    <a:pt x="4069" y="31615"/>
                  </a:lnTo>
                  <a:lnTo>
                    <a:pt x="3914" y="31642"/>
                  </a:lnTo>
                  <a:lnTo>
                    <a:pt x="3758" y="31668"/>
                  </a:lnTo>
                  <a:lnTo>
                    <a:pt x="3681" y="31695"/>
                  </a:lnTo>
                  <a:lnTo>
                    <a:pt x="3577" y="31802"/>
                  </a:lnTo>
                  <a:lnTo>
                    <a:pt x="3473" y="31909"/>
                  </a:lnTo>
                  <a:lnTo>
                    <a:pt x="3395" y="32016"/>
                  </a:lnTo>
                  <a:lnTo>
                    <a:pt x="3370" y="32122"/>
                  </a:lnTo>
                  <a:lnTo>
                    <a:pt x="3421" y="32176"/>
                  </a:lnTo>
                  <a:lnTo>
                    <a:pt x="3473" y="32256"/>
                  </a:lnTo>
                  <a:lnTo>
                    <a:pt x="3499" y="32256"/>
                  </a:lnTo>
                  <a:lnTo>
                    <a:pt x="3603" y="32363"/>
                  </a:lnTo>
                  <a:lnTo>
                    <a:pt x="3525" y="32469"/>
                  </a:lnTo>
                  <a:lnTo>
                    <a:pt x="3395" y="32630"/>
                  </a:lnTo>
                  <a:lnTo>
                    <a:pt x="3214" y="32870"/>
                  </a:lnTo>
                  <a:lnTo>
                    <a:pt x="3188" y="33110"/>
                  </a:lnTo>
                  <a:lnTo>
                    <a:pt x="3266" y="33217"/>
                  </a:lnTo>
                  <a:lnTo>
                    <a:pt x="3421" y="33271"/>
                  </a:lnTo>
                  <a:lnTo>
                    <a:pt x="3525" y="33351"/>
                  </a:lnTo>
                  <a:lnTo>
                    <a:pt x="3629" y="33484"/>
                  </a:lnTo>
                  <a:lnTo>
                    <a:pt x="3732" y="33591"/>
                  </a:lnTo>
                  <a:lnTo>
                    <a:pt x="3862" y="33644"/>
                  </a:lnTo>
                  <a:lnTo>
                    <a:pt x="4069" y="33538"/>
                  </a:lnTo>
                  <a:lnTo>
                    <a:pt x="4095" y="33511"/>
                  </a:lnTo>
                  <a:lnTo>
                    <a:pt x="4147" y="33457"/>
                  </a:lnTo>
                  <a:lnTo>
                    <a:pt x="4173" y="33431"/>
                  </a:lnTo>
                  <a:lnTo>
                    <a:pt x="4199" y="33404"/>
                  </a:lnTo>
                  <a:lnTo>
                    <a:pt x="4251" y="33404"/>
                  </a:lnTo>
                  <a:lnTo>
                    <a:pt x="4277" y="33404"/>
                  </a:lnTo>
                  <a:lnTo>
                    <a:pt x="4329" y="33431"/>
                  </a:lnTo>
                  <a:lnTo>
                    <a:pt x="4355" y="33457"/>
                  </a:lnTo>
                  <a:lnTo>
                    <a:pt x="4406" y="33484"/>
                  </a:lnTo>
                  <a:lnTo>
                    <a:pt x="4484" y="33457"/>
                  </a:lnTo>
                  <a:lnTo>
                    <a:pt x="4614" y="33431"/>
                  </a:lnTo>
                  <a:lnTo>
                    <a:pt x="4692" y="33431"/>
                  </a:lnTo>
                  <a:lnTo>
                    <a:pt x="4925" y="33404"/>
                  </a:lnTo>
                  <a:lnTo>
                    <a:pt x="5106" y="33431"/>
                  </a:lnTo>
                  <a:lnTo>
                    <a:pt x="5262" y="33484"/>
                  </a:lnTo>
                  <a:lnTo>
                    <a:pt x="5443" y="33618"/>
                  </a:lnTo>
                  <a:lnTo>
                    <a:pt x="5547" y="33644"/>
                  </a:lnTo>
                  <a:lnTo>
                    <a:pt x="5729" y="33671"/>
                  </a:lnTo>
                  <a:lnTo>
                    <a:pt x="5806" y="33778"/>
                  </a:lnTo>
                  <a:lnTo>
                    <a:pt x="5755" y="33991"/>
                  </a:lnTo>
                  <a:lnTo>
                    <a:pt x="5625" y="34178"/>
                  </a:lnTo>
                  <a:lnTo>
                    <a:pt x="5418" y="34285"/>
                  </a:lnTo>
                  <a:lnTo>
                    <a:pt x="5236" y="34419"/>
                  </a:lnTo>
                  <a:lnTo>
                    <a:pt x="5106" y="34526"/>
                  </a:lnTo>
                  <a:lnTo>
                    <a:pt x="5132" y="34686"/>
                  </a:lnTo>
                  <a:lnTo>
                    <a:pt x="5210" y="34766"/>
                  </a:lnTo>
                  <a:lnTo>
                    <a:pt x="5340" y="34793"/>
                  </a:lnTo>
                  <a:lnTo>
                    <a:pt x="5443" y="34819"/>
                  </a:lnTo>
                  <a:lnTo>
                    <a:pt x="5495" y="34846"/>
                  </a:lnTo>
                  <a:lnTo>
                    <a:pt x="5547" y="34846"/>
                  </a:lnTo>
                  <a:lnTo>
                    <a:pt x="5651" y="34846"/>
                  </a:lnTo>
                  <a:lnTo>
                    <a:pt x="5703" y="34819"/>
                  </a:lnTo>
                  <a:lnTo>
                    <a:pt x="5755" y="34793"/>
                  </a:lnTo>
                  <a:lnTo>
                    <a:pt x="5780" y="34739"/>
                  </a:lnTo>
                  <a:lnTo>
                    <a:pt x="5806" y="34686"/>
                  </a:lnTo>
                  <a:lnTo>
                    <a:pt x="5884" y="34579"/>
                  </a:lnTo>
                  <a:lnTo>
                    <a:pt x="6014" y="34499"/>
                  </a:lnTo>
                  <a:lnTo>
                    <a:pt x="6169" y="34472"/>
                  </a:lnTo>
                  <a:lnTo>
                    <a:pt x="6273" y="34472"/>
                  </a:lnTo>
                  <a:lnTo>
                    <a:pt x="6403" y="34419"/>
                  </a:lnTo>
                  <a:lnTo>
                    <a:pt x="6532" y="34365"/>
                  </a:lnTo>
                  <a:lnTo>
                    <a:pt x="6636" y="34285"/>
                  </a:lnTo>
                  <a:lnTo>
                    <a:pt x="6740" y="34259"/>
                  </a:lnTo>
                  <a:lnTo>
                    <a:pt x="6817" y="34259"/>
                  </a:lnTo>
                  <a:lnTo>
                    <a:pt x="6921" y="34259"/>
                  </a:lnTo>
                  <a:lnTo>
                    <a:pt x="6999" y="34285"/>
                  </a:lnTo>
                  <a:lnTo>
                    <a:pt x="7051" y="34365"/>
                  </a:lnTo>
                  <a:lnTo>
                    <a:pt x="7077" y="34472"/>
                  </a:lnTo>
                  <a:lnTo>
                    <a:pt x="7077" y="34526"/>
                  </a:lnTo>
                  <a:lnTo>
                    <a:pt x="7051" y="34632"/>
                  </a:lnTo>
                  <a:lnTo>
                    <a:pt x="7025" y="34712"/>
                  </a:lnTo>
                  <a:lnTo>
                    <a:pt x="6999" y="34766"/>
                  </a:lnTo>
                  <a:lnTo>
                    <a:pt x="7077" y="34953"/>
                  </a:lnTo>
                  <a:lnTo>
                    <a:pt x="7284" y="34953"/>
                  </a:lnTo>
                  <a:lnTo>
                    <a:pt x="7491" y="34926"/>
                  </a:lnTo>
                  <a:lnTo>
                    <a:pt x="7569" y="35060"/>
                  </a:lnTo>
                  <a:lnTo>
                    <a:pt x="7569" y="35166"/>
                  </a:lnTo>
                  <a:lnTo>
                    <a:pt x="7543" y="35273"/>
                  </a:lnTo>
                  <a:lnTo>
                    <a:pt x="7491" y="35380"/>
                  </a:lnTo>
                  <a:lnTo>
                    <a:pt x="7440" y="35460"/>
                  </a:lnTo>
                  <a:lnTo>
                    <a:pt x="7388" y="35487"/>
                  </a:lnTo>
                  <a:lnTo>
                    <a:pt x="7284" y="35487"/>
                  </a:lnTo>
                  <a:lnTo>
                    <a:pt x="7206" y="35487"/>
                  </a:lnTo>
                  <a:lnTo>
                    <a:pt x="7128" y="35487"/>
                  </a:lnTo>
                  <a:lnTo>
                    <a:pt x="6973" y="35487"/>
                  </a:lnTo>
                  <a:lnTo>
                    <a:pt x="6791" y="35487"/>
                  </a:lnTo>
                  <a:lnTo>
                    <a:pt x="6636" y="35514"/>
                  </a:lnTo>
                  <a:lnTo>
                    <a:pt x="6454" y="35594"/>
                  </a:lnTo>
                  <a:lnTo>
                    <a:pt x="6403" y="35647"/>
                  </a:lnTo>
                  <a:lnTo>
                    <a:pt x="6299" y="35754"/>
                  </a:lnTo>
                  <a:lnTo>
                    <a:pt x="6221" y="35834"/>
                  </a:lnTo>
                  <a:lnTo>
                    <a:pt x="6169" y="35914"/>
                  </a:lnTo>
                  <a:lnTo>
                    <a:pt x="6169" y="36048"/>
                  </a:lnTo>
                  <a:lnTo>
                    <a:pt x="6195" y="36128"/>
                  </a:lnTo>
                  <a:lnTo>
                    <a:pt x="6247" y="36181"/>
                  </a:lnTo>
                  <a:lnTo>
                    <a:pt x="6273" y="36261"/>
                  </a:lnTo>
                  <a:lnTo>
                    <a:pt x="6403" y="36421"/>
                  </a:lnTo>
                  <a:lnTo>
                    <a:pt x="6480" y="36635"/>
                  </a:lnTo>
                  <a:lnTo>
                    <a:pt x="6506" y="36875"/>
                  </a:lnTo>
                  <a:lnTo>
                    <a:pt x="6532" y="37169"/>
                  </a:lnTo>
                  <a:lnTo>
                    <a:pt x="6532" y="37222"/>
                  </a:lnTo>
                  <a:lnTo>
                    <a:pt x="6532" y="37329"/>
                  </a:lnTo>
                  <a:lnTo>
                    <a:pt x="6532" y="37383"/>
                  </a:lnTo>
                  <a:lnTo>
                    <a:pt x="6532" y="37463"/>
                  </a:lnTo>
                  <a:lnTo>
                    <a:pt x="6532" y="37543"/>
                  </a:lnTo>
                  <a:lnTo>
                    <a:pt x="6506" y="37623"/>
                  </a:lnTo>
                  <a:lnTo>
                    <a:pt x="6480" y="37676"/>
                  </a:lnTo>
                  <a:lnTo>
                    <a:pt x="6454" y="37730"/>
                  </a:lnTo>
                  <a:lnTo>
                    <a:pt x="6480" y="37863"/>
                  </a:lnTo>
                  <a:lnTo>
                    <a:pt x="6506" y="37917"/>
                  </a:lnTo>
                  <a:lnTo>
                    <a:pt x="6532" y="37997"/>
                  </a:lnTo>
                  <a:lnTo>
                    <a:pt x="6532" y="38130"/>
                  </a:lnTo>
                  <a:lnTo>
                    <a:pt x="6506" y="38210"/>
                  </a:lnTo>
                  <a:lnTo>
                    <a:pt x="6480" y="38291"/>
                  </a:lnTo>
                  <a:lnTo>
                    <a:pt x="6454" y="38397"/>
                  </a:lnTo>
                  <a:lnTo>
                    <a:pt x="6429" y="38477"/>
                  </a:lnTo>
                  <a:lnTo>
                    <a:pt x="6429" y="38584"/>
                  </a:lnTo>
                  <a:lnTo>
                    <a:pt x="6429" y="38664"/>
                  </a:lnTo>
                  <a:lnTo>
                    <a:pt x="6403" y="38744"/>
                  </a:lnTo>
                  <a:lnTo>
                    <a:pt x="6299" y="38851"/>
                  </a:lnTo>
                  <a:lnTo>
                    <a:pt x="6247" y="38878"/>
                  </a:lnTo>
                  <a:lnTo>
                    <a:pt x="6169" y="38905"/>
                  </a:lnTo>
                  <a:lnTo>
                    <a:pt x="6117" y="38931"/>
                  </a:lnTo>
                  <a:lnTo>
                    <a:pt x="6040" y="38958"/>
                  </a:lnTo>
                  <a:lnTo>
                    <a:pt x="5988" y="38958"/>
                  </a:lnTo>
                  <a:lnTo>
                    <a:pt x="5910" y="38958"/>
                  </a:lnTo>
                  <a:lnTo>
                    <a:pt x="5806" y="38985"/>
                  </a:lnTo>
                  <a:lnTo>
                    <a:pt x="5755" y="39118"/>
                  </a:lnTo>
                  <a:lnTo>
                    <a:pt x="5703" y="39198"/>
                  </a:lnTo>
                  <a:lnTo>
                    <a:pt x="5651" y="39252"/>
                  </a:lnTo>
                  <a:lnTo>
                    <a:pt x="5599" y="39305"/>
                  </a:lnTo>
                  <a:lnTo>
                    <a:pt x="5521" y="39385"/>
                  </a:lnTo>
                  <a:lnTo>
                    <a:pt x="5469" y="39439"/>
                  </a:lnTo>
                  <a:lnTo>
                    <a:pt x="5418" y="39465"/>
                  </a:lnTo>
                  <a:lnTo>
                    <a:pt x="5366" y="39519"/>
                  </a:lnTo>
                  <a:lnTo>
                    <a:pt x="5288" y="39652"/>
                  </a:lnTo>
                  <a:lnTo>
                    <a:pt x="5262" y="39679"/>
                  </a:lnTo>
                  <a:lnTo>
                    <a:pt x="5210" y="39732"/>
                  </a:lnTo>
                  <a:lnTo>
                    <a:pt x="5184" y="39786"/>
                  </a:lnTo>
                  <a:lnTo>
                    <a:pt x="5184" y="39813"/>
                  </a:lnTo>
                  <a:lnTo>
                    <a:pt x="5132" y="39839"/>
                  </a:lnTo>
                  <a:lnTo>
                    <a:pt x="5106" y="39813"/>
                  </a:lnTo>
                  <a:lnTo>
                    <a:pt x="5081" y="39786"/>
                  </a:lnTo>
                  <a:lnTo>
                    <a:pt x="5029" y="39786"/>
                  </a:lnTo>
                  <a:lnTo>
                    <a:pt x="5003" y="39813"/>
                  </a:lnTo>
                  <a:lnTo>
                    <a:pt x="4951" y="39839"/>
                  </a:lnTo>
                  <a:lnTo>
                    <a:pt x="4925" y="39919"/>
                  </a:lnTo>
                  <a:lnTo>
                    <a:pt x="4899" y="39946"/>
                  </a:lnTo>
                  <a:lnTo>
                    <a:pt x="4847" y="39946"/>
                  </a:lnTo>
                  <a:lnTo>
                    <a:pt x="4769" y="39946"/>
                  </a:lnTo>
                  <a:lnTo>
                    <a:pt x="4718" y="39946"/>
                  </a:lnTo>
                  <a:lnTo>
                    <a:pt x="4692" y="39973"/>
                  </a:lnTo>
                  <a:lnTo>
                    <a:pt x="4614" y="39973"/>
                  </a:lnTo>
                  <a:lnTo>
                    <a:pt x="4536" y="40000"/>
                  </a:lnTo>
                  <a:lnTo>
                    <a:pt x="4458" y="40026"/>
                  </a:lnTo>
                  <a:lnTo>
                    <a:pt x="4406" y="40053"/>
                  </a:lnTo>
                  <a:lnTo>
                    <a:pt x="4251" y="40106"/>
                  </a:lnTo>
                  <a:lnTo>
                    <a:pt x="4069" y="40213"/>
                  </a:lnTo>
                  <a:lnTo>
                    <a:pt x="3862" y="40373"/>
                  </a:lnTo>
                  <a:lnTo>
                    <a:pt x="3707" y="40640"/>
                  </a:lnTo>
                  <a:lnTo>
                    <a:pt x="3655" y="40747"/>
                  </a:lnTo>
                  <a:lnTo>
                    <a:pt x="3577" y="40774"/>
                  </a:lnTo>
                  <a:lnTo>
                    <a:pt x="3473" y="40720"/>
                  </a:lnTo>
                  <a:lnTo>
                    <a:pt x="3421" y="40694"/>
                  </a:lnTo>
                  <a:lnTo>
                    <a:pt x="3370" y="40694"/>
                  </a:lnTo>
                  <a:lnTo>
                    <a:pt x="3266" y="40694"/>
                  </a:lnTo>
                  <a:lnTo>
                    <a:pt x="3188" y="40720"/>
                  </a:lnTo>
                  <a:lnTo>
                    <a:pt x="3110" y="40801"/>
                  </a:lnTo>
                  <a:lnTo>
                    <a:pt x="2981" y="40881"/>
                  </a:lnTo>
                  <a:lnTo>
                    <a:pt x="2903" y="40961"/>
                  </a:lnTo>
                  <a:lnTo>
                    <a:pt x="2851" y="40961"/>
                  </a:lnTo>
                  <a:lnTo>
                    <a:pt x="2747" y="40907"/>
                  </a:lnTo>
                  <a:lnTo>
                    <a:pt x="2696" y="40881"/>
                  </a:lnTo>
                  <a:lnTo>
                    <a:pt x="2644" y="40827"/>
                  </a:lnTo>
                  <a:lnTo>
                    <a:pt x="2592" y="40854"/>
                  </a:lnTo>
                  <a:lnTo>
                    <a:pt x="2592" y="40961"/>
                  </a:lnTo>
                  <a:lnTo>
                    <a:pt x="2618" y="41014"/>
                  </a:lnTo>
                  <a:lnTo>
                    <a:pt x="2696" y="41041"/>
                  </a:lnTo>
                  <a:lnTo>
                    <a:pt x="2721" y="41094"/>
                  </a:lnTo>
                  <a:lnTo>
                    <a:pt x="2696" y="41228"/>
                  </a:lnTo>
                  <a:lnTo>
                    <a:pt x="2618" y="41255"/>
                  </a:lnTo>
                  <a:lnTo>
                    <a:pt x="2540" y="41228"/>
                  </a:lnTo>
                  <a:lnTo>
                    <a:pt x="2462" y="41174"/>
                  </a:lnTo>
                  <a:lnTo>
                    <a:pt x="2384" y="41174"/>
                  </a:lnTo>
                  <a:lnTo>
                    <a:pt x="2384" y="41308"/>
                  </a:lnTo>
                  <a:lnTo>
                    <a:pt x="2436" y="41441"/>
                  </a:lnTo>
                  <a:lnTo>
                    <a:pt x="2488" y="41575"/>
                  </a:lnTo>
                  <a:lnTo>
                    <a:pt x="2592" y="41602"/>
                  </a:lnTo>
                  <a:lnTo>
                    <a:pt x="2644" y="41522"/>
                  </a:lnTo>
                  <a:lnTo>
                    <a:pt x="2696" y="41522"/>
                  </a:lnTo>
                  <a:lnTo>
                    <a:pt x="2747" y="41548"/>
                  </a:lnTo>
                  <a:lnTo>
                    <a:pt x="2825" y="41575"/>
                  </a:lnTo>
                  <a:lnTo>
                    <a:pt x="2877" y="41602"/>
                  </a:lnTo>
                  <a:lnTo>
                    <a:pt x="2955" y="41548"/>
                  </a:lnTo>
                  <a:lnTo>
                    <a:pt x="3007" y="41522"/>
                  </a:lnTo>
                  <a:lnTo>
                    <a:pt x="3110" y="41495"/>
                  </a:lnTo>
                  <a:lnTo>
                    <a:pt x="3136" y="41548"/>
                  </a:lnTo>
                  <a:lnTo>
                    <a:pt x="3188" y="41655"/>
                  </a:lnTo>
                  <a:lnTo>
                    <a:pt x="3188" y="41789"/>
                  </a:lnTo>
                  <a:lnTo>
                    <a:pt x="3162" y="41895"/>
                  </a:lnTo>
                  <a:lnTo>
                    <a:pt x="3058" y="42056"/>
                  </a:lnTo>
                  <a:lnTo>
                    <a:pt x="2903" y="42189"/>
                  </a:lnTo>
                  <a:lnTo>
                    <a:pt x="2825" y="42323"/>
                  </a:lnTo>
                  <a:lnTo>
                    <a:pt x="2877" y="42456"/>
                  </a:lnTo>
                  <a:lnTo>
                    <a:pt x="2929" y="42563"/>
                  </a:lnTo>
                  <a:lnTo>
                    <a:pt x="2981" y="42616"/>
                  </a:lnTo>
                  <a:lnTo>
                    <a:pt x="3084" y="42670"/>
                  </a:lnTo>
                  <a:lnTo>
                    <a:pt x="3162" y="42696"/>
                  </a:lnTo>
                  <a:lnTo>
                    <a:pt x="3240" y="42723"/>
                  </a:lnTo>
                  <a:lnTo>
                    <a:pt x="3318" y="42750"/>
                  </a:lnTo>
                  <a:lnTo>
                    <a:pt x="3370" y="42830"/>
                  </a:lnTo>
                  <a:lnTo>
                    <a:pt x="3370" y="42937"/>
                  </a:lnTo>
                  <a:lnTo>
                    <a:pt x="3370" y="43017"/>
                  </a:lnTo>
                  <a:lnTo>
                    <a:pt x="3344" y="43150"/>
                  </a:lnTo>
                  <a:lnTo>
                    <a:pt x="3266" y="43257"/>
                  </a:lnTo>
                  <a:lnTo>
                    <a:pt x="3266" y="43337"/>
                  </a:lnTo>
                  <a:lnTo>
                    <a:pt x="3188" y="43391"/>
                  </a:lnTo>
                  <a:lnTo>
                    <a:pt x="3084" y="43364"/>
                  </a:lnTo>
                  <a:lnTo>
                    <a:pt x="3007" y="43337"/>
                  </a:lnTo>
                  <a:lnTo>
                    <a:pt x="2929" y="43337"/>
                  </a:lnTo>
                  <a:lnTo>
                    <a:pt x="2877" y="43391"/>
                  </a:lnTo>
                  <a:lnTo>
                    <a:pt x="2825" y="43444"/>
                  </a:lnTo>
                  <a:lnTo>
                    <a:pt x="2747" y="43497"/>
                  </a:lnTo>
                  <a:lnTo>
                    <a:pt x="2696" y="43551"/>
                  </a:lnTo>
                  <a:lnTo>
                    <a:pt x="2618" y="43551"/>
                  </a:lnTo>
                  <a:lnTo>
                    <a:pt x="2540" y="43524"/>
                  </a:lnTo>
                  <a:lnTo>
                    <a:pt x="2436" y="43524"/>
                  </a:lnTo>
                  <a:lnTo>
                    <a:pt x="2359" y="43604"/>
                  </a:lnTo>
                  <a:lnTo>
                    <a:pt x="2229" y="43738"/>
                  </a:lnTo>
                  <a:lnTo>
                    <a:pt x="2203" y="43951"/>
                  </a:lnTo>
                  <a:lnTo>
                    <a:pt x="2177" y="44138"/>
                  </a:lnTo>
                  <a:lnTo>
                    <a:pt x="2073" y="44352"/>
                  </a:lnTo>
                  <a:lnTo>
                    <a:pt x="1918" y="44459"/>
                  </a:lnTo>
                  <a:lnTo>
                    <a:pt x="1736" y="44459"/>
                  </a:lnTo>
                  <a:lnTo>
                    <a:pt x="1581" y="44459"/>
                  </a:lnTo>
                  <a:lnTo>
                    <a:pt x="1399" y="44512"/>
                  </a:lnTo>
                  <a:lnTo>
                    <a:pt x="1322" y="44592"/>
                  </a:lnTo>
                  <a:lnTo>
                    <a:pt x="1296" y="44672"/>
                  </a:lnTo>
                  <a:lnTo>
                    <a:pt x="1322" y="44753"/>
                  </a:lnTo>
                  <a:lnTo>
                    <a:pt x="1322" y="44833"/>
                  </a:lnTo>
                  <a:lnTo>
                    <a:pt x="1322" y="44939"/>
                  </a:lnTo>
                  <a:lnTo>
                    <a:pt x="1296" y="45020"/>
                  </a:lnTo>
                  <a:lnTo>
                    <a:pt x="1270" y="45100"/>
                  </a:lnTo>
                  <a:lnTo>
                    <a:pt x="1296" y="45180"/>
                  </a:lnTo>
                  <a:lnTo>
                    <a:pt x="1373" y="45206"/>
                  </a:lnTo>
                  <a:lnTo>
                    <a:pt x="1451" y="45206"/>
                  </a:lnTo>
                  <a:lnTo>
                    <a:pt x="1555" y="45180"/>
                  </a:lnTo>
                  <a:lnTo>
                    <a:pt x="1633" y="45180"/>
                  </a:lnTo>
                  <a:lnTo>
                    <a:pt x="1685" y="45233"/>
                  </a:lnTo>
                  <a:lnTo>
                    <a:pt x="1736" y="45287"/>
                  </a:lnTo>
                  <a:lnTo>
                    <a:pt x="1814" y="45340"/>
                  </a:lnTo>
                  <a:lnTo>
                    <a:pt x="1866" y="45393"/>
                  </a:lnTo>
                  <a:lnTo>
                    <a:pt x="1996" y="45500"/>
                  </a:lnTo>
                  <a:lnTo>
                    <a:pt x="2125" y="45607"/>
                  </a:lnTo>
                  <a:lnTo>
                    <a:pt x="2203" y="45767"/>
                  </a:lnTo>
                  <a:lnTo>
                    <a:pt x="2281" y="45981"/>
                  </a:lnTo>
                  <a:lnTo>
                    <a:pt x="2333" y="46248"/>
                  </a:lnTo>
                  <a:lnTo>
                    <a:pt x="2436" y="46408"/>
                  </a:lnTo>
                  <a:lnTo>
                    <a:pt x="2566" y="46568"/>
                  </a:lnTo>
                  <a:lnTo>
                    <a:pt x="2721" y="46648"/>
                  </a:lnTo>
                  <a:lnTo>
                    <a:pt x="2747" y="46675"/>
                  </a:lnTo>
                  <a:lnTo>
                    <a:pt x="2799" y="46782"/>
                  </a:lnTo>
                  <a:lnTo>
                    <a:pt x="2747" y="46862"/>
                  </a:lnTo>
                  <a:lnTo>
                    <a:pt x="2721" y="46969"/>
                  </a:lnTo>
                  <a:lnTo>
                    <a:pt x="2721" y="47076"/>
                  </a:lnTo>
                  <a:lnTo>
                    <a:pt x="2721" y="47182"/>
                  </a:lnTo>
                  <a:lnTo>
                    <a:pt x="2747" y="47236"/>
                  </a:lnTo>
                  <a:lnTo>
                    <a:pt x="2747" y="47369"/>
                  </a:lnTo>
                  <a:lnTo>
                    <a:pt x="2747" y="47449"/>
                  </a:lnTo>
                  <a:lnTo>
                    <a:pt x="2721" y="47583"/>
                  </a:lnTo>
                  <a:lnTo>
                    <a:pt x="2721" y="47663"/>
                  </a:lnTo>
                  <a:lnTo>
                    <a:pt x="2721" y="47743"/>
                  </a:lnTo>
                  <a:lnTo>
                    <a:pt x="2747" y="47850"/>
                  </a:lnTo>
                  <a:lnTo>
                    <a:pt x="2799" y="47903"/>
                  </a:lnTo>
                  <a:lnTo>
                    <a:pt x="2825" y="47983"/>
                  </a:lnTo>
                  <a:lnTo>
                    <a:pt x="2825" y="48090"/>
                  </a:lnTo>
                  <a:lnTo>
                    <a:pt x="2851" y="48170"/>
                  </a:lnTo>
                  <a:lnTo>
                    <a:pt x="2877" y="48251"/>
                  </a:lnTo>
                  <a:lnTo>
                    <a:pt x="2903" y="48304"/>
                  </a:lnTo>
                  <a:lnTo>
                    <a:pt x="2981" y="48357"/>
                  </a:lnTo>
                  <a:lnTo>
                    <a:pt x="3058" y="48384"/>
                  </a:lnTo>
                  <a:lnTo>
                    <a:pt x="3136" y="48411"/>
                  </a:lnTo>
                  <a:lnTo>
                    <a:pt x="3188" y="48464"/>
                  </a:lnTo>
                  <a:lnTo>
                    <a:pt x="3214" y="48518"/>
                  </a:lnTo>
                  <a:lnTo>
                    <a:pt x="3318" y="48838"/>
                  </a:lnTo>
                  <a:lnTo>
                    <a:pt x="3084" y="49078"/>
                  </a:lnTo>
                  <a:lnTo>
                    <a:pt x="2696" y="49265"/>
                  </a:lnTo>
                  <a:lnTo>
                    <a:pt x="2436" y="49452"/>
                  </a:lnTo>
                  <a:lnTo>
                    <a:pt x="2384" y="49532"/>
                  </a:lnTo>
                  <a:lnTo>
                    <a:pt x="2307" y="49612"/>
                  </a:lnTo>
                  <a:lnTo>
                    <a:pt x="2229" y="49719"/>
                  </a:lnTo>
                  <a:lnTo>
                    <a:pt x="2203" y="49773"/>
                  </a:lnTo>
                  <a:lnTo>
                    <a:pt x="2177" y="49853"/>
                  </a:lnTo>
                  <a:lnTo>
                    <a:pt x="2229" y="49879"/>
                  </a:lnTo>
                  <a:lnTo>
                    <a:pt x="2333" y="49879"/>
                  </a:lnTo>
                  <a:lnTo>
                    <a:pt x="2384" y="49879"/>
                  </a:lnTo>
                  <a:lnTo>
                    <a:pt x="2462" y="49879"/>
                  </a:lnTo>
                  <a:lnTo>
                    <a:pt x="2566" y="49933"/>
                  </a:lnTo>
                  <a:lnTo>
                    <a:pt x="2670" y="49933"/>
                  </a:lnTo>
                  <a:lnTo>
                    <a:pt x="2747" y="49986"/>
                  </a:lnTo>
                  <a:lnTo>
                    <a:pt x="2799" y="50040"/>
                  </a:lnTo>
                  <a:lnTo>
                    <a:pt x="2825" y="50120"/>
                  </a:lnTo>
                  <a:lnTo>
                    <a:pt x="2851" y="50226"/>
                  </a:lnTo>
                  <a:lnTo>
                    <a:pt x="2877" y="50280"/>
                  </a:lnTo>
                  <a:lnTo>
                    <a:pt x="2929" y="50307"/>
                  </a:lnTo>
                  <a:lnTo>
                    <a:pt x="3058" y="50280"/>
                  </a:lnTo>
                  <a:lnTo>
                    <a:pt x="3136" y="50253"/>
                  </a:lnTo>
                  <a:lnTo>
                    <a:pt x="3214" y="50226"/>
                  </a:lnTo>
                  <a:lnTo>
                    <a:pt x="3240" y="50253"/>
                  </a:lnTo>
                  <a:lnTo>
                    <a:pt x="3266" y="50280"/>
                  </a:lnTo>
                  <a:lnTo>
                    <a:pt x="3318" y="50307"/>
                  </a:lnTo>
                  <a:lnTo>
                    <a:pt x="3370" y="50307"/>
                  </a:lnTo>
                  <a:lnTo>
                    <a:pt x="3395" y="50280"/>
                  </a:lnTo>
                  <a:lnTo>
                    <a:pt x="3447" y="50253"/>
                  </a:lnTo>
                  <a:lnTo>
                    <a:pt x="3499" y="50226"/>
                  </a:lnTo>
                  <a:lnTo>
                    <a:pt x="3525" y="50200"/>
                  </a:lnTo>
                  <a:lnTo>
                    <a:pt x="3629" y="50200"/>
                  </a:lnTo>
                  <a:lnTo>
                    <a:pt x="3681" y="50226"/>
                  </a:lnTo>
                  <a:lnTo>
                    <a:pt x="3758" y="50226"/>
                  </a:lnTo>
                  <a:lnTo>
                    <a:pt x="3888" y="50093"/>
                  </a:lnTo>
                  <a:lnTo>
                    <a:pt x="3940" y="50013"/>
                  </a:lnTo>
                  <a:lnTo>
                    <a:pt x="3966" y="49959"/>
                  </a:lnTo>
                  <a:lnTo>
                    <a:pt x="4018" y="49879"/>
                  </a:lnTo>
                  <a:lnTo>
                    <a:pt x="4095" y="49826"/>
                  </a:lnTo>
                  <a:lnTo>
                    <a:pt x="4173" y="49826"/>
                  </a:lnTo>
                  <a:lnTo>
                    <a:pt x="4199" y="49879"/>
                  </a:lnTo>
                  <a:lnTo>
                    <a:pt x="4225" y="49986"/>
                  </a:lnTo>
                  <a:lnTo>
                    <a:pt x="4277" y="50066"/>
                  </a:lnTo>
                  <a:lnTo>
                    <a:pt x="4329" y="50146"/>
                  </a:lnTo>
                  <a:lnTo>
                    <a:pt x="4381" y="50226"/>
                  </a:lnTo>
                  <a:lnTo>
                    <a:pt x="4432" y="50307"/>
                  </a:lnTo>
                  <a:lnTo>
                    <a:pt x="4484" y="50360"/>
                  </a:lnTo>
                  <a:lnTo>
                    <a:pt x="4614" y="50467"/>
                  </a:lnTo>
                  <a:lnTo>
                    <a:pt x="4744" y="50520"/>
                  </a:lnTo>
                  <a:lnTo>
                    <a:pt x="4847" y="50627"/>
                  </a:lnTo>
                  <a:lnTo>
                    <a:pt x="4873" y="50867"/>
                  </a:lnTo>
                  <a:lnTo>
                    <a:pt x="4873" y="50947"/>
                  </a:lnTo>
                  <a:lnTo>
                    <a:pt x="4899" y="51028"/>
                  </a:lnTo>
                  <a:lnTo>
                    <a:pt x="4899" y="51108"/>
                  </a:lnTo>
                  <a:lnTo>
                    <a:pt x="4925" y="51188"/>
                  </a:lnTo>
                  <a:lnTo>
                    <a:pt x="4899" y="51188"/>
                  </a:lnTo>
                  <a:lnTo>
                    <a:pt x="4873" y="51268"/>
                  </a:lnTo>
                  <a:lnTo>
                    <a:pt x="4847" y="51295"/>
                  </a:lnTo>
                  <a:lnTo>
                    <a:pt x="4847" y="51321"/>
                  </a:lnTo>
                  <a:lnTo>
                    <a:pt x="4847" y="51401"/>
                  </a:lnTo>
                  <a:lnTo>
                    <a:pt x="4873" y="51428"/>
                  </a:lnTo>
                  <a:lnTo>
                    <a:pt x="4899" y="51481"/>
                  </a:lnTo>
                  <a:lnTo>
                    <a:pt x="4899" y="51535"/>
                  </a:lnTo>
                  <a:lnTo>
                    <a:pt x="4925" y="51722"/>
                  </a:lnTo>
                  <a:lnTo>
                    <a:pt x="4847" y="51829"/>
                  </a:lnTo>
                  <a:lnTo>
                    <a:pt x="4692" y="51909"/>
                  </a:lnTo>
                  <a:lnTo>
                    <a:pt x="4510" y="52042"/>
                  </a:lnTo>
                  <a:lnTo>
                    <a:pt x="4614" y="52122"/>
                  </a:lnTo>
                  <a:lnTo>
                    <a:pt x="4692" y="52202"/>
                  </a:lnTo>
                  <a:lnTo>
                    <a:pt x="4769" y="52309"/>
                  </a:lnTo>
                  <a:lnTo>
                    <a:pt x="4769" y="52496"/>
                  </a:lnTo>
                  <a:lnTo>
                    <a:pt x="4718" y="52630"/>
                  </a:lnTo>
                  <a:lnTo>
                    <a:pt x="4692" y="52763"/>
                  </a:lnTo>
                  <a:lnTo>
                    <a:pt x="4692" y="52870"/>
                  </a:lnTo>
                  <a:lnTo>
                    <a:pt x="4718" y="52950"/>
                  </a:lnTo>
                  <a:lnTo>
                    <a:pt x="4847" y="53137"/>
                  </a:lnTo>
                  <a:lnTo>
                    <a:pt x="4744" y="53190"/>
                  </a:lnTo>
                  <a:lnTo>
                    <a:pt x="4588" y="53244"/>
                  </a:lnTo>
                  <a:lnTo>
                    <a:pt x="4406" y="53377"/>
                  </a:lnTo>
                  <a:lnTo>
                    <a:pt x="4329" y="53538"/>
                  </a:lnTo>
                  <a:lnTo>
                    <a:pt x="4277" y="53724"/>
                  </a:lnTo>
                  <a:lnTo>
                    <a:pt x="4329" y="53831"/>
                  </a:lnTo>
                  <a:lnTo>
                    <a:pt x="4381" y="53965"/>
                  </a:lnTo>
                  <a:lnTo>
                    <a:pt x="4381" y="54045"/>
                  </a:lnTo>
                  <a:lnTo>
                    <a:pt x="4406" y="54152"/>
                  </a:lnTo>
                  <a:lnTo>
                    <a:pt x="4355" y="54232"/>
                  </a:lnTo>
                  <a:lnTo>
                    <a:pt x="4251" y="54339"/>
                  </a:lnTo>
                  <a:lnTo>
                    <a:pt x="4225" y="54445"/>
                  </a:lnTo>
                  <a:lnTo>
                    <a:pt x="4277" y="54472"/>
                  </a:lnTo>
                  <a:lnTo>
                    <a:pt x="4406" y="54472"/>
                  </a:lnTo>
                  <a:lnTo>
                    <a:pt x="4458" y="54472"/>
                  </a:lnTo>
                  <a:lnTo>
                    <a:pt x="4510" y="54472"/>
                  </a:lnTo>
                  <a:lnTo>
                    <a:pt x="4614" y="54499"/>
                  </a:lnTo>
                  <a:lnTo>
                    <a:pt x="4640" y="54579"/>
                  </a:lnTo>
                  <a:lnTo>
                    <a:pt x="4614" y="54712"/>
                  </a:lnTo>
                  <a:lnTo>
                    <a:pt x="4536" y="54766"/>
                  </a:lnTo>
                  <a:lnTo>
                    <a:pt x="4458" y="54819"/>
                  </a:lnTo>
                  <a:lnTo>
                    <a:pt x="4406" y="54846"/>
                  </a:lnTo>
                  <a:lnTo>
                    <a:pt x="4381" y="55006"/>
                  </a:lnTo>
                  <a:lnTo>
                    <a:pt x="4381" y="55246"/>
                  </a:lnTo>
                  <a:lnTo>
                    <a:pt x="4484" y="55433"/>
                  </a:lnTo>
                  <a:lnTo>
                    <a:pt x="4614" y="55594"/>
                  </a:lnTo>
                  <a:lnTo>
                    <a:pt x="4718" y="55754"/>
                  </a:lnTo>
                  <a:lnTo>
                    <a:pt x="4744" y="55807"/>
                  </a:lnTo>
                  <a:lnTo>
                    <a:pt x="4744" y="55887"/>
                  </a:lnTo>
                  <a:lnTo>
                    <a:pt x="4769" y="55941"/>
                  </a:lnTo>
                  <a:lnTo>
                    <a:pt x="4795" y="55994"/>
                  </a:lnTo>
                  <a:lnTo>
                    <a:pt x="4847" y="55994"/>
                  </a:lnTo>
                  <a:lnTo>
                    <a:pt x="4899" y="55941"/>
                  </a:lnTo>
                  <a:lnTo>
                    <a:pt x="4925" y="55914"/>
                  </a:lnTo>
                  <a:lnTo>
                    <a:pt x="4951" y="55914"/>
                  </a:lnTo>
                  <a:lnTo>
                    <a:pt x="5003" y="55941"/>
                  </a:lnTo>
                  <a:lnTo>
                    <a:pt x="5003" y="56021"/>
                  </a:lnTo>
                  <a:lnTo>
                    <a:pt x="5029" y="56074"/>
                  </a:lnTo>
                  <a:lnTo>
                    <a:pt x="5029" y="56154"/>
                  </a:lnTo>
                  <a:lnTo>
                    <a:pt x="5081" y="56261"/>
                  </a:lnTo>
                  <a:lnTo>
                    <a:pt x="5132" y="56315"/>
                  </a:lnTo>
                  <a:lnTo>
                    <a:pt x="5158" y="56395"/>
                  </a:lnTo>
                  <a:lnTo>
                    <a:pt x="5184" y="56528"/>
                  </a:lnTo>
                  <a:lnTo>
                    <a:pt x="5184" y="56582"/>
                  </a:lnTo>
                  <a:lnTo>
                    <a:pt x="5184" y="56662"/>
                  </a:lnTo>
                  <a:lnTo>
                    <a:pt x="5184" y="56742"/>
                  </a:lnTo>
                  <a:lnTo>
                    <a:pt x="5184" y="56849"/>
                  </a:lnTo>
                  <a:lnTo>
                    <a:pt x="5236" y="57062"/>
                  </a:lnTo>
                  <a:lnTo>
                    <a:pt x="5340" y="57222"/>
                  </a:lnTo>
                  <a:lnTo>
                    <a:pt x="5443" y="57383"/>
                  </a:lnTo>
                  <a:lnTo>
                    <a:pt x="5547" y="57516"/>
                  </a:lnTo>
                  <a:lnTo>
                    <a:pt x="5625" y="57623"/>
                  </a:lnTo>
                  <a:lnTo>
                    <a:pt x="5677" y="57676"/>
                  </a:lnTo>
                  <a:lnTo>
                    <a:pt x="5729" y="57730"/>
                  </a:lnTo>
                  <a:lnTo>
                    <a:pt x="5806" y="57730"/>
                  </a:lnTo>
                  <a:lnTo>
                    <a:pt x="5884" y="57730"/>
                  </a:lnTo>
                  <a:lnTo>
                    <a:pt x="5936" y="57703"/>
                  </a:lnTo>
                  <a:lnTo>
                    <a:pt x="5988" y="57730"/>
                  </a:lnTo>
                  <a:lnTo>
                    <a:pt x="6014" y="57783"/>
                  </a:lnTo>
                  <a:lnTo>
                    <a:pt x="5988" y="58024"/>
                  </a:lnTo>
                  <a:lnTo>
                    <a:pt x="5884" y="58157"/>
                  </a:lnTo>
                  <a:lnTo>
                    <a:pt x="5755" y="58184"/>
                  </a:lnTo>
                  <a:lnTo>
                    <a:pt x="5651" y="58157"/>
                  </a:lnTo>
                  <a:lnTo>
                    <a:pt x="5625" y="58130"/>
                  </a:lnTo>
                  <a:lnTo>
                    <a:pt x="5547" y="58077"/>
                  </a:lnTo>
                  <a:lnTo>
                    <a:pt x="5495" y="58050"/>
                  </a:lnTo>
                  <a:lnTo>
                    <a:pt x="5443" y="58050"/>
                  </a:lnTo>
                  <a:lnTo>
                    <a:pt x="5418" y="58077"/>
                  </a:lnTo>
                  <a:lnTo>
                    <a:pt x="5418" y="58157"/>
                  </a:lnTo>
                  <a:lnTo>
                    <a:pt x="5392" y="58157"/>
                  </a:lnTo>
                  <a:lnTo>
                    <a:pt x="5366" y="58184"/>
                  </a:lnTo>
                  <a:lnTo>
                    <a:pt x="5262" y="58157"/>
                  </a:lnTo>
                  <a:lnTo>
                    <a:pt x="5184" y="58130"/>
                  </a:lnTo>
                  <a:lnTo>
                    <a:pt x="5106" y="58130"/>
                  </a:lnTo>
                  <a:lnTo>
                    <a:pt x="5003" y="58157"/>
                  </a:lnTo>
                  <a:lnTo>
                    <a:pt x="4873" y="58237"/>
                  </a:lnTo>
                  <a:lnTo>
                    <a:pt x="4795" y="58317"/>
                  </a:lnTo>
                  <a:lnTo>
                    <a:pt x="4795" y="58451"/>
                  </a:lnTo>
                  <a:lnTo>
                    <a:pt x="4873" y="58504"/>
                  </a:lnTo>
                  <a:lnTo>
                    <a:pt x="4899" y="58558"/>
                  </a:lnTo>
                  <a:lnTo>
                    <a:pt x="4873" y="58664"/>
                  </a:lnTo>
                  <a:lnTo>
                    <a:pt x="4873" y="58718"/>
                  </a:lnTo>
                  <a:lnTo>
                    <a:pt x="4925" y="58771"/>
                  </a:lnTo>
                  <a:lnTo>
                    <a:pt x="5029" y="58798"/>
                  </a:lnTo>
                  <a:lnTo>
                    <a:pt x="5210" y="58771"/>
                  </a:lnTo>
                  <a:lnTo>
                    <a:pt x="5392" y="58718"/>
                  </a:lnTo>
                  <a:lnTo>
                    <a:pt x="5521" y="58664"/>
                  </a:lnTo>
                  <a:lnTo>
                    <a:pt x="5599" y="58691"/>
                  </a:lnTo>
                  <a:lnTo>
                    <a:pt x="5651" y="58771"/>
                  </a:lnTo>
                  <a:lnTo>
                    <a:pt x="5651" y="58851"/>
                  </a:lnTo>
                  <a:lnTo>
                    <a:pt x="5521" y="58985"/>
                  </a:lnTo>
                  <a:lnTo>
                    <a:pt x="5469" y="59038"/>
                  </a:lnTo>
                  <a:lnTo>
                    <a:pt x="5443" y="59065"/>
                  </a:lnTo>
                  <a:lnTo>
                    <a:pt x="5469" y="59118"/>
                  </a:lnTo>
                  <a:lnTo>
                    <a:pt x="5469" y="59225"/>
                  </a:lnTo>
                  <a:lnTo>
                    <a:pt x="5443" y="59252"/>
                  </a:lnTo>
                  <a:lnTo>
                    <a:pt x="5418" y="59305"/>
                  </a:lnTo>
                  <a:lnTo>
                    <a:pt x="5392" y="59332"/>
                  </a:lnTo>
                  <a:lnTo>
                    <a:pt x="5392" y="59359"/>
                  </a:lnTo>
                  <a:lnTo>
                    <a:pt x="5418" y="59385"/>
                  </a:lnTo>
                  <a:lnTo>
                    <a:pt x="5418" y="59439"/>
                  </a:lnTo>
                  <a:lnTo>
                    <a:pt x="5443" y="59465"/>
                  </a:lnTo>
                  <a:lnTo>
                    <a:pt x="5495" y="59492"/>
                  </a:lnTo>
                  <a:lnTo>
                    <a:pt x="5547" y="59519"/>
                  </a:lnTo>
                  <a:lnTo>
                    <a:pt x="5677" y="59546"/>
                  </a:lnTo>
                  <a:lnTo>
                    <a:pt x="5780" y="59599"/>
                  </a:lnTo>
                  <a:lnTo>
                    <a:pt x="5806" y="59732"/>
                  </a:lnTo>
                  <a:lnTo>
                    <a:pt x="5780" y="59813"/>
                  </a:lnTo>
                  <a:lnTo>
                    <a:pt x="5755" y="59893"/>
                  </a:lnTo>
                  <a:lnTo>
                    <a:pt x="5703" y="59973"/>
                  </a:lnTo>
                  <a:lnTo>
                    <a:pt x="5677" y="60026"/>
                  </a:lnTo>
                  <a:lnTo>
                    <a:pt x="5729" y="60106"/>
                  </a:lnTo>
                  <a:lnTo>
                    <a:pt x="5780" y="60133"/>
                  </a:lnTo>
                  <a:lnTo>
                    <a:pt x="5858" y="60186"/>
                  </a:lnTo>
                  <a:lnTo>
                    <a:pt x="5884" y="60293"/>
                  </a:lnTo>
                  <a:lnTo>
                    <a:pt x="5858" y="60480"/>
                  </a:lnTo>
                  <a:lnTo>
                    <a:pt x="5806" y="60614"/>
                  </a:lnTo>
                  <a:lnTo>
                    <a:pt x="5780" y="60801"/>
                  </a:lnTo>
                  <a:lnTo>
                    <a:pt x="5780" y="60934"/>
                  </a:lnTo>
                  <a:lnTo>
                    <a:pt x="5755" y="61148"/>
                  </a:lnTo>
                  <a:lnTo>
                    <a:pt x="5651" y="61201"/>
                  </a:lnTo>
                  <a:lnTo>
                    <a:pt x="5521" y="61201"/>
                  </a:lnTo>
                  <a:lnTo>
                    <a:pt x="5392" y="61228"/>
                  </a:lnTo>
                  <a:lnTo>
                    <a:pt x="5262" y="61361"/>
                  </a:lnTo>
                  <a:lnTo>
                    <a:pt x="5184" y="61441"/>
                  </a:lnTo>
                  <a:lnTo>
                    <a:pt x="5132" y="61602"/>
                  </a:lnTo>
                  <a:lnTo>
                    <a:pt x="5106" y="61735"/>
                  </a:lnTo>
                  <a:lnTo>
                    <a:pt x="5029" y="61842"/>
                  </a:lnTo>
                  <a:lnTo>
                    <a:pt x="4951" y="61922"/>
                  </a:lnTo>
                  <a:lnTo>
                    <a:pt x="4873" y="61949"/>
                  </a:lnTo>
                  <a:lnTo>
                    <a:pt x="4769" y="61975"/>
                  </a:lnTo>
                  <a:lnTo>
                    <a:pt x="4666" y="62002"/>
                  </a:lnTo>
                  <a:lnTo>
                    <a:pt x="4536" y="61975"/>
                  </a:lnTo>
                  <a:lnTo>
                    <a:pt x="4458" y="61949"/>
                  </a:lnTo>
                  <a:lnTo>
                    <a:pt x="4355" y="61949"/>
                  </a:lnTo>
                  <a:lnTo>
                    <a:pt x="4251" y="61949"/>
                  </a:lnTo>
                  <a:lnTo>
                    <a:pt x="4147" y="61975"/>
                  </a:lnTo>
                  <a:lnTo>
                    <a:pt x="4018" y="62002"/>
                  </a:lnTo>
                  <a:lnTo>
                    <a:pt x="3914" y="62029"/>
                  </a:lnTo>
                  <a:lnTo>
                    <a:pt x="3862" y="62109"/>
                  </a:lnTo>
                  <a:lnTo>
                    <a:pt x="3810" y="62189"/>
                  </a:lnTo>
                  <a:lnTo>
                    <a:pt x="3707" y="62296"/>
                  </a:lnTo>
                  <a:lnTo>
                    <a:pt x="3681" y="62376"/>
                  </a:lnTo>
                  <a:lnTo>
                    <a:pt x="3655" y="62429"/>
                  </a:lnTo>
                  <a:lnTo>
                    <a:pt x="3629" y="62429"/>
                  </a:lnTo>
                  <a:lnTo>
                    <a:pt x="3629" y="62429"/>
                  </a:lnTo>
                  <a:lnTo>
                    <a:pt x="3629" y="62483"/>
                  </a:lnTo>
                  <a:lnTo>
                    <a:pt x="3655" y="62510"/>
                  </a:lnTo>
                  <a:lnTo>
                    <a:pt x="3732" y="62510"/>
                  </a:lnTo>
                  <a:lnTo>
                    <a:pt x="3862" y="62510"/>
                  </a:lnTo>
                  <a:lnTo>
                    <a:pt x="3992" y="62590"/>
                  </a:lnTo>
                  <a:lnTo>
                    <a:pt x="4069" y="62696"/>
                  </a:lnTo>
                  <a:lnTo>
                    <a:pt x="4069" y="62883"/>
                  </a:lnTo>
                  <a:lnTo>
                    <a:pt x="4069" y="63124"/>
                  </a:lnTo>
                  <a:lnTo>
                    <a:pt x="4018" y="63204"/>
                  </a:lnTo>
                  <a:lnTo>
                    <a:pt x="4018" y="63284"/>
                  </a:lnTo>
                  <a:lnTo>
                    <a:pt x="4069" y="63311"/>
                  </a:lnTo>
                  <a:lnTo>
                    <a:pt x="4121" y="63337"/>
                  </a:lnTo>
                  <a:lnTo>
                    <a:pt x="4199" y="63337"/>
                  </a:lnTo>
                  <a:lnTo>
                    <a:pt x="4251" y="63417"/>
                  </a:lnTo>
                  <a:lnTo>
                    <a:pt x="4251" y="63497"/>
                  </a:lnTo>
                  <a:lnTo>
                    <a:pt x="4251" y="63658"/>
                  </a:lnTo>
                  <a:lnTo>
                    <a:pt x="4225" y="63818"/>
                  </a:lnTo>
                  <a:lnTo>
                    <a:pt x="4199" y="64032"/>
                  </a:lnTo>
                  <a:lnTo>
                    <a:pt x="4173" y="64218"/>
                  </a:lnTo>
                  <a:lnTo>
                    <a:pt x="4199" y="64325"/>
                  </a:lnTo>
                  <a:lnTo>
                    <a:pt x="4095" y="64459"/>
                  </a:lnTo>
                  <a:lnTo>
                    <a:pt x="4069" y="64539"/>
                  </a:lnTo>
                  <a:lnTo>
                    <a:pt x="4121" y="64566"/>
                  </a:lnTo>
                  <a:lnTo>
                    <a:pt x="4173" y="64619"/>
                  </a:lnTo>
                  <a:lnTo>
                    <a:pt x="4225" y="64726"/>
                  </a:lnTo>
                  <a:lnTo>
                    <a:pt x="4251" y="64806"/>
                  </a:lnTo>
                  <a:lnTo>
                    <a:pt x="4329" y="64886"/>
                  </a:lnTo>
                  <a:lnTo>
                    <a:pt x="4381" y="64966"/>
                  </a:lnTo>
                  <a:lnTo>
                    <a:pt x="4510" y="64966"/>
                  </a:lnTo>
                  <a:lnTo>
                    <a:pt x="4718" y="64993"/>
                  </a:lnTo>
                  <a:lnTo>
                    <a:pt x="4899" y="65100"/>
                  </a:lnTo>
                  <a:lnTo>
                    <a:pt x="4847" y="65340"/>
                  </a:lnTo>
                  <a:lnTo>
                    <a:pt x="4744" y="65393"/>
                  </a:lnTo>
                  <a:lnTo>
                    <a:pt x="4666" y="65447"/>
                  </a:lnTo>
                  <a:lnTo>
                    <a:pt x="4588" y="65527"/>
                  </a:lnTo>
                  <a:lnTo>
                    <a:pt x="4484" y="65554"/>
                  </a:lnTo>
                  <a:lnTo>
                    <a:pt x="4406" y="65607"/>
                  </a:lnTo>
                  <a:lnTo>
                    <a:pt x="4355" y="65660"/>
                  </a:lnTo>
                  <a:lnTo>
                    <a:pt x="4329" y="65767"/>
                  </a:lnTo>
                  <a:lnTo>
                    <a:pt x="4251" y="65847"/>
                  </a:lnTo>
                  <a:lnTo>
                    <a:pt x="4199" y="65874"/>
                  </a:lnTo>
                  <a:lnTo>
                    <a:pt x="4147" y="65927"/>
                  </a:lnTo>
                  <a:lnTo>
                    <a:pt x="4069" y="65954"/>
                  </a:lnTo>
                  <a:lnTo>
                    <a:pt x="4018" y="65981"/>
                  </a:lnTo>
                  <a:lnTo>
                    <a:pt x="3992" y="66061"/>
                  </a:lnTo>
                  <a:lnTo>
                    <a:pt x="3966" y="66114"/>
                  </a:lnTo>
                  <a:lnTo>
                    <a:pt x="3940" y="66141"/>
                  </a:lnTo>
                  <a:lnTo>
                    <a:pt x="3940" y="66168"/>
                  </a:lnTo>
                  <a:lnTo>
                    <a:pt x="3862" y="66248"/>
                  </a:lnTo>
                  <a:lnTo>
                    <a:pt x="3810" y="66355"/>
                  </a:lnTo>
                  <a:lnTo>
                    <a:pt x="3758" y="66408"/>
                  </a:lnTo>
                  <a:lnTo>
                    <a:pt x="3810" y="66515"/>
                  </a:lnTo>
                  <a:lnTo>
                    <a:pt x="3707" y="66515"/>
                  </a:lnTo>
                  <a:lnTo>
                    <a:pt x="3629" y="66461"/>
                  </a:lnTo>
                  <a:lnTo>
                    <a:pt x="3499" y="66461"/>
                  </a:lnTo>
                  <a:lnTo>
                    <a:pt x="3421" y="66622"/>
                  </a:lnTo>
                  <a:lnTo>
                    <a:pt x="3395" y="66755"/>
                  </a:lnTo>
                  <a:lnTo>
                    <a:pt x="3421" y="66915"/>
                  </a:lnTo>
                  <a:lnTo>
                    <a:pt x="3473" y="67022"/>
                  </a:lnTo>
                  <a:lnTo>
                    <a:pt x="3499" y="67129"/>
                  </a:lnTo>
                  <a:lnTo>
                    <a:pt x="3499" y="67236"/>
                  </a:lnTo>
                  <a:lnTo>
                    <a:pt x="3499" y="67369"/>
                  </a:lnTo>
                  <a:lnTo>
                    <a:pt x="3473" y="67503"/>
                  </a:lnTo>
                  <a:lnTo>
                    <a:pt x="3499" y="67663"/>
                  </a:lnTo>
                  <a:lnTo>
                    <a:pt x="3499" y="67690"/>
                  </a:lnTo>
                  <a:lnTo>
                    <a:pt x="3499" y="67743"/>
                  </a:lnTo>
                  <a:lnTo>
                    <a:pt x="3499" y="67770"/>
                  </a:lnTo>
                  <a:lnTo>
                    <a:pt x="3499" y="67823"/>
                  </a:lnTo>
                  <a:lnTo>
                    <a:pt x="3499" y="67823"/>
                  </a:lnTo>
                  <a:lnTo>
                    <a:pt x="3447" y="67877"/>
                  </a:lnTo>
                  <a:lnTo>
                    <a:pt x="3421" y="67877"/>
                  </a:lnTo>
                  <a:lnTo>
                    <a:pt x="3421" y="67877"/>
                  </a:lnTo>
                  <a:lnTo>
                    <a:pt x="3421" y="67903"/>
                  </a:lnTo>
                  <a:lnTo>
                    <a:pt x="3421" y="67930"/>
                  </a:lnTo>
                  <a:lnTo>
                    <a:pt x="3421" y="67957"/>
                  </a:lnTo>
                  <a:lnTo>
                    <a:pt x="3421" y="67957"/>
                  </a:lnTo>
                  <a:lnTo>
                    <a:pt x="3421" y="68010"/>
                  </a:lnTo>
                  <a:lnTo>
                    <a:pt x="3421" y="68037"/>
                  </a:lnTo>
                  <a:lnTo>
                    <a:pt x="3421" y="68090"/>
                  </a:lnTo>
                  <a:lnTo>
                    <a:pt x="3395" y="68197"/>
                  </a:lnTo>
                  <a:lnTo>
                    <a:pt x="3370" y="68251"/>
                  </a:lnTo>
                  <a:lnTo>
                    <a:pt x="3344" y="68304"/>
                  </a:lnTo>
                  <a:lnTo>
                    <a:pt x="3344" y="68331"/>
                  </a:lnTo>
                  <a:lnTo>
                    <a:pt x="3370" y="68357"/>
                  </a:lnTo>
                  <a:lnTo>
                    <a:pt x="3395" y="68357"/>
                  </a:lnTo>
                  <a:lnTo>
                    <a:pt x="3447" y="68411"/>
                  </a:lnTo>
                  <a:lnTo>
                    <a:pt x="3499" y="68411"/>
                  </a:lnTo>
                  <a:lnTo>
                    <a:pt x="3525" y="68437"/>
                  </a:lnTo>
                  <a:lnTo>
                    <a:pt x="3525" y="68464"/>
                  </a:lnTo>
                  <a:lnTo>
                    <a:pt x="3525" y="68518"/>
                  </a:lnTo>
                  <a:lnTo>
                    <a:pt x="3525" y="68571"/>
                  </a:lnTo>
                  <a:lnTo>
                    <a:pt x="3525" y="68598"/>
                  </a:lnTo>
                  <a:lnTo>
                    <a:pt x="3577" y="68624"/>
                  </a:lnTo>
                  <a:lnTo>
                    <a:pt x="3603" y="68704"/>
                  </a:lnTo>
                  <a:lnTo>
                    <a:pt x="3629" y="68731"/>
                  </a:lnTo>
                  <a:lnTo>
                    <a:pt x="3629" y="68785"/>
                  </a:lnTo>
                  <a:lnTo>
                    <a:pt x="3603" y="68838"/>
                  </a:lnTo>
                  <a:lnTo>
                    <a:pt x="3577" y="68865"/>
                  </a:lnTo>
                  <a:lnTo>
                    <a:pt x="3525" y="68891"/>
                  </a:lnTo>
                  <a:lnTo>
                    <a:pt x="3525" y="68945"/>
                  </a:lnTo>
                  <a:lnTo>
                    <a:pt x="3499" y="68971"/>
                  </a:lnTo>
                  <a:lnTo>
                    <a:pt x="3499" y="68998"/>
                  </a:lnTo>
                  <a:lnTo>
                    <a:pt x="3473" y="69025"/>
                  </a:lnTo>
                  <a:lnTo>
                    <a:pt x="3473" y="69078"/>
                  </a:lnTo>
                  <a:lnTo>
                    <a:pt x="3473" y="69105"/>
                  </a:lnTo>
                  <a:lnTo>
                    <a:pt x="3499" y="69132"/>
                  </a:lnTo>
                  <a:lnTo>
                    <a:pt x="3525" y="69185"/>
                  </a:lnTo>
                  <a:lnTo>
                    <a:pt x="3525" y="69212"/>
                  </a:lnTo>
                  <a:lnTo>
                    <a:pt x="3447" y="69372"/>
                  </a:lnTo>
                  <a:lnTo>
                    <a:pt x="3318" y="69399"/>
                  </a:lnTo>
                  <a:lnTo>
                    <a:pt x="3162" y="69399"/>
                  </a:lnTo>
                  <a:lnTo>
                    <a:pt x="3058" y="69506"/>
                  </a:lnTo>
                  <a:lnTo>
                    <a:pt x="3058" y="69639"/>
                  </a:lnTo>
                  <a:lnTo>
                    <a:pt x="3214" y="69666"/>
                  </a:lnTo>
                  <a:lnTo>
                    <a:pt x="3421" y="69612"/>
                  </a:lnTo>
                  <a:lnTo>
                    <a:pt x="3525" y="69612"/>
                  </a:lnTo>
                  <a:lnTo>
                    <a:pt x="3629" y="69773"/>
                  </a:lnTo>
                  <a:lnTo>
                    <a:pt x="3681" y="69933"/>
                  </a:lnTo>
                  <a:lnTo>
                    <a:pt x="3707" y="70146"/>
                  </a:lnTo>
                  <a:lnTo>
                    <a:pt x="3810" y="70307"/>
                  </a:lnTo>
                  <a:lnTo>
                    <a:pt x="3914" y="70387"/>
                  </a:lnTo>
                  <a:lnTo>
                    <a:pt x="4095" y="70574"/>
                  </a:lnTo>
                  <a:lnTo>
                    <a:pt x="4225" y="70787"/>
                  </a:lnTo>
                  <a:lnTo>
                    <a:pt x="4199" y="71081"/>
                  </a:lnTo>
                  <a:lnTo>
                    <a:pt x="4147" y="71161"/>
                  </a:lnTo>
                  <a:lnTo>
                    <a:pt x="4018" y="71188"/>
                  </a:lnTo>
                  <a:lnTo>
                    <a:pt x="3914" y="71161"/>
                  </a:lnTo>
                  <a:lnTo>
                    <a:pt x="3862" y="71161"/>
                  </a:lnTo>
                  <a:lnTo>
                    <a:pt x="3758" y="71134"/>
                  </a:lnTo>
                  <a:lnTo>
                    <a:pt x="3732" y="71108"/>
                  </a:lnTo>
                  <a:lnTo>
                    <a:pt x="3681" y="71134"/>
                  </a:lnTo>
                  <a:lnTo>
                    <a:pt x="3629" y="71241"/>
                  </a:lnTo>
                  <a:lnTo>
                    <a:pt x="3577" y="71321"/>
                  </a:lnTo>
                  <a:lnTo>
                    <a:pt x="3499" y="71321"/>
                  </a:lnTo>
                  <a:lnTo>
                    <a:pt x="3447" y="71348"/>
                  </a:lnTo>
                  <a:lnTo>
                    <a:pt x="3421" y="71481"/>
                  </a:lnTo>
                  <a:lnTo>
                    <a:pt x="3421" y="71615"/>
                  </a:lnTo>
                  <a:lnTo>
                    <a:pt x="3499" y="71695"/>
                  </a:lnTo>
                  <a:lnTo>
                    <a:pt x="3577" y="71775"/>
                  </a:lnTo>
                  <a:lnTo>
                    <a:pt x="3629" y="71909"/>
                  </a:lnTo>
                  <a:lnTo>
                    <a:pt x="3473" y="71935"/>
                  </a:lnTo>
                  <a:lnTo>
                    <a:pt x="3318" y="71989"/>
                  </a:lnTo>
                  <a:lnTo>
                    <a:pt x="3136" y="72122"/>
                  </a:lnTo>
                  <a:lnTo>
                    <a:pt x="3007" y="72229"/>
                  </a:lnTo>
                  <a:lnTo>
                    <a:pt x="3007" y="72283"/>
                  </a:lnTo>
                  <a:lnTo>
                    <a:pt x="2981" y="72389"/>
                  </a:lnTo>
                  <a:lnTo>
                    <a:pt x="2981" y="72469"/>
                  </a:lnTo>
                  <a:lnTo>
                    <a:pt x="2981" y="72523"/>
                  </a:lnTo>
                  <a:lnTo>
                    <a:pt x="2955" y="72656"/>
                  </a:lnTo>
                  <a:lnTo>
                    <a:pt x="2929" y="72710"/>
                  </a:lnTo>
                  <a:lnTo>
                    <a:pt x="2929" y="72790"/>
                  </a:lnTo>
                  <a:lnTo>
                    <a:pt x="2929" y="72897"/>
                  </a:lnTo>
                  <a:lnTo>
                    <a:pt x="2955" y="72977"/>
                  </a:lnTo>
                  <a:lnTo>
                    <a:pt x="2955" y="73057"/>
                  </a:lnTo>
                  <a:lnTo>
                    <a:pt x="2929" y="73164"/>
                  </a:lnTo>
                  <a:lnTo>
                    <a:pt x="2929" y="73217"/>
                  </a:lnTo>
                  <a:lnTo>
                    <a:pt x="2955" y="73297"/>
                  </a:lnTo>
                  <a:lnTo>
                    <a:pt x="3007" y="73351"/>
                  </a:lnTo>
                  <a:lnTo>
                    <a:pt x="2981" y="73431"/>
                  </a:lnTo>
                  <a:lnTo>
                    <a:pt x="2877" y="73511"/>
                  </a:lnTo>
                  <a:lnTo>
                    <a:pt x="2799" y="73538"/>
                  </a:lnTo>
                  <a:lnTo>
                    <a:pt x="2644" y="73564"/>
                  </a:lnTo>
                  <a:lnTo>
                    <a:pt x="2540" y="73591"/>
                  </a:lnTo>
                  <a:lnTo>
                    <a:pt x="2436" y="73698"/>
                  </a:lnTo>
                  <a:lnTo>
                    <a:pt x="2436" y="73778"/>
                  </a:lnTo>
                  <a:lnTo>
                    <a:pt x="2462" y="73805"/>
                  </a:lnTo>
                  <a:lnTo>
                    <a:pt x="2566" y="73831"/>
                  </a:lnTo>
                  <a:lnTo>
                    <a:pt x="2618" y="73858"/>
                  </a:lnTo>
                  <a:lnTo>
                    <a:pt x="2670" y="73965"/>
                  </a:lnTo>
                  <a:lnTo>
                    <a:pt x="2721" y="74045"/>
                  </a:lnTo>
                  <a:lnTo>
                    <a:pt x="2799" y="74152"/>
                  </a:lnTo>
                  <a:lnTo>
                    <a:pt x="2851" y="74285"/>
                  </a:lnTo>
                  <a:lnTo>
                    <a:pt x="2903" y="74365"/>
                  </a:lnTo>
                  <a:lnTo>
                    <a:pt x="2981" y="74365"/>
                  </a:lnTo>
                  <a:lnTo>
                    <a:pt x="3110" y="74339"/>
                  </a:lnTo>
                  <a:lnTo>
                    <a:pt x="3214" y="74339"/>
                  </a:lnTo>
                  <a:lnTo>
                    <a:pt x="3266" y="74339"/>
                  </a:lnTo>
                  <a:lnTo>
                    <a:pt x="3370" y="74365"/>
                  </a:lnTo>
                  <a:lnTo>
                    <a:pt x="3447" y="74392"/>
                  </a:lnTo>
                  <a:lnTo>
                    <a:pt x="3525" y="74419"/>
                  </a:lnTo>
                  <a:lnTo>
                    <a:pt x="3603" y="74499"/>
                  </a:lnTo>
                  <a:lnTo>
                    <a:pt x="3629" y="74579"/>
                  </a:lnTo>
                  <a:lnTo>
                    <a:pt x="3655" y="74659"/>
                  </a:lnTo>
                  <a:lnTo>
                    <a:pt x="3707" y="74739"/>
                  </a:lnTo>
                  <a:lnTo>
                    <a:pt x="3810" y="74739"/>
                  </a:lnTo>
                  <a:lnTo>
                    <a:pt x="3862" y="74766"/>
                  </a:lnTo>
                  <a:lnTo>
                    <a:pt x="3914" y="74819"/>
                  </a:lnTo>
                  <a:lnTo>
                    <a:pt x="3914" y="74926"/>
                  </a:lnTo>
                  <a:lnTo>
                    <a:pt x="3888" y="75033"/>
                  </a:lnTo>
                  <a:lnTo>
                    <a:pt x="3862" y="75140"/>
                  </a:lnTo>
                  <a:lnTo>
                    <a:pt x="3836" y="75193"/>
                  </a:lnTo>
                  <a:lnTo>
                    <a:pt x="3862" y="75273"/>
                  </a:lnTo>
                  <a:lnTo>
                    <a:pt x="3914" y="75353"/>
                  </a:lnTo>
                  <a:lnTo>
                    <a:pt x="3992" y="75433"/>
                  </a:lnTo>
                  <a:lnTo>
                    <a:pt x="4095" y="75487"/>
                  </a:lnTo>
                  <a:lnTo>
                    <a:pt x="4173" y="75487"/>
                  </a:lnTo>
                  <a:lnTo>
                    <a:pt x="4251" y="75407"/>
                  </a:lnTo>
                  <a:lnTo>
                    <a:pt x="4329" y="75327"/>
                  </a:lnTo>
                  <a:lnTo>
                    <a:pt x="4406" y="75220"/>
                  </a:lnTo>
                  <a:lnTo>
                    <a:pt x="4484" y="75166"/>
                  </a:lnTo>
                  <a:lnTo>
                    <a:pt x="4718" y="75086"/>
                  </a:lnTo>
                  <a:lnTo>
                    <a:pt x="4899" y="75140"/>
                  </a:lnTo>
                  <a:lnTo>
                    <a:pt x="5029" y="75193"/>
                  </a:lnTo>
                  <a:lnTo>
                    <a:pt x="5210" y="75273"/>
                  </a:lnTo>
                  <a:lnTo>
                    <a:pt x="5262" y="75327"/>
                  </a:lnTo>
                  <a:lnTo>
                    <a:pt x="5288" y="75407"/>
                  </a:lnTo>
                  <a:lnTo>
                    <a:pt x="5262" y="75540"/>
                  </a:lnTo>
                  <a:lnTo>
                    <a:pt x="5262" y="75620"/>
                  </a:lnTo>
                  <a:lnTo>
                    <a:pt x="5288" y="75727"/>
                  </a:lnTo>
                  <a:lnTo>
                    <a:pt x="5340" y="75834"/>
                  </a:lnTo>
                  <a:lnTo>
                    <a:pt x="5366" y="75887"/>
                  </a:lnTo>
                  <a:lnTo>
                    <a:pt x="5392" y="75967"/>
                  </a:lnTo>
                  <a:lnTo>
                    <a:pt x="5418" y="76074"/>
                  </a:lnTo>
                  <a:lnTo>
                    <a:pt x="5495" y="76181"/>
                  </a:lnTo>
                  <a:lnTo>
                    <a:pt x="5547" y="76261"/>
                  </a:lnTo>
                  <a:lnTo>
                    <a:pt x="5599" y="76395"/>
                  </a:lnTo>
                  <a:lnTo>
                    <a:pt x="5547" y="76475"/>
                  </a:lnTo>
                  <a:lnTo>
                    <a:pt x="5521" y="76528"/>
                  </a:lnTo>
                  <a:lnTo>
                    <a:pt x="5469" y="76608"/>
                  </a:lnTo>
                  <a:lnTo>
                    <a:pt x="5418" y="76688"/>
                  </a:lnTo>
                  <a:lnTo>
                    <a:pt x="5443" y="76769"/>
                  </a:lnTo>
                  <a:lnTo>
                    <a:pt x="5469" y="76875"/>
                  </a:lnTo>
                  <a:lnTo>
                    <a:pt x="5521" y="76929"/>
                  </a:lnTo>
                  <a:lnTo>
                    <a:pt x="5599" y="76982"/>
                  </a:lnTo>
                  <a:lnTo>
                    <a:pt x="5625" y="77062"/>
                  </a:lnTo>
                  <a:lnTo>
                    <a:pt x="5677" y="77249"/>
                  </a:lnTo>
                  <a:lnTo>
                    <a:pt x="5677" y="77329"/>
                  </a:lnTo>
                  <a:lnTo>
                    <a:pt x="5703" y="77436"/>
                  </a:lnTo>
                  <a:lnTo>
                    <a:pt x="5703" y="77516"/>
                  </a:lnTo>
                  <a:lnTo>
                    <a:pt x="5703" y="77650"/>
                  </a:lnTo>
                  <a:lnTo>
                    <a:pt x="5677" y="77757"/>
                  </a:lnTo>
                  <a:lnTo>
                    <a:pt x="5651" y="77890"/>
                  </a:lnTo>
                  <a:lnTo>
                    <a:pt x="5625" y="77970"/>
                  </a:lnTo>
                  <a:lnTo>
                    <a:pt x="5547" y="78077"/>
                  </a:lnTo>
                  <a:lnTo>
                    <a:pt x="5547" y="78210"/>
                  </a:lnTo>
                  <a:lnTo>
                    <a:pt x="5625" y="78344"/>
                  </a:lnTo>
                  <a:lnTo>
                    <a:pt x="5755" y="78371"/>
                  </a:lnTo>
                  <a:lnTo>
                    <a:pt x="5910" y="78344"/>
                  </a:lnTo>
                  <a:lnTo>
                    <a:pt x="6040" y="78424"/>
                  </a:lnTo>
                  <a:lnTo>
                    <a:pt x="6117" y="78531"/>
                  </a:lnTo>
                  <a:lnTo>
                    <a:pt x="6117" y="78691"/>
                  </a:lnTo>
                  <a:lnTo>
                    <a:pt x="6117" y="78851"/>
                  </a:lnTo>
                  <a:lnTo>
                    <a:pt x="6117" y="79012"/>
                  </a:lnTo>
                  <a:lnTo>
                    <a:pt x="6117" y="79092"/>
                  </a:lnTo>
                  <a:lnTo>
                    <a:pt x="6117" y="79225"/>
                  </a:lnTo>
                  <a:lnTo>
                    <a:pt x="6117" y="79305"/>
                  </a:lnTo>
                  <a:lnTo>
                    <a:pt x="6117" y="79412"/>
                  </a:lnTo>
                  <a:lnTo>
                    <a:pt x="6040" y="79546"/>
                  </a:lnTo>
                  <a:lnTo>
                    <a:pt x="5988" y="79626"/>
                  </a:lnTo>
                  <a:lnTo>
                    <a:pt x="5936" y="79759"/>
                  </a:lnTo>
                  <a:lnTo>
                    <a:pt x="5910" y="79866"/>
                  </a:lnTo>
                  <a:lnTo>
                    <a:pt x="5910" y="79946"/>
                  </a:lnTo>
                  <a:lnTo>
                    <a:pt x="5910" y="80026"/>
                  </a:lnTo>
                  <a:lnTo>
                    <a:pt x="5910" y="80080"/>
                  </a:lnTo>
                  <a:lnTo>
                    <a:pt x="5936" y="80133"/>
                  </a:lnTo>
                  <a:lnTo>
                    <a:pt x="5988" y="80213"/>
                  </a:lnTo>
                  <a:lnTo>
                    <a:pt x="6066" y="80293"/>
                  </a:lnTo>
                  <a:lnTo>
                    <a:pt x="6143" y="80347"/>
                  </a:lnTo>
                  <a:lnTo>
                    <a:pt x="6169" y="80427"/>
                  </a:lnTo>
                  <a:lnTo>
                    <a:pt x="6195" y="80694"/>
                  </a:lnTo>
                  <a:lnTo>
                    <a:pt x="6247" y="80907"/>
                  </a:lnTo>
                  <a:lnTo>
                    <a:pt x="6299" y="81121"/>
                  </a:lnTo>
                  <a:lnTo>
                    <a:pt x="6429" y="81255"/>
                  </a:lnTo>
                  <a:lnTo>
                    <a:pt x="6506" y="81335"/>
                  </a:lnTo>
                  <a:lnTo>
                    <a:pt x="6610" y="81388"/>
                  </a:lnTo>
                  <a:lnTo>
                    <a:pt x="6662" y="81468"/>
                  </a:lnTo>
                  <a:lnTo>
                    <a:pt x="6688" y="81628"/>
                  </a:lnTo>
                  <a:lnTo>
                    <a:pt x="6662" y="81735"/>
                  </a:lnTo>
                  <a:lnTo>
                    <a:pt x="6662" y="81815"/>
                  </a:lnTo>
                  <a:lnTo>
                    <a:pt x="6662" y="81895"/>
                  </a:lnTo>
                  <a:lnTo>
                    <a:pt x="6688" y="81949"/>
                  </a:lnTo>
                  <a:lnTo>
                    <a:pt x="6740" y="82029"/>
                  </a:lnTo>
                  <a:lnTo>
                    <a:pt x="6817" y="82082"/>
                  </a:lnTo>
                  <a:lnTo>
                    <a:pt x="6921" y="82162"/>
                  </a:lnTo>
                  <a:lnTo>
                    <a:pt x="6973" y="82269"/>
                  </a:lnTo>
                  <a:lnTo>
                    <a:pt x="6973" y="82376"/>
                  </a:lnTo>
                  <a:lnTo>
                    <a:pt x="6999" y="82429"/>
                  </a:lnTo>
                  <a:lnTo>
                    <a:pt x="7051" y="82483"/>
                  </a:lnTo>
                  <a:lnTo>
                    <a:pt x="7128" y="82510"/>
                  </a:lnTo>
                  <a:lnTo>
                    <a:pt x="7284" y="82590"/>
                  </a:lnTo>
                  <a:lnTo>
                    <a:pt x="7465" y="82696"/>
                  </a:lnTo>
                  <a:lnTo>
                    <a:pt x="7673" y="82750"/>
                  </a:lnTo>
                  <a:lnTo>
                    <a:pt x="7828" y="82750"/>
                  </a:lnTo>
                  <a:lnTo>
                    <a:pt x="8010" y="82750"/>
                  </a:lnTo>
                  <a:lnTo>
                    <a:pt x="8139" y="82830"/>
                  </a:lnTo>
                  <a:lnTo>
                    <a:pt x="8217" y="83017"/>
                  </a:lnTo>
                  <a:lnTo>
                    <a:pt x="8269" y="83204"/>
                  </a:lnTo>
                  <a:lnTo>
                    <a:pt x="8347" y="83311"/>
                  </a:lnTo>
                  <a:lnTo>
                    <a:pt x="8451" y="83391"/>
                  </a:lnTo>
                  <a:lnTo>
                    <a:pt x="8502" y="83524"/>
                  </a:lnTo>
                  <a:lnTo>
                    <a:pt x="8476" y="83765"/>
                  </a:lnTo>
                  <a:lnTo>
                    <a:pt x="8451" y="83845"/>
                  </a:lnTo>
                  <a:lnTo>
                    <a:pt x="8425" y="83978"/>
                  </a:lnTo>
                  <a:lnTo>
                    <a:pt x="8347" y="84058"/>
                  </a:lnTo>
                  <a:lnTo>
                    <a:pt x="8347" y="84165"/>
                  </a:lnTo>
                  <a:lnTo>
                    <a:pt x="8399" y="84272"/>
                  </a:lnTo>
                  <a:lnTo>
                    <a:pt x="8451" y="84352"/>
                  </a:lnTo>
                  <a:lnTo>
                    <a:pt x="8476" y="84405"/>
                  </a:lnTo>
                  <a:lnTo>
                    <a:pt x="8502" y="84512"/>
                  </a:lnTo>
                  <a:lnTo>
                    <a:pt x="8476" y="84592"/>
                  </a:lnTo>
                  <a:lnTo>
                    <a:pt x="8425" y="84672"/>
                  </a:lnTo>
                  <a:lnTo>
                    <a:pt x="8399" y="84753"/>
                  </a:lnTo>
                  <a:lnTo>
                    <a:pt x="8321" y="84833"/>
                  </a:lnTo>
                  <a:lnTo>
                    <a:pt x="8295" y="84913"/>
                  </a:lnTo>
                  <a:lnTo>
                    <a:pt x="8295" y="85020"/>
                  </a:lnTo>
                  <a:lnTo>
                    <a:pt x="8295" y="85073"/>
                  </a:lnTo>
                  <a:lnTo>
                    <a:pt x="8295" y="85153"/>
                  </a:lnTo>
                  <a:lnTo>
                    <a:pt x="8295" y="85340"/>
                  </a:lnTo>
                  <a:lnTo>
                    <a:pt x="8243" y="85500"/>
                  </a:lnTo>
                  <a:lnTo>
                    <a:pt x="8191" y="85687"/>
                  </a:lnTo>
                  <a:lnTo>
                    <a:pt x="8165" y="85901"/>
                  </a:lnTo>
                  <a:lnTo>
                    <a:pt x="8139" y="85981"/>
                  </a:lnTo>
                  <a:lnTo>
                    <a:pt x="8088" y="86088"/>
                  </a:lnTo>
                  <a:lnTo>
                    <a:pt x="8062" y="86168"/>
                  </a:lnTo>
                  <a:lnTo>
                    <a:pt x="8036" y="86248"/>
                  </a:lnTo>
                  <a:lnTo>
                    <a:pt x="8010" y="86355"/>
                  </a:lnTo>
                  <a:lnTo>
                    <a:pt x="7958" y="86408"/>
                  </a:lnTo>
                  <a:lnTo>
                    <a:pt x="7906" y="86435"/>
                  </a:lnTo>
                  <a:lnTo>
                    <a:pt x="7828" y="86515"/>
                  </a:lnTo>
                  <a:lnTo>
                    <a:pt x="7802" y="86622"/>
                  </a:lnTo>
                  <a:lnTo>
                    <a:pt x="7828" y="86702"/>
                  </a:lnTo>
                  <a:lnTo>
                    <a:pt x="7802" y="86782"/>
                  </a:lnTo>
                  <a:lnTo>
                    <a:pt x="7673" y="86915"/>
                  </a:lnTo>
                  <a:lnTo>
                    <a:pt x="7569" y="86942"/>
                  </a:lnTo>
                  <a:lnTo>
                    <a:pt x="7491" y="86942"/>
                  </a:lnTo>
                  <a:lnTo>
                    <a:pt x="7414" y="86969"/>
                  </a:lnTo>
                  <a:lnTo>
                    <a:pt x="7310" y="86969"/>
                  </a:lnTo>
                  <a:lnTo>
                    <a:pt x="7258" y="87049"/>
                  </a:lnTo>
                  <a:lnTo>
                    <a:pt x="7232" y="87156"/>
                  </a:lnTo>
                  <a:lnTo>
                    <a:pt x="7232" y="87236"/>
                  </a:lnTo>
                  <a:lnTo>
                    <a:pt x="7258" y="87316"/>
                  </a:lnTo>
                  <a:lnTo>
                    <a:pt x="7258" y="87423"/>
                  </a:lnTo>
                  <a:lnTo>
                    <a:pt x="7284" y="87476"/>
                  </a:lnTo>
                  <a:lnTo>
                    <a:pt x="7336" y="87449"/>
                  </a:lnTo>
                  <a:lnTo>
                    <a:pt x="7440" y="87423"/>
                  </a:lnTo>
                  <a:lnTo>
                    <a:pt x="7543" y="87396"/>
                  </a:lnTo>
                  <a:lnTo>
                    <a:pt x="7673" y="87343"/>
                  </a:lnTo>
                  <a:lnTo>
                    <a:pt x="7777" y="87396"/>
                  </a:lnTo>
                  <a:lnTo>
                    <a:pt x="7880" y="87449"/>
                  </a:lnTo>
                  <a:lnTo>
                    <a:pt x="7880" y="87530"/>
                  </a:lnTo>
                  <a:lnTo>
                    <a:pt x="7880" y="87583"/>
                  </a:lnTo>
                  <a:lnTo>
                    <a:pt x="7802" y="87663"/>
                  </a:lnTo>
                  <a:lnTo>
                    <a:pt x="7777" y="87743"/>
                  </a:lnTo>
                  <a:lnTo>
                    <a:pt x="7725" y="87930"/>
                  </a:lnTo>
                  <a:lnTo>
                    <a:pt x="7673" y="88037"/>
                  </a:lnTo>
                  <a:lnTo>
                    <a:pt x="7647" y="88197"/>
                  </a:lnTo>
                  <a:lnTo>
                    <a:pt x="7647" y="88357"/>
                  </a:lnTo>
                  <a:lnTo>
                    <a:pt x="7647" y="88411"/>
                  </a:lnTo>
                  <a:lnTo>
                    <a:pt x="7647" y="88518"/>
                  </a:lnTo>
                  <a:lnTo>
                    <a:pt x="7595" y="88598"/>
                  </a:lnTo>
                  <a:lnTo>
                    <a:pt x="7569" y="88651"/>
                  </a:lnTo>
                  <a:lnTo>
                    <a:pt x="7517" y="88731"/>
                  </a:lnTo>
                  <a:lnTo>
                    <a:pt x="7465" y="88785"/>
                  </a:lnTo>
                  <a:lnTo>
                    <a:pt x="7414" y="88838"/>
                  </a:lnTo>
                  <a:lnTo>
                    <a:pt x="7388" y="88971"/>
                  </a:lnTo>
                  <a:lnTo>
                    <a:pt x="7284" y="89132"/>
                  </a:lnTo>
                  <a:lnTo>
                    <a:pt x="7232" y="89292"/>
                  </a:lnTo>
                  <a:lnTo>
                    <a:pt x="7206" y="89399"/>
                  </a:lnTo>
                  <a:lnTo>
                    <a:pt x="7258" y="89559"/>
                  </a:lnTo>
                  <a:lnTo>
                    <a:pt x="7284" y="89639"/>
                  </a:lnTo>
                  <a:lnTo>
                    <a:pt x="7232" y="89692"/>
                  </a:lnTo>
                  <a:lnTo>
                    <a:pt x="7180" y="89799"/>
                  </a:lnTo>
                  <a:lnTo>
                    <a:pt x="7128" y="89853"/>
                  </a:lnTo>
                  <a:lnTo>
                    <a:pt x="7077" y="89986"/>
                  </a:lnTo>
                  <a:lnTo>
                    <a:pt x="7077" y="90093"/>
                  </a:lnTo>
                  <a:lnTo>
                    <a:pt x="7077" y="90173"/>
                  </a:lnTo>
                  <a:lnTo>
                    <a:pt x="7128" y="90307"/>
                  </a:lnTo>
                  <a:lnTo>
                    <a:pt x="7154" y="90333"/>
                  </a:lnTo>
                  <a:lnTo>
                    <a:pt x="7180" y="90387"/>
                  </a:lnTo>
                  <a:lnTo>
                    <a:pt x="7206" y="90413"/>
                  </a:lnTo>
                  <a:lnTo>
                    <a:pt x="7232" y="90440"/>
                  </a:lnTo>
                  <a:lnTo>
                    <a:pt x="7258" y="90413"/>
                  </a:lnTo>
                  <a:lnTo>
                    <a:pt x="7284" y="90387"/>
                  </a:lnTo>
                  <a:lnTo>
                    <a:pt x="7284" y="90333"/>
                  </a:lnTo>
                  <a:lnTo>
                    <a:pt x="7310" y="90333"/>
                  </a:lnTo>
                  <a:lnTo>
                    <a:pt x="7414" y="90253"/>
                  </a:lnTo>
                  <a:lnTo>
                    <a:pt x="7491" y="90226"/>
                  </a:lnTo>
                  <a:lnTo>
                    <a:pt x="7543" y="90253"/>
                  </a:lnTo>
                  <a:lnTo>
                    <a:pt x="7647" y="90333"/>
                  </a:lnTo>
                  <a:lnTo>
                    <a:pt x="7699" y="90387"/>
                  </a:lnTo>
                  <a:lnTo>
                    <a:pt x="7725" y="90493"/>
                  </a:lnTo>
                  <a:lnTo>
                    <a:pt x="7725" y="90627"/>
                  </a:lnTo>
                  <a:lnTo>
                    <a:pt x="7751" y="90707"/>
                  </a:lnTo>
                  <a:lnTo>
                    <a:pt x="7828" y="90761"/>
                  </a:lnTo>
                  <a:lnTo>
                    <a:pt x="7932" y="90761"/>
                  </a:lnTo>
                  <a:lnTo>
                    <a:pt x="8010" y="90707"/>
                  </a:lnTo>
                  <a:lnTo>
                    <a:pt x="8139" y="90654"/>
                  </a:lnTo>
                  <a:lnTo>
                    <a:pt x="8295" y="90574"/>
                  </a:lnTo>
                  <a:lnTo>
                    <a:pt x="8476" y="90440"/>
                  </a:lnTo>
                  <a:lnTo>
                    <a:pt x="8658" y="90387"/>
                  </a:lnTo>
                  <a:lnTo>
                    <a:pt x="8788" y="90413"/>
                  </a:lnTo>
                  <a:lnTo>
                    <a:pt x="8839" y="90467"/>
                  </a:lnTo>
                  <a:lnTo>
                    <a:pt x="8865" y="90520"/>
                  </a:lnTo>
                  <a:lnTo>
                    <a:pt x="8917" y="90627"/>
                  </a:lnTo>
                  <a:lnTo>
                    <a:pt x="8943" y="90707"/>
                  </a:lnTo>
                  <a:lnTo>
                    <a:pt x="8995" y="90841"/>
                  </a:lnTo>
                  <a:lnTo>
                    <a:pt x="9073" y="90894"/>
                  </a:lnTo>
                  <a:lnTo>
                    <a:pt x="9176" y="90947"/>
                  </a:lnTo>
                  <a:lnTo>
                    <a:pt x="9254" y="91001"/>
                  </a:lnTo>
                  <a:lnTo>
                    <a:pt x="9410" y="91028"/>
                  </a:lnTo>
                  <a:lnTo>
                    <a:pt x="9591" y="91108"/>
                  </a:lnTo>
                  <a:lnTo>
                    <a:pt x="9825" y="91108"/>
                  </a:lnTo>
                  <a:lnTo>
                    <a:pt x="10006" y="90974"/>
                  </a:lnTo>
                  <a:lnTo>
                    <a:pt x="10058" y="90841"/>
                  </a:lnTo>
                  <a:lnTo>
                    <a:pt x="10058" y="90734"/>
                  </a:lnTo>
                  <a:lnTo>
                    <a:pt x="10032" y="90680"/>
                  </a:lnTo>
                  <a:lnTo>
                    <a:pt x="10032" y="90574"/>
                  </a:lnTo>
                  <a:lnTo>
                    <a:pt x="10110" y="90467"/>
                  </a:lnTo>
                  <a:lnTo>
                    <a:pt x="10213" y="90440"/>
                  </a:lnTo>
                  <a:lnTo>
                    <a:pt x="10291" y="90467"/>
                  </a:lnTo>
                  <a:lnTo>
                    <a:pt x="10343" y="90493"/>
                  </a:lnTo>
                  <a:lnTo>
                    <a:pt x="10447" y="90493"/>
                  </a:lnTo>
                  <a:lnTo>
                    <a:pt x="10550" y="90520"/>
                  </a:lnTo>
                  <a:lnTo>
                    <a:pt x="10628" y="90600"/>
                  </a:lnTo>
                  <a:lnTo>
                    <a:pt x="10654" y="90680"/>
                  </a:lnTo>
                  <a:lnTo>
                    <a:pt x="10628" y="90734"/>
                  </a:lnTo>
                  <a:lnTo>
                    <a:pt x="10602" y="90787"/>
                  </a:lnTo>
                  <a:lnTo>
                    <a:pt x="10550" y="90894"/>
                  </a:lnTo>
                  <a:lnTo>
                    <a:pt x="10524" y="90947"/>
                  </a:lnTo>
                  <a:lnTo>
                    <a:pt x="10576" y="91108"/>
                  </a:lnTo>
                  <a:lnTo>
                    <a:pt x="10706" y="91241"/>
                  </a:lnTo>
                  <a:lnTo>
                    <a:pt x="10861" y="91348"/>
                  </a:lnTo>
                  <a:lnTo>
                    <a:pt x="10991" y="91268"/>
                  </a:lnTo>
                  <a:lnTo>
                    <a:pt x="11198" y="91001"/>
                  </a:lnTo>
                  <a:lnTo>
                    <a:pt x="11328" y="90841"/>
                  </a:lnTo>
                  <a:lnTo>
                    <a:pt x="11484" y="90707"/>
                  </a:lnTo>
                  <a:lnTo>
                    <a:pt x="11665" y="90680"/>
                  </a:lnTo>
                  <a:lnTo>
                    <a:pt x="11821" y="90734"/>
                  </a:lnTo>
                  <a:lnTo>
                    <a:pt x="11976" y="90894"/>
                  </a:lnTo>
                  <a:lnTo>
                    <a:pt x="12054" y="91134"/>
                  </a:lnTo>
                  <a:lnTo>
                    <a:pt x="12132" y="91348"/>
                  </a:lnTo>
                  <a:lnTo>
                    <a:pt x="12261" y="91535"/>
                  </a:lnTo>
                  <a:lnTo>
                    <a:pt x="12391" y="91642"/>
                  </a:lnTo>
                  <a:lnTo>
                    <a:pt x="12572" y="91722"/>
                  </a:lnTo>
                  <a:lnTo>
                    <a:pt x="12754" y="91775"/>
                  </a:lnTo>
                  <a:lnTo>
                    <a:pt x="12935" y="91909"/>
                  </a:lnTo>
                  <a:lnTo>
                    <a:pt x="13091" y="92069"/>
                  </a:lnTo>
                  <a:lnTo>
                    <a:pt x="13272" y="92256"/>
                  </a:lnTo>
                  <a:lnTo>
                    <a:pt x="13402" y="92443"/>
                  </a:lnTo>
                  <a:lnTo>
                    <a:pt x="13583" y="92550"/>
                  </a:lnTo>
                  <a:lnTo>
                    <a:pt x="13791" y="92550"/>
                  </a:lnTo>
                  <a:lnTo>
                    <a:pt x="14024" y="92523"/>
                  </a:lnTo>
                  <a:lnTo>
                    <a:pt x="14257" y="92443"/>
                  </a:lnTo>
                  <a:lnTo>
                    <a:pt x="14335" y="92363"/>
                  </a:lnTo>
                  <a:lnTo>
                    <a:pt x="14413" y="92309"/>
                  </a:lnTo>
                  <a:lnTo>
                    <a:pt x="14517" y="92256"/>
                  </a:lnTo>
                  <a:lnTo>
                    <a:pt x="14620" y="92229"/>
                  </a:lnTo>
                  <a:lnTo>
                    <a:pt x="14698" y="92229"/>
                  </a:lnTo>
                  <a:lnTo>
                    <a:pt x="14802" y="92256"/>
                  </a:lnTo>
                  <a:lnTo>
                    <a:pt x="14880" y="92309"/>
                  </a:lnTo>
                  <a:lnTo>
                    <a:pt x="14957" y="92336"/>
                  </a:lnTo>
                  <a:lnTo>
                    <a:pt x="15087" y="92363"/>
                  </a:lnTo>
                  <a:lnTo>
                    <a:pt x="15191" y="92363"/>
                  </a:lnTo>
                  <a:lnTo>
                    <a:pt x="15320" y="92363"/>
                  </a:lnTo>
                  <a:lnTo>
                    <a:pt x="15424" y="92416"/>
                  </a:lnTo>
                  <a:lnTo>
                    <a:pt x="15554" y="92469"/>
                  </a:lnTo>
                  <a:lnTo>
                    <a:pt x="15631" y="92523"/>
                  </a:lnTo>
                  <a:lnTo>
                    <a:pt x="15735" y="92576"/>
                  </a:lnTo>
                  <a:lnTo>
                    <a:pt x="15865" y="92603"/>
                  </a:lnTo>
                  <a:lnTo>
                    <a:pt x="15968" y="92576"/>
                  </a:lnTo>
                  <a:lnTo>
                    <a:pt x="16046" y="92416"/>
                  </a:lnTo>
                  <a:lnTo>
                    <a:pt x="16098" y="92202"/>
                  </a:lnTo>
                  <a:lnTo>
                    <a:pt x="16202" y="92016"/>
                  </a:lnTo>
                  <a:lnTo>
                    <a:pt x="16357" y="91882"/>
                  </a:lnTo>
                  <a:lnTo>
                    <a:pt x="16487" y="91748"/>
                  </a:lnTo>
                  <a:lnTo>
                    <a:pt x="16616" y="91722"/>
                  </a:lnTo>
                  <a:lnTo>
                    <a:pt x="16694" y="91802"/>
                  </a:lnTo>
                  <a:lnTo>
                    <a:pt x="16746" y="91909"/>
                  </a:lnTo>
                  <a:lnTo>
                    <a:pt x="16824" y="91935"/>
                  </a:lnTo>
                  <a:lnTo>
                    <a:pt x="16902" y="91962"/>
                  </a:lnTo>
                  <a:lnTo>
                    <a:pt x="16979" y="91962"/>
                  </a:lnTo>
                  <a:lnTo>
                    <a:pt x="17057" y="91989"/>
                  </a:lnTo>
                  <a:lnTo>
                    <a:pt x="17109" y="92042"/>
                  </a:lnTo>
                  <a:lnTo>
                    <a:pt x="17187" y="92069"/>
                  </a:lnTo>
                  <a:lnTo>
                    <a:pt x="17265" y="92042"/>
                  </a:lnTo>
                  <a:lnTo>
                    <a:pt x="17498" y="92069"/>
                  </a:lnTo>
                  <a:lnTo>
                    <a:pt x="17524" y="92363"/>
                  </a:lnTo>
                  <a:lnTo>
                    <a:pt x="17498" y="92763"/>
                  </a:lnTo>
                  <a:lnTo>
                    <a:pt x="17394" y="93190"/>
                  </a:lnTo>
                  <a:lnTo>
                    <a:pt x="17394" y="93351"/>
                  </a:lnTo>
                  <a:lnTo>
                    <a:pt x="17420" y="93564"/>
                  </a:lnTo>
                  <a:lnTo>
                    <a:pt x="17446" y="93751"/>
                  </a:lnTo>
                  <a:lnTo>
                    <a:pt x="17420" y="93858"/>
                  </a:lnTo>
                  <a:lnTo>
                    <a:pt x="17213" y="94072"/>
                  </a:lnTo>
                  <a:lnTo>
                    <a:pt x="17005" y="94152"/>
                  </a:lnTo>
                  <a:lnTo>
                    <a:pt x="16850" y="94259"/>
                  </a:lnTo>
                  <a:lnTo>
                    <a:pt x="16642" y="94312"/>
                  </a:lnTo>
                  <a:lnTo>
                    <a:pt x="16461" y="94606"/>
                  </a:lnTo>
                  <a:lnTo>
                    <a:pt x="16487" y="95060"/>
                  </a:lnTo>
                  <a:lnTo>
                    <a:pt x="16642" y="95487"/>
                  </a:lnTo>
                  <a:lnTo>
                    <a:pt x="16746" y="95754"/>
                  </a:lnTo>
                  <a:lnTo>
                    <a:pt x="16798" y="95887"/>
                  </a:lnTo>
                  <a:lnTo>
                    <a:pt x="16798" y="96048"/>
                  </a:lnTo>
                  <a:lnTo>
                    <a:pt x="16746" y="96208"/>
                  </a:lnTo>
                  <a:lnTo>
                    <a:pt x="16720" y="96395"/>
                  </a:lnTo>
                  <a:lnTo>
                    <a:pt x="16694" y="96475"/>
                  </a:lnTo>
                  <a:lnTo>
                    <a:pt x="16668" y="96582"/>
                  </a:lnTo>
                  <a:lnTo>
                    <a:pt x="16642" y="96715"/>
                  </a:lnTo>
                  <a:lnTo>
                    <a:pt x="16668" y="96769"/>
                  </a:lnTo>
                  <a:lnTo>
                    <a:pt x="16746" y="96795"/>
                  </a:lnTo>
                  <a:lnTo>
                    <a:pt x="16876" y="96822"/>
                  </a:lnTo>
                  <a:lnTo>
                    <a:pt x="16979" y="96902"/>
                  </a:lnTo>
                  <a:lnTo>
                    <a:pt x="17109" y="96902"/>
                  </a:lnTo>
                  <a:lnTo>
                    <a:pt x="17239" y="96929"/>
                  </a:lnTo>
                  <a:lnTo>
                    <a:pt x="17394" y="97036"/>
                  </a:lnTo>
                  <a:lnTo>
                    <a:pt x="17472" y="97249"/>
                  </a:lnTo>
                  <a:lnTo>
                    <a:pt x="17420" y="97516"/>
                  </a:lnTo>
                  <a:lnTo>
                    <a:pt x="17342" y="97730"/>
                  </a:lnTo>
                  <a:lnTo>
                    <a:pt x="17239" y="97863"/>
                  </a:lnTo>
                  <a:lnTo>
                    <a:pt x="17187" y="98050"/>
                  </a:lnTo>
                  <a:lnTo>
                    <a:pt x="17161" y="98237"/>
                  </a:lnTo>
                  <a:lnTo>
                    <a:pt x="17135" y="98477"/>
                  </a:lnTo>
                  <a:lnTo>
                    <a:pt x="17135" y="98638"/>
                  </a:lnTo>
                  <a:lnTo>
                    <a:pt x="17161" y="98825"/>
                  </a:lnTo>
                  <a:lnTo>
                    <a:pt x="17187" y="99012"/>
                  </a:lnTo>
                  <a:lnTo>
                    <a:pt x="17161" y="99225"/>
                  </a:lnTo>
                  <a:lnTo>
                    <a:pt x="17161" y="99439"/>
                  </a:lnTo>
                  <a:lnTo>
                    <a:pt x="17161" y="99626"/>
                  </a:lnTo>
                  <a:lnTo>
                    <a:pt x="17187" y="99839"/>
                  </a:lnTo>
                  <a:lnTo>
                    <a:pt x="17213" y="99919"/>
                  </a:lnTo>
                  <a:lnTo>
                    <a:pt x="17265" y="100053"/>
                  </a:lnTo>
                  <a:lnTo>
                    <a:pt x="17316" y="100160"/>
                  </a:lnTo>
                  <a:lnTo>
                    <a:pt x="17342" y="100267"/>
                  </a:lnTo>
                  <a:lnTo>
                    <a:pt x="17342" y="100373"/>
                  </a:lnTo>
                  <a:lnTo>
                    <a:pt x="17342" y="100453"/>
                  </a:lnTo>
                  <a:lnTo>
                    <a:pt x="17316" y="100534"/>
                  </a:lnTo>
                  <a:lnTo>
                    <a:pt x="17316" y="100640"/>
                  </a:lnTo>
                  <a:lnTo>
                    <a:pt x="17316" y="100907"/>
                  </a:lnTo>
                  <a:lnTo>
                    <a:pt x="17239" y="101041"/>
                  </a:lnTo>
                  <a:lnTo>
                    <a:pt x="17135" y="101148"/>
                  </a:lnTo>
                  <a:lnTo>
                    <a:pt x="16928" y="101335"/>
                  </a:lnTo>
                  <a:lnTo>
                    <a:pt x="16876" y="101548"/>
                  </a:lnTo>
                  <a:lnTo>
                    <a:pt x="16979" y="101655"/>
                  </a:lnTo>
                  <a:lnTo>
                    <a:pt x="17187" y="101655"/>
                  </a:lnTo>
                  <a:lnTo>
                    <a:pt x="17342" y="101575"/>
                  </a:lnTo>
                  <a:lnTo>
                    <a:pt x="17498" y="101548"/>
                  </a:lnTo>
                  <a:lnTo>
                    <a:pt x="17627" y="101655"/>
                  </a:lnTo>
                  <a:lnTo>
                    <a:pt x="17705" y="101789"/>
                  </a:lnTo>
                  <a:lnTo>
                    <a:pt x="17705" y="102056"/>
                  </a:lnTo>
                  <a:lnTo>
                    <a:pt x="19857" y="102777"/>
                  </a:lnTo>
                  <a:lnTo>
                    <a:pt x="21957" y="103444"/>
                  </a:lnTo>
                  <a:lnTo>
                    <a:pt x="24082" y="104138"/>
                  </a:lnTo>
                  <a:lnTo>
                    <a:pt x="26234" y="104833"/>
                  </a:lnTo>
                  <a:lnTo>
                    <a:pt x="28386" y="105473"/>
                  </a:lnTo>
                  <a:lnTo>
                    <a:pt x="30511" y="106141"/>
                  </a:lnTo>
                  <a:lnTo>
                    <a:pt x="32689" y="106755"/>
                  </a:lnTo>
                  <a:lnTo>
                    <a:pt x="34867" y="107343"/>
                  </a:lnTo>
                  <a:lnTo>
                    <a:pt x="37692" y="108144"/>
                  </a:lnTo>
                  <a:lnTo>
                    <a:pt x="40544" y="108891"/>
                  </a:lnTo>
                  <a:lnTo>
                    <a:pt x="43370" y="109639"/>
                  </a:lnTo>
                  <a:lnTo>
                    <a:pt x="46221" y="110360"/>
                  </a:lnTo>
                  <a:lnTo>
                    <a:pt x="49125" y="111028"/>
                  </a:lnTo>
                  <a:lnTo>
                    <a:pt x="51976" y="111695"/>
                  </a:lnTo>
                  <a:lnTo>
                    <a:pt x="54854" y="112336"/>
                  </a:lnTo>
                  <a:lnTo>
                    <a:pt x="57731" y="112923"/>
                  </a:lnTo>
                  <a:lnTo>
                    <a:pt x="60635" y="113538"/>
                  </a:lnTo>
                  <a:lnTo>
                    <a:pt x="63538" y="114098"/>
                  </a:lnTo>
                  <a:lnTo>
                    <a:pt x="66441" y="114632"/>
                  </a:lnTo>
                  <a:lnTo>
                    <a:pt x="69345" y="115140"/>
                  </a:lnTo>
                  <a:lnTo>
                    <a:pt x="72248" y="115620"/>
                  </a:lnTo>
                  <a:lnTo>
                    <a:pt x="75178" y="116074"/>
                  </a:lnTo>
                  <a:lnTo>
                    <a:pt x="78081" y="116528"/>
                  </a:lnTo>
                  <a:lnTo>
                    <a:pt x="81036" y="116955"/>
                  </a:lnTo>
                  <a:lnTo>
                    <a:pt x="83370" y="117249"/>
                  </a:lnTo>
                  <a:lnTo>
                    <a:pt x="85703" y="117543"/>
                  </a:lnTo>
                  <a:lnTo>
                    <a:pt x="88088" y="117837"/>
                  </a:lnTo>
                  <a:lnTo>
                    <a:pt x="90421" y="118104"/>
                  </a:lnTo>
                  <a:lnTo>
                    <a:pt x="92780" y="118344"/>
                  </a:lnTo>
                  <a:lnTo>
                    <a:pt x="95113" y="118584"/>
                  </a:lnTo>
                  <a:lnTo>
                    <a:pt x="97498" y="118798"/>
                  </a:lnTo>
                  <a:lnTo>
                    <a:pt x="99857" y="118985"/>
                  </a:lnTo>
                  <a:lnTo>
                    <a:pt x="102216" y="119172"/>
                  </a:lnTo>
                  <a:lnTo>
                    <a:pt x="104549" y="119359"/>
                  </a:lnTo>
                  <a:lnTo>
                    <a:pt x="106934" y="119492"/>
                  </a:lnTo>
                  <a:lnTo>
                    <a:pt x="109293" y="119626"/>
                  </a:lnTo>
                  <a:lnTo>
                    <a:pt x="111652" y="119732"/>
                  </a:lnTo>
                  <a:lnTo>
                    <a:pt x="114011" y="119866"/>
                  </a:lnTo>
                  <a:lnTo>
                    <a:pt x="116396" y="119946"/>
                  </a:lnTo>
                  <a:lnTo>
                    <a:pt x="118755" y="120000"/>
                  </a:lnTo>
                  <a:lnTo>
                    <a:pt x="118755" y="119973"/>
                  </a:lnTo>
                  <a:lnTo>
                    <a:pt x="118885" y="116074"/>
                  </a:lnTo>
                  <a:lnTo>
                    <a:pt x="118988" y="112229"/>
                  </a:lnTo>
                  <a:lnTo>
                    <a:pt x="119092" y="108331"/>
                  </a:lnTo>
                  <a:lnTo>
                    <a:pt x="119222" y="104432"/>
                  </a:lnTo>
                  <a:lnTo>
                    <a:pt x="119351" y="99465"/>
                  </a:lnTo>
                  <a:lnTo>
                    <a:pt x="119507" y="94526"/>
                  </a:lnTo>
                  <a:lnTo>
                    <a:pt x="119662" y="89559"/>
                  </a:lnTo>
                  <a:lnTo>
                    <a:pt x="119792" y="84619"/>
                  </a:lnTo>
                  <a:lnTo>
                    <a:pt x="119792" y="84272"/>
                  </a:lnTo>
                  <a:lnTo>
                    <a:pt x="119818" y="83898"/>
                  </a:lnTo>
                  <a:lnTo>
                    <a:pt x="119818" y="83551"/>
                  </a:lnTo>
                  <a:lnTo>
                    <a:pt x="119818" y="83204"/>
                  </a:lnTo>
                  <a:lnTo>
                    <a:pt x="119844" y="82777"/>
                  </a:lnTo>
                  <a:lnTo>
                    <a:pt x="119896" y="82323"/>
                  </a:lnTo>
                  <a:lnTo>
                    <a:pt x="119922" y="81922"/>
                  </a:lnTo>
                  <a:lnTo>
                    <a:pt x="119948" y="81468"/>
                  </a:lnTo>
                  <a:lnTo>
                    <a:pt x="119974" y="80987"/>
                  </a:lnTo>
                  <a:lnTo>
                    <a:pt x="120000" y="80534"/>
                  </a:lnTo>
                  <a:lnTo>
                    <a:pt x="119974" y="8008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Shape 5291"/>
            <p:cNvSpPr/>
            <p:nvPr/>
          </p:nvSpPr>
          <p:spPr>
            <a:xfrm>
              <a:off x="9398257" y="3848444"/>
              <a:ext cx="20638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5000" y="102352"/>
                  </a:moveTo>
                  <a:lnTo>
                    <a:pt x="45000" y="98823"/>
                  </a:lnTo>
                  <a:lnTo>
                    <a:pt x="51000" y="91764"/>
                  </a:lnTo>
                  <a:lnTo>
                    <a:pt x="51000" y="88235"/>
                  </a:lnTo>
                  <a:lnTo>
                    <a:pt x="60000" y="70588"/>
                  </a:lnTo>
                  <a:lnTo>
                    <a:pt x="66000" y="81176"/>
                  </a:lnTo>
                  <a:lnTo>
                    <a:pt x="66000" y="102352"/>
                  </a:lnTo>
                  <a:lnTo>
                    <a:pt x="72000" y="112941"/>
                  </a:lnTo>
                  <a:lnTo>
                    <a:pt x="84000" y="120000"/>
                  </a:lnTo>
                  <a:lnTo>
                    <a:pt x="93000" y="112941"/>
                  </a:lnTo>
                  <a:lnTo>
                    <a:pt x="102000" y="84705"/>
                  </a:lnTo>
                  <a:lnTo>
                    <a:pt x="102000" y="91764"/>
                  </a:lnTo>
                  <a:lnTo>
                    <a:pt x="105000" y="91764"/>
                  </a:lnTo>
                  <a:lnTo>
                    <a:pt x="114000" y="88235"/>
                  </a:lnTo>
                  <a:lnTo>
                    <a:pt x="120000" y="84705"/>
                  </a:lnTo>
                  <a:lnTo>
                    <a:pt x="117000" y="56470"/>
                  </a:lnTo>
                  <a:lnTo>
                    <a:pt x="114000" y="31764"/>
                  </a:lnTo>
                  <a:lnTo>
                    <a:pt x="102000" y="10588"/>
                  </a:lnTo>
                  <a:lnTo>
                    <a:pt x="93000" y="0"/>
                  </a:lnTo>
                  <a:lnTo>
                    <a:pt x="81000" y="17647"/>
                  </a:lnTo>
                  <a:lnTo>
                    <a:pt x="21000" y="91764"/>
                  </a:lnTo>
                  <a:lnTo>
                    <a:pt x="0" y="120000"/>
                  </a:lnTo>
                  <a:lnTo>
                    <a:pt x="33000" y="102352"/>
                  </a:lnTo>
                  <a:lnTo>
                    <a:pt x="45000" y="10235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Shape 5292"/>
            <p:cNvSpPr/>
            <p:nvPr/>
          </p:nvSpPr>
          <p:spPr>
            <a:xfrm>
              <a:off x="9398257" y="3848444"/>
              <a:ext cx="20638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5000" y="102352"/>
                  </a:moveTo>
                  <a:lnTo>
                    <a:pt x="45000" y="98823"/>
                  </a:lnTo>
                  <a:lnTo>
                    <a:pt x="51000" y="91764"/>
                  </a:lnTo>
                  <a:lnTo>
                    <a:pt x="51000" y="88235"/>
                  </a:lnTo>
                  <a:lnTo>
                    <a:pt x="60000" y="70588"/>
                  </a:lnTo>
                  <a:lnTo>
                    <a:pt x="66000" y="81176"/>
                  </a:lnTo>
                  <a:lnTo>
                    <a:pt x="66000" y="102352"/>
                  </a:lnTo>
                  <a:lnTo>
                    <a:pt x="72000" y="112941"/>
                  </a:lnTo>
                  <a:lnTo>
                    <a:pt x="84000" y="120000"/>
                  </a:lnTo>
                  <a:lnTo>
                    <a:pt x="93000" y="112941"/>
                  </a:lnTo>
                  <a:lnTo>
                    <a:pt x="102000" y="84705"/>
                  </a:lnTo>
                  <a:lnTo>
                    <a:pt x="102000" y="91764"/>
                  </a:lnTo>
                  <a:lnTo>
                    <a:pt x="105000" y="91764"/>
                  </a:lnTo>
                  <a:lnTo>
                    <a:pt x="114000" y="88235"/>
                  </a:lnTo>
                  <a:lnTo>
                    <a:pt x="120000" y="84705"/>
                  </a:lnTo>
                  <a:lnTo>
                    <a:pt x="117000" y="56470"/>
                  </a:lnTo>
                  <a:lnTo>
                    <a:pt x="114000" y="31764"/>
                  </a:lnTo>
                  <a:lnTo>
                    <a:pt x="102000" y="10588"/>
                  </a:lnTo>
                  <a:lnTo>
                    <a:pt x="93000" y="0"/>
                  </a:lnTo>
                  <a:lnTo>
                    <a:pt x="81000" y="17647"/>
                  </a:lnTo>
                  <a:lnTo>
                    <a:pt x="21000" y="91764"/>
                  </a:lnTo>
                  <a:lnTo>
                    <a:pt x="0" y="120000"/>
                  </a:lnTo>
                  <a:lnTo>
                    <a:pt x="33000" y="102352"/>
                  </a:lnTo>
                  <a:lnTo>
                    <a:pt x="45000" y="10235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Shape 5293"/>
            <p:cNvSpPr/>
            <p:nvPr/>
          </p:nvSpPr>
          <p:spPr>
            <a:xfrm>
              <a:off x="9652257" y="3672232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1428" y="106666"/>
                  </a:moveTo>
                  <a:lnTo>
                    <a:pt x="119999" y="120000"/>
                  </a:lnTo>
                  <a:lnTo>
                    <a:pt x="68571" y="13333"/>
                  </a:lnTo>
                  <a:lnTo>
                    <a:pt x="51428" y="0"/>
                  </a:lnTo>
                  <a:lnTo>
                    <a:pt x="0" y="13333"/>
                  </a:lnTo>
                  <a:lnTo>
                    <a:pt x="0" y="40000"/>
                  </a:lnTo>
                  <a:lnTo>
                    <a:pt x="17142" y="66666"/>
                  </a:lnTo>
                  <a:lnTo>
                    <a:pt x="51428" y="10666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Shape 5294"/>
            <p:cNvSpPr/>
            <p:nvPr/>
          </p:nvSpPr>
          <p:spPr>
            <a:xfrm>
              <a:off x="9652257" y="3672232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1428" y="106666"/>
                  </a:moveTo>
                  <a:lnTo>
                    <a:pt x="119999" y="120000"/>
                  </a:lnTo>
                  <a:lnTo>
                    <a:pt x="68571" y="13333"/>
                  </a:lnTo>
                  <a:lnTo>
                    <a:pt x="51428" y="0"/>
                  </a:lnTo>
                  <a:lnTo>
                    <a:pt x="0" y="13333"/>
                  </a:lnTo>
                  <a:lnTo>
                    <a:pt x="0" y="40000"/>
                  </a:lnTo>
                  <a:lnTo>
                    <a:pt x="17142" y="66666"/>
                  </a:lnTo>
                  <a:lnTo>
                    <a:pt x="51428" y="10666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Shape 5295"/>
            <p:cNvSpPr/>
            <p:nvPr/>
          </p:nvSpPr>
          <p:spPr>
            <a:xfrm>
              <a:off x="10588882" y="3802407"/>
              <a:ext cx="14288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82758"/>
                  </a:moveTo>
                  <a:lnTo>
                    <a:pt x="84444" y="20689"/>
                  </a:lnTo>
                  <a:lnTo>
                    <a:pt x="35555" y="0"/>
                  </a:lnTo>
                  <a:lnTo>
                    <a:pt x="13333" y="0"/>
                  </a:lnTo>
                  <a:lnTo>
                    <a:pt x="0" y="12413"/>
                  </a:lnTo>
                  <a:lnTo>
                    <a:pt x="97777" y="95172"/>
                  </a:lnTo>
                  <a:lnTo>
                    <a:pt x="115555" y="120000"/>
                  </a:lnTo>
                  <a:lnTo>
                    <a:pt x="120000" y="8275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Shape 5296"/>
            <p:cNvSpPr/>
            <p:nvPr/>
          </p:nvSpPr>
          <p:spPr>
            <a:xfrm>
              <a:off x="10588882" y="3802407"/>
              <a:ext cx="14288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82758"/>
                  </a:moveTo>
                  <a:lnTo>
                    <a:pt x="84444" y="20689"/>
                  </a:lnTo>
                  <a:lnTo>
                    <a:pt x="35555" y="0"/>
                  </a:lnTo>
                  <a:lnTo>
                    <a:pt x="13333" y="0"/>
                  </a:lnTo>
                  <a:lnTo>
                    <a:pt x="0" y="12413"/>
                  </a:lnTo>
                  <a:lnTo>
                    <a:pt x="97777" y="95172"/>
                  </a:lnTo>
                  <a:lnTo>
                    <a:pt x="115555" y="120000"/>
                  </a:lnTo>
                  <a:lnTo>
                    <a:pt x="120000" y="8275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Shape 5297"/>
            <p:cNvSpPr/>
            <p:nvPr/>
          </p:nvSpPr>
          <p:spPr>
            <a:xfrm>
              <a:off x="10571421" y="3792882"/>
              <a:ext cx="6349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lnTo>
                    <a:pt x="120000" y="90000"/>
                  </a:lnTo>
                  <a:lnTo>
                    <a:pt x="120000" y="70000"/>
                  </a:lnTo>
                  <a:lnTo>
                    <a:pt x="109090" y="40000"/>
                  </a:lnTo>
                  <a:lnTo>
                    <a:pt x="87272" y="40000"/>
                  </a:lnTo>
                  <a:lnTo>
                    <a:pt x="65454" y="20000"/>
                  </a:lnTo>
                  <a:lnTo>
                    <a:pt x="43636" y="10000"/>
                  </a:lnTo>
                  <a:lnTo>
                    <a:pt x="0" y="0"/>
                  </a:lnTo>
                  <a:lnTo>
                    <a:pt x="0" y="80000"/>
                  </a:lnTo>
                  <a:lnTo>
                    <a:pt x="32727" y="110000"/>
                  </a:lnTo>
                  <a:lnTo>
                    <a:pt x="12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Shape 5298"/>
            <p:cNvSpPr/>
            <p:nvPr/>
          </p:nvSpPr>
          <p:spPr>
            <a:xfrm>
              <a:off x="10571421" y="3792882"/>
              <a:ext cx="6349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20000"/>
                  </a:moveTo>
                  <a:lnTo>
                    <a:pt x="120000" y="90000"/>
                  </a:lnTo>
                  <a:lnTo>
                    <a:pt x="120000" y="70000"/>
                  </a:lnTo>
                  <a:lnTo>
                    <a:pt x="109090" y="40000"/>
                  </a:lnTo>
                  <a:lnTo>
                    <a:pt x="87272" y="40000"/>
                  </a:lnTo>
                  <a:lnTo>
                    <a:pt x="65454" y="20000"/>
                  </a:lnTo>
                  <a:lnTo>
                    <a:pt x="43636" y="10000"/>
                  </a:lnTo>
                  <a:lnTo>
                    <a:pt x="0" y="0"/>
                  </a:lnTo>
                  <a:lnTo>
                    <a:pt x="0" y="80000"/>
                  </a:lnTo>
                  <a:lnTo>
                    <a:pt x="32727" y="110000"/>
                  </a:lnTo>
                  <a:lnTo>
                    <a:pt x="12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Shape 5299"/>
            <p:cNvSpPr/>
            <p:nvPr/>
          </p:nvSpPr>
          <p:spPr>
            <a:xfrm>
              <a:off x="10577771" y="3789707"/>
              <a:ext cx="7937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5000"/>
                  </a:moveTo>
                  <a:lnTo>
                    <a:pt x="119999" y="120000"/>
                  </a:lnTo>
                  <a:lnTo>
                    <a:pt x="119999" y="75000"/>
                  </a:lnTo>
                  <a:lnTo>
                    <a:pt x="111428" y="45000"/>
                  </a:lnTo>
                  <a:lnTo>
                    <a:pt x="102857" y="45000"/>
                  </a:lnTo>
                  <a:lnTo>
                    <a:pt x="85714" y="45000"/>
                  </a:lnTo>
                  <a:lnTo>
                    <a:pt x="17142" y="0"/>
                  </a:lnTo>
                  <a:lnTo>
                    <a:pt x="0" y="1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Shape 5300"/>
            <p:cNvSpPr/>
            <p:nvPr/>
          </p:nvSpPr>
          <p:spPr>
            <a:xfrm>
              <a:off x="10577771" y="3789707"/>
              <a:ext cx="7937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5000"/>
                  </a:moveTo>
                  <a:lnTo>
                    <a:pt x="119999" y="120000"/>
                  </a:lnTo>
                  <a:lnTo>
                    <a:pt x="119999" y="75000"/>
                  </a:lnTo>
                  <a:lnTo>
                    <a:pt x="111428" y="45000"/>
                  </a:lnTo>
                  <a:lnTo>
                    <a:pt x="102857" y="45000"/>
                  </a:lnTo>
                  <a:lnTo>
                    <a:pt x="85714" y="45000"/>
                  </a:lnTo>
                  <a:lnTo>
                    <a:pt x="17142" y="0"/>
                  </a:lnTo>
                  <a:lnTo>
                    <a:pt x="0" y="1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Shape 5301"/>
            <p:cNvSpPr/>
            <p:nvPr/>
          </p:nvSpPr>
          <p:spPr>
            <a:xfrm>
              <a:off x="10582532" y="3784944"/>
              <a:ext cx="7937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4285" y="120000"/>
                  </a:moveTo>
                  <a:lnTo>
                    <a:pt x="119999" y="53333"/>
                  </a:lnTo>
                  <a:lnTo>
                    <a:pt x="94285" y="0"/>
                  </a:lnTo>
                  <a:lnTo>
                    <a:pt x="42857" y="26666"/>
                  </a:lnTo>
                  <a:lnTo>
                    <a:pt x="25714" y="26666"/>
                  </a:lnTo>
                  <a:lnTo>
                    <a:pt x="0" y="53333"/>
                  </a:lnTo>
                  <a:lnTo>
                    <a:pt x="68571" y="106666"/>
                  </a:lnTo>
                  <a:lnTo>
                    <a:pt x="94285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Shape 5302"/>
            <p:cNvSpPr/>
            <p:nvPr/>
          </p:nvSpPr>
          <p:spPr>
            <a:xfrm>
              <a:off x="10582532" y="3784944"/>
              <a:ext cx="7937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4285" y="120000"/>
                  </a:moveTo>
                  <a:lnTo>
                    <a:pt x="119999" y="53333"/>
                  </a:lnTo>
                  <a:lnTo>
                    <a:pt x="94285" y="0"/>
                  </a:lnTo>
                  <a:lnTo>
                    <a:pt x="42857" y="26666"/>
                  </a:lnTo>
                  <a:lnTo>
                    <a:pt x="25714" y="26666"/>
                  </a:lnTo>
                  <a:lnTo>
                    <a:pt x="0" y="53333"/>
                  </a:lnTo>
                  <a:lnTo>
                    <a:pt x="68571" y="106666"/>
                  </a:lnTo>
                  <a:lnTo>
                    <a:pt x="94285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Shape 5303"/>
            <p:cNvSpPr/>
            <p:nvPr/>
          </p:nvSpPr>
          <p:spPr>
            <a:xfrm>
              <a:off x="10590471" y="3773832"/>
              <a:ext cx="19049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857" y="120000"/>
                  </a:moveTo>
                  <a:lnTo>
                    <a:pt x="120000" y="28421"/>
                  </a:lnTo>
                  <a:lnTo>
                    <a:pt x="106285" y="15789"/>
                  </a:lnTo>
                  <a:lnTo>
                    <a:pt x="82285" y="0"/>
                  </a:lnTo>
                  <a:lnTo>
                    <a:pt x="51428" y="0"/>
                  </a:lnTo>
                  <a:lnTo>
                    <a:pt x="44571" y="6315"/>
                  </a:lnTo>
                  <a:lnTo>
                    <a:pt x="48000" y="25263"/>
                  </a:lnTo>
                  <a:lnTo>
                    <a:pt x="51428" y="44210"/>
                  </a:lnTo>
                  <a:lnTo>
                    <a:pt x="37714" y="50526"/>
                  </a:lnTo>
                  <a:lnTo>
                    <a:pt x="0" y="50526"/>
                  </a:lnTo>
                  <a:lnTo>
                    <a:pt x="10285" y="75789"/>
                  </a:lnTo>
                  <a:lnTo>
                    <a:pt x="24000" y="88421"/>
                  </a:lnTo>
                  <a:lnTo>
                    <a:pt x="44571" y="88421"/>
                  </a:lnTo>
                  <a:lnTo>
                    <a:pt x="58285" y="78947"/>
                  </a:lnTo>
                  <a:lnTo>
                    <a:pt x="72000" y="75789"/>
                  </a:lnTo>
                  <a:lnTo>
                    <a:pt x="85714" y="88421"/>
                  </a:lnTo>
                  <a:lnTo>
                    <a:pt x="102857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Shape 5304"/>
            <p:cNvSpPr/>
            <p:nvPr/>
          </p:nvSpPr>
          <p:spPr>
            <a:xfrm>
              <a:off x="10590471" y="3773832"/>
              <a:ext cx="19049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857" y="120000"/>
                  </a:moveTo>
                  <a:lnTo>
                    <a:pt x="120000" y="28421"/>
                  </a:lnTo>
                  <a:lnTo>
                    <a:pt x="106285" y="15789"/>
                  </a:lnTo>
                  <a:lnTo>
                    <a:pt x="82285" y="0"/>
                  </a:lnTo>
                  <a:lnTo>
                    <a:pt x="51428" y="0"/>
                  </a:lnTo>
                  <a:lnTo>
                    <a:pt x="44571" y="6315"/>
                  </a:lnTo>
                  <a:lnTo>
                    <a:pt x="48000" y="25263"/>
                  </a:lnTo>
                  <a:lnTo>
                    <a:pt x="51428" y="44210"/>
                  </a:lnTo>
                  <a:lnTo>
                    <a:pt x="37714" y="50526"/>
                  </a:lnTo>
                  <a:lnTo>
                    <a:pt x="0" y="50526"/>
                  </a:lnTo>
                  <a:lnTo>
                    <a:pt x="10285" y="75789"/>
                  </a:lnTo>
                  <a:lnTo>
                    <a:pt x="24000" y="88421"/>
                  </a:lnTo>
                  <a:lnTo>
                    <a:pt x="44571" y="88421"/>
                  </a:lnTo>
                  <a:lnTo>
                    <a:pt x="58285" y="78947"/>
                  </a:lnTo>
                  <a:lnTo>
                    <a:pt x="72000" y="75789"/>
                  </a:lnTo>
                  <a:lnTo>
                    <a:pt x="85714" y="88421"/>
                  </a:lnTo>
                  <a:lnTo>
                    <a:pt x="102857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Shape 5305"/>
            <p:cNvSpPr/>
            <p:nvPr/>
          </p:nvSpPr>
          <p:spPr>
            <a:xfrm>
              <a:off x="10574596" y="3716682"/>
              <a:ext cx="42862" cy="539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146" y="43106"/>
                  </a:moveTo>
                  <a:lnTo>
                    <a:pt x="120000" y="23300"/>
                  </a:lnTo>
                  <a:lnTo>
                    <a:pt x="108292" y="17475"/>
                  </a:lnTo>
                  <a:lnTo>
                    <a:pt x="10243" y="0"/>
                  </a:lnTo>
                  <a:lnTo>
                    <a:pt x="5853" y="3495"/>
                  </a:lnTo>
                  <a:lnTo>
                    <a:pt x="0" y="9320"/>
                  </a:lnTo>
                  <a:lnTo>
                    <a:pt x="0" y="17475"/>
                  </a:lnTo>
                  <a:lnTo>
                    <a:pt x="1463" y="26796"/>
                  </a:lnTo>
                  <a:lnTo>
                    <a:pt x="7317" y="33786"/>
                  </a:lnTo>
                  <a:lnTo>
                    <a:pt x="13170" y="40776"/>
                  </a:lnTo>
                  <a:lnTo>
                    <a:pt x="14634" y="46601"/>
                  </a:lnTo>
                  <a:lnTo>
                    <a:pt x="17560" y="60582"/>
                  </a:lnTo>
                  <a:lnTo>
                    <a:pt x="23414" y="68737"/>
                  </a:lnTo>
                  <a:lnTo>
                    <a:pt x="29268" y="74563"/>
                  </a:lnTo>
                  <a:lnTo>
                    <a:pt x="68780" y="85048"/>
                  </a:lnTo>
                  <a:lnTo>
                    <a:pt x="71707" y="90873"/>
                  </a:lnTo>
                  <a:lnTo>
                    <a:pt x="71707" y="95533"/>
                  </a:lnTo>
                  <a:lnTo>
                    <a:pt x="74634" y="99029"/>
                  </a:lnTo>
                  <a:lnTo>
                    <a:pt x="73170" y="103689"/>
                  </a:lnTo>
                  <a:lnTo>
                    <a:pt x="71707" y="108349"/>
                  </a:lnTo>
                  <a:lnTo>
                    <a:pt x="67317" y="109514"/>
                  </a:lnTo>
                  <a:lnTo>
                    <a:pt x="60000" y="110679"/>
                  </a:lnTo>
                  <a:lnTo>
                    <a:pt x="57073" y="114174"/>
                  </a:lnTo>
                  <a:lnTo>
                    <a:pt x="55609" y="116504"/>
                  </a:lnTo>
                  <a:lnTo>
                    <a:pt x="57073" y="118834"/>
                  </a:lnTo>
                  <a:lnTo>
                    <a:pt x="60000" y="120000"/>
                  </a:lnTo>
                  <a:lnTo>
                    <a:pt x="68780" y="118834"/>
                  </a:lnTo>
                  <a:lnTo>
                    <a:pt x="74634" y="113009"/>
                  </a:lnTo>
                  <a:lnTo>
                    <a:pt x="83414" y="110679"/>
                  </a:lnTo>
                  <a:lnTo>
                    <a:pt x="92195" y="113009"/>
                  </a:lnTo>
                  <a:lnTo>
                    <a:pt x="98048" y="115339"/>
                  </a:lnTo>
                  <a:lnTo>
                    <a:pt x="114146" y="4310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Shape 5306"/>
            <p:cNvSpPr/>
            <p:nvPr/>
          </p:nvSpPr>
          <p:spPr>
            <a:xfrm>
              <a:off x="10574596" y="3716682"/>
              <a:ext cx="42862" cy="539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146" y="43106"/>
                  </a:moveTo>
                  <a:lnTo>
                    <a:pt x="120000" y="23300"/>
                  </a:lnTo>
                  <a:lnTo>
                    <a:pt x="108292" y="17475"/>
                  </a:lnTo>
                  <a:lnTo>
                    <a:pt x="10243" y="0"/>
                  </a:lnTo>
                  <a:lnTo>
                    <a:pt x="5853" y="3495"/>
                  </a:lnTo>
                  <a:lnTo>
                    <a:pt x="0" y="9320"/>
                  </a:lnTo>
                  <a:lnTo>
                    <a:pt x="0" y="17475"/>
                  </a:lnTo>
                  <a:lnTo>
                    <a:pt x="1463" y="26796"/>
                  </a:lnTo>
                  <a:lnTo>
                    <a:pt x="7317" y="33786"/>
                  </a:lnTo>
                  <a:lnTo>
                    <a:pt x="13170" y="40776"/>
                  </a:lnTo>
                  <a:lnTo>
                    <a:pt x="14634" y="46601"/>
                  </a:lnTo>
                  <a:lnTo>
                    <a:pt x="17560" y="60582"/>
                  </a:lnTo>
                  <a:lnTo>
                    <a:pt x="23414" y="68737"/>
                  </a:lnTo>
                  <a:lnTo>
                    <a:pt x="29268" y="74563"/>
                  </a:lnTo>
                  <a:lnTo>
                    <a:pt x="68780" y="85048"/>
                  </a:lnTo>
                  <a:lnTo>
                    <a:pt x="71707" y="90873"/>
                  </a:lnTo>
                  <a:lnTo>
                    <a:pt x="71707" y="95533"/>
                  </a:lnTo>
                  <a:lnTo>
                    <a:pt x="74634" y="99029"/>
                  </a:lnTo>
                  <a:lnTo>
                    <a:pt x="73170" y="103689"/>
                  </a:lnTo>
                  <a:lnTo>
                    <a:pt x="71707" y="108349"/>
                  </a:lnTo>
                  <a:lnTo>
                    <a:pt x="67317" y="109514"/>
                  </a:lnTo>
                  <a:lnTo>
                    <a:pt x="60000" y="110679"/>
                  </a:lnTo>
                  <a:lnTo>
                    <a:pt x="57073" y="114174"/>
                  </a:lnTo>
                  <a:lnTo>
                    <a:pt x="55609" y="116504"/>
                  </a:lnTo>
                  <a:lnTo>
                    <a:pt x="57073" y="118834"/>
                  </a:lnTo>
                  <a:lnTo>
                    <a:pt x="60000" y="120000"/>
                  </a:lnTo>
                  <a:lnTo>
                    <a:pt x="68780" y="118834"/>
                  </a:lnTo>
                  <a:lnTo>
                    <a:pt x="74634" y="113009"/>
                  </a:lnTo>
                  <a:lnTo>
                    <a:pt x="83414" y="110679"/>
                  </a:lnTo>
                  <a:lnTo>
                    <a:pt x="92195" y="113009"/>
                  </a:lnTo>
                  <a:lnTo>
                    <a:pt x="98048" y="115339"/>
                  </a:lnTo>
                  <a:lnTo>
                    <a:pt x="114146" y="4310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Shape 5307"/>
            <p:cNvSpPr/>
            <p:nvPr/>
          </p:nvSpPr>
          <p:spPr>
            <a:xfrm>
              <a:off x="10028496" y="3610319"/>
              <a:ext cx="573088" cy="6715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479" y="117541"/>
                  </a:moveTo>
                  <a:lnTo>
                    <a:pt x="68144" y="117730"/>
                  </a:lnTo>
                  <a:lnTo>
                    <a:pt x="68587" y="117825"/>
                  </a:lnTo>
                  <a:lnTo>
                    <a:pt x="68808" y="117068"/>
                  </a:lnTo>
                  <a:lnTo>
                    <a:pt x="68919" y="116312"/>
                  </a:lnTo>
                  <a:lnTo>
                    <a:pt x="69252" y="115650"/>
                  </a:lnTo>
                  <a:lnTo>
                    <a:pt x="69362" y="114893"/>
                  </a:lnTo>
                  <a:lnTo>
                    <a:pt x="75789" y="115839"/>
                  </a:lnTo>
                  <a:lnTo>
                    <a:pt x="82216" y="116784"/>
                  </a:lnTo>
                  <a:lnTo>
                    <a:pt x="88531" y="117635"/>
                  </a:lnTo>
                  <a:lnTo>
                    <a:pt x="94958" y="118486"/>
                  </a:lnTo>
                  <a:lnTo>
                    <a:pt x="97174" y="118676"/>
                  </a:lnTo>
                  <a:lnTo>
                    <a:pt x="99390" y="118959"/>
                  </a:lnTo>
                  <a:lnTo>
                    <a:pt x="101828" y="119148"/>
                  </a:lnTo>
                  <a:lnTo>
                    <a:pt x="104044" y="119527"/>
                  </a:lnTo>
                  <a:lnTo>
                    <a:pt x="105263" y="113286"/>
                  </a:lnTo>
                  <a:lnTo>
                    <a:pt x="106149" y="108747"/>
                  </a:lnTo>
                  <a:lnTo>
                    <a:pt x="106925" y="104113"/>
                  </a:lnTo>
                  <a:lnTo>
                    <a:pt x="108476" y="96453"/>
                  </a:lnTo>
                  <a:lnTo>
                    <a:pt x="109916" y="88888"/>
                  </a:lnTo>
                  <a:lnTo>
                    <a:pt x="111578" y="81229"/>
                  </a:lnTo>
                  <a:lnTo>
                    <a:pt x="113019" y="73569"/>
                  </a:lnTo>
                  <a:lnTo>
                    <a:pt x="113795" y="69314"/>
                  </a:lnTo>
                  <a:lnTo>
                    <a:pt x="114570" y="65153"/>
                  </a:lnTo>
                  <a:lnTo>
                    <a:pt x="116011" y="58250"/>
                  </a:lnTo>
                  <a:lnTo>
                    <a:pt x="116897" y="53333"/>
                  </a:lnTo>
                  <a:lnTo>
                    <a:pt x="117894" y="48416"/>
                  </a:lnTo>
                  <a:lnTo>
                    <a:pt x="118781" y="44349"/>
                  </a:lnTo>
                  <a:lnTo>
                    <a:pt x="120000" y="38392"/>
                  </a:lnTo>
                  <a:lnTo>
                    <a:pt x="119778" y="38392"/>
                  </a:lnTo>
                  <a:lnTo>
                    <a:pt x="119335" y="38959"/>
                  </a:lnTo>
                  <a:lnTo>
                    <a:pt x="119224" y="38959"/>
                  </a:lnTo>
                  <a:lnTo>
                    <a:pt x="119002" y="38392"/>
                  </a:lnTo>
                  <a:lnTo>
                    <a:pt x="118891" y="38297"/>
                  </a:lnTo>
                  <a:lnTo>
                    <a:pt x="118670" y="38108"/>
                  </a:lnTo>
                  <a:lnTo>
                    <a:pt x="118227" y="37446"/>
                  </a:lnTo>
                  <a:lnTo>
                    <a:pt x="117562" y="35650"/>
                  </a:lnTo>
                  <a:lnTo>
                    <a:pt x="117119" y="35366"/>
                  </a:lnTo>
                  <a:lnTo>
                    <a:pt x="116675" y="34704"/>
                  </a:lnTo>
                  <a:lnTo>
                    <a:pt x="116454" y="34515"/>
                  </a:lnTo>
                  <a:lnTo>
                    <a:pt x="116121" y="34420"/>
                  </a:lnTo>
                  <a:lnTo>
                    <a:pt x="115789" y="34515"/>
                  </a:lnTo>
                  <a:lnTo>
                    <a:pt x="115567" y="34704"/>
                  </a:lnTo>
                  <a:lnTo>
                    <a:pt x="115346" y="35271"/>
                  </a:lnTo>
                  <a:lnTo>
                    <a:pt x="115235" y="35460"/>
                  </a:lnTo>
                  <a:lnTo>
                    <a:pt x="115124" y="35460"/>
                  </a:lnTo>
                  <a:lnTo>
                    <a:pt x="114903" y="35366"/>
                  </a:lnTo>
                  <a:lnTo>
                    <a:pt x="114459" y="35460"/>
                  </a:lnTo>
                  <a:lnTo>
                    <a:pt x="114127" y="35650"/>
                  </a:lnTo>
                  <a:lnTo>
                    <a:pt x="113795" y="35933"/>
                  </a:lnTo>
                  <a:lnTo>
                    <a:pt x="114238" y="36879"/>
                  </a:lnTo>
                  <a:lnTo>
                    <a:pt x="116121" y="38581"/>
                  </a:lnTo>
                  <a:lnTo>
                    <a:pt x="115678" y="38770"/>
                  </a:lnTo>
                  <a:lnTo>
                    <a:pt x="115346" y="38581"/>
                  </a:lnTo>
                  <a:lnTo>
                    <a:pt x="115124" y="38203"/>
                  </a:lnTo>
                  <a:lnTo>
                    <a:pt x="114681" y="37825"/>
                  </a:lnTo>
                  <a:lnTo>
                    <a:pt x="114459" y="37541"/>
                  </a:lnTo>
                  <a:lnTo>
                    <a:pt x="113795" y="37257"/>
                  </a:lnTo>
                  <a:lnTo>
                    <a:pt x="113573" y="37163"/>
                  </a:lnTo>
                  <a:lnTo>
                    <a:pt x="113462" y="37068"/>
                  </a:lnTo>
                  <a:lnTo>
                    <a:pt x="113130" y="36690"/>
                  </a:lnTo>
                  <a:lnTo>
                    <a:pt x="113019" y="36312"/>
                  </a:lnTo>
                  <a:lnTo>
                    <a:pt x="112908" y="35839"/>
                  </a:lnTo>
                  <a:lnTo>
                    <a:pt x="113130" y="35650"/>
                  </a:lnTo>
                  <a:lnTo>
                    <a:pt x="114570" y="34893"/>
                  </a:lnTo>
                  <a:lnTo>
                    <a:pt x="114681" y="34799"/>
                  </a:lnTo>
                  <a:lnTo>
                    <a:pt x="114903" y="34420"/>
                  </a:lnTo>
                  <a:lnTo>
                    <a:pt x="114681" y="34326"/>
                  </a:lnTo>
                  <a:lnTo>
                    <a:pt x="114238" y="34515"/>
                  </a:lnTo>
                  <a:lnTo>
                    <a:pt x="113351" y="34326"/>
                  </a:lnTo>
                  <a:lnTo>
                    <a:pt x="113019" y="34042"/>
                  </a:lnTo>
                  <a:lnTo>
                    <a:pt x="112465" y="33380"/>
                  </a:lnTo>
                  <a:lnTo>
                    <a:pt x="112243" y="33380"/>
                  </a:lnTo>
                  <a:lnTo>
                    <a:pt x="111911" y="33569"/>
                  </a:lnTo>
                  <a:lnTo>
                    <a:pt x="110138" y="34893"/>
                  </a:lnTo>
                  <a:lnTo>
                    <a:pt x="110138" y="35366"/>
                  </a:lnTo>
                  <a:lnTo>
                    <a:pt x="110249" y="35744"/>
                  </a:lnTo>
                  <a:lnTo>
                    <a:pt x="110360" y="36501"/>
                  </a:lnTo>
                  <a:lnTo>
                    <a:pt x="108587" y="36028"/>
                  </a:lnTo>
                  <a:lnTo>
                    <a:pt x="108144" y="36217"/>
                  </a:lnTo>
                  <a:lnTo>
                    <a:pt x="107922" y="36312"/>
                  </a:lnTo>
                  <a:lnTo>
                    <a:pt x="107700" y="36595"/>
                  </a:lnTo>
                  <a:lnTo>
                    <a:pt x="107922" y="37163"/>
                  </a:lnTo>
                  <a:lnTo>
                    <a:pt x="107368" y="37635"/>
                  </a:lnTo>
                  <a:lnTo>
                    <a:pt x="106814" y="37825"/>
                  </a:lnTo>
                  <a:lnTo>
                    <a:pt x="106371" y="38297"/>
                  </a:lnTo>
                  <a:lnTo>
                    <a:pt x="105927" y="39432"/>
                  </a:lnTo>
                  <a:lnTo>
                    <a:pt x="106149" y="40094"/>
                  </a:lnTo>
                  <a:lnTo>
                    <a:pt x="106260" y="40851"/>
                  </a:lnTo>
                  <a:lnTo>
                    <a:pt x="106371" y="41513"/>
                  </a:lnTo>
                  <a:lnTo>
                    <a:pt x="106149" y="42364"/>
                  </a:lnTo>
                  <a:lnTo>
                    <a:pt x="105927" y="42269"/>
                  </a:lnTo>
                  <a:lnTo>
                    <a:pt x="105706" y="41891"/>
                  </a:lnTo>
                  <a:lnTo>
                    <a:pt x="105595" y="41229"/>
                  </a:lnTo>
                  <a:lnTo>
                    <a:pt x="105373" y="40661"/>
                  </a:lnTo>
                  <a:lnTo>
                    <a:pt x="105152" y="40472"/>
                  </a:lnTo>
                  <a:lnTo>
                    <a:pt x="104376" y="40283"/>
                  </a:lnTo>
                  <a:lnTo>
                    <a:pt x="104376" y="40189"/>
                  </a:lnTo>
                  <a:lnTo>
                    <a:pt x="104376" y="39621"/>
                  </a:lnTo>
                  <a:lnTo>
                    <a:pt x="104265" y="39432"/>
                  </a:lnTo>
                  <a:lnTo>
                    <a:pt x="104155" y="39243"/>
                  </a:lnTo>
                  <a:lnTo>
                    <a:pt x="103601" y="39054"/>
                  </a:lnTo>
                  <a:lnTo>
                    <a:pt x="103490" y="39148"/>
                  </a:lnTo>
                  <a:lnTo>
                    <a:pt x="103157" y="39338"/>
                  </a:lnTo>
                  <a:lnTo>
                    <a:pt x="102936" y="39621"/>
                  </a:lnTo>
                  <a:lnTo>
                    <a:pt x="102493" y="39905"/>
                  </a:lnTo>
                  <a:lnTo>
                    <a:pt x="102271" y="39527"/>
                  </a:lnTo>
                  <a:lnTo>
                    <a:pt x="102603" y="39054"/>
                  </a:lnTo>
                  <a:lnTo>
                    <a:pt x="103822" y="38203"/>
                  </a:lnTo>
                  <a:lnTo>
                    <a:pt x="103601" y="38014"/>
                  </a:lnTo>
                  <a:lnTo>
                    <a:pt x="103047" y="37825"/>
                  </a:lnTo>
                  <a:lnTo>
                    <a:pt x="102714" y="37825"/>
                  </a:lnTo>
                  <a:lnTo>
                    <a:pt x="103268" y="37352"/>
                  </a:lnTo>
                  <a:lnTo>
                    <a:pt x="104598" y="36879"/>
                  </a:lnTo>
                  <a:lnTo>
                    <a:pt x="105041" y="36690"/>
                  </a:lnTo>
                  <a:lnTo>
                    <a:pt x="105152" y="36595"/>
                  </a:lnTo>
                  <a:lnTo>
                    <a:pt x="105263" y="36312"/>
                  </a:lnTo>
                  <a:lnTo>
                    <a:pt x="104819" y="35933"/>
                  </a:lnTo>
                  <a:lnTo>
                    <a:pt x="104265" y="35839"/>
                  </a:lnTo>
                  <a:lnTo>
                    <a:pt x="103490" y="36028"/>
                  </a:lnTo>
                  <a:lnTo>
                    <a:pt x="103047" y="36595"/>
                  </a:lnTo>
                  <a:lnTo>
                    <a:pt x="102493" y="37257"/>
                  </a:lnTo>
                  <a:lnTo>
                    <a:pt x="101939" y="37541"/>
                  </a:lnTo>
                  <a:lnTo>
                    <a:pt x="101385" y="37730"/>
                  </a:lnTo>
                  <a:lnTo>
                    <a:pt x="100831" y="37825"/>
                  </a:lnTo>
                  <a:lnTo>
                    <a:pt x="100166" y="38203"/>
                  </a:lnTo>
                  <a:lnTo>
                    <a:pt x="99944" y="38392"/>
                  </a:lnTo>
                  <a:lnTo>
                    <a:pt x="99722" y="38581"/>
                  </a:lnTo>
                  <a:lnTo>
                    <a:pt x="99612" y="38770"/>
                  </a:lnTo>
                  <a:lnTo>
                    <a:pt x="99612" y="38959"/>
                  </a:lnTo>
                  <a:lnTo>
                    <a:pt x="99612" y="39243"/>
                  </a:lnTo>
                  <a:lnTo>
                    <a:pt x="99833" y="39621"/>
                  </a:lnTo>
                  <a:lnTo>
                    <a:pt x="100055" y="39716"/>
                  </a:lnTo>
                  <a:lnTo>
                    <a:pt x="100720" y="39905"/>
                  </a:lnTo>
                  <a:lnTo>
                    <a:pt x="101274" y="39527"/>
                  </a:lnTo>
                  <a:lnTo>
                    <a:pt x="101495" y="39527"/>
                  </a:lnTo>
                  <a:lnTo>
                    <a:pt x="101828" y="39716"/>
                  </a:lnTo>
                  <a:lnTo>
                    <a:pt x="100831" y="40378"/>
                  </a:lnTo>
                  <a:lnTo>
                    <a:pt x="99722" y="40851"/>
                  </a:lnTo>
                  <a:lnTo>
                    <a:pt x="99168" y="41134"/>
                  </a:lnTo>
                  <a:lnTo>
                    <a:pt x="99058" y="41229"/>
                  </a:lnTo>
                  <a:lnTo>
                    <a:pt x="98836" y="41229"/>
                  </a:lnTo>
                  <a:lnTo>
                    <a:pt x="98393" y="41040"/>
                  </a:lnTo>
                  <a:lnTo>
                    <a:pt x="98282" y="41134"/>
                  </a:lnTo>
                  <a:lnTo>
                    <a:pt x="97950" y="41891"/>
                  </a:lnTo>
                  <a:lnTo>
                    <a:pt x="97506" y="42364"/>
                  </a:lnTo>
                  <a:lnTo>
                    <a:pt x="97506" y="42553"/>
                  </a:lnTo>
                  <a:lnTo>
                    <a:pt x="97285" y="42836"/>
                  </a:lnTo>
                  <a:lnTo>
                    <a:pt x="97174" y="43120"/>
                  </a:lnTo>
                  <a:lnTo>
                    <a:pt x="96842" y="43687"/>
                  </a:lnTo>
                  <a:lnTo>
                    <a:pt x="96620" y="43782"/>
                  </a:lnTo>
                  <a:lnTo>
                    <a:pt x="96398" y="43687"/>
                  </a:lnTo>
                  <a:lnTo>
                    <a:pt x="96177" y="43215"/>
                  </a:lnTo>
                  <a:lnTo>
                    <a:pt x="96620" y="42742"/>
                  </a:lnTo>
                  <a:lnTo>
                    <a:pt x="97063" y="42269"/>
                  </a:lnTo>
                  <a:lnTo>
                    <a:pt x="97506" y="41796"/>
                  </a:lnTo>
                  <a:lnTo>
                    <a:pt x="97617" y="41134"/>
                  </a:lnTo>
                  <a:lnTo>
                    <a:pt x="97728" y="40661"/>
                  </a:lnTo>
                  <a:lnTo>
                    <a:pt x="98614" y="40094"/>
                  </a:lnTo>
                  <a:lnTo>
                    <a:pt x="98947" y="39527"/>
                  </a:lnTo>
                  <a:lnTo>
                    <a:pt x="98947" y="38959"/>
                  </a:lnTo>
                  <a:lnTo>
                    <a:pt x="98393" y="39054"/>
                  </a:lnTo>
                  <a:lnTo>
                    <a:pt x="97617" y="39621"/>
                  </a:lnTo>
                  <a:lnTo>
                    <a:pt x="96952" y="39905"/>
                  </a:lnTo>
                  <a:lnTo>
                    <a:pt x="96620" y="39905"/>
                  </a:lnTo>
                  <a:lnTo>
                    <a:pt x="96398" y="39527"/>
                  </a:lnTo>
                  <a:lnTo>
                    <a:pt x="96066" y="39148"/>
                  </a:lnTo>
                  <a:lnTo>
                    <a:pt x="95955" y="39054"/>
                  </a:lnTo>
                  <a:lnTo>
                    <a:pt x="95734" y="38959"/>
                  </a:lnTo>
                  <a:lnTo>
                    <a:pt x="96066" y="38297"/>
                  </a:lnTo>
                  <a:lnTo>
                    <a:pt x="96620" y="37825"/>
                  </a:lnTo>
                  <a:lnTo>
                    <a:pt x="100720" y="36406"/>
                  </a:lnTo>
                  <a:lnTo>
                    <a:pt x="102382" y="35271"/>
                  </a:lnTo>
                  <a:lnTo>
                    <a:pt x="102603" y="34988"/>
                  </a:lnTo>
                  <a:lnTo>
                    <a:pt x="102603" y="34704"/>
                  </a:lnTo>
                  <a:lnTo>
                    <a:pt x="102382" y="34515"/>
                  </a:lnTo>
                  <a:lnTo>
                    <a:pt x="102271" y="34420"/>
                  </a:lnTo>
                  <a:lnTo>
                    <a:pt x="102049" y="34326"/>
                  </a:lnTo>
                  <a:lnTo>
                    <a:pt x="105041" y="32813"/>
                  </a:lnTo>
                  <a:lnTo>
                    <a:pt x="105373" y="32434"/>
                  </a:lnTo>
                  <a:lnTo>
                    <a:pt x="105484" y="32151"/>
                  </a:lnTo>
                  <a:lnTo>
                    <a:pt x="105706" y="31205"/>
                  </a:lnTo>
                  <a:lnTo>
                    <a:pt x="105927" y="30827"/>
                  </a:lnTo>
                  <a:lnTo>
                    <a:pt x="106592" y="29787"/>
                  </a:lnTo>
                  <a:lnTo>
                    <a:pt x="106703" y="29408"/>
                  </a:lnTo>
                  <a:lnTo>
                    <a:pt x="106814" y="29030"/>
                  </a:lnTo>
                  <a:lnTo>
                    <a:pt x="106592" y="28557"/>
                  </a:lnTo>
                  <a:lnTo>
                    <a:pt x="106703" y="28368"/>
                  </a:lnTo>
                  <a:lnTo>
                    <a:pt x="106814" y="28179"/>
                  </a:lnTo>
                  <a:lnTo>
                    <a:pt x="106925" y="27612"/>
                  </a:lnTo>
                  <a:lnTo>
                    <a:pt x="105927" y="27139"/>
                  </a:lnTo>
                  <a:lnTo>
                    <a:pt x="105041" y="26855"/>
                  </a:lnTo>
                  <a:lnTo>
                    <a:pt x="104598" y="26572"/>
                  </a:lnTo>
                  <a:lnTo>
                    <a:pt x="104376" y="26477"/>
                  </a:lnTo>
                  <a:lnTo>
                    <a:pt x="104265" y="26382"/>
                  </a:lnTo>
                  <a:lnTo>
                    <a:pt x="104265" y="26288"/>
                  </a:lnTo>
                  <a:lnTo>
                    <a:pt x="104376" y="25910"/>
                  </a:lnTo>
                  <a:lnTo>
                    <a:pt x="104376" y="25721"/>
                  </a:lnTo>
                  <a:lnTo>
                    <a:pt x="104265" y="25342"/>
                  </a:lnTo>
                  <a:lnTo>
                    <a:pt x="104155" y="24964"/>
                  </a:lnTo>
                  <a:lnTo>
                    <a:pt x="103601" y="24491"/>
                  </a:lnTo>
                  <a:lnTo>
                    <a:pt x="102493" y="24208"/>
                  </a:lnTo>
                  <a:lnTo>
                    <a:pt x="101939" y="23356"/>
                  </a:lnTo>
                  <a:lnTo>
                    <a:pt x="100055" y="22316"/>
                  </a:lnTo>
                  <a:lnTo>
                    <a:pt x="99722" y="21654"/>
                  </a:lnTo>
                  <a:lnTo>
                    <a:pt x="98725" y="21276"/>
                  </a:lnTo>
                  <a:lnTo>
                    <a:pt x="98060" y="20614"/>
                  </a:lnTo>
                  <a:lnTo>
                    <a:pt x="95623" y="20047"/>
                  </a:lnTo>
                  <a:lnTo>
                    <a:pt x="94626" y="19574"/>
                  </a:lnTo>
                  <a:lnTo>
                    <a:pt x="93185" y="17777"/>
                  </a:lnTo>
                  <a:lnTo>
                    <a:pt x="90193" y="16548"/>
                  </a:lnTo>
                  <a:lnTo>
                    <a:pt x="90083" y="16264"/>
                  </a:lnTo>
                  <a:lnTo>
                    <a:pt x="89861" y="15886"/>
                  </a:lnTo>
                  <a:lnTo>
                    <a:pt x="89529" y="15697"/>
                  </a:lnTo>
                  <a:lnTo>
                    <a:pt x="88531" y="15602"/>
                  </a:lnTo>
                  <a:lnTo>
                    <a:pt x="87867" y="15035"/>
                  </a:lnTo>
                  <a:lnTo>
                    <a:pt x="85540" y="15413"/>
                  </a:lnTo>
                  <a:lnTo>
                    <a:pt x="82548" y="17777"/>
                  </a:lnTo>
                  <a:lnTo>
                    <a:pt x="80664" y="19858"/>
                  </a:lnTo>
                  <a:lnTo>
                    <a:pt x="79335" y="21087"/>
                  </a:lnTo>
                  <a:lnTo>
                    <a:pt x="78670" y="21654"/>
                  </a:lnTo>
                  <a:lnTo>
                    <a:pt x="78559" y="22222"/>
                  </a:lnTo>
                  <a:lnTo>
                    <a:pt x="79113" y="22505"/>
                  </a:lnTo>
                  <a:lnTo>
                    <a:pt x="80443" y="22789"/>
                  </a:lnTo>
                  <a:lnTo>
                    <a:pt x="80554" y="23640"/>
                  </a:lnTo>
                  <a:lnTo>
                    <a:pt x="80443" y="23640"/>
                  </a:lnTo>
                  <a:lnTo>
                    <a:pt x="80443" y="23829"/>
                  </a:lnTo>
                  <a:lnTo>
                    <a:pt x="80110" y="24208"/>
                  </a:lnTo>
                  <a:lnTo>
                    <a:pt x="79889" y="25059"/>
                  </a:lnTo>
                  <a:lnTo>
                    <a:pt x="79224" y="25531"/>
                  </a:lnTo>
                  <a:lnTo>
                    <a:pt x="77673" y="26099"/>
                  </a:lnTo>
                  <a:lnTo>
                    <a:pt x="77451" y="26099"/>
                  </a:lnTo>
                  <a:lnTo>
                    <a:pt x="77340" y="26193"/>
                  </a:lnTo>
                  <a:lnTo>
                    <a:pt x="77229" y="26382"/>
                  </a:lnTo>
                  <a:lnTo>
                    <a:pt x="77119" y="26572"/>
                  </a:lnTo>
                  <a:lnTo>
                    <a:pt x="77008" y="26666"/>
                  </a:lnTo>
                  <a:lnTo>
                    <a:pt x="76565" y="26950"/>
                  </a:lnTo>
                  <a:lnTo>
                    <a:pt x="76232" y="27044"/>
                  </a:lnTo>
                  <a:lnTo>
                    <a:pt x="75900" y="27044"/>
                  </a:lnTo>
                  <a:lnTo>
                    <a:pt x="75789" y="26666"/>
                  </a:lnTo>
                  <a:lnTo>
                    <a:pt x="76565" y="26099"/>
                  </a:lnTo>
                  <a:lnTo>
                    <a:pt x="78337" y="25248"/>
                  </a:lnTo>
                  <a:lnTo>
                    <a:pt x="79224" y="24302"/>
                  </a:lnTo>
                  <a:lnTo>
                    <a:pt x="78559" y="24302"/>
                  </a:lnTo>
                  <a:lnTo>
                    <a:pt x="75124" y="25721"/>
                  </a:lnTo>
                  <a:lnTo>
                    <a:pt x="74349" y="25721"/>
                  </a:lnTo>
                  <a:lnTo>
                    <a:pt x="74016" y="25342"/>
                  </a:lnTo>
                  <a:lnTo>
                    <a:pt x="74238" y="24964"/>
                  </a:lnTo>
                  <a:lnTo>
                    <a:pt x="71135" y="25248"/>
                  </a:lnTo>
                  <a:lnTo>
                    <a:pt x="69362" y="26193"/>
                  </a:lnTo>
                  <a:lnTo>
                    <a:pt x="68698" y="26099"/>
                  </a:lnTo>
                  <a:lnTo>
                    <a:pt x="68476" y="26288"/>
                  </a:lnTo>
                  <a:lnTo>
                    <a:pt x="67922" y="27139"/>
                  </a:lnTo>
                  <a:lnTo>
                    <a:pt x="67590" y="27234"/>
                  </a:lnTo>
                  <a:lnTo>
                    <a:pt x="67146" y="27139"/>
                  </a:lnTo>
                  <a:lnTo>
                    <a:pt x="66038" y="26477"/>
                  </a:lnTo>
                  <a:lnTo>
                    <a:pt x="65484" y="26572"/>
                  </a:lnTo>
                  <a:lnTo>
                    <a:pt x="65373" y="26477"/>
                  </a:lnTo>
                  <a:lnTo>
                    <a:pt x="65595" y="26004"/>
                  </a:lnTo>
                  <a:lnTo>
                    <a:pt x="65484" y="25531"/>
                  </a:lnTo>
                  <a:lnTo>
                    <a:pt x="65373" y="25342"/>
                  </a:lnTo>
                  <a:lnTo>
                    <a:pt x="65263" y="25248"/>
                  </a:lnTo>
                  <a:lnTo>
                    <a:pt x="65152" y="25248"/>
                  </a:lnTo>
                  <a:lnTo>
                    <a:pt x="66814" y="24964"/>
                  </a:lnTo>
                  <a:lnTo>
                    <a:pt x="67146" y="24680"/>
                  </a:lnTo>
                  <a:lnTo>
                    <a:pt x="67700" y="24208"/>
                  </a:lnTo>
                  <a:lnTo>
                    <a:pt x="68144" y="24018"/>
                  </a:lnTo>
                  <a:lnTo>
                    <a:pt x="69252" y="23640"/>
                  </a:lnTo>
                  <a:lnTo>
                    <a:pt x="69916" y="23356"/>
                  </a:lnTo>
                  <a:lnTo>
                    <a:pt x="70249" y="23262"/>
                  </a:lnTo>
                  <a:lnTo>
                    <a:pt x="70027" y="23073"/>
                  </a:lnTo>
                  <a:lnTo>
                    <a:pt x="69362" y="23262"/>
                  </a:lnTo>
                  <a:lnTo>
                    <a:pt x="69252" y="22884"/>
                  </a:lnTo>
                  <a:lnTo>
                    <a:pt x="69252" y="22695"/>
                  </a:lnTo>
                  <a:lnTo>
                    <a:pt x="69362" y="22127"/>
                  </a:lnTo>
                  <a:lnTo>
                    <a:pt x="69362" y="21843"/>
                  </a:lnTo>
                  <a:lnTo>
                    <a:pt x="69473" y="21276"/>
                  </a:lnTo>
                  <a:lnTo>
                    <a:pt x="69806" y="20898"/>
                  </a:lnTo>
                  <a:lnTo>
                    <a:pt x="70581" y="20709"/>
                  </a:lnTo>
                  <a:lnTo>
                    <a:pt x="71024" y="19952"/>
                  </a:lnTo>
                  <a:lnTo>
                    <a:pt x="71357" y="19952"/>
                  </a:lnTo>
                  <a:lnTo>
                    <a:pt x="73905" y="20141"/>
                  </a:lnTo>
                  <a:lnTo>
                    <a:pt x="74459" y="19858"/>
                  </a:lnTo>
                  <a:lnTo>
                    <a:pt x="74792" y="19479"/>
                  </a:lnTo>
                  <a:lnTo>
                    <a:pt x="74792" y="18912"/>
                  </a:lnTo>
                  <a:lnTo>
                    <a:pt x="74349" y="18061"/>
                  </a:lnTo>
                  <a:lnTo>
                    <a:pt x="74238" y="17777"/>
                  </a:lnTo>
                  <a:lnTo>
                    <a:pt x="74238" y="17588"/>
                  </a:lnTo>
                  <a:lnTo>
                    <a:pt x="74349" y="17115"/>
                  </a:lnTo>
                  <a:lnTo>
                    <a:pt x="74459" y="16832"/>
                  </a:lnTo>
                  <a:lnTo>
                    <a:pt x="74681" y="16643"/>
                  </a:lnTo>
                  <a:lnTo>
                    <a:pt x="74903" y="16548"/>
                  </a:lnTo>
                  <a:lnTo>
                    <a:pt x="75013" y="16264"/>
                  </a:lnTo>
                  <a:lnTo>
                    <a:pt x="75124" y="15791"/>
                  </a:lnTo>
                  <a:lnTo>
                    <a:pt x="75235" y="15319"/>
                  </a:lnTo>
                  <a:lnTo>
                    <a:pt x="75124" y="15035"/>
                  </a:lnTo>
                  <a:lnTo>
                    <a:pt x="75235" y="14468"/>
                  </a:lnTo>
                  <a:lnTo>
                    <a:pt x="75235" y="14468"/>
                  </a:lnTo>
                  <a:lnTo>
                    <a:pt x="75346" y="14089"/>
                  </a:lnTo>
                  <a:lnTo>
                    <a:pt x="75457" y="13711"/>
                  </a:lnTo>
                  <a:lnTo>
                    <a:pt x="75457" y="13711"/>
                  </a:lnTo>
                  <a:lnTo>
                    <a:pt x="75789" y="13427"/>
                  </a:lnTo>
                  <a:lnTo>
                    <a:pt x="76011" y="13049"/>
                  </a:lnTo>
                  <a:lnTo>
                    <a:pt x="76232" y="12860"/>
                  </a:lnTo>
                  <a:lnTo>
                    <a:pt x="76343" y="12482"/>
                  </a:lnTo>
                  <a:lnTo>
                    <a:pt x="76343" y="12293"/>
                  </a:lnTo>
                  <a:lnTo>
                    <a:pt x="76454" y="12009"/>
                  </a:lnTo>
                  <a:lnTo>
                    <a:pt x="76565" y="11536"/>
                  </a:lnTo>
                  <a:lnTo>
                    <a:pt x="76565" y="11347"/>
                  </a:lnTo>
                  <a:lnTo>
                    <a:pt x="77562" y="9739"/>
                  </a:lnTo>
                  <a:lnTo>
                    <a:pt x="77894" y="9172"/>
                  </a:lnTo>
                  <a:lnTo>
                    <a:pt x="78005" y="8605"/>
                  </a:lnTo>
                  <a:lnTo>
                    <a:pt x="78005" y="7943"/>
                  </a:lnTo>
                  <a:lnTo>
                    <a:pt x="77673" y="6713"/>
                  </a:lnTo>
                  <a:lnTo>
                    <a:pt x="76565" y="3215"/>
                  </a:lnTo>
                  <a:lnTo>
                    <a:pt x="76121" y="2174"/>
                  </a:lnTo>
                  <a:lnTo>
                    <a:pt x="74459" y="1607"/>
                  </a:lnTo>
                  <a:lnTo>
                    <a:pt x="72908" y="0"/>
                  </a:lnTo>
                  <a:lnTo>
                    <a:pt x="71689" y="0"/>
                  </a:lnTo>
                  <a:lnTo>
                    <a:pt x="70914" y="283"/>
                  </a:lnTo>
                  <a:lnTo>
                    <a:pt x="68476" y="1418"/>
                  </a:lnTo>
                  <a:lnTo>
                    <a:pt x="65706" y="1796"/>
                  </a:lnTo>
                  <a:lnTo>
                    <a:pt x="64487" y="2364"/>
                  </a:lnTo>
                  <a:lnTo>
                    <a:pt x="64265" y="2553"/>
                  </a:lnTo>
                  <a:lnTo>
                    <a:pt x="63268" y="2269"/>
                  </a:lnTo>
                  <a:lnTo>
                    <a:pt x="63047" y="2364"/>
                  </a:lnTo>
                  <a:lnTo>
                    <a:pt x="62825" y="2553"/>
                  </a:lnTo>
                  <a:lnTo>
                    <a:pt x="62382" y="2742"/>
                  </a:lnTo>
                  <a:lnTo>
                    <a:pt x="62160" y="2931"/>
                  </a:lnTo>
                  <a:lnTo>
                    <a:pt x="61939" y="3120"/>
                  </a:lnTo>
                  <a:lnTo>
                    <a:pt x="59722" y="3782"/>
                  </a:lnTo>
                  <a:lnTo>
                    <a:pt x="57285" y="3877"/>
                  </a:lnTo>
                  <a:lnTo>
                    <a:pt x="53961" y="4822"/>
                  </a:lnTo>
                  <a:lnTo>
                    <a:pt x="51412" y="5106"/>
                  </a:lnTo>
                  <a:lnTo>
                    <a:pt x="49861" y="5673"/>
                  </a:lnTo>
                  <a:lnTo>
                    <a:pt x="48199" y="5957"/>
                  </a:lnTo>
                  <a:lnTo>
                    <a:pt x="47977" y="6052"/>
                  </a:lnTo>
                  <a:lnTo>
                    <a:pt x="47423" y="6335"/>
                  </a:lnTo>
                  <a:lnTo>
                    <a:pt x="46315" y="6052"/>
                  </a:lnTo>
                  <a:lnTo>
                    <a:pt x="45429" y="6808"/>
                  </a:lnTo>
                  <a:lnTo>
                    <a:pt x="41662" y="8416"/>
                  </a:lnTo>
                  <a:lnTo>
                    <a:pt x="39002" y="8510"/>
                  </a:lnTo>
                  <a:lnTo>
                    <a:pt x="37451" y="9078"/>
                  </a:lnTo>
                  <a:lnTo>
                    <a:pt x="35678" y="8794"/>
                  </a:lnTo>
                  <a:lnTo>
                    <a:pt x="35124" y="9172"/>
                  </a:lnTo>
                  <a:lnTo>
                    <a:pt x="34016" y="10212"/>
                  </a:lnTo>
                  <a:lnTo>
                    <a:pt x="33573" y="10591"/>
                  </a:lnTo>
                  <a:lnTo>
                    <a:pt x="32576" y="11158"/>
                  </a:lnTo>
                  <a:lnTo>
                    <a:pt x="31578" y="12104"/>
                  </a:lnTo>
                  <a:lnTo>
                    <a:pt x="28365" y="13427"/>
                  </a:lnTo>
                  <a:lnTo>
                    <a:pt x="27257" y="14468"/>
                  </a:lnTo>
                  <a:lnTo>
                    <a:pt x="25263" y="15035"/>
                  </a:lnTo>
                  <a:lnTo>
                    <a:pt x="24930" y="15035"/>
                  </a:lnTo>
                  <a:lnTo>
                    <a:pt x="23601" y="15602"/>
                  </a:lnTo>
                  <a:lnTo>
                    <a:pt x="22936" y="15697"/>
                  </a:lnTo>
                  <a:lnTo>
                    <a:pt x="22714" y="15791"/>
                  </a:lnTo>
                  <a:lnTo>
                    <a:pt x="22382" y="16075"/>
                  </a:lnTo>
                  <a:lnTo>
                    <a:pt x="21828" y="16643"/>
                  </a:lnTo>
                  <a:lnTo>
                    <a:pt x="21606" y="16832"/>
                  </a:lnTo>
                  <a:lnTo>
                    <a:pt x="21495" y="16926"/>
                  </a:lnTo>
                  <a:lnTo>
                    <a:pt x="20941" y="17021"/>
                  </a:lnTo>
                  <a:lnTo>
                    <a:pt x="17285" y="18912"/>
                  </a:lnTo>
                  <a:lnTo>
                    <a:pt x="16288" y="19858"/>
                  </a:lnTo>
                  <a:lnTo>
                    <a:pt x="15401" y="21371"/>
                  </a:lnTo>
                  <a:lnTo>
                    <a:pt x="15180" y="21938"/>
                  </a:lnTo>
                  <a:lnTo>
                    <a:pt x="15180" y="22695"/>
                  </a:lnTo>
                  <a:lnTo>
                    <a:pt x="15290" y="23262"/>
                  </a:lnTo>
                  <a:lnTo>
                    <a:pt x="15512" y="23451"/>
                  </a:lnTo>
                  <a:lnTo>
                    <a:pt x="15844" y="23640"/>
                  </a:lnTo>
                  <a:lnTo>
                    <a:pt x="16398" y="24397"/>
                  </a:lnTo>
                  <a:lnTo>
                    <a:pt x="18614" y="24964"/>
                  </a:lnTo>
                  <a:lnTo>
                    <a:pt x="19390" y="25342"/>
                  </a:lnTo>
                  <a:lnTo>
                    <a:pt x="19612" y="26382"/>
                  </a:lnTo>
                  <a:lnTo>
                    <a:pt x="19168" y="28368"/>
                  </a:lnTo>
                  <a:lnTo>
                    <a:pt x="18504" y="29030"/>
                  </a:lnTo>
                  <a:lnTo>
                    <a:pt x="14182" y="29692"/>
                  </a:lnTo>
                  <a:lnTo>
                    <a:pt x="12631" y="29314"/>
                  </a:lnTo>
                  <a:lnTo>
                    <a:pt x="10858" y="30260"/>
                  </a:lnTo>
                  <a:lnTo>
                    <a:pt x="10415" y="30732"/>
                  </a:lnTo>
                  <a:lnTo>
                    <a:pt x="9861" y="31205"/>
                  </a:lnTo>
                  <a:lnTo>
                    <a:pt x="9972" y="31583"/>
                  </a:lnTo>
                  <a:lnTo>
                    <a:pt x="9861" y="31867"/>
                  </a:lnTo>
                  <a:lnTo>
                    <a:pt x="9750" y="32151"/>
                  </a:lnTo>
                  <a:lnTo>
                    <a:pt x="9639" y="32434"/>
                  </a:lnTo>
                  <a:lnTo>
                    <a:pt x="8864" y="32907"/>
                  </a:lnTo>
                  <a:lnTo>
                    <a:pt x="7756" y="33191"/>
                  </a:lnTo>
                  <a:lnTo>
                    <a:pt x="5761" y="34420"/>
                  </a:lnTo>
                  <a:lnTo>
                    <a:pt x="3656" y="35839"/>
                  </a:lnTo>
                  <a:lnTo>
                    <a:pt x="3324" y="36312"/>
                  </a:lnTo>
                  <a:lnTo>
                    <a:pt x="2880" y="36879"/>
                  </a:lnTo>
                  <a:lnTo>
                    <a:pt x="2437" y="37446"/>
                  </a:lnTo>
                  <a:lnTo>
                    <a:pt x="1994" y="38770"/>
                  </a:lnTo>
                  <a:lnTo>
                    <a:pt x="1108" y="40094"/>
                  </a:lnTo>
                  <a:lnTo>
                    <a:pt x="775" y="40851"/>
                  </a:lnTo>
                  <a:lnTo>
                    <a:pt x="664" y="41418"/>
                  </a:lnTo>
                  <a:lnTo>
                    <a:pt x="443" y="41985"/>
                  </a:lnTo>
                  <a:lnTo>
                    <a:pt x="110" y="43687"/>
                  </a:lnTo>
                  <a:lnTo>
                    <a:pt x="0" y="44255"/>
                  </a:lnTo>
                  <a:lnTo>
                    <a:pt x="0" y="45295"/>
                  </a:lnTo>
                  <a:lnTo>
                    <a:pt x="0" y="45768"/>
                  </a:lnTo>
                  <a:lnTo>
                    <a:pt x="110" y="45957"/>
                  </a:lnTo>
                  <a:lnTo>
                    <a:pt x="332" y="46052"/>
                  </a:lnTo>
                  <a:lnTo>
                    <a:pt x="443" y="46146"/>
                  </a:lnTo>
                  <a:lnTo>
                    <a:pt x="1108" y="47375"/>
                  </a:lnTo>
                  <a:lnTo>
                    <a:pt x="1440" y="47659"/>
                  </a:lnTo>
                  <a:lnTo>
                    <a:pt x="1883" y="47375"/>
                  </a:lnTo>
                  <a:lnTo>
                    <a:pt x="1551" y="46903"/>
                  </a:lnTo>
                  <a:lnTo>
                    <a:pt x="1551" y="46713"/>
                  </a:lnTo>
                  <a:lnTo>
                    <a:pt x="1772" y="46430"/>
                  </a:lnTo>
                  <a:lnTo>
                    <a:pt x="1883" y="46241"/>
                  </a:lnTo>
                  <a:lnTo>
                    <a:pt x="2105" y="46146"/>
                  </a:lnTo>
                  <a:lnTo>
                    <a:pt x="2437" y="45862"/>
                  </a:lnTo>
                  <a:lnTo>
                    <a:pt x="2770" y="45673"/>
                  </a:lnTo>
                  <a:lnTo>
                    <a:pt x="2770" y="45200"/>
                  </a:lnTo>
                  <a:lnTo>
                    <a:pt x="3102" y="45200"/>
                  </a:lnTo>
                  <a:lnTo>
                    <a:pt x="4986" y="45673"/>
                  </a:lnTo>
                  <a:lnTo>
                    <a:pt x="5096" y="45862"/>
                  </a:lnTo>
                  <a:lnTo>
                    <a:pt x="5207" y="46146"/>
                  </a:lnTo>
                  <a:lnTo>
                    <a:pt x="5318" y="46241"/>
                  </a:lnTo>
                  <a:lnTo>
                    <a:pt x="5429" y="46146"/>
                  </a:lnTo>
                  <a:lnTo>
                    <a:pt x="5761" y="45768"/>
                  </a:lnTo>
                  <a:lnTo>
                    <a:pt x="6094" y="45673"/>
                  </a:lnTo>
                  <a:lnTo>
                    <a:pt x="6204" y="45673"/>
                  </a:lnTo>
                  <a:lnTo>
                    <a:pt x="6648" y="46052"/>
                  </a:lnTo>
                  <a:lnTo>
                    <a:pt x="7423" y="46241"/>
                  </a:lnTo>
                  <a:lnTo>
                    <a:pt x="7645" y="46619"/>
                  </a:lnTo>
                  <a:lnTo>
                    <a:pt x="7534" y="46997"/>
                  </a:lnTo>
                  <a:lnTo>
                    <a:pt x="7977" y="47470"/>
                  </a:lnTo>
                  <a:lnTo>
                    <a:pt x="7977" y="47659"/>
                  </a:lnTo>
                  <a:lnTo>
                    <a:pt x="7977" y="48037"/>
                  </a:lnTo>
                  <a:lnTo>
                    <a:pt x="7756" y="48416"/>
                  </a:lnTo>
                  <a:lnTo>
                    <a:pt x="7423" y="48699"/>
                  </a:lnTo>
                  <a:lnTo>
                    <a:pt x="7202" y="48983"/>
                  </a:lnTo>
                  <a:lnTo>
                    <a:pt x="7423" y="49078"/>
                  </a:lnTo>
                  <a:lnTo>
                    <a:pt x="7867" y="48794"/>
                  </a:lnTo>
                  <a:lnTo>
                    <a:pt x="8310" y="48794"/>
                  </a:lnTo>
                  <a:lnTo>
                    <a:pt x="8864" y="48983"/>
                  </a:lnTo>
                  <a:lnTo>
                    <a:pt x="10083" y="48983"/>
                  </a:lnTo>
                  <a:lnTo>
                    <a:pt x="10637" y="48794"/>
                  </a:lnTo>
                  <a:lnTo>
                    <a:pt x="10858" y="48132"/>
                  </a:lnTo>
                  <a:lnTo>
                    <a:pt x="11745" y="47565"/>
                  </a:lnTo>
                  <a:lnTo>
                    <a:pt x="12631" y="47186"/>
                  </a:lnTo>
                  <a:lnTo>
                    <a:pt x="17174" y="47848"/>
                  </a:lnTo>
                  <a:lnTo>
                    <a:pt x="17396" y="48132"/>
                  </a:lnTo>
                  <a:lnTo>
                    <a:pt x="14958" y="48605"/>
                  </a:lnTo>
                  <a:lnTo>
                    <a:pt x="13961" y="48321"/>
                  </a:lnTo>
                  <a:lnTo>
                    <a:pt x="13518" y="48605"/>
                  </a:lnTo>
                  <a:lnTo>
                    <a:pt x="13407" y="48888"/>
                  </a:lnTo>
                  <a:lnTo>
                    <a:pt x="13296" y="49361"/>
                  </a:lnTo>
                  <a:lnTo>
                    <a:pt x="13296" y="49550"/>
                  </a:lnTo>
                  <a:lnTo>
                    <a:pt x="13407" y="49739"/>
                  </a:lnTo>
                  <a:lnTo>
                    <a:pt x="13518" y="49739"/>
                  </a:lnTo>
                  <a:lnTo>
                    <a:pt x="13739" y="49645"/>
                  </a:lnTo>
                  <a:lnTo>
                    <a:pt x="13850" y="49456"/>
                  </a:lnTo>
                  <a:lnTo>
                    <a:pt x="13961" y="49361"/>
                  </a:lnTo>
                  <a:lnTo>
                    <a:pt x="14072" y="49361"/>
                  </a:lnTo>
                  <a:lnTo>
                    <a:pt x="14182" y="49361"/>
                  </a:lnTo>
                  <a:lnTo>
                    <a:pt x="14958" y="49739"/>
                  </a:lnTo>
                  <a:lnTo>
                    <a:pt x="14958" y="49929"/>
                  </a:lnTo>
                  <a:lnTo>
                    <a:pt x="15069" y="50307"/>
                  </a:lnTo>
                  <a:lnTo>
                    <a:pt x="15401" y="50591"/>
                  </a:lnTo>
                  <a:lnTo>
                    <a:pt x="16398" y="50969"/>
                  </a:lnTo>
                  <a:lnTo>
                    <a:pt x="16731" y="51442"/>
                  </a:lnTo>
                  <a:lnTo>
                    <a:pt x="16398" y="51725"/>
                  </a:lnTo>
                  <a:lnTo>
                    <a:pt x="16066" y="51820"/>
                  </a:lnTo>
                  <a:lnTo>
                    <a:pt x="15290" y="51442"/>
                  </a:lnTo>
                  <a:lnTo>
                    <a:pt x="14293" y="51347"/>
                  </a:lnTo>
                  <a:lnTo>
                    <a:pt x="14404" y="51631"/>
                  </a:lnTo>
                  <a:lnTo>
                    <a:pt x="15069" y="52198"/>
                  </a:lnTo>
                  <a:lnTo>
                    <a:pt x="14736" y="52482"/>
                  </a:lnTo>
                  <a:lnTo>
                    <a:pt x="12963" y="51536"/>
                  </a:lnTo>
                  <a:lnTo>
                    <a:pt x="10526" y="51252"/>
                  </a:lnTo>
                  <a:lnTo>
                    <a:pt x="8421" y="51914"/>
                  </a:lnTo>
                  <a:lnTo>
                    <a:pt x="7423" y="52955"/>
                  </a:lnTo>
                  <a:lnTo>
                    <a:pt x="6869" y="54089"/>
                  </a:lnTo>
                  <a:lnTo>
                    <a:pt x="7313" y="55508"/>
                  </a:lnTo>
                  <a:lnTo>
                    <a:pt x="8199" y="56264"/>
                  </a:lnTo>
                  <a:lnTo>
                    <a:pt x="11523" y="56737"/>
                  </a:lnTo>
                  <a:lnTo>
                    <a:pt x="11745" y="56832"/>
                  </a:lnTo>
                  <a:lnTo>
                    <a:pt x="12077" y="57210"/>
                  </a:lnTo>
                  <a:lnTo>
                    <a:pt x="12742" y="57399"/>
                  </a:lnTo>
                  <a:lnTo>
                    <a:pt x="12853" y="57399"/>
                  </a:lnTo>
                  <a:lnTo>
                    <a:pt x="13074" y="57304"/>
                  </a:lnTo>
                  <a:lnTo>
                    <a:pt x="13739" y="56737"/>
                  </a:lnTo>
                  <a:lnTo>
                    <a:pt x="13961" y="56548"/>
                  </a:lnTo>
                  <a:lnTo>
                    <a:pt x="14072" y="56737"/>
                  </a:lnTo>
                  <a:lnTo>
                    <a:pt x="14072" y="57021"/>
                  </a:lnTo>
                  <a:lnTo>
                    <a:pt x="13961" y="57210"/>
                  </a:lnTo>
                  <a:lnTo>
                    <a:pt x="15844" y="58061"/>
                  </a:lnTo>
                  <a:lnTo>
                    <a:pt x="16066" y="57966"/>
                  </a:lnTo>
                  <a:lnTo>
                    <a:pt x="16509" y="57683"/>
                  </a:lnTo>
                  <a:lnTo>
                    <a:pt x="16952" y="57115"/>
                  </a:lnTo>
                  <a:lnTo>
                    <a:pt x="17174" y="56737"/>
                  </a:lnTo>
                  <a:lnTo>
                    <a:pt x="17285" y="56075"/>
                  </a:lnTo>
                  <a:lnTo>
                    <a:pt x="16952" y="55791"/>
                  </a:lnTo>
                  <a:lnTo>
                    <a:pt x="15955" y="55508"/>
                  </a:lnTo>
                  <a:lnTo>
                    <a:pt x="15844" y="55319"/>
                  </a:lnTo>
                  <a:lnTo>
                    <a:pt x="15844" y="55035"/>
                  </a:lnTo>
                  <a:lnTo>
                    <a:pt x="15955" y="54657"/>
                  </a:lnTo>
                  <a:lnTo>
                    <a:pt x="16177" y="54562"/>
                  </a:lnTo>
                  <a:lnTo>
                    <a:pt x="16620" y="54562"/>
                  </a:lnTo>
                  <a:lnTo>
                    <a:pt x="17174" y="54278"/>
                  </a:lnTo>
                  <a:lnTo>
                    <a:pt x="17063" y="54184"/>
                  </a:lnTo>
                  <a:lnTo>
                    <a:pt x="17063" y="54089"/>
                  </a:lnTo>
                  <a:lnTo>
                    <a:pt x="17174" y="53995"/>
                  </a:lnTo>
                  <a:lnTo>
                    <a:pt x="17174" y="53900"/>
                  </a:lnTo>
                  <a:lnTo>
                    <a:pt x="17396" y="53995"/>
                  </a:lnTo>
                  <a:lnTo>
                    <a:pt x="17728" y="54278"/>
                  </a:lnTo>
                  <a:lnTo>
                    <a:pt x="18171" y="54657"/>
                  </a:lnTo>
                  <a:lnTo>
                    <a:pt x="18171" y="55224"/>
                  </a:lnTo>
                  <a:lnTo>
                    <a:pt x="18060" y="55319"/>
                  </a:lnTo>
                  <a:lnTo>
                    <a:pt x="17839" y="55319"/>
                  </a:lnTo>
                  <a:lnTo>
                    <a:pt x="17617" y="55602"/>
                  </a:lnTo>
                  <a:lnTo>
                    <a:pt x="18725" y="55791"/>
                  </a:lnTo>
                  <a:lnTo>
                    <a:pt x="18836" y="55981"/>
                  </a:lnTo>
                  <a:lnTo>
                    <a:pt x="18725" y="56264"/>
                  </a:lnTo>
                  <a:lnTo>
                    <a:pt x="18282" y="56737"/>
                  </a:lnTo>
                  <a:lnTo>
                    <a:pt x="17839" y="57399"/>
                  </a:lnTo>
                  <a:lnTo>
                    <a:pt x="17728" y="57777"/>
                  </a:lnTo>
                  <a:lnTo>
                    <a:pt x="17728" y="57966"/>
                  </a:lnTo>
                  <a:lnTo>
                    <a:pt x="18060" y="58061"/>
                  </a:lnTo>
                  <a:lnTo>
                    <a:pt x="18282" y="58061"/>
                  </a:lnTo>
                  <a:lnTo>
                    <a:pt x="19501" y="57777"/>
                  </a:lnTo>
                  <a:lnTo>
                    <a:pt x="20277" y="58061"/>
                  </a:lnTo>
                  <a:lnTo>
                    <a:pt x="20498" y="58061"/>
                  </a:lnTo>
                  <a:lnTo>
                    <a:pt x="21052" y="57872"/>
                  </a:lnTo>
                  <a:lnTo>
                    <a:pt x="21606" y="57872"/>
                  </a:lnTo>
                  <a:lnTo>
                    <a:pt x="22160" y="57683"/>
                  </a:lnTo>
                  <a:lnTo>
                    <a:pt x="22493" y="57399"/>
                  </a:lnTo>
                  <a:lnTo>
                    <a:pt x="22825" y="57304"/>
                  </a:lnTo>
                  <a:lnTo>
                    <a:pt x="24376" y="57966"/>
                  </a:lnTo>
                  <a:lnTo>
                    <a:pt x="25706" y="58061"/>
                  </a:lnTo>
                  <a:lnTo>
                    <a:pt x="27036" y="57683"/>
                  </a:lnTo>
                  <a:lnTo>
                    <a:pt x="28254" y="57872"/>
                  </a:lnTo>
                  <a:lnTo>
                    <a:pt x="29584" y="57304"/>
                  </a:lnTo>
                  <a:lnTo>
                    <a:pt x="34570" y="57494"/>
                  </a:lnTo>
                  <a:lnTo>
                    <a:pt x="35124" y="57304"/>
                  </a:lnTo>
                  <a:lnTo>
                    <a:pt x="36343" y="57399"/>
                  </a:lnTo>
                  <a:lnTo>
                    <a:pt x="37340" y="57115"/>
                  </a:lnTo>
                  <a:lnTo>
                    <a:pt x="38670" y="57210"/>
                  </a:lnTo>
                  <a:lnTo>
                    <a:pt x="39556" y="56832"/>
                  </a:lnTo>
                  <a:lnTo>
                    <a:pt x="42326" y="57115"/>
                  </a:lnTo>
                  <a:lnTo>
                    <a:pt x="44210" y="58061"/>
                  </a:lnTo>
                  <a:lnTo>
                    <a:pt x="43988" y="58250"/>
                  </a:lnTo>
                  <a:lnTo>
                    <a:pt x="42548" y="58439"/>
                  </a:lnTo>
                  <a:lnTo>
                    <a:pt x="42548" y="58723"/>
                  </a:lnTo>
                  <a:lnTo>
                    <a:pt x="43213" y="59290"/>
                  </a:lnTo>
                  <a:lnTo>
                    <a:pt x="43878" y="59763"/>
                  </a:lnTo>
                  <a:lnTo>
                    <a:pt x="45761" y="59763"/>
                  </a:lnTo>
                  <a:lnTo>
                    <a:pt x="48531" y="58912"/>
                  </a:lnTo>
                  <a:lnTo>
                    <a:pt x="49085" y="59385"/>
                  </a:lnTo>
                  <a:lnTo>
                    <a:pt x="47756" y="59858"/>
                  </a:lnTo>
                  <a:lnTo>
                    <a:pt x="46759" y="60425"/>
                  </a:lnTo>
                  <a:lnTo>
                    <a:pt x="45207" y="60425"/>
                  </a:lnTo>
                  <a:lnTo>
                    <a:pt x="44653" y="60520"/>
                  </a:lnTo>
                  <a:lnTo>
                    <a:pt x="44210" y="60803"/>
                  </a:lnTo>
                  <a:lnTo>
                    <a:pt x="43656" y="60898"/>
                  </a:lnTo>
                  <a:lnTo>
                    <a:pt x="42880" y="60236"/>
                  </a:lnTo>
                  <a:lnTo>
                    <a:pt x="42105" y="59952"/>
                  </a:lnTo>
                  <a:lnTo>
                    <a:pt x="41772" y="59385"/>
                  </a:lnTo>
                  <a:lnTo>
                    <a:pt x="41994" y="59290"/>
                  </a:lnTo>
                  <a:lnTo>
                    <a:pt x="41662" y="59007"/>
                  </a:lnTo>
                  <a:lnTo>
                    <a:pt x="40110" y="59101"/>
                  </a:lnTo>
                  <a:lnTo>
                    <a:pt x="39889" y="59101"/>
                  </a:lnTo>
                  <a:lnTo>
                    <a:pt x="39889" y="58723"/>
                  </a:lnTo>
                  <a:lnTo>
                    <a:pt x="40221" y="58250"/>
                  </a:lnTo>
                  <a:lnTo>
                    <a:pt x="35678" y="59669"/>
                  </a:lnTo>
                  <a:lnTo>
                    <a:pt x="33795" y="59290"/>
                  </a:lnTo>
                  <a:lnTo>
                    <a:pt x="33462" y="59574"/>
                  </a:lnTo>
                  <a:lnTo>
                    <a:pt x="33462" y="59858"/>
                  </a:lnTo>
                  <a:lnTo>
                    <a:pt x="35124" y="60425"/>
                  </a:lnTo>
                  <a:lnTo>
                    <a:pt x="36897" y="61654"/>
                  </a:lnTo>
                  <a:lnTo>
                    <a:pt x="38448" y="61938"/>
                  </a:lnTo>
                  <a:lnTo>
                    <a:pt x="39113" y="62316"/>
                  </a:lnTo>
                  <a:lnTo>
                    <a:pt x="38448" y="62789"/>
                  </a:lnTo>
                  <a:lnTo>
                    <a:pt x="34792" y="62316"/>
                  </a:lnTo>
                  <a:lnTo>
                    <a:pt x="34016" y="62600"/>
                  </a:lnTo>
                  <a:lnTo>
                    <a:pt x="33573" y="62695"/>
                  </a:lnTo>
                  <a:lnTo>
                    <a:pt x="33351" y="62600"/>
                  </a:lnTo>
                  <a:lnTo>
                    <a:pt x="33019" y="62316"/>
                  </a:lnTo>
                  <a:lnTo>
                    <a:pt x="34459" y="62033"/>
                  </a:lnTo>
                  <a:lnTo>
                    <a:pt x="34127" y="61749"/>
                  </a:lnTo>
                  <a:lnTo>
                    <a:pt x="31911" y="61749"/>
                  </a:lnTo>
                  <a:lnTo>
                    <a:pt x="31357" y="62033"/>
                  </a:lnTo>
                  <a:lnTo>
                    <a:pt x="24265" y="62695"/>
                  </a:lnTo>
                  <a:lnTo>
                    <a:pt x="23711" y="63356"/>
                  </a:lnTo>
                  <a:lnTo>
                    <a:pt x="23822" y="63356"/>
                  </a:lnTo>
                  <a:lnTo>
                    <a:pt x="23822" y="63546"/>
                  </a:lnTo>
                  <a:lnTo>
                    <a:pt x="23933" y="63546"/>
                  </a:lnTo>
                  <a:lnTo>
                    <a:pt x="23268" y="63924"/>
                  </a:lnTo>
                  <a:lnTo>
                    <a:pt x="22603" y="64208"/>
                  </a:lnTo>
                  <a:lnTo>
                    <a:pt x="20055" y="63546"/>
                  </a:lnTo>
                  <a:lnTo>
                    <a:pt x="14736" y="64397"/>
                  </a:lnTo>
                  <a:lnTo>
                    <a:pt x="10415" y="63924"/>
                  </a:lnTo>
                  <a:lnTo>
                    <a:pt x="997" y="67139"/>
                  </a:lnTo>
                  <a:lnTo>
                    <a:pt x="221" y="67990"/>
                  </a:lnTo>
                  <a:lnTo>
                    <a:pt x="110" y="68557"/>
                  </a:lnTo>
                  <a:lnTo>
                    <a:pt x="443" y="71016"/>
                  </a:lnTo>
                  <a:lnTo>
                    <a:pt x="775" y="72056"/>
                  </a:lnTo>
                  <a:lnTo>
                    <a:pt x="1440" y="73569"/>
                  </a:lnTo>
                  <a:lnTo>
                    <a:pt x="4432" y="77446"/>
                  </a:lnTo>
                  <a:lnTo>
                    <a:pt x="5207" y="77825"/>
                  </a:lnTo>
                  <a:lnTo>
                    <a:pt x="5540" y="78297"/>
                  </a:lnTo>
                  <a:lnTo>
                    <a:pt x="5872" y="78865"/>
                  </a:lnTo>
                  <a:lnTo>
                    <a:pt x="6094" y="79527"/>
                  </a:lnTo>
                  <a:lnTo>
                    <a:pt x="5318" y="80567"/>
                  </a:lnTo>
                  <a:lnTo>
                    <a:pt x="5429" y="81513"/>
                  </a:lnTo>
                  <a:lnTo>
                    <a:pt x="6648" y="82742"/>
                  </a:lnTo>
                  <a:lnTo>
                    <a:pt x="6980" y="83026"/>
                  </a:lnTo>
                  <a:lnTo>
                    <a:pt x="7313" y="83026"/>
                  </a:lnTo>
                  <a:lnTo>
                    <a:pt x="7534" y="83026"/>
                  </a:lnTo>
                  <a:lnTo>
                    <a:pt x="7534" y="82931"/>
                  </a:lnTo>
                  <a:lnTo>
                    <a:pt x="7645" y="82647"/>
                  </a:lnTo>
                  <a:lnTo>
                    <a:pt x="7645" y="82553"/>
                  </a:lnTo>
                  <a:lnTo>
                    <a:pt x="7756" y="82553"/>
                  </a:lnTo>
                  <a:lnTo>
                    <a:pt x="9639" y="82647"/>
                  </a:lnTo>
                  <a:lnTo>
                    <a:pt x="9972" y="83026"/>
                  </a:lnTo>
                  <a:lnTo>
                    <a:pt x="9750" y="83215"/>
                  </a:lnTo>
                  <a:lnTo>
                    <a:pt x="9972" y="83593"/>
                  </a:lnTo>
                  <a:lnTo>
                    <a:pt x="11301" y="83309"/>
                  </a:lnTo>
                  <a:lnTo>
                    <a:pt x="14404" y="84539"/>
                  </a:lnTo>
                  <a:lnTo>
                    <a:pt x="18504" y="85200"/>
                  </a:lnTo>
                  <a:lnTo>
                    <a:pt x="18947" y="85106"/>
                  </a:lnTo>
                  <a:lnTo>
                    <a:pt x="20055" y="84539"/>
                  </a:lnTo>
                  <a:lnTo>
                    <a:pt x="24819" y="85295"/>
                  </a:lnTo>
                  <a:lnTo>
                    <a:pt x="25263" y="85673"/>
                  </a:lnTo>
                  <a:lnTo>
                    <a:pt x="25484" y="86146"/>
                  </a:lnTo>
                  <a:lnTo>
                    <a:pt x="24930" y="86146"/>
                  </a:lnTo>
                  <a:lnTo>
                    <a:pt x="24819" y="86430"/>
                  </a:lnTo>
                  <a:lnTo>
                    <a:pt x="25041" y="86808"/>
                  </a:lnTo>
                  <a:lnTo>
                    <a:pt x="26814" y="87848"/>
                  </a:lnTo>
                  <a:lnTo>
                    <a:pt x="31135" y="87754"/>
                  </a:lnTo>
                  <a:lnTo>
                    <a:pt x="32797" y="88888"/>
                  </a:lnTo>
                  <a:lnTo>
                    <a:pt x="33019" y="88983"/>
                  </a:lnTo>
                  <a:lnTo>
                    <a:pt x="33351" y="88888"/>
                  </a:lnTo>
                  <a:lnTo>
                    <a:pt x="33905" y="88605"/>
                  </a:lnTo>
                  <a:lnTo>
                    <a:pt x="34127" y="88510"/>
                  </a:lnTo>
                  <a:lnTo>
                    <a:pt x="37673" y="88794"/>
                  </a:lnTo>
                  <a:lnTo>
                    <a:pt x="40221" y="89456"/>
                  </a:lnTo>
                  <a:lnTo>
                    <a:pt x="42659" y="89078"/>
                  </a:lnTo>
                  <a:lnTo>
                    <a:pt x="47756" y="89456"/>
                  </a:lnTo>
                  <a:lnTo>
                    <a:pt x="49639" y="88510"/>
                  </a:lnTo>
                  <a:lnTo>
                    <a:pt x="50304" y="88321"/>
                  </a:lnTo>
                  <a:lnTo>
                    <a:pt x="52299" y="89267"/>
                  </a:lnTo>
                  <a:lnTo>
                    <a:pt x="52853" y="89267"/>
                  </a:lnTo>
                  <a:lnTo>
                    <a:pt x="54626" y="88321"/>
                  </a:lnTo>
                  <a:lnTo>
                    <a:pt x="55290" y="88226"/>
                  </a:lnTo>
                  <a:lnTo>
                    <a:pt x="58725" y="89645"/>
                  </a:lnTo>
                  <a:lnTo>
                    <a:pt x="58947" y="90118"/>
                  </a:lnTo>
                  <a:lnTo>
                    <a:pt x="59501" y="90591"/>
                  </a:lnTo>
                  <a:lnTo>
                    <a:pt x="59944" y="91252"/>
                  </a:lnTo>
                  <a:lnTo>
                    <a:pt x="60277" y="91536"/>
                  </a:lnTo>
                  <a:lnTo>
                    <a:pt x="60941" y="91063"/>
                  </a:lnTo>
                  <a:lnTo>
                    <a:pt x="61052" y="90969"/>
                  </a:lnTo>
                  <a:lnTo>
                    <a:pt x="61052" y="90780"/>
                  </a:lnTo>
                  <a:lnTo>
                    <a:pt x="61163" y="90591"/>
                  </a:lnTo>
                  <a:lnTo>
                    <a:pt x="61274" y="90401"/>
                  </a:lnTo>
                  <a:lnTo>
                    <a:pt x="61385" y="90401"/>
                  </a:lnTo>
                  <a:lnTo>
                    <a:pt x="61606" y="90496"/>
                  </a:lnTo>
                  <a:lnTo>
                    <a:pt x="62382" y="91536"/>
                  </a:lnTo>
                  <a:lnTo>
                    <a:pt x="63047" y="91820"/>
                  </a:lnTo>
                  <a:lnTo>
                    <a:pt x="65152" y="92198"/>
                  </a:lnTo>
                  <a:lnTo>
                    <a:pt x="65041" y="92387"/>
                  </a:lnTo>
                  <a:lnTo>
                    <a:pt x="64930" y="92671"/>
                  </a:lnTo>
                  <a:lnTo>
                    <a:pt x="64930" y="93144"/>
                  </a:lnTo>
                  <a:lnTo>
                    <a:pt x="65041" y="93427"/>
                  </a:lnTo>
                  <a:lnTo>
                    <a:pt x="65152" y="93522"/>
                  </a:lnTo>
                  <a:lnTo>
                    <a:pt x="65927" y="93333"/>
                  </a:lnTo>
                  <a:lnTo>
                    <a:pt x="66260" y="93333"/>
                  </a:lnTo>
                  <a:lnTo>
                    <a:pt x="66371" y="93617"/>
                  </a:lnTo>
                  <a:lnTo>
                    <a:pt x="66592" y="94373"/>
                  </a:lnTo>
                  <a:lnTo>
                    <a:pt x="68254" y="95413"/>
                  </a:lnTo>
                  <a:lnTo>
                    <a:pt x="68476" y="96170"/>
                  </a:lnTo>
                  <a:lnTo>
                    <a:pt x="68808" y="96264"/>
                  </a:lnTo>
                  <a:lnTo>
                    <a:pt x="69362" y="95413"/>
                  </a:lnTo>
                  <a:lnTo>
                    <a:pt x="69695" y="95319"/>
                  </a:lnTo>
                  <a:lnTo>
                    <a:pt x="70914" y="95697"/>
                  </a:lnTo>
                  <a:lnTo>
                    <a:pt x="71468" y="96075"/>
                  </a:lnTo>
                  <a:lnTo>
                    <a:pt x="71911" y="96453"/>
                  </a:lnTo>
                  <a:lnTo>
                    <a:pt x="72465" y="97399"/>
                  </a:lnTo>
                  <a:lnTo>
                    <a:pt x="73019" y="97683"/>
                  </a:lnTo>
                  <a:lnTo>
                    <a:pt x="73240" y="97872"/>
                  </a:lnTo>
                  <a:lnTo>
                    <a:pt x="73573" y="97683"/>
                  </a:lnTo>
                  <a:lnTo>
                    <a:pt x="74016" y="97304"/>
                  </a:lnTo>
                  <a:lnTo>
                    <a:pt x="74238" y="97304"/>
                  </a:lnTo>
                  <a:lnTo>
                    <a:pt x="74459" y="97399"/>
                  </a:lnTo>
                  <a:lnTo>
                    <a:pt x="74459" y="97683"/>
                  </a:lnTo>
                  <a:lnTo>
                    <a:pt x="74459" y="98061"/>
                  </a:lnTo>
                  <a:lnTo>
                    <a:pt x="74681" y="98250"/>
                  </a:lnTo>
                  <a:lnTo>
                    <a:pt x="74903" y="98250"/>
                  </a:lnTo>
                  <a:lnTo>
                    <a:pt x="75457" y="97966"/>
                  </a:lnTo>
                  <a:lnTo>
                    <a:pt x="75900" y="98061"/>
                  </a:lnTo>
                  <a:lnTo>
                    <a:pt x="76343" y="98723"/>
                  </a:lnTo>
                  <a:lnTo>
                    <a:pt x="76565" y="98817"/>
                  </a:lnTo>
                  <a:lnTo>
                    <a:pt x="77451" y="98912"/>
                  </a:lnTo>
                  <a:lnTo>
                    <a:pt x="77894" y="99007"/>
                  </a:lnTo>
                  <a:lnTo>
                    <a:pt x="78116" y="99290"/>
                  </a:lnTo>
                  <a:lnTo>
                    <a:pt x="78337" y="99858"/>
                  </a:lnTo>
                  <a:lnTo>
                    <a:pt x="78559" y="101087"/>
                  </a:lnTo>
                  <a:lnTo>
                    <a:pt x="78559" y="101276"/>
                  </a:lnTo>
                  <a:lnTo>
                    <a:pt x="78448" y="101938"/>
                  </a:lnTo>
                  <a:lnTo>
                    <a:pt x="78448" y="102127"/>
                  </a:lnTo>
                  <a:lnTo>
                    <a:pt x="78559" y="102316"/>
                  </a:lnTo>
                  <a:lnTo>
                    <a:pt x="79113" y="102884"/>
                  </a:lnTo>
                  <a:lnTo>
                    <a:pt x="79445" y="103451"/>
                  </a:lnTo>
                  <a:lnTo>
                    <a:pt x="79667" y="103640"/>
                  </a:lnTo>
                  <a:lnTo>
                    <a:pt x="80775" y="104018"/>
                  </a:lnTo>
                  <a:lnTo>
                    <a:pt x="81551" y="104680"/>
                  </a:lnTo>
                  <a:lnTo>
                    <a:pt x="84875" y="104869"/>
                  </a:lnTo>
                  <a:lnTo>
                    <a:pt x="85650" y="105153"/>
                  </a:lnTo>
                  <a:lnTo>
                    <a:pt x="85872" y="105910"/>
                  </a:lnTo>
                  <a:lnTo>
                    <a:pt x="85318" y="106099"/>
                  </a:lnTo>
                  <a:lnTo>
                    <a:pt x="84653" y="106288"/>
                  </a:lnTo>
                  <a:lnTo>
                    <a:pt x="84210" y="106382"/>
                  </a:lnTo>
                  <a:lnTo>
                    <a:pt x="84542" y="106950"/>
                  </a:lnTo>
                  <a:lnTo>
                    <a:pt x="85761" y="106950"/>
                  </a:lnTo>
                  <a:lnTo>
                    <a:pt x="86094" y="107423"/>
                  </a:lnTo>
                  <a:lnTo>
                    <a:pt x="85761" y="107612"/>
                  </a:lnTo>
                  <a:lnTo>
                    <a:pt x="84875" y="107801"/>
                  </a:lnTo>
                  <a:lnTo>
                    <a:pt x="84542" y="107801"/>
                  </a:lnTo>
                  <a:lnTo>
                    <a:pt x="83434" y="107328"/>
                  </a:lnTo>
                  <a:lnTo>
                    <a:pt x="82216" y="107801"/>
                  </a:lnTo>
                  <a:lnTo>
                    <a:pt x="80554" y="107234"/>
                  </a:lnTo>
                  <a:lnTo>
                    <a:pt x="79224" y="107328"/>
                  </a:lnTo>
                  <a:lnTo>
                    <a:pt x="75124" y="105153"/>
                  </a:lnTo>
                  <a:lnTo>
                    <a:pt x="74349" y="105531"/>
                  </a:lnTo>
                  <a:lnTo>
                    <a:pt x="74792" y="106004"/>
                  </a:lnTo>
                  <a:lnTo>
                    <a:pt x="76454" y="106477"/>
                  </a:lnTo>
                  <a:lnTo>
                    <a:pt x="76011" y="106761"/>
                  </a:lnTo>
                  <a:lnTo>
                    <a:pt x="73684" y="106477"/>
                  </a:lnTo>
                  <a:lnTo>
                    <a:pt x="73130" y="106572"/>
                  </a:lnTo>
                  <a:lnTo>
                    <a:pt x="72797" y="106855"/>
                  </a:lnTo>
                  <a:lnTo>
                    <a:pt x="73351" y="107234"/>
                  </a:lnTo>
                  <a:lnTo>
                    <a:pt x="73351" y="107423"/>
                  </a:lnTo>
                  <a:lnTo>
                    <a:pt x="73130" y="107423"/>
                  </a:lnTo>
                  <a:lnTo>
                    <a:pt x="72576" y="107517"/>
                  </a:lnTo>
                  <a:lnTo>
                    <a:pt x="72243" y="107423"/>
                  </a:lnTo>
                  <a:lnTo>
                    <a:pt x="71911" y="107139"/>
                  </a:lnTo>
                  <a:lnTo>
                    <a:pt x="71800" y="106950"/>
                  </a:lnTo>
                  <a:lnTo>
                    <a:pt x="70914" y="106761"/>
                  </a:lnTo>
                  <a:lnTo>
                    <a:pt x="70470" y="106855"/>
                  </a:lnTo>
                  <a:lnTo>
                    <a:pt x="69916" y="107423"/>
                  </a:lnTo>
                  <a:lnTo>
                    <a:pt x="70581" y="107706"/>
                  </a:lnTo>
                  <a:lnTo>
                    <a:pt x="70692" y="108085"/>
                  </a:lnTo>
                  <a:lnTo>
                    <a:pt x="70249" y="108179"/>
                  </a:lnTo>
                  <a:lnTo>
                    <a:pt x="69806" y="108179"/>
                  </a:lnTo>
                  <a:lnTo>
                    <a:pt x="66703" y="106572"/>
                  </a:lnTo>
                  <a:lnTo>
                    <a:pt x="66371" y="106099"/>
                  </a:lnTo>
                  <a:lnTo>
                    <a:pt x="65041" y="105626"/>
                  </a:lnTo>
                  <a:lnTo>
                    <a:pt x="64598" y="105626"/>
                  </a:lnTo>
                  <a:lnTo>
                    <a:pt x="64819" y="105721"/>
                  </a:lnTo>
                  <a:lnTo>
                    <a:pt x="64930" y="106099"/>
                  </a:lnTo>
                  <a:lnTo>
                    <a:pt x="64487" y="106288"/>
                  </a:lnTo>
                  <a:lnTo>
                    <a:pt x="61717" y="104869"/>
                  </a:lnTo>
                  <a:lnTo>
                    <a:pt x="58393" y="103546"/>
                  </a:lnTo>
                  <a:lnTo>
                    <a:pt x="55844" y="103829"/>
                  </a:lnTo>
                  <a:lnTo>
                    <a:pt x="50747" y="102316"/>
                  </a:lnTo>
                  <a:lnTo>
                    <a:pt x="48975" y="100898"/>
                  </a:lnTo>
                  <a:lnTo>
                    <a:pt x="44653" y="100141"/>
                  </a:lnTo>
                  <a:lnTo>
                    <a:pt x="40997" y="100330"/>
                  </a:lnTo>
                  <a:lnTo>
                    <a:pt x="37008" y="100047"/>
                  </a:lnTo>
                  <a:lnTo>
                    <a:pt x="34459" y="100047"/>
                  </a:lnTo>
                  <a:lnTo>
                    <a:pt x="28698" y="99669"/>
                  </a:lnTo>
                  <a:lnTo>
                    <a:pt x="23157" y="99479"/>
                  </a:lnTo>
                  <a:lnTo>
                    <a:pt x="16066" y="100047"/>
                  </a:lnTo>
                  <a:lnTo>
                    <a:pt x="12742" y="100047"/>
                  </a:lnTo>
                  <a:lnTo>
                    <a:pt x="9639" y="99952"/>
                  </a:lnTo>
                  <a:lnTo>
                    <a:pt x="6094" y="100425"/>
                  </a:lnTo>
                  <a:lnTo>
                    <a:pt x="4321" y="101371"/>
                  </a:lnTo>
                  <a:lnTo>
                    <a:pt x="3324" y="101560"/>
                  </a:lnTo>
                  <a:lnTo>
                    <a:pt x="2880" y="101843"/>
                  </a:lnTo>
                  <a:lnTo>
                    <a:pt x="2216" y="102316"/>
                  </a:lnTo>
                  <a:lnTo>
                    <a:pt x="1551" y="103167"/>
                  </a:lnTo>
                  <a:lnTo>
                    <a:pt x="1883" y="104018"/>
                  </a:lnTo>
                  <a:lnTo>
                    <a:pt x="1994" y="104586"/>
                  </a:lnTo>
                  <a:lnTo>
                    <a:pt x="1883" y="105721"/>
                  </a:lnTo>
                  <a:lnTo>
                    <a:pt x="1883" y="107423"/>
                  </a:lnTo>
                  <a:lnTo>
                    <a:pt x="1994" y="108747"/>
                  </a:lnTo>
                  <a:lnTo>
                    <a:pt x="1883" y="109314"/>
                  </a:lnTo>
                  <a:lnTo>
                    <a:pt x="1883" y="109692"/>
                  </a:lnTo>
                  <a:lnTo>
                    <a:pt x="1772" y="110354"/>
                  </a:lnTo>
                  <a:lnTo>
                    <a:pt x="1772" y="111016"/>
                  </a:lnTo>
                  <a:lnTo>
                    <a:pt x="1883" y="111300"/>
                  </a:lnTo>
                  <a:lnTo>
                    <a:pt x="2105" y="111489"/>
                  </a:lnTo>
                  <a:lnTo>
                    <a:pt x="2880" y="112340"/>
                  </a:lnTo>
                  <a:lnTo>
                    <a:pt x="3102" y="113380"/>
                  </a:lnTo>
                  <a:lnTo>
                    <a:pt x="3545" y="113853"/>
                  </a:lnTo>
                  <a:lnTo>
                    <a:pt x="4653" y="114326"/>
                  </a:lnTo>
                  <a:lnTo>
                    <a:pt x="5207" y="115082"/>
                  </a:lnTo>
                  <a:lnTo>
                    <a:pt x="5761" y="115366"/>
                  </a:lnTo>
                  <a:lnTo>
                    <a:pt x="5872" y="115744"/>
                  </a:lnTo>
                  <a:lnTo>
                    <a:pt x="5761" y="115933"/>
                  </a:lnTo>
                  <a:lnTo>
                    <a:pt x="5872" y="115933"/>
                  </a:lnTo>
                  <a:lnTo>
                    <a:pt x="6204" y="116217"/>
                  </a:lnTo>
                  <a:lnTo>
                    <a:pt x="6537" y="116501"/>
                  </a:lnTo>
                  <a:lnTo>
                    <a:pt x="6759" y="116595"/>
                  </a:lnTo>
                  <a:lnTo>
                    <a:pt x="7202" y="116690"/>
                  </a:lnTo>
                  <a:lnTo>
                    <a:pt x="7534" y="116690"/>
                  </a:lnTo>
                  <a:lnTo>
                    <a:pt x="7867" y="116784"/>
                  </a:lnTo>
                  <a:lnTo>
                    <a:pt x="8421" y="116879"/>
                  </a:lnTo>
                  <a:lnTo>
                    <a:pt x="8753" y="117068"/>
                  </a:lnTo>
                  <a:lnTo>
                    <a:pt x="8531" y="116217"/>
                  </a:lnTo>
                  <a:lnTo>
                    <a:pt x="8310" y="115555"/>
                  </a:lnTo>
                  <a:lnTo>
                    <a:pt x="7867" y="114893"/>
                  </a:lnTo>
                  <a:lnTo>
                    <a:pt x="7534" y="114231"/>
                  </a:lnTo>
                  <a:lnTo>
                    <a:pt x="6980" y="113002"/>
                  </a:lnTo>
                  <a:lnTo>
                    <a:pt x="6426" y="111678"/>
                  </a:lnTo>
                  <a:lnTo>
                    <a:pt x="5872" y="110449"/>
                  </a:lnTo>
                  <a:lnTo>
                    <a:pt x="5429" y="109219"/>
                  </a:lnTo>
                  <a:lnTo>
                    <a:pt x="5207" y="108841"/>
                  </a:lnTo>
                  <a:lnTo>
                    <a:pt x="5096" y="108463"/>
                  </a:lnTo>
                  <a:lnTo>
                    <a:pt x="4764" y="108085"/>
                  </a:lnTo>
                  <a:lnTo>
                    <a:pt x="4653" y="107612"/>
                  </a:lnTo>
                  <a:lnTo>
                    <a:pt x="4542" y="107328"/>
                  </a:lnTo>
                  <a:lnTo>
                    <a:pt x="4764" y="106572"/>
                  </a:lnTo>
                  <a:lnTo>
                    <a:pt x="5318" y="105342"/>
                  </a:lnTo>
                  <a:lnTo>
                    <a:pt x="5650" y="104680"/>
                  </a:lnTo>
                  <a:lnTo>
                    <a:pt x="6094" y="103640"/>
                  </a:lnTo>
                  <a:lnTo>
                    <a:pt x="7423" y="103924"/>
                  </a:lnTo>
                  <a:lnTo>
                    <a:pt x="8199" y="104113"/>
                  </a:lnTo>
                  <a:lnTo>
                    <a:pt x="9972" y="104586"/>
                  </a:lnTo>
                  <a:lnTo>
                    <a:pt x="11855" y="104869"/>
                  </a:lnTo>
                  <a:lnTo>
                    <a:pt x="13739" y="105342"/>
                  </a:lnTo>
                  <a:lnTo>
                    <a:pt x="21606" y="106761"/>
                  </a:lnTo>
                  <a:lnTo>
                    <a:pt x="29473" y="108274"/>
                  </a:lnTo>
                  <a:lnTo>
                    <a:pt x="37340" y="109692"/>
                  </a:lnTo>
                  <a:lnTo>
                    <a:pt x="45318" y="111111"/>
                  </a:lnTo>
                  <a:lnTo>
                    <a:pt x="52077" y="112245"/>
                  </a:lnTo>
                  <a:lnTo>
                    <a:pt x="55512" y="112813"/>
                  </a:lnTo>
                  <a:lnTo>
                    <a:pt x="58947" y="113286"/>
                  </a:lnTo>
                  <a:lnTo>
                    <a:pt x="59944" y="113475"/>
                  </a:lnTo>
                  <a:lnTo>
                    <a:pt x="60941" y="113569"/>
                  </a:lnTo>
                  <a:lnTo>
                    <a:pt x="61939" y="113758"/>
                  </a:lnTo>
                  <a:lnTo>
                    <a:pt x="62936" y="113947"/>
                  </a:lnTo>
                  <a:lnTo>
                    <a:pt x="63157" y="113947"/>
                  </a:lnTo>
                  <a:lnTo>
                    <a:pt x="63379" y="114042"/>
                  </a:lnTo>
                  <a:lnTo>
                    <a:pt x="63490" y="114042"/>
                  </a:lnTo>
                  <a:lnTo>
                    <a:pt x="63822" y="114042"/>
                  </a:lnTo>
                  <a:lnTo>
                    <a:pt x="64044" y="114137"/>
                  </a:lnTo>
                  <a:lnTo>
                    <a:pt x="64044" y="114420"/>
                  </a:lnTo>
                  <a:lnTo>
                    <a:pt x="63933" y="114893"/>
                  </a:lnTo>
                  <a:lnTo>
                    <a:pt x="63711" y="115555"/>
                  </a:lnTo>
                  <a:lnTo>
                    <a:pt x="63379" y="116501"/>
                  </a:lnTo>
                  <a:lnTo>
                    <a:pt x="63268" y="117257"/>
                  </a:lnTo>
                  <a:lnTo>
                    <a:pt x="63047" y="118108"/>
                  </a:lnTo>
                  <a:lnTo>
                    <a:pt x="62825" y="119054"/>
                  </a:lnTo>
                  <a:lnTo>
                    <a:pt x="62714" y="119527"/>
                  </a:lnTo>
                  <a:lnTo>
                    <a:pt x="62825" y="119621"/>
                  </a:lnTo>
                  <a:lnTo>
                    <a:pt x="62936" y="119621"/>
                  </a:lnTo>
                  <a:lnTo>
                    <a:pt x="63157" y="119621"/>
                  </a:lnTo>
                  <a:lnTo>
                    <a:pt x="63822" y="119716"/>
                  </a:lnTo>
                  <a:lnTo>
                    <a:pt x="64487" y="119810"/>
                  </a:lnTo>
                  <a:lnTo>
                    <a:pt x="65263" y="119905"/>
                  </a:lnTo>
                  <a:lnTo>
                    <a:pt x="65927" y="120000"/>
                  </a:lnTo>
                  <a:lnTo>
                    <a:pt x="66149" y="119338"/>
                  </a:lnTo>
                  <a:lnTo>
                    <a:pt x="66371" y="119338"/>
                  </a:lnTo>
                  <a:lnTo>
                    <a:pt x="66703" y="119527"/>
                  </a:lnTo>
                  <a:lnTo>
                    <a:pt x="67146" y="119716"/>
                  </a:lnTo>
                  <a:lnTo>
                    <a:pt x="67479" y="119716"/>
                  </a:lnTo>
                  <a:lnTo>
                    <a:pt x="67811" y="119810"/>
                  </a:lnTo>
                  <a:lnTo>
                    <a:pt x="68254" y="119810"/>
                  </a:lnTo>
                  <a:lnTo>
                    <a:pt x="68587" y="119905"/>
                  </a:lnTo>
                  <a:lnTo>
                    <a:pt x="68808" y="119905"/>
                  </a:lnTo>
                  <a:lnTo>
                    <a:pt x="69141" y="119716"/>
                  </a:lnTo>
                  <a:lnTo>
                    <a:pt x="69252" y="119621"/>
                  </a:lnTo>
                  <a:lnTo>
                    <a:pt x="69473" y="119527"/>
                  </a:lnTo>
                  <a:lnTo>
                    <a:pt x="69695" y="119432"/>
                  </a:lnTo>
                  <a:lnTo>
                    <a:pt x="69806" y="119148"/>
                  </a:lnTo>
                  <a:lnTo>
                    <a:pt x="69806" y="118959"/>
                  </a:lnTo>
                  <a:lnTo>
                    <a:pt x="69695" y="118770"/>
                  </a:lnTo>
                  <a:lnTo>
                    <a:pt x="69473" y="118486"/>
                  </a:lnTo>
                  <a:lnTo>
                    <a:pt x="69252" y="118486"/>
                  </a:lnTo>
                  <a:lnTo>
                    <a:pt x="68919" y="118486"/>
                  </a:lnTo>
                  <a:lnTo>
                    <a:pt x="68698" y="118486"/>
                  </a:lnTo>
                  <a:lnTo>
                    <a:pt x="68144" y="118486"/>
                  </a:lnTo>
                  <a:lnTo>
                    <a:pt x="67479" y="118392"/>
                  </a:lnTo>
                  <a:lnTo>
                    <a:pt x="66814" y="118014"/>
                  </a:lnTo>
                  <a:lnTo>
                    <a:pt x="66371" y="117825"/>
                  </a:lnTo>
                  <a:lnTo>
                    <a:pt x="66814" y="117541"/>
                  </a:lnTo>
                  <a:lnTo>
                    <a:pt x="67479" y="11754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Shape 5308"/>
            <p:cNvSpPr/>
            <p:nvPr/>
          </p:nvSpPr>
          <p:spPr>
            <a:xfrm>
              <a:off x="9657021" y="3288057"/>
              <a:ext cx="684213" cy="6064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157" y="78256"/>
                  </a:moveTo>
                  <a:lnTo>
                    <a:pt x="6222" y="79197"/>
                  </a:lnTo>
                  <a:lnTo>
                    <a:pt x="8730" y="80348"/>
                  </a:lnTo>
                  <a:lnTo>
                    <a:pt x="9102" y="80976"/>
                  </a:lnTo>
                  <a:lnTo>
                    <a:pt x="9102" y="81290"/>
                  </a:lnTo>
                  <a:lnTo>
                    <a:pt x="9009" y="81604"/>
                  </a:lnTo>
                  <a:lnTo>
                    <a:pt x="8823" y="81708"/>
                  </a:lnTo>
                  <a:lnTo>
                    <a:pt x="8637" y="81708"/>
                  </a:lnTo>
                  <a:lnTo>
                    <a:pt x="8544" y="81604"/>
                  </a:lnTo>
                  <a:lnTo>
                    <a:pt x="8452" y="81081"/>
                  </a:lnTo>
                  <a:lnTo>
                    <a:pt x="8359" y="80767"/>
                  </a:lnTo>
                  <a:lnTo>
                    <a:pt x="5944" y="80139"/>
                  </a:lnTo>
                  <a:lnTo>
                    <a:pt x="5944" y="80662"/>
                  </a:lnTo>
                  <a:lnTo>
                    <a:pt x="7894" y="83487"/>
                  </a:lnTo>
                  <a:lnTo>
                    <a:pt x="8452" y="85161"/>
                  </a:lnTo>
                  <a:lnTo>
                    <a:pt x="9752" y="87672"/>
                  </a:lnTo>
                  <a:lnTo>
                    <a:pt x="14489" y="93740"/>
                  </a:lnTo>
                  <a:lnTo>
                    <a:pt x="15046" y="95832"/>
                  </a:lnTo>
                  <a:lnTo>
                    <a:pt x="15046" y="99075"/>
                  </a:lnTo>
                  <a:lnTo>
                    <a:pt x="15046" y="99912"/>
                  </a:lnTo>
                  <a:lnTo>
                    <a:pt x="14953" y="100226"/>
                  </a:lnTo>
                  <a:lnTo>
                    <a:pt x="15046" y="100331"/>
                  </a:lnTo>
                  <a:lnTo>
                    <a:pt x="15603" y="101063"/>
                  </a:lnTo>
                  <a:lnTo>
                    <a:pt x="15696" y="101272"/>
                  </a:lnTo>
                  <a:lnTo>
                    <a:pt x="15789" y="102423"/>
                  </a:lnTo>
                  <a:lnTo>
                    <a:pt x="15882" y="103783"/>
                  </a:lnTo>
                  <a:lnTo>
                    <a:pt x="15696" y="106294"/>
                  </a:lnTo>
                  <a:lnTo>
                    <a:pt x="15046" y="111839"/>
                  </a:lnTo>
                  <a:lnTo>
                    <a:pt x="15046" y="114559"/>
                  </a:lnTo>
                  <a:lnTo>
                    <a:pt x="15510" y="116756"/>
                  </a:lnTo>
                  <a:lnTo>
                    <a:pt x="16068" y="118535"/>
                  </a:lnTo>
                  <a:lnTo>
                    <a:pt x="16532" y="118953"/>
                  </a:lnTo>
                  <a:lnTo>
                    <a:pt x="19690" y="120000"/>
                  </a:lnTo>
                  <a:lnTo>
                    <a:pt x="20340" y="119790"/>
                  </a:lnTo>
                  <a:lnTo>
                    <a:pt x="20712" y="119372"/>
                  </a:lnTo>
                  <a:lnTo>
                    <a:pt x="21362" y="118639"/>
                  </a:lnTo>
                  <a:lnTo>
                    <a:pt x="21826" y="118430"/>
                  </a:lnTo>
                  <a:lnTo>
                    <a:pt x="22476" y="117593"/>
                  </a:lnTo>
                  <a:lnTo>
                    <a:pt x="25541" y="116756"/>
                  </a:lnTo>
                  <a:lnTo>
                    <a:pt x="26563" y="116756"/>
                  </a:lnTo>
                  <a:lnTo>
                    <a:pt x="27678" y="116442"/>
                  </a:lnTo>
                  <a:lnTo>
                    <a:pt x="28513" y="116442"/>
                  </a:lnTo>
                  <a:lnTo>
                    <a:pt x="29071" y="116233"/>
                  </a:lnTo>
                  <a:lnTo>
                    <a:pt x="30000" y="115501"/>
                  </a:lnTo>
                  <a:lnTo>
                    <a:pt x="31393" y="114141"/>
                  </a:lnTo>
                  <a:lnTo>
                    <a:pt x="32043" y="113722"/>
                  </a:lnTo>
                  <a:lnTo>
                    <a:pt x="33343" y="112467"/>
                  </a:lnTo>
                  <a:lnTo>
                    <a:pt x="35201" y="111107"/>
                  </a:lnTo>
                  <a:lnTo>
                    <a:pt x="35758" y="110793"/>
                  </a:lnTo>
                  <a:lnTo>
                    <a:pt x="36315" y="111002"/>
                  </a:lnTo>
                  <a:lnTo>
                    <a:pt x="36687" y="111316"/>
                  </a:lnTo>
                  <a:lnTo>
                    <a:pt x="36873" y="111839"/>
                  </a:lnTo>
                  <a:lnTo>
                    <a:pt x="36965" y="112781"/>
                  </a:lnTo>
                  <a:lnTo>
                    <a:pt x="36780" y="113199"/>
                  </a:lnTo>
                  <a:lnTo>
                    <a:pt x="35851" y="113513"/>
                  </a:lnTo>
                  <a:lnTo>
                    <a:pt x="37616" y="114873"/>
                  </a:lnTo>
                  <a:lnTo>
                    <a:pt x="40216" y="114664"/>
                  </a:lnTo>
                  <a:lnTo>
                    <a:pt x="42538" y="114768"/>
                  </a:lnTo>
                  <a:lnTo>
                    <a:pt x="45510" y="114036"/>
                  </a:lnTo>
                  <a:lnTo>
                    <a:pt x="46996" y="113827"/>
                  </a:lnTo>
                  <a:lnTo>
                    <a:pt x="48854" y="112467"/>
                  </a:lnTo>
                  <a:lnTo>
                    <a:pt x="50804" y="109537"/>
                  </a:lnTo>
                  <a:lnTo>
                    <a:pt x="51362" y="108491"/>
                  </a:lnTo>
                  <a:lnTo>
                    <a:pt x="51640" y="107968"/>
                  </a:lnTo>
                  <a:lnTo>
                    <a:pt x="51919" y="107654"/>
                  </a:lnTo>
                  <a:lnTo>
                    <a:pt x="52012" y="107340"/>
                  </a:lnTo>
                  <a:lnTo>
                    <a:pt x="52105" y="106922"/>
                  </a:lnTo>
                  <a:lnTo>
                    <a:pt x="52105" y="105980"/>
                  </a:lnTo>
                  <a:lnTo>
                    <a:pt x="52105" y="105457"/>
                  </a:lnTo>
                  <a:lnTo>
                    <a:pt x="52291" y="104934"/>
                  </a:lnTo>
                  <a:lnTo>
                    <a:pt x="52755" y="103993"/>
                  </a:lnTo>
                  <a:lnTo>
                    <a:pt x="53034" y="103365"/>
                  </a:lnTo>
                  <a:lnTo>
                    <a:pt x="53312" y="102319"/>
                  </a:lnTo>
                  <a:lnTo>
                    <a:pt x="53498" y="101482"/>
                  </a:lnTo>
                  <a:lnTo>
                    <a:pt x="53869" y="101168"/>
                  </a:lnTo>
                  <a:lnTo>
                    <a:pt x="53962" y="100959"/>
                  </a:lnTo>
                  <a:lnTo>
                    <a:pt x="53962" y="100226"/>
                  </a:lnTo>
                  <a:lnTo>
                    <a:pt x="53777" y="99075"/>
                  </a:lnTo>
                  <a:lnTo>
                    <a:pt x="54334" y="97925"/>
                  </a:lnTo>
                  <a:lnTo>
                    <a:pt x="54984" y="97297"/>
                  </a:lnTo>
                  <a:lnTo>
                    <a:pt x="55634" y="96878"/>
                  </a:lnTo>
                  <a:lnTo>
                    <a:pt x="56191" y="96460"/>
                  </a:lnTo>
                  <a:lnTo>
                    <a:pt x="58049" y="94472"/>
                  </a:lnTo>
                  <a:lnTo>
                    <a:pt x="58699" y="93530"/>
                  </a:lnTo>
                  <a:lnTo>
                    <a:pt x="58978" y="93007"/>
                  </a:lnTo>
                  <a:lnTo>
                    <a:pt x="59256" y="92589"/>
                  </a:lnTo>
                  <a:lnTo>
                    <a:pt x="59349" y="92170"/>
                  </a:lnTo>
                  <a:lnTo>
                    <a:pt x="59442" y="91124"/>
                  </a:lnTo>
                  <a:lnTo>
                    <a:pt x="59535" y="90706"/>
                  </a:lnTo>
                  <a:lnTo>
                    <a:pt x="59535" y="90287"/>
                  </a:lnTo>
                  <a:lnTo>
                    <a:pt x="59535" y="89764"/>
                  </a:lnTo>
                  <a:lnTo>
                    <a:pt x="59256" y="89032"/>
                  </a:lnTo>
                  <a:lnTo>
                    <a:pt x="59256" y="88613"/>
                  </a:lnTo>
                  <a:lnTo>
                    <a:pt x="59442" y="87986"/>
                  </a:lnTo>
                  <a:lnTo>
                    <a:pt x="59814" y="87672"/>
                  </a:lnTo>
                  <a:lnTo>
                    <a:pt x="60278" y="87776"/>
                  </a:lnTo>
                  <a:lnTo>
                    <a:pt x="60557" y="87986"/>
                  </a:lnTo>
                  <a:lnTo>
                    <a:pt x="60743" y="88404"/>
                  </a:lnTo>
                  <a:lnTo>
                    <a:pt x="60557" y="88613"/>
                  </a:lnTo>
                  <a:lnTo>
                    <a:pt x="59814" y="88718"/>
                  </a:lnTo>
                  <a:lnTo>
                    <a:pt x="60092" y="89241"/>
                  </a:lnTo>
                  <a:lnTo>
                    <a:pt x="61950" y="90287"/>
                  </a:lnTo>
                  <a:lnTo>
                    <a:pt x="62414" y="90078"/>
                  </a:lnTo>
                  <a:lnTo>
                    <a:pt x="62786" y="90287"/>
                  </a:lnTo>
                  <a:lnTo>
                    <a:pt x="63343" y="90706"/>
                  </a:lnTo>
                  <a:lnTo>
                    <a:pt x="63529" y="90810"/>
                  </a:lnTo>
                  <a:lnTo>
                    <a:pt x="63993" y="90706"/>
                  </a:lnTo>
                  <a:lnTo>
                    <a:pt x="65665" y="89555"/>
                  </a:lnTo>
                  <a:lnTo>
                    <a:pt x="68359" y="88613"/>
                  </a:lnTo>
                  <a:lnTo>
                    <a:pt x="69009" y="88195"/>
                  </a:lnTo>
                  <a:lnTo>
                    <a:pt x="69566" y="87881"/>
                  </a:lnTo>
                  <a:lnTo>
                    <a:pt x="69752" y="87776"/>
                  </a:lnTo>
                  <a:lnTo>
                    <a:pt x="69938" y="87462"/>
                  </a:lnTo>
                  <a:lnTo>
                    <a:pt x="70216" y="87253"/>
                  </a:lnTo>
                  <a:lnTo>
                    <a:pt x="70123" y="86939"/>
                  </a:lnTo>
                  <a:lnTo>
                    <a:pt x="70123" y="86625"/>
                  </a:lnTo>
                  <a:lnTo>
                    <a:pt x="70402" y="85789"/>
                  </a:lnTo>
                  <a:lnTo>
                    <a:pt x="70681" y="84847"/>
                  </a:lnTo>
                  <a:lnTo>
                    <a:pt x="71052" y="84428"/>
                  </a:lnTo>
                  <a:lnTo>
                    <a:pt x="71331" y="84115"/>
                  </a:lnTo>
                  <a:lnTo>
                    <a:pt x="71609" y="83696"/>
                  </a:lnTo>
                  <a:lnTo>
                    <a:pt x="71981" y="83278"/>
                  </a:lnTo>
                  <a:lnTo>
                    <a:pt x="72167" y="82650"/>
                  </a:lnTo>
                  <a:lnTo>
                    <a:pt x="72352" y="82336"/>
                  </a:lnTo>
                  <a:lnTo>
                    <a:pt x="73003" y="81813"/>
                  </a:lnTo>
                  <a:lnTo>
                    <a:pt x="73188" y="81604"/>
                  </a:lnTo>
                  <a:lnTo>
                    <a:pt x="73374" y="81185"/>
                  </a:lnTo>
                  <a:lnTo>
                    <a:pt x="73467" y="80244"/>
                  </a:lnTo>
                  <a:lnTo>
                    <a:pt x="73746" y="79721"/>
                  </a:lnTo>
                  <a:lnTo>
                    <a:pt x="73931" y="79302"/>
                  </a:lnTo>
                  <a:lnTo>
                    <a:pt x="74117" y="78884"/>
                  </a:lnTo>
                  <a:lnTo>
                    <a:pt x="74303" y="78465"/>
                  </a:lnTo>
                  <a:lnTo>
                    <a:pt x="74489" y="78360"/>
                  </a:lnTo>
                  <a:lnTo>
                    <a:pt x="74860" y="78360"/>
                  </a:lnTo>
                  <a:lnTo>
                    <a:pt x="77554" y="77210"/>
                  </a:lnTo>
                  <a:lnTo>
                    <a:pt x="79411" y="75850"/>
                  </a:lnTo>
                  <a:lnTo>
                    <a:pt x="79876" y="75536"/>
                  </a:lnTo>
                  <a:lnTo>
                    <a:pt x="81362" y="75954"/>
                  </a:lnTo>
                  <a:lnTo>
                    <a:pt x="82012" y="75954"/>
                  </a:lnTo>
                  <a:lnTo>
                    <a:pt x="82476" y="75326"/>
                  </a:lnTo>
                  <a:lnTo>
                    <a:pt x="82941" y="74803"/>
                  </a:lnTo>
                  <a:lnTo>
                    <a:pt x="83405" y="74280"/>
                  </a:lnTo>
                  <a:lnTo>
                    <a:pt x="85820" y="73129"/>
                  </a:lnTo>
                  <a:lnTo>
                    <a:pt x="87956" y="72711"/>
                  </a:lnTo>
                  <a:lnTo>
                    <a:pt x="88699" y="72188"/>
                  </a:lnTo>
                  <a:lnTo>
                    <a:pt x="90000" y="71665"/>
                  </a:lnTo>
                  <a:lnTo>
                    <a:pt x="91578" y="70409"/>
                  </a:lnTo>
                  <a:lnTo>
                    <a:pt x="92414" y="70305"/>
                  </a:lnTo>
                  <a:lnTo>
                    <a:pt x="95944" y="68421"/>
                  </a:lnTo>
                  <a:lnTo>
                    <a:pt x="97801" y="68631"/>
                  </a:lnTo>
                  <a:lnTo>
                    <a:pt x="97987" y="68421"/>
                  </a:lnTo>
                  <a:lnTo>
                    <a:pt x="98730" y="67794"/>
                  </a:lnTo>
                  <a:lnTo>
                    <a:pt x="100588" y="67271"/>
                  </a:lnTo>
                  <a:lnTo>
                    <a:pt x="101517" y="66748"/>
                  </a:lnTo>
                  <a:lnTo>
                    <a:pt x="102260" y="66015"/>
                  </a:lnTo>
                  <a:lnTo>
                    <a:pt x="103003" y="65911"/>
                  </a:lnTo>
                  <a:lnTo>
                    <a:pt x="103188" y="65806"/>
                  </a:lnTo>
                  <a:lnTo>
                    <a:pt x="103931" y="65074"/>
                  </a:lnTo>
                  <a:lnTo>
                    <a:pt x="106253" y="64237"/>
                  </a:lnTo>
                  <a:lnTo>
                    <a:pt x="106904" y="63609"/>
                  </a:lnTo>
                  <a:lnTo>
                    <a:pt x="109504" y="63400"/>
                  </a:lnTo>
                  <a:lnTo>
                    <a:pt x="112198" y="62563"/>
                  </a:lnTo>
                  <a:lnTo>
                    <a:pt x="114520" y="61935"/>
                  </a:lnTo>
                  <a:lnTo>
                    <a:pt x="116470" y="60680"/>
                  </a:lnTo>
                  <a:lnTo>
                    <a:pt x="117027" y="60156"/>
                  </a:lnTo>
                  <a:lnTo>
                    <a:pt x="117213" y="60052"/>
                  </a:lnTo>
                  <a:lnTo>
                    <a:pt x="118049" y="60052"/>
                  </a:lnTo>
                  <a:lnTo>
                    <a:pt x="118142" y="59843"/>
                  </a:lnTo>
                  <a:lnTo>
                    <a:pt x="118699" y="59006"/>
                  </a:lnTo>
                  <a:lnTo>
                    <a:pt x="118885" y="58796"/>
                  </a:lnTo>
                  <a:lnTo>
                    <a:pt x="119535" y="58692"/>
                  </a:lnTo>
                  <a:lnTo>
                    <a:pt x="119721" y="58692"/>
                  </a:lnTo>
                  <a:lnTo>
                    <a:pt x="119814" y="58587"/>
                  </a:lnTo>
                  <a:lnTo>
                    <a:pt x="119907" y="58378"/>
                  </a:lnTo>
                  <a:lnTo>
                    <a:pt x="120000" y="57541"/>
                  </a:lnTo>
                  <a:lnTo>
                    <a:pt x="120000" y="56913"/>
                  </a:lnTo>
                  <a:lnTo>
                    <a:pt x="120000" y="56285"/>
                  </a:lnTo>
                  <a:lnTo>
                    <a:pt x="119814" y="55344"/>
                  </a:lnTo>
                  <a:lnTo>
                    <a:pt x="119164" y="53775"/>
                  </a:lnTo>
                  <a:lnTo>
                    <a:pt x="118978" y="52833"/>
                  </a:lnTo>
                  <a:lnTo>
                    <a:pt x="118792" y="52519"/>
                  </a:lnTo>
                  <a:lnTo>
                    <a:pt x="118699" y="52205"/>
                  </a:lnTo>
                  <a:lnTo>
                    <a:pt x="118606" y="51368"/>
                  </a:lnTo>
                  <a:lnTo>
                    <a:pt x="118606" y="51159"/>
                  </a:lnTo>
                  <a:lnTo>
                    <a:pt x="118421" y="50741"/>
                  </a:lnTo>
                  <a:lnTo>
                    <a:pt x="117678" y="50322"/>
                  </a:lnTo>
                  <a:lnTo>
                    <a:pt x="116191" y="48230"/>
                  </a:lnTo>
                  <a:lnTo>
                    <a:pt x="116099" y="46870"/>
                  </a:lnTo>
                  <a:lnTo>
                    <a:pt x="114613" y="44149"/>
                  </a:lnTo>
                  <a:lnTo>
                    <a:pt x="114427" y="42789"/>
                  </a:lnTo>
                  <a:lnTo>
                    <a:pt x="113684" y="42266"/>
                  </a:lnTo>
                  <a:lnTo>
                    <a:pt x="113498" y="41534"/>
                  </a:lnTo>
                  <a:lnTo>
                    <a:pt x="113405" y="41011"/>
                  </a:lnTo>
                  <a:lnTo>
                    <a:pt x="110712" y="33164"/>
                  </a:lnTo>
                  <a:lnTo>
                    <a:pt x="107089" y="26678"/>
                  </a:lnTo>
                  <a:lnTo>
                    <a:pt x="101702" y="23225"/>
                  </a:lnTo>
                  <a:lnTo>
                    <a:pt x="98452" y="23225"/>
                  </a:lnTo>
                  <a:lnTo>
                    <a:pt x="97801" y="23435"/>
                  </a:lnTo>
                  <a:lnTo>
                    <a:pt x="96873" y="23330"/>
                  </a:lnTo>
                  <a:lnTo>
                    <a:pt x="96037" y="23644"/>
                  </a:lnTo>
                  <a:lnTo>
                    <a:pt x="95108" y="23539"/>
                  </a:lnTo>
                  <a:lnTo>
                    <a:pt x="94272" y="24167"/>
                  </a:lnTo>
                  <a:lnTo>
                    <a:pt x="93900" y="24167"/>
                  </a:lnTo>
                  <a:lnTo>
                    <a:pt x="93529" y="24272"/>
                  </a:lnTo>
                  <a:lnTo>
                    <a:pt x="93343" y="24481"/>
                  </a:lnTo>
                  <a:lnTo>
                    <a:pt x="93250" y="24585"/>
                  </a:lnTo>
                  <a:lnTo>
                    <a:pt x="93250" y="24795"/>
                  </a:lnTo>
                  <a:lnTo>
                    <a:pt x="93157" y="25213"/>
                  </a:lnTo>
                  <a:lnTo>
                    <a:pt x="93250" y="25736"/>
                  </a:lnTo>
                  <a:lnTo>
                    <a:pt x="93436" y="26259"/>
                  </a:lnTo>
                  <a:lnTo>
                    <a:pt x="93436" y="26678"/>
                  </a:lnTo>
                  <a:lnTo>
                    <a:pt x="93157" y="27619"/>
                  </a:lnTo>
                  <a:lnTo>
                    <a:pt x="92879" y="27933"/>
                  </a:lnTo>
                  <a:lnTo>
                    <a:pt x="92414" y="27933"/>
                  </a:lnTo>
                  <a:lnTo>
                    <a:pt x="92229" y="28247"/>
                  </a:lnTo>
                  <a:lnTo>
                    <a:pt x="91671" y="28979"/>
                  </a:lnTo>
                  <a:lnTo>
                    <a:pt x="91300" y="29607"/>
                  </a:lnTo>
                  <a:lnTo>
                    <a:pt x="90928" y="30026"/>
                  </a:lnTo>
                  <a:lnTo>
                    <a:pt x="90743" y="30340"/>
                  </a:lnTo>
                  <a:lnTo>
                    <a:pt x="90557" y="30444"/>
                  </a:lnTo>
                  <a:lnTo>
                    <a:pt x="90464" y="30340"/>
                  </a:lnTo>
                  <a:lnTo>
                    <a:pt x="90278" y="29816"/>
                  </a:lnTo>
                  <a:lnTo>
                    <a:pt x="89814" y="29712"/>
                  </a:lnTo>
                  <a:lnTo>
                    <a:pt x="88885" y="30340"/>
                  </a:lnTo>
                  <a:lnTo>
                    <a:pt x="88513" y="30340"/>
                  </a:lnTo>
                  <a:lnTo>
                    <a:pt x="88699" y="29921"/>
                  </a:lnTo>
                  <a:lnTo>
                    <a:pt x="88792" y="29607"/>
                  </a:lnTo>
                  <a:lnTo>
                    <a:pt x="88978" y="29293"/>
                  </a:lnTo>
                  <a:lnTo>
                    <a:pt x="89256" y="28979"/>
                  </a:lnTo>
                  <a:lnTo>
                    <a:pt x="89535" y="28038"/>
                  </a:lnTo>
                  <a:lnTo>
                    <a:pt x="89721" y="27829"/>
                  </a:lnTo>
                  <a:lnTo>
                    <a:pt x="89907" y="27619"/>
                  </a:lnTo>
                  <a:lnTo>
                    <a:pt x="90371" y="27515"/>
                  </a:lnTo>
                  <a:lnTo>
                    <a:pt x="90650" y="27306"/>
                  </a:lnTo>
                  <a:lnTo>
                    <a:pt x="90835" y="26573"/>
                  </a:lnTo>
                  <a:lnTo>
                    <a:pt x="90835" y="26050"/>
                  </a:lnTo>
                  <a:lnTo>
                    <a:pt x="90743" y="25841"/>
                  </a:lnTo>
                  <a:lnTo>
                    <a:pt x="90464" y="25632"/>
                  </a:lnTo>
                  <a:lnTo>
                    <a:pt x="90928" y="24899"/>
                  </a:lnTo>
                  <a:lnTo>
                    <a:pt x="91207" y="24481"/>
                  </a:lnTo>
                  <a:lnTo>
                    <a:pt x="91300" y="23748"/>
                  </a:lnTo>
                  <a:lnTo>
                    <a:pt x="91300" y="23121"/>
                  </a:lnTo>
                  <a:lnTo>
                    <a:pt x="91207" y="22807"/>
                  </a:lnTo>
                  <a:lnTo>
                    <a:pt x="90557" y="21865"/>
                  </a:lnTo>
                  <a:lnTo>
                    <a:pt x="89256" y="21865"/>
                  </a:lnTo>
                  <a:lnTo>
                    <a:pt x="88699" y="21342"/>
                  </a:lnTo>
                  <a:lnTo>
                    <a:pt x="88421" y="21238"/>
                  </a:lnTo>
                  <a:lnTo>
                    <a:pt x="87956" y="21656"/>
                  </a:lnTo>
                  <a:lnTo>
                    <a:pt x="87399" y="22598"/>
                  </a:lnTo>
                  <a:lnTo>
                    <a:pt x="86749" y="23435"/>
                  </a:lnTo>
                  <a:lnTo>
                    <a:pt x="86099" y="24167"/>
                  </a:lnTo>
                  <a:lnTo>
                    <a:pt x="84891" y="24690"/>
                  </a:lnTo>
                  <a:lnTo>
                    <a:pt x="84520" y="25004"/>
                  </a:lnTo>
                  <a:lnTo>
                    <a:pt x="84241" y="25736"/>
                  </a:lnTo>
                  <a:lnTo>
                    <a:pt x="84148" y="26050"/>
                  </a:lnTo>
                  <a:lnTo>
                    <a:pt x="84148" y="26469"/>
                  </a:lnTo>
                  <a:lnTo>
                    <a:pt x="84148" y="26887"/>
                  </a:lnTo>
                  <a:lnTo>
                    <a:pt x="83962" y="27306"/>
                  </a:lnTo>
                  <a:lnTo>
                    <a:pt x="83777" y="27096"/>
                  </a:lnTo>
                  <a:lnTo>
                    <a:pt x="83498" y="26782"/>
                  </a:lnTo>
                  <a:lnTo>
                    <a:pt x="83405" y="26364"/>
                  </a:lnTo>
                  <a:lnTo>
                    <a:pt x="83405" y="25736"/>
                  </a:lnTo>
                  <a:lnTo>
                    <a:pt x="83777" y="24899"/>
                  </a:lnTo>
                  <a:lnTo>
                    <a:pt x="83962" y="24585"/>
                  </a:lnTo>
                  <a:lnTo>
                    <a:pt x="85820" y="22807"/>
                  </a:lnTo>
                  <a:lnTo>
                    <a:pt x="86563" y="21865"/>
                  </a:lnTo>
                  <a:lnTo>
                    <a:pt x="86749" y="20714"/>
                  </a:lnTo>
                  <a:lnTo>
                    <a:pt x="87027" y="20610"/>
                  </a:lnTo>
                  <a:lnTo>
                    <a:pt x="87678" y="21133"/>
                  </a:lnTo>
                  <a:lnTo>
                    <a:pt x="88049" y="21028"/>
                  </a:lnTo>
                  <a:lnTo>
                    <a:pt x="87770" y="20505"/>
                  </a:lnTo>
                  <a:lnTo>
                    <a:pt x="85077" y="19773"/>
                  </a:lnTo>
                  <a:lnTo>
                    <a:pt x="84705" y="18622"/>
                  </a:lnTo>
                  <a:lnTo>
                    <a:pt x="84334" y="18308"/>
                  </a:lnTo>
                  <a:lnTo>
                    <a:pt x="82941" y="17471"/>
                  </a:lnTo>
                  <a:lnTo>
                    <a:pt x="77647" y="10043"/>
                  </a:lnTo>
                  <a:lnTo>
                    <a:pt x="77368" y="10043"/>
                  </a:lnTo>
                  <a:lnTo>
                    <a:pt x="77182" y="9938"/>
                  </a:lnTo>
                  <a:lnTo>
                    <a:pt x="77461" y="9206"/>
                  </a:lnTo>
                  <a:lnTo>
                    <a:pt x="77554" y="8997"/>
                  </a:lnTo>
                  <a:lnTo>
                    <a:pt x="77554" y="8160"/>
                  </a:lnTo>
                  <a:lnTo>
                    <a:pt x="76904" y="6381"/>
                  </a:lnTo>
                  <a:lnTo>
                    <a:pt x="76160" y="6172"/>
                  </a:lnTo>
                  <a:lnTo>
                    <a:pt x="76068" y="5335"/>
                  </a:lnTo>
                  <a:lnTo>
                    <a:pt x="75882" y="5231"/>
                  </a:lnTo>
                  <a:lnTo>
                    <a:pt x="74489" y="4812"/>
                  </a:lnTo>
                  <a:lnTo>
                    <a:pt x="73467" y="3557"/>
                  </a:lnTo>
                  <a:lnTo>
                    <a:pt x="71517" y="3243"/>
                  </a:lnTo>
                  <a:lnTo>
                    <a:pt x="68080" y="3870"/>
                  </a:lnTo>
                  <a:lnTo>
                    <a:pt x="65386" y="3661"/>
                  </a:lnTo>
                  <a:lnTo>
                    <a:pt x="63250" y="3452"/>
                  </a:lnTo>
                  <a:lnTo>
                    <a:pt x="59907" y="2615"/>
                  </a:lnTo>
                  <a:lnTo>
                    <a:pt x="57120" y="1673"/>
                  </a:lnTo>
                  <a:lnTo>
                    <a:pt x="55356" y="1778"/>
                  </a:lnTo>
                  <a:lnTo>
                    <a:pt x="53498" y="1150"/>
                  </a:lnTo>
                  <a:lnTo>
                    <a:pt x="53034" y="1464"/>
                  </a:lnTo>
                  <a:lnTo>
                    <a:pt x="49783" y="523"/>
                  </a:lnTo>
                  <a:lnTo>
                    <a:pt x="49597" y="627"/>
                  </a:lnTo>
                  <a:lnTo>
                    <a:pt x="49411" y="1150"/>
                  </a:lnTo>
                  <a:lnTo>
                    <a:pt x="49133" y="1255"/>
                  </a:lnTo>
                  <a:lnTo>
                    <a:pt x="48297" y="732"/>
                  </a:lnTo>
                  <a:lnTo>
                    <a:pt x="46625" y="418"/>
                  </a:lnTo>
                  <a:lnTo>
                    <a:pt x="43931" y="104"/>
                  </a:lnTo>
                  <a:lnTo>
                    <a:pt x="43281" y="0"/>
                  </a:lnTo>
                  <a:lnTo>
                    <a:pt x="42817" y="418"/>
                  </a:lnTo>
                  <a:lnTo>
                    <a:pt x="42910" y="1150"/>
                  </a:lnTo>
                  <a:lnTo>
                    <a:pt x="43931" y="1150"/>
                  </a:lnTo>
                  <a:lnTo>
                    <a:pt x="44117" y="1778"/>
                  </a:lnTo>
                  <a:lnTo>
                    <a:pt x="43188" y="2406"/>
                  </a:lnTo>
                  <a:lnTo>
                    <a:pt x="42817" y="2720"/>
                  </a:lnTo>
                  <a:lnTo>
                    <a:pt x="42910" y="3138"/>
                  </a:lnTo>
                  <a:lnTo>
                    <a:pt x="43746" y="3243"/>
                  </a:lnTo>
                  <a:lnTo>
                    <a:pt x="43931" y="3661"/>
                  </a:lnTo>
                  <a:lnTo>
                    <a:pt x="43839" y="4707"/>
                  </a:lnTo>
                  <a:lnTo>
                    <a:pt x="43653" y="5021"/>
                  </a:lnTo>
                  <a:lnTo>
                    <a:pt x="43467" y="5126"/>
                  </a:lnTo>
                  <a:lnTo>
                    <a:pt x="43374" y="5335"/>
                  </a:lnTo>
                  <a:lnTo>
                    <a:pt x="43374" y="5754"/>
                  </a:lnTo>
                  <a:lnTo>
                    <a:pt x="43374" y="6068"/>
                  </a:lnTo>
                  <a:lnTo>
                    <a:pt x="43281" y="6381"/>
                  </a:lnTo>
                  <a:lnTo>
                    <a:pt x="43188" y="6800"/>
                  </a:lnTo>
                  <a:lnTo>
                    <a:pt x="43095" y="7218"/>
                  </a:lnTo>
                  <a:lnTo>
                    <a:pt x="43095" y="7428"/>
                  </a:lnTo>
                  <a:lnTo>
                    <a:pt x="43188" y="7741"/>
                  </a:lnTo>
                  <a:lnTo>
                    <a:pt x="43188" y="7951"/>
                  </a:lnTo>
                  <a:lnTo>
                    <a:pt x="43095" y="8474"/>
                  </a:lnTo>
                  <a:lnTo>
                    <a:pt x="43003" y="8997"/>
                  </a:lnTo>
                  <a:lnTo>
                    <a:pt x="42817" y="9311"/>
                  </a:lnTo>
                  <a:lnTo>
                    <a:pt x="42724" y="9311"/>
                  </a:lnTo>
                  <a:lnTo>
                    <a:pt x="42445" y="9206"/>
                  </a:lnTo>
                  <a:lnTo>
                    <a:pt x="42352" y="9834"/>
                  </a:lnTo>
                  <a:lnTo>
                    <a:pt x="42260" y="10252"/>
                  </a:lnTo>
                  <a:lnTo>
                    <a:pt x="42074" y="10462"/>
                  </a:lnTo>
                  <a:lnTo>
                    <a:pt x="42167" y="10880"/>
                  </a:lnTo>
                  <a:lnTo>
                    <a:pt x="42352" y="11403"/>
                  </a:lnTo>
                  <a:lnTo>
                    <a:pt x="42352" y="11926"/>
                  </a:lnTo>
                  <a:lnTo>
                    <a:pt x="42167" y="12240"/>
                  </a:lnTo>
                  <a:lnTo>
                    <a:pt x="42167" y="13182"/>
                  </a:lnTo>
                  <a:lnTo>
                    <a:pt x="42074" y="13809"/>
                  </a:lnTo>
                  <a:lnTo>
                    <a:pt x="41888" y="13809"/>
                  </a:lnTo>
                  <a:lnTo>
                    <a:pt x="41888" y="14019"/>
                  </a:lnTo>
                  <a:lnTo>
                    <a:pt x="42167" y="14437"/>
                  </a:lnTo>
                  <a:lnTo>
                    <a:pt x="42260" y="14856"/>
                  </a:lnTo>
                  <a:lnTo>
                    <a:pt x="42352" y="14960"/>
                  </a:lnTo>
                  <a:lnTo>
                    <a:pt x="42352" y="15065"/>
                  </a:lnTo>
                  <a:lnTo>
                    <a:pt x="42260" y="15588"/>
                  </a:lnTo>
                  <a:lnTo>
                    <a:pt x="42260" y="15902"/>
                  </a:lnTo>
                  <a:lnTo>
                    <a:pt x="42352" y="16425"/>
                  </a:lnTo>
                  <a:lnTo>
                    <a:pt x="42445" y="16530"/>
                  </a:lnTo>
                  <a:lnTo>
                    <a:pt x="41981" y="17262"/>
                  </a:lnTo>
                  <a:lnTo>
                    <a:pt x="41795" y="17576"/>
                  </a:lnTo>
                  <a:lnTo>
                    <a:pt x="41795" y="18099"/>
                  </a:lnTo>
                  <a:lnTo>
                    <a:pt x="41795" y="18622"/>
                  </a:lnTo>
                  <a:lnTo>
                    <a:pt x="41981" y="19250"/>
                  </a:lnTo>
                  <a:lnTo>
                    <a:pt x="44117" y="20610"/>
                  </a:lnTo>
                  <a:lnTo>
                    <a:pt x="44303" y="21238"/>
                  </a:lnTo>
                  <a:lnTo>
                    <a:pt x="44303" y="21656"/>
                  </a:lnTo>
                  <a:lnTo>
                    <a:pt x="44210" y="22911"/>
                  </a:lnTo>
                  <a:lnTo>
                    <a:pt x="44117" y="23539"/>
                  </a:lnTo>
                  <a:lnTo>
                    <a:pt x="43374" y="24167"/>
                  </a:lnTo>
                  <a:lnTo>
                    <a:pt x="43003" y="24481"/>
                  </a:lnTo>
                  <a:lnTo>
                    <a:pt x="43003" y="25004"/>
                  </a:lnTo>
                  <a:lnTo>
                    <a:pt x="42724" y="25527"/>
                  </a:lnTo>
                  <a:lnTo>
                    <a:pt x="42352" y="25527"/>
                  </a:lnTo>
                  <a:lnTo>
                    <a:pt x="41981" y="25422"/>
                  </a:lnTo>
                  <a:lnTo>
                    <a:pt x="40681" y="25945"/>
                  </a:lnTo>
                  <a:lnTo>
                    <a:pt x="40216" y="26050"/>
                  </a:lnTo>
                  <a:lnTo>
                    <a:pt x="40030" y="26364"/>
                  </a:lnTo>
                  <a:lnTo>
                    <a:pt x="39659" y="26887"/>
                  </a:lnTo>
                  <a:lnTo>
                    <a:pt x="39566" y="27410"/>
                  </a:lnTo>
                  <a:lnTo>
                    <a:pt x="39473" y="27829"/>
                  </a:lnTo>
                  <a:lnTo>
                    <a:pt x="39473" y="28247"/>
                  </a:lnTo>
                  <a:lnTo>
                    <a:pt x="39473" y="28456"/>
                  </a:lnTo>
                  <a:lnTo>
                    <a:pt x="39287" y="28666"/>
                  </a:lnTo>
                  <a:lnTo>
                    <a:pt x="38916" y="28875"/>
                  </a:lnTo>
                  <a:lnTo>
                    <a:pt x="38823" y="29084"/>
                  </a:lnTo>
                  <a:lnTo>
                    <a:pt x="38544" y="30026"/>
                  </a:lnTo>
                  <a:lnTo>
                    <a:pt x="38544" y="30340"/>
                  </a:lnTo>
                  <a:lnTo>
                    <a:pt x="38173" y="30653"/>
                  </a:lnTo>
                  <a:lnTo>
                    <a:pt x="37523" y="30653"/>
                  </a:lnTo>
                  <a:lnTo>
                    <a:pt x="37058" y="31072"/>
                  </a:lnTo>
                  <a:lnTo>
                    <a:pt x="37244" y="31072"/>
                  </a:lnTo>
                  <a:lnTo>
                    <a:pt x="36780" y="31804"/>
                  </a:lnTo>
                  <a:lnTo>
                    <a:pt x="35851" y="31386"/>
                  </a:lnTo>
                  <a:lnTo>
                    <a:pt x="35479" y="31490"/>
                  </a:lnTo>
                  <a:lnTo>
                    <a:pt x="35572" y="31909"/>
                  </a:lnTo>
                  <a:lnTo>
                    <a:pt x="35201" y="32118"/>
                  </a:lnTo>
                  <a:lnTo>
                    <a:pt x="33993" y="32537"/>
                  </a:lnTo>
                  <a:lnTo>
                    <a:pt x="33715" y="32746"/>
                  </a:lnTo>
                  <a:lnTo>
                    <a:pt x="33436" y="32955"/>
                  </a:lnTo>
                  <a:lnTo>
                    <a:pt x="33343" y="33478"/>
                  </a:lnTo>
                  <a:lnTo>
                    <a:pt x="33436" y="34106"/>
                  </a:lnTo>
                  <a:lnTo>
                    <a:pt x="33250" y="34734"/>
                  </a:lnTo>
                  <a:lnTo>
                    <a:pt x="32972" y="35047"/>
                  </a:lnTo>
                  <a:lnTo>
                    <a:pt x="32321" y="35152"/>
                  </a:lnTo>
                  <a:lnTo>
                    <a:pt x="32043" y="35361"/>
                  </a:lnTo>
                  <a:lnTo>
                    <a:pt x="31021" y="36826"/>
                  </a:lnTo>
                  <a:lnTo>
                    <a:pt x="30092" y="38291"/>
                  </a:lnTo>
                  <a:lnTo>
                    <a:pt x="29814" y="38395"/>
                  </a:lnTo>
                  <a:lnTo>
                    <a:pt x="29628" y="38709"/>
                  </a:lnTo>
                  <a:lnTo>
                    <a:pt x="28699" y="39651"/>
                  </a:lnTo>
                  <a:lnTo>
                    <a:pt x="28513" y="39755"/>
                  </a:lnTo>
                  <a:lnTo>
                    <a:pt x="28421" y="39860"/>
                  </a:lnTo>
                  <a:lnTo>
                    <a:pt x="28421" y="39965"/>
                  </a:lnTo>
                  <a:lnTo>
                    <a:pt x="28235" y="40278"/>
                  </a:lnTo>
                  <a:lnTo>
                    <a:pt x="28235" y="40383"/>
                  </a:lnTo>
                  <a:lnTo>
                    <a:pt x="28235" y="40697"/>
                  </a:lnTo>
                  <a:lnTo>
                    <a:pt x="28235" y="40802"/>
                  </a:lnTo>
                  <a:lnTo>
                    <a:pt x="28328" y="40906"/>
                  </a:lnTo>
                  <a:lnTo>
                    <a:pt x="27863" y="41220"/>
                  </a:lnTo>
                  <a:lnTo>
                    <a:pt x="26563" y="41220"/>
                  </a:lnTo>
                  <a:lnTo>
                    <a:pt x="26470" y="41325"/>
                  </a:lnTo>
                  <a:lnTo>
                    <a:pt x="26284" y="41534"/>
                  </a:lnTo>
                  <a:lnTo>
                    <a:pt x="26006" y="41848"/>
                  </a:lnTo>
                  <a:lnTo>
                    <a:pt x="25913" y="42162"/>
                  </a:lnTo>
                  <a:lnTo>
                    <a:pt x="25820" y="42266"/>
                  </a:lnTo>
                  <a:lnTo>
                    <a:pt x="25448" y="42580"/>
                  </a:lnTo>
                  <a:lnTo>
                    <a:pt x="25170" y="42789"/>
                  </a:lnTo>
                  <a:lnTo>
                    <a:pt x="24984" y="43208"/>
                  </a:lnTo>
                  <a:lnTo>
                    <a:pt x="24891" y="43626"/>
                  </a:lnTo>
                  <a:lnTo>
                    <a:pt x="25170" y="45614"/>
                  </a:lnTo>
                  <a:lnTo>
                    <a:pt x="25263" y="46033"/>
                  </a:lnTo>
                  <a:lnTo>
                    <a:pt x="25634" y="46033"/>
                  </a:lnTo>
                  <a:lnTo>
                    <a:pt x="25634" y="45928"/>
                  </a:lnTo>
                  <a:lnTo>
                    <a:pt x="25634" y="45510"/>
                  </a:lnTo>
                  <a:lnTo>
                    <a:pt x="26563" y="45928"/>
                  </a:lnTo>
                  <a:lnTo>
                    <a:pt x="26377" y="46033"/>
                  </a:lnTo>
                  <a:lnTo>
                    <a:pt x="26377" y="46556"/>
                  </a:lnTo>
                  <a:lnTo>
                    <a:pt x="26470" y="47079"/>
                  </a:lnTo>
                  <a:lnTo>
                    <a:pt x="26563" y="47393"/>
                  </a:lnTo>
                  <a:lnTo>
                    <a:pt x="26749" y="47497"/>
                  </a:lnTo>
                  <a:lnTo>
                    <a:pt x="27027" y="47602"/>
                  </a:lnTo>
                  <a:lnTo>
                    <a:pt x="27213" y="47707"/>
                  </a:lnTo>
                  <a:lnTo>
                    <a:pt x="27027" y="48020"/>
                  </a:lnTo>
                  <a:lnTo>
                    <a:pt x="27027" y="48125"/>
                  </a:lnTo>
                  <a:lnTo>
                    <a:pt x="26656" y="48439"/>
                  </a:lnTo>
                  <a:lnTo>
                    <a:pt x="26563" y="48544"/>
                  </a:lnTo>
                  <a:lnTo>
                    <a:pt x="26749" y="49380"/>
                  </a:lnTo>
                  <a:lnTo>
                    <a:pt x="26656" y="49590"/>
                  </a:lnTo>
                  <a:lnTo>
                    <a:pt x="26470" y="49799"/>
                  </a:lnTo>
                  <a:lnTo>
                    <a:pt x="26099" y="49694"/>
                  </a:lnTo>
                  <a:lnTo>
                    <a:pt x="25448" y="50113"/>
                  </a:lnTo>
                  <a:lnTo>
                    <a:pt x="23869" y="50322"/>
                  </a:lnTo>
                  <a:lnTo>
                    <a:pt x="23312" y="49694"/>
                  </a:lnTo>
                  <a:lnTo>
                    <a:pt x="21176" y="50427"/>
                  </a:lnTo>
                  <a:lnTo>
                    <a:pt x="21083" y="50113"/>
                  </a:lnTo>
                  <a:lnTo>
                    <a:pt x="20990" y="49694"/>
                  </a:lnTo>
                  <a:lnTo>
                    <a:pt x="20526" y="49485"/>
                  </a:lnTo>
                  <a:lnTo>
                    <a:pt x="20433" y="49067"/>
                  </a:lnTo>
                  <a:lnTo>
                    <a:pt x="20247" y="49067"/>
                  </a:lnTo>
                  <a:lnTo>
                    <a:pt x="19969" y="49276"/>
                  </a:lnTo>
                  <a:lnTo>
                    <a:pt x="19783" y="49380"/>
                  </a:lnTo>
                  <a:lnTo>
                    <a:pt x="19690" y="49485"/>
                  </a:lnTo>
                  <a:lnTo>
                    <a:pt x="19597" y="49799"/>
                  </a:lnTo>
                  <a:lnTo>
                    <a:pt x="19690" y="50427"/>
                  </a:lnTo>
                  <a:lnTo>
                    <a:pt x="20061" y="50845"/>
                  </a:lnTo>
                  <a:lnTo>
                    <a:pt x="20061" y="51159"/>
                  </a:lnTo>
                  <a:lnTo>
                    <a:pt x="19969" y="51473"/>
                  </a:lnTo>
                  <a:lnTo>
                    <a:pt x="19690" y="52205"/>
                  </a:lnTo>
                  <a:lnTo>
                    <a:pt x="19597" y="52414"/>
                  </a:lnTo>
                  <a:lnTo>
                    <a:pt x="19597" y="52728"/>
                  </a:lnTo>
                  <a:lnTo>
                    <a:pt x="19597" y="53251"/>
                  </a:lnTo>
                  <a:lnTo>
                    <a:pt x="19597" y="53565"/>
                  </a:lnTo>
                  <a:lnTo>
                    <a:pt x="19411" y="54193"/>
                  </a:lnTo>
                  <a:lnTo>
                    <a:pt x="19133" y="54507"/>
                  </a:lnTo>
                  <a:lnTo>
                    <a:pt x="18668" y="54925"/>
                  </a:lnTo>
                  <a:lnTo>
                    <a:pt x="18390" y="55448"/>
                  </a:lnTo>
                  <a:lnTo>
                    <a:pt x="19133" y="55448"/>
                  </a:lnTo>
                  <a:lnTo>
                    <a:pt x="19133" y="55658"/>
                  </a:lnTo>
                  <a:lnTo>
                    <a:pt x="18668" y="56390"/>
                  </a:lnTo>
                  <a:lnTo>
                    <a:pt x="18482" y="56599"/>
                  </a:lnTo>
                  <a:lnTo>
                    <a:pt x="18297" y="56704"/>
                  </a:lnTo>
                  <a:lnTo>
                    <a:pt x="18111" y="56599"/>
                  </a:lnTo>
                  <a:lnTo>
                    <a:pt x="17925" y="56390"/>
                  </a:lnTo>
                  <a:lnTo>
                    <a:pt x="17739" y="56390"/>
                  </a:lnTo>
                  <a:lnTo>
                    <a:pt x="17554" y="56599"/>
                  </a:lnTo>
                  <a:lnTo>
                    <a:pt x="17554" y="56704"/>
                  </a:lnTo>
                  <a:lnTo>
                    <a:pt x="17647" y="56913"/>
                  </a:lnTo>
                  <a:lnTo>
                    <a:pt x="17739" y="56913"/>
                  </a:lnTo>
                  <a:lnTo>
                    <a:pt x="17461" y="57436"/>
                  </a:lnTo>
                  <a:lnTo>
                    <a:pt x="17275" y="57436"/>
                  </a:lnTo>
                  <a:lnTo>
                    <a:pt x="16904" y="57332"/>
                  </a:lnTo>
                  <a:lnTo>
                    <a:pt x="16718" y="57436"/>
                  </a:lnTo>
                  <a:lnTo>
                    <a:pt x="16811" y="58064"/>
                  </a:lnTo>
                  <a:lnTo>
                    <a:pt x="16996" y="58482"/>
                  </a:lnTo>
                  <a:lnTo>
                    <a:pt x="17647" y="58901"/>
                  </a:lnTo>
                  <a:lnTo>
                    <a:pt x="17368" y="59424"/>
                  </a:lnTo>
                  <a:lnTo>
                    <a:pt x="17275" y="60156"/>
                  </a:lnTo>
                  <a:lnTo>
                    <a:pt x="16996" y="60366"/>
                  </a:lnTo>
                  <a:lnTo>
                    <a:pt x="16532" y="59947"/>
                  </a:lnTo>
                  <a:lnTo>
                    <a:pt x="16253" y="59947"/>
                  </a:lnTo>
                  <a:lnTo>
                    <a:pt x="14489" y="61098"/>
                  </a:lnTo>
                  <a:lnTo>
                    <a:pt x="13839" y="61412"/>
                  </a:lnTo>
                  <a:lnTo>
                    <a:pt x="13374" y="61412"/>
                  </a:lnTo>
                  <a:lnTo>
                    <a:pt x="12817" y="61621"/>
                  </a:lnTo>
                  <a:lnTo>
                    <a:pt x="12631" y="61935"/>
                  </a:lnTo>
                  <a:lnTo>
                    <a:pt x="12352" y="62458"/>
                  </a:lnTo>
                  <a:lnTo>
                    <a:pt x="11795" y="62772"/>
                  </a:lnTo>
                  <a:lnTo>
                    <a:pt x="11517" y="63086"/>
                  </a:lnTo>
                  <a:lnTo>
                    <a:pt x="11517" y="63714"/>
                  </a:lnTo>
                  <a:lnTo>
                    <a:pt x="10866" y="63504"/>
                  </a:lnTo>
                  <a:lnTo>
                    <a:pt x="10495" y="63609"/>
                  </a:lnTo>
                  <a:lnTo>
                    <a:pt x="10495" y="63818"/>
                  </a:lnTo>
                  <a:lnTo>
                    <a:pt x="10681" y="64027"/>
                  </a:lnTo>
                  <a:lnTo>
                    <a:pt x="10681" y="64237"/>
                  </a:lnTo>
                  <a:lnTo>
                    <a:pt x="10123" y="65074"/>
                  </a:lnTo>
                  <a:lnTo>
                    <a:pt x="10030" y="65283"/>
                  </a:lnTo>
                  <a:lnTo>
                    <a:pt x="9659" y="65492"/>
                  </a:lnTo>
                  <a:lnTo>
                    <a:pt x="9287" y="65597"/>
                  </a:lnTo>
                  <a:lnTo>
                    <a:pt x="9102" y="65806"/>
                  </a:lnTo>
                  <a:lnTo>
                    <a:pt x="8637" y="66120"/>
                  </a:lnTo>
                  <a:lnTo>
                    <a:pt x="8452" y="66329"/>
                  </a:lnTo>
                  <a:lnTo>
                    <a:pt x="8266" y="66748"/>
                  </a:lnTo>
                  <a:lnTo>
                    <a:pt x="7894" y="67166"/>
                  </a:lnTo>
                  <a:lnTo>
                    <a:pt x="7894" y="67375"/>
                  </a:lnTo>
                  <a:lnTo>
                    <a:pt x="8080" y="67375"/>
                  </a:lnTo>
                  <a:lnTo>
                    <a:pt x="8359" y="67166"/>
                  </a:lnTo>
                  <a:lnTo>
                    <a:pt x="8544" y="66957"/>
                  </a:lnTo>
                  <a:lnTo>
                    <a:pt x="8452" y="67271"/>
                  </a:lnTo>
                  <a:lnTo>
                    <a:pt x="8266" y="67898"/>
                  </a:lnTo>
                  <a:lnTo>
                    <a:pt x="8080" y="68108"/>
                  </a:lnTo>
                  <a:lnTo>
                    <a:pt x="7894" y="68108"/>
                  </a:lnTo>
                  <a:lnTo>
                    <a:pt x="7244" y="68735"/>
                  </a:lnTo>
                  <a:lnTo>
                    <a:pt x="6873" y="68735"/>
                  </a:lnTo>
                  <a:lnTo>
                    <a:pt x="6315" y="68108"/>
                  </a:lnTo>
                  <a:lnTo>
                    <a:pt x="6037" y="68212"/>
                  </a:lnTo>
                  <a:lnTo>
                    <a:pt x="5758" y="68735"/>
                  </a:lnTo>
                  <a:lnTo>
                    <a:pt x="5665" y="68945"/>
                  </a:lnTo>
                  <a:lnTo>
                    <a:pt x="5479" y="69363"/>
                  </a:lnTo>
                  <a:lnTo>
                    <a:pt x="5479" y="69677"/>
                  </a:lnTo>
                  <a:lnTo>
                    <a:pt x="5572" y="69782"/>
                  </a:lnTo>
                  <a:lnTo>
                    <a:pt x="5386" y="70200"/>
                  </a:lnTo>
                  <a:lnTo>
                    <a:pt x="5479" y="70723"/>
                  </a:lnTo>
                  <a:lnTo>
                    <a:pt x="5944" y="71037"/>
                  </a:lnTo>
                  <a:lnTo>
                    <a:pt x="5851" y="71246"/>
                  </a:lnTo>
                  <a:lnTo>
                    <a:pt x="5386" y="70932"/>
                  </a:lnTo>
                  <a:lnTo>
                    <a:pt x="4643" y="71037"/>
                  </a:lnTo>
                  <a:lnTo>
                    <a:pt x="3715" y="71455"/>
                  </a:lnTo>
                  <a:lnTo>
                    <a:pt x="2879" y="72397"/>
                  </a:lnTo>
                  <a:lnTo>
                    <a:pt x="3250" y="72502"/>
                  </a:lnTo>
                  <a:lnTo>
                    <a:pt x="3343" y="72816"/>
                  </a:lnTo>
                  <a:lnTo>
                    <a:pt x="3250" y="73443"/>
                  </a:lnTo>
                  <a:lnTo>
                    <a:pt x="3065" y="73966"/>
                  </a:lnTo>
                  <a:lnTo>
                    <a:pt x="2879" y="74280"/>
                  </a:lnTo>
                  <a:lnTo>
                    <a:pt x="2693" y="74594"/>
                  </a:lnTo>
                  <a:lnTo>
                    <a:pt x="2136" y="75640"/>
                  </a:lnTo>
                  <a:lnTo>
                    <a:pt x="1671" y="76373"/>
                  </a:lnTo>
                  <a:lnTo>
                    <a:pt x="1207" y="76896"/>
                  </a:lnTo>
                  <a:lnTo>
                    <a:pt x="835" y="77105"/>
                  </a:lnTo>
                  <a:lnTo>
                    <a:pt x="0" y="77210"/>
                  </a:lnTo>
                  <a:lnTo>
                    <a:pt x="557" y="78151"/>
                  </a:lnTo>
                  <a:lnTo>
                    <a:pt x="3157" y="7825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Shape 5309"/>
            <p:cNvSpPr/>
            <p:nvPr/>
          </p:nvSpPr>
          <p:spPr>
            <a:xfrm>
              <a:off x="10590471" y="3318219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Shape 5310"/>
            <p:cNvSpPr/>
            <p:nvPr/>
          </p:nvSpPr>
          <p:spPr>
            <a:xfrm>
              <a:off x="10590471" y="3318219"/>
              <a:ext cx="1587" cy="1587"/>
            </a:xfrm>
            <a:prstGeom prst="rect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Shape 5311"/>
            <p:cNvSpPr/>
            <p:nvPr/>
          </p:nvSpPr>
          <p:spPr>
            <a:xfrm>
              <a:off x="10707946" y="3191218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lnTo>
                    <a:pt x="0" y="43636"/>
                  </a:ln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Shape 5312"/>
            <p:cNvSpPr/>
            <p:nvPr/>
          </p:nvSpPr>
          <p:spPr>
            <a:xfrm>
              <a:off x="10707946" y="3191218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lnTo>
                    <a:pt x="0" y="43636"/>
                  </a:ln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Shape 5313"/>
            <p:cNvSpPr/>
            <p:nvPr/>
          </p:nvSpPr>
          <p:spPr>
            <a:xfrm>
              <a:off x="10172957" y="3072157"/>
              <a:ext cx="30162" cy="33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344" y="54375"/>
                  </a:moveTo>
                  <a:lnTo>
                    <a:pt x="66206" y="56250"/>
                  </a:lnTo>
                  <a:lnTo>
                    <a:pt x="66206" y="61875"/>
                  </a:lnTo>
                  <a:lnTo>
                    <a:pt x="64137" y="69375"/>
                  </a:lnTo>
                  <a:lnTo>
                    <a:pt x="60000" y="71250"/>
                  </a:lnTo>
                  <a:lnTo>
                    <a:pt x="57931" y="73125"/>
                  </a:lnTo>
                  <a:lnTo>
                    <a:pt x="51724" y="71250"/>
                  </a:lnTo>
                  <a:lnTo>
                    <a:pt x="49655" y="73125"/>
                  </a:lnTo>
                  <a:lnTo>
                    <a:pt x="41379" y="76875"/>
                  </a:lnTo>
                  <a:lnTo>
                    <a:pt x="10344" y="86250"/>
                  </a:lnTo>
                  <a:lnTo>
                    <a:pt x="0" y="93750"/>
                  </a:lnTo>
                  <a:lnTo>
                    <a:pt x="2068" y="105000"/>
                  </a:lnTo>
                  <a:lnTo>
                    <a:pt x="12413" y="116250"/>
                  </a:lnTo>
                  <a:lnTo>
                    <a:pt x="26896" y="120000"/>
                  </a:lnTo>
                  <a:lnTo>
                    <a:pt x="37241" y="118125"/>
                  </a:lnTo>
                  <a:lnTo>
                    <a:pt x="55862" y="108750"/>
                  </a:lnTo>
                  <a:lnTo>
                    <a:pt x="80689" y="80625"/>
                  </a:lnTo>
                  <a:lnTo>
                    <a:pt x="86896" y="73125"/>
                  </a:lnTo>
                  <a:lnTo>
                    <a:pt x="91034" y="67500"/>
                  </a:lnTo>
                  <a:lnTo>
                    <a:pt x="103448" y="43125"/>
                  </a:lnTo>
                  <a:lnTo>
                    <a:pt x="107586" y="39375"/>
                  </a:lnTo>
                  <a:lnTo>
                    <a:pt x="109655" y="33750"/>
                  </a:lnTo>
                  <a:lnTo>
                    <a:pt x="111724" y="26250"/>
                  </a:lnTo>
                  <a:lnTo>
                    <a:pt x="113793" y="22500"/>
                  </a:lnTo>
                  <a:lnTo>
                    <a:pt x="117931" y="18750"/>
                  </a:lnTo>
                  <a:lnTo>
                    <a:pt x="120000" y="5625"/>
                  </a:lnTo>
                  <a:lnTo>
                    <a:pt x="111724" y="0"/>
                  </a:lnTo>
                  <a:lnTo>
                    <a:pt x="105517" y="0"/>
                  </a:lnTo>
                  <a:lnTo>
                    <a:pt x="97241" y="3750"/>
                  </a:lnTo>
                  <a:lnTo>
                    <a:pt x="86896" y="7500"/>
                  </a:lnTo>
                  <a:lnTo>
                    <a:pt x="82758" y="15000"/>
                  </a:lnTo>
                  <a:lnTo>
                    <a:pt x="80689" y="22500"/>
                  </a:lnTo>
                  <a:lnTo>
                    <a:pt x="80689" y="35625"/>
                  </a:lnTo>
                  <a:lnTo>
                    <a:pt x="80689" y="41250"/>
                  </a:lnTo>
                  <a:lnTo>
                    <a:pt x="70344" y="5437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Shape 5314"/>
            <p:cNvSpPr/>
            <p:nvPr/>
          </p:nvSpPr>
          <p:spPr>
            <a:xfrm>
              <a:off x="10172957" y="3072157"/>
              <a:ext cx="30162" cy="33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344" y="54375"/>
                  </a:moveTo>
                  <a:lnTo>
                    <a:pt x="66206" y="56250"/>
                  </a:lnTo>
                  <a:lnTo>
                    <a:pt x="66206" y="61875"/>
                  </a:lnTo>
                  <a:lnTo>
                    <a:pt x="64137" y="69375"/>
                  </a:lnTo>
                  <a:lnTo>
                    <a:pt x="60000" y="71250"/>
                  </a:lnTo>
                  <a:lnTo>
                    <a:pt x="57931" y="73125"/>
                  </a:lnTo>
                  <a:lnTo>
                    <a:pt x="51724" y="71250"/>
                  </a:lnTo>
                  <a:lnTo>
                    <a:pt x="49655" y="73125"/>
                  </a:lnTo>
                  <a:lnTo>
                    <a:pt x="41379" y="76875"/>
                  </a:lnTo>
                  <a:lnTo>
                    <a:pt x="10344" y="86250"/>
                  </a:lnTo>
                  <a:lnTo>
                    <a:pt x="0" y="93750"/>
                  </a:lnTo>
                  <a:lnTo>
                    <a:pt x="2068" y="105000"/>
                  </a:lnTo>
                  <a:lnTo>
                    <a:pt x="12413" y="116250"/>
                  </a:lnTo>
                  <a:lnTo>
                    <a:pt x="26896" y="120000"/>
                  </a:lnTo>
                  <a:lnTo>
                    <a:pt x="37241" y="118125"/>
                  </a:lnTo>
                  <a:lnTo>
                    <a:pt x="55862" y="108750"/>
                  </a:lnTo>
                  <a:lnTo>
                    <a:pt x="80689" y="80625"/>
                  </a:lnTo>
                  <a:lnTo>
                    <a:pt x="86896" y="73125"/>
                  </a:lnTo>
                  <a:lnTo>
                    <a:pt x="91034" y="67500"/>
                  </a:lnTo>
                  <a:lnTo>
                    <a:pt x="103448" y="43125"/>
                  </a:lnTo>
                  <a:lnTo>
                    <a:pt x="107586" y="39375"/>
                  </a:lnTo>
                  <a:lnTo>
                    <a:pt x="109655" y="33750"/>
                  </a:lnTo>
                  <a:lnTo>
                    <a:pt x="111724" y="26250"/>
                  </a:lnTo>
                  <a:lnTo>
                    <a:pt x="113793" y="22500"/>
                  </a:lnTo>
                  <a:lnTo>
                    <a:pt x="117931" y="18750"/>
                  </a:lnTo>
                  <a:lnTo>
                    <a:pt x="120000" y="5625"/>
                  </a:lnTo>
                  <a:lnTo>
                    <a:pt x="111724" y="0"/>
                  </a:lnTo>
                  <a:lnTo>
                    <a:pt x="105517" y="0"/>
                  </a:lnTo>
                  <a:lnTo>
                    <a:pt x="97241" y="3750"/>
                  </a:lnTo>
                  <a:lnTo>
                    <a:pt x="86896" y="7500"/>
                  </a:lnTo>
                  <a:lnTo>
                    <a:pt x="82758" y="15000"/>
                  </a:lnTo>
                  <a:lnTo>
                    <a:pt x="80689" y="22500"/>
                  </a:lnTo>
                  <a:lnTo>
                    <a:pt x="80689" y="35625"/>
                  </a:lnTo>
                  <a:lnTo>
                    <a:pt x="80689" y="41250"/>
                  </a:lnTo>
                  <a:lnTo>
                    <a:pt x="70344" y="5437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Shape 5315"/>
            <p:cNvSpPr/>
            <p:nvPr/>
          </p:nvSpPr>
          <p:spPr>
            <a:xfrm>
              <a:off x="10249157" y="3081682"/>
              <a:ext cx="120649" cy="984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336" y="82139"/>
                  </a:moveTo>
                  <a:lnTo>
                    <a:pt x="75398" y="80213"/>
                  </a:lnTo>
                  <a:lnTo>
                    <a:pt x="76991" y="80213"/>
                  </a:lnTo>
                  <a:lnTo>
                    <a:pt x="78053" y="78930"/>
                  </a:lnTo>
                  <a:lnTo>
                    <a:pt x="78053" y="77647"/>
                  </a:lnTo>
                  <a:lnTo>
                    <a:pt x="78053" y="76363"/>
                  </a:lnTo>
                  <a:lnTo>
                    <a:pt x="78584" y="73796"/>
                  </a:lnTo>
                  <a:lnTo>
                    <a:pt x="78584" y="72513"/>
                  </a:lnTo>
                  <a:lnTo>
                    <a:pt x="79115" y="71229"/>
                  </a:lnTo>
                  <a:lnTo>
                    <a:pt x="80176" y="69304"/>
                  </a:lnTo>
                  <a:lnTo>
                    <a:pt x="81238" y="67379"/>
                  </a:lnTo>
                  <a:lnTo>
                    <a:pt x="83362" y="65454"/>
                  </a:lnTo>
                  <a:lnTo>
                    <a:pt x="84424" y="64171"/>
                  </a:lnTo>
                  <a:lnTo>
                    <a:pt x="84424" y="62245"/>
                  </a:lnTo>
                  <a:lnTo>
                    <a:pt x="85486" y="60962"/>
                  </a:lnTo>
                  <a:lnTo>
                    <a:pt x="88141" y="59679"/>
                  </a:lnTo>
                  <a:lnTo>
                    <a:pt x="89203" y="59037"/>
                  </a:lnTo>
                  <a:lnTo>
                    <a:pt x="89203" y="57754"/>
                  </a:lnTo>
                  <a:lnTo>
                    <a:pt x="89203" y="57112"/>
                  </a:lnTo>
                  <a:lnTo>
                    <a:pt x="89203" y="56470"/>
                  </a:lnTo>
                  <a:lnTo>
                    <a:pt x="89203" y="55828"/>
                  </a:lnTo>
                  <a:lnTo>
                    <a:pt x="89734" y="53262"/>
                  </a:lnTo>
                  <a:lnTo>
                    <a:pt x="93982" y="47486"/>
                  </a:lnTo>
                  <a:lnTo>
                    <a:pt x="95575" y="45561"/>
                  </a:lnTo>
                  <a:lnTo>
                    <a:pt x="100353" y="43636"/>
                  </a:lnTo>
                  <a:lnTo>
                    <a:pt x="101415" y="41069"/>
                  </a:lnTo>
                  <a:lnTo>
                    <a:pt x="104070" y="37219"/>
                  </a:lnTo>
                  <a:lnTo>
                    <a:pt x="105663" y="35294"/>
                  </a:lnTo>
                  <a:lnTo>
                    <a:pt x="106194" y="34010"/>
                  </a:lnTo>
                  <a:lnTo>
                    <a:pt x="107787" y="32727"/>
                  </a:lnTo>
                  <a:lnTo>
                    <a:pt x="109380" y="30802"/>
                  </a:lnTo>
                  <a:lnTo>
                    <a:pt x="109911" y="26951"/>
                  </a:lnTo>
                  <a:lnTo>
                    <a:pt x="112035" y="24385"/>
                  </a:lnTo>
                  <a:lnTo>
                    <a:pt x="114159" y="21818"/>
                  </a:lnTo>
                  <a:lnTo>
                    <a:pt x="115752" y="19251"/>
                  </a:lnTo>
                  <a:lnTo>
                    <a:pt x="117345" y="13475"/>
                  </a:lnTo>
                  <a:lnTo>
                    <a:pt x="118407" y="12192"/>
                  </a:lnTo>
                  <a:lnTo>
                    <a:pt x="120000" y="10267"/>
                  </a:lnTo>
                  <a:lnTo>
                    <a:pt x="116814" y="5133"/>
                  </a:lnTo>
                  <a:lnTo>
                    <a:pt x="115752" y="2566"/>
                  </a:lnTo>
                  <a:lnTo>
                    <a:pt x="114159" y="2566"/>
                  </a:lnTo>
                  <a:lnTo>
                    <a:pt x="112566" y="0"/>
                  </a:lnTo>
                  <a:lnTo>
                    <a:pt x="105663" y="641"/>
                  </a:lnTo>
                  <a:lnTo>
                    <a:pt x="99292" y="6417"/>
                  </a:lnTo>
                  <a:lnTo>
                    <a:pt x="99292" y="8342"/>
                  </a:lnTo>
                  <a:lnTo>
                    <a:pt x="99292" y="8983"/>
                  </a:lnTo>
                  <a:lnTo>
                    <a:pt x="90796" y="13475"/>
                  </a:lnTo>
                  <a:lnTo>
                    <a:pt x="89734" y="12834"/>
                  </a:lnTo>
                  <a:lnTo>
                    <a:pt x="88141" y="13475"/>
                  </a:lnTo>
                  <a:lnTo>
                    <a:pt x="85486" y="16684"/>
                  </a:lnTo>
                  <a:lnTo>
                    <a:pt x="82831" y="22459"/>
                  </a:lnTo>
                  <a:lnTo>
                    <a:pt x="81238" y="24385"/>
                  </a:lnTo>
                  <a:lnTo>
                    <a:pt x="80176" y="25668"/>
                  </a:lnTo>
                  <a:lnTo>
                    <a:pt x="78584" y="25668"/>
                  </a:lnTo>
                  <a:lnTo>
                    <a:pt x="73274" y="23101"/>
                  </a:lnTo>
                  <a:lnTo>
                    <a:pt x="56814" y="29518"/>
                  </a:lnTo>
                  <a:lnTo>
                    <a:pt x="52035" y="33368"/>
                  </a:lnTo>
                  <a:lnTo>
                    <a:pt x="47787" y="38502"/>
                  </a:lnTo>
                  <a:lnTo>
                    <a:pt x="45132" y="43636"/>
                  </a:lnTo>
                  <a:lnTo>
                    <a:pt x="43539" y="43636"/>
                  </a:lnTo>
                  <a:lnTo>
                    <a:pt x="40353" y="44919"/>
                  </a:lnTo>
                  <a:lnTo>
                    <a:pt x="35044" y="50695"/>
                  </a:lnTo>
                  <a:lnTo>
                    <a:pt x="30796" y="57112"/>
                  </a:lnTo>
                  <a:lnTo>
                    <a:pt x="29203" y="58395"/>
                  </a:lnTo>
                  <a:lnTo>
                    <a:pt x="26017" y="59679"/>
                  </a:lnTo>
                  <a:lnTo>
                    <a:pt x="7433" y="75080"/>
                  </a:lnTo>
                  <a:lnTo>
                    <a:pt x="1061" y="83422"/>
                  </a:lnTo>
                  <a:lnTo>
                    <a:pt x="1061" y="83422"/>
                  </a:lnTo>
                  <a:lnTo>
                    <a:pt x="530" y="84705"/>
                  </a:lnTo>
                  <a:lnTo>
                    <a:pt x="530" y="84705"/>
                  </a:lnTo>
                  <a:lnTo>
                    <a:pt x="0" y="85989"/>
                  </a:lnTo>
                  <a:lnTo>
                    <a:pt x="7433" y="97540"/>
                  </a:lnTo>
                  <a:lnTo>
                    <a:pt x="12743" y="97540"/>
                  </a:lnTo>
                  <a:lnTo>
                    <a:pt x="14336" y="98823"/>
                  </a:lnTo>
                  <a:lnTo>
                    <a:pt x="15929" y="102673"/>
                  </a:lnTo>
                  <a:lnTo>
                    <a:pt x="16460" y="102673"/>
                  </a:lnTo>
                  <a:lnTo>
                    <a:pt x="18584" y="102032"/>
                  </a:lnTo>
                  <a:lnTo>
                    <a:pt x="20176" y="102032"/>
                  </a:lnTo>
                  <a:lnTo>
                    <a:pt x="22300" y="104598"/>
                  </a:lnTo>
                  <a:lnTo>
                    <a:pt x="21238" y="105240"/>
                  </a:lnTo>
                  <a:lnTo>
                    <a:pt x="20176" y="105240"/>
                  </a:lnTo>
                  <a:lnTo>
                    <a:pt x="19115" y="105240"/>
                  </a:lnTo>
                  <a:lnTo>
                    <a:pt x="17522" y="108449"/>
                  </a:lnTo>
                  <a:lnTo>
                    <a:pt x="24424" y="111016"/>
                  </a:lnTo>
                  <a:lnTo>
                    <a:pt x="27610" y="117433"/>
                  </a:lnTo>
                  <a:lnTo>
                    <a:pt x="29203" y="119358"/>
                  </a:lnTo>
                  <a:lnTo>
                    <a:pt x="31858" y="120000"/>
                  </a:lnTo>
                  <a:lnTo>
                    <a:pt x="54159" y="105240"/>
                  </a:lnTo>
                  <a:lnTo>
                    <a:pt x="57345" y="104598"/>
                  </a:lnTo>
                  <a:lnTo>
                    <a:pt x="56814" y="103315"/>
                  </a:lnTo>
                  <a:lnTo>
                    <a:pt x="54690" y="101390"/>
                  </a:lnTo>
                  <a:lnTo>
                    <a:pt x="72743" y="84064"/>
                  </a:lnTo>
                  <a:lnTo>
                    <a:pt x="74336" y="8213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Shape 5316"/>
            <p:cNvSpPr/>
            <p:nvPr/>
          </p:nvSpPr>
          <p:spPr>
            <a:xfrm>
              <a:off x="10249157" y="3081682"/>
              <a:ext cx="120649" cy="984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336" y="82139"/>
                  </a:moveTo>
                  <a:lnTo>
                    <a:pt x="75398" y="80213"/>
                  </a:lnTo>
                  <a:lnTo>
                    <a:pt x="76991" y="80213"/>
                  </a:lnTo>
                  <a:lnTo>
                    <a:pt x="78053" y="78930"/>
                  </a:lnTo>
                  <a:lnTo>
                    <a:pt x="78053" y="77647"/>
                  </a:lnTo>
                  <a:lnTo>
                    <a:pt x="78053" y="76363"/>
                  </a:lnTo>
                  <a:lnTo>
                    <a:pt x="78584" y="73796"/>
                  </a:lnTo>
                  <a:lnTo>
                    <a:pt x="78584" y="72513"/>
                  </a:lnTo>
                  <a:lnTo>
                    <a:pt x="79115" y="71229"/>
                  </a:lnTo>
                  <a:lnTo>
                    <a:pt x="80176" y="69304"/>
                  </a:lnTo>
                  <a:lnTo>
                    <a:pt x="81238" y="67379"/>
                  </a:lnTo>
                  <a:lnTo>
                    <a:pt x="83362" y="65454"/>
                  </a:lnTo>
                  <a:lnTo>
                    <a:pt x="84424" y="64171"/>
                  </a:lnTo>
                  <a:lnTo>
                    <a:pt x="84424" y="62245"/>
                  </a:lnTo>
                  <a:lnTo>
                    <a:pt x="85486" y="60962"/>
                  </a:lnTo>
                  <a:lnTo>
                    <a:pt x="88141" y="59679"/>
                  </a:lnTo>
                  <a:lnTo>
                    <a:pt x="89203" y="59037"/>
                  </a:lnTo>
                  <a:lnTo>
                    <a:pt x="89203" y="57754"/>
                  </a:lnTo>
                  <a:lnTo>
                    <a:pt x="89203" y="57112"/>
                  </a:lnTo>
                  <a:lnTo>
                    <a:pt x="89203" y="56470"/>
                  </a:lnTo>
                  <a:lnTo>
                    <a:pt x="89203" y="55828"/>
                  </a:lnTo>
                  <a:lnTo>
                    <a:pt x="89734" y="53262"/>
                  </a:lnTo>
                  <a:lnTo>
                    <a:pt x="93982" y="47486"/>
                  </a:lnTo>
                  <a:lnTo>
                    <a:pt x="95575" y="45561"/>
                  </a:lnTo>
                  <a:lnTo>
                    <a:pt x="100353" y="43636"/>
                  </a:lnTo>
                  <a:lnTo>
                    <a:pt x="101415" y="41069"/>
                  </a:lnTo>
                  <a:lnTo>
                    <a:pt x="104070" y="37219"/>
                  </a:lnTo>
                  <a:lnTo>
                    <a:pt x="105663" y="35294"/>
                  </a:lnTo>
                  <a:lnTo>
                    <a:pt x="106194" y="34010"/>
                  </a:lnTo>
                  <a:lnTo>
                    <a:pt x="107787" y="32727"/>
                  </a:lnTo>
                  <a:lnTo>
                    <a:pt x="109380" y="30802"/>
                  </a:lnTo>
                  <a:lnTo>
                    <a:pt x="109911" y="26951"/>
                  </a:lnTo>
                  <a:lnTo>
                    <a:pt x="112035" y="24385"/>
                  </a:lnTo>
                  <a:lnTo>
                    <a:pt x="114159" y="21818"/>
                  </a:lnTo>
                  <a:lnTo>
                    <a:pt x="115752" y="19251"/>
                  </a:lnTo>
                  <a:lnTo>
                    <a:pt x="117345" y="13475"/>
                  </a:lnTo>
                  <a:lnTo>
                    <a:pt x="118407" y="12192"/>
                  </a:lnTo>
                  <a:lnTo>
                    <a:pt x="120000" y="10267"/>
                  </a:lnTo>
                  <a:lnTo>
                    <a:pt x="116814" y="5133"/>
                  </a:lnTo>
                  <a:lnTo>
                    <a:pt x="115752" y="2566"/>
                  </a:lnTo>
                  <a:lnTo>
                    <a:pt x="114159" y="2566"/>
                  </a:lnTo>
                  <a:lnTo>
                    <a:pt x="112566" y="0"/>
                  </a:lnTo>
                  <a:lnTo>
                    <a:pt x="105663" y="641"/>
                  </a:lnTo>
                  <a:lnTo>
                    <a:pt x="99292" y="6417"/>
                  </a:lnTo>
                  <a:lnTo>
                    <a:pt x="99292" y="8342"/>
                  </a:lnTo>
                  <a:lnTo>
                    <a:pt x="99292" y="8983"/>
                  </a:lnTo>
                  <a:lnTo>
                    <a:pt x="90796" y="13475"/>
                  </a:lnTo>
                  <a:lnTo>
                    <a:pt x="89734" y="12834"/>
                  </a:lnTo>
                  <a:lnTo>
                    <a:pt x="88141" y="13475"/>
                  </a:lnTo>
                  <a:lnTo>
                    <a:pt x="85486" y="16684"/>
                  </a:lnTo>
                  <a:lnTo>
                    <a:pt x="82831" y="22459"/>
                  </a:lnTo>
                  <a:lnTo>
                    <a:pt x="81238" y="24385"/>
                  </a:lnTo>
                  <a:lnTo>
                    <a:pt x="80176" y="25668"/>
                  </a:lnTo>
                  <a:lnTo>
                    <a:pt x="78584" y="25668"/>
                  </a:lnTo>
                  <a:lnTo>
                    <a:pt x="73274" y="23101"/>
                  </a:lnTo>
                  <a:lnTo>
                    <a:pt x="56814" y="29518"/>
                  </a:lnTo>
                  <a:lnTo>
                    <a:pt x="52035" y="33368"/>
                  </a:lnTo>
                  <a:lnTo>
                    <a:pt x="47787" y="38502"/>
                  </a:lnTo>
                  <a:lnTo>
                    <a:pt x="45132" y="43636"/>
                  </a:lnTo>
                  <a:lnTo>
                    <a:pt x="43539" y="43636"/>
                  </a:lnTo>
                  <a:lnTo>
                    <a:pt x="40353" y="44919"/>
                  </a:lnTo>
                  <a:lnTo>
                    <a:pt x="35044" y="50695"/>
                  </a:lnTo>
                  <a:lnTo>
                    <a:pt x="30796" y="57112"/>
                  </a:lnTo>
                  <a:lnTo>
                    <a:pt x="29203" y="58395"/>
                  </a:lnTo>
                  <a:lnTo>
                    <a:pt x="26017" y="59679"/>
                  </a:lnTo>
                  <a:lnTo>
                    <a:pt x="7433" y="75080"/>
                  </a:lnTo>
                  <a:lnTo>
                    <a:pt x="1061" y="83422"/>
                  </a:lnTo>
                  <a:lnTo>
                    <a:pt x="1061" y="83422"/>
                  </a:lnTo>
                  <a:lnTo>
                    <a:pt x="530" y="84705"/>
                  </a:lnTo>
                  <a:lnTo>
                    <a:pt x="530" y="84705"/>
                  </a:lnTo>
                  <a:lnTo>
                    <a:pt x="0" y="85989"/>
                  </a:lnTo>
                  <a:lnTo>
                    <a:pt x="7433" y="97540"/>
                  </a:lnTo>
                  <a:lnTo>
                    <a:pt x="12743" y="97540"/>
                  </a:lnTo>
                  <a:lnTo>
                    <a:pt x="14336" y="98823"/>
                  </a:lnTo>
                  <a:lnTo>
                    <a:pt x="15929" y="102673"/>
                  </a:lnTo>
                  <a:lnTo>
                    <a:pt x="16460" y="102673"/>
                  </a:lnTo>
                  <a:lnTo>
                    <a:pt x="18584" y="102032"/>
                  </a:lnTo>
                  <a:lnTo>
                    <a:pt x="20176" y="102032"/>
                  </a:lnTo>
                  <a:lnTo>
                    <a:pt x="22300" y="104598"/>
                  </a:lnTo>
                  <a:lnTo>
                    <a:pt x="21238" y="105240"/>
                  </a:lnTo>
                  <a:lnTo>
                    <a:pt x="20176" y="105240"/>
                  </a:lnTo>
                  <a:lnTo>
                    <a:pt x="19115" y="105240"/>
                  </a:lnTo>
                  <a:lnTo>
                    <a:pt x="17522" y="108449"/>
                  </a:lnTo>
                  <a:lnTo>
                    <a:pt x="24424" y="111016"/>
                  </a:lnTo>
                  <a:lnTo>
                    <a:pt x="27610" y="117433"/>
                  </a:lnTo>
                  <a:lnTo>
                    <a:pt x="29203" y="119358"/>
                  </a:lnTo>
                  <a:lnTo>
                    <a:pt x="31858" y="120000"/>
                  </a:lnTo>
                  <a:lnTo>
                    <a:pt x="54159" y="105240"/>
                  </a:lnTo>
                  <a:lnTo>
                    <a:pt x="57345" y="104598"/>
                  </a:lnTo>
                  <a:lnTo>
                    <a:pt x="56814" y="103315"/>
                  </a:lnTo>
                  <a:lnTo>
                    <a:pt x="54690" y="101390"/>
                  </a:lnTo>
                  <a:lnTo>
                    <a:pt x="72743" y="84064"/>
                  </a:lnTo>
                  <a:lnTo>
                    <a:pt x="74336" y="8213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Shape 5317"/>
            <p:cNvSpPr/>
            <p:nvPr/>
          </p:nvSpPr>
          <p:spPr>
            <a:xfrm>
              <a:off x="10706357" y="3086443"/>
              <a:ext cx="23813" cy="476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666" y="120000"/>
                  </a:moveTo>
                  <a:lnTo>
                    <a:pt x="80000" y="110666"/>
                  </a:lnTo>
                  <a:lnTo>
                    <a:pt x="114666" y="9333"/>
                  </a:lnTo>
                  <a:lnTo>
                    <a:pt x="120000" y="0"/>
                  </a:lnTo>
                  <a:lnTo>
                    <a:pt x="117333" y="0"/>
                  </a:lnTo>
                  <a:lnTo>
                    <a:pt x="109333" y="4000"/>
                  </a:lnTo>
                  <a:lnTo>
                    <a:pt x="88000" y="13333"/>
                  </a:lnTo>
                  <a:lnTo>
                    <a:pt x="37333" y="20000"/>
                  </a:lnTo>
                  <a:lnTo>
                    <a:pt x="26666" y="18666"/>
                  </a:lnTo>
                  <a:lnTo>
                    <a:pt x="29333" y="18666"/>
                  </a:lnTo>
                  <a:lnTo>
                    <a:pt x="26666" y="18666"/>
                  </a:lnTo>
                  <a:lnTo>
                    <a:pt x="21333" y="18666"/>
                  </a:lnTo>
                  <a:lnTo>
                    <a:pt x="18666" y="22666"/>
                  </a:lnTo>
                  <a:lnTo>
                    <a:pt x="18666" y="28000"/>
                  </a:lnTo>
                  <a:lnTo>
                    <a:pt x="16000" y="32000"/>
                  </a:lnTo>
                  <a:lnTo>
                    <a:pt x="13333" y="33333"/>
                  </a:lnTo>
                  <a:lnTo>
                    <a:pt x="13333" y="38666"/>
                  </a:lnTo>
                  <a:lnTo>
                    <a:pt x="16000" y="42666"/>
                  </a:lnTo>
                  <a:lnTo>
                    <a:pt x="16000" y="46666"/>
                  </a:lnTo>
                  <a:lnTo>
                    <a:pt x="10666" y="49333"/>
                  </a:lnTo>
                  <a:lnTo>
                    <a:pt x="10666" y="54666"/>
                  </a:lnTo>
                  <a:lnTo>
                    <a:pt x="13333" y="57333"/>
                  </a:lnTo>
                  <a:lnTo>
                    <a:pt x="16000" y="58666"/>
                  </a:lnTo>
                  <a:lnTo>
                    <a:pt x="18666" y="60000"/>
                  </a:lnTo>
                  <a:lnTo>
                    <a:pt x="13333" y="66666"/>
                  </a:lnTo>
                  <a:lnTo>
                    <a:pt x="5333" y="72000"/>
                  </a:lnTo>
                  <a:lnTo>
                    <a:pt x="0" y="78666"/>
                  </a:lnTo>
                  <a:lnTo>
                    <a:pt x="53333" y="93333"/>
                  </a:lnTo>
                  <a:lnTo>
                    <a:pt x="74666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Shape 5318"/>
            <p:cNvSpPr/>
            <p:nvPr/>
          </p:nvSpPr>
          <p:spPr>
            <a:xfrm>
              <a:off x="10706357" y="3086443"/>
              <a:ext cx="23813" cy="476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666" y="120000"/>
                  </a:moveTo>
                  <a:lnTo>
                    <a:pt x="80000" y="110666"/>
                  </a:lnTo>
                  <a:lnTo>
                    <a:pt x="114666" y="9333"/>
                  </a:lnTo>
                  <a:lnTo>
                    <a:pt x="120000" y="0"/>
                  </a:lnTo>
                  <a:lnTo>
                    <a:pt x="117333" y="0"/>
                  </a:lnTo>
                  <a:lnTo>
                    <a:pt x="109333" y="4000"/>
                  </a:lnTo>
                  <a:lnTo>
                    <a:pt x="88000" y="13333"/>
                  </a:lnTo>
                  <a:lnTo>
                    <a:pt x="37333" y="20000"/>
                  </a:lnTo>
                  <a:lnTo>
                    <a:pt x="26666" y="18666"/>
                  </a:lnTo>
                  <a:lnTo>
                    <a:pt x="29333" y="18666"/>
                  </a:lnTo>
                  <a:lnTo>
                    <a:pt x="26666" y="18666"/>
                  </a:lnTo>
                  <a:lnTo>
                    <a:pt x="21333" y="18666"/>
                  </a:lnTo>
                  <a:lnTo>
                    <a:pt x="18666" y="22666"/>
                  </a:lnTo>
                  <a:lnTo>
                    <a:pt x="18666" y="28000"/>
                  </a:lnTo>
                  <a:lnTo>
                    <a:pt x="16000" y="32000"/>
                  </a:lnTo>
                  <a:lnTo>
                    <a:pt x="13333" y="33333"/>
                  </a:lnTo>
                  <a:lnTo>
                    <a:pt x="13333" y="38666"/>
                  </a:lnTo>
                  <a:lnTo>
                    <a:pt x="16000" y="42666"/>
                  </a:lnTo>
                  <a:lnTo>
                    <a:pt x="16000" y="46666"/>
                  </a:lnTo>
                  <a:lnTo>
                    <a:pt x="10666" y="49333"/>
                  </a:lnTo>
                  <a:lnTo>
                    <a:pt x="10666" y="54666"/>
                  </a:lnTo>
                  <a:lnTo>
                    <a:pt x="13333" y="57333"/>
                  </a:lnTo>
                  <a:lnTo>
                    <a:pt x="16000" y="58666"/>
                  </a:lnTo>
                  <a:lnTo>
                    <a:pt x="18666" y="60000"/>
                  </a:lnTo>
                  <a:lnTo>
                    <a:pt x="13333" y="66666"/>
                  </a:lnTo>
                  <a:lnTo>
                    <a:pt x="5333" y="72000"/>
                  </a:lnTo>
                  <a:lnTo>
                    <a:pt x="0" y="78666"/>
                  </a:lnTo>
                  <a:lnTo>
                    <a:pt x="53333" y="93333"/>
                  </a:lnTo>
                  <a:lnTo>
                    <a:pt x="74666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Shape 5319"/>
            <p:cNvSpPr/>
            <p:nvPr/>
          </p:nvSpPr>
          <p:spPr>
            <a:xfrm>
              <a:off x="10311071" y="3040407"/>
              <a:ext cx="388938" cy="404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642" y="34397"/>
                  </a:moveTo>
                  <a:lnTo>
                    <a:pt x="90368" y="32670"/>
                  </a:lnTo>
                  <a:lnTo>
                    <a:pt x="89713" y="31570"/>
                  </a:lnTo>
                  <a:lnTo>
                    <a:pt x="89713" y="31099"/>
                  </a:lnTo>
                  <a:lnTo>
                    <a:pt x="89713" y="30628"/>
                  </a:lnTo>
                  <a:lnTo>
                    <a:pt x="89713" y="30000"/>
                  </a:lnTo>
                  <a:lnTo>
                    <a:pt x="89058" y="28272"/>
                  </a:lnTo>
                  <a:lnTo>
                    <a:pt x="89058" y="27643"/>
                  </a:lnTo>
                  <a:lnTo>
                    <a:pt x="89386" y="27643"/>
                  </a:lnTo>
                  <a:lnTo>
                    <a:pt x="89713" y="26387"/>
                  </a:lnTo>
                  <a:lnTo>
                    <a:pt x="90204" y="25916"/>
                  </a:lnTo>
                  <a:lnTo>
                    <a:pt x="90695" y="25759"/>
                  </a:lnTo>
                  <a:lnTo>
                    <a:pt x="91186" y="25130"/>
                  </a:lnTo>
                  <a:lnTo>
                    <a:pt x="91023" y="25130"/>
                  </a:lnTo>
                  <a:lnTo>
                    <a:pt x="90695" y="24502"/>
                  </a:lnTo>
                  <a:lnTo>
                    <a:pt x="89713" y="23874"/>
                  </a:lnTo>
                  <a:lnTo>
                    <a:pt x="88894" y="22931"/>
                  </a:lnTo>
                  <a:lnTo>
                    <a:pt x="86930" y="22460"/>
                  </a:lnTo>
                  <a:lnTo>
                    <a:pt x="86930" y="22146"/>
                  </a:lnTo>
                  <a:lnTo>
                    <a:pt x="87094" y="21675"/>
                  </a:lnTo>
                  <a:lnTo>
                    <a:pt x="85948" y="21518"/>
                  </a:lnTo>
                  <a:lnTo>
                    <a:pt x="85784" y="20890"/>
                  </a:lnTo>
                  <a:lnTo>
                    <a:pt x="85784" y="19790"/>
                  </a:lnTo>
                  <a:lnTo>
                    <a:pt x="85457" y="18848"/>
                  </a:lnTo>
                  <a:lnTo>
                    <a:pt x="84311" y="18219"/>
                  </a:lnTo>
                  <a:lnTo>
                    <a:pt x="81691" y="18848"/>
                  </a:lnTo>
                  <a:lnTo>
                    <a:pt x="81364" y="18691"/>
                  </a:lnTo>
                  <a:lnTo>
                    <a:pt x="81036" y="18219"/>
                  </a:lnTo>
                  <a:lnTo>
                    <a:pt x="79072" y="17591"/>
                  </a:lnTo>
                  <a:lnTo>
                    <a:pt x="78253" y="18062"/>
                  </a:lnTo>
                  <a:lnTo>
                    <a:pt x="77435" y="18848"/>
                  </a:lnTo>
                  <a:lnTo>
                    <a:pt x="77107" y="18848"/>
                  </a:lnTo>
                  <a:lnTo>
                    <a:pt x="76289" y="18691"/>
                  </a:lnTo>
                  <a:lnTo>
                    <a:pt x="75634" y="18848"/>
                  </a:lnTo>
                  <a:lnTo>
                    <a:pt x="73015" y="20104"/>
                  </a:lnTo>
                  <a:lnTo>
                    <a:pt x="70886" y="19633"/>
                  </a:lnTo>
                  <a:lnTo>
                    <a:pt x="69413" y="20104"/>
                  </a:lnTo>
                  <a:lnTo>
                    <a:pt x="69085" y="19633"/>
                  </a:lnTo>
                  <a:lnTo>
                    <a:pt x="68594" y="18848"/>
                  </a:lnTo>
                  <a:lnTo>
                    <a:pt x="68267" y="18376"/>
                  </a:lnTo>
                  <a:lnTo>
                    <a:pt x="68758" y="17591"/>
                  </a:lnTo>
                  <a:lnTo>
                    <a:pt x="69577" y="17120"/>
                  </a:lnTo>
                  <a:lnTo>
                    <a:pt x="69904" y="16649"/>
                  </a:lnTo>
                  <a:lnTo>
                    <a:pt x="69904" y="15549"/>
                  </a:lnTo>
                  <a:lnTo>
                    <a:pt x="69085" y="14136"/>
                  </a:lnTo>
                  <a:lnTo>
                    <a:pt x="68594" y="12879"/>
                  </a:lnTo>
                  <a:lnTo>
                    <a:pt x="68758" y="13036"/>
                  </a:lnTo>
                  <a:lnTo>
                    <a:pt x="68594" y="12879"/>
                  </a:lnTo>
                  <a:lnTo>
                    <a:pt x="68594" y="12722"/>
                  </a:lnTo>
                  <a:lnTo>
                    <a:pt x="68594" y="12565"/>
                  </a:lnTo>
                  <a:lnTo>
                    <a:pt x="69249" y="11937"/>
                  </a:lnTo>
                  <a:lnTo>
                    <a:pt x="69413" y="11623"/>
                  </a:lnTo>
                  <a:lnTo>
                    <a:pt x="68758" y="11465"/>
                  </a:lnTo>
                  <a:lnTo>
                    <a:pt x="68594" y="11308"/>
                  </a:lnTo>
                  <a:lnTo>
                    <a:pt x="68594" y="10680"/>
                  </a:lnTo>
                  <a:lnTo>
                    <a:pt x="69085" y="10837"/>
                  </a:lnTo>
                  <a:lnTo>
                    <a:pt x="69413" y="10837"/>
                  </a:lnTo>
                  <a:lnTo>
                    <a:pt x="69740" y="10523"/>
                  </a:lnTo>
                  <a:lnTo>
                    <a:pt x="69577" y="10052"/>
                  </a:lnTo>
                  <a:lnTo>
                    <a:pt x="70231" y="9109"/>
                  </a:lnTo>
                  <a:lnTo>
                    <a:pt x="70395" y="6753"/>
                  </a:lnTo>
                  <a:lnTo>
                    <a:pt x="70395" y="5968"/>
                  </a:lnTo>
                  <a:lnTo>
                    <a:pt x="70231" y="5183"/>
                  </a:lnTo>
                  <a:lnTo>
                    <a:pt x="69904" y="4397"/>
                  </a:lnTo>
                  <a:lnTo>
                    <a:pt x="66793" y="2041"/>
                  </a:lnTo>
                  <a:lnTo>
                    <a:pt x="62210" y="1727"/>
                  </a:lnTo>
                  <a:lnTo>
                    <a:pt x="62701" y="1413"/>
                  </a:lnTo>
                  <a:lnTo>
                    <a:pt x="63356" y="942"/>
                  </a:lnTo>
                  <a:lnTo>
                    <a:pt x="63519" y="471"/>
                  </a:lnTo>
                  <a:lnTo>
                    <a:pt x="61227" y="0"/>
                  </a:lnTo>
                  <a:lnTo>
                    <a:pt x="60736" y="0"/>
                  </a:lnTo>
                  <a:lnTo>
                    <a:pt x="59099" y="1413"/>
                  </a:lnTo>
                  <a:lnTo>
                    <a:pt x="58444" y="1727"/>
                  </a:lnTo>
                  <a:lnTo>
                    <a:pt x="51405" y="1570"/>
                  </a:lnTo>
                  <a:lnTo>
                    <a:pt x="44693" y="5183"/>
                  </a:lnTo>
                  <a:lnTo>
                    <a:pt x="44038" y="5968"/>
                  </a:lnTo>
                  <a:lnTo>
                    <a:pt x="44038" y="6282"/>
                  </a:lnTo>
                  <a:lnTo>
                    <a:pt x="44365" y="6910"/>
                  </a:lnTo>
                  <a:lnTo>
                    <a:pt x="44365" y="7539"/>
                  </a:lnTo>
                  <a:lnTo>
                    <a:pt x="43383" y="8481"/>
                  </a:lnTo>
                  <a:lnTo>
                    <a:pt x="42728" y="9267"/>
                  </a:lnTo>
                  <a:lnTo>
                    <a:pt x="42892" y="9581"/>
                  </a:lnTo>
                  <a:lnTo>
                    <a:pt x="42892" y="10837"/>
                  </a:lnTo>
                  <a:lnTo>
                    <a:pt x="42892" y="11151"/>
                  </a:lnTo>
                  <a:lnTo>
                    <a:pt x="44038" y="12251"/>
                  </a:lnTo>
                  <a:lnTo>
                    <a:pt x="51077" y="13821"/>
                  </a:lnTo>
                  <a:lnTo>
                    <a:pt x="54188" y="16020"/>
                  </a:lnTo>
                  <a:lnTo>
                    <a:pt x="54679" y="18062"/>
                  </a:lnTo>
                  <a:lnTo>
                    <a:pt x="55989" y="18219"/>
                  </a:lnTo>
                  <a:lnTo>
                    <a:pt x="57135" y="19005"/>
                  </a:lnTo>
                  <a:lnTo>
                    <a:pt x="58444" y="18848"/>
                  </a:lnTo>
                  <a:lnTo>
                    <a:pt x="58772" y="19633"/>
                  </a:lnTo>
                  <a:lnTo>
                    <a:pt x="58117" y="19947"/>
                  </a:lnTo>
                  <a:lnTo>
                    <a:pt x="56316" y="19947"/>
                  </a:lnTo>
                  <a:lnTo>
                    <a:pt x="54843" y="18691"/>
                  </a:lnTo>
                  <a:lnTo>
                    <a:pt x="53533" y="18691"/>
                  </a:lnTo>
                  <a:lnTo>
                    <a:pt x="53533" y="18534"/>
                  </a:lnTo>
                  <a:lnTo>
                    <a:pt x="51896" y="18062"/>
                  </a:lnTo>
                  <a:lnTo>
                    <a:pt x="47967" y="15863"/>
                  </a:lnTo>
                  <a:lnTo>
                    <a:pt x="44693" y="15706"/>
                  </a:lnTo>
                  <a:lnTo>
                    <a:pt x="42401" y="14921"/>
                  </a:lnTo>
                  <a:lnTo>
                    <a:pt x="41091" y="13664"/>
                  </a:lnTo>
                  <a:lnTo>
                    <a:pt x="38144" y="12879"/>
                  </a:lnTo>
                  <a:lnTo>
                    <a:pt x="32251" y="13979"/>
                  </a:lnTo>
                  <a:lnTo>
                    <a:pt x="31759" y="14450"/>
                  </a:lnTo>
                  <a:lnTo>
                    <a:pt x="31432" y="15078"/>
                  </a:lnTo>
                  <a:lnTo>
                    <a:pt x="31105" y="15549"/>
                  </a:lnTo>
                  <a:lnTo>
                    <a:pt x="30777" y="15706"/>
                  </a:lnTo>
                  <a:lnTo>
                    <a:pt x="30613" y="15706"/>
                  </a:lnTo>
                  <a:lnTo>
                    <a:pt x="30122" y="15863"/>
                  </a:lnTo>
                  <a:lnTo>
                    <a:pt x="29631" y="16492"/>
                  </a:lnTo>
                  <a:lnTo>
                    <a:pt x="29631" y="16806"/>
                  </a:lnTo>
                  <a:lnTo>
                    <a:pt x="28485" y="18062"/>
                  </a:lnTo>
                  <a:lnTo>
                    <a:pt x="27994" y="18848"/>
                  </a:lnTo>
                  <a:lnTo>
                    <a:pt x="27830" y="19162"/>
                  </a:lnTo>
                  <a:lnTo>
                    <a:pt x="27830" y="19790"/>
                  </a:lnTo>
                  <a:lnTo>
                    <a:pt x="27994" y="21204"/>
                  </a:lnTo>
                  <a:lnTo>
                    <a:pt x="29959" y="20575"/>
                  </a:lnTo>
                  <a:lnTo>
                    <a:pt x="30613" y="21361"/>
                  </a:lnTo>
                  <a:lnTo>
                    <a:pt x="29959" y="21832"/>
                  </a:lnTo>
                  <a:lnTo>
                    <a:pt x="29795" y="21832"/>
                  </a:lnTo>
                  <a:lnTo>
                    <a:pt x="29795" y="22460"/>
                  </a:lnTo>
                  <a:lnTo>
                    <a:pt x="30122" y="23089"/>
                  </a:lnTo>
                  <a:lnTo>
                    <a:pt x="30122" y="23874"/>
                  </a:lnTo>
                  <a:lnTo>
                    <a:pt x="29795" y="24031"/>
                  </a:lnTo>
                  <a:lnTo>
                    <a:pt x="28976" y="23560"/>
                  </a:lnTo>
                  <a:lnTo>
                    <a:pt x="27994" y="23560"/>
                  </a:lnTo>
                  <a:lnTo>
                    <a:pt x="26357" y="23874"/>
                  </a:lnTo>
                  <a:lnTo>
                    <a:pt x="26030" y="24345"/>
                  </a:lnTo>
                  <a:lnTo>
                    <a:pt x="25702" y="25130"/>
                  </a:lnTo>
                  <a:lnTo>
                    <a:pt x="25211" y="26073"/>
                  </a:lnTo>
                  <a:lnTo>
                    <a:pt x="25211" y="26701"/>
                  </a:lnTo>
                  <a:lnTo>
                    <a:pt x="25211" y="27329"/>
                  </a:lnTo>
                  <a:lnTo>
                    <a:pt x="31596" y="30471"/>
                  </a:lnTo>
                  <a:lnTo>
                    <a:pt x="32087" y="30000"/>
                  </a:lnTo>
                  <a:lnTo>
                    <a:pt x="32087" y="30628"/>
                  </a:lnTo>
                  <a:lnTo>
                    <a:pt x="32251" y="30628"/>
                  </a:lnTo>
                  <a:lnTo>
                    <a:pt x="38963" y="30628"/>
                  </a:lnTo>
                  <a:lnTo>
                    <a:pt x="39781" y="31256"/>
                  </a:lnTo>
                  <a:lnTo>
                    <a:pt x="52387" y="32513"/>
                  </a:lnTo>
                  <a:lnTo>
                    <a:pt x="52551" y="32670"/>
                  </a:lnTo>
                  <a:lnTo>
                    <a:pt x="53042" y="33141"/>
                  </a:lnTo>
                  <a:lnTo>
                    <a:pt x="52714" y="33769"/>
                  </a:lnTo>
                  <a:lnTo>
                    <a:pt x="52387" y="34240"/>
                  </a:lnTo>
                  <a:lnTo>
                    <a:pt x="51568" y="34712"/>
                  </a:lnTo>
                  <a:lnTo>
                    <a:pt x="40763" y="34397"/>
                  </a:lnTo>
                  <a:lnTo>
                    <a:pt x="38963" y="32827"/>
                  </a:lnTo>
                  <a:lnTo>
                    <a:pt x="38799" y="32513"/>
                  </a:lnTo>
                  <a:lnTo>
                    <a:pt x="38308" y="32356"/>
                  </a:lnTo>
                  <a:lnTo>
                    <a:pt x="37980" y="32827"/>
                  </a:lnTo>
                  <a:lnTo>
                    <a:pt x="37817" y="33298"/>
                  </a:lnTo>
                  <a:lnTo>
                    <a:pt x="37489" y="33769"/>
                  </a:lnTo>
                  <a:lnTo>
                    <a:pt x="20954" y="32513"/>
                  </a:lnTo>
                  <a:lnTo>
                    <a:pt x="19317" y="33769"/>
                  </a:lnTo>
                  <a:lnTo>
                    <a:pt x="13260" y="39738"/>
                  </a:lnTo>
                  <a:lnTo>
                    <a:pt x="12442" y="40837"/>
                  </a:lnTo>
                  <a:lnTo>
                    <a:pt x="12278" y="42251"/>
                  </a:lnTo>
                  <a:lnTo>
                    <a:pt x="12605" y="42879"/>
                  </a:lnTo>
                  <a:lnTo>
                    <a:pt x="28649" y="46335"/>
                  </a:lnTo>
                  <a:lnTo>
                    <a:pt x="29140" y="46020"/>
                  </a:lnTo>
                  <a:lnTo>
                    <a:pt x="31268" y="45078"/>
                  </a:lnTo>
                  <a:lnTo>
                    <a:pt x="34542" y="44921"/>
                  </a:lnTo>
                  <a:lnTo>
                    <a:pt x="36016" y="43979"/>
                  </a:lnTo>
                  <a:lnTo>
                    <a:pt x="41091" y="44450"/>
                  </a:lnTo>
                  <a:lnTo>
                    <a:pt x="46657" y="42565"/>
                  </a:lnTo>
                  <a:lnTo>
                    <a:pt x="47148" y="43507"/>
                  </a:lnTo>
                  <a:lnTo>
                    <a:pt x="46821" y="43664"/>
                  </a:lnTo>
                  <a:lnTo>
                    <a:pt x="45347" y="43664"/>
                  </a:lnTo>
                  <a:lnTo>
                    <a:pt x="42564" y="45235"/>
                  </a:lnTo>
                  <a:lnTo>
                    <a:pt x="42237" y="45706"/>
                  </a:lnTo>
                  <a:lnTo>
                    <a:pt x="41909" y="46335"/>
                  </a:lnTo>
                  <a:lnTo>
                    <a:pt x="41746" y="46806"/>
                  </a:lnTo>
                  <a:lnTo>
                    <a:pt x="41909" y="47905"/>
                  </a:lnTo>
                  <a:lnTo>
                    <a:pt x="36671" y="47591"/>
                  </a:lnTo>
                  <a:lnTo>
                    <a:pt x="28321" y="51518"/>
                  </a:lnTo>
                  <a:lnTo>
                    <a:pt x="26684" y="51518"/>
                  </a:lnTo>
                  <a:lnTo>
                    <a:pt x="23574" y="50261"/>
                  </a:lnTo>
                  <a:lnTo>
                    <a:pt x="22100" y="50732"/>
                  </a:lnTo>
                  <a:lnTo>
                    <a:pt x="10968" y="47905"/>
                  </a:lnTo>
                  <a:lnTo>
                    <a:pt x="9167" y="48534"/>
                  </a:lnTo>
                  <a:lnTo>
                    <a:pt x="3765" y="53089"/>
                  </a:lnTo>
                  <a:lnTo>
                    <a:pt x="2946" y="54188"/>
                  </a:lnTo>
                  <a:lnTo>
                    <a:pt x="2783" y="55445"/>
                  </a:lnTo>
                  <a:lnTo>
                    <a:pt x="1964" y="55287"/>
                  </a:lnTo>
                  <a:lnTo>
                    <a:pt x="1309" y="55445"/>
                  </a:lnTo>
                  <a:lnTo>
                    <a:pt x="818" y="56073"/>
                  </a:lnTo>
                  <a:lnTo>
                    <a:pt x="818" y="56544"/>
                  </a:lnTo>
                  <a:lnTo>
                    <a:pt x="818" y="56858"/>
                  </a:lnTo>
                  <a:lnTo>
                    <a:pt x="654" y="57172"/>
                  </a:lnTo>
                  <a:lnTo>
                    <a:pt x="491" y="57486"/>
                  </a:lnTo>
                  <a:lnTo>
                    <a:pt x="0" y="57801"/>
                  </a:lnTo>
                  <a:lnTo>
                    <a:pt x="0" y="58743"/>
                  </a:lnTo>
                  <a:lnTo>
                    <a:pt x="327" y="59214"/>
                  </a:lnTo>
                  <a:lnTo>
                    <a:pt x="818" y="59685"/>
                  </a:lnTo>
                  <a:lnTo>
                    <a:pt x="1637" y="61570"/>
                  </a:lnTo>
                  <a:lnTo>
                    <a:pt x="8185" y="66125"/>
                  </a:lnTo>
                  <a:lnTo>
                    <a:pt x="8676" y="66282"/>
                  </a:lnTo>
                  <a:lnTo>
                    <a:pt x="9167" y="65654"/>
                  </a:lnTo>
                  <a:lnTo>
                    <a:pt x="9331" y="65654"/>
                  </a:lnTo>
                  <a:lnTo>
                    <a:pt x="9986" y="66910"/>
                  </a:lnTo>
                  <a:lnTo>
                    <a:pt x="11623" y="68324"/>
                  </a:lnTo>
                  <a:lnTo>
                    <a:pt x="12605" y="68638"/>
                  </a:lnTo>
                  <a:lnTo>
                    <a:pt x="13096" y="68481"/>
                  </a:lnTo>
                  <a:lnTo>
                    <a:pt x="14570" y="66753"/>
                  </a:lnTo>
                  <a:lnTo>
                    <a:pt x="14897" y="66439"/>
                  </a:lnTo>
                  <a:lnTo>
                    <a:pt x="16043" y="65811"/>
                  </a:lnTo>
                  <a:lnTo>
                    <a:pt x="16371" y="65654"/>
                  </a:lnTo>
                  <a:lnTo>
                    <a:pt x="17025" y="66125"/>
                  </a:lnTo>
                  <a:lnTo>
                    <a:pt x="20627" y="65340"/>
                  </a:lnTo>
                  <a:lnTo>
                    <a:pt x="20954" y="65654"/>
                  </a:lnTo>
                  <a:lnTo>
                    <a:pt x="20627" y="66125"/>
                  </a:lnTo>
                  <a:lnTo>
                    <a:pt x="20463" y="66596"/>
                  </a:lnTo>
                  <a:lnTo>
                    <a:pt x="20300" y="67068"/>
                  </a:lnTo>
                  <a:lnTo>
                    <a:pt x="20136" y="68010"/>
                  </a:lnTo>
                  <a:lnTo>
                    <a:pt x="19317" y="68952"/>
                  </a:lnTo>
                  <a:lnTo>
                    <a:pt x="18008" y="70209"/>
                  </a:lnTo>
                  <a:lnTo>
                    <a:pt x="18171" y="71151"/>
                  </a:lnTo>
                  <a:lnTo>
                    <a:pt x="18663" y="71308"/>
                  </a:lnTo>
                  <a:lnTo>
                    <a:pt x="21937" y="70366"/>
                  </a:lnTo>
                  <a:lnTo>
                    <a:pt x="22755" y="70523"/>
                  </a:lnTo>
                  <a:lnTo>
                    <a:pt x="21609" y="71937"/>
                  </a:lnTo>
                  <a:lnTo>
                    <a:pt x="20463" y="72565"/>
                  </a:lnTo>
                  <a:lnTo>
                    <a:pt x="18499" y="73036"/>
                  </a:lnTo>
                  <a:lnTo>
                    <a:pt x="18335" y="73350"/>
                  </a:lnTo>
                  <a:lnTo>
                    <a:pt x="19481" y="74764"/>
                  </a:lnTo>
                  <a:lnTo>
                    <a:pt x="21282" y="76020"/>
                  </a:lnTo>
                  <a:lnTo>
                    <a:pt x="22264" y="77905"/>
                  </a:lnTo>
                  <a:lnTo>
                    <a:pt x="25211" y="80104"/>
                  </a:lnTo>
                  <a:lnTo>
                    <a:pt x="26193" y="80261"/>
                  </a:lnTo>
                  <a:lnTo>
                    <a:pt x="26684" y="79790"/>
                  </a:lnTo>
                  <a:lnTo>
                    <a:pt x="27667" y="79162"/>
                  </a:lnTo>
                  <a:lnTo>
                    <a:pt x="28485" y="78062"/>
                  </a:lnTo>
                  <a:lnTo>
                    <a:pt x="28976" y="76963"/>
                  </a:lnTo>
                  <a:lnTo>
                    <a:pt x="29140" y="76963"/>
                  </a:lnTo>
                  <a:lnTo>
                    <a:pt x="29140" y="75706"/>
                  </a:lnTo>
                  <a:lnTo>
                    <a:pt x="28976" y="74450"/>
                  </a:lnTo>
                  <a:lnTo>
                    <a:pt x="28976" y="73193"/>
                  </a:lnTo>
                  <a:lnTo>
                    <a:pt x="29467" y="72722"/>
                  </a:lnTo>
                  <a:lnTo>
                    <a:pt x="29304" y="72408"/>
                  </a:lnTo>
                  <a:lnTo>
                    <a:pt x="28649" y="72094"/>
                  </a:lnTo>
                  <a:lnTo>
                    <a:pt x="28649" y="71780"/>
                  </a:lnTo>
                  <a:lnTo>
                    <a:pt x="28485" y="71151"/>
                  </a:lnTo>
                  <a:lnTo>
                    <a:pt x="28649" y="70837"/>
                  </a:lnTo>
                  <a:lnTo>
                    <a:pt x="28976" y="70523"/>
                  </a:lnTo>
                  <a:lnTo>
                    <a:pt x="30613" y="72565"/>
                  </a:lnTo>
                  <a:lnTo>
                    <a:pt x="31268" y="74136"/>
                  </a:lnTo>
                  <a:lnTo>
                    <a:pt x="32087" y="74136"/>
                  </a:lnTo>
                  <a:lnTo>
                    <a:pt x="34706" y="71937"/>
                  </a:lnTo>
                  <a:lnTo>
                    <a:pt x="35361" y="71151"/>
                  </a:lnTo>
                  <a:lnTo>
                    <a:pt x="35525" y="70209"/>
                  </a:lnTo>
                  <a:lnTo>
                    <a:pt x="35688" y="70837"/>
                  </a:lnTo>
                  <a:lnTo>
                    <a:pt x="35852" y="72094"/>
                  </a:lnTo>
                  <a:lnTo>
                    <a:pt x="35852" y="73507"/>
                  </a:lnTo>
                  <a:lnTo>
                    <a:pt x="35525" y="74450"/>
                  </a:lnTo>
                  <a:lnTo>
                    <a:pt x="35525" y="74921"/>
                  </a:lnTo>
                  <a:lnTo>
                    <a:pt x="35361" y="75078"/>
                  </a:lnTo>
                  <a:lnTo>
                    <a:pt x="34870" y="75549"/>
                  </a:lnTo>
                  <a:lnTo>
                    <a:pt x="34542" y="75863"/>
                  </a:lnTo>
                  <a:lnTo>
                    <a:pt x="34215" y="76335"/>
                  </a:lnTo>
                  <a:lnTo>
                    <a:pt x="34215" y="76963"/>
                  </a:lnTo>
                  <a:lnTo>
                    <a:pt x="34051" y="77905"/>
                  </a:lnTo>
                  <a:lnTo>
                    <a:pt x="33888" y="79319"/>
                  </a:lnTo>
                  <a:lnTo>
                    <a:pt x="33724" y="80104"/>
                  </a:lnTo>
                  <a:lnTo>
                    <a:pt x="33888" y="80732"/>
                  </a:lnTo>
                  <a:lnTo>
                    <a:pt x="34051" y="81204"/>
                  </a:lnTo>
                  <a:lnTo>
                    <a:pt x="35361" y="82460"/>
                  </a:lnTo>
                  <a:lnTo>
                    <a:pt x="36998" y="82460"/>
                  </a:lnTo>
                  <a:lnTo>
                    <a:pt x="46330" y="79005"/>
                  </a:lnTo>
                  <a:lnTo>
                    <a:pt x="47312" y="77748"/>
                  </a:lnTo>
                  <a:lnTo>
                    <a:pt x="47803" y="76963"/>
                  </a:lnTo>
                  <a:lnTo>
                    <a:pt x="48949" y="75549"/>
                  </a:lnTo>
                  <a:lnTo>
                    <a:pt x="49440" y="74607"/>
                  </a:lnTo>
                  <a:lnTo>
                    <a:pt x="50095" y="73193"/>
                  </a:lnTo>
                  <a:lnTo>
                    <a:pt x="49931" y="72565"/>
                  </a:lnTo>
                  <a:lnTo>
                    <a:pt x="49440" y="71937"/>
                  </a:lnTo>
                  <a:lnTo>
                    <a:pt x="49276" y="71151"/>
                  </a:lnTo>
                  <a:lnTo>
                    <a:pt x="49276" y="69424"/>
                  </a:lnTo>
                  <a:lnTo>
                    <a:pt x="49276" y="68638"/>
                  </a:lnTo>
                  <a:lnTo>
                    <a:pt x="48949" y="68481"/>
                  </a:lnTo>
                  <a:lnTo>
                    <a:pt x="47639" y="67696"/>
                  </a:lnTo>
                  <a:lnTo>
                    <a:pt x="47148" y="67853"/>
                  </a:lnTo>
                  <a:lnTo>
                    <a:pt x="46821" y="67696"/>
                  </a:lnTo>
                  <a:lnTo>
                    <a:pt x="46657" y="67382"/>
                  </a:lnTo>
                  <a:lnTo>
                    <a:pt x="46821" y="66910"/>
                  </a:lnTo>
                  <a:lnTo>
                    <a:pt x="47312" y="66282"/>
                  </a:lnTo>
                  <a:lnTo>
                    <a:pt x="48294" y="65497"/>
                  </a:lnTo>
                  <a:lnTo>
                    <a:pt x="48785" y="65340"/>
                  </a:lnTo>
                  <a:lnTo>
                    <a:pt x="48949" y="66125"/>
                  </a:lnTo>
                  <a:lnTo>
                    <a:pt x="50586" y="67382"/>
                  </a:lnTo>
                  <a:lnTo>
                    <a:pt x="50750" y="67853"/>
                  </a:lnTo>
                  <a:lnTo>
                    <a:pt x="50586" y="68010"/>
                  </a:lnTo>
                  <a:lnTo>
                    <a:pt x="50422" y="68638"/>
                  </a:lnTo>
                  <a:lnTo>
                    <a:pt x="50422" y="68795"/>
                  </a:lnTo>
                  <a:lnTo>
                    <a:pt x="50750" y="70052"/>
                  </a:lnTo>
                  <a:lnTo>
                    <a:pt x="51568" y="70994"/>
                  </a:lnTo>
                  <a:lnTo>
                    <a:pt x="52223" y="71308"/>
                  </a:lnTo>
                  <a:lnTo>
                    <a:pt x="53206" y="70366"/>
                  </a:lnTo>
                  <a:lnTo>
                    <a:pt x="53860" y="69424"/>
                  </a:lnTo>
                  <a:lnTo>
                    <a:pt x="54188" y="68795"/>
                  </a:lnTo>
                  <a:lnTo>
                    <a:pt x="55170" y="66753"/>
                  </a:lnTo>
                  <a:lnTo>
                    <a:pt x="55989" y="65183"/>
                  </a:lnTo>
                  <a:lnTo>
                    <a:pt x="56643" y="64083"/>
                  </a:lnTo>
                  <a:lnTo>
                    <a:pt x="56807" y="63141"/>
                  </a:lnTo>
                  <a:lnTo>
                    <a:pt x="56643" y="62356"/>
                  </a:lnTo>
                  <a:lnTo>
                    <a:pt x="56643" y="62041"/>
                  </a:lnTo>
                  <a:lnTo>
                    <a:pt x="56643" y="61727"/>
                  </a:lnTo>
                  <a:lnTo>
                    <a:pt x="56807" y="60785"/>
                  </a:lnTo>
                  <a:lnTo>
                    <a:pt x="56971" y="60314"/>
                  </a:lnTo>
                  <a:lnTo>
                    <a:pt x="57135" y="59685"/>
                  </a:lnTo>
                  <a:lnTo>
                    <a:pt x="57298" y="59214"/>
                  </a:lnTo>
                  <a:lnTo>
                    <a:pt x="57135" y="59057"/>
                  </a:lnTo>
                  <a:lnTo>
                    <a:pt x="57626" y="58115"/>
                  </a:lnTo>
                  <a:lnTo>
                    <a:pt x="58117" y="58743"/>
                  </a:lnTo>
                  <a:lnTo>
                    <a:pt x="58608" y="60942"/>
                  </a:lnTo>
                  <a:lnTo>
                    <a:pt x="58772" y="63298"/>
                  </a:lnTo>
                  <a:lnTo>
                    <a:pt x="58935" y="63926"/>
                  </a:lnTo>
                  <a:lnTo>
                    <a:pt x="59427" y="64083"/>
                  </a:lnTo>
                  <a:lnTo>
                    <a:pt x="65320" y="62670"/>
                  </a:lnTo>
                  <a:lnTo>
                    <a:pt x="66302" y="61884"/>
                  </a:lnTo>
                  <a:lnTo>
                    <a:pt x="65975" y="62670"/>
                  </a:lnTo>
                  <a:lnTo>
                    <a:pt x="66139" y="62827"/>
                  </a:lnTo>
                  <a:lnTo>
                    <a:pt x="66793" y="62670"/>
                  </a:lnTo>
                  <a:lnTo>
                    <a:pt x="67939" y="63455"/>
                  </a:lnTo>
                  <a:lnTo>
                    <a:pt x="67939" y="63455"/>
                  </a:lnTo>
                  <a:lnTo>
                    <a:pt x="68267" y="63141"/>
                  </a:lnTo>
                  <a:lnTo>
                    <a:pt x="68267" y="63455"/>
                  </a:lnTo>
                  <a:lnTo>
                    <a:pt x="67939" y="63455"/>
                  </a:lnTo>
                  <a:lnTo>
                    <a:pt x="67939" y="63455"/>
                  </a:lnTo>
                  <a:lnTo>
                    <a:pt x="67448" y="63298"/>
                  </a:lnTo>
                  <a:lnTo>
                    <a:pt x="64665" y="64554"/>
                  </a:lnTo>
                  <a:lnTo>
                    <a:pt x="63356" y="65340"/>
                  </a:lnTo>
                  <a:lnTo>
                    <a:pt x="62046" y="65497"/>
                  </a:lnTo>
                  <a:lnTo>
                    <a:pt x="60245" y="66282"/>
                  </a:lnTo>
                  <a:lnTo>
                    <a:pt x="59590" y="67068"/>
                  </a:lnTo>
                  <a:lnTo>
                    <a:pt x="58772" y="68167"/>
                  </a:lnTo>
                  <a:lnTo>
                    <a:pt x="57462" y="70837"/>
                  </a:lnTo>
                  <a:lnTo>
                    <a:pt x="55661" y="74293"/>
                  </a:lnTo>
                  <a:lnTo>
                    <a:pt x="55825" y="75078"/>
                  </a:lnTo>
                  <a:lnTo>
                    <a:pt x="56643" y="75235"/>
                  </a:lnTo>
                  <a:lnTo>
                    <a:pt x="59099" y="74136"/>
                  </a:lnTo>
                  <a:lnTo>
                    <a:pt x="59918" y="74136"/>
                  </a:lnTo>
                  <a:lnTo>
                    <a:pt x="60245" y="74607"/>
                  </a:lnTo>
                  <a:lnTo>
                    <a:pt x="55497" y="76178"/>
                  </a:lnTo>
                  <a:lnTo>
                    <a:pt x="55334" y="76335"/>
                  </a:lnTo>
                  <a:lnTo>
                    <a:pt x="55006" y="76649"/>
                  </a:lnTo>
                  <a:lnTo>
                    <a:pt x="54679" y="77434"/>
                  </a:lnTo>
                  <a:lnTo>
                    <a:pt x="53860" y="80104"/>
                  </a:lnTo>
                  <a:lnTo>
                    <a:pt x="54843" y="81047"/>
                  </a:lnTo>
                  <a:lnTo>
                    <a:pt x="58281" y="81675"/>
                  </a:lnTo>
                  <a:lnTo>
                    <a:pt x="58444" y="81361"/>
                  </a:lnTo>
                  <a:lnTo>
                    <a:pt x="58444" y="81204"/>
                  </a:lnTo>
                  <a:lnTo>
                    <a:pt x="58608" y="81047"/>
                  </a:lnTo>
                  <a:lnTo>
                    <a:pt x="58935" y="81361"/>
                  </a:lnTo>
                  <a:lnTo>
                    <a:pt x="61882" y="80890"/>
                  </a:lnTo>
                  <a:lnTo>
                    <a:pt x="63356" y="81361"/>
                  </a:lnTo>
                  <a:lnTo>
                    <a:pt x="65648" y="81361"/>
                  </a:lnTo>
                  <a:lnTo>
                    <a:pt x="66139" y="81047"/>
                  </a:lnTo>
                  <a:lnTo>
                    <a:pt x="66630" y="80418"/>
                  </a:lnTo>
                  <a:lnTo>
                    <a:pt x="67612" y="78219"/>
                  </a:lnTo>
                  <a:lnTo>
                    <a:pt x="67776" y="78848"/>
                  </a:lnTo>
                  <a:lnTo>
                    <a:pt x="67776" y="80732"/>
                  </a:lnTo>
                  <a:lnTo>
                    <a:pt x="68103" y="81361"/>
                  </a:lnTo>
                  <a:lnTo>
                    <a:pt x="68594" y="81675"/>
                  </a:lnTo>
                  <a:lnTo>
                    <a:pt x="71377" y="81204"/>
                  </a:lnTo>
                  <a:lnTo>
                    <a:pt x="73669" y="79790"/>
                  </a:lnTo>
                  <a:lnTo>
                    <a:pt x="74160" y="79790"/>
                  </a:lnTo>
                  <a:lnTo>
                    <a:pt x="74324" y="79319"/>
                  </a:lnTo>
                  <a:lnTo>
                    <a:pt x="74652" y="78219"/>
                  </a:lnTo>
                  <a:lnTo>
                    <a:pt x="74652" y="77905"/>
                  </a:lnTo>
                  <a:lnTo>
                    <a:pt x="74652" y="77434"/>
                  </a:lnTo>
                  <a:lnTo>
                    <a:pt x="74324" y="76335"/>
                  </a:lnTo>
                  <a:lnTo>
                    <a:pt x="74815" y="75078"/>
                  </a:lnTo>
                  <a:lnTo>
                    <a:pt x="75306" y="74136"/>
                  </a:lnTo>
                  <a:lnTo>
                    <a:pt x="75798" y="73350"/>
                  </a:lnTo>
                  <a:lnTo>
                    <a:pt x="76289" y="73350"/>
                  </a:lnTo>
                  <a:lnTo>
                    <a:pt x="76289" y="72879"/>
                  </a:lnTo>
                  <a:lnTo>
                    <a:pt x="76289" y="72722"/>
                  </a:lnTo>
                  <a:lnTo>
                    <a:pt x="76289" y="72565"/>
                  </a:lnTo>
                  <a:lnTo>
                    <a:pt x="76452" y="72879"/>
                  </a:lnTo>
                  <a:lnTo>
                    <a:pt x="77107" y="73507"/>
                  </a:lnTo>
                  <a:lnTo>
                    <a:pt x="77271" y="74450"/>
                  </a:lnTo>
                  <a:lnTo>
                    <a:pt x="77107" y="75078"/>
                  </a:lnTo>
                  <a:lnTo>
                    <a:pt x="76616" y="75549"/>
                  </a:lnTo>
                  <a:lnTo>
                    <a:pt x="76452" y="75706"/>
                  </a:lnTo>
                  <a:lnTo>
                    <a:pt x="76125" y="75863"/>
                  </a:lnTo>
                  <a:lnTo>
                    <a:pt x="75961" y="76492"/>
                  </a:lnTo>
                  <a:lnTo>
                    <a:pt x="75961" y="77120"/>
                  </a:lnTo>
                  <a:lnTo>
                    <a:pt x="76125" y="77434"/>
                  </a:lnTo>
                  <a:lnTo>
                    <a:pt x="76452" y="77905"/>
                  </a:lnTo>
                  <a:lnTo>
                    <a:pt x="78417" y="78219"/>
                  </a:lnTo>
                  <a:lnTo>
                    <a:pt x="78908" y="78062"/>
                  </a:lnTo>
                  <a:lnTo>
                    <a:pt x="79072" y="77591"/>
                  </a:lnTo>
                  <a:lnTo>
                    <a:pt x="79072" y="77277"/>
                  </a:lnTo>
                  <a:lnTo>
                    <a:pt x="78908" y="77120"/>
                  </a:lnTo>
                  <a:lnTo>
                    <a:pt x="78744" y="76963"/>
                  </a:lnTo>
                  <a:lnTo>
                    <a:pt x="78744" y="76649"/>
                  </a:lnTo>
                  <a:lnTo>
                    <a:pt x="78908" y="76178"/>
                  </a:lnTo>
                  <a:lnTo>
                    <a:pt x="79236" y="75706"/>
                  </a:lnTo>
                  <a:lnTo>
                    <a:pt x="79727" y="75078"/>
                  </a:lnTo>
                  <a:lnTo>
                    <a:pt x="79890" y="75078"/>
                  </a:lnTo>
                  <a:lnTo>
                    <a:pt x="80054" y="75235"/>
                  </a:lnTo>
                  <a:lnTo>
                    <a:pt x="80873" y="76335"/>
                  </a:lnTo>
                  <a:lnTo>
                    <a:pt x="80545" y="76492"/>
                  </a:lnTo>
                  <a:lnTo>
                    <a:pt x="80381" y="76649"/>
                  </a:lnTo>
                  <a:lnTo>
                    <a:pt x="79890" y="76649"/>
                  </a:lnTo>
                  <a:lnTo>
                    <a:pt x="79727" y="77120"/>
                  </a:lnTo>
                  <a:lnTo>
                    <a:pt x="80873" y="77277"/>
                  </a:lnTo>
                  <a:lnTo>
                    <a:pt x="81200" y="77591"/>
                  </a:lnTo>
                  <a:lnTo>
                    <a:pt x="80873" y="78062"/>
                  </a:lnTo>
                  <a:lnTo>
                    <a:pt x="79727" y="79162"/>
                  </a:lnTo>
                  <a:lnTo>
                    <a:pt x="78744" y="79319"/>
                  </a:lnTo>
                  <a:lnTo>
                    <a:pt x="78090" y="79633"/>
                  </a:lnTo>
                  <a:lnTo>
                    <a:pt x="77762" y="80104"/>
                  </a:lnTo>
                  <a:lnTo>
                    <a:pt x="78253" y="81361"/>
                  </a:lnTo>
                  <a:lnTo>
                    <a:pt x="79399" y="81989"/>
                  </a:lnTo>
                  <a:lnTo>
                    <a:pt x="81527" y="81989"/>
                  </a:lnTo>
                  <a:lnTo>
                    <a:pt x="84147" y="81047"/>
                  </a:lnTo>
                  <a:lnTo>
                    <a:pt x="86111" y="82303"/>
                  </a:lnTo>
                  <a:lnTo>
                    <a:pt x="86439" y="82146"/>
                  </a:lnTo>
                  <a:lnTo>
                    <a:pt x="88894" y="80261"/>
                  </a:lnTo>
                  <a:lnTo>
                    <a:pt x="89058" y="80104"/>
                  </a:lnTo>
                  <a:lnTo>
                    <a:pt x="89222" y="79633"/>
                  </a:lnTo>
                  <a:lnTo>
                    <a:pt x="89386" y="79633"/>
                  </a:lnTo>
                  <a:lnTo>
                    <a:pt x="89549" y="80104"/>
                  </a:lnTo>
                  <a:lnTo>
                    <a:pt x="89713" y="81675"/>
                  </a:lnTo>
                  <a:lnTo>
                    <a:pt x="90040" y="82146"/>
                  </a:lnTo>
                  <a:lnTo>
                    <a:pt x="91841" y="82460"/>
                  </a:lnTo>
                  <a:lnTo>
                    <a:pt x="91841" y="81989"/>
                  </a:lnTo>
                  <a:lnTo>
                    <a:pt x="91023" y="81675"/>
                  </a:lnTo>
                  <a:lnTo>
                    <a:pt x="91678" y="81047"/>
                  </a:lnTo>
                  <a:lnTo>
                    <a:pt x="92005" y="81204"/>
                  </a:lnTo>
                  <a:lnTo>
                    <a:pt x="92660" y="81832"/>
                  </a:lnTo>
                  <a:lnTo>
                    <a:pt x="93315" y="81832"/>
                  </a:lnTo>
                  <a:lnTo>
                    <a:pt x="94297" y="81047"/>
                  </a:lnTo>
                  <a:lnTo>
                    <a:pt x="95279" y="80890"/>
                  </a:lnTo>
                  <a:lnTo>
                    <a:pt x="96425" y="79633"/>
                  </a:lnTo>
                  <a:lnTo>
                    <a:pt x="96916" y="79162"/>
                  </a:lnTo>
                  <a:lnTo>
                    <a:pt x="97244" y="78691"/>
                  </a:lnTo>
                  <a:lnTo>
                    <a:pt x="98062" y="77277"/>
                  </a:lnTo>
                  <a:lnTo>
                    <a:pt x="98226" y="76963"/>
                  </a:lnTo>
                  <a:lnTo>
                    <a:pt x="100354" y="76963"/>
                  </a:lnTo>
                  <a:lnTo>
                    <a:pt x="102319" y="78219"/>
                  </a:lnTo>
                  <a:lnTo>
                    <a:pt x="102646" y="78848"/>
                  </a:lnTo>
                  <a:lnTo>
                    <a:pt x="102646" y="79476"/>
                  </a:lnTo>
                  <a:lnTo>
                    <a:pt x="102319" y="79790"/>
                  </a:lnTo>
                  <a:lnTo>
                    <a:pt x="101500" y="79633"/>
                  </a:lnTo>
                  <a:lnTo>
                    <a:pt x="101009" y="80104"/>
                  </a:lnTo>
                  <a:lnTo>
                    <a:pt x="101009" y="80418"/>
                  </a:lnTo>
                  <a:lnTo>
                    <a:pt x="100682" y="80890"/>
                  </a:lnTo>
                  <a:lnTo>
                    <a:pt x="100190" y="81047"/>
                  </a:lnTo>
                  <a:lnTo>
                    <a:pt x="100027" y="81361"/>
                  </a:lnTo>
                  <a:lnTo>
                    <a:pt x="100354" y="82146"/>
                  </a:lnTo>
                  <a:lnTo>
                    <a:pt x="99045" y="83403"/>
                  </a:lnTo>
                  <a:lnTo>
                    <a:pt x="98553" y="83560"/>
                  </a:lnTo>
                  <a:lnTo>
                    <a:pt x="98062" y="84031"/>
                  </a:lnTo>
                  <a:lnTo>
                    <a:pt x="97735" y="84031"/>
                  </a:lnTo>
                  <a:lnTo>
                    <a:pt x="97407" y="84031"/>
                  </a:lnTo>
                  <a:lnTo>
                    <a:pt x="96098" y="84502"/>
                  </a:lnTo>
                  <a:lnTo>
                    <a:pt x="96098" y="84816"/>
                  </a:lnTo>
                  <a:lnTo>
                    <a:pt x="96098" y="84973"/>
                  </a:lnTo>
                  <a:lnTo>
                    <a:pt x="96098" y="85287"/>
                  </a:lnTo>
                  <a:lnTo>
                    <a:pt x="95934" y="85445"/>
                  </a:lnTo>
                  <a:lnTo>
                    <a:pt x="95607" y="85287"/>
                  </a:lnTo>
                  <a:lnTo>
                    <a:pt x="94952" y="84816"/>
                  </a:lnTo>
                  <a:lnTo>
                    <a:pt x="94461" y="85130"/>
                  </a:lnTo>
                  <a:lnTo>
                    <a:pt x="94788" y="85130"/>
                  </a:lnTo>
                  <a:lnTo>
                    <a:pt x="95115" y="85445"/>
                  </a:lnTo>
                  <a:lnTo>
                    <a:pt x="95279" y="85759"/>
                  </a:lnTo>
                  <a:lnTo>
                    <a:pt x="95443" y="86544"/>
                  </a:lnTo>
                  <a:lnTo>
                    <a:pt x="93478" y="87486"/>
                  </a:lnTo>
                  <a:lnTo>
                    <a:pt x="92660" y="87486"/>
                  </a:lnTo>
                  <a:lnTo>
                    <a:pt x="91841" y="86858"/>
                  </a:lnTo>
                  <a:lnTo>
                    <a:pt x="91186" y="86701"/>
                  </a:lnTo>
                  <a:lnTo>
                    <a:pt x="90695" y="87172"/>
                  </a:lnTo>
                  <a:lnTo>
                    <a:pt x="90859" y="87958"/>
                  </a:lnTo>
                  <a:lnTo>
                    <a:pt x="91841" y="87486"/>
                  </a:lnTo>
                  <a:lnTo>
                    <a:pt x="92005" y="88272"/>
                  </a:lnTo>
                  <a:lnTo>
                    <a:pt x="91678" y="88586"/>
                  </a:lnTo>
                  <a:lnTo>
                    <a:pt x="90368" y="89842"/>
                  </a:lnTo>
                  <a:lnTo>
                    <a:pt x="89713" y="90157"/>
                  </a:lnTo>
                  <a:lnTo>
                    <a:pt x="88567" y="90000"/>
                  </a:lnTo>
                  <a:lnTo>
                    <a:pt x="86439" y="90942"/>
                  </a:lnTo>
                  <a:lnTo>
                    <a:pt x="84638" y="89842"/>
                  </a:lnTo>
                  <a:lnTo>
                    <a:pt x="82510" y="88743"/>
                  </a:lnTo>
                  <a:lnTo>
                    <a:pt x="79072" y="88743"/>
                  </a:lnTo>
                  <a:lnTo>
                    <a:pt x="74652" y="88115"/>
                  </a:lnTo>
                  <a:lnTo>
                    <a:pt x="72032" y="88743"/>
                  </a:lnTo>
                  <a:lnTo>
                    <a:pt x="70723" y="88115"/>
                  </a:lnTo>
                  <a:lnTo>
                    <a:pt x="67939" y="88743"/>
                  </a:lnTo>
                  <a:lnTo>
                    <a:pt x="66793" y="89371"/>
                  </a:lnTo>
                  <a:lnTo>
                    <a:pt x="65156" y="89685"/>
                  </a:lnTo>
                  <a:lnTo>
                    <a:pt x="64010" y="90942"/>
                  </a:lnTo>
                  <a:lnTo>
                    <a:pt x="63519" y="91570"/>
                  </a:lnTo>
                  <a:lnTo>
                    <a:pt x="63519" y="91884"/>
                  </a:lnTo>
                  <a:lnTo>
                    <a:pt x="63028" y="92041"/>
                  </a:lnTo>
                  <a:lnTo>
                    <a:pt x="61882" y="91884"/>
                  </a:lnTo>
                  <a:lnTo>
                    <a:pt x="61718" y="91884"/>
                  </a:lnTo>
                  <a:lnTo>
                    <a:pt x="61555" y="91884"/>
                  </a:lnTo>
                  <a:lnTo>
                    <a:pt x="61064" y="92041"/>
                  </a:lnTo>
                  <a:lnTo>
                    <a:pt x="62046" y="92670"/>
                  </a:lnTo>
                  <a:lnTo>
                    <a:pt x="63028" y="93612"/>
                  </a:lnTo>
                  <a:lnTo>
                    <a:pt x="62210" y="94554"/>
                  </a:lnTo>
                  <a:lnTo>
                    <a:pt x="61718" y="94240"/>
                  </a:lnTo>
                  <a:lnTo>
                    <a:pt x="60572" y="93298"/>
                  </a:lnTo>
                  <a:lnTo>
                    <a:pt x="59099" y="93298"/>
                  </a:lnTo>
                  <a:lnTo>
                    <a:pt x="57953" y="94083"/>
                  </a:lnTo>
                  <a:lnTo>
                    <a:pt x="55825" y="93455"/>
                  </a:lnTo>
                  <a:lnTo>
                    <a:pt x="53697" y="93455"/>
                  </a:lnTo>
                  <a:lnTo>
                    <a:pt x="52223" y="94397"/>
                  </a:lnTo>
                  <a:lnTo>
                    <a:pt x="49931" y="94397"/>
                  </a:lnTo>
                  <a:lnTo>
                    <a:pt x="45184" y="96125"/>
                  </a:lnTo>
                  <a:lnTo>
                    <a:pt x="43710" y="97382"/>
                  </a:lnTo>
                  <a:lnTo>
                    <a:pt x="42073" y="98010"/>
                  </a:lnTo>
                  <a:lnTo>
                    <a:pt x="41418" y="98481"/>
                  </a:lnTo>
                  <a:lnTo>
                    <a:pt x="40927" y="99581"/>
                  </a:lnTo>
                  <a:lnTo>
                    <a:pt x="40600" y="100366"/>
                  </a:lnTo>
                  <a:lnTo>
                    <a:pt x="40600" y="100994"/>
                  </a:lnTo>
                  <a:lnTo>
                    <a:pt x="40927" y="102094"/>
                  </a:lnTo>
                  <a:lnTo>
                    <a:pt x="43383" y="106020"/>
                  </a:lnTo>
                  <a:lnTo>
                    <a:pt x="43710" y="106178"/>
                  </a:lnTo>
                  <a:lnTo>
                    <a:pt x="43547" y="106178"/>
                  </a:lnTo>
                  <a:lnTo>
                    <a:pt x="43547" y="106178"/>
                  </a:lnTo>
                  <a:lnTo>
                    <a:pt x="43547" y="106492"/>
                  </a:lnTo>
                  <a:lnTo>
                    <a:pt x="43547" y="106649"/>
                  </a:lnTo>
                  <a:lnTo>
                    <a:pt x="48622" y="113089"/>
                  </a:lnTo>
                  <a:lnTo>
                    <a:pt x="49440" y="114659"/>
                  </a:lnTo>
                  <a:lnTo>
                    <a:pt x="53042" y="116701"/>
                  </a:lnTo>
                  <a:lnTo>
                    <a:pt x="56480" y="118272"/>
                  </a:lnTo>
                  <a:lnTo>
                    <a:pt x="59590" y="119371"/>
                  </a:lnTo>
                  <a:lnTo>
                    <a:pt x="66139" y="119528"/>
                  </a:lnTo>
                  <a:lnTo>
                    <a:pt x="69249" y="120000"/>
                  </a:lnTo>
                  <a:lnTo>
                    <a:pt x="70068" y="119528"/>
                  </a:lnTo>
                  <a:lnTo>
                    <a:pt x="71541" y="119371"/>
                  </a:lnTo>
                  <a:lnTo>
                    <a:pt x="72851" y="118586"/>
                  </a:lnTo>
                  <a:lnTo>
                    <a:pt x="82837" y="117329"/>
                  </a:lnTo>
                  <a:lnTo>
                    <a:pt x="84474" y="115916"/>
                  </a:lnTo>
                  <a:lnTo>
                    <a:pt x="87585" y="114031"/>
                  </a:lnTo>
                  <a:lnTo>
                    <a:pt x="88894" y="114973"/>
                  </a:lnTo>
                  <a:lnTo>
                    <a:pt x="89222" y="114816"/>
                  </a:lnTo>
                  <a:lnTo>
                    <a:pt x="90368" y="113560"/>
                  </a:lnTo>
                  <a:lnTo>
                    <a:pt x="90859" y="113403"/>
                  </a:lnTo>
                  <a:lnTo>
                    <a:pt x="92005" y="113560"/>
                  </a:lnTo>
                  <a:lnTo>
                    <a:pt x="93478" y="112460"/>
                  </a:lnTo>
                  <a:lnTo>
                    <a:pt x="94788" y="112774"/>
                  </a:lnTo>
                  <a:lnTo>
                    <a:pt x="95115" y="112303"/>
                  </a:lnTo>
                  <a:lnTo>
                    <a:pt x="95443" y="111989"/>
                  </a:lnTo>
                  <a:lnTo>
                    <a:pt x="95607" y="111518"/>
                  </a:lnTo>
                  <a:lnTo>
                    <a:pt x="95770" y="111204"/>
                  </a:lnTo>
                  <a:lnTo>
                    <a:pt x="97407" y="111204"/>
                  </a:lnTo>
                  <a:lnTo>
                    <a:pt x="97735" y="110890"/>
                  </a:lnTo>
                  <a:lnTo>
                    <a:pt x="99045" y="109633"/>
                  </a:lnTo>
                  <a:lnTo>
                    <a:pt x="101828" y="108691"/>
                  </a:lnTo>
                  <a:lnTo>
                    <a:pt x="102482" y="107591"/>
                  </a:lnTo>
                  <a:lnTo>
                    <a:pt x="101991" y="106649"/>
                  </a:lnTo>
                  <a:lnTo>
                    <a:pt x="101664" y="105706"/>
                  </a:lnTo>
                  <a:lnTo>
                    <a:pt x="101664" y="105078"/>
                  </a:lnTo>
                  <a:lnTo>
                    <a:pt x="101991" y="103979"/>
                  </a:lnTo>
                  <a:lnTo>
                    <a:pt x="102319" y="103821"/>
                  </a:lnTo>
                  <a:lnTo>
                    <a:pt x="102974" y="104293"/>
                  </a:lnTo>
                  <a:lnTo>
                    <a:pt x="107066" y="104293"/>
                  </a:lnTo>
                  <a:lnTo>
                    <a:pt x="107721" y="103979"/>
                  </a:lnTo>
                  <a:lnTo>
                    <a:pt x="107230" y="103821"/>
                  </a:lnTo>
                  <a:lnTo>
                    <a:pt x="106412" y="102879"/>
                  </a:lnTo>
                  <a:lnTo>
                    <a:pt x="106412" y="102565"/>
                  </a:lnTo>
                  <a:lnTo>
                    <a:pt x="106903" y="102251"/>
                  </a:lnTo>
                  <a:lnTo>
                    <a:pt x="107066" y="102251"/>
                  </a:lnTo>
                  <a:lnTo>
                    <a:pt x="107230" y="102408"/>
                  </a:lnTo>
                  <a:lnTo>
                    <a:pt x="107230" y="102251"/>
                  </a:lnTo>
                  <a:lnTo>
                    <a:pt x="107066" y="102094"/>
                  </a:lnTo>
                  <a:lnTo>
                    <a:pt x="107066" y="101937"/>
                  </a:lnTo>
                  <a:lnTo>
                    <a:pt x="108212" y="101465"/>
                  </a:lnTo>
                  <a:lnTo>
                    <a:pt x="110341" y="103036"/>
                  </a:lnTo>
                  <a:lnTo>
                    <a:pt x="111650" y="102565"/>
                  </a:lnTo>
                  <a:lnTo>
                    <a:pt x="111650" y="102879"/>
                  </a:lnTo>
                  <a:lnTo>
                    <a:pt x="111487" y="103350"/>
                  </a:lnTo>
                  <a:lnTo>
                    <a:pt x="111650" y="103664"/>
                  </a:lnTo>
                  <a:lnTo>
                    <a:pt x="111978" y="103350"/>
                  </a:lnTo>
                  <a:lnTo>
                    <a:pt x="112796" y="102251"/>
                  </a:lnTo>
                  <a:lnTo>
                    <a:pt x="113124" y="102094"/>
                  </a:lnTo>
                  <a:lnTo>
                    <a:pt x="113778" y="98324"/>
                  </a:lnTo>
                  <a:lnTo>
                    <a:pt x="116070" y="86544"/>
                  </a:lnTo>
                  <a:lnTo>
                    <a:pt x="118199" y="74450"/>
                  </a:lnTo>
                  <a:lnTo>
                    <a:pt x="120000" y="64554"/>
                  </a:lnTo>
                  <a:lnTo>
                    <a:pt x="119017" y="64083"/>
                  </a:lnTo>
                  <a:lnTo>
                    <a:pt x="118199" y="64554"/>
                  </a:lnTo>
                  <a:lnTo>
                    <a:pt x="117708" y="64083"/>
                  </a:lnTo>
                  <a:lnTo>
                    <a:pt x="116562" y="64554"/>
                  </a:lnTo>
                  <a:lnTo>
                    <a:pt x="113615" y="63926"/>
                  </a:lnTo>
                  <a:lnTo>
                    <a:pt x="113615" y="63612"/>
                  </a:lnTo>
                  <a:lnTo>
                    <a:pt x="113615" y="63298"/>
                  </a:lnTo>
                  <a:lnTo>
                    <a:pt x="113615" y="62827"/>
                  </a:lnTo>
                  <a:lnTo>
                    <a:pt x="113615" y="62670"/>
                  </a:lnTo>
                  <a:lnTo>
                    <a:pt x="112633" y="61884"/>
                  </a:lnTo>
                  <a:lnTo>
                    <a:pt x="107230" y="62041"/>
                  </a:lnTo>
                  <a:lnTo>
                    <a:pt x="104611" y="63141"/>
                  </a:lnTo>
                  <a:lnTo>
                    <a:pt x="101500" y="62827"/>
                  </a:lnTo>
                  <a:lnTo>
                    <a:pt x="101336" y="63141"/>
                  </a:lnTo>
                  <a:lnTo>
                    <a:pt x="100845" y="63141"/>
                  </a:lnTo>
                  <a:lnTo>
                    <a:pt x="100518" y="62670"/>
                  </a:lnTo>
                  <a:lnTo>
                    <a:pt x="100518" y="62513"/>
                  </a:lnTo>
                  <a:lnTo>
                    <a:pt x="100518" y="62198"/>
                  </a:lnTo>
                  <a:lnTo>
                    <a:pt x="100518" y="62041"/>
                  </a:lnTo>
                  <a:lnTo>
                    <a:pt x="100518" y="61884"/>
                  </a:lnTo>
                  <a:lnTo>
                    <a:pt x="100354" y="61727"/>
                  </a:lnTo>
                  <a:lnTo>
                    <a:pt x="100027" y="61570"/>
                  </a:lnTo>
                  <a:lnTo>
                    <a:pt x="100354" y="60785"/>
                  </a:lnTo>
                  <a:lnTo>
                    <a:pt x="100518" y="60628"/>
                  </a:lnTo>
                  <a:lnTo>
                    <a:pt x="100682" y="60471"/>
                  </a:lnTo>
                  <a:lnTo>
                    <a:pt x="100682" y="60157"/>
                  </a:lnTo>
                  <a:lnTo>
                    <a:pt x="100190" y="60000"/>
                  </a:lnTo>
                  <a:lnTo>
                    <a:pt x="100027" y="59528"/>
                  </a:lnTo>
                  <a:lnTo>
                    <a:pt x="99863" y="57958"/>
                  </a:lnTo>
                  <a:lnTo>
                    <a:pt x="99699" y="57643"/>
                  </a:lnTo>
                  <a:lnTo>
                    <a:pt x="99372" y="57486"/>
                  </a:lnTo>
                  <a:lnTo>
                    <a:pt x="100354" y="56073"/>
                  </a:lnTo>
                  <a:lnTo>
                    <a:pt x="100354" y="55602"/>
                  </a:lnTo>
                  <a:lnTo>
                    <a:pt x="100518" y="55287"/>
                  </a:lnTo>
                  <a:lnTo>
                    <a:pt x="100354" y="54659"/>
                  </a:lnTo>
                  <a:lnTo>
                    <a:pt x="100354" y="54345"/>
                  </a:lnTo>
                  <a:lnTo>
                    <a:pt x="100190" y="54188"/>
                  </a:lnTo>
                  <a:lnTo>
                    <a:pt x="100518" y="53246"/>
                  </a:lnTo>
                  <a:lnTo>
                    <a:pt x="101009" y="52774"/>
                  </a:lnTo>
                  <a:lnTo>
                    <a:pt x="101500" y="52303"/>
                  </a:lnTo>
                  <a:lnTo>
                    <a:pt x="101500" y="51361"/>
                  </a:lnTo>
                  <a:lnTo>
                    <a:pt x="101336" y="50890"/>
                  </a:lnTo>
                  <a:lnTo>
                    <a:pt x="100518" y="51047"/>
                  </a:lnTo>
                  <a:lnTo>
                    <a:pt x="100354" y="50732"/>
                  </a:lnTo>
                  <a:lnTo>
                    <a:pt x="100354" y="50104"/>
                  </a:lnTo>
                  <a:lnTo>
                    <a:pt x="100518" y="49790"/>
                  </a:lnTo>
                  <a:lnTo>
                    <a:pt x="100682" y="49476"/>
                  </a:lnTo>
                  <a:lnTo>
                    <a:pt x="100845" y="49476"/>
                  </a:lnTo>
                  <a:lnTo>
                    <a:pt x="100682" y="48062"/>
                  </a:lnTo>
                  <a:lnTo>
                    <a:pt x="99045" y="46335"/>
                  </a:lnTo>
                  <a:lnTo>
                    <a:pt x="99372" y="46178"/>
                  </a:lnTo>
                  <a:lnTo>
                    <a:pt x="100518" y="46649"/>
                  </a:lnTo>
                  <a:lnTo>
                    <a:pt x="100845" y="46492"/>
                  </a:lnTo>
                  <a:lnTo>
                    <a:pt x="101336" y="46020"/>
                  </a:lnTo>
                  <a:lnTo>
                    <a:pt x="101500" y="45392"/>
                  </a:lnTo>
                  <a:lnTo>
                    <a:pt x="101500" y="45235"/>
                  </a:lnTo>
                  <a:lnTo>
                    <a:pt x="95279" y="44921"/>
                  </a:lnTo>
                  <a:lnTo>
                    <a:pt x="94952" y="45078"/>
                  </a:lnTo>
                  <a:lnTo>
                    <a:pt x="93969" y="45706"/>
                  </a:lnTo>
                  <a:lnTo>
                    <a:pt x="93806" y="46020"/>
                  </a:lnTo>
                  <a:lnTo>
                    <a:pt x="92496" y="44921"/>
                  </a:lnTo>
                  <a:lnTo>
                    <a:pt x="92824" y="44764"/>
                  </a:lnTo>
                  <a:lnTo>
                    <a:pt x="93315" y="44607"/>
                  </a:lnTo>
                  <a:lnTo>
                    <a:pt x="93642" y="44450"/>
                  </a:lnTo>
                  <a:lnTo>
                    <a:pt x="93478" y="44450"/>
                  </a:lnTo>
                  <a:lnTo>
                    <a:pt x="92987" y="43979"/>
                  </a:lnTo>
                  <a:lnTo>
                    <a:pt x="92824" y="43821"/>
                  </a:lnTo>
                  <a:lnTo>
                    <a:pt x="92496" y="43979"/>
                  </a:lnTo>
                  <a:lnTo>
                    <a:pt x="92332" y="44136"/>
                  </a:lnTo>
                  <a:lnTo>
                    <a:pt x="92005" y="44607"/>
                  </a:lnTo>
                  <a:lnTo>
                    <a:pt x="91841" y="44921"/>
                  </a:lnTo>
                  <a:lnTo>
                    <a:pt x="90695" y="45392"/>
                  </a:lnTo>
                  <a:lnTo>
                    <a:pt x="90040" y="45235"/>
                  </a:lnTo>
                  <a:lnTo>
                    <a:pt x="89549" y="44921"/>
                  </a:lnTo>
                  <a:lnTo>
                    <a:pt x="90040" y="44607"/>
                  </a:lnTo>
                  <a:lnTo>
                    <a:pt x="91186" y="43979"/>
                  </a:lnTo>
                  <a:lnTo>
                    <a:pt x="90859" y="43664"/>
                  </a:lnTo>
                  <a:lnTo>
                    <a:pt x="90695" y="43193"/>
                  </a:lnTo>
                  <a:lnTo>
                    <a:pt x="92660" y="41937"/>
                  </a:lnTo>
                  <a:lnTo>
                    <a:pt x="97244" y="41308"/>
                  </a:lnTo>
                  <a:lnTo>
                    <a:pt x="98390" y="40523"/>
                  </a:lnTo>
                  <a:lnTo>
                    <a:pt x="98226" y="39424"/>
                  </a:lnTo>
                  <a:lnTo>
                    <a:pt x="98062" y="38795"/>
                  </a:lnTo>
                  <a:lnTo>
                    <a:pt x="96916" y="38324"/>
                  </a:lnTo>
                  <a:lnTo>
                    <a:pt x="93642" y="3439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Shape 5320"/>
            <p:cNvSpPr/>
            <p:nvPr/>
          </p:nvSpPr>
          <p:spPr>
            <a:xfrm>
              <a:off x="10520621" y="2978493"/>
              <a:ext cx="65087" cy="396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66" y="32432"/>
                  </a:moveTo>
                  <a:lnTo>
                    <a:pt x="0" y="50270"/>
                  </a:lnTo>
                  <a:lnTo>
                    <a:pt x="991" y="55135"/>
                  </a:lnTo>
                  <a:lnTo>
                    <a:pt x="1983" y="53513"/>
                  </a:lnTo>
                  <a:lnTo>
                    <a:pt x="2975" y="56756"/>
                  </a:lnTo>
                  <a:lnTo>
                    <a:pt x="3966" y="56756"/>
                  </a:lnTo>
                  <a:lnTo>
                    <a:pt x="28760" y="74594"/>
                  </a:lnTo>
                  <a:lnTo>
                    <a:pt x="33719" y="85945"/>
                  </a:lnTo>
                  <a:lnTo>
                    <a:pt x="84297" y="103783"/>
                  </a:lnTo>
                  <a:lnTo>
                    <a:pt x="95206" y="120000"/>
                  </a:lnTo>
                  <a:lnTo>
                    <a:pt x="97190" y="120000"/>
                  </a:lnTo>
                  <a:lnTo>
                    <a:pt x="99173" y="118378"/>
                  </a:lnTo>
                  <a:lnTo>
                    <a:pt x="102148" y="108648"/>
                  </a:lnTo>
                  <a:lnTo>
                    <a:pt x="108099" y="103783"/>
                  </a:lnTo>
                  <a:lnTo>
                    <a:pt x="116033" y="89189"/>
                  </a:lnTo>
                  <a:lnTo>
                    <a:pt x="119008" y="87567"/>
                  </a:lnTo>
                  <a:lnTo>
                    <a:pt x="120000" y="72972"/>
                  </a:lnTo>
                  <a:lnTo>
                    <a:pt x="120000" y="60000"/>
                  </a:lnTo>
                  <a:lnTo>
                    <a:pt x="119008" y="50270"/>
                  </a:lnTo>
                  <a:lnTo>
                    <a:pt x="118016" y="47027"/>
                  </a:lnTo>
                  <a:lnTo>
                    <a:pt x="115041" y="43783"/>
                  </a:lnTo>
                  <a:lnTo>
                    <a:pt x="105123" y="17837"/>
                  </a:lnTo>
                  <a:lnTo>
                    <a:pt x="97190" y="8108"/>
                  </a:lnTo>
                  <a:lnTo>
                    <a:pt x="67438" y="1621"/>
                  </a:lnTo>
                  <a:lnTo>
                    <a:pt x="62479" y="8108"/>
                  </a:lnTo>
                  <a:lnTo>
                    <a:pt x="47603" y="0"/>
                  </a:lnTo>
                  <a:lnTo>
                    <a:pt x="28760" y="6486"/>
                  </a:lnTo>
                  <a:lnTo>
                    <a:pt x="6942" y="29189"/>
                  </a:lnTo>
                  <a:lnTo>
                    <a:pt x="3966" y="3243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Shape 5321"/>
            <p:cNvSpPr/>
            <p:nvPr/>
          </p:nvSpPr>
          <p:spPr>
            <a:xfrm>
              <a:off x="10520621" y="2978493"/>
              <a:ext cx="65087" cy="396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66" y="32432"/>
                  </a:moveTo>
                  <a:lnTo>
                    <a:pt x="0" y="50270"/>
                  </a:lnTo>
                  <a:lnTo>
                    <a:pt x="991" y="55135"/>
                  </a:lnTo>
                  <a:lnTo>
                    <a:pt x="1983" y="53513"/>
                  </a:lnTo>
                  <a:lnTo>
                    <a:pt x="2975" y="56756"/>
                  </a:lnTo>
                  <a:lnTo>
                    <a:pt x="3966" y="56756"/>
                  </a:lnTo>
                  <a:lnTo>
                    <a:pt x="28760" y="74594"/>
                  </a:lnTo>
                  <a:lnTo>
                    <a:pt x="33719" y="85945"/>
                  </a:lnTo>
                  <a:lnTo>
                    <a:pt x="84297" y="103783"/>
                  </a:lnTo>
                  <a:lnTo>
                    <a:pt x="95206" y="120000"/>
                  </a:lnTo>
                  <a:lnTo>
                    <a:pt x="97190" y="120000"/>
                  </a:lnTo>
                  <a:lnTo>
                    <a:pt x="99173" y="118378"/>
                  </a:lnTo>
                  <a:lnTo>
                    <a:pt x="102148" y="108648"/>
                  </a:lnTo>
                  <a:lnTo>
                    <a:pt x="108099" y="103783"/>
                  </a:lnTo>
                  <a:lnTo>
                    <a:pt x="116033" y="89189"/>
                  </a:lnTo>
                  <a:lnTo>
                    <a:pt x="119008" y="87567"/>
                  </a:lnTo>
                  <a:lnTo>
                    <a:pt x="120000" y="72972"/>
                  </a:lnTo>
                  <a:lnTo>
                    <a:pt x="120000" y="60000"/>
                  </a:lnTo>
                  <a:lnTo>
                    <a:pt x="119008" y="50270"/>
                  </a:lnTo>
                  <a:lnTo>
                    <a:pt x="118016" y="47027"/>
                  </a:lnTo>
                  <a:lnTo>
                    <a:pt x="115041" y="43783"/>
                  </a:lnTo>
                  <a:lnTo>
                    <a:pt x="105123" y="17837"/>
                  </a:lnTo>
                  <a:lnTo>
                    <a:pt x="97190" y="8108"/>
                  </a:lnTo>
                  <a:lnTo>
                    <a:pt x="67438" y="1621"/>
                  </a:lnTo>
                  <a:lnTo>
                    <a:pt x="62479" y="8108"/>
                  </a:lnTo>
                  <a:lnTo>
                    <a:pt x="47603" y="0"/>
                  </a:lnTo>
                  <a:lnTo>
                    <a:pt x="28760" y="6486"/>
                  </a:lnTo>
                  <a:lnTo>
                    <a:pt x="6942" y="29189"/>
                  </a:lnTo>
                  <a:lnTo>
                    <a:pt x="3966" y="3243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Shape 5322"/>
            <p:cNvSpPr/>
            <p:nvPr/>
          </p:nvSpPr>
          <p:spPr>
            <a:xfrm>
              <a:off x="10115807" y="2838793"/>
              <a:ext cx="409575" cy="2635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07" y="80160"/>
                  </a:moveTo>
                  <a:lnTo>
                    <a:pt x="2483" y="79680"/>
                  </a:lnTo>
                  <a:lnTo>
                    <a:pt x="3415" y="78000"/>
                  </a:lnTo>
                  <a:lnTo>
                    <a:pt x="3570" y="77520"/>
                  </a:lnTo>
                  <a:lnTo>
                    <a:pt x="4036" y="76560"/>
                  </a:lnTo>
                  <a:lnTo>
                    <a:pt x="4191" y="76560"/>
                  </a:lnTo>
                  <a:lnTo>
                    <a:pt x="4346" y="77040"/>
                  </a:lnTo>
                  <a:lnTo>
                    <a:pt x="4812" y="77040"/>
                  </a:lnTo>
                  <a:lnTo>
                    <a:pt x="6675" y="75600"/>
                  </a:lnTo>
                  <a:lnTo>
                    <a:pt x="7451" y="76560"/>
                  </a:lnTo>
                  <a:lnTo>
                    <a:pt x="7761" y="77280"/>
                  </a:lnTo>
                  <a:lnTo>
                    <a:pt x="7451" y="78480"/>
                  </a:lnTo>
                  <a:lnTo>
                    <a:pt x="7917" y="78960"/>
                  </a:lnTo>
                  <a:lnTo>
                    <a:pt x="8072" y="79200"/>
                  </a:lnTo>
                  <a:lnTo>
                    <a:pt x="8227" y="79680"/>
                  </a:lnTo>
                  <a:lnTo>
                    <a:pt x="5433" y="79920"/>
                  </a:lnTo>
                  <a:lnTo>
                    <a:pt x="4967" y="80400"/>
                  </a:lnTo>
                  <a:lnTo>
                    <a:pt x="7606" y="80880"/>
                  </a:lnTo>
                  <a:lnTo>
                    <a:pt x="7761" y="81840"/>
                  </a:lnTo>
                  <a:lnTo>
                    <a:pt x="7606" y="82800"/>
                  </a:lnTo>
                  <a:lnTo>
                    <a:pt x="6985" y="84240"/>
                  </a:lnTo>
                  <a:lnTo>
                    <a:pt x="6209" y="85200"/>
                  </a:lnTo>
                  <a:lnTo>
                    <a:pt x="6054" y="85680"/>
                  </a:lnTo>
                  <a:lnTo>
                    <a:pt x="4501" y="87360"/>
                  </a:lnTo>
                  <a:lnTo>
                    <a:pt x="3415" y="87600"/>
                  </a:lnTo>
                  <a:lnTo>
                    <a:pt x="2949" y="87840"/>
                  </a:lnTo>
                  <a:lnTo>
                    <a:pt x="3880" y="89040"/>
                  </a:lnTo>
                  <a:lnTo>
                    <a:pt x="4191" y="89040"/>
                  </a:lnTo>
                  <a:lnTo>
                    <a:pt x="4657" y="88080"/>
                  </a:lnTo>
                  <a:lnTo>
                    <a:pt x="4967" y="88560"/>
                  </a:lnTo>
                  <a:lnTo>
                    <a:pt x="4036" y="90000"/>
                  </a:lnTo>
                  <a:lnTo>
                    <a:pt x="3104" y="90960"/>
                  </a:lnTo>
                  <a:lnTo>
                    <a:pt x="2173" y="91200"/>
                  </a:lnTo>
                  <a:lnTo>
                    <a:pt x="1707" y="90960"/>
                  </a:lnTo>
                  <a:lnTo>
                    <a:pt x="2483" y="94560"/>
                  </a:lnTo>
                  <a:lnTo>
                    <a:pt x="4657" y="96720"/>
                  </a:lnTo>
                  <a:lnTo>
                    <a:pt x="5588" y="96720"/>
                  </a:lnTo>
                  <a:lnTo>
                    <a:pt x="8848" y="94560"/>
                  </a:lnTo>
                  <a:lnTo>
                    <a:pt x="9314" y="95040"/>
                  </a:lnTo>
                  <a:lnTo>
                    <a:pt x="9469" y="95040"/>
                  </a:lnTo>
                  <a:lnTo>
                    <a:pt x="9624" y="94560"/>
                  </a:lnTo>
                  <a:lnTo>
                    <a:pt x="9780" y="94320"/>
                  </a:lnTo>
                  <a:lnTo>
                    <a:pt x="9780" y="94080"/>
                  </a:lnTo>
                  <a:lnTo>
                    <a:pt x="9780" y="93840"/>
                  </a:lnTo>
                  <a:lnTo>
                    <a:pt x="9624" y="93600"/>
                  </a:lnTo>
                  <a:lnTo>
                    <a:pt x="10090" y="92640"/>
                  </a:lnTo>
                  <a:lnTo>
                    <a:pt x="10711" y="91200"/>
                  </a:lnTo>
                  <a:lnTo>
                    <a:pt x="10556" y="91200"/>
                  </a:lnTo>
                  <a:lnTo>
                    <a:pt x="10556" y="90720"/>
                  </a:lnTo>
                  <a:lnTo>
                    <a:pt x="10556" y="90720"/>
                  </a:lnTo>
                  <a:lnTo>
                    <a:pt x="11021" y="90000"/>
                  </a:lnTo>
                  <a:lnTo>
                    <a:pt x="11487" y="90240"/>
                  </a:lnTo>
                  <a:lnTo>
                    <a:pt x="11953" y="91200"/>
                  </a:lnTo>
                  <a:lnTo>
                    <a:pt x="14747" y="91680"/>
                  </a:lnTo>
                  <a:lnTo>
                    <a:pt x="14747" y="93120"/>
                  </a:lnTo>
                  <a:lnTo>
                    <a:pt x="16455" y="94800"/>
                  </a:lnTo>
                  <a:lnTo>
                    <a:pt x="17697" y="97920"/>
                  </a:lnTo>
                  <a:lnTo>
                    <a:pt x="18318" y="98640"/>
                  </a:lnTo>
                  <a:lnTo>
                    <a:pt x="18318" y="99120"/>
                  </a:lnTo>
                  <a:lnTo>
                    <a:pt x="18318" y="99840"/>
                  </a:lnTo>
                  <a:lnTo>
                    <a:pt x="18318" y="100560"/>
                  </a:lnTo>
                  <a:lnTo>
                    <a:pt x="18628" y="101280"/>
                  </a:lnTo>
                  <a:lnTo>
                    <a:pt x="18318" y="102000"/>
                  </a:lnTo>
                  <a:lnTo>
                    <a:pt x="18163" y="102240"/>
                  </a:lnTo>
                  <a:lnTo>
                    <a:pt x="18318" y="102960"/>
                  </a:lnTo>
                  <a:lnTo>
                    <a:pt x="18939" y="103680"/>
                  </a:lnTo>
                  <a:lnTo>
                    <a:pt x="19249" y="105600"/>
                  </a:lnTo>
                  <a:lnTo>
                    <a:pt x="19404" y="105840"/>
                  </a:lnTo>
                  <a:lnTo>
                    <a:pt x="19715" y="105360"/>
                  </a:lnTo>
                  <a:lnTo>
                    <a:pt x="20646" y="102720"/>
                  </a:lnTo>
                  <a:lnTo>
                    <a:pt x="20957" y="101760"/>
                  </a:lnTo>
                  <a:lnTo>
                    <a:pt x="22199" y="100800"/>
                  </a:lnTo>
                  <a:lnTo>
                    <a:pt x="23441" y="99840"/>
                  </a:lnTo>
                  <a:lnTo>
                    <a:pt x="24683" y="100320"/>
                  </a:lnTo>
                  <a:lnTo>
                    <a:pt x="24993" y="101760"/>
                  </a:lnTo>
                  <a:lnTo>
                    <a:pt x="24527" y="102240"/>
                  </a:lnTo>
                  <a:lnTo>
                    <a:pt x="24217" y="103440"/>
                  </a:lnTo>
                  <a:lnTo>
                    <a:pt x="23906" y="104400"/>
                  </a:lnTo>
                  <a:lnTo>
                    <a:pt x="24062" y="105360"/>
                  </a:lnTo>
                  <a:lnTo>
                    <a:pt x="24372" y="105120"/>
                  </a:lnTo>
                  <a:lnTo>
                    <a:pt x="24838" y="104160"/>
                  </a:lnTo>
                  <a:lnTo>
                    <a:pt x="25304" y="103680"/>
                  </a:lnTo>
                  <a:lnTo>
                    <a:pt x="25304" y="103440"/>
                  </a:lnTo>
                  <a:lnTo>
                    <a:pt x="25304" y="102720"/>
                  </a:lnTo>
                  <a:lnTo>
                    <a:pt x="25614" y="101280"/>
                  </a:lnTo>
                  <a:lnTo>
                    <a:pt x="25769" y="99840"/>
                  </a:lnTo>
                  <a:lnTo>
                    <a:pt x="25924" y="98880"/>
                  </a:lnTo>
                  <a:lnTo>
                    <a:pt x="25924" y="98400"/>
                  </a:lnTo>
                  <a:lnTo>
                    <a:pt x="25924" y="95760"/>
                  </a:lnTo>
                  <a:lnTo>
                    <a:pt x="26235" y="94560"/>
                  </a:lnTo>
                  <a:lnTo>
                    <a:pt x="26390" y="93600"/>
                  </a:lnTo>
                  <a:lnTo>
                    <a:pt x="26856" y="92640"/>
                  </a:lnTo>
                  <a:lnTo>
                    <a:pt x="27166" y="92400"/>
                  </a:lnTo>
                  <a:lnTo>
                    <a:pt x="27632" y="89520"/>
                  </a:lnTo>
                  <a:lnTo>
                    <a:pt x="28564" y="87600"/>
                  </a:lnTo>
                  <a:lnTo>
                    <a:pt x="29340" y="86640"/>
                  </a:lnTo>
                  <a:lnTo>
                    <a:pt x="30582" y="85680"/>
                  </a:lnTo>
                  <a:lnTo>
                    <a:pt x="30737" y="85440"/>
                  </a:lnTo>
                  <a:lnTo>
                    <a:pt x="30892" y="85680"/>
                  </a:lnTo>
                  <a:lnTo>
                    <a:pt x="31358" y="87840"/>
                  </a:lnTo>
                  <a:lnTo>
                    <a:pt x="32289" y="90000"/>
                  </a:lnTo>
                  <a:lnTo>
                    <a:pt x="32289" y="91440"/>
                  </a:lnTo>
                  <a:lnTo>
                    <a:pt x="31979" y="91680"/>
                  </a:lnTo>
                  <a:lnTo>
                    <a:pt x="31513" y="91920"/>
                  </a:lnTo>
                  <a:lnTo>
                    <a:pt x="30892" y="92400"/>
                  </a:lnTo>
                  <a:lnTo>
                    <a:pt x="30426" y="94080"/>
                  </a:lnTo>
                  <a:lnTo>
                    <a:pt x="30426" y="94800"/>
                  </a:lnTo>
                  <a:lnTo>
                    <a:pt x="31513" y="94320"/>
                  </a:lnTo>
                  <a:lnTo>
                    <a:pt x="31824" y="94800"/>
                  </a:lnTo>
                  <a:lnTo>
                    <a:pt x="30426" y="96480"/>
                  </a:lnTo>
                  <a:lnTo>
                    <a:pt x="29805" y="98160"/>
                  </a:lnTo>
                  <a:lnTo>
                    <a:pt x="29340" y="100560"/>
                  </a:lnTo>
                  <a:lnTo>
                    <a:pt x="29340" y="102000"/>
                  </a:lnTo>
                  <a:lnTo>
                    <a:pt x="29805" y="103680"/>
                  </a:lnTo>
                  <a:lnTo>
                    <a:pt x="30271" y="104160"/>
                  </a:lnTo>
                  <a:lnTo>
                    <a:pt x="30737" y="103920"/>
                  </a:lnTo>
                  <a:lnTo>
                    <a:pt x="30737" y="103680"/>
                  </a:lnTo>
                  <a:lnTo>
                    <a:pt x="30737" y="103200"/>
                  </a:lnTo>
                  <a:lnTo>
                    <a:pt x="30737" y="102960"/>
                  </a:lnTo>
                  <a:lnTo>
                    <a:pt x="32445" y="102960"/>
                  </a:lnTo>
                  <a:lnTo>
                    <a:pt x="32600" y="103680"/>
                  </a:lnTo>
                  <a:lnTo>
                    <a:pt x="32600" y="104160"/>
                  </a:lnTo>
                  <a:lnTo>
                    <a:pt x="32289" y="105120"/>
                  </a:lnTo>
                  <a:lnTo>
                    <a:pt x="32134" y="105600"/>
                  </a:lnTo>
                  <a:lnTo>
                    <a:pt x="32134" y="105840"/>
                  </a:lnTo>
                  <a:lnTo>
                    <a:pt x="32600" y="106560"/>
                  </a:lnTo>
                  <a:lnTo>
                    <a:pt x="32289" y="107520"/>
                  </a:lnTo>
                  <a:lnTo>
                    <a:pt x="31513" y="108720"/>
                  </a:lnTo>
                  <a:lnTo>
                    <a:pt x="31047" y="109200"/>
                  </a:lnTo>
                  <a:lnTo>
                    <a:pt x="30737" y="110160"/>
                  </a:lnTo>
                  <a:lnTo>
                    <a:pt x="30582" y="110880"/>
                  </a:lnTo>
                  <a:lnTo>
                    <a:pt x="30426" y="111360"/>
                  </a:lnTo>
                  <a:lnTo>
                    <a:pt x="30271" y="112320"/>
                  </a:lnTo>
                  <a:lnTo>
                    <a:pt x="29340" y="114960"/>
                  </a:lnTo>
                  <a:lnTo>
                    <a:pt x="28874" y="116160"/>
                  </a:lnTo>
                  <a:lnTo>
                    <a:pt x="28719" y="117600"/>
                  </a:lnTo>
                  <a:lnTo>
                    <a:pt x="28874" y="119520"/>
                  </a:lnTo>
                  <a:lnTo>
                    <a:pt x="29495" y="120000"/>
                  </a:lnTo>
                  <a:lnTo>
                    <a:pt x="30426" y="120000"/>
                  </a:lnTo>
                  <a:lnTo>
                    <a:pt x="31047" y="119520"/>
                  </a:lnTo>
                  <a:lnTo>
                    <a:pt x="31824" y="118560"/>
                  </a:lnTo>
                  <a:lnTo>
                    <a:pt x="32445" y="117600"/>
                  </a:lnTo>
                  <a:lnTo>
                    <a:pt x="33221" y="116400"/>
                  </a:lnTo>
                  <a:lnTo>
                    <a:pt x="33842" y="114960"/>
                  </a:lnTo>
                  <a:lnTo>
                    <a:pt x="34463" y="114000"/>
                  </a:lnTo>
                  <a:lnTo>
                    <a:pt x="34618" y="114000"/>
                  </a:lnTo>
                  <a:lnTo>
                    <a:pt x="34618" y="114720"/>
                  </a:lnTo>
                  <a:lnTo>
                    <a:pt x="34928" y="115200"/>
                  </a:lnTo>
                  <a:lnTo>
                    <a:pt x="34928" y="115440"/>
                  </a:lnTo>
                  <a:lnTo>
                    <a:pt x="34928" y="116400"/>
                  </a:lnTo>
                  <a:lnTo>
                    <a:pt x="34773" y="117360"/>
                  </a:lnTo>
                  <a:lnTo>
                    <a:pt x="34618" y="117840"/>
                  </a:lnTo>
                  <a:lnTo>
                    <a:pt x="34928" y="119280"/>
                  </a:lnTo>
                  <a:lnTo>
                    <a:pt x="37723" y="118800"/>
                  </a:lnTo>
                  <a:lnTo>
                    <a:pt x="39275" y="117600"/>
                  </a:lnTo>
                  <a:lnTo>
                    <a:pt x="40051" y="116400"/>
                  </a:lnTo>
                  <a:lnTo>
                    <a:pt x="40827" y="115440"/>
                  </a:lnTo>
                  <a:lnTo>
                    <a:pt x="40983" y="114960"/>
                  </a:lnTo>
                  <a:lnTo>
                    <a:pt x="41293" y="114960"/>
                  </a:lnTo>
                  <a:lnTo>
                    <a:pt x="41759" y="115680"/>
                  </a:lnTo>
                  <a:lnTo>
                    <a:pt x="42225" y="115920"/>
                  </a:lnTo>
                  <a:lnTo>
                    <a:pt x="42225" y="114960"/>
                  </a:lnTo>
                  <a:lnTo>
                    <a:pt x="42069" y="114000"/>
                  </a:lnTo>
                  <a:lnTo>
                    <a:pt x="41293" y="113040"/>
                  </a:lnTo>
                  <a:lnTo>
                    <a:pt x="42846" y="110160"/>
                  </a:lnTo>
                  <a:lnTo>
                    <a:pt x="43156" y="109440"/>
                  </a:lnTo>
                  <a:lnTo>
                    <a:pt x="43622" y="109200"/>
                  </a:lnTo>
                  <a:lnTo>
                    <a:pt x="43777" y="109920"/>
                  </a:lnTo>
                  <a:lnTo>
                    <a:pt x="44087" y="111600"/>
                  </a:lnTo>
                  <a:lnTo>
                    <a:pt x="44398" y="112560"/>
                  </a:lnTo>
                  <a:lnTo>
                    <a:pt x="45019" y="112080"/>
                  </a:lnTo>
                  <a:lnTo>
                    <a:pt x="45640" y="109440"/>
                  </a:lnTo>
                  <a:lnTo>
                    <a:pt x="45950" y="106800"/>
                  </a:lnTo>
                  <a:lnTo>
                    <a:pt x="45795" y="105600"/>
                  </a:lnTo>
                  <a:lnTo>
                    <a:pt x="44398" y="101280"/>
                  </a:lnTo>
                  <a:lnTo>
                    <a:pt x="43622" y="100560"/>
                  </a:lnTo>
                  <a:lnTo>
                    <a:pt x="43156" y="99600"/>
                  </a:lnTo>
                  <a:lnTo>
                    <a:pt x="43156" y="98880"/>
                  </a:lnTo>
                  <a:lnTo>
                    <a:pt x="46106" y="100560"/>
                  </a:lnTo>
                  <a:lnTo>
                    <a:pt x="46727" y="99600"/>
                  </a:lnTo>
                  <a:lnTo>
                    <a:pt x="46261" y="98880"/>
                  </a:lnTo>
                  <a:lnTo>
                    <a:pt x="45795" y="98400"/>
                  </a:lnTo>
                  <a:lnTo>
                    <a:pt x="45485" y="97440"/>
                  </a:lnTo>
                  <a:lnTo>
                    <a:pt x="45485" y="95760"/>
                  </a:lnTo>
                  <a:lnTo>
                    <a:pt x="45795" y="95760"/>
                  </a:lnTo>
                  <a:lnTo>
                    <a:pt x="46571" y="96240"/>
                  </a:lnTo>
                  <a:lnTo>
                    <a:pt x="47192" y="96240"/>
                  </a:lnTo>
                  <a:lnTo>
                    <a:pt x="47347" y="95760"/>
                  </a:lnTo>
                  <a:lnTo>
                    <a:pt x="47503" y="94800"/>
                  </a:lnTo>
                  <a:lnTo>
                    <a:pt x="47503" y="94560"/>
                  </a:lnTo>
                  <a:lnTo>
                    <a:pt x="47658" y="94080"/>
                  </a:lnTo>
                  <a:lnTo>
                    <a:pt x="47658" y="93840"/>
                  </a:lnTo>
                  <a:lnTo>
                    <a:pt x="47503" y="93120"/>
                  </a:lnTo>
                  <a:lnTo>
                    <a:pt x="47192" y="88080"/>
                  </a:lnTo>
                  <a:lnTo>
                    <a:pt x="47192" y="87360"/>
                  </a:lnTo>
                  <a:lnTo>
                    <a:pt x="47813" y="87120"/>
                  </a:lnTo>
                  <a:lnTo>
                    <a:pt x="48124" y="86640"/>
                  </a:lnTo>
                  <a:lnTo>
                    <a:pt x="48589" y="85200"/>
                  </a:lnTo>
                  <a:lnTo>
                    <a:pt x="48745" y="83760"/>
                  </a:lnTo>
                  <a:lnTo>
                    <a:pt x="48745" y="82800"/>
                  </a:lnTo>
                  <a:lnTo>
                    <a:pt x="48589" y="82320"/>
                  </a:lnTo>
                  <a:lnTo>
                    <a:pt x="48434" y="82320"/>
                  </a:lnTo>
                  <a:lnTo>
                    <a:pt x="48434" y="81840"/>
                  </a:lnTo>
                  <a:lnTo>
                    <a:pt x="49055" y="81840"/>
                  </a:lnTo>
                  <a:lnTo>
                    <a:pt x="49987" y="83760"/>
                  </a:lnTo>
                  <a:lnTo>
                    <a:pt x="50763" y="82560"/>
                  </a:lnTo>
                  <a:lnTo>
                    <a:pt x="51228" y="81840"/>
                  </a:lnTo>
                  <a:lnTo>
                    <a:pt x="51384" y="81360"/>
                  </a:lnTo>
                  <a:lnTo>
                    <a:pt x="51539" y="80640"/>
                  </a:lnTo>
                  <a:lnTo>
                    <a:pt x="51849" y="80640"/>
                  </a:lnTo>
                  <a:lnTo>
                    <a:pt x="52005" y="80880"/>
                  </a:lnTo>
                  <a:lnTo>
                    <a:pt x="51849" y="81600"/>
                  </a:lnTo>
                  <a:lnTo>
                    <a:pt x="50608" y="87600"/>
                  </a:lnTo>
                  <a:lnTo>
                    <a:pt x="50452" y="89040"/>
                  </a:lnTo>
                  <a:lnTo>
                    <a:pt x="50452" y="90000"/>
                  </a:lnTo>
                  <a:lnTo>
                    <a:pt x="50918" y="91920"/>
                  </a:lnTo>
                  <a:lnTo>
                    <a:pt x="51228" y="92400"/>
                  </a:lnTo>
                  <a:lnTo>
                    <a:pt x="51228" y="94320"/>
                  </a:lnTo>
                  <a:lnTo>
                    <a:pt x="51228" y="94800"/>
                  </a:lnTo>
                  <a:lnTo>
                    <a:pt x="51228" y="96000"/>
                  </a:lnTo>
                  <a:lnTo>
                    <a:pt x="50452" y="99120"/>
                  </a:lnTo>
                  <a:lnTo>
                    <a:pt x="50297" y="100800"/>
                  </a:lnTo>
                  <a:lnTo>
                    <a:pt x="50452" y="101520"/>
                  </a:lnTo>
                  <a:lnTo>
                    <a:pt x="50608" y="102240"/>
                  </a:lnTo>
                  <a:lnTo>
                    <a:pt x="50763" y="102720"/>
                  </a:lnTo>
                  <a:lnTo>
                    <a:pt x="51539" y="102960"/>
                  </a:lnTo>
                  <a:lnTo>
                    <a:pt x="51694" y="103200"/>
                  </a:lnTo>
                  <a:lnTo>
                    <a:pt x="51849" y="104400"/>
                  </a:lnTo>
                  <a:lnTo>
                    <a:pt x="52160" y="105360"/>
                  </a:lnTo>
                  <a:lnTo>
                    <a:pt x="52315" y="105120"/>
                  </a:lnTo>
                  <a:lnTo>
                    <a:pt x="52470" y="104640"/>
                  </a:lnTo>
                  <a:lnTo>
                    <a:pt x="52470" y="104400"/>
                  </a:lnTo>
                  <a:lnTo>
                    <a:pt x="52781" y="103920"/>
                  </a:lnTo>
                  <a:lnTo>
                    <a:pt x="52781" y="103440"/>
                  </a:lnTo>
                  <a:lnTo>
                    <a:pt x="52936" y="103200"/>
                  </a:lnTo>
                  <a:lnTo>
                    <a:pt x="53402" y="102240"/>
                  </a:lnTo>
                  <a:lnTo>
                    <a:pt x="53712" y="102240"/>
                  </a:lnTo>
                  <a:lnTo>
                    <a:pt x="54333" y="102720"/>
                  </a:lnTo>
                  <a:lnTo>
                    <a:pt x="54799" y="102000"/>
                  </a:lnTo>
                  <a:lnTo>
                    <a:pt x="54954" y="101520"/>
                  </a:lnTo>
                  <a:lnTo>
                    <a:pt x="54954" y="100800"/>
                  </a:lnTo>
                  <a:lnTo>
                    <a:pt x="55265" y="99840"/>
                  </a:lnTo>
                  <a:lnTo>
                    <a:pt x="55730" y="99360"/>
                  </a:lnTo>
                  <a:lnTo>
                    <a:pt x="56196" y="99360"/>
                  </a:lnTo>
                  <a:lnTo>
                    <a:pt x="56662" y="98640"/>
                  </a:lnTo>
                  <a:lnTo>
                    <a:pt x="56351" y="98160"/>
                  </a:lnTo>
                  <a:lnTo>
                    <a:pt x="56507" y="96720"/>
                  </a:lnTo>
                  <a:lnTo>
                    <a:pt x="56817" y="94560"/>
                  </a:lnTo>
                  <a:lnTo>
                    <a:pt x="57438" y="92640"/>
                  </a:lnTo>
                  <a:lnTo>
                    <a:pt x="58059" y="91440"/>
                  </a:lnTo>
                  <a:lnTo>
                    <a:pt x="58835" y="90960"/>
                  </a:lnTo>
                  <a:lnTo>
                    <a:pt x="61009" y="91680"/>
                  </a:lnTo>
                  <a:lnTo>
                    <a:pt x="61630" y="91440"/>
                  </a:lnTo>
                  <a:lnTo>
                    <a:pt x="62406" y="90000"/>
                  </a:lnTo>
                  <a:lnTo>
                    <a:pt x="62716" y="89280"/>
                  </a:lnTo>
                  <a:lnTo>
                    <a:pt x="63492" y="88080"/>
                  </a:lnTo>
                  <a:lnTo>
                    <a:pt x="63803" y="87360"/>
                  </a:lnTo>
                  <a:lnTo>
                    <a:pt x="63803" y="86880"/>
                  </a:lnTo>
                  <a:lnTo>
                    <a:pt x="63648" y="85200"/>
                  </a:lnTo>
                  <a:lnTo>
                    <a:pt x="63958" y="84720"/>
                  </a:lnTo>
                  <a:lnTo>
                    <a:pt x="64113" y="84000"/>
                  </a:lnTo>
                  <a:lnTo>
                    <a:pt x="64269" y="80160"/>
                  </a:lnTo>
                  <a:lnTo>
                    <a:pt x="64113" y="78960"/>
                  </a:lnTo>
                  <a:lnTo>
                    <a:pt x="63958" y="77760"/>
                  </a:lnTo>
                  <a:lnTo>
                    <a:pt x="63648" y="77520"/>
                  </a:lnTo>
                  <a:lnTo>
                    <a:pt x="62716" y="77280"/>
                  </a:lnTo>
                  <a:lnTo>
                    <a:pt x="62406" y="77040"/>
                  </a:lnTo>
                  <a:lnTo>
                    <a:pt x="62406" y="76800"/>
                  </a:lnTo>
                  <a:lnTo>
                    <a:pt x="62561" y="76080"/>
                  </a:lnTo>
                  <a:lnTo>
                    <a:pt x="62561" y="75600"/>
                  </a:lnTo>
                  <a:lnTo>
                    <a:pt x="62561" y="75360"/>
                  </a:lnTo>
                  <a:lnTo>
                    <a:pt x="61319" y="74160"/>
                  </a:lnTo>
                  <a:lnTo>
                    <a:pt x="61009" y="73440"/>
                  </a:lnTo>
                  <a:lnTo>
                    <a:pt x="61940" y="71040"/>
                  </a:lnTo>
                  <a:lnTo>
                    <a:pt x="62716" y="70800"/>
                  </a:lnTo>
                  <a:lnTo>
                    <a:pt x="63648" y="71280"/>
                  </a:lnTo>
                  <a:lnTo>
                    <a:pt x="64269" y="71280"/>
                  </a:lnTo>
                  <a:lnTo>
                    <a:pt x="63958" y="70560"/>
                  </a:lnTo>
                  <a:lnTo>
                    <a:pt x="63803" y="69840"/>
                  </a:lnTo>
                  <a:lnTo>
                    <a:pt x="63803" y="68880"/>
                  </a:lnTo>
                  <a:lnTo>
                    <a:pt x="64113" y="68880"/>
                  </a:lnTo>
                  <a:lnTo>
                    <a:pt x="64424" y="69120"/>
                  </a:lnTo>
                  <a:lnTo>
                    <a:pt x="65045" y="69840"/>
                  </a:lnTo>
                  <a:lnTo>
                    <a:pt x="65200" y="70560"/>
                  </a:lnTo>
                  <a:lnTo>
                    <a:pt x="65200" y="72720"/>
                  </a:lnTo>
                  <a:lnTo>
                    <a:pt x="65355" y="73440"/>
                  </a:lnTo>
                  <a:lnTo>
                    <a:pt x="66908" y="74880"/>
                  </a:lnTo>
                  <a:lnTo>
                    <a:pt x="67529" y="74400"/>
                  </a:lnTo>
                  <a:lnTo>
                    <a:pt x="67684" y="73440"/>
                  </a:lnTo>
                  <a:lnTo>
                    <a:pt x="67994" y="73200"/>
                  </a:lnTo>
                  <a:lnTo>
                    <a:pt x="67994" y="72720"/>
                  </a:lnTo>
                  <a:lnTo>
                    <a:pt x="68150" y="72240"/>
                  </a:lnTo>
                  <a:lnTo>
                    <a:pt x="68460" y="72000"/>
                  </a:lnTo>
                  <a:lnTo>
                    <a:pt x="69081" y="71280"/>
                  </a:lnTo>
                  <a:lnTo>
                    <a:pt x="70478" y="72480"/>
                  </a:lnTo>
                  <a:lnTo>
                    <a:pt x="70944" y="72240"/>
                  </a:lnTo>
                  <a:lnTo>
                    <a:pt x="71099" y="71040"/>
                  </a:lnTo>
                  <a:lnTo>
                    <a:pt x="71254" y="69120"/>
                  </a:lnTo>
                  <a:lnTo>
                    <a:pt x="71875" y="64800"/>
                  </a:lnTo>
                  <a:lnTo>
                    <a:pt x="71565" y="63120"/>
                  </a:lnTo>
                  <a:lnTo>
                    <a:pt x="71254" y="62400"/>
                  </a:lnTo>
                  <a:lnTo>
                    <a:pt x="70944" y="60720"/>
                  </a:lnTo>
                  <a:lnTo>
                    <a:pt x="71099" y="60480"/>
                  </a:lnTo>
                  <a:lnTo>
                    <a:pt x="71254" y="60000"/>
                  </a:lnTo>
                  <a:lnTo>
                    <a:pt x="71254" y="59520"/>
                  </a:lnTo>
                  <a:lnTo>
                    <a:pt x="71254" y="59280"/>
                  </a:lnTo>
                  <a:lnTo>
                    <a:pt x="71254" y="59040"/>
                  </a:lnTo>
                  <a:lnTo>
                    <a:pt x="71254" y="58560"/>
                  </a:lnTo>
                  <a:lnTo>
                    <a:pt x="71254" y="57840"/>
                  </a:lnTo>
                  <a:lnTo>
                    <a:pt x="73272" y="59280"/>
                  </a:lnTo>
                  <a:lnTo>
                    <a:pt x="73428" y="59280"/>
                  </a:lnTo>
                  <a:lnTo>
                    <a:pt x="73583" y="58800"/>
                  </a:lnTo>
                  <a:lnTo>
                    <a:pt x="74204" y="56880"/>
                  </a:lnTo>
                  <a:lnTo>
                    <a:pt x="74204" y="55920"/>
                  </a:lnTo>
                  <a:lnTo>
                    <a:pt x="74204" y="55200"/>
                  </a:lnTo>
                  <a:lnTo>
                    <a:pt x="74204" y="54480"/>
                  </a:lnTo>
                  <a:lnTo>
                    <a:pt x="77774" y="56640"/>
                  </a:lnTo>
                  <a:lnTo>
                    <a:pt x="78240" y="56400"/>
                  </a:lnTo>
                  <a:lnTo>
                    <a:pt x="78861" y="56160"/>
                  </a:lnTo>
                  <a:lnTo>
                    <a:pt x="79172" y="55680"/>
                  </a:lnTo>
                  <a:lnTo>
                    <a:pt x="80413" y="53760"/>
                  </a:lnTo>
                  <a:lnTo>
                    <a:pt x="81034" y="52800"/>
                  </a:lnTo>
                  <a:lnTo>
                    <a:pt x="81811" y="53040"/>
                  </a:lnTo>
                  <a:lnTo>
                    <a:pt x="82121" y="54240"/>
                  </a:lnTo>
                  <a:lnTo>
                    <a:pt x="82121" y="56880"/>
                  </a:lnTo>
                  <a:lnTo>
                    <a:pt x="81190" y="58560"/>
                  </a:lnTo>
                  <a:lnTo>
                    <a:pt x="79172" y="61920"/>
                  </a:lnTo>
                  <a:lnTo>
                    <a:pt x="78706" y="62640"/>
                  </a:lnTo>
                  <a:lnTo>
                    <a:pt x="78085" y="63120"/>
                  </a:lnTo>
                  <a:lnTo>
                    <a:pt x="77774" y="64080"/>
                  </a:lnTo>
                  <a:lnTo>
                    <a:pt x="77619" y="65040"/>
                  </a:lnTo>
                  <a:lnTo>
                    <a:pt x="77619" y="66000"/>
                  </a:lnTo>
                  <a:lnTo>
                    <a:pt x="77619" y="66480"/>
                  </a:lnTo>
                  <a:lnTo>
                    <a:pt x="77619" y="67200"/>
                  </a:lnTo>
                  <a:lnTo>
                    <a:pt x="76688" y="68640"/>
                  </a:lnTo>
                  <a:lnTo>
                    <a:pt x="75912" y="70080"/>
                  </a:lnTo>
                  <a:lnTo>
                    <a:pt x="75912" y="70800"/>
                  </a:lnTo>
                  <a:lnTo>
                    <a:pt x="76377" y="72000"/>
                  </a:lnTo>
                  <a:lnTo>
                    <a:pt x="76222" y="72480"/>
                  </a:lnTo>
                  <a:lnTo>
                    <a:pt x="75912" y="72720"/>
                  </a:lnTo>
                  <a:lnTo>
                    <a:pt x="75601" y="72960"/>
                  </a:lnTo>
                  <a:lnTo>
                    <a:pt x="75756" y="74880"/>
                  </a:lnTo>
                  <a:lnTo>
                    <a:pt x="75756" y="75840"/>
                  </a:lnTo>
                  <a:lnTo>
                    <a:pt x="73738" y="77760"/>
                  </a:lnTo>
                  <a:lnTo>
                    <a:pt x="73272" y="79200"/>
                  </a:lnTo>
                  <a:lnTo>
                    <a:pt x="73272" y="79440"/>
                  </a:lnTo>
                  <a:lnTo>
                    <a:pt x="73272" y="79920"/>
                  </a:lnTo>
                  <a:lnTo>
                    <a:pt x="73428" y="80880"/>
                  </a:lnTo>
                  <a:lnTo>
                    <a:pt x="72186" y="82320"/>
                  </a:lnTo>
                  <a:lnTo>
                    <a:pt x="72186" y="83040"/>
                  </a:lnTo>
                  <a:lnTo>
                    <a:pt x="72186" y="83280"/>
                  </a:lnTo>
                  <a:lnTo>
                    <a:pt x="71875" y="84240"/>
                  </a:lnTo>
                  <a:lnTo>
                    <a:pt x="71720" y="84720"/>
                  </a:lnTo>
                  <a:lnTo>
                    <a:pt x="71565" y="84960"/>
                  </a:lnTo>
                  <a:lnTo>
                    <a:pt x="72031" y="86160"/>
                  </a:lnTo>
                  <a:lnTo>
                    <a:pt x="73117" y="90960"/>
                  </a:lnTo>
                  <a:lnTo>
                    <a:pt x="72962" y="90960"/>
                  </a:lnTo>
                  <a:lnTo>
                    <a:pt x="72807" y="92400"/>
                  </a:lnTo>
                  <a:lnTo>
                    <a:pt x="73272" y="93360"/>
                  </a:lnTo>
                  <a:lnTo>
                    <a:pt x="75135" y="93840"/>
                  </a:lnTo>
                  <a:lnTo>
                    <a:pt x="75291" y="94560"/>
                  </a:lnTo>
                  <a:lnTo>
                    <a:pt x="74825" y="96480"/>
                  </a:lnTo>
                  <a:lnTo>
                    <a:pt x="74980" y="96720"/>
                  </a:lnTo>
                  <a:lnTo>
                    <a:pt x="75756" y="98880"/>
                  </a:lnTo>
                  <a:lnTo>
                    <a:pt x="78395" y="101040"/>
                  </a:lnTo>
                  <a:lnTo>
                    <a:pt x="78706" y="100800"/>
                  </a:lnTo>
                  <a:lnTo>
                    <a:pt x="79637" y="99600"/>
                  </a:lnTo>
                  <a:lnTo>
                    <a:pt x="81811" y="99360"/>
                  </a:lnTo>
                  <a:lnTo>
                    <a:pt x="83984" y="96720"/>
                  </a:lnTo>
                  <a:lnTo>
                    <a:pt x="84139" y="96480"/>
                  </a:lnTo>
                  <a:lnTo>
                    <a:pt x="84450" y="96480"/>
                  </a:lnTo>
                  <a:lnTo>
                    <a:pt x="84915" y="96480"/>
                  </a:lnTo>
                  <a:lnTo>
                    <a:pt x="85226" y="96000"/>
                  </a:lnTo>
                  <a:lnTo>
                    <a:pt x="85536" y="95040"/>
                  </a:lnTo>
                  <a:lnTo>
                    <a:pt x="85536" y="94800"/>
                  </a:lnTo>
                  <a:lnTo>
                    <a:pt x="85692" y="93840"/>
                  </a:lnTo>
                  <a:lnTo>
                    <a:pt x="85692" y="93600"/>
                  </a:lnTo>
                  <a:lnTo>
                    <a:pt x="85847" y="92400"/>
                  </a:lnTo>
                  <a:lnTo>
                    <a:pt x="85847" y="91440"/>
                  </a:lnTo>
                  <a:lnTo>
                    <a:pt x="85692" y="89760"/>
                  </a:lnTo>
                  <a:lnTo>
                    <a:pt x="85847" y="88560"/>
                  </a:lnTo>
                  <a:lnTo>
                    <a:pt x="86313" y="87360"/>
                  </a:lnTo>
                  <a:lnTo>
                    <a:pt x="86623" y="86400"/>
                  </a:lnTo>
                  <a:lnTo>
                    <a:pt x="86468" y="85440"/>
                  </a:lnTo>
                  <a:lnTo>
                    <a:pt x="86623" y="84960"/>
                  </a:lnTo>
                  <a:lnTo>
                    <a:pt x="86468" y="84480"/>
                  </a:lnTo>
                  <a:lnTo>
                    <a:pt x="86313" y="84000"/>
                  </a:lnTo>
                  <a:lnTo>
                    <a:pt x="86002" y="83280"/>
                  </a:lnTo>
                  <a:lnTo>
                    <a:pt x="86002" y="82320"/>
                  </a:lnTo>
                  <a:lnTo>
                    <a:pt x="86313" y="81360"/>
                  </a:lnTo>
                  <a:lnTo>
                    <a:pt x="86468" y="80640"/>
                  </a:lnTo>
                  <a:lnTo>
                    <a:pt x="87710" y="79200"/>
                  </a:lnTo>
                  <a:lnTo>
                    <a:pt x="88331" y="78960"/>
                  </a:lnTo>
                  <a:lnTo>
                    <a:pt x="89728" y="80640"/>
                  </a:lnTo>
                  <a:lnTo>
                    <a:pt x="89883" y="80400"/>
                  </a:lnTo>
                  <a:lnTo>
                    <a:pt x="90504" y="79440"/>
                  </a:lnTo>
                  <a:lnTo>
                    <a:pt x="90970" y="78960"/>
                  </a:lnTo>
                  <a:lnTo>
                    <a:pt x="91280" y="78480"/>
                  </a:lnTo>
                  <a:lnTo>
                    <a:pt x="94385" y="80160"/>
                  </a:lnTo>
                  <a:lnTo>
                    <a:pt x="94695" y="79920"/>
                  </a:lnTo>
                  <a:lnTo>
                    <a:pt x="95472" y="79440"/>
                  </a:lnTo>
                  <a:lnTo>
                    <a:pt x="97179" y="79920"/>
                  </a:lnTo>
                  <a:lnTo>
                    <a:pt x="100905" y="77280"/>
                  </a:lnTo>
                  <a:lnTo>
                    <a:pt x="101681" y="76080"/>
                  </a:lnTo>
                  <a:lnTo>
                    <a:pt x="102457" y="74640"/>
                  </a:lnTo>
                  <a:lnTo>
                    <a:pt x="102457" y="74640"/>
                  </a:lnTo>
                  <a:lnTo>
                    <a:pt x="102613" y="73680"/>
                  </a:lnTo>
                  <a:lnTo>
                    <a:pt x="102613" y="73440"/>
                  </a:lnTo>
                  <a:lnTo>
                    <a:pt x="102768" y="73200"/>
                  </a:lnTo>
                  <a:lnTo>
                    <a:pt x="103389" y="72720"/>
                  </a:lnTo>
                  <a:lnTo>
                    <a:pt x="104165" y="72720"/>
                  </a:lnTo>
                  <a:lnTo>
                    <a:pt x="104631" y="72480"/>
                  </a:lnTo>
                  <a:lnTo>
                    <a:pt x="104631" y="71280"/>
                  </a:lnTo>
                  <a:lnTo>
                    <a:pt x="104476" y="67920"/>
                  </a:lnTo>
                  <a:lnTo>
                    <a:pt x="104165" y="66480"/>
                  </a:lnTo>
                  <a:lnTo>
                    <a:pt x="104476" y="65760"/>
                  </a:lnTo>
                  <a:lnTo>
                    <a:pt x="104476" y="65040"/>
                  </a:lnTo>
                  <a:lnTo>
                    <a:pt x="104786" y="64080"/>
                  </a:lnTo>
                  <a:lnTo>
                    <a:pt x="104631" y="61200"/>
                  </a:lnTo>
                  <a:lnTo>
                    <a:pt x="103078" y="59520"/>
                  </a:lnTo>
                  <a:lnTo>
                    <a:pt x="102457" y="56160"/>
                  </a:lnTo>
                  <a:lnTo>
                    <a:pt x="101992" y="55200"/>
                  </a:lnTo>
                  <a:lnTo>
                    <a:pt x="101836" y="53520"/>
                  </a:lnTo>
                  <a:lnTo>
                    <a:pt x="101992" y="51360"/>
                  </a:lnTo>
                  <a:lnTo>
                    <a:pt x="102768" y="50640"/>
                  </a:lnTo>
                  <a:lnTo>
                    <a:pt x="103544" y="51120"/>
                  </a:lnTo>
                  <a:lnTo>
                    <a:pt x="106028" y="55680"/>
                  </a:lnTo>
                  <a:lnTo>
                    <a:pt x="107270" y="56400"/>
                  </a:lnTo>
                  <a:lnTo>
                    <a:pt x="109909" y="54000"/>
                  </a:lnTo>
                  <a:lnTo>
                    <a:pt x="110375" y="53040"/>
                  </a:lnTo>
                  <a:lnTo>
                    <a:pt x="110219" y="51600"/>
                  </a:lnTo>
                  <a:lnTo>
                    <a:pt x="110064" y="50880"/>
                  </a:lnTo>
                  <a:lnTo>
                    <a:pt x="109443" y="50640"/>
                  </a:lnTo>
                  <a:lnTo>
                    <a:pt x="105562" y="42960"/>
                  </a:lnTo>
                  <a:lnTo>
                    <a:pt x="105252" y="41760"/>
                  </a:lnTo>
                  <a:lnTo>
                    <a:pt x="105407" y="39600"/>
                  </a:lnTo>
                  <a:lnTo>
                    <a:pt x="105562" y="38640"/>
                  </a:lnTo>
                  <a:lnTo>
                    <a:pt x="105717" y="37680"/>
                  </a:lnTo>
                  <a:lnTo>
                    <a:pt x="105717" y="37200"/>
                  </a:lnTo>
                  <a:lnTo>
                    <a:pt x="105717" y="36720"/>
                  </a:lnTo>
                  <a:lnTo>
                    <a:pt x="104941" y="35280"/>
                  </a:lnTo>
                  <a:lnTo>
                    <a:pt x="104786" y="34560"/>
                  </a:lnTo>
                  <a:lnTo>
                    <a:pt x="105252" y="34080"/>
                  </a:lnTo>
                  <a:lnTo>
                    <a:pt x="106338" y="34320"/>
                  </a:lnTo>
                  <a:lnTo>
                    <a:pt x="106804" y="32880"/>
                  </a:lnTo>
                  <a:lnTo>
                    <a:pt x="106804" y="32400"/>
                  </a:lnTo>
                  <a:lnTo>
                    <a:pt x="106959" y="31920"/>
                  </a:lnTo>
                  <a:lnTo>
                    <a:pt x="107115" y="30720"/>
                  </a:lnTo>
                  <a:lnTo>
                    <a:pt x="107736" y="30480"/>
                  </a:lnTo>
                  <a:lnTo>
                    <a:pt x="111772" y="30480"/>
                  </a:lnTo>
                  <a:lnTo>
                    <a:pt x="112393" y="30480"/>
                  </a:lnTo>
                  <a:lnTo>
                    <a:pt x="113169" y="29280"/>
                  </a:lnTo>
                  <a:lnTo>
                    <a:pt x="113790" y="28800"/>
                  </a:lnTo>
                  <a:lnTo>
                    <a:pt x="114411" y="28080"/>
                  </a:lnTo>
                  <a:lnTo>
                    <a:pt x="114877" y="28080"/>
                  </a:lnTo>
                  <a:lnTo>
                    <a:pt x="115653" y="27840"/>
                  </a:lnTo>
                  <a:lnTo>
                    <a:pt x="117671" y="27840"/>
                  </a:lnTo>
                  <a:lnTo>
                    <a:pt x="117826" y="27360"/>
                  </a:lnTo>
                  <a:lnTo>
                    <a:pt x="117981" y="27120"/>
                  </a:lnTo>
                  <a:lnTo>
                    <a:pt x="118447" y="25920"/>
                  </a:lnTo>
                  <a:lnTo>
                    <a:pt x="118447" y="25920"/>
                  </a:lnTo>
                  <a:lnTo>
                    <a:pt x="118602" y="25680"/>
                  </a:lnTo>
                  <a:lnTo>
                    <a:pt x="119068" y="25200"/>
                  </a:lnTo>
                  <a:lnTo>
                    <a:pt x="119223" y="24960"/>
                  </a:lnTo>
                  <a:lnTo>
                    <a:pt x="120000" y="25200"/>
                  </a:lnTo>
                  <a:lnTo>
                    <a:pt x="120000" y="24480"/>
                  </a:lnTo>
                  <a:lnTo>
                    <a:pt x="119534" y="23280"/>
                  </a:lnTo>
                  <a:lnTo>
                    <a:pt x="119534" y="22800"/>
                  </a:lnTo>
                  <a:lnTo>
                    <a:pt x="119534" y="22560"/>
                  </a:lnTo>
                  <a:lnTo>
                    <a:pt x="119844" y="22320"/>
                  </a:lnTo>
                  <a:lnTo>
                    <a:pt x="119844" y="22080"/>
                  </a:lnTo>
                  <a:lnTo>
                    <a:pt x="120000" y="21600"/>
                  </a:lnTo>
                  <a:lnTo>
                    <a:pt x="119379" y="21120"/>
                  </a:lnTo>
                  <a:lnTo>
                    <a:pt x="118758" y="18720"/>
                  </a:lnTo>
                  <a:lnTo>
                    <a:pt x="117826" y="17520"/>
                  </a:lnTo>
                  <a:lnTo>
                    <a:pt x="117050" y="13680"/>
                  </a:lnTo>
                  <a:lnTo>
                    <a:pt x="116895" y="13440"/>
                  </a:lnTo>
                  <a:lnTo>
                    <a:pt x="116119" y="13440"/>
                  </a:lnTo>
                  <a:lnTo>
                    <a:pt x="115808" y="12480"/>
                  </a:lnTo>
                  <a:lnTo>
                    <a:pt x="113790" y="9840"/>
                  </a:lnTo>
                  <a:lnTo>
                    <a:pt x="113324" y="8640"/>
                  </a:lnTo>
                  <a:lnTo>
                    <a:pt x="113790" y="8400"/>
                  </a:lnTo>
                  <a:lnTo>
                    <a:pt x="114411" y="7920"/>
                  </a:lnTo>
                  <a:lnTo>
                    <a:pt x="114100" y="7200"/>
                  </a:lnTo>
                  <a:lnTo>
                    <a:pt x="113014" y="4320"/>
                  </a:lnTo>
                  <a:lnTo>
                    <a:pt x="112858" y="3840"/>
                  </a:lnTo>
                  <a:lnTo>
                    <a:pt x="111461" y="3360"/>
                  </a:lnTo>
                  <a:lnTo>
                    <a:pt x="111461" y="3120"/>
                  </a:lnTo>
                  <a:lnTo>
                    <a:pt x="111772" y="2160"/>
                  </a:lnTo>
                  <a:lnTo>
                    <a:pt x="110996" y="1200"/>
                  </a:lnTo>
                  <a:lnTo>
                    <a:pt x="111306" y="240"/>
                  </a:lnTo>
                  <a:lnTo>
                    <a:pt x="111306" y="0"/>
                  </a:lnTo>
                  <a:lnTo>
                    <a:pt x="104941" y="0"/>
                  </a:lnTo>
                  <a:lnTo>
                    <a:pt x="104476" y="720"/>
                  </a:lnTo>
                  <a:lnTo>
                    <a:pt x="106338" y="1920"/>
                  </a:lnTo>
                  <a:lnTo>
                    <a:pt x="106338" y="2400"/>
                  </a:lnTo>
                  <a:lnTo>
                    <a:pt x="103855" y="4800"/>
                  </a:lnTo>
                  <a:lnTo>
                    <a:pt x="103544" y="5040"/>
                  </a:lnTo>
                  <a:lnTo>
                    <a:pt x="103078" y="4800"/>
                  </a:lnTo>
                  <a:lnTo>
                    <a:pt x="102613" y="4800"/>
                  </a:lnTo>
                  <a:lnTo>
                    <a:pt x="102147" y="5520"/>
                  </a:lnTo>
                  <a:lnTo>
                    <a:pt x="101836" y="5040"/>
                  </a:lnTo>
                  <a:lnTo>
                    <a:pt x="101836" y="4800"/>
                  </a:lnTo>
                  <a:lnTo>
                    <a:pt x="101992" y="3840"/>
                  </a:lnTo>
                  <a:lnTo>
                    <a:pt x="101526" y="4080"/>
                  </a:lnTo>
                  <a:lnTo>
                    <a:pt x="100905" y="4320"/>
                  </a:lnTo>
                  <a:lnTo>
                    <a:pt x="100595" y="5040"/>
                  </a:lnTo>
                  <a:lnTo>
                    <a:pt x="101681" y="7920"/>
                  </a:lnTo>
                  <a:lnTo>
                    <a:pt x="101681" y="9360"/>
                  </a:lnTo>
                  <a:lnTo>
                    <a:pt x="101681" y="10800"/>
                  </a:lnTo>
                  <a:lnTo>
                    <a:pt x="102147" y="11040"/>
                  </a:lnTo>
                  <a:lnTo>
                    <a:pt x="103389" y="11040"/>
                  </a:lnTo>
                  <a:lnTo>
                    <a:pt x="103234" y="12720"/>
                  </a:lnTo>
                  <a:lnTo>
                    <a:pt x="103389" y="12720"/>
                  </a:lnTo>
                  <a:lnTo>
                    <a:pt x="104165" y="11760"/>
                  </a:lnTo>
                  <a:lnTo>
                    <a:pt x="104786" y="11520"/>
                  </a:lnTo>
                  <a:lnTo>
                    <a:pt x="105407" y="12480"/>
                  </a:lnTo>
                  <a:lnTo>
                    <a:pt x="105717" y="12960"/>
                  </a:lnTo>
                  <a:lnTo>
                    <a:pt x="104941" y="14400"/>
                  </a:lnTo>
                  <a:lnTo>
                    <a:pt x="103699" y="15360"/>
                  </a:lnTo>
                  <a:lnTo>
                    <a:pt x="103078" y="16080"/>
                  </a:lnTo>
                  <a:lnTo>
                    <a:pt x="103078" y="17280"/>
                  </a:lnTo>
                  <a:lnTo>
                    <a:pt x="103234" y="17520"/>
                  </a:lnTo>
                  <a:lnTo>
                    <a:pt x="102457" y="18240"/>
                  </a:lnTo>
                  <a:lnTo>
                    <a:pt x="101992" y="17760"/>
                  </a:lnTo>
                  <a:lnTo>
                    <a:pt x="100439" y="14160"/>
                  </a:lnTo>
                  <a:lnTo>
                    <a:pt x="99042" y="12960"/>
                  </a:lnTo>
                  <a:lnTo>
                    <a:pt x="98732" y="12960"/>
                  </a:lnTo>
                  <a:lnTo>
                    <a:pt x="98576" y="13680"/>
                  </a:lnTo>
                  <a:lnTo>
                    <a:pt x="98421" y="14400"/>
                  </a:lnTo>
                  <a:lnTo>
                    <a:pt x="98576" y="15120"/>
                  </a:lnTo>
                  <a:lnTo>
                    <a:pt x="98732" y="15120"/>
                  </a:lnTo>
                  <a:lnTo>
                    <a:pt x="99353" y="14880"/>
                  </a:lnTo>
                  <a:lnTo>
                    <a:pt x="99663" y="15600"/>
                  </a:lnTo>
                  <a:lnTo>
                    <a:pt x="99974" y="18480"/>
                  </a:lnTo>
                  <a:lnTo>
                    <a:pt x="99353" y="18960"/>
                  </a:lnTo>
                  <a:lnTo>
                    <a:pt x="98421" y="18000"/>
                  </a:lnTo>
                  <a:lnTo>
                    <a:pt x="96869" y="18720"/>
                  </a:lnTo>
                  <a:lnTo>
                    <a:pt x="96403" y="18240"/>
                  </a:lnTo>
                  <a:lnTo>
                    <a:pt x="96093" y="16560"/>
                  </a:lnTo>
                  <a:lnTo>
                    <a:pt x="95472" y="15600"/>
                  </a:lnTo>
                  <a:lnTo>
                    <a:pt x="94695" y="15600"/>
                  </a:lnTo>
                  <a:lnTo>
                    <a:pt x="94540" y="15360"/>
                  </a:lnTo>
                  <a:lnTo>
                    <a:pt x="94540" y="14880"/>
                  </a:lnTo>
                  <a:lnTo>
                    <a:pt x="94695" y="13680"/>
                  </a:lnTo>
                  <a:lnTo>
                    <a:pt x="94695" y="13440"/>
                  </a:lnTo>
                  <a:lnTo>
                    <a:pt x="92833" y="13440"/>
                  </a:lnTo>
                  <a:lnTo>
                    <a:pt x="92522" y="12000"/>
                  </a:lnTo>
                  <a:lnTo>
                    <a:pt x="92056" y="11760"/>
                  </a:lnTo>
                  <a:lnTo>
                    <a:pt x="91591" y="11760"/>
                  </a:lnTo>
                  <a:lnTo>
                    <a:pt x="91435" y="11520"/>
                  </a:lnTo>
                  <a:lnTo>
                    <a:pt x="91435" y="11040"/>
                  </a:lnTo>
                  <a:lnTo>
                    <a:pt x="91435" y="9600"/>
                  </a:lnTo>
                  <a:lnTo>
                    <a:pt x="91435" y="9120"/>
                  </a:lnTo>
                  <a:lnTo>
                    <a:pt x="91280" y="8880"/>
                  </a:lnTo>
                  <a:lnTo>
                    <a:pt x="89417" y="9120"/>
                  </a:lnTo>
                  <a:lnTo>
                    <a:pt x="89262" y="8400"/>
                  </a:lnTo>
                  <a:lnTo>
                    <a:pt x="89573" y="8400"/>
                  </a:lnTo>
                  <a:lnTo>
                    <a:pt x="90349" y="7440"/>
                  </a:lnTo>
                  <a:lnTo>
                    <a:pt x="90815" y="7920"/>
                  </a:lnTo>
                  <a:lnTo>
                    <a:pt x="90970" y="7200"/>
                  </a:lnTo>
                  <a:lnTo>
                    <a:pt x="87710" y="6720"/>
                  </a:lnTo>
                  <a:lnTo>
                    <a:pt x="86468" y="8160"/>
                  </a:lnTo>
                  <a:lnTo>
                    <a:pt x="80103" y="5040"/>
                  </a:lnTo>
                  <a:lnTo>
                    <a:pt x="79172" y="5520"/>
                  </a:lnTo>
                  <a:lnTo>
                    <a:pt x="78861" y="5520"/>
                  </a:lnTo>
                  <a:lnTo>
                    <a:pt x="78395" y="4560"/>
                  </a:lnTo>
                  <a:lnTo>
                    <a:pt x="78240" y="4800"/>
                  </a:lnTo>
                  <a:lnTo>
                    <a:pt x="77774" y="6000"/>
                  </a:lnTo>
                  <a:lnTo>
                    <a:pt x="77464" y="6240"/>
                  </a:lnTo>
                  <a:lnTo>
                    <a:pt x="76067" y="7200"/>
                  </a:lnTo>
                  <a:lnTo>
                    <a:pt x="74204" y="5760"/>
                  </a:lnTo>
                  <a:lnTo>
                    <a:pt x="73583" y="5760"/>
                  </a:lnTo>
                  <a:lnTo>
                    <a:pt x="73117" y="6240"/>
                  </a:lnTo>
                  <a:lnTo>
                    <a:pt x="72652" y="6960"/>
                  </a:lnTo>
                  <a:lnTo>
                    <a:pt x="71875" y="7440"/>
                  </a:lnTo>
                  <a:lnTo>
                    <a:pt x="71565" y="8160"/>
                  </a:lnTo>
                  <a:lnTo>
                    <a:pt x="70323" y="10800"/>
                  </a:lnTo>
                  <a:lnTo>
                    <a:pt x="70168" y="11040"/>
                  </a:lnTo>
                  <a:lnTo>
                    <a:pt x="70012" y="11520"/>
                  </a:lnTo>
                  <a:lnTo>
                    <a:pt x="68926" y="14160"/>
                  </a:lnTo>
                  <a:lnTo>
                    <a:pt x="68460" y="15120"/>
                  </a:lnTo>
                  <a:lnTo>
                    <a:pt x="67684" y="15840"/>
                  </a:lnTo>
                  <a:lnTo>
                    <a:pt x="65200" y="17280"/>
                  </a:lnTo>
                  <a:lnTo>
                    <a:pt x="64579" y="17760"/>
                  </a:lnTo>
                  <a:lnTo>
                    <a:pt x="64269" y="19200"/>
                  </a:lnTo>
                  <a:lnTo>
                    <a:pt x="63803" y="19920"/>
                  </a:lnTo>
                  <a:lnTo>
                    <a:pt x="62871" y="19200"/>
                  </a:lnTo>
                  <a:lnTo>
                    <a:pt x="61319" y="20400"/>
                  </a:lnTo>
                  <a:lnTo>
                    <a:pt x="61009" y="20880"/>
                  </a:lnTo>
                  <a:lnTo>
                    <a:pt x="60853" y="22080"/>
                  </a:lnTo>
                  <a:lnTo>
                    <a:pt x="60698" y="22800"/>
                  </a:lnTo>
                  <a:lnTo>
                    <a:pt x="60077" y="23520"/>
                  </a:lnTo>
                  <a:lnTo>
                    <a:pt x="59456" y="23520"/>
                  </a:lnTo>
                  <a:lnTo>
                    <a:pt x="59146" y="23760"/>
                  </a:lnTo>
                  <a:lnTo>
                    <a:pt x="59301" y="24480"/>
                  </a:lnTo>
                  <a:lnTo>
                    <a:pt x="58525" y="25920"/>
                  </a:lnTo>
                  <a:lnTo>
                    <a:pt x="58059" y="25920"/>
                  </a:lnTo>
                  <a:lnTo>
                    <a:pt x="57283" y="25200"/>
                  </a:lnTo>
                  <a:lnTo>
                    <a:pt x="56817" y="25440"/>
                  </a:lnTo>
                  <a:lnTo>
                    <a:pt x="56351" y="26160"/>
                  </a:lnTo>
                  <a:lnTo>
                    <a:pt x="55886" y="27360"/>
                  </a:lnTo>
                  <a:lnTo>
                    <a:pt x="55420" y="29280"/>
                  </a:lnTo>
                  <a:lnTo>
                    <a:pt x="55265" y="29280"/>
                  </a:lnTo>
                  <a:lnTo>
                    <a:pt x="54333" y="29760"/>
                  </a:lnTo>
                  <a:lnTo>
                    <a:pt x="53868" y="30240"/>
                  </a:lnTo>
                  <a:lnTo>
                    <a:pt x="53712" y="30720"/>
                  </a:lnTo>
                  <a:lnTo>
                    <a:pt x="53712" y="31200"/>
                  </a:lnTo>
                  <a:lnTo>
                    <a:pt x="53868" y="31680"/>
                  </a:lnTo>
                  <a:lnTo>
                    <a:pt x="52470" y="33360"/>
                  </a:lnTo>
                  <a:lnTo>
                    <a:pt x="50608" y="33360"/>
                  </a:lnTo>
                  <a:lnTo>
                    <a:pt x="49366" y="35040"/>
                  </a:lnTo>
                  <a:lnTo>
                    <a:pt x="49366" y="35760"/>
                  </a:lnTo>
                  <a:lnTo>
                    <a:pt x="49366" y="36720"/>
                  </a:lnTo>
                  <a:lnTo>
                    <a:pt x="49676" y="37200"/>
                  </a:lnTo>
                  <a:lnTo>
                    <a:pt x="49831" y="37440"/>
                  </a:lnTo>
                  <a:lnTo>
                    <a:pt x="49676" y="37680"/>
                  </a:lnTo>
                  <a:lnTo>
                    <a:pt x="49210" y="38160"/>
                  </a:lnTo>
                  <a:lnTo>
                    <a:pt x="49055" y="38640"/>
                  </a:lnTo>
                  <a:lnTo>
                    <a:pt x="49210" y="38880"/>
                  </a:lnTo>
                  <a:lnTo>
                    <a:pt x="49055" y="39600"/>
                  </a:lnTo>
                  <a:lnTo>
                    <a:pt x="49055" y="39840"/>
                  </a:lnTo>
                  <a:lnTo>
                    <a:pt x="46727" y="41520"/>
                  </a:lnTo>
                  <a:lnTo>
                    <a:pt x="46261" y="42480"/>
                  </a:lnTo>
                  <a:lnTo>
                    <a:pt x="45795" y="42960"/>
                  </a:lnTo>
                  <a:lnTo>
                    <a:pt x="42069" y="43680"/>
                  </a:lnTo>
                  <a:lnTo>
                    <a:pt x="39896" y="46080"/>
                  </a:lnTo>
                  <a:lnTo>
                    <a:pt x="38033" y="46080"/>
                  </a:lnTo>
                  <a:lnTo>
                    <a:pt x="37102" y="46800"/>
                  </a:lnTo>
                  <a:lnTo>
                    <a:pt x="36946" y="46560"/>
                  </a:lnTo>
                  <a:lnTo>
                    <a:pt x="36791" y="44880"/>
                  </a:lnTo>
                  <a:lnTo>
                    <a:pt x="36636" y="44640"/>
                  </a:lnTo>
                  <a:lnTo>
                    <a:pt x="36326" y="44880"/>
                  </a:lnTo>
                  <a:lnTo>
                    <a:pt x="36015" y="45360"/>
                  </a:lnTo>
                  <a:lnTo>
                    <a:pt x="35394" y="46800"/>
                  </a:lnTo>
                  <a:lnTo>
                    <a:pt x="34928" y="48480"/>
                  </a:lnTo>
                  <a:lnTo>
                    <a:pt x="34463" y="49920"/>
                  </a:lnTo>
                  <a:lnTo>
                    <a:pt x="33842" y="50880"/>
                  </a:lnTo>
                  <a:lnTo>
                    <a:pt x="32910" y="51360"/>
                  </a:lnTo>
                  <a:lnTo>
                    <a:pt x="32289" y="53040"/>
                  </a:lnTo>
                  <a:lnTo>
                    <a:pt x="31668" y="53280"/>
                  </a:lnTo>
                  <a:lnTo>
                    <a:pt x="30737" y="54000"/>
                  </a:lnTo>
                  <a:lnTo>
                    <a:pt x="29961" y="57120"/>
                  </a:lnTo>
                  <a:lnTo>
                    <a:pt x="29495" y="58320"/>
                  </a:lnTo>
                  <a:lnTo>
                    <a:pt x="27943" y="60240"/>
                  </a:lnTo>
                  <a:lnTo>
                    <a:pt x="27787" y="60720"/>
                  </a:lnTo>
                  <a:lnTo>
                    <a:pt x="27787" y="60720"/>
                  </a:lnTo>
                  <a:lnTo>
                    <a:pt x="27632" y="60960"/>
                  </a:lnTo>
                  <a:lnTo>
                    <a:pt x="27477" y="61440"/>
                  </a:lnTo>
                  <a:lnTo>
                    <a:pt x="27322" y="61680"/>
                  </a:lnTo>
                  <a:lnTo>
                    <a:pt x="26545" y="62640"/>
                  </a:lnTo>
                  <a:lnTo>
                    <a:pt x="23285" y="61920"/>
                  </a:lnTo>
                  <a:lnTo>
                    <a:pt x="21267" y="60000"/>
                  </a:lnTo>
                  <a:lnTo>
                    <a:pt x="15368" y="59280"/>
                  </a:lnTo>
                  <a:lnTo>
                    <a:pt x="15058" y="59520"/>
                  </a:lnTo>
                  <a:lnTo>
                    <a:pt x="13816" y="60960"/>
                  </a:lnTo>
                  <a:lnTo>
                    <a:pt x="11487" y="62400"/>
                  </a:lnTo>
                  <a:lnTo>
                    <a:pt x="10866" y="63120"/>
                  </a:lnTo>
                  <a:lnTo>
                    <a:pt x="10401" y="64080"/>
                  </a:lnTo>
                  <a:lnTo>
                    <a:pt x="9469" y="66240"/>
                  </a:lnTo>
                  <a:lnTo>
                    <a:pt x="9469" y="66720"/>
                  </a:lnTo>
                  <a:lnTo>
                    <a:pt x="9314" y="67680"/>
                  </a:lnTo>
                  <a:lnTo>
                    <a:pt x="9159" y="68400"/>
                  </a:lnTo>
                  <a:lnTo>
                    <a:pt x="9003" y="68880"/>
                  </a:lnTo>
                  <a:lnTo>
                    <a:pt x="8072" y="69600"/>
                  </a:lnTo>
                  <a:lnTo>
                    <a:pt x="7606" y="70080"/>
                  </a:lnTo>
                  <a:lnTo>
                    <a:pt x="7141" y="71040"/>
                  </a:lnTo>
                  <a:lnTo>
                    <a:pt x="7296" y="71040"/>
                  </a:lnTo>
                  <a:lnTo>
                    <a:pt x="6985" y="71040"/>
                  </a:lnTo>
                  <a:lnTo>
                    <a:pt x="6364" y="70080"/>
                  </a:lnTo>
                  <a:lnTo>
                    <a:pt x="5899" y="70080"/>
                  </a:lnTo>
                  <a:lnTo>
                    <a:pt x="4346" y="74160"/>
                  </a:lnTo>
                  <a:lnTo>
                    <a:pt x="4036" y="73680"/>
                  </a:lnTo>
                  <a:lnTo>
                    <a:pt x="3570" y="72960"/>
                  </a:lnTo>
                  <a:lnTo>
                    <a:pt x="3104" y="73680"/>
                  </a:lnTo>
                  <a:lnTo>
                    <a:pt x="3260" y="74160"/>
                  </a:lnTo>
                  <a:lnTo>
                    <a:pt x="3260" y="74640"/>
                  </a:lnTo>
                  <a:lnTo>
                    <a:pt x="3260" y="75120"/>
                  </a:lnTo>
                  <a:lnTo>
                    <a:pt x="3104" y="75600"/>
                  </a:lnTo>
                  <a:lnTo>
                    <a:pt x="2949" y="75360"/>
                  </a:lnTo>
                  <a:lnTo>
                    <a:pt x="2794" y="75600"/>
                  </a:lnTo>
                  <a:lnTo>
                    <a:pt x="2639" y="75840"/>
                  </a:lnTo>
                  <a:lnTo>
                    <a:pt x="2173" y="76800"/>
                  </a:lnTo>
                  <a:lnTo>
                    <a:pt x="1862" y="77280"/>
                  </a:lnTo>
                  <a:lnTo>
                    <a:pt x="1241" y="77760"/>
                  </a:lnTo>
                  <a:lnTo>
                    <a:pt x="1241" y="78000"/>
                  </a:lnTo>
                  <a:lnTo>
                    <a:pt x="1241" y="79200"/>
                  </a:lnTo>
                  <a:lnTo>
                    <a:pt x="931" y="79680"/>
                  </a:lnTo>
                  <a:lnTo>
                    <a:pt x="310" y="79920"/>
                  </a:lnTo>
                  <a:lnTo>
                    <a:pt x="0" y="80160"/>
                  </a:lnTo>
                  <a:lnTo>
                    <a:pt x="1086" y="80400"/>
                  </a:lnTo>
                  <a:lnTo>
                    <a:pt x="1707" y="8016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Shape 5323"/>
            <p:cNvSpPr/>
            <p:nvPr/>
          </p:nvSpPr>
          <p:spPr>
            <a:xfrm>
              <a:off x="10115807" y="2838793"/>
              <a:ext cx="409575" cy="2635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07" y="80160"/>
                  </a:moveTo>
                  <a:lnTo>
                    <a:pt x="2483" y="79680"/>
                  </a:lnTo>
                  <a:lnTo>
                    <a:pt x="3415" y="78000"/>
                  </a:lnTo>
                  <a:lnTo>
                    <a:pt x="3570" y="77520"/>
                  </a:lnTo>
                  <a:lnTo>
                    <a:pt x="4036" y="76560"/>
                  </a:lnTo>
                  <a:lnTo>
                    <a:pt x="4191" y="76560"/>
                  </a:lnTo>
                  <a:lnTo>
                    <a:pt x="4346" y="77040"/>
                  </a:lnTo>
                  <a:lnTo>
                    <a:pt x="4812" y="77040"/>
                  </a:lnTo>
                  <a:lnTo>
                    <a:pt x="6675" y="75600"/>
                  </a:lnTo>
                  <a:lnTo>
                    <a:pt x="7451" y="76560"/>
                  </a:lnTo>
                  <a:lnTo>
                    <a:pt x="7761" y="77280"/>
                  </a:lnTo>
                  <a:lnTo>
                    <a:pt x="7451" y="78480"/>
                  </a:lnTo>
                  <a:lnTo>
                    <a:pt x="7917" y="78960"/>
                  </a:lnTo>
                  <a:lnTo>
                    <a:pt x="8072" y="79200"/>
                  </a:lnTo>
                  <a:lnTo>
                    <a:pt x="8227" y="79680"/>
                  </a:lnTo>
                  <a:lnTo>
                    <a:pt x="5433" y="79920"/>
                  </a:lnTo>
                  <a:lnTo>
                    <a:pt x="4967" y="80400"/>
                  </a:lnTo>
                  <a:lnTo>
                    <a:pt x="7606" y="80880"/>
                  </a:lnTo>
                  <a:lnTo>
                    <a:pt x="7761" y="81840"/>
                  </a:lnTo>
                  <a:lnTo>
                    <a:pt x="7606" y="82800"/>
                  </a:lnTo>
                  <a:lnTo>
                    <a:pt x="6985" y="84240"/>
                  </a:lnTo>
                  <a:lnTo>
                    <a:pt x="6209" y="85200"/>
                  </a:lnTo>
                  <a:lnTo>
                    <a:pt x="6054" y="85680"/>
                  </a:lnTo>
                  <a:lnTo>
                    <a:pt x="4501" y="87360"/>
                  </a:lnTo>
                  <a:lnTo>
                    <a:pt x="3415" y="87600"/>
                  </a:lnTo>
                  <a:lnTo>
                    <a:pt x="2949" y="87840"/>
                  </a:lnTo>
                  <a:lnTo>
                    <a:pt x="3880" y="89040"/>
                  </a:lnTo>
                  <a:lnTo>
                    <a:pt x="4191" y="89040"/>
                  </a:lnTo>
                  <a:lnTo>
                    <a:pt x="4657" y="88080"/>
                  </a:lnTo>
                  <a:lnTo>
                    <a:pt x="4967" y="88560"/>
                  </a:lnTo>
                  <a:lnTo>
                    <a:pt x="4036" y="90000"/>
                  </a:lnTo>
                  <a:lnTo>
                    <a:pt x="3104" y="90960"/>
                  </a:lnTo>
                  <a:lnTo>
                    <a:pt x="2173" y="91200"/>
                  </a:lnTo>
                  <a:lnTo>
                    <a:pt x="1707" y="90960"/>
                  </a:lnTo>
                  <a:lnTo>
                    <a:pt x="2483" y="94560"/>
                  </a:lnTo>
                  <a:lnTo>
                    <a:pt x="4657" y="96720"/>
                  </a:lnTo>
                  <a:lnTo>
                    <a:pt x="5588" y="96720"/>
                  </a:lnTo>
                  <a:lnTo>
                    <a:pt x="8848" y="94560"/>
                  </a:lnTo>
                  <a:lnTo>
                    <a:pt x="9314" y="95040"/>
                  </a:lnTo>
                  <a:lnTo>
                    <a:pt x="9469" y="95040"/>
                  </a:lnTo>
                  <a:lnTo>
                    <a:pt x="9624" y="94560"/>
                  </a:lnTo>
                  <a:lnTo>
                    <a:pt x="9780" y="94320"/>
                  </a:lnTo>
                  <a:lnTo>
                    <a:pt x="9780" y="94080"/>
                  </a:lnTo>
                  <a:lnTo>
                    <a:pt x="9780" y="93840"/>
                  </a:lnTo>
                  <a:lnTo>
                    <a:pt x="9624" y="93600"/>
                  </a:lnTo>
                  <a:lnTo>
                    <a:pt x="10090" y="92640"/>
                  </a:lnTo>
                  <a:lnTo>
                    <a:pt x="10711" y="91200"/>
                  </a:lnTo>
                  <a:lnTo>
                    <a:pt x="10556" y="91200"/>
                  </a:lnTo>
                  <a:lnTo>
                    <a:pt x="10556" y="90720"/>
                  </a:lnTo>
                  <a:lnTo>
                    <a:pt x="10556" y="90720"/>
                  </a:lnTo>
                  <a:lnTo>
                    <a:pt x="11021" y="90000"/>
                  </a:lnTo>
                  <a:lnTo>
                    <a:pt x="11487" y="90240"/>
                  </a:lnTo>
                  <a:lnTo>
                    <a:pt x="11953" y="91200"/>
                  </a:lnTo>
                  <a:lnTo>
                    <a:pt x="14747" y="91680"/>
                  </a:lnTo>
                  <a:lnTo>
                    <a:pt x="14747" y="93120"/>
                  </a:lnTo>
                  <a:lnTo>
                    <a:pt x="16455" y="94800"/>
                  </a:lnTo>
                  <a:lnTo>
                    <a:pt x="17697" y="97920"/>
                  </a:lnTo>
                  <a:lnTo>
                    <a:pt x="18318" y="98640"/>
                  </a:lnTo>
                  <a:lnTo>
                    <a:pt x="18318" y="99120"/>
                  </a:lnTo>
                  <a:lnTo>
                    <a:pt x="18318" y="99840"/>
                  </a:lnTo>
                  <a:lnTo>
                    <a:pt x="18318" y="100560"/>
                  </a:lnTo>
                  <a:lnTo>
                    <a:pt x="18628" y="101280"/>
                  </a:lnTo>
                  <a:lnTo>
                    <a:pt x="18318" y="102000"/>
                  </a:lnTo>
                  <a:lnTo>
                    <a:pt x="18163" y="102240"/>
                  </a:lnTo>
                  <a:lnTo>
                    <a:pt x="18318" y="102960"/>
                  </a:lnTo>
                  <a:lnTo>
                    <a:pt x="18939" y="103680"/>
                  </a:lnTo>
                  <a:lnTo>
                    <a:pt x="19249" y="105600"/>
                  </a:lnTo>
                  <a:lnTo>
                    <a:pt x="19404" y="105840"/>
                  </a:lnTo>
                  <a:lnTo>
                    <a:pt x="19715" y="105360"/>
                  </a:lnTo>
                  <a:lnTo>
                    <a:pt x="20646" y="102720"/>
                  </a:lnTo>
                  <a:lnTo>
                    <a:pt x="20957" y="101760"/>
                  </a:lnTo>
                  <a:lnTo>
                    <a:pt x="22199" y="100800"/>
                  </a:lnTo>
                  <a:lnTo>
                    <a:pt x="23441" y="99840"/>
                  </a:lnTo>
                  <a:lnTo>
                    <a:pt x="24683" y="100320"/>
                  </a:lnTo>
                  <a:lnTo>
                    <a:pt x="24993" y="101760"/>
                  </a:lnTo>
                  <a:lnTo>
                    <a:pt x="24527" y="102240"/>
                  </a:lnTo>
                  <a:lnTo>
                    <a:pt x="24217" y="103440"/>
                  </a:lnTo>
                  <a:lnTo>
                    <a:pt x="23906" y="104400"/>
                  </a:lnTo>
                  <a:lnTo>
                    <a:pt x="24062" y="105360"/>
                  </a:lnTo>
                  <a:lnTo>
                    <a:pt x="24372" y="105120"/>
                  </a:lnTo>
                  <a:lnTo>
                    <a:pt x="24838" y="104160"/>
                  </a:lnTo>
                  <a:lnTo>
                    <a:pt x="25304" y="103680"/>
                  </a:lnTo>
                  <a:lnTo>
                    <a:pt x="25304" y="103440"/>
                  </a:lnTo>
                  <a:lnTo>
                    <a:pt x="25304" y="102720"/>
                  </a:lnTo>
                  <a:lnTo>
                    <a:pt x="25614" y="101280"/>
                  </a:lnTo>
                  <a:lnTo>
                    <a:pt x="25769" y="99840"/>
                  </a:lnTo>
                  <a:lnTo>
                    <a:pt x="25924" y="98880"/>
                  </a:lnTo>
                  <a:lnTo>
                    <a:pt x="25924" y="98400"/>
                  </a:lnTo>
                  <a:lnTo>
                    <a:pt x="25924" y="95760"/>
                  </a:lnTo>
                  <a:lnTo>
                    <a:pt x="26235" y="94560"/>
                  </a:lnTo>
                  <a:lnTo>
                    <a:pt x="26390" y="93600"/>
                  </a:lnTo>
                  <a:lnTo>
                    <a:pt x="26856" y="92640"/>
                  </a:lnTo>
                  <a:lnTo>
                    <a:pt x="27166" y="92400"/>
                  </a:lnTo>
                  <a:lnTo>
                    <a:pt x="27632" y="89520"/>
                  </a:lnTo>
                  <a:lnTo>
                    <a:pt x="28564" y="87600"/>
                  </a:lnTo>
                  <a:lnTo>
                    <a:pt x="29340" y="86640"/>
                  </a:lnTo>
                  <a:lnTo>
                    <a:pt x="30582" y="85680"/>
                  </a:lnTo>
                  <a:lnTo>
                    <a:pt x="30737" y="85440"/>
                  </a:lnTo>
                  <a:lnTo>
                    <a:pt x="30892" y="85680"/>
                  </a:lnTo>
                  <a:lnTo>
                    <a:pt x="31358" y="87840"/>
                  </a:lnTo>
                  <a:lnTo>
                    <a:pt x="32289" y="90000"/>
                  </a:lnTo>
                  <a:lnTo>
                    <a:pt x="32289" y="91440"/>
                  </a:lnTo>
                  <a:lnTo>
                    <a:pt x="31979" y="91680"/>
                  </a:lnTo>
                  <a:lnTo>
                    <a:pt x="31513" y="91920"/>
                  </a:lnTo>
                  <a:lnTo>
                    <a:pt x="30892" y="92400"/>
                  </a:lnTo>
                  <a:lnTo>
                    <a:pt x="30426" y="94080"/>
                  </a:lnTo>
                  <a:lnTo>
                    <a:pt x="30426" y="94800"/>
                  </a:lnTo>
                  <a:lnTo>
                    <a:pt x="31513" y="94320"/>
                  </a:lnTo>
                  <a:lnTo>
                    <a:pt x="31824" y="94800"/>
                  </a:lnTo>
                  <a:lnTo>
                    <a:pt x="30426" y="96480"/>
                  </a:lnTo>
                  <a:lnTo>
                    <a:pt x="29805" y="98160"/>
                  </a:lnTo>
                  <a:lnTo>
                    <a:pt x="29340" y="100560"/>
                  </a:lnTo>
                  <a:lnTo>
                    <a:pt x="29340" y="102000"/>
                  </a:lnTo>
                  <a:lnTo>
                    <a:pt x="29805" y="103680"/>
                  </a:lnTo>
                  <a:lnTo>
                    <a:pt x="30271" y="104160"/>
                  </a:lnTo>
                  <a:lnTo>
                    <a:pt x="30737" y="103920"/>
                  </a:lnTo>
                  <a:lnTo>
                    <a:pt x="30737" y="103680"/>
                  </a:lnTo>
                  <a:lnTo>
                    <a:pt x="30737" y="103200"/>
                  </a:lnTo>
                  <a:lnTo>
                    <a:pt x="30737" y="102960"/>
                  </a:lnTo>
                  <a:lnTo>
                    <a:pt x="32445" y="102960"/>
                  </a:lnTo>
                  <a:lnTo>
                    <a:pt x="32600" y="103680"/>
                  </a:lnTo>
                  <a:lnTo>
                    <a:pt x="32600" y="104160"/>
                  </a:lnTo>
                  <a:lnTo>
                    <a:pt x="32289" y="105120"/>
                  </a:lnTo>
                  <a:lnTo>
                    <a:pt x="32134" y="105600"/>
                  </a:lnTo>
                  <a:lnTo>
                    <a:pt x="32134" y="105840"/>
                  </a:lnTo>
                  <a:lnTo>
                    <a:pt x="32600" y="106560"/>
                  </a:lnTo>
                  <a:lnTo>
                    <a:pt x="32289" y="107520"/>
                  </a:lnTo>
                  <a:lnTo>
                    <a:pt x="31513" y="108720"/>
                  </a:lnTo>
                  <a:lnTo>
                    <a:pt x="31047" y="109200"/>
                  </a:lnTo>
                  <a:lnTo>
                    <a:pt x="30737" y="110160"/>
                  </a:lnTo>
                  <a:lnTo>
                    <a:pt x="30582" y="110880"/>
                  </a:lnTo>
                  <a:lnTo>
                    <a:pt x="30426" y="111360"/>
                  </a:lnTo>
                  <a:lnTo>
                    <a:pt x="30271" y="112320"/>
                  </a:lnTo>
                  <a:lnTo>
                    <a:pt x="29340" y="114960"/>
                  </a:lnTo>
                  <a:lnTo>
                    <a:pt x="28874" y="116160"/>
                  </a:lnTo>
                  <a:lnTo>
                    <a:pt x="28719" y="117600"/>
                  </a:lnTo>
                  <a:lnTo>
                    <a:pt x="28874" y="119520"/>
                  </a:lnTo>
                  <a:lnTo>
                    <a:pt x="29495" y="120000"/>
                  </a:lnTo>
                  <a:lnTo>
                    <a:pt x="30426" y="120000"/>
                  </a:lnTo>
                  <a:lnTo>
                    <a:pt x="31047" y="119520"/>
                  </a:lnTo>
                  <a:lnTo>
                    <a:pt x="31824" y="118560"/>
                  </a:lnTo>
                  <a:lnTo>
                    <a:pt x="32445" y="117600"/>
                  </a:lnTo>
                  <a:lnTo>
                    <a:pt x="33221" y="116400"/>
                  </a:lnTo>
                  <a:lnTo>
                    <a:pt x="33842" y="114960"/>
                  </a:lnTo>
                  <a:lnTo>
                    <a:pt x="34463" y="114000"/>
                  </a:lnTo>
                  <a:lnTo>
                    <a:pt x="34618" y="114000"/>
                  </a:lnTo>
                  <a:lnTo>
                    <a:pt x="34618" y="114720"/>
                  </a:lnTo>
                  <a:lnTo>
                    <a:pt x="34928" y="115200"/>
                  </a:lnTo>
                  <a:lnTo>
                    <a:pt x="34928" y="115440"/>
                  </a:lnTo>
                  <a:lnTo>
                    <a:pt x="34928" y="116400"/>
                  </a:lnTo>
                  <a:lnTo>
                    <a:pt x="34773" y="117360"/>
                  </a:lnTo>
                  <a:lnTo>
                    <a:pt x="34618" y="117840"/>
                  </a:lnTo>
                  <a:lnTo>
                    <a:pt x="34928" y="119280"/>
                  </a:lnTo>
                  <a:lnTo>
                    <a:pt x="37723" y="118800"/>
                  </a:lnTo>
                  <a:lnTo>
                    <a:pt x="39275" y="117600"/>
                  </a:lnTo>
                  <a:lnTo>
                    <a:pt x="40051" y="116400"/>
                  </a:lnTo>
                  <a:lnTo>
                    <a:pt x="40827" y="115440"/>
                  </a:lnTo>
                  <a:lnTo>
                    <a:pt x="40983" y="114960"/>
                  </a:lnTo>
                  <a:lnTo>
                    <a:pt x="41293" y="114960"/>
                  </a:lnTo>
                  <a:lnTo>
                    <a:pt x="41759" y="115680"/>
                  </a:lnTo>
                  <a:lnTo>
                    <a:pt x="42225" y="115920"/>
                  </a:lnTo>
                  <a:lnTo>
                    <a:pt x="42225" y="114960"/>
                  </a:lnTo>
                  <a:lnTo>
                    <a:pt x="42069" y="114000"/>
                  </a:lnTo>
                  <a:lnTo>
                    <a:pt x="41293" y="113040"/>
                  </a:lnTo>
                  <a:lnTo>
                    <a:pt x="42846" y="110160"/>
                  </a:lnTo>
                  <a:lnTo>
                    <a:pt x="43156" y="109440"/>
                  </a:lnTo>
                  <a:lnTo>
                    <a:pt x="43622" y="109200"/>
                  </a:lnTo>
                  <a:lnTo>
                    <a:pt x="43777" y="109920"/>
                  </a:lnTo>
                  <a:lnTo>
                    <a:pt x="44087" y="111600"/>
                  </a:lnTo>
                  <a:lnTo>
                    <a:pt x="44398" y="112560"/>
                  </a:lnTo>
                  <a:lnTo>
                    <a:pt x="45019" y="112080"/>
                  </a:lnTo>
                  <a:lnTo>
                    <a:pt x="45640" y="109440"/>
                  </a:lnTo>
                  <a:lnTo>
                    <a:pt x="45950" y="106800"/>
                  </a:lnTo>
                  <a:lnTo>
                    <a:pt x="45795" y="105600"/>
                  </a:lnTo>
                  <a:lnTo>
                    <a:pt x="44398" y="101280"/>
                  </a:lnTo>
                  <a:lnTo>
                    <a:pt x="43622" y="100560"/>
                  </a:lnTo>
                  <a:lnTo>
                    <a:pt x="43156" y="99600"/>
                  </a:lnTo>
                  <a:lnTo>
                    <a:pt x="43156" y="98880"/>
                  </a:lnTo>
                  <a:lnTo>
                    <a:pt x="46106" y="100560"/>
                  </a:lnTo>
                  <a:lnTo>
                    <a:pt x="46727" y="99600"/>
                  </a:lnTo>
                  <a:lnTo>
                    <a:pt x="46261" y="98880"/>
                  </a:lnTo>
                  <a:lnTo>
                    <a:pt x="45795" y="98400"/>
                  </a:lnTo>
                  <a:lnTo>
                    <a:pt x="45485" y="97440"/>
                  </a:lnTo>
                  <a:lnTo>
                    <a:pt x="45485" y="95760"/>
                  </a:lnTo>
                  <a:lnTo>
                    <a:pt x="45795" y="95760"/>
                  </a:lnTo>
                  <a:lnTo>
                    <a:pt x="46571" y="96240"/>
                  </a:lnTo>
                  <a:lnTo>
                    <a:pt x="47192" y="96240"/>
                  </a:lnTo>
                  <a:lnTo>
                    <a:pt x="47347" y="95760"/>
                  </a:lnTo>
                  <a:lnTo>
                    <a:pt x="47503" y="94800"/>
                  </a:lnTo>
                  <a:lnTo>
                    <a:pt x="47503" y="94560"/>
                  </a:lnTo>
                  <a:lnTo>
                    <a:pt x="47658" y="94080"/>
                  </a:lnTo>
                  <a:lnTo>
                    <a:pt x="47658" y="93840"/>
                  </a:lnTo>
                  <a:lnTo>
                    <a:pt x="47503" y="93120"/>
                  </a:lnTo>
                  <a:lnTo>
                    <a:pt x="47192" y="88080"/>
                  </a:lnTo>
                  <a:lnTo>
                    <a:pt x="47192" y="87360"/>
                  </a:lnTo>
                  <a:lnTo>
                    <a:pt x="47813" y="87120"/>
                  </a:lnTo>
                  <a:lnTo>
                    <a:pt x="48124" y="86640"/>
                  </a:lnTo>
                  <a:lnTo>
                    <a:pt x="48589" y="85200"/>
                  </a:lnTo>
                  <a:lnTo>
                    <a:pt x="48745" y="83760"/>
                  </a:lnTo>
                  <a:lnTo>
                    <a:pt x="48745" y="82800"/>
                  </a:lnTo>
                  <a:lnTo>
                    <a:pt x="48589" y="82320"/>
                  </a:lnTo>
                  <a:lnTo>
                    <a:pt x="48434" y="82320"/>
                  </a:lnTo>
                  <a:lnTo>
                    <a:pt x="48434" y="81840"/>
                  </a:lnTo>
                  <a:lnTo>
                    <a:pt x="49055" y="81840"/>
                  </a:lnTo>
                  <a:lnTo>
                    <a:pt x="49987" y="83760"/>
                  </a:lnTo>
                  <a:lnTo>
                    <a:pt x="50763" y="82560"/>
                  </a:lnTo>
                  <a:lnTo>
                    <a:pt x="51228" y="81840"/>
                  </a:lnTo>
                  <a:lnTo>
                    <a:pt x="51384" y="81360"/>
                  </a:lnTo>
                  <a:lnTo>
                    <a:pt x="51539" y="80640"/>
                  </a:lnTo>
                  <a:lnTo>
                    <a:pt x="51849" y="80640"/>
                  </a:lnTo>
                  <a:lnTo>
                    <a:pt x="52005" y="80880"/>
                  </a:lnTo>
                  <a:lnTo>
                    <a:pt x="51849" y="81600"/>
                  </a:lnTo>
                  <a:lnTo>
                    <a:pt x="50608" y="87600"/>
                  </a:lnTo>
                  <a:lnTo>
                    <a:pt x="50452" y="89040"/>
                  </a:lnTo>
                  <a:lnTo>
                    <a:pt x="50452" y="90000"/>
                  </a:lnTo>
                  <a:lnTo>
                    <a:pt x="50918" y="91920"/>
                  </a:lnTo>
                  <a:lnTo>
                    <a:pt x="51228" y="92400"/>
                  </a:lnTo>
                  <a:lnTo>
                    <a:pt x="51228" y="94320"/>
                  </a:lnTo>
                  <a:lnTo>
                    <a:pt x="51228" y="94800"/>
                  </a:lnTo>
                  <a:lnTo>
                    <a:pt x="51228" y="96000"/>
                  </a:lnTo>
                  <a:lnTo>
                    <a:pt x="50452" y="99120"/>
                  </a:lnTo>
                  <a:lnTo>
                    <a:pt x="50297" y="100800"/>
                  </a:lnTo>
                  <a:lnTo>
                    <a:pt x="50452" y="101520"/>
                  </a:lnTo>
                  <a:lnTo>
                    <a:pt x="50608" y="102240"/>
                  </a:lnTo>
                  <a:lnTo>
                    <a:pt x="50763" y="102720"/>
                  </a:lnTo>
                  <a:lnTo>
                    <a:pt x="51539" y="102960"/>
                  </a:lnTo>
                  <a:lnTo>
                    <a:pt x="51694" y="103200"/>
                  </a:lnTo>
                  <a:lnTo>
                    <a:pt x="51849" y="104400"/>
                  </a:lnTo>
                  <a:lnTo>
                    <a:pt x="52160" y="105360"/>
                  </a:lnTo>
                  <a:lnTo>
                    <a:pt x="52315" y="105120"/>
                  </a:lnTo>
                  <a:lnTo>
                    <a:pt x="52470" y="104640"/>
                  </a:lnTo>
                  <a:lnTo>
                    <a:pt x="52470" y="104400"/>
                  </a:lnTo>
                  <a:lnTo>
                    <a:pt x="52781" y="103920"/>
                  </a:lnTo>
                  <a:lnTo>
                    <a:pt x="52781" y="103440"/>
                  </a:lnTo>
                  <a:lnTo>
                    <a:pt x="52936" y="103200"/>
                  </a:lnTo>
                  <a:lnTo>
                    <a:pt x="53402" y="102240"/>
                  </a:lnTo>
                  <a:lnTo>
                    <a:pt x="53712" y="102240"/>
                  </a:lnTo>
                  <a:lnTo>
                    <a:pt x="54333" y="102720"/>
                  </a:lnTo>
                  <a:lnTo>
                    <a:pt x="54799" y="102000"/>
                  </a:lnTo>
                  <a:lnTo>
                    <a:pt x="54954" y="101520"/>
                  </a:lnTo>
                  <a:lnTo>
                    <a:pt x="54954" y="100800"/>
                  </a:lnTo>
                  <a:lnTo>
                    <a:pt x="55265" y="99840"/>
                  </a:lnTo>
                  <a:lnTo>
                    <a:pt x="55730" y="99360"/>
                  </a:lnTo>
                  <a:lnTo>
                    <a:pt x="56196" y="99360"/>
                  </a:lnTo>
                  <a:lnTo>
                    <a:pt x="56662" y="98640"/>
                  </a:lnTo>
                  <a:lnTo>
                    <a:pt x="56351" y="98160"/>
                  </a:lnTo>
                  <a:lnTo>
                    <a:pt x="56507" y="96720"/>
                  </a:lnTo>
                  <a:lnTo>
                    <a:pt x="56817" y="94560"/>
                  </a:lnTo>
                  <a:lnTo>
                    <a:pt x="57438" y="92640"/>
                  </a:lnTo>
                  <a:lnTo>
                    <a:pt x="58059" y="91440"/>
                  </a:lnTo>
                  <a:lnTo>
                    <a:pt x="58835" y="90960"/>
                  </a:lnTo>
                  <a:lnTo>
                    <a:pt x="61009" y="91680"/>
                  </a:lnTo>
                  <a:lnTo>
                    <a:pt x="61630" y="91440"/>
                  </a:lnTo>
                  <a:lnTo>
                    <a:pt x="62406" y="90000"/>
                  </a:lnTo>
                  <a:lnTo>
                    <a:pt x="62716" y="89280"/>
                  </a:lnTo>
                  <a:lnTo>
                    <a:pt x="63492" y="88080"/>
                  </a:lnTo>
                  <a:lnTo>
                    <a:pt x="63803" y="87360"/>
                  </a:lnTo>
                  <a:lnTo>
                    <a:pt x="63803" y="86880"/>
                  </a:lnTo>
                  <a:lnTo>
                    <a:pt x="63648" y="85200"/>
                  </a:lnTo>
                  <a:lnTo>
                    <a:pt x="63958" y="84720"/>
                  </a:lnTo>
                  <a:lnTo>
                    <a:pt x="64113" y="84000"/>
                  </a:lnTo>
                  <a:lnTo>
                    <a:pt x="64269" y="80160"/>
                  </a:lnTo>
                  <a:lnTo>
                    <a:pt x="64113" y="78960"/>
                  </a:lnTo>
                  <a:lnTo>
                    <a:pt x="63958" y="77760"/>
                  </a:lnTo>
                  <a:lnTo>
                    <a:pt x="63648" y="77520"/>
                  </a:lnTo>
                  <a:lnTo>
                    <a:pt x="62716" y="77280"/>
                  </a:lnTo>
                  <a:lnTo>
                    <a:pt x="62406" y="77040"/>
                  </a:lnTo>
                  <a:lnTo>
                    <a:pt x="62406" y="76800"/>
                  </a:lnTo>
                  <a:lnTo>
                    <a:pt x="62561" y="76080"/>
                  </a:lnTo>
                  <a:lnTo>
                    <a:pt x="62561" y="75600"/>
                  </a:lnTo>
                  <a:lnTo>
                    <a:pt x="62561" y="75360"/>
                  </a:lnTo>
                  <a:lnTo>
                    <a:pt x="61319" y="74160"/>
                  </a:lnTo>
                  <a:lnTo>
                    <a:pt x="61009" y="73440"/>
                  </a:lnTo>
                  <a:lnTo>
                    <a:pt x="61940" y="71040"/>
                  </a:lnTo>
                  <a:lnTo>
                    <a:pt x="62716" y="70800"/>
                  </a:lnTo>
                  <a:lnTo>
                    <a:pt x="63648" y="71280"/>
                  </a:lnTo>
                  <a:lnTo>
                    <a:pt x="64269" y="71280"/>
                  </a:lnTo>
                  <a:lnTo>
                    <a:pt x="63958" y="70560"/>
                  </a:lnTo>
                  <a:lnTo>
                    <a:pt x="63803" y="69840"/>
                  </a:lnTo>
                  <a:lnTo>
                    <a:pt x="63803" y="68880"/>
                  </a:lnTo>
                  <a:lnTo>
                    <a:pt x="64113" y="68880"/>
                  </a:lnTo>
                  <a:lnTo>
                    <a:pt x="64424" y="69120"/>
                  </a:lnTo>
                  <a:lnTo>
                    <a:pt x="65045" y="69840"/>
                  </a:lnTo>
                  <a:lnTo>
                    <a:pt x="65200" y="70560"/>
                  </a:lnTo>
                  <a:lnTo>
                    <a:pt x="65200" y="72720"/>
                  </a:lnTo>
                  <a:lnTo>
                    <a:pt x="65355" y="73440"/>
                  </a:lnTo>
                  <a:lnTo>
                    <a:pt x="66908" y="74880"/>
                  </a:lnTo>
                  <a:lnTo>
                    <a:pt x="67529" y="74400"/>
                  </a:lnTo>
                  <a:lnTo>
                    <a:pt x="67684" y="73440"/>
                  </a:lnTo>
                  <a:lnTo>
                    <a:pt x="67994" y="73200"/>
                  </a:lnTo>
                  <a:lnTo>
                    <a:pt x="67994" y="72720"/>
                  </a:lnTo>
                  <a:lnTo>
                    <a:pt x="68150" y="72240"/>
                  </a:lnTo>
                  <a:lnTo>
                    <a:pt x="68460" y="72000"/>
                  </a:lnTo>
                  <a:lnTo>
                    <a:pt x="69081" y="71280"/>
                  </a:lnTo>
                  <a:lnTo>
                    <a:pt x="70478" y="72480"/>
                  </a:lnTo>
                  <a:lnTo>
                    <a:pt x="70944" y="72240"/>
                  </a:lnTo>
                  <a:lnTo>
                    <a:pt x="71099" y="71040"/>
                  </a:lnTo>
                  <a:lnTo>
                    <a:pt x="71254" y="69120"/>
                  </a:lnTo>
                  <a:lnTo>
                    <a:pt x="71875" y="64800"/>
                  </a:lnTo>
                  <a:lnTo>
                    <a:pt x="71565" y="63120"/>
                  </a:lnTo>
                  <a:lnTo>
                    <a:pt x="71254" y="62400"/>
                  </a:lnTo>
                  <a:lnTo>
                    <a:pt x="70944" y="60720"/>
                  </a:lnTo>
                  <a:lnTo>
                    <a:pt x="71099" y="60480"/>
                  </a:lnTo>
                  <a:lnTo>
                    <a:pt x="71254" y="60000"/>
                  </a:lnTo>
                  <a:lnTo>
                    <a:pt x="71254" y="59520"/>
                  </a:lnTo>
                  <a:lnTo>
                    <a:pt x="71254" y="59280"/>
                  </a:lnTo>
                  <a:lnTo>
                    <a:pt x="71254" y="59040"/>
                  </a:lnTo>
                  <a:lnTo>
                    <a:pt x="71254" y="58560"/>
                  </a:lnTo>
                  <a:lnTo>
                    <a:pt x="71254" y="57840"/>
                  </a:lnTo>
                  <a:lnTo>
                    <a:pt x="73272" y="59280"/>
                  </a:lnTo>
                  <a:lnTo>
                    <a:pt x="73428" y="59280"/>
                  </a:lnTo>
                  <a:lnTo>
                    <a:pt x="73583" y="58800"/>
                  </a:lnTo>
                  <a:lnTo>
                    <a:pt x="74204" y="56880"/>
                  </a:lnTo>
                  <a:lnTo>
                    <a:pt x="74204" y="55920"/>
                  </a:lnTo>
                  <a:lnTo>
                    <a:pt x="74204" y="55200"/>
                  </a:lnTo>
                  <a:lnTo>
                    <a:pt x="74204" y="54480"/>
                  </a:lnTo>
                  <a:lnTo>
                    <a:pt x="77774" y="56640"/>
                  </a:lnTo>
                  <a:lnTo>
                    <a:pt x="78240" y="56400"/>
                  </a:lnTo>
                  <a:lnTo>
                    <a:pt x="78861" y="56160"/>
                  </a:lnTo>
                  <a:lnTo>
                    <a:pt x="79172" y="55680"/>
                  </a:lnTo>
                  <a:lnTo>
                    <a:pt x="80413" y="53760"/>
                  </a:lnTo>
                  <a:lnTo>
                    <a:pt x="81034" y="52800"/>
                  </a:lnTo>
                  <a:lnTo>
                    <a:pt x="81811" y="53040"/>
                  </a:lnTo>
                  <a:lnTo>
                    <a:pt x="82121" y="54240"/>
                  </a:lnTo>
                  <a:lnTo>
                    <a:pt x="82121" y="56880"/>
                  </a:lnTo>
                  <a:lnTo>
                    <a:pt x="81190" y="58560"/>
                  </a:lnTo>
                  <a:lnTo>
                    <a:pt x="79172" y="61920"/>
                  </a:lnTo>
                  <a:lnTo>
                    <a:pt x="78706" y="62640"/>
                  </a:lnTo>
                  <a:lnTo>
                    <a:pt x="78085" y="63120"/>
                  </a:lnTo>
                  <a:lnTo>
                    <a:pt x="77774" y="64080"/>
                  </a:lnTo>
                  <a:lnTo>
                    <a:pt x="77619" y="65040"/>
                  </a:lnTo>
                  <a:lnTo>
                    <a:pt x="77619" y="66000"/>
                  </a:lnTo>
                  <a:lnTo>
                    <a:pt x="77619" y="66480"/>
                  </a:lnTo>
                  <a:lnTo>
                    <a:pt x="77619" y="67200"/>
                  </a:lnTo>
                  <a:lnTo>
                    <a:pt x="76688" y="68640"/>
                  </a:lnTo>
                  <a:lnTo>
                    <a:pt x="75912" y="70080"/>
                  </a:lnTo>
                  <a:lnTo>
                    <a:pt x="75912" y="70800"/>
                  </a:lnTo>
                  <a:lnTo>
                    <a:pt x="76377" y="72000"/>
                  </a:lnTo>
                  <a:lnTo>
                    <a:pt x="76222" y="72480"/>
                  </a:lnTo>
                  <a:lnTo>
                    <a:pt x="75912" y="72720"/>
                  </a:lnTo>
                  <a:lnTo>
                    <a:pt x="75601" y="72960"/>
                  </a:lnTo>
                  <a:lnTo>
                    <a:pt x="75756" y="74880"/>
                  </a:lnTo>
                  <a:lnTo>
                    <a:pt x="75756" y="75840"/>
                  </a:lnTo>
                  <a:lnTo>
                    <a:pt x="73738" y="77760"/>
                  </a:lnTo>
                  <a:lnTo>
                    <a:pt x="73272" y="79200"/>
                  </a:lnTo>
                  <a:lnTo>
                    <a:pt x="73272" y="79440"/>
                  </a:lnTo>
                  <a:lnTo>
                    <a:pt x="73272" y="79920"/>
                  </a:lnTo>
                  <a:lnTo>
                    <a:pt x="73428" y="80880"/>
                  </a:lnTo>
                  <a:lnTo>
                    <a:pt x="72186" y="82320"/>
                  </a:lnTo>
                  <a:lnTo>
                    <a:pt x="72186" y="83040"/>
                  </a:lnTo>
                  <a:lnTo>
                    <a:pt x="72186" y="83280"/>
                  </a:lnTo>
                  <a:lnTo>
                    <a:pt x="71875" y="84240"/>
                  </a:lnTo>
                  <a:lnTo>
                    <a:pt x="71720" y="84720"/>
                  </a:lnTo>
                  <a:lnTo>
                    <a:pt x="71565" y="84960"/>
                  </a:lnTo>
                  <a:lnTo>
                    <a:pt x="72031" y="86160"/>
                  </a:lnTo>
                  <a:lnTo>
                    <a:pt x="73117" y="90960"/>
                  </a:lnTo>
                  <a:lnTo>
                    <a:pt x="72962" y="90960"/>
                  </a:lnTo>
                  <a:lnTo>
                    <a:pt x="72807" y="92400"/>
                  </a:lnTo>
                  <a:lnTo>
                    <a:pt x="73272" y="93360"/>
                  </a:lnTo>
                  <a:lnTo>
                    <a:pt x="75135" y="93840"/>
                  </a:lnTo>
                  <a:lnTo>
                    <a:pt x="75291" y="94560"/>
                  </a:lnTo>
                  <a:lnTo>
                    <a:pt x="74825" y="96480"/>
                  </a:lnTo>
                  <a:lnTo>
                    <a:pt x="74980" y="96720"/>
                  </a:lnTo>
                  <a:lnTo>
                    <a:pt x="75756" y="98880"/>
                  </a:lnTo>
                  <a:lnTo>
                    <a:pt x="78395" y="101040"/>
                  </a:lnTo>
                  <a:lnTo>
                    <a:pt x="78706" y="100800"/>
                  </a:lnTo>
                  <a:lnTo>
                    <a:pt x="79637" y="99600"/>
                  </a:lnTo>
                  <a:lnTo>
                    <a:pt x="81811" y="99360"/>
                  </a:lnTo>
                  <a:lnTo>
                    <a:pt x="83984" y="96720"/>
                  </a:lnTo>
                  <a:lnTo>
                    <a:pt x="84139" y="96480"/>
                  </a:lnTo>
                  <a:lnTo>
                    <a:pt x="84450" y="96480"/>
                  </a:lnTo>
                  <a:lnTo>
                    <a:pt x="84915" y="96480"/>
                  </a:lnTo>
                  <a:lnTo>
                    <a:pt x="85226" y="96000"/>
                  </a:lnTo>
                  <a:lnTo>
                    <a:pt x="85536" y="95040"/>
                  </a:lnTo>
                  <a:lnTo>
                    <a:pt x="85536" y="94800"/>
                  </a:lnTo>
                  <a:lnTo>
                    <a:pt x="85692" y="93840"/>
                  </a:lnTo>
                  <a:lnTo>
                    <a:pt x="85692" y="93600"/>
                  </a:lnTo>
                  <a:lnTo>
                    <a:pt x="85847" y="92400"/>
                  </a:lnTo>
                  <a:lnTo>
                    <a:pt x="85847" y="91440"/>
                  </a:lnTo>
                  <a:lnTo>
                    <a:pt x="85692" y="89760"/>
                  </a:lnTo>
                  <a:lnTo>
                    <a:pt x="85847" y="88560"/>
                  </a:lnTo>
                  <a:lnTo>
                    <a:pt x="86313" y="87360"/>
                  </a:lnTo>
                  <a:lnTo>
                    <a:pt x="86623" y="86400"/>
                  </a:lnTo>
                  <a:lnTo>
                    <a:pt x="86468" y="85440"/>
                  </a:lnTo>
                  <a:lnTo>
                    <a:pt x="86623" y="84960"/>
                  </a:lnTo>
                  <a:lnTo>
                    <a:pt x="86468" y="84480"/>
                  </a:lnTo>
                  <a:lnTo>
                    <a:pt x="86313" y="84000"/>
                  </a:lnTo>
                  <a:lnTo>
                    <a:pt x="86002" y="83280"/>
                  </a:lnTo>
                  <a:lnTo>
                    <a:pt x="86002" y="82320"/>
                  </a:lnTo>
                  <a:lnTo>
                    <a:pt x="86313" y="81360"/>
                  </a:lnTo>
                  <a:lnTo>
                    <a:pt x="86468" y="80640"/>
                  </a:lnTo>
                  <a:lnTo>
                    <a:pt x="87710" y="79200"/>
                  </a:lnTo>
                  <a:lnTo>
                    <a:pt x="88331" y="78960"/>
                  </a:lnTo>
                  <a:lnTo>
                    <a:pt x="89728" y="80640"/>
                  </a:lnTo>
                  <a:lnTo>
                    <a:pt x="89883" y="80400"/>
                  </a:lnTo>
                  <a:lnTo>
                    <a:pt x="90504" y="79440"/>
                  </a:lnTo>
                  <a:lnTo>
                    <a:pt x="90970" y="78960"/>
                  </a:lnTo>
                  <a:lnTo>
                    <a:pt x="91280" y="78480"/>
                  </a:lnTo>
                  <a:lnTo>
                    <a:pt x="94385" y="80160"/>
                  </a:lnTo>
                  <a:lnTo>
                    <a:pt x="94695" y="79920"/>
                  </a:lnTo>
                  <a:lnTo>
                    <a:pt x="95472" y="79440"/>
                  </a:lnTo>
                  <a:lnTo>
                    <a:pt x="97179" y="79920"/>
                  </a:lnTo>
                  <a:lnTo>
                    <a:pt x="100905" y="77280"/>
                  </a:lnTo>
                  <a:lnTo>
                    <a:pt x="101681" y="76080"/>
                  </a:lnTo>
                  <a:lnTo>
                    <a:pt x="102457" y="74640"/>
                  </a:lnTo>
                  <a:lnTo>
                    <a:pt x="102457" y="74640"/>
                  </a:lnTo>
                  <a:lnTo>
                    <a:pt x="102613" y="73680"/>
                  </a:lnTo>
                  <a:lnTo>
                    <a:pt x="102613" y="73440"/>
                  </a:lnTo>
                  <a:lnTo>
                    <a:pt x="102768" y="73200"/>
                  </a:lnTo>
                  <a:lnTo>
                    <a:pt x="103389" y="72720"/>
                  </a:lnTo>
                  <a:lnTo>
                    <a:pt x="104165" y="72720"/>
                  </a:lnTo>
                  <a:lnTo>
                    <a:pt x="104631" y="72480"/>
                  </a:lnTo>
                  <a:lnTo>
                    <a:pt x="104631" y="71280"/>
                  </a:lnTo>
                  <a:lnTo>
                    <a:pt x="104476" y="67920"/>
                  </a:lnTo>
                  <a:lnTo>
                    <a:pt x="104165" y="66480"/>
                  </a:lnTo>
                  <a:lnTo>
                    <a:pt x="104476" y="65760"/>
                  </a:lnTo>
                  <a:lnTo>
                    <a:pt x="104476" y="65040"/>
                  </a:lnTo>
                  <a:lnTo>
                    <a:pt x="104786" y="64080"/>
                  </a:lnTo>
                  <a:lnTo>
                    <a:pt x="104631" y="61200"/>
                  </a:lnTo>
                  <a:lnTo>
                    <a:pt x="103078" y="59520"/>
                  </a:lnTo>
                  <a:lnTo>
                    <a:pt x="102457" y="56160"/>
                  </a:lnTo>
                  <a:lnTo>
                    <a:pt x="101992" y="55200"/>
                  </a:lnTo>
                  <a:lnTo>
                    <a:pt x="101836" y="53520"/>
                  </a:lnTo>
                  <a:lnTo>
                    <a:pt x="101992" y="51360"/>
                  </a:lnTo>
                  <a:lnTo>
                    <a:pt x="102768" y="50640"/>
                  </a:lnTo>
                  <a:lnTo>
                    <a:pt x="103544" y="51120"/>
                  </a:lnTo>
                  <a:lnTo>
                    <a:pt x="106028" y="55680"/>
                  </a:lnTo>
                  <a:lnTo>
                    <a:pt x="107270" y="56400"/>
                  </a:lnTo>
                  <a:lnTo>
                    <a:pt x="109909" y="54000"/>
                  </a:lnTo>
                  <a:lnTo>
                    <a:pt x="110375" y="53040"/>
                  </a:lnTo>
                  <a:lnTo>
                    <a:pt x="110219" y="51600"/>
                  </a:lnTo>
                  <a:lnTo>
                    <a:pt x="110064" y="50880"/>
                  </a:lnTo>
                  <a:lnTo>
                    <a:pt x="109443" y="50640"/>
                  </a:lnTo>
                  <a:lnTo>
                    <a:pt x="105562" y="42960"/>
                  </a:lnTo>
                  <a:lnTo>
                    <a:pt x="105252" y="41760"/>
                  </a:lnTo>
                  <a:lnTo>
                    <a:pt x="105407" y="39600"/>
                  </a:lnTo>
                  <a:lnTo>
                    <a:pt x="105562" y="38640"/>
                  </a:lnTo>
                  <a:lnTo>
                    <a:pt x="105717" y="37680"/>
                  </a:lnTo>
                  <a:lnTo>
                    <a:pt x="105717" y="37200"/>
                  </a:lnTo>
                  <a:lnTo>
                    <a:pt x="105717" y="36720"/>
                  </a:lnTo>
                  <a:lnTo>
                    <a:pt x="104941" y="35280"/>
                  </a:lnTo>
                  <a:lnTo>
                    <a:pt x="104786" y="34560"/>
                  </a:lnTo>
                  <a:lnTo>
                    <a:pt x="105252" y="34080"/>
                  </a:lnTo>
                  <a:lnTo>
                    <a:pt x="106338" y="34320"/>
                  </a:lnTo>
                  <a:lnTo>
                    <a:pt x="106804" y="32880"/>
                  </a:lnTo>
                  <a:lnTo>
                    <a:pt x="106804" y="32400"/>
                  </a:lnTo>
                  <a:lnTo>
                    <a:pt x="106959" y="31920"/>
                  </a:lnTo>
                  <a:lnTo>
                    <a:pt x="107115" y="30720"/>
                  </a:lnTo>
                  <a:lnTo>
                    <a:pt x="107736" y="30480"/>
                  </a:lnTo>
                  <a:lnTo>
                    <a:pt x="111772" y="30480"/>
                  </a:lnTo>
                  <a:lnTo>
                    <a:pt x="112393" y="30480"/>
                  </a:lnTo>
                  <a:lnTo>
                    <a:pt x="113169" y="29280"/>
                  </a:lnTo>
                  <a:lnTo>
                    <a:pt x="113790" y="28800"/>
                  </a:lnTo>
                  <a:lnTo>
                    <a:pt x="114411" y="28080"/>
                  </a:lnTo>
                  <a:lnTo>
                    <a:pt x="114877" y="28080"/>
                  </a:lnTo>
                  <a:lnTo>
                    <a:pt x="115653" y="27840"/>
                  </a:lnTo>
                  <a:lnTo>
                    <a:pt x="117671" y="27840"/>
                  </a:lnTo>
                  <a:lnTo>
                    <a:pt x="117826" y="27360"/>
                  </a:lnTo>
                  <a:lnTo>
                    <a:pt x="117981" y="27120"/>
                  </a:lnTo>
                  <a:lnTo>
                    <a:pt x="118447" y="25920"/>
                  </a:lnTo>
                  <a:lnTo>
                    <a:pt x="118447" y="25920"/>
                  </a:lnTo>
                  <a:lnTo>
                    <a:pt x="118602" y="25680"/>
                  </a:lnTo>
                  <a:lnTo>
                    <a:pt x="119068" y="25200"/>
                  </a:lnTo>
                  <a:lnTo>
                    <a:pt x="119223" y="24960"/>
                  </a:lnTo>
                  <a:lnTo>
                    <a:pt x="120000" y="25200"/>
                  </a:lnTo>
                  <a:lnTo>
                    <a:pt x="120000" y="24480"/>
                  </a:lnTo>
                  <a:lnTo>
                    <a:pt x="119534" y="23280"/>
                  </a:lnTo>
                  <a:lnTo>
                    <a:pt x="119534" y="22800"/>
                  </a:lnTo>
                  <a:lnTo>
                    <a:pt x="119534" y="22560"/>
                  </a:lnTo>
                  <a:lnTo>
                    <a:pt x="119844" y="22320"/>
                  </a:lnTo>
                  <a:lnTo>
                    <a:pt x="119844" y="22080"/>
                  </a:lnTo>
                  <a:lnTo>
                    <a:pt x="120000" y="21600"/>
                  </a:lnTo>
                  <a:lnTo>
                    <a:pt x="119379" y="21120"/>
                  </a:lnTo>
                  <a:lnTo>
                    <a:pt x="118758" y="18720"/>
                  </a:lnTo>
                  <a:lnTo>
                    <a:pt x="117826" y="17520"/>
                  </a:lnTo>
                  <a:lnTo>
                    <a:pt x="117050" y="13680"/>
                  </a:lnTo>
                  <a:lnTo>
                    <a:pt x="116895" y="13440"/>
                  </a:lnTo>
                  <a:lnTo>
                    <a:pt x="116119" y="13440"/>
                  </a:lnTo>
                  <a:lnTo>
                    <a:pt x="115808" y="12480"/>
                  </a:lnTo>
                  <a:lnTo>
                    <a:pt x="113790" y="9840"/>
                  </a:lnTo>
                  <a:lnTo>
                    <a:pt x="113324" y="8640"/>
                  </a:lnTo>
                  <a:lnTo>
                    <a:pt x="113790" y="8400"/>
                  </a:lnTo>
                  <a:lnTo>
                    <a:pt x="114411" y="7920"/>
                  </a:lnTo>
                  <a:lnTo>
                    <a:pt x="114100" y="7200"/>
                  </a:lnTo>
                  <a:lnTo>
                    <a:pt x="113014" y="4320"/>
                  </a:lnTo>
                  <a:lnTo>
                    <a:pt x="112858" y="3840"/>
                  </a:lnTo>
                  <a:lnTo>
                    <a:pt x="111461" y="3360"/>
                  </a:lnTo>
                  <a:lnTo>
                    <a:pt x="111461" y="3120"/>
                  </a:lnTo>
                  <a:lnTo>
                    <a:pt x="111772" y="2160"/>
                  </a:lnTo>
                  <a:lnTo>
                    <a:pt x="110996" y="1200"/>
                  </a:lnTo>
                  <a:lnTo>
                    <a:pt x="111306" y="240"/>
                  </a:lnTo>
                  <a:lnTo>
                    <a:pt x="111306" y="0"/>
                  </a:lnTo>
                  <a:lnTo>
                    <a:pt x="104941" y="0"/>
                  </a:lnTo>
                  <a:lnTo>
                    <a:pt x="104476" y="720"/>
                  </a:lnTo>
                  <a:lnTo>
                    <a:pt x="106338" y="1920"/>
                  </a:lnTo>
                  <a:lnTo>
                    <a:pt x="106338" y="2400"/>
                  </a:lnTo>
                  <a:lnTo>
                    <a:pt x="103855" y="4800"/>
                  </a:lnTo>
                  <a:lnTo>
                    <a:pt x="103544" y="5040"/>
                  </a:lnTo>
                  <a:lnTo>
                    <a:pt x="103078" y="4800"/>
                  </a:lnTo>
                  <a:lnTo>
                    <a:pt x="102613" y="4800"/>
                  </a:lnTo>
                  <a:lnTo>
                    <a:pt x="102147" y="5520"/>
                  </a:lnTo>
                  <a:lnTo>
                    <a:pt x="101836" y="5040"/>
                  </a:lnTo>
                  <a:lnTo>
                    <a:pt x="101836" y="4800"/>
                  </a:lnTo>
                  <a:lnTo>
                    <a:pt x="101992" y="3840"/>
                  </a:lnTo>
                  <a:lnTo>
                    <a:pt x="101526" y="4080"/>
                  </a:lnTo>
                  <a:lnTo>
                    <a:pt x="100905" y="4320"/>
                  </a:lnTo>
                  <a:lnTo>
                    <a:pt x="100595" y="5040"/>
                  </a:lnTo>
                  <a:lnTo>
                    <a:pt x="101681" y="7920"/>
                  </a:lnTo>
                  <a:lnTo>
                    <a:pt x="101681" y="9360"/>
                  </a:lnTo>
                  <a:lnTo>
                    <a:pt x="101681" y="10800"/>
                  </a:lnTo>
                  <a:lnTo>
                    <a:pt x="102147" y="11040"/>
                  </a:lnTo>
                  <a:lnTo>
                    <a:pt x="103389" y="11040"/>
                  </a:lnTo>
                  <a:lnTo>
                    <a:pt x="103234" y="12720"/>
                  </a:lnTo>
                  <a:lnTo>
                    <a:pt x="103389" y="12720"/>
                  </a:lnTo>
                  <a:lnTo>
                    <a:pt x="104165" y="11760"/>
                  </a:lnTo>
                  <a:lnTo>
                    <a:pt x="104786" y="11520"/>
                  </a:lnTo>
                  <a:lnTo>
                    <a:pt x="105407" y="12480"/>
                  </a:lnTo>
                  <a:lnTo>
                    <a:pt x="105717" y="12960"/>
                  </a:lnTo>
                  <a:lnTo>
                    <a:pt x="104941" y="14400"/>
                  </a:lnTo>
                  <a:lnTo>
                    <a:pt x="103699" y="15360"/>
                  </a:lnTo>
                  <a:lnTo>
                    <a:pt x="103078" y="16080"/>
                  </a:lnTo>
                  <a:lnTo>
                    <a:pt x="103078" y="17280"/>
                  </a:lnTo>
                  <a:lnTo>
                    <a:pt x="103234" y="17520"/>
                  </a:lnTo>
                  <a:lnTo>
                    <a:pt x="102457" y="18240"/>
                  </a:lnTo>
                  <a:lnTo>
                    <a:pt x="101992" y="17760"/>
                  </a:lnTo>
                  <a:lnTo>
                    <a:pt x="100439" y="14160"/>
                  </a:lnTo>
                  <a:lnTo>
                    <a:pt x="99042" y="12960"/>
                  </a:lnTo>
                  <a:lnTo>
                    <a:pt x="98732" y="12960"/>
                  </a:lnTo>
                  <a:lnTo>
                    <a:pt x="98576" y="13680"/>
                  </a:lnTo>
                  <a:lnTo>
                    <a:pt x="98421" y="14400"/>
                  </a:lnTo>
                  <a:lnTo>
                    <a:pt x="98576" y="15120"/>
                  </a:lnTo>
                  <a:lnTo>
                    <a:pt x="98732" y="15120"/>
                  </a:lnTo>
                  <a:lnTo>
                    <a:pt x="99353" y="14880"/>
                  </a:lnTo>
                  <a:lnTo>
                    <a:pt x="99663" y="15600"/>
                  </a:lnTo>
                  <a:lnTo>
                    <a:pt x="99974" y="18480"/>
                  </a:lnTo>
                  <a:lnTo>
                    <a:pt x="99353" y="18960"/>
                  </a:lnTo>
                  <a:lnTo>
                    <a:pt x="98421" y="18000"/>
                  </a:lnTo>
                  <a:lnTo>
                    <a:pt x="96869" y="18720"/>
                  </a:lnTo>
                  <a:lnTo>
                    <a:pt x="96403" y="18240"/>
                  </a:lnTo>
                  <a:lnTo>
                    <a:pt x="96093" y="16560"/>
                  </a:lnTo>
                  <a:lnTo>
                    <a:pt x="95472" y="15600"/>
                  </a:lnTo>
                  <a:lnTo>
                    <a:pt x="94695" y="15600"/>
                  </a:lnTo>
                  <a:lnTo>
                    <a:pt x="94540" y="15360"/>
                  </a:lnTo>
                  <a:lnTo>
                    <a:pt x="94540" y="14880"/>
                  </a:lnTo>
                  <a:lnTo>
                    <a:pt x="94695" y="13680"/>
                  </a:lnTo>
                  <a:lnTo>
                    <a:pt x="94695" y="13440"/>
                  </a:lnTo>
                  <a:lnTo>
                    <a:pt x="92833" y="13440"/>
                  </a:lnTo>
                  <a:lnTo>
                    <a:pt x="92522" y="12000"/>
                  </a:lnTo>
                  <a:lnTo>
                    <a:pt x="92056" y="11760"/>
                  </a:lnTo>
                  <a:lnTo>
                    <a:pt x="91591" y="11760"/>
                  </a:lnTo>
                  <a:lnTo>
                    <a:pt x="91435" y="11520"/>
                  </a:lnTo>
                  <a:lnTo>
                    <a:pt x="91435" y="11040"/>
                  </a:lnTo>
                  <a:lnTo>
                    <a:pt x="91435" y="9600"/>
                  </a:lnTo>
                  <a:lnTo>
                    <a:pt x="91435" y="9120"/>
                  </a:lnTo>
                  <a:lnTo>
                    <a:pt x="91280" y="8880"/>
                  </a:lnTo>
                  <a:lnTo>
                    <a:pt x="89417" y="9120"/>
                  </a:lnTo>
                  <a:lnTo>
                    <a:pt x="89262" y="8400"/>
                  </a:lnTo>
                  <a:lnTo>
                    <a:pt x="89573" y="8400"/>
                  </a:lnTo>
                  <a:lnTo>
                    <a:pt x="90349" y="7440"/>
                  </a:lnTo>
                  <a:lnTo>
                    <a:pt x="90815" y="7920"/>
                  </a:lnTo>
                  <a:lnTo>
                    <a:pt x="90970" y="7200"/>
                  </a:lnTo>
                  <a:lnTo>
                    <a:pt x="87710" y="6720"/>
                  </a:lnTo>
                  <a:lnTo>
                    <a:pt x="86468" y="8160"/>
                  </a:lnTo>
                  <a:lnTo>
                    <a:pt x="80103" y="5040"/>
                  </a:lnTo>
                  <a:lnTo>
                    <a:pt x="79172" y="5520"/>
                  </a:lnTo>
                  <a:lnTo>
                    <a:pt x="78861" y="5520"/>
                  </a:lnTo>
                  <a:lnTo>
                    <a:pt x="78395" y="4560"/>
                  </a:lnTo>
                  <a:lnTo>
                    <a:pt x="78240" y="4800"/>
                  </a:lnTo>
                  <a:lnTo>
                    <a:pt x="77774" y="6000"/>
                  </a:lnTo>
                  <a:lnTo>
                    <a:pt x="77464" y="6240"/>
                  </a:lnTo>
                  <a:lnTo>
                    <a:pt x="76067" y="7200"/>
                  </a:lnTo>
                  <a:lnTo>
                    <a:pt x="74204" y="5760"/>
                  </a:lnTo>
                  <a:lnTo>
                    <a:pt x="73583" y="5760"/>
                  </a:lnTo>
                  <a:lnTo>
                    <a:pt x="73117" y="6240"/>
                  </a:lnTo>
                  <a:lnTo>
                    <a:pt x="72652" y="6960"/>
                  </a:lnTo>
                  <a:lnTo>
                    <a:pt x="71875" y="7440"/>
                  </a:lnTo>
                  <a:lnTo>
                    <a:pt x="71565" y="8160"/>
                  </a:lnTo>
                  <a:lnTo>
                    <a:pt x="70323" y="10800"/>
                  </a:lnTo>
                  <a:lnTo>
                    <a:pt x="70168" y="11040"/>
                  </a:lnTo>
                  <a:lnTo>
                    <a:pt x="70012" y="11520"/>
                  </a:lnTo>
                  <a:lnTo>
                    <a:pt x="68926" y="14160"/>
                  </a:lnTo>
                  <a:lnTo>
                    <a:pt x="68460" y="15120"/>
                  </a:lnTo>
                  <a:lnTo>
                    <a:pt x="67684" y="15840"/>
                  </a:lnTo>
                  <a:lnTo>
                    <a:pt x="65200" y="17280"/>
                  </a:lnTo>
                  <a:lnTo>
                    <a:pt x="64579" y="17760"/>
                  </a:lnTo>
                  <a:lnTo>
                    <a:pt x="64269" y="19200"/>
                  </a:lnTo>
                  <a:lnTo>
                    <a:pt x="63803" y="19920"/>
                  </a:lnTo>
                  <a:lnTo>
                    <a:pt x="62871" y="19200"/>
                  </a:lnTo>
                  <a:lnTo>
                    <a:pt x="61319" y="20400"/>
                  </a:lnTo>
                  <a:lnTo>
                    <a:pt x="61009" y="20880"/>
                  </a:lnTo>
                  <a:lnTo>
                    <a:pt x="60853" y="22080"/>
                  </a:lnTo>
                  <a:lnTo>
                    <a:pt x="60698" y="22800"/>
                  </a:lnTo>
                  <a:lnTo>
                    <a:pt x="60077" y="23520"/>
                  </a:lnTo>
                  <a:lnTo>
                    <a:pt x="59456" y="23520"/>
                  </a:lnTo>
                  <a:lnTo>
                    <a:pt x="59146" y="23760"/>
                  </a:lnTo>
                  <a:lnTo>
                    <a:pt x="59301" y="24480"/>
                  </a:lnTo>
                  <a:lnTo>
                    <a:pt x="58525" y="25920"/>
                  </a:lnTo>
                  <a:lnTo>
                    <a:pt x="58059" y="25920"/>
                  </a:lnTo>
                  <a:lnTo>
                    <a:pt x="57283" y="25200"/>
                  </a:lnTo>
                  <a:lnTo>
                    <a:pt x="56817" y="25440"/>
                  </a:lnTo>
                  <a:lnTo>
                    <a:pt x="56351" y="26160"/>
                  </a:lnTo>
                  <a:lnTo>
                    <a:pt x="55886" y="27360"/>
                  </a:lnTo>
                  <a:lnTo>
                    <a:pt x="55420" y="29280"/>
                  </a:lnTo>
                  <a:lnTo>
                    <a:pt x="55265" y="29280"/>
                  </a:lnTo>
                  <a:lnTo>
                    <a:pt x="54333" y="29760"/>
                  </a:lnTo>
                  <a:lnTo>
                    <a:pt x="53868" y="30240"/>
                  </a:lnTo>
                  <a:lnTo>
                    <a:pt x="53712" y="30720"/>
                  </a:lnTo>
                  <a:lnTo>
                    <a:pt x="53712" y="31200"/>
                  </a:lnTo>
                  <a:lnTo>
                    <a:pt x="53868" y="31680"/>
                  </a:lnTo>
                  <a:lnTo>
                    <a:pt x="52470" y="33360"/>
                  </a:lnTo>
                  <a:lnTo>
                    <a:pt x="50608" y="33360"/>
                  </a:lnTo>
                  <a:lnTo>
                    <a:pt x="49366" y="35040"/>
                  </a:lnTo>
                  <a:lnTo>
                    <a:pt x="49366" y="35760"/>
                  </a:lnTo>
                  <a:lnTo>
                    <a:pt x="49366" y="36720"/>
                  </a:lnTo>
                  <a:lnTo>
                    <a:pt x="49676" y="37200"/>
                  </a:lnTo>
                  <a:lnTo>
                    <a:pt x="49831" y="37440"/>
                  </a:lnTo>
                  <a:lnTo>
                    <a:pt x="49676" y="37680"/>
                  </a:lnTo>
                  <a:lnTo>
                    <a:pt x="49210" y="38160"/>
                  </a:lnTo>
                  <a:lnTo>
                    <a:pt x="49055" y="38640"/>
                  </a:lnTo>
                  <a:lnTo>
                    <a:pt x="49210" y="38880"/>
                  </a:lnTo>
                  <a:lnTo>
                    <a:pt x="49055" y="39600"/>
                  </a:lnTo>
                  <a:lnTo>
                    <a:pt x="49055" y="39840"/>
                  </a:lnTo>
                  <a:lnTo>
                    <a:pt x="46727" y="41520"/>
                  </a:lnTo>
                  <a:lnTo>
                    <a:pt x="46261" y="42480"/>
                  </a:lnTo>
                  <a:lnTo>
                    <a:pt x="45795" y="42960"/>
                  </a:lnTo>
                  <a:lnTo>
                    <a:pt x="42069" y="43680"/>
                  </a:lnTo>
                  <a:lnTo>
                    <a:pt x="39896" y="46080"/>
                  </a:lnTo>
                  <a:lnTo>
                    <a:pt x="38033" y="46080"/>
                  </a:lnTo>
                  <a:lnTo>
                    <a:pt x="37102" y="46800"/>
                  </a:lnTo>
                  <a:lnTo>
                    <a:pt x="36946" y="46560"/>
                  </a:lnTo>
                  <a:lnTo>
                    <a:pt x="36791" y="44880"/>
                  </a:lnTo>
                  <a:lnTo>
                    <a:pt x="36636" y="44640"/>
                  </a:lnTo>
                  <a:lnTo>
                    <a:pt x="36326" y="44880"/>
                  </a:lnTo>
                  <a:lnTo>
                    <a:pt x="36015" y="45360"/>
                  </a:lnTo>
                  <a:lnTo>
                    <a:pt x="35394" y="46800"/>
                  </a:lnTo>
                  <a:lnTo>
                    <a:pt x="34928" y="48480"/>
                  </a:lnTo>
                  <a:lnTo>
                    <a:pt x="34463" y="49920"/>
                  </a:lnTo>
                  <a:lnTo>
                    <a:pt x="33842" y="50880"/>
                  </a:lnTo>
                  <a:lnTo>
                    <a:pt x="32910" y="51360"/>
                  </a:lnTo>
                  <a:lnTo>
                    <a:pt x="32289" y="53040"/>
                  </a:lnTo>
                  <a:lnTo>
                    <a:pt x="31668" y="53280"/>
                  </a:lnTo>
                  <a:lnTo>
                    <a:pt x="30737" y="54000"/>
                  </a:lnTo>
                  <a:lnTo>
                    <a:pt x="29961" y="57120"/>
                  </a:lnTo>
                  <a:lnTo>
                    <a:pt x="29495" y="58320"/>
                  </a:lnTo>
                  <a:lnTo>
                    <a:pt x="27943" y="60240"/>
                  </a:lnTo>
                  <a:lnTo>
                    <a:pt x="27787" y="60720"/>
                  </a:lnTo>
                  <a:lnTo>
                    <a:pt x="27787" y="60720"/>
                  </a:lnTo>
                  <a:lnTo>
                    <a:pt x="27632" y="60960"/>
                  </a:lnTo>
                  <a:lnTo>
                    <a:pt x="27477" y="61440"/>
                  </a:lnTo>
                  <a:lnTo>
                    <a:pt x="27322" y="61680"/>
                  </a:lnTo>
                  <a:lnTo>
                    <a:pt x="26545" y="62640"/>
                  </a:lnTo>
                  <a:lnTo>
                    <a:pt x="23285" y="61920"/>
                  </a:lnTo>
                  <a:lnTo>
                    <a:pt x="21267" y="60000"/>
                  </a:lnTo>
                  <a:lnTo>
                    <a:pt x="15368" y="59280"/>
                  </a:lnTo>
                  <a:lnTo>
                    <a:pt x="15058" y="59520"/>
                  </a:lnTo>
                  <a:lnTo>
                    <a:pt x="13816" y="60960"/>
                  </a:lnTo>
                  <a:lnTo>
                    <a:pt x="11487" y="62400"/>
                  </a:lnTo>
                  <a:lnTo>
                    <a:pt x="10866" y="63120"/>
                  </a:lnTo>
                  <a:lnTo>
                    <a:pt x="10401" y="64080"/>
                  </a:lnTo>
                  <a:lnTo>
                    <a:pt x="9469" y="66240"/>
                  </a:lnTo>
                  <a:lnTo>
                    <a:pt x="9469" y="66720"/>
                  </a:lnTo>
                  <a:lnTo>
                    <a:pt x="9314" y="67680"/>
                  </a:lnTo>
                  <a:lnTo>
                    <a:pt x="9159" y="68400"/>
                  </a:lnTo>
                  <a:lnTo>
                    <a:pt x="9003" y="68880"/>
                  </a:lnTo>
                  <a:lnTo>
                    <a:pt x="8072" y="69600"/>
                  </a:lnTo>
                  <a:lnTo>
                    <a:pt x="7606" y="70080"/>
                  </a:lnTo>
                  <a:lnTo>
                    <a:pt x="7141" y="71040"/>
                  </a:lnTo>
                  <a:lnTo>
                    <a:pt x="7296" y="71040"/>
                  </a:lnTo>
                  <a:lnTo>
                    <a:pt x="6985" y="71040"/>
                  </a:lnTo>
                  <a:lnTo>
                    <a:pt x="6364" y="70080"/>
                  </a:lnTo>
                  <a:lnTo>
                    <a:pt x="5899" y="70080"/>
                  </a:lnTo>
                  <a:lnTo>
                    <a:pt x="4346" y="74160"/>
                  </a:lnTo>
                  <a:lnTo>
                    <a:pt x="4036" y="73680"/>
                  </a:lnTo>
                  <a:lnTo>
                    <a:pt x="3570" y="72960"/>
                  </a:lnTo>
                  <a:lnTo>
                    <a:pt x="3104" y="73680"/>
                  </a:lnTo>
                  <a:lnTo>
                    <a:pt x="3260" y="74160"/>
                  </a:lnTo>
                  <a:lnTo>
                    <a:pt x="3260" y="74640"/>
                  </a:lnTo>
                  <a:lnTo>
                    <a:pt x="3260" y="75120"/>
                  </a:lnTo>
                  <a:lnTo>
                    <a:pt x="3104" y="75600"/>
                  </a:lnTo>
                  <a:lnTo>
                    <a:pt x="2949" y="75360"/>
                  </a:lnTo>
                  <a:lnTo>
                    <a:pt x="2794" y="75600"/>
                  </a:lnTo>
                  <a:lnTo>
                    <a:pt x="2639" y="75840"/>
                  </a:lnTo>
                  <a:lnTo>
                    <a:pt x="2173" y="76800"/>
                  </a:lnTo>
                  <a:lnTo>
                    <a:pt x="1862" y="77280"/>
                  </a:lnTo>
                  <a:lnTo>
                    <a:pt x="1241" y="77760"/>
                  </a:lnTo>
                  <a:lnTo>
                    <a:pt x="1241" y="78000"/>
                  </a:lnTo>
                  <a:lnTo>
                    <a:pt x="1241" y="79200"/>
                  </a:lnTo>
                  <a:lnTo>
                    <a:pt x="931" y="79680"/>
                  </a:lnTo>
                  <a:lnTo>
                    <a:pt x="310" y="79920"/>
                  </a:lnTo>
                  <a:lnTo>
                    <a:pt x="0" y="80160"/>
                  </a:lnTo>
                  <a:lnTo>
                    <a:pt x="1086" y="80400"/>
                  </a:lnTo>
                  <a:lnTo>
                    <a:pt x="1707" y="8016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Shape 5324"/>
            <p:cNvSpPr/>
            <p:nvPr/>
          </p:nvSpPr>
          <p:spPr>
            <a:xfrm>
              <a:off x="10569832" y="2764182"/>
              <a:ext cx="55562" cy="682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981" y="65116"/>
                  </a:moveTo>
                  <a:lnTo>
                    <a:pt x="23773" y="80930"/>
                  </a:lnTo>
                  <a:lnTo>
                    <a:pt x="29433" y="86511"/>
                  </a:lnTo>
                  <a:lnTo>
                    <a:pt x="31698" y="91162"/>
                  </a:lnTo>
                  <a:lnTo>
                    <a:pt x="31698" y="98604"/>
                  </a:lnTo>
                  <a:lnTo>
                    <a:pt x="23773" y="92093"/>
                  </a:lnTo>
                  <a:lnTo>
                    <a:pt x="20377" y="93953"/>
                  </a:lnTo>
                  <a:lnTo>
                    <a:pt x="22641" y="97674"/>
                  </a:lnTo>
                  <a:lnTo>
                    <a:pt x="33962" y="101395"/>
                  </a:lnTo>
                  <a:lnTo>
                    <a:pt x="46415" y="117209"/>
                  </a:lnTo>
                  <a:lnTo>
                    <a:pt x="57735" y="120000"/>
                  </a:lnTo>
                  <a:lnTo>
                    <a:pt x="101886" y="107906"/>
                  </a:lnTo>
                  <a:lnTo>
                    <a:pt x="117735" y="96744"/>
                  </a:lnTo>
                  <a:lnTo>
                    <a:pt x="120000" y="95813"/>
                  </a:lnTo>
                  <a:lnTo>
                    <a:pt x="120000" y="89302"/>
                  </a:lnTo>
                  <a:lnTo>
                    <a:pt x="115471" y="83720"/>
                  </a:lnTo>
                  <a:lnTo>
                    <a:pt x="115471" y="77209"/>
                  </a:lnTo>
                  <a:lnTo>
                    <a:pt x="116603" y="69767"/>
                  </a:lnTo>
                  <a:lnTo>
                    <a:pt x="115471" y="65116"/>
                  </a:lnTo>
                  <a:lnTo>
                    <a:pt x="97358" y="56744"/>
                  </a:lnTo>
                  <a:lnTo>
                    <a:pt x="96226" y="53953"/>
                  </a:lnTo>
                  <a:lnTo>
                    <a:pt x="96226" y="51162"/>
                  </a:lnTo>
                  <a:lnTo>
                    <a:pt x="91698" y="38139"/>
                  </a:lnTo>
                  <a:lnTo>
                    <a:pt x="91698" y="38139"/>
                  </a:lnTo>
                  <a:lnTo>
                    <a:pt x="90566" y="28837"/>
                  </a:lnTo>
                  <a:lnTo>
                    <a:pt x="76981" y="30697"/>
                  </a:lnTo>
                  <a:lnTo>
                    <a:pt x="74716" y="22325"/>
                  </a:lnTo>
                  <a:lnTo>
                    <a:pt x="79245" y="22325"/>
                  </a:lnTo>
                  <a:lnTo>
                    <a:pt x="74716" y="16744"/>
                  </a:lnTo>
                  <a:lnTo>
                    <a:pt x="74716" y="14883"/>
                  </a:lnTo>
                  <a:lnTo>
                    <a:pt x="80377" y="9302"/>
                  </a:lnTo>
                  <a:lnTo>
                    <a:pt x="83773" y="6511"/>
                  </a:lnTo>
                  <a:lnTo>
                    <a:pt x="80377" y="0"/>
                  </a:lnTo>
                  <a:lnTo>
                    <a:pt x="74716" y="930"/>
                  </a:lnTo>
                  <a:lnTo>
                    <a:pt x="62264" y="8372"/>
                  </a:lnTo>
                  <a:lnTo>
                    <a:pt x="45283" y="9302"/>
                  </a:lnTo>
                  <a:lnTo>
                    <a:pt x="36226" y="19534"/>
                  </a:lnTo>
                  <a:lnTo>
                    <a:pt x="32830" y="22325"/>
                  </a:lnTo>
                  <a:lnTo>
                    <a:pt x="30566" y="24186"/>
                  </a:lnTo>
                  <a:lnTo>
                    <a:pt x="20377" y="26046"/>
                  </a:lnTo>
                  <a:lnTo>
                    <a:pt x="15849" y="28837"/>
                  </a:lnTo>
                  <a:lnTo>
                    <a:pt x="12452" y="30697"/>
                  </a:lnTo>
                  <a:lnTo>
                    <a:pt x="11320" y="28837"/>
                  </a:lnTo>
                  <a:lnTo>
                    <a:pt x="7924" y="25116"/>
                  </a:lnTo>
                  <a:lnTo>
                    <a:pt x="5660" y="24186"/>
                  </a:lnTo>
                  <a:lnTo>
                    <a:pt x="2264" y="25116"/>
                  </a:lnTo>
                  <a:lnTo>
                    <a:pt x="0" y="26046"/>
                  </a:lnTo>
                  <a:lnTo>
                    <a:pt x="12452" y="62325"/>
                  </a:lnTo>
                  <a:lnTo>
                    <a:pt x="16981" y="6511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Shape 5325"/>
            <p:cNvSpPr/>
            <p:nvPr/>
          </p:nvSpPr>
          <p:spPr>
            <a:xfrm>
              <a:off x="10569832" y="2764182"/>
              <a:ext cx="55562" cy="682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981" y="65116"/>
                  </a:moveTo>
                  <a:lnTo>
                    <a:pt x="23773" y="80930"/>
                  </a:lnTo>
                  <a:lnTo>
                    <a:pt x="29433" y="86511"/>
                  </a:lnTo>
                  <a:lnTo>
                    <a:pt x="31698" y="91162"/>
                  </a:lnTo>
                  <a:lnTo>
                    <a:pt x="31698" y="98604"/>
                  </a:lnTo>
                  <a:lnTo>
                    <a:pt x="23773" y="92093"/>
                  </a:lnTo>
                  <a:lnTo>
                    <a:pt x="20377" y="93953"/>
                  </a:lnTo>
                  <a:lnTo>
                    <a:pt x="22641" y="97674"/>
                  </a:lnTo>
                  <a:lnTo>
                    <a:pt x="33962" y="101395"/>
                  </a:lnTo>
                  <a:lnTo>
                    <a:pt x="46415" y="117209"/>
                  </a:lnTo>
                  <a:lnTo>
                    <a:pt x="57735" y="120000"/>
                  </a:lnTo>
                  <a:lnTo>
                    <a:pt x="101886" y="107906"/>
                  </a:lnTo>
                  <a:lnTo>
                    <a:pt x="117735" y="96744"/>
                  </a:lnTo>
                  <a:lnTo>
                    <a:pt x="120000" y="95813"/>
                  </a:lnTo>
                  <a:lnTo>
                    <a:pt x="120000" y="89302"/>
                  </a:lnTo>
                  <a:lnTo>
                    <a:pt x="115471" y="83720"/>
                  </a:lnTo>
                  <a:lnTo>
                    <a:pt x="115471" y="77209"/>
                  </a:lnTo>
                  <a:lnTo>
                    <a:pt x="116603" y="69767"/>
                  </a:lnTo>
                  <a:lnTo>
                    <a:pt x="115471" y="65116"/>
                  </a:lnTo>
                  <a:lnTo>
                    <a:pt x="97358" y="56744"/>
                  </a:lnTo>
                  <a:lnTo>
                    <a:pt x="96226" y="53953"/>
                  </a:lnTo>
                  <a:lnTo>
                    <a:pt x="96226" y="51162"/>
                  </a:lnTo>
                  <a:lnTo>
                    <a:pt x="91698" y="38139"/>
                  </a:lnTo>
                  <a:lnTo>
                    <a:pt x="91698" y="38139"/>
                  </a:lnTo>
                  <a:lnTo>
                    <a:pt x="90566" y="28837"/>
                  </a:lnTo>
                  <a:lnTo>
                    <a:pt x="76981" y="30697"/>
                  </a:lnTo>
                  <a:lnTo>
                    <a:pt x="74716" y="22325"/>
                  </a:lnTo>
                  <a:lnTo>
                    <a:pt x="79245" y="22325"/>
                  </a:lnTo>
                  <a:lnTo>
                    <a:pt x="74716" y="16744"/>
                  </a:lnTo>
                  <a:lnTo>
                    <a:pt x="74716" y="14883"/>
                  </a:lnTo>
                  <a:lnTo>
                    <a:pt x="80377" y="9302"/>
                  </a:lnTo>
                  <a:lnTo>
                    <a:pt x="83773" y="6511"/>
                  </a:lnTo>
                  <a:lnTo>
                    <a:pt x="80377" y="0"/>
                  </a:lnTo>
                  <a:lnTo>
                    <a:pt x="74716" y="930"/>
                  </a:lnTo>
                  <a:lnTo>
                    <a:pt x="62264" y="8372"/>
                  </a:lnTo>
                  <a:lnTo>
                    <a:pt x="45283" y="9302"/>
                  </a:lnTo>
                  <a:lnTo>
                    <a:pt x="36226" y="19534"/>
                  </a:lnTo>
                  <a:lnTo>
                    <a:pt x="32830" y="22325"/>
                  </a:lnTo>
                  <a:lnTo>
                    <a:pt x="30566" y="24186"/>
                  </a:lnTo>
                  <a:lnTo>
                    <a:pt x="20377" y="26046"/>
                  </a:lnTo>
                  <a:lnTo>
                    <a:pt x="15849" y="28837"/>
                  </a:lnTo>
                  <a:lnTo>
                    <a:pt x="12452" y="30697"/>
                  </a:lnTo>
                  <a:lnTo>
                    <a:pt x="11320" y="28837"/>
                  </a:lnTo>
                  <a:lnTo>
                    <a:pt x="7924" y="25116"/>
                  </a:lnTo>
                  <a:lnTo>
                    <a:pt x="5660" y="24186"/>
                  </a:lnTo>
                  <a:lnTo>
                    <a:pt x="2264" y="25116"/>
                  </a:lnTo>
                  <a:lnTo>
                    <a:pt x="0" y="26046"/>
                  </a:lnTo>
                  <a:lnTo>
                    <a:pt x="12452" y="62325"/>
                  </a:lnTo>
                  <a:lnTo>
                    <a:pt x="16981" y="6511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Shape 5326"/>
            <p:cNvSpPr/>
            <p:nvPr/>
          </p:nvSpPr>
          <p:spPr>
            <a:xfrm>
              <a:off x="10628571" y="2786407"/>
              <a:ext cx="153988" cy="131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360" y="82231"/>
                  </a:moveTo>
                  <a:lnTo>
                    <a:pt x="6185" y="83665"/>
                  </a:lnTo>
                  <a:lnTo>
                    <a:pt x="6597" y="85099"/>
                  </a:lnTo>
                  <a:lnTo>
                    <a:pt x="6185" y="87968"/>
                  </a:lnTo>
                  <a:lnTo>
                    <a:pt x="6185" y="89880"/>
                  </a:lnTo>
                  <a:lnTo>
                    <a:pt x="6597" y="91792"/>
                  </a:lnTo>
                  <a:lnTo>
                    <a:pt x="11134" y="95139"/>
                  </a:lnTo>
                  <a:lnTo>
                    <a:pt x="13195" y="94661"/>
                  </a:lnTo>
                  <a:lnTo>
                    <a:pt x="14845" y="93705"/>
                  </a:lnTo>
                  <a:lnTo>
                    <a:pt x="16494" y="93705"/>
                  </a:lnTo>
                  <a:lnTo>
                    <a:pt x="17319" y="95139"/>
                  </a:lnTo>
                  <a:lnTo>
                    <a:pt x="18144" y="102788"/>
                  </a:lnTo>
                  <a:lnTo>
                    <a:pt x="18144" y="107091"/>
                  </a:lnTo>
                  <a:lnTo>
                    <a:pt x="18556" y="108047"/>
                  </a:lnTo>
                  <a:lnTo>
                    <a:pt x="18969" y="110438"/>
                  </a:lnTo>
                  <a:lnTo>
                    <a:pt x="29690" y="120000"/>
                  </a:lnTo>
                  <a:lnTo>
                    <a:pt x="33814" y="120000"/>
                  </a:lnTo>
                  <a:lnTo>
                    <a:pt x="37938" y="116653"/>
                  </a:lnTo>
                  <a:lnTo>
                    <a:pt x="55670" y="111872"/>
                  </a:lnTo>
                  <a:lnTo>
                    <a:pt x="60618" y="108047"/>
                  </a:lnTo>
                  <a:lnTo>
                    <a:pt x="61443" y="108047"/>
                  </a:lnTo>
                  <a:lnTo>
                    <a:pt x="63092" y="110438"/>
                  </a:lnTo>
                  <a:lnTo>
                    <a:pt x="73402" y="113306"/>
                  </a:lnTo>
                  <a:lnTo>
                    <a:pt x="75463" y="111872"/>
                  </a:lnTo>
                  <a:lnTo>
                    <a:pt x="77113" y="108525"/>
                  </a:lnTo>
                  <a:lnTo>
                    <a:pt x="77525" y="108525"/>
                  </a:lnTo>
                  <a:lnTo>
                    <a:pt x="78762" y="108525"/>
                  </a:lnTo>
                  <a:lnTo>
                    <a:pt x="80000" y="108047"/>
                  </a:lnTo>
                  <a:lnTo>
                    <a:pt x="84948" y="108047"/>
                  </a:lnTo>
                  <a:lnTo>
                    <a:pt x="97319" y="102310"/>
                  </a:lnTo>
                  <a:lnTo>
                    <a:pt x="100206" y="98007"/>
                  </a:lnTo>
                  <a:lnTo>
                    <a:pt x="102268" y="96573"/>
                  </a:lnTo>
                  <a:lnTo>
                    <a:pt x="103092" y="94183"/>
                  </a:lnTo>
                  <a:lnTo>
                    <a:pt x="103917" y="91792"/>
                  </a:lnTo>
                  <a:lnTo>
                    <a:pt x="103917" y="89880"/>
                  </a:lnTo>
                  <a:lnTo>
                    <a:pt x="103505" y="88924"/>
                  </a:lnTo>
                  <a:lnTo>
                    <a:pt x="102268" y="87968"/>
                  </a:lnTo>
                  <a:lnTo>
                    <a:pt x="102268" y="87011"/>
                  </a:lnTo>
                  <a:lnTo>
                    <a:pt x="103092" y="85099"/>
                  </a:lnTo>
                  <a:lnTo>
                    <a:pt x="103917" y="84143"/>
                  </a:lnTo>
                  <a:lnTo>
                    <a:pt x="105567" y="83187"/>
                  </a:lnTo>
                  <a:lnTo>
                    <a:pt x="106391" y="82231"/>
                  </a:lnTo>
                  <a:lnTo>
                    <a:pt x="107216" y="79840"/>
                  </a:lnTo>
                  <a:lnTo>
                    <a:pt x="106804" y="79840"/>
                  </a:lnTo>
                  <a:lnTo>
                    <a:pt x="106804" y="79362"/>
                  </a:lnTo>
                  <a:lnTo>
                    <a:pt x="106391" y="78884"/>
                  </a:lnTo>
                  <a:lnTo>
                    <a:pt x="106391" y="77928"/>
                  </a:lnTo>
                  <a:lnTo>
                    <a:pt x="106804" y="77450"/>
                  </a:lnTo>
                  <a:lnTo>
                    <a:pt x="106804" y="76015"/>
                  </a:lnTo>
                  <a:lnTo>
                    <a:pt x="107216" y="75537"/>
                  </a:lnTo>
                  <a:lnTo>
                    <a:pt x="106391" y="73625"/>
                  </a:lnTo>
                  <a:lnTo>
                    <a:pt x="106391" y="72191"/>
                  </a:lnTo>
                  <a:lnTo>
                    <a:pt x="106391" y="69800"/>
                  </a:lnTo>
                  <a:lnTo>
                    <a:pt x="106804" y="69322"/>
                  </a:lnTo>
                  <a:lnTo>
                    <a:pt x="108041" y="65498"/>
                  </a:lnTo>
                  <a:lnTo>
                    <a:pt x="108041" y="64541"/>
                  </a:lnTo>
                  <a:lnTo>
                    <a:pt x="108041" y="63107"/>
                  </a:lnTo>
                  <a:lnTo>
                    <a:pt x="108453" y="62151"/>
                  </a:lnTo>
                  <a:lnTo>
                    <a:pt x="109278" y="60239"/>
                  </a:lnTo>
                  <a:lnTo>
                    <a:pt x="108453" y="58326"/>
                  </a:lnTo>
                  <a:lnTo>
                    <a:pt x="108041" y="56892"/>
                  </a:lnTo>
                  <a:lnTo>
                    <a:pt x="101443" y="55458"/>
                  </a:lnTo>
                  <a:lnTo>
                    <a:pt x="98556" y="56892"/>
                  </a:lnTo>
                  <a:lnTo>
                    <a:pt x="88247" y="56414"/>
                  </a:lnTo>
                  <a:lnTo>
                    <a:pt x="87835" y="53545"/>
                  </a:lnTo>
                  <a:lnTo>
                    <a:pt x="87422" y="50199"/>
                  </a:lnTo>
                  <a:lnTo>
                    <a:pt x="84948" y="46374"/>
                  </a:lnTo>
                  <a:lnTo>
                    <a:pt x="84948" y="41115"/>
                  </a:lnTo>
                  <a:lnTo>
                    <a:pt x="87422" y="39203"/>
                  </a:lnTo>
                  <a:lnTo>
                    <a:pt x="108041" y="37290"/>
                  </a:lnTo>
                  <a:lnTo>
                    <a:pt x="111752" y="34422"/>
                  </a:lnTo>
                  <a:lnTo>
                    <a:pt x="115876" y="32988"/>
                  </a:lnTo>
                  <a:lnTo>
                    <a:pt x="117938" y="21035"/>
                  </a:lnTo>
                  <a:lnTo>
                    <a:pt x="120000" y="5258"/>
                  </a:lnTo>
                  <a:lnTo>
                    <a:pt x="98144" y="1434"/>
                  </a:lnTo>
                  <a:lnTo>
                    <a:pt x="93608" y="5258"/>
                  </a:lnTo>
                  <a:lnTo>
                    <a:pt x="91958" y="6215"/>
                  </a:lnTo>
                  <a:lnTo>
                    <a:pt x="88247" y="4302"/>
                  </a:lnTo>
                  <a:lnTo>
                    <a:pt x="87835" y="3346"/>
                  </a:lnTo>
                  <a:lnTo>
                    <a:pt x="88247" y="2868"/>
                  </a:lnTo>
                  <a:lnTo>
                    <a:pt x="88247" y="1912"/>
                  </a:lnTo>
                  <a:lnTo>
                    <a:pt x="88247" y="478"/>
                  </a:lnTo>
                  <a:lnTo>
                    <a:pt x="88247" y="478"/>
                  </a:lnTo>
                  <a:lnTo>
                    <a:pt x="81649" y="1912"/>
                  </a:lnTo>
                  <a:lnTo>
                    <a:pt x="79587" y="0"/>
                  </a:lnTo>
                  <a:lnTo>
                    <a:pt x="75463" y="2390"/>
                  </a:lnTo>
                  <a:lnTo>
                    <a:pt x="70927" y="2390"/>
                  </a:lnTo>
                  <a:lnTo>
                    <a:pt x="66804" y="4780"/>
                  </a:lnTo>
                  <a:lnTo>
                    <a:pt x="65154" y="7171"/>
                  </a:lnTo>
                  <a:lnTo>
                    <a:pt x="63917" y="7649"/>
                  </a:lnTo>
                  <a:lnTo>
                    <a:pt x="63092" y="7649"/>
                  </a:lnTo>
                  <a:lnTo>
                    <a:pt x="62268" y="7171"/>
                  </a:lnTo>
                  <a:lnTo>
                    <a:pt x="61855" y="5258"/>
                  </a:lnTo>
                  <a:lnTo>
                    <a:pt x="61855" y="3346"/>
                  </a:lnTo>
                  <a:lnTo>
                    <a:pt x="61443" y="2868"/>
                  </a:lnTo>
                  <a:lnTo>
                    <a:pt x="56082" y="7171"/>
                  </a:lnTo>
                  <a:lnTo>
                    <a:pt x="53195" y="6215"/>
                  </a:lnTo>
                  <a:lnTo>
                    <a:pt x="49072" y="8127"/>
                  </a:lnTo>
                  <a:lnTo>
                    <a:pt x="47010" y="7649"/>
                  </a:lnTo>
                  <a:lnTo>
                    <a:pt x="45773" y="6215"/>
                  </a:lnTo>
                  <a:lnTo>
                    <a:pt x="22680" y="15776"/>
                  </a:lnTo>
                  <a:lnTo>
                    <a:pt x="22680" y="15776"/>
                  </a:lnTo>
                  <a:lnTo>
                    <a:pt x="22268" y="15776"/>
                  </a:lnTo>
                  <a:lnTo>
                    <a:pt x="21855" y="17211"/>
                  </a:lnTo>
                  <a:lnTo>
                    <a:pt x="21030" y="18645"/>
                  </a:lnTo>
                  <a:lnTo>
                    <a:pt x="20618" y="19601"/>
                  </a:lnTo>
                  <a:lnTo>
                    <a:pt x="19381" y="20557"/>
                  </a:lnTo>
                  <a:lnTo>
                    <a:pt x="18556" y="21035"/>
                  </a:lnTo>
                  <a:lnTo>
                    <a:pt x="18144" y="19601"/>
                  </a:lnTo>
                  <a:lnTo>
                    <a:pt x="17731" y="18167"/>
                  </a:lnTo>
                  <a:lnTo>
                    <a:pt x="16907" y="15776"/>
                  </a:lnTo>
                  <a:lnTo>
                    <a:pt x="14845" y="15776"/>
                  </a:lnTo>
                  <a:lnTo>
                    <a:pt x="11134" y="17689"/>
                  </a:lnTo>
                  <a:lnTo>
                    <a:pt x="11546" y="19601"/>
                  </a:lnTo>
                  <a:lnTo>
                    <a:pt x="8659" y="23904"/>
                  </a:lnTo>
                  <a:lnTo>
                    <a:pt x="6597" y="27729"/>
                  </a:lnTo>
                  <a:lnTo>
                    <a:pt x="5360" y="32509"/>
                  </a:lnTo>
                  <a:lnTo>
                    <a:pt x="4948" y="37768"/>
                  </a:lnTo>
                  <a:lnTo>
                    <a:pt x="5773" y="41115"/>
                  </a:lnTo>
                  <a:lnTo>
                    <a:pt x="7422" y="44940"/>
                  </a:lnTo>
                  <a:lnTo>
                    <a:pt x="6597" y="44940"/>
                  </a:lnTo>
                  <a:lnTo>
                    <a:pt x="6185" y="45418"/>
                  </a:lnTo>
                  <a:lnTo>
                    <a:pt x="5773" y="46374"/>
                  </a:lnTo>
                  <a:lnTo>
                    <a:pt x="5773" y="46852"/>
                  </a:lnTo>
                  <a:lnTo>
                    <a:pt x="5773" y="49721"/>
                  </a:lnTo>
                  <a:lnTo>
                    <a:pt x="5360" y="52111"/>
                  </a:lnTo>
                  <a:lnTo>
                    <a:pt x="4536" y="54023"/>
                  </a:lnTo>
                  <a:lnTo>
                    <a:pt x="3298" y="54980"/>
                  </a:lnTo>
                  <a:lnTo>
                    <a:pt x="2886" y="55458"/>
                  </a:lnTo>
                  <a:lnTo>
                    <a:pt x="3298" y="56414"/>
                  </a:lnTo>
                  <a:lnTo>
                    <a:pt x="4948" y="58326"/>
                  </a:lnTo>
                  <a:lnTo>
                    <a:pt x="4948" y="59282"/>
                  </a:lnTo>
                  <a:lnTo>
                    <a:pt x="4948" y="59282"/>
                  </a:lnTo>
                  <a:lnTo>
                    <a:pt x="6185" y="63107"/>
                  </a:lnTo>
                  <a:lnTo>
                    <a:pt x="6597" y="64541"/>
                  </a:lnTo>
                  <a:lnTo>
                    <a:pt x="5360" y="65498"/>
                  </a:lnTo>
                  <a:lnTo>
                    <a:pt x="2061" y="66932"/>
                  </a:lnTo>
                  <a:lnTo>
                    <a:pt x="412" y="69800"/>
                  </a:lnTo>
                  <a:lnTo>
                    <a:pt x="1237" y="71235"/>
                  </a:lnTo>
                  <a:lnTo>
                    <a:pt x="824" y="73625"/>
                  </a:lnTo>
                  <a:lnTo>
                    <a:pt x="412" y="76972"/>
                  </a:lnTo>
                  <a:lnTo>
                    <a:pt x="0" y="79362"/>
                  </a:lnTo>
                  <a:lnTo>
                    <a:pt x="824" y="81752"/>
                  </a:lnTo>
                  <a:lnTo>
                    <a:pt x="5360" y="8223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Shape 5327"/>
            <p:cNvSpPr/>
            <p:nvPr/>
          </p:nvSpPr>
          <p:spPr>
            <a:xfrm>
              <a:off x="10628571" y="2786407"/>
              <a:ext cx="153988" cy="131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360" y="82231"/>
                  </a:moveTo>
                  <a:lnTo>
                    <a:pt x="6185" y="83665"/>
                  </a:lnTo>
                  <a:lnTo>
                    <a:pt x="6597" y="85099"/>
                  </a:lnTo>
                  <a:lnTo>
                    <a:pt x="6185" y="87968"/>
                  </a:lnTo>
                  <a:lnTo>
                    <a:pt x="6185" y="89880"/>
                  </a:lnTo>
                  <a:lnTo>
                    <a:pt x="6597" y="91792"/>
                  </a:lnTo>
                  <a:lnTo>
                    <a:pt x="11134" y="95139"/>
                  </a:lnTo>
                  <a:lnTo>
                    <a:pt x="13195" y="94661"/>
                  </a:lnTo>
                  <a:lnTo>
                    <a:pt x="14845" y="93705"/>
                  </a:lnTo>
                  <a:lnTo>
                    <a:pt x="16494" y="93705"/>
                  </a:lnTo>
                  <a:lnTo>
                    <a:pt x="17319" y="95139"/>
                  </a:lnTo>
                  <a:lnTo>
                    <a:pt x="18144" y="102788"/>
                  </a:lnTo>
                  <a:lnTo>
                    <a:pt x="18144" y="107091"/>
                  </a:lnTo>
                  <a:lnTo>
                    <a:pt x="18556" y="108047"/>
                  </a:lnTo>
                  <a:lnTo>
                    <a:pt x="18969" y="110438"/>
                  </a:lnTo>
                  <a:lnTo>
                    <a:pt x="29690" y="120000"/>
                  </a:lnTo>
                  <a:lnTo>
                    <a:pt x="33814" y="120000"/>
                  </a:lnTo>
                  <a:lnTo>
                    <a:pt x="37938" y="116653"/>
                  </a:lnTo>
                  <a:lnTo>
                    <a:pt x="55670" y="111872"/>
                  </a:lnTo>
                  <a:lnTo>
                    <a:pt x="60618" y="108047"/>
                  </a:lnTo>
                  <a:lnTo>
                    <a:pt x="61443" y="108047"/>
                  </a:lnTo>
                  <a:lnTo>
                    <a:pt x="63092" y="110438"/>
                  </a:lnTo>
                  <a:lnTo>
                    <a:pt x="73402" y="113306"/>
                  </a:lnTo>
                  <a:lnTo>
                    <a:pt x="75463" y="111872"/>
                  </a:lnTo>
                  <a:lnTo>
                    <a:pt x="77113" y="108525"/>
                  </a:lnTo>
                  <a:lnTo>
                    <a:pt x="77525" y="108525"/>
                  </a:lnTo>
                  <a:lnTo>
                    <a:pt x="78762" y="108525"/>
                  </a:lnTo>
                  <a:lnTo>
                    <a:pt x="80000" y="108047"/>
                  </a:lnTo>
                  <a:lnTo>
                    <a:pt x="84948" y="108047"/>
                  </a:lnTo>
                  <a:lnTo>
                    <a:pt x="97319" y="102310"/>
                  </a:lnTo>
                  <a:lnTo>
                    <a:pt x="100206" y="98007"/>
                  </a:lnTo>
                  <a:lnTo>
                    <a:pt x="102268" y="96573"/>
                  </a:lnTo>
                  <a:lnTo>
                    <a:pt x="103092" y="94183"/>
                  </a:lnTo>
                  <a:lnTo>
                    <a:pt x="103917" y="91792"/>
                  </a:lnTo>
                  <a:lnTo>
                    <a:pt x="103917" y="89880"/>
                  </a:lnTo>
                  <a:lnTo>
                    <a:pt x="103505" y="88924"/>
                  </a:lnTo>
                  <a:lnTo>
                    <a:pt x="102268" y="87968"/>
                  </a:lnTo>
                  <a:lnTo>
                    <a:pt x="102268" y="87011"/>
                  </a:lnTo>
                  <a:lnTo>
                    <a:pt x="103092" y="85099"/>
                  </a:lnTo>
                  <a:lnTo>
                    <a:pt x="103917" y="84143"/>
                  </a:lnTo>
                  <a:lnTo>
                    <a:pt x="105567" y="83187"/>
                  </a:lnTo>
                  <a:lnTo>
                    <a:pt x="106391" y="82231"/>
                  </a:lnTo>
                  <a:lnTo>
                    <a:pt x="107216" y="79840"/>
                  </a:lnTo>
                  <a:lnTo>
                    <a:pt x="106804" y="79840"/>
                  </a:lnTo>
                  <a:lnTo>
                    <a:pt x="106804" y="79362"/>
                  </a:lnTo>
                  <a:lnTo>
                    <a:pt x="106391" y="78884"/>
                  </a:lnTo>
                  <a:lnTo>
                    <a:pt x="106391" y="77928"/>
                  </a:lnTo>
                  <a:lnTo>
                    <a:pt x="106804" y="77450"/>
                  </a:lnTo>
                  <a:lnTo>
                    <a:pt x="106804" y="76015"/>
                  </a:lnTo>
                  <a:lnTo>
                    <a:pt x="107216" y="75537"/>
                  </a:lnTo>
                  <a:lnTo>
                    <a:pt x="106391" y="73625"/>
                  </a:lnTo>
                  <a:lnTo>
                    <a:pt x="106391" y="72191"/>
                  </a:lnTo>
                  <a:lnTo>
                    <a:pt x="106391" y="69800"/>
                  </a:lnTo>
                  <a:lnTo>
                    <a:pt x="106804" y="69322"/>
                  </a:lnTo>
                  <a:lnTo>
                    <a:pt x="108041" y="65498"/>
                  </a:lnTo>
                  <a:lnTo>
                    <a:pt x="108041" y="64541"/>
                  </a:lnTo>
                  <a:lnTo>
                    <a:pt x="108041" y="63107"/>
                  </a:lnTo>
                  <a:lnTo>
                    <a:pt x="108453" y="62151"/>
                  </a:lnTo>
                  <a:lnTo>
                    <a:pt x="109278" y="60239"/>
                  </a:lnTo>
                  <a:lnTo>
                    <a:pt x="108453" y="58326"/>
                  </a:lnTo>
                  <a:lnTo>
                    <a:pt x="108041" y="56892"/>
                  </a:lnTo>
                  <a:lnTo>
                    <a:pt x="101443" y="55458"/>
                  </a:lnTo>
                  <a:lnTo>
                    <a:pt x="98556" y="56892"/>
                  </a:lnTo>
                  <a:lnTo>
                    <a:pt x="88247" y="56414"/>
                  </a:lnTo>
                  <a:lnTo>
                    <a:pt x="87835" y="53545"/>
                  </a:lnTo>
                  <a:lnTo>
                    <a:pt x="87422" y="50199"/>
                  </a:lnTo>
                  <a:lnTo>
                    <a:pt x="84948" y="46374"/>
                  </a:lnTo>
                  <a:lnTo>
                    <a:pt x="84948" y="41115"/>
                  </a:lnTo>
                  <a:lnTo>
                    <a:pt x="87422" y="39203"/>
                  </a:lnTo>
                  <a:lnTo>
                    <a:pt x="108041" y="37290"/>
                  </a:lnTo>
                  <a:lnTo>
                    <a:pt x="111752" y="34422"/>
                  </a:lnTo>
                  <a:lnTo>
                    <a:pt x="115876" y="32988"/>
                  </a:lnTo>
                  <a:lnTo>
                    <a:pt x="117938" y="21035"/>
                  </a:lnTo>
                  <a:lnTo>
                    <a:pt x="120000" y="5258"/>
                  </a:lnTo>
                  <a:lnTo>
                    <a:pt x="98144" y="1434"/>
                  </a:lnTo>
                  <a:lnTo>
                    <a:pt x="93608" y="5258"/>
                  </a:lnTo>
                  <a:lnTo>
                    <a:pt x="91958" y="6215"/>
                  </a:lnTo>
                  <a:lnTo>
                    <a:pt x="88247" y="4302"/>
                  </a:lnTo>
                  <a:lnTo>
                    <a:pt x="87835" y="3346"/>
                  </a:lnTo>
                  <a:lnTo>
                    <a:pt x="88247" y="2868"/>
                  </a:lnTo>
                  <a:lnTo>
                    <a:pt x="88247" y="1912"/>
                  </a:lnTo>
                  <a:lnTo>
                    <a:pt x="88247" y="478"/>
                  </a:lnTo>
                  <a:lnTo>
                    <a:pt x="88247" y="478"/>
                  </a:lnTo>
                  <a:lnTo>
                    <a:pt x="81649" y="1912"/>
                  </a:lnTo>
                  <a:lnTo>
                    <a:pt x="79587" y="0"/>
                  </a:lnTo>
                  <a:lnTo>
                    <a:pt x="75463" y="2390"/>
                  </a:lnTo>
                  <a:lnTo>
                    <a:pt x="70927" y="2390"/>
                  </a:lnTo>
                  <a:lnTo>
                    <a:pt x="66804" y="4780"/>
                  </a:lnTo>
                  <a:lnTo>
                    <a:pt x="65154" y="7171"/>
                  </a:lnTo>
                  <a:lnTo>
                    <a:pt x="63917" y="7649"/>
                  </a:lnTo>
                  <a:lnTo>
                    <a:pt x="63092" y="7649"/>
                  </a:lnTo>
                  <a:lnTo>
                    <a:pt x="62268" y="7171"/>
                  </a:lnTo>
                  <a:lnTo>
                    <a:pt x="61855" y="5258"/>
                  </a:lnTo>
                  <a:lnTo>
                    <a:pt x="61855" y="3346"/>
                  </a:lnTo>
                  <a:lnTo>
                    <a:pt x="61443" y="2868"/>
                  </a:lnTo>
                  <a:lnTo>
                    <a:pt x="56082" y="7171"/>
                  </a:lnTo>
                  <a:lnTo>
                    <a:pt x="53195" y="6215"/>
                  </a:lnTo>
                  <a:lnTo>
                    <a:pt x="49072" y="8127"/>
                  </a:lnTo>
                  <a:lnTo>
                    <a:pt x="47010" y="7649"/>
                  </a:lnTo>
                  <a:lnTo>
                    <a:pt x="45773" y="6215"/>
                  </a:lnTo>
                  <a:lnTo>
                    <a:pt x="22680" y="15776"/>
                  </a:lnTo>
                  <a:lnTo>
                    <a:pt x="22680" y="15776"/>
                  </a:lnTo>
                  <a:lnTo>
                    <a:pt x="22268" y="15776"/>
                  </a:lnTo>
                  <a:lnTo>
                    <a:pt x="21855" y="17211"/>
                  </a:lnTo>
                  <a:lnTo>
                    <a:pt x="21030" y="18645"/>
                  </a:lnTo>
                  <a:lnTo>
                    <a:pt x="20618" y="19601"/>
                  </a:lnTo>
                  <a:lnTo>
                    <a:pt x="19381" y="20557"/>
                  </a:lnTo>
                  <a:lnTo>
                    <a:pt x="18556" y="21035"/>
                  </a:lnTo>
                  <a:lnTo>
                    <a:pt x="18144" y="19601"/>
                  </a:lnTo>
                  <a:lnTo>
                    <a:pt x="17731" y="18167"/>
                  </a:lnTo>
                  <a:lnTo>
                    <a:pt x="16907" y="15776"/>
                  </a:lnTo>
                  <a:lnTo>
                    <a:pt x="14845" y="15776"/>
                  </a:lnTo>
                  <a:lnTo>
                    <a:pt x="11134" y="17689"/>
                  </a:lnTo>
                  <a:lnTo>
                    <a:pt x="11546" y="19601"/>
                  </a:lnTo>
                  <a:lnTo>
                    <a:pt x="8659" y="23904"/>
                  </a:lnTo>
                  <a:lnTo>
                    <a:pt x="6597" y="27729"/>
                  </a:lnTo>
                  <a:lnTo>
                    <a:pt x="5360" y="32509"/>
                  </a:lnTo>
                  <a:lnTo>
                    <a:pt x="4948" y="37768"/>
                  </a:lnTo>
                  <a:lnTo>
                    <a:pt x="5773" y="41115"/>
                  </a:lnTo>
                  <a:lnTo>
                    <a:pt x="7422" y="44940"/>
                  </a:lnTo>
                  <a:lnTo>
                    <a:pt x="6597" y="44940"/>
                  </a:lnTo>
                  <a:lnTo>
                    <a:pt x="6185" y="45418"/>
                  </a:lnTo>
                  <a:lnTo>
                    <a:pt x="5773" y="46374"/>
                  </a:lnTo>
                  <a:lnTo>
                    <a:pt x="5773" y="46852"/>
                  </a:lnTo>
                  <a:lnTo>
                    <a:pt x="5773" y="49721"/>
                  </a:lnTo>
                  <a:lnTo>
                    <a:pt x="5360" y="52111"/>
                  </a:lnTo>
                  <a:lnTo>
                    <a:pt x="4536" y="54023"/>
                  </a:lnTo>
                  <a:lnTo>
                    <a:pt x="3298" y="54980"/>
                  </a:lnTo>
                  <a:lnTo>
                    <a:pt x="2886" y="55458"/>
                  </a:lnTo>
                  <a:lnTo>
                    <a:pt x="3298" y="56414"/>
                  </a:lnTo>
                  <a:lnTo>
                    <a:pt x="4948" y="58326"/>
                  </a:lnTo>
                  <a:lnTo>
                    <a:pt x="4948" y="59282"/>
                  </a:lnTo>
                  <a:lnTo>
                    <a:pt x="4948" y="59282"/>
                  </a:lnTo>
                  <a:lnTo>
                    <a:pt x="6185" y="63107"/>
                  </a:lnTo>
                  <a:lnTo>
                    <a:pt x="6597" y="64541"/>
                  </a:lnTo>
                  <a:lnTo>
                    <a:pt x="5360" y="65498"/>
                  </a:lnTo>
                  <a:lnTo>
                    <a:pt x="2061" y="66932"/>
                  </a:lnTo>
                  <a:lnTo>
                    <a:pt x="412" y="69800"/>
                  </a:lnTo>
                  <a:lnTo>
                    <a:pt x="1237" y="71235"/>
                  </a:lnTo>
                  <a:lnTo>
                    <a:pt x="824" y="73625"/>
                  </a:lnTo>
                  <a:lnTo>
                    <a:pt x="412" y="76972"/>
                  </a:lnTo>
                  <a:lnTo>
                    <a:pt x="0" y="79362"/>
                  </a:lnTo>
                  <a:lnTo>
                    <a:pt x="824" y="81752"/>
                  </a:lnTo>
                  <a:lnTo>
                    <a:pt x="5360" y="8223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Shape 5328"/>
            <p:cNvSpPr/>
            <p:nvPr/>
          </p:nvSpPr>
          <p:spPr>
            <a:xfrm>
              <a:off x="10658732" y="2668932"/>
              <a:ext cx="142875" cy="873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41" y="85508"/>
                  </a:moveTo>
                  <a:lnTo>
                    <a:pt x="1323" y="92694"/>
                  </a:lnTo>
                  <a:lnTo>
                    <a:pt x="2647" y="96287"/>
                  </a:lnTo>
                  <a:lnTo>
                    <a:pt x="7058" y="97724"/>
                  </a:lnTo>
                  <a:lnTo>
                    <a:pt x="15441" y="91976"/>
                  </a:lnTo>
                  <a:lnTo>
                    <a:pt x="16323" y="91976"/>
                  </a:lnTo>
                  <a:lnTo>
                    <a:pt x="17205" y="94850"/>
                  </a:lnTo>
                  <a:lnTo>
                    <a:pt x="17205" y="91976"/>
                  </a:lnTo>
                  <a:lnTo>
                    <a:pt x="17647" y="89101"/>
                  </a:lnTo>
                  <a:lnTo>
                    <a:pt x="18970" y="87664"/>
                  </a:lnTo>
                  <a:lnTo>
                    <a:pt x="40147" y="80479"/>
                  </a:lnTo>
                  <a:lnTo>
                    <a:pt x="43676" y="88383"/>
                  </a:lnTo>
                  <a:lnTo>
                    <a:pt x="45441" y="89101"/>
                  </a:lnTo>
                  <a:lnTo>
                    <a:pt x="45441" y="90538"/>
                  </a:lnTo>
                  <a:lnTo>
                    <a:pt x="47205" y="93413"/>
                  </a:lnTo>
                  <a:lnTo>
                    <a:pt x="47647" y="95568"/>
                  </a:lnTo>
                  <a:lnTo>
                    <a:pt x="47205" y="100598"/>
                  </a:lnTo>
                  <a:lnTo>
                    <a:pt x="47205" y="102035"/>
                  </a:lnTo>
                  <a:lnTo>
                    <a:pt x="47647" y="107065"/>
                  </a:lnTo>
                  <a:lnTo>
                    <a:pt x="49411" y="110658"/>
                  </a:lnTo>
                  <a:lnTo>
                    <a:pt x="60882" y="112814"/>
                  </a:lnTo>
                  <a:lnTo>
                    <a:pt x="61764" y="112814"/>
                  </a:lnTo>
                  <a:lnTo>
                    <a:pt x="62205" y="110658"/>
                  </a:lnTo>
                  <a:lnTo>
                    <a:pt x="62647" y="108502"/>
                  </a:lnTo>
                  <a:lnTo>
                    <a:pt x="62647" y="107065"/>
                  </a:lnTo>
                  <a:lnTo>
                    <a:pt x="62205" y="106347"/>
                  </a:lnTo>
                  <a:lnTo>
                    <a:pt x="62205" y="104910"/>
                  </a:lnTo>
                  <a:lnTo>
                    <a:pt x="63529" y="99880"/>
                  </a:lnTo>
                  <a:lnTo>
                    <a:pt x="67500" y="102754"/>
                  </a:lnTo>
                  <a:lnTo>
                    <a:pt x="69264" y="99880"/>
                  </a:lnTo>
                  <a:lnTo>
                    <a:pt x="68823" y="98443"/>
                  </a:lnTo>
                  <a:lnTo>
                    <a:pt x="68382" y="95568"/>
                  </a:lnTo>
                  <a:lnTo>
                    <a:pt x="67941" y="93413"/>
                  </a:lnTo>
                  <a:lnTo>
                    <a:pt x="67941" y="90538"/>
                  </a:lnTo>
                  <a:lnTo>
                    <a:pt x="68823" y="88383"/>
                  </a:lnTo>
                  <a:lnTo>
                    <a:pt x="71470" y="88383"/>
                  </a:lnTo>
                  <a:lnTo>
                    <a:pt x="73676" y="86946"/>
                  </a:lnTo>
                  <a:lnTo>
                    <a:pt x="77647" y="91976"/>
                  </a:lnTo>
                  <a:lnTo>
                    <a:pt x="79852" y="99161"/>
                  </a:lnTo>
                  <a:lnTo>
                    <a:pt x="81176" y="100598"/>
                  </a:lnTo>
                  <a:lnTo>
                    <a:pt x="82058" y="102035"/>
                  </a:lnTo>
                  <a:lnTo>
                    <a:pt x="81617" y="106347"/>
                  </a:lnTo>
                  <a:lnTo>
                    <a:pt x="82058" y="107784"/>
                  </a:lnTo>
                  <a:lnTo>
                    <a:pt x="97941" y="120000"/>
                  </a:lnTo>
                  <a:lnTo>
                    <a:pt x="110294" y="112095"/>
                  </a:lnTo>
                  <a:lnTo>
                    <a:pt x="110294" y="112095"/>
                  </a:lnTo>
                  <a:lnTo>
                    <a:pt x="113823" y="81916"/>
                  </a:lnTo>
                  <a:lnTo>
                    <a:pt x="119558" y="28023"/>
                  </a:lnTo>
                  <a:lnTo>
                    <a:pt x="120000" y="22994"/>
                  </a:lnTo>
                  <a:lnTo>
                    <a:pt x="119558" y="21556"/>
                  </a:lnTo>
                  <a:lnTo>
                    <a:pt x="116029" y="18682"/>
                  </a:lnTo>
                  <a:lnTo>
                    <a:pt x="113823" y="11497"/>
                  </a:lnTo>
                  <a:lnTo>
                    <a:pt x="110294" y="6467"/>
                  </a:lnTo>
                  <a:lnTo>
                    <a:pt x="108970" y="3592"/>
                  </a:lnTo>
                  <a:lnTo>
                    <a:pt x="108529" y="718"/>
                  </a:lnTo>
                  <a:lnTo>
                    <a:pt x="98823" y="1437"/>
                  </a:lnTo>
                  <a:lnTo>
                    <a:pt x="98823" y="1437"/>
                  </a:lnTo>
                  <a:lnTo>
                    <a:pt x="98823" y="718"/>
                  </a:lnTo>
                  <a:lnTo>
                    <a:pt x="98382" y="0"/>
                  </a:lnTo>
                  <a:lnTo>
                    <a:pt x="97500" y="2155"/>
                  </a:lnTo>
                  <a:lnTo>
                    <a:pt x="96617" y="2874"/>
                  </a:lnTo>
                  <a:lnTo>
                    <a:pt x="94411" y="6467"/>
                  </a:lnTo>
                  <a:lnTo>
                    <a:pt x="89558" y="7904"/>
                  </a:lnTo>
                  <a:lnTo>
                    <a:pt x="83823" y="13652"/>
                  </a:lnTo>
                  <a:lnTo>
                    <a:pt x="82941" y="10778"/>
                  </a:lnTo>
                  <a:lnTo>
                    <a:pt x="78529" y="17245"/>
                  </a:lnTo>
                  <a:lnTo>
                    <a:pt x="77647" y="18682"/>
                  </a:lnTo>
                  <a:lnTo>
                    <a:pt x="76764" y="22275"/>
                  </a:lnTo>
                  <a:lnTo>
                    <a:pt x="72352" y="22275"/>
                  </a:lnTo>
                  <a:lnTo>
                    <a:pt x="73676" y="28023"/>
                  </a:lnTo>
                  <a:lnTo>
                    <a:pt x="71911" y="31616"/>
                  </a:lnTo>
                  <a:lnTo>
                    <a:pt x="56911" y="42395"/>
                  </a:lnTo>
                  <a:lnTo>
                    <a:pt x="54264" y="38083"/>
                  </a:lnTo>
                  <a:lnTo>
                    <a:pt x="50294" y="39520"/>
                  </a:lnTo>
                  <a:lnTo>
                    <a:pt x="46764" y="37365"/>
                  </a:lnTo>
                  <a:lnTo>
                    <a:pt x="39264" y="38802"/>
                  </a:lnTo>
                  <a:lnTo>
                    <a:pt x="33970" y="44550"/>
                  </a:lnTo>
                  <a:lnTo>
                    <a:pt x="27352" y="45988"/>
                  </a:lnTo>
                  <a:lnTo>
                    <a:pt x="23382" y="51736"/>
                  </a:lnTo>
                  <a:lnTo>
                    <a:pt x="11029" y="59640"/>
                  </a:lnTo>
                  <a:lnTo>
                    <a:pt x="9264" y="62514"/>
                  </a:lnTo>
                  <a:lnTo>
                    <a:pt x="8823" y="63952"/>
                  </a:lnTo>
                  <a:lnTo>
                    <a:pt x="6617" y="63952"/>
                  </a:lnTo>
                  <a:lnTo>
                    <a:pt x="5735" y="65389"/>
                  </a:lnTo>
                  <a:lnTo>
                    <a:pt x="5735" y="66826"/>
                  </a:lnTo>
                  <a:lnTo>
                    <a:pt x="5735" y="68263"/>
                  </a:lnTo>
                  <a:lnTo>
                    <a:pt x="4852" y="71137"/>
                  </a:lnTo>
                  <a:lnTo>
                    <a:pt x="4411" y="74011"/>
                  </a:lnTo>
                  <a:lnTo>
                    <a:pt x="0" y="79760"/>
                  </a:lnTo>
                  <a:lnTo>
                    <a:pt x="1323" y="82634"/>
                  </a:lnTo>
                  <a:lnTo>
                    <a:pt x="441" y="8550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Shape 5329"/>
            <p:cNvSpPr/>
            <p:nvPr/>
          </p:nvSpPr>
          <p:spPr>
            <a:xfrm>
              <a:off x="10658732" y="2668932"/>
              <a:ext cx="142875" cy="873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41" y="85508"/>
                  </a:moveTo>
                  <a:lnTo>
                    <a:pt x="1323" y="92694"/>
                  </a:lnTo>
                  <a:lnTo>
                    <a:pt x="2647" y="96287"/>
                  </a:lnTo>
                  <a:lnTo>
                    <a:pt x="7058" y="97724"/>
                  </a:lnTo>
                  <a:lnTo>
                    <a:pt x="15441" y="91976"/>
                  </a:lnTo>
                  <a:lnTo>
                    <a:pt x="16323" y="91976"/>
                  </a:lnTo>
                  <a:lnTo>
                    <a:pt x="17205" y="94850"/>
                  </a:lnTo>
                  <a:lnTo>
                    <a:pt x="17205" y="91976"/>
                  </a:lnTo>
                  <a:lnTo>
                    <a:pt x="17647" y="89101"/>
                  </a:lnTo>
                  <a:lnTo>
                    <a:pt x="18970" y="87664"/>
                  </a:lnTo>
                  <a:lnTo>
                    <a:pt x="40147" y="80479"/>
                  </a:lnTo>
                  <a:lnTo>
                    <a:pt x="43676" y="88383"/>
                  </a:lnTo>
                  <a:lnTo>
                    <a:pt x="45441" y="89101"/>
                  </a:lnTo>
                  <a:lnTo>
                    <a:pt x="45441" y="90538"/>
                  </a:lnTo>
                  <a:lnTo>
                    <a:pt x="47205" y="93413"/>
                  </a:lnTo>
                  <a:lnTo>
                    <a:pt x="47647" y="95568"/>
                  </a:lnTo>
                  <a:lnTo>
                    <a:pt x="47205" y="100598"/>
                  </a:lnTo>
                  <a:lnTo>
                    <a:pt x="47205" y="102035"/>
                  </a:lnTo>
                  <a:lnTo>
                    <a:pt x="47647" y="107065"/>
                  </a:lnTo>
                  <a:lnTo>
                    <a:pt x="49411" y="110658"/>
                  </a:lnTo>
                  <a:lnTo>
                    <a:pt x="60882" y="112814"/>
                  </a:lnTo>
                  <a:lnTo>
                    <a:pt x="61764" y="112814"/>
                  </a:lnTo>
                  <a:lnTo>
                    <a:pt x="62205" y="110658"/>
                  </a:lnTo>
                  <a:lnTo>
                    <a:pt x="62647" y="108502"/>
                  </a:lnTo>
                  <a:lnTo>
                    <a:pt x="62647" y="107065"/>
                  </a:lnTo>
                  <a:lnTo>
                    <a:pt x="62205" y="106347"/>
                  </a:lnTo>
                  <a:lnTo>
                    <a:pt x="62205" y="104910"/>
                  </a:lnTo>
                  <a:lnTo>
                    <a:pt x="63529" y="99880"/>
                  </a:lnTo>
                  <a:lnTo>
                    <a:pt x="67500" y="102754"/>
                  </a:lnTo>
                  <a:lnTo>
                    <a:pt x="69264" y="99880"/>
                  </a:lnTo>
                  <a:lnTo>
                    <a:pt x="68823" y="98443"/>
                  </a:lnTo>
                  <a:lnTo>
                    <a:pt x="68382" y="95568"/>
                  </a:lnTo>
                  <a:lnTo>
                    <a:pt x="67941" y="93413"/>
                  </a:lnTo>
                  <a:lnTo>
                    <a:pt x="67941" y="90538"/>
                  </a:lnTo>
                  <a:lnTo>
                    <a:pt x="68823" y="88383"/>
                  </a:lnTo>
                  <a:lnTo>
                    <a:pt x="71470" y="88383"/>
                  </a:lnTo>
                  <a:lnTo>
                    <a:pt x="73676" y="86946"/>
                  </a:lnTo>
                  <a:lnTo>
                    <a:pt x="77647" y="91976"/>
                  </a:lnTo>
                  <a:lnTo>
                    <a:pt x="79852" y="99161"/>
                  </a:lnTo>
                  <a:lnTo>
                    <a:pt x="81176" y="100598"/>
                  </a:lnTo>
                  <a:lnTo>
                    <a:pt x="82058" y="102035"/>
                  </a:lnTo>
                  <a:lnTo>
                    <a:pt x="81617" y="106347"/>
                  </a:lnTo>
                  <a:lnTo>
                    <a:pt x="82058" y="107784"/>
                  </a:lnTo>
                  <a:lnTo>
                    <a:pt x="97941" y="120000"/>
                  </a:lnTo>
                  <a:lnTo>
                    <a:pt x="110294" y="112095"/>
                  </a:lnTo>
                  <a:lnTo>
                    <a:pt x="110294" y="112095"/>
                  </a:lnTo>
                  <a:lnTo>
                    <a:pt x="113823" y="81916"/>
                  </a:lnTo>
                  <a:lnTo>
                    <a:pt x="119558" y="28023"/>
                  </a:lnTo>
                  <a:lnTo>
                    <a:pt x="120000" y="22994"/>
                  </a:lnTo>
                  <a:lnTo>
                    <a:pt x="119558" y="21556"/>
                  </a:lnTo>
                  <a:lnTo>
                    <a:pt x="116029" y="18682"/>
                  </a:lnTo>
                  <a:lnTo>
                    <a:pt x="113823" y="11497"/>
                  </a:lnTo>
                  <a:lnTo>
                    <a:pt x="110294" y="6467"/>
                  </a:lnTo>
                  <a:lnTo>
                    <a:pt x="108970" y="3592"/>
                  </a:lnTo>
                  <a:lnTo>
                    <a:pt x="108529" y="718"/>
                  </a:lnTo>
                  <a:lnTo>
                    <a:pt x="98823" y="1437"/>
                  </a:lnTo>
                  <a:lnTo>
                    <a:pt x="98823" y="1437"/>
                  </a:lnTo>
                  <a:lnTo>
                    <a:pt x="98823" y="718"/>
                  </a:lnTo>
                  <a:lnTo>
                    <a:pt x="98382" y="0"/>
                  </a:lnTo>
                  <a:lnTo>
                    <a:pt x="97500" y="2155"/>
                  </a:lnTo>
                  <a:lnTo>
                    <a:pt x="96617" y="2874"/>
                  </a:lnTo>
                  <a:lnTo>
                    <a:pt x="94411" y="6467"/>
                  </a:lnTo>
                  <a:lnTo>
                    <a:pt x="89558" y="7904"/>
                  </a:lnTo>
                  <a:lnTo>
                    <a:pt x="83823" y="13652"/>
                  </a:lnTo>
                  <a:lnTo>
                    <a:pt x="82941" y="10778"/>
                  </a:lnTo>
                  <a:lnTo>
                    <a:pt x="78529" y="17245"/>
                  </a:lnTo>
                  <a:lnTo>
                    <a:pt x="77647" y="18682"/>
                  </a:lnTo>
                  <a:lnTo>
                    <a:pt x="76764" y="22275"/>
                  </a:lnTo>
                  <a:lnTo>
                    <a:pt x="72352" y="22275"/>
                  </a:lnTo>
                  <a:lnTo>
                    <a:pt x="73676" y="28023"/>
                  </a:lnTo>
                  <a:lnTo>
                    <a:pt x="71911" y="31616"/>
                  </a:lnTo>
                  <a:lnTo>
                    <a:pt x="56911" y="42395"/>
                  </a:lnTo>
                  <a:lnTo>
                    <a:pt x="54264" y="38083"/>
                  </a:lnTo>
                  <a:lnTo>
                    <a:pt x="50294" y="39520"/>
                  </a:lnTo>
                  <a:lnTo>
                    <a:pt x="46764" y="37365"/>
                  </a:lnTo>
                  <a:lnTo>
                    <a:pt x="39264" y="38802"/>
                  </a:lnTo>
                  <a:lnTo>
                    <a:pt x="33970" y="44550"/>
                  </a:lnTo>
                  <a:lnTo>
                    <a:pt x="27352" y="45988"/>
                  </a:lnTo>
                  <a:lnTo>
                    <a:pt x="23382" y="51736"/>
                  </a:lnTo>
                  <a:lnTo>
                    <a:pt x="11029" y="59640"/>
                  </a:lnTo>
                  <a:lnTo>
                    <a:pt x="9264" y="62514"/>
                  </a:lnTo>
                  <a:lnTo>
                    <a:pt x="8823" y="63952"/>
                  </a:lnTo>
                  <a:lnTo>
                    <a:pt x="6617" y="63952"/>
                  </a:lnTo>
                  <a:lnTo>
                    <a:pt x="5735" y="65389"/>
                  </a:lnTo>
                  <a:lnTo>
                    <a:pt x="5735" y="66826"/>
                  </a:lnTo>
                  <a:lnTo>
                    <a:pt x="5735" y="68263"/>
                  </a:lnTo>
                  <a:lnTo>
                    <a:pt x="4852" y="71137"/>
                  </a:lnTo>
                  <a:lnTo>
                    <a:pt x="4411" y="74011"/>
                  </a:lnTo>
                  <a:lnTo>
                    <a:pt x="0" y="79760"/>
                  </a:lnTo>
                  <a:lnTo>
                    <a:pt x="1323" y="82634"/>
                  </a:lnTo>
                  <a:lnTo>
                    <a:pt x="441" y="8550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Shape 5330"/>
            <p:cNvSpPr/>
            <p:nvPr/>
          </p:nvSpPr>
          <p:spPr>
            <a:xfrm>
              <a:off x="16565820" y="7083768"/>
              <a:ext cx="11113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857" y="30000"/>
                  </a:moveTo>
                  <a:lnTo>
                    <a:pt x="91428" y="24000"/>
                  </a:lnTo>
                  <a:lnTo>
                    <a:pt x="80000" y="0"/>
                  </a:lnTo>
                  <a:lnTo>
                    <a:pt x="45714" y="24000"/>
                  </a:lnTo>
                  <a:lnTo>
                    <a:pt x="17142" y="54000"/>
                  </a:lnTo>
                  <a:lnTo>
                    <a:pt x="0" y="102000"/>
                  </a:lnTo>
                  <a:lnTo>
                    <a:pt x="5714" y="120000"/>
                  </a:lnTo>
                  <a:lnTo>
                    <a:pt x="11428" y="102000"/>
                  </a:lnTo>
                  <a:lnTo>
                    <a:pt x="28571" y="96000"/>
                  </a:lnTo>
                  <a:lnTo>
                    <a:pt x="45714" y="90000"/>
                  </a:lnTo>
                  <a:lnTo>
                    <a:pt x="62857" y="90000"/>
                  </a:lnTo>
                  <a:lnTo>
                    <a:pt x="85714" y="90000"/>
                  </a:lnTo>
                  <a:lnTo>
                    <a:pt x="91428" y="72000"/>
                  </a:lnTo>
                  <a:lnTo>
                    <a:pt x="114285" y="90000"/>
                  </a:lnTo>
                  <a:lnTo>
                    <a:pt x="120000" y="24000"/>
                  </a:lnTo>
                  <a:lnTo>
                    <a:pt x="108571" y="36000"/>
                  </a:lnTo>
                  <a:lnTo>
                    <a:pt x="102857" y="3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Shape 5331"/>
            <p:cNvSpPr/>
            <p:nvPr/>
          </p:nvSpPr>
          <p:spPr>
            <a:xfrm>
              <a:off x="16565820" y="7083768"/>
              <a:ext cx="11113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857" y="30000"/>
                  </a:moveTo>
                  <a:lnTo>
                    <a:pt x="91428" y="24000"/>
                  </a:lnTo>
                  <a:lnTo>
                    <a:pt x="80000" y="0"/>
                  </a:lnTo>
                  <a:lnTo>
                    <a:pt x="45714" y="24000"/>
                  </a:lnTo>
                  <a:lnTo>
                    <a:pt x="17142" y="54000"/>
                  </a:lnTo>
                  <a:lnTo>
                    <a:pt x="0" y="102000"/>
                  </a:lnTo>
                  <a:lnTo>
                    <a:pt x="5714" y="120000"/>
                  </a:lnTo>
                  <a:lnTo>
                    <a:pt x="11428" y="102000"/>
                  </a:lnTo>
                  <a:lnTo>
                    <a:pt x="28571" y="96000"/>
                  </a:lnTo>
                  <a:lnTo>
                    <a:pt x="45714" y="90000"/>
                  </a:lnTo>
                  <a:lnTo>
                    <a:pt x="62857" y="90000"/>
                  </a:lnTo>
                  <a:lnTo>
                    <a:pt x="85714" y="90000"/>
                  </a:lnTo>
                  <a:lnTo>
                    <a:pt x="91428" y="72000"/>
                  </a:lnTo>
                  <a:lnTo>
                    <a:pt x="114285" y="90000"/>
                  </a:lnTo>
                  <a:lnTo>
                    <a:pt x="120000" y="24000"/>
                  </a:lnTo>
                  <a:lnTo>
                    <a:pt x="108571" y="36000"/>
                  </a:lnTo>
                  <a:lnTo>
                    <a:pt x="102857" y="3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Shape 5332"/>
            <p:cNvSpPr/>
            <p:nvPr/>
          </p:nvSpPr>
          <p:spPr>
            <a:xfrm>
              <a:off x="16711870" y="6898032"/>
              <a:ext cx="17462" cy="619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272" y="49043"/>
                  </a:moveTo>
                  <a:lnTo>
                    <a:pt x="65454" y="42782"/>
                  </a:lnTo>
                  <a:lnTo>
                    <a:pt x="50909" y="30260"/>
                  </a:lnTo>
                  <a:lnTo>
                    <a:pt x="25454" y="8347"/>
                  </a:lnTo>
                  <a:lnTo>
                    <a:pt x="14545" y="1043"/>
                  </a:lnTo>
                  <a:lnTo>
                    <a:pt x="3636" y="0"/>
                  </a:lnTo>
                  <a:lnTo>
                    <a:pt x="0" y="3130"/>
                  </a:lnTo>
                  <a:lnTo>
                    <a:pt x="25454" y="27130"/>
                  </a:lnTo>
                  <a:lnTo>
                    <a:pt x="32727" y="33391"/>
                  </a:lnTo>
                  <a:lnTo>
                    <a:pt x="18181" y="32347"/>
                  </a:lnTo>
                  <a:lnTo>
                    <a:pt x="18181" y="30260"/>
                  </a:lnTo>
                  <a:lnTo>
                    <a:pt x="10909" y="21913"/>
                  </a:lnTo>
                  <a:lnTo>
                    <a:pt x="3636" y="25043"/>
                  </a:lnTo>
                  <a:lnTo>
                    <a:pt x="0" y="51130"/>
                  </a:lnTo>
                  <a:lnTo>
                    <a:pt x="3636" y="54260"/>
                  </a:lnTo>
                  <a:lnTo>
                    <a:pt x="25454" y="49043"/>
                  </a:lnTo>
                  <a:lnTo>
                    <a:pt x="36363" y="55304"/>
                  </a:lnTo>
                  <a:lnTo>
                    <a:pt x="47272" y="79304"/>
                  </a:lnTo>
                  <a:lnTo>
                    <a:pt x="29090" y="112695"/>
                  </a:lnTo>
                  <a:lnTo>
                    <a:pt x="29090" y="117913"/>
                  </a:lnTo>
                  <a:lnTo>
                    <a:pt x="47272" y="120000"/>
                  </a:lnTo>
                  <a:lnTo>
                    <a:pt x="105454" y="110608"/>
                  </a:lnTo>
                  <a:lnTo>
                    <a:pt x="116363" y="107478"/>
                  </a:lnTo>
                  <a:lnTo>
                    <a:pt x="120000" y="103304"/>
                  </a:lnTo>
                  <a:lnTo>
                    <a:pt x="87272" y="61565"/>
                  </a:lnTo>
                  <a:lnTo>
                    <a:pt x="87272" y="4904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Shape 5333"/>
            <p:cNvSpPr/>
            <p:nvPr/>
          </p:nvSpPr>
          <p:spPr>
            <a:xfrm>
              <a:off x="16711870" y="6898032"/>
              <a:ext cx="17462" cy="619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272" y="49043"/>
                  </a:moveTo>
                  <a:lnTo>
                    <a:pt x="65454" y="42782"/>
                  </a:lnTo>
                  <a:lnTo>
                    <a:pt x="50909" y="30260"/>
                  </a:lnTo>
                  <a:lnTo>
                    <a:pt x="25454" y="8347"/>
                  </a:lnTo>
                  <a:lnTo>
                    <a:pt x="14545" y="1043"/>
                  </a:lnTo>
                  <a:lnTo>
                    <a:pt x="3636" y="0"/>
                  </a:lnTo>
                  <a:lnTo>
                    <a:pt x="0" y="3130"/>
                  </a:lnTo>
                  <a:lnTo>
                    <a:pt x="25454" y="27130"/>
                  </a:lnTo>
                  <a:lnTo>
                    <a:pt x="32727" y="33391"/>
                  </a:lnTo>
                  <a:lnTo>
                    <a:pt x="18181" y="32347"/>
                  </a:lnTo>
                  <a:lnTo>
                    <a:pt x="18181" y="30260"/>
                  </a:lnTo>
                  <a:lnTo>
                    <a:pt x="10909" y="21913"/>
                  </a:lnTo>
                  <a:lnTo>
                    <a:pt x="3636" y="25043"/>
                  </a:lnTo>
                  <a:lnTo>
                    <a:pt x="0" y="51130"/>
                  </a:lnTo>
                  <a:lnTo>
                    <a:pt x="3636" y="54260"/>
                  </a:lnTo>
                  <a:lnTo>
                    <a:pt x="25454" y="49043"/>
                  </a:lnTo>
                  <a:lnTo>
                    <a:pt x="36363" y="55304"/>
                  </a:lnTo>
                  <a:lnTo>
                    <a:pt x="47272" y="79304"/>
                  </a:lnTo>
                  <a:lnTo>
                    <a:pt x="29090" y="112695"/>
                  </a:lnTo>
                  <a:lnTo>
                    <a:pt x="29090" y="117913"/>
                  </a:lnTo>
                  <a:lnTo>
                    <a:pt x="47272" y="120000"/>
                  </a:lnTo>
                  <a:lnTo>
                    <a:pt x="105454" y="110608"/>
                  </a:lnTo>
                  <a:lnTo>
                    <a:pt x="116363" y="107478"/>
                  </a:lnTo>
                  <a:lnTo>
                    <a:pt x="120000" y="103304"/>
                  </a:lnTo>
                  <a:lnTo>
                    <a:pt x="87272" y="61565"/>
                  </a:lnTo>
                  <a:lnTo>
                    <a:pt x="87272" y="4904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Shape 5334"/>
            <p:cNvSpPr/>
            <p:nvPr/>
          </p:nvSpPr>
          <p:spPr>
            <a:xfrm>
              <a:off x="16508670" y="7023443"/>
              <a:ext cx="28575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888" y="88421"/>
                  </a:moveTo>
                  <a:lnTo>
                    <a:pt x="102222" y="75789"/>
                  </a:lnTo>
                  <a:lnTo>
                    <a:pt x="111111" y="63157"/>
                  </a:lnTo>
                  <a:lnTo>
                    <a:pt x="120000" y="44210"/>
                  </a:lnTo>
                  <a:lnTo>
                    <a:pt x="106666" y="44210"/>
                  </a:lnTo>
                  <a:lnTo>
                    <a:pt x="88888" y="41052"/>
                  </a:lnTo>
                  <a:lnTo>
                    <a:pt x="75555" y="28421"/>
                  </a:lnTo>
                  <a:lnTo>
                    <a:pt x="73333" y="3157"/>
                  </a:lnTo>
                  <a:lnTo>
                    <a:pt x="62222" y="0"/>
                  </a:lnTo>
                  <a:lnTo>
                    <a:pt x="46666" y="12631"/>
                  </a:lnTo>
                  <a:lnTo>
                    <a:pt x="8888" y="75789"/>
                  </a:lnTo>
                  <a:lnTo>
                    <a:pt x="0" y="101052"/>
                  </a:lnTo>
                  <a:lnTo>
                    <a:pt x="8888" y="120000"/>
                  </a:lnTo>
                  <a:lnTo>
                    <a:pt x="17777" y="120000"/>
                  </a:lnTo>
                  <a:lnTo>
                    <a:pt x="31111" y="104210"/>
                  </a:lnTo>
                  <a:lnTo>
                    <a:pt x="46666" y="107368"/>
                  </a:lnTo>
                  <a:lnTo>
                    <a:pt x="88888" y="8842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Shape 5335"/>
            <p:cNvSpPr/>
            <p:nvPr/>
          </p:nvSpPr>
          <p:spPr>
            <a:xfrm>
              <a:off x="16508670" y="7023443"/>
              <a:ext cx="28575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888" y="88421"/>
                  </a:moveTo>
                  <a:lnTo>
                    <a:pt x="102222" y="75789"/>
                  </a:lnTo>
                  <a:lnTo>
                    <a:pt x="111111" y="63157"/>
                  </a:lnTo>
                  <a:lnTo>
                    <a:pt x="120000" y="44210"/>
                  </a:lnTo>
                  <a:lnTo>
                    <a:pt x="106666" y="44210"/>
                  </a:lnTo>
                  <a:lnTo>
                    <a:pt x="88888" y="41052"/>
                  </a:lnTo>
                  <a:lnTo>
                    <a:pt x="75555" y="28421"/>
                  </a:lnTo>
                  <a:lnTo>
                    <a:pt x="73333" y="3157"/>
                  </a:lnTo>
                  <a:lnTo>
                    <a:pt x="62222" y="0"/>
                  </a:lnTo>
                  <a:lnTo>
                    <a:pt x="46666" y="12631"/>
                  </a:lnTo>
                  <a:lnTo>
                    <a:pt x="8888" y="75789"/>
                  </a:lnTo>
                  <a:lnTo>
                    <a:pt x="0" y="101052"/>
                  </a:lnTo>
                  <a:lnTo>
                    <a:pt x="8888" y="120000"/>
                  </a:lnTo>
                  <a:lnTo>
                    <a:pt x="17777" y="120000"/>
                  </a:lnTo>
                  <a:lnTo>
                    <a:pt x="31111" y="104210"/>
                  </a:lnTo>
                  <a:lnTo>
                    <a:pt x="46666" y="107368"/>
                  </a:lnTo>
                  <a:lnTo>
                    <a:pt x="88888" y="8842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Shape 5336"/>
            <p:cNvSpPr/>
            <p:nvPr/>
          </p:nvSpPr>
          <p:spPr>
            <a:xfrm>
              <a:off x="16715045" y="6891682"/>
              <a:ext cx="23813" cy="349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837" y="100000"/>
                  </a:moveTo>
                  <a:lnTo>
                    <a:pt x="103255" y="94545"/>
                  </a:lnTo>
                  <a:lnTo>
                    <a:pt x="92093" y="92727"/>
                  </a:lnTo>
                  <a:lnTo>
                    <a:pt x="100465" y="87272"/>
                  </a:lnTo>
                  <a:lnTo>
                    <a:pt x="92093" y="78181"/>
                  </a:lnTo>
                  <a:lnTo>
                    <a:pt x="83720" y="72727"/>
                  </a:lnTo>
                  <a:lnTo>
                    <a:pt x="78139" y="70909"/>
                  </a:lnTo>
                  <a:lnTo>
                    <a:pt x="72558" y="70909"/>
                  </a:lnTo>
                  <a:lnTo>
                    <a:pt x="58604" y="54545"/>
                  </a:lnTo>
                  <a:lnTo>
                    <a:pt x="50232" y="50909"/>
                  </a:lnTo>
                  <a:lnTo>
                    <a:pt x="47441" y="45454"/>
                  </a:lnTo>
                  <a:lnTo>
                    <a:pt x="47441" y="38181"/>
                  </a:lnTo>
                  <a:lnTo>
                    <a:pt x="44651" y="29090"/>
                  </a:lnTo>
                  <a:lnTo>
                    <a:pt x="36279" y="21818"/>
                  </a:lnTo>
                  <a:lnTo>
                    <a:pt x="30697" y="14545"/>
                  </a:lnTo>
                  <a:lnTo>
                    <a:pt x="16744" y="3636"/>
                  </a:lnTo>
                  <a:lnTo>
                    <a:pt x="8372" y="0"/>
                  </a:lnTo>
                  <a:lnTo>
                    <a:pt x="0" y="0"/>
                  </a:lnTo>
                  <a:lnTo>
                    <a:pt x="11162" y="10909"/>
                  </a:lnTo>
                  <a:lnTo>
                    <a:pt x="22325" y="21818"/>
                  </a:lnTo>
                  <a:lnTo>
                    <a:pt x="25116" y="25454"/>
                  </a:lnTo>
                  <a:lnTo>
                    <a:pt x="25116" y="29090"/>
                  </a:lnTo>
                  <a:lnTo>
                    <a:pt x="27906" y="36363"/>
                  </a:lnTo>
                  <a:lnTo>
                    <a:pt x="33488" y="43636"/>
                  </a:lnTo>
                  <a:lnTo>
                    <a:pt x="61395" y="78181"/>
                  </a:lnTo>
                  <a:lnTo>
                    <a:pt x="75348" y="90909"/>
                  </a:lnTo>
                  <a:lnTo>
                    <a:pt x="78139" y="83636"/>
                  </a:lnTo>
                  <a:lnTo>
                    <a:pt x="78139" y="81818"/>
                  </a:lnTo>
                  <a:lnTo>
                    <a:pt x="86511" y="96363"/>
                  </a:lnTo>
                  <a:lnTo>
                    <a:pt x="92093" y="109090"/>
                  </a:lnTo>
                  <a:lnTo>
                    <a:pt x="103255" y="116363"/>
                  </a:lnTo>
                  <a:lnTo>
                    <a:pt x="120000" y="120000"/>
                  </a:lnTo>
                  <a:lnTo>
                    <a:pt x="111627" y="110909"/>
                  </a:lnTo>
                  <a:lnTo>
                    <a:pt x="108837" y="10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Shape 5337"/>
            <p:cNvSpPr/>
            <p:nvPr/>
          </p:nvSpPr>
          <p:spPr>
            <a:xfrm>
              <a:off x="16715045" y="6891682"/>
              <a:ext cx="23813" cy="349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837" y="100000"/>
                  </a:moveTo>
                  <a:lnTo>
                    <a:pt x="103255" y="94545"/>
                  </a:lnTo>
                  <a:lnTo>
                    <a:pt x="92093" y="92727"/>
                  </a:lnTo>
                  <a:lnTo>
                    <a:pt x="100465" y="87272"/>
                  </a:lnTo>
                  <a:lnTo>
                    <a:pt x="92093" y="78181"/>
                  </a:lnTo>
                  <a:lnTo>
                    <a:pt x="83720" y="72727"/>
                  </a:lnTo>
                  <a:lnTo>
                    <a:pt x="78139" y="70909"/>
                  </a:lnTo>
                  <a:lnTo>
                    <a:pt x="72558" y="70909"/>
                  </a:lnTo>
                  <a:lnTo>
                    <a:pt x="58604" y="54545"/>
                  </a:lnTo>
                  <a:lnTo>
                    <a:pt x="50232" y="50909"/>
                  </a:lnTo>
                  <a:lnTo>
                    <a:pt x="47441" y="45454"/>
                  </a:lnTo>
                  <a:lnTo>
                    <a:pt x="47441" y="38181"/>
                  </a:lnTo>
                  <a:lnTo>
                    <a:pt x="44651" y="29090"/>
                  </a:lnTo>
                  <a:lnTo>
                    <a:pt x="36279" y="21818"/>
                  </a:lnTo>
                  <a:lnTo>
                    <a:pt x="30697" y="14545"/>
                  </a:lnTo>
                  <a:lnTo>
                    <a:pt x="16744" y="3636"/>
                  </a:lnTo>
                  <a:lnTo>
                    <a:pt x="8372" y="0"/>
                  </a:lnTo>
                  <a:lnTo>
                    <a:pt x="0" y="0"/>
                  </a:lnTo>
                  <a:lnTo>
                    <a:pt x="11162" y="10909"/>
                  </a:lnTo>
                  <a:lnTo>
                    <a:pt x="22325" y="21818"/>
                  </a:lnTo>
                  <a:lnTo>
                    <a:pt x="25116" y="25454"/>
                  </a:lnTo>
                  <a:lnTo>
                    <a:pt x="25116" y="29090"/>
                  </a:lnTo>
                  <a:lnTo>
                    <a:pt x="27906" y="36363"/>
                  </a:lnTo>
                  <a:lnTo>
                    <a:pt x="33488" y="43636"/>
                  </a:lnTo>
                  <a:lnTo>
                    <a:pt x="61395" y="78181"/>
                  </a:lnTo>
                  <a:lnTo>
                    <a:pt x="75348" y="90909"/>
                  </a:lnTo>
                  <a:lnTo>
                    <a:pt x="78139" y="83636"/>
                  </a:lnTo>
                  <a:lnTo>
                    <a:pt x="78139" y="81818"/>
                  </a:lnTo>
                  <a:lnTo>
                    <a:pt x="86511" y="96363"/>
                  </a:lnTo>
                  <a:lnTo>
                    <a:pt x="92093" y="109090"/>
                  </a:lnTo>
                  <a:lnTo>
                    <a:pt x="103255" y="116363"/>
                  </a:lnTo>
                  <a:lnTo>
                    <a:pt x="120000" y="120000"/>
                  </a:lnTo>
                  <a:lnTo>
                    <a:pt x="111627" y="110909"/>
                  </a:lnTo>
                  <a:lnTo>
                    <a:pt x="108837" y="10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Shape 5338"/>
            <p:cNvSpPr/>
            <p:nvPr/>
          </p:nvSpPr>
          <p:spPr>
            <a:xfrm>
              <a:off x="16673770" y="6767857"/>
              <a:ext cx="50799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750" y="0"/>
                  </a:moveTo>
                  <a:lnTo>
                    <a:pt x="91250" y="1538"/>
                  </a:lnTo>
                  <a:lnTo>
                    <a:pt x="90000" y="15384"/>
                  </a:lnTo>
                  <a:lnTo>
                    <a:pt x="78750" y="47692"/>
                  </a:lnTo>
                  <a:lnTo>
                    <a:pt x="75000" y="56923"/>
                  </a:lnTo>
                  <a:lnTo>
                    <a:pt x="68750" y="61538"/>
                  </a:lnTo>
                  <a:lnTo>
                    <a:pt x="52500" y="61538"/>
                  </a:lnTo>
                  <a:lnTo>
                    <a:pt x="46250" y="63076"/>
                  </a:lnTo>
                  <a:lnTo>
                    <a:pt x="30000" y="80000"/>
                  </a:lnTo>
                  <a:lnTo>
                    <a:pt x="23750" y="81538"/>
                  </a:lnTo>
                  <a:lnTo>
                    <a:pt x="8750" y="76923"/>
                  </a:lnTo>
                  <a:lnTo>
                    <a:pt x="0" y="75384"/>
                  </a:lnTo>
                  <a:lnTo>
                    <a:pt x="0" y="81538"/>
                  </a:lnTo>
                  <a:lnTo>
                    <a:pt x="7500" y="92307"/>
                  </a:lnTo>
                  <a:lnTo>
                    <a:pt x="11250" y="96923"/>
                  </a:lnTo>
                  <a:lnTo>
                    <a:pt x="16250" y="98461"/>
                  </a:lnTo>
                  <a:lnTo>
                    <a:pt x="26250" y="104615"/>
                  </a:lnTo>
                  <a:lnTo>
                    <a:pt x="30000" y="109230"/>
                  </a:lnTo>
                  <a:lnTo>
                    <a:pt x="35000" y="113846"/>
                  </a:lnTo>
                  <a:lnTo>
                    <a:pt x="38750" y="120000"/>
                  </a:lnTo>
                  <a:lnTo>
                    <a:pt x="53750" y="112307"/>
                  </a:lnTo>
                  <a:lnTo>
                    <a:pt x="57500" y="110769"/>
                  </a:lnTo>
                  <a:lnTo>
                    <a:pt x="77500" y="89230"/>
                  </a:lnTo>
                  <a:lnTo>
                    <a:pt x="107500" y="76923"/>
                  </a:lnTo>
                  <a:lnTo>
                    <a:pt x="120000" y="66153"/>
                  </a:lnTo>
                  <a:lnTo>
                    <a:pt x="120000" y="46153"/>
                  </a:lnTo>
                  <a:lnTo>
                    <a:pt x="120000" y="47692"/>
                  </a:lnTo>
                  <a:lnTo>
                    <a:pt x="115000" y="50769"/>
                  </a:lnTo>
                  <a:lnTo>
                    <a:pt x="112500" y="36923"/>
                  </a:lnTo>
                  <a:lnTo>
                    <a:pt x="112500" y="27692"/>
                  </a:lnTo>
                  <a:lnTo>
                    <a:pt x="110000" y="20000"/>
                  </a:lnTo>
                  <a:lnTo>
                    <a:pt x="101250" y="13846"/>
                  </a:lnTo>
                  <a:lnTo>
                    <a:pt x="105000" y="4615"/>
                  </a:lnTo>
                  <a:lnTo>
                    <a:pt x="9875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Shape 5339"/>
            <p:cNvSpPr/>
            <p:nvPr/>
          </p:nvSpPr>
          <p:spPr>
            <a:xfrm>
              <a:off x="16673770" y="6767857"/>
              <a:ext cx="50799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750" y="0"/>
                  </a:moveTo>
                  <a:lnTo>
                    <a:pt x="91250" y="1538"/>
                  </a:lnTo>
                  <a:lnTo>
                    <a:pt x="90000" y="15384"/>
                  </a:lnTo>
                  <a:lnTo>
                    <a:pt x="78750" y="47692"/>
                  </a:lnTo>
                  <a:lnTo>
                    <a:pt x="75000" y="56923"/>
                  </a:lnTo>
                  <a:lnTo>
                    <a:pt x="68750" y="61538"/>
                  </a:lnTo>
                  <a:lnTo>
                    <a:pt x="52500" y="61538"/>
                  </a:lnTo>
                  <a:lnTo>
                    <a:pt x="46250" y="63076"/>
                  </a:lnTo>
                  <a:lnTo>
                    <a:pt x="30000" y="80000"/>
                  </a:lnTo>
                  <a:lnTo>
                    <a:pt x="23750" y="81538"/>
                  </a:lnTo>
                  <a:lnTo>
                    <a:pt x="8750" y="76923"/>
                  </a:lnTo>
                  <a:lnTo>
                    <a:pt x="0" y="75384"/>
                  </a:lnTo>
                  <a:lnTo>
                    <a:pt x="0" y="81538"/>
                  </a:lnTo>
                  <a:lnTo>
                    <a:pt x="7500" y="92307"/>
                  </a:lnTo>
                  <a:lnTo>
                    <a:pt x="11250" y="96923"/>
                  </a:lnTo>
                  <a:lnTo>
                    <a:pt x="16250" y="98461"/>
                  </a:lnTo>
                  <a:lnTo>
                    <a:pt x="26250" y="104615"/>
                  </a:lnTo>
                  <a:lnTo>
                    <a:pt x="30000" y="109230"/>
                  </a:lnTo>
                  <a:lnTo>
                    <a:pt x="35000" y="113846"/>
                  </a:lnTo>
                  <a:lnTo>
                    <a:pt x="38750" y="120000"/>
                  </a:lnTo>
                  <a:lnTo>
                    <a:pt x="53750" y="112307"/>
                  </a:lnTo>
                  <a:lnTo>
                    <a:pt x="57500" y="110769"/>
                  </a:lnTo>
                  <a:lnTo>
                    <a:pt x="77500" y="89230"/>
                  </a:lnTo>
                  <a:lnTo>
                    <a:pt x="107500" y="76923"/>
                  </a:lnTo>
                  <a:lnTo>
                    <a:pt x="120000" y="66153"/>
                  </a:lnTo>
                  <a:lnTo>
                    <a:pt x="120000" y="46153"/>
                  </a:lnTo>
                  <a:lnTo>
                    <a:pt x="120000" y="47692"/>
                  </a:lnTo>
                  <a:lnTo>
                    <a:pt x="115000" y="50769"/>
                  </a:lnTo>
                  <a:lnTo>
                    <a:pt x="112500" y="36923"/>
                  </a:lnTo>
                  <a:lnTo>
                    <a:pt x="112500" y="27692"/>
                  </a:lnTo>
                  <a:lnTo>
                    <a:pt x="110000" y="20000"/>
                  </a:lnTo>
                  <a:lnTo>
                    <a:pt x="101250" y="13846"/>
                  </a:lnTo>
                  <a:lnTo>
                    <a:pt x="105000" y="4615"/>
                  </a:lnTo>
                  <a:lnTo>
                    <a:pt x="9875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Shape 5340"/>
            <p:cNvSpPr/>
            <p:nvPr/>
          </p:nvSpPr>
          <p:spPr>
            <a:xfrm>
              <a:off x="16456282" y="6634507"/>
              <a:ext cx="9524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31764"/>
                  </a:moveTo>
                  <a:lnTo>
                    <a:pt x="86666" y="24705"/>
                  </a:lnTo>
                  <a:lnTo>
                    <a:pt x="100000" y="10588"/>
                  </a:lnTo>
                  <a:lnTo>
                    <a:pt x="60000" y="0"/>
                  </a:lnTo>
                  <a:lnTo>
                    <a:pt x="33333" y="7058"/>
                  </a:lnTo>
                  <a:lnTo>
                    <a:pt x="33333" y="24705"/>
                  </a:lnTo>
                  <a:lnTo>
                    <a:pt x="33333" y="35294"/>
                  </a:lnTo>
                  <a:lnTo>
                    <a:pt x="0" y="70588"/>
                  </a:lnTo>
                  <a:lnTo>
                    <a:pt x="0" y="95294"/>
                  </a:lnTo>
                  <a:lnTo>
                    <a:pt x="40000" y="116470"/>
                  </a:lnTo>
                  <a:lnTo>
                    <a:pt x="73333" y="120000"/>
                  </a:lnTo>
                  <a:lnTo>
                    <a:pt x="113333" y="116470"/>
                  </a:lnTo>
                  <a:lnTo>
                    <a:pt x="120000" y="112941"/>
                  </a:lnTo>
                  <a:lnTo>
                    <a:pt x="113333" y="95294"/>
                  </a:lnTo>
                  <a:lnTo>
                    <a:pt x="113333" y="81176"/>
                  </a:lnTo>
                  <a:lnTo>
                    <a:pt x="106666" y="67058"/>
                  </a:lnTo>
                  <a:lnTo>
                    <a:pt x="86666" y="56470"/>
                  </a:lnTo>
                  <a:lnTo>
                    <a:pt x="66666" y="49411"/>
                  </a:lnTo>
                  <a:lnTo>
                    <a:pt x="66666" y="42352"/>
                  </a:lnTo>
                  <a:lnTo>
                    <a:pt x="80000" y="3176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Shape 5341"/>
            <p:cNvSpPr/>
            <p:nvPr/>
          </p:nvSpPr>
          <p:spPr>
            <a:xfrm>
              <a:off x="16456282" y="6634507"/>
              <a:ext cx="9524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31764"/>
                  </a:moveTo>
                  <a:lnTo>
                    <a:pt x="86666" y="24705"/>
                  </a:lnTo>
                  <a:lnTo>
                    <a:pt x="100000" y="10588"/>
                  </a:lnTo>
                  <a:lnTo>
                    <a:pt x="60000" y="0"/>
                  </a:lnTo>
                  <a:lnTo>
                    <a:pt x="33333" y="7058"/>
                  </a:lnTo>
                  <a:lnTo>
                    <a:pt x="33333" y="24705"/>
                  </a:lnTo>
                  <a:lnTo>
                    <a:pt x="33333" y="35294"/>
                  </a:lnTo>
                  <a:lnTo>
                    <a:pt x="0" y="70588"/>
                  </a:lnTo>
                  <a:lnTo>
                    <a:pt x="0" y="95294"/>
                  </a:lnTo>
                  <a:lnTo>
                    <a:pt x="40000" y="116470"/>
                  </a:lnTo>
                  <a:lnTo>
                    <a:pt x="73333" y="120000"/>
                  </a:lnTo>
                  <a:lnTo>
                    <a:pt x="113333" y="116470"/>
                  </a:lnTo>
                  <a:lnTo>
                    <a:pt x="120000" y="112941"/>
                  </a:lnTo>
                  <a:lnTo>
                    <a:pt x="113333" y="95294"/>
                  </a:lnTo>
                  <a:lnTo>
                    <a:pt x="113333" y="81176"/>
                  </a:lnTo>
                  <a:lnTo>
                    <a:pt x="106666" y="67058"/>
                  </a:lnTo>
                  <a:lnTo>
                    <a:pt x="86666" y="56470"/>
                  </a:lnTo>
                  <a:lnTo>
                    <a:pt x="66666" y="49411"/>
                  </a:lnTo>
                  <a:lnTo>
                    <a:pt x="66666" y="42352"/>
                  </a:lnTo>
                  <a:lnTo>
                    <a:pt x="80000" y="3176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Shape 5342"/>
            <p:cNvSpPr/>
            <p:nvPr/>
          </p:nvSpPr>
          <p:spPr>
            <a:xfrm>
              <a:off x="16346745" y="6690068"/>
              <a:ext cx="9524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3333" y="28800"/>
                  </a:moveTo>
                  <a:lnTo>
                    <a:pt x="0" y="43200"/>
                  </a:lnTo>
                  <a:lnTo>
                    <a:pt x="6666" y="57600"/>
                  </a:lnTo>
                  <a:lnTo>
                    <a:pt x="20000" y="86400"/>
                  </a:lnTo>
                  <a:lnTo>
                    <a:pt x="46666" y="105600"/>
                  </a:lnTo>
                  <a:lnTo>
                    <a:pt x="60000" y="120000"/>
                  </a:lnTo>
                  <a:lnTo>
                    <a:pt x="93333" y="110400"/>
                  </a:lnTo>
                  <a:lnTo>
                    <a:pt x="120000" y="76800"/>
                  </a:lnTo>
                  <a:lnTo>
                    <a:pt x="120000" y="33600"/>
                  </a:lnTo>
                  <a:lnTo>
                    <a:pt x="86666" y="0"/>
                  </a:lnTo>
                  <a:lnTo>
                    <a:pt x="13333" y="288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Shape 5343"/>
            <p:cNvSpPr/>
            <p:nvPr/>
          </p:nvSpPr>
          <p:spPr>
            <a:xfrm>
              <a:off x="16346745" y="6690068"/>
              <a:ext cx="9524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3333" y="28800"/>
                  </a:moveTo>
                  <a:lnTo>
                    <a:pt x="0" y="43200"/>
                  </a:lnTo>
                  <a:lnTo>
                    <a:pt x="6666" y="57600"/>
                  </a:lnTo>
                  <a:lnTo>
                    <a:pt x="20000" y="86400"/>
                  </a:lnTo>
                  <a:lnTo>
                    <a:pt x="46666" y="105600"/>
                  </a:lnTo>
                  <a:lnTo>
                    <a:pt x="60000" y="120000"/>
                  </a:lnTo>
                  <a:lnTo>
                    <a:pt x="93333" y="110400"/>
                  </a:lnTo>
                  <a:lnTo>
                    <a:pt x="120000" y="76800"/>
                  </a:lnTo>
                  <a:lnTo>
                    <a:pt x="120000" y="33600"/>
                  </a:lnTo>
                  <a:lnTo>
                    <a:pt x="86666" y="0"/>
                  </a:lnTo>
                  <a:lnTo>
                    <a:pt x="13333" y="288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Shape 5344"/>
            <p:cNvSpPr/>
            <p:nvPr/>
          </p:nvSpPr>
          <p:spPr>
            <a:xfrm>
              <a:off x="16341982" y="6677368"/>
              <a:ext cx="15875" cy="15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000" y="100000"/>
                  </a:moveTo>
                  <a:lnTo>
                    <a:pt x="20000" y="108000"/>
                  </a:lnTo>
                  <a:lnTo>
                    <a:pt x="36000" y="120000"/>
                  </a:lnTo>
                  <a:lnTo>
                    <a:pt x="56000" y="108000"/>
                  </a:lnTo>
                  <a:lnTo>
                    <a:pt x="68000" y="96000"/>
                  </a:lnTo>
                  <a:lnTo>
                    <a:pt x="76000" y="60000"/>
                  </a:lnTo>
                  <a:lnTo>
                    <a:pt x="104000" y="28000"/>
                  </a:lnTo>
                  <a:lnTo>
                    <a:pt x="116000" y="16000"/>
                  </a:lnTo>
                  <a:lnTo>
                    <a:pt x="120000" y="12000"/>
                  </a:lnTo>
                  <a:lnTo>
                    <a:pt x="116000" y="4000"/>
                  </a:lnTo>
                  <a:lnTo>
                    <a:pt x="112000" y="0"/>
                  </a:lnTo>
                  <a:lnTo>
                    <a:pt x="104000" y="0"/>
                  </a:lnTo>
                  <a:lnTo>
                    <a:pt x="104000" y="4000"/>
                  </a:lnTo>
                  <a:lnTo>
                    <a:pt x="104000" y="12000"/>
                  </a:lnTo>
                  <a:lnTo>
                    <a:pt x="100000" y="16000"/>
                  </a:lnTo>
                  <a:lnTo>
                    <a:pt x="88000" y="20000"/>
                  </a:lnTo>
                  <a:lnTo>
                    <a:pt x="72000" y="32000"/>
                  </a:lnTo>
                  <a:lnTo>
                    <a:pt x="68000" y="16000"/>
                  </a:lnTo>
                  <a:lnTo>
                    <a:pt x="56000" y="12000"/>
                  </a:lnTo>
                  <a:lnTo>
                    <a:pt x="44000" y="12000"/>
                  </a:lnTo>
                  <a:lnTo>
                    <a:pt x="36000" y="24000"/>
                  </a:lnTo>
                  <a:lnTo>
                    <a:pt x="32000" y="16000"/>
                  </a:lnTo>
                  <a:lnTo>
                    <a:pt x="28000" y="4000"/>
                  </a:lnTo>
                  <a:lnTo>
                    <a:pt x="16000" y="12000"/>
                  </a:lnTo>
                  <a:lnTo>
                    <a:pt x="4000" y="32000"/>
                  </a:lnTo>
                  <a:lnTo>
                    <a:pt x="0" y="48000"/>
                  </a:lnTo>
                  <a:lnTo>
                    <a:pt x="16000" y="72000"/>
                  </a:lnTo>
                  <a:lnTo>
                    <a:pt x="16000" y="10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Shape 5345"/>
            <p:cNvSpPr/>
            <p:nvPr/>
          </p:nvSpPr>
          <p:spPr>
            <a:xfrm>
              <a:off x="16341982" y="6677368"/>
              <a:ext cx="15875" cy="15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000" y="100000"/>
                  </a:moveTo>
                  <a:lnTo>
                    <a:pt x="20000" y="108000"/>
                  </a:lnTo>
                  <a:lnTo>
                    <a:pt x="36000" y="120000"/>
                  </a:lnTo>
                  <a:lnTo>
                    <a:pt x="56000" y="108000"/>
                  </a:lnTo>
                  <a:lnTo>
                    <a:pt x="68000" y="96000"/>
                  </a:lnTo>
                  <a:lnTo>
                    <a:pt x="76000" y="60000"/>
                  </a:lnTo>
                  <a:lnTo>
                    <a:pt x="104000" y="28000"/>
                  </a:lnTo>
                  <a:lnTo>
                    <a:pt x="116000" y="16000"/>
                  </a:lnTo>
                  <a:lnTo>
                    <a:pt x="120000" y="12000"/>
                  </a:lnTo>
                  <a:lnTo>
                    <a:pt x="116000" y="4000"/>
                  </a:lnTo>
                  <a:lnTo>
                    <a:pt x="112000" y="0"/>
                  </a:lnTo>
                  <a:lnTo>
                    <a:pt x="104000" y="0"/>
                  </a:lnTo>
                  <a:lnTo>
                    <a:pt x="104000" y="4000"/>
                  </a:lnTo>
                  <a:lnTo>
                    <a:pt x="104000" y="12000"/>
                  </a:lnTo>
                  <a:lnTo>
                    <a:pt x="100000" y="16000"/>
                  </a:lnTo>
                  <a:lnTo>
                    <a:pt x="88000" y="20000"/>
                  </a:lnTo>
                  <a:lnTo>
                    <a:pt x="72000" y="32000"/>
                  </a:lnTo>
                  <a:lnTo>
                    <a:pt x="68000" y="16000"/>
                  </a:lnTo>
                  <a:lnTo>
                    <a:pt x="56000" y="12000"/>
                  </a:lnTo>
                  <a:lnTo>
                    <a:pt x="44000" y="12000"/>
                  </a:lnTo>
                  <a:lnTo>
                    <a:pt x="36000" y="24000"/>
                  </a:lnTo>
                  <a:lnTo>
                    <a:pt x="32000" y="16000"/>
                  </a:lnTo>
                  <a:lnTo>
                    <a:pt x="28000" y="4000"/>
                  </a:lnTo>
                  <a:lnTo>
                    <a:pt x="16000" y="12000"/>
                  </a:lnTo>
                  <a:lnTo>
                    <a:pt x="4000" y="32000"/>
                  </a:lnTo>
                  <a:lnTo>
                    <a:pt x="0" y="48000"/>
                  </a:lnTo>
                  <a:lnTo>
                    <a:pt x="16000" y="72000"/>
                  </a:lnTo>
                  <a:lnTo>
                    <a:pt x="16000" y="10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Shape 5346"/>
            <p:cNvSpPr/>
            <p:nvPr/>
          </p:nvSpPr>
          <p:spPr>
            <a:xfrm>
              <a:off x="16426120" y="6597993"/>
              <a:ext cx="34924" cy="507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18" y="88750"/>
                  </a:moveTo>
                  <a:lnTo>
                    <a:pt x="9090" y="91250"/>
                  </a:lnTo>
                  <a:lnTo>
                    <a:pt x="14545" y="95000"/>
                  </a:lnTo>
                  <a:lnTo>
                    <a:pt x="16363" y="97500"/>
                  </a:lnTo>
                  <a:lnTo>
                    <a:pt x="18181" y="97500"/>
                  </a:lnTo>
                  <a:lnTo>
                    <a:pt x="25454" y="95000"/>
                  </a:lnTo>
                  <a:lnTo>
                    <a:pt x="25454" y="95000"/>
                  </a:lnTo>
                  <a:lnTo>
                    <a:pt x="34545" y="98750"/>
                  </a:lnTo>
                  <a:lnTo>
                    <a:pt x="41818" y="101250"/>
                  </a:lnTo>
                  <a:lnTo>
                    <a:pt x="49090" y="98750"/>
                  </a:lnTo>
                  <a:lnTo>
                    <a:pt x="52727" y="98750"/>
                  </a:lnTo>
                  <a:lnTo>
                    <a:pt x="58181" y="101250"/>
                  </a:lnTo>
                  <a:lnTo>
                    <a:pt x="58181" y="102500"/>
                  </a:lnTo>
                  <a:lnTo>
                    <a:pt x="50909" y="105000"/>
                  </a:lnTo>
                  <a:lnTo>
                    <a:pt x="47272" y="108750"/>
                  </a:lnTo>
                  <a:lnTo>
                    <a:pt x="43636" y="113750"/>
                  </a:lnTo>
                  <a:lnTo>
                    <a:pt x="41818" y="120000"/>
                  </a:lnTo>
                  <a:lnTo>
                    <a:pt x="52727" y="118750"/>
                  </a:lnTo>
                  <a:lnTo>
                    <a:pt x="60000" y="115000"/>
                  </a:lnTo>
                  <a:lnTo>
                    <a:pt x="70909" y="102500"/>
                  </a:lnTo>
                  <a:lnTo>
                    <a:pt x="83636" y="101250"/>
                  </a:lnTo>
                  <a:lnTo>
                    <a:pt x="87272" y="98750"/>
                  </a:lnTo>
                  <a:lnTo>
                    <a:pt x="85454" y="93750"/>
                  </a:lnTo>
                  <a:lnTo>
                    <a:pt x="80000" y="90000"/>
                  </a:lnTo>
                  <a:lnTo>
                    <a:pt x="78181" y="85000"/>
                  </a:lnTo>
                  <a:lnTo>
                    <a:pt x="78181" y="82500"/>
                  </a:lnTo>
                  <a:lnTo>
                    <a:pt x="80000" y="78750"/>
                  </a:lnTo>
                  <a:lnTo>
                    <a:pt x="83636" y="72500"/>
                  </a:lnTo>
                  <a:lnTo>
                    <a:pt x="107272" y="50000"/>
                  </a:lnTo>
                  <a:lnTo>
                    <a:pt x="116363" y="41250"/>
                  </a:lnTo>
                  <a:lnTo>
                    <a:pt x="120000" y="31250"/>
                  </a:lnTo>
                  <a:lnTo>
                    <a:pt x="116363" y="27500"/>
                  </a:lnTo>
                  <a:lnTo>
                    <a:pt x="114545" y="21250"/>
                  </a:lnTo>
                  <a:lnTo>
                    <a:pt x="114545" y="17500"/>
                  </a:lnTo>
                  <a:lnTo>
                    <a:pt x="110909" y="12500"/>
                  </a:lnTo>
                  <a:lnTo>
                    <a:pt x="100000" y="6250"/>
                  </a:lnTo>
                  <a:lnTo>
                    <a:pt x="98181" y="5000"/>
                  </a:lnTo>
                  <a:lnTo>
                    <a:pt x="96363" y="5000"/>
                  </a:lnTo>
                  <a:lnTo>
                    <a:pt x="94545" y="0"/>
                  </a:lnTo>
                  <a:lnTo>
                    <a:pt x="89090" y="6250"/>
                  </a:lnTo>
                  <a:lnTo>
                    <a:pt x="87272" y="20000"/>
                  </a:lnTo>
                  <a:lnTo>
                    <a:pt x="85454" y="30000"/>
                  </a:lnTo>
                  <a:lnTo>
                    <a:pt x="78181" y="30000"/>
                  </a:lnTo>
                  <a:lnTo>
                    <a:pt x="78181" y="28750"/>
                  </a:lnTo>
                  <a:lnTo>
                    <a:pt x="76363" y="22500"/>
                  </a:lnTo>
                  <a:lnTo>
                    <a:pt x="70909" y="27500"/>
                  </a:lnTo>
                  <a:lnTo>
                    <a:pt x="69090" y="32500"/>
                  </a:lnTo>
                  <a:lnTo>
                    <a:pt x="70909" y="40000"/>
                  </a:lnTo>
                  <a:lnTo>
                    <a:pt x="78181" y="47500"/>
                  </a:lnTo>
                  <a:lnTo>
                    <a:pt x="80000" y="55000"/>
                  </a:lnTo>
                  <a:lnTo>
                    <a:pt x="76363" y="61250"/>
                  </a:lnTo>
                  <a:lnTo>
                    <a:pt x="67272" y="72500"/>
                  </a:lnTo>
                  <a:lnTo>
                    <a:pt x="61818" y="77500"/>
                  </a:lnTo>
                  <a:lnTo>
                    <a:pt x="52727" y="80000"/>
                  </a:lnTo>
                  <a:lnTo>
                    <a:pt x="43636" y="80000"/>
                  </a:lnTo>
                  <a:lnTo>
                    <a:pt x="40000" y="72500"/>
                  </a:lnTo>
                  <a:lnTo>
                    <a:pt x="34545" y="65000"/>
                  </a:lnTo>
                  <a:lnTo>
                    <a:pt x="29090" y="66250"/>
                  </a:lnTo>
                  <a:lnTo>
                    <a:pt x="21818" y="68750"/>
                  </a:lnTo>
                  <a:lnTo>
                    <a:pt x="14545" y="71250"/>
                  </a:lnTo>
                  <a:lnTo>
                    <a:pt x="14545" y="78750"/>
                  </a:lnTo>
                  <a:lnTo>
                    <a:pt x="0" y="82500"/>
                  </a:lnTo>
                  <a:lnTo>
                    <a:pt x="1818" y="90000"/>
                  </a:lnTo>
                  <a:lnTo>
                    <a:pt x="1818" y="8875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Shape 5347"/>
            <p:cNvSpPr/>
            <p:nvPr/>
          </p:nvSpPr>
          <p:spPr>
            <a:xfrm>
              <a:off x="16426120" y="6597993"/>
              <a:ext cx="34924" cy="507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18" y="88750"/>
                  </a:moveTo>
                  <a:lnTo>
                    <a:pt x="9090" y="91250"/>
                  </a:lnTo>
                  <a:lnTo>
                    <a:pt x="14545" y="95000"/>
                  </a:lnTo>
                  <a:lnTo>
                    <a:pt x="16363" y="97500"/>
                  </a:lnTo>
                  <a:lnTo>
                    <a:pt x="18181" y="97500"/>
                  </a:lnTo>
                  <a:lnTo>
                    <a:pt x="25454" y="95000"/>
                  </a:lnTo>
                  <a:lnTo>
                    <a:pt x="25454" y="95000"/>
                  </a:lnTo>
                  <a:lnTo>
                    <a:pt x="34545" y="98750"/>
                  </a:lnTo>
                  <a:lnTo>
                    <a:pt x="41818" y="101250"/>
                  </a:lnTo>
                  <a:lnTo>
                    <a:pt x="49090" y="98750"/>
                  </a:lnTo>
                  <a:lnTo>
                    <a:pt x="52727" y="98750"/>
                  </a:lnTo>
                  <a:lnTo>
                    <a:pt x="58181" y="101250"/>
                  </a:lnTo>
                  <a:lnTo>
                    <a:pt x="58181" y="102500"/>
                  </a:lnTo>
                  <a:lnTo>
                    <a:pt x="50909" y="105000"/>
                  </a:lnTo>
                  <a:lnTo>
                    <a:pt x="47272" y="108750"/>
                  </a:lnTo>
                  <a:lnTo>
                    <a:pt x="43636" y="113750"/>
                  </a:lnTo>
                  <a:lnTo>
                    <a:pt x="41818" y="120000"/>
                  </a:lnTo>
                  <a:lnTo>
                    <a:pt x="52727" y="118750"/>
                  </a:lnTo>
                  <a:lnTo>
                    <a:pt x="60000" y="115000"/>
                  </a:lnTo>
                  <a:lnTo>
                    <a:pt x="70909" y="102500"/>
                  </a:lnTo>
                  <a:lnTo>
                    <a:pt x="83636" y="101250"/>
                  </a:lnTo>
                  <a:lnTo>
                    <a:pt x="87272" y="98750"/>
                  </a:lnTo>
                  <a:lnTo>
                    <a:pt x="85454" y="93750"/>
                  </a:lnTo>
                  <a:lnTo>
                    <a:pt x="80000" y="90000"/>
                  </a:lnTo>
                  <a:lnTo>
                    <a:pt x="78181" y="85000"/>
                  </a:lnTo>
                  <a:lnTo>
                    <a:pt x="78181" y="82500"/>
                  </a:lnTo>
                  <a:lnTo>
                    <a:pt x="80000" y="78750"/>
                  </a:lnTo>
                  <a:lnTo>
                    <a:pt x="83636" y="72500"/>
                  </a:lnTo>
                  <a:lnTo>
                    <a:pt x="107272" y="50000"/>
                  </a:lnTo>
                  <a:lnTo>
                    <a:pt x="116363" y="41250"/>
                  </a:lnTo>
                  <a:lnTo>
                    <a:pt x="120000" y="31250"/>
                  </a:lnTo>
                  <a:lnTo>
                    <a:pt x="116363" y="27500"/>
                  </a:lnTo>
                  <a:lnTo>
                    <a:pt x="114545" y="21250"/>
                  </a:lnTo>
                  <a:lnTo>
                    <a:pt x="114545" y="17500"/>
                  </a:lnTo>
                  <a:lnTo>
                    <a:pt x="110909" y="12500"/>
                  </a:lnTo>
                  <a:lnTo>
                    <a:pt x="100000" y="6250"/>
                  </a:lnTo>
                  <a:lnTo>
                    <a:pt x="98181" y="5000"/>
                  </a:lnTo>
                  <a:lnTo>
                    <a:pt x="96363" y="5000"/>
                  </a:lnTo>
                  <a:lnTo>
                    <a:pt x="94545" y="0"/>
                  </a:lnTo>
                  <a:lnTo>
                    <a:pt x="89090" y="6250"/>
                  </a:lnTo>
                  <a:lnTo>
                    <a:pt x="87272" y="20000"/>
                  </a:lnTo>
                  <a:lnTo>
                    <a:pt x="85454" y="30000"/>
                  </a:lnTo>
                  <a:lnTo>
                    <a:pt x="78181" y="30000"/>
                  </a:lnTo>
                  <a:lnTo>
                    <a:pt x="78181" y="28750"/>
                  </a:lnTo>
                  <a:lnTo>
                    <a:pt x="76363" y="22500"/>
                  </a:lnTo>
                  <a:lnTo>
                    <a:pt x="70909" y="27500"/>
                  </a:lnTo>
                  <a:lnTo>
                    <a:pt x="69090" y="32500"/>
                  </a:lnTo>
                  <a:lnTo>
                    <a:pt x="70909" y="40000"/>
                  </a:lnTo>
                  <a:lnTo>
                    <a:pt x="78181" y="47500"/>
                  </a:lnTo>
                  <a:lnTo>
                    <a:pt x="80000" y="55000"/>
                  </a:lnTo>
                  <a:lnTo>
                    <a:pt x="76363" y="61250"/>
                  </a:lnTo>
                  <a:lnTo>
                    <a:pt x="67272" y="72500"/>
                  </a:lnTo>
                  <a:lnTo>
                    <a:pt x="61818" y="77500"/>
                  </a:lnTo>
                  <a:lnTo>
                    <a:pt x="52727" y="80000"/>
                  </a:lnTo>
                  <a:lnTo>
                    <a:pt x="43636" y="80000"/>
                  </a:lnTo>
                  <a:lnTo>
                    <a:pt x="40000" y="72500"/>
                  </a:lnTo>
                  <a:lnTo>
                    <a:pt x="34545" y="65000"/>
                  </a:lnTo>
                  <a:lnTo>
                    <a:pt x="29090" y="66250"/>
                  </a:lnTo>
                  <a:lnTo>
                    <a:pt x="21818" y="68750"/>
                  </a:lnTo>
                  <a:lnTo>
                    <a:pt x="14545" y="71250"/>
                  </a:lnTo>
                  <a:lnTo>
                    <a:pt x="14545" y="78750"/>
                  </a:lnTo>
                  <a:lnTo>
                    <a:pt x="0" y="82500"/>
                  </a:lnTo>
                  <a:lnTo>
                    <a:pt x="1818" y="90000"/>
                  </a:lnTo>
                  <a:lnTo>
                    <a:pt x="1818" y="8875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Shape 5348"/>
            <p:cNvSpPr/>
            <p:nvPr/>
          </p:nvSpPr>
          <p:spPr>
            <a:xfrm>
              <a:off x="16472157" y="6551957"/>
              <a:ext cx="36513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56" y="53164"/>
                  </a:moveTo>
                  <a:lnTo>
                    <a:pt x="8695" y="51645"/>
                  </a:lnTo>
                  <a:lnTo>
                    <a:pt x="8695" y="54683"/>
                  </a:lnTo>
                  <a:lnTo>
                    <a:pt x="8695" y="56202"/>
                  </a:lnTo>
                  <a:lnTo>
                    <a:pt x="8695" y="60759"/>
                  </a:lnTo>
                  <a:lnTo>
                    <a:pt x="8695" y="62278"/>
                  </a:lnTo>
                  <a:lnTo>
                    <a:pt x="12173" y="65316"/>
                  </a:lnTo>
                  <a:lnTo>
                    <a:pt x="15652" y="66835"/>
                  </a:lnTo>
                  <a:lnTo>
                    <a:pt x="19130" y="66835"/>
                  </a:lnTo>
                  <a:lnTo>
                    <a:pt x="24347" y="66835"/>
                  </a:lnTo>
                  <a:lnTo>
                    <a:pt x="20869" y="71392"/>
                  </a:lnTo>
                  <a:lnTo>
                    <a:pt x="12173" y="75949"/>
                  </a:lnTo>
                  <a:lnTo>
                    <a:pt x="8695" y="80506"/>
                  </a:lnTo>
                  <a:lnTo>
                    <a:pt x="19130" y="91139"/>
                  </a:lnTo>
                  <a:lnTo>
                    <a:pt x="33043" y="106329"/>
                  </a:lnTo>
                  <a:lnTo>
                    <a:pt x="45217" y="118481"/>
                  </a:lnTo>
                  <a:lnTo>
                    <a:pt x="53913" y="120000"/>
                  </a:lnTo>
                  <a:lnTo>
                    <a:pt x="57391" y="120000"/>
                  </a:lnTo>
                  <a:lnTo>
                    <a:pt x="60869" y="120000"/>
                  </a:lnTo>
                  <a:lnTo>
                    <a:pt x="60869" y="118481"/>
                  </a:lnTo>
                  <a:lnTo>
                    <a:pt x="62608" y="100253"/>
                  </a:lnTo>
                  <a:lnTo>
                    <a:pt x="64347" y="98734"/>
                  </a:lnTo>
                  <a:lnTo>
                    <a:pt x="66086" y="95696"/>
                  </a:lnTo>
                  <a:lnTo>
                    <a:pt x="76521" y="82025"/>
                  </a:lnTo>
                  <a:lnTo>
                    <a:pt x="86956" y="74430"/>
                  </a:lnTo>
                  <a:lnTo>
                    <a:pt x="92173" y="68354"/>
                  </a:lnTo>
                  <a:lnTo>
                    <a:pt x="93913" y="62278"/>
                  </a:lnTo>
                  <a:lnTo>
                    <a:pt x="93913" y="59240"/>
                  </a:lnTo>
                  <a:lnTo>
                    <a:pt x="93913" y="53164"/>
                  </a:lnTo>
                  <a:lnTo>
                    <a:pt x="100869" y="45569"/>
                  </a:lnTo>
                  <a:lnTo>
                    <a:pt x="100869" y="39493"/>
                  </a:lnTo>
                  <a:lnTo>
                    <a:pt x="100869" y="34936"/>
                  </a:lnTo>
                  <a:lnTo>
                    <a:pt x="102608" y="31898"/>
                  </a:lnTo>
                  <a:lnTo>
                    <a:pt x="116521" y="30379"/>
                  </a:lnTo>
                  <a:lnTo>
                    <a:pt x="120000" y="25822"/>
                  </a:lnTo>
                  <a:lnTo>
                    <a:pt x="116521" y="18227"/>
                  </a:lnTo>
                  <a:lnTo>
                    <a:pt x="111304" y="22784"/>
                  </a:lnTo>
                  <a:lnTo>
                    <a:pt x="104347" y="24303"/>
                  </a:lnTo>
                  <a:lnTo>
                    <a:pt x="97391" y="22784"/>
                  </a:lnTo>
                  <a:lnTo>
                    <a:pt x="86956" y="18227"/>
                  </a:lnTo>
                  <a:lnTo>
                    <a:pt x="85217" y="16708"/>
                  </a:lnTo>
                  <a:lnTo>
                    <a:pt x="85217" y="13670"/>
                  </a:lnTo>
                  <a:lnTo>
                    <a:pt x="85217" y="10632"/>
                  </a:lnTo>
                  <a:lnTo>
                    <a:pt x="83478" y="7594"/>
                  </a:lnTo>
                  <a:lnTo>
                    <a:pt x="80000" y="6075"/>
                  </a:lnTo>
                  <a:lnTo>
                    <a:pt x="78260" y="6075"/>
                  </a:lnTo>
                  <a:lnTo>
                    <a:pt x="76521" y="7594"/>
                  </a:lnTo>
                  <a:lnTo>
                    <a:pt x="74782" y="7594"/>
                  </a:lnTo>
                  <a:lnTo>
                    <a:pt x="67826" y="6075"/>
                  </a:lnTo>
                  <a:lnTo>
                    <a:pt x="60869" y="4556"/>
                  </a:lnTo>
                  <a:lnTo>
                    <a:pt x="48695" y="0"/>
                  </a:lnTo>
                  <a:lnTo>
                    <a:pt x="43478" y="1518"/>
                  </a:lnTo>
                  <a:lnTo>
                    <a:pt x="29565" y="9113"/>
                  </a:lnTo>
                  <a:lnTo>
                    <a:pt x="38260" y="16708"/>
                  </a:lnTo>
                  <a:lnTo>
                    <a:pt x="41739" y="18227"/>
                  </a:lnTo>
                  <a:lnTo>
                    <a:pt x="38260" y="21265"/>
                  </a:lnTo>
                  <a:lnTo>
                    <a:pt x="33043" y="22784"/>
                  </a:lnTo>
                  <a:lnTo>
                    <a:pt x="29565" y="24303"/>
                  </a:lnTo>
                  <a:lnTo>
                    <a:pt x="29565" y="30379"/>
                  </a:lnTo>
                  <a:lnTo>
                    <a:pt x="31304" y="34936"/>
                  </a:lnTo>
                  <a:lnTo>
                    <a:pt x="36521" y="39493"/>
                  </a:lnTo>
                  <a:lnTo>
                    <a:pt x="41739" y="47088"/>
                  </a:lnTo>
                  <a:lnTo>
                    <a:pt x="45217" y="53164"/>
                  </a:lnTo>
                  <a:lnTo>
                    <a:pt x="31304" y="47088"/>
                  </a:lnTo>
                  <a:lnTo>
                    <a:pt x="31304" y="44050"/>
                  </a:lnTo>
                  <a:lnTo>
                    <a:pt x="20869" y="41012"/>
                  </a:lnTo>
                  <a:lnTo>
                    <a:pt x="10434" y="41012"/>
                  </a:lnTo>
                  <a:lnTo>
                    <a:pt x="0" y="47088"/>
                  </a:lnTo>
                  <a:lnTo>
                    <a:pt x="0" y="56202"/>
                  </a:lnTo>
                  <a:lnTo>
                    <a:pt x="1739" y="54683"/>
                  </a:lnTo>
                  <a:lnTo>
                    <a:pt x="6956" y="5316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Shape 5349"/>
            <p:cNvSpPr/>
            <p:nvPr/>
          </p:nvSpPr>
          <p:spPr>
            <a:xfrm>
              <a:off x="16472157" y="6551957"/>
              <a:ext cx="36513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56" y="53164"/>
                  </a:moveTo>
                  <a:lnTo>
                    <a:pt x="8695" y="51645"/>
                  </a:lnTo>
                  <a:lnTo>
                    <a:pt x="8695" y="54683"/>
                  </a:lnTo>
                  <a:lnTo>
                    <a:pt x="8695" y="56202"/>
                  </a:lnTo>
                  <a:lnTo>
                    <a:pt x="8695" y="60759"/>
                  </a:lnTo>
                  <a:lnTo>
                    <a:pt x="8695" y="62278"/>
                  </a:lnTo>
                  <a:lnTo>
                    <a:pt x="12173" y="65316"/>
                  </a:lnTo>
                  <a:lnTo>
                    <a:pt x="15652" y="66835"/>
                  </a:lnTo>
                  <a:lnTo>
                    <a:pt x="19130" y="66835"/>
                  </a:lnTo>
                  <a:lnTo>
                    <a:pt x="24347" y="66835"/>
                  </a:lnTo>
                  <a:lnTo>
                    <a:pt x="20869" y="71392"/>
                  </a:lnTo>
                  <a:lnTo>
                    <a:pt x="12173" y="75949"/>
                  </a:lnTo>
                  <a:lnTo>
                    <a:pt x="8695" y="80506"/>
                  </a:lnTo>
                  <a:lnTo>
                    <a:pt x="19130" y="91139"/>
                  </a:lnTo>
                  <a:lnTo>
                    <a:pt x="33043" y="106329"/>
                  </a:lnTo>
                  <a:lnTo>
                    <a:pt x="45217" y="118481"/>
                  </a:lnTo>
                  <a:lnTo>
                    <a:pt x="53913" y="120000"/>
                  </a:lnTo>
                  <a:lnTo>
                    <a:pt x="57391" y="120000"/>
                  </a:lnTo>
                  <a:lnTo>
                    <a:pt x="60869" y="120000"/>
                  </a:lnTo>
                  <a:lnTo>
                    <a:pt x="60869" y="118481"/>
                  </a:lnTo>
                  <a:lnTo>
                    <a:pt x="62608" y="100253"/>
                  </a:lnTo>
                  <a:lnTo>
                    <a:pt x="64347" y="98734"/>
                  </a:lnTo>
                  <a:lnTo>
                    <a:pt x="66086" y="95696"/>
                  </a:lnTo>
                  <a:lnTo>
                    <a:pt x="76521" y="82025"/>
                  </a:lnTo>
                  <a:lnTo>
                    <a:pt x="86956" y="74430"/>
                  </a:lnTo>
                  <a:lnTo>
                    <a:pt x="92173" y="68354"/>
                  </a:lnTo>
                  <a:lnTo>
                    <a:pt x="93913" y="62278"/>
                  </a:lnTo>
                  <a:lnTo>
                    <a:pt x="93913" y="59240"/>
                  </a:lnTo>
                  <a:lnTo>
                    <a:pt x="93913" y="53164"/>
                  </a:lnTo>
                  <a:lnTo>
                    <a:pt x="100869" y="45569"/>
                  </a:lnTo>
                  <a:lnTo>
                    <a:pt x="100869" y="39493"/>
                  </a:lnTo>
                  <a:lnTo>
                    <a:pt x="100869" y="34936"/>
                  </a:lnTo>
                  <a:lnTo>
                    <a:pt x="102608" y="31898"/>
                  </a:lnTo>
                  <a:lnTo>
                    <a:pt x="116521" y="30379"/>
                  </a:lnTo>
                  <a:lnTo>
                    <a:pt x="120000" y="25822"/>
                  </a:lnTo>
                  <a:lnTo>
                    <a:pt x="116521" y="18227"/>
                  </a:lnTo>
                  <a:lnTo>
                    <a:pt x="111304" y="22784"/>
                  </a:lnTo>
                  <a:lnTo>
                    <a:pt x="104347" y="24303"/>
                  </a:lnTo>
                  <a:lnTo>
                    <a:pt x="97391" y="22784"/>
                  </a:lnTo>
                  <a:lnTo>
                    <a:pt x="86956" y="18227"/>
                  </a:lnTo>
                  <a:lnTo>
                    <a:pt x="85217" y="16708"/>
                  </a:lnTo>
                  <a:lnTo>
                    <a:pt x="85217" y="13670"/>
                  </a:lnTo>
                  <a:lnTo>
                    <a:pt x="85217" y="10632"/>
                  </a:lnTo>
                  <a:lnTo>
                    <a:pt x="83478" y="7594"/>
                  </a:lnTo>
                  <a:lnTo>
                    <a:pt x="80000" y="6075"/>
                  </a:lnTo>
                  <a:lnTo>
                    <a:pt x="78260" y="6075"/>
                  </a:lnTo>
                  <a:lnTo>
                    <a:pt x="76521" y="7594"/>
                  </a:lnTo>
                  <a:lnTo>
                    <a:pt x="74782" y="7594"/>
                  </a:lnTo>
                  <a:lnTo>
                    <a:pt x="67826" y="6075"/>
                  </a:lnTo>
                  <a:lnTo>
                    <a:pt x="60869" y="4556"/>
                  </a:lnTo>
                  <a:lnTo>
                    <a:pt x="48695" y="0"/>
                  </a:lnTo>
                  <a:lnTo>
                    <a:pt x="43478" y="1518"/>
                  </a:lnTo>
                  <a:lnTo>
                    <a:pt x="29565" y="9113"/>
                  </a:lnTo>
                  <a:lnTo>
                    <a:pt x="38260" y="16708"/>
                  </a:lnTo>
                  <a:lnTo>
                    <a:pt x="41739" y="18227"/>
                  </a:lnTo>
                  <a:lnTo>
                    <a:pt x="38260" y="21265"/>
                  </a:lnTo>
                  <a:lnTo>
                    <a:pt x="33043" y="22784"/>
                  </a:lnTo>
                  <a:lnTo>
                    <a:pt x="29565" y="24303"/>
                  </a:lnTo>
                  <a:lnTo>
                    <a:pt x="29565" y="30379"/>
                  </a:lnTo>
                  <a:lnTo>
                    <a:pt x="31304" y="34936"/>
                  </a:lnTo>
                  <a:lnTo>
                    <a:pt x="36521" y="39493"/>
                  </a:lnTo>
                  <a:lnTo>
                    <a:pt x="41739" y="47088"/>
                  </a:lnTo>
                  <a:lnTo>
                    <a:pt x="45217" y="53164"/>
                  </a:lnTo>
                  <a:lnTo>
                    <a:pt x="31304" y="47088"/>
                  </a:lnTo>
                  <a:lnTo>
                    <a:pt x="31304" y="44050"/>
                  </a:lnTo>
                  <a:lnTo>
                    <a:pt x="20869" y="41012"/>
                  </a:lnTo>
                  <a:lnTo>
                    <a:pt x="10434" y="41012"/>
                  </a:lnTo>
                  <a:lnTo>
                    <a:pt x="0" y="47088"/>
                  </a:lnTo>
                  <a:lnTo>
                    <a:pt x="0" y="56202"/>
                  </a:lnTo>
                  <a:lnTo>
                    <a:pt x="1739" y="54683"/>
                  </a:lnTo>
                  <a:lnTo>
                    <a:pt x="6956" y="5316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Shape 5350"/>
            <p:cNvSpPr/>
            <p:nvPr/>
          </p:nvSpPr>
          <p:spPr>
            <a:xfrm>
              <a:off x="16224507" y="6470994"/>
              <a:ext cx="17462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117" y="74042"/>
                  </a:moveTo>
                  <a:lnTo>
                    <a:pt x="17647" y="79148"/>
                  </a:lnTo>
                  <a:lnTo>
                    <a:pt x="21176" y="81702"/>
                  </a:lnTo>
                  <a:lnTo>
                    <a:pt x="28235" y="114893"/>
                  </a:lnTo>
                  <a:lnTo>
                    <a:pt x="35294" y="120000"/>
                  </a:lnTo>
                  <a:lnTo>
                    <a:pt x="60000" y="120000"/>
                  </a:lnTo>
                  <a:lnTo>
                    <a:pt x="63529" y="112340"/>
                  </a:lnTo>
                  <a:lnTo>
                    <a:pt x="70588" y="112340"/>
                  </a:lnTo>
                  <a:lnTo>
                    <a:pt x="81176" y="114893"/>
                  </a:lnTo>
                  <a:lnTo>
                    <a:pt x="95294" y="120000"/>
                  </a:lnTo>
                  <a:lnTo>
                    <a:pt x="116470" y="86808"/>
                  </a:lnTo>
                  <a:lnTo>
                    <a:pt x="120000" y="68936"/>
                  </a:lnTo>
                  <a:lnTo>
                    <a:pt x="112941" y="63829"/>
                  </a:lnTo>
                  <a:lnTo>
                    <a:pt x="112941" y="51063"/>
                  </a:lnTo>
                  <a:lnTo>
                    <a:pt x="120000" y="28085"/>
                  </a:lnTo>
                  <a:lnTo>
                    <a:pt x="116470" y="28085"/>
                  </a:lnTo>
                  <a:lnTo>
                    <a:pt x="112941" y="25531"/>
                  </a:lnTo>
                  <a:lnTo>
                    <a:pt x="105882" y="25531"/>
                  </a:lnTo>
                  <a:lnTo>
                    <a:pt x="98823" y="22978"/>
                  </a:lnTo>
                  <a:lnTo>
                    <a:pt x="102352" y="20425"/>
                  </a:lnTo>
                  <a:lnTo>
                    <a:pt x="102352" y="17872"/>
                  </a:lnTo>
                  <a:lnTo>
                    <a:pt x="102352" y="15319"/>
                  </a:lnTo>
                  <a:lnTo>
                    <a:pt x="102352" y="12765"/>
                  </a:lnTo>
                  <a:lnTo>
                    <a:pt x="105882" y="0"/>
                  </a:lnTo>
                  <a:lnTo>
                    <a:pt x="91764" y="0"/>
                  </a:lnTo>
                  <a:lnTo>
                    <a:pt x="70588" y="2553"/>
                  </a:lnTo>
                  <a:lnTo>
                    <a:pt x="63529" y="12765"/>
                  </a:lnTo>
                  <a:lnTo>
                    <a:pt x="60000" y="25531"/>
                  </a:lnTo>
                  <a:lnTo>
                    <a:pt x="42352" y="53617"/>
                  </a:lnTo>
                  <a:lnTo>
                    <a:pt x="28235" y="66382"/>
                  </a:lnTo>
                  <a:lnTo>
                    <a:pt x="21176" y="56170"/>
                  </a:lnTo>
                  <a:lnTo>
                    <a:pt x="14117" y="53617"/>
                  </a:lnTo>
                  <a:lnTo>
                    <a:pt x="3529" y="51063"/>
                  </a:lnTo>
                  <a:lnTo>
                    <a:pt x="0" y="56170"/>
                  </a:lnTo>
                  <a:lnTo>
                    <a:pt x="3529" y="68936"/>
                  </a:lnTo>
                  <a:lnTo>
                    <a:pt x="14117" y="740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Shape 5351"/>
            <p:cNvSpPr/>
            <p:nvPr/>
          </p:nvSpPr>
          <p:spPr>
            <a:xfrm>
              <a:off x="16224507" y="6470994"/>
              <a:ext cx="17462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117" y="74042"/>
                  </a:moveTo>
                  <a:lnTo>
                    <a:pt x="17647" y="79148"/>
                  </a:lnTo>
                  <a:lnTo>
                    <a:pt x="21176" y="81702"/>
                  </a:lnTo>
                  <a:lnTo>
                    <a:pt x="28235" y="114893"/>
                  </a:lnTo>
                  <a:lnTo>
                    <a:pt x="35294" y="120000"/>
                  </a:lnTo>
                  <a:lnTo>
                    <a:pt x="60000" y="120000"/>
                  </a:lnTo>
                  <a:lnTo>
                    <a:pt x="63529" y="112340"/>
                  </a:lnTo>
                  <a:lnTo>
                    <a:pt x="70588" y="112340"/>
                  </a:lnTo>
                  <a:lnTo>
                    <a:pt x="81176" y="114893"/>
                  </a:lnTo>
                  <a:lnTo>
                    <a:pt x="95294" y="120000"/>
                  </a:lnTo>
                  <a:lnTo>
                    <a:pt x="116470" y="86808"/>
                  </a:lnTo>
                  <a:lnTo>
                    <a:pt x="120000" y="68936"/>
                  </a:lnTo>
                  <a:lnTo>
                    <a:pt x="112941" y="63829"/>
                  </a:lnTo>
                  <a:lnTo>
                    <a:pt x="112941" y="51063"/>
                  </a:lnTo>
                  <a:lnTo>
                    <a:pt x="120000" y="28085"/>
                  </a:lnTo>
                  <a:lnTo>
                    <a:pt x="116470" y="28085"/>
                  </a:lnTo>
                  <a:lnTo>
                    <a:pt x="112941" y="25531"/>
                  </a:lnTo>
                  <a:lnTo>
                    <a:pt x="105882" y="25531"/>
                  </a:lnTo>
                  <a:lnTo>
                    <a:pt x="98823" y="22978"/>
                  </a:lnTo>
                  <a:lnTo>
                    <a:pt x="102352" y="20425"/>
                  </a:lnTo>
                  <a:lnTo>
                    <a:pt x="102352" y="17872"/>
                  </a:lnTo>
                  <a:lnTo>
                    <a:pt x="102352" y="15319"/>
                  </a:lnTo>
                  <a:lnTo>
                    <a:pt x="102352" y="12765"/>
                  </a:lnTo>
                  <a:lnTo>
                    <a:pt x="105882" y="0"/>
                  </a:lnTo>
                  <a:lnTo>
                    <a:pt x="91764" y="0"/>
                  </a:lnTo>
                  <a:lnTo>
                    <a:pt x="70588" y="2553"/>
                  </a:lnTo>
                  <a:lnTo>
                    <a:pt x="63529" y="12765"/>
                  </a:lnTo>
                  <a:lnTo>
                    <a:pt x="60000" y="25531"/>
                  </a:lnTo>
                  <a:lnTo>
                    <a:pt x="42352" y="53617"/>
                  </a:lnTo>
                  <a:lnTo>
                    <a:pt x="28235" y="66382"/>
                  </a:lnTo>
                  <a:lnTo>
                    <a:pt x="21176" y="56170"/>
                  </a:lnTo>
                  <a:lnTo>
                    <a:pt x="14117" y="53617"/>
                  </a:lnTo>
                  <a:lnTo>
                    <a:pt x="3529" y="51063"/>
                  </a:lnTo>
                  <a:lnTo>
                    <a:pt x="0" y="56170"/>
                  </a:lnTo>
                  <a:lnTo>
                    <a:pt x="3529" y="68936"/>
                  </a:lnTo>
                  <a:lnTo>
                    <a:pt x="14117" y="740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Shape 5352"/>
            <p:cNvSpPr/>
            <p:nvPr/>
          </p:nvSpPr>
          <p:spPr>
            <a:xfrm>
              <a:off x="16203870" y="6445594"/>
              <a:ext cx="17462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2580" y="89142"/>
                  </a:moveTo>
                  <a:lnTo>
                    <a:pt x="46451" y="99428"/>
                  </a:lnTo>
                  <a:lnTo>
                    <a:pt x="50322" y="116571"/>
                  </a:lnTo>
                  <a:lnTo>
                    <a:pt x="85161" y="120000"/>
                  </a:lnTo>
                  <a:lnTo>
                    <a:pt x="100645" y="116571"/>
                  </a:lnTo>
                  <a:lnTo>
                    <a:pt x="120000" y="109714"/>
                  </a:lnTo>
                  <a:lnTo>
                    <a:pt x="100645" y="92571"/>
                  </a:lnTo>
                  <a:lnTo>
                    <a:pt x="85161" y="89142"/>
                  </a:lnTo>
                  <a:lnTo>
                    <a:pt x="77419" y="82285"/>
                  </a:lnTo>
                  <a:lnTo>
                    <a:pt x="69677" y="65142"/>
                  </a:lnTo>
                  <a:lnTo>
                    <a:pt x="69677" y="51428"/>
                  </a:lnTo>
                  <a:lnTo>
                    <a:pt x="77419" y="37714"/>
                  </a:lnTo>
                  <a:lnTo>
                    <a:pt x="77419" y="27428"/>
                  </a:lnTo>
                  <a:lnTo>
                    <a:pt x="65806" y="10285"/>
                  </a:lnTo>
                  <a:lnTo>
                    <a:pt x="46451" y="0"/>
                  </a:lnTo>
                  <a:lnTo>
                    <a:pt x="30967" y="10285"/>
                  </a:lnTo>
                  <a:lnTo>
                    <a:pt x="19354" y="48000"/>
                  </a:lnTo>
                  <a:lnTo>
                    <a:pt x="3870" y="61714"/>
                  </a:lnTo>
                  <a:lnTo>
                    <a:pt x="0" y="68571"/>
                  </a:lnTo>
                  <a:lnTo>
                    <a:pt x="11612" y="82285"/>
                  </a:lnTo>
                  <a:lnTo>
                    <a:pt x="42580" y="89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Shape 5353"/>
            <p:cNvSpPr/>
            <p:nvPr/>
          </p:nvSpPr>
          <p:spPr>
            <a:xfrm>
              <a:off x="16203870" y="6445594"/>
              <a:ext cx="17462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2580" y="89142"/>
                  </a:moveTo>
                  <a:lnTo>
                    <a:pt x="46451" y="99428"/>
                  </a:lnTo>
                  <a:lnTo>
                    <a:pt x="50322" y="116571"/>
                  </a:lnTo>
                  <a:lnTo>
                    <a:pt x="85161" y="120000"/>
                  </a:lnTo>
                  <a:lnTo>
                    <a:pt x="100645" y="116571"/>
                  </a:lnTo>
                  <a:lnTo>
                    <a:pt x="120000" y="109714"/>
                  </a:lnTo>
                  <a:lnTo>
                    <a:pt x="100645" y="92571"/>
                  </a:lnTo>
                  <a:lnTo>
                    <a:pt x="85161" y="89142"/>
                  </a:lnTo>
                  <a:lnTo>
                    <a:pt x="77419" y="82285"/>
                  </a:lnTo>
                  <a:lnTo>
                    <a:pt x="69677" y="65142"/>
                  </a:lnTo>
                  <a:lnTo>
                    <a:pt x="69677" y="51428"/>
                  </a:lnTo>
                  <a:lnTo>
                    <a:pt x="77419" y="37714"/>
                  </a:lnTo>
                  <a:lnTo>
                    <a:pt x="77419" y="27428"/>
                  </a:lnTo>
                  <a:lnTo>
                    <a:pt x="65806" y="10285"/>
                  </a:lnTo>
                  <a:lnTo>
                    <a:pt x="46451" y="0"/>
                  </a:lnTo>
                  <a:lnTo>
                    <a:pt x="30967" y="10285"/>
                  </a:lnTo>
                  <a:lnTo>
                    <a:pt x="19354" y="48000"/>
                  </a:lnTo>
                  <a:lnTo>
                    <a:pt x="3870" y="61714"/>
                  </a:lnTo>
                  <a:lnTo>
                    <a:pt x="0" y="68571"/>
                  </a:lnTo>
                  <a:lnTo>
                    <a:pt x="11612" y="82285"/>
                  </a:lnTo>
                  <a:lnTo>
                    <a:pt x="42580" y="89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Shape 5354"/>
            <p:cNvSpPr/>
            <p:nvPr/>
          </p:nvSpPr>
          <p:spPr>
            <a:xfrm>
              <a:off x="16056232" y="6339232"/>
              <a:ext cx="876300" cy="922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419" y="82594"/>
                  </a:moveTo>
                  <a:lnTo>
                    <a:pt x="119492" y="81974"/>
                  </a:lnTo>
                  <a:lnTo>
                    <a:pt x="119492" y="81974"/>
                  </a:lnTo>
                  <a:lnTo>
                    <a:pt x="119782" y="81630"/>
                  </a:lnTo>
                  <a:lnTo>
                    <a:pt x="119782" y="81423"/>
                  </a:lnTo>
                  <a:lnTo>
                    <a:pt x="119637" y="80941"/>
                  </a:lnTo>
                  <a:lnTo>
                    <a:pt x="119782" y="80528"/>
                  </a:lnTo>
                  <a:lnTo>
                    <a:pt x="119709" y="80252"/>
                  </a:lnTo>
                  <a:lnTo>
                    <a:pt x="119492" y="79908"/>
                  </a:lnTo>
                  <a:lnTo>
                    <a:pt x="119419" y="79632"/>
                  </a:lnTo>
                  <a:lnTo>
                    <a:pt x="119057" y="79219"/>
                  </a:lnTo>
                  <a:lnTo>
                    <a:pt x="118839" y="78737"/>
                  </a:lnTo>
                  <a:lnTo>
                    <a:pt x="118694" y="78185"/>
                  </a:lnTo>
                  <a:lnTo>
                    <a:pt x="118404" y="77634"/>
                  </a:lnTo>
                  <a:lnTo>
                    <a:pt x="118259" y="76463"/>
                  </a:lnTo>
                  <a:lnTo>
                    <a:pt x="118114" y="76394"/>
                  </a:lnTo>
                  <a:lnTo>
                    <a:pt x="117969" y="76394"/>
                  </a:lnTo>
                  <a:lnTo>
                    <a:pt x="117752" y="76326"/>
                  </a:lnTo>
                  <a:lnTo>
                    <a:pt x="117679" y="76188"/>
                  </a:lnTo>
                  <a:lnTo>
                    <a:pt x="117897" y="75981"/>
                  </a:lnTo>
                  <a:lnTo>
                    <a:pt x="117389" y="75637"/>
                  </a:lnTo>
                  <a:lnTo>
                    <a:pt x="117317" y="75430"/>
                  </a:lnTo>
                  <a:lnTo>
                    <a:pt x="117462" y="74672"/>
                  </a:lnTo>
                  <a:lnTo>
                    <a:pt x="117389" y="74466"/>
                  </a:lnTo>
                  <a:lnTo>
                    <a:pt x="117244" y="74397"/>
                  </a:lnTo>
                  <a:lnTo>
                    <a:pt x="117027" y="74397"/>
                  </a:lnTo>
                  <a:lnTo>
                    <a:pt x="116882" y="74259"/>
                  </a:lnTo>
                  <a:lnTo>
                    <a:pt x="116664" y="74121"/>
                  </a:lnTo>
                  <a:lnTo>
                    <a:pt x="116954" y="74052"/>
                  </a:lnTo>
                  <a:lnTo>
                    <a:pt x="117027" y="73777"/>
                  </a:lnTo>
                  <a:lnTo>
                    <a:pt x="116882" y="73639"/>
                  </a:lnTo>
                  <a:lnTo>
                    <a:pt x="116592" y="73708"/>
                  </a:lnTo>
                  <a:lnTo>
                    <a:pt x="116229" y="73915"/>
                  </a:lnTo>
                  <a:lnTo>
                    <a:pt x="115359" y="74121"/>
                  </a:lnTo>
                  <a:lnTo>
                    <a:pt x="115504" y="73777"/>
                  </a:lnTo>
                  <a:lnTo>
                    <a:pt x="116012" y="73432"/>
                  </a:lnTo>
                  <a:lnTo>
                    <a:pt x="116157" y="73088"/>
                  </a:lnTo>
                  <a:lnTo>
                    <a:pt x="116084" y="72743"/>
                  </a:lnTo>
                  <a:lnTo>
                    <a:pt x="115867" y="72261"/>
                  </a:lnTo>
                  <a:lnTo>
                    <a:pt x="115432" y="71572"/>
                  </a:lnTo>
                  <a:lnTo>
                    <a:pt x="115359" y="71366"/>
                  </a:lnTo>
                  <a:lnTo>
                    <a:pt x="115359" y="71297"/>
                  </a:lnTo>
                  <a:lnTo>
                    <a:pt x="115359" y="71021"/>
                  </a:lnTo>
                  <a:lnTo>
                    <a:pt x="115141" y="70608"/>
                  </a:lnTo>
                  <a:lnTo>
                    <a:pt x="114996" y="70126"/>
                  </a:lnTo>
                  <a:lnTo>
                    <a:pt x="114706" y="69575"/>
                  </a:lnTo>
                  <a:lnTo>
                    <a:pt x="114706" y="69368"/>
                  </a:lnTo>
                  <a:lnTo>
                    <a:pt x="114706" y="69161"/>
                  </a:lnTo>
                  <a:lnTo>
                    <a:pt x="114344" y="68886"/>
                  </a:lnTo>
                  <a:lnTo>
                    <a:pt x="114634" y="68473"/>
                  </a:lnTo>
                  <a:lnTo>
                    <a:pt x="114706" y="68128"/>
                  </a:lnTo>
                  <a:lnTo>
                    <a:pt x="114634" y="67853"/>
                  </a:lnTo>
                  <a:lnTo>
                    <a:pt x="114489" y="67990"/>
                  </a:lnTo>
                  <a:lnTo>
                    <a:pt x="114344" y="68059"/>
                  </a:lnTo>
                  <a:lnTo>
                    <a:pt x="114126" y="68128"/>
                  </a:lnTo>
                  <a:lnTo>
                    <a:pt x="113981" y="68059"/>
                  </a:lnTo>
                  <a:lnTo>
                    <a:pt x="114054" y="67853"/>
                  </a:lnTo>
                  <a:lnTo>
                    <a:pt x="114561" y="67439"/>
                  </a:lnTo>
                  <a:lnTo>
                    <a:pt x="114634" y="67233"/>
                  </a:lnTo>
                  <a:lnTo>
                    <a:pt x="114561" y="66819"/>
                  </a:lnTo>
                  <a:lnTo>
                    <a:pt x="114126" y="65993"/>
                  </a:lnTo>
                  <a:lnTo>
                    <a:pt x="114054" y="65579"/>
                  </a:lnTo>
                  <a:lnTo>
                    <a:pt x="114054" y="65304"/>
                  </a:lnTo>
                  <a:lnTo>
                    <a:pt x="114054" y="64615"/>
                  </a:lnTo>
                  <a:lnTo>
                    <a:pt x="114054" y="64202"/>
                  </a:lnTo>
                  <a:lnTo>
                    <a:pt x="113981" y="63926"/>
                  </a:lnTo>
                  <a:lnTo>
                    <a:pt x="113836" y="63788"/>
                  </a:lnTo>
                  <a:lnTo>
                    <a:pt x="113111" y="63582"/>
                  </a:lnTo>
                  <a:lnTo>
                    <a:pt x="113256" y="63030"/>
                  </a:lnTo>
                  <a:lnTo>
                    <a:pt x="113401" y="62686"/>
                  </a:lnTo>
                  <a:lnTo>
                    <a:pt x="113619" y="62617"/>
                  </a:lnTo>
                  <a:lnTo>
                    <a:pt x="113329" y="61928"/>
                  </a:lnTo>
                  <a:lnTo>
                    <a:pt x="113184" y="61722"/>
                  </a:lnTo>
                  <a:lnTo>
                    <a:pt x="113039" y="61722"/>
                  </a:lnTo>
                  <a:lnTo>
                    <a:pt x="112676" y="61791"/>
                  </a:lnTo>
                  <a:lnTo>
                    <a:pt x="112386" y="61791"/>
                  </a:lnTo>
                  <a:lnTo>
                    <a:pt x="112024" y="61722"/>
                  </a:lnTo>
                  <a:lnTo>
                    <a:pt x="111806" y="61446"/>
                  </a:lnTo>
                  <a:lnTo>
                    <a:pt x="111734" y="61722"/>
                  </a:lnTo>
                  <a:lnTo>
                    <a:pt x="111589" y="60757"/>
                  </a:lnTo>
                  <a:lnTo>
                    <a:pt x="111444" y="60344"/>
                  </a:lnTo>
                  <a:lnTo>
                    <a:pt x="110719" y="59242"/>
                  </a:lnTo>
                  <a:lnTo>
                    <a:pt x="110501" y="59173"/>
                  </a:lnTo>
                  <a:lnTo>
                    <a:pt x="110356" y="59173"/>
                  </a:lnTo>
                  <a:lnTo>
                    <a:pt x="110066" y="59448"/>
                  </a:lnTo>
                  <a:lnTo>
                    <a:pt x="109776" y="59655"/>
                  </a:lnTo>
                  <a:lnTo>
                    <a:pt x="109558" y="59448"/>
                  </a:lnTo>
                  <a:lnTo>
                    <a:pt x="109341" y="58622"/>
                  </a:lnTo>
                  <a:lnTo>
                    <a:pt x="109123" y="58346"/>
                  </a:lnTo>
                  <a:lnTo>
                    <a:pt x="108398" y="57588"/>
                  </a:lnTo>
                  <a:lnTo>
                    <a:pt x="108253" y="57451"/>
                  </a:lnTo>
                  <a:lnTo>
                    <a:pt x="107528" y="57657"/>
                  </a:lnTo>
                  <a:lnTo>
                    <a:pt x="107383" y="57588"/>
                  </a:lnTo>
                  <a:lnTo>
                    <a:pt x="106948" y="57244"/>
                  </a:lnTo>
                  <a:lnTo>
                    <a:pt x="106803" y="57244"/>
                  </a:lnTo>
                  <a:lnTo>
                    <a:pt x="106658" y="57726"/>
                  </a:lnTo>
                  <a:lnTo>
                    <a:pt x="107021" y="58828"/>
                  </a:lnTo>
                  <a:lnTo>
                    <a:pt x="108181" y="61102"/>
                  </a:lnTo>
                  <a:lnTo>
                    <a:pt x="108398" y="61653"/>
                  </a:lnTo>
                  <a:lnTo>
                    <a:pt x="108471" y="62135"/>
                  </a:lnTo>
                  <a:lnTo>
                    <a:pt x="108688" y="62755"/>
                  </a:lnTo>
                  <a:lnTo>
                    <a:pt x="108688" y="63306"/>
                  </a:lnTo>
                  <a:lnTo>
                    <a:pt x="108688" y="63788"/>
                  </a:lnTo>
                  <a:lnTo>
                    <a:pt x="108253" y="64959"/>
                  </a:lnTo>
                  <a:lnTo>
                    <a:pt x="107963" y="66544"/>
                  </a:lnTo>
                  <a:lnTo>
                    <a:pt x="107601" y="67233"/>
                  </a:lnTo>
                  <a:lnTo>
                    <a:pt x="107746" y="68473"/>
                  </a:lnTo>
                  <a:lnTo>
                    <a:pt x="107673" y="68886"/>
                  </a:lnTo>
                  <a:lnTo>
                    <a:pt x="107673" y="68748"/>
                  </a:lnTo>
                  <a:lnTo>
                    <a:pt x="107528" y="68335"/>
                  </a:lnTo>
                  <a:lnTo>
                    <a:pt x="107166" y="68473"/>
                  </a:lnTo>
                  <a:lnTo>
                    <a:pt x="106948" y="68610"/>
                  </a:lnTo>
                  <a:lnTo>
                    <a:pt x="106948" y="68886"/>
                  </a:lnTo>
                  <a:lnTo>
                    <a:pt x="106731" y="69161"/>
                  </a:lnTo>
                  <a:lnTo>
                    <a:pt x="106513" y="69024"/>
                  </a:lnTo>
                  <a:lnTo>
                    <a:pt x="106513" y="68610"/>
                  </a:lnTo>
                  <a:lnTo>
                    <a:pt x="106513" y="67784"/>
                  </a:lnTo>
                  <a:lnTo>
                    <a:pt x="106296" y="67577"/>
                  </a:lnTo>
                  <a:lnTo>
                    <a:pt x="106296" y="67508"/>
                  </a:lnTo>
                  <a:lnTo>
                    <a:pt x="106151" y="67301"/>
                  </a:lnTo>
                  <a:lnTo>
                    <a:pt x="106006" y="67370"/>
                  </a:lnTo>
                  <a:lnTo>
                    <a:pt x="105933" y="67646"/>
                  </a:lnTo>
                  <a:lnTo>
                    <a:pt x="105933" y="68059"/>
                  </a:lnTo>
                  <a:lnTo>
                    <a:pt x="105861" y="68473"/>
                  </a:lnTo>
                  <a:lnTo>
                    <a:pt x="105643" y="68128"/>
                  </a:lnTo>
                  <a:lnTo>
                    <a:pt x="105570" y="67853"/>
                  </a:lnTo>
                  <a:lnTo>
                    <a:pt x="105570" y="67577"/>
                  </a:lnTo>
                  <a:lnTo>
                    <a:pt x="105498" y="67370"/>
                  </a:lnTo>
                  <a:lnTo>
                    <a:pt x="105353" y="67095"/>
                  </a:lnTo>
                  <a:lnTo>
                    <a:pt x="104773" y="66268"/>
                  </a:lnTo>
                  <a:lnTo>
                    <a:pt x="104555" y="66888"/>
                  </a:lnTo>
                  <a:lnTo>
                    <a:pt x="104410" y="67095"/>
                  </a:lnTo>
                  <a:lnTo>
                    <a:pt x="104120" y="67095"/>
                  </a:lnTo>
                  <a:lnTo>
                    <a:pt x="103903" y="67164"/>
                  </a:lnTo>
                  <a:lnTo>
                    <a:pt x="103758" y="67095"/>
                  </a:lnTo>
                  <a:lnTo>
                    <a:pt x="103830" y="66957"/>
                  </a:lnTo>
                  <a:lnTo>
                    <a:pt x="103975" y="66681"/>
                  </a:lnTo>
                  <a:lnTo>
                    <a:pt x="104193" y="66130"/>
                  </a:lnTo>
                  <a:lnTo>
                    <a:pt x="104338" y="65579"/>
                  </a:lnTo>
                  <a:lnTo>
                    <a:pt x="104193" y="65166"/>
                  </a:lnTo>
                  <a:lnTo>
                    <a:pt x="103975" y="65924"/>
                  </a:lnTo>
                  <a:lnTo>
                    <a:pt x="103830" y="66268"/>
                  </a:lnTo>
                  <a:lnTo>
                    <a:pt x="103468" y="66544"/>
                  </a:lnTo>
                  <a:lnTo>
                    <a:pt x="103468" y="66199"/>
                  </a:lnTo>
                  <a:lnTo>
                    <a:pt x="103685" y="65717"/>
                  </a:lnTo>
                  <a:lnTo>
                    <a:pt x="103685" y="65304"/>
                  </a:lnTo>
                  <a:lnTo>
                    <a:pt x="103468" y="65442"/>
                  </a:lnTo>
                  <a:lnTo>
                    <a:pt x="103323" y="65579"/>
                  </a:lnTo>
                  <a:lnTo>
                    <a:pt x="103250" y="65855"/>
                  </a:lnTo>
                  <a:lnTo>
                    <a:pt x="103250" y="66061"/>
                  </a:lnTo>
                  <a:lnTo>
                    <a:pt x="102888" y="65924"/>
                  </a:lnTo>
                  <a:lnTo>
                    <a:pt x="102888" y="65510"/>
                  </a:lnTo>
                  <a:lnTo>
                    <a:pt x="103033" y="65235"/>
                  </a:lnTo>
                  <a:lnTo>
                    <a:pt x="103250" y="64959"/>
                  </a:lnTo>
                  <a:lnTo>
                    <a:pt x="103395" y="64615"/>
                  </a:lnTo>
                  <a:lnTo>
                    <a:pt x="103250" y="63788"/>
                  </a:lnTo>
                  <a:lnTo>
                    <a:pt x="103323" y="63375"/>
                  </a:lnTo>
                  <a:lnTo>
                    <a:pt x="103105" y="63237"/>
                  </a:lnTo>
                  <a:lnTo>
                    <a:pt x="102960" y="63237"/>
                  </a:lnTo>
                  <a:lnTo>
                    <a:pt x="102888" y="63306"/>
                  </a:lnTo>
                  <a:lnTo>
                    <a:pt x="102743" y="63444"/>
                  </a:lnTo>
                  <a:lnTo>
                    <a:pt x="102743" y="63099"/>
                  </a:lnTo>
                  <a:lnTo>
                    <a:pt x="102670" y="62686"/>
                  </a:lnTo>
                  <a:lnTo>
                    <a:pt x="102235" y="62824"/>
                  </a:lnTo>
                  <a:lnTo>
                    <a:pt x="102235" y="62824"/>
                  </a:lnTo>
                  <a:lnTo>
                    <a:pt x="101945" y="62824"/>
                  </a:lnTo>
                  <a:lnTo>
                    <a:pt x="101800" y="62755"/>
                  </a:lnTo>
                  <a:lnTo>
                    <a:pt x="101800" y="62617"/>
                  </a:lnTo>
                  <a:lnTo>
                    <a:pt x="101873" y="62548"/>
                  </a:lnTo>
                  <a:lnTo>
                    <a:pt x="101945" y="62411"/>
                  </a:lnTo>
                  <a:lnTo>
                    <a:pt x="102018" y="62342"/>
                  </a:lnTo>
                  <a:lnTo>
                    <a:pt x="102090" y="62135"/>
                  </a:lnTo>
                  <a:lnTo>
                    <a:pt x="102090" y="61928"/>
                  </a:lnTo>
                  <a:lnTo>
                    <a:pt x="102090" y="61653"/>
                  </a:lnTo>
                  <a:lnTo>
                    <a:pt x="102090" y="61446"/>
                  </a:lnTo>
                  <a:lnTo>
                    <a:pt x="101873" y="60964"/>
                  </a:lnTo>
                  <a:lnTo>
                    <a:pt x="101800" y="60482"/>
                  </a:lnTo>
                  <a:lnTo>
                    <a:pt x="101945" y="59448"/>
                  </a:lnTo>
                  <a:lnTo>
                    <a:pt x="101873" y="58966"/>
                  </a:lnTo>
                  <a:lnTo>
                    <a:pt x="101800" y="58553"/>
                  </a:lnTo>
                  <a:lnTo>
                    <a:pt x="101583" y="58071"/>
                  </a:lnTo>
                  <a:lnTo>
                    <a:pt x="101148" y="57588"/>
                  </a:lnTo>
                  <a:lnTo>
                    <a:pt x="100930" y="57106"/>
                  </a:lnTo>
                  <a:lnTo>
                    <a:pt x="100930" y="56555"/>
                  </a:lnTo>
                  <a:lnTo>
                    <a:pt x="101075" y="55729"/>
                  </a:lnTo>
                  <a:lnTo>
                    <a:pt x="101148" y="55177"/>
                  </a:lnTo>
                  <a:lnTo>
                    <a:pt x="101075" y="54833"/>
                  </a:lnTo>
                  <a:lnTo>
                    <a:pt x="100930" y="54351"/>
                  </a:lnTo>
                  <a:lnTo>
                    <a:pt x="100640" y="53938"/>
                  </a:lnTo>
                  <a:lnTo>
                    <a:pt x="100567" y="53731"/>
                  </a:lnTo>
                  <a:lnTo>
                    <a:pt x="100567" y="53386"/>
                  </a:lnTo>
                  <a:lnTo>
                    <a:pt x="100567" y="53042"/>
                  </a:lnTo>
                  <a:lnTo>
                    <a:pt x="100495" y="52835"/>
                  </a:lnTo>
                  <a:lnTo>
                    <a:pt x="100495" y="52629"/>
                  </a:lnTo>
                  <a:lnTo>
                    <a:pt x="100422" y="52422"/>
                  </a:lnTo>
                  <a:lnTo>
                    <a:pt x="100495" y="52215"/>
                  </a:lnTo>
                  <a:lnTo>
                    <a:pt x="101148" y="51733"/>
                  </a:lnTo>
                  <a:lnTo>
                    <a:pt x="101220" y="51595"/>
                  </a:lnTo>
                  <a:lnTo>
                    <a:pt x="101220" y="51320"/>
                  </a:lnTo>
                  <a:lnTo>
                    <a:pt x="101148" y="51113"/>
                  </a:lnTo>
                  <a:lnTo>
                    <a:pt x="100567" y="51182"/>
                  </a:lnTo>
                  <a:lnTo>
                    <a:pt x="99552" y="50769"/>
                  </a:lnTo>
                  <a:lnTo>
                    <a:pt x="99045" y="50769"/>
                  </a:lnTo>
                  <a:lnTo>
                    <a:pt x="98972" y="50975"/>
                  </a:lnTo>
                  <a:lnTo>
                    <a:pt x="98972" y="51458"/>
                  </a:lnTo>
                  <a:lnTo>
                    <a:pt x="99117" y="52698"/>
                  </a:lnTo>
                  <a:lnTo>
                    <a:pt x="99117" y="53869"/>
                  </a:lnTo>
                  <a:lnTo>
                    <a:pt x="99117" y="54213"/>
                  </a:lnTo>
                  <a:lnTo>
                    <a:pt x="98972" y="54557"/>
                  </a:lnTo>
                  <a:lnTo>
                    <a:pt x="98900" y="54971"/>
                  </a:lnTo>
                  <a:lnTo>
                    <a:pt x="98682" y="55177"/>
                  </a:lnTo>
                  <a:lnTo>
                    <a:pt x="98320" y="55246"/>
                  </a:lnTo>
                  <a:lnTo>
                    <a:pt x="97957" y="55177"/>
                  </a:lnTo>
                  <a:lnTo>
                    <a:pt x="97595" y="55177"/>
                  </a:lnTo>
                  <a:lnTo>
                    <a:pt x="97377" y="55384"/>
                  </a:lnTo>
                  <a:lnTo>
                    <a:pt x="97377" y="55660"/>
                  </a:lnTo>
                  <a:lnTo>
                    <a:pt x="97450" y="55797"/>
                  </a:lnTo>
                  <a:lnTo>
                    <a:pt x="97450" y="55935"/>
                  </a:lnTo>
                  <a:lnTo>
                    <a:pt x="97087" y="56349"/>
                  </a:lnTo>
                  <a:lnTo>
                    <a:pt x="97087" y="56486"/>
                  </a:lnTo>
                  <a:lnTo>
                    <a:pt x="97087" y="56693"/>
                  </a:lnTo>
                  <a:lnTo>
                    <a:pt x="97015" y="56969"/>
                  </a:lnTo>
                  <a:lnTo>
                    <a:pt x="96942" y="57106"/>
                  </a:lnTo>
                  <a:lnTo>
                    <a:pt x="96652" y="57244"/>
                  </a:lnTo>
                  <a:lnTo>
                    <a:pt x="96580" y="57382"/>
                  </a:lnTo>
                  <a:lnTo>
                    <a:pt x="96652" y="58277"/>
                  </a:lnTo>
                  <a:lnTo>
                    <a:pt x="96725" y="58622"/>
                  </a:lnTo>
                  <a:lnTo>
                    <a:pt x="97015" y="59448"/>
                  </a:lnTo>
                  <a:lnTo>
                    <a:pt x="97087" y="59862"/>
                  </a:lnTo>
                  <a:lnTo>
                    <a:pt x="97087" y="60344"/>
                  </a:lnTo>
                  <a:lnTo>
                    <a:pt x="97232" y="60688"/>
                  </a:lnTo>
                  <a:lnTo>
                    <a:pt x="97377" y="61033"/>
                  </a:lnTo>
                  <a:lnTo>
                    <a:pt x="97595" y="61171"/>
                  </a:lnTo>
                  <a:lnTo>
                    <a:pt x="97740" y="61308"/>
                  </a:lnTo>
                  <a:lnTo>
                    <a:pt x="97305" y="61377"/>
                  </a:lnTo>
                  <a:lnTo>
                    <a:pt x="97087" y="61515"/>
                  </a:lnTo>
                  <a:lnTo>
                    <a:pt x="96942" y="61791"/>
                  </a:lnTo>
                  <a:lnTo>
                    <a:pt x="96942" y="62066"/>
                  </a:lnTo>
                  <a:lnTo>
                    <a:pt x="97015" y="62411"/>
                  </a:lnTo>
                  <a:lnTo>
                    <a:pt x="97087" y="63030"/>
                  </a:lnTo>
                  <a:lnTo>
                    <a:pt x="97305" y="63168"/>
                  </a:lnTo>
                  <a:lnTo>
                    <a:pt x="97305" y="63582"/>
                  </a:lnTo>
                  <a:lnTo>
                    <a:pt x="97450" y="63995"/>
                  </a:lnTo>
                  <a:lnTo>
                    <a:pt x="97667" y="64477"/>
                  </a:lnTo>
                  <a:lnTo>
                    <a:pt x="97595" y="64684"/>
                  </a:lnTo>
                  <a:lnTo>
                    <a:pt x="97522" y="64890"/>
                  </a:lnTo>
                  <a:lnTo>
                    <a:pt x="97595" y="65304"/>
                  </a:lnTo>
                  <a:lnTo>
                    <a:pt x="97740" y="65579"/>
                  </a:lnTo>
                  <a:lnTo>
                    <a:pt x="98102" y="65924"/>
                  </a:lnTo>
                  <a:lnTo>
                    <a:pt x="98392" y="66130"/>
                  </a:lnTo>
                  <a:lnTo>
                    <a:pt x="98610" y="66199"/>
                  </a:lnTo>
                  <a:lnTo>
                    <a:pt x="98682" y="66268"/>
                  </a:lnTo>
                  <a:lnTo>
                    <a:pt x="98755" y="66613"/>
                  </a:lnTo>
                  <a:lnTo>
                    <a:pt x="98682" y="66888"/>
                  </a:lnTo>
                  <a:lnTo>
                    <a:pt x="98465" y="67164"/>
                  </a:lnTo>
                  <a:lnTo>
                    <a:pt x="98827" y="67370"/>
                  </a:lnTo>
                  <a:lnTo>
                    <a:pt x="98972" y="67577"/>
                  </a:lnTo>
                  <a:lnTo>
                    <a:pt x="99045" y="67921"/>
                  </a:lnTo>
                  <a:lnTo>
                    <a:pt x="99407" y="68197"/>
                  </a:lnTo>
                  <a:lnTo>
                    <a:pt x="98900" y="68197"/>
                  </a:lnTo>
                  <a:lnTo>
                    <a:pt x="98755" y="68197"/>
                  </a:lnTo>
                  <a:lnTo>
                    <a:pt x="98610" y="68335"/>
                  </a:lnTo>
                  <a:lnTo>
                    <a:pt x="98610" y="68541"/>
                  </a:lnTo>
                  <a:lnTo>
                    <a:pt x="98900" y="68679"/>
                  </a:lnTo>
                  <a:lnTo>
                    <a:pt x="99407" y="68886"/>
                  </a:lnTo>
                  <a:lnTo>
                    <a:pt x="99335" y="69230"/>
                  </a:lnTo>
                  <a:lnTo>
                    <a:pt x="99335" y="69368"/>
                  </a:lnTo>
                  <a:lnTo>
                    <a:pt x="99552" y="69506"/>
                  </a:lnTo>
                  <a:lnTo>
                    <a:pt x="99697" y="69712"/>
                  </a:lnTo>
                  <a:lnTo>
                    <a:pt x="99915" y="70126"/>
                  </a:lnTo>
                  <a:lnTo>
                    <a:pt x="99915" y="70264"/>
                  </a:lnTo>
                  <a:lnTo>
                    <a:pt x="99480" y="70332"/>
                  </a:lnTo>
                  <a:lnTo>
                    <a:pt x="99407" y="70401"/>
                  </a:lnTo>
                  <a:lnTo>
                    <a:pt x="99335" y="70677"/>
                  </a:lnTo>
                  <a:lnTo>
                    <a:pt x="99190" y="70746"/>
                  </a:lnTo>
                  <a:lnTo>
                    <a:pt x="99117" y="70677"/>
                  </a:lnTo>
                  <a:lnTo>
                    <a:pt x="99045" y="70608"/>
                  </a:lnTo>
                  <a:lnTo>
                    <a:pt x="98900" y="70539"/>
                  </a:lnTo>
                  <a:lnTo>
                    <a:pt x="98755" y="70401"/>
                  </a:lnTo>
                  <a:lnTo>
                    <a:pt x="98682" y="70401"/>
                  </a:lnTo>
                  <a:lnTo>
                    <a:pt x="98682" y="70677"/>
                  </a:lnTo>
                  <a:lnTo>
                    <a:pt x="98682" y="71366"/>
                  </a:lnTo>
                  <a:lnTo>
                    <a:pt x="98465" y="71641"/>
                  </a:lnTo>
                  <a:lnTo>
                    <a:pt x="98320" y="70884"/>
                  </a:lnTo>
                  <a:lnTo>
                    <a:pt x="98247" y="70746"/>
                  </a:lnTo>
                  <a:lnTo>
                    <a:pt x="98175" y="70539"/>
                  </a:lnTo>
                  <a:lnTo>
                    <a:pt x="98030" y="70332"/>
                  </a:lnTo>
                  <a:lnTo>
                    <a:pt x="97957" y="70332"/>
                  </a:lnTo>
                  <a:lnTo>
                    <a:pt x="97957" y="70401"/>
                  </a:lnTo>
                  <a:lnTo>
                    <a:pt x="98030" y="70608"/>
                  </a:lnTo>
                  <a:lnTo>
                    <a:pt x="97740" y="70539"/>
                  </a:lnTo>
                  <a:lnTo>
                    <a:pt x="97522" y="70264"/>
                  </a:lnTo>
                  <a:lnTo>
                    <a:pt x="97522" y="70126"/>
                  </a:lnTo>
                  <a:lnTo>
                    <a:pt x="97305" y="70195"/>
                  </a:lnTo>
                  <a:lnTo>
                    <a:pt x="97232" y="70264"/>
                  </a:lnTo>
                  <a:lnTo>
                    <a:pt x="97232" y="70401"/>
                  </a:lnTo>
                  <a:lnTo>
                    <a:pt x="97087" y="70608"/>
                  </a:lnTo>
                  <a:lnTo>
                    <a:pt x="96870" y="70539"/>
                  </a:lnTo>
                  <a:lnTo>
                    <a:pt x="96725" y="70195"/>
                  </a:lnTo>
                  <a:lnTo>
                    <a:pt x="96652" y="70057"/>
                  </a:lnTo>
                  <a:lnTo>
                    <a:pt x="96652" y="69988"/>
                  </a:lnTo>
                  <a:lnTo>
                    <a:pt x="96507" y="69368"/>
                  </a:lnTo>
                  <a:lnTo>
                    <a:pt x="96507" y="68955"/>
                  </a:lnTo>
                  <a:lnTo>
                    <a:pt x="96362" y="68541"/>
                  </a:lnTo>
                  <a:lnTo>
                    <a:pt x="96217" y="68197"/>
                  </a:lnTo>
                  <a:lnTo>
                    <a:pt x="95854" y="68197"/>
                  </a:lnTo>
                  <a:lnTo>
                    <a:pt x="95782" y="68748"/>
                  </a:lnTo>
                  <a:lnTo>
                    <a:pt x="96072" y="69575"/>
                  </a:lnTo>
                  <a:lnTo>
                    <a:pt x="96145" y="70264"/>
                  </a:lnTo>
                  <a:lnTo>
                    <a:pt x="95782" y="70332"/>
                  </a:lnTo>
                  <a:lnTo>
                    <a:pt x="94694" y="69850"/>
                  </a:lnTo>
                  <a:lnTo>
                    <a:pt x="94404" y="69644"/>
                  </a:lnTo>
                  <a:lnTo>
                    <a:pt x="93317" y="69437"/>
                  </a:lnTo>
                  <a:lnTo>
                    <a:pt x="93099" y="69230"/>
                  </a:lnTo>
                  <a:lnTo>
                    <a:pt x="93317" y="68955"/>
                  </a:lnTo>
                  <a:lnTo>
                    <a:pt x="93172" y="68610"/>
                  </a:lnTo>
                  <a:lnTo>
                    <a:pt x="92809" y="68266"/>
                  </a:lnTo>
                  <a:lnTo>
                    <a:pt x="92592" y="68266"/>
                  </a:lnTo>
                  <a:lnTo>
                    <a:pt x="92374" y="68128"/>
                  </a:lnTo>
                  <a:lnTo>
                    <a:pt x="92012" y="67853"/>
                  </a:lnTo>
                  <a:lnTo>
                    <a:pt x="91794" y="67439"/>
                  </a:lnTo>
                  <a:lnTo>
                    <a:pt x="91504" y="67508"/>
                  </a:lnTo>
                  <a:lnTo>
                    <a:pt x="91141" y="67095"/>
                  </a:lnTo>
                  <a:lnTo>
                    <a:pt x="89981" y="67095"/>
                  </a:lnTo>
                  <a:lnTo>
                    <a:pt x="89981" y="66681"/>
                  </a:lnTo>
                  <a:lnTo>
                    <a:pt x="90416" y="66613"/>
                  </a:lnTo>
                  <a:lnTo>
                    <a:pt x="90996" y="66681"/>
                  </a:lnTo>
                  <a:lnTo>
                    <a:pt x="91649" y="66819"/>
                  </a:lnTo>
                  <a:lnTo>
                    <a:pt x="91939" y="67095"/>
                  </a:lnTo>
                  <a:lnTo>
                    <a:pt x="92229" y="67301"/>
                  </a:lnTo>
                  <a:lnTo>
                    <a:pt x="92447" y="67370"/>
                  </a:lnTo>
                  <a:lnTo>
                    <a:pt x="92954" y="67508"/>
                  </a:lnTo>
                  <a:lnTo>
                    <a:pt x="93099" y="67439"/>
                  </a:lnTo>
                  <a:lnTo>
                    <a:pt x="93099" y="67095"/>
                  </a:lnTo>
                  <a:lnTo>
                    <a:pt x="93027" y="66681"/>
                  </a:lnTo>
                  <a:lnTo>
                    <a:pt x="93027" y="66475"/>
                  </a:lnTo>
                  <a:lnTo>
                    <a:pt x="93172" y="65993"/>
                  </a:lnTo>
                  <a:lnTo>
                    <a:pt x="92954" y="65373"/>
                  </a:lnTo>
                  <a:lnTo>
                    <a:pt x="92519" y="64753"/>
                  </a:lnTo>
                  <a:lnTo>
                    <a:pt x="92302" y="64270"/>
                  </a:lnTo>
                  <a:lnTo>
                    <a:pt x="91794" y="64477"/>
                  </a:lnTo>
                  <a:lnTo>
                    <a:pt x="91287" y="64753"/>
                  </a:lnTo>
                  <a:lnTo>
                    <a:pt x="91214" y="64615"/>
                  </a:lnTo>
                  <a:lnTo>
                    <a:pt x="92229" y="63995"/>
                  </a:lnTo>
                  <a:lnTo>
                    <a:pt x="92592" y="63926"/>
                  </a:lnTo>
                  <a:lnTo>
                    <a:pt x="92302" y="61928"/>
                  </a:lnTo>
                  <a:lnTo>
                    <a:pt x="92012" y="60826"/>
                  </a:lnTo>
                  <a:lnTo>
                    <a:pt x="91577" y="60275"/>
                  </a:lnTo>
                  <a:lnTo>
                    <a:pt x="91577" y="60068"/>
                  </a:lnTo>
                  <a:lnTo>
                    <a:pt x="91504" y="59724"/>
                  </a:lnTo>
                  <a:lnTo>
                    <a:pt x="91214" y="59999"/>
                  </a:lnTo>
                  <a:lnTo>
                    <a:pt x="91069" y="60757"/>
                  </a:lnTo>
                  <a:lnTo>
                    <a:pt x="90924" y="61171"/>
                  </a:lnTo>
                  <a:lnTo>
                    <a:pt x="90199" y="61791"/>
                  </a:lnTo>
                  <a:lnTo>
                    <a:pt x="89909" y="62479"/>
                  </a:lnTo>
                  <a:lnTo>
                    <a:pt x="89619" y="62617"/>
                  </a:lnTo>
                  <a:lnTo>
                    <a:pt x="89184" y="62617"/>
                  </a:lnTo>
                  <a:lnTo>
                    <a:pt x="88821" y="62755"/>
                  </a:lnTo>
                  <a:lnTo>
                    <a:pt x="88169" y="63168"/>
                  </a:lnTo>
                  <a:lnTo>
                    <a:pt x="87734" y="63237"/>
                  </a:lnTo>
                  <a:lnTo>
                    <a:pt x="87371" y="63099"/>
                  </a:lnTo>
                  <a:lnTo>
                    <a:pt x="87516" y="62824"/>
                  </a:lnTo>
                  <a:lnTo>
                    <a:pt x="88459" y="62617"/>
                  </a:lnTo>
                  <a:lnTo>
                    <a:pt x="89401" y="61928"/>
                  </a:lnTo>
                  <a:lnTo>
                    <a:pt x="90126" y="61102"/>
                  </a:lnTo>
                  <a:lnTo>
                    <a:pt x="90561" y="60068"/>
                  </a:lnTo>
                  <a:lnTo>
                    <a:pt x="89981" y="59862"/>
                  </a:lnTo>
                  <a:lnTo>
                    <a:pt x="89401" y="60137"/>
                  </a:lnTo>
                  <a:lnTo>
                    <a:pt x="88386" y="61102"/>
                  </a:lnTo>
                  <a:lnTo>
                    <a:pt x="86864" y="61791"/>
                  </a:lnTo>
                  <a:lnTo>
                    <a:pt x="86646" y="61722"/>
                  </a:lnTo>
                  <a:lnTo>
                    <a:pt x="86138" y="61102"/>
                  </a:lnTo>
                  <a:lnTo>
                    <a:pt x="85703" y="60757"/>
                  </a:lnTo>
                  <a:lnTo>
                    <a:pt x="85341" y="60482"/>
                  </a:lnTo>
                  <a:lnTo>
                    <a:pt x="84978" y="60137"/>
                  </a:lnTo>
                  <a:lnTo>
                    <a:pt x="84616" y="59655"/>
                  </a:lnTo>
                  <a:lnTo>
                    <a:pt x="84253" y="59104"/>
                  </a:lnTo>
                  <a:lnTo>
                    <a:pt x="84253" y="58691"/>
                  </a:lnTo>
                  <a:lnTo>
                    <a:pt x="84616" y="58484"/>
                  </a:lnTo>
                  <a:lnTo>
                    <a:pt x="85196" y="58484"/>
                  </a:lnTo>
                  <a:lnTo>
                    <a:pt x="85341" y="58622"/>
                  </a:lnTo>
                  <a:lnTo>
                    <a:pt x="85558" y="58760"/>
                  </a:lnTo>
                  <a:lnTo>
                    <a:pt x="85921" y="58966"/>
                  </a:lnTo>
                  <a:lnTo>
                    <a:pt x="86138" y="58966"/>
                  </a:lnTo>
                  <a:lnTo>
                    <a:pt x="86574" y="58415"/>
                  </a:lnTo>
                  <a:lnTo>
                    <a:pt x="86936" y="58140"/>
                  </a:lnTo>
                  <a:lnTo>
                    <a:pt x="87371" y="58002"/>
                  </a:lnTo>
                  <a:lnTo>
                    <a:pt x="88531" y="57933"/>
                  </a:lnTo>
                  <a:lnTo>
                    <a:pt x="88966" y="57795"/>
                  </a:lnTo>
                  <a:lnTo>
                    <a:pt x="89256" y="57451"/>
                  </a:lnTo>
                  <a:lnTo>
                    <a:pt x="89401" y="57106"/>
                  </a:lnTo>
                  <a:lnTo>
                    <a:pt x="89401" y="56762"/>
                  </a:lnTo>
                  <a:lnTo>
                    <a:pt x="89546" y="55935"/>
                  </a:lnTo>
                  <a:lnTo>
                    <a:pt x="89546" y="55246"/>
                  </a:lnTo>
                  <a:lnTo>
                    <a:pt x="89546" y="55109"/>
                  </a:lnTo>
                  <a:lnTo>
                    <a:pt x="90126" y="54420"/>
                  </a:lnTo>
                  <a:lnTo>
                    <a:pt x="90344" y="54006"/>
                  </a:lnTo>
                  <a:lnTo>
                    <a:pt x="90199" y="53524"/>
                  </a:lnTo>
                  <a:lnTo>
                    <a:pt x="90199" y="53180"/>
                  </a:lnTo>
                  <a:lnTo>
                    <a:pt x="90996" y="52629"/>
                  </a:lnTo>
                  <a:lnTo>
                    <a:pt x="91069" y="52284"/>
                  </a:lnTo>
                  <a:lnTo>
                    <a:pt x="90634" y="52215"/>
                  </a:lnTo>
                  <a:lnTo>
                    <a:pt x="90271" y="50769"/>
                  </a:lnTo>
                  <a:lnTo>
                    <a:pt x="89836" y="50355"/>
                  </a:lnTo>
                  <a:lnTo>
                    <a:pt x="89836" y="50218"/>
                  </a:lnTo>
                  <a:lnTo>
                    <a:pt x="89981" y="50080"/>
                  </a:lnTo>
                  <a:lnTo>
                    <a:pt x="90126" y="50080"/>
                  </a:lnTo>
                  <a:lnTo>
                    <a:pt x="90271" y="50149"/>
                  </a:lnTo>
                  <a:lnTo>
                    <a:pt x="90344" y="50218"/>
                  </a:lnTo>
                  <a:lnTo>
                    <a:pt x="90416" y="50149"/>
                  </a:lnTo>
                  <a:lnTo>
                    <a:pt x="90489" y="49873"/>
                  </a:lnTo>
                  <a:lnTo>
                    <a:pt x="90924" y="49598"/>
                  </a:lnTo>
                  <a:lnTo>
                    <a:pt x="91141" y="49529"/>
                  </a:lnTo>
                  <a:lnTo>
                    <a:pt x="91867" y="49667"/>
                  </a:lnTo>
                  <a:lnTo>
                    <a:pt x="92229" y="49598"/>
                  </a:lnTo>
                  <a:lnTo>
                    <a:pt x="92664" y="49253"/>
                  </a:lnTo>
                  <a:lnTo>
                    <a:pt x="92592" y="49115"/>
                  </a:lnTo>
                  <a:lnTo>
                    <a:pt x="92592" y="48289"/>
                  </a:lnTo>
                  <a:lnTo>
                    <a:pt x="92592" y="47944"/>
                  </a:lnTo>
                  <a:lnTo>
                    <a:pt x="93099" y="46980"/>
                  </a:lnTo>
                  <a:lnTo>
                    <a:pt x="93172" y="46360"/>
                  </a:lnTo>
                  <a:lnTo>
                    <a:pt x="92954" y="45671"/>
                  </a:lnTo>
                  <a:lnTo>
                    <a:pt x="92519" y="45189"/>
                  </a:lnTo>
                  <a:lnTo>
                    <a:pt x="92447" y="45051"/>
                  </a:lnTo>
                  <a:lnTo>
                    <a:pt x="92374" y="44845"/>
                  </a:lnTo>
                  <a:lnTo>
                    <a:pt x="92302" y="44362"/>
                  </a:lnTo>
                  <a:lnTo>
                    <a:pt x="92229" y="44225"/>
                  </a:lnTo>
                  <a:lnTo>
                    <a:pt x="92012" y="43949"/>
                  </a:lnTo>
                  <a:lnTo>
                    <a:pt x="92084" y="43673"/>
                  </a:lnTo>
                  <a:lnTo>
                    <a:pt x="92302" y="43398"/>
                  </a:lnTo>
                  <a:lnTo>
                    <a:pt x="92374" y="43122"/>
                  </a:lnTo>
                  <a:lnTo>
                    <a:pt x="92229" y="43053"/>
                  </a:lnTo>
                  <a:lnTo>
                    <a:pt x="91867" y="42916"/>
                  </a:lnTo>
                  <a:lnTo>
                    <a:pt x="91722" y="42847"/>
                  </a:lnTo>
                  <a:lnTo>
                    <a:pt x="91867" y="42296"/>
                  </a:lnTo>
                  <a:lnTo>
                    <a:pt x="91649" y="42020"/>
                  </a:lnTo>
                  <a:lnTo>
                    <a:pt x="90851" y="41745"/>
                  </a:lnTo>
                  <a:lnTo>
                    <a:pt x="90561" y="41607"/>
                  </a:lnTo>
                  <a:lnTo>
                    <a:pt x="90199" y="41262"/>
                  </a:lnTo>
                  <a:lnTo>
                    <a:pt x="89909" y="41056"/>
                  </a:lnTo>
                  <a:lnTo>
                    <a:pt x="89691" y="41056"/>
                  </a:lnTo>
                  <a:lnTo>
                    <a:pt x="89546" y="41125"/>
                  </a:lnTo>
                  <a:lnTo>
                    <a:pt x="89256" y="41125"/>
                  </a:lnTo>
                  <a:lnTo>
                    <a:pt x="89039" y="40987"/>
                  </a:lnTo>
                  <a:lnTo>
                    <a:pt x="88966" y="40780"/>
                  </a:lnTo>
                  <a:lnTo>
                    <a:pt x="88821" y="40780"/>
                  </a:lnTo>
                  <a:lnTo>
                    <a:pt x="88821" y="40918"/>
                  </a:lnTo>
                  <a:lnTo>
                    <a:pt x="89256" y="42158"/>
                  </a:lnTo>
                  <a:lnTo>
                    <a:pt x="89401" y="42227"/>
                  </a:lnTo>
                  <a:lnTo>
                    <a:pt x="89401" y="42433"/>
                  </a:lnTo>
                  <a:lnTo>
                    <a:pt x="89039" y="42640"/>
                  </a:lnTo>
                  <a:lnTo>
                    <a:pt x="88966" y="42847"/>
                  </a:lnTo>
                  <a:lnTo>
                    <a:pt x="88894" y="43053"/>
                  </a:lnTo>
                  <a:lnTo>
                    <a:pt x="88894" y="43260"/>
                  </a:lnTo>
                  <a:lnTo>
                    <a:pt x="88966" y="43673"/>
                  </a:lnTo>
                  <a:lnTo>
                    <a:pt x="89184" y="43742"/>
                  </a:lnTo>
                  <a:lnTo>
                    <a:pt x="89184" y="44156"/>
                  </a:lnTo>
                  <a:lnTo>
                    <a:pt x="89039" y="44982"/>
                  </a:lnTo>
                  <a:lnTo>
                    <a:pt x="88966" y="45464"/>
                  </a:lnTo>
                  <a:lnTo>
                    <a:pt x="89039" y="45671"/>
                  </a:lnTo>
                  <a:lnTo>
                    <a:pt x="89184" y="45878"/>
                  </a:lnTo>
                  <a:lnTo>
                    <a:pt x="89256" y="46153"/>
                  </a:lnTo>
                  <a:lnTo>
                    <a:pt x="89039" y="46291"/>
                  </a:lnTo>
                  <a:lnTo>
                    <a:pt x="88894" y="46291"/>
                  </a:lnTo>
                  <a:lnTo>
                    <a:pt x="88676" y="46153"/>
                  </a:lnTo>
                  <a:lnTo>
                    <a:pt x="88386" y="46016"/>
                  </a:lnTo>
                  <a:lnTo>
                    <a:pt x="88241" y="45740"/>
                  </a:lnTo>
                  <a:lnTo>
                    <a:pt x="88169" y="46084"/>
                  </a:lnTo>
                  <a:lnTo>
                    <a:pt x="88024" y="46291"/>
                  </a:lnTo>
                  <a:lnTo>
                    <a:pt x="87806" y="46291"/>
                  </a:lnTo>
                  <a:lnTo>
                    <a:pt x="87661" y="45533"/>
                  </a:lnTo>
                  <a:lnTo>
                    <a:pt x="87444" y="45396"/>
                  </a:lnTo>
                  <a:lnTo>
                    <a:pt x="86646" y="45189"/>
                  </a:lnTo>
                  <a:lnTo>
                    <a:pt x="86429" y="45327"/>
                  </a:lnTo>
                  <a:lnTo>
                    <a:pt x="85993" y="45533"/>
                  </a:lnTo>
                  <a:lnTo>
                    <a:pt x="85413" y="45671"/>
                  </a:lnTo>
                  <a:lnTo>
                    <a:pt x="85341" y="45740"/>
                  </a:lnTo>
                  <a:lnTo>
                    <a:pt x="85268" y="46016"/>
                  </a:lnTo>
                  <a:lnTo>
                    <a:pt x="85341" y="46153"/>
                  </a:lnTo>
                  <a:lnTo>
                    <a:pt x="85413" y="46291"/>
                  </a:lnTo>
                  <a:lnTo>
                    <a:pt x="85413" y="46429"/>
                  </a:lnTo>
                  <a:lnTo>
                    <a:pt x="85268" y="46773"/>
                  </a:lnTo>
                  <a:lnTo>
                    <a:pt x="85341" y="46911"/>
                  </a:lnTo>
                  <a:lnTo>
                    <a:pt x="85558" y="47187"/>
                  </a:lnTo>
                  <a:lnTo>
                    <a:pt x="85631" y="47393"/>
                  </a:lnTo>
                  <a:lnTo>
                    <a:pt x="85993" y="47600"/>
                  </a:lnTo>
                  <a:lnTo>
                    <a:pt x="86066" y="47738"/>
                  </a:lnTo>
                  <a:lnTo>
                    <a:pt x="86066" y="47807"/>
                  </a:lnTo>
                  <a:lnTo>
                    <a:pt x="86066" y="47944"/>
                  </a:lnTo>
                  <a:lnTo>
                    <a:pt x="86066" y="48151"/>
                  </a:lnTo>
                  <a:lnTo>
                    <a:pt x="86356" y="48633"/>
                  </a:lnTo>
                  <a:lnTo>
                    <a:pt x="86211" y="48633"/>
                  </a:lnTo>
                  <a:lnTo>
                    <a:pt x="86066" y="48633"/>
                  </a:lnTo>
                  <a:lnTo>
                    <a:pt x="85993" y="48840"/>
                  </a:lnTo>
                  <a:lnTo>
                    <a:pt x="86066" y="48978"/>
                  </a:lnTo>
                  <a:lnTo>
                    <a:pt x="86211" y="49253"/>
                  </a:lnTo>
                  <a:lnTo>
                    <a:pt x="86283" y="49460"/>
                  </a:lnTo>
                  <a:lnTo>
                    <a:pt x="86429" y="50149"/>
                  </a:lnTo>
                  <a:lnTo>
                    <a:pt x="86356" y="50287"/>
                  </a:lnTo>
                  <a:lnTo>
                    <a:pt x="86138" y="50218"/>
                  </a:lnTo>
                  <a:lnTo>
                    <a:pt x="86138" y="50769"/>
                  </a:lnTo>
                  <a:lnTo>
                    <a:pt x="86066" y="51664"/>
                  </a:lnTo>
                  <a:lnTo>
                    <a:pt x="85993" y="52146"/>
                  </a:lnTo>
                  <a:lnTo>
                    <a:pt x="85631" y="49667"/>
                  </a:lnTo>
                  <a:lnTo>
                    <a:pt x="85486" y="49804"/>
                  </a:lnTo>
                  <a:lnTo>
                    <a:pt x="85413" y="49942"/>
                  </a:lnTo>
                  <a:lnTo>
                    <a:pt x="85268" y="50355"/>
                  </a:lnTo>
                  <a:lnTo>
                    <a:pt x="85123" y="49735"/>
                  </a:lnTo>
                  <a:lnTo>
                    <a:pt x="84906" y="49529"/>
                  </a:lnTo>
                  <a:lnTo>
                    <a:pt x="84688" y="49253"/>
                  </a:lnTo>
                  <a:lnTo>
                    <a:pt x="84543" y="49391"/>
                  </a:lnTo>
                  <a:lnTo>
                    <a:pt x="84978" y="51044"/>
                  </a:lnTo>
                  <a:lnTo>
                    <a:pt x="85123" y="51320"/>
                  </a:lnTo>
                  <a:lnTo>
                    <a:pt x="84833" y="51595"/>
                  </a:lnTo>
                  <a:lnTo>
                    <a:pt x="84616" y="51940"/>
                  </a:lnTo>
                  <a:lnTo>
                    <a:pt x="84471" y="52353"/>
                  </a:lnTo>
                  <a:lnTo>
                    <a:pt x="84398" y="52698"/>
                  </a:lnTo>
                  <a:lnTo>
                    <a:pt x="84108" y="52629"/>
                  </a:lnTo>
                  <a:lnTo>
                    <a:pt x="84036" y="52284"/>
                  </a:lnTo>
                  <a:lnTo>
                    <a:pt x="84108" y="51871"/>
                  </a:lnTo>
                  <a:lnTo>
                    <a:pt x="84616" y="50218"/>
                  </a:lnTo>
                  <a:lnTo>
                    <a:pt x="84398" y="50080"/>
                  </a:lnTo>
                  <a:lnTo>
                    <a:pt x="84108" y="50080"/>
                  </a:lnTo>
                  <a:lnTo>
                    <a:pt x="83891" y="50218"/>
                  </a:lnTo>
                  <a:lnTo>
                    <a:pt x="83746" y="50355"/>
                  </a:lnTo>
                  <a:lnTo>
                    <a:pt x="83746" y="50080"/>
                  </a:lnTo>
                  <a:lnTo>
                    <a:pt x="83891" y="49667"/>
                  </a:lnTo>
                  <a:lnTo>
                    <a:pt x="83891" y="49391"/>
                  </a:lnTo>
                  <a:lnTo>
                    <a:pt x="83311" y="49598"/>
                  </a:lnTo>
                  <a:lnTo>
                    <a:pt x="83021" y="50355"/>
                  </a:lnTo>
                  <a:lnTo>
                    <a:pt x="82803" y="51320"/>
                  </a:lnTo>
                  <a:lnTo>
                    <a:pt x="82803" y="52146"/>
                  </a:lnTo>
                  <a:lnTo>
                    <a:pt x="82948" y="52422"/>
                  </a:lnTo>
                  <a:lnTo>
                    <a:pt x="83093" y="52629"/>
                  </a:lnTo>
                  <a:lnTo>
                    <a:pt x="83166" y="52835"/>
                  </a:lnTo>
                  <a:lnTo>
                    <a:pt x="83021" y="53042"/>
                  </a:lnTo>
                  <a:lnTo>
                    <a:pt x="82948" y="53180"/>
                  </a:lnTo>
                  <a:lnTo>
                    <a:pt x="83021" y="53386"/>
                  </a:lnTo>
                  <a:lnTo>
                    <a:pt x="83093" y="53662"/>
                  </a:lnTo>
                  <a:lnTo>
                    <a:pt x="83166" y="53800"/>
                  </a:lnTo>
                  <a:lnTo>
                    <a:pt x="83021" y="54557"/>
                  </a:lnTo>
                  <a:lnTo>
                    <a:pt x="83093" y="54902"/>
                  </a:lnTo>
                  <a:lnTo>
                    <a:pt x="83456" y="54902"/>
                  </a:lnTo>
                  <a:lnTo>
                    <a:pt x="83311" y="55246"/>
                  </a:lnTo>
                  <a:lnTo>
                    <a:pt x="83021" y="55246"/>
                  </a:lnTo>
                  <a:lnTo>
                    <a:pt x="82586" y="55040"/>
                  </a:lnTo>
                  <a:lnTo>
                    <a:pt x="82368" y="54489"/>
                  </a:lnTo>
                  <a:lnTo>
                    <a:pt x="82441" y="53249"/>
                  </a:lnTo>
                  <a:lnTo>
                    <a:pt x="82441" y="52698"/>
                  </a:lnTo>
                  <a:lnTo>
                    <a:pt x="81716" y="52973"/>
                  </a:lnTo>
                  <a:lnTo>
                    <a:pt x="81280" y="53731"/>
                  </a:lnTo>
                  <a:lnTo>
                    <a:pt x="80990" y="55522"/>
                  </a:lnTo>
                  <a:lnTo>
                    <a:pt x="80700" y="55797"/>
                  </a:lnTo>
                  <a:lnTo>
                    <a:pt x="79975" y="56073"/>
                  </a:lnTo>
                  <a:lnTo>
                    <a:pt x="79758" y="56349"/>
                  </a:lnTo>
                  <a:lnTo>
                    <a:pt x="79613" y="56624"/>
                  </a:lnTo>
                  <a:lnTo>
                    <a:pt x="79613" y="58071"/>
                  </a:lnTo>
                  <a:lnTo>
                    <a:pt x="79468" y="57795"/>
                  </a:lnTo>
                  <a:lnTo>
                    <a:pt x="79178" y="57726"/>
                  </a:lnTo>
                  <a:lnTo>
                    <a:pt x="78960" y="57657"/>
                  </a:lnTo>
                  <a:lnTo>
                    <a:pt x="78743" y="57588"/>
                  </a:lnTo>
                  <a:lnTo>
                    <a:pt x="78815" y="57313"/>
                  </a:lnTo>
                  <a:lnTo>
                    <a:pt x="78960" y="56417"/>
                  </a:lnTo>
                  <a:lnTo>
                    <a:pt x="79105" y="56073"/>
                  </a:lnTo>
                  <a:lnTo>
                    <a:pt x="79395" y="55935"/>
                  </a:lnTo>
                  <a:lnTo>
                    <a:pt x="79830" y="55797"/>
                  </a:lnTo>
                  <a:lnTo>
                    <a:pt x="80265" y="55315"/>
                  </a:lnTo>
                  <a:lnTo>
                    <a:pt x="80483" y="54833"/>
                  </a:lnTo>
                  <a:lnTo>
                    <a:pt x="80845" y="53662"/>
                  </a:lnTo>
                  <a:lnTo>
                    <a:pt x="80990" y="53111"/>
                  </a:lnTo>
                  <a:lnTo>
                    <a:pt x="81208" y="52629"/>
                  </a:lnTo>
                  <a:lnTo>
                    <a:pt x="81643" y="52284"/>
                  </a:lnTo>
                  <a:lnTo>
                    <a:pt x="82006" y="51940"/>
                  </a:lnTo>
                  <a:lnTo>
                    <a:pt x="82151" y="51733"/>
                  </a:lnTo>
                  <a:lnTo>
                    <a:pt x="82368" y="51113"/>
                  </a:lnTo>
                  <a:lnTo>
                    <a:pt x="82441" y="50975"/>
                  </a:lnTo>
                  <a:lnTo>
                    <a:pt x="82513" y="50907"/>
                  </a:lnTo>
                  <a:lnTo>
                    <a:pt x="82296" y="50838"/>
                  </a:lnTo>
                  <a:lnTo>
                    <a:pt x="81933" y="50769"/>
                  </a:lnTo>
                  <a:lnTo>
                    <a:pt x="81861" y="50769"/>
                  </a:lnTo>
                  <a:lnTo>
                    <a:pt x="81788" y="50907"/>
                  </a:lnTo>
                  <a:lnTo>
                    <a:pt x="81716" y="50975"/>
                  </a:lnTo>
                  <a:lnTo>
                    <a:pt x="81570" y="50975"/>
                  </a:lnTo>
                  <a:lnTo>
                    <a:pt x="81643" y="50562"/>
                  </a:lnTo>
                  <a:lnTo>
                    <a:pt x="82151" y="50080"/>
                  </a:lnTo>
                  <a:lnTo>
                    <a:pt x="82368" y="49735"/>
                  </a:lnTo>
                  <a:lnTo>
                    <a:pt x="79613" y="51320"/>
                  </a:lnTo>
                  <a:lnTo>
                    <a:pt x="79540" y="51664"/>
                  </a:lnTo>
                  <a:lnTo>
                    <a:pt x="79540" y="52009"/>
                  </a:lnTo>
                  <a:lnTo>
                    <a:pt x="79468" y="52284"/>
                  </a:lnTo>
                  <a:lnTo>
                    <a:pt x="79178" y="52353"/>
                  </a:lnTo>
                  <a:lnTo>
                    <a:pt x="79178" y="51940"/>
                  </a:lnTo>
                  <a:lnTo>
                    <a:pt x="79105" y="51595"/>
                  </a:lnTo>
                  <a:lnTo>
                    <a:pt x="79178" y="51251"/>
                  </a:lnTo>
                  <a:lnTo>
                    <a:pt x="79250" y="50975"/>
                  </a:lnTo>
                  <a:lnTo>
                    <a:pt x="79540" y="50769"/>
                  </a:lnTo>
                  <a:lnTo>
                    <a:pt x="80120" y="50355"/>
                  </a:lnTo>
                  <a:lnTo>
                    <a:pt x="80265" y="50080"/>
                  </a:lnTo>
                  <a:lnTo>
                    <a:pt x="80410" y="49115"/>
                  </a:lnTo>
                  <a:lnTo>
                    <a:pt x="81063" y="48082"/>
                  </a:lnTo>
                  <a:lnTo>
                    <a:pt x="81570" y="47669"/>
                  </a:lnTo>
                  <a:lnTo>
                    <a:pt x="81788" y="47462"/>
                  </a:lnTo>
                  <a:lnTo>
                    <a:pt x="81861" y="47118"/>
                  </a:lnTo>
                  <a:lnTo>
                    <a:pt x="81933" y="46704"/>
                  </a:lnTo>
                  <a:lnTo>
                    <a:pt x="81933" y="46498"/>
                  </a:lnTo>
                  <a:lnTo>
                    <a:pt x="82006" y="46360"/>
                  </a:lnTo>
                  <a:lnTo>
                    <a:pt x="82078" y="46291"/>
                  </a:lnTo>
                  <a:lnTo>
                    <a:pt x="81933" y="46016"/>
                  </a:lnTo>
                  <a:lnTo>
                    <a:pt x="81716" y="45878"/>
                  </a:lnTo>
                  <a:lnTo>
                    <a:pt x="81570" y="45878"/>
                  </a:lnTo>
                  <a:lnTo>
                    <a:pt x="81353" y="46084"/>
                  </a:lnTo>
                  <a:lnTo>
                    <a:pt x="81280" y="46222"/>
                  </a:lnTo>
                  <a:lnTo>
                    <a:pt x="81280" y="46498"/>
                  </a:lnTo>
                  <a:lnTo>
                    <a:pt x="80990" y="47531"/>
                  </a:lnTo>
                  <a:lnTo>
                    <a:pt x="80845" y="47669"/>
                  </a:lnTo>
                  <a:lnTo>
                    <a:pt x="80628" y="47738"/>
                  </a:lnTo>
                  <a:lnTo>
                    <a:pt x="80483" y="47738"/>
                  </a:lnTo>
                  <a:lnTo>
                    <a:pt x="80410" y="47462"/>
                  </a:lnTo>
                  <a:lnTo>
                    <a:pt x="80410" y="47256"/>
                  </a:lnTo>
                  <a:lnTo>
                    <a:pt x="80483" y="47187"/>
                  </a:lnTo>
                  <a:lnTo>
                    <a:pt x="80483" y="47118"/>
                  </a:lnTo>
                  <a:lnTo>
                    <a:pt x="80483" y="46911"/>
                  </a:lnTo>
                  <a:lnTo>
                    <a:pt x="80265" y="46911"/>
                  </a:lnTo>
                  <a:lnTo>
                    <a:pt x="80120" y="46980"/>
                  </a:lnTo>
                  <a:lnTo>
                    <a:pt x="79758" y="47118"/>
                  </a:lnTo>
                  <a:lnTo>
                    <a:pt x="79540" y="46842"/>
                  </a:lnTo>
                  <a:lnTo>
                    <a:pt x="78235" y="47944"/>
                  </a:lnTo>
                  <a:lnTo>
                    <a:pt x="77873" y="46980"/>
                  </a:lnTo>
                  <a:lnTo>
                    <a:pt x="77800" y="46842"/>
                  </a:lnTo>
                  <a:lnTo>
                    <a:pt x="77728" y="47738"/>
                  </a:lnTo>
                  <a:lnTo>
                    <a:pt x="77583" y="48495"/>
                  </a:lnTo>
                  <a:lnTo>
                    <a:pt x="77583" y="48978"/>
                  </a:lnTo>
                  <a:lnTo>
                    <a:pt x="77800" y="49253"/>
                  </a:lnTo>
                  <a:lnTo>
                    <a:pt x="78453" y="48840"/>
                  </a:lnTo>
                  <a:lnTo>
                    <a:pt x="79395" y="47807"/>
                  </a:lnTo>
                  <a:lnTo>
                    <a:pt x="79468" y="47944"/>
                  </a:lnTo>
                  <a:lnTo>
                    <a:pt x="78815" y="49873"/>
                  </a:lnTo>
                  <a:lnTo>
                    <a:pt x="78308" y="50287"/>
                  </a:lnTo>
                  <a:lnTo>
                    <a:pt x="78380" y="49942"/>
                  </a:lnTo>
                  <a:lnTo>
                    <a:pt x="78525" y="49667"/>
                  </a:lnTo>
                  <a:lnTo>
                    <a:pt x="78453" y="49529"/>
                  </a:lnTo>
                  <a:lnTo>
                    <a:pt x="78235" y="49598"/>
                  </a:lnTo>
                  <a:lnTo>
                    <a:pt x="78018" y="49667"/>
                  </a:lnTo>
                  <a:lnTo>
                    <a:pt x="77655" y="49735"/>
                  </a:lnTo>
                  <a:lnTo>
                    <a:pt x="77438" y="49598"/>
                  </a:lnTo>
                  <a:lnTo>
                    <a:pt x="77293" y="49253"/>
                  </a:lnTo>
                  <a:lnTo>
                    <a:pt x="77293" y="48978"/>
                  </a:lnTo>
                  <a:lnTo>
                    <a:pt x="77148" y="48771"/>
                  </a:lnTo>
                  <a:lnTo>
                    <a:pt x="76858" y="48633"/>
                  </a:lnTo>
                  <a:lnTo>
                    <a:pt x="76640" y="48289"/>
                  </a:lnTo>
                  <a:lnTo>
                    <a:pt x="76205" y="48358"/>
                  </a:lnTo>
                  <a:lnTo>
                    <a:pt x="75407" y="48771"/>
                  </a:lnTo>
                  <a:lnTo>
                    <a:pt x="75335" y="48564"/>
                  </a:lnTo>
                  <a:lnTo>
                    <a:pt x="75552" y="48220"/>
                  </a:lnTo>
                  <a:lnTo>
                    <a:pt x="75915" y="48082"/>
                  </a:lnTo>
                  <a:lnTo>
                    <a:pt x="76785" y="47876"/>
                  </a:lnTo>
                  <a:lnTo>
                    <a:pt x="77075" y="47669"/>
                  </a:lnTo>
                  <a:lnTo>
                    <a:pt x="77293" y="47256"/>
                  </a:lnTo>
                  <a:lnTo>
                    <a:pt x="77365" y="46360"/>
                  </a:lnTo>
                  <a:lnTo>
                    <a:pt x="77003" y="46360"/>
                  </a:lnTo>
                  <a:lnTo>
                    <a:pt x="77003" y="46704"/>
                  </a:lnTo>
                  <a:lnTo>
                    <a:pt x="77003" y="46911"/>
                  </a:lnTo>
                  <a:lnTo>
                    <a:pt x="76930" y="47118"/>
                  </a:lnTo>
                  <a:lnTo>
                    <a:pt x="76640" y="47049"/>
                  </a:lnTo>
                  <a:lnTo>
                    <a:pt x="76422" y="46842"/>
                  </a:lnTo>
                  <a:lnTo>
                    <a:pt x="76277" y="46567"/>
                  </a:lnTo>
                  <a:lnTo>
                    <a:pt x="75915" y="46498"/>
                  </a:lnTo>
                  <a:lnTo>
                    <a:pt x="76785" y="46016"/>
                  </a:lnTo>
                  <a:lnTo>
                    <a:pt x="77075" y="45671"/>
                  </a:lnTo>
                  <a:lnTo>
                    <a:pt x="77293" y="45120"/>
                  </a:lnTo>
                  <a:lnTo>
                    <a:pt x="76277" y="44982"/>
                  </a:lnTo>
                  <a:lnTo>
                    <a:pt x="75552" y="45464"/>
                  </a:lnTo>
                  <a:lnTo>
                    <a:pt x="75262" y="46222"/>
                  </a:lnTo>
                  <a:lnTo>
                    <a:pt x="75262" y="47393"/>
                  </a:lnTo>
                  <a:lnTo>
                    <a:pt x="75552" y="47256"/>
                  </a:lnTo>
                  <a:lnTo>
                    <a:pt x="75625" y="47600"/>
                  </a:lnTo>
                  <a:lnTo>
                    <a:pt x="75407" y="47876"/>
                  </a:lnTo>
                  <a:lnTo>
                    <a:pt x="74972" y="47944"/>
                  </a:lnTo>
                  <a:lnTo>
                    <a:pt x="74972" y="47600"/>
                  </a:lnTo>
                  <a:lnTo>
                    <a:pt x="74972" y="47256"/>
                  </a:lnTo>
                  <a:lnTo>
                    <a:pt x="74827" y="47049"/>
                  </a:lnTo>
                  <a:lnTo>
                    <a:pt x="74537" y="46980"/>
                  </a:lnTo>
                  <a:lnTo>
                    <a:pt x="74247" y="47118"/>
                  </a:lnTo>
                  <a:lnTo>
                    <a:pt x="73015" y="49391"/>
                  </a:lnTo>
                  <a:lnTo>
                    <a:pt x="72580" y="49804"/>
                  </a:lnTo>
                  <a:lnTo>
                    <a:pt x="72507" y="49667"/>
                  </a:lnTo>
                  <a:lnTo>
                    <a:pt x="72580" y="49460"/>
                  </a:lnTo>
                  <a:lnTo>
                    <a:pt x="72580" y="49253"/>
                  </a:lnTo>
                  <a:lnTo>
                    <a:pt x="72507" y="49115"/>
                  </a:lnTo>
                  <a:lnTo>
                    <a:pt x="72290" y="48978"/>
                  </a:lnTo>
                  <a:lnTo>
                    <a:pt x="72435" y="48771"/>
                  </a:lnTo>
                  <a:lnTo>
                    <a:pt x="72507" y="48220"/>
                  </a:lnTo>
                  <a:lnTo>
                    <a:pt x="72580" y="48082"/>
                  </a:lnTo>
                  <a:lnTo>
                    <a:pt x="73377" y="47531"/>
                  </a:lnTo>
                  <a:lnTo>
                    <a:pt x="73740" y="46911"/>
                  </a:lnTo>
                  <a:lnTo>
                    <a:pt x="73885" y="46773"/>
                  </a:lnTo>
                  <a:lnTo>
                    <a:pt x="74320" y="46429"/>
                  </a:lnTo>
                  <a:lnTo>
                    <a:pt x="74537" y="46291"/>
                  </a:lnTo>
                  <a:lnTo>
                    <a:pt x="74610" y="46084"/>
                  </a:lnTo>
                  <a:lnTo>
                    <a:pt x="74175" y="45809"/>
                  </a:lnTo>
                  <a:lnTo>
                    <a:pt x="74320" y="45396"/>
                  </a:lnTo>
                  <a:lnTo>
                    <a:pt x="74972" y="44225"/>
                  </a:lnTo>
                  <a:lnTo>
                    <a:pt x="74900" y="44156"/>
                  </a:lnTo>
                  <a:lnTo>
                    <a:pt x="74320" y="44845"/>
                  </a:lnTo>
                  <a:lnTo>
                    <a:pt x="73957" y="45051"/>
                  </a:lnTo>
                  <a:lnTo>
                    <a:pt x="73595" y="44982"/>
                  </a:lnTo>
                  <a:lnTo>
                    <a:pt x="73885" y="44845"/>
                  </a:lnTo>
                  <a:lnTo>
                    <a:pt x="73957" y="44638"/>
                  </a:lnTo>
                  <a:lnTo>
                    <a:pt x="73957" y="44293"/>
                  </a:lnTo>
                  <a:lnTo>
                    <a:pt x="74030" y="44087"/>
                  </a:lnTo>
                  <a:lnTo>
                    <a:pt x="74972" y="43605"/>
                  </a:lnTo>
                  <a:lnTo>
                    <a:pt x="75117" y="43467"/>
                  </a:lnTo>
                  <a:lnTo>
                    <a:pt x="75262" y="42916"/>
                  </a:lnTo>
                  <a:lnTo>
                    <a:pt x="75407" y="42709"/>
                  </a:lnTo>
                  <a:lnTo>
                    <a:pt x="75335" y="42640"/>
                  </a:lnTo>
                  <a:lnTo>
                    <a:pt x="74320" y="42502"/>
                  </a:lnTo>
                  <a:lnTo>
                    <a:pt x="73740" y="42502"/>
                  </a:lnTo>
                  <a:lnTo>
                    <a:pt x="73450" y="42433"/>
                  </a:lnTo>
                  <a:lnTo>
                    <a:pt x="73450" y="42089"/>
                  </a:lnTo>
                  <a:lnTo>
                    <a:pt x="73522" y="42020"/>
                  </a:lnTo>
                  <a:lnTo>
                    <a:pt x="74030" y="42020"/>
                  </a:lnTo>
                  <a:lnTo>
                    <a:pt x="74247" y="41951"/>
                  </a:lnTo>
                  <a:lnTo>
                    <a:pt x="74610" y="41607"/>
                  </a:lnTo>
                  <a:lnTo>
                    <a:pt x="74972" y="41125"/>
                  </a:lnTo>
                  <a:lnTo>
                    <a:pt x="75262" y="40711"/>
                  </a:lnTo>
                  <a:lnTo>
                    <a:pt x="75335" y="40160"/>
                  </a:lnTo>
                  <a:lnTo>
                    <a:pt x="74972" y="40229"/>
                  </a:lnTo>
                  <a:lnTo>
                    <a:pt x="74102" y="40918"/>
                  </a:lnTo>
                  <a:lnTo>
                    <a:pt x="73957" y="40987"/>
                  </a:lnTo>
                  <a:lnTo>
                    <a:pt x="73595" y="40918"/>
                  </a:lnTo>
                  <a:lnTo>
                    <a:pt x="73450" y="40849"/>
                  </a:lnTo>
                  <a:lnTo>
                    <a:pt x="73450" y="40780"/>
                  </a:lnTo>
                  <a:lnTo>
                    <a:pt x="74175" y="40436"/>
                  </a:lnTo>
                  <a:lnTo>
                    <a:pt x="76350" y="38507"/>
                  </a:lnTo>
                  <a:lnTo>
                    <a:pt x="76567" y="38094"/>
                  </a:lnTo>
                  <a:lnTo>
                    <a:pt x="76422" y="37680"/>
                  </a:lnTo>
                  <a:lnTo>
                    <a:pt x="76060" y="37267"/>
                  </a:lnTo>
                  <a:lnTo>
                    <a:pt x="75842" y="37060"/>
                  </a:lnTo>
                  <a:lnTo>
                    <a:pt x="75552" y="37198"/>
                  </a:lnTo>
                  <a:lnTo>
                    <a:pt x="75407" y="37198"/>
                  </a:lnTo>
                  <a:lnTo>
                    <a:pt x="75262" y="37198"/>
                  </a:lnTo>
                  <a:lnTo>
                    <a:pt x="75117" y="36991"/>
                  </a:lnTo>
                  <a:lnTo>
                    <a:pt x="74972" y="36785"/>
                  </a:lnTo>
                  <a:lnTo>
                    <a:pt x="74972" y="36578"/>
                  </a:lnTo>
                  <a:lnTo>
                    <a:pt x="74972" y="36371"/>
                  </a:lnTo>
                  <a:lnTo>
                    <a:pt x="75480" y="36371"/>
                  </a:lnTo>
                  <a:lnTo>
                    <a:pt x="75697" y="36234"/>
                  </a:lnTo>
                  <a:lnTo>
                    <a:pt x="75697" y="36096"/>
                  </a:lnTo>
                  <a:lnTo>
                    <a:pt x="75625" y="35889"/>
                  </a:lnTo>
                  <a:lnTo>
                    <a:pt x="75625" y="35407"/>
                  </a:lnTo>
                  <a:lnTo>
                    <a:pt x="75552" y="35200"/>
                  </a:lnTo>
                  <a:lnTo>
                    <a:pt x="75262" y="34925"/>
                  </a:lnTo>
                  <a:lnTo>
                    <a:pt x="75190" y="34718"/>
                  </a:lnTo>
                  <a:lnTo>
                    <a:pt x="75190" y="34580"/>
                  </a:lnTo>
                  <a:lnTo>
                    <a:pt x="75335" y="34443"/>
                  </a:lnTo>
                  <a:lnTo>
                    <a:pt x="75480" y="34167"/>
                  </a:lnTo>
                  <a:lnTo>
                    <a:pt x="75625" y="34098"/>
                  </a:lnTo>
                  <a:lnTo>
                    <a:pt x="75335" y="33616"/>
                  </a:lnTo>
                  <a:lnTo>
                    <a:pt x="75480" y="32789"/>
                  </a:lnTo>
                  <a:lnTo>
                    <a:pt x="75262" y="32583"/>
                  </a:lnTo>
                  <a:lnTo>
                    <a:pt x="75190" y="32445"/>
                  </a:lnTo>
                  <a:lnTo>
                    <a:pt x="74900" y="32514"/>
                  </a:lnTo>
                  <a:lnTo>
                    <a:pt x="74755" y="32445"/>
                  </a:lnTo>
                  <a:lnTo>
                    <a:pt x="74247" y="32169"/>
                  </a:lnTo>
                  <a:lnTo>
                    <a:pt x="74175" y="32445"/>
                  </a:lnTo>
                  <a:lnTo>
                    <a:pt x="73957" y="32583"/>
                  </a:lnTo>
                  <a:lnTo>
                    <a:pt x="73740" y="32652"/>
                  </a:lnTo>
                  <a:lnTo>
                    <a:pt x="73450" y="32652"/>
                  </a:lnTo>
                  <a:lnTo>
                    <a:pt x="73450" y="32652"/>
                  </a:lnTo>
                  <a:lnTo>
                    <a:pt x="73305" y="32445"/>
                  </a:lnTo>
                  <a:lnTo>
                    <a:pt x="73305" y="32376"/>
                  </a:lnTo>
                  <a:lnTo>
                    <a:pt x="73232" y="32445"/>
                  </a:lnTo>
                  <a:lnTo>
                    <a:pt x="73087" y="32514"/>
                  </a:lnTo>
                  <a:lnTo>
                    <a:pt x="73015" y="32583"/>
                  </a:lnTo>
                  <a:lnTo>
                    <a:pt x="72870" y="32514"/>
                  </a:lnTo>
                  <a:lnTo>
                    <a:pt x="72797" y="32514"/>
                  </a:lnTo>
                  <a:lnTo>
                    <a:pt x="72725" y="32514"/>
                  </a:lnTo>
                  <a:lnTo>
                    <a:pt x="72580" y="32376"/>
                  </a:lnTo>
                  <a:lnTo>
                    <a:pt x="72362" y="32376"/>
                  </a:lnTo>
                  <a:lnTo>
                    <a:pt x="71854" y="32583"/>
                  </a:lnTo>
                  <a:lnTo>
                    <a:pt x="71347" y="32721"/>
                  </a:lnTo>
                  <a:lnTo>
                    <a:pt x="70839" y="32583"/>
                  </a:lnTo>
                  <a:lnTo>
                    <a:pt x="70839" y="32169"/>
                  </a:lnTo>
                  <a:lnTo>
                    <a:pt x="70549" y="32169"/>
                  </a:lnTo>
                  <a:lnTo>
                    <a:pt x="69752" y="32445"/>
                  </a:lnTo>
                  <a:lnTo>
                    <a:pt x="69099" y="32238"/>
                  </a:lnTo>
                  <a:lnTo>
                    <a:pt x="68809" y="32376"/>
                  </a:lnTo>
                  <a:lnTo>
                    <a:pt x="68519" y="32583"/>
                  </a:lnTo>
                  <a:lnTo>
                    <a:pt x="68302" y="32583"/>
                  </a:lnTo>
                  <a:lnTo>
                    <a:pt x="67577" y="32652"/>
                  </a:lnTo>
                  <a:lnTo>
                    <a:pt x="67359" y="32721"/>
                  </a:lnTo>
                  <a:lnTo>
                    <a:pt x="67069" y="32789"/>
                  </a:lnTo>
                  <a:lnTo>
                    <a:pt x="66271" y="32583"/>
                  </a:lnTo>
                  <a:lnTo>
                    <a:pt x="65981" y="32583"/>
                  </a:lnTo>
                  <a:lnTo>
                    <a:pt x="65619" y="32858"/>
                  </a:lnTo>
                  <a:lnTo>
                    <a:pt x="64966" y="33892"/>
                  </a:lnTo>
                  <a:lnTo>
                    <a:pt x="64604" y="33960"/>
                  </a:lnTo>
                  <a:lnTo>
                    <a:pt x="64821" y="33203"/>
                  </a:lnTo>
                  <a:lnTo>
                    <a:pt x="64966" y="33065"/>
                  </a:lnTo>
                  <a:lnTo>
                    <a:pt x="64821" y="33065"/>
                  </a:lnTo>
                  <a:lnTo>
                    <a:pt x="64459" y="33203"/>
                  </a:lnTo>
                  <a:lnTo>
                    <a:pt x="64241" y="33203"/>
                  </a:lnTo>
                  <a:lnTo>
                    <a:pt x="63951" y="33065"/>
                  </a:lnTo>
                  <a:lnTo>
                    <a:pt x="63879" y="33065"/>
                  </a:lnTo>
                  <a:lnTo>
                    <a:pt x="63879" y="33203"/>
                  </a:lnTo>
                  <a:lnTo>
                    <a:pt x="63806" y="33409"/>
                  </a:lnTo>
                  <a:lnTo>
                    <a:pt x="63879" y="33478"/>
                  </a:lnTo>
                  <a:lnTo>
                    <a:pt x="63879" y="33754"/>
                  </a:lnTo>
                  <a:lnTo>
                    <a:pt x="63879" y="33892"/>
                  </a:lnTo>
                  <a:lnTo>
                    <a:pt x="63589" y="33823"/>
                  </a:lnTo>
                  <a:lnTo>
                    <a:pt x="63589" y="33823"/>
                  </a:lnTo>
                  <a:lnTo>
                    <a:pt x="63081" y="34512"/>
                  </a:lnTo>
                  <a:lnTo>
                    <a:pt x="63154" y="34925"/>
                  </a:lnTo>
                  <a:lnTo>
                    <a:pt x="63371" y="35338"/>
                  </a:lnTo>
                  <a:lnTo>
                    <a:pt x="63516" y="35820"/>
                  </a:lnTo>
                  <a:lnTo>
                    <a:pt x="63516" y="36303"/>
                  </a:lnTo>
                  <a:lnTo>
                    <a:pt x="63516" y="36371"/>
                  </a:lnTo>
                  <a:lnTo>
                    <a:pt x="63371" y="36165"/>
                  </a:lnTo>
                  <a:lnTo>
                    <a:pt x="62864" y="35958"/>
                  </a:lnTo>
                  <a:lnTo>
                    <a:pt x="62791" y="36234"/>
                  </a:lnTo>
                  <a:lnTo>
                    <a:pt x="62864" y="36578"/>
                  </a:lnTo>
                  <a:lnTo>
                    <a:pt x="63081" y="36923"/>
                  </a:lnTo>
                  <a:lnTo>
                    <a:pt x="63154" y="37336"/>
                  </a:lnTo>
                  <a:lnTo>
                    <a:pt x="62791" y="36991"/>
                  </a:lnTo>
                  <a:lnTo>
                    <a:pt x="62646" y="36716"/>
                  </a:lnTo>
                  <a:lnTo>
                    <a:pt x="62574" y="36371"/>
                  </a:lnTo>
                  <a:lnTo>
                    <a:pt x="62501" y="36027"/>
                  </a:lnTo>
                  <a:lnTo>
                    <a:pt x="62211" y="36509"/>
                  </a:lnTo>
                  <a:lnTo>
                    <a:pt x="62066" y="36578"/>
                  </a:lnTo>
                  <a:lnTo>
                    <a:pt x="61848" y="36165"/>
                  </a:lnTo>
                  <a:lnTo>
                    <a:pt x="61631" y="36785"/>
                  </a:lnTo>
                  <a:lnTo>
                    <a:pt x="61341" y="36785"/>
                  </a:lnTo>
                  <a:lnTo>
                    <a:pt x="61196" y="36509"/>
                  </a:lnTo>
                  <a:lnTo>
                    <a:pt x="60543" y="36923"/>
                  </a:lnTo>
                  <a:lnTo>
                    <a:pt x="60326" y="37267"/>
                  </a:lnTo>
                  <a:lnTo>
                    <a:pt x="60543" y="38094"/>
                  </a:lnTo>
                  <a:lnTo>
                    <a:pt x="60616" y="38714"/>
                  </a:lnTo>
                  <a:lnTo>
                    <a:pt x="60761" y="39196"/>
                  </a:lnTo>
                  <a:lnTo>
                    <a:pt x="61268" y="39402"/>
                  </a:lnTo>
                  <a:lnTo>
                    <a:pt x="61196" y="39747"/>
                  </a:lnTo>
                  <a:lnTo>
                    <a:pt x="61051" y="40229"/>
                  </a:lnTo>
                  <a:lnTo>
                    <a:pt x="60978" y="40711"/>
                  </a:lnTo>
                  <a:lnTo>
                    <a:pt x="61051" y="41125"/>
                  </a:lnTo>
                  <a:lnTo>
                    <a:pt x="61196" y="41538"/>
                  </a:lnTo>
                  <a:lnTo>
                    <a:pt x="61196" y="41607"/>
                  </a:lnTo>
                  <a:lnTo>
                    <a:pt x="60978" y="41400"/>
                  </a:lnTo>
                  <a:lnTo>
                    <a:pt x="60688" y="40298"/>
                  </a:lnTo>
                  <a:lnTo>
                    <a:pt x="60471" y="39885"/>
                  </a:lnTo>
                  <a:lnTo>
                    <a:pt x="60181" y="39471"/>
                  </a:lnTo>
                  <a:lnTo>
                    <a:pt x="59746" y="39540"/>
                  </a:lnTo>
                  <a:lnTo>
                    <a:pt x="59601" y="39471"/>
                  </a:lnTo>
                  <a:lnTo>
                    <a:pt x="59456" y="39196"/>
                  </a:lnTo>
                  <a:lnTo>
                    <a:pt x="59166" y="38714"/>
                  </a:lnTo>
                  <a:lnTo>
                    <a:pt x="59166" y="38576"/>
                  </a:lnTo>
                  <a:lnTo>
                    <a:pt x="59311" y="37887"/>
                  </a:lnTo>
                  <a:lnTo>
                    <a:pt x="59021" y="37818"/>
                  </a:lnTo>
                  <a:lnTo>
                    <a:pt x="58803" y="37474"/>
                  </a:lnTo>
                  <a:lnTo>
                    <a:pt x="58803" y="37060"/>
                  </a:lnTo>
                  <a:lnTo>
                    <a:pt x="58803" y="36716"/>
                  </a:lnTo>
                  <a:lnTo>
                    <a:pt x="58441" y="36785"/>
                  </a:lnTo>
                  <a:lnTo>
                    <a:pt x="58151" y="37267"/>
                  </a:lnTo>
                  <a:lnTo>
                    <a:pt x="57861" y="37818"/>
                  </a:lnTo>
                  <a:lnTo>
                    <a:pt x="57788" y="38231"/>
                  </a:lnTo>
                  <a:lnTo>
                    <a:pt x="57716" y="37474"/>
                  </a:lnTo>
                  <a:lnTo>
                    <a:pt x="57716" y="37336"/>
                  </a:lnTo>
                  <a:lnTo>
                    <a:pt x="57425" y="36647"/>
                  </a:lnTo>
                  <a:lnTo>
                    <a:pt x="57353" y="36509"/>
                  </a:lnTo>
                  <a:lnTo>
                    <a:pt x="57570" y="35338"/>
                  </a:lnTo>
                  <a:lnTo>
                    <a:pt x="57425" y="35269"/>
                  </a:lnTo>
                  <a:lnTo>
                    <a:pt x="57135" y="35476"/>
                  </a:lnTo>
                  <a:lnTo>
                    <a:pt x="56773" y="36027"/>
                  </a:lnTo>
                  <a:lnTo>
                    <a:pt x="56483" y="36234"/>
                  </a:lnTo>
                  <a:lnTo>
                    <a:pt x="56410" y="36578"/>
                  </a:lnTo>
                  <a:lnTo>
                    <a:pt x="56338" y="36923"/>
                  </a:lnTo>
                  <a:lnTo>
                    <a:pt x="56410" y="37680"/>
                  </a:lnTo>
                  <a:lnTo>
                    <a:pt x="56338" y="39058"/>
                  </a:lnTo>
                  <a:lnTo>
                    <a:pt x="56410" y="39540"/>
                  </a:lnTo>
                  <a:lnTo>
                    <a:pt x="56410" y="39540"/>
                  </a:lnTo>
                  <a:lnTo>
                    <a:pt x="56483" y="39540"/>
                  </a:lnTo>
                  <a:lnTo>
                    <a:pt x="56700" y="39747"/>
                  </a:lnTo>
                  <a:lnTo>
                    <a:pt x="56773" y="39885"/>
                  </a:lnTo>
                  <a:lnTo>
                    <a:pt x="56700" y="39954"/>
                  </a:lnTo>
                  <a:lnTo>
                    <a:pt x="56700" y="40022"/>
                  </a:lnTo>
                  <a:lnTo>
                    <a:pt x="56700" y="40091"/>
                  </a:lnTo>
                  <a:lnTo>
                    <a:pt x="56773" y="40436"/>
                  </a:lnTo>
                  <a:lnTo>
                    <a:pt x="56773" y="40711"/>
                  </a:lnTo>
                  <a:lnTo>
                    <a:pt x="56773" y="40849"/>
                  </a:lnTo>
                  <a:lnTo>
                    <a:pt x="56773" y="40987"/>
                  </a:lnTo>
                  <a:lnTo>
                    <a:pt x="56483" y="41331"/>
                  </a:lnTo>
                  <a:lnTo>
                    <a:pt x="56483" y="41469"/>
                  </a:lnTo>
                  <a:lnTo>
                    <a:pt x="56483" y="41676"/>
                  </a:lnTo>
                  <a:lnTo>
                    <a:pt x="56628" y="42020"/>
                  </a:lnTo>
                  <a:lnTo>
                    <a:pt x="56700" y="42227"/>
                  </a:lnTo>
                  <a:lnTo>
                    <a:pt x="56845" y="42640"/>
                  </a:lnTo>
                  <a:lnTo>
                    <a:pt x="56845" y="42847"/>
                  </a:lnTo>
                  <a:lnTo>
                    <a:pt x="56700" y="42847"/>
                  </a:lnTo>
                  <a:lnTo>
                    <a:pt x="56483" y="42778"/>
                  </a:lnTo>
                  <a:lnTo>
                    <a:pt x="56338" y="42502"/>
                  </a:lnTo>
                  <a:lnTo>
                    <a:pt x="56193" y="42296"/>
                  </a:lnTo>
                  <a:lnTo>
                    <a:pt x="56193" y="42158"/>
                  </a:lnTo>
                  <a:lnTo>
                    <a:pt x="56048" y="42296"/>
                  </a:lnTo>
                  <a:lnTo>
                    <a:pt x="56048" y="42433"/>
                  </a:lnTo>
                  <a:lnTo>
                    <a:pt x="56120" y="42778"/>
                  </a:lnTo>
                  <a:lnTo>
                    <a:pt x="56265" y="42985"/>
                  </a:lnTo>
                  <a:lnTo>
                    <a:pt x="56483" y="43467"/>
                  </a:lnTo>
                  <a:lnTo>
                    <a:pt x="56628" y="43605"/>
                  </a:lnTo>
                  <a:lnTo>
                    <a:pt x="56628" y="43811"/>
                  </a:lnTo>
                  <a:lnTo>
                    <a:pt x="56483" y="44431"/>
                  </a:lnTo>
                  <a:lnTo>
                    <a:pt x="56193" y="44293"/>
                  </a:lnTo>
                  <a:lnTo>
                    <a:pt x="55758" y="43949"/>
                  </a:lnTo>
                  <a:lnTo>
                    <a:pt x="55685" y="43673"/>
                  </a:lnTo>
                  <a:lnTo>
                    <a:pt x="55540" y="43536"/>
                  </a:lnTo>
                  <a:lnTo>
                    <a:pt x="54670" y="42227"/>
                  </a:lnTo>
                  <a:lnTo>
                    <a:pt x="54380" y="41814"/>
                  </a:lnTo>
                  <a:lnTo>
                    <a:pt x="54235" y="41676"/>
                  </a:lnTo>
                  <a:lnTo>
                    <a:pt x="54018" y="41745"/>
                  </a:lnTo>
                  <a:lnTo>
                    <a:pt x="54018" y="41951"/>
                  </a:lnTo>
                  <a:lnTo>
                    <a:pt x="54018" y="42227"/>
                  </a:lnTo>
                  <a:lnTo>
                    <a:pt x="54018" y="42640"/>
                  </a:lnTo>
                  <a:lnTo>
                    <a:pt x="54090" y="42847"/>
                  </a:lnTo>
                  <a:lnTo>
                    <a:pt x="54235" y="43122"/>
                  </a:lnTo>
                  <a:lnTo>
                    <a:pt x="54380" y="43467"/>
                  </a:lnTo>
                  <a:lnTo>
                    <a:pt x="54598" y="43536"/>
                  </a:lnTo>
                  <a:lnTo>
                    <a:pt x="54815" y="43398"/>
                  </a:lnTo>
                  <a:lnTo>
                    <a:pt x="54888" y="43536"/>
                  </a:lnTo>
                  <a:lnTo>
                    <a:pt x="55395" y="44225"/>
                  </a:lnTo>
                  <a:lnTo>
                    <a:pt x="55395" y="44431"/>
                  </a:lnTo>
                  <a:lnTo>
                    <a:pt x="55468" y="44707"/>
                  </a:lnTo>
                  <a:lnTo>
                    <a:pt x="55395" y="44913"/>
                  </a:lnTo>
                  <a:lnTo>
                    <a:pt x="55323" y="45051"/>
                  </a:lnTo>
                  <a:lnTo>
                    <a:pt x="55033" y="45051"/>
                  </a:lnTo>
                  <a:lnTo>
                    <a:pt x="54888" y="44982"/>
                  </a:lnTo>
                  <a:lnTo>
                    <a:pt x="54743" y="44845"/>
                  </a:lnTo>
                  <a:lnTo>
                    <a:pt x="54670" y="44776"/>
                  </a:lnTo>
                  <a:lnTo>
                    <a:pt x="54308" y="45051"/>
                  </a:lnTo>
                  <a:lnTo>
                    <a:pt x="54235" y="45327"/>
                  </a:lnTo>
                  <a:lnTo>
                    <a:pt x="54380" y="46291"/>
                  </a:lnTo>
                  <a:lnTo>
                    <a:pt x="54380" y="46704"/>
                  </a:lnTo>
                  <a:lnTo>
                    <a:pt x="54308" y="47049"/>
                  </a:lnTo>
                  <a:lnTo>
                    <a:pt x="54163" y="47393"/>
                  </a:lnTo>
                  <a:lnTo>
                    <a:pt x="53945" y="47462"/>
                  </a:lnTo>
                  <a:lnTo>
                    <a:pt x="54090" y="46704"/>
                  </a:lnTo>
                  <a:lnTo>
                    <a:pt x="54090" y="46222"/>
                  </a:lnTo>
                  <a:lnTo>
                    <a:pt x="53945" y="45809"/>
                  </a:lnTo>
                  <a:lnTo>
                    <a:pt x="53655" y="45533"/>
                  </a:lnTo>
                  <a:lnTo>
                    <a:pt x="52712" y="44638"/>
                  </a:lnTo>
                  <a:lnTo>
                    <a:pt x="52785" y="45120"/>
                  </a:lnTo>
                  <a:lnTo>
                    <a:pt x="52495" y="45120"/>
                  </a:lnTo>
                  <a:lnTo>
                    <a:pt x="51987" y="44982"/>
                  </a:lnTo>
                  <a:lnTo>
                    <a:pt x="51625" y="44913"/>
                  </a:lnTo>
                  <a:lnTo>
                    <a:pt x="51842" y="45189"/>
                  </a:lnTo>
                  <a:lnTo>
                    <a:pt x="52132" y="45464"/>
                  </a:lnTo>
                  <a:lnTo>
                    <a:pt x="52785" y="45809"/>
                  </a:lnTo>
                  <a:lnTo>
                    <a:pt x="52785" y="46084"/>
                  </a:lnTo>
                  <a:lnTo>
                    <a:pt x="52930" y="46153"/>
                  </a:lnTo>
                  <a:lnTo>
                    <a:pt x="51842" y="48564"/>
                  </a:lnTo>
                  <a:lnTo>
                    <a:pt x="51625" y="49253"/>
                  </a:lnTo>
                  <a:lnTo>
                    <a:pt x="51480" y="49598"/>
                  </a:lnTo>
                  <a:lnTo>
                    <a:pt x="51335" y="49735"/>
                  </a:lnTo>
                  <a:lnTo>
                    <a:pt x="51262" y="49873"/>
                  </a:lnTo>
                  <a:lnTo>
                    <a:pt x="51190" y="50149"/>
                  </a:lnTo>
                  <a:lnTo>
                    <a:pt x="51262" y="50355"/>
                  </a:lnTo>
                  <a:lnTo>
                    <a:pt x="51407" y="50562"/>
                  </a:lnTo>
                  <a:lnTo>
                    <a:pt x="51407" y="50493"/>
                  </a:lnTo>
                  <a:lnTo>
                    <a:pt x="51770" y="50149"/>
                  </a:lnTo>
                  <a:lnTo>
                    <a:pt x="51915" y="50287"/>
                  </a:lnTo>
                  <a:lnTo>
                    <a:pt x="51842" y="50769"/>
                  </a:lnTo>
                  <a:lnTo>
                    <a:pt x="51987" y="51251"/>
                  </a:lnTo>
                  <a:lnTo>
                    <a:pt x="52205" y="51802"/>
                  </a:lnTo>
                  <a:lnTo>
                    <a:pt x="52712" y="52215"/>
                  </a:lnTo>
                  <a:lnTo>
                    <a:pt x="52930" y="52146"/>
                  </a:lnTo>
                  <a:lnTo>
                    <a:pt x="53365" y="51182"/>
                  </a:lnTo>
                  <a:lnTo>
                    <a:pt x="53583" y="50907"/>
                  </a:lnTo>
                  <a:lnTo>
                    <a:pt x="53800" y="50975"/>
                  </a:lnTo>
                  <a:lnTo>
                    <a:pt x="53365" y="52560"/>
                  </a:lnTo>
                  <a:lnTo>
                    <a:pt x="53220" y="52904"/>
                  </a:lnTo>
                  <a:lnTo>
                    <a:pt x="52712" y="53111"/>
                  </a:lnTo>
                  <a:lnTo>
                    <a:pt x="52567" y="53249"/>
                  </a:lnTo>
                  <a:lnTo>
                    <a:pt x="52495" y="53524"/>
                  </a:lnTo>
                  <a:lnTo>
                    <a:pt x="52205" y="54282"/>
                  </a:lnTo>
                  <a:lnTo>
                    <a:pt x="52132" y="54420"/>
                  </a:lnTo>
                  <a:lnTo>
                    <a:pt x="52132" y="54006"/>
                  </a:lnTo>
                  <a:lnTo>
                    <a:pt x="52350" y="53318"/>
                  </a:lnTo>
                  <a:lnTo>
                    <a:pt x="52350" y="52973"/>
                  </a:lnTo>
                  <a:lnTo>
                    <a:pt x="52205" y="52629"/>
                  </a:lnTo>
                  <a:lnTo>
                    <a:pt x="52060" y="52353"/>
                  </a:lnTo>
                  <a:lnTo>
                    <a:pt x="51842" y="52215"/>
                  </a:lnTo>
                  <a:lnTo>
                    <a:pt x="51625" y="52422"/>
                  </a:lnTo>
                  <a:lnTo>
                    <a:pt x="51335" y="51526"/>
                  </a:lnTo>
                  <a:lnTo>
                    <a:pt x="51117" y="51595"/>
                  </a:lnTo>
                  <a:lnTo>
                    <a:pt x="50682" y="51802"/>
                  </a:lnTo>
                  <a:lnTo>
                    <a:pt x="50537" y="51733"/>
                  </a:lnTo>
                  <a:lnTo>
                    <a:pt x="50537" y="51595"/>
                  </a:lnTo>
                  <a:lnTo>
                    <a:pt x="50682" y="50838"/>
                  </a:lnTo>
                  <a:lnTo>
                    <a:pt x="50682" y="50493"/>
                  </a:lnTo>
                  <a:lnTo>
                    <a:pt x="50610" y="50218"/>
                  </a:lnTo>
                  <a:lnTo>
                    <a:pt x="50537" y="49873"/>
                  </a:lnTo>
                  <a:lnTo>
                    <a:pt x="50610" y="49598"/>
                  </a:lnTo>
                  <a:lnTo>
                    <a:pt x="50755" y="49047"/>
                  </a:lnTo>
                  <a:lnTo>
                    <a:pt x="51045" y="48840"/>
                  </a:lnTo>
                  <a:lnTo>
                    <a:pt x="51117" y="48564"/>
                  </a:lnTo>
                  <a:lnTo>
                    <a:pt x="51117" y="48289"/>
                  </a:lnTo>
                  <a:lnTo>
                    <a:pt x="50972" y="47944"/>
                  </a:lnTo>
                  <a:lnTo>
                    <a:pt x="50392" y="47118"/>
                  </a:lnTo>
                  <a:lnTo>
                    <a:pt x="49812" y="46567"/>
                  </a:lnTo>
                  <a:lnTo>
                    <a:pt x="49595" y="46084"/>
                  </a:lnTo>
                  <a:lnTo>
                    <a:pt x="49377" y="45464"/>
                  </a:lnTo>
                  <a:lnTo>
                    <a:pt x="49305" y="45051"/>
                  </a:lnTo>
                  <a:lnTo>
                    <a:pt x="49667" y="45189"/>
                  </a:lnTo>
                  <a:lnTo>
                    <a:pt x="49812" y="44913"/>
                  </a:lnTo>
                  <a:lnTo>
                    <a:pt x="49667" y="44431"/>
                  </a:lnTo>
                  <a:lnTo>
                    <a:pt x="49305" y="44225"/>
                  </a:lnTo>
                  <a:lnTo>
                    <a:pt x="49305" y="43742"/>
                  </a:lnTo>
                  <a:lnTo>
                    <a:pt x="49377" y="43467"/>
                  </a:lnTo>
                  <a:lnTo>
                    <a:pt x="49377" y="43053"/>
                  </a:lnTo>
                  <a:lnTo>
                    <a:pt x="49232" y="42709"/>
                  </a:lnTo>
                  <a:lnTo>
                    <a:pt x="49015" y="42296"/>
                  </a:lnTo>
                  <a:lnTo>
                    <a:pt x="48652" y="42089"/>
                  </a:lnTo>
                  <a:lnTo>
                    <a:pt x="48362" y="41814"/>
                  </a:lnTo>
                  <a:lnTo>
                    <a:pt x="48145" y="41745"/>
                  </a:lnTo>
                  <a:lnTo>
                    <a:pt x="48072" y="41676"/>
                  </a:lnTo>
                  <a:lnTo>
                    <a:pt x="48217" y="41538"/>
                  </a:lnTo>
                  <a:lnTo>
                    <a:pt x="47782" y="41538"/>
                  </a:lnTo>
                  <a:lnTo>
                    <a:pt x="47564" y="41745"/>
                  </a:lnTo>
                  <a:lnTo>
                    <a:pt x="47419" y="42089"/>
                  </a:lnTo>
                  <a:lnTo>
                    <a:pt x="47202" y="42365"/>
                  </a:lnTo>
                  <a:lnTo>
                    <a:pt x="47419" y="42433"/>
                  </a:lnTo>
                  <a:lnTo>
                    <a:pt x="47709" y="42709"/>
                  </a:lnTo>
                  <a:lnTo>
                    <a:pt x="47854" y="42847"/>
                  </a:lnTo>
                  <a:lnTo>
                    <a:pt x="47709" y="42916"/>
                  </a:lnTo>
                  <a:lnTo>
                    <a:pt x="47564" y="42916"/>
                  </a:lnTo>
                  <a:lnTo>
                    <a:pt x="47419" y="42916"/>
                  </a:lnTo>
                  <a:lnTo>
                    <a:pt x="47129" y="42847"/>
                  </a:lnTo>
                  <a:lnTo>
                    <a:pt x="47202" y="42502"/>
                  </a:lnTo>
                  <a:lnTo>
                    <a:pt x="46984" y="42433"/>
                  </a:lnTo>
                  <a:lnTo>
                    <a:pt x="46404" y="42433"/>
                  </a:lnTo>
                  <a:lnTo>
                    <a:pt x="46332" y="42778"/>
                  </a:lnTo>
                  <a:lnTo>
                    <a:pt x="46187" y="42985"/>
                  </a:lnTo>
                  <a:lnTo>
                    <a:pt x="45824" y="43260"/>
                  </a:lnTo>
                  <a:lnTo>
                    <a:pt x="47347" y="44018"/>
                  </a:lnTo>
                  <a:lnTo>
                    <a:pt x="47419" y="44293"/>
                  </a:lnTo>
                  <a:lnTo>
                    <a:pt x="47637" y="44707"/>
                  </a:lnTo>
                  <a:lnTo>
                    <a:pt x="47854" y="44982"/>
                  </a:lnTo>
                  <a:lnTo>
                    <a:pt x="48145" y="45189"/>
                  </a:lnTo>
                  <a:lnTo>
                    <a:pt x="49015" y="45602"/>
                  </a:lnTo>
                  <a:lnTo>
                    <a:pt x="49087" y="45671"/>
                  </a:lnTo>
                  <a:lnTo>
                    <a:pt x="49087" y="45809"/>
                  </a:lnTo>
                  <a:lnTo>
                    <a:pt x="49087" y="46222"/>
                  </a:lnTo>
                  <a:lnTo>
                    <a:pt x="49087" y="46567"/>
                  </a:lnTo>
                  <a:lnTo>
                    <a:pt x="48797" y="47049"/>
                  </a:lnTo>
                  <a:lnTo>
                    <a:pt x="48797" y="47256"/>
                  </a:lnTo>
                  <a:lnTo>
                    <a:pt x="48942" y="47531"/>
                  </a:lnTo>
                  <a:lnTo>
                    <a:pt x="49160" y="47738"/>
                  </a:lnTo>
                  <a:lnTo>
                    <a:pt x="49160" y="47807"/>
                  </a:lnTo>
                  <a:lnTo>
                    <a:pt x="49160" y="47876"/>
                  </a:lnTo>
                  <a:lnTo>
                    <a:pt x="49087" y="47944"/>
                  </a:lnTo>
                  <a:lnTo>
                    <a:pt x="48870" y="47738"/>
                  </a:lnTo>
                  <a:lnTo>
                    <a:pt x="48580" y="47600"/>
                  </a:lnTo>
                  <a:lnTo>
                    <a:pt x="48362" y="47462"/>
                  </a:lnTo>
                  <a:lnTo>
                    <a:pt x="48145" y="47393"/>
                  </a:lnTo>
                  <a:lnTo>
                    <a:pt x="48290" y="47049"/>
                  </a:lnTo>
                  <a:lnTo>
                    <a:pt x="48435" y="46842"/>
                  </a:lnTo>
                  <a:lnTo>
                    <a:pt x="48507" y="46567"/>
                  </a:lnTo>
                  <a:lnTo>
                    <a:pt x="48362" y="46153"/>
                  </a:lnTo>
                  <a:lnTo>
                    <a:pt x="48217" y="45878"/>
                  </a:lnTo>
                  <a:lnTo>
                    <a:pt x="48072" y="46360"/>
                  </a:lnTo>
                  <a:lnTo>
                    <a:pt x="47782" y="46498"/>
                  </a:lnTo>
                  <a:lnTo>
                    <a:pt x="47782" y="46084"/>
                  </a:lnTo>
                  <a:lnTo>
                    <a:pt x="47564" y="46291"/>
                  </a:lnTo>
                  <a:lnTo>
                    <a:pt x="47637" y="46911"/>
                  </a:lnTo>
                  <a:lnTo>
                    <a:pt x="47854" y="47669"/>
                  </a:lnTo>
                  <a:lnTo>
                    <a:pt x="47854" y="48220"/>
                  </a:lnTo>
                  <a:lnTo>
                    <a:pt x="47564" y="47462"/>
                  </a:lnTo>
                  <a:lnTo>
                    <a:pt x="47202" y="47531"/>
                  </a:lnTo>
                  <a:lnTo>
                    <a:pt x="46912" y="47876"/>
                  </a:lnTo>
                  <a:lnTo>
                    <a:pt x="46767" y="48289"/>
                  </a:lnTo>
                  <a:lnTo>
                    <a:pt x="46694" y="47876"/>
                  </a:lnTo>
                  <a:lnTo>
                    <a:pt x="46912" y="47118"/>
                  </a:lnTo>
                  <a:lnTo>
                    <a:pt x="46984" y="45396"/>
                  </a:lnTo>
                  <a:lnTo>
                    <a:pt x="47057" y="45051"/>
                  </a:lnTo>
                  <a:lnTo>
                    <a:pt x="46549" y="45120"/>
                  </a:lnTo>
                  <a:lnTo>
                    <a:pt x="46187" y="46222"/>
                  </a:lnTo>
                  <a:lnTo>
                    <a:pt x="45824" y="46704"/>
                  </a:lnTo>
                  <a:lnTo>
                    <a:pt x="45752" y="46498"/>
                  </a:lnTo>
                  <a:lnTo>
                    <a:pt x="45969" y="46084"/>
                  </a:lnTo>
                  <a:lnTo>
                    <a:pt x="45969" y="44431"/>
                  </a:lnTo>
                  <a:lnTo>
                    <a:pt x="45752" y="44362"/>
                  </a:lnTo>
                  <a:lnTo>
                    <a:pt x="45752" y="44431"/>
                  </a:lnTo>
                  <a:lnTo>
                    <a:pt x="45607" y="44707"/>
                  </a:lnTo>
                  <a:lnTo>
                    <a:pt x="45534" y="44362"/>
                  </a:lnTo>
                  <a:lnTo>
                    <a:pt x="44809" y="44982"/>
                  </a:lnTo>
                  <a:lnTo>
                    <a:pt x="44664" y="45327"/>
                  </a:lnTo>
                  <a:lnTo>
                    <a:pt x="44737" y="45602"/>
                  </a:lnTo>
                  <a:lnTo>
                    <a:pt x="44809" y="46084"/>
                  </a:lnTo>
                  <a:lnTo>
                    <a:pt x="44809" y="46222"/>
                  </a:lnTo>
                  <a:lnTo>
                    <a:pt x="44302" y="45878"/>
                  </a:lnTo>
                  <a:lnTo>
                    <a:pt x="44302" y="46222"/>
                  </a:lnTo>
                  <a:lnTo>
                    <a:pt x="44374" y="46498"/>
                  </a:lnTo>
                  <a:lnTo>
                    <a:pt x="44592" y="46567"/>
                  </a:lnTo>
                  <a:lnTo>
                    <a:pt x="44592" y="46567"/>
                  </a:lnTo>
                  <a:lnTo>
                    <a:pt x="44664" y="46704"/>
                  </a:lnTo>
                  <a:lnTo>
                    <a:pt x="44737" y="46773"/>
                  </a:lnTo>
                  <a:lnTo>
                    <a:pt x="44592" y="46980"/>
                  </a:lnTo>
                  <a:lnTo>
                    <a:pt x="44519" y="47187"/>
                  </a:lnTo>
                  <a:lnTo>
                    <a:pt x="44592" y="47531"/>
                  </a:lnTo>
                  <a:lnTo>
                    <a:pt x="44809" y="47876"/>
                  </a:lnTo>
                  <a:lnTo>
                    <a:pt x="44882" y="48220"/>
                  </a:lnTo>
                  <a:lnTo>
                    <a:pt x="44954" y="48495"/>
                  </a:lnTo>
                  <a:lnTo>
                    <a:pt x="44882" y="49184"/>
                  </a:lnTo>
                  <a:lnTo>
                    <a:pt x="44664" y="48978"/>
                  </a:lnTo>
                  <a:lnTo>
                    <a:pt x="44519" y="48633"/>
                  </a:lnTo>
                  <a:lnTo>
                    <a:pt x="44374" y="48427"/>
                  </a:lnTo>
                  <a:lnTo>
                    <a:pt x="44302" y="48151"/>
                  </a:lnTo>
                  <a:lnTo>
                    <a:pt x="44084" y="47807"/>
                  </a:lnTo>
                  <a:lnTo>
                    <a:pt x="43867" y="47118"/>
                  </a:lnTo>
                  <a:lnTo>
                    <a:pt x="43577" y="46016"/>
                  </a:lnTo>
                  <a:lnTo>
                    <a:pt x="43287" y="46291"/>
                  </a:lnTo>
                  <a:lnTo>
                    <a:pt x="43141" y="46980"/>
                  </a:lnTo>
                  <a:lnTo>
                    <a:pt x="43214" y="48289"/>
                  </a:lnTo>
                  <a:lnTo>
                    <a:pt x="43287" y="48564"/>
                  </a:lnTo>
                  <a:lnTo>
                    <a:pt x="43359" y="48978"/>
                  </a:lnTo>
                  <a:lnTo>
                    <a:pt x="43432" y="49253"/>
                  </a:lnTo>
                  <a:lnTo>
                    <a:pt x="43359" y="49529"/>
                  </a:lnTo>
                  <a:lnTo>
                    <a:pt x="43141" y="49598"/>
                  </a:lnTo>
                  <a:lnTo>
                    <a:pt x="42851" y="49460"/>
                  </a:lnTo>
                  <a:lnTo>
                    <a:pt x="42706" y="49184"/>
                  </a:lnTo>
                  <a:lnTo>
                    <a:pt x="42706" y="48909"/>
                  </a:lnTo>
                  <a:lnTo>
                    <a:pt x="42634" y="48771"/>
                  </a:lnTo>
                  <a:lnTo>
                    <a:pt x="42489" y="48840"/>
                  </a:lnTo>
                  <a:lnTo>
                    <a:pt x="42199" y="48978"/>
                  </a:lnTo>
                  <a:lnTo>
                    <a:pt x="42054" y="48633"/>
                  </a:lnTo>
                  <a:lnTo>
                    <a:pt x="41909" y="48151"/>
                  </a:lnTo>
                  <a:lnTo>
                    <a:pt x="41836" y="47807"/>
                  </a:lnTo>
                  <a:lnTo>
                    <a:pt x="41256" y="48633"/>
                  </a:lnTo>
                  <a:lnTo>
                    <a:pt x="40966" y="49047"/>
                  </a:lnTo>
                  <a:lnTo>
                    <a:pt x="40604" y="49184"/>
                  </a:lnTo>
                  <a:lnTo>
                    <a:pt x="40604" y="49047"/>
                  </a:lnTo>
                  <a:lnTo>
                    <a:pt x="40604" y="48771"/>
                  </a:lnTo>
                  <a:lnTo>
                    <a:pt x="40604" y="48564"/>
                  </a:lnTo>
                  <a:lnTo>
                    <a:pt x="40531" y="48564"/>
                  </a:lnTo>
                  <a:lnTo>
                    <a:pt x="40676" y="48427"/>
                  </a:lnTo>
                  <a:lnTo>
                    <a:pt x="40749" y="48358"/>
                  </a:lnTo>
                  <a:lnTo>
                    <a:pt x="40966" y="48358"/>
                  </a:lnTo>
                  <a:lnTo>
                    <a:pt x="41111" y="48220"/>
                  </a:lnTo>
                  <a:lnTo>
                    <a:pt x="41184" y="48082"/>
                  </a:lnTo>
                  <a:lnTo>
                    <a:pt x="40966" y="47944"/>
                  </a:lnTo>
                  <a:lnTo>
                    <a:pt x="40676" y="47944"/>
                  </a:lnTo>
                  <a:lnTo>
                    <a:pt x="40531" y="48082"/>
                  </a:lnTo>
                  <a:lnTo>
                    <a:pt x="40386" y="48082"/>
                  </a:lnTo>
                  <a:lnTo>
                    <a:pt x="40241" y="48151"/>
                  </a:lnTo>
                  <a:lnTo>
                    <a:pt x="39951" y="48289"/>
                  </a:lnTo>
                  <a:lnTo>
                    <a:pt x="39951" y="48151"/>
                  </a:lnTo>
                  <a:lnTo>
                    <a:pt x="39879" y="47738"/>
                  </a:lnTo>
                  <a:lnTo>
                    <a:pt x="39081" y="47944"/>
                  </a:lnTo>
                  <a:lnTo>
                    <a:pt x="38501" y="48358"/>
                  </a:lnTo>
                  <a:lnTo>
                    <a:pt x="37631" y="49598"/>
                  </a:lnTo>
                  <a:lnTo>
                    <a:pt x="37268" y="50287"/>
                  </a:lnTo>
                  <a:lnTo>
                    <a:pt x="36906" y="51664"/>
                  </a:lnTo>
                  <a:lnTo>
                    <a:pt x="36471" y="52215"/>
                  </a:lnTo>
                  <a:lnTo>
                    <a:pt x="36326" y="52560"/>
                  </a:lnTo>
                  <a:lnTo>
                    <a:pt x="36181" y="52629"/>
                  </a:lnTo>
                  <a:lnTo>
                    <a:pt x="36181" y="52353"/>
                  </a:lnTo>
                  <a:lnTo>
                    <a:pt x="36253" y="51458"/>
                  </a:lnTo>
                  <a:lnTo>
                    <a:pt x="36181" y="51113"/>
                  </a:lnTo>
                  <a:lnTo>
                    <a:pt x="36108" y="50975"/>
                  </a:lnTo>
                  <a:lnTo>
                    <a:pt x="36036" y="50838"/>
                  </a:lnTo>
                  <a:lnTo>
                    <a:pt x="36181" y="50631"/>
                  </a:lnTo>
                  <a:lnTo>
                    <a:pt x="36253" y="50493"/>
                  </a:lnTo>
                  <a:lnTo>
                    <a:pt x="36326" y="50080"/>
                  </a:lnTo>
                  <a:lnTo>
                    <a:pt x="36398" y="49873"/>
                  </a:lnTo>
                  <a:lnTo>
                    <a:pt x="36978" y="49460"/>
                  </a:lnTo>
                  <a:lnTo>
                    <a:pt x="37268" y="48633"/>
                  </a:lnTo>
                  <a:lnTo>
                    <a:pt x="37486" y="47738"/>
                  </a:lnTo>
                  <a:lnTo>
                    <a:pt x="37196" y="46842"/>
                  </a:lnTo>
                  <a:lnTo>
                    <a:pt x="36833" y="47187"/>
                  </a:lnTo>
                  <a:lnTo>
                    <a:pt x="36471" y="47187"/>
                  </a:lnTo>
                  <a:lnTo>
                    <a:pt x="36253" y="47049"/>
                  </a:lnTo>
                  <a:lnTo>
                    <a:pt x="36471" y="46153"/>
                  </a:lnTo>
                  <a:lnTo>
                    <a:pt x="36543" y="45809"/>
                  </a:lnTo>
                  <a:lnTo>
                    <a:pt x="36471" y="45602"/>
                  </a:lnTo>
                  <a:lnTo>
                    <a:pt x="36398" y="45396"/>
                  </a:lnTo>
                  <a:lnTo>
                    <a:pt x="36326" y="45189"/>
                  </a:lnTo>
                  <a:lnTo>
                    <a:pt x="36398" y="45051"/>
                  </a:lnTo>
                  <a:lnTo>
                    <a:pt x="36471" y="44913"/>
                  </a:lnTo>
                  <a:lnTo>
                    <a:pt x="36471" y="44776"/>
                  </a:lnTo>
                  <a:lnTo>
                    <a:pt x="36471" y="44638"/>
                  </a:lnTo>
                  <a:lnTo>
                    <a:pt x="36398" y="44362"/>
                  </a:lnTo>
                  <a:lnTo>
                    <a:pt x="35963" y="44845"/>
                  </a:lnTo>
                  <a:lnTo>
                    <a:pt x="35673" y="44913"/>
                  </a:lnTo>
                  <a:lnTo>
                    <a:pt x="35456" y="44845"/>
                  </a:lnTo>
                  <a:lnTo>
                    <a:pt x="35456" y="45051"/>
                  </a:lnTo>
                  <a:lnTo>
                    <a:pt x="35311" y="45396"/>
                  </a:lnTo>
                  <a:lnTo>
                    <a:pt x="35093" y="45602"/>
                  </a:lnTo>
                  <a:lnTo>
                    <a:pt x="34948" y="45740"/>
                  </a:lnTo>
                  <a:lnTo>
                    <a:pt x="34803" y="45602"/>
                  </a:lnTo>
                  <a:lnTo>
                    <a:pt x="35021" y="45396"/>
                  </a:lnTo>
                  <a:lnTo>
                    <a:pt x="35311" y="44845"/>
                  </a:lnTo>
                  <a:lnTo>
                    <a:pt x="35456" y="44638"/>
                  </a:lnTo>
                  <a:lnTo>
                    <a:pt x="35383" y="44431"/>
                  </a:lnTo>
                  <a:lnTo>
                    <a:pt x="35383" y="44431"/>
                  </a:lnTo>
                  <a:lnTo>
                    <a:pt x="35238" y="44362"/>
                  </a:lnTo>
                  <a:lnTo>
                    <a:pt x="35093" y="44500"/>
                  </a:lnTo>
                  <a:lnTo>
                    <a:pt x="34948" y="44776"/>
                  </a:lnTo>
                  <a:lnTo>
                    <a:pt x="34803" y="44982"/>
                  </a:lnTo>
                  <a:lnTo>
                    <a:pt x="34586" y="45120"/>
                  </a:lnTo>
                  <a:lnTo>
                    <a:pt x="34441" y="45327"/>
                  </a:lnTo>
                  <a:lnTo>
                    <a:pt x="33933" y="46567"/>
                  </a:lnTo>
                  <a:lnTo>
                    <a:pt x="33570" y="47807"/>
                  </a:lnTo>
                  <a:lnTo>
                    <a:pt x="33570" y="48495"/>
                  </a:lnTo>
                  <a:lnTo>
                    <a:pt x="33643" y="49460"/>
                  </a:lnTo>
                  <a:lnTo>
                    <a:pt x="33570" y="49804"/>
                  </a:lnTo>
                  <a:lnTo>
                    <a:pt x="33353" y="49667"/>
                  </a:lnTo>
                  <a:lnTo>
                    <a:pt x="33208" y="49253"/>
                  </a:lnTo>
                  <a:lnTo>
                    <a:pt x="32990" y="48978"/>
                  </a:lnTo>
                  <a:lnTo>
                    <a:pt x="32990" y="48633"/>
                  </a:lnTo>
                  <a:lnTo>
                    <a:pt x="32990" y="48427"/>
                  </a:lnTo>
                  <a:lnTo>
                    <a:pt x="33353" y="47187"/>
                  </a:lnTo>
                  <a:lnTo>
                    <a:pt x="33425" y="46567"/>
                  </a:lnTo>
                  <a:lnTo>
                    <a:pt x="33135" y="46291"/>
                  </a:lnTo>
                  <a:lnTo>
                    <a:pt x="33498" y="45533"/>
                  </a:lnTo>
                  <a:lnTo>
                    <a:pt x="33570" y="45120"/>
                  </a:lnTo>
                  <a:lnTo>
                    <a:pt x="33280" y="44913"/>
                  </a:lnTo>
                  <a:lnTo>
                    <a:pt x="33280" y="44500"/>
                  </a:lnTo>
                  <a:lnTo>
                    <a:pt x="33425" y="44431"/>
                  </a:lnTo>
                  <a:lnTo>
                    <a:pt x="33643" y="44500"/>
                  </a:lnTo>
                  <a:lnTo>
                    <a:pt x="33861" y="44500"/>
                  </a:lnTo>
                  <a:lnTo>
                    <a:pt x="34006" y="44431"/>
                  </a:lnTo>
                  <a:lnTo>
                    <a:pt x="35238" y="41745"/>
                  </a:lnTo>
                  <a:lnTo>
                    <a:pt x="36181" y="40574"/>
                  </a:lnTo>
                  <a:lnTo>
                    <a:pt x="36108" y="39747"/>
                  </a:lnTo>
                  <a:lnTo>
                    <a:pt x="36471" y="39196"/>
                  </a:lnTo>
                  <a:lnTo>
                    <a:pt x="36906" y="37611"/>
                  </a:lnTo>
                  <a:lnTo>
                    <a:pt x="37196" y="36991"/>
                  </a:lnTo>
                  <a:lnTo>
                    <a:pt x="37486" y="36854"/>
                  </a:lnTo>
                  <a:lnTo>
                    <a:pt x="37703" y="36509"/>
                  </a:lnTo>
                  <a:lnTo>
                    <a:pt x="37776" y="36096"/>
                  </a:lnTo>
                  <a:lnTo>
                    <a:pt x="37703" y="35683"/>
                  </a:lnTo>
                  <a:lnTo>
                    <a:pt x="37486" y="35338"/>
                  </a:lnTo>
                  <a:lnTo>
                    <a:pt x="37123" y="34994"/>
                  </a:lnTo>
                  <a:lnTo>
                    <a:pt x="36398" y="34580"/>
                  </a:lnTo>
                  <a:lnTo>
                    <a:pt x="36326" y="34443"/>
                  </a:lnTo>
                  <a:lnTo>
                    <a:pt x="35818" y="35958"/>
                  </a:lnTo>
                  <a:lnTo>
                    <a:pt x="35673" y="36096"/>
                  </a:lnTo>
                  <a:lnTo>
                    <a:pt x="35383" y="36303"/>
                  </a:lnTo>
                  <a:lnTo>
                    <a:pt x="34586" y="36785"/>
                  </a:lnTo>
                  <a:lnTo>
                    <a:pt x="34296" y="37198"/>
                  </a:lnTo>
                  <a:lnTo>
                    <a:pt x="34586" y="37336"/>
                  </a:lnTo>
                  <a:lnTo>
                    <a:pt x="34586" y="37474"/>
                  </a:lnTo>
                  <a:lnTo>
                    <a:pt x="34586" y="37818"/>
                  </a:lnTo>
                  <a:lnTo>
                    <a:pt x="34586" y="38094"/>
                  </a:lnTo>
                  <a:lnTo>
                    <a:pt x="34368" y="38231"/>
                  </a:lnTo>
                  <a:lnTo>
                    <a:pt x="34078" y="38369"/>
                  </a:lnTo>
                  <a:lnTo>
                    <a:pt x="33716" y="38507"/>
                  </a:lnTo>
                  <a:lnTo>
                    <a:pt x="33570" y="38369"/>
                  </a:lnTo>
                  <a:lnTo>
                    <a:pt x="33498" y="38231"/>
                  </a:lnTo>
                  <a:lnTo>
                    <a:pt x="33353" y="38163"/>
                  </a:lnTo>
                  <a:lnTo>
                    <a:pt x="33208" y="38163"/>
                  </a:lnTo>
                  <a:lnTo>
                    <a:pt x="33135" y="38231"/>
                  </a:lnTo>
                  <a:lnTo>
                    <a:pt x="32990" y="38300"/>
                  </a:lnTo>
                  <a:lnTo>
                    <a:pt x="32918" y="38369"/>
                  </a:lnTo>
                  <a:lnTo>
                    <a:pt x="32048" y="38163"/>
                  </a:lnTo>
                  <a:lnTo>
                    <a:pt x="31830" y="38025"/>
                  </a:lnTo>
                  <a:lnTo>
                    <a:pt x="31903" y="37956"/>
                  </a:lnTo>
                  <a:lnTo>
                    <a:pt x="31250" y="37611"/>
                  </a:lnTo>
                  <a:lnTo>
                    <a:pt x="30670" y="37543"/>
                  </a:lnTo>
                  <a:lnTo>
                    <a:pt x="30090" y="37611"/>
                  </a:lnTo>
                  <a:lnTo>
                    <a:pt x="29655" y="37887"/>
                  </a:lnTo>
                  <a:lnTo>
                    <a:pt x="29655" y="38300"/>
                  </a:lnTo>
                  <a:lnTo>
                    <a:pt x="29945" y="39058"/>
                  </a:lnTo>
                  <a:lnTo>
                    <a:pt x="30018" y="39747"/>
                  </a:lnTo>
                  <a:lnTo>
                    <a:pt x="29438" y="39885"/>
                  </a:lnTo>
                  <a:lnTo>
                    <a:pt x="29583" y="39196"/>
                  </a:lnTo>
                  <a:lnTo>
                    <a:pt x="29583" y="38714"/>
                  </a:lnTo>
                  <a:lnTo>
                    <a:pt x="29220" y="38507"/>
                  </a:lnTo>
                  <a:lnTo>
                    <a:pt x="29075" y="38576"/>
                  </a:lnTo>
                  <a:lnTo>
                    <a:pt x="28567" y="39265"/>
                  </a:lnTo>
                  <a:lnTo>
                    <a:pt x="28495" y="39540"/>
                  </a:lnTo>
                  <a:lnTo>
                    <a:pt x="28567" y="41125"/>
                  </a:lnTo>
                  <a:lnTo>
                    <a:pt x="28495" y="41951"/>
                  </a:lnTo>
                  <a:lnTo>
                    <a:pt x="28132" y="42433"/>
                  </a:lnTo>
                  <a:lnTo>
                    <a:pt x="28205" y="41331"/>
                  </a:lnTo>
                  <a:lnTo>
                    <a:pt x="28205" y="40918"/>
                  </a:lnTo>
                  <a:lnTo>
                    <a:pt x="28132" y="40436"/>
                  </a:lnTo>
                  <a:lnTo>
                    <a:pt x="27625" y="39334"/>
                  </a:lnTo>
                  <a:lnTo>
                    <a:pt x="27625" y="38989"/>
                  </a:lnTo>
                  <a:lnTo>
                    <a:pt x="27697" y="38231"/>
                  </a:lnTo>
                  <a:lnTo>
                    <a:pt x="27625" y="37887"/>
                  </a:lnTo>
                  <a:lnTo>
                    <a:pt x="27262" y="37611"/>
                  </a:lnTo>
                  <a:lnTo>
                    <a:pt x="26972" y="37543"/>
                  </a:lnTo>
                  <a:lnTo>
                    <a:pt x="26610" y="37543"/>
                  </a:lnTo>
                  <a:lnTo>
                    <a:pt x="26320" y="37405"/>
                  </a:lnTo>
                  <a:lnTo>
                    <a:pt x="26465" y="37198"/>
                  </a:lnTo>
                  <a:lnTo>
                    <a:pt x="26392" y="37060"/>
                  </a:lnTo>
                  <a:lnTo>
                    <a:pt x="26175" y="37060"/>
                  </a:lnTo>
                  <a:lnTo>
                    <a:pt x="25885" y="37267"/>
                  </a:lnTo>
                  <a:lnTo>
                    <a:pt x="25885" y="37060"/>
                  </a:lnTo>
                  <a:lnTo>
                    <a:pt x="25740" y="36785"/>
                  </a:lnTo>
                  <a:lnTo>
                    <a:pt x="25740" y="36716"/>
                  </a:lnTo>
                  <a:lnTo>
                    <a:pt x="25522" y="36854"/>
                  </a:lnTo>
                  <a:lnTo>
                    <a:pt x="25377" y="36991"/>
                  </a:lnTo>
                  <a:lnTo>
                    <a:pt x="25305" y="37336"/>
                  </a:lnTo>
                  <a:lnTo>
                    <a:pt x="25160" y="37543"/>
                  </a:lnTo>
                  <a:lnTo>
                    <a:pt x="24797" y="38851"/>
                  </a:lnTo>
                  <a:lnTo>
                    <a:pt x="25087" y="40160"/>
                  </a:lnTo>
                  <a:lnTo>
                    <a:pt x="24942" y="40642"/>
                  </a:lnTo>
                  <a:lnTo>
                    <a:pt x="24797" y="40987"/>
                  </a:lnTo>
                  <a:lnTo>
                    <a:pt x="24797" y="41676"/>
                  </a:lnTo>
                  <a:lnTo>
                    <a:pt x="25160" y="43605"/>
                  </a:lnTo>
                  <a:lnTo>
                    <a:pt x="25450" y="43811"/>
                  </a:lnTo>
                  <a:lnTo>
                    <a:pt x="25740" y="44087"/>
                  </a:lnTo>
                  <a:lnTo>
                    <a:pt x="26175" y="44431"/>
                  </a:lnTo>
                  <a:lnTo>
                    <a:pt x="25522" y="44431"/>
                  </a:lnTo>
                  <a:lnTo>
                    <a:pt x="25377" y="44362"/>
                  </a:lnTo>
                  <a:lnTo>
                    <a:pt x="25305" y="44913"/>
                  </a:lnTo>
                  <a:lnTo>
                    <a:pt x="25450" y="45327"/>
                  </a:lnTo>
                  <a:lnTo>
                    <a:pt x="25740" y="45602"/>
                  </a:lnTo>
                  <a:lnTo>
                    <a:pt x="26102" y="45878"/>
                  </a:lnTo>
                  <a:lnTo>
                    <a:pt x="26102" y="46153"/>
                  </a:lnTo>
                  <a:lnTo>
                    <a:pt x="24797" y="45396"/>
                  </a:lnTo>
                  <a:lnTo>
                    <a:pt x="24652" y="45602"/>
                  </a:lnTo>
                  <a:lnTo>
                    <a:pt x="24580" y="46498"/>
                  </a:lnTo>
                  <a:lnTo>
                    <a:pt x="24290" y="46980"/>
                  </a:lnTo>
                  <a:lnTo>
                    <a:pt x="24217" y="47187"/>
                  </a:lnTo>
                  <a:lnTo>
                    <a:pt x="24217" y="47462"/>
                  </a:lnTo>
                  <a:lnTo>
                    <a:pt x="24290" y="47669"/>
                  </a:lnTo>
                  <a:lnTo>
                    <a:pt x="24362" y="47807"/>
                  </a:lnTo>
                  <a:lnTo>
                    <a:pt x="24217" y="48358"/>
                  </a:lnTo>
                  <a:lnTo>
                    <a:pt x="24217" y="52146"/>
                  </a:lnTo>
                  <a:lnTo>
                    <a:pt x="24435" y="52973"/>
                  </a:lnTo>
                  <a:lnTo>
                    <a:pt x="24435" y="54557"/>
                  </a:lnTo>
                  <a:lnTo>
                    <a:pt x="24652" y="55591"/>
                  </a:lnTo>
                  <a:lnTo>
                    <a:pt x="24580" y="56004"/>
                  </a:lnTo>
                  <a:lnTo>
                    <a:pt x="24435" y="56349"/>
                  </a:lnTo>
                  <a:lnTo>
                    <a:pt x="24290" y="55315"/>
                  </a:lnTo>
                  <a:lnTo>
                    <a:pt x="24217" y="55040"/>
                  </a:lnTo>
                  <a:lnTo>
                    <a:pt x="23927" y="54351"/>
                  </a:lnTo>
                  <a:lnTo>
                    <a:pt x="23492" y="52835"/>
                  </a:lnTo>
                  <a:lnTo>
                    <a:pt x="23347" y="52560"/>
                  </a:lnTo>
                  <a:lnTo>
                    <a:pt x="23347" y="52422"/>
                  </a:lnTo>
                  <a:lnTo>
                    <a:pt x="22839" y="51733"/>
                  </a:lnTo>
                  <a:lnTo>
                    <a:pt x="22767" y="51733"/>
                  </a:lnTo>
                  <a:lnTo>
                    <a:pt x="22622" y="51802"/>
                  </a:lnTo>
                  <a:lnTo>
                    <a:pt x="22477" y="51871"/>
                  </a:lnTo>
                  <a:lnTo>
                    <a:pt x="22187" y="51733"/>
                  </a:lnTo>
                  <a:lnTo>
                    <a:pt x="21969" y="51802"/>
                  </a:lnTo>
                  <a:lnTo>
                    <a:pt x="21172" y="52215"/>
                  </a:lnTo>
                  <a:lnTo>
                    <a:pt x="20809" y="52284"/>
                  </a:lnTo>
                  <a:lnTo>
                    <a:pt x="20882" y="51664"/>
                  </a:lnTo>
                  <a:lnTo>
                    <a:pt x="21534" y="50355"/>
                  </a:lnTo>
                  <a:lnTo>
                    <a:pt x="21607" y="50080"/>
                  </a:lnTo>
                  <a:lnTo>
                    <a:pt x="21607" y="49735"/>
                  </a:lnTo>
                  <a:lnTo>
                    <a:pt x="21607" y="49460"/>
                  </a:lnTo>
                  <a:lnTo>
                    <a:pt x="21534" y="49047"/>
                  </a:lnTo>
                  <a:lnTo>
                    <a:pt x="21462" y="49047"/>
                  </a:lnTo>
                  <a:lnTo>
                    <a:pt x="21317" y="48978"/>
                  </a:lnTo>
                  <a:lnTo>
                    <a:pt x="21244" y="48909"/>
                  </a:lnTo>
                  <a:lnTo>
                    <a:pt x="21172" y="48633"/>
                  </a:lnTo>
                  <a:lnTo>
                    <a:pt x="21172" y="48495"/>
                  </a:lnTo>
                  <a:lnTo>
                    <a:pt x="21172" y="48358"/>
                  </a:lnTo>
                  <a:lnTo>
                    <a:pt x="21317" y="48151"/>
                  </a:lnTo>
                  <a:lnTo>
                    <a:pt x="21244" y="47944"/>
                  </a:lnTo>
                  <a:lnTo>
                    <a:pt x="21027" y="47738"/>
                  </a:lnTo>
                  <a:lnTo>
                    <a:pt x="20737" y="46842"/>
                  </a:lnTo>
                  <a:lnTo>
                    <a:pt x="20592" y="46429"/>
                  </a:lnTo>
                  <a:lnTo>
                    <a:pt x="20302" y="46291"/>
                  </a:lnTo>
                  <a:lnTo>
                    <a:pt x="20157" y="46704"/>
                  </a:lnTo>
                  <a:lnTo>
                    <a:pt x="20084" y="47187"/>
                  </a:lnTo>
                  <a:lnTo>
                    <a:pt x="20157" y="47600"/>
                  </a:lnTo>
                  <a:lnTo>
                    <a:pt x="19939" y="47187"/>
                  </a:lnTo>
                  <a:lnTo>
                    <a:pt x="19794" y="46842"/>
                  </a:lnTo>
                  <a:lnTo>
                    <a:pt x="19141" y="44845"/>
                  </a:lnTo>
                  <a:lnTo>
                    <a:pt x="19141" y="44431"/>
                  </a:lnTo>
                  <a:lnTo>
                    <a:pt x="19141" y="44156"/>
                  </a:lnTo>
                  <a:lnTo>
                    <a:pt x="19359" y="42985"/>
                  </a:lnTo>
                  <a:lnTo>
                    <a:pt x="19359" y="42502"/>
                  </a:lnTo>
                  <a:lnTo>
                    <a:pt x="19287" y="42227"/>
                  </a:lnTo>
                  <a:lnTo>
                    <a:pt x="19069" y="42089"/>
                  </a:lnTo>
                  <a:lnTo>
                    <a:pt x="18561" y="42089"/>
                  </a:lnTo>
                  <a:lnTo>
                    <a:pt x="18706" y="41745"/>
                  </a:lnTo>
                  <a:lnTo>
                    <a:pt x="18924" y="41676"/>
                  </a:lnTo>
                  <a:lnTo>
                    <a:pt x="19141" y="41676"/>
                  </a:lnTo>
                  <a:lnTo>
                    <a:pt x="19287" y="41607"/>
                  </a:lnTo>
                  <a:lnTo>
                    <a:pt x="19359" y="41400"/>
                  </a:lnTo>
                  <a:lnTo>
                    <a:pt x="19649" y="39334"/>
                  </a:lnTo>
                  <a:lnTo>
                    <a:pt x="19649" y="38714"/>
                  </a:lnTo>
                  <a:lnTo>
                    <a:pt x="19214" y="38231"/>
                  </a:lnTo>
                  <a:lnTo>
                    <a:pt x="19359" y="37818"/>
                  </a:lnTo>
                  <a:lnTo>
                    <a:pt x="19287" y="37060"/>
                  </a:lnTo>
                  <a:lnTo>
                    <a:pt x="19141" y="36303"/>
                  </a:lnTo>
                  <a:lnTo>
                    <a:pt x="18996" y="35683"/>
                  </a:lnTo>
                  <a:lnTo>
                    <a:pt x="18489" y="34925"/>
                  </a:lnTo>
                  <a:lnTo>
                    <a:pt x="18054" y="34925"/>
                  </a:lnTo>
                  <a:lnTo>
                    <a:pt x="17619" y="35132"/>
                  </a:lnTo>
                  <a:lnTo>
                    <a:pt x="17111" y="34925"/>
                  </a:lnTo>
                  <a:lnTo>
                    <a:pt x="17691" y="34443"/>
                  </a:lnTo>
                  <a:lnTo>
                    <a:pt x="17909" y="34443"/>
                  </a:lnTo>
                  <a:lnTo>
                    <a:pt x="18054" y="34580"/>
                  </a:lnTo>
                  <a:lnTo>
                    <a:pt x="18344" y="34649"/>
                  </a:lnTo>
                  <a:lnTo>
                    <a:pt x="18561" y="34512"/>
                  </a:lnTo>
                  <a:lnTo>
                    <a:pt x="18561" y="34098"/>
                  </a:lnTo>
                  <a:lnTo>
                    <a:pt x="18489" y="33065"/>
                  </a:lnTo>
                  <a:lnTo>
                    <a:pt x="18489" y="32652"/>
                  </a:lnTo>
                  <a:lnTo>
                    <a:pt x="18634" y="31894"/>
                  </a:lnTo>
                  <a:lnTo>
                    <a:pt x="18634" y="30929"/>
                  </a:lnTo>
                  <a:lnTo>
                    <a:pt x="18561" y="30447"/>
                  </a:lnTo>
                  <a:lnTo>
                    <a:pt x="18416" y="30378"/>
                  </a:lnTo>
                  <a:lnTo>
                    <a:pt x="18054" y="30516"/>
                  </a:lnTo>
                  <a:lnTo>
                    <a:pt x="17691" y="30585"/>
                  </a:lnTo>
                  <a:lnTo>
                    <a:pt x="17546" y="30447"/>
                  </a:lnTo>
                  <a:lnTo>
                    <a:pt x="18489" y="29827"/>
                  </a:lnTo>
                  <a:lnTo>
                    <a:pt x="18489" y="29690"/>
                  </a:lnTo>
                  <a:lnTo>
                    <a:pt x="18199" y="28725"/>
                  </a:lnTo>
                  <a:lnTo>
                    <a:pt x="18054" y="28381"/>
                  </a:lnTo>
                  <a:lnTo>
                    <a:pt x="18344" y="27761"/>
                  </a:lnTo>
                  <a:lnTo>
                    <a:pt x="18416" y="26590"/>
                  </a:lnTo>
                  <a:lnTo>
                    <a:pt x="18416" y="26521"/>
                  </a:lnTo>
                  <a:lnTo>
                    <a:pt x="18489" y="26314"/>
                  </a:lnTo>
                  <a:lnTo>
                    <a:pt x="18489" y="25487"/>
                  </a:lnTo>
                  <a:lnTo>
                    <a:pt x="18344" y="25212"/>
                  </a:lnTo>
                  <a:lnTo>
                    <a:pt x="18199" y="25212"/>
                  </a:lnTo>
                  <a:lnTo>
                    <a:pt x="17764" y="25350"/>
                  </a:lnTo>
                  <a:lnTo>
                    <a:pt x="17474" y="25281"/>
                  </a:lnTo>
                  <a:lnTo>
                    <a:pt x="17111" y="25143"/>
                  </a:lnTo>
                  <a:lnTo>
                    <a:pt x="16894" y="24936"/>
                  </a:lnTo>
                  <a:lnTo>
                    <a:pt x="16531" y="24523"/>
                  </a:lnTo>
                  <a:lnTo>
                    <a:pt x="16459" y="24385"/>
                  </a:lnTo>
                  <a:lnTo>
                    <a:pt x="16386" y="24110"/>
                  </a:lnTo>
                  <a:lnTo>
                    <a:pt x="16314" y="23972"/>
                  </a:lnTo>
                  <a:lnTo>
                    <a:pt x="16241" y="23903"/>
                  </a:lnTo>
                  <a:lnTo>
                    <a:pt x="16024" y="23834"/>
                  </a:lnTo>
                  <a:lnTo>
                    <a:pt x="15879" y="23765"/>
                  </a:lnTo>
                  <a:lnTo>
                    <a:pt x="15806" y="23214"/>
                  </a:lnTo>
                  <a:lnTo>
                    <a:pt x="15806" y="23076"/>
                  </a:lnTo>
                  <a:lnTo>
                    <a:pt x="15589" y="22525"/>
                  </a:lnTo>
                  <a:lnTo>
                    <a:pt x="15371" y="22181"/>
                  </a:lnTo>
                  <a:lnTo>
                    <a:pt x="15009" y="21836"/>
                  </a:lnTo>
                  <a:lnTo>
                    <a:pt x="14719" y="21974"/>
                  </a:lnTo>
                  <a:lnTo>
                    <a:pt x="14501" y="21492"/>
                  </a:lnTo>
                  <a:lnTo>
                    <a:pt x="14501" y="21010"/>
                  </a:lnTo>
                  <a:lnTo>
                    <a:pt x="14646" y="20665"/>
                  </a:lnTo>
                  <a:lnTo>
                    <a:pt x="14936" y="20390"/>
                  </a:lnTo>
                  <a:lnTo>
                    <a:pt x="15154" y="21010"/>
                  </a:lnTo>
                  <a:lnTo>
                    <a:pt x="15371" y="21699"/>
                  </a:lnTo>
                  <a:lnTo>
                    <a:pt x="15661" y="22319"/>
                  </a:lnTo>
                  <a:lnTo>
                    <a:pt x="16169" y="22870"/>
                  </a:lnTo>
                  <a:lnTo>
                    <a:pt x="16241" y="23008"/>
                  </a:lnTo>
                  <a:lnTo>
                    <a:pt x="16386" y="23559"/>
                  </a:lnTo>
                  <a:lnTo>
                    <a:pt x="16966" y="23834"/>
                  </a:lnTo>
                  <a:lnTo>
                    <a:pt x="17111" y="23765"/>
                  </a:lnTo>
                  <a:lnTo>
                    <a:pt x="17184" y="23352"/>
                  </a:lnTo>
                  <a:lnTo>
                    <a:pt x="17329" y="23628"/>
                  </a:lnTo>
                  <a:lnTo>
                    <a:pt x="17474" y="23834"/>
                  </a:lnTo>
                  <a:lnTo>
                    <a:pt x="17546" y="24041"/>
                  </a:lnTo>
                  <a:lnTo>
                    <a:pt x="17546" y="24316"/>
                  </a:lnTo>
                  <a:lnTo>
                    <a:pt x="17909" y="24247"/>
                  </a:lnTo>
                  <a:lnTo>
                    <a:pt x="17909" y="23765"/>
                  </a:lnTo>
                  <a:lnTo>
                    <a:pt x="17836" y="23145"/>
                  </a:lnTo>
                  <a:lnTo>
                    <a:pt x="17909" y="22732"/>
                  </a:lnTo>
                  <a:lnTo>
                    <a:pt x="17909" y="22663"/>
                  </a:lnTo>
                  <a:lnTo>
                    <a:pt x="17909" y="22181"/>
                  </a:lnTo>
                  <a:lnTo>
                    <a:pt x="17836" y="20665"/>
                  </a:lnTo>
                  <a:lnTo>
                    <a:pt x="17619" y="19770"/>
                  </a:lnTo>
                  <a:lnTo>
                    <a:pt x="17619" y="19288"/>
                  </a:lnTo>
                  <a:lnTo>
                    <a:pt x="17691" y="18874"/>
                  </a:lnTo>
                  <a:lnTo>
                    <a:pt x="17836" y="18805"/>
                  </a:lnTo>
                  <a:lnTo>
                    <a:pt x="18561" y="19357"/>
                  </a:lnTo>
                  <a:lnTo>
                    <a:pt x="18344" y="19012"/>
                  </a:lnTo>
                  <a:lnTo>
                    <a:pt x="18271" y="18668"/>
                  </a:lnTo>
                  <a:lnTo>
                    <a:pt x="18271" y="18461"/>
                  </a:lnTo>
                  <a:lnTo>
                    <a:pt x="18416" y="18185"/>
                  </a:lnTo>
                  <a:lnTo>
                    <a:pt x="18199" y="18185"/>
                  </a:lnTo>
                  <a:lnTo>
                    <a:pt x="18054" y="18185"/>
                  </a:lnTo>
                  <a:lnTo>
                    <a:pt x="18054" y="18254"/>
                  </a:lnTo>
                  <a:lnTo>
                    <a:pt x="17981" y="18461"/>
                  </a:lnTo>
                  <a:lnTo>
                    <a:pt x="17764" y="18185"/>
                  </a:lnTo>
                  <a:lnTo>
                    <a:pt x="17619" y="17772"/>
                  </a:lnTo>
                  <a:lnTo>
                    <a:pt x="17546" y="17428"/>
                  </a:lnTo>
                  <a:lnTo>
                    <a:pt x="17619" y="17152"/>
                  </a:lnTo>
                  <a:lnTo>
                    <a:pt x="17764" y="17290"/>
                  </a:lnTo>
                  <a:lnTo>
                    <a:pt x="17981" y="17566"/>
                  </a:lnTo>
                  <a:lnTo>
                    <a:pt x="18199" y="17634"/>
                  </a:lnTo>
                  <a:lnTo>
                    <a:pt x="18344" y="17428"/>
                  </a:lnTo>
                  <a:lnTo>
                    <a:pt x="17909" y="17014"/>
                  </a:lnTo>
                  <a:lnTo>
                    <a:pt x="17764" y="16877"/>
                  </a:lnTo>
                  <a:lnTo>
                    <a:pt x="17619" y="16808"/>
                  </a:lnTo>
                  <a:lnTo>
                    <a:pt x="17474" y="16739"/>
                  </a:lnTo>
                  <a:lnTo>
                    <a:pt x="17546" y="16463"/>
                  </a:lnTo>
                  <a:lnTo>
                    <a:pt x="17474" y="16257"/>
                  </a:lnTo>
                  <a:lnTo>
                    <a:pt x="17329" y="15912"/>
                  </a:lnTo>
                  <a:lnTo>
                    <a:pt x="17256" y="15706"/>
                  </a:lnTo>
                  <a:lnTo>
                    <a:pt x="17329" y="14810"/>
                  </a:lnTo>
                  <a:lnTo>
                    <a:pt x="17184" y="14810"/>
                  </a:lnTo>
                  <a:lnTo>
                    <a:pt x="16966" y="14810"/>
                  </a:lnTo>
                  <a:lnTo>
                    <a:pt x="16749" y="14741"/>
                  </a:lnTo>
                  <a:lnTo>
                    <a:pt x="16531" y="14535"/>
                  </a:lnTo>
                  <a:lnTo>
                    <a:pt x="16459" y="14328"/>
                  </a:lnTo>
                  <a:lnTo>
                    <a:pt x="16604" y="14328"/>
                  </a:lnTo>
                  <a:lnTo>
                    <a:pt x="16821" y="14397"/>
                  </a:lnTo>
                  <a:lnTo>
                    <a:pt x="16966" y="14397"/>
                  </a:lnTo>
                  <a:lnTo>
                    <a:pt x="17111" y="14190"/>
                  </a:lnTo>
                  <a:lnTo>
                    <a:pt x="17256" y="13777"/>
                  </a:lnTo>
                  <a:lnTo>
                    <a:pt x="17184" y="13432"/>
                  </a:lnTo>
                  <a:lnTo>
                    <a:pt x="16894" y="13157"/>
                  </a:lnTo>
                  <a:lnTo>
                    <a:pt x="16894" y="12950"/>
                  </a:lnTo>
                  <a:lnTo>
                    <a:pt x="16821" y="12537"/>
                  </a:lnTo>
                  <a:lnTo>
                    <a:pt x="16604" y="12261"/>
                  </a:lnTo>
                  <a:lnTo>
                    <a:pt x="16531" y="12123"/>
                  </a:lnTo>
                  <a:lnTo>
                    <a:pt x="16241" y="12192"/>
                  </a:lnTo>
                  <a:lnTo>
                    <a:pt x="16024" y="11986"/>
                  </a:lnTo>
                  <a:lnTo>
                    <a:pt x="15879" y="11641"/>
                  </a:lnTo>
                  <a:lnTo>
                    <a:pt x="15806" y="11504"/>
                  </a:lnTo>
                  <a:lnTo>
                    <a:pt x="15806" y="11366"/>
                  </a:lnTo>
                  <a:lnTo>
                    <a:pt x="15879" y="11159"/>
                  </a:lnTo>
                  <a:lnTo>
                    <a:pt x="15806" y="11090"/>
                  </a:lnTo>
                  <a:lnTo>
                    <a:pt x="15589" y="10952"/>
                  </a:lnTo>
                  <a:lnTo>
                    <a:pt x="15009" y="10815"/>
                  </a:lnTo>
                  <a:lnTo>
                    <a:pt x="14791" y="10815"/>
                  </a:lnTo>
                  <a:lnTo>
                    <a:pt x="14646" y="10815"/>
                  </a:lnTo>
                  <a:lnTo>
                    <a:pt x="13486" y="11159"/>
                  </a:lnTo>
                  <a:lnTo>
                    <a:pt x="13341" y="11504"/>
                  </a:lnTo>
                  <a:lnTo>
                    <a:pt x="13268" y="12055"/>
                  </a:lnTo>
                  <a:lnTo>
                    <a:pt x="13051" y="12330"/>
                  </a:lnTo>
                  <a:lnTo>
                    <a:pt x="12471" y="12812"/>
                  </a:lnTo>
                  <a:lnTo>
                    <a:pt x="12616" y="12950"/>
                  </a:lnTo>
                  <a:lnTo>
                    <a:pt x="12688" y="13088"/>
                  </a:lnTo>
                  <a:lnTo>
                    <a:pt x="12761" y="13226"/>
                  </a:lnTo>
                  <a:lnTo>
                    <a:pt x="12761" y="13226"/>
                  </a:lnTo>
                  <a:lnTo>
                    <a:pt x="12906" y="13363"/>
                  </a:lnTo>
                  <a:lnTo>
                    <a:pt x="13268" y="13570"/>
                  </a:lnTo>
                  <a:lnTo>
                    <a:pt x="12978" y="13708"/>
                  </a:lnTo>
                  <a:lnTo>
                    <a:pt x="12616" y="13639"/>
                  </a:lnTo>
                  <a:lnTo>
                    <a:pt x="11891" y="13226"/>
                  </a:lnTo>
                  <a:lnTo>
                    <a:pt x="11746" y="13088"/>
                  </a:lnTo>
                  <a:lnTo>
                    <a:pt x="11528" y="13019"/>
                  </a:lnTo>
                  <a:lnTo>
                    <a:pt x="11383" y="12950"/>
                  </a:lnTo>
                  <a:lnTo>
                    <a:pt x="11093" y="13019"/>
                  </a:lnTo>
                  <a:lnTo>
                    <a:pt x="10441" y="13088"/>
                  </a:lnTo>
                  <a:lnTo>
                    <a:pt x="10513" y="12812"/>
                  </a:lnTo>
                  <a:lnTo>
                    <a:pt x="10876" y="12468"/>
                  </a:lnTo>
                  <a:lnTo>
                    <a:pt x="10948" y="12261"/>
                  </a:lnTo>
                  <a:lnTo>
                    <a:pt x="10513" y="12192"/>
                  </a:lnTo>
                  <a:lnTo>
                    <a:pt x="10223" y="12123"/>
                  </a:lnTo>
                  <a:lnTo>
                    <a:pt x="10441" y="12055"/>
                  </a:lnTo>
                  <a:lnTo>
                    <a:pt x="10586" y="11986"/>
                  </a:lnTo>
                  <a:lnTo>
                    <a:pt x="10658" y="11779"/>
                  </a:lnTo>
                  <a:lnTo>
                    <a:pt x="10586" y="11641"/>
                  </a:lnTo>
                  <a:lnTo>
                    <a:pt x="10513" y="11572"/>
                  </a:lnTo>
                  <a:lnTo>
                    <a:pt x="10006" y="10952"/>
                  </a:lnTo>
                  <a:lnTo>
                    <a:pt x="9788" y="10952"/>
                  </a:lnTo>
                  <a:lnTo>
                    <a:pt x="9063" y="11159"/>
                  </a:lnTo>
                  <a:lnTo>
                    <a:pt x="8773" y="11366"/>
                  </a:lnTo>
                  <a:lnTo>
                    <a:pt x="8628" y="11021"/>
                  </a:lnTo>
                  <a:lnTo>
                    <a:pt x="8410" y="10470"/>
                  </a:lnTo>
                  <a:lnTo>
                    <a:pt x="8338" y="10332"/>
                  </a:lnTo>
                  <a:lnTo>
                    <a:pt x="8193" y="10195"/>
                  </a:lnTo>
                  <a:lnTo>
                    <a:pt x="8410" y="10126"/>
                  </a:lnTo>
                  <a:lnTo>
                    <a:pt x="8555" y="9988"/>
                  </a:lnTo>
                  <a:lnTo>
                    <a:pt x="8773" y="9988"/>
                  </a:lnTo>
                  <a:lnTo>
                    <a:pt x="9063" y="10126"/>
                  </a:lnTo>
                  <a:lnTo>
                    <a:pt x="8990" y="9988"/>
                  </a:lnTo>
                  <a:lnTo>
                    <a:pt x="8918" y="9781"/>
                  </a:lnTo>
                  <a:lnTo>
                    <a:pt x="8773" y="9644"/>
                  </a:lnTo>
                  <a:lnTo>
                    <a:pt x="8700" y="9506"/>
                  </a:lnTo>
                  <a:lnTo>
                    <a:pt x="9208" y="9506"/>
                  </a:lnTo>
                  <a:lnTo>
                    <a:pt x="9716" y="9644"/>
                  </a:lnTo>
                  <a:lnTo>
                    <a:pt x="10151" y="9712"/>
                  </a:lnTo>
                  <a:lnTo>
                    <a:pt x="10513" y="9437"/>
                  </a:lnTo>
                  <a:lnTo>
                    <a:pt x="10151" y="9092"/>
                  </a:lnTo>
                  <a:lnTo>
                    <a:pt x="10006" y="9024"/>
                  </a:lnTo>
                  <a:lnTo>
                    <a:pt x="10223" y="8955"/>
                  </a:lnTo>
                  <a:lnTo>
                    <a:pt x="10441" y="9024"/>
                  </a:lnTo>
                  <a:lnTo>
                    <a:pt x="10948" y="9092"/>
                  </a:lnTo>
                  <a:lnTo>
                    <a:pt x="11166" y="9092"/>
                  </a:lnTo>
                  <a:lnTo>
                    <a:pt x="11238" y="9092"/>
                  </a:lnTo>
                  <a:lnTo>
                    <a:pt x="11528" y="8955"/>
                  </a:lnTo>
                  <a:lnTo>
                    <a:pt x="12181" y="8197"/>
                  </a:lnTo>
                  <a:lnTo>
                    <a:pt x="14066" y="7508"/>
                  </a:lnTo>
                  <a:lnTo>
                    <a:pt x="14429" y="7508"/>
                  </a:lnTo>
                  <a:lnTo>
                    <a:pt x="14936" y="7646"/>
                  </a:lnTo>
                  <a:lnTo>
                    <a:pt x="15444" y="7646"/>
                  </a:lnTo>
                  <a:lnTo>
                    <a:pt x="15589" y="7370"/>
                  </a:lnTo>
                  <a:lnTo>
                    <a:pt x="15444" y="7301"/>
                  </a:lnTo>
                  <a:lnTo>
                    <a:pt x="15154" y="7026"/>
                  </a:lnTo>
                  <a:lnTo>
                    <a:pt x="14936" y="6819"/>
                  </a:lnTo>
                  <a:lnTo>
                    <a:pt x="14791" y="6613"/>
                  </a:lnTo>
                  <a:lnTo>
                    <a:pt x="15009" y="6681"/>
                  </a:lnTo>
                  <a:lnTo>
                    <a:pt x="15154" y="6613"/>
                  </a:lnTo>
                  <a:lnTo>
                    <a:pt x="15444" y="6406"/>
                  </a:lnTo>
                  <a:lnTo>
                    <a:pt x="15516" y="6337"/>
                  </a:lnTo>
                  <a:lnTo>
                    <a:pt x="15516" y="6130"/>
                  </a:lnTo>
                  <a:lnTo>
                    <a:pt x="15444" y="6061"/>
                  </a:lnTo>
                  <a:lnTo>
                    <a:pt x="15371" y="6061"/>
                  </a:lnTo>
                  <a:lnTo>
                    <a:pt x="15154" y="6061"/>
                  </a:lnTo>
                  <a:lnTo>
                    <a:pt x="15081" y="5924"/>
                  </a:lnTo>
                  <a:lnTo>
                    <a:pt x="14864" y="5579"/>
                  </a:lnTo>
                  <a:lnTo>
                    <a:pt x="14791" y="5373"/>
                  </a:lnTo>
                  <a:lnTo>
                    <a:pt x="14864" y="5373"/>
                  </a:lnTo>
                  <a:lnTo>
                    <a:pt x="15444" y="5304"/>
                  </a:lnTo>
                  <a:lnTo>
                    <a:pt x="15589" y="5442"/>
                  </a:lnTo>
                  <a:lnTo>
                    <a:pt x="15734" y="5442"/>
                  </a:lnTo>
                  <a:lnTo>
                    <a:pt x="15806" y="5166"/>
                  </a:lnTo>
                  <a:lnTo>
                    <a:pt x="15734" y="4822"/>
                  </a:lnTo>
                  <a:lnTo>
                    <a:pt x="15516" y="4202"/>
                  </a:lnTo>
                  <a:lnTo>
                    <a:pt x="15516" y="3857"/>
                  </a:lnTo>
                  <a:lnTo>
                    <a:pt x="15226" y="3513"/>
                  </a:lnTo>
                  <a:lnTo>
                    <a:pt x="15081" y="2893"/>
                  </a:lnTo>
                  <a:lnTo>
                    <a:pt x="14936" y="2548"/>
                  </a:lnTo>
                  <a:lnTo>
                    <a:pt x="14646" y="2824"/>
                  </a:lnTo>
                  <a:lnTo>
                    <a:pt x="14283" y="2755"/>
                  </a:lnTo>
                  <a:lnTo>
                    <a:pt x="13703" y="2686"/>
                  </a:lnTo>
                  <a:lnTo>
                    <a:pt x="13413" y="2617"/>
                  </a:lnTo>
                  <a:lnTo>
                    <a:pt x="14066" y="2135"/>
                  </a:lnTo>
                  <a:lnTo>
                    <a:pt x="14501" y="2066"/>
                  </a:lnTo>
                  <a:lnTo>
                    <a:pt x="14646" y="1928"/>
                  </a:lnTo>
                  <a:lnTo>
                    <a:pt x="14501" y="1584"/>
                  </a:lnTo>
                  <a:lnTo>
                    <a:pt x="14429" y="1308"/>
                  </a:lnTo>
                  <a:lnTo>
                    <a:pt x="14283" y="1102"/>
                  </a:lnTo>
                  <a:lnTo>
                    <a:pt x="14211" y="1102"/>
                  </a:lnTo>
                  <a:lnTo>
                    <a:pt x="13631" y="964"/>
                  </a:lnTo>
                  <a:lnTo>
                    <a:pt x="13413" y="826"/>
                  </a:lnTo>
                  <a:lnTo>
                    <a:pt x="13631" y="757"/>
                  </a:lnTo>
                  <a:lnTo>
                    <a:pt x="13993" y="757"/>
                  </a:lnTo>
                  <a:lnTo>
                    <a:pt x="14283" y="688"/>
                  </a:lnTo>
                  <a:lnTo>
                    <a:pt x="14283" y="275"/>
                  </a:lnTo>
                  <a:lnTo>
                    <a:pt x="13993" y="0"/>
                  </a:lnTo>
                  <a:lnTo>
                    <a:pt x="13631" y="0"/>
                  </a:lnTo>
                  <a:lnTo>
                    <a:pt x="13051" y="206"/>
                  </a:lnTo>
                  <a:lnTo>
                    <a:pt x="13196" y="275"/>
                  </a:lnTo>
                  <a:lnTo>
                    <a:pt x="13196" y="551"/>
                  </a:lnTo>
                  <a:lnTo>
                    <a:pt x="13051" y="551"/>
                  </a:lnTo>
                  <a:lnTo>
                    <a:pt x="12833" y="275"/>
                  </a:lnTo>
                  <a:lnTo>
                    <a:pt x="12253" y="275"/>
                  </a:lnTo>
                  <a:lnTo>
                    <a:pt x="12108" y="551"/>
                  </a:lnTo>
                  <a:lnTo>
                    <a:pt x="11746" y="1515"/>
                  </a:lnTo>
                  <a:lnTo>
                    <a:pt x="11746" y="1515"/>
                  </a:lnTo>
                  <a:lnTo>
                    <a:pt x="11818" y="1515"/>
                  </a:lnTo>
                  <a:lnTo>
                    <a:pt x="11891" y="1515"/>
                  </a:lnTo>
                  <a:lnTo>
                    <a:pt x="11963" y="1584"/>
                  </a:lnTo>
                  <a:lnTo>
                    <a:pt x="11891" y="1859"/>
                  </a:lnTo>
                  <a:lnTo>
                    <a:pt x="11528" y="1997"/>
                  </a:lnTo>
                  <a:lnTo>
                    <a:pt x="11238" y="1997"/>
                  </a:lnTo>
                  <a:lnTo>
                    <a:pt x="10948" y="1928"/>
                  </a:lnTo>
                  <a:lnTo>
                    <a:pt x="10876" y="1859"/>
                  </a:lnTo>
                  <a:lnTo>
                    <a:pt x="10731" y="1791"/>
                  </a:lnTo>
                  <a:lnTo>
                    <a:pt x="10658" y="1791"/>
                  </a:lnTo>
                  <a:lnTo>
                    <a:pt x="10658" y="1515"/>
                  </a:lnTo>
                  <a:lnTo>
                    <a:pt x="10586" y="1239"/>
                  </a:lnTo>
                  <a:lnTo>
                    <a:pt x="10441" y="1653"/>
                  </a:lnTo>
                  <a:lnTo>
                    <a:pt x="10368" y="2755"/>
                  </a:lnTo>
                  <a:lnTo>
                    <a:pt x="10151" y="3168"/>
                  </a:lnTo>
                  <a:lnTo>
                    <a:pt x="9933" y="2479"/>
                  </a:lnTo>
                  <a:lnTo>
                    <a:pt x="9861" y="2755"/>
                  </a:lnTo>
                  <a:lnTo>
                    <a:pt x="10078" y="3306"/>
                  </a:lnTo>
                  <a:lnTo>
                    <a:pt x="10948" y="3237"/>
                  </a:lnTo>
                  <a:lnTo>
                    <a:pt x="11166" y="3444"/>
                  </a:lnTo>
                  <a:lnTo>
                    <a:pt x="11383" y="3788"/>
                  </a:lnTo>
                  <a:lnTo>
                    <a:pt x="11601" y="3995"/>
                  </a:lnTo>
                  <a:lnTo>
                    <a:pt x="11963" y="3995"/>
                  </a:lnTo>
                  <a:lnTo>
                    <a:pt x="12543" y="3857"/>
                  </a:lnTo>
                  <a:lnTo>
                    <a:pt x="12833" y="3857"/>
                  </a:lnTo>
                  <a:lnTo>
                    <a:pt x="12543" y="4270"/>
                  </a:lnTo>
                  <a:lnTo>
                    <a:pt x="11963" y="4477"/>
                  </a:lnTo>
                  <a:lnTo>
                    <a:pt x="11238" y="4477"/>
                  </a:lnTo>
                  <a:lnTo>
                    <a:pt x="10658" y="4615"/>
                  </a:lnTo>
                  <a:lnTo>
                    <a:pt x="9788" y="5166"/>
                  </a:lnTo>
                  <a:lnTo>
                    <a:pt x="9353" y="5579"/>
                  </a:lnTo>
                  <a:lnTo>
                    <a:pt x="9208" y="5648"/>
                  </a:lnTo>
                  <a:lnTo>
                    <a:pt x="8918" y="5717"/>
                  </a:lnTo>
                  <a:lnTo>
                    <a:pt x="8773" y="4890"/>
                  </a:lnTo>
                  <a:lnTo>
                    <a:pt x="8628" y="4133"/>
                  </a:lnTo>
                  <a:lnTo>
                    <a:pt x="8265" y="4546"/>
                  </a:lnTo>
                  <a:lnTo>
                    <a:pt x="7975" y="4133"/>
                  </a:lnTo>
                  <a:lnTo>
                    <a:pt x="7903" y="2548"/>
                  </a:lnTo>
                  <a:lnTo>
                    <a:pt x="7758" y="2686"/>
                  </a:lnTo>
                  <a:lnTo>
                    <a:pt x="7613" y="2962"/>
                  </a:lnTo>
                  <a:lnTo>
                    <a:pt x="7540" y="3168"/>
                  </a:lnTo>
                  <a:lnTo>
                    <a:pt x="7178" y="3237"/>
                  </a:lnTo>
                  <a:lnTo>
                    <a:pt x="6960" y="2962"/>
                  </a:lnTo>
                  <a:lnTo>
                    <a:pt x="6235" y="5028"/>
                  </a:lnTo>
                  <a:lnTo>
                    <a:pt x="6163" y="5304"/>
                  </a:lnTo>
                  <a:lnTo>
                    <a:pt x="5800" y="6061"/>
                  </a:lnTo>
                  <a:lnTo>
                    <a:pt x="5728" y="6681"/>
                  </a:lnTo>
                  <a:lnTo>
                    <a:pt x="5655" y="6957"/>
                  </a:lnTo>
                  <a:lnTo>
                    <a:pt x="4785" y="8059"/>
                  </a:lnTo>
                  <a:lnTo>
                    <a:pt x="4640" y="8404"/>
                  </a:lnTo>
                  <a:lnTo>
                    <a:pt x="4640" y="8748"/>
                  </a:lnTo>
                  <a:lnTo>
                    <a:pt x="4640" y="9092"/>
                  </a:lnTo>
                  <a:lnTo>
                    <a:pt x="3770" y="10057"/>
                  </a:lnTo>
                  <a:lnTo>
                    <a:pt x="3625" y="10401"/>
                  </a:lnTo>
                  <a:lnTo>
                    <a:pt x="3480" y="11366"/>
                  </a:lnTo>
                  <a:lnTo>
                    <a:pt x="3407" y="11572"/>
                  </a:lnTo>
                  <a:lnTo>
                    <a:pt x="2755" y="12123"/>
                  </a:lnTo>
                  <a:lnTo>
                    <a:pt x="2247" y="12743"/>
                  </a:lnTo>
                  <a:lnTo>
                    <a:pt x="870" y="15499"/>
                  </a:lnTo>
                  <a:lnTo>
                    <a:pt x="580" y="16601"/>
                  </a:lnTo>
                  <a:lnTo>
                    <a:pt x="580" y="17014"/>
                  </a:lnTo>
                  <a:lnTo>
                    <a:pt x="652" y="17290"/>
                  </a:lnTo>
                  <a:lnTo>
                    <a:pt x="797" y="18117"/>
                  </a:lnTo>
                  <a:lnTo>
                    <a:pt x="797" y="18254"/>
                  </a:lnTo>
                  <a:lnTo>
                    <a:pt x="725" y="18668"/>
                  </a:lnTo>
                  <a:lnTo>
                    <a:pt x="725" y="18943"/>
                  </a:lnTo>
                  <a:lnTo>
                    <a:pt x="1377" y="19081"/>
                  </a:lnTo>
                  <a:lnTo>
                    <a:pt x="1667" y="19219"/>
                  </a:lnTo>
                  <a:lnTo>
                    <a:pt x="2030" y="19357"/>
                  </a:lnTo>
                  <a:lnTo>
                    <a:pt x="1812" y="19563"/>
                  </a:lnTo>
                  <a:lnTo>
                    <a:pt x="1595" y="19632"/>
                  </a:lnTo>
                  <a:lnTo>
                    <a:pt x="1450" y="19563"/>
                  </a:lnTo>
                  <a:lnTo>
                    <a:pt x="1305" y="20045"/>
                  </a:lnTo>
                  <a:lnTo>
                    <a:pt x="2030" y="20597"/>
                  </a:lnTo>
                  <a:lnTo>
                    <a:pt x="2175" y="20872"/>
                  </a:lnTo>
                  <a:lnTo>
                    <a:pt x="2247" y="21148"/>
                  </a:lnTo>
                  <a:lnTo>
                    <a:pt x="2175" y="21492"/>
                  </a:lnTo>
                  <a:lnTo>
                    <a:pt x="1667" y="22043"/>
                  </a:lnTo>
                  <a:lnTo>
                    <a:pt x="1667" y="22250"/>
                  </a:lnTo>
                  <a:lnTo>
                    <a:pt x="2102" y="23145"/>
                  </a:lnTo>
                  <a:lnTo>
                    <a:pt x="1957" y="23765"/>
                  </a:lnTo>
                  <a:lnTo>
                    <a:pt x="1522" y="24110"/>
                  </a:lnTo>
                  <a:lnTo>
                    <a:pt x="942" y="24523"/>
                  </a:lnTo>
                  <a:lnTo>
                    <a:pt x="1377" y="24523"/>
                  </a:lnTo>
                  <a:lnTo>
                    <a:pt x="1957" y="24316"/>
                  </a:lnTo>
                  <a:lnTo>
                    <a:pt x="2247" y="24316"/>
                  </a:lnTo>
                  <a:lnTo>
                    <a:pt x="2610" y="24661"/>
                  </a:lnTo>
                  <a:lnTo>
                    <a:pt x="2537" y="25005"/>
                  </a:lnTo>
                  <a:lnTo>
                    <a:pt x="2102" y="25487"/>
                  </a:lnTo>
                  <a:lnTo>
                    <a:pt x="1957" y="25970"/>
                  </a:lnTo>
                  <a:lnTo>
                    <a:pt x="1595" y="25901"/>
                  </a:lnTo>
                  <a:lnTo>
                    <a:pt x="1305" y="25625"/>
                  </a:lnTo>
                  <a:lnTo>
                    <a:pt x="1087" y="25487"/>
                  </a:lnTo>
                  <a:lnTo>
                    <a:pt x="145" y="25832"/>
                  </a:lnTo>
                  <a:lnTo>
                    <a:pt x="0" y="26107"/>
                  </a:lnTo>
                  <a:lnTo>
                    <a:pt x="145" y="26039"/>
                  </a:lnTo>
                  <a:lnTo>
                    <a:pt x="362" y="25970"/>
                  </a:lnTo>
                  <a:lnTo>
                    <a:pt x="580" y="26039"/>
                  </a:lnTo>
                  <a:lnTo>
                    <a:pt x="725" y="26039"/>
                  </a:lnTo>
                  <a:lnTo>
                    <a:pt x="870" y="26176"/>
                  </a:lnTo>
                  <a:lnTo>
                    <a:pt x="1232" y="26521"/>
                  </a:lnTo>
                  <a:lnTo>
                    <a:pt x="1377" y="26590"/>
                  </a:lnTo>
                  <a:lnTo>
                    <a:pt x="1667" y="26590"/>
                  </a:lnTo>
                  <a:lnTo>
                    <a:pt x="2175" y="26176"/>
                  </a:lnTo>
                  <a:lnTo>
                    <a:pt x="2537" y="26314"/>
                  </a:lnTo>
                  <a:lnTo>
                    <a:pt x="2320" y="26659"/>
                  </a:lnTo>
                  <a:lnTo>
                    <a:pt x="2320" y="26934"/>
                  </a:lnTo>
                  <a:lnTo>
                    <a:pt x="2610" y="27003"/>
                  </a:lnTo>
                  <a:lnTo>
                    <a:pt x="2755" y="27141"/>
                  </a:lnTo>
                  <a:lnTo>
                    <a:pt x="2827" y="27141"/>
                  </a:lnTo>
                  <a:lnTo>
                    <a:pt x="2900" y="26796"/>
                  </a:lnTo>
                  <a:lnTo>
                    <a:pt x="3335" y="26796"/>
                  </a:lnTo>
                  <a:lnTo>
                    <a:pt x="3480" y="26934"/>
                  </a:lnTo>
                  <a:lnTo>
                    <a:pt x="3697" y="27072"/>
                  </a:lnTo>
                  <a:lnTo>
                    <a:pt x="3625" y="27278"/>
                  </a:lnTo>
                  <a:lnTo>
                    <a:pt x="3480" y="27416"/>
                  </a:lnTo>
                  <a:lnTo>
                    <a:pt x="3262" y="27416"/>
                  </a:lnTo>
                  <a:lnTo>
                    <a:pt x="3117" y="27485"/>
                  </a:lnTo>
                  <a:lnTo>
                    <a:pt x="3407" y="27967"/>
                  </a:lnTo>
                  <a:lnTo>
                    <a:pt x="3552" y="28312"/>
                  </a:lnTo>
                  <a:lnTo>
                    <a:pt x="3552" y="28518"/>
                  </a:lnTo>
                  <a:lnTo>
                    <a:pt x="3480" y="28725"/>
                  </a:lnTo>
                  <a:lnTo>
                    <a:pt x="3480" y="29207"/>
                  </a:lnTo>
                  <a:lnTo>
                    <a:pt x="3335" y="29827"/>
                  </a:lnTo>
                  <a:lnTo>
                    <a:pt x="3335" y="30034"/>
                  </a:lnTo>
                  <a:lnTo>
                    <a:pt x="3480" y="30516"/>
                  </a:lnTo>
                  <a:lnTo>
                    <a:pt x="3480" y="30723"/>
                  </a:lnTo>
                  <a:lnTo>
                    <a:pt x="3407" y="31205"/>
                  </a:lnTo>
                  <a:lnTo>
                    <a:pt x="2972" y="31963"/>
                  </a:lnTo>
                  <a:lnTo>
                    <a:pt x="2900" y="32445"/>
                  </a:lnTo>
                  <a:lnTo>
                    <a:pt x="2827" y="32583"/>
                  </a:lnTo>
                  <a:lnTo>
                    <a:pt x="2392" y="32789"/>
                  </a:lnTo>
                  <a:lnTo>
                    <a:pt x="2247" y="32927"/>
                  </a:lnTo>
                  <a:lnTo>
                    <a:pt x="2247" y="33065"/>
                  </a:lnTo>
                  <a:lnTo>
                    <a:pt x="2102" y="33616"/>
                  </a:lnTo>
                  <a:lnTo>
                    <a:pt x="1667" y="34305"/>
                  </a:lnTo>
                  <a:lnTo>
                    <a:pt x="1232" y="34856"/>
                  </a:lnTo>
                  <a:lnTo>
                    <a:pt x="1087" y="34856"/>
                  </a:lnTo>
                  <a:lnTo>
                    <a:pt x="942" y="34649"/>
                  </a:lnTo>
                  <a:lnTo>
                    <a:pt x="797" y="34649"/>
                  </a:lnTo>
                  <a:lnTo>
                    <a:pt x="725" y="34718"/>
                  </a:lnTo>
                  <a:lnTo>
                    <a:pt x="652" y="34856"/>
                  </a:lnTo>
                  <a:lnTo>
                    <a:pt x="435" y="35269"/>
                  </a:lnTo>
                  <a:lnTo>
                    <a:pt x="362" y="35476"/>
                  </a:lnTo>
                  <a:lnTo>
                    <a:pt x="507" y="35683"/>
                  </a:lnTo>
                  <a:lnTo>
                    <a:pt x="797" y="35683"/>
                  </a:lnTo>
                  <a:lnTo>
                    <a:pt x="1232" y="35476"/>
                  </a:lnTo>
                  <a:lnTo>
                    <a:pt x="1667" y="35338"/>
                  </a:lnTo>
                  <a:lnTo>
                    <a:pt x="2102" y="35614"/>
                  </a:lnTo>
                  <a:lnTo>
                    <a:pt x="2537" y="35958"/>
                  </a:lnTo>
                  <a:lnTo>
                    <a:pt x="3117" y="35545"/>
                  </a:lnTo>
                  <a:lnTo>
                    <a:pt x="3480" y="35683"/>
                  </a:lnTo>
                  <a:lnTo>
                    <a:pt x="3480" y="35889"/>
                  </a:lnTo>
                  <a:lnTo>
                    <a:pt x="3407" y="36027"/>
                  </a:lnTo>
                  <a:lnTo>
                    <a:pt x="3262" y="36096"/>
                  </a:lnTo>
                  <a:lnTo>
                    <a:pt x="3117" y="36165"/>
                  </a:lnTo>
                  <a:lnTo>
                    <a:pt x="3262" y="36303"/>
                  </a:lnTo>
                  <a:lnTo>
                    <a:pt x="3552" y="36303"/>
                  </a:lnTo>
                  <a:lnTo>
                    <a:pt x="3770" y="36165"/>
                  </a:lnTo>
                  <a:lnTo>
                    <a:pt x="4712" y="35338"/>
                  </a:lnTo>
                  <a:lnTo>
                    <a:pt x="4858" y="35338"/>
                  </a:lnTo>
                  <a:lnTo>
                    <a:pt x="4930" y="35614"/>
                  </a:lnTo>
                  <a:lnTo>
                    <a:pt x="4712" y="36303"/>
                  </a:lnTo>
                  <a:lnTo>
                    <a:pt x="4060" y="36578"/>
                  </a:lnTo>
                  <a:lnTo>
                    <a:pt x="2755" y="36854"/>
                  </a:lnTo>
                  <a:lnTo>
                    <a:pt x="2392" y="37405"/>
                  </a:lnTo>
                  <a:lnTo>
                    <a:pt x="2537" y="38094"/>
                  </a:lnTo>
                  <a:lnTo>
                    <a:pt x="2755" y="38920"/>
                  </a:lnTo>
                  <a:lnTo>
                    <a:pt x="2972" y="39678"/>
                  </a:lnTo>
                  <a:lnTo>
                    <a:pt x="2827" y="40642"/>
                  </a:lnTo>
                  <a:lnTo>
                    <a:pt x="2755" y="40918"/>
                  </a:lnTo>
                  <a:lnTo>
                    <a:pt x="2827" y="41125"/>
                  </a:lnTo>
                  <a:lnTo>
                    <a:pt x="3045" y="41538"/>
                  </a:lnTo>
                  <a:lnTo>
                    <a:pt x="3045" y="41745"/>
                  </a:lnTo>
                  <a:lnTo>
                    <a:pt x="3045" y="42502"/>
                  </a:lnTo>
                  <a:lnTo>
                    <a:pt x="3335" y="43467"/>
                  </a:lnTo>
                  <a:lnTo>
                    <a:pt x="3480" y="43811"/>
                  </a:lnTo>
                  <a:lnTo>
                    <a:pt x="3480" y="43949"/>
                  </a:lnTo>
                  <a:lnTo>
                    <a:pt x="3407" y="44018"/>
                  </a:lnTo>
                  <a:lnTo>
                    <a:pt x="3480" y="44087"/>
                  </a:lnTo>
                  <a:lnTo>
                    <a:pt x="3552" y="44156"/>
                  </a:lnTo>
                  <a:lnTo>
                    <a:pt x="3625" y="44225"/>
                  </a:lnTo>
                  <a:lnTo>
                    <a:pt x="3697" y="44225"/>
                  </a:lnTo>
                  <a:lnTo>
                    <a:pt x="3697" y="44293"/>
                  </a:lnTo>
                  <a:lnTo>
                    <a:pt x="3987" y="44845"/>
                  </a:lnTo>
                  <a:lnTo>
                    <a:pt x="4132" y="45464"/>
                  </a:lnTo>
                  <a:lnTo>
                    <a:pt x="4277" y="46567"/>
                  </a:lnTo>
                  <a:lnTo>
                    <a:pt x="4640" y="47738"/>
                  </a:lnTo>
                  <a:lnTo>
                    <a:pt x="4785" y="48220"/>
                  </a:lnTo>
                  <a:lnTo>
                    <a:pt x="5075" y="48771"/>
                  </a:lnTo>
                  <a:lnTo>
                    <a:pt x="5148" y="49115"/>
                  </a:lnTo>
                  <a:lnTo>
                    <a:pt x="5365" y="50769"/>
                  </a:lnTo>
                  <a:lnTo>
                    <a:pt x="5728" y="52560"/>
                  </a:lnTo>
                  <a:lnTo>
                    <a:pt x="5728" y="53662"/>
                  </a:lnTo>
                  <a:lnTo>
                    <a:pt x="6235" y="55246"/>
                  </a:lnTo>
                  <a:lnTo>
                    <a:pt x="6308" y="55729"/>
                  </a:lnTo>
                  <a:lnTo>
                    <a:pt x="6235" y="56693"/>
                  </a:lnTo>
                  <a:lnTo>
                    <a:pt x="6525" y="57588"/>
                  </a:lnTo>
                  <a:lnTo>
                    <a:pt x="6525" y="58484"/>
                  </a:lnTo>
                  <a:lnTo>
                    <a:pt x="6670" y="58691"/>
                  </a:lnTo>
                  <a:lnTo>
                    <a:pt x="6670" y="58966"/>
                  </a:lnTo>
                  <a:lnTo>
                    <a:pt x="6888" y="59173"/>
                  </a:lnTo>
                  <a:lnTo>
                    <a:pt x="6960" y="59311"/>
                  </a:lnTo>
                  <a:lnTo>
                    <a:pt x="7033" y="59517"/>
                  </a:lnTo>
                  <a:lnTo>
                    <a:pt x="7033" y="59724"/>
                  </a:lnTo>
                  <a:lnTo>
                    <a:pt x="6888" y="60068"/>
                  </a:lnTo>
                  <a:lnTo>
                    <a:pt x="6815" y="60344"/>
                  </a:lnTo>
                  <a:lnTo>
                    <a:pt x="6888" y="60688"/>
                  </a:lnTo>
                  <a:lnTo>
                    <a:pt x="7105" y="61997"/>
                  </a:lnTo>
                  <a:lnTo>
                    <a:pt x="7323" y="62617"/>
                  </a:lnTo>
                  <a:lnTo>
                    <a:pt x="7830" y="63444"/>
                  </a:lnTo>
                  <a:lnTo>
                    <a:pt x="8338" y="64064"/>
                  </a:lnTo>
                  <a:lnTo>
                    <a:pt x="8918" y="64064"/>
                  </a:lnTo>
                  <a:lnTo>
                    <a:pt x="8918" y="64133"/>
                  </a:lnTo>
                  <a:lnTo>
                    <a:pt x="8918" y="64202"/>
                  </a:lnTo>
                  <a:lnTo>
                    <a:pt x="8990" y="64270"/>
                  </a:lnTo>
                  <a:lnTo>
                    <a:pt x="8990" y="64477"/>
                  </a:lnTo>
                  <a:lnTo>
                    <a:pt x="9425" y="64546"/>
                  </a:lnTo>
                  <a:lnTo>
                    <a:pt x="9716" y="64684"/>
                  </a:lnTo>
                  <a:lnTo>
                    <a:pt x="9861" y="64822"/>
                  </a:lnTo>
                  <a:lnTo>
                    <a:pt x="10006" y="64959"/>
                  </a:lnTo>
                  <a:lnTo>
                    <a:pt x="10151" y="65166"/>
                  </a:lnTo>
                  <a:lnTo>
                    <a:pt x="10441" y="65304"/>
                  </a:lnTo>
                  <a:lnTo>
                    <a:pt x="10586" y="65373"/>
                  </a:lnTo>
                  <a:lnTo>
                    <a:pt x="10803" y="65235"/>
                  </a:lnTo>
                  <a:lnTo>
                    <a:pt x="10803" y="64822"/>
                  </a:lnTo>
                  <a:lnTo>
                    <a:pt x="10731" y="64477"/>
                  </a:lnTo>
                  <a:lnTo>
                    <a:pt x="10731" y="64133"/>
                  </a:lnTo>
                  <a:lnTo>
                    <a:pt x="11311" y="64822"/>
                  </a:lnTo>
                  <a:lnTo>
                    <a:pt x="11891" y="65166"/>
                  </a:lnTo>
                  <a:lnTo>
                    <a:pt x="13558" y="65235"/>
                  </a:lnTo>
                  <a:lnTo>
                    <a:pt x="13921" y="65373"/>
                  </a:lnTo>
                  <a:lnTo>
                    <a:pt x="13921" y="65442"/>
                  </a:lnTo>
                  <a:lnTo>
                    <a:pt x="13486" y="65717"/>
                  </a:lnTo>
                  <a:lnTo>
                    <a:pt x="12978" y="65786"/>
                  </a:lnTo>
                  <a:lnTo>
                    <a:pt x="12326" y="65786"/>
                  </a:lnTo>
                  <a:lnTo>
                    <a:pt x="11818" y="65579"/>
                  </a:lnTo>
                  <a:lnTo>
                    <a:pt x="11238" y="65579"/>
                  </a:lnTo>
                  <a:lnTo>
                    <a:pt x="10876" y="65855"/>
                  </a:lnTo>
                  <a:lnTo>
                    <a:pt x="10731" y="66268"/>
                  </a:lnTo>
                  <a:lnTo>
                    <a:pt x="10948" y="66750"/>
                  </a:lnTo>
                  <a:lnTo>
                    <a:pt x="11963" y="67439"/>
                  </a:lnTo>
                  <a:lnTo>
                    <a:pt x="11456" y="67508"/>
                  </a:lnTo>
                  <a:lnTo>
                    <a:pt x="10948" y="67164"/>
                  </a:lnTo>
                  <a:lnTo>
                    <a:pt x="10586" y="66613"/>
                  </a:lnTo>
                  <a:lnTo>
                    <a:pt x="10223" y="66061"/>
                  </a:lnTo>
                  <a:lnTo>
                    <a:pt x="9861" y="65717"/>
                  </a:lnTo>
                  <a:lnTo>
                    <a:pt x="9280" y="65442"/>
                  </a:lnTo>
                  <a:lnTo>
                    <a:pt x="8773" y="65442"/>
                  </a:lnTo>
                  <a:lnTo>
                    <a:pt x="8265" y="65717"/>
                  </a:lnTo>
                  <a:lnTo>
                    <a:pt x="8048" y="65993"/>
                  </a:lnTo>
                  <a:lnTo>
                    <a:pt x="7975" y="66888"/>
                  </a:lnTo>
                  <a:lnTo>
                    <a:pt x="7685" y="67439"/>
                  </a:lnTo>
                  <a:lnTo>
                    <a:pt x="7468" y="68541"/>
                  </a:lnTo>
                  <a:lnTo>
                    <a:pt x="7323" y="69850"/>
                  </a:lnTo>
                  <a:lnTo>
                    <a:pt x="7468" y="70815"/>
                  </a:lnTo>
                  <a:lnTo>
                    <a:pt x="7758" y="71710"/>
                  </a:lnTo>
                  <a:lnTo>
                    <a:pt x="8555" y="73363"/>
                  </a:lnTo>
                  <a:lnTo>
                    <a:pt x="8773" y="73708"/>
                  </a:lnTo>
                  <a:lnTo>
                    <a:pt x="9135" y="74052"/>
                  </a:lnTo>
                  <a:lnTo>
                    <a:pt x="9643" y="74259"/>
                  </a:lnTo>
                  <a:lnTo>
                    <a:pt x="10006" y="74259"/>
                  </a:lnTo>
                  <a:lnTo>
                    <a:pt x="10948" y="74190"/>
                  </a:lnTo>
                  <a:lnTo>
                    <a:pt x="12616" y="73570"/>
                  </a:lnTo>
                  <a:lnTo>
                    <a:pt x="12906" y="73295"/>
                  </a:lnTo>
                  <a:lnTo>
                    <a:pt x="13196" y="72950"/>
                  </a:lnTo>
                  <a:lnTo>
                    <a:pt x="13486" y="72261"/>
                  </a:lnTo>
                  <a:lnTo>
                    <a:pt x="13703" y="71986"/>
                  </a:lnTo>
                  <a:lnTo>
                    <a:pt x="13703" y="73295"/>
                  </a:lnTo>
                  <a:lnTo>
                    <a:pt x="13631" y="73777"/>
                  </a:lnTo>
                  <a:lnTo>
                    <a:pt x="13413" y="74259"/>
                  </a:lnTo>
                  <a:lnTo>
                    <a:pt x="12181" y="74879"/>
                  </a:lnTo>
                  <a:lnTo>
                    <a:pt x="12181" y="75154"/>
                  </a:lnTo>
                  <a:lnTo>
                    <a:pt x="12906" y="75499"/>
                  </a:lnTo>
                  <a:lnTo>
                    <a:pt x="13631" y="74810"/>
                  </a:lnTo>
                  <a:lnTo>
                    <a:pt x="14501" y="73226"/>
                  </a:lnTo>
                  <a:lnTo>
                    <a:pt x="14646" y="73363"/>
                  </a:lnTo>
                  <a:lnTo>
                    <a:pt x="14356" y="73708"/>
                  </a:lnTo>
                  <a:lnTo>
                    <a:pt x="14283" y="74121"/>
                  </a:lnTo>
                  <a:lnTo>
                    <a:pt x="14356" y="74328"/>
                  </a:lnTo>
                  <a:lnTo>
                    <a:pt x="14864" y="74190"/>
                  </a:lnTo>
                  <a:lnTo>
                    <a:pt x="15154" y="73983"/>
                  </a:lnTo>
                  <a:lnTo>
                    <a:pt x="15371" y="73501"/>
                  </a:lnTo>
                  <a:lnTo>
                    <a:pt x="15516" y="72675"/>
                  </a:lnTo>
                  <a:lnTo>
                    <a:pt x="15661" y="72743"/>
                  </a:lnTo>
                  <a:lnTo>
                    <a:pt x="15589" y="74121"/>
                  </a:lnTo>
                  <a:lnTo>
                    <a:pt x="15589" y="74397"/>
                  </a:lnTo>
                  <a:lnTo>
                    <a:pt x="15226" y="74741"/>
                  </a:lnTo>
                  <a:lnTo>
                    <a:pt x="14211" y="75017"/>
                  </a:lnTo>
                  <a:lnTo>
                    <a:pt x="13486" y="75706"/>
                  </a:lnTo>
                  <a:lnTo>
                    <a:pt x="12688" y="76050"/>
                  </a:lnTo>
                  <a:lnTo>
                    <a:pt x="12471" y="76119"/>
                  </a:lnTo>
                  <a:lnTo>
                    <a:pt x="12471" y="76394"/>
                  </a:lnTo>
                  <a:lnTo>
                    <a:pt x="12688" y="76877"/>
                  </a:lnTo>
                  <a:lnTo>
                    <a:pt x="12906" y="77083"/>
                  </a:lnTo>
                  <a:lnTo>
                    <a:pt x="12978" y="77290"/>
                  </a:lnTo>
                  <a:lnTo>
                    <a:pt x="13341" y="77497"/>
                  </a:lnTo>
                  <a:lnTo>
                    <a:pt x="14066" y="78117"/>
                  </a:lnTo>
                  <a:lnTo>
                    <a:pt x="14429" y="78254"/>
                  </a:lnTo>
                  <a:lnTo>
                    <a:pt x="15154" y="78392"/>
                  </a:lnTo>
                  <a:lnTo>
                    <a:pt x="15516" y="78461"/>
                  </a:lnTo>
                  <a:lnTo>
                    <a:pt x="16241" y="78461"/>
                  </a:lnTo>
                  <a:lnTo>
                    <a:pt x="17691" y="77634"/>
                  </a:lnTo>
                  <a:lnTo>
                    <a:pt x="18199" y="77703"/>
                  </a:lnTo>
                  <a:lnTo>
                    <a:pt x="17764" y="78254"/>
                  </a:lnTo>
                  <a:lnTo>
                    <a:pt x="15444" y="79081"/>
                  </a:lnTo>
                  <a:lnTo>
                    <a:pt x="14791" y="78943"/>
                  </a:lnTo>
                  <a:lnTo>
                    <a:pt x="13413" y="78254"/>
                  </a:lnTo>
                  <a:lnTo>
                    <a:pt x="12688" y="78117"/>
                  </a:lnTo>
                  <a:lnTo>
                    <a:pt x="12036" y="78185"/>
                  </a:lnTo>
                  <a:lnTo>
                    <a:pt x="10876" y="78874"/>
                  </a:lnTo>
                  <a:lnTo>
                    <a:pt x="10731" y="79012"/>
                  </a:lnTo>
                  <a:lnTo>
                    <a:pt x="10441" y="79563"/>
                  </a:lnTo>
                  <a:lnTo>
                    <a:pt x="10151" y="79701"/>
                  </a:lnTo>
                  <a:lnTo>
                    <a:pt x="9861" y="79563"/>
                  </a:lnTo>
                  <a:lnTo>
                    <a:pt x="9788" y="79219"/>
                  </a:lnTo>
                  <a:lnTo>
                    <a:pt x="9788" y="78943"/>
                  </a:lnTo>
                  <a:lnTo>
                    <a:pt x="9861" y="78668"/>
                  </a:lnTo>
                  <a:lnTo>
                    <a:pt x="9716" y="78461"/>
                  </a:lnTo>
                  <a:lnTo>
                    <a:pt x="9353" y="78737"/>
                  </a:lnTo>
                  <a:lnTo>
                    <a:pt x="9425" y="78392"/>
                  </a:lnTo>
                  <a:lnTo>
                    <a:pt x="9353" y="78048"/>
                  </a:lnTo>
                  <a:lnTo>
                    <a:pt x="9135" y="77772"/>
                  </a:lnTo>
                  <a:lnTo>
                    <a:pt x="8918" y="77703"/>
                  </a:lnTo>
                  <a:lnTo>
                    <a:pt x="8773" y="77841"/>
                  </a:lnTo>
                  <a:lnTo>
                    <a:pt x="8555" y="78323"/>
                  </a:lnTo>
                  <a:lnTo>
                    <a:pt x="8555" y="79012"/>
                  </a:lnTo>
                  <a:lnTo>
                    <a:pt x="9063" y="80459"/>
                  </a:lnTo>
                  <a:lnTo>
                    <a:pt x="9063" y="80941"/>
                  </a:lnTo>
                  <a:lnTo>
                    <a:pt x="8918" y="82112"/>
                  </a:lnTo>
                  <a:lnTo>
                    <a:pt x="9788" y="83834"/>
                  </a:lnTo>
                  <a:lnTo>
                    <a:pt x="9716" y="84110"/>
                  </a:lnTo>
                  <a:lnTo>
                    <a:pt x="9788" y="84385"/>
                  </a:lnTo>
                  <a:lnTo>
                    <a:pt x="10006" y="84936"/>
                  </a:lnTo>
                  <a:lnTo>
                    <a:pt x="10078" y="85487"/>
                  </a:lnTo>
                  <a:lnTo>
                    <a:pt x="10151" y="85625"/>
                  </a:lnTo>
                  <a:lnTo>
                    <a:pt x="10151" y="85901"/>
                  </a:lnTo>
                  <a:lnTo>
                    <a:pt x="10006" y="86865"/>
                  </a:lnTo>
                  <a:lnTo>
                    <a:pt x="10006" y="87347"/>
                  </a:lnTo>
                  <a:lnTo>
                    <a:pt x="10368" y="88243"/>
                  </a:lnTo>
                  <a:lnTo>
                    <a:pt x="10368" y="89690"/>
                  </a:lnTo>
                  <a:lnTo>
                    <a:pt x="10731" y="90654"/>
                  </a:lnTo>
                  <a:lnTo>
                    <a:pt x="11311" y="91618"/>
                  </a:lnTo>
                  <a:lnTo>
                    <a:pt x="11818" y="92583"/>
                  </a:lnTo>
                  <a:lnTo>
                    <a:pt x="11891" y="93547"/>
                  </a:lnTo>
                  <a:lnTo>
                    <a:pt x="11601" y="93823"/>
                  </a:lnTo>
                  <a:lnTo>
                    <a:pt x="11238" y="94098"/>
                  </a:lnTo>
                  <a:lnTo>
                    <a:pt x="10731" y="94374"/>
                  </a:lnTo>
                  <a:lnTo>
                    <a:pt x="10368" y="94374"/>
                  </a:lnTo>
                  <a:lnTo>
                    <a:pt x="10151" y="94305"/>
                  </a:lnTo>
                  <a:lnTo>
                    <a:pt x="9788" y="94167"/>
                  </a:lnTo>
                  <a:lnTo>
                    <a:pt x="9643" y="93960"/>
                  </a:lnTo>
                  <a:lnTo>
                    <a:pt x="9425" y="93754"/>
                  </a:lnTo>
                  <a:lnTo>
                    <a:pt x="9063" y="93134"/>
                  </a:lnTo>
                  <a:lnTo>
                    <a:pt x="8990" y="93203"/>
                  </a:lnTo>
                  <a:lnTo>
                    <a:pt x="9353" y="93823"/>
                  </a:lnTo>
                  <a:lnTo>
                    <a:pt x="9498" y="94029"/>
                  </a:lnTo>
                  <a:lnTo>
                    <a:pt x="9643" y="94374"/>
                  </a:lnTo>
                  <a:lnTo>
                    <a:pt x="9498" y="95063"/>
                  </a:lnTo>
                  <a:lnTo>
                    <a:pt x="9425" y="95407"/>
                  </a:lnTo>
                  <a:lnTo>
                    <a:pt x="9280" y="95338"/>
                  </a:lnTo>
                  <a:lnTo>
                    <a:pt x="9063" y="94856"/>
                  </a:lnTo>
                  <a:lnTo>
                    <a:pt x="8918" y="94718"/>
                  </a:lnTo>
                  <a:lnTo>
                    <a:pt x="8410" y="94718"/>
                  </a:lnTo>
                  <a:lnTo>
                    <a:pt x="7903" y="94649"/>
                  </a:lnTo>
                  <a:lnTo>
                    <a:pt x="7685" y="94580"/>
                  </a:lnTo>
                  <a:lnTo>
                    <a:pt x="7468" y="94305"/>
                  </a:lnTo>
                  <a:lnTo>
                    <a:pt x="7323" y="93685"/>
                  </a:lnTo>
                  <a:lnTo>
                    <a:pt x="7323" y="92789"/>
                  </a:lnTo>
                  <a:lnTo>
                    <a:pt x="7540" y="92032"/>
                  </a:lnTo>
                  <a:lnTo>
                    <a:pt x="7685" y="91687"/>
                  </a:lnTo>
                  <a:lnTo>
                    <a:pt x="7903" y="91274"/>
                  </a:lnTo>
                  <a:lnTo>
                    <a:pt x="8048" y="90654"/>
                  </a:lnTo>
                  <a:lnTo>
                    <a:pt x="8193" y="89965"/>
                  </a:lnTo>
                  <a:lnTo>
                    <a:pt x="8193" y="89345"/>
                  </a:lnTo>
                  <a:lnTo>
                    <a:pt x="7758" y="89827"/>
                  </a:lnTo>
                  <a:lnTo>
                    <a:pt x="6670" y="93340"/>
                  </a:lnTo>
                  <a:lnTo>
                    <a:pt x="5510" y="95958"/>
                  </a:lnTo>
                  <a:lnTo>
                    <a:pt x="4858" y="97956"/>
                  </a:lnTo>
                  <a:lnTo>
                    <a:pt x="4785" y="98507"/>
                  </a:lnTo>
                  <a:lnTo>
                    <a:pt x="4930" y="98851"/>
                  </a:lnTo>
                  <a:lnTo>
                    <a:pt x="5075" y="99127"/>
                  </a:lnTo>
                  <a:lnTo>
                    <a:pt x="5148" y="99471"/>
                  </a:lnTo>
                  <a:lnTo>
                    <a:pt x="5148" y="99747"/>
                  </a:lnTo>
                  <a:lnTo>
                    <a:pt x="5148" y="100022"/>
                  </a:lnTo>
                  <a:lnTo>
                    <a:pt x="5148" y="100229"/>
                  </a:lnTo>
                  <a:lnTo>
                    <a:pt x="5583" y="100022"/>
                  </a:lnTo>
                  <a:lnTo>
                    <a:pt x="7250" y="97818"/>
                  </a:lnTo>
                  <a:lnTo>
                    <a:pt x="7830" y="97267"/>
                  </a:lnTo>
                  <a:lnTo>
                    <a:pt x="9280" y="96578"/>
                  </a:lnTo>
                  <a:lnTo>
                    <a:pt x="10658" y="95545"/>
                  </a:lnTo>
                  <a:lnTo>
                    <a:pt x="11891" y="94029"/>
                  </a:lnTo>
                  <a:lnTo>
                    <a:pt x="12181" y="93823"/>
                  </a:lnTo>
                  <a:lnTo>
                    <a:pt x="13776" y="93134"/>
                  </a:lnTo>
                  <a:lnTo>
                    <a:pt x="14283" y="93134"/>
                  </a:lnTo>
                  <a:lnTo>
                    <a:pt x="15081" y="93340"/>
                  </a:lnTo>
                  <a:lnTo>
                    <a:pt x="15516" y="93340"/>
                  </a:lnTo>
                  <a:lnTo>
                    <a:pt x="16096" y="92721"/>
                  </a:lnTo>
                  <a:lnTo>
                    <a:pt x="16459" y="92583"/>
                  </a:lnTo>
                  <a:lnTo>
                    <a:pt x="16894" y="92721"/>
                  </a:lnTo>
                  <a:lnTo>
                    <a:pt x="16966" y="92307"/>
                  </a:lnTo>
                  <a:lnTo>
                    <a:pt x="17329" y="91756"/>
                  </a:lnTo>
                  <a:lnTo>
                    <a:pt x="18199" y="90998"/>
                  </a:lnTo>
                  <a:lnTo>
                    <a:pt x="18416" y="90792"/>
                  </a:lnTo>
                  <a:lnTo>
                    <a:pt x="18706" y="90792"/>
                  </a:lnTo>
                  <a:lnTo>
                    <a:pt x="18924" y="90998"/>
                  </a:lnTo>
                  <a:lnTo>
                    <a:pt x="18706" y="91274"/>
                  </a:lnTo>
                  <a:lnTo>
                    <a:pt x="18489" y="91412"/>
                  </a:lnTo>
                  <a:lnTo>
                    <a:pt x="17981" y="91756"/>
                  </a:lnTo>
                  <a:lnTo>
                    <a:pt x="17256" y="92583"/>
                  </a:lnTo>
                  <a:lnTo>
                    <a:pt x="17111" y="92789"/>
                  </a:lnTo>
                  <a:lnTo>
                    <a:pt x="17111" y="93203"/>
                  </a:lnTo>
                  <a:lnTo>
                    <a:pt x="17184" y="94098"/>
                  </a:lnTo>
                  <a:lnTo>
                    <a:pt x="17111" y="94512"/>
                  </a:lnTo>
                  <a:lnTo>
                    <a:pt x="16966" y="94649"/>
                  </a:lnTo>
                  <a:lnTo>
                    <a:pt x="16386" y="95269"/>
                  </a:lnTo>
                  <a:lnTo>
                    <a:pt x="15879" y="96096"/>
                  </a:lnTo>
                  <a:lnTo>
                    <a:pt x="15661" y="96371"/>
                  </a:lnTo>
                  <a:lnTo>
                    <a:pt x="15734" y="95683"/>
                  </a:lnTo>
                  <a:lnTo>
                    <a:pt x="16096" y="95200"/>
                  </a:lnTo>
                  <a:lnTo>
                    <a:pt x="16314" y="94787"/>
                  </a:lnTo>
                  <a:lnTo>
                    <a:pt x="16604" y="94374"/>
                  </a:lnTo>
                  <a:lnTo>
                    <a:pt x="16531" y="94167"/>
                  </a:lnTo>
                  <a:lnTo>
                    <a:pt x="16024" y="94649"/>
                  </a:lnTo>
                  <a:lnTo>
                    <a:pt x="15661" y="95200"/>
                  </a:lnTo>
                  <a:lnTo>
                    <a:pt x="15516" y="95958"/>
                  </a:lnTo>
                  <a:lnTo>
                    <a:pt x="15444" y="96716"/>
                  </a:lnTo>
                  <a:lnTo>
                    <a:pt x="15444" y="96854"/>
                  </a:lnTo>
                  <a:lnTo>
                    <a:pt x="15081" y="97129"/>
                  </a:lnTo>
                  <a:lnTo>
                    <a:pt x="15009" y="97267"/>
                  </a:lnTo>
                  <a:lnTo>
                    <a:pt x="15081" y="97543"/>
                  </a:lnTo>
                  <a:lnTo>
                    <a:pt x="15226" y="98025"/>
                  </a:lnTo>
                  <a:lnTo>
                    <a:pt x="15371" y="98231"/>
                  </a:lnTo>
                  <a:lnTo>
                    <a:pt x="15226" y="99471"/>
                  </a:lnTo>
                  <a:lnTo>
                    <a:pt x="15154" y="99954"/>
                  </a:lnTo>
                  <a:lnTo>
                    <a:pt x="14719" y="100987"/>
                  </a:lnTo>
                  <a:lnTo>
                    <a:pt x="14646" y="101469"/>
                  </a:lnTo>
                  <a:lnTo>
                    <a:pt x="14646" y="102227"/>
                  </a:lnTo>
                  <a:lnTo>
                    <a:pt x="14501" y="102640"/>
                  </a:lnTo>
                  <a:lnTo>
                    <a:pt x="13993" y="103398"/>
                  </a:lnTo>
                  <a:lnTo>
                    <a:pt x="13921" y="105258"/>
                  </a:lnTo>
                  <a:lnTo>
                    <a:pt x="13703" y="105947"/>
                  </a:lnTo>
                  <a:lnTo>
                    <a:pt x="12108" y="108702"/>
                  </a:lnTo>
                  <a:lnTo>
                    <a:pt x="11601" y="110287"/>
                  </a:lnTo>
                  <a:lnTo>
                    <a:pt x="11383" y="111871"/>
                  </a:lnTo>
                  <a:lnTo>
                    <a:pt x="11456" y="112215"/>
                  </a:lnTo>
                  <a:lnTo>
                    <a:pt x="11528" y="112491"/>
                  </a:lnTo>
                  <a:lnTo>
                    <a:pt x="11528" y="112766"/>
                  </a:lnTo>
                  <a:lnTo>
                    <a:pt x="11383" y="112973"/>
                  </a:lnTo>
                  <a:lnTo>
                    <a:pt x="11093" y="113111"/>
                  </a:lnTo>
                  <a:lnTo>
                    <a:pt x="10876" y="113180"/>
                  </a:lnTo>
                  <a:lnTo>
                    <a:pt x="10803" y="113386"/>
                  </a:lnTo>
                  <a:lnTo>
                    <a:pt x="10803" y="113593"/>
                  </a:lnTo>
                  <a:lnTo>
                    <a:pt x="10658" y="113731"/>
                  </a:lnTo>
                  <a:lnTo>
                    <a:pt x="10658" y="113938"/>
                  </a:lnTo>
                  <a:lnTo>
                    <a:pt x="10803" y="114282"/>
                  </a:lnTo>
                  <a:lnTo>
                    <a:pt x="10948" y="114489"/>
                  </a:lnTo>
                  <a:lnTo>
                    <a:pt x="11166" y="114557"/>
                  </a:lnTo>
                  <a:lnTo>
                    <a:pt x="11891" y="114971"/>
                  </a:lnTo>
                  <a:lnTo>
                    <a:pt x="12036" y="115040"/>
                  </a:lnTo>
                  <a:lnTo>
                    <a:pt x="12181" y="115246"/>
                  </a:lnTo>
                  <a:lnTo>
                    <a:pt x="12326" y="115315"/>
                  </a:lnTo>
                  <a:lnTo>
                    <a:pt x="12761" y="115315"/>
                  </a:lnTo>
                  <a:lnTo>
                    <a:pt x="12906" y="115453"/>
                  </a:lnTo>
                  <a:lnTo>
                    <a:pt x="13268" y="115935"/>
                  </a:lnTo>
                  <a:lnTo>
                    <a:pt x="13631" y="116349"/>
                  </a:lnTo>
                  <a:lnTo>
                    <a:pt x="13993" y="116486"/>
                  </a:lnTo>
                  <a:lnTo>
                    <a:pt x="14429" y="116349"/>
                  </a:lnTo>
                  <a:lnTo>
                    <a:pt x="14501" y="116969"/>
                  </a:lnTo>
                  <a:lnTo>
                    <a:pt x="14864" y="117864"/>
                  </a:lnTo>
                  <a:lnTo>
                    <a:pt x="15226" y="118691"/>
                  </a:lnTo>
                  <a:lnTo>
                    <a:pt x="15734" y="119242"/>
                  </a:lnTo>
                  <a:lnTo>
                    <a:pt x="15879" y="119655"/>
                  </a:lnTo>
                  <a:lnTo>
                    <a:pt x="16096" y="119724"/>
                  </a:lnTo>
                  <a:lnTo>
                    <a:pt x="16386" y="119724"/>
                  </a:lnTo>
                  <a:lnTo>
                    <a:pt x="16531" y="119655"/>
                  </a:lnTo>
                  <a:lnTo>
                    <a:pt x="16894" y="119586"/>
                  </a:lnTo>
                  <a:lnTo>
                    <a:pt x="17184" y="119724"/>
                  </a:lnTo>
                  <a:lnTo>
                    <a:pt x="17474" y="119862"/>
                  </a:lnTo>
                  <a:lnTo>
                    <a:pt x="17691" y="119999"/>
                  </a:lnTo>
                  <a:lnTo>
                    <a:pt x="17909" y="119931"/>
                  </a:lnTo>
                  <a:lnTo>
                    <a:pt x="17981" y="119724"/>
                  </a:lnTo>
                  <a:lnTo>
                    <a:pt x="18199" y="119655"/>
                  </a:lnTo>
                  <a:lnTo>
                    <a:pt x="18779" y="119724"/>
                  </a:lnTo>
                  <a:lnTo>
                    <a:pt x="19141" y="119655"/>
                  </a:lnTo>
                  <a:lnTo>
                    <a:pt x="19649" y="119311"/>
                  </a:lnTo>
                  <a:lnTo>
                    <a:pt x="20592" y="118415"/>
                  </a:lnTo>
                  <a:lnTo>
                    <a:pt x="20737" y="118277"/>
                  </a:lnTo>
                  <a:lnTo>
                    <a:pt x="20882" y="117864"/>
                  </a:lnTo>
                  <a:lnTo>
                    <a:pt x="21099" y="117726"/>
                  </a:lnTo>
                  <a:lnTo>
                    <a:pt x="21244" y="117657"/>
                  </a:lnTo>
                  <a:lnTo>
                    <a:pt x="21389" y="117726"/>
                  </a:lnTo>
                  <a:lnTo>
                    <a:pt x="21534" y="117657"/>
                  </a:lnTo>
                  <a:lnTo>
                    <a:pt x="21534" y="117244"/>
                  </a:lnTo>
                  <a:lnTo>
                    <a:pt x="21897" y="116831"/>
                  </a:lnTo>
                  <a:lnTo>
                    <a:pt x="24217" y="115660"/>
                  </a:lnTo>
                  <a:lnTo>
                    <a:pt x="25087" y="114971"/>
                  </a:lnTo>
                  <a:lnTo>
                    <a:pt x="25595" y="113938"/>
                  </a:lnTo>
                  <a:lnTo>
                    <a:pt x="25740" y="113869"/>
                  </a:lnTo>
                  <a:lnTo>
                    <a:pt x="26102" y="114144"/>
                  </a:lnTo>
                  <a:lnTo>
                    <a:pt x="26320" y="113731"/>
                  </a:lnTo>
                  <a:lnTo>
                    <a:pt x="26465" y="113180"/>
                  </a:lnTo>
                  <a:lnTo>
                    <a:pt x="26465" y="112973"/>
                  </a:lnTo>
                  <a:lnTo>
                    <a:pt x="26972" y="112560"/>
                  </a:lnTo>
                  <a:lnTo>
                    <a:pt x="27045" y="112422"/>
                  </a:lnTo>
                  <a:lnTo>
                    <a:pt x="26610" y="112284"/>
                  </a:lnTo>
                  <a:lnTo>
                    <a:pt x="26827" y="112146"/>
                  </a:lnTo>
                  <a:lnTo>
                    <a:pt x="26972" y="112146"/>
                  </a:lnTo>
                  <a:lnTo>
                    <a:pt x="27117" y="112215"/>
                  </a:lnTo>
                  <a:lnTo>
                    <a:pt x="27480" y="112422"/>
                  </a:lnTo>
                  <a:lnTo>
                    <a:pt x="27625" y="112078"/>
                  </a:lnTo>
                  <a:lnTo>
                    <a:pt x="27842" y="111871"/>
                  </a:lnTo>
                  <a:lnTo>
                    <a:pt x="28205" y="111871"/>
                  </a:lnTo>
                  <a:lnTo>
                    <a:pt x="28567" y="111871"/>
                  </a:lnTo>
                  <a:lnTo>
                    <a:pt x="28712" y="111871"/>
                  </a:lnTo>
                  <a:lnTo>
                    <a:pt x="28858" y="111320"/>
                  </a:lnTo>
                  <a:lnTo>
                    <a:pt x="28712" y="110700"/>
                  </a:lnTo>
                  <a:lnTo>
                    <a:pt x="28422" y="109598"/>
                  </a:lnTo>
                  <a:lnTo>
                    <a:pt x="28422" y="108909"/>
                  </a:lnTo>
                  <a:lnTo>
                    <a:pt x="28640" y="108427"/>
                  </a:lnTo>
                  <a:lnTo>
                    <a:pt x="29583" y="107944"/>
                  </a:lnTo>
                  <a:lnTo>
                    <a:pt x="29365" y="108082"/>
                  </a:lnTo>
                  <a:lnTo>
                    <a:pt x="29220" y="108289"/>
                  </a:lnTo>
                  <a:lnTo>
                    <a:pt x="29148" y="108633"/>
                  </a:lnTo>
                  <a:lnTo>
                    <a:pt x="29148" y="108840"/>
                  </a:lnTo>
                  <a:lnTo>
                    <a:pt x="29293" y="109873"/>
                  </a:lnTo>
                  <a:lnTo>
                    <a:pt x="29293" y="110080"/>
                  </a:lnTo>
                  <a:lnTo>
                    <a:pt x="29293" y="110287"/>
                  </a:lnTo>
                  <a:lnTo>
                    <a:pt x="29365" y="110700"/>
                  </a:lnTo>
                  <a:lnTo>
                    <a:pt x="29583" y="110975"/>
                  </a:lnTo>
                  <a:lnTo>
                    <a:pt x="29873" y="110975"/>
                  </a:lnTo>
                  <a:lnTo>
                    <a:pt x="29945" y="110838"/>
                  </a:lnTo>
                  <a:lnTo>
                    <a:pt x="30090" y="110149"/>
                  </a:lnTo>
                  <a:lnTo>
                    <a:pt x="30163" y="109873"/>
                  </a:lnTo>
                  <a:lnTo>
                    <a:pt x="30380" y="109735"/>
                  </a:lnTo>
                  <a:lnTo>
                    <a:pt x="31105" y="109735"/>
                  </a:lnTo>
                  <a:lnTo>
                    <a:pt x="31323" y="109735"/>
                  </a:lnTo>
                  <a:lnTo>
                    <a:pt x="31468" y="109529"/>
                  </a:lnTo>
                  <a:lnTo>
                    <a:pt x="31758" y="108978"/>
                  </a:lnTo>
                  <a:lnTo>
                    <a:pt x="32700" y="107738"/>
                  </a:lnTo>
                  <a:lnTo>
                    <a:pt x="33135" y="107462"/>
                  </a:lnTo>
                  <a:lnTo>
                    <a:pt x="33208" y="107600"/>
                  </a:lnTo>
                  <a:lnTo>
                    <a:pt x="33135" y="108013"/>
                  </a:lnTo>
                  <a:lnTo>
                    <a:pt x="33353" y="108013"/>
                  </a:lnTo>
                  <a:lnTo>
                    <a:pt x="33570" y="107807"/>
                  </a:lnTo>
                  <a:lnTo>
                    <a:pt x="33498" y="107256"/>
                  </a:lnTo>
                  <a:lnTo>
                    <a:pt x="33861" y="107118"/>
                  </a:lnTo>
                  <a:lnTo>
                    <a:pt x="34151" y="107324"/>
                  </a:lnTo>
                  <a:lnTo>
                    <a:pt x="34296" y="107393"/>
                  </a:lnTo>
                  <a:lnTo>
                    <a:pt x="35093" y="107049"/>
                  </a:lnTo>
                  <a:lnTo>
                    <a:pt x="35311" y="106842"/>
                  </a:lnTo>
                  <a:lnTo>
                    <a:pt x="35311" y="106636"/>
                  </a:lnTo>
                  <a:lnTo>
                    <a:pt x="35311" y="106429"/>
                  </a:lnTo>
                  <a:lnTo>
                    <a:pt x="35238" y="106291"/>
                  </a:lnTo>
                  <a:lnTo>
                    <a:pt x="35383" y="106153"/>
                  </a:lnTo>
                  <a:lnTo>
                    <a:pt x="35818" y="105947"/>
                  </a:lnTo>
                  <a:lnTo>
                    <a:pt x="35746" y="106153"/>
                  </a:lnTo>
                  <a:lnTo>
                    <a:pt x="35746" y="106429"/>
                  </a:lnTo>
                  <a:lnTo>
                    <a:pt x="35963" y="107256"/>
                  </a:lnTo>
                  <a:lnTo>
                    <a:pt x="36471" y="106773"/>
                  </a:lnTo>
                  <a:lnTo>
                    <a:pt x="36688" y="106636"/>
                  </a:lnTo>
                  <a:lnTo>
                    <a:pt x="36978" y="106567"/>
                  </a:lnTo>
                  <a:lnTo>
                    <a:pt x="37196" y="106636"/>
                  </a:lnTo>
                  <a:lnTo>
                    <a:pt x="37486" y="106773"/>
                  </a:lnTo>
                  <a:lnTo>
                    <a:pt x="37776" y="106842"/>
                  </a:lnTo>
                  <a:lnTo>
                    <a:pt x="37848" y="106773"/>
                  </a:lnTo>
                  <a:lnTo>
                    <a:pt x="37921" y="106429"/>
                  </a:lnTo>
                  <a:lnTo>
                    <a:pt x="37993" y="106360"/>
                  </a:lnTo>
                  <a:lnTo>
                    <a:pt x="38211" y="106429"/>
                  </a:lnTo>
                  <a:lnTo>
                    <a:pt x="38646" y="106704"/>
                  </a:lnTo>
                  <a:lnTo>
                    <a:pt x="38646" y="106360"/>
                  </a:lnTo>
                  <a:lnTo>
                    <a:pt x="38501" y="106084"/>
                  </a:lnTo>
                  <a:lnTo>
                    <a:pt x="38429" y="105740"/>
                  </a:lnTo>
                  <a:lnTo>
                    <a:pt x="38574" y="105464"/>
                  </a:lnTo>
                  <a:lnTo>
                    <a:pt x="38864" y="105464"/>
                  </a:lnTo>
                  <a:lnTo>
                    <a:pt x="39589" y="105396"/>
                  </a:lnTo>
                  <a:lnTo>
                    <a:pt x="39879" y="105464"/>
                  </a:lnTo>
                  <a:lnTo>
                    <a:pt x="40386" y="105878"/>
                  </a:lnTo>
                  <a:lnTo>
                    <a:pt x="40604" y="105947"/>
                  </a:lnTo>
                  <a:lnTo>
                    <a:pt x="40821" y="105740"/>
                  </a:lnTo>
                  <a:lnTo>
                    <a:pt x="41256" y="104845"/>
                  </a:lnTo>
                  <a:lnTo>
                    <a:pt x="41256" y="104569"/>
                  </a:lnTo>
                  <a:lnTo>
                    <a:pt x="41329" y="104225"/>
                  </a:lnTo>
                  <a:lnTo>
                    <a:pt x="41474" y="104087"/>
                  </a:lnTo>
                  <a:lnTo>
                    <a:pt x="41691" y="103880"/>
                  </a:lnTo>
                  <a:lnTo>
                    <a:pt x="41691" y="104018"/>
                  </a:lnTo>
                  <a:lnTo>
                    <a:pt x="41691" y="104087"/>
                  </a:lnTo>
                  <a:lnTo>
                    <a:pt x="41764" y="104225"/>
                  </a:lnTo>
                  <a:lnTo>
                    <a:pt x="42199" y="104018"/>
                  </a:lnTo>
                  <a:lnTo>
                    <a:pt x="43432" y="103260"/>
                  </a:lnTo>
                  <a:lnTo>
                    <a:pt x="43577" y="103191"/>
                  </a:lnTo>
                  <a:lnTo>
                    <a:pt x="43939" y="103053"/>
                  </a:lnTo>
                  <a:lnTo>
                    <a:pt x="44084" y="102985"/>
                  </a:lnTo>
                  <a:lnTo>
                    <a:pt x="44157" y="102985"/>
                  </a:lnTo>
                  <a:lnTo>
                    <a:pt x="44229" y="102778"/>
                  </a:lnTo>
                  <a:lnTo>
                    <a:pt x="44374" y="102571"/>
                  </a:lnTo>
                  <a:lnTo>
                    <a:pt x="44519" y="102365"/>
                  </a:lnTo>
                  <a:lnTo>
                    <a:pt x="44664" y="102296"/>
                  </a:lnTo>
                  <a:lnTo>
                    <a:pt x="44809" y="102571"/>
                  </a:lnTo>
                  <a:lnTo>
                    <a:pt x="44882" y="102709"/>
                  </a:lnTo>
                  <a:lnTo>
                    <a:pt x="44882" y="102916"/>
                  </a:lnTo>
                  <a:lnTo>
                    <a:pt x="44954" y="103191"/>
                  </a:lnTo>
                  <a:lnTo>
                    <a:pt x="45244" y="103398"/>
                  </a:lnTo>
                  <a:lnTo>
                    <a:pt x="45462" y="103467"/>
                  </a:lnTo>
                  <a:lnTo>
                    <a:pt x="45679" y="103467"/>
                  </a:lnTo>
                  <a:lnTo>
                    <a:pt x="46042" y="103191"/>
                  </a:lnTo>
                  <a:lnTo>
                    <a:pt x="46332" y="102640"/>
                  </a:lnTo>
                  <a:lnTo>
                    <a:pt x="46477" y="102502"/>
                  </a:lnTo>
                  <a:lnTo>
                    <a:pt x="46912" y="102365"/>
                  </a:lnTo>
                  <a:lnTo>
                    <a:pt x="47129" y="102296"/>
                  </a:lnTo>
                  <a:lnTo>
                    <a:pt x="47202" y="102089"/>
                  </a:lnTo>
                  <a:lnTo>
                    <a:pt x="46984" y="101125"/>
                  </a:lnTo>
                  <a:lnTo>
                    <a:pt x="47129" y="101125"/>
                  </a:lnTo>
                  <a:lnTo>
                    <a:pt x="47782" y="101400"/>
                  </a:lnTo>
                  <a:lnTo>
                    <a:pt x="47854" y="101607"/>
                  </a:lnTo>
                  <a:lnTo>
                    <a:pt x="47709" y="102089"/>
                  </a:lnTo>
                  <a:lnTo>
                    <a:pt x="47782" y="102158"/>
                  </a:lnTo>
                  <a:lnTo>
                    <a:pt x="48072" y="102227"/>
                  </a:lnTo>
                  <a:lnTo>
                    <a:pt x="48290" y="102227"/>
                  </a:lnTo>
                  <a:lnTo>
                    <a:pt x="48507" y="102158"/>
                  </a:lnTo>
                  <a:lnTo>
                    <a:pt x="48797" y="102089"/>
                  </a:lnTo>
                  <a:lnTo>
                    <a:pt x="50465" y="100505"/>
                  </a:lnTo>
                  <a:lnTo>
                    <a:pt x="50827" y="100298"/>
                  </a:lnTo>
                  <a:lnTo>
                    <a:pt x="51335" y="100436"/>
                  </a:lnTo>
                  <a:lnTo>
                    <a:pt x="51842" y="100574"/>
                  </a:lnTo>
                  <a:lnTo>
                    <a:pt x="52350" y="100574"/>
                  </a:lnTo>
                  <a:lnTo>
                    <a:pt x="52712" y="100436"/>
                  </a:lnTo>
                  <a:lnTo>
                    <a:pt x="52858" y="100022"/>
                  </a:lnTo>
                  <a:lnTo>
                    <a:pt x="52930" y="100505"/>
                  </a:lnTo>
                  <a:lnTo>
                    <a:pt x="53148" y="100574"/>
                  </a:lnTo>
                  <a:lnTo>
                    <a:pt x="53438" y="100298"/>
                  </a:lnTo>
                  <a:lnTo>
                    <a:pt x="53583" y="100160"/>
                  </a:lnTo>
                  <a:lnTo>
                    <a:pt x="53583" y="100022"/>
                  </a:lnTo>
                  <a:lnTo>
                    <a:pt x="53800" y="99954"/>
                  </a:lnTo>
                  <a:lnTo>
                    <a:pt x="54018" y="100022"/>
                  </a:lnTo>
                  <a:lnTo>
                    <a:pt x="54163" y="99885"/>
                  </a:lnTo>
                  <a:lnTo>
                    <a:pt x="54598" y="98783"/>
                  </a:lnTo>
                  <a:lnTo>
                    <a:pt x="54743" y="98507"/>
                  </a:lnTo>
                  <a:lnTo>
                    <a:pt x="54670" y="98300"/>
                  </a:lnTo>
                  <a:lnTo>
                    <a:pt x="54163" y="98438"/>
                  </a:lnTo>
                  <a:lnTo>
                    <a:pt x="53800" y="98163"/>
                  </a:lnTo>
                  <a:lnTo>
                    <a:pt x="53438" y="97956"/>
                  </a:lnTo>
                  <a:lnTo>
                    <a:pt x="53075" y="97818"/>
                  </a:lnTo>
                  <a:lnTo>
                    <a:pt x="53075" y="97543"/>
                  </a:lnTo>
                  <a:lnTo>
                    <a:pt x="53075" y="97405"/>
                  </a:lnTo>
                  <a:lnTo>
                    <a:pt x="53365" y="97474"/>
                  </a:lnTo>
                  <a:lnTo>
                    <a:pt x="54163" y="98025"/>
                  </a:lnTo>
                  <a:lnTo>
                    <a:pt x="54380" y="98025"/>
                  </a:lnTo>
                  <a:lnTo>
                    <a:pt x="55033" y="98025"/>
                  </a:lnTo>
                  <a:lnTo>
                    <a:pt x="55178" y="97956"/>
                  </a:lnTo>
                  <a:lnTo>
                    <a:pt x="55178" y="97818"/>
                  </a:lnTo>
                  <a:lnTo>
                    <a:pt x="55468" y="97405"/>
                  </a:lnTo>
                  <a:lnTo>
                    <a:pt x="55033" y="97267"/>
                  </a:lnTo>
                  <a:lnTo>
                    <a:pt x="54380" y="97336"/>
                  </a:lnTo>
                  <a:lnTo>
                    <a:pt x="54090" y="97198"/>
                  </a:lnTo>
                  <a:lnTo>
                    <a:pt x="54380" y="96854"/>
                  </a:lnTo>
                  <a:lnTo>
                    <a:pt x="56120" y="96165"/>
                  </a:lnTo>
                  <a:lnTo>
                    <a:pt x="56773" y="95545"/>
                  </a:lnTo>
                  <a:lnTo>
                    <a:pt x="56990" y="95476"/>
                  </a:lnTo>
                  <a:lnTo>
                    <a:pt x="57643" y="95338"/>
                  </a:lnTo>
                  <a:lnTo>
                    <a:pt x="58803" y="94787"/>
                  </a:lnTo>
                  <a:lnTo>
                    <a:pt x="59166" y="94512"/>
                  </a:lnTo>
                  <a:lnTo>
                    <a:pt x="59456" y="94098"/>
                  </a:lnTo>
                  <a:lnTo>
                    <a:pt x="59311" y="93547"/>
                  </a:lnTo>
                  <a:lnTo>
                    <a:pt x="59093" y="92858"/>
                  </a:lnTo>
                  <a:lnTo>
                    <a:pt x="58658" y="92445"/>
                  </a:lnTo>
                  <a:lnTo>
                    <a:pt x="58223" y="92376"/>
                  </a:lnTo>
                  <a:lnTo>
                    <a:pt x="58151" y="92169"/>
                  </a:lnTo>
                  <a:lnTo>
                    <a:pt x="58296" y="91963"/>
                  </a:lnTo>
                  <a:lnTo>
                    <a:pt x="58223" y="91687"/>
                  </a:lnTo>
                  <a:lnTo>
                    <a:pt x="57933" y="91274"/>
                  </a:lnTo>
                  <a:lnTo>
                    <a:pt x="57788" y="90929"/>
                  </a:lnTo>
                  <a:lnTo>
                    <a:pt x="58296" y="91618"/>
                  </a:lnTo>
                  <a:lnTo>
                    <a:pt x="58586" y="91825"/>
                  </a:lnTo>
                  <a:lnTo>
                    <a:pt x="58948" y="91894"/>
                  </a:lnTo>
                  <a:lnTo>
                    <a:pt x="58948" y="92307"/>
                  </a:lnTo>
                  <a:lnTo>
                    <a:pt x="59166" y="92721"/>
                  </a:lnTo>
                  <a:lnTo>
                    <a:pt x="59528" y="93134"/>
                  </a:lnTo>
                  <a:lnTo>
                    <a:pt x="59746" y="93478"/>
                  </a:lnTo>
                  <a:lnTo>
                    <a:pt x="60398" y="93203"/>
                  </a:lnTo>
                  <a:lnTo>
                    <a:pt x="60616" y="92858"/>
                  </a:lnTo>
                  <a:lnTo>
                    <a:pt x="60543" y="92514"/>
                  </a:lnTo>
                  <a:lnTo>
                    <a:pt x="60471" y="92307"/>
                  </a:lnTo>
                  <a:lnTo>
                    <a:pt x="60616" y="92101"/>
                  </a:lnTo>
                  <a:lnTo>
                    <a:pt x="60761" y="92169"/>
                  </a:lnTo>
                  <a:lnTo>
                    <a:pt x="61051" y="92376"/>
                  </a:lnTo>
                  <a:lnTo>
                    <a:pt x="61268" y="92514"/>
                  </a:lnTo>
                  <a:lnTo>
                    <a:pt x="61413" y="92445"/>
                  </a:lnTo>
                  <a:lnTo>
                    <a:pt x="61486" y="92169"/>
                  </a:lnTo>
                  <a:lnTo>
                    <a:pt x="61631" y="91963"/>
                  </a:lnTo>
                  <a:lnTo>
                    <a:pt x="60978" y="91894"/>
                  </a:lnTo>
                  <a:lnTo>
                    <a:pt x="61051" y="91756"/>
                  </a:lnTo>
                  <a:lnTo>
                    <a:pt x="61051" y="91687"/>
                  </a:lnTo>
                  <a:lnTo>
                    <a:pt x="60978" y="91618"/>
                  </a:lnTo>
                  <a:lnTo>
                    <a:pt x="60978" y="91412"/>
                  </a:lnTo>
                  <a:lnTo>
                    <a:pt x="60906" y="91481"/>
                  </a:lnTo>
                  <a:lnTo>
                    <a:pt x="60543" y="91481"/>
                  </a:lnTo>
                  <a:lnTo>
                    <a:pt x="60688" y="91274"/>
                  </a:lnTo>
                  <a:lnTo>
                    <a:pt x="60906" y="91136"/>
                  </a:lnTo>
                  <a:lnTo>
                    <a:pt x="61051" y="90929"/>
                  </a:lnTo>
                  <a:lnTo>
                    <a:pt x="61123" y="90585"/>
                  </a:lnTo>
                  <a:lnTo>
                    <a:pt x="60906" y="90447"/>
                  </a:lnTo>
                  <a:lnTo>
                    <a:pt x="60616" y="90378"/>
                  </a:lnTo>
                  <a:lnTo>
                    <a:pt x="60471" y="90378"/>
                  </a:lnTo>
                  <a:lnTo>
                    <a:pt x="60326" y="90447"/>
                  </a:lnTo>
                  <a:lnTo>
                    <a:pt x="60398" y="89621"/>
                  </a:lnTo>
                  <a:lnTo>
                    <a:pt x="60326" y="89276"/>
                  </a:lnTo>
                  <a:lnTo>
                    <a:pt x="60036" y="88725"/>
                  </a:lnTo>
                  <a:lnTo>
                    <a:pt x="59746" y="88450"/>
                  </a:lnTo>
                  <a:lnTo>
                    <a:pt x="59311" y="88105"/>
                  </a:lnTo>
                  <a:lnTo>
                    <a:pt x="59021" y="87898"/>
                  </a:lnTo>
                  <a:lnTo>
                    <a:pt x="58876" y="87554"/>
                  </a:lnTo>
                  <a:lnTo>
                    <a:pt x="59238" y="87761"/>
                  </a:lnTo>
                  <a:lnTo>
                    <a:pt x="60253" y="88587"/>
                  </a:lnTo>
                  <a:lnTo>
                    <a:pt x="60688" y="88932"/>
                  </a:lnTo>
                  <a:lnTo>
                    <a:pt x="60906" y="88863"/>
                  </a:lnTo>
                  <a:lnTo>
                    <a:pt x="61123" y="88036"/>
                  </a:lnTo>
                  <a:lnTo>
                    <a:pt x="61123" y="88587"/>
                  </a:lnTo>
                  <a:lnTo>
                    <a:pt x="61051" y="89138"/>
                  </a:lnTo>
                  <a:lnTo>
                    <a:pt x="61123" y="89690"/>
                  </a:lnTo>
                  <a:lnTo>
                    <a:pt x="61341" y="89758"/>
                  </a:lnTo>
                  <a:lnTo>
                    <a:pt x="61413" y="89896"/>
                  </a:lnTo>
                  <a:lnTo>
                    <a:pt x="61341" y="90241"/>
                  </a:lnTo>
                  <a:lnTo>
                    <a:pt x="61486" y="90241"/>
                  </a:lnTo>
                  <a:lnTo>
                    <a:pt x="61993" y="89965"/>
                  </a:lnTo>
                  <a:lnTo>
                    <a:pt x="62138" y="89827"/>
                  </a:lnTo>
                  <a:lnTo>
                    <a:pt x="62211" y="89621"/>
                  </a:lnTo>
                  <a:lnTo>
                    <a:pt x="62356" y="88518"/>
                  </a:lnTo>
                  <a:lnTo>
                    <a:pt x="62429" y="88036"/>
                  </a:lnTo>
                  <a:lnTo>
                    <a:pt x="62574" y="87692"/>
                  </a:lnTo>
                  <a:lnTo>
                    <a:pt x="63516" y="86521"/>
                  </a:lnTo>
                  <a:lnTo>
                    <a:pt x="63734" y="86039"/>
                  </a:lnTo>
                  <a:lnTo>
                    <a:pt x="63589" y="85556"/>
                  </a:lnTo>
                  <a:lnTo>
                    <a:pt x="63299" y="84936"/>
                  </a:lnTo>
                  <a:lnTo>
                    <a:pt x="63081" y="84247"/>
                  </a:lnTo>
                  <a:lnTo>
                    <a:pt x="63009" y="83765"/>
                  </a:lnTo>
                  <a:lnTo>
                    <a:pt x="62864" y="83559"/>
                  </a:lnTo>
                  <a:lnTo>
                    <a:pt x="62646" y="83490"/>
                  </a:lnTo>
                  <a:lnTo>
                    <a:pt x="62719" y="82870"/>
                  </a:lnTo>
                  <a:lnTo>
                    <a:pt x="62864" y="82456"/>
                  </a:lnTo>
                  <a:lnTo>
                    <a:pt x="62864" y="82181"/>
                  </a:lnTo>
                  <a:lnTo>
                    <a:pt x="62429" y="81699"/>
                  </a:lnTo>
                  <a:lnTo>
                    <a:pt x="62646" y="81630"/>
                  </a:lnTo>
                  <a:lnTo>
                    <a:pt x="63009" y="81699"/>
                  </a:lnTo>
                  <a:lnTo>
                    <a:pt x="63516" y="82112"/>
                  </a:lnTo>
                  <a:lnTo>
                    <a:pt x="63371" y="82456"/>
                  </a:lnTo>
                  <a:lnTo>
                    <a:pt x="63299" y="83076"/>
                  </a:lnTo>
                  <a:lnTo>
                    <a:pt x="63371" y="83559"/>
                  </a:lnTo>
                  <a:lnTo>
                    <a:pt x="63806" y="83559"/>
                  </a:lnTo>
                  <a:lnTo>
                    <a:pt x="63734" y="83972"/>
                  </a:lnTo>
                  <a:lnTo>
                    <a:pt x="63589" y="84592"/>
                  </a:lnTo>
                  <a:lnTo>
                    <a:pt x="63806" y="85074"/>
                  </a:lnTo>
                  <a:lnTo>
                    <a:pt x="64241" y="85143"/>
                  </a:lnTo>
                  <a:lnTo>
                    <a:pt x="64459" y="85281"/>
                  </a:lnTo>
                  <a:lnTo>
                    <a:pt x="64241" y="85350"/>
                  </a:lnTo>
                  <a:lnTo>
                    <a:pt x="64241" y="85556"/>
                  </a:lnTo>
                  <a:lnTo>
                    <a:pt x="64531" y="85970"/>
                  </a:lnTo>
                  <a:lnTo>
                    <a:pt x="64604" y="86039"/>
                  </a:lnTo>
                  <a:lnTo>
                    <a:pt x="64531" y="86521"/>
                  </a:lnTo>
                  <a:lnTo>
                    <a:pt x="64531" y="86727"/>
                  </a:lnTo>
                  <a:lnTo>
                    <a:pt x="64604" y="86727"/>
                  </a:lnTo>
                  <a:lnTo>
                    <a:pt x="64749" y="86865"/>
                  </a:lnTo>
                  <a:lnTo>
                    <a:pt x="64894" y="86934"/>
                  </a:lnTo>
                  <a:lnTo>
                    <a:pt x="64459" y="88450"/>
                  </a:lnTo>
                  <a:lnTo>
                    <a:pt x="64459" y="88932"/>
                  </a:lnTo>
                  <a:lnTo>
                    <a:pt x="64821" y="89414"/>
                  </a:lnTo>
                  <a:lnTo>
                    <a:pt x="65401" y="89690"/>
                  </a:lnTo>
                  <a:lnTo>
                    <a:pt x="65981" y="89690"/>
                  </a:lnTo>
                  <a:lnTo>
                    <a:pt x="66344" y="89621"/>
                  </a:lnTo>
                  <a:lnTo>
                    <a:pt x="66779" y="89207"/>
                  </a:lnTo>
                  <a:lnTo>
                    <a:pt x="67359" y="87692"/>
                  </a:lnTo>
                  <a:lnTo>
                    <a:pt x="67867" y="86934"/>
                  </a:lnTo>
                  <a:lnTo>
                    <a:pt x="68302" y="86521"/>
                  </a:lnTo>
                  <a:lnTo>
                    <a:pt x="68592" y="86452"/>
                  </a:lnTo>
                  <a:lnTo>
                    <a:pt x="68012" y="87623"/>
                  </a:lnTo>
                  <a:lnTo>
                    <a:pt x="67649" y="87898"/>
                  </a:lnTo>
                  <a:lnTo>
                    <a:pt x="67504" y="88105"/>
                  </a:lnTo>
                  <a:lnTo>
                    <a:pt x="67287" y="89138"/>
                  </a:lnTo>
                  <a:lnTo>
                    <a:pt x="67069" y="89552"/>
                  </a:lnTo>
                  <a:lnTo>
                    <a:pt x="66851" y="89827"/>
                  </a:lnTo>
                  <a:lnTo>
                    <a:pt x="66489" y="90103"/>
                  </a:lnTo>
                  <a:lnTo>
                    <a:pt x="66416" y="90309"/>
                  </a:lnTo>
                  <a:lnTo>
                    <a:pt x="66344" y="90723"/>
                  </a:lnTo>
                  <a:lnTo>
                    <a:pt x="66199" y="91067"/>
                  </a:lnTo>
                  <a:lnTo>
                    <a:pt x="66199" y="91136"/>
                  </a:lnTo>
                  <a:lnTo>
                    <a:pt x="66199" y="91274"/>
                  </a:lnTo>
                  <a:lnTo>
                    <a:pt x="66199" y="91343"/>
                  </a:lnTo>
                  <a:lnTo>
                    <a:pt x="66126" y="91412"/>
                  </a:lnTo>
                  <a:lnTo>
                    <a:pt x="65909" y="91481"/>
                  </a:lnTo>
                  <a:lnTo>
                    <a:pt x="65764" y="91687"/>
                  </a:lnTo>
                  <a:lnTo>
                    <a:pt x="64749" y="93272"/>
                  </a:lnTo>
                  <a:lnTo>
                    <a:pt x="63589" y="94305"/>
                  </a:lnTo>
                  <a:lnTo>
                    <a:pt x="63444" y="94580"/>
                  </a:lnTo>
                  <a:lnTo>
                    <a:pt x="63371" y="95132"/>
                  </a:lnTo>
                  <a:lnTo>
                    <a:pt x="63734" y="95269"/>
                  </a:lnTo>
                  <a:lnTo>
                    <a:pt x="64604" y="95407"/>
                  </a:lnTo>
                  <a:lnTo>
                    <a:pt x="64821" y="95338"/>
                  </a:lnTo>
                  <a:lnTo>
                    <a:pt x="65546" y="93892"/>
                  </a:lnTo>
                  <a:lnTo>
                    <a:pt x="66126" y="93203"/>
                  </a:lnTo>
                  <a:lnTo>
                    <a:pt x="66416" y="92996"/>
                  </a:lnTo>
                  <a:lnTo>
                    <a:pt x="66489" y="92652"/>
                  </a:lnTo>
                  <a:lnTo>
                    <a:pt x="66634" y="92169"/>
                  </a:lnTo>
                  <a:lnTo>
                    <a:pt x="66779" y="91825"/>
                  </a:lnTo>
                  <a:lnTo>
                    <a:pt x="67141" y="91825"/>
                  </a:lnTo>
                  <a:lnTo>
                    <a:pt x="67141" y="91067"/>
                  </a:lnTo>
                  <a:lnTo>
                    <a:pt x="67359" y="90723"/>
                  </a:lnTo>
                  <a:lnTo>
                    <a:pt x="67577" y="90516"/>
                  </a:lnTo>
                  <a:lnTo>
                    <a:pt x="67649" y="90792"/>
                  </a:lnTo>
                  <a:lnTo>
                    <a:pt x="67722" y="90654"/>
                  </a:lnTo>
                  <a:lnTo>
                    <a:pt x="67722" y="90378"/>
                  </a:lnTo>
                  <a:lnTo>
                    <a:pt x="67794" y="90103"/>
                  </a:lnTo>
                  <a:lnTo>
                    <a:pt x="67867" y="89965"/>
                  </a:lnTo>
                  <a:lnTo>
                    <a:pt x="68084" y="89621"/>
                  </a:lnTo>
                  <a:lnTo>
                    <a:pt x="68229" y="89414"/>
                  </a:lnTo>
                  <a:lnTo>
                    <a:pt x="68157" y="90034"/>
                  </a:lnTo>
                  <a:lnTo>
                    <a:pt x="68084" y="91894"/>
                  </a:lnTo>
                  <a:lnTo>
                    <a:pt x="67722" y="93134"/>
                  </a:lnTo>
                  <a:lnTo>
                    <a:pt x="67649" y="93892"/>
                  </a:lnTo>
                  <a:lnTo>
                    <a:pt x="68012" y="94305"/>
                  </a:lnTo>
                  <a:lnTo>
                    <a:pt x="68012" y="93960"/>
                  </a:lnTo>
                  <a:lnTo>
                    <a:pt x="68012" y="93478"/>
                  </a:lnTo>
                  <a:lnTo>
                    <a:pt x="68157" y="93134"/>
                  </a:lnTo>
                  <a:lnTo>
                    <a:pt x="68229" y="92858"/>
                  </a:lnTo>
                  <a:lnTo>
                    <a:pt x="68519" y="92789"/>
                  </a:lnTo>
                  <a:lnTo>
                    <a:pt x="68954" y="92789"/>
                  </a:lnTo>
                  <a:lnTo>
                    <a:pt x="69172" y="92721"/>
                  </a:lnTo>
                  <a:lnTo>
                    <a:pt x="69244" y="92169"/>
                  </a:lnTo>
                  <a:lnTo>
                    <a:pt x="68954" y="91963"/>
                  </a:lnTo>
                  <a:lnTo>
                    <a:pt x="68809" y="91412"/>
                  </a:lnTo>
                  <a:lnTo>
                    <a:pt x="68737" y="90929"/>
                  </a:lnTo>
                  <a:lnTo>
                    <a:pt x="68882" y="90585"/>
                  </a:lnTo>
                  <a:lnTo>
                    <a:pt x="68954" y="90929"/>
                  </a:lnTo>
                  <a:lnTo>
                    <a:pt x="69027" y="91205"/>
                  </a:lnTo>
                  <a:lnTo>
                    <a:pt x="69099" y="91481"/>
                  </a:lnTo>
                  <a:lnTo>
                    <a:pt x="69317" y="91756"/>
                  </a:lnTo>
                  <a:lnTo>
                    <a:pt x="69534" y="91825"/>
                  </a:lnTo>
                  <a:lnTo>
                    <a:pt x="69607" y="92032"/>
                  </a:lnTo>
                  <a:lnTo>
                    <a:pt x="69752" y="92583"/>
                  </a:lnTo>
                  <a:lnTo>
                    <a:pt x="69897" y="92307"/>
                  </a:lnTo>
                  <a:lnTo>
                    <a:pt x="70187" y="91963"/>
                  </a:lnTo>
                  <a:lnTo>
                    <a:pt x="70332" y="91687"/>
                  </a:lnTo>
                  <a:lnTo>
                    <a:pt x="70404" y="91274"/>
                  </a:lnTo>
                  <a:lnTo>
                    <a:pt x="70259" y="91205"/>
                  </a:lnTo>
                  <a:lnTo>
                    <a:pt x="70187" y="91136"/>
                  </a:lnTo>
                  <a:lnTo>
                    <a:pt x="69897" y="90998"/>
                  </a:lnTo>
                  <a:lnTo>
                    <a:pt x="70187" y="90792"/>
                  </a:lnTo>
                  <a:lnTo>
                    <a:pt x="70404" y="90792"/>
                  </a:lnTo>
                  <a:lnTo>
                    <a:pt x="70622" y="90929"/>
                  </a:lnTo>
                  <a:lnTo>
                    <a:pt x="70839" y="90792"/>
                  </a:lnTo>
                  <a:lnTo>
                    <a:pt x="70912" y="90585"/>
                  </a:lnTo>
                  <a:lnTo>
                    <a:pt x="70984" y="90309"/>
                  </a:lnTo>
                  <a:lnTo>
                    <a:pt x="70984" y="89896"/>
                  </a:lnTo>
                  <a:lnTo>
                    <a:pt x="70912" y="89690"/>
                  </a:lnTo>
                  <a:lnTo>
                    <a:pt x="70839" y="89758"/>
                  </a:lnTo>
                  <a:lnTo>
                    <a:pt x="70622" y="89758"/>
                  </a:lnTo>
                  <a:lnTo>
                    <a:pt x="70549" y="89827"/>
                  </a:lnTo>
                  <a:lnTo>
                    <a:pt x="70477" y="89896"/>
                  </a:lnTo>
                  <a:lnTo>
                    <a:pt x="70404" y="89414"/>
                  </a:lnTo>
                  <a:lnTo>
                    <a:pt x="70694" y="89276"/>
                  </a:lnTo>
                  <a:lnTo>
                    <a:pt x="71202" y="89414"/>
                  </a:lnTo>
                  <a:lnTo>
                    <a:pt x="71637" y="89690"/>
                  </a:lnTo>
                  <a:lnTo>
                    <a:pt x="71419" y="89896"/>
                  </a:lnTo>
                  <a:lnTo>
                    <a:pt x="71419" y="90241"/>
                  </a:lnTo>
                  <a:lnTo>
                    <a:pt x="71709" y="91274"/>
                  </a:lnTo>
                  <a:lnTo>
                    <a:pt x="71709" y="91481"/>
                  </a:lnTo>
                  <a:lnTo>
                    <a:pt x="71637" y="91756"/>
                  </a:lnTo>
                  <a:lnTo>
                    <a:pt x="71637" y="91963"/>
                  </a:lnTo>
                  <a:lnTo>
                    <a:pt x="71854" y="91825"/>
                  </a:lnTo>
                  <a:lnTo>
                    <a:pt x="72072" y="91136"/>
                  </a:lnTo>
                  <a:lnTo>
                    <a:pt x="72362" y="90929"/>
                  </a:lnTo>
                  <a:lnTo>
                    <a:pt x="72507" y="91067"/>
                  </a:lnTo>
                  <a:lnTo>
                    <a:pt x="72435" y="91205"/>
                  </a:lnTo>
                  <a:lnTo>
                    <a:pt x="72507" y="91343"/>
                  </a:lnTo>
                  <a:lnTo>
                    <a:pt x="72725" y="91687"/>
                  </a:lnTo>
                  <a:lnTo>
                    <a:pt x="72870" y="92101"/>
                  </a:lnTo>
                  <a:lnTo>
                    <a:pt x="73087" y="92307"/>
                  </a:lnTo>
                  <a:lnTo>
                    <a:pt x="73305" y="92032"/>
                  </a:lnTo>
                  <a:lnTo>
                    <a:pt x="73305" y="91825"/>
                  </a:lnTo>
                  <a:lnTo>
                    <a:pt x="73087" y="91136"/>
                  </a:lnTo>
                  <a:lnTo>
                    <a:pt x="73087" y="90792"/>
                  </a:lnTo>
                  <a:lnTo>
                    <a:pt x="73232" y="90241"/>
                  </a:lnTo>
                  <a:lnTo>
                    <a:pt x="73232" y="90103"/>
                  </a:lnTo>
                  <a:lnTo>
                    <a:pt x="74102" y="89552"/>
                  </a:lnTo>
                  <a:lnTo>
                    <a:pt x="74320" y="89207"/>
                  </a:lnTo>
                  <a:lnTo>
                    <a:pt x="74465" y="88863"/>
                  </a:lnTo>
                  <a:lnTo>
                    <a:pt x="74320" y="88312"/>
                  </a:lnTo>
                  <a:lnTo>
                    <a:pt x="74102" y="87830"/>
                  </a:lnTo>
                  <a:lnTo>
                    <a:pt x="73740" y="87692"/>
                  </a:lnTo>
                  <a:lnTo>
                    <a:pt x="73522" y="86727"/>
                  </a:lnTo>
                  <a:lnTo>
                    <a:pt x="73450" y="86590"/>
                  </a:lnTo>
                  <a:lnTo>
                    <a:pt x="73305" y="86521"/>
                  </a:lnTo>
                  <a:lnTo>
                    <a:pt x="73232" y="86452"/>
                  </a:lnTo>
                  <a:lnTo>
                    <a:pt x="73305" y="86245"/>
                  </a:lnTo>
                  <a:lnTo>
                    <a:pt x="73232" y="86039"/>
                  </a:lnTo>
                  <a:lnTo>
                    <a:pt x="72870" y="86590"/>
                  </a:lnTo>
                  <a:lnTo>
                    <a:pt x="72725" y="86590"/>
                  </a:lnTo>
                  <a:lnTo>
                    <a:pt x="72725" y="86452"/>
                  </a:lnTo>
                  <a:lnTo>
                    <a:pt x="72797" y="85694"/>
                  </a:lnTo>
                  <a:lnTo>
                    <a:pt x="72290" y="85487"/>
                  </a:lnTo>
                  <a:lnTo>
                    <a:pt x="72072" y="85694"/>
                  </a:lnTo>
                  <a:lnTo>
                    <a:pt x="72072" y="86039"/>
                  </a:lnTo>
                  <a:lnTo>
                    <a:pt x="71927" y="86245"/>
                  </a:lnTo>
                  <a:lnTo>
                    <a:pt x="71637" y="86039"/>
                  </a:lnTo>
                  <a:lnTo>
                    <a:pt x="71564" y="85763"/>
                  </a:lnTo>
                  <a:lnTo>
                    <a:pt x="71564" y="85143"/>
                  </a:lnTo>
                  <a:lnTo>
                    <a:pt x="71564" y="84799"/>
                  </a:lnTo>
                  <a:lnTo>
                    <a:pt x="71347" y="84523"/>
                  </a:lnTo>
                  <a:lnTo>
                    <a:pt x="70912" y="83834"/>
                  </a:lnTo>
                  <a:lnTo>
                    <a:pt x="70912" y="83696"/>
                  </a:lnTo>
                  <a:lnTo>
                    <a:pt x="71057" y="83628"/>
                  </a:lnTo>
                  <a:lnTo>
                    <a:pt x="71274" y="83696"/>
                  </a:lnTo>
                  <a:lnTo>
                    <a:pt x="71564" y="83903"/>
                  </a:lnTo>
                  <a:lnTo>
                    <a:pt x="71637" y="83972"/>
                  </a:lnTo>
                  <a:lnTo>
                    <a:pt x="71782" y="83834"/>
                  </a:lnTo>
                  <a:lnTo>
                    <a:pt x="71782" y="83696"/>
                  </a:lnTo>
                  <a:lnTo>
                    <a:pt x="71854" y="83559"/>
                  </a:lnTo>
                  <a:lnTo>
                    <a:pt x="71709" y="83559"/>
                  </a:lnTo>
                  <a:lnTo>
                    <a:pt x="71564" y="83421"/>
                  </a:lnTo>
                  <a:lnTo>
                    <a:pt x="71419" y="83421"/>
                  </a:lnTo>
                  <a:lnTo>
                    <a:pt x="71419" y="83145"/>
                  </a:lnTo>
                  <a:lnTo>
                    <a:pt x="71564" y="83008"/>
                  </a:lnTo>
                  <a:lnTo>
                    <a:pt x="71637" y="82870"/>
                  </a:lnTo>
                  <a:lnTo>
                    <a:pt x="71782" y="82801"/>
                  </a:lnTo>
                  <a:lnTo>
                    <a:pt x="71782" y="83008"/>
                  </a:lnTo>
                  <a:lnTo>
                    <a:pt x="71854" y="83145"/>
                  </a:lnTo>
                  <a:lnTo>
                    <a:pt x="72072" y="83145"/>
                  </a:lnTo>
                  <a:lnTo>
                    <a:pt x="72145" y="83283"/>
                  </a:lnTo>
                  <a:lnTo>
                    <a:pt x="72072" y="83559"/>
                  </a:lnTo>
                  <a:lnTo>
                    <a:pt x="72072" y="83696"/>
                  </a:lnTo>
                  <a:lnTo>
                    <a:pt x="72072" y="83765"/>
                  </a:lnTo>
                  <a:lnTo>
                    <a:pt x="72072" y="83834"/>
                  </a:lnTo>
                  <a:lnTo>
                    <a:pt x="72072" y="83903"/>
                  </a:lnTo>
                  <a:lnTo>
                    <a:pt x="72145" y="84110"/>
                  </a:lnTo>
                  <a:lnTo>
                    <a:pt x="72290" y="84179"/>
                  </a:lnTo>
                  <a:lnTo>
                    <a:pt x="72362" y="84179"/>
                  </a:lnTo>
                  <a:lnTo>
                    <a:pt x="72435" y="84179"/>
                  </a:lnTo>
                  <a:lnTo>
                    <a:pt x="72580" y="84247"/>
                  </a:lnTo>
                  <a:lnTo>
                    <a:pt x="72725" y="84454"/>
                  </a:lnTo>
                  <a:lnTo>
                    <a:pt x="72725" y="84523"/>
                  </a:lnTo>
                  <a:lnTo>
                    <a:pt x="73087" y="84316"/>
                  </a:lnTo>
                  <a:lnTo>
                    <a:pt x="73087" y="84247"/>
                  </a:lnTo>
                  <a:lnTo>
                    <a:pt x="73087" y="84110"/>
                  </a:lnTo>
                  <a:lnTo>
                    <a:pt x="73015" y="83903"/>
                  </a:lnTo>
                  <a:lnTo>
                    <a:pt x="73015" y="83834"/>
                  </a:lnTo>
                  <a:lnTo>
                    <a:pt x="73087" y="83834"/>
                  </a:lnTo>
                  <a:lnTo>
                    <a:pt x="73232" y="83834"/>
                  </a:lnTo>
                  <a:lnTo>
                    <a:pt x="73305" y="83834"/>
                  </a:lnTo>
                  <a:lnTo>
                    <a:pt x="73377" y="83834"/>
                  </a:lnTo>
                  <a:lnTo>
                    <a:pt x="74175" y="83490"/>
                  </a:lnTo>
                  <a:lnTo>
                    <a:pt x="74610" y="83283"/>
                  </a:lnTo>
                  <a:lnTo>
                    <a:pt x="75407" y="83421"/>
                  </a:lnTo>
                  <a:lnTo>
                    <a:pt x="75697" y="83076"/>
                  </a:lnTo>
                  <a:lnTo>
                    <a:pt x="75915" y="82594"/>
                  </a:lnTo>
                  <a:lnTo>
                    <a:pt x="75987" y="82250"/>
                  </a:lnTo>
                  <a:lnTo>
                    <a:pt x="76205" y="83008"/>
                  </a:lnTo>
                  <a:lnTo>
                    <a:pt x="76350" y="83490"/>
                  </a:lnTo>
                  <a:lnTo>
                    <a:pt x="76567" y="83765"/>
                  </a:lnTo>
                  <a:lnTo>
                    <a:pt x="77075" y="83972"/>
                  </a:lnTo>
                  <a:lnTo>
                    <a:pt x="77365" y="83696"/>
                  </a:lnTo>
                  <a:lnTo>
                    <a:pt x="77365" y="83214"/>
                  </a:lnTo>
                  <a:lnTo>
                    <a:pt x="76930" y="82870"/>
                  </a:lnTo>
                  <a:lnTo>
                    <a:pt x="77003" y="81699"/>
                  </a:lnTo>
                  <a:lnTo>
                    <a:pt x="76785" y="78943"/>
                  </a:lnTo>
                  <a:lnTo>
                    <a:pt x="76858" y="77772"/>
                  </a:lnTo>
                  <a:lnTo>
                    <a:pt x="77075" y="78254"/>
                  </a:lnTo>
                  <a:lnTo>
                    <a:pt x="77148" y="78737"/>
                  </a:lnTo>
                  <a:lnTo>
                    <a:pt x="77148" y="80803"/>
                  </a:lnTo>
                  <a:lnTo>
                    <a:pt x="77293" y="81010"/>
                  </a:lnTo>
                  <a:lnTo>
                    <a:pt x="77438" y="81492"/>
                  </a:lnTo>
                  <a:lnTo>
                    <a:pt x="77438" y="81905"/>
                  </a:lnTo>
                  <a:lnTo>
                    <a:pt x="77365" y="82732"/>
                  </a:lnTo>
                  <a:lnTo>
                    <a:pt x="77438" y="83145"/>
                  </a:lnTo>
                  <a:lnTo>
                    <a:pt x="77728" y="83145"/>
                  </a:lnTo>
                  <a:lnTo>
                    <a:pt x="79105" y="81905"/>
                  </a:lnTo>
                  <a:lnTo>
                    <a:pt x="79903" y="81010"/>
                  </a:lnTo>
                  <a:lnTo>
                    <a:pt x="80483" y="79839"/>
                  </a:lnTo>
                  <a:lnTo>
                    <a:pt x="80845" y="78461"/>
                  </a:lnTo>
                  <a:lnTo>
                    <a:pt x="80918" y="78805"/>
                  </a:lnTo>
                  <a:lnTo>
                    <a:pt x="81135" y="78668"/>
                  </a:lnTo>
                  <a:lnTo>
                    <a:pt x="81570" y="78185"/>
                  </a:lnTo>
                  <a:lnTo>
                    <a:pt x="81933" y="78117"/>
                  </a:lnTo>
                  <a:lnTo>
                    <a:pt x="81788" y="78254"/>
                  </a:lnTo>
                  <a:lnTo>
                    <a:pt x="81716" y="78461"/>
                  </a:lnTo>
                  <a:lnTo>
                    <a:pt x="81643" y="78943"/>
                  </a:lnTo>
                  <a:lnTo>
                    <a:pt x="81570" y="79150"/>
                  </a:lnTo>
                  <a:lnTo>
                    <a:pt x="81208" y="79494"/>
                  </a:lnTo>
                  <a:lnTo>
                    <a:pt x="80845" y="80390"/>
                  </a:lnTo>
                  <a:lnTo>
                    <a:pt x="80700" y="80597"/>
                  </a:lnTo>
                  <a:lnTo>
                    <a:pt x="80700" y="80941"/>
                  </a:lnTo>
                  <a:lnTo>
                    <a:pt x="80700" y="81492"/>
                  </a:lnTo>
                  <a:lnTo>
                    <a:pt x="80700" y="81699"/>
                  </a:lnTo>
                  <a:lnTo>
                    <a:pt x="80990" y="81836"/>
                  </a:lnTo>
                  <a:lnTo>
                    <a:pt x="81063" y="81699"/>
                  </a:lnTo>
                  <a:lnTo>
                    <a:pt x="81135" y="81216"/>
                  </a:lnTo>
                  <a:lnTo>
                    <a:pt x="81353" y="81630"/>
                  </a:lnTo>
                  <a:lnTo>
                    <a:pt x="81353" y="81905"/>
                  </a:lnTo>
                  <a:lnTo>
                    <a:pt x="81135" y="82801"/>
                  </a:lnTo>
                  <a:lnTo>
                    <a:pt x="80990" y="83008"/>
                  </a:lnTo>
                  <a:lnTo>
                    <a:pt x="80483" y="83283"/>
                  </a:lnTo>
                  <a:lnTo>
                    <a:pt x="80410" y="83490"/>
                  </a:lnTo>
                  <a:lnTo>
                    <a:pt x="80700" y="83834"/>
                  </a:lnTo>
                  <a:lnTo>
                    <a:pt x="80700" y="84110"/>
                  </a:lnTo>
                  <a:lnTo>
                    <a:pt x="80265" y="84316"/>
                  </a:lnTo>
                  <a:lnTo>
                    <a:pt x="80120" y="84523"/>
                  </a:lnTo>
                  <a:lnTo>
                    <a:pt x="79830" y="85074"/>
                  </a:lnTo>
                  <a:lnTo>
                    <a:pt x="79685" y="85281"/>
                  </a:lnTo>
                  <a:lnTo>
                    <a:pt x="79540" y="85487"/>
                  </a:lnTo>
                  <a:lnTo>
                    <a:pt x="79033" y="85763"/>
                  </a:lnTo>
                  <a:lnTo>
                    <a:pt x="78888" y="85901"/>
                  </a:lnTo>
                  <a:lnTo>
                    <a:pt x="78743" y="86314"/>
                  </a:lnTo>
                  <a:lnTo>
                    <a:pt x="78308" y="86727"/>
                  </a:lnTo>
                  <a:lnTo>
                    <a:pt x="78163" y="87141"/>
                  </a:lnTo>
                  <a:lnTo>
                    <a:pt x="77800" y="88863"/>
                  </a:lnTo>
                  <a:lnTo>
                    <a:pt x="77873" y="89276"/>
                  </a:lnTo>
                  <a:lnTo>
                    <a:pt x="78235" y="89827"/>
                  </a:lnTo>
                  <a:lnTo>
                    <a:pt x="78308" y="90034"/>
                  </a:lnTo>
                  <a:lnTo>
                    <a:pt x="78453" y="90654"/>
                  </a:lnTo>
                  <a:lnTo>
                    <a:pt x="78525" y="90998"/>
                  </a:lnTo>
                  <a:lnTo>
                    <a:pt x="78743" y="91205"/>
                  </a:lnTo>
                  <a:lnTo>
                    <a:pt x="79033" y="91687"/>
                  </a:lnTo>
                  <a:lnTo>
                    <a:pt x="79178" y="91894"/>
                  </a:lnTo>
                  <a:lnTo>
                    <a:pt x="79250" y="92445"/>
                  </a:lnTo>
                  <a:lnTo>
                    <a:pt x="79105" y="92789"/>
                  </a:lnTo>
                  <a:lnTo>
                    <a:pt x="78960" y="93203"/>
                  </a:lnTo>
                  <a:lnTo>
                    <a:pt x="78888" y="93892"/>
                  </a:lnTo>
                  <a:lnTo>
                    <a:pt x="78598" y="94374"/>
                  </a:lnTo>
                  <a:lnTo>
                    <a:pt x="78453" y="95269"/>
                  </a:lnTo>
                  <a:lnTo>
                    <a:pt x="78380" y="95407"/>
                  </a:lnTo>
                  <a:lnTo>
                    <a:pt x="78308" y="95545"/>
                  </a:lnTo>
                  <a:lnTo>
                    <a:pt x="78235" y="95820"/>
                  </a:lnTo>
                  <a:lnTo>
                    <a:pt x="78235" y="95958"/>
                  </a:lnTo>
                  <a:lnTo>
                    <a:pt x="78308" y="96165"/>
                  </a:lnTo>
                  <a:lnTo>
                    <a:pt x="78380" y="96578"/>
                  </a:lnTo>
                  <a:lnTo>
                    <a:pt x="78380" y="96854"/>
                  </a:lnTo>
                  <a:lnTo>
                    <a:pt x="78308" y="97129"/>
                  </a:lnTo>
                  <a:lnTo>
                    <a:pt x="78018" y="97336"/>
                  </a:lnTo>
                  <a:lnTo>
                    <a:pt x="77438" y="98300"/>
                  </a:lnTo>
                  <a:lnTo>
                    <a:pt x="76567" y="99127"/>
                  </a:lnTo>
                  <a:lnTo>
                    <a:pt x="76350" y="99471"/>
                  </a:lnTo>
                  <a:lnTo>
                    <a:pt x="76205" y="99747"/>
                  </a:lnTo>
                  <a:lnTo>
                    <a:pt x="75262" y="99954"/>
                  </a:lnTo>
                  <a:lnTo>
                    <a:pt x="74900" y="100091"/>
                  </a:lnTo>
                  <a:lnTo>
                    <a:pt x="74682" y="100436"/>
                  </a:lnTo>
                  <a:lnTo>
                    <a:pt x="74320" y="101194"/>
                  </a:lnTo>
                  <a:lnTo>
                    <a:pt x="74102" y="101469"/>
                  </a:lnTo>
                  <a:lnTo>
                    <a:pt x="73812" y="101814"/>
                  </a:lnTo>
                  <a:lnTo>
                    <a:pt x="73812" y="102296"/>
                  </a:lnTo>
                  <a:lnTo>
                    <a:pt x="73812" y="103536"/>
                  </a:lnTo>
                  <a:lnTo>
                    <a:pt x="73740" y="104569"/>
                  </a:lnTo>
                  <a:lnTo>
                    <a:pt x="73740" y="105051"/>
                  </a:lnTo>
                  <a:lnTo>
                    <a:pt x="73957" y="105671"/>
                  </a:lnTo>
                  <a:lnTo>
                    <a:pt x="74247" y="105947"/>
                  </a:lnTo>
                  <a:lnTo>
                    <a:pt x="74682" y="106153"/>
                  </a:lnTo>
                  <a:lnTo>
                    <a:pt x="75117" y="106291"/>
                  </a:lnTo>
                  <a:lnTo>
                    <a:pt x="75987" y="106291"/>
                  </a:lnTo>
                  <a:lnTo>
                    <a:pt x="77003" y="106153"/>
                  </a:lnTo>
                  <a:lnTo>
                    <a:pt x="77438" y="105947"/>
                  </a:lnTo>
                  <a:lnTo>
                    <a:pt x="78163" y="105533"/>
                  </a:lnTo>
                  <a:lnTo>
                    <a:pt x="78525" y="105396"/>
                  </a:lnTo>
                  <a:lnTo>
                    <a:pt x="78888" y="105464"/>
                  </a:lnTo>
                  <a:lnTo>
                    <a:pt x="78815" y="104982"/>
                  </a:lnTo>
                  <a:lnTo>
                    <a:pt x="78960" y="104913"/>
                  </a:lnTo>
                  <a:lnTo>
                    <a:pt x="79540" y="104776"/>
                  </a:lnTo>
                  <a:lnTo>
                    <a:pt x="79758" y="104638"/>
                  </a:lnTo>
                  <a:lnTo>
                    <a:pt x="79975" y="104293"/>
                  </a:lnTo>
                  <a:lnTo>
                    <a:pt x="80265" y="103673"/>
                  </a:lnTo>
                  <a:lnTo>
                    <a:pt x="80338" y="103260"/>
                  </a:lnTo>
                  <a:lnTo>
                    <a:pt x="80338" y="102985"/>
                  </a:lnTo>
                  <a:lnTo>
                    <a:pt x="80410" y="102847"/>
                  </a:lnTo>
                  <a:lnTo>
                    <a:pt x="80483" y="102778"/>
                  </a:lnTo>
                  <a:lnTo>
                    <a:pt x="80628" y="102640"/>
                  </a:lnTo>
                  <a:lnTo>
                    <a:pt x="80700" y="102640"/>
                  </a:lnTo>
                  <a:lnTo>
                    <a:pt x="80918" y="102709"/>
                  </a:lnTo>
                  <a:lnTo>
                    <a:pt x="80918" y="102709"/>
                  </a:lnTo>
                  <a:lnTo>
                    <a:pt x="80990" y="102502"/>
                  </a:lnTo>
                  <a:lnTo>
                    <a:pt x="80918" y="102227"/>
                  </a:lnTo>
                  <a:lnTo>
                    <a:pt x="80845" y="102089"/>
                  </a:lnTo>
                  <a:lnTo>
                    <a:pt x="80628" y="101882"/>
                  </a:lnTo>
                  <a:lnTo>
                    <a:pt x="80628" y="101538"/>
                  </a:lnTo>
                  <a:lnTo>
                    <a:pt x="81063" y="102020"/>
                  </a:lnTo>
                  <a:lnTo>
                    <a:pt x="81280" y="101951"/>
                  </a:lnTo>
                  <a:lnTo>
                    <a:pt x="81716" y="101262"/>
                  </a:lnTo>
                  <a:lnTo>
                    <a:pt x="82078" y="102089"/>
                  </a:lnTo>
                  <a:lnTo>
                    <a:pt x="82731" y="102296"/>
                  </a:lnTo>
                  <a:lnTo>
                    <a:pt x="83311" y="102227"/>
                  </a:lnTo>
                  <a:lnTo>
                    <a:pt x="83818" y="101882"/>
                  </a:lnTo>
                  <a:lnTo>
                    <a:pt x="84108" y="101538"/>
                  </a:lnTo>
                  <a:lnTo>
                    <a:pt x="83963" y="101331"/>
                  </a:lnTo>
                  <a:lnTo>
                    <a:pt x="83673" y="101194"/>
                  </a:lnTo>
                  <a:lnTo>
                    <a:pt x="83383" y="100849"/>
                  </a:lnTo>
                  <a:lnTo>
                    <a:pt x="83528" y="100780"/>
                  </a:lnTo>
                  <a:lnTo>
                    <a:pt x="84398" y="100505"/>
                  </a:lnTo>
                  <a:lnTo>
                    <a:pt x="84688" y="100091"/>
                  </a:lnTo>
                  <a:lnTo>
                    <a:pt x="84978" y="99540"/>
                  </a:lnTo>
                  <a:lnTo>
                    <a:pt x="85123" y="98989"/>
                  </a:lnTo>
                  <a:lnTo>
                    <a:pt x="84688" y="98576"/>
                  </a:lnTo>
                  <a:lnTo>
                    <a:pt x="84833" y="98163"/>
                  </a:lnTo>
                  <a:lnTo>
                    <a:pt x="84833" y="97749"/>
                  </a:lnTo>
                  <a:lnTo>
                    <a:pt x="84688" y="97267"/>
                  </a:lnTo>
                  <a:lnTo>
                    <a:pt x="84398" y="96716"/>
                  </a:lnTo>
                  <a:lnTo>
                    <a:pt x="84181" y="96578"/>
                  </a:lnTo>
                  <a:lnTo>
                    <a:pt x="83746" y="96096"/>
                  </a:lnTo>
                  <a:lnTo>
                    <a:pt x="83673" y="95958"/>
                  </a:lnTo>
                  <a:lnTo>
                    <a:pt x="83673" y="95820"/>
                  </a:lnTo>
                  <a:lnTo>
                    <a:pt x="83673" y="95545"/>
                  </a:lnTo>
                  <a:lnTo>
                    <a:pt x="83818" y="95476"/>
                  </a:lnTo>
                  <a:lnTo>
                    <a:pt x="84036" y="95545"/>
                  </a:lnTo>
                  <a:lnTo>
                    <a:pt x="84108" y="95752"/>
                  </a:lnTo>
                  <a:lnTo>
                    <a:pt x="84398" y="96371"/>
                  </a:lnTo>
                  <a:lnTo>
                    <a:pt x="84543" y="96578"/>
                  </a:lnTo>
                  <a:lnTo>
                    <a:pt x="84616" y="96578"/>
                  </a:lnTo>
                  <a:lnTo>
                    <a:pt x="84833" y="96647"/>
                  </a:lnTo>
                  <a:lnTo>
                    <a:pt x="84978" y="96647"/>
                  </a:lnTo>
                  <a:lnTo>
                    <a:pt x="85123" y="96509"/>
                  </a:lnTo>
                  <a:lnTo>
                    <a:pt x="84761" y="96027"/>
                  </a:lnTo>
                  <a:lnTo>
                    <a:pt x="84833" y="95683"/>
                  </a:lnTo>
                  <a:lnTo>
                    <a:pt x="85196" y="95063"/>
                  </a:lnTo>
                  <a:lnTo>
                    <a:pt x="85123" y="94994"/>
                  </a:lnTo>
                  <a:lnTo>
                    <a:pt x="84833" y="94718"/>
                  </a:lnTo>
                  <a:lnTo>
                    <a:pt x="84761" y="94649"/>
                  </a:lnTo>
                  <a:lnTo>
                    <a:pt x="85196" y="94443"/>
                  </a:lnTo>
                  <a:lnTo>
                    <a:pt x="84978" y="94029"/>
                  </a:lnTo>
                  <a:lnTo>
                    <a:pt x="84253" y="93478"/>
                  </a:lnTo>
                  <a:lnTo>
                    <a:pt x="84181" y="93272"/>
                  </a:lnTo>
                  <a:lnTo>
                    <a:pt x="84036" y="93065"/>
                  </a:lnTo>
                  <a:lnTo>
                    <a:pt x="83963" y="92721"/>
                  </a:lnTo>
                  <a:lnTo>
                    <a:pt x="83746" y="92583"/>
                  </a:lnTo>
                  <a:lnTo>
                    <a:pt x="83528" y="92652"/>
                  </a:lnTo>
                  <a:lnTo>
                    <a:pt x="83021" y="93065"/>
                  </a:lnTo>
                  <a:lnTo>
                    <a:pt x="83021" y="92652"/>
                  </a:lnTo>
                  <a:lnTo>
                    <a:pt x="83093" y="92101"/>
                  </a:lnTo>
                  <a:lnTo>
                    <a:pt x="83166" y="91825"/>
                  </a:lnTo>
                  <a:lnTo>
                    <a:pt x="83456" y="91756"/>
                  </a:lnTo>
                  <a:lnTo>
                    <a:pt x="83818" y="92101"/>
                  </a:lnTo>
                  <a:lnTo>
                    <a:pt x="83963" y="92514"/>
                  </a:lnTo>
                  <a:lnTo>
                    <a:pt x="84108" y="92721"/>
                  </a:lnTo>
                  <a:lnTo>
                    <a:pt x="84398" y="92583"/>
                  </a:lnTo>
                  <a:lnTo>
                    <a:pt x="84543" y="92376"/>
                  </a:lnTo>
                  <a:lnTo>
                    <a:pt x="84543" y="91963"/>
                  </a:lnTo>
                  <a:lnTo>
                    <a:pt x="84543" y="91618"/>
                  </a:lnTo>
                  <a:lnTo>
                    <a:pt x="84471" y="91343"/>
                  </a:lnTo>
                  <a:lnTo>
                    <a:pt x="84108" y="91136"/>
                  </a:lnTo>
                  <a:lnTo>
                    <a:pt x="83891" y="91205"/>
                  </a:lnTo>
                  <a:lnTo>
                    <a:pt x="83746" y="91136"/>
                  </a:lnTo>
                  <a:lnTo>
                    <a:pt x="83528" y="90516"/>
                  </a:lnTo>
                  <a:lnTo>
                    <a:pt x="83456" y="89758"/>
                  </a:lnTo>
                  <a:lnTo>
                    <a:pt x="83528" y="89276"/>
                  </a:lnTo>
                  <a:lnTo>
                    <a:pt x="83673" y="89001"/>
                  </a:lnTo>
                  <a:lnTo>
                    <a:pt x="83746" y="88932"/>
                  </a:lnTo>
                  <a:lnTo>
                    <a:pt x="83891" y="88312"/>
                  </a:lnTo>
                  <a:lnTo>
                    <a:pt x="83963" y="88036"/>
                  </a:lnTo>
                  <a:lnTo>
                    <a:pt x="83891" y="87830"/>
                  </a:lnTo>
                  <a:lnTo>
                    <a:pt x="83746" y="87692"/>
                  </a:lnTo>
                  <a:lnTo>
                    <a:pt x="83673" y="87416"/>
                  </a:lnTo>
                  <a:lnTo>
                    <a:pt x="83673" y="87141"/>
                  </a:lnTo>
                  <a:lnTo>
                    <a:pt x="83818" y="86383"/>
                  </a:lnTo>
                  <a:lnTo>
                    <a:pt x="83818" y="85970"/>
                  </a:lnTo>
                  <a:lnTo>
                    <a:pt x="83673" y="85212"/>
                  </a:lnTo>
                  <a:lnTo>
                    <a:pt x="83673" y="84867"/>
                  </a:lnTo>
                  <a:lnTo>
                    <a:pt x="83818" y="84592"/>
                  </a:lnTo>
                  <a:lnTo>
                    <a:pt x="83891" y="85005"/>
                  </a:lnTo>
                  <a:lnTo>
                    <a:pt x="83963" y="85350"/>
                  </a:lnTo>
                  <a:lnTo>
                    <a:pt x="84108" y="85625"/>
                  </a:lnTo>
                  <a:lnTo>
                    <a:pt x="84471" y="85694"/>
                  </a:lnTo>
                  <a:lnTo>
                    <a:pt x="84108" y="84867"/>
                  </a:lnTo>
                  <a:lnTo>
                    <a:pt x="84108" y="84454"/>
                  </a:lnTo>
                  <a:lnTo>
                    <a:pt x="84253" y="84316"/>
                  </a:lnTo>
                  <a:lnTo>
                    <a:pt x="84543" y="84523"/>
                  </a:lnTo>
                  <a:lnTo>
                    <a:pt x="84616" y="85005"/>
                  </a:lnTo>
                  <a:lnTo>
                    <a:pt x="84616" y="85763"/>
                  </a:lnTo>
                  <a:lnTo>
                    <a:pt x="84761" y="85694"/>
                  </a:lnTo>
                  <a:lnTo>
                    <a:pt x="84906" y="85487"/>
                  </a:lnTo>
                  <a:lnTo>
                    <a:pt x="85123" y="85074"/>
                  </a:lnTo>
                  <a:lnTo>
                    <a:pt x="85413" y="85350"/>
                  </a:lnTo>
                  <a:lnTo>
                    <a:pt x="85558" y="85350"/>
                  </a:lnTo>
                  <a:lnTo>
                    <a:pt x="85703" y="85143"/>
                  </a:lnTo>
                  <a:lnTo>
                    <a:pt x="85848" y="84867"/>
                  </a:lnTo>
                  <a:lnTo>
                    <a:pt x="85993" y="85074"/>
                  </a:lnTo>
                  <a:lnTo>
                    <a:pt x="86211" y="85143"/>
                  </a:lnTo>
                  <a:lnTo>
                    <a:pt x="86356" y="85074"/>
                  </a:lnTo>
                  <a:lnTo>
                    <a:pt x="86429" y="84867"/>
                  </a:lnTo>
                  <a:lnTo>
                    <a:pt x="86356" y="84799"/>
                  </a:lnTo>
                  <a:lnTo>
                    <a:pt x="86283" y="84661"/>
                  </a:lnTo>
                  <a:lnTo>
                    <a:pt x="86211" y="84592"/>
                  </a:lnTo>
                  <a:lnTo>
                    <a:pt x="86066" y="84592"/>
                  </a:lnTo>
                  <a:lnTo>
                    <a:pt x="86066" y="84385"/>
                  </a:lnTo>
                  <a:lnTo>
                    <a:pt x="86066" y="84179"/>
                  </a:lnTo>
                  <a:lnTo>
                    <a:pt x="86066" y="83903"/>
                  </a:lnTo>
                  <a:lnTo>
                    <a:pt x="86138" y="83765"/>
                  </a:lnTo>
                  <a:lnTo>
                    <a:pt x="86283" y="83903"/>
                  </a:lnTo>
                  <a:lnTo>
                    <a:pt x="86429" y="84110"/>
                  </a:lnTo>
                  <a:lnTo>
                    <a:pt x="86574" y="84179"/>
                  </a:lnTo>
                  <a:lnTo>
                    <a:pt x="86791" y="84179"/>
                  </a:lnTo>
                  <a:lnTo>
                    <a:pt x="86719" y="83903"/>
                  </a:lnTo>
                  <a:lnTo>
                    <a:pt x="87081" y="82870"/>
                  </a:lnTo>
                  <a:lnTo>
                    <a:pt x="87081" y="81079"/>
                  </a:lnTo>
                  <a:lnTo>
                    <a:pt x="86719" y="79357"/>
                  </a:lnTo>
                  <a:lnTo>
                    <a:pt x="86864" y="78668"/>
                  </a:lnTo>
                  <a:lnTo>
                    <a:pt x="86791" y="77359"/>
                  </a:lnTo>
                  <a:lnTo>
                    <a:pt x="86791" y="76877"/>
                  </a:lnTo>
                  <a:lnTo>
                    <a:pt x="86864" y="76877"/>
                  </a:lnTo>
                  <a:lnTo>
                    <a:pt x="87009" y="76946"/>
                  </a:lnTo>
                  <a:lnTo>
                    <a:pt x="87371" y="78185"/>
                  </a:lnTo>
                  <a:lnTo>
                    <a:pt x="87734" y="82939"/>
                  </a:lnTo>
                  <a:lnTo>
                    <a:pt x="87516" y="83696"/>
                  </a:lnTo>
                  <a:lnTo>
                    <a:pt x="87516" y="83903"/>
                  </a:lnTo>
                  <a:lnTo>
                    <a:pt x="87951" y="84179"/>
                  </a:lnTo>
                  <a:lnTo>
                    <a:pt x="88169" y="83765"/>
                  </a:lnTo>
                  <a:lnTo>
                    <a:pt x="88531" y="82801"/>
                  </a:lnTo>
                  <a:lnTo>
                    <a:pt x="88749" y="82870"/>
                  </a:lnTo>
                  <a:lnTo>
                    <a:pt x="88894" y="82594"/>
                  </a:lnTo>
                  <a:lnTo>
                    <a:pt x="89039" y="81836"/>
                  </a:lnTo>
                  <a:lnTo>
                    <a:pt x="88894" y="81699"/>
                  </a:lnTo>
                  <a:lnTo>
                    <a:pt x="88894" y="81905"/>
                  </a:lnTo>
                  <a:lnTo>
                    <a:pt x="88894" y="82112"/>
                  </a:lnTo>
                  <a:lnTo>
                    <a:pt x="88821" y="82181"/>
                  </a:lnTo>
                  <a:lnTo>
                    <a:pt x="88531" y="82181"/>
                  </a:lnTo>
                  <a:lnTo>
                    <a:pt x="88531" y="81768"/>
                  </a:lnTo>
                  <a:lnTo>
                    <a:pt x="88386" y="81010"/>
                  </a:lnTo>
                  <a:lnTo>
                    <a:pt x="88459" y="80734"/>
                  </a:lnTo>
                  <a:lnTo>
                    <a:pt x="88676" y="80459"/>
                  </a:lnTo>
                  <a:lnTo>
                    <a:pt x="88821" y="80528"/>
                  </a:lnTo>
                  <a:lnTo>
                    <a:pt x="88966" y="80803"/>
                  </a:lnTo>
                  <a:lnTo>
                    <a:pt x="89039" y="81148"/>
                  </a:lnTo>
                  <a:lnTo>
                    <a:pt x="89111" y="80941"/>
                  </a:lnTo>
                  <a:lnTo>
                    <a:pt x="89401" y="80183"/>
                  </a:lnTo>
                  <a:lnTo>
                    <a:pt x="89039" y="80114"/>
                  </a:lnTo>
                  <a:lnTo>
                    <a:pt x="88749" y="79839"/>
                  </a:lnTo>
                  <a:lnTo>
                    <a:pt x="88459" y="79632"/>
                  </a:lnTo>
                  <a:lnTo>
                    <a:pt x="88169" y="79425"/>
                  </a:lnTo>
                  <a:lnTo>
                    <a:pt x="88241" y="79770"/>
                  </a:lnTo>
                  <a:lnTo>
                    <a:pt x="88096" y="79770"/>
                  </a:lnTo>
                  <a:lnTo>
                    <a:pt x="88024" y="79701"/>
                  </a:lnTo>
                  <a:lnTo>
                    <a:pt x="87951" y="79701"/>
                  </a:lnTo>
                  <a:lnTo>
                    <a:pt x="87806" y="79632"/>
                  </a:lnTo>
                  <a:lnTo>
                    <a:pt x="88024" y="78943"/>
                  </a:lnTo>
                  <a:lnTo>
                    <a:pt x="88096" y="78461"/>
                  </a:lnTo>
                  <a:lnTo>
                    <a:pt x="87806" y="77703"/>
                  </a:lnTo>
                  <a:lnTo>
                    <a:pt x="87806" y="76739"/>
                  </a:lnTo>
                  <a:lnTo>
                    <a:pt x="87734" y="76326"/>
                  </a:lnTo>
                  <a:lnTo>
                    <a:pt x="87589" y="76050"/>
                  </a:lnTo>
                  <a:lnTo>
                    <a:pt x="87516" y="75154"/>
                  </a:lnTo>
                  <a:lnTo>
                    <a:pt x="87299" y="74741"/>
                  </a:lnTo>
                  <a:lnTo>
                    <a:pt x="86719" y="74121"/>
                  </a:lnTo>
                  <a:lnTo>
                    <a:pt x="86574" y="73777"/>
                  </a:lnTo>
                  <a:lnTo>
                    <a:pt x="86936" y="73915"/>
                  </a:lnTo>
                  <a:lnTo>
                    <a:pt x="87444" y="73639"/>
                  </a:lnTo>
                  <a:lnTo>
                    <a:pt x="87371" y="72675"/>
                  </a:lnTo>
                  <a:lnTo>
                    <a:pt x="87081" y="71504"/>
                  </a:lnTo>
                  <a:lnTo>
                    <a:pt x="86574" y="69988"/>
                  </a:lnTo>
                  <a:lnTo>
                    <a:pt x="86283" y="69506"/>
                  </a:lnTo>
                  <a:lnTo>
                    <a:pt x="86066" y="69161"/>
                  </a:lnTo>
                  <a:lnTo>
                    <a:pt x="85631" y="69161"/>
                  </a:lnTo>
                  <a:lnTo>
                    <a:pt x="85341" y="69230"/>
                  </a:lnTo>
                  <a:lnTo>
                    <a:pt x="84906" y="69299"/>
                  </a:lnTo>
                  <a:lnTo>
                    <a:pt x="84543" y="69024"/>
                  </a:lnTo>
                  <a:lnTo>
                    <a:pt x="85703" y="68955"/>
                  </a:lnTo>
                  <a:lnTo>
                    <a:pt x="86138" y="68748"/>
                  </a:lnTo>
                  <a:lnTo>
                    <a:pt x="86283" y="68748"/>
                  </a:lnTo>
                  <a:lnTo>
                    <a:pt x="86356" y="68817"/>
                  </a:lnTo>
                  <a:lnTo>
                    <a:pt x="86646" y="69024"/>
                  </a:lnTo>
                  <a:lnTo>
                    <a:pt x="86719" y="69161"/>
                  </a:lnTo>
                  <a:lnTo>
                    <a:pt x="87371" y="69368"/>
                  </a:lnTo>
                  <a:lnTo>
                    <a:pt x="87661" y="69368"/>
                  </a:lnTo>
                  <a:lnTo>
                    <a:pt x="87806" y="69230"/>
                  </a:lnTo>
                  <a:lnTo>
                    <a:pt x="87951" y="68886"/>
                  </a:lnTo>
                  <a:lnTo>
                    <a:pt x="87589" y="68266"/>
                  </a:lnTo>
                  <a:lnTo>
                    <a:pt x="87516" y="67990"/>
                  </a:lnTo>
                  <a:lnTo>
                    <a:pt x="87734" y="68197"/>
                  </a:lnTo>
                  <a:lnTo>
                    <a:pt x="87951" y="68266"/>
                  </a:lnTo>
                  <a:lnTo>
                    <a:pt x="88096" y="68335"/>
                  </a:lnTo>
                  <a:lnTo>
                    <a:pt x="88241" y="68541"/>
                  </a:lnTo>
                  <a:lnTo>
                    <a:pt x="88241" y="68541"/>
                  </a:lnTo>
                  <a:lnTo>
                    <a:pt x="88459" y="68679"/>
                  </a:lnTo>
                  <a:lnTo>
                    <a:pt x="88531" y="68748"/>
                  </a:lnTo>
                  <a:lnTo>
                    <a:pt x="88459" y="68817"/>
                  </a:lnTo>
                  <a:lnTo>
                    <a:pt x="88459" y="68886"/>
                  </a:lnTo>
                  <a:lnTo>
                    <a:pt x="88459" y="69024"/>
                  </a:lnTo>
                  <a:lnTo>
                    <a:pt x="88531" y="69230"/>
                  </a:lnTo>
                  <a:lnTo>
                    <a:pt x="88966" y="69368"/>
                  </a:lnTo>
                  <a:lnTo>
                    <a:pt x="89184" y="69230"/>
                  </a:lnTo>
                  <a:lnTo>
                    <a:pt x="89474" y="68473"/>
                  </a:lnTo>
                  <a:lnTo>
                    <a:pt x="89546" y="68817"/>
                  </a:lnTo>
                  <a:lnTo>
                    <a:pt x="89764" y="68955"/>
                  </a:lnTo>
                  <a:lnTo>
                    <a:pt x="90271" y="69437"/>
                  </a:lnTo>
                  <a:lnTo>
                    <a:pt x="90489" y="69575"/>
                  </a:lnTo>
                  <a:lnTo>
                    <a:pt x="90561" y="69575"/>
                  </a:lnTo>
                  <a:lnTo>
                    <a:pt x="90634" y="69437"/>
                  </a:lnTo>
                  <a:lnTo>
                    <a:pt x="90634" y="69368"/>
                  </a:lnTo>
                  <a:lnTo>
                    <a:pt x="90851" y="69368"/>
                  </a:lnTo>
                  <a:lnTo>
                    <a:pt x="90996" y="69437"/>
                  </a:lnTo>
                  <a:lnTo>
                    <a:pt x="90996" y="69506"/>
                  </a:lnTo>
                  <a:lnTo>
                    <a:pt x="90996" y="69644"/>
                  </a:lnTo>
                  <a:lnTo>
                    <a:pt x="91069" y="69850"/>
                  </a:lnTo>
                  <a:lnTo>
                    <a:pt x="92302" y="70884"/>
                  </a:lnTo>
                  <a:lnTo>
                    <a:pt x="92519" y="70952"/>
                  </a:lnTo>
                  <a:lnTo>
                    <a:pt x="92592" y="71297"/>
                  </a:lnTo>
                  <a:lnTo>
                    <a:pt x="92809" y="71572"/>
                  </a:lnTo>
                  <a:lnTo>
                    <a:pt x="93172" y="71848"/>
                  </a:lnTo>
                  <a:lnTo>
                    <a:pt x="93317" y="71986"/>
                  </a:lnTo>
                  <a:lnTo>
                    <a:pt x="93462" y="72055"/>
                  </a:lnTo>
                  <a:lnTo>
                    <a:pt x="93679" y="72192"/>
                  </a:lnTo>
                  <a:lnTo>
                    <a:pt x="93752" y="72261"/>
                  </a:lnTo>
                  <a:lnTo>
                    <a:pt x="93824" y="72192"/>
                  </a:lnTo>
                  <a:lnTo>
                    <a:pt x="93824" y="71986"/>
                  </a:lnTo>
                  <a:lnTo>
                    <a:pt x="93897" y="71917"/>
                  </a:lnTo>
                  <a:lnTo>
                    <a:pt x="94259" y="72192"/>
                  </a:lnTo>
                  <a:lnTo>
                    <a:pt x="94694" y="72675"/>
                  </a:lnTo>
                  <a:lnTo>
                    <a:pt x="95202" y="73639"/>
                  </a:lnTo>
                  <a:lnTo>
                    <a:pt x="95492" y="73639"/>
                  </a:lnTo>
                  <a:lnTo>
                    <a:pt x="95564" y="73915"/>
                  </a:lnTo>
                  <a:lnTo>
                    <a:pt x="95637" y="74259"/>
                  </a:lnTo>
                  <a:lnTo>
                    <a:pt x="95854" y="74672"/>
                  </a:lnTo>
                  <a:lnTo>
                    <a:pt x="95927" y="74879"/>
                  </a:lnTo>
                  <a:lnTo>
                    <a:pt x="96000" y="75017"/>
                  </a:lnTo>
                  <a:lnTo>
                    <a:pt x="96000" y="75430"/>
                  </a:lnTo>
                  <a:lnTo>
                    <a:pt x="96072" y="75568"/>
                  </a:lnTo>
                  <a:lnTo>
                    <a:pt x="96217" y="75637"/>
                  </a:lnTo>
                  <a:lnTo>
                    <a:pt x="96362" y="75706"/>
                  </a:lnTo>
                  <a:lnTo>
                    <a:pt x="96580" y="75843"/>
                  </a:lnTo>
                  <a:lnTo>
                    <a:pt x="96725" y="75843"/>
                  </a:lnTo>
                  <a:lnTo>
                    <a:pt x="97305" y="75086"/>
                  </a:lnTo>
                  <a:lnTo>
                    <a:pt x="97305" y="75086"/>
                  </a:lnTo>
                  <a:lnTo>
                    <a:pt x="97377" y="75154"/>
                  </a:lnTo>
                  <a:lnTo>
                    <a:pt x="97667" y="75292"/>
                  </a:lnTo>
                  <a:lnTo>
                    <a:pt x="97740" y="75292"/>
                  </a:lnTo>
                  <a:lnTo>
                    <a:pt x="98030" y="75017"/>
                  </a:lnTo>
                  <a:lnTo>
                    <a:pt x="98175" y="75154"/>
                  </a:lnTo>
                  <a:lnTo>
                    <a:pt x="97667" y="75774"/>
                  </a:lnTo>
                  <a:lnTo>
                    <a:pt x="97450" y="76188"/>
                  </a:lnTo>
                  <a:lnTo>
                    <a:pt x="97450" y="76670"/>
                  </a:lnTo>
                  <a:lnTo>
                    <a:pt x="97450" y="77290"/>
                  </a:lnTo>
                  <a:lnTo>
                    <a:pt x="97522" y="77497"/>
                  </a:lnTo>
                  <a:lnTo>
                    <a:pt x="97740" y="77428"/>
                  </a:lnTo>
                  <a:lnTo>
                    <a:pt x="98102" y="77152"/>
                  </a:lnTo>
                  <a:lnTo>
                    <a:pt x="98175" y="77497"/>
                  </a:lnTo>
                  <a:lnTo>
                    <a:pt x="98175" y="77772"/>
                  </a:lnTo>
                  <a:lnTo>
                    <a:pt x="97957" y="78323"/>
                  </a:lnTo>
                  <a:lnTo>
                    <a:pt x="98175" y="78668"/>
                  </a:lnTo>
                  <a:lnTo>
                    <a:pt x="98102" y="78943"/>
                  </a:lnTo>
                  <a:lnTo>
                    <a:pt x="97740" y="79150"/>
                  </a:lnTo>
                  <a:lnTo>
                    <a:pt x="97450" y="79219"/>
                  </a:lnTo>
                  <a:lnTo>
                    <a:pt x="97450" y="79219"/>
                  </a:lnTo>
                  <a:lnTo>
                    <a:pt x="97522" y="79150"/>
                  </a:lnTo>
                  <a:lnTo>
                    <a:pt x="97522" y="79081"/>
                  </a:lnTo>
                  <a:lnTo>
                    <a:pt x="97450" y="79081"/>
                  </a:lnTo>
                  <a:lnTo>
                    <a:pt x="97087" y="79081"/>
                  </a:lnTo>
                  <a:lnTo>
                    <a:pt x="97015" y="79219"/>
                  </a:lnTo>
                  <a:lnTo>
                    <a:pt x="97232" y="79563"/>
                  </a:lnTo>
                  <a:lnTo>
                    <a:pt x="97522" y="80045"/>
                  </a:lnTo>
                  <a:lnTo>
                    <a:pt x="97740" y="80252"/>
                  </a:lnTo>
                  <a:lnTo>
                    <a:pt x="98030" y="80321"/>
                  </a:lnTo>
                  <a:lnTo>
                    <a:pt x="98392" y="80390"/>
                  </a:lnTo>
                  <a:lnTo>
                    <a:pt x="98972" y="80390"/>
                  </a:lnTo>
                  <a:lnTo>
                    <a:pt x="99190" y="80390"/>
                  </a:lnTo>
                  <a:lnTo>
                    <a:pt x="98972" y="80597"/>
                  </a:lnTo>
                  <a:lnTo>
                    <a:pt x="98175" y="81010"/>
                  </a:lnTo>
                  <a:lnTo>
                    <a:pt x="98102" y="81148"/>
                  </a:lnTo>
                  <a:lnTo>
                    <a:pt x="98247" y="81492"/>
                  </a:lnTo>
                  <a:lnTo>
                    <a:pt x="98320" y="81768"/>
                  </a:lnTo>
                  <a:lnTo>
                    <a:pt x="98392" y="81974"/>
                  </a:lnTo>
                  <a:lnTo>
                    <a:pt x="98465" y="82594"/>
                  </a:lnTo>
                  <a:lnTo>
                    <a:pt x="99407" y="85763"/>
                  </a:lnTo>
                  <a:lnTo>
                    <a:pt x="99480" y="86245"/>
                  </a:lnTo>
                  <a:lnTo>
                    <a:pt x="99552" y="87416"/>
                  </a:lnTo>
                  <a:lnTo>
                    <a:pt x="99625" y="87692"/>
                  </a:lnTo>
                  <a:lnTo>
                    <a:pt x="99842" y="88243"/>
                  </a:lnTo>
                  <a:lnTo>
                    <a:pt x="99915" y="88450"/>
                  </a:lnTo>
                  <a:lnTo>
                    <a:pt x="100205" y="89414"/>
                  </a:lnTo>
                  <a:lnTo>
                    <a:pt x="100350" y="89965"/>
                  </a:lnTo>
                  <a:lnTo>
                    <a:pt x="100567" y="90516"/>
                  </a:lnTo>
                  <a:lnTo>
                    <a:pt x="100930" y="90929"/>
                  </a:lnTo>
                  <a:lnTo>
                    <a:pt x="101510" y="91481"/>
                  </a:lnTo>
                  <a:lnTo>
                    <a:pt x="101583" y="91687"/>
                  </a:lnTo>
                  <a:lnTo>
                    <a:pt x="101655" y="91687"/>
                  </a:lnTo>
                  <a:lnTo>
                    <a:pt x="101945" y="91687"/>
                  </a:lnTo>
                  <a:lnTo>
                    <a:pt x="102743" y="91274"/>
                  </a:lnTo>
                  <a:lnTo>
                    <a:pt x="102960" y="91274"/>
                  </a:lnTo>
                  <a:lnTo>
                    <a:pt x="103178" y="91412"/>
                  </a:lnTo>
                  <a:lnTo>
                    <a:pt x="103250" y="91343"/>
                  </a:lnTo>
                  <a:lnTo>
                    <a:pt x="103323" y="91274"/>
                  </a:lnTo>
                  <a:lnTo>
                    <a:pt x="103395" y="91136"/>
                  </a:lnTo>
                  <a:lnTo>
                    <a:pt x="103468" y="91067"/>
                  </a:lnTo>
                  <a:lnTo>
                    <a:pt x="103758" y="90929"/>
                  </a:lnTo>
                  <a:lnTo>
                    <a:pt x="103830" y="90723"/>
                  </a:lnTo>
                  <a:lnTo>
                    <a:pt x="103903" y="90585"/>
                  </a:lnTo>
                  <a:lnTo>
                    <a:pt x="103975" y="90309"/>
                  </a:lnTo>
                  <a:lnTo>
                    <a:pt x="103975" y="89621"/>
                  </a:lnTo>
                  <a:lnTo>
                    <a:pt x="104048" y="89345"/>
                  </a:lnTo>
                  <a:lnTo>
                    <a:pt x="104555" y="88932"/>
                  </a:lnTo>
                  <a:lnTo>
                    <a:pt x="104555" y="88725"/>
                  </a:lnTo>
                  <a:lnTo>
                    <a:pt x="104483" y="88450"/>
                  </a:lnTo>
                  <a:lnTo>
                    <a:pt x="104410" y="88243"/>
                  </a:lnTo>
                  <a:lnTo>
                    <a:pt x="104410" y="87967"/>
                  </a:lnTo>
                  <a:lnTo>
                    <a:pt x="104555" y="87692"/>
                  </a:lnTo>
                  <a:lnTo>
                    <a:pt x="104700" y="87141"/>
                  </a:lnTo>
                  <a:lnTo>
                    <a:pt x="104700" y="87003"/>
                  </a:lnTo>
                  <a:lnTo>
                    <a:pt x="104700" y="86727"/>
                  </a:lnTo>
                  <a:lnTo>
                    <a:pt x="104483" y="86314"/>
                  </a:lnTo>
                  <a:lnTo>
                    <a:pt x="104410" y="86176"/>
                  </a:lnTo>
                  <a:lnTo>
                    <a:pt x="104483" y="85970"/>
                  </a:lnTo>
                  <a:lnTo>
                    <a:pt x="104845" y="85350"/>
                  </a:lnTo>
                  <a:lnTo>
                    <a:pt x="104845" y="85212"/>
                  </a:lnTo>
                  <a:lnTo>
                    <a:pt x="104483" y="83283"/>
                  </a:lnTo>
                  <a:lnTo>
                    <a:pt x="104483" y="83076"/>
                  </a:lnTo>
                  <a:lnTo>
                    <a:pt x="104555" y="82939"/>
                  </a:lnTo>
                  <a:lnTo>
                    <a:pt x="104773" y="82732"/>
                  </a:lnTo>
                  <a:lnTo>
                    <a:pt x="104918" y="82525"/>
                  </a:lnTo>
                  <a:lnTo>
                    <a:pt x="105063" y="81974"/>
                  </a:lnTo>
                  <a:lnTo>
                    <a:pt x="105063" y="81699"/>
                  </a:lnTo>
                  <a:lnTo>
                    <a:pt x="104773" y="81699"/>
                  </a:lnTo>
                  <a:lnTo>
                    <a:pt x="104773" y="81423"/>
                  </a:lnTo>
                  <a:lnTo>
                    <a:pt x="104845" y="81148"/>
                  </a:lnTo>
                  <a:lnTo>
                    <a:pt x="104918" y="81079"/>
                  </a:lnTo>
                  <a:lnTo>
                    <a:pt x="104555" y="80183"/>
                  </a:lnTo>
                  <a:lnTo>
                    <a:pt x="104555" y="79839"/>
                  </a:lnTo>
                  <a:lnTo>
                    <a:pt x="104483" y="79632"/>
                  </a:lnTo>
                  <a:lnTo>
                    <a:pt x="104555" y="79425"/>
                  </a:lnTo>
                  <a:lnTo>
                    <a:pt x="104628" y="79219"/>
                  </a:lnTo>
                  <a:lnTo>
                    <a:pt x="104700" y="79563"/>
                  </a:lnTo>
                  <a:lnTo>
                    <a:pt x="105063" y="80459"/>
                  </a:lnTo>
                  <a:lnTo>
                    <a:pt x="105353" y="79908"/>
                  </a:lnTo>
                  <a:lnTo>
                    <a:pt x="105280" y="79150"/>
                  </a:lnTo>
                  <a:lnTo>
                    <a:pt x="104845" y="77566"/>
                  </a:lnTo>
                  <a:lnTo>
                    <a:pt x="105063" y="77841"/>
                  </a:lnTo>
                  <a:lnTo>
                    <a:pt x="105353" y="78530"/>
                  </a:lnTo>
                  <a:lnTo>
                    <a:pt x="105425" y="78737"/>
                  </a:lnTo>
                  <a:lnTo>
                    <a:pt x="105643" y="78461"/>
                  </a:lnTo>
                  <a:lnTo>
                    <a:pt x="105861" y="78117"/>
                  </a:lnTo>
                  <a:lnTo>
                    <a:pt x="106006" y="77979"/>
                  </a:lnTo>
                  <a:lnTo>
                    <a:pt x="106078" y="78254"/>
                  </a:lnTo>
                  <a:lnTo>
                    <a:pt x="106296" y="78461"/>
                  </a:lnTo>
                  <a:lnTo>
                    <a:pt x="106586" y="78668"/>
                  </a:lnTo>
                  <a:lnTo>
                    <a:pt x="106803" y="78461"/>
                  </a:lnTo>
                  <a:lnTo>
                    <a:pt x="106803" y="78874"/>
                  </a:lnTo>
                  <a:lnTo>
                    <a:pt x="106513" y="79839"/>
                  </a:lnTo>
                  <a:lnTo>
                    <a:pt x="106368" y="80390"/>
                  </a:lnTo>
                  <a:lnTo>
                    <a:pt x="106731" y="80459"/>
                  </a:lnTo>
                  <a:lnTo>
                    <a:pt x="106803" y="80872"/>
                  </a:lnTo>
                  <a:lnTo>
                    <a:pt x="106803" y="81630"/>
                  </a:lnTo>
                  <a:lnTo>
                    <a:pt x="106803" y="82319"/>
                  </a:lnTo>
                  <a:lnTo>
                    <a:pt x="106948" y="83076"/>
                  </a:lnTo>
                  <a:lnTo>
                    <a:pt x="107383" y="82594"/>
                  </a:lnTo>
                  <a:lnTo>
                    <a:pt x="107601" y="82594"/>
                  </a:lnTo>
                  <a:lnTo>
                    <a:pt x="107673" y="83145"/>
                  </a:lnTo>
                  <a:lnTo>
                    <a:pt x="107746" y="83421"/>
                  </a:lnTo>
                  <a:lnTo>
                    <a:pt x="107963" y="83490"/>
                  </a:lnTo>
                  <a:lnTo>
                    <a:pt x="108181" y="83421"/>
                  </a:lnTo>
                  <a:lnTo>
                    <a:pt x="108253" y="83283"/>
                  </a:lnTo>
                  <a:lnTo>
                    <a:pt x="108253" y="83214"/>
                  </a:lnTo>
                  <a:lnTo>
                    <a:pt x="108181" y="82801"/>
                  </a:lnTo>
                  <a:lnTo>
                    <a:pt x="108108" y="82525"/>
                  </a:lnTo>
                  <a:lnTo>
                    <a:pt x="108181" y="82525"/>
                  </a:lnTo>
                  <a:lnTo>
                    <a:pt x="108326" y="82594"/>
                  </a:lnTo>
                  <a:lnTo>
                    <a:pt x="108471" y="82870"/>
                  </a:lnTo>
                  <a:lnTo>
                    <a:pt x="108688" y="83008"/>
                  </a:lnTo>
                  <a:lnTo>
                    <a:pt x="108688" y="83214"/>
                  </a:lnTo>
                  <a:lnTo>
                    <a:pt x="108906" y="83145"/>
                  </a:lnTo>
                  <a:lnTo>
                    <a:pt x="109051" y="83008"/>
                  </a:lnTo>
                  <a:lnTo>
                    <a:pt x="109051" y="82732"/>
                  </a:lnTo>
                  <a:lnTo>
                    <a:pt x="109051" y="82319"/>
                  </a:lnTo>
                  <a:lnTo>
                    <a:pt x="109341" y="82801"/>
                  </a:lnTo>
                  <a:lnTo>
                    <a:pt x="109196" y="83421"/>
                  </a:lnTo>
                  <a:lnTo>
                    <a:pt x="108833" y="84385"/>
                  </a:lnTo>
                  <a:lnTo>
                    <a:pt x="108906" y="84661"/>
                  </a:lnTo>
                  <a:lnTo>
                    <a:pt x="109123" y="85281"/>
                  </a:lnTo>
                  <a:lnTo>
                    <a:pt x="109196" y="85625"/>
                  </a:lnTo>
                  <a:lnTo>
                    <a:pt x="109196" y="85901"/>
                  </a:lnTo>
                  <a:lnTo>
                    <a:pt x="109341" y="86176"/>
                  </a:lnTo>
                  <a:lnTo>
                    <a:pt x="109413" y="86452"/>
                  </a:lnTo>
                  <a:lnTo>
                    <a:pt x="109703" y="87072"/>
                  </a:lnTo>
                  <a:lnTo>
                    <a:pt x="109776" y="87141"/>
                  </a:lnTo>
                  <a:lnTo>
                    <a:pt x="109848" y="87072"/>
                  </a:lnTo>
                  <a:lnTo>
                    <a:pt x="110066" y="86452"/>
                  </a:lnTo>
                  <a:lnTo>
                    <a:pt x="109848" y="84316"/>
                  </a:lnTo>
                  <a:lnTo>
                    <a:pt x="109921" y="83972"/>
                  </a:lnTo>
                  <a:lnTo>
                    <a:pt x="110356" y="83559"/>
                  </a:lnTo>
                  <a:lnTo>
                    <a:pt x="110429" y="83421"/>
                  </a:lnTo>
                  <a:lnTo>
                    <a:pt x="110501" y="83834"/>
                  </a:lnTo>
                  <a:lnTo>
                    <a:pt x="110066" y="84454"/>
                  </a:lnTo>
                  <a:lnTo>
                    <a:pt x="110066" y="84867"/>
                  </a:lnTo>
                  <a:lnTo>
                    <a:pt x="110211" y="85281"/>
                  </a:lnTo>
                  <a:lnTo>
                    <a:pt x="110211" y="86383"/>
                  </a:lnTo>
                  <a:lnTo>
                    <a:pt x="110283" y="86865"/>
                  </a:lnTo>
                  <a:lnTo>
                    <a:pt x="110501" y="87003"/>
                  </a:lnTo>
                  <a:lnTo>
                    <a:pt x="110719" y="87210"/>
                  </a:lnTo>
                  <a:lnTo>
                    <a:pt x="110864" y="87416"/>
                  </a:lnTo>
                  <a:lnTo>
                    <a:pt x="111009" y="87692"/>
                  </a:lnTo>
                  <a:lnTo>
                    <a:pt x="111009" y="88105"/>
                  </a:lnTo>
                  <a:lnTo>
                    <a:pt x="111154" y="88932"/>
                  </a:lnTo>
                  <a:lnTo>
                    <a:pt x="111444" y="89276"/>
                  </a:lnTo>
                  <a:lnTo>
                    <a:pt x="111589" y="89414"/>
                  </a:lnTo>
                  <a:lnTo>
                    <a:pt x="112024" y="89896"/>
                  </a:lnTo>
                  <a:lnTo>
                    <a:pt x="112241" y="89965"/>
                  </a:lnTo>
                  <a:lnTo>
                    <a:pt x="113111" y="90378"/>
                  </a:lnTo>
                  <a:lnTo>
                    <a:pt x="113764" y="90103"/>
                  </a:lnTo>
                  <a:lnTo>
                    <a:pt x="114054" y="89621"/>
                  </a:lnTo>
                  <a:lnTo>
                    <a:pt x="114199" y="88725"/>
                  </a:lnTo>
                  <a:lnTo>
                    <a:pt x="114344" y="88518"/>
                  </a:lnTo>
                  <a:lnTo>
                    <a:pt x="114489" y="88381"/>
                  </a:lnTo>
                  <a:lnTo>
                    <a:pt x="114561" y="88105"/>
                  </a:lnTo>
                  <a:lnTo>
                    <a:pt x="114416" y="87761"/>
                  </a:lnTo>
                  <a:lnTo>
                    <a:pt x="114416" y="87554"/>
                  </a:lnTo>
                  <a:lnTo>
                    <a:pt x="114489" y="87141"/>
                  </a:lnTo>
                  <a:lnTo>
                    <a:pt x="114489" y="86314"/>
                  </a:lnTo>
                  <a:lnTo>
                    <a:pt x="114561" y="85901"/>
                  </a:lnTo>
                  <a:lnTo>
                    <a:pt x="114706" y="85625"/>
                  </a:lnTo>
                  <a:lnTo>
                    <a:pt x="114996" y="86727"/>
                  </a:lnTo>
                  <a:lnTo>
                    <a:pt x="115141" y="87141"/>
                  </a:lnTo>
                  <a:lnTo>
                    <a:pt x="115069" y="86521"/>
                  </a:lnTo>
                  <a:lnTo>
                    <a:pt x="115069" y="86245"/>
                  </a:lnTo>
                  <a:lnTo>
                    <a:pt x="115214" y="86039"/>
                  </a:lnTo>
                  <a:lnTo>
                    <a:pt x="115359" y="86176"/>
                  </a:lnTo>
                  <a:lnTo>
                    <a:pt x="115504" y="86314"/>
                  </a:lnTo>
                  <a:lnTo>
                    <a:pt x="115794" y="86383"/>
                  </a:lnTo>
                  <a:lnTo>
                    <a:pt x="115867" y="86314"/>
                  </a:lnTo>
                  <a:lnTo>
                    <a:pt x="115867" y="85487"/>
                  </a:lnTo>
                  <a:lnTo>
                    <a:pt x="115867" y="85074"/>
                  </a:lnTo>
                  <a:lnTo>
                    <a:pt x="116012" y="84799"/>
                  </a:lnTo>
                  <a:lnTo>
                    <a:pt x="116302" y="85281"/>
                  </a:lnTo>
                  <a:lnTo>
                    <a:pt x="117027" y="85832"/>
                  </a:lnTo>
                  <a:lnTo>
                    <a:pt x="117752" y="86314"/>
                  </a:lnTo>
                  <a:lnTo>
                    <a:pt x="118332" y="86521"/>
                  </a:lnTo>
                  <a:lnTo>
                    <a:pt x="118767" y="86452"/>
                  </a:lnTo>
                  <a:lnTo>
                    <a:pt x="118984" y="86383"/>
                  </a:lnTo>
                  <a:lnTo>
                    <a:pt x="119419" y="85970"/>
                  </a:lnTo>
                  <a:lnTo>
                    <a:pt x="119782" y="85074"/>
                  </a:lnTo>
                  <a:lnTo>
                    <a:pt x="120000" y="84454"/>
                  </a:lnTo>
                  <a:lnTo>
                    <a:pt x="119419" y="8259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Shape 5355"/>
            <p:cNvSpPr/>
            <p:nvPr/>
          </p:nvSpPr>
          <p:spPr>
            <a:xfrm>
              <a:off x="16118145" y="6259857"/>
              <a:ext cx="12699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8181" y="117818"/>
                  </a:moveTo>
                  <a:lnTo>
                    <a:pt x="60000" y="120000"/>
                  </a:lnTo>
                  <a:lnTo>
                    <a:pt x="114545" y="104727"/>
                  </a:lnTo>
                  <a:lnTo>
                    <a:pt x="120000" y="89454"/>
                  </a:lnTo>
                  <a:lnTo>
                    <a:pt x="98181" y="34909"/>
                  </a:lnTo>
                  <a:lnTo>
                    <a:pt x="87272" y="19636"/>
                  </a:lnTo>
                  <a:lnTo>
                    <a:pt x="54545" y="0"/>
                  </a:lnTo>
                  <a:lnTo>
                    <a:pt x="49090" y="8727"/>
                  </a:lnTo>
                  <a:lnTo>
                    <a:pt x="43636" y="26181"/>
                  </a:lnTo>
                  <a:lnTo>
                    <a:pt x="32727" y="39272"/>
                  </a:lnTo>
                  <a:lnTo>
                    <a:pt x="27272" y="43636"/>
                  </a:lnTo>
                  <a:lnTo>
                    <a:pt x="5454" y="54545"/>
                  </a:lnTo>
                  <a:lnTo>
                    <a:pt x="0" y="63272"/>
                  </a:lnTo>
                  <a:lnTo>
                    <a:pt x="10909" y="98181"/>
                  </a:lnTo>
                  <a:lnTo>
                    <a:pt x="38181" y="11781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Shape 5356"/>
            <p:cNvSpPr/>
            <p:nvPr/>
          </p:nvSpPr>
          <p:spPr>
            <a:xfrm>
              <a:off x="16118145" y="6259857"/>
              <a:ext cx="12699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8181" y="117818"/>
                  </a:moveTo>
                  <a:lnTo>
                    <a:pt x="60000" y="120000"/>
                  </a:lnTo>
                  <a:lnTo>
                    <a:pt x="114545" y="104727"/>
                  </a:lnTo>
                  <a:lnTo>
                    <a:pt x="120000" y="89454"/>
                  </a:lnTo>
                  <a:lnTo>
                    <a:pt x="98181" y="34909"/>
                  </a:lnTo>
                  <a:lnTo>
                    <a:pt x="87272" y="19636"/>
                  </a:lnTo>
                  <a:lnTo>
                    <a:pt x="54545" y="0"/>
                  </a:lnTo>
                  <a:lnTo>
                    <a:pt x="49090" y="8727"/>
                  </a:lnTo>
                  <a:lnTo>
                    <a:pt x="43636" y="26181"/>
                  </a:lnTo>
                  <a:lnTo>
                    <a:pt x="32727" y="39272"/>
                  </a:lnTo>
                  <a:lnTo>
                    <a:pt x="27272" y="43636"/>
                  </a:lnTo>
                  <a:lnTo>
                    <a:pt x="5454" y="54545"/>
                  </a:lnTo>
                  <a:lnTo>
                    <a:pt x="0" y="63272"/>
                  </a:lnTo>
                  <a:lnTo>
                    <a:pt x="10909" y="98181"/>
                  </a:lnTo>
                  <a:lnTo>
                    <a:pt x="38181" y="11781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Shape 5357"/>
            <p:cNvSpPr/>
            <p:nvPr/>
          </p:nvSpPr>
          <p:spPr>
            <a:xfrm>
              <a:off x="15649832" y="5988394"/>
              <a:ext cx="6349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2000"/>
                  </a:moveTo>
                  <a:lnTo>
                    <a:pt x="32727" y="72000"/>
                  </a:lnTo>
                  <a:lnTo>
                    <a:pt x="76363" y="120000"/>
                  </a:lnTo>
                  <a:lnTo>
                    <a:pt x="109090" y="120000"/>
                  </a:lnTo>
                  <a:lnTo>
                    <a:pt x="120000" y="0"/>
                  </a:lnTo>
                  <a:lnTo>
                    <a:pt x="32727" y="24000"/>
                  </a:lnTo>
                  <a:lnTo>
                    <a:pt x="0" y="72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Shape 5358"/>
            <p:cNvSpPr/>
            <p:nvPr/>
          </p:nvSpPr>
          <p:spPr>
            <a:xfrm>
              <a:off x="15649832" y="5988394"/>
              <a:ext cx="6349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2000"/>
                  </a:moveTo>
                  <a:lnTo>
                    <a:pt x="32727" y="72000"/>
                  </a:lnTo>
                  <a:lnTo>
                    <a:pt x="76363" y="120000"/>
                  </a:lnTo>
                  <a:lnTo>
                    <a:pt x="109090" y="120000"/>
                  </a:lnTo>
                  <a:lnTo>
                    <a:pt x="120000" y="0"/>
                  </a:lnTo>
                  <a:lnTo>
                    <a:pt x="32727" y="24000"/>
                  </a:lnTo>
                  <a:lnTo>
                    <a:pt x="0" y="72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Shape 5359"/>
            <p:cNvSpPr/>
            <p:nvPr/>
          </p:nvSpPr>
          <p:spPr>
            <a:xfrm>
              <a:off x="15538707" y="5942357"/>
              <a:ext cx="41275" cy="38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461" y="96986"/>
                  </a:moveTo>
                  <a:lnTo>
                    <a:pt x="24615" y="100273"/>
                  </a:lnTo>
                  <a:lnTo>
                    <a:pt x="30769" y="103561"/>
                  </a:lnTo>
                  <a:lnTo>
                    <a:pt x="33846" y="103561"/>
                  </a:lnTo>
                  <a:lnTo>
                    <a:pt x="35384" y="105205"/>
                  </a:lnTo>
                  <a:lnTo>
                    <a:pt x="40000" y="113424"/>
                  </a:lnTo>
                  <a:lnTo>
                    <a:pt x="44615" y="118356"/>
                  </a:lnTo>
                  <a:lnTo>
                    <a:pt x="49230" y="119999"/>
                  </a:lnTo>
                  <a:lnTo>
                    <a:pt x="53846" y="119999"/>
                  </a:lnTo>
                  <a:lnTo>
                    <a:pt x="84615" y="108493"/>
                  </a:lnTo>
                  <a:lnTo>
                    <a:pt x="90769" y="100273"/>
                  </a:lnTo>
                  <a:lnTo>
                    <a:pt x="93846" y="92054"/>
                  </a:lnTo>
                  <a:lnTo>
                    <a:pt x="98461" y="70684"/>
                  </a:lnTo>
                  <a:lnTo>
                    <a:pt x="101538" y="64109"/>
                  </a:lnTo>
                  <a:lnTo>
                    <a:pt x="115384" y="54246"/>
                  </a:lnTo>
                  <a:lnTo>
                    <a:pt x="120000" y="47671"/>
                  </a:lnTo>
                  <a:lnTo>
                    <a:pt x="116923" y="34520"/>
                  </a:lnTo>
                  <a:lnTo>
                    <a:pt x="110769" y="32876"/>
                  </a:lnTo>
                  <a:lnTo>
                    <a:pt x="106153" y="34520"/>
                  </a:lnTo>
                  <a:lnTo>
                    <a:pt x="106153" y="36164"/>
                  </a:lnTo>
                  <a:lnTo>
                    <a:pt x="112307" y="42739"/>
                  </a:lnTo>
                  <a:lnTo>
                    <a:pt x="112307" y="50958"/>
                  </a:lnTo>
                  <a:lnTo>
                    <a:pt x="106153" y="52602"/>
                  </a:lnTo>
                  <a:lnTo>
                    <a:pt x="100000" y="50958"/>
                  </a:lnTo>
                  <a:lnTo>
                    <a:pt x="93846" y="47671"/>
                  </a:lnTo>
                  <a:lnTo>
                    <a:pt x="90769" y="49315"/>
                  </a:lnTo>
                  <a:lnTo>
                    <a:pt x="89230" y="65753"/>
                  </a:lnTo>
                  <a:lnTo>
                    <a:pt x="86153" y="70684"/>
                  </a:lnTo>
                  <a:lnTo>
                    <a:pt x="84615" y="65753"/>
                  </a:lnTo>
                  <a:lnTo>
                    <a:pt x="81538" y="60821"/>
                  </a:lnTo>
                  <a:lnTo>
                    <a:pt x="80000" y="59178"/>
                  </a:lnTo>
                  <a:lnTo>
                    <a:pt x="73846" y="55890"/>
                  </a:lnTo>
                  <a:lnTo>
                    <a:pt x="72307" y="54246"/>
                  </a:lnTo>
                  <a:lnTo>
                    <a:pt x="70769" y="47671"/>
                  </a:lnTo>
                  <a:lnTo>
                    <a:pt x="66153" y="34520"/>
                  </a:lnTo>
                  <a:lnTo>
                    <a:pt x="66153" y="29589"/>
                  </a:lnTo>
                  <a:lnTo>
                    <a:pt x="67692" y="23013"/>
                  </a:lnTo>
                  <a:lnTo>
                    <a:pt x="70769" y="19726"/>
                  </a:lnTo>
                  <a:lnTo>
                    <a:pt x="70769" y="14794"/>
                  </a:lnTo>
                  <a:lnTo>
                    <a:pt x="58461" y="0"/>
                  </a:lnTo>
                  <a:lnTo>
                    <a:pt x="58461" y="0"/>
                  </a:lnTo>
                  <a:lnTo>
                    <a:pt x="56923" y="1643"/>
                  </a:lnTo>
                  <a:lnTo>
                    <a:pt x="55384" y="4931"/>
                  </a:lnTo>
                  <a:lnTo>
                    <a:pt x="52307" y="11506"/>
                  </a:lnTo>
                  <a:lnTo>
                    <a:pt x="44615" y="26301"/>
                  </a:lnTo>
                  <a:lnTo>
                    <a:pt x="40000" y="31232"/>
                  </a:lnTo>
                  <a:lnTo>
                    <a:pt x="38461" y="34520"/>
                  </a:lnTo>
                  <a:lnTo>
                    <a:pt x="38461" y="44383"/>
                  </a:lnTo>
                  <a:lnTo>
                    <a:pt x="36923" y="49315"/>
                  </a:lnTo>
                  <a:lnTo>
                    <a:pt x="33846" y="50958"/>
                  </a:lnTo>
                  <a:lnTo>
                    <a:pt x="26153" y="54246"/>
                  </a:lnTo>
                  <a:lnTo>
                    <a:pt x="24615" y="55890"/>
                  </a:lnTo>
                  <a:lnTo>
                    <a:pt x="23076" y="62465"/>
                  </a:lnTo>
                  <a:lnTo>
                    <a:pt x="21538" y="72328"/>
                  </a:lnTo>
                  <a:lnTo>
                    <a:pt x="20000" y="77260"/>
                  </a:lnTo>
                  <a:lnTo>
                    <a:pt x="15384" y="77260"/>
                  </a:lnTo>
                  <a:lnTo>
                    <a:pt x="7692" y="70684"/>
                  </a:lnTo>
                  <a:lnTo>
                    <a:pt x="4615" y="70684"/>
                  </a:lnTo>
                  <a:lnTo>
                    <a:pt x="0" y="78904"/>
                  </a:lnTo>
                  <a:lnTo>
                    <a:pt x="7692" y="87123"/>
                  </a:lnTo>
                  <a:lnTo>
                    <a:pt x="18461" y="9698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Shape 5360"/>
            <p:cNvSpPr/>
            <p:nvPr/>
          </p:nvSpPr>
          <p:spPr>
            <a:xfrm>
              <a:off x="15538707" y="5942357"/>
              <a:ext cx="41275" cy="38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461" y="96986"/>
                  </a:moveTo>
                  <a:lnTo>
                    <a:pt x="24615" y="100273"/>
                  </a:lnTo>
                  <a:lnTo>
                    <a:pt x="30769" y="103561"/>
                  </a:lnTo>
                  <a:lnTo>
                    <a:pt x="33846" y="103561"/>
                  </a:lnTo>
                  <a:lnTo>
                    <a:pt x="35384" y="105205"/>
                  </a:lnTo>
                  <a:lnTo>
                    <a:pt x="40000" y="113424"/>
                  </a:lnTo>
                  <a:lnTo>
                    <a:pt x="44615" y="118356"/>
                  </a:lnTo>
                  <a:lnTo>
                    <a:pt x="49230" y="119999"/>
                  </a:lnTo>
                  <a:lnTo>
                    <a:pt x="53846" y="119999"/>
                  </a:lnTo>
                  <a:lnTo>
                    <a:pt x="84615" y="108493"/>
                  </a:lnTo>
                  <a:lnTo>
                    <a:pt x="90769" y="100273"/>
                  </a:lnTo>
                  <a:lnTo>
                    <a:pt x="93846" y="92054"/>
                  </a:lnTo>
                  <a:lnTo>
                    <a:pt x="98461" y="70684"/>
                  </a:lnTo>
                  <a:lnTo>
                    <a:pt x="101538" y="64109"/>
                  </a:lnTo>
                  <a:lnTo>
                    <a:pt x="115384" y="54246"/>
                  </a:lnTo>
                  <a:lnTo>
                    <a:pt x="120000" y="47671"/>
                  </a:lnTo>
                  <a:lnTo>
                    <a:pt x="116923" y="34520"/>
                  </a:lnTo>
                  <a:lnTo>
                    <a:pt x="110769" y="32876"/>
                  </a:lnTo>
                  <a:lnTo>
                    <a:pt x="106153" y="34520"/>
                  </a:lnTo>
                  <a:lnTo>
                    <a:pt x="106153" y="36164"/>
                  </a:lnTo>
                  <a:lnTo>
                    <a:pt x="112307" y="42739"/>
                  </a:lnTo>
                  <a:lnTo>
                    <a:pt x="112307" y="50958"/>
                  </a:lnTo>
                  <a:lnTo>
                    <a:pt x="106153" y="52602"/>
                  </a:lnTo>
                  <a:lnTo>
                    <a:pt x="100000" y="50958"/>
                  </a:lnTo>
                  <a:lnTo>
                    <a:pt x="93846" y="47671"/>
                  </a:lnTo>
                  <a:lnTo>
                    <a:pt x="90769" y="49315"/>
                  </a:lnTo>
                  <a:lnTo>
                    <a:pt x="89230" y="65753"/>
                  </a:lnTo>
                  <a:lnTo>
                    <a:pt x="86153" y="70684"/>
                  </a:lnTo>
                  <a:lnTo>
                    <a:pt x="84615" y="65753"/>
                  </a:lnTo>
                  <a:lnTo>
                    <a:pt x="81538" y="60821"/>
                  </a:lnTo>
                  <a:lnTo>
                    <a:pt x="80000" y="59178"/>
                  </a:lnTo>
                  <a:lnTo>
                    <a:pt x="73846" y="55890"/>
                  </a:lnTo>
                  <a:lnTo>
                    <a:pt x="72307" y="54246"/>
                  </a:lnTo>
                  <a:lnTo>
                    <a:pt x="70769" y="47671"/>
                  </a:lnTo>
                  <a:lnTo>
                    <a:pt x="66153" y="34520"/>
                  </a:lnTo>
                  <a:lnTo>
                    <a:pt x="66153" y="29589"/>
                  </a:lnTo>
                  <a:lnTo>
                    <a:pt x="67692" y="23013"/>
                  </a:lnTo>
                  <a:lnTo>
                    <a:pt x="70769" y="19726"/>
                  </a:lnTo>
                  <a:lnTo>
                    <a:pt x="70769" y="14794"/>
                  </a:lnTo>
                  <a:lnTo>
                    <a:pt x="58461" y="0"/>
                  </a:lnTo>
                  <a:lnTo>
                    <a:pt x="58461" y="0"/>
                  </a:lnTo>
                  <a:lnTo>
                    <a:pt x="56923" y="1643"/>
                  </a:lnTo>
                  <a:lnTo>
                    <a:pt x="55384" y="4931"/>
                  </a:lnTo>
                  <a:lnTo>
                    <a:pt x="52307" y="11506"/>
                  </a:lnTo>
                  <a:lnTo>
                    <a:pt x="44615" y="26301"/>
                  </a:lnTo>
                  <a:lnTo>
                    <a:pt x="40000" y="31232"/>
                  </a:lnTo>
                  <a:lnTo>
                    <a:pt x="38461" y="34520"/>
                  </a:lnTo>
                  <a:lnTo>
                    <a:pt x="38461" y="44383"/>
                  </a:lnTo>
                  <a:lnTo>
                    <a:pt x="36923" y="49315"/>
                  </a:lnTo>
                  <a:lnTo>
                    <a:pt x="33846" y="50958"/>
                  </a:lnTo>
                  <a:lnTo>
                    <a:pt x="26153" y="54246"/>
                  </a:lnTo>
                  <a:lnTo>
                    <a:pt x="24615" y="55890"/>
                  </a:lnTo>
                  <a:lnTo>
                    <a:pt x="23076" y="62465"/>
                  </a:lnTo>
                  <a:lnTo>
                    <a:pt x="21538" y="72328"/>
                  </a:lnTo>
                  <a:lnTo>
                    <a:pt x="20000" y="77260"/>
                  </a:lnTo>
                  <a:lnTo>
                    <a:pt x="15384" y="77260"/>
                  </a:lnTo>
                  <a:lnTo>
                    <a:pt x="7692" y="70684"/>
                  </a:lnTo>
                  <a:lnTo>
                    <a:pt x="4615" y="70684"/>
                  </a:lnTo>
                  <a:lnTo>
                    <a:pt x="0" y="78904"/>
                  </a:lnTo>
                  <a:lnTo>
                    <a:pt x="7692" y="87123"/>
                  </a:lnTo>
                  <a:lnTo>
                    <a:pt x="18461" y="9698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Shape 5361"/>
            <p:cNvSpPr/>
            <p:nvPr/>
          </p:nvSpPr>
          <p:spPr>
            <a:xfrm>
              <a:off x="15186282" y="5926482"/>
              <a:ext cx="19049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3333" y="64390"/>
                  </a:moveTo>
                  <a:lnTo>
                    <a:pt x="30000" y="76097"/>
                  </a:lnTo>
                  <a:lnTo>
                    <a:pt x="43333" y="79024"/>
                  </a:lnTo>
                  <a:lnTo>
                    <a:pt x="66666" y="76097"/>
                  </a:lnTo>
                  <a:lnTo>
                    <a:pt x="73333" y="81951"/>
                  </a:lnTo>
                  <a:lnTo>
                    <a:pt x="43333" y="90731"/>
                  </a:lnTo>
                  <a:lnTo>
                    <a:pt x="33333" y="99512"/>
                  </a:lnTo>
                  <a:lnTo>
                    <a:pt x="33333" y="114146"/>
                  </a:lnTo>
                  <a:lnTo>
                    <a:pt x="43333" y="120000"/>
                  </a:lnTo>
                  <a:lnTo>
                    <a:pt x="60000" y="114146"/>
                  </a:lnTo>
                  <a:lnTo>
                    <a:pt x="113333" y="58536"/>
                  </a:lnTo>
                  <a:lnTo>
                    <a:pt x="120000" y="32195"/>
                  </a:lnTo>
                  <a:lnTo>
                    <a:pt x="116666" y="2926"/>
                  </a:lnTo>
                  <a:lnTo>
                    <a:pt x="106666" y="11707"/>
                  </a:lnTo>
                  <a:lnTo>
                    <a:pt x="100000" y="26341"/>
                  </a:lnTo>
                  <a:lnTo>
                    <a:pt x="86666" y="32195"/>
                  </a:lnTo>
                  <a:lnTo>
                    <a:pt x="80000" y="14634"/>
                  </a:lnTo>
                  <a:lnTo>
                    <a:pt x="80000" y="11707"/>
                  </a:lnTo>
                  <a:lnTo>
                    <a:pt x="73333" y="0"/>
                  </a:lnTo>
                  <a:lnTo>
                    <a:pt x="43333" y="20487"/>
                  </a:lnTo>
                  <a:lnTo>
                    <a:pt x="26666" y="23414"/>
                  </a:lnTo>
                  <a:lnTo>
                    <a:pt x="3333" y="20487"/>
                  </a:lnTo>
                  <a:lnTo>
                    <a:pt x="0" y="29268"/>
                  </a:lnTo>
                  <a:lnTo>
                    <a:pt x="0" y="38048"/>
                  </a:lnTo>
                  <a:lnTo>
                    <a:pt x="6666" y="52682"/>
                  </a:lnTo>
                  <a:lnTo>
                    <a:pt x="13333" y="6439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Shape 5362"/>
            <p:cNvSpPr/>
            <p:nvPr/>
          </p:nvSpPr>
          <p:spPr>
            <a:xfrm>
              <a:off x="15186282" y="5926482"/>
              <a:ext cx="19049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3333" y="64390"/>
                  </a:moveTo>
                  <a:lnTo>
                    <a:pt x="30000" y="76097"/>
                  </a:lnTo>
                  <a:lnTo>
                    <a:pt x="43333" y="79024"/>
                  </a:lnTo>
                  <a:lnTo>
                    <a:pt x="66666" y="76097"/>
                  </a:lnTo>
                  <a:lnTo>
                    <a:pt x="73333" y="81951"/>
                  </a:lnTo>
                  <a:lnTo>
                    <a:pt x="43333" y="90731"/>
                  </a:lnTo>
                  <a:lnTo>
                    <a:pt x="33333" y="99512"/>
                  </a:lnTo>
                  <a:lnTo>
                    <a:pt x="33333" y="114146"/>
                  </a:lnTo>
                  <a:lnTo>
                    <a:pt x="43333" y="120000"/>
                  </a:lnTo>
                  <a:lnTo>
                    <a:pt x="60000" y="114146"/>
                  </a:lnTo>
                  <a:lnTo>
                    <a:pt x="113333" y="58536"/>
                  </a:lnTo>
                  <a:lnTo>
                    <a:pt x="120000" y="32195"/>
                  </a:lnTo>
                  <a:lnTo>
                    <a:pt x="116666" y="2926"/>
                  </a:lnTo>
                  <a:lnTo>
                    <a:pt x="106666" y="11707"/>
                  </a:lnTo>
                  <a:lnTo>
                    <a:pt x="100000" y="26341"/>
                  </a:lnTo>
                  <a:lnTo>
                    <a:pt x="86666" y="32195"/>
                  </a:lnTo>
                  <a:lnTo>
                    <a:pt x="80000" y="14634"/>
                  </a:lnTo>
                  <a:lnTo>
                    <a:pt x="80000" y="11707"/>
                  </a:lnTo>
                  <a:lnTo>
                    <a:pt x="73333" y="0"/>
                  </a:lnTo>
                  <a:lnTo>
                    <a:pt x="43333" y="20487"/>
                  </a:lnTo>
                  <a:lnTo>
                    <a:pt x="26666" y="23414"/>
                  </a:lnTo>
                  <a:lnTo>
                    <a:pt x="3333" y="20487"/>
                  </a:lnTo>
                  <a:lnTo>
                    <a:pt x="0" y="29268"/>
                  </a:lnTo>
                  <a:lnTo>
                    <a:pt x="0" y="38048"/>
                  </a:lnTo>
                  <a:lnTo>
                    <a:pt x="6666" y="52682"/>
                  </a:lnTo>
                  <a:lnTo>
                    <a:pt x="13333" y="6439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Shape 5363"/>
            <p:cNvSpPr/>
            <p:nvPr/>
          </p:nvSpPr>
          <p:spPr>
            <a:xfrm>
              <a:off x="15130720" y="5951882"/>
              <a:ext cx="6349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99" y="75000"/>
                  </a:moveTo>
                  <a:lnTo>
                    <a:pt x="77142" y="120000"/>
                  </a:lnTo>
                  <a:lnTo>
                    <a:pt x="94285" y="120000"/>
                  </a:lnTo>
                  <a:lnTo>
                    <a:pt x="111428" y="105000"/>
                  </a:lnTo>
                  <a:lnTo>
                    <a:pt x="119999" y="105000"/>
                  </a:lnTo>
                  <a:lnTo>
                    <a:pt x="119999" y="60000"/>
                  </a:lnTo>
                  <a:lnTo>
                    <a:pt x="111428" y="30000"/>
                  </a:lnTo>
                  <a:lnTo>
                    <a:pt x="102857" y="0"/>
                  </a:lnTo>
                  <a:lnTo>
                    <a:pt x="94285" y="0"/>
                  </a:lnTo>
                  <a:lnTo>
                    <a:pt x="0" y="30000"/>
                  </a:lnTo>
                  <a:lnTo>
                    <a:pt x="17142" y="45000"/>
                  </a:lnTo>
                  <a:lnTo>
                    <a:pt x="59999" y="7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Shape 5364"/>
            <p:cNvSpPr/>
            <p:nvPr/>
          </p:nvSpPr>
          <p:spPr>
            <a:xfrm>
              <a:off x="15130720" y="5951882"/>
              <a:ext cx="6349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99" y="75000"/>
                  </a:moveTo>
                  <a:lnTo>
                    <a:pt x="77142" y="120000"/>
                  </a:lnTo>
                  <a:lnTo>
                    <a:pt x="94285" y="120000"/>
                  </a:lnTo>
                  <a:lnTo>
                    <a:pt x="111428" y="105000"/>
                  </a:lnTo>
                  <a:lnTo>
                    <a:pt x="119999" y="105000"/>
                  </a:lnTo>
                  <a:lnTo>
                    <a:pt x="119999" y="60000"/>
                  </a:lnTo>
                  <a:lnTo>
                    <a:pt x="111428" y="30000"/>
                  </a:lnTo>
                  <a:lnTo>
                    <a:pt x="102857" y="0"/>
                  </a:lnTo>
                  <a:lnTo>
                    <a:pt x="94285" y="0"/>
                  </a:lnTo>
                  <a:lnTo>
                    <a:pt x="0" y="30000"/>
                  </a:lnTo>
                  <a:lnTo>
                    <a:pt x="17142" y="45000"/>
                  </a:lnTo>
                  <a:lnTo>
                    <a:pt x="59999" y="7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Shape 5365"/>
            <p:cNvSpPr/>
            <p:nvPr/>
          </p:nvSpPr>
          <p:spPr>
            <a:xfrm>
              <a:off x="15129132" y="5953469"/>
              <a:ext cx="1587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4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Shape 5366"/>
            <p:cNvSpPr/>
            <p:nvPr/>
          </p:nvSpPr>
          <p:spPr>
            <a:xfrm>
              <a:off x="15129132" y="5953469"/>
              <a:ext cx="1587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4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Shape 5367"/>
            <p:cNvSpPr/>
            <p:nvPr/>
          </p:nvSpPr>
          <p:spPr>
            <a:xfrm>
              <a:off x="15138657" y="5905844"/>
              <a:ext cx="34924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307" y="109090"/>
                  </a:moveTo>
                  <a:lnTo>
                    <a:pt x="29538" y="115636"/>
                  </a:lnTo>
                  <a:lnTo>
                    <a:pt x="42461" y="120000"/>
                  </a:lnTo>
                  <a:lnTo>
                    <a:pt x="103384" y="98181"/>
                  </a:lnTo>
                  <a:lnTo>
                    <a:pt x="116307" y="89454"/>
                  </a:lnTo>
                  <a:lnTo>
                    <a:pt x="118153" y="87272"/>
                  </a:lnTo>
                  <a:lnTo>
                    <a:pt x="120000" y="78545"/>
                  </a:lnTo>
                  <a:lnTo>
                    <a:pt x="112615" y="76363"/>
                  </a:lnTo>
                  <a:lnTo>
                    <a:pt x="92307" y="80727"/>
                  </a:lnTo>
                  <a:lnTo>
                    <a:pt x="90461" y="76363"/>
                  </a:lnTo>
                  <a:lnTo>
                    <a:pt x="92307" y="69818"/>
                  </a:lnTo>
                  <a:lnTo>
                    <a:pt x="94153" y="63272"/>
                  </a:lnTo>
                  <a:lnTo>
                    <a:pt x="96000" y="58909"/>
                  </a:lnTo>
                  <a:lnTo>
                    <a:pt x="96000" y="50181"/>
                  </a:lnTo>
                  <a:lnTo>
                    <a:pt x="94153" y="43636"/>
                  </a:lnTo>
                  <a:lnTo>
                    <a:pt x="92307" y="37090"/>
                  </a:lnTo>
                  <a:lnTo>
                    <a:pt x="92307" y="32727"/>
                  </a:lnTo>
                  <a:lnTo>
                    <a:pt x="94153" y="26181"/>
                  </a:lnTo>
                  <a:lnTo>
                    <a:pt x="83076" y="21818"/>
                  </a:lnTo>
                  <a:lnTo>
                    <a:pt x="55384" y="28363"/>
                  </a:lnTo>
                  <a:lnTo>
                    <a:pt x="46153" y="26181"/>
                  </a:lnTo>
                  <a:lnTo>
                    <a:pt x="40615" y="24000"/>
                  </a:lnTo>
                  <a:lnTo>
                    <a:pt x="36923" y="17454"/>
                  </a:lnTo>
                  <a:lnTo>
                    <a:pt x="40615" y="6545"/>
                  </a:lnTo>
                  <a:lnTo>
                    <a:pt x="38769" y="0"/>
                  </a:lnTo>
                  <a:lnTo>
                    <a:pt x="24000" y="4363"/>
                  </a:lnTo>
                  <a:lnTo>
                    <a:pt x="22153" y="2181"/>
                  </a:lnTo>
                  <a:lnTo>
                    <a:pt x="14769" y="2181"/>
                  </a:lnTo>
                  <a:lnTo>
                    <a:pt x="20307" y="13090"/>
                  </a:lnTo>
                  <a:lnTo>
                    <a:pt x="20307" y="17454"/>
                  </a:lnTo>
                  <a:lnTo>
                    <a:pt x="18461" y="19636"/>
                  </a:lnTo>
                  <a:lnTo>
                    <a:pt x="14769" y="24000"/>
                  </a:lnTo>
                  <a:lnTo>
                    <a:pt x="12923" y="28363"/>
                  </a:lnTo>
                  <a:lnTo>
                    <a:pt x="18461" y="37090"/>
                  </a:lnTo>
                  <a:lnTo>
                    <a:pt x="22153" y="43636"/>
                  </a:lnTo>
                  <a:lnTo>
                    <a:pt x="24000" y="48000"/>
                  </a:lnTo>
                  <a:lnTo>
                    <a:pt x="12923" y="61090"/>
                  </a:lnTo>
                  <a:lnTo>
                    <a:pt x="11076" y="67636"/>
                  </a:lnTo>
                  <a:lnTo>
                    <a:pt x="18461" y="78545"/>
                  </a:lnTo>
                  <a:lnTo>
                    <a:pt x="18461" y="69818"/>
                  </a:lnTo>
                  <a:lnTo>
                    <a:pt x="20307" y="65454"/>
                  </a:lnTo>
                  <a:lnTo>
                    <a:pt x="24000" y="65454"/>
                  </a:lnTo>
                  <a:lnTo>
                    <a:pt x="29538" y="69818"/>
                  </a:lnTo>
                  <a:lnTo>
                    <a:pt x="20307" y="85090"/>
                  </a:lnTo>
                  <a:lnTo>
                    <a:pt x="14769" y="89454"/>
                  </a:lnTo>
                  <a:lnTo>
                    <a:pt x="7384" y="85090"/>
                  </a:lnTo>
                  <a:lnTo>
                    <a:pt x="5538" y="80727"/>
                  </a:lnTo>
                  <a:lnTo>
                    <a:pt x="7384" y="80727"/>
                  </a:lnTo>
                  <a:lnTo>
                    <a:pt x="5538" y="76363"/>
                  </a:lnTo>
                  <a:lnTo>
                    <a:pt x="0" y="85090"/>
                  </a:lnTo>
                  <a:lnTo>
                    <a:pt x="7384" y="98181"/>
                  </a:lnTo>
                  <a:lnTo>
                    <a:pt x="20307" y="10909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Shape 5368"/>
            <p:cNvSpPr/>
            <p:nvPr/>
          </p:nvSpPr>
          <p:spPr>
            <a:xfrm>
              <a:off x="15138657" y="5905844"/>
              <a:ext cx="34924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307" y="109090"/>
                  </a:moveTo>
                  <a:lnTo>
                    <a:pt x="29538" y="115636"/>
                  </a:lnTo>
                  <a:lnTo>
                    <a:pt x="42461" y="120000"/>
                  </a:lnTo>
                  <a:lnTo>
                    <a:pt x="103384" y="98181"/>
                  </a:lnTo>
                  <a:lnTo>
                    <a:pt x="116307" y="89454"/>
                  </a:lnTo>
                  <a:lnTo>
                    <a:pt x="118153" y="87272"/>
                  </a:lnTo>
                  <a:lnTo>
                    <a:pt x="120000" y="78545"/>
                  </a:lnTo>
                  <a:lnTo>
                    <a:pt x="112615" y="76363"/>
                  </a:lnTo>
                  <a:lnTo>
                    <a:pt x="92307" y="80727"/>
                  </a:lnTo>
                  <a:lnTo>
                    <a:pt x="90461" y="76363"/>
                  </a:lnTo>
                  <a:lnTo>
                    <a:pt x="92307" y="69818"/>
                  </a:lnTo>
                  <a:lnTo>
                    <a:pt x="94153" y="63272"/>
                  </a:lnTo>
                  <a:lnTo>
                    <a:pt x="96000" y="58909"/>
                  </a:lnTo>
                  <a:lnTo>
                    <a:pt x="96000" y="50181"/>
                  </a:lnTo>
                  <a:lnTo>
                    <a:pt x="94153" y="43636"/>
                  </a:lnTo>
                  <a:lnTo>
                    <a:pt x="92307" y="37090"/>
                  </a:lnTo>
                  <a:lnTo>
                    <a:pt x="92307" y="32727"/>
                  </a:lnTo>
                  <a:lnTo>
                    <a:pt x="94153" y="26181"/>
                  </a:lnTo>
                  <a:lnTo>
                    <a:pt x="83076" y="21818"/>
                  </a:lnTo>
                  <a:lnTo>
                    <a:pt x="55384" y="28363"/>
                  </a:lnTo>
                  <a:lnTo>
                    <a:pt x="46153" y="26181"/>
                  </a:lnTo>
                  <a:lnTo>
                    <a:pt x="40615" y="24000"/>
                  </a:lnTo>
                  <a:lnTo>
                    <a:pt x="36923" y="17454"/>
                  </a:lnTo>
                  <a:lnTo>
                    <a:pt x="40615" y="6545"/>
                  </a:lnTo>
                  <a:lnTo>
                    <a:pt x="38769" y="0"/>
                  </a:lnTo>
                  <a:lnTo>
                    <a:pt x="24000" y="4363"/>
                  </a:lnTo>
                  <a:lnTo>
                    <a:pt x="22153" y="2181"/>
                  </a:lnTo>
                  <a:lnTo>
                    <a:pt x="14769" y="2181"/>
                  </a:lnTo>
                  <a:lnTo>
                    <a:pt x="20307" y="13090"/>
                  </a:lnTo>
                  <a:lnTo>
                    <a:pt x="20307" y="17454"/>
                  </a:lnTo>
                  <a:lnTo>
                    <a:pt x="18461" y="19636"/>
                  </a:lnTo>
                  <a:lnTo>
                    <a:pt x="14769" y="24000"/>
                  </a:lnTo>
                  <a:lnTo>
                    <a:pt x="12923" y="28363"/>
                  </a:lnTo>
                  <a:lnTo>
                    <a:pt x="18461" y="37090"/>
                  </a:lnTo>
                  <a:lnTo>
                    <a:pt x="22153" y="43636"/>
                  </a:lnTo>
                  <a:lnTo>
                    <a:pt x="24000" y="48000"/>
                  </a:lnTo>
                  <a:lnTo>
                    <a:pt x="12923" y="61090"/>
                  </a:lnTo>
                  <a:lnTo>
                    <a:pt x="11076" y="67636"/>
                  </a:lnTo>
                  <a:lnTo>
                    <a:pt x="18461" y="78545"/>
                  </a:lnTo>
                  <a:lnTo>
                    <a:pt x="18461" y="69818"/>
                  </a:lnTo>
                  <a:lnTo>
                    <a:pt x="20307" y="65454"/>
                  </a:lnTo>
                  <a:lnTo>
                    <a:pt x="24000" y="65454"/>
                  </a:lnTo>
                  <a:lnTo>
                    <a:pt x="29538" y="69818"/>
                  </a:lnTo>
                  <a:lnTo>
                    <a:pt x="20307" y="85090"/>
                  </a:lnTo>
                  <a:lnTo>
                    <a:pt x="14769" y="89454"/>
                  </a:lnTo>
                  <a:lnTo>
                    <a:pt x="7384" y="85090"/>
                  </a:lnTo>
                  <a:lnTo>
                    <a:pt x="5538" y="80727"/>
                  </a:lnTo>
                  <a:lnTo>
                    <a:pt x="7384" y="80727"/>
                  </a:lnTo>
                  <a:lnTo>
                    <a:pt x="5538" y="76363"/>
                  </a:lnTo>
                  <a:lnTo>
                    <a:pt x="0" y="85090"/>
                  </a:lnTo>
                  <a:lnTo>
                    <a:pt x="7384" y="98181"/>
                  </a:lnTo>
                  <a:lnTo>
                    <a:pt x="20307" y="10909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Shape 5369"/>
            <p:cNvSpPr/>
            <p:nvPr/>
          </p:nvSpPr>
          <p:spPr>
            <a:xfrm>
              <a:off x="15056107" y="5886794"/>
              <a:ext cx="44450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88421"/>
                  </a:moveTo>
                  <a:lnTo>
                    <a:pt x="1445" y="94736"/>
                  </a:lnTo>
                  <a:lnTo>
                    <a:pt x="4337" y="101052"/>
                  </a:lnTo>
                  <a:lnTo>
                    <a:pt x="10120" y="94736"/>
                  </a:lnTo>
                  <a:lnTo>
                    <a:pt x="15903" y="94736"/>
                  </a:lnTo>
                  <a:lnTo>
                    <a:pt x="18795" y="104210"/>
                  </a:lnTo>
                  <a:lnTo>
                    <a:pt x="28915" y="116842"/>
                  </a:lnTo>
                  <a:lnTo>
                    <a:pt x="36144" y="120000"/>
                  </a:lnTo>
                  <a:lnTo>
                    <a:pt x="73734" y="116842"/>
                  </a:lnTo>
                  <a:lnTo>
                    <a:pt x="99759" y="94736"/>
                  </a:lnTo>
                  <a:lnTo>
                    <a:pt x="105542" y="91578"/>
                  </a:lnTo>
                  <a:lnTo>
                    <a:pt x="109879" y="88421"/>
                  </a:lnTo>
                  <a:lnTo>
                    <a:pt x="119999" y="69473"/>
                  </a:lnTo>
                  <a:lnTo>
                    <a:pt x="118554" y="60000"/>
                  </a:lnTo>
                  <a:lnTo>
                    <a:pt x="114216" y="63157"/>
                  </a:lnTo>
                  <a:lnTo>
                    <a:pt x="105542" y="60000"/>
                  </a:lnTo>
                  <a:lnTo>
                    <a:pt x="102650" y="63157"/>
                  </a:lnTo>
                  <a:lnTo>
                    <a:pt x="101204" y="47368"/>
                  </a:lnTo>
                  <a:lnTo>
                    <a:pt x="106987" y="31578"/>
                  </a:lnTo>
                  <a:lnTo>
                    <a:pt x="106987" y="18947"/>
                  </a:lnTo>
                  <a:lnTo>
                    <a:pt x="102650" y="12631"/>
                  </a:lnTo>
                  <a:lnTo>
                    <a:pt x="89638" y="3157"/>
                  </a:lnTo>
                  <a:lnTo>
                    <a:pt x="85301" y="0"/>
                  </a:lnTo>
                  <a:lnTo>
                    <a:pt x="86746" y="9473"/>
                  </a:lnTo>
                  <a:lnTo>
                    <a:pt x="79518" y="3157"/>
                  </a:lnTo>
                  <a:lnTo>
                    <a:pt x="75180" y="15789"/>
                  </a:lnTo>
                  <a:lnTo>
                    <a:pt x="72289" y="31578"/>
                  </a:lnTo>
                  <a:lnTo>
                    <a:pt x="66506" y="41052"/>
                  </a:lnTo>
                  <a:lnTo>
                    <a:pt x="67951" y="41052"/>
                  </a:lnTo>
                  <a:lnTo>
                    <a:pt x="60722" y="50526"/>
                  </a:lnTo>
                  <a:lnTo>
                    <a:pt x="0" y="8842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Shape 5370"/>
            <p:cNvSpPr/>
            <p:nvPr/>
          </p:nvSpPr>
          <p:spPr>
            <a:xfrm>
              <a:off x="15056107" y="5886794"/>
              <a:ext cx="44450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88421"/>
                  </a:moveTo>
                  <a:lnTo>
                    <a:pt x="1445" y="94736"/>
                  </a:lnTo>
                  <a:lnTo>
                    <a:pt x="4337" y="101052"/>
                  </a:lnTo>
                  <a:lnTo>
                    <a:pt x="10120" y="94736"/>
                  </a:lnTo>
                  <a:lnTo>
                    <a:pt x="15903" y="94736"/>
                  </a:lnTo>
                  <a:lnTo>
                    <a:pt x="18795" y="104210"/>
                  </a:lnTo>
                  <a:lnTo>
                    <a:pt x="28915" y="116842"/>
                  </a:lnTo>
                  <a:lnTo>
                    <a:pt x="36144" y="120000"/>
                  </a:lnTo>
                  <a:lnTo>
                    <a:pt x="73734" y="116842"/>
                  </a:lnTo>
                  <a:lnTo>
                    <a:pt x="99759" y="94736"/>
                  </a:lnTo>
                  <a:lnTo>
                    <a:pt x="105542" y="91578"/>
                  </a:lnTo>
                  <a:lnTo>
                    <a:pt x="109879" y="88421"/>
                  </a:lnTo>
                  <a:lnTo>
                    <a:pt x="119999" y="69473"/>
                  </a:lnTo>
                  <a:lnTo>
                    <a:pt x="118554" y="60000"/>
                  </a:lnTo>
                  <a:lnTo>
                    <a:pt x="114216" y="63157"/>
                  </a:lnTo>
                  <a:lnTo>
                    <a:pt x="105542" y="60000"/>
                  </a:lnTo>
                  <a:lnTo>
                    <a:pt x="102650" y="63157"/>
                  </a:lnTo>
                  <a:lnTo>
                    <a:pt x="101204" y="47368"/>
                  </a:lnTo>
                  <a:lnTo>
                    <a:pt x="106987" y="31578"/>
                  </a:lnTo>
                  <a:lnTo>
                    <a:pt x="106987" y="18947"/>
                  </a:lnTo>
                  <a:lnTo>
                    <a:pt x="102650" y="12631"/>
                  </a:lnTo>
                  <a:lnTo>
                    <a:pt x="89638" y="3157"/>
                  </a:lnTo>
                  <a:lnTo>
                    <a:pt x="85301" y="0"/>
                  </a:lnTo>
                  <a:lnTo>
                    <a:pt x="86746" y="9473"/>
                  </a:lnTo>
                  <a:lnTo>
                    <a:pt x="79518" y="3157"/>
                  </a:lnTo>
                  <a:lnTo>
                    <a:pt x="75180" y="15789"/>
                  </a:lnTo>
                  <a:lnTo>
                    <a:pt x="72289" y="31578"/>
                  </a:lnTo>
                  <a:lnTo>
                    <a:pt x="66506" y="41052"/>
                  </a:lnTo>
                  <a:lnTo>
                    <a:pt x="67951" y="41052"/>
                  </a:lnTo>
                  <a:lnTo>
                    <a:pt x="60722" y="50526"/>
                  </a:lnTo>
                  <a:lnTo>
                    <a:pt x="0" y="8842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Shape 5371"/>
            <p:cNvSpPr/>
            <p:nvPr/>
          </p:nvSpPr>
          <p:spPr>
            <a:xfrm>
              <a:off x="15059282" y="5859807"/>
              <a:ext cx="52388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96" y="30000"/>
                  </a:moveTo>
                  <a:lnTo>
                    <a:pt x="1212" y="37500"/>
                  </a:lnTo>
                  <a:lnTo>
                    <a:pt x="0" y="42500"/>
                  </a:lnTo>
                  <a:lnTo>
                    <a:pt x="1212" y="47500"/>
                  </a:lnTo>
                  <a:lnTo>
                    <a:pt x="7272" y="55000"/>
                  </a:lnTo>
                  <a:lnTo>
                    <a:pt x="10909" y="60000"/>
                  </a:lnTo>
                  <a:lnTo>
                    <a:pt x="14545" y="62500"/>
                  </a:lnTo>
                  <a:lnTo>
                    <a:pt x="12121" y="70000"/>
                  </a:lnTo>
                  <a:lnTo>
                    <a:pt x="8484" y="70000"/>
                  </a:lnTo>
                  <a:lnTo>
                    <a:pt x="4848" y="72500"/>
                  </a:lnTo>
                  <a:lnTo>
                    <a:pt x="6060" y="87500"/>
                  </a:lnTo>
                  <a:lnTo>
                    <a:pt x="44848" y="52500"/>
                  </a:lnTo>
                  <a:lnTo>
                    <a:pt x="52121" y="50000"/>
                  </a:lnTo>
                  <a:lnTo>
                    <a:pt x="54545" y="60000"/>
                  </a:lnTo>
                  <a:lnTo>
                    <a:pt x="49696" y="67500"/>
                  </a:lnTo>
                  <a:lnTo>
                    <a:pt x="7272" y="100000"/>
                  </a:lnTo>
                  <a:lnTo>
                    <a:pt x="9696" y="102500"/>
                  </a:lnTo>
                  <a:lnTo>
                    <a:pt x="12121" y="105000"/>
                  </a:lnTo>
                  <a:lnTo>
                    <a:pt x="13333" y="105000"/>
                  </a:lnTo>
                  <a:lnTo>
                    <a:pt x="16969" y="112500"/>
                  </a:lnTo>
                  <a:lnTo>
                    <a:pt x="13333" y="115000"/>
                  </a:lnTo>
                  <a:lnTo>
                    <a:pt x="14545" y="120000"/>
                  </a:lnTo>
                  <a:lnTo>
                    <a:pt x="20606" y="115000"/>
                  </a:lnTo>
                  <a:lnTo>
                    <a:pt x="27878" y="102500"/>
                  </a:lnTo>
                  <a:lnTo>
                    <a:pt x="33939" y="97500"/>
                  </a:lnTo>
                  <a:lnTo>
                    <a:pt x="42424" y="102500"/>
                  </a:lnTo>
                  <a:lnTo>
                    <a:pt x="41212" y="102500"/>
                  </a:lnTo>
                  <a:lnTo>
                    <a:pt x="44848" y="110000"/>
                  </a:lnTo>
                  <a:lnTo>
                    <a:pt x="48484" y="110000"/>
                  </a:lnTo>
                  <a:lnTo>
                    <a:pt x="49696" y="102500"/>
                  </a:lnTo>
                  <a:lnTo>
                    <a:pt x="49696" y="92500"/>
                  </a:lnTo>
                  <a:lnTo>
                    <a:pt x="48484" y="92500"/>
                  </a:lnTo>
                  <a:lnTo>
                    <a:pt x="46060" y="87500"/>
                  </a:lnTo>
                  <a:lnTo>
                    <a:pt x="44848" y="85000"/>
                  </a:lnTo>
                  <a:lnTo>
                    <a:pt x="48484" y="77500"/>
                  </a:lnTo>
                  <a:lnTo>
                    <a:pt x="70303" y="72500"/>
                  </a:lnTo>
                  <a:lnTo>
                    <a:pt x="119999" y="22500"/>
                  </a:lnTo>
                  <a:lnTo>
                    <a:pt x="113939" y="17500"/>
                  </a:lnTo>
                  <a:lnTo>
                    <a:pt x="109090" y="22500"/>
                  </a:lnTo>
                  <a:lnTo>
                    <a:pt x="105454" y="30000"/>
                  </a:lnTo>
                  <a:lnTo>
                    <a:pt x="101818" y="35000"/>
                  </a:lnTo>
                  <a:lnTo>
                    <a:pt x="101818" y="22500"/>
                  </a:lnTo>
                  <a:lnTo>
                    <a:pt x="103030" y="15000"/>
                  </a:lnTo>
                  <a:lnTo>
                    <a:pt x="106666" y="10000"/>
                  </a:lnTo>
                  <a:lnTo>
                    <a:pt x="107878" y="0"/>
                  </a:lnTo>
                  <a:lnTo>
                    <a:pt x="101818" y="0"/>
                  </a:lnTo>
                  <a:lnTo>
                    <a:pt x="93333" y="5000"/>
                  </a:lnTo>
                  <a:lnTo>
                    <a:pt x="80000" y="27500"/>
                  </a:lnTo>
                  <a:lnTo>
                    <a:pt x="80000" y="40000"/>
                  </a:lnTo>
                  <a:lnTo>
                    <a:pt x="77575" y="45000"/>
                  </a:lnTo>
                  <a:lnTo>
                    <a:pt x="76363" y="47500"/>
                  </a:lnTo>
                  <a:lnTo>
                    <a:pt x="70303" y="47500"/>
                  </a:lnTo>
                  <a:lnTo>
                    <a:pt x="67878" y="50000"/>
                  </a:lnTo>
                  <a:lnTo>
                    <a:pt x="66666" y="45000"/>
                  </a:lnTo>
                  <a:lnTo>
                    <a:pt x="69090" y="40000"/>
                  </a:lnTo>
                  <a:lnTo>
                    <a:pt x="73939" y="20000"/>
                  </a:lnTo>
                  <a:lnTo>
                    <a:pt x="66666" y="10000"/>
                  </a:lnTo>
                  <a:lnTo>
                    <a:pt x="59393" y="12500"/>
                  </a:lnTo>
                  <a:lnTo>
                    <a:pt x="53333" y="17500"/>
                  </a:lnTo>
                  <a:lnTo>
                    <a:pt x="46060" y="17500"/>
                  </a:lnTo>
                  <a:lnTo>
                    <a:pt x="35151" y="15000"/>
                  </a:lnTo>
                  <a:lnTo>
                    <a:pt x="31515" y="15000"/>
                  </a:lnTo>
                  <a:lnTo>
                    <a:pt x="13333" y="27500"/>
                  </a:lnTo>
                  <a:lnTo>
                    <a:pt x="9696" y="3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Shape 5372"/>
            <p:cNvSpPr/>
            <p:nvPr/>
          </p:nvSpPr>
          <p:spPr>
            <a:xfrm>
              <a:off x="15059282" y="5859807"/>
              <a:ext cx="52388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96" y="30000"/>
                  </a:moveTo>
                  <a:lnTo>
                    <a:pt x="1212" y="37500"/>
                  </a:lnTo>
                  <a:lnTo>
                    <a:pt x="0" y="42500"/>
                  </a:lnTo>
                  <a:lnTo>
                    <a:pt x="1212" y="47500"/>
                  </a:lnTo>
                  <a:lnTo>
                    <a:pt x="7272" y="55000"/>
                  </a:lnTo>
                  <a:lnTo>
                    <a:pt x="10909" y="60000"/>
                  </a:lnTo>
                  <a:lnTo>
                    <a:pt x="14545" y="62500"/>
                  </a:lnTo>
                  <a:lnTo>
                    <a:pt x="12121" y="70000"/>
                  </a:lnTo>
                  <a:lnTo>
                    <a:pt x="8484" y="70000"/>
                  </a:lnTo>
                  <a:lnTo>
                    <a:pt x="4848" y="72500"/>
                  </a:lnTo>
                  <a:lnTo>
                    <a:pt x="6060" y="87500"/>
                  </a:lnTo>
                  <a:lnTo>
                    <a:pt x="44848" y="52500"/>
                  </a:lnTo>
                  <a:lnTo>
                    <a:pt x="52121" y="50000"/>
                  </a:lnTo>
                  <a:lnTo>
                    <a:pt x="54545" y="60000"/>
                  </a:lnTo>
                  <a:lnTo>
                    <a:pt x="49696" y="67500"/>
                  </a:lnTo>
                  <a:lnTo>
                    <a:pt x="7272" y="100000"/>
                  </a:lnTo>
                  <a:lnTo>
                    <a:pt x="9696" y="102500"/>
                  </a:lnTo>
                  <a:lnTo>
                    <a:pt x="12121" y="105000"/>
                  </a:lnTo>
                  <a:lnTo>
                    <a:pt x="13333" y="105000"/>
                  </a:lnTo>
                  <a:lnTo>
                    <a:pt x="16969" y="112500"/>
                  </a:lnTo>
                  <a:lnTo>
                    <a:pt x="13333" y="115000"/>
                  </a:lnTo>
                  <a:lnTo>
                    <a:pt x="14545" y="120000"/>
                  </a:lnTo>
                  <a:lnTo>
                    <a:pt x="20606" y="115000"/>
                  </a:lnTo>
                  <a:lnTo>
                    <a:pt x="27878" y="102500"/>
                  </a:lnTo>
                  <a:lnTo>
                    <a:pt x="33939" y="97500"/>
                  </a:lnTo>
                  <a:lnTo>
                    <a:pt x="42424" y="102500"/>
                  </a:lnTo>
                  <a:lnTo>
                    <a:pt x="41212" y="102500"/>
                  </a:lnTo>
                  <a:lnTo>
                    <a:pt x="44848" y="110000"/>
                  </a:lnTo>
                  <a:lnTo>
                    <a:pt x="48484" y="110000"/>
                  </a:lnTo>
                  <a:lnTo>
                    <a:pt x="49696" y="102500"/>
                  </a:lnTo>
                  <a:lnTo>
                    <a:pt x="49696" y="92500"/>
                  </a:lnTo>
                  <a:lnTo>
                    <a:pt x="48484" y="92500"/>
                  </a:lnTo>
                  <a:lnTo>
                    <a:pt x="46060" y="87500"/>
                  </a:lnTo>
                  <a:lnTo>
                    <a:pt x="44848" y="85000"/>
                  </a:lnTo>
                  <a:lnTo>
                    <a:pt x="48484" y="77500"/>
                  </a:lnTo>
                  <a:lnTo>
                    <a:pt x="70303" y="72500"/>
                  </a:lnTo>
                  <a:lnTo>
                    <a:pt x="119999" y="22500"/>
                  </a:lnTo>
                  <a:lnTo>
                    <a:pt x="113939" y="17500"/>
                  </a:lnTo>
                  <a:lnTo>
                    <a:pt x="109090" y="22500"/>
                  </a:lnTo>
                  <a:lnTo>
                    <a:pt x="105454" y="30000"/>
                  </a:lnTo>
                  <a:lnTo>
                    <a:pt x="101818" y="35000"/>
                  </a:lnTo>
                  <a:lnTo>
                    <a:pt x="101818" y="22500"/>
                  </a:lnTo>
                  <a:lnTo>
                    <a:pt x="103030" y="15000"/>
                  </a:lnTo>
                  <a:lnTo>
                    <a:pt x="106666" y="10000"/>
                  </a:lnTo>
                  <a:lnTo>
                    <a:pt x="107878" y="0"/>
                  </a:lnTo>
                  <a:lnTo>
                    <a:pt x="101818" y="0"/>
                  </a:lnTo>
                  <a:lnTo>
                    <a:pt x="93333" y="5000"/>
                  </a:lnTo>
                  <a:lnTo>
                    <a:pt x="80000" y="27500"/>
                  </a:lnTo>
                  <a:lnTo>
                    <a:pt x="80000" y="40000"/>
                  </a:lnTo>
                  <a:lnTo>
                    <a:pt x="77575" y="45000"/>
                  </a:lnTo>
                  <a:lnTo>
                    <a:pt x="76363" y="47500"/>
                  </a:lnTo>
                  <a:lnTo>
                    <a:pt x="70303" y="47500"/>
                  </a:lnTo>
                  <a:lnTo>
                    <a:pt x="67878" y="50000"/>
                  </a:lnTo>
                  <a:lnTo>
                    <a:pt x="66666" y="45000"/>
                  </a:lnTo>
                  <a:lnTo>
                    <a:pt x="69090" y="40000"/>
                  </a:lnTo>
                  <a:lnTo>
                    <a:pt x="73939" y="20000"/>
                  </a:lnTo>
                  <a:lnTo>
                    <a:pt x="66666" y="10000"/>
                  </a:lnTo>
                  <a:lnTo>
                    <a:pt x="59393" y="12500"/>
                  </a:lnTo>
                  <a:lnTo>
                    <a:pt x="53333" y="17500"/>
                  </a:lnTo>
                  <a:lnTo>
                    <a:pt x="46060" y="17500"/>
                  </a:lnTo>
                  <a:lnTo>
                    <a:pt x="35151" y="15000"/>
                  </a:lnTo>
                  <a:lnTo>
                    <a:pt x="31515" y="15000"/>
                  </a:lnTo>
                  <a:lnTo>
                    <a:pt x="13333" y="27500"/>
                  </a:lnTo>
                  <a:lnTo>
                    <a:pt x="9696" y="3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Shape 5373"/>
            <p:cNvSpPr/>
            <p:nvPr/>
          </p:nvSpPr>
          <p:spPr>
            <a:xfrm>
              <a:off x="15084682" y="5820119"/>
              <a:ext cx="15875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12" y="27906"/>
                  </a:moveTo>
                  <a:lnTo>
                    <a:pt x="23225" y="27906"/>
                  </a:lnTo>
                  <a:lnTo>
                    <a:pt x="38709" y="25116"/>
                  </a:lnTo>
                  <a:lnTo>
                    <a:pt x="42580" y="30697"/>
                  </a:lnTo>
                  <a:lnTo>
                    <a:pt x="19354" y="36279"/>
                  </a:lnTo>
                  <a:lnTo>
                    <a:pt x="7741" y="44651"/>
                  </a:lnTo>
                  <a:lnTo>
                    <a:pt x="11612" y="58604"/>
                  </a:lnTo>
                  <a:lnTo>
                    <a:pt x="11612" y="64186"/>
                  </a:lnTo>
                  <a:lnTo>
                    <a:pt x="3870" y="89302"/>
                  </a:lnTo>
                  <a:lnTo>
                    <a:pt x="7741" y="92093"/>
                  </a:lnTo>
                  <a:lnTo>
                    <a:pt x="11612" y="94883"/>
                  </a:lnTo>
                  <a:lnTo>
                    <a:pt x="11612" y="94883"/>
                  </a:lnTo>
                  <a:lnTo>
                    <a:pt x="11612" y="100465"/>
                  </a:lnTo>
                  <a:lnTo>
                    <a:pt x="23225" y="106046"/>
                  </a:lnTo>
                  <a:lnTo>
                    <a:pt x="38709" y="117209"/>
                  </a:lnTo>
                  <a:lnTo>
                    <a:pt x="46451" y="120000"/>
                  </a:lnTo>
                  <a:lnTo>
                    <a:pt x="58064" y="117209"/>
                  </a:lnTo>
                  <a:lnTo>
                    <a:pt x="61935" y="108837"/>
                  </a:lnTo>
                  <a:lnTo>
                    <a:pt x="65806" y="89302"/>
                  </a:lnTo>
                  <a:lnTo>
                    <a:pt x="69677" y="83720"/>
                  </a:lnTo>
                  <a:lnTo>
                    <a:pt x="100645" y="66976"/>
                  </a:lnTo>
                  <a:lnTo>
                    <a:pt x="112258" y="44651"/>
                  </a:lnTo>
                  <a:lnTo>
                    <a:pt x="120000" y="39069"/>
                  </a:lnTo>
                  <a:lnTo>
                    <a:pt x="112258" y="33488"/>
                  </a:lnTo>
                  <a:lnTo>
                    <a:pt x="104516" y="36279"/>
                  </a:lnTo>
                  <a:lnTo>
                    <a:pt x="85161" y="55813"/>
                  </a:lnTo>
                  <a:lnTo>
                    <a:pt x="85161" y="41860"/>
                  </a:lnTo>
                  <a:lnTo>
                    <a:pt x="85161" y="25116"/>
                  </a:lnTo>
                  <a:lnTo>
                    <a:pt x="85161" y="13953"/>
                  </a:lnTo>
                  <a:lnTo>
                    <a:pt x="77419" y="16744"/>
                  </a:lnTo>
                  <a:lnTo>
                    <a:pt x="69677" y="11162"/>
                  </a:lnTo>
                  <a:lnTo>
                    <a:pt x="65806" y="2790"/>
                  </a:lnTo>
                  <a:lnTo>
                    <a:pt x="50322" y="0"/>
                  </a:lnTo>
                  <a:lnTo>
                    <a:pt x="34838" y="2790"/>
                  </a:lnTo>
                  <a:lnTo>
                    <a:pt x="23225" y="5581"/>
                  </a:lnTo>
                  <a:lnTo>
                    <a:pt x="11612" y="5581"/>
                  </a:lnTo>
                  <a:lnTo>
                    <a:pt x="3870" y="8372"/>
                  </a:lnTo>
                  <a:lnTo>
                    <a:pt x="0" y="11162"/>
                  </a:lnTo>
                  <a:lnTo>
                    <a:pt x="7741" y="25116"/>
                  </a:lnTo>
                  <a:lnTo>
                    <a:pt x="11612" y="2790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Shape 5374"/>
            <p:cNvSpPr/>
            <p:nvPr/>
          </p:nvSpPr>
          <p:spPr>
            <a:xfrm>
              <a:off x="15084682" y="5820119"/>
              <a:ext cx="15875" cy="238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12" y="27906"/>
                  </a:moveTo>
                  <a:lnTo>
                    <a:pt x="23225" y="27906"/>
                  </a:lnTo>
                  <a:lnTo>
                    <a:pt x="38709" y="25116"/>
                  </a:lnTo>
                  <a:lnTo>
                    <a:pt x="42580" y="30697"/>
                  </a:lnTo>
                  <a:lnTo>
                    <a:pt x="19354" y="36279"/>
                  </a:lnTo>
                  <a:lnTo>
                    <a:pt x="7741" y="44651"/>
                  </a:lnTo>
                  <a:lnTo>
                    <a:pt x="11612" y="58604"/>
                  </a:lnTo>
                  <a:lnTo>
                    <a:pt x="11612" y="64186"/>
                  </a:lnTo>
                  <a:lnTo>
                    <a:pt x="3870" y="89302"/>
                  </a:lnTo>
                  <a:lnTo>
                    <a:pt x="7741" y="92093"/>
                  </a:lnTo>
                  <a:lnTo>
                    <a:pt x="11612" y="94883"/>
                  </a:lnTo>
                  <a:lnTo>
                    <a:pt x="11612" y="94883"/>
                  </a:lnTo>
                  <a:lnTo>
                    <a:pt x="11612" y="100465"/>
                  </a:lnTo>
                  <a:lnTo>
                    <a:pt x="23225" y="106046"/>
                  </a:lnTo>
                  <a:lnTo>
                    <a:pt x="38709" y="117209"/>
                  </a:lnTo>
                  <a:lnTo>
                    <a:pt x="46451" y="120000"/>
                  </a:lnTo>
                  <a:lnTo>
                    <a:pt x="58064" y="117209"/>
                  </a:lnTo>
                  <a:lnTo>
                    <a:pt x="61935" y="108837"/>
                  </a:lnTo>
                  <a:lnTo>
                    <a:pt x="65806" y="89302"/>
                  </a:lnTo>
                  <a:lnTo>
                    <a:pt x="69677" y="83720"/>
                  </a:lnTo>
                  <a:lnTo>
                    <a:pt x="100645" y="66976"/>
                  </a:lnTo>
                  <a:lnTo>
                    <a:pt x="112258" y="44651"/>
                  </a:lnTo>
                  <a:lnTo>
                    <a:pt x="120000" y="39069"/>
                  </a:lnTo>
                  <a:lnTo>
                    <a:pt x="112258" y="33488"/>
                  </a:lnTo>
                  <a:lnTo>
                    <a:pt x="104516" y="36279"/>
                  </a:lnTo>
                  <a:lnTo>
                    <a:pt x="85161" y="55813"/>
                  </a:lnTo>
                  <a:lnTo>
                    <a:pt x="85161" y="41860"/>
                  </a:lnTo>
                  <a:lnTo>
                    <a:pt x="85161" y="25116"/>
                  </a:lnTo>
                  <a:lnTo>
                    <a:pt x="85161" y="13953"/>
                  </a:lnTo>
                  <a:lnTo>
                    <a:pt x="77419" y="16744"/>
                  </a:lnTo>
                  <a:lnTo>
                    <a:pt x="69677" y="11162"/>
                  </a:lnTo>
                  <a:lnTo>
                    <a:pt x="65806" y="2790"/>
                  </a:lnTo>
                  <a:lnTo>
                    <a:pt x="50322" y="0"/>
                  </a:lnTo>
                  <a:lnTo>
                    <a:pt x="34838" y="2790"/>
                  </a:lnTo>
                  <a:lnTo>
                    <a:pt x="23225" y="5581"/>
                  </a:lnTo>
                  <a:lnTo>
                    <a:pt x="11612" y="5581"/>
                  </a:lnTo>
                  <a:lnTo>
                    <a:pt x="3870" y="8372"/>
                  </a:lnTo>
                  <a:lnTo>
                    <a:pt x="0" y="11162"/>
                  </a:lnTo>
                  <a:lnTo>
                    <a:pt x="7741" y="25116"/>
                  </a:lnTo>
                  <a:lnTo>
                    <a:pt x="11612" y="2790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Shape 5375"/>
            <p:cNvSpPr/>
            <p:nvPr/>
          </p:nvSpPr>
          <p:spPr>
            <a:xfrm>
              <a:off x="15025945" y="5789957"/>
              <a:ext cx="46037" cy="58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4363"/>
                  </a:moveTo>
                  <a:lnTo>
                    <a:pt x="35862" y="8727"/>
                  </a:lnTo>
                  <a:lnTo>
                    <a:pt x="33103" y="10909"/>
                  </a:lnTo>
                  <a:lnTo>
                    <a:pt x="27586" y="9818"/>
                  </a:lnTo>
                  <a:lnTo>
                    <a:pt x="20689" y="8727"/>
                  </a:lnTo>
                  <a:lnTo>
                    <a:pt x="15172" y="7636"/>
                  </a:lnTo>
                  <a:lnTo>
                    <a:pt x="11034" y="8727"/>
                  </a:lnTo>
                  <a:lnTo>
                    <a:pt x="8275" y="9818"/>
                  </a:lnTo>
                  <a:lnTo>
                    <a:pt x="6896" y="13090"/>
                  </a:lnTo>
                  <a:lnTo>
                    <a:pt x="4137" y="15272"/>
                  </a:lnTo>
                  <a:lnTo>
                    <a:pt x="4137" y="18545"/>
                  </a:lnTo>
                  <a:lnTo>
                    <a:pt x="8275" y="22909"/>
                  </a:lnTo>
                  <a:lnTo>
                    <a:pt x="11034" y="28363"/>
                  </a:lnTo>
                  <a:lnTo>
                    <a:pt x="8275" y="31636"/>
                  </a:lnTo>
                  <a:lnTo>
                    <a:pt x="4137" y="38181"/>
                  </a:lnTo>
                  <a:lnTo>
                    <a:pt x="0" y="45818"/>
                  </a:lnTo>
                  <a:lnTo>
                    <a:pt x="1379" y="54545"/>
                  </a:lnTo>
                  <a:lnTo>
                    <a:pt x="2758" y="61090"/>
                  </a:lnTo>
                  <a:lnTo>
                    <a:pt x="5517" y="63272"/>
                  </a:lnTo>
                  <a:lnTo>
                    <a:pt x="11034" y="66545"/>
                  </a:lnTo>
                  <a:lnTo>
                    <a:pt x="19310" y="78545"/>
                  </a:lnTo>
                  <a:lnTo>
                    <a:pt x="26206" y="92727"/>
                  </a:lnTo>
                  <a:lnTo>
                    <a:pt x="28965" y="99272"/>
                  </a:lnTo>
                  <a:lnTo>
                    <a:pt x="30344" y="103636"/>
                  </a:lnTo>
                  <a:lnTo>
                    <a:pt x="34482" y="100363"/>
                  </a:lnTo>
                  <a:lnTo>
                    <a:pt x="41379" y="103636"/>
                  </a:lnTo>
                  <a:lnTo>
                    <a:pt x="46896" y="105818"/>
                  </a:lnTo>
                  <a:lnTo>
                    <a:pt x="55172" y="106909"/>
                  </a:lnTo>
                  <a:lnTo>
                    <a:pt x="64827" y="111272"/>
                  </a:lnTo>
                  <a:lnTo>
                    <a:pt x="67586" y="111272"/>
                  </a:lnTo>
                  <a:lnTo>
                    <a:pt x="70344" y="110181"/>
                  </a:lnTo>
                  <a:lnTo>
                    <a:pt x="73103" y="110181"/>
                  </a:lnTo>
                  <a:lnTo>
                    <a:pt x="80000" y="111272"/>
                  </a:lnTo>
                  <a:lnTo>
                    <a:pt x="103448" y="120000"/>
                  </a:lnTo>
                  <a:lnTo>
                    <a:pt x="110344" y="120000"/>
                  </a:lnTo>
                  <a:lnTo>
                    <a:pt x="118620" y="117818"/>
                  </a:lnTo>
                  <a:lnTo>
                    <a:pt x="120000" y="114545"/>
                  </a:lnTo>
                  <a:lnTo>
                    <a:pt x="120000" y="110181"/>
                  </a:lnTo>
                  <a:lnTo>
                    <a:pt x="115862" y="106909"/>
                  </a:lnTo>
                  <a:lnTo>
                    <a:pt x="107586" y="104727"/>
                  </a:lnTo>
                  <a:lnTo>
                    <a:pt x="103448" y="100363"/>
                  </a:lnTo>
                  <a:lnTo>
                    <a:pt x="103448" y="98181"/>
                  </a:lnTo>
                  <a:lnTo>
                    <a:pt x="107586" y="97090"/>
                  </a:lnTo>
                  <a:lnTo>
                    <a:pt x="108965" y="94909"/>
                  </a:lnTo>
                  <a:lnTo>
                    <a:pt x="106206" y="88363"/>
                  </a:lnTo>
                  <a:lnTo>
                    <a:pt x="95172" y="75272"/>
                  </a:lnTo>
                  <a:lnTo>
                    <a:pt x="86896" y="66545"/>
                  </a:lnTo>
                  <a:lnTo>
                    <a:pt x="81379" y="63272"/>
                  </a:lnTo>
                  <a:lnTo>
                    <a:pt x="74482" y="62181"/>
                  </a:lnTo>
                  <a:lnTo>
                    <a:pt x="56551" y="65454"/>
                  </a:lnTo>
                  <a:lnTo>
                    <a:pt x="53793" y="66545"/>
                  </a:lnTo>
                  <a:lnTo>
                    <a:pt x="52413" y="68727"/>
                  </a:lnTo>
                  <a:lnTo>
                    <a:pt x="51034" y="75272"/>
                  </a:lnTo>
                  <a:lnTo>
                    <a:pt x="46896" y="79636"/>
                  </a:lnTo>
                  <a:lnTo>
                    <a:pt x="45517" y="85090"/>
                  </a:lnTo>
                  <a:lnTo>
                    <a:pt x="44137" y="87272"/>
                  </a:lnTo>
                  <a:lnTo>
                    <a:pt x="41379" y="88363"/>
                  </a:lnTo>
                  <a:lnTo>
                    <a:pt x="35862" y="86181"/>
                  </a:lnTo>
                  <a:lnTo>
                    <a:pt x="34482" y="84000"/>
                  </a:lnTo>
                  <a:lnTo>
                    <a:pt x="34482" y="81818"/>
                  </a:lnTo>
                  <a:lnTo>
                    <a:pt x="34482" y="77454"/>
                  </a:lnTo>
                  <a:lnTo>
                    <a:pt x="35862" y="75272"/>
                  </a:lnTo>
                  <a:lnTo>
                    <a:pt x="41379" y="68727"/>
                  </a:lnTo>
                  <a:lnTo>
                    <a:pt x="44137" y="67636"/>
                  </a:lnTo>
                  <a:lnTo>
                    <a:pt x="44137" y="65454"/>
                  </a:lnTo>
                  <a:lnTo>
                    <a:pt x="44137" y="61090"/>
                  </a:lnTo>
                  <a:lnTo>
                    <a:pt x="42758" y="56727"/>
                  </a:lnTo>
                  <a:lnTo>
                    <a:pt x="40000" y="54545"/>
                  </a:lnTo>
                  <a:lnTo>
                    <a:pt x="40000" y="52363"/>
                  </a:lnTo>
                  <a:lnTo>
                    <a:pt x="40000" y="49090"/>
                  </a:lnTo>
                  <a:lnTo>
                    <a:pt x="42758" y="45818"/>
                  </a:lnTo>
                  <a:lnTo>
                    <a:pt x="45517" y="44727"/>
                  </a:lnTo>
                  <a:lnTo>
                    <a:pt x="48275" y="45818"/>
                  </a:lnTo>
                  <a:lnTo>
                    <a:pt x="52413" y="46909"/>
                  </a:lnTo>
                  <a:lnTo>
                    <a:pt x="51034" y="51272"/>
                  </a:lnTo>
                  <a:lnTo>
                    <a:pt x="56551" y="50181"/>
                  </a:lnTo>
                  <a:lnTo>
                    <a:pt x="62068" y="43636"/>
                  </a:lnTo>
                  <a:lnTo>
                    <a:pt x="64827" y="34909"/>
                  </a:lnTo>
                  <a:lnTo>
                    <a:pt x="66206" y="29454"/>
                  </a:lnTo>
                  <a:lnTo>
                    <a:pt x="60689" y="26181"/>
                  </a:lnTo>
                  <a:lnTo>
                    <a:pt x="56551" y="25090"/>
                  </a:lnTo>
                  <a:lnTo>
                    <a:pt x="52413" y="26181"/>
                  </a:lnTo>
                  <a:lnTo>
                    <a:pt x="46896" y="28363"/>
                  </a:lnTo>
                  <a:lnTo>
                    <a:pt x="46896" y="21818"/>
                  </a:lnTo>
                  <a:lnTo>
                    <a:pt x="51034" y="14181"/>
                  </a:lnTo>
                  <a:lnTo>
                    <a:pt x="48275" y="1090"/>
                  </a:lnTo>
                  <a:lnTo>
                    <a:pt x="45517" y="0"/>
                  </a:lnTo>
                  <a:lnTo>
                    <a:pt x="42758" y="2181"/>
                  </a:lnTo>
                  <a:lnTo>
                    <a:pt x="40000" y="436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Shape 5376"/>
            <p:cNvSpPr/>
            <p:nvPr/>
          </p:nvSpPr>
          <p:spPr>
            <a:xfrm>
              <a:off x="15025945" y="5789957"/>
              <a:ext cx="46037" cy="58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4363"/>
                  </a:moveTo>
                  <a:lnTo>
                    <a:pt x="35862" y="8727"/>
                  </a:lnTo>
                  <a:lnTo>
                    <a:pt x="33103" y="10909"/>
                  </a:lnTo>
                  <a:lnTo>
                    <a:pt x="27586" y="9818"/>
                  </a:lnTo>
                  <a:lnTo>
                    <a:pt x="20689" y="8727"/>
                  </a:lnTo>
                  <a:lnTo>
                    <a:pt x="15172" y="7636"/>
                  </a:lnTo>
                  <a:lnTo>
                    <a:pt x="11034" y="8727"/>
                  </a:lnTo>
                  <a:lnTo>
                    <a:pt x="8275" y="9818"/>
                  </a:lnTo>
                  <a:lnTo>
                    <a:pt x="6896" y="13090"/>
                  </a:lnTo>
                  <a:lnTo>
                    <a:pt x="4137" y="15272"/>
                  </a:lnTo>
                  <a:lnTo>
                    <a:pt x="4137" y="18545"/>
                  </a:lnTo>
                  <a:lnTo>
                    <a:pt x="8275" y="22909"/>
                  </a:lnTo>
                  <a:lnTo>
                    <a:pt x="11034" y="28363"/>
                  </a:lnTo>
                  <a:lnTo>
                    <a:pt x="8275" y="31636"/>
                  </a:lnTo>
                  <a:lnTo>
                    <a:pt x="4137" y="38181"/>
                  </a:lnTo>
                  <a:lnTo>
                    <a:pt x="0" y="45818"/>
                  </a:lnTo>
                  <a:lnTo>
                    <a:pt x="1379" y="54545"/>
                  </a:lnTo>
                  <a:lnTo>
                    <a:pt x="2758" y="61090"/>
                  </a:lnTo>
                  <a:lnTo>
                    <a:pt x="5517" y="63272"/>
                  </a:lnTo>
                  <a:lnTo>
                    <a:pt x="11034" y="66545"/>
                  </a:lnTo>
                  <a:lnTo>
                    <a:pt x="19310" y="78545"/>
                  </a:lnTo>
                  <a:lnTo>
                    <a:pt x="26206" y="92727"/>
                  </a:lnTo>
                  <a:lnTo>
                    <a:pt x="28965" y="99272"/>
                  </a:lnTo>
                  <a:lnTo>
                    <a:pt x="30344" y="103636"/>
                  </a:lnTo>
                  <a:lnTo>
                    <a:pt x="34482" y="100363"/>
                  </a:lnTo>
                  <a:lnTo>
                    <a:pt x="41379" y="103636"/>
                  </a:lnTo>
                  <a:lnTo>
                    <a:pt x="46896" y="105818"/>
                  </a:lnTo>
                  <a:lnTo>
                    <a:pt x="55172" y="106909"/>
                  </a:lnTo>
                  <a:lnTo>
                    <a:pt x="64827" y="111272"/>
                  </a:lnTo>
                  <a:lnTo>
                    <a:pt x="67586" y="111272"/>
                  </a:lnTo>
                  <a:lnTo>
                    <a:pt x="70344" y="110181"/>
                  </a:lnTo>
                  <a:lnTo>
                    <a:pt x="73103" y="110181"/>
                  </a:lnTo>
                  <a:lnTo>
                    <a:pt x="80000" y="111272"/>
                  </a:lnTo>
                  <a:lnTo>
                    <a:pt x="103448" y="120000"/>
                  </a:lnTo>
                  <a:lnTo>
                    <a:pt x="110344" y="120000"/>
                  </a:lnTo>
                  <a:lnTo>
                    <a:pt x="118620" y="117818"/>
                  </a:lnTo>
                  <a:lnTo>
                    <a:pt x="120000" y="114545"/>
                  </a:lnTo>
                  <a:lnTo>
                    <a:pt x="120000" y="110181"/>
                  </a:lnTo>
                  <a:lnTo>
                    <a:pt x="115862" y="106909"/>
                  </a:lnTo>
                  <a:lnTo>
                    <a:pt x="107586" y="104727"/>
                  </a:lnTo>
                  <a:lnTo>
                    <a:pt x="103448" y="100363"/>
                  </a:lnTo>
                  <a:lnTo>
                    <a:pt x="103448" y="98181"/>
                  </a:lnTo>
                  <a:lnTo>
                    <a:pt x="107586" y="97090"/>
                  </a:lnTo>
                  <a:lnTo>
                    <a:pt x="108965" y="94909"/>
                  </a:lnTo>
                  <a:lnTo>
                    <a:pt x="106206" y="88363"/>
                  </a:lnTo>
                  <a:lnTo>
                    <a:pt x="95172" y="75272"/>
                  </a:lnTo>
                  <a:lnTo>
                    <a:pt x="86896" y="66545"/>
                  </a:lnTo>
                  <a:lnTo>
                    <a:pt x="81379" y="63272"/>
                  </a:lnTo>
                  <a:lnTo>
                    <a:pt x="74482" y="62181"/>
                  </a:lnTo>
                  <a:lnTo>
                    <a:pt x="56551" y="65454"/>
                  </a:lnTo>
                  <a:lnTo>
                    <a:pt x="53793" y="66545"/>
                  </a:lnTo>
                  <a:lnTo>
                    <a:pt x="52413" y="68727"/>
                  </a:lnTo>
                  <a:lnTo>
                    <a:pt x="51034" y="75272"/>
                  </a:lnTo>
                  <a:lnTo>
                    <a:pt x="46896" y="79636"/>
                  </a:lnTo>
                  <a:lnTo>
                    <a:pt x="45517" y="85090"/>
                  </a:lnTo>
                  <a:lnTo>
                    <a:pt x="44137" y="87272"/>
                  </a:lnTo>
                  <a:lnTo>
                    <a:pt x="41379" y="88363"/>
                  </a:lnTo>
                  <a:lnTo>
                    <a:pt x="35862" y="86181"/>
                  </a:lnTo>
                  <a:lnTo>
                    <a:pt x="34482" y="84000"/>
                  </a:lnTo>
                  <a:lnTo>
                    <a:pt x="34482" y="81818"/>
                  </a:lnTo>
                  <a:lnTo>
                    <a:pt x="34482" y="77454"/>
                  </a:lnTo>
                  <a:lnTo>
                    <a:pt x="35862" y="75272"/>
                  </a:lnTo>
                  <a:lnTo>
                    <a:pt x="41379" y="68727"/>
                  </a:lnTo>
                  <a:lnTo>
                    <a:pt x="44137" y="67636"/>
                  </a:lnTo>
                  <a:lnTo>
                    <a:pt x="44137" y="65454"/>
                  </a:lnTo>
                  <a:lnTo>
                    <a:pt x="44137" y="61090"/>
                  </a:lnTo>
                  <a:lnTo>
                    <a:pt x="42758" y="56727"/>
                  </a:lnTo>
                  <a:lnTo>
                    <a:pt x="40000" y="54545"/>
                  </a:lnTo>
                  <a:lnTo>
                    <a:pt x="40000" y="52363"/>
                  </a:lnTo>
                  <a:lnTo>
                    <a:pt x="40000" y="49090"/>
                  </a:lnTo>
                  <a:lnTo>
                    <a:pt x="42758" y="45818"/>
                  </a:lnTo>
                  <a:lnTo>
                    <a:pt x="45517" y="44727"/>
                  </a:lnTo>
                  <a:lnTo>
                    <a:pt x="48275" y="45818"/>
                  </a:lnTo>
                  <a:lnTo>
                    <a:pt x="52413" y="46909"/>
                  </a:lnTo>
                  <a:lnTo>
                    <a:pt x="51034" y="51272"/>
                  </a:lnTo>
                  <a:lnTo>
                    <a:pt x="56551" y="50181"/>
                  </a:lnTo>
                  <a:lnTo>
                    <a:pt x="62068" y="43636"/>
                  </a:lnTo>
                  <a:lnTo>
                    <a:pt x="64827" y="34909"/>
                  </a:lnTo>
                  <a:lnTo>
                    <a:pt x="66206" y="29454"/>
                  </a:lnTo>
                  <a:lnTo>
                    <a:pt x="60689" y="26181"/>
                  </a:lnTo>
                  <a:lnTo>
                    <a:pt x="56551" y="25090"/>
                  </a:lnTo>
                  <a:lnTo>
                    <a:pt x="52413" y="26181"/>
                  </a:lnTo>
                  <a:lnTo>
                    <a:pt x="46896" y="28363"/>
                  </a:lnTo>
                  <a:lnTo>
                    <a:pt x="46896" y="21818"/>
                  </a:lnTo>
                  <a:lnTo>
                    <a:pt x="51034" y="14181"/>
                  </a:lnTo>
                  <a:lnTo>
                    <a:pt x="48275" y="1090"/>
                  </a:lnTo>
                  <a:lnTo>
                    <a:pt x="45517" y="0"/>
                  </a:lnTo>
                  <a:lnTo>
                    <a:pt x="42758" y="2181"/>
                  </a:lnTo>
                  <a:lnTo>
                    <a:pt x="40000" y="436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Shape 5377"/>
            <p:cNvSpPr/>
            <p:nvPr/>
          </p:nvSpPr>
          <p:spPr>
            <a:xfrm>
              <a:off x="14943395" y="5705819"/>
              <a:ext cx="28575" cy="301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2641" y="62142"/>
                  </a:moveTo>
                  <a:lnTo>
                    <a:pt x="18113" y="79285"/>
                  </a:lnTo>
                  <a:lnTo>
                    <a:pt x="0" y="100714"/>
                  </a:lnTo>
                  <a:lnTo>
                    <a:pt x="0" y="107142"/>
                  </a:lnTo>
                  <a:lnTo>
                    <a:pt x="11320" y="119999"/>
                  </a:lnTo>
                  <a:lnTo>
                    <a:pt x="31698" y="119999"/>
                  </a:lnTo>
                  <a:lnTo>
                    <a:pt x="104150" y="98571"/>
                  </a:lnTo>
                  <a:lnTo>
                    <a:pt x="115471" y="87857"/>
                  </a:lnTo>
                  <a:lnTo>
                    <a:pt x="120000" y="70714"/>
                  </a:lnTo>
                  <a:lnTo>
                    <a:pt x="117735" y="66428"/>
                  </a:lnTo>
                  <a:lnTo>
                    <a:pt x="92830" y="68571"/>
                  </a:lnTo>
                  <a:lnTo>
                    <a:pt x="58867" y="79285"/>
                  </a:lnTo>
                  <a:lnTo>
                    <a:pt x="49811" y="83571"/>
                  </a:lnTo>
                  <a:lnTo>
                    <a:pt x="49811" y="87857"/>
                  </a:lnTo>
                  <a:lnTo>
                    <a:pt x="49811" y="94285"/>
                  </a:lnTo>
                  <a:lnTo>
                    <a:pt x="47547" y="100714"/>
                  </a:lnTo>
                  <a:lnTo>
                    <a:pt x="40754" y="102857"/>
                  </a:lnTo>
                  <a:lnTo>
                    <a:pt x="31698" y="100714"/>
                  </a:lnTo>
                  <a:lnTo>
                    <a:pt x="31698" y="85714"/>
                  </a:lnTo>
                  <a:lnTo>
                    <a:pt x="33962" y="79285"/>
                  </a:lnTo>
                  <a:lnTo>
                    <a:pt x="43018" y="70714"/>
                  </a:lnTo>
                  <a:lnTo>
                    <a:pt x="70188" y="57857"/>
                  </a:lnTo>
                  <a:lnTo>
                    <a:pt x="74716" y="51428"/>
                  </a:lnTo>
                  <a:lnTo>
                    <a:pt x="76981" y="47142"/>
                  </a:lnTo>
                  <a:lnTo>
                    <a:pt x="76981" y="38571"/>
                  </a:lnTo>
                  <a:lnTo>
                    <a:pt x="76981" y="32142"/>
                  </a:lnTo>
                  <a:lnTo>
                    <a:pt x="74716" y="27857"/>
                  </a:lnTo>
                  <a:lnTo>
                    <a:pt x="72452" y="29999"/>
                  </a:lnTo>
                  <a:lnTo>
                    <a:pt x="65660" y="32142"/>
                  </a:lnTo>
                  <a:lnTo>
                    <a:pt x="61132" y="32142"/>
                  </a:lnTo>
                  <a:lnTo>
                    <a:pt x="54339" y="32142"/>
                  </a:lnTo>
                  <a:lnTo>
                    <a:pt x="63396" y="19285"/>
                  </a:lnTo>
                  <a:lnTo>
                    <a:pt x="65660" y="14999"/>
                  </a:lnTo>
                  <a:lnTo>
                    <a:pt x="72452" y="10714"/>
                  </a:lnTo>
                  <a:lnTo>
                    <a:pt x="70188" y="6428"/>
                  </a:lnTo>
                  <a:lnTo>
                    <a:pt x="65660" y="4285"/>
                  </a:lnTo>
                  <a:lnTo>
                    <a:pt x="65660" y="4285"/>
                  </a:lnTo>
                  <a:lnTo>
                    <a:pt x="61132" y="4285"/>
                  </a:lnTo>
                  <a:lnTo>
                    <a:pt x="52075" y="0"/>
                  </a:lnTo>
                  <a:lnTo>
                    <a:pt x="43018" y="2142"/>
                  </a:lnTo>
                  <a:lnTo>
                    <a:pt x="27169" y="8571"/>
                  </a:lnTo>
                  <a:lnTo>
                    <a:pt x="22641" y="17142"/>
                  </a:lnTo>
                  <a:lnTo>
                    <a:pt x="20377" y="23571"/>
                  </a:lnTo>
                  <a:lnTo>
                    <a:pt x="24905" y="42857"/>
                  </a:lnTo>
                  <a:lnTo>
                    <a:pt x="24905" y="55714"/>
                  </a:lnTo>
                  <a:lnTo>
                    <a:pt x="22641" y="62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Shape 5378"/>
            <p:cNvSpPr/>
            <p:nvPr/>
          </p:nvSpPr>
          <p:spPr>
            <a:xfrm>
              <a:off x="14943395" y="5705819"/>
              <a:ext cx="28575" cy="301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2641" y="62142"/>
                  </a:moveTo>
                  <a:lnTo>
                    <a:pt x="18113" y="79285"/>
                  </a:lnTo>
                  <a:lnTo>
                    <a:pt x="0" y="100714"/>
                  </a:lnTo>
                  <a:lnTo>
                    <a:pt x="0" y="107142"/>
                  </a:lnTo>
                  <a:lnTo>
                    <a:pt x="11320" y="119999"/>
                  </a:lnTo>
                  <a:lnTo>
                    <a:pt x="31698" y="119999"/>
                  </a:lnTo>
                  <a:lnTo>
                    <a:pt x="104150" y="98571"/>
                  </a:lnTo>
                  <a:lnTo>
                    <a:pt x="115471" y="87857"/>
                  </a:lnTo>
                  <a:lnTo>
                    <a:pt x="120000" y="70714"/>
                  </a:lnTo>
                  <a:lnTo>
                    <a:pt x="117735" y="66428"/>
                  </a:lnTo>
                  <a:lnTo>
                    <a:pt x="92830" y="68571"/>
                  </a:lnTo>
                  <a:lnTo>
                    <a:pt x="58867" y="79285"/>
                  </a:lnTo>
                  <a:lnTo>
                    <a:pt x="49811" y="83571"/>
                  </a:lnTo>
                  <a:lnTo>
                    <a:pt x="49811" y="87857"/>
                  </a:lnTo>
                  <a:lnTo>
                    <a:pt x="49811" y="94285"/>
                  </a:lnTo>
                  <a:lnTo>
                    <a:pt x="47547" y="100714"/>
                  </a:lnTo>
                  <a:lnTo>
                    <a:pt x="40754" y="102857"/>
                  </a:lnTo>
                  <a:lnTo>
                    <a:pt x="31698" y="100714"/>
                  </a:lnTo>
                  <a:lnTo>
                    <a:pt x="31698" y="85714"/>
                  </a:lnTo>
                  <a:lnTo>
                    <a:pt x="33962" y="79285"/>
                  </a:lnTo>
                  <a:lnTo>
                    <a:pt x="43018" y="70714"/>
                  </a:lnTo>
                  <a:lnTo>
                    <a:pt x="70188" y="57857"/>
                  </a:lnTo>
                  <a:lnTo>
                    <a:pt x="74716" y="51428"/>
                  </a:lnTo>
                  <a:lnTo>
                    <a:pt x="76981" y="47142"/>
                  </a:lnTo>
                  <a:lnTo>
                    <a:pt x="76981" y="38571"/>
                  </a:lnTo>
                  <a:lnTo>
                    <a:pt x="76981" y="32142"/>
                  </a:lnTo>
                  <a:lnTo>
                    <a:pt x="74716" y="27857"/>
                  </a:lnTo>
                  <a:lnTo>
                    <a:pt x="72452" y="29999"/>
                  </a:lnTo>
                  <a:lnTo>
                    <a:pt x="65660" y="32142"/>
                  </a:lnTo>
                  <a:lnTo>
                    <a:pt x="61132" y="32142"/>
                  </a:lnTo>
                  <a:lnTo>
                    <a:pt x="54339" y="32142"/>
                  </a:lnTo>
                  <a:lnTo>
                    <a:pt x="63396" y="19285"/>
                  </a:lnTo>
                  <a:lnTo>
                    <a:pt x="65660" y="14999"/>
                  </a:lnTo>
                  <a:lnTo>
                    <a:pt x="72452" y="10714"/>
                  </a:lnTo>
                  <a:lnTo>
                    <a:pt x="70188" y="6428"/>
                  </a:lnTo>
                  <a:lnTo>
                    <a:pt x="65660" y="4285"/>
                  </a:lnTo>
                  <a:lnTo>
                    <a:pt x="65660" y="4285"/>
                  </a:lnTo>
                  <a:lnTo>
                    <a:pt x="61132" y="4285"/>
                  </a:lnTo>
                  <a:lnTo>
                    <a:pt x="52075" y="0"/>
                  </a:lnTo>
                  <a:lnTo>
                    <a:pt x="43018" y="2142"/>
                  </a:lnTo>
                  <a:lnTo>
                    <a:pt x="27169" y="8571"/>
                  </a:lnTo>
                  <a:lnTo>
                    <a:pt x="22641" y="17142"/>
                  </a:lnTo>
                  <a:lnTo>
                    <a:pt x="20377" y="23571"/>
                  </a:lnTo>
                  <a:lnTo>
                    <a:pt x="24905" y="42857"/>
                  </a:lnTo>
                  <a:lnTo>
                    <a:pt x="24905" y="55714"/>
                  </a:lnTo>
                  <a:lnTo>
                    <a:pt x="22641" y="62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Shape 5379"/>
            <p:cNvSpPr/>
            <p:nvPr/>
          </p:nvSpPr>
          <p:spPr>
            <a:xfrm>
              <a:off x="14922757" y="5707407"/>
              <a:ext cx="23813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5957" y="5000"/>
                  </a:moveTo>
                  <a:lnTo>
                    <a:pt x="38297" y="5000"/>
                  </a:lnTo>
                  <a:lnTo>
                    <a:pt x="33191" y="2500"/>
                  </a:lnTo>
                  <a:lnTo>
                    <a:pt x="30638" y="15000"/>
                  </a:lnTo>
                  <a:lnTo>
                    <a:pt x="38297" y="40000"/>
                  </a:lnTo>
                  <a:lnTo>
                    <a:pt x="33191" y="47500"/>
                  </a:lnTo>
                  <a:lnTo>
                    <a:pt x="25531" y="45000"/>
                  </a:lnTo>
                  <a:lnTo>
                    <a:pt x="20425" y="37500"/>
                  </a:lnTo>
                  <a:lnTo>
                    <a:pt x="17872" y="15000"/>
                  </a:lnTo>
                  <a:lnTo>
                    <a:pt x="5106" y="22500"/>
                  </a:lnTo>
                  <a:lnTo>
                    <a:pt x="0" y="45000"/>
                  </a:lnTo>
                  <a:lnTo>
                    <a:pt x="2553" y="70000"/>
                  </a:lnTo>
                  <a:lnTo>
                    <a:pt x="20425" y="92500"/>
                  </a:lnTo>
                  <a:lnTo>
                    <a:pt x="35744" y="102500"/>
                  </a:lnTo>
                  <a:lnTo>
                    <a:pt x="61276" y="115000"/>
                  </a:lnTo>
                  <a:lnTo>
                    <a:pt x="84255" y="120000"/>
                  </a:lnTo>
                  <a:lnTo>
                    <a:pt x="89361" y="115000"/>
                  </a:lnTo>
                  <a:lnTo>
                    <a:pt x="112340" y="65000"/>
                  </a:lnTo>
                  <a:lnTo>
                    <a:pt x="120000" y="47500"/>
                  </a:lnTo>
                  <a:lnTo>
                    <a:pt x="109787" y="22500"/>
                  </a:lnTo>
                  <a:lnTo>
                    <a:pt x="94468" y="7500"/>
                  </a:lnTo>
                  <a:lnTo>
                    <a:pt x="53617" y="0"/>
                  </a:lnTo>
                  <a:lnTo>
                    <a:pt x="45957" y="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Shape 5380"/>
            <p:cNvSpPr/>
            <p:nvPr/>
          </p:nvSpPr>
          <p:spPr>
            <a:xfrm>
              <a:off x="14922757" y="5707407"/>
              <a:ext cx="23813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5957" y="5000"/>
                  </a:moveTo>
                  <a:lnTo>
                    <a:pt x="38297" y="5000"/>
                  </a:lnTo>
                  <a:lnTo>
                    <a:pt x="33191" y="2500"/>
                  </a:lnTo>
                  <a:lnTo>
                    <a:pt x="30638" y="15000"/>
                  </a:lnTo>
                  <a:lnTo>
                    <a:pt x="38297" y="40000"/>
                  </a:lnTo>
                  <a:lnTo>
                    <a:pt x="33191" y="47500"/>
                  </a:lnTo>
                  <a:lnTo>
                    <a:pt x="25531" y="45000"/>
                  </a:lnTo>
                  <a:lnTo>
                    <a:pt x="20425" y="37500"/>
                  </a:lnTo>
                  <a:lnTo>
                    <a:pt x="17872" y="15000"/>
                  </a:lnTo>
                  <a:lnTo>
                    <a:pt x="5106" y="22500"/>
                  </a:lnTo>
                  <a:lnTo>
                    <a:pt x="0" y="45000"/>
                  </a:lnTo>
                  <a:lnTo>
                    <a:pt x="2553" y="70000"/>
                  </a:lnTo>
                  <a:lnTo>
                    <a:pt x="20425" y="92500"/>
                  </a:lnTo>
                  <a:lnTo>
                    <a:pt x="35744" y="102500"/>
                  </a:lnTo>
                  <a:lnTo>
                    <a:pt x="61276" y="115000"/>
                  </a:lnTo>
                  <a:lnTo>
                    <a:pt x="84255" y="120000"/>
                  </a:lnTo>
                  <a:lnTo>
                    <a:pt x="89361" y="115000"/>
                  </a:lnTo>
                  <a:lnTo>
                    <a:pt x="112340" y="65000"/>
                  </a:lnTo>
                  <a:lnTo>
                    <a:pt x="120000" y="47500"/>
                  </a:lnTo>
                  <a:lnTo>
                    <a:pt x="109787" y="22500"/>
                  </a:lnTo>
                  <a:lnTo>
                    <a:pt x="94468" y="7500"/>
                  </a:lnTo>
                  <a:lnTo>
                    <a:pt x="53617" y="0"/>
                  </a:lnTo>
                  <a:lnTo>
                    <a:pt x="45957" y="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Shape 5381"/>
            <p:cNvSpPr/>
            <p:nvPr/>
          </p:nvSpPr>
          <p:spPr>
            <a:xfrm>
              <a:off x="14910057" y="5658194"/>
              <a:ext cx="23813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666" y="117142"/>
                  </a:moveTo>
                  <a:lnTo>
                    <a:pt x="18666" y="108571"/>
                  </a:lnTo>
                  <a:lnTo>
                    <a:pt x="16000" y="91428"/>
                  </a:lnTo>
                  <a:lnTo>
                    <a:pt x="18666" y="82857"/>
                  </a:lnTo>
                  <a:lnTo>
                    <a:pt x="26666" y="77142"/>
                  </a:lnTo>
                  <a:lnTo>
                    <a:pt x="29333" y="85714"/>
                  </a:lnTo>
                  <a:lnTo>
                    <a:pt x="34666" y="91428"/>
                  </a:lnTo>
                  <a:lnTo>
                    <a:pt x="37333" y="97142"/>
                  </a:lnTo>
                  <a:lnTo>
                    <a:pt x="40000" y="100000"/>
                  </a:lnTo>
                  <a:lnTo>
                    <a:pt x="56000" y="102857"/>
                  </a:lnTo>
                  <a:lnTo>
                    <a:pt x="69333" y="114285"/>
                  </a:lnTo>
                  <a:lnTo>
                    <a:pt x="85333" y="120000"/>
                  </a:lnTo>
                  <a:lnTo>
                    <a:pt x="96000" y="120000"/>
                  </a:lnTo>
                  <a:lnTo>
                    <a:pt x="106666" y="100000"/>
                  </a:lnTo>
                  <a:lnTo>
                    <a:pt x="114666" y="97142"/>
                  </a:lnTo>
                  <a:lnTo>
                    <a:pt x="120000" y="88571"/>
                  </a:lnTo>
                  <a:lnTo>
                    <a:pt x="112000" y="65714"/>
                  </a:lnTo>
                  <a:lnTo>
                    <a:pt x="106666" y="68571"/>
                  </a:lnTo>
                  <a:lnTo>
                    <a:pt x="104000" y="71428"/>
                  </a:lnTo>
                  <a:lnTo>
                    <a:pt x="106666" y="54285"/>
                  </a:lnTo>
                  <a:lnTo>
                    <a:pt x="106666" y="45714"/>
                  </a:lnTo>
                  <a:lnTo>
                    <a:pt x="106666" y="37142"/>
                  </a:lnTo>
                  <a:lnTo>
                    <a:pt x="98666" y="40000"/>
                  </a:lnTo>
                  <a:lnTo>
                    <a:pt x="96000" y="28571"/>
                  </a:lnTo>
                  <a:lnTo>
                    <a:pt x="88000" y="31428"/>
                  </a:lnTo>
                  <a:lnTo>
                    <a:pt x="69333" y="48571"/>
                  </a:lnTo>
                  <a:lnTo>
                    <a:pt x="66666" y="37142"/>
                  </a:lnTo>
                  <a:lnTo>
                    <a:pt x="64000" y="11428"/>
                  </a:lnTo>
                  <a:lnTo>
                    <a:pt x="58666" y="0"/>
                  </a:lnTo>
                  <a:lnTo>
                    <a:pt x="56000" y="0"/>
                  </a:lnTo>
                  <a:lnTo>
                    <a:pt x="48000" y="0"/>
                  </a:lnTo>
                  <a:lnTo>
                    <a:pt x="45333" y="2857"/>
                  </a:lnTo>
                  <a:lnTo>
                    <a:pt x="48000" y="14285"/>
                  </a:lnTo>
                  <a:lnTo>
                    <a:pt x="42666" y="14285"/>
                  </a:lnTo>
                  <a:lnTo>
                    <a:pt x="32000" y="8571"/>
                  </a:lnTo>
                  <a:lnTo>
                    <a:pt x="13333" y="11428"/>
                  </a:lnTo>
                  <a:lnTo>
                    <a:pt x="5333" y="14285"/>
                  </a:lnTo>
                  <a:lnTo>
                    <a:pt x="0" y="91428"/>
                  </a:lnTo>
                  <a:lnTo>
                    <a:pt x="5333" y="117142"/>
                  </a:lnTo>
                  <a:lnTo>
                    <a:pt x="18666" y="117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Shape 5382"/>
            <p:cNvSpPr/>
            <p:nvPr/>
          </p:nvSpPr>
          <p:spPr>
            <a:xfrm>
              <a:off x="14910057" y="5658194"/>
              <a:ext cx="23813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666" y="117142"/>
                  </a:moveTo>
                  <a:lnTo>
                    <a:pt x="18666" y="108571"/>
                  </a:lnTo>
                  <a:lnTo>
                    <a:pt x="16000" y="91428"/>
                  </a:lnTo>
                  <a:lnTo>
                    <a:pt x="18666" y="82857"/>
                  </a:lnTo>
                  <a:lnTo>
                    <a:pt x="26666" y="77142"/>
                  </a:lnTo>
                  <a:lnTo>
                    <a:pt x="29333" y="85714"/>
                  </a:lnTo>
                  <a:lnTo>
                    <a:pt x="34666" y="91428"/>
                  </a:lnTo>
                  <a:lnTo>
                    <a:pt x="37333" y="97142"/>
                  </a:lnTo>
                  <a:lnTo>
                    <a:pt x="40000" y="100000"/>
                  </a:lnTo>
                  <a:lnTo>
                    <a:pt x="56000" y="102857"/>
                  </a:lnTo>
                  <a:lnTo>
                    <a:pt x="69333" y="114285"/>
                  </a:lnTo>
                  <a:lnTo>
                    <a:pt x="85333" y="120000"/>
                  </a:lnTo>
                  <a:lnTo>
                    <a:pt x="96000" y="120000"/>
                  </a:lnTo>
                  <a:lnTo>
                    <a:pt x="106666" y="100000"/>
                  </a:lnTo>
                  <a:lnTo>
                    <a:pt x="114666" y="97142"/>
                  </a:lnTo>
                  <a:lnTo>
                    <a:pt x="120000" y="88571"/>
                  </a:lnTo>
                  <a:lnTo>
                    <a:pt x="112000" y="65714"/>
                  </a:lnTo>
                  <a:lnTo>
                    <a:pt x="106666" y="68571"/>
                  </a:lnTo>
                  <a:lnTo>
                    <a:pt x="104000" y="71428"/>
                  </a:lnTo>
                  <a:lnTo>
                    <a:pt x="106666" y="54285"/>
                  </a:lnTo>
                  <a:lnTo>
                    <a:pt x="106666" y="45714"/>
                  </a:lnTo>
                  <a:lnTo>
                    <a:pt x="106666" y="37142"/>
                  </a:lnTo>
                  <a:lnTo>
                    <a:pt x="98666" y="40000"/>
                  </a:lnTo>
                  <a:lnTo>
                    <a:pt x="96000" y="28571"/>
                  </a:lnTo>
                  <a:lnTo>
                    <a:pt x="88000" y="31428"/>
                  </a:lnTo>
                  <a:lnTo>
                    <a:pt x="69333" y="48571"/>
                  </a:lnTo>
                  <a:lnTo>
                    <a:pt x="66666" y="37142"/>
                  </a:lnTo>
                  <a:lnTo>
                    <a:pt x="64000" y="11428"/>
                  </a:lnTo>
                  <a:lnTo>
                    <a:pt x="58666" y="0"/>
                  </a:lnTo>
                  <a:lnTo>
                    <a:pt x="56000" y="0"/>
                  </a:lnTo>
                  <a:lnTo>
                    <a:pt x="48000" y="0"/>
                  </a:lnTo>
                  <a:lnTo>
                    <a:pt x="45333" y="2857"/>
                  </a:lnTo>
                  <a:lnTo>
                    <a:pt x="48000" y="14285"/>
                  </a:lnTo>
                  <a:lnTo>
                    <a:pt x="42666" y="14285"/>
                  </a:lnTo>
                  <a:lnTo>
                    <a:pt x="32000" y="8571"/>
                  </a:lnTo>
                  <a:lnTo>
                    <a:pt x="13333" y="11428"/>
                  </a:lnTo>
                  <a:lnTo>
                    <a:pt x="5333" y="14285"/>
                  </a:lnTo>
                  <a:lnTo>
                    <a:pt x="0" y="91428"/>
                  </a:lnTo>
                  <a:lnTo>
                    <a:pt x="5333" y="117142"/>
                  </a:lnTo>
                  <a:lnTo>
                    <a:pt x="18666" y="117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Shape 5383"/>
            <p:cNvSpPr/>
            <p:nvPr/>
          </p:nvSpPr>
          <p:spPr>
            <a:xfrm>
              <a:off x="14886245" y="5655019"/>
              <a:ext cx="20638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" y="109787"/>
                  </a:moveTo>
                  <a:lnTo>
                    <a:pt x="12000" y="112340"/>
                  </a:lnTo>
                  <a:lnTo>
                    <a:pt x="24000" y="120000"/>
                  </a:lnTo>
                  <a:lnTo>
                    <a:pt x="24000" y="120000"/>
                  </a:lnTo>
                  <a:lnTo>
                    <a:pt x="27000" y="102127"/>
                  </a:lnTo>
                  <a:lnTo>
                    <a:pt x="30000" y="97021"/>
                  </a:lnTo>
                  <a:lnTo>
                    <a:pt x="48000" y="97021"/>
                  </a:lnTo>
                  <a:lnTo>
                    <a:pt x="75000" y="104680"/>
                  </a:lnTo>
                  <a:lnTo>
                    <a:pt x="102000" y="109787"/>
                  </a:lnTo>
                  <a:lnTo>
                    <a:pt x="114000" y="97021"/>
                  </a:lnTo>
                  <a:lnTo>
                    <a:pt x="114000" y="89361"/>
                  </a:lnTo>
                  <a:lnTo>
                    <a:pt x="120000" y="71489"/>
                  </a:lnTo>
                  <a:lnTo>
                    <a:pt x="120000" y="61276"/>
                  </a:lnTo>
                  <a:lnTo>
                    <a:pt x="117000" y="48510"/>
                  </a:lnTo>
                  <a:lnTo>
                    <a:pt x="111000" y="40851"/>
                  </a:lnTo>
                  <a:lnTo>
                    <a:pt x="90000" y="22978"/>
                  </a:lnTo>
                  <a:lnTo>
                    <a:pt x="63000" y="38297"/>
                  </a:lnTo>
                  <a:lnTo>
                    <a:pt x="57000" y="15319"/>
                  </a:lnTo>
                  <a:lnTo>
                    <a:pt x="54000" y="2553"/>
                  </a:lnTo>
                  <a:lnTo>
                    <a:pt x="42000" y="0"/>
                  </a:lnTo>
                  <a:lnTo>
                    <a:pt x="18000" y="12765"/>
                  </a:lnTo>
                  <a:lnTo>
                    <a:pt x="6000" y="22978"/>
                  </a:lnTo>
                  <a:lnTo>
                    <a:pt x="3000" y="43404"/>
                  </a:lnTo>
                  <a:lnTo>
                    <a:pt x="0" y="89361"/>
                  </a:lnTo>
                  <a:lnTo>
                    <a:pt x="3000" y="104680"/>
                  </a:lnTo>
                  <a:lnTo>
                    <a:pt x="6000" y="10978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Shape 5384"/>
            <p:cNvSpPr/>
            <p:nvPr/>
          </p:nvSpPr>
          <p:spPr>
            <a:xfrm>
              <a:off x="14886245" y="5655019"/>
              <a:ext cx="20638" cy="253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" y="109787"/>
                  </a:moveTo>
                  <a:lnTo>
                    <a:pt x="12000" y="112340"/>
                  </a:lnTo>
                  <a:lnTo>
                    <a:pt x="24000" y="120000"/>
                  </a:lnTo>
                  <a:lnTo>
                    <a:pt x="24000" y="120000"/>
                  </a:lnTo>
                  <a:lnTo>
                    <a:pt x="27000" y="102127"/>
                  </a:lnTo>
                  <a:lnTo>
                    <a:pt x="30000" y="97021"/>
                  </a:lnTo>
                  <a:lnTo>
                    <a:pt x="48000" y="97021"/>
                  </a:lnTo>
                  <a:lnTo>
                    <a:pt x="75000" y="104680"/>
                  </a:lnTo>
                  <a:lnTo>
                    <a:pt x="102000" y="109787"/>
                  </a:lnTo>
                  <a:lnTo>
                    <a:pt x="114000" y="97021"/>
                  </a:lnTo>
                  <a:lnTo>
                    <a:pt x="114000" y="89361"/>
                  </a:lnTo>
                  <a:lnTo>
                    <a:pt x="120000" y="71489"/>
                  </a:lnTo>
                  <a:lnTo>
                    <a:pt x="120000" y="61276"/>
                  </a:lnTo>
                  <a:lnTo>
                    <a:pt x="117000" y="48510"/>
                  </a:lnTo>
                  <a:lnTo>
                    <a:pt x="111000" y="40851"/>
                  </a:lnTo>
                  <a:lnTo>
                    <a:pt x="90000" y="22978"/>
                  </a:lnTo>
                  <a:lnTo>
                    <a:pt x="63000" y="38297"/>
                  </a:lnTo>
                  <a:lnTo>
                    <a:pt x="57000" y="15319"/>
                  </a:lnTo>
                  <a:lnTo>
                    <a:pt x="54000" y="2553"/>
                  </a:lnTo>
                  <a:lnTo>
                    <a:pt x="42000" y="0"/>
                  </a:lnTo>
                  <a:lnTo>
                    <a:pt x="18000" y="12765"/>
                  </a:lnTo>
                  <a:lnTo>
                    <a:pt x="6000" y="22978"/>
                  </a:lnTo>
                  <a:lnTo>
                    <a:pt x="3000" y="43404"/>
                  </a:lnTo>
                  <a:lnTo>
                    <a:pt x="0" y="89361"/>
                  </a:lnTo>
                  <a:lnTo>
                    <a:pt x="3000" y="104680"/>
                  </a:lnTo>
                  <a:lnTo>
                    <a:pt x="6000" y="10978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Shape 5385"/>
            <p:cNvSpPr/>
            <p:nvPr/>
          </p:nvSpPr>
          <p:spPr>
            <a:xfrm>
              <a:off x="14514770" y="5426419"/>
              <a:ext cx="23813" cy="301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333" y="69152"/>
                  </a:moveTo>
                  <a:lnTo>
                    <a:pt x="26666" y="69152"/>
                  </a:lnTo>
                  <a:lnTo>
                    <a:pt x="34666" y="71186"/>
                  </a:lnTo>
                  <a:lnTo>
                    <a:pt x="40000" y="75254"/>
                  </a:lnTo>
                  <a:lnTo>
                    <a:pt x="45333" y="81355"/>
                  </a:lnTo>
                  <a:lnTo>
                    <a:pt x="40000" y="79322"/>
                  </a:lnTo>
                  <a:lnTo>
                    <a:pt x="32000" y="79322"/>
                  </a:lnTo>
                  <a:lnTo>
                    <a:pt x="21333" y="77288"/>
                  </a:lnTo>
                  <a:lnTo>
                    <a:pt x="16000" y="81355"/>
                  </a:lnTo>
                  <a:lnTo>
                    <a:pt x="16000" y="87457"/>
                  </a:lnTo>
                  <a:lnTo>
                    <a:pt x="16000" y="91525"/>
                  </a:lnTo>
                  <a:lnTo>
                    <a:pt x="21333" y="101694"/>
                  </a:lnTo>
                  <a:lnTo>
                    <a:pt x="32000" y="109830"/>
                  </a:lnTo>
                  <a:lnTo>
                    <a:pt x="40000" y="107796"/>
                  </a:lnTo>
                  <a:lnTo>
                    <a:pt x="48000" y="103728"/>
                  </a:lnTo>
                  <a:lnTo>
                    <a:pt x="58666" y="107796"/>
                  </a:lnTo>
                  <a:lnTo>
                    <a:pt x="53333" y="109830"/>
                  </a:lnTo>
                  <a:lnTo>
                    <a:pt x="50666" y="120000"/>
                  </a:lnTo>
                  <a:lnTo>
                    <a:pt x="69333" y="120000"/>
                  </a:lnTo>
                  <a:lnTo>
                    <a:pt x="74666" y="117966"/>
                  </a:lnTo>
                  <a:lnTo>
                    <a:pt x="80000" y="113898"/>
                  </a:lnTo>
                  <a:lnTo>
                    <a:pt x="90666" y="95593"/>
                  </a:lnTo>
                  <a:lnTo>
                    <a:pt x="96000" y="91525"/>
                  </a:lnTo>
                  <a:lnTo>
                    <a:pt x="117333" y="81355"/>
                  </a:lnTo>
                  <a:lnTo>
                    <a:pt x="120000" y="77288"/>
                  </a:lnTo>
                  <a:lnTo>
                    <a:pt x="117333" y="61016"/>
                  </a:lnTo>
                  <a:lnTo>
                    <a:pt x="120000" y="56949"/>
                  </a:lnTo>
                  <a:lnTo>
                    <a:pt x="98666" y="48813"/>
                  </a:lnTo>
                  <a:lnTo>
                    <a:pt x="61333" y="52881"/>
                  </a:lnTo>
                  <a:lnTo>
                    <a:pt x="45333" y="46779"/>
                  </a:lnTo>
                  <a:lnTo>
                    <a:pt x="64000" y="34576"/>
                  </a:lnTo>
                  <a:lnTo>
                    <a:pt x="42666" y="20338"/>
                  </a:lnTo>
                  <a:lnTo>
                    <a:pt x="34666" y="16271"/>
                  </a:lnTo>
                  <a:lnTo>
                    <a:pt x="34666" y="8135"/>
                  </a:lnTo>
                  <a:lnTo>
                    <a:pt x="34666" y="6101"/>
                  </a:lnTo>
                  <a:lnTo>
                    <a:pt x="21333" y="0"/>
                  </a:lnTo>
                  <a:lnTo>
                    <a:pt x="13333" y="2033"/>
                  </a:lnTo>
                  <a:lnTo>
                    <a:pt x="2666" y="10169"/>
                  </a:lnTo>
                  <a:lnTo>
                    <a:pt x="0" y="16271"/>
                  </a:lnTo>
                  <a:lnTo>
                    <a:pt x="2666" y="28474"/>
                  </a:lnTo>
                  <a:lnTo>
                    <a:pt x="21333" y="6915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Shape 5386"/>
            <p:cNvSpPr/>
            <p:nvPr/>
          </p:nvSpPr>
          <p:spPr>
            <a:xfrm>
              <a:off x="14514770" y="5426419"/>
              <a:ext cx="23813" cy="301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333" y="69152"/>
                  </a:moveTo>
                  <a:lnTo>
                    <a:pt x="26666" y="69152"/>
                  </a:lnTo>
                  <a:lnTo>
                    <a:pt x="34666" y="71186"/>
                  </a:lnTo>
                  <a:lnTo>
                    <a:pt x="40000" y="75254"/>
                  </a:lnTo>
                  <a:lnTo>
                    <a:pt x="45333" y="81355"/>
                  </a:lnTo>
                  <a:lnTo>
                    <a:pt x="40000" y="79322"/>
                  </a:lnTo>
                  <a:lnTo>
                    <a:pt x="32000" y="79322"/>
                  </a:lnTo>
                  <a:lnTo>
                    <a:pt x="21333" y="77288"/>
                  </a:lnTo>
                  <a:lnTo>
                    <a:pt x="16000" y="81355"/>
                  </a:lnTo>
                  <a:lnTo>
                    <a:pt x="16000" y="87457"/>
                  </a:lnTo>
                  <a:lnTo>
                    <a:pt x="16000" y="91525"/>
                  </a:lnTo>
                  <a:lnTo>
                    <a:pt x="21333" y="101694"/>
                  </a:lnTo>
                  <a:lnTo>
                    <a:pt x="32000" y="109830"/>
                  </a:lnTo>
                  <a:lnTo>
                    <a:pt x="40000" y="107796"/>
                  </a:lnTo>
                  <a:lnTo>
                    <a:pt x="48000" y="103728"/>
                  </a:lnTo>
                  <a:lnTo>
                    <a:pt x="58666" y="107796"/>
                  </a:lnTo>
                  <a:lnTo>
                    <a:pt x="53333" y="109830"/>
                  </a:lnTo>
                  <a:lnTo>
                    <a:pt x="50666" y="120000"/>
                  </a:lnTo>
                  <a:lnTo>
                    <a:pt x="69333" y="120000"/>
                  </a:lnTo>
                  <a:lnTo>
                    <a:pt x="74666" y="117966"/>
                  </a:lnTo>
                  <a:lnTo>
                    <a:pt x="80000" y="113898"/>
                  </a:lnTo>
                  <a:lnTo>
                    <a:pt x="90666" y="95593"/>
                  </a:lnTo>
                  <a:lnTo>
                    <a:pt x="96000" y="91525"/>
                  </a:lnTo>
                  <a:lnTo>
                    <a:pt x="117333" y="81355"/>
                  </a:lnTo>
                  <a:lnTo>
                    <a:pt x="120000" y="77288"/>
                  </a:lnTo>
                  <a:lnTo>
                    <a:pt x="117333" y="61016"/>
                  </a:lnTo>
                  <a:lnTo>
                    <a:pt x="120000" y="56949"/>
                  </a:lnTo>
                  <a:lnTo>
                    <a:pt x="98666" y="48813"/>
                  </a:lnTo>
                  <a:lnTo>
                    <a:pt x="61333" y="52881"/>
                  </a:lnTo>
                  <a:lnTo>
                    <a:pt x="45333" y="46779"/>
                  </a:lnTo>
                  <a:lnTo>
                    <a:pt x="64000" y="34576"/>
                  </a:lnTo>
                  <a:lnTo>
                    <a:pt x="42666" y="20338"/>
                  </a:lnTo>
                  <a:lnTo>
                    <a:pt x="34666" y="16271"/>
                  </a:lnTo>
                  <a:lnTo>
                    <a:pt x="34666" y="8135"/>
                  </a:lnTo>
                  <a:lnTo>
                    <a:pt x="34666" y="6101"/>
                  </a:lnTo>
                  <a:lnTo>
                    <a:pt x="21333" y="0"/>
                  </a:lnTo>
                  <a:lnTo>
                    <a:pt x="13333" y="2033"/>
                  </a:lnTo>
                  <a:lnTo>
                    <a:pt x="2666" y="10169"/>
                  </a:lnTo>
                  <a:lnTo>
                    <a:pt x="0" y="16271"/>
                  </a:lnTo>
                  <a:lnTo>
                    <a:pt x="2666" y="28474"/>
                  </a:lnTo>
                  <a:lnTo>
                    <a:pt x="21333" y="6915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Shape 5387"/>
            <p:cNvSpPr/>
            <p:nvPr/>
          </p:nvSpPr>
          <p:spPr>
            <a:xfrm>
              <a:off x="14414757" y="5370857"/>
              <a:ext cx="1658938" cy="15112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698" y="78529"/>
                  </a:moveTo>
                  <a:lnTo>
                    <a:pt x="118813" y="78361"/>
                  </a:lnTo>
                  <a:lnTo>
                    <a:pt x="118889" y="78109"/>
                  </a:lnTo>
                  <a:lnTo>
                    <a:pt x="118966" y="77815"/>
                  </a:lnTo>
                  <a:lnTo>
                    <a:pt x="118889" y="77521"/>
                  </a:lnTo>
                  <a:lnTo>
                    <a:pt x="118966" y="77394"/>
                  </a:lnTo>
                  <a:lnTo>
                    <a:pt x="119004" y="77142"/>
                  </a:lnTo>
                  <a:lnTo>
                    <a:pt x="119042" y="76806"/>
                  </a:lnTo>
                  <a:lnTo>
                    <a:pt x="119042" y="76764"/>
                  </a:lnTo>
                  <a:lnTo>
                    <a:pt x="119195" y="76470"/>
                  </a:lnTo>
                  <a:lnTo>
                    <a:pt x="119272" y="75966"/>
                  </a:lnTo>
                  <a:lnTo>
                    <a:pt x="119272" y="75882"/>
                  </a:lnTo>
                  <a:lnTo>
                    <a:pt x="119425" y="75714"/>
                  </a:lnTo>
                  <a:lnTo>
                    <a:pt x="119808" y="74957"/>
                  </a:lnTo>
                  <a:lnTo>
                    <a:pt x="119846" y="74789"/>
                  </a:lnTo>
                  <a:lnTo>
                    <a:pt x="119846" y="74495"/>
                  </a:lnTo>
                  <a:lnTo>
                    <a:pt x="119731" y="74243"/>
                  </a:lnTo>
                  <a:lnTo>
                    <a:pt x="119540" y="74075"/>
                  </a:lnTo>
                  <a:lnTo>
                    <a:pt x="119042" y="73991"/>
                  </a:lnTo>
                  <a:lnTo>
                    <a:pt x="118813" y="73907"/>
                  </a:lnTo>
                  <a:lnTo>
                    <a:pt x="119042" y="73781"/>
                  </a:lnTo>
                  <a:lnTo>
                    <a:pt x="119463" y="73655"/>
                  </a:lnTo>
                  <a:lnTo>
                    <a:pt x="119617" y="73529"/>
                  </a:lnTo>
                  <a:lnTo>
                    <a:pt x="119885" y="73109"/>
                  </a:lnTo>
                  <a:lnTo>
                    <a:pt x="119961" y="72773"/>
                  </a:lnTo>
                  <a:lnTo>
                    <a:pt x="119923" y="72394"/>
                  </a:lnTo>
                  <a:lnTo>
                    <a:pt x="119578" y="72310"/>
                  </a:lnTo>
                  <a:lnTo>
                    <a:pt x="119463" y="72268"/>
                  </a:lnTo>
                  <a:lnTo>
                    <a:pt x="119578" y="71974"/>
                  </a:lnTo>
                  <a:lnTo>
                    <a:pt x="119808" y="71848"/>
                  </a:lnTo>
                  <a:lnTo>
                    <a:pt x="120000" y="71722"/>
                  </a:lnTo>
                  <a:lnTo>
                    <a:pt x="120000" y="71302"/>
                  </a:lnTo>
                  <a:lnTo>
                    <a:pt x="119770" y="71092"/>
                  </a:lnTo>
                  <a:lnTo>
                    <a:pt x="119578" y="70966"/>
                  </a:lnTo>
                  <a:lnTo>
                    <a:pt x="119502" y="70714"/>
                  </a:lnTo>
                  <a:lnTo>
                    <a:pt x="119387" y="70336"/>
                  </a:lnTo>
                  <a:lnTo>
                    <a:pt x="119195" y="70462"/>
                  </a:lnTo>
                  <a:lnTo>
                    <a:pt x="118774" y="70462"/>
                  </a:lnTo>
                  <a:lnTo>
                    <a:pt x="118621" y="70546"/>
                  </a:lnTo>
                  <a:lnTo>
                    <a:pt x="118621" y="70378"/>
                  </a:lnTo>
                  <a:lnTo>
                    <a:pt x="118621" y="70210"/>
                  </a:lnTo>
                  <a:lnTo>
                    <a:pt x="118698" y="70126"/>
                  </a:lnTo>
                  <a:lnTo>
                    <a:pt x="118774" y="70210"/>
                  </a:lnTo>
                  <a:lnTo>
                    <a:pt x="118813" y="70252"/>
                  </a:lnTo>
                  <a:lnTo>
                    <a:pt x="118889" y="70168"/>
                  </a:lnTo>
                  <a:lnTo>
                    <a:pt x="119042" y="69957"/>
                  </a:lnTo>
                  <a:lnTo>
                    <a:pt x="119387" y="69831"/>
                  </a:lnTo>
                  <a:lnTo>
                    <a:pt x="119540" y="69747"/>
                  </a:lnTo>
                  <a:lnTo>
                    <a:pt x="119617" y="69495"/>
                  </a:lnTo>
                  <a:lnTo>
                    <a:pt x="118889" y="69453"/>
                  </a:lnTo>
                  <a:lnTo>
                    <a:pt x="118736" y="69495"/>
                  </a:lnTo>
                  <a:lnTo>
                    <a:pt x="118621" y="69663"/>
                  </a:lnTo>
                  <a:lnTo>
                    <a:pt x="118391" y="69957"/>
                  </a:lnTo>
                  <a:lnTo>
                    <a:pt x="118276" y="70168"/>
                  </a:lnTo>
                  <a:lnTo>
                    <a:pt x="118162" y="69915"/>
                  </a:lnTo>
                  <a:lnTo>
                    <a:pt x="118238" y="69789"/>
                  </a:lnTo>
                  <a:lnTo>
                    <a:pt x="118315" y="69663"/>
                  </a:lnTo>
                  <a:lnTo>
                    <a:pt x="118391" y="69537"/>
                  </a:lnTo>
                  <a:lnTo>
                    <a:pt x="118430" y="69411"/>
                  </a:lnTo>
                  <a:lnTo>
                    <a:pt x="118430" y="69243"/>
                  </a:lnTo>
                  <a:lnTo>
                    <a:pt x="118430" y="69033"/>
                  </a:lnTo>
                  <a:lnTo>
                    <a:pt x="118391" y="68991"/>
                  </a:lnTo>
                  <a:lnTo>
                    <a:pt x="118315" y="69075"/>
                  </a:lnTo>
                  <a:lnTo>
                    <a:pt x="118238" y="69369"/>
                  </a:lnTo>
                  <a:lnTo>
                    <a:pt x="118085" y="69453"/>
                  </a:lnTo>
                  <a:lnTo>
                    <a:pt x="118047" y="69453"/>
                  </a:lnTo>
                  <a:lnTo>
                    <a:pt x="117970" y="69369"/>
                  </a:lnTo>
                  <a:lnTo>
                    <a:pt x="117894" y="69369"/>
                  </a:lnTo>
                  <a:lnTo>
                    <a:pt x="117855" y="69369"/>
                  </a:lnTo>
                  <a:lnTo>
                    <a:pt x="117664" y="69537"/>
                  </a:lnTo>
                  <a:lnTo>
                    <a:pt x="117664" y="69453"/>
                  </a:lnTo>
                  <a:lnTo>
                    <a:pt x="117626" y="69453"/>
                  </a:lnTo>
                  <a:lnTo>
                    <a:pt x="117626" y="69453"/>
                  </a:lnTo>
                  <a:lnTo>
                    <a:pt x="117664" y="69411"/>
                  </a:lnTo>
                  <a:lnTo>
                    <a:pt x="117549" y="69411"/>
                  </a:lnTo>
                  <a:lnTo>
                    <a:pt x="117472" y="69453"/>
                  </a:lnTo>
                  <a:lnTo>
                    <a:pt x="117396" y="69537"/>
                  </a:lnTo>
                  <a:lnTo>
                    <a:pt x="117319" y="69663"/>
                  </a:lnTo>
                  <a:lnTo>
                    <a:pt x="117281" y="69537"/>
                  </a:lnTo>
                  <a:lnTo>
                    <a:pt x="117319" y="69411"/>
                  </a:lnTo>
                  <a:lnTo>
                    <a:pt x="117396" y="69243"/>
                  </a:lnTo>
                  <a:lnTo>
                    <a:pt x="117319" y="69117"/>
                  </a:lnTo>
                  <a:lnTo>
                    <a:pt x="116400" y="69495"/>
                  </a:lnTo>
                  <a:lnTo>
                    <a:pt x="116285" y="69495"/>
                  </a:lnTo>
                  <a:lnTo>
                    <a:pt x="116094" y="69327"/>
                  </a:lnTo>
                  <a:lnTo>
                    <a:pt x="116017" y="69327"/>
                  </a:lnTo>
                  <a:lnTo>
                    <a:pt x="115788" y="69369"/>
                  </a:lnTo>
                  <a:lnTo>
                    <a:pt x="115481" y="69327"/>
                  </a:lnTo>
                  <a:lnTo>
                    <a:pt x="114830" y="69705"/>
                  </a:lnTo>
                  <a:lnTo>
                    <a:pt x="114333" y="69705"/>
                  </a:lnTo>
                  <a:lnTo>
                    <a:pt x="114103" y="69663"/>
                  </a:lnTo>
                  <a:lnTo>
                    <a:pt x="113873" y="69495"/>
                  </a:lnTo>
                  <a:lnTo>
                    <a:pt x="114103" y="69369"/>
                  </a:lnTo>
                  <a:lnTo>
                    <a:pt x="115864" y="69243"/>
                  </a:lnTo>
                  <a:lnTo>
                    <a:pt x="116362" y="69033"/>
                  </a:lnTo>
                  <a:lnTo>
                    <a:pt x="117013" y="68991"/>
                  </a:lnTo>
                  <a:lnTo>
                    <a:pt x="117549" y="68823"/>
                  </a:lnTo>
                  <a:lnTo>
                    <a:pt x="117626" y="68739"/>
                  </a:lnTo>
                  <a:lnTo>
                    <a:pt x="117549" y="68571"/>
                  </a:lnTo>
                  <a:lnTo>
                    <a:pt x="117396" y="68487"/>
                  </a:lnTo>
                  <a:lnTo>
                    <a:pt x="117166" y="68445"/>
                  </a:lnTo>
                  <a:lnTo>
                    <a:pt x="116975" y="68319"/>
                  </a:lnTo>
                  <a:lnTo>
                    <a:pt x="117396" y="67983"/>
                  </a:lnTo>
                  <a:lnTo>
                    <a:pt x="117587" y="67983"/>
                  </a:lnTo>
                  <a:lnTo>
                    <a:pt x="117702" y="68025"/>
                  </a:lnTo>
                  <a:lnTo>
                    <a:pt x="117894" y="68067"/>
                  </a:lnTo>
                  <a:lnTo>
                    <a:pt x="118008" y="68025"/>
                  </a:lnTo>
                  <a:lnTo>
                    <a:pt x="118123" y="68025"/>
                  </a:lnTo>
                  <a:lnTo>
                    <a:pt x="118238" y="67815"/>
                  </a:lnTo>
                  <a:lnTo>
                    <a:pt x="118162" y="67605"/>
                  </a:lnTo>
                  <a:lnTo>
                    <a:pt x="118047" y="67394"/>
                  </a:lnTo>
                  <a:lnTo>
                    <a:pt x="117855" y="67352"/>
                  </a:lnTo>
                  <a:lnTo>
                    <a:pt x="117740" y="66932"/>
                  </a:lnTo>
                  <a:lnTo>
                    <a:pt x="117626" y="66764"/>
                  </a:lnTo>
                  <a:lnTo>
                    <a:pt x="117358" y="66848"/>
                  </a:lnTo>
                  <a:lnTo>
                    <a:pt x="117089" y="67142"/>
                  </a:lnTo>
                  <a:lnTo>
                    <a:pt x="116821" y="67226"/>
                  </a:lnTo>
                  <a:lnTo>
                    <a:pt x="116592" y="66554"/>
                  </a:lnTo>
                  <a:lnTo>
                    <a:pt x="116362" y="66638"/>
                  </a:lnTo>
                  <a:lnTo>
                    <a:pt x="115864" y="67058"/>
                  </a:lnTo>
                  <a:lnTo>
                    <a:pt x="115788" y="66764"/>
                  </a:lnTo>
                  <a:lnTo>
                    <a:pt x="115788" y="66638"/>
                  </a:lnTo>
                  <a:lnTo>
                    <a:pt x="115328" y="67268"/>
                  </a:lnTo>
                  <a:lnTo>
                    <a:pt x="114677" y="67605"/>
                  </a:lnTo>
                  <a:lnTo>
                    <a:pt x="114562" y="67605"/>
                  </a:lnTo>
                  <a:lnTo>
                    <a:pt x="114447" y="67605"/>
                  </a:lnTo>
                  <a:lnTo>
                    <a:pt x="114294" y="67478"/>
                  </a:lnTo>
                  <a:lnTo>
                    <a:pt x="114256" y="67436"/>
                  </a:lnTo>
                  <a:lnTo>
                    <a:pt x="114179" y="67394"/>
                  </a:lnTo>
                  <a:lnTo>
                    <a:pt x="114103" y="67436"/>
                  </a:lnTo>
                  <a:lnTo>
                    <a:pt x="113950" y="67647"/>
                  </a:lnTo>
                  <a:lnTo>
                    <a:pt x="113605" y="67731"/>
                  </a:lnTo>
                  <a:lnTo>
                    <a:pt x="113452" y="67857"/>
                  </a:lnTo>
                  <a:lnTo>
                    <a:pt x="113452" y="68025"/>
                  </a:lnTo>
                  <a:lnTo>
                    <a:pt x="113414" y="68151"/>
                  </a:lnTo>
                  <a:lnTo>
                    <a:pt x="112686" y="68613"/>
                  </a:lnTo>
                  <a:lnTo>
                    <a:pt x="112456" y="68655"/>
                  </a:lnTo>
                  <a:lnTo>
                    <a:pt x="112035" y="68613"/>
                  </a:lnTo>
                  <a:lnTo>
                    <a:pt x="111882" y="68655"/>
                  </a:lnTo>
                  <a:lnTo>
                    <a:pt x="111308" y="68991"/>
                  </a:lnTo>
                  <a:lnTo>
                    <a:pt x="111155" y="69075"/>
                  </a:lnTo>
                  <a:lnTo>
                    <a:pt x="110810" y="68991"/>
                  </a:lnTo>
                  <a:lnTo>
                    <a:pt x="110619" y="68991"/>
                  </a:lnTo>
                  <a:lnTo>
                    <a:pt x="110848" y="68865"/>
                  </a:lnTo>
                  <a:lnTo>
                    <a:pt x="110963" y="68823"/>
                  </a:lnTo>
                  <a:lnTo>
                    <a:pt x="111116" y="68865"/>
                  </a:lnTo>
                  <a:lnTo>
                    <a:pt x="111269" y="68865"/>
                  </a:lnTo>
                  <a:lnTo>
                    <a:pt x="111652" y="68529"/>
                  </a:lnTo>
                  <a:lnTo>
                    <a:pt x="112227" y="68319"/>
                  </a:lnTo>
                  <a:lnTo>
                    <a:pt x="112495" y="68319"/>
                  </a:lnTo>
                  <a:lnTo>
                    <a:pt x="112763" y="68445"/>
                  </a:lnTo>
                  <a:lnTo>
                    <a:pt x="112992" y="68319"/>
                  </a:lnTo>
                  <a:lnTo>
                    <a:pt x="113452" y="67436"/>
                  </a:lnTo>
                  <a:lnTo>
                    <a:pt x="113643" y="67268"/>
                  </a:lnTo>
                  <a:lnTo>
                    <a:pt x="113797" y="67226"/>
                  </a:lnTo>
                  <a:lnTo>
                    <a:pt x="114256" y="67184"/>
                  </a:lnTo>
                  <a:lnTo>
                    <a:pt x="114371" y="67142"/>
                  </a:lnTo>
                  <a:lnTo>
                    <a:pt x="114447" y="66974"/>
                  </a:lnTo>
                  <a:lnTo>
                    <a:pt x="114256" y="66848"/>
                  </a:lnTo>
                  <a:lnTo>
                    <a:pt x="114103" y="66848"/>
                  </a:lnTo>
                  <a:lnTo>
                    <a:pt x="113835" y="67016"/>
                  </a:lnTo>
                  <a:lnTo>
                    <a:pt x="113835" y="66848"/>
                  </a:lnTo>
                  <a:lnTo>
                    <a:pt x="113873" y="66722"/>
                  </a:lnTo>
                  <a:lnTo>
                    <a:pt x="114026" y="66176"/>
                  </a:lnTo>
                  <a:lnTo>
                    <a:pt x="113988" y="66134"/>
                  </a:lnTo>
                  <a:lnTo>
                    <a:pt x="113835" y="66050"/>
                  </a:lnTo>
                  <a:lnTo>
                    <a:pt x="113529" y="66050"/>
                  </a:lnTo>
                  <a:lnTo>
                    <a:pt x="113261" y="66134"/>
                  </a:lnTo>
                  <a:lnTo>
                    <a:pt x="112801" y="66512"/>
                  </a:lnTo>
                  <a:lnTo>
                    <a:pt x="112839" y="66134"/>
                  </a:lnTo>
                  <a:lnTo>
                    <a:pt x="113184" y="65966"/>
                  </a:lnTo>
                  <a:lnTo>
                    <a:pt x="113950" y="65756"/>
                  </a:lnTo>
                  <a:lnTo>
                    <a:pt x="114026" y="65714"/>
                  </a:lnTo>
                  <a:lnTo>
                    <a:pt x="114103" y="65672"/>
                  </a:lnTo>
                  <a:lnTo>
                    <a:pt x="114141" y="65672"/>
                  </a:lnTo>
                  <a:lnTo>
                    <a:pt x="114371" y="65756"/>
                  </a:lnTo>
                  <a:lnTo>
                    <a:pt x="114524" y="65756"/>
                  </a:lnTo>
                  <a:lnTo>
                    <a:pt x="114601" y="65756"/>
                  </a:lnTo>
                  <a:lnTo>
                    <a:pt x="114677" y="65756"/>
                  </a:lnTo>
                  <a:lnTo>
                    <a:pt x="114945" y="65504"/>
                  </a:lnTo>
                  <a:lnTo>
                    <a:pt x="115098" y="65378"/>
                  </a:lnTo>
                  <a:lnTo>
                    <a:pt x="115366" y="65546"/>
                  </a:lnTo>
                  <a:lnTo>
                    <a:pt x="115366" y="65378"/>
                  </a:lnTo>
                  <a:lnTo>
                    <a:pt x="115443" y="65126"/>
                  </a:lnTo>
                  <a:lnTo>
                    <a:pt x="115443" y="64915"/>
                  </a:lnTo>
                  <a:lnTo>
                    <a:pt x="115405" y="64915"/>
                  </a:lnTo>
                  <a:lnTo>
                    <a:pt x="115290" y="64915"/>
                  </a:lnTo>
                  <a:lnTo>
                    <a:pt x="115252" y="64957"/>
                  </a:lnTo>
                  <a:lnTo>
                    <a:pt x="115290" y="64831"/>
                  </a:lnTo>
                  <a:lnTo>
                    <a:pt x="115328" y="64747"/>
                  </a:lnTo>
                  <a:lnTo>
                    <a:pt x="115366" y="64663"/>
                  </a:lnTo>
                  <a:lnTo>
                    <a:pt x="115328" y="64495"/>
                  </a:lnTo>
                  <a:lnTo>
                    <a:pt x="115137" y="64537"/>
                  </a:lnTo>
                  <a:lnTo>
                    <a:pt x="114869" y="64327"/>
                  </a:lnTo>
                  <a:lnTo>
                    <a:pt x="114639" y="64327"/>
                  </a:lnTo>
                  <a:lnTo>
                    <a:pt x="114026" y="64789"/>
                  </a:lnTo>
                  <a:lnTo>
                    <a:pt x="113835" y="65084"/>
                  </a:lnTo>
                  <a:lnTo>
                    <a:pt x="113720" y="65168"/>
                  </a:lnTo>
                  <a:lnTo>
                    <a:pt x="113529" y="65168"/>
                  </a:lnTo>
                  <a:lnTo>
                    <a:pt x="113375" y="65084"/>
                  </a:lnTo>
                  <a:lnTo>
                    <a:pt x="113184" y="64957"/>
                  </a:lnTo>
                  <a:lnTo>
                    <a:pt x="113031" y="64915"/>
                  </a:lnTo>
                  <a:lnTo>
                    <a:pt x="112839" y="65000"/>
                  </a:lnTo>
                  <a:lnTo>
                    <a:pt x="112801" y="64915"/>
                  </a:lnTo>
                  <a:lnTo>
                    <a:pt x="112801" y="64915"/>
                  </a:lnTo>
                  <a:lnTo>
                    <a:pt x="112763" y="64915"/>
                  </a:lnTo>
                  <a:lnTo>
                    <a:pt x="112724" y="64873"/>
                  </a:lnTo>
                  <a:lnTo>
                    <a:pt x="112763" y="64831"/>
                  </a:lnTo>
                  <a:lnTo>
                    <a:pt x="112495" y="64663"/>
                  </a:lnTo>
                  <a:lnTo>
                    <a:pt x="112303" y="64579"/>
                  </a:lnTo>
                  <a:lnTo>
                    <a:pt x="111882" y="64747"/>
                  </a:lnTo>
                  <a:lnTo>
                    <a:pt x="111576" y="64747"/>
                  </a:lnTo>
                  <a:lnTo>
                    <a:pt x="111308" y="64579"/>
                  </a:lnTo>
                  <a:lnTo>
                    <a:pt x="111155" y="64453"/>
                  </a:lnTo>
                  <a:lnTo>
                    <a:pt x="111346" y="64327"/>
                  </a:lnTo>
                  <a:lnTo>
                    <a:pt x="111997" y="64159"/>
                  </a:lnTo>
                  <a:lnTo>
                    <a:pt x="112342" y="64243"/>
                  </a:lnTo>
                  <a:lnTo>
                    <a:pt x="112571" y="64159"/>
                  </a:lnTo>
                  <a:lnTo>
                    <a:pt x="112763" y="64033"/>
                  </a:lnTo>
                  <a:lnTo>
                    <a:pt x="112878" y="63823"/>
                  </a:lnTo>
                  <a:lnTo>
                    <a:pt x="112954" y="63571"/>
                  </a:lnTo>
                  <a:lnTo>
                    <a:pt x="112418" y="63949"/>
                  </a:lnTo>
                  <a:lnTo>
                    <a:pt x="112380" y="63739"/>
                  </a:lnTo>
                  <a:lnTo>
                    <a:pt x="112418" y="63571"/>
                  </a:lnTo>
                  <a:lnTo>
                    <a:pt x="112571" y="63487"/>
                  </a:lnTo>
                  <a:lnTo>
                    <a:pt x="112878" y="63193"/>
                  </a:lnTo>
                  <a:lnTo>
                    <a:pt x="112954" y="63151"/>
                  </a:lnTo>
                  <a:lnTo>
                    <a:pt x="112992" y="63067"/>
                  </a:lnTo>
                  <a:lnTo>
                    <a:pt x="112992" y="62899"/>
                  </a:lnTo>
                  <a:lnTo>
                    <a:pt x="113031" y="62815"/>
                  </a:lnTo>
                  <a:lnTo>
                    <a:pt x="113261" y="62647"/>
                  </a:lnTo>
                  <a:lnTo>
                    <a:pt x="113414" y="62563"/>
                  </a:lnTo>
                  <a:lnTo>
                    <a:pt x="113414" y="62352"/>
                  </a:lnTo>
                  <a:lnTo>
                    <a:pt x="113184" y="62058"/>
                  </a:lnTo>
                  <a:lnTo>
                    <a:pt x="113069" y="61932"/>
                  </a:lnTo>
                  <a:lnTo>
                    <a:pt x="112648" y="61806"/>
                  </a:lnTo>
                  <a:lnTo>
                    <a:pt x="112495" y="61428"/>
                  </a:lnTo>
                  <a:lnTo>
                    <a:pt x="112303" y="61386"/>
                  </a:lnTo>
                  <a:lnTo>
                    <a:pt x="111997" y="61470"/>
                  </a:lnTo>
                  <a:lnTo>
                    <a:pt x="111767" y="61428"/>
                  </a:lnTo>
                  <a:lnTo>
                    <a:pt x="111767" y="61386"/>
                  </a:lnTo>
                  <a:lnTo>
                    <a:pt x="111844" y="61260"/>
                  </a:lnTo>
                  <a:lnTo>
                    <a:pt x="111844" y="61218"/>
                  </a:lnTo>
                  <a:lnTo>
                    <a:pt x="111920" y="61176"/>
                  </a:lnTo>
                  <a:lnTo>
                    <a:pt x="111576" y="61008"/>
                  </a:lnTo>
                  <a:lnTo>
                    <a:pt x="111231" y="61050"/>
                  </a:lnTo>
                  <a:lnTo>
                    <a:pt x="110427" y="61470"/>
                  </a:lnTo>
                  <a:lnTo>
                    <a:pt x="110389" y="61554"/>
                  </a:lnTo>
                  <a:lnTo>
                    <a:pt x="110350" y="62016"/>
                  </a:lnTo>
                  <a:lnTo>
                    <a:pt x="110312" y="62184"/>
                  </a:lnTo>
                  <a:lnTo>
                    <a:pt x="110197" y="62226"/>
                  </a:lnTo>
                  <a:lnTo>
                    <a:pt x="110006" y="62058"/>
                  </a:lnTo>
                  <a:lnTo>
                    <a:pt x="110082" y="61974"/>
                  </a:lnTo>
                  <a:lnTo>
                    <a:pt x="110121" y="61806"/>
                  </a:lnTo>
                  <a:lnTo>
                    <a:pt x="110121" y="61596"/>
                  </a:lnTo>
                  <a:lnTo>
                    <a:pt x="110082" y="61386"/>
                  </a:lnTo>
                  <a:lnTo>
                    <a:pt x="109623" y="61596"/>
                  </a:lnTo>
                  <a:lnTo>
                    <a:pt x="109470" y="61680"/>
                  </a:lnTo>
                  <a:lnTo>
                    <a:pt x="109393" y="61596"/>
                  </a:lnTo>
                  <a:lnTo>
                    <a:pt x="110082" y="61008"/>
                  </a:lnTo>
                  <a:lnTo>
                    <a:pt x="110236" y="60924"/>
                  </a:lnTo>
                  <a:lnTo>
                    <a:pt x="110733" y="60798"/>
                  </a:lnTo>
                  <a:lnTo>
                    <a:pt x="110925" y="60714"/>
                  </a:lnTo>
                  <a:lnTo>
                    <a:pt x="111078" y="60588"/>
                  </a:lnTo>
                  <a:lnTo>
                    <a:pt x="111155" y="60294"/>
                  </a:lnTo>
                  <a:lnTo>
                    <a:pt x="111155" y="59957"/>
                  </a:lnTo>
                  <a:lnTo>
                    <a:pt x="111001" y="59663"/>
                  </a:lnTo>
                  <a:lnTo>
                    <a:pt x="110848" y="59495"/>
                  </a:lnTo>
                  <a:lnTo>
                    <a:pt x="110619" y="59411"/>
                  </a:lnTo>
                  <a:lnTo>
                    <a:pt x="110427" y="59453"/>
                  </a:lnTo>
                  <a:lnTo>
                    <a:pt x="110312" y="59537"/>
                  </a:lnTo>
                  <a:lnTo>
                    <a:pt x="110197" y="59411"/>
                  </a:lnTo>
                  <a:lnTo>
                    <a:pt x="110427" y="59327"/>
                  </a:lnTo>
                  <a:lnTo>
                    <a:pt x="110963" y="59243"/>
                  </a:lnTo>
                  <a:lnTo>
                    <a:pt x="111155" y="59117"/>
                  </a:lnTo>
                  <a:lnTo>
                    <a:pt x="111231" y="58949"/>
                  </a:lnTo>
                  <a:lnTo>
                    <a:pt x="111308" y="58109"/>
                  </a:lnTo>
                  <a:lnTo>
                    <a:pt x="110963" y="57941"/>
                  </a:lnTo>
                  <a:lnTo>
                    <a:pt x="111001" y="57773"/>
                  </a:lnTo>
                  <a:lnTo>
                    <a:pt x="110925" y="57773"/>
                  </a:lnTo>
                  <a:lnTo>
                    <a:pt x="110733" y="57899"/>
                  </a:lnTo>
                  <a:lnTo>
                    <a:pt x="110580" y="57899"/>
                  </a:lnTo>
                  <a:lnTo>
                    <a:pt x="110427" y="57857"/>
                  </a:lnTo>
                  <a:lnTo>
                    <a:pt x="110236" y="57773"/>
                  </a:lnTo>
                  <a:lnTo>
                    <a:pt x="110121" y="57689"/>
                  </a:lnTo>
                  <a:lnTo>
                    <a:pt x="110312" y="57605"/>
                  </a:lnTo>
                  <a:lnTo>
                    <a:pt x="110427" y="57605"/>
                  </a:lnTo>
                  <a:lnTo>
                    <a:pt x="110504" y="57521"/>
                  </a:lnTo>
                  <a:lnTo>
                    <a:pt x="110542" y="57310"/>
                  </a:lnTo>
                  <a:lnTo>
                    <a:pt x="110504" y="56890"/>
                  </a:lnTo>
                  <a:lnTo>
                    <a:pt x="110465" y="56638"/>
                  </a:lnTo>
                  <a:lnTo>
                    <a:pt x="110350" y="56596"/>
                  </a:lnTo>
                  <a:lnTo>
                    <a:pt x="110236" y="56764"/>
                  </a:lnTo>
                  <a:lnTo>
                    <a:pt x="110236" y="56848"/>
                  </a:lnTo>
                  <a:lnTo>
                    <a:pt x="110312" y="56974"/>
                  </a:lnTo>
                  <a:lnTo>
                    <a:pt x="110312" y="57184"/>
                  </a:lnTo>
                  <a:lnTo>
                    <a:pt x="110197" y="57268"/>
                  </a:lnTo>
                  <a:lnTo>
                    <a:pt x="109738" y="57352"/>
                  </a:lnTo>
                  <a:lnTo>
                    <a:pt x="109776" y="57100"/>
                  </a:lnTo>
                  <a:lnTo>
                    <a:pt x="109853" y="56890"/>
                  </a:lnTo>
                  <a:lnTo>
                    <a:pt x="109814" y="56638"/>
                  </a:lnTo>
                  <a:lnTo>
                    <a:pt x="109623" y="56428"/>
                  </a:lnTo>
                  <a:lnTo>
                    <a:pt x="109432" y="56470"/>
                  </a:lnTo>
                  <a:lnTo>
                    <a:pt x="109087" y="56764"/>
                  </a:lnTo>
                  <a:lnTo>
                    <a:pt x="108934" y="56764"/>
                  </a:lnTo>
                  <a:lnTo>
                    <a:pt x="108972" y="56596"/>
                  </a:lnTo>
                  <a:lnTo>
                    <a:pt x="109393" y="56008"/>
                  </a:lnTo>
                  <a:lnTo>
                    <a:pt x="109393" y="55966"/>
                  </a:lnTo>
                  <a:lnTo>
                    <a:pt x="109317" y="55924"/>
                  </a:lnTo>
                  <a:lnTo>
                    <a:pt x="109125" y="55840"/>
                  </a:lnTo>
                  <a:lnTo>
                    <a:pt x="109010" y="55840"/>
                  </a:lnTo>
                  <a:lnTo>
                    <a:pt x="108704" y="56092"/>
                  </a:lnTo>
                  <a:lnTo>
                    <a:pt x="108742" y="55966"/>
                  </a:lnTo>
                  <a:lnTo>
                    <a:pt x="108857" y="55756"/>
                  </a:lnTo>
                  <a:lnTo>
                    <a:pt x="108742" y="55672"/>
                  </a:lnTo>
                  <a:lnTo>
                    <a:pt x="108283" y="55630"/>
                  </a:lnTo>
                  <a:lnTo>
                    <a:pt x="108091" y="55630"/>
                  </a:lnTo>
                  <a:lnTo>
                    <a:pt x="107900" y="55798"/>
                  </a:lnTo>
                  <a:lnTo>
                    <a:pt x="107862" y="56050"/>
                  </a:lnTo>
                  <a:lnTo>
                    <a:pt x="107862" y="56344"/>
                  </a:lnTo>
                  <a:lnTo>
                    <a:pt x="107785" y="56554"/>
                  </a:lnTo>
                  <a:lnTo>
                    <a:pt x="107555" y="56596"/>
                  </a:lnTo>
                  <a:lnTo>
                    <a:pt x="107555" y="56344"/>
                  </a:lnTo>
                  <a:lnTo>
                    <a:pt x="107594" y="56134"/>
                  </a:lnTo>
                  <a:lnTo>
                    <a:pt x="107785" y="55756"/>
                  </a:lnTo>
                  <a:lnTo>
                    <a:pt x="107747" y="55672"/>
                  </a:lnTo>
                  <a:lnTo>
                    <a:pt x="107249" y="55714"/>
                  </a:lnTo>
                  <a:lnTo>
                    <a:pt x="107096" y="55756"/>
                  </a:lnTo>
                  <a:lnTo>
                    <a:pt x="106943" y="55378"/>
                  </a:lnTo>
                  <a:lnTo>
                    <a:pt x="106636" y="55252"/>
                  </a:lnTo>
                  <a:lnTo>
                    <a:pt x="104913" y="55420"/>
                  </a:lnTo>
                  <a:lnTo>
                    <a:pt x="104607" y="55294"/>
                  </a:lnTo>
                  <a:lnTo>
                    <a:pt x="104722" y="55126"/>
                  </a:lnTo>
                  <a:lnTo>
                    <a:pt x="104990" y="54915"/>
                  </a:lnTo>
                  <a:lnTo>
                    <a:pt x="105985" y="54453"/>
                  </a:lnTo>
                  <a:lnTo>
                    <a:pt x="106253" y="54453"/>
                  </a:lnTo>
                  <a:lnTo>
                    <a:pt x="106215" y="54579"/>
                  </a:lnTo>
                  <a:lnTo>
                    <a:pt x="106177" y="54621"/>
                  </a:lnTo>
                  <a:lnTo>
                    <a:pt x="106253" y="54621"/>
                  </a:lnTo>
                  <a:lnTo>
                    <a:pt x="106330" y="54621"/>
                  </a:lnTo>
                  <a:lnTo>
                    <a:pt x="106407" y="54579"/>
                  </a:lnTo>
                  <a:lnTo>
                    <a:pt x="106445" y="54537"/>
                  </a:lnTo>
                  <a:lnTo>
                    <a:pt x="106560" y="54705"/>
                  </a:lnTo>
                  <a:lnTo>
                    <a:pt x="106560" y="54747"/>
                  </a:lnTo>
                  <a:lnTo>
                    <a:pt x="106675" y="54747"/>
                  </a:lnTo>
                  <a:lnTo>
                    <a:pt x="106713" y="54705"/>
                  </a:lnTo>
                  <a:lnTo>
                    <a:pt x="106713" y="54537"/>
                  </a:lnTo>
                  <a:lnTo>
                    <a:pt x="106713" y="54369"/>
                  </a:lnTo>
                  <a:lnTo>
                    <a:pt x="106675" y="54369"/>
                  </a:lnTo>
                  <a:lnTo>
                    <a:pt x="106675" y="54369"/>
                  </a:lnTo>
                  <a:lnTo>
                    <a:pt x="106636" y="54327"/>
                  </a:lnTo>
                  <a:lnTo>
                    <a:pt x="106598" y="54327"/>
                  </a:lnTo>
                  <a:lnTo>
                    <a:pt x="106598" y="54201"/>
                  </a:lnTo>
                  <a:lnTo>
                    <a:pt x="106598" y="54117"/>
                  </a:lnTo>
                  <a:lnTo>
                    <a:pt x="106598" y="54033"/>
                  </a:lnTo>
                  <a:lnTo>
                    <a:pt x="106560" y="53991"/>
                  </a:lnTo>
                  <a:lnTo>
                    <a:pt x="105909" y="53865"/>
                  </a:lnTo>
                  <a:lnTo>
                    <a:pt x="105717" y="53907"/>
                  </a:lnTo>
                  <a:lnTo>
                    <a:pt x="105296" y="54201"/>
                  </a:lnTo>
                  <a:lnTo>
                    <a:pt x="105220" y="54285"/>
                  </a:lnTo>
                  <a:lnTo>
                    <a:pt x="105143" y="54201"/>
                  </a:lnTo>
                  <a:lnTo>
                    <a:pt x="105067" y="54201"/>
                  </a:lnTo>
                  <a:lnTo>
                    <a:pt x="104952" y="54201"/>
                  </a:lnTo>
                  <a:lnTo>
                    <a:pt x="104798" y="54327"/>
                  </a:lnTo>
                  <a:lnTo>
                    <a:pt x="104607" y="54621"/>
                  </a:lnTo>
                  <a:lnTo>
                    <a:pt x="104454" y="54831"/>
                  </a:lnTo>
                  <a:lnTo>
                    <a:pt x="103918" y="55168"/>
                  </a:lnTo>
                  <a:lnTo>
                    <a:pt x="103688" y="55168"/>
                  </a:lnTo>
                  <a:lnTo>
                    <a:pt x="103765" y="54957"/>
                  </a:lnTo>
                  <a:lnTo>
                    <a:pt x="104148" y="54831"/>
                  </a:lnTo>
                  <a:lnTo>
                    <a:pt x="104224" y="54621"/>
                  </a:lnTo>
                  <a:lnTo>
                    <a:pt x="103994" y="54579"/>
                  </a:lnTo>
                  <a:lnTo>
                    <a:pt x="103688" y="54537"/>
                  </a:lnTo>
                  <a:lnTo>
                    <a:pt x="103382" y="54621"/>
                  </a:lnTo>
                  <a:lnTo>
                    <a:pt x="103305" y="54873"/>
                  </a:lnTo>
                  <a:lnTo>
                    <a:pt x="103229" y="55126"/>
                  </a:lnTo>
                  <a:lnTo>
                    <a:pt x="102999" y="55294"/>
                  </a:lnTo>
                  <a:lnTo>
                    <a:pt x="101697" y="55714"/>
                  </a:lnTo>
                  <a:lnTo>
                    <a:pt x="101352" y="55714"/>
                  </a:lnTo>
                  <a:lnTo>
                    <a:pt x="100701" y="55924"/>
                  </a:lnTo>
                  <a:lnTo>
                    <a:pt x="100472" y="55798"/>
                  </a:lnTo>
                  <a:lnTo>
                    <a:pt x="101352" y="55336"/>
                  </a:lnTo>
                  <a:lnTo>
                    <a:pt x="101429" y="55294"/>
                  </a:lnTo>
                  <a:lnTo>
                    <a:pt x="101429" y="55210"/>
                  </a:lnTo>
                  <a:lnTo>
                    <a:pt x="101391" y="54957"/>
                  </a:lnTo>
                  <a:lnTo>
                    <a:pt x="101506" y="54579"/>
                  </a:lnTo>
                  <a:lnTo>
                    <a:pt x="101774" y="54285"/>
                  </a:lnTo>
                  <a:lnTo>
                    <a:pt x="102195" y="53907"/>
                  </a:lnTo>
                  <a:lnTo>
                    <a:pt x="102233" y="53739"/>
                  </a:lnTo>
                  <a:lnTo>
                    <a:pt x="102042" y="53697"/>
                  </a:lnTo>
                  <a:lnTo>
                    <a:pt x="101927" y="53697"/>
                  </a:lnTo>
                  <a:lnTo>
                    <a:pt x="101965" y="53487"/>
                  </a:lnTo>
                  <a:lnTo>
                    <a:pt x="101774" y="53361"/>
                  </a:lnTo>
                  <a:lnTo>
                    <a:pt x="101314" y="53277"/>
                  </a:lnTo>
                  <a:lnTo>
                    <a:pt x="101161" y="53571"/>
                  </a:lnTo>
                  <a:lnTo>
                    <a:pt x="101123" y="53655"/>
                  </a:lnTo>
                  <a:lnTo>
                    <a:pt x="101008" y="53739"/>
                  </a:lnTo>
                  <a:lnTo>
                    <a:pt x="100931" y="53949"/>
                  </a:lnTo>
                  <a:lnTo>
                    <a:pt x="100855" y="54117"/>
                  </a:lnTo>
                  <a:lnTo>
                    <a:pt x="100816" y="54285"/>
                  </a:lnTo>
                  <a:lnTo>
                    <a:pt x="100625" y="54159"/>
                  </a:lnTo>
                  <a:lnTo>
                    <a:pt x="100587" y="54201"/>
                  </a:lnTo>
                  <a:lnTo>
                    <a:pt x="100625" y="54285"/>
                  </a:lnTo>
                  <a:lnTo>
                    <a:pt x="100778" y="54453"/>
                  </a:lnTo>
                  <a:lnTo>
                    <a:pt x="100625" y="54537"/>
                  </a:lnTo>
                  <a:lnTo>
                    <a:pt x="100701" y="54621"/>
                  </a:lnTo>
                  <a:lnTo>
                    <a:pt x="100778" y="54621"/>
                  </a:lnTo>
                  <a:lnTo>
                    <a:pt x="101008" y="54747"/>
                  </a:lnTo>
                  <a:lnTo>
                    <a:pt x="101084" y="54747"/>
                  </a:lnTo>
                  <a:lnTo>
                    <a:pt x="101123" y="54831"/>
                  </a:lnTo>
                  <a:lnTo>
                    <a:pt x="100778" y="55000"/>
                  </a:lnTo>
                  <a:lnTo>
                    <a:pt x="100051" y="54915"/>
                  </a:lnTo>
                  <a:lnTo>
                    <a:pt x="99821" y="55168"/>
                  </a:lnTo>
                  <a:lnTo>
                    <a:pt x="99974" y="55210"/>
                  </a:lnTo>
                  <a:lnTo>
                    <a:pt x="100012" y="55294"/>
                  </a:lnTo>
                  <a:lnTo>
                    <a:pt x="99974" y="55420"/>
                  </a:lnTo>
                  <a:lnTo>
                    <a:pt x="99859" y="55546"/>
                  </a:lnTo>
                  <a:lnTo>
                    <a:pt x="99897" y="55504"/>
                  </a:lnTo>
                  <a:lnTo>
                    <a:pt x="99821" y="55504"/>
                  </a:lnTo>
                  <a:lnTo>
                    <a:pt x="99783" y="55504"/>
                  </a:lnTo>
                  <a:lnTo>
                    <a:pt x="99706" y="55588"/>
                  </a:lnTo>
                  <a:lnTo>
                    <a:pt x="99783" y="55714"/>
                  </a:lnTo>
                  <a:lnTo>
                    <a:pt x="99553" y="55630"/>
                  </a:lnTo>
                  <a:lnTo>
                    <a:pt x="99438" y="55714"/>
                  </a:lnTo>
                  <a:lnTo>
                    <a:pt x="99285" y="56050"/>
                  </a:lnTo>
                  <a:lnTo>
                    <a:pt x="99170" y="56134"/>
                  </a:lnTo>
                  <a:lnTo>
                    <a:pt x="98825" y="56176"/>
                  </a:lnTo>
                  <a:lnTo>
                    <a:pt x="98672" y="56218"/>
                  </a:lnTo>
                  <a:lnTo>
                    <a:pt x="98481" y="56512"/>
                  </a:lnTo>
                  <a:lnTo>
                    <a:pt x="98442" y="56932"/>
                  </a:lnTo>
                  <a:lnTo>
                    <a:pt x="98442" y="57352"/>
                  </a:lnTo>
                  <a:lnTo>
                    <a:pt x="98404" y="57731"/>
                  </a:lnTo>
                  <a:lnTo>
                    <a:pt x="98557" y="57899"/>
                  </a:lnTo>
                  <a:lnTo>
                    <a:pt x="98557" y="58151"/>
                  </a:lnTo>
                  <a:lnTo>
                    <a:pt x="98481" y="58361"/>
                  </a:lnTo>
                  <a:lnTo>
                    <a:pt x="98366" y="58529"/>
                  </a:lnTo>
                  <a:lnTo>
                    <a:pt x="98328" y="58655"/>
                  </a:lnTo>
                  <a:lnTo>
                    <a:pt x="98404" y="58823"/>
                  </a:lnTo>
                  <a:lnTo>
                    <a:pt x="98596" y="59075"/>
                  </a:lnTo>
                  <a:lnTo>
                    <a:pt x="98596" y="59159"/>
                  </a:lnTo>
                  <a:lnTo>
                    <a:pt x="98557" y="59537"/>
                  </a:lnTo>
                  <a:lnTo>
                    <a:pt x="98596" y="59369"/>
                  </a:lnTo>
                  <a:lnTo>
                    <a:pt x="98749" y="59411"/>
                  </a:lnTo>
                  <a:lnTo>
                    <a:pt x="98864" y="59579"/>
                  </a:lnTo>
                  <a:lnTo>
                    <a:pt x="98825" y="59747"/>
                  </a:lnTo>
                  <a:lnTo>
                    <a:pt x="98749" y="59831"/>
                  </a:lnTo>
                  <a:lnTo>
                    <a:pt x="98442" y="61050"/>
                  </a:lnTo>
                  <a:lnTo>
                    <a:pt x="98442" y="61428"/>
                  </a:lnTo>
                  <a:lnTo>
                    <a:pt x="98710" y="61638"/>
                  </a:lnTo>
                  <a:lnTo>
                    <a:pt x="98749" y="61764"/>
                  </a:lnTo>
                  <a:lnTo>
                    <a:pt x="98672" y="61848"/>
                  </a:lnTo>
                  <a:lnTo>
                    <a:pt x="98442" y="61848"/>
                  </a:lnTo>
                  <a:lnTo>
                    <a:pt x="98328" y="61890"/>
                  </a:lnTo>
                  <a:lnTo>
                    <a:pt x="98289" y="61974"/>
                  </a:lnTo>
                  <a:lnTo>
                    <a:pt x="98174" y="62184"/>
                  </a:lnTo>
                  <a:lnTo>
                    <a:pt x="98136" y="62268"/>
                  </a:lnTo>
                  <a:lnTo>
                    <a:pt x="98136" y="62016"/>
                  </a:lnTo>
                  <a:lnTo>
                    <a:pt x="98174" y="61470"/>
                  </a:lnTo>
                  <a:lnTo>
                    <a:pt x="98098" y="61134"/>
                  </a:lnTo>
                  <a:lnTo>
                    <a:pt x="97983" y="60798"/>
                  </a:lnTo>
                  <a:lnTo>
                    <a:pt x="97830" y="60630"/>
                  </a:lnTo>
                  <a:lnTo>
                    <a:pt x="97677" y="60588"/>
                  </a:lnTo>
                  <a:lnTo>
                    <a:pt x="97485" y="60672"/>
                  </a:lnTo>
                  <a:lnTo>
                    <a:pt x="97409" y="60210"/>
                  </a:lnTo>
                  <a:lnTo>
                    <a:pt x="97370" y="60000"/>
                  </a:lnTo>
                  <a:lnTo>
                    <a:pt x="97294" y="60084"/>
                  </a:lnTo>
                  <a:lnTo>
                    <a:pt x="97179" y="60000"/>
                  </a:lnTo>
                  <a:lnTo>
                    <a:pt x="96796" y="59957"/>
                  </a:lnTo>
                  <a:lnTo>
                    <a:pt x="96681" y="60000"/>
                  </a:lnTo>
                  <a:lnTo>
                    <a:pt x="96681" y="60168"/>
                  </a:lnTo>
                  <a:lnTo>
                    <a:pt x="96566" y="60294"/>
                  </a:lnTo>
                  <a:lnTo>
                    <a:pt x="96336" y="60504"/>
                  </a:lnTo>
                  <a:lnTo>
                    <a:pt x="96336" y="60336"/>
                  </a:lnTo>
                  <a:lnTo>
                    <a:pt x="96336" y="60252"/>
                  </a:lnTo>
                  <a:lnTo>
                    <a:pt x="96260" y="60168"/>
                  </a:lnTo>
                  <a:lnTo>
                    <a:pt x="96183" y="60084"/>
                  </a:lnTo>
                  <a:lnTo>
                    <a:pt x="96030" y="60630"/>
                  </a:lnTo>
                  <a:lnTo>
                    <a:pt x="95762" y="61050"/>
                  </a:lnTo>
                  <a:lnTo>
                    <a:pt x="95724" y="60420"/>
                  </a:lnTo>
                  <a:lnTo>
                    <a:pt x="95915" y="59831"/>
                  </a:lnTo>
                  <a:lnTo>
                    <a:pt x="96566" y="58949"/>
                  </a:lnTo>
                  <a:lnTo>
                    <a:pt x="96834" y="58067"/>
                  </a:lnTo>
                  <a:lnTo>
                    <a:pt x="97064" y="57689"/>
                  </a:lnTo>
                  <a:lnTo>
                    <a:pt x="97255" y="57184"/>
                  </a:lnTo>
                  <a:lnTo>
                    <a:pt x="97409" y="57016"/>
                  </a:lnTo>
                  <a:lnTo>
                    <a:pt x="97370" y="56932"/>
                  </a:lnTo>
                  <a:lnTo>
                    <a:pt x="97179" y="56890"/>
                  </a:lnTo>
                  <a:lnTo>
                    <a:pt x="96987" y="56764"/>
                  </a:lnTo>
                  <a:lnTo>
                    <a:pt x="96911" y="56554"/>
                  </a:lnTo>
                  <a:lnTo>
                    <a:pt x="97102" y="56218"/>
                  </a:lnTo>
                  <a:lnTo>
                    <a:pt x="97026" y="56134"/>
                  </a:lnTo>
                  <a:lnTo>
                    <a:pt x="96873" y="56050"/>
                  </a:lnTo>
                  <a:lnTo>
                    <a:pt x="96681" y="56008"/>
                  </a:lnTo>
                  <a:lnTo>
                    <a:pt x="96681" y="55966"/>
                  </a:lnTo>
                  <a:lnTo>
                    <a:pt x="96719" y="55966"/>
                  </a:lnTo>
                  <a:lnTo>
                    <a:pt x="96719" y="55966"/>
                  </a:lnTo>
                  <a:lnTo>
                    <a:pt x="96681" y="55840"/>
                  </a:lnTo>
                  <a:lnTo>
                    <a:pt x="96834" y="55924"/>
                  </a:lnTo>
                  <a:lnTo>
                    <a:pt x="96911" y="55840"/>
                  </a:lnTo>
                  <a:lnTo>
                    <a:pt x="97064" y="55714"/>
                  </a:lnTo>
                  <a:lnTo>
                    <a:pt x="96911" y="55630"/>
                  </a:lnTo>
                  <a:lnTo>
                    <a:pt x="96719" y="55672"/>
                  </a:lnTo>
                  <a:lnTo>
                    <a:pt x="96604" y="55714"/>
                  </a:lnTo>
                  <a:lnTo>
                    <a:pt x="96490" y="55756"/>
                  </a:lnTo>
                  <a:lnTo>
                    <a:pt x="96030" y="55630"/>
                  </a:lnTo>
                  <a:lnTo>
                    <a:pt x="95877" y="55672"/>
                  </a:lnTo>
                  <a:lnTo>
                    <a:pt x="95762" y="55630"/>
                  </a:lnTo>
                  <a:lnTo>
                    <a:pt x="95571" y="55420"/>
                  </a:lnTo>
                  <a:lnTo>
                    <a:pt x="95417" y="55210"/>
                  </a:lnTo>
                  <a:lnTo>
                    <a:pt x="95341" y="54957"/>
                  </a:lnTo>
                  <a:lnTo>
                    <a:pt x="95379" y="54789"/>
                  </a:lnTo>
                  <a:lnTo>
                    <a:pt x="95494" y="54705"/>
                  </a:lnTo>
                  <a:lnTo>
                    <a:pt x="95647" y="54621"/>
                  </a:lnTo>
                  <a:lnTo>
                    <a:pt x="95762" y="54579"/>
                  </a:lnTo>
                  <a:lnTo>
                    <a:pt x="95532" y="54411"/>
                  </a:lnTo>
                  <a:lnTo>
                    <a:pt x="95341" y="54453"/>
                  </a:lnTo>
                  <a:lnTo>
                    <a:pt x="94996" y="54621"/>
                  </a:lnTo>
                  <a:lnTo>
                    <a:pt x="94805" y="54621"/>
                  </a:lnTo>
                  <a:lnTo>
                    <a:pt x="94652" y="54537"/>
                  </a:lnTo>
                  <a:lnTo>
                    <a:pt x="94269" y="54369"/>
                  </a:lnTo>
                  <a:lnTo>
                    <a:pt x="93426" y="53739"/>
                  </a:lnTo>
                  <a:lnTo>
                    <a:pt x="92929" y="53319"/>
                  </a:lnTo>
                  <a:lnTo>
                    <a:pt x="92814" y="53025"/>
                  </a:lnTo>
                  <a:lnTo>
                    <a:pt x="92776" y="52899"/>
                  </a:lnTo>
                  <a:lnTo>
                    <a:pt x="92661" y="53067"/>
                  </a:lnTo>
                  <a:lnTo>
                    <a:pt x="92507" y="53193"/>
                  </a:lnTo>
                  <a:lnTo>
                    <a:pt x="92507" y="52941"/>
                  </a:lnTo>
                  <a:lnTo>
                    <a:pt x="92431" y="52857"/>
                  </a:lnTo>
                  <a:lnTo>
                    <a:pt x="91971" y="52731"/>
                  </a:lnTo>
                  <a:lnTo>
                    <a:pt x="91703" y="52731"/>
                  </a:lnTo>
                  <a:lnTo>
                    <a:pt x="91589" y="52647"/>
                  </a:lnTo>
                  <a:lnTo>
                    <a:pt x="91359" y="53235"/>
                  </a:lnTo>
                  <a:lnTo>
                    <a:pt x="91091" y="53193"/>
                  </a:lnTo>
                  <a:lnTo>
                    <a:pt x="91014" y="53319"/>
                  </a:lnTo>
                  <a:lnTo>
                    <a:pt x="90938" y="53613"/>
                  </a:lnTo>
                  <a:lnTo>
                    <a:pt x="90823" y="53739"/>
                  </a:lnTo>
                  <a:lnTo>
                    <a:pt x="90784" y="53529"/>
                  </a:lnTo>
                  <a:lnTo>
                    <a:pt x="90784" y="53445"/>
                  </a:lnTo>
                  <a:lnTo>
                    <a:pt x="90019" y="53697"/>
                  </a:lnTo>
                  <a:lnTo>
                    <a:pt x="89751" y="53991"/>
                  </a:lnTo>
                  <a:lnTo>
                    <a:pt x="89559" y="54075"/>
                  </a:lnTo>
                  <a:lnTo>
                    <a:pt x="89406" y="53991"/>
                  </a:lnTo>
                  <a:lnTo>
                    <a:pt x="89444" y="53865"/>
                  </a:lnTo>
                  <a:lnTo>
                    <a:pt x="89100" y="54285"/>
                  </a:lnTo>
                  <a:lnTo>
                    <a:pt x="88947" y="54411"/>
                  </a:lnTo>
                  <a:lnTo>
                    <a:pt x="88717" y="54369"/>
                  </a:lnTo>
                  <a:lnTo>
                    <a:pt x="88602" y="54537"/>
                  </a:lnTo>
                  <a:lnTo>
                    <a:pt x="88372" y="54621"/>
                  </a:lnTo>
                  <a:lnTo>
                    <a:pt x="88066" y="54705"/>
                  </a:lnTo>
                  <a:lnTo>
                    <a:pt x="87836" y="54621"/>
                  </a:lnTo>
                  <a:lnTo>
                    <a:pt x="87645" y="54621"/>
                  </a:lnTo>
                  <a:lnTo>
                    <a:pt x="87453" y="54789"/>
                  </a:lnTo>
                  <a:lnTo>
                    <a:pt x="87223" y="54957"/>
                  </a:lnTo>
                  <a:lnTo>
                    <a:pt x="87147" y="55210"/>
                  </a:lnTo>
                  <a:lnTo>
                    <a:pt x="87070" y="55210"/>
                  </a:lnTo>
                  <a:lnTo>
                    <a:pt x="86381" y="55546"/>
                  </a:lnTo>
                  <a:lnTo>
                    <a:pt x="86266" y="55714"/>
                  </a:lnTo>
                  <a:lnTo>
                    <a:pt x="86305" y="56008"/>
                  </a:lnTo>
                  <a:lnTo>
                    <a:pt x="86305" y="56176"/>
                  </a:lnTo>
                  <a:lnTo>
                    <a:pt x="85730" y="56470"/>
                  </a:lnTo>
                  <a:lnTo>
                    <a:pt x="85577" y="56638"/>
                  </a:lnTo>
                  <a:lnTo>
                    <a:pt x="85539" y="56848"/>
                  </a:lnTo>
                  <a:lnTo>
                    <a:pt x="85577" y="57100"/>
                  </a:lnTo>
                  <a:lnTo>
                    <a:pt x="85615" y="57478"/>
                  </a:lnTo>
                  <a:lnTo>
                    <a:pt x="85730" y="57815"/>
                  </a:lnTo>
                  <a:lnTo>
                    <a:pt x="85960" y="57899"/>
                  </a:lnTo>
                  <a:lnTo>
                    <a:pt x="86419" y="57857"/>
                  </a:lnTo>
                  <a:lnTo>
                    <a:pt x="86534" y="57899"/>
                  </a:lnTo>
                  <a:lnTo>
                    <a:pt x="86649" y="58025"/>
                  </a:lnTo>
                  <a:lnTo>
                    <a:pt x="86726" y="58025"/>
                  </a:lnTo>
                  <a:lnTo>
                    <a:pt x="86841" y="57941"/>
                  </a:lnTo>
                  <a:lnTo>
                    <a:pt x="86917" y="57899"/>
                  </a:lnTo>
                  <a:lnTo>
                    <a:pt x="86955" y="57815"/>
                  </a:lnTo>
                  <a:lnTo>
                    <a:pt x="86955" y="57689"/>
                  </a:lnTo>
                  <a:lnTo>
                    <a:pt x="86955" y="57521"/>
                  </a:lnTo>
                  <a:lnTo>
                    <a:pt x="87032" y="57352"/>
                  </a:lnTo>
                  <a:lnTo>
                    <a:pt x="87070" y="57100"/>
                  </a:lnTo>
                  <a:lnTo>
                    <a:pt x="87300" y="56764"/>
                  </a:lnTo>
                  <a:lnTo>
                    <a:pt x="87492" y="56596"/>
                  </a:lnTo>
                  <a:lnTo>
                    <a:pt x="88334" y="56218"/>
                  </a:lnTo>
                  <a:lnTo>
                    <a:pt x="88947" y="56218"/>
                  </a:lnTo>
                  <a:lnTo>
                    <a:pt x="89100" y="56176"/>
                  </a:lnTo>
                  <a:lnTo>
                    <a:pt x="89636" y="55756"/>
                  </a:lnTo>
                  <a:lnTo>
                    <a:pt x="89789" y="55714"/>
                  </a:lnTo>
                  <a:lnTo>
                    <a:pt x="90057" y="55672"/>
                  </a:lnTo>
                  <a:lnTo>
                    <a:pt x="90287" y="55714"/>
                  </a:lnTo>
                  <a:lnTo>
                    <a:pt x="90402" y="55840"/>
                  </a:lnTo>
                  <a:lnTo>
                    <a:pt x="90248" y="56050"/>
                  </a:lnTo>
                  <a:lnTo>
                    <a:pt x="87951" y="57058"/>
                  </a:lnTo>
                  <a:lnTo>
                    <a:pt x="87836" y="57268"/>
                  </a:lnTo>
                  <a:lnTo>
                    <a:pt x="87606" y="57941"/>
                  </a:lnTo>
                  <a:lnTo>
                    <a:pt x="87492" y="58067"/>
                  </a:lnTo>
                  <a:lnTo>
                    <a:pt x="87147" y="58235"/>
                  </a:lnTo>
                  <a:lnTo>
                    <a:pt x="87070" y="58361"/>
                  </a:lnTo>
                  <a:lnTo>
                    <a:pt x="87032" y="58571"/>
                  </a:lnTo>
                  <a:lnTo>
                    <a:pt x="85960" y="60000"/>
                  </a:lnTo>
                  <a:lnTo>
                    <a:pt x="85386" y="61176"/>
                  </a:lnTo>
                  <a:lnTo>
                    <a:pt x="84926" y="61848"/>
                  </a:lnTo>
                  <a:lnTo>
                    <a:pt x="84313" y="62352"/>
                  </a:lnTo>
                  <a:lnTo>
                    <a:pt x="84275" y="62478"/>
                  </a:lnTo>
                  <a:lnTo>
                    <a:pt x="84313" y="62689"/>
                  </a:lnTo>
                  <a:lnTo>
                    <a:pt x="84428" y="62857"/>
                  </a:lnTo>
                  <a:lnTo>
                    <a:pt x="84467" y="63025"/>
                  </a:lnTo>
                  <a:lnTo>
                    <a:pt x="84467" y="63193"/>
                  </a:lnTo>
                  <a:lnTo>
                    <a:pt x="84467" y="63277"/>
                  </a:lnTo>
                  <a:lnTo>
                    <a:pt x="84199" y="64159"/>
                  </a:lnTo>
                  <a:lnTo>
                    <a:pt x="84160" y="64411"/>
                  </a:lnTo>
                  <a:lnTo>
                    <a:pt x="84122" y="64663"/>
                  </a:lnTo>
                  <a:lnTo>
                    <a:pt x="83931" y="65084"/>
                  </a:lnTo>
                  <a:lnTo>
                    <a:pt x="83931" y="65378"/>
                  </a:lnTo>
                  <a:lnTo>
                    <a:pt x="84045" y="65462"/>
                  </a:lnTo>
                  <a:lnTo>
                    <a:pt x="84199" y="65504"/>
                  </a:lnTo>
                  <a:lnTo>
                    <a:pt x="84275" y="65630"/>
                  </a:lnTo>
                  <a:lnTo>
                    <a:pt x="84390" y="65882"/>
                  </a:lnTo>
                  <a:lnTo>
                    <a:pt x="84543" y="65798"/>
                  </a:lnTo>
                  <a:lnTo>
                    <a:pt x="84696" y="65756"/>
                  </a:lnTo>
                  <a:lnTo>
                    <a:pt x="84658" y="65756"/>
                  </a:lnTo>
                  <a:lnTo>
                    <a:pt x="84658" y="65882"/>
                  </a:lnTo>
                  <a:lnTo>
                    <a:pt x="84696" y="65966"/>
                  </a:lnTo>
                  <a:lnTo>
                    <a:pt x="84811" y="66092"/>
                  </a:lnTo>
                  <a:lnTo>
                    <a:pt x="84888" y="66302"/>
                  </a:lnTo>
                  <a:lnTo>
                    <a:pt x="84811" y="66344"/>
                  </a:lnTo>
                  <a:lnTo>
                    <a:pt x="84620" y="66344"/>
                  </a:lnTo>
                  <a:lnTo>
                    <a:pt x="84505" y="66386"/>
                  </a:lnTo>
                  <a:lnTo>
                    <a:pt x="84543" y="66470"/>
                  </a:lnTo>
                  <a:lnTo>
                    <a:pt x="84658" y="66806"/>
                  </a:lnTo>
                  <a:lnTo>
                    <a:pt x="84696" y="66890"/>
                  </a:lnTo>
                  <a:lnTo>
                    <a:pt x="84658" y="66974"/>
                  </a:lnTo>
                  <a:lnTo>
                    <a:pt x="84428" y="67058"/>
                  </a:lnTo>
                  <a:lnTo>
                    <a:pt x="84390" y="67184"/>
                  </a:lnTo>
                  <a:lnTo>
                    <a:pt x="84390" y="67310"/>
                  </a:lnTo>
                  <a:lnTo>
                    <a:pt x="84275" y="67394"/>
                  </a:lnTo>
                  <a:lnTo>
                    <a:pt x="84160" y="67563"/>
                  </a:lnTo>
                  <a:lnTo>
                    <a:pt x="84045" y="67563"/>
                  </a:lnTo>
                  <a:lnTo>
                    <a:pt x="83931" y="67478"/>
                  </a:lnTo>
                  <a:lnTo>
                    <a:pt x="83816" y="67394"/>
                  </a:lnTo>
                  <a:lnTo>
                    <a:pt x="83777" y="67394"/>
                  </a:lnTo>
                  <a:lnTo>
                    <a:pt x="83701" y="67436"/>
                  </a:lnTo>
                  <a:lnTo>
                    <a:pt x="83663" y="67605"/>
                  </a:lnTo>
                  <a:lnTo>
                    <a:pt x="83624" y="67731"/>
                  </a:lnTo>
                  <a:lnTo>
                    <a:pt x="83624" y="67815"/>
                  </a:lnTo>
                  <a:lnTo>
                    <a:pt x="83548" y="68067"/>
                  </a:lnTo>
                  <a:lnTo>
                    <a:pt x="83241" y="67857"/>
                  </a:lnTo>
                  <a:lnTo>
                    <a:pt x="83088" y="68025"/>
                  </a:lnTo>
                  <a:lnTo>
                    <a:pt x="83088" y="68151"/>
                  </a:lnTo>
                  <a:lnTo>
                    <a:pt x="83165" y="68277"/>
                  </a:lnTo>
                  <a:lnTo>
                    <a:pt x="83241" y="68445"/>
                  </a:lnTo>
                  <a:lnTo>
                    <a:pt x="83126" y="68571"/>
                  </a:lnTo>
                  <a:lnTo>
                    <a:pt x="83012" y="68655"/>
                  </a:lnTo>
                  <a:lnTo>
                    <a:pt x="82973" y="68823"/>
                  </a:lnTo>
                  <a:lnTo>
                    <a:pt x="83050" y="68949"/>
                  </a:lnTo>
                  <a:lnTo>
                    <a:pt x="83050" y="69117"/>
                  </a:lnTo>
                  <a:lnTo>
                    <a:pt x="82782" y="69789"/>
                  </a:lnTo>
                  <a:lnTo>
                    <a:pt x="82782" y="70336"/>
                  </a:lnTo>
                  <a:lnTo>
                    <a:pt x="82744" y="70630"/>
                  </a:lnTo>
                  <a:lnTo>
                    <a:pt x="82629" y="70798"/>
                  </a:lnTo>
                  <a:lnTo>
                    <a:pt x="82437" y="70966"/>
                  </a:lnTo>
                  <a:lnTo>
                    <a:pt x="82246" y="71386"/>
                  </a:lnTo>
                  <a:lnTo>
                    <a:pt x="81289" y="72184"/>
                  </a:lnTo>
                  <a:lnTo>
                    <a:pt x="80485" y="72394"/>
                  </a:lnTo>
                  <a:lnTo>
                    <a:pt x="80331" y="72563"/>
                  </a:lnTo>
                  <a:lnTo>
                    <a:pt x="80331" y="72689"/>
                  </a:lnTo>
                  <a:lnTo>
                    <a:pt x="80485" y="72857"/>
                  </a:lnTo>
                  <a:lnTo>
                    <a:pt x="80753" y="72983"/>
                  </a:lnTo>
                  <a:lnTo>
                    <a:pt x="81135" y="72773"/>
                  </a:lnTo>
                  <a:lnTo>
                    <a:pt x="81365" y="72773"/>
                  </a:lnTo>
                  <a:lnTo>
                    <a:pt x="81403" y="72857"/>
                  </a:lnTo>
                  <a:lnTo>
                    <a:pt x="81250" y="73067"/>
                  </a:lnTo>
                  <a:lnTo>
                    <a:pt x="81097" y="73109"/>
                  </a:lnTo>
                  <a:lnTo>
                    <a:pt x="80867" y="73109"/>
                  </a:lnTo>
                  <a:lnTo>
                    <a:pt x="80753" y="73193"/>
                  </a:lnTo>
                  <a:lnTo>
                    <a:pt x="80714" y="73277"/>
                  </a:lnTo>
                  <a:lnTo>
                    <a:pt x="80753" y="73403"/>
                  </a:lnTo>
                  <a:lnTo>
                    <a:pt x="80867" y="73487"/>
                  </a:lnTo>
                  <a:lnTo>
                    <a:pt x="80982" y="73571"/>
                  </a:lnTo>
                  <a:lnTo>
                    <a:pt x="81059" y="73781"/>
                  </a:lnTo>
                  <a:lnTo>
                    <a:pt x="80982" y="73697"/>
                  </a:lnTo>
                  <a:lnTo>
                    <a:pt x="80829" y="73655"/>
                  </a:lnTo>
                  <a:lnTo>
                    <a:pt x="80753" y="73655"/>
                  </a:lnTo>
                  <a:lnTo>
                    <a:pt x="80753" y="73823"/>
                  </a:lnTo>
                  <a:lnTo>
                    <a:pt x="80791" y="74201"/>
                  </a:lnTo>
                  <a:lnTo>
                    <a:pt x="80753" y="74285"/>
                  </a:lnTo>
                  <a:lnTo>
                    <a:pt x="80753" y="74369"/>
                  </a:lnTo>
                  <a:lnTo>
                    <a:pt x="80714" y="74789"/>
                  </a:lnTo>
                  <a:lnTo>
                    <a:pt x="80714" y="75042"/>
                  </a:lnTo>
                  <a:lnTo>
                    <a:pt x="80638" y="75630"/>
                  </a:lnTo>
                  <a:lnTo>
                    <a:pt x="80523" y="75840"/>
                  </a:lnTo>
                  <a:lnTo>
                    <a:pt x="80446" y="75882"/>
                  </a:lnTo>
                  <a:lnTo>
                    <a:pt x="80255" y="76260"/>
                  </a:lnTo>
                  <a:lnTo>
                    <a:pt x="80063" y="76386"/>
                  </a:lnTo>
                  <a:lnTo>
                    <a:pt x="80025" y="76470"/>
                  </a:lnTo>
                  <a:lnTo>
                    <a:pt x="80025" y="76680"/>
                  </a:lnTo>
                  <a:lnTo>
                    <a:pt x="80140" y="76722"/>
                  </a:lnTo>
                  <a:lnTo>
                    <a:pt x="80561" y="76596"/>
                  </a:lnTo>
                  <a:lnTo>
                    <a:pt x="80676" y="76806"/>
                  </a:lnTo>
                  <a:lnTo>
                    <a:pt x="80676" y="76974"/>
                  </a:lnTo>
                  <a:lnTo>
                    <a:pt x="80638" y="77142"/>
                  </a:lnTo>
                  <a:lnTo>
                    <a:pt x="80523" y="77184"/>
                  </a:lnTo>
                  <a:lnTo>
                    <a:pt x="80485" y="77184"/>
                  </a:lnTo>
                  <a:lnTo>
                    <a:pt x="80255" y="76974"/>
                  </a:lnTo>
                  <a:lnTo>
                    <a:pt x="80102" y="76974"/>
                  </a:lnTo>
                  <a:lnTo>
                    <a:pt x="80025" y="76974"/>
                  </a:lnTo>
                  <a:lnTo>
                    <a:pt x="79987" y="76974"/>
                  </a:lnTo>
                  <a:lnTo>
                    <a:pt x="79948" y="77226"/>
                  </a:lnTo>
                  <a:lnTo>
                    <a:pt x="79680" y="77689"/>
                  </a:lnTo>
                  <a:lnTo>
                    <a:pt x="79336" y="78025"/>
                  </a:lnTo>
                  <a:lnTo>
                    <a:pt x="78570" y="78571"/>
                  </a:lnTo>
                  <a:lnTo>
                    <a:pt x="78493" y="78487"/>
                  </a:lnTo>
                  <a:lnTo>
                    <a:pt x="78953" y="78109"/>
                  </a:lnTo>
                  <a:lnTo>
                    <a:pt x="79336" y="77563"/>
                  </a:lnTo>
                  <a:lnTo>
                    <a:pt x="79680" y="76932"/>
                  </a:lnTo>
                  <a:lnTo>
                    <a:pt x="79719" y="76596"/>
                  </a:lnTo>
                  <a:lnTo>
                    <a:pt x="79566" y="76428"/>
                  </a:lnTo>
                  <a:lnTo>
                    <a:pt x="79412" y="76470"/>
                  </a:lnTo>
                  <a:lnTo>
                    <a:pt x="79144" y="76848"/>
                  </a:lnTo>
                  <a:lnTo>
                    <a:pt x="78302" y="77521"/>
                  </a:lnTo>
                  <a:lnTo>
                    <a:pt x="78187" y="77563"/>
                  </a:lnTo>
                  <a:lnTo>
                    <a:pt x="78072" y="77521"/>
                  </a:lnTo>
                  <a:lnTo>
                    <a:pt x="77996" y="77352"/>
                  </a:lnTo>
                  <a:lnTo>
                    <a:pt x="77919" y="77226"/>
                  </a:lnTo>
                  <a:lnTo>
                    <a:pt x="77996" y="77142"/>
                  </a:lnTo>
                  <a:lnTo>
                    <a:pt x="78034" y="77142"/>
                  </a:lnTo>
                  <a:lnTo>
                    <a:pt x="78072" y="77184"/>
                  </a:lnTo>
                  <a:lnTo>
                    <a:pt x="78302" y="77226"/>
                  </a:lnTo>
                  <a:lnTo>
                    <a:pt x="78264" y="76932"/>
                  </a:lnTo>
                  <a:lnTo>
                    <a:pt x="78225" y="76722"/>
                  </a:lnTo>
                  <a:lnTo>
                    <a:pt x="78302" y="76554"/>
                  </a:lnTo>
                  <a:lnTo>
                    <a:pt x="78455" y="76386"/>
                  </a:lnTo>
                  <a:lnTo>
                    <a:pt x="78570" y="76260"/>
                  </a:lnTo>
                  <a:lnTo>
                    <a:pt x="78761" y="75714"/>
                  </a:lnTo>
                  <a:lnTo>
                    <a:pt x="78838" y="75294"/>
                  </a:lnTo>
                  <a:lnTo>
                    <a:pt x="79183" y="74705"/>
                  </a:lnTo>
                  <a:lnTo>
                    <a:pt x="79298" y="74537"/>
                  </a:lnTo>
                  <a:lnTo>
                    <a:pt x="79527" y="74495"/>
                  </a:lnTo>
                  <a:lnTo>
                    <a:pt x="79719" y="74495"/>
                  </a:lnTo>
                  <a:lnTo>
                    <a:pt x="79987" y="74537"/>
                  </a:lnTo>
                  <a:lnTo>
                    <a:pt x="79795" y="74327"/>
                  </a:lnTo>
                  <a:lnTo>
                    <a:pt x="79642" y="74033"/>
                  </a:lnTo>
                  <a:lnTo>
                    <a:pt x="79489" y="73865"/>
                  </a:lnTo>
                  <a:lnTo>
                    <a:pt x="79259" y="73781"/>
                  </a:lnTo>
                  <a:lnTo>
                    <a:pt x="79221" y="73823"/>
                  </a:lnTo>
                  <a:lnTo>
                    <a:pt x="79029" y="74033"/>
                  </a:lnTo>
                  <a:lnTo>
                    <a:pt x="78225" y="73865"/>
                  </a:lnTo>
                  <a:lnTo>
                    <a:pt x="77651" y="73991"/>
                  </a:lnTo>
                  <a:lnTo>
                    <a:pt x="77421" y="73991"/>
                  </a:lnTo>
                  <a:lnTo>
                    <a:pt x="76541" y="73781"/>
                  </a:lnTo>
                  <a:lnTo>
                    <a:pt x="76311" y="73781"/>
                  </a:lnTo>
                  <a:lnTo>
                    <a:pt x="76158" y="73823"/>
                  </a:lnTo>
                  <a:lnTo>
                    <a:pt x="76043" y="73823"/>
                  </a:lnTo>
                  <a:lnTo>
                    <a:pt x="75660" y="73613"/>
                  </a:lnTo>
                  <a:lnTo>
                    <a:pt x="73899" y="73697"/>
                  </a:lnTo>
                  <a:lnTo>
                    <a:pt x="73286" y="74033"/>
                  </a:lnTo>
                  <a:lnTo>
                    <a:pt x="72559" y="74117"/>
                  </a:lnTo>
                  <a:lnTo>
                    <a:pt x="72367" y="74243"/>
                  </a:lnTo>
                  <a:lnTo>
                    <a:pt x="72022" y="74747"/>
                  </a:lnTo>
                  <a:lnTo>
                    <a:pt x="71869" y="74789"/>
                  </a:lnTo>
                  <a:lnTo>
                    <a:pt x="71678" y="74705"/>
                  </a:lnTo>
                  <a:lnTo>
                    <a:pt x="71678" y="74453"/>
                  </a:lnTo>
                  <a:lnTo>
                    <a:pt x="71793" y="74033"/>
                  </a:lnTo>
                  <a:lnTo>
                    <a:pt x="71754" y="73781"/>
                  </a:lnTo>
                  <a:lnTo>
                    <a:pt x="71678" y="73445"/>
                  </a:lnTo>
                  <a:lnTo>
                    <a:pt x="71525" y="73193"/>
                  </a:lnTo>
                  <a:lnTo>
                    <a:pt x="71295" y="73067"/>
                  </a:lnTo>
                  <a:lnTo>
                    <a:pt x="71410" y="72941"/>
                  </a:lnTo>
                  <a:lnTo>
                    <a:pt x="71640" y="73067"/>
                  </a:lnTo>
                  <a:lnTo>
                    <a:pt x="72061" y="73487"/>
                  </a:lnTo>
                  <a:lnTo>
                    <a:pt x="72252" y="73529"/>
                  </a:lnTo>
                  <a:lnTo>
                    <a:pt x="72827" y="73403"/>
                  </a:lnTo>
                  <a:lnTo>
                    <a:pt x="73248" y="73487"/>
                  </a:lnTo>
                  <a:lnTo>
                    <a:pt x="74779" y="73067"/>
                  </a:lnTo>
                  <a:lnTo>
                    <a:pt x="75469" y="73193"/>
                  </a:lnTo>
                  <a:lnTo>
                    <a:pt x="75890" y="73067"/>
                  </a:lnTo>
                  <a:lnTo>
                    <a:pt x="76043" y="73151"/>
                  </a:lnTo>
                  <a:lnTo>
                    <a:pt x="76273" y="73277"/>
                  </a:lnTo>
                  <a:lnTo>
                    <a:pt x="76541" y="73445"/>
                  </a:lnTo>
                  <a:lnTo>
                    <a:pt x="77153" y="73487"/>
                  </a:lnTo>
                  <a:lnTo>
                    <a:pt x="77651" y="73613"/>
                  </a:lnTo>
                  <a:lnTo>
                    <a:pt x="78034" y="73529"/>
                  </a:lnTo>
                  <a:lnTo>
                    <a:pt x="78264" y="73571"/>
                  </a:lnTo>
                  <a:lnTo>
                    <a:pt x="78302" y="73529"/>
                  </a:lnTo>
                  <a:lnTo>
                    <a:pt x="78379" y="73529"/>
                  </a:lnTo>
                  <a:lnTo>
                    <a:pt x="78379" y="73529"/>
                  </a:lnTo>
                  <a:lnTo>
                    <a:pt x="78493" y="73697"/>
                  </a:lnTo>
                  <a:lnTo>
                    <a:pt x="78532" y="73781"/>
                  </a:lnTo>
                  <a:lnTo>
                    <a:pt x="78570" y="73823"/>
                  </a:lnTo>
                  <a:lnTo>
                    <a:pt x="78608" y="73823"/>
                  </a:lnTo>
                  <a:lnTo>
                    <a:pt x="78647" y="73781"/>
                  </a:lnTo>
                  <a:lnTo>
                    <a:pt x="78647" y="73487"/>
                  </a:lnTo>
                  <a:lnTo>
                    <a:pt x="78685" y="73403"/>
                  </a:lnTo>
                  <a:lnTo>
                    <a:pt x="78876" y="73193"/>
                  </a:lnTo>
                  <a:lnTo>
                    <a:pt x="78800" y="73025"/>
                  </a:lnTo>
                  <a:lnTo>
                    <a:pt x="78608" y="72857"/>
                  </a:lnTo>
                  <a:lnTo>
                    <a:pt x="78379" y="72731"/>
                  </a:lnTo>
                  <a:lnTo>
                    <a:pt x="78149" y="72521"/>
                  </a:lnTo>
                  <a:lnTo>
                    <a:pt x="78034" y="72310"/>
                  </a:lnTo>
                  <a:lnTo>
                    <a:pt x="77919" y="72016"/>
                  </a:lnTo>
                  <a:lnTo>
                    <a:pt x="77766" y="71722"/>
                  </a:lnTo>
                  <a:lnTo>
                    <a:pt x="77689" y="71344"/>
                  </a:lnTo>
                  <a:lnTo>
                    <a:pt x="77766" y="71092"/>
                  </a:lnTo>
                  <a:lnTo>
                    <a:pt x="78149" y="70882"/>
                  </a:lnTo>
                  <a:lnTo>
                    <a:pt x="78111" y="70798"/>
                  </a:lnTo>
                  <a:lnTo>
                    <a:pt x="77843" y="70798"/>
                  </a:lnTo>
                  <a:lnTo>
                    <a:pt x="77498" y="70756"/>
                  </a:lnTo>
                  <a:lnTo>
                    <a:pt x="77115" y="70630"/>
                  </a:lnTo>
                  <a:lnTo>
                    <a:pt x="76885" y="70462"/>
                  </a:lnTo>
                  <a:lnTo>
                    <a:pt x="76924" y="70462"/>
                  </a:lnTo>
                  <a:lnTo>
                    <a:pt x="76885" y="70504"/>
                  </a:lnTo>
                  <a:lnTo>
                    <a:pt x="76885" y="70504"/>
                  </a:lnTo>
                  <a:lnTo>
                    <a:pt x="76770" y="70378"/>
                  </a:lnTo>
                  <a:lnTo>
                    <a:pt x="77268" y="70462"/>
                  </a:lnTo>
                  <a:lnTo>
                    <a:pt x="77421" y="70336"/>
                  </a:lnTo>
                  <a:lnTo>
                    <a:pt x="77536" y="70210"/>
                  </a:lnTo>
                  <a:lnTo>
                    <a:pt x="77728" y="69831"/>
                  </a:lnTo>
                  <a:lnTo>
                    <a:pt x="78264" y="69201"/>
                  </a:lnTo>
                  <a:lnTo>
                    <a:pt x="78838" y="68865"/>
                  </a:lnTo>
                  <a:lnTo>
                    <a:pt x="78915" y="68697"/>
                  </a:lnTo>
                  <a:lnTo>
                    <a:pt x="78761" y="68529"/>
                  </a:lnTo>
                  <a:lnTo>
                    <a:pt x="78608" y="68571"/>
                  </a:lnTo>
                  <a:lnTo>
                    <a:pt x="78379" y="68739"/>
                  </a:lnTo>
                  <a:lnTo>
                    <a:pt x="78225" y="68697"/>
                  </a:lnTo>
                  <a:lnTo>
                    <a:pt x="78187" y="68571"/>
                  </a:lnTo>
                  <a:lnTo>
                    <a:pt x="78187" y="68445"/>
                  </a:lnTo>
                  <a:lnTo>
                    <a:pt x="78302" y="68277"/>
                  </a:lnTo>
                  <a:lnTo>
                    <a:pt x="78647" y="68025"/>
                  </a:lnTo>
                  <a:lnTo>
                    <a:pt x="79872" y="67647"/>
                  </a:lnTo>
                  <a:lnTo>
                    <a:pt x="80638" y="67184"/>
                  </a:lnTo>
                  <a:lnTo>
                    <a:pt x="80982" y="66848"/>
                  </a:lnTo>
                  <a:lnTo>
                    <a:pt x="81059" y="66470"/>
                  </a:lnTo>
                  <a:lnTo>
                    <a:pt x="81135" y="66386"/>
                  </a:lnTo>
                  <a:lnTo>
                    <a:pt x="81289" y="65630"/>
                  </a:lnTo>
                  <a:lnTo>
                    <a:pt x="81403" y="65504"/>
                  </a:lnTo>
                  <a:lnTo>
                    <a:pt x="81633" y="65168"/>
                  </a:lnTo>
                  <a:lnTo>
                    <a:pt x="81671" y="64789"/>
                  </a:lnTo>
                  <a:lnTo>
                    <a:pt x="81940" y="64285"/>
                  </a:lnTo>
                  <a:lnTo>
                    <a:pt x="82361" y="63697"/>
                  </a:lnTo>
                  <a:lnTo>
                    <a:pt x="82514" y="63571"/>
                  </a:lnTo>
                  <a:lnTo>
                    <a:pt x="82552" y="63487"/>
                  </a:lnTo>
                  <a:lnTo>
                    <a:pt x="83012" y="63151"/>
                  </a:lnTo>
                  <a:lnTo>
                    <a:pt x="83088" y="63025"/>
                  </a:lnTo>
                  <a:lnTo>
                    <a:pt x="83126" y="62857"/>
                  </a:lnTo>
                  <a:lnTo>
                    <a:pt x="83280" y="62647"/>
                  </a:lnTo>
                  <a:lnTo>
                    <a:pt x="83280" y="62478"/>
                  </a:lnTo>
                  <a:lnTo>
                    <a:pt x="83318" y="61806"/>
                  </a:lnTo>
                  <a:lnTo>
                    <a:pt x="82437" y="62226"/>
                  </a:lnTo>
                  <a:lnTo>
                    <a:pt x="82514" y="62226"/>
                  </a:lnTo>
                  <a:lnTo>
                    <a:pt x="82437" y="62226"/>
                  </a:lnTo>
                  <a:lnTo>
                    <a:pt x="82399" y="62268"/>
                  </a:lnTo>
                  <a:lnTo>
                    <a:pt x="82361" y="62184"/>
                  </a:lnTo>
                  <a:lnTo>
                    <a:pt x="83433" y="61050"/>
                  </a:lnTo>
                  <a:lnTo>
                    <a:pt x="84582" y="60588"/>
                  </a:lnTo>
                  <a:lnTo>
                    <a:pt x="84926" y="60294"/>
                  </a:lnTo>
                  <a:lnTo>
                    <a:pt x="85041" y="60084"/>
                  </a:lnTo>
                  <a:lnTo>
                    <a:pt x="85118" y="59831"/>
                  </a:lnTo>
                  <a:lnTo>
                    <a:pt x="85194" y="59243"/>
                  </a:lnTo>
                  <a:lnTo>
                    <a:pt x="85156" y="58949"/>
                  </a:lnTo>
                  <a:lnTo>
                    <a:pt x="85118" y="58697"/>
                  </a:lnTo>
                  <a:lnTo>
                    <a:pt x="85118" y="58487"/>
                  </a:lnTo>
                  <a:lnTo>
                    <a:pt x="85156" y="58235"/>
                  </a:lnTo>
                  <a:lnTo>
                    <a:pt x="85309" y="57857"/>
                  </a:lnTo>
                  <a:lnTo>
                    <a:pt x="85309" y="57689"/>
                  </a:lnTo>
                  <a:lnTo>
                    <a:pt x="85232" y="57100"/>
                  </a:lnTo>
                  <a:lnTo>
                    <a:pt x="85232" y="56890"/>
                  </a:lnTo>
                  <a:lnTo>
                    <a:pt x="85271" y="56638"/>
                  </a:lnTo>
                  <a:lnTo>
                    <a:pt x="85347" y="56470"/>
                  </a:lnTo>
                  <a:lnTo>
                    <a:pt x="85156" y="56470"/>
                  </a:lnTo>
                  <a:lnTo>
                    <a:pt x="85041" y="56596"/>
                  </a:lnTo>
                  <a:lnTo>
                    <a:pt x="85041" y="57016"/>
                  </a:lnTo>
                  <a:lnTo>
                    <a:pt x="84964" y="57226"/>
                  </a:lnTo>
                  <a:lnTo>
                    <a:pt x="84888" y="57352"/>
                  </a:lnTo>
                  <a:lnTo>
                    <a:pt x="84773" y="57478"/>
                  </a:lnTo>
                  <a:lnTo>
                    <a:pt x="84658" y="57521"/>
                  </a:lnTo>
                  <a:lnTo>
                    <a:pt x="84620" y="57647"/>
                  </a:lnTo>
                  <a:lnTo>
                    <a:pt x="84582" y="57689"/>
                  </a:lnTo>
                  <a:lnTo>
                    <a:pt x="84543" y="57689"/>
                  </a:lnTo>
                  <a:lnTo>
                    <a:pt x="84467" y="57731"/>
                  </a:lnTo>
                  <a:lnTo>
                    <a:pt x="84390" y="58109"/>
                  </a:lnTo>
                  <a:lnTo>
                    <a:pt x="84084" y="58823"/>
                  </a:lnTo>
                  <a:lnTo>
                    <a:pt x="84045" y="59243"/>
                  </a:lnTo>
                  <a:lnTo>
                    <a:pt x="83931" y="59327"/>
                  </a:lnTo>
                  <a:lnTo>
                    <a:pt x="83624" y="59537"/>
                  </a:lnTo>
                  <a:lnTo>
                    <a:pt x="83471" y="59663"/>
                  </a:lnTo>
                  <a:lnTo>
                    <a:pt x="83241" y="60000"/>
                  </a:lnTo>
                  <a:lnTo>
                    <a:pt x="82552" y="61218"/>
                  </a:lnTo>
                  <a:lnTo>
                    <a:pt x="81633" y="62226"/>
                  </a:lnTo>
                  <a:lnTo>
                    <a:pt x="80714" y="63529"/>
                  </a:lnTo>
                  <a:lnTo>
                    <a:pt x="79757" y="64159"/>
                  </a:lnTo>
                  <a:lnTo>
                    <a:pt x="79412" y="64705"/>
                  </a:lnTo>
                  <a:lnTo>
                    <a:pt x="79298" y="64705"/>
                  </a:lnTo>
                  <a:lnTo>
                    <a:pt x="79183" y="64453"/>
                  </a:lnTo>
                  <a:lnTo>
                    <a:pt x="79144" y="64411"/>
                  </a:lnTo>
                  <a:lnTo>
                    <a:pt x="79106" y="64411"/>
                  </a:lnTo>
                  <a:lnTo>
                    <a:pt x="78647" y="64495"/>
                  </a:lnTo>
                  <a:lnTo>
                    <a:pt x="78532" y="64453"/>
                  </a:lnTo>
                  <a:lnTo>
                    <a:pt x="78570" y="64453"/>
                  </a:lnTo>
                  <a:lnTo>
                    <a:pt x="78570" y="64327"/>
                  </a:lnTo>
                  <a:lnTo>
                    <a:pt x="78647" y="64159"/>
                  </a:lnTo>
                  <a:lnTo>
                    <a:pt x="78915" y="63865"/>
                  </a:lnTo>
                  <a:lnTo>
                    <a:pt x="79642" y="63613"/>
                  </a:lnTo>
                  <a:lnTo>
                    <a:pt x="79795" y="63529"/>
                  </a:lnTo>
                  <a:lnTo>
                    <a:pt x="80561" y="62689"/>
                  </a:lnTo>
                  <a:lnTo>
                    <a:pt x="80676" y="62352"/>
                  </a:lnTo>
                  <a:lnTo>
                    <a:pt x="80982" y="62058"/>
                  </a:lnTo>
                  <a:lnTo>
                    <a:pt x="81059" y="61680"/>
                  </a:lnTo>
                  <a:lnTo>
                    <a:pt x="81174" y="61554"/>
                  </a:lnTo>
                  <a:lnTo>
                    <a:pt x="81940" y="60756"/>
                  </a:lnTo>
                  <a:lnTo>
                    <a:pt x="82590" y="59873"/>
                  </a:lnTo>
                  <a:lnTo>
                    <a:pt x="83624" y="59159"/>
                  </a:lnTo>
                  <a:lnTo>
                    <a:pt x="83816" y="58865"/>
                  </a:lnTo>
                  <a:lnTo>
                    <a:pt x="84199" y="57647"/>
                  </a:lnTo>
                  <a:lnTo>
                    <a:pt x="84658" y="56848"/>
                  </a:lnTo>
                  <a:lnTo>
                    <a:pt x="85424" y="55924"/>
                  </a:lnTo>
                  <a:lnTo>
                    <a:pt x="85960" y="55588"/>
                  </a:lnTo>
                  <a:lnTo>
                    <a:pt x="86037" y="55504"/>
                  </a:lnTo>
                  <a:lnTo>
                    <a:pt x="86037" y="55336"/>
                  </a:lnTo>
                  <a:lnTo>
                    <a:pt x="85998" y="55294"/>
                  </a:lnTo>
                  <a:lnTo>
                    <a:pt x="85768" y="55168"/>
                  </a:lnTo>
                  <a:lnTo>
                    <a:pt x="85692" y="55042"/>
                  </a:lnTo>
                  <a:lnTo>
                    <a:pt x="85807" y="54789"/>
                  </a:lnTo>
                  <a:lnTo>
                    <a:pt x="85960" y="54621"/>
                  </a:lnTo>
                  <a:lnTo>
                    <a:pt x="86075" y="54621"/>
                  </a:lnTo>
                  <a:lnTo>
                    <a:pt x="86151" y="54453"/>
                  </a:lnTo>
                  <a:lnTo>
                    <a:pt x="86343" y="54075"/>
                  </a:lnTo>
                  <a:lnTo>
                    <a:pt x="86381" y="53865"/>
                  </a:lnTo>
                  <a:lnTo>
                    <a:pt x="86075" y="54033"/>
                  </a:lnTo>
                  <a:lnTo>
                    <a:pt x="85692" y="54621"/>
                  </a:lnTo>
                  <a:lnTo>
                    <a:pt x="85424" y="54873"/>
                  </a:lnTo>
                  <a:lnTo>
                    <a:pt x="85424" y="54579"/>
                  </a:lnTo>
                  <a:lnTo>
                    <a:pt x="85654" y="54075"/>
                  </a:lnTo>
                  <a:lnTo>
                    <a:pt x="85577" y="53907"/>
                  </a:lnTo>
                  <a:lnTo>
                    <a:pt x="87185" y="52226"/>
                  </a:lnTo>
                  <a:lnTo>
                    <a:pt x="87262" y="52058"/>
                  </a:lnTo>
                  <a:lnTo>
                    <a:pt x="87300" y="51974"/>
                  </a:lnTo>
                  <a:lnTo>
                    <a:pt x="87453" y="52016"/>
                  </a:lnTo>
                  <a:lnTo>
                    <a:pt x="87530" y="52016"/>
                  </a:lnTo>
                  <a:lnTo>
                    <a:pt x="87568" y="52058"/>
                  </a:lnTo>
                  <a:lnTo>
                    <a:pt x="87645" y="52016"/>
                  </a:lnTo>
                  <a:lnTo>
                    <a:pt x="87683" y="51974"/>
                  </a:lnTo>
                  <a:lnTo>
                    <a:pt x="87798" y="51932"/>
                  </a:lnTo>
                  <a:lnTo>
                    <a:pt x="87836" y="51680"/>
                  </a:lnTo>
                  <a:lnTo>
                    <a:pt x="87874" y="51638"/>
                  </a:lnTo>
                  <a:lnTo>
                    <a:pt x="87951" y="51596"/>
                  </a:lnTo>
                  <a:lnTo>
                    <a:pt x="88142" y="51554"/>
                  </a:lnTo>
                  <a:lnTo>
                    <a:pt x="88755" y="51260"/>
                  </a:lnTo>
                  <a:lnTo>
                    <a:pt x="88947" y="51134"/>
                  </a:lnTo>
                  <a:lnTo>
                    <a:pt x="89023" y="51008"/>
                  </a:lnTo>
                  <a:lnTo>
                    <a:pt x="89176" y="50546"/>
                  </a:lnTo>
                  <a:lnTo>
                    <a:pt x="89176" y="50336"/>
                  </a:lnTo>
                  <a:lnTo>
                    <a:pt x="89368" y="49957"/>
                  </a:lnTo>
                  <a:lnTo>
                    <a:pt x="89368" y="49789"/>
                  </a:lnTo>
                  <a:lnTo>
                    <a:pt x="89100" y="49747"/>
                  </a:lnTo>
                  <a:lnTo>
                    <a:pt x="89138" y="49579"/>
                  </a:lnTo>
                  <a:lnTo>
                    <a:pt x="89291" y="49285"/>
                  </a:lnTo>
                  <a:lnTo>
                    <a:pt x="89368" y="49159"/>
                  </a:lnTo>
                  <a:lnTo>
                    <a:pt x="88028" y="50168"/>
                  </a:lnTo>
                  <a:lnTo>
                    <a:pt x="87836" y="50126"/>
                  </a:lnTo>
                  <a:lnTo>
                    <a:pt x="88028" y="49747"/>
                  </a:lnTo>
                  <a:lnTo>
                    <a:pt x="89483" y="48697"/>
                  </a:lnTo>
                  <a:lnTo>
                    <a:pt x="89636" y="48529"/>
                  </a:lnTo>
                  <a:lnTo>
                    <a:pt x="89674" y="48277"/>
                  </a:lnTo>
                  <a:lnTo>
                    <a:pt x="89559" y="47899"/>
                  </a:lnTo>
                  <a:lnTo>
                    <a:pt x="89406" y="47731"/>
                  </a:lnTo>
                  <a:lnTo>
                    <a:pt x="89253" y="47773"/>
                  </a:lnTo>
                  <a:lnTo>
                    <a:pt x="89023" y="47857"/>
                  </a:lnTo>
                  <a:lnTo>
                    <a:pt x="88985" y="47773"/>
                  </a:lnTo>
                  <a:lnTo>
                    <a:pt x="89061" y="47689"/>
                  </a:lnTo>
                  <a:lnTo>
                    <a:pt x="89253" y="47521"/>
                  </a:lnTo>
                  <a:lnTo>
                    <a:pt x="89291" y="47394"/>
                  </a:lnTo>
                  <a:lnTo>
                    <a:pt x="89329" y="47352"/>
                  </a:lnTo>
                  <a:lnTo>
                    <a:pt x="89406" y="47352"/>
                  </a:lnTo>
                  <a:lnTo>
                    <a:pt x="89406" y="47268"/>
                  </a:lnTo>
                  <a:lnTo>
                    <a:pt x="89368" y="47142"/>
                  </a:lnTo>
                  <a:lnTo>
                    <a:pt x="89291" y="47016"/>
                  </a:lnTo>
                  <a:lnTo>
                    <a:pt x="89291" y="46974"/>
                  </a:lnTo>
                  <a:lnTo>
                    <a:pt x="89253" y="46932"/>
                  </a:lnTo>
                  <a:lnTo>
                    <a:pt x="88908" y="47142"/>
                  </a:lnTo>
                  <a:lnTo>
                    <a:pt x="88755" y="47142"/>
                  </a:lnTo>
                  <a:lnTo>
                    <a:pt x="88679" y="46974"/>
                  </a:lnTo>
                  <a:lnTo>
                    <a:pt x="88640" y="46848"/>
                  </a:lnTo>
                  <a:lnTo>
                    <a:pt x="88449" y="46848"/>
                  </a:lnTo>
                  <a:lnTo>
                    <a:pt x="88410" y="46890"/>
                  </a:lnTo>
                  <a:lnTo>
                    <a:pt x="88334" y="46932"/>
                  </a:lnTo>
                  <a:lnTo>
                    <a:pt x="88142" y="46638"/>
                  </a:lnTo>
                  <a:lnTo>
                    <a:pt x="87836" y="46680"/>
                  </a:lnTo>
                  <a:lnTo>
                    <a:pt x="87377" y="46974"/>
                  </a:lnTo>
                  <a:lnTo>
                    <a:pt x="87377" y="47058"/>
                  </a:lnTo>
                  <a:lnTo>
                    <a:pt x="87377" y="47142"/>
                  </a:lnTo>
                  <a:lnTo>
                    <a:pt x="87377" y="47268"/>
                  </a:lnTo>
                  <a:lnTo>
                    <a:pt x="87377" y="47310"/>
                  </a:lnTo>
                  <a:lnTo>
                    <a:pt x="87377" y="47352"/>
                  </a:lnTo>
                  <a:lnTo>
                    <a:pt x="87147" y="47478"/>
                  </a:lnTo>
                  <a:lnTo>
                    <a:pt x="86841" y="47857"/>
                  </a:lnTo>
                  <a:lnTo>
                    <a:pt x="86687" y="47857"/>
                  </a:lnTo>
                  <a:lnTo>
                    <a:pt x="86419" y="47857"/>
                  </a:lnTo>
                  <a:lnTo>
                    <a:pt x="86190" y="47731"/>
                  </a:lnTo>
                  <a:lnTo>
                    <a:pt x="86113" y="47478"/>
                  </a:lnTo>
                  <a:lnTo>
                    <a:pt x="85998" y="47394"/>
                  </a:lnTo>
                  <a:lnTo>
                    <a:pt x="85922" y="47394"/>
                  </a:lnTo>
                  <a:lnTo>
                    <a:pt x="85922" y="47478"/>
                  </a:lnTo>
                  <a:lnTo>
                    <a:pt x="85883" y="47521"/>
                  </a:lnTo>
                  <a:lnTo>
                    <a:pt x="85807" y="47563"/>
                  </a:lnTo>
                  <a:lnTo>
                    <a:pt x="85807" y="47689"/>
                  </a:lnTo>
                  <a:lnTo>
                    <a:pt x="85768" y="47773"/>
                  </a:lnTo>
                  <a:lnTo>
                    <a:pt x="85730" y="47773"/>
                  </a:lnTo>
                  <a:lnTo>
                    <a:pt x="85654" y="47773"/>
                  </a:lnTo>
                  <a:lnTo>
                    <a:pt x="85654" y="47731"/>
                  </a:lnTo>
                  <a:lnTo>
                    <a:pt x="85615" y="47689"/>
                  </a:lnTo>
                  <a:lnTo>
                    <a:pt x="85577" y="47647"/>
                  </a:lnTo>
                  <a:lnTo>
                    <a:pt x="84850" y="47310"/>
                  </a:lnTo>
                  <a:lnTo>
                    <a:pt x="84658" y="47310"/>
                  </a:lnTo>
                  <a:lnTo>
                    <a:pt x="84199" y="47731"/>
                  </a:lnTo>
                  <a:lnTo>
                    <a:pt x="84122" y="47857"/>
                  </a:lnTo>
                  <a:lnTo>
                    <a:pt x="84084" y="48109"/>
                  </a:lnTo>
                  <a:lnTo>
                    <a:pt x="84084" y="48277"/>
                  </a:lnTo>
                  <a:lnTo>
                    <a:pt x="83892" y="48277"/>
                  </a:lnTo>
                  <a:lnTo>
                    <a:pt x="83816" y="48067"/>
                  </a:lnTo>
                  <a:lnTo>
                    <a:pt x="83663" y="48067"/>
                  </a:lnTo>
                  <a:lnTo>
                    <a:pt x="82935" y="48655"/>
                  </a:lnTo>
                  <a:lnTo>
                    <a:pt x="82744" y="48697"/>
                  </a:lnTo>
                  <a:lnTo>
                    <a:pt x="82629" y="48655"/>
                  </a:lnTo>
                  <a:lnTo>
                    <a:pt x="82399" y="48571"/>
                  </a:lnTo>
                  <a:lnTo>
                    <a:pt x="82246" y="48445"/>
                  </a:lnTo>
                  <a:lnTo>
                    <a:pt x="82246" y="48277"/>
                  </a:lnTo>
                  <a:lnTo>
                    <a:pt x="82246" y="48235"/>
                  </a:lnTo>
                  <a:lnTo>
                    <a:pt x="82208" y="48193"/>
                  </a:lnTo>
                  <a:lnTo>
                    <a:pt x="82131" y="48151"/>
                  </a:lnTo>
                  <a:lnTo>
                    <a:pt x="82054" y="48193"/>
                  </a:lnTo>
                  <a:lnTo>
                    <a:pt x="80867" y="49033"/>
                  </a:lnTo>
                  <a:lnTo>
                    <a:pt x="80829" y="49159"/>
                  </a:lnTo>
                  <a:lnTo>
                    <a:pt x="80982" y="49369"/>
                  </a:lnTo>
                  <a:lnTo>
                    <a:pt x="81135" y="49495"/>
                  </a:lnTo>
                  <a:lnTo>
                    <a:pt x="81212" y="49705"/>
                  </a:lnTo>
                  <a:lnTo>
                    <a:pt x="81174" y="49831"/>
                  </a:lnTo>
                  <a:lnTo>
                    <a:pt x="81059" y="49873"/>
                  </a:lnTo>
                  <a:lnTo>
                    <a:pt x="80867" y="49873"/>
                  </a:lnTo>
                  <a:lnTo>
                    <a:pt x="80753" y="49747"/>
                  </a:lnTo>
                  <a:lnTo>
                    <a:pt x="80676" y="49495"/>
                  </a:lnTo>
                  <a:lnTo>
                    <a:pt x="80178" y="49747"/>
                  </a:lnTo>
                  <a:lnTo>
                    <a:pt x="80063" y="49831"/>
                  </a:lnTo>
                  <a:lnTo>
                    <a:pt x="79987" y="50042"/>
                  </a:lnTo>
                  <a:lnTo>
                    <a:pt x="79910" y="50210"/>
                  </a:lnTo>
                  <a:lnTo>
                    <a:pt x="79872" y="49957"/>
                  </a:lnTo>
                  <a:lnTo>
                    <a:pt x="79872" y="49789"/>
                  </a:lnTo>
                  <a:lnTo>
                    <a:pt x="79948" y="49495"/>
                  </a:lnTo>
                  <a:lnTo>
                    <a:pt x="79412" y="49873"/>
                  </a:lnTo>
                  <a:lnTo>
                    <a:pt x="78991" y="50042"/>
                  </a:lnTo>
                  <a:lnTo>
                    <a:pt x="78761" y="50042"/>
                  </a:lnTo>
                  <a:lnTo>
                    <a:pt x="78532" y="49957"/>
                  </a:lnTo>
                  <a:lnTo>
                    <a:pt x="78455" y="49831"/>
                  </a:lnTo>
                  <a:lnTo>
                    <a:pt x="78302" y="49789"/>
                  </a:lnTo>
                  <a:lnTo>
                    <a:pt x="78225" y="49957"/>
                  </a:lnTo>
                  <a:lnTo>
                    <a:pt x="78455" y="50546"/>
                  </a:lnTo>
                  <a:lnTo>
                    <a:pt x="78417" y="50588"/>
                  </a:lnTo>
                  <a:lnTo>
                    <a:pt x="78302" y="50546"/>
                  </a:lnTo>
                  <a:lnTo>
                    <a:pt x="78187" y="50378"/>
                  </a:lnTo>
                  <a:lnTo>
                    <a:pt x="78111" y="50210"/>
                  </a:lnTo>
                  <a:lnTo>
                    <a:pt x="78034" y="50126"/>
                  </a:lnTo>
                  <a:lnTo>
                    <a:pt x="77919" y="50126"/>
                  </a:lnTo>
                  <a:lnTo>
                    <a:pt x="77689" y="50042"/>
                  </a:lnTo>
                  <a:lnTo>
                    <a:pt x="77651" y="50168"/>
                  </a:lnTo>
                  <a:lnTo>
                    <a:pt x="77651" y="50252"/>
                  </a:lnTo>
                  <a:lnTo>
                    <a:pt x="77613" y="50336"/>
                  </a:lnTo>
                  <a:lnTo>
                    <a:pt x="77536" y="50420"/>
                  </a:lnTo>
                  <a:lnTo>
                    <a:pt x="77115" y="50714"/>
                  </a:lnTo>
                  <a:lnTo>
                    <a:pt x="77000" y="50714"/>
                  </a:lnTo>
                  <a:lnTo>
                    <a:pt x="76924" y="50672"/>
                  </a:lnTo>
                  <a:lnTo>
                    <a:pt x="76885" y="50462"/>
                  </a:lnTo>
                  <a:lnTo>
                    <a:pt x="76885" y="50378"/>
                  </a:lnTo>
                  <a:lnTo>
                    <a:pt x="76885" y="50252"/>
                  </a:lnTo>
                  <a:lnTo>
                    <a:pt x="76694" y="50126"/>
                  </a:lnTo>
                  <a:lnTo>
                    <a:pt x="76847" y="49915"/>
                  </a:lnTo>
                  <a:lnTo>
                    <a:pt x="76694" y="49789"/>
                  </a:lnTo>
                  <a:lnTo>
                    <a:pt x="76502" y="49705"/>
                  </a:lnTo>
                  <a:lnTo>
                    <a:pt x="76311" y="49873"/>
                  </a:lnTo>
                  <a:lnTo>
                    <a:pt x="76311" y="49915"/>
                  </a:lnTo>
                  <a:lnTo>
                    <a:pt x="76349" y="49957"/>
                  </a:lnTo>
                  <a:lnTo>
                    <a:pt x="76388" y="50042"/>
                  </a:lnTo>
                  <a:lnTo>
                    <a:pt x="76426" y="50168"/>
                  </a:lnTo>
                  <a:lnTo>
                    <a:pt x="76349" y="50336"/>
                  </a:lnTo>
                  <a:lnTo>
                    <a:pt x="76273" y="50420"/>
                  </a:lnTo>
                  <a:lnTo>
                    <a:pt x="75966" y="50588"/>
                  </a:lnTo>
                  <a:lnTo>
                    <a:pt x="75928" y="50462"/>
                  </a:lnTo>
                  <a:lnTo>
                    <a:pt x="76043" y="50042"/>
                  </a:lnTo>
                  <a:lnTo>
                    <a:pt x="76043" y="49873"/>
                  </a:lnTo>
                  <a:lnTo>
                    <a:pt x="76005" y="49915"/>
                  </a:lnTo>
                  <a:lnTo>
                    <a:pt x="76119" y="49747"/>
                  </a:lnTo>
                  <a:lnTo>
                    <a:pt x="76273" y="49411"/>
                  </a:lnTo>
                  <a:lnTo>
                    <a:pt x="76311" y="49201"/>
                  </a:lnTo>
                  <a:lnTo>
                    <a:pt x="76158" y="49117"/>
                  </a:lnTo>
                  <a:lnTo>
                    <a:pt x="75775" y="49075"/>
                  </a:lnTo>
                  <a:lnTo>
                    <a:pt x="75583" y="49033"/>
                  </a:lnTo>
                  <a:lnTo>
                    <a:pt x="75545" y="48991"/>
                  </a:lnTo>
                  <a:lnTo>
                    <a:pt x="75469" y="49033"/>
                  </a:lnTo>
                  <a:lnTo>
                    <a:pt x="75469" y="48991"/>
                  </a:lnTo>
                  <a:lnTo>
                    <a:pt x="75277" y="48865"/>
                  </a:lnTo>
                  <a:lnTo>
                    <a:pt x="75239" y="48781"/>
                  </a:lnTo>
                  <a:lnTo>
                    <a:pt x="75201" y="48781"/>
                  </a:lnTo>
                  <a:lnTo>
                    <a:pt x="75162" y="48781"/>
                  </a:lnTo>
                  <a:lnTo>
                    <a:pt x="75124" y="48781"/>
                  </a:lnTo>
                  <a:lnTo>
                    <a:pt x="75086" y="48907"/>
                  </a:lnTo>
                  <a:lnTo>
                    <a:pt x="75086" y="49033"/>
                  </a:lnTo>
                  <a:lnTo>
                    <a:pt x="75086" y="49285"/>
                  </a:lnTo>
                  <a:lnTo>
                    <a:pt x="75086" y="49327"/>
                  </a:lnTo>
                  <a:lnTo>
                    <a:pt x="75009" y="49327"/>
                  </a:lnTo>
                  <a:lnTo>
                    <a:pt x="74971" y="49159"/>
                  </a:lnTo>
                  <a:lnTo>
                    <a:pt x="74971" y="48949"/>
                  </a:lnTo>
                  <a:lnTo>
                    <a:pt x="74818" y="47941"/>
                  </a:lnTo>
                  <a:lnTo>
                    <a:pt x="74703" y="47436"/>
                  </a:lnTo>
                  <a:lnTo>
                    <a:pt x="74588" y="47142"/>
                  </a:lnTo>
                  <a:lnTo>
                    <a:pt x="74435" y="47058"/>
                  </a:lnTo>
                  <a:lnTo>
                    <a:pt x="74396" y="47142"/>
                  </a:lnTo>
                  <a:lnTo>
                    <a:pt x="74396" y="47436"/>
                  </a:lnTo>
                  <a:lnTo>
                    <a:pt x="74396" y="47478"/>
                  </a:lnTo>
                  <a:lnTo>
                    <a:pt x="74282" y="47436"/>
                  </a:lnTo>
                  <a:lnTo>
                    <a:pt x="74167" y="47310"/>
                  </a:lnTo>
                  <a:lnTo>
                    <a:pt x="74090" y="47142"/>
                  </a:lnTo>
                  <a:lnTo>
                    <a:pt x="74052" y="47100"/>
                  </a:lnTo>
                  <a:lnTo>
                    <a:pt x="73860" y="47058"/>
                  </a:lnTo>
                  <a:lnTo>
                    <a:pt x="73707" y="47226"/>
                  </a:lnTo>
                  <a:lnTo>
                    <a:pt x="73707" y="47394"/>
                  </a:lnTo>
                  <a:lnTo>
                    <a:pt x="73784" y="47689"/>
                  </a:lnTo>
                  <a:lnTo>
                    <a:pt x="73975" y="47983"/>
                  </a:lnTo>
                  <a:lnTo>
                    <a:pt x="74014" y="48193"/>
                  </a:lnTo>
                  <a:lnTo>
                    <a:pt x="73975" y="48529"/>
                  </a:lnTo>
                  <a:lnTo>
                    <a:pt x="73860" y="48361"/>
                  </a:lnTo>
                  <a:lnTo>
                    <a:pt x="73784" y="48193"/>
                  </a:lnTo>
                  <a:lnTo>
                    <a:pt x="73746" y="47983"/>
                  </a:lnTo>
                  <a:lnTo>
                    <a:pt x="73592" y="47899"/>
                  </a:lnTo>
                  <a:lnTo>
                    <a:pt x="73477" y="47983"/>
                  </a:lnTo>
                  <a:lnTo>
                    <a:pt x="73401" y="48151"/>
                  </a:lnTo>
                  <a:lnTo>
                    <a:pt x="73477" y="48319"/>
                  </a:lnTo>
                  <a:lnTo>
                    <a:pt x="73516" y="48487"/>
                  </a:lnTo>
                  <a:lnTo>
                    <a:pt x="73707" y="48655"/>
                  </a:lnTo>
                  <a:lnTo>
                    <a:pt x="73669" y="48781"/>
                  </a:lnTo>
                  <a:lnTo>
                    <a:pt x="73554" y="48781"/>
                  </a:lnTo>
                  <a:lnTo>
                    <a:pt x="73324" y="48613"/>
                  </a:lnTo>
                  <a:lnTo>
                    <a:pt x="73171" y="48991"/>
                  </a:lnTo>
                  <a:lnTo>
                    <a:pt x="73133" y="49201"/>
                  </a:lnTo>
                  <a:lnTo>
                    <a:pt x="73324" y="49453"/>
                  </a:lnTo>
                  <a:lnTo>
                    <a:pt x="73324" y="49495"/>
                  </a:lnTo>
                  <a:lnTo>
                    <a:pt x="73286" y="49537"/>
                  </a:lnTo>
                  <a:lnTo>
                    <a:pt x="73286" y="49537"/>
                  </a:lnTo>
                  <a:lnTo>
                    <a:pt x="73286" y="49873"/>
                  </a:lnTo>
                  <a:lnTo>
                    <a:pt x="73248" y="50042"/>
                  </a:lnTo>
                  <a:lnTo>
                    <a:pt x="73133" y="50210"/>
                  </a:lnTo>
                  <a:lnTo>
                    <a:pt x="72980" y="50336"/>
                  </a:lnTo>
                  <a:lnTo>
                    <a:pt x="72941" y="50546"/>
                  </a:lnTo>
                  <a:lnTo>
                    <a:pt x="72941" y="50840"/>
                  </a:lnTo>
                  <a:lnTo>
                    <a:pt x="72903" y="51092"/>
                  </a:lnTo>
                  <a:lnTo>
                    <a:pt x="72788" y="51008"/>
                  </a:lnTo>
                  <a:lnTo>
                    <a:pt x="72712" y="50756"/>
                  </a:lnTo>
                  <a:lnTo>
                    <a:pt x="72827" y="49915"/>
                  </a:lnTo>
                  <a:lnTo>
                    <a:pt x="72941" y="49705"/>
                  </a:lnTo>
                  <a:lnTo>
                    <a:pt x="72941" y="49579"/>
                  </a:lnTo>
                  <a:lnTo>
                    <a:pt x="72941" y="49453"/>
                  </a:lnTo>
                  <a:lnTo>
                    <a:pt x="72865" y="49159"/>
                  </a:lnTo>
                  <a:lnTo>
                    <a:pt x="72827" y="49033"/>
                  </a:lnTo>
                  <a:lnTo>
                    <a:pt x="72903" y="48613"/>
                  </a:lnTo>
                  <a:lnTo>
                    <a:pt x="73095" y="48151"/>
                  </a:lnTo>
                  <a:lnTo>
                    <a:pt x="73171" y="47689"/>
                  </a:lnTo>
                  <a:lnTo>
                    <a:pt x="72941" y="47058"/>
                  </a:lnTo>
                  <a:lnTo>
                    <a:pt x="72788" y="46848"/>
                  </a:lnTo>
                  <a:lnTo>
                    <a:pt x="72520" y="46680"/>
                  </a:lnTo>
                  <a:lnTo>
                    <a:pt x="72405" y="46638"/>
                  </a:lnTo>
                  <a:lnTo>
                    <a:pt x="72520" y="47016"/>
                  </a:lnTo>
                  <a:lnTo>
                    <a:pt x="72520" y="47352"/>
                  </a:lnTo>
                  <a:lnTo>
                    <a:pt x="72559" y="47689"/>
                  </a:lnTo>
                  <a:lnTo>
                    <a:pt x="72520" y="47857"/>
                  </a:lnTo>
                  <a:lnTo>
                    <a:pt x="72405" y="47689"/>
                  </a:lnTo>
                  <a:lnTo>
                    <a:pt x="72367" y="47521"/>
                  </a:lnTo>
                  <a:lnTo>
                    <a:pt x="72291" y="47394"/>
                  </a:lnTo>
                  <a:lnTo>
                    <a:pt x="72291" y="47268"/>
                  </a:lnTo>
                  <a:lnTo>
                    <a:pt x="72176" y="47142"/>
                  </a:lnTo>
                  <a:lnTo>
                    <a:pt x="72061" y="47226"/>
                  </a:lnTo>
                  <a:lnTo>
                    <a:pt x="71984" y="47352"/>
                  </a:lnTo>
                  <a:lnTo>
                    <a:pt x="71908" y="47521"/>
                  </a:lnTo>
                  <a:lnTo>
                    <a:pt x="71908" y="47689"/>
                  </a:lnTo>
                  <a:lnTo>
                    <a:pt x="71908" y="47773"/>
                  </a:lnTo>
                  <a:lnTo>
                    <a:pt x="71984" y="47899"/>
                  </a:lnTo>
                  <a:lnTo>
                    <a:pt x="72022" y="48067"/>
                  </a:lnTo>
                  <a:lnTo>
                    <a:pt x="71984" y="48277"/>
                  </a:lnTo>
                  <a:lnTo>
                    <a:pt x="72099" y="48487"/>
                  </a:lnTo>
                  <a:lnTo>
                    <a:pt x="72099" y="48529"/>
                  </a:lnTo>
                  <a:lnTo>
                    <a:pt x="72099" y="49411"/>
                  </a:lnTo>
                  <a:lnTo>
                    <a:pt x="72367" y="50336"/>
                  </a:lnTo>
                  <a:lnTo>
                    <a:pt x="72291" y="50546"/>
                  </a:lnTo>
                  <a:lnTo>
                    <a:pt x="72099" y="50168"/>
                  </a:lnTo>
                  <a:lnTo>
                    <a:pt x="71984" y="50126"/>
                  </a:lnTo>
                  <a:lnTo>
                    <a:pt x="71831" y="50252"/>
                  </a:lnTo>
                  <a:lnTo>
                    <a:pt x="71525" y="52605"/>
                  </a:lnTo>
                  <a:lnTo>
                    <a:pt x="71372" y="53067"/>
                  </a:lnTo>
                  <a:lnTo>
                    <a:pt x="71333" y="53277"/>
                  </a:lnTo>
                  <a:lnTo>
                    <a:pt x="71295" y="53319"/>
                  </a:lnTo>
                  <a:lnTo>
                    <a:pt x="71065" y="53613"/>
                  </a:lnTo>
                  <a:lnTo>
                    <a:pt x="71027" y="53697"/>
                  </a:lnTo>
                  <a:lnTo>
                    <a:pt x="71027" y="53991"/>
                  </a:lnTo>
                  <a:lnTo>
                    <a:pt x="70950" y="54285"/>
                  </a:lnTo>
                  <a:lnTo>
                    <a:pt x="71065" y="54579"/>
                  </a:lnTo>
                  <a:lnTo>
                    <a:pt x="71372" y="55126"/>
                  </a:lnTo>
                  <a:lnTo>
                    <a:pt x="71448" y="55252"/>
                  </a:lnTo>
                  <a:lnTo>
                    <a:pt x="71601" y="55336"/>
                  </a:lnTo>
                  <a:lnTo>
                    <a:pt x="71640" y="55420"/>
                  </a:lnTo>
                  <a:lnTo>
                    <a:pt x="71486" y="55672"/>
                  </a:lnTo>
                  <a:lnTo>
                    <a:pt x="71448" y="55966"/>
                  </a:lnTo>
                  <a:lnTo>
                    <a:pt x="71295" y="56218"/>
                  </a:lnTo>
                  <a:lnTo>
                    <a:pt x="71218" y="56470"/>
                  </a:lnTo>
                  <a:lnTo>
                    <a:pt x="71104" y="56596"/>
                  </a:lnTo>
                  <a:lnTo>
                    <a:pt x="70835" y="56554"/>
                  </a:lnTo>
                  <a:lnTo>
                    <a:pt x="71218" y="55714"/>
                  </a:lnTo>
                  <a:lnTo>
                    <a:pt x="71142" y="55378"/>
                  </a:lnTo>
                  <a:lnTo>
                    <a:pt x="71065" y="55210"/>
                  </a:lnTo>
                  <a:lnTo>
                    <a:pt x="71065" y="55000"/>
                  </a:lnTo>
                  <a:lnTo>
                    <a:pt x="71027" y="54873"/>
                  </a:lnTo>
                  <a:lnTo>
                    <a:pt x="70950" y="54747"/>
                  </a:lnTo>
                  <a:lnTo>
                    <a:pt x="70874" y="54747"/>
                  </a:lnTo>
                  <a:lnTo>
                    <a:pt x="70835" y="54873"/>
                  </a:lnTo>
                  <a:lnTo>
                    <a:pt x="70835" y="54915"/>
                  </a:lnTo>
                  <a:lnTo>
                    <a:pt x="70644" y="54789"/>
                  </a:lnTo>
                  <a:lnTo>
                    <a:pt x="70606" y="54537"/>
                  </a:lnTo>
                  <a:lnTo>
                    <a:pt x="70606" y="54201"/>
                  </a:lnTo>
                  <a:lnTo>
                    <a:pt x="70682" y="53907"/>
                  </a:lnTo>
                  <a:lnTo>
                    <a:pt x="70874" y="53529"/>
                  </a:lnTo>
                  <a:lnTo>
                    <a:pt x="70912" y="53193"/>
                  </a:lnTo>
                  <a:lnTo>
                    <a:pt x="70874" y="52857"/>
                  </a:lnTo>
                  <a:lnTo>
                    <a:pt x="70644" y="52773"/>
                  </a:lnTo>
                  <a:lnTo>
                    <a:pt x="70682" y="52647"/>
                  </a:lnTo>
                  <a:lnTo>
                    <a:pt x="70874" y="52268"/>
                  </a:lnTo>
                  <a:lnTo>
                    <a:pt x="70912" y="51974"/>
                  </a:lnTo>
                  <a:lnTo>
                    <a:pt x="70912" y="52016"/>
                  </a:lnTo>
                  <a:lnTo>
                    <a:pt x="70989" y="52016"/>
                  </a:lnTo>
                  <a:lnTo>
                    <a:pt x="71027" y="52016"/>
                  </a:lnTo>
                  <a:lnTo>
                    <a:pt x="71065" y="51974"/>
                  </a:lnTo>
                  <a:lnTo>
                    <a:pt x="71104" y="51890"/>
                  </a:lnTo>
                  <a:lnTo>
                    <a:pt x="71142" y="50966"/>
                  </a:lnTo>
                  <a:lnTo>
                    <a:pt x="71218" y="50882"/>
                  </a:lnTo>
                  <a:lnTo>
                    <a:pt x="71257" y="50840"/>
                  </a:lnTo>
                  <a:lnTo>
                    <a:pt x="71295" y="50798"/>
                  </a:lnTo>
                  <a:lnTo>
                    <a:pt x="71333" y="50840"/>
                  </a:lnTo>
                  <a:lnTo>
                    <a:pt x="71372" y="50672"/>
                  </a:lnTo>
                  <a:lnTo>
                    <a:pt x="71372" y="50462"/>
                  </a:lnTo>
                  <a:lnTo>
                    <a:pt x="71333" y="50042"/>
                  </a:lnTo>
                  <a:lnTo>
                    <a:pt x="71295" y="49915"/>
                  </a:lnTo>
                  <a:lnTo>
                    <a:pt x="71372" y="49537"/>
                  </a:lnTo>
                  <a:lnTo>
                    <a:pt x="71372" y="49117"/>
                  </a:lnTo>
                  <a:lnTo>
                    <a:pt x="71218" y="49033"/>
                  </a:lnTo>
                  <a:lnTo>
                    <a:pt x="71027" y="49159"/>
                  </a:lnTo>
                  <a:lnTo>
                    <a:pt x="70950" y="49453"/>
                  </a:lnTo>
                  <a:lnTo>
                    <a:pt x="70835" y="49285"/>
                  </a:lnTo>
                  <a:lnTo>
                    <a:pt x="70721" y="49075"/>
                  </a:lnTo>
                  <a:lnTo>
                    <a:pt x="70644" y="48907"/>
                  </a:lnTo>
                  <a:lnTo>
                    <a:pt x="70529" y="48697"/>
                  </a:lnTo>
                  <a:lnTo>
                    <a:pt x="70376" y="48613"/>
                  </a:lnTo>
                  <a:lnTo>
                    <a:pt x="70223" y="48571"/>
                  </a:lnTo>
                  <a:lnTo>
                    <a:pt x="70146" y="48613"/>
                  </a:lnTo>
                  <a:lnTo>
                    <a:pt x="70223" y="48865"/>
                  </a:lnTo>
                  <a:lnTo>
                    <a:pt x="70338" y="49033"/>
                  </a:lnTo>
                  <a:lnTo>
                    <a:pt x="70376" y="49117"/>
                  </a:lnTo>
                  <a:lnTo>
                    <a:pt x="70261" y="49369"/>
                  </a:lnTo>
                  <a:lnTo>
                    <a:pt x="70185" y="49873"/>
                  </a:lnTo>
                  <a:lnTo>
                    <a:pt x="70108" y="50042"/>
                  </a:lnTo>
                  <a:lnTo>
                    <a:pt x="69993" y="50210"/>
                  </a:lnTo>
                  <a:lnTo>
                    <a:pt x="69955" y="50210"/>
                  </a:lnTo>
                  <a:lnTo>
                    <a:pt x="69878" y="50210"/>
                  </a:lnTo>
                  <a:lnTo>
                    <a:pt x="69763" y="50168"/>
                  </a:lnTo>
                  <a:lnTo>
                    <a:pt x="69725" y="50168"/>
                  </a:lnTo>
                  <a:lnTo>
                    <a:pt x="69266" y="50336"/>
                  </a:lnTo>
                  <a:lnTo>
                    <a:pt x="69189" y="50462"/>
                  </a:lnTo>
                  <a:lnTo>
                    <a:pt x="69151" y="50630"/>
                  </a:lnTo>
                  <a:lnTo>
                    <a:pt x="69189" y="51050"/>
                  </a:lnTo>
                  <a:lnTo>
                    <a:pt x="69151" y="51134"/>
                  </a:lnTo>
                  <a:lnTo>
                    <a:pt x="68653" y="51302"/>
                  </a:lnTo>
                  <a:lnTo>
                    <a:pt x="68615" y="51176"/>
                  </a:lnTo>
                  <a:lnTo>
                    <a:pt x="68500" y="51050"/>
                  </a:lnTo>
                  <a:lnTo>
                    <a:pt x="68423" y="50966"/>
                  </a:lnTo>
                  <a:lnTo>
                    <a:pt x="68385" y="51176"/>
                  </a:lnTo>
                  <a:lnTo>
                    <a:pt x="68308" y="51176"/>
                  </a:lnTo>
                  <a:lnTo>
                    <a:pt x="68155" y="51176"/>
                  </a:lnTo>
                  <a:lnTo>
                    <a:pt x="68079" y="51218"/>
                  </a:lnTo>
                  <a:lnTo>
                    <a:pt x="68079" y="51470"/>
                  </a:lnTo>
                  <a:lnTo>
                    <a:pt x="68079" y="51680"/>
                  </a:lnTo>
                  <a:lnTo>
                    <a:pt x="68040" y="51806"/>
                  </a:lnTo>
                  <a:lnTo>
                    <a:pt x="67772" y="51554"/>
                  </a:lnTo>
                  <a:lnTo>
                    <a:pt x="67772" y="51428"/>
                  </a:lnTo>
                  <a:lnTo>
                    <a:pt x="67657" y="51302"/>
                  </a:lnTo>
                  <a:lnTo>
                    <a:pt x="67734" y="51176"/>
                  </a:lnTo>
                  <a:lnTo>
                    <a:pt x="67887" y="51092"/>
                  </a:lnTo>
                  <a:lnTo>
                    <a:pt x="68270" y="51008"/>
                  </a:lnTo>
                  <a:lnTo>
                    <a:pt x="68347" y="50840"/>
                  </a:lnTo>
                  <a:lnTo>
                    <a:pt x="68423" y="50672"/>
                  </a:lnTo>
                  <a:lnTo>
                    <a:pt x="68615" y="50462"/>
                  </a:lnTo>
                  <a:lnTo>
                    <a:pt x="68653" y="50294"/>
                  </a:lnTo>
                  <a:lnTo>
                    <a:pt x="68691" y="50042"/>
                  </a:lnTo>
                  <a:lnTo>
                    <a:pt x="68691" y="49957"/>
                  </a:lnTo>
                  <a:lnTo>
                    <a:pt x="68691" y="49915"/>
                  </a:lnTo>
                  <a:lnTo>
                    <a:pt x="68730" y="49789"/>
                  </a:lnTo>
                  <a:lnTo>
                    <a:pt x="68844" y="49831"/>
                  </a:lnTo>
                  <a:lnTo>
                    <a:pt x="68883" y="49789"/>
                  </a:lnTo>
                  <a:lnTo>
                    <a:pt x="68883" y="49705"/>
                  </a:lnTo>
                  <a:lnTo>
                    <a:pt x="68844" y="49537"/>
                  </a:lnTo>
                  <a:lnTo>
                    <a:pt x="68768" y="49453"/>
                  </a:lnTo>
                  <a:lnTo>
                    <a:pt x="68691" y="49453"/>
                  </a:lnTo>
                  <a:lnTo>
                    <a:pt x="68615" y="49495"/>
                  </a:lnTo>
                  <a:lnTo>
                    <a:pt x="68576" y="49075"/>
                  </a:lnTo>
                  <a:lnTo>
                    <a:pt x="68462" y="48949"/>
                  </a:lnTo>
                  <a:lnTo>
                    <a:pt x="68653" y="48949"/>
                  </a:lnTo>
                  <a:lnTo>
                    <a:pt x="68462" y="48655"/>
                  </a:lnTo>
                  <a:lnTo>
                    <a:pt x="68232" y="48487"/>
                  </a:lnTo>
                  <a:lnTo>
                    <a:pt x="68270" y="48739"/>
                  </a:lnTo>
                  <a:lnTo>
                    <a:pt x="68155" y="48739"/>
                  </a:lnTo>
                  <a:lnTo>
                    <a:pt x="68155" y="48697"/>
                  </a:lnTo>
                  <a:lnTo>
                    <a:pt x="68079" y="48697"/>
                  </a:lnTo>
                  <a:lnTo>
                    <a:pt x="68117" y="48655"/>
                  </a:lnTo>
                  <a:lnTo>
                    <a:pt x="68040" y="48613"/>
                  </a:lnTo>
                  <a:lnTo>
                    <a:pt x="68002" y="48487"/>
                  </a:lnTo>
                  <a:lnTo>
                    <a:pt x="67772" y="48319"/>
                  </a:lnTo>
                  <a:lnTo>
                    <a:pt x="67657" y="48151"/>
                  </a:lnTo>
                  <a:lnTo>
                    <a:pt x="67504" y="48235"/>
                  </a:lnTo>
                  <a:lnTo>
                    <a:pt x="67389" y="48487"/>
                  </a:lnTo>
                  <a:lnTo>
                    <a:pt x="67351" y="48697"/>
                  </a:lnTo>
                  <a:lnTo>
                    <a:pt x="67313" y="48991"/>
                  </a:lnTo>
                  <a:lnTo>
                    <a:pt x="67313" y="49075"/>
                  </a:lnTo>
                  <a:lnTo>
                    <a:pt x="67351" y="49201"/>
                  </a:lnTo>
                  <a:lnTo>
                    <a:pt x="67351" y="49369"/>
                  </a:lnTo>
                  <a:lnTo>
                    <a:pt x="67313" y="49453"/>
                  </a:lnTo>
                  <a:lnTo>
                    <a:pt x="67236" y="49537"/>
                  </a:lnTo>
                  <a:lnTo>
                    <a:pt x="67236" y="49621"/>
                  </a:lnTo>
                  <a:lnTo>
                    <a:pt x="67275" y="49789"/>
                  </a:lnTo>
                  <a:lnTo>
                    <a:pt x="67389" y="49915"/>
                  </a:lnTo>
                  <a:lnTo>
                    <a:pt x="67313" y="50126"/>
                  </a:lnTo>
                  <a:lnTo>
                    <a:pt x="66853" y="50252"/>
                  </a:lnTo>
                  <a:lnTo>
                    <a:pt x="66777" y="50462"/>
                  </a:lnTo>
                  <a:lnTo>
                    <a:pt x="66853" y="50588"/>
                  </a:lnTo>
                  <a:lnTo>
                    <a:pt x="66853" y="50630"/>
                  </a:lnTo>
                  <a:lnTo>
                    <a:pt x="66815" y="50672"/>
                  </a:lnTo>
                  <a:lnTo>
                    <a:pt x="66777" y="50756"/>
                  </a:lnTo>
                  <a:lnTo>
                    <a:pt x="66853" y="51512"/>
                  </a:lnTo>
                  <a:lnTo>
                    <a:pt x="66930" y="51890"/>
                  </a:lnTo>
                  <a:lnTo>
                    <a:pt x="66968" y="52058"/>
                  </a:lnTo>
                  <a:lnTo>
                    <a:pt x="66930" y="52226"/>
                  </a:lnTo>
                  <a:lnTo>
                    <a:pt x="66700" y="53235"/>
                  </a:lnTo>
                  <a:lnTo>
                    <a:pt x="66547" y="54369"/>
                  </a:lnTo>
                  <a:lnTo>
                    <a:pt x="66509" y="54495"/>
                  </a:lnTo>
                  <a:lnTo>
                    <a:pt x="66394" y="54033"/>
                  </a:lnTo>
                  <a:lnTo>
                    <a:pt x="66356" y="53487"/>
                  </a:lnTo>
                  <a:lnTo>
                    <a:pt x="66432" y="53067"/>
                  </a:lnTo>
                  <a:lnTo>
                    <a:pt x="66624" y="53067"/>
                  </a:lnTo>
                  <a:lnTo>
                    <a:pt x="66700" y="53025"/>
                  </a:lnTo>
                  <a:lnTo>
                    <a:pt x="66547" y="52647"/>
                  </a:lnTo>
                  <a:lnTo>
                    <a:pt x="66624" y="51428"/>
                  </a:lnTo>
                  <a:lnTo>
                    <a:pt x="66585" y="51218"/>
                  </a:lnTo>
                  <a:lnTo>
                    <a:pt x="66470" y="50840"/>
                  </a:lnTo>
                  <a:lnTo>
                    <a:pt x="66432" y="50672"/>
                  </a:lnTo>
                  <a:lnTo>
                    <a:pt x="66432" y="50462"/>
                  </a:lnTo>
                  <a:lnTo>
                    <a:pt x="66470" y="50336"/>
                  </a:lnTo>
                  <a:lnTo>
                    <a:pt x="66509" y="50168"/>
                  </a:lnTo>
                  <a:lnTo>
                    <a:pt x="66432" y="49915"/>
                  </a:lnTo>
                  <a:lnTo>
                    <a:pt x="66317" y="50042"/>
                  </a:lnTo>
                  <a:lnTo>
                    <a:pt x="66202" y="50588"/>
                  </a:lnTo>
                  <a:lnTo>
                    <a:pt x="66011" y="50966"/>
                  </a:lnTo>
                  <a:lnTo>
                    <a:pt x="66011" y="51554"/>
                  </a:lnTo>
                  <a:lnTo>
                    <a:pt x="65896" y="51806"/>
                  </a:lnTo>
                  <a:lnTo>
                    <a:pt x="65858" y="51386"/>
                  </a:lnTo>
                  <a:lnTo>
                    <a:pt x="65820" y="51176"/>
                  </a:lnTo>
                  <a:lnTo>
                    <a:pt x="65705" y="51050"/>
                  </a:lnTo>
                  <a:lnTo>
                    <a:pt x="65628" y="50336"/>
                  </a:lnTo>
                  <a:lnTo>
                    <a:pt x="65475" y="50336"/>
                  </a:lnTo>
                  <a:lnTo>
                    <a:pt x="65437" y="50420"/>
                  </a:lnTo>
                  <a:lnTo>
                    <a:pt x="65475" y="50588"/>
                  </a:lnTo>
                  <a:lnTo>
                    <a:pt x="65398" y="50756"/>
                  </a:lnTo>
                  <a:lnTo>
                    <a:pt x="65398" y="50840"/>
                  </a:lnTo>
                  <a:lnTo>
                    <a:pt x="65437" y="51050"/>
                  </a:lnTo>
                  <a:lnTo>
                    <a:pt x="65398" y="51134"/>
                  </a:lnTo>
                  <a:lnTo>
                    <a:pt x="65360" y="51134"/>
                  </a:lnTo>
                  <a:lnTo>
                    <a:pt x="65283" y="51092"/>
                  </a:lnTo>
                  <a:lnTo>
                    <a:pt x="65245" y="51092"/>
                  </a:lnTo>
                  <a:lnTo>
                    <a:pt x="65130" y="51260"/>
                  </a:lnTo>
                  <a:lnTo>
                    <a:pt x="65054" y="51470"/>
                  </a:lnTo>
                  <a:lnTo>
                    <a:pt x="65015" y="51638"/>
                  </a:lnTo>
                  <a:lnTo>
                    <a:pt x="64939" y="52899"/>
                  </a:lnTo>
                  <a:lnTo>
                    <a:pt x="64901" y="53067"/>
                  </a:lnTo>
                  <a:lnTo>
                    <a:pt x="64824" y="53067"/>
                  </a:lnTo>
                  <a:lnTo>
                    <a:pt x="64709" y="53067"/>
                  </a:lnTo>
                  <a:lnTo>
                    <a:pt x="64594" y="53151"/>
                  </a:lnTo>
                  <a:lnTo>
                    <a:pt x="64556" y="53193"/>
                  </a:lnTo>
                  <a:lnTo>
                    <a:pt x="64479" y="53445"/>
                  </a:lnTo>
                  <a:lnTo>
                    <a:pt x="64479" y="53529"/>
                  </a:lnTo>
                  <a:lnTo>
                    <a:pt x="64671" y="54075"/>
                  </a:lnTo>
                  <a:lnTo>
                    <a:pt x="64633" y="54327"/>
                  </a:lnTo>
                  <a:lnTo>
                    <a:pt x="64441" y="54621"/>
                  </a:lnTo>
                  <a:lnTo>
                    <a:pt x="64326" y="54789"/>
                  </a:lnTo>
                  <a:lnTo>
                    <a:pt x="64288" y="55000"/>
                  </a:lnTo>
                  <a:lnTo>
                    <a:pt x="64288" y="55672"/>
                  </a:lnTo>
                  <a:lnTo>
                    <a:pt x="64135" y="56260"/>
                  </a:lnTo>
                  <a:lnTo>
                    <a:pt x="64135" y="56554"/>
                  </a:lnTo>
                  <a:lnTo>
                    <a:pt x="64020" y="56050"/>
                  </a:lnTo>
                  <a:lnTo>
                    <a:pt x="63982" y="55924"/>
                  </a:lnTo>
                  <a:lnTo>
                    <a:pt x="63867" y="55840"/>
                  </a:lnTo>
                  <a:lnTo>
                    <a:pt x="63790" y="55756"/>
                  </a:lnTo>
                  <a:lnTo>
                    <a:pt x="63905" y="55588"/>
                  </a:lnTo>
                  <a:lnTo>
                    <a:pt x="63982" y="55000"/>
                  </a:lnTo>
                  <a:lnTo>
                    <a:pt x="64288" y="54411"/>
                  </a:lnTo>
                  <a:lnTo>
                    <a:pt x="64326" y="54159"/>
                  </a:lnTo>
                  <a:lnTo>
                    <a:pt x="64326" y="53907"/>
                  </a:lnTo>
                  <a:lnTo>
                    <a:pt x="64211" y="53319"/>
                  </a:lnTo>
                  <a:lnTo>
                    <a:pt x="64173" y="53067"/>
                  </a:lnTo>
                  <a:lnTo>
                    <a:pt x="64173" y="52815"/>
                  </a:lnTo>
                  <a:lnTo>
                    <a:pt x="64326" y="52436"/>
                  </a:lnTo>
                  <a:lnTo>
                    <a:pt x="64441" y="51764"/>
                  </a:lnTo>
                  <a:lnTo>
                    <a:pt x="64365" y="51596"/>
                  </a:lnTo>
                  <a:lnTo>
                    <a:pt x="64173" y="51638"/>
                  </a:lnTo>
                  <a:lnTo>
                    <a:pt x="64135" y="51806"/>
                  </a:lnTo>
                  <a:lnTo>
                    <a:pt x="64135" y="51974"/>
                  </a:lnTo>
                  <a:lnTo>
                    <a:pt x="64173" y="52352"/>
                  </a:lnTo>
                  <a:lnTo>
                    <a:pt x="64173" y="52436"/>
                  </a:lnTo>
                  <a:lnTo>
                    <a:pt x="64020" y="52436"/>
                  </a:lnTo>
                  <a:lnTo>
                    <a:pt x="63943" y="52394"/>
                  </a:lnTo>
                  <a:lnTo>
                    <a:pt x="63867" y="52352"/>
                  </a:lnTo>
                  <a:lnTo>
                    <a:pt x="63714" y="52647"/>
                  </a:lnTo>
                  <a:lnTo>
                    <a:pt x="63522" y="53571"/>
                  </a:lnTo>
                  <a:lnTo>
                    <a:pt x="63369" y="53949"/>
                  </a:lnTo>
                  <a:lnTo>
                    <a:pt x="63560" y="53235"/>
                  </a:lnTo>
                  <a:lnTo>
                    <a:pt x="63560" y="53109"/>
                  </a:lnTo>
                  <a:lnTo>
                    <a:pt x="63484" y="52941"/>
                  </a:lnTo>
                  <a:lnTo>
                    <a:pt x="63484" y="52815"/>
                  </a:lnTo>
                  <a:lnTo>
                    <a:pt x="63484" y="52521"/>
                  </a:lnTo>
                  <a:lnTo>
                    <a:pt x="63446" y="52436"/>
                  </a:lnTo>
                  <a:lnTo>
                    <a:pt x="63369" y="52226"/>
                  </a:lnTo>
                  <a:lnTo>
                    <a:pt x="63331" y="52058"/>
                  </a:lnTo>
                  <a:lnTo>
                    <a:pt x="63369" y="52016"/>
                  </a:lnTo>
                  <a:lnTo>
                    <a:pt x="63407" y="51638"/>
                  </a:lnTo>
                  <a:lnTo>
                    <a:pt x="63369" y="51596"/>
                  </a:lnTo>
                  <a:lnTo>
                    <a:pt x="63407" y="51554"/>
                  </a:lnTo>
                  <a:lnTo>
                    <a:pt x="63484" y="51512"/>
                  </a:lnTo>
                  <a:lnTo>
                    <a:pt x="63522" y="51554"/>
                  </a:lnTo>
                  <a:lnTo>
                    <a:pt x="63599" y="51596"/>
                  </a:lnTo>
                  <a:lnTo>
                    <a:pt x="63752" y="51596"/>
                  </a:lnTo>
                  <a:lnTo>
                    <a:pt x="63828" y="51386"/>
                  </a:lnTo>
                  <a:lnTo>
                    <a:pt x="63790" y="51134"/>
                  </a:lnTo>
                  <a:lnTo>
                    <a:pt x="63599" y="51134"/>
                  </a:lnTo>
                  <a:lnTo>
                    <a:pt x="63560" y="50756"/>
                  </a:lnTo>
                  <a:lnTo>
                    <a:pt x="63560" y="50588"/>
                  </a:lnTo>
                  <a:lnTo>
                    <a:pt x="63369" y="50042"/>
                  </a:lnTo>
                  <a:lnTo>
                    <a:pt x="63369" y="49873"/>
                  </a:lnTo>
                  <a:lnTo>
                    <a:pt x="63752" y="49075"/>
                  </a:lnTo>
                  <a:lnTo>
                    <a:pt x="63943" y="48781"/>
                  </a:lnTo>
                  <a:lnTo>
                    <a:pt x="64173" y="48739"/>
                  </a:lnTo>
                  <a:lnTo>
                    <a:pt x="64173" y="48697"/>
                  </a:lnTo>
                  <a:lnTo>
                    <a:pt x="64211" y="48655"/>
                  </a:lnTo>
                  <a:lnTo>
                    <a:pt x="64135" y="48571"/>
                  </a:lnTo>
                  <a:lnTo>
                    <a:pt x="64097" y="48571"/>
                  </a:lnTo>
                  <a:lnTo>
                    <a:pt x="63943" y="48571"/>
                  </a:lnTo>
                  <a:lnTo>
                    <a:pt x="63943" y="48445"/>
                  </a:lnTo>
                  <a:lnTo>
                    <a:pt x="63905" y="48319"/>
                  </a:lnTo>
                  <a:lnTo>
                    <a:pt x="63828" y="48235"/>
                  </a:lnTo>
                  <a:lnTo>
                    <a:pt x="63752" y="48193"/>
                  </a:lnTo>
                  <a:lnTo>
                    <a:pt x="63752" y="48109"/>
                  </a:lnTo>
                  <a:lnTo>
                    <a:pt x="63714" y="47857"/>
                  </a:lnTo>
                  <a:lnTo>
                    <a:pt x="63446" y="47857"/>
                  </a:lnTo>
                  <a:lnTo>
                    <a:pt x="63216" y="47857"/>
                  </a:lnTo>
                  <a:lnTo>
                    <a:pt x="63063" y="48067"/>
                  </a:lnTo>
                  <a:lnTo>
                    <a:pt x="63178" y="48361"/>
                  </a:lnTo>
                  <a:lnTo>
                    <a:pt x="63407" y="48697"/>
                  </a:lnTo>
                  <a:lnTo>
                    <a:pt x="63484" y="48907"/>
                  </a:lnTo>
                  <a:lnTo>
                    <a:pt x="63484" y="48991"/>
                  </a:lnTo>
                  <a:lnTo>
                    <a:pt x="63407" y="49033"/>
                  </a:lnTo>
                  <a:lnTo>
                    <a:pt x="63254" y="48991"/>
                  </a:lnTo>
                  <a:lnTo>
                    <a:pt x="63063" y="48907"/>
                  </a:lnTo>
                  <a:lnTo>
                    <a:pt x="63139" y="49033"/>
                  </a:lnTo>
                  <a:lnTo>
                    <a:pt x="63139" y="49159"/>
                  </a:lnTo>
                  <a:lnTo>
                    <a:pt x="63101" y="49285"/>
                  </a:lnTo>
                  <a:lnTo>
                    <a:pt x="63024" y="49327"/>
                  </a:lnTo>
                  <a:lnTo>
                    <a:pt x="62986" y="49117"/>
                  </a:lnTo>
                  <a:lnTo>
                    <a:pt x="62986" y="48697"/>
                  </a:lnTo>
                  <a:lnTo>
                    <a:pt x="62948" y="48613"/>
                  </a:lnTo>
                  <a:lnTo>
                    <a:pt x="62986" y="48361"/>
                  </a:lnTo>
                  <a:lnTo>
                    <a:pt x="63024" y="48277"/>
                  </a:lnTo>
                  <a:lnTo>
                    <a:pt x="62795" y="48319"/>
                  </a:lnTo>
                  <a:lnTo>
                    <a:pt x="62756" y="48613"/>
                  </a:lnTo>
                  <a:lnTo>
                    <a:pt x="62795" y="49159"/>
                  </a:lnTo>
                  <a:lnTo>
                    <a:pt x="62718" y="49621"/>
                  </a:lnTo>
                  <a:lnTo>
                    <a:pt x="62718" y="49831"/>
                  </a:lnTo>
                  <a:lnTo>
                    <a:pt x="62948" y="49957"/>
                  </a:lnTo>
                  <a:lnTo>
                    <a:pt x="63024" y="50546"/>
                  </a:lnTo>
                  <a:lnTo>
                    <a:pt x="62986" y="50756"/>
                  </a:lnTo>
                  <a:lnTo>
                    <a:pt x="62833" y="50882"/>
                  </a:lnTo>
                  <a:lnTo>
                    <a:pt x="62795" y="50336"/>
                  </a:lnTo>
                  <a:lnTo>
                    <a:pt x="62718" y="50042"/>
                  </a:lnTo>
                  <a:lnTo>
                    <a:pt x="62603" y="49957"/>
                  </a:lnTo>
                  <a:lnTo>
                    <a:pt x="62603" y="49831"/>
                  </a:lnTo>
                  <a:lnTo>
                    <a:pt x="62565" y="49747"/>
                  </a:lnTo>
                  <a:lnTo>
                    <a:pt x="62450" y="49621"/>
                  </a:lnTo>
                  <a:lnTo>
                    <a:pt x="62373" y="49579"/>
                  </a:lnTo>
                  <a:lnTo>
                    <a:pt x="62335" y="49495"/>
                  </a:lnTo>
                  <a:lnTo>
                    <a:pt x="62603" y="48865"/>
                  </a:lnTo>
                  <a:lnTo>
                    <a:pt x="62603" y="48571"/>
                  </a:lnTo>
                  <a:lnTo>
                    <a:pt x="62603" y="48277"/>
                  </a:lnTo>
                  <a:lnTo>
                    <a:pt x="62565" y="48151"/>
                  </a:lnTo>
                  <a:lnTo>
                    <a:pt x="62603" y="48067"/>
                  </a:lnTo>
                  <a:lnTo>
                    <a:pt x="62795" y="48067"/>
                  </a:lnTo>
                  <a:lnTo>
                    <a:pt x="62795" y="47983"/>
                  </a:lnTo>
                  <a:lnTo>
                    <a:pt x="62756" y="47899"/>
                  </a:lnTo>
                  <a:lnTo>
                    <a:pt x="62718" y="47773"/>
                  </a:lnTo>
                  <a:lnTo>
                    <a:pt x="62565" y="47773"/>
                  </a:lnTo>
                  <a:lnTo>
                    <a:pt x="62412" y="47773"/>
                  </a:lnTo>
                  <a:lnTo>
                    <a:pt x="62335" y="47689"/>
                  </a:lnTo>
                  <a:lnTo>
                    <a:pt x="62259" y="47226"/>
                  </a:lnTo>
                  <a:lnTo>
                    <a:pt x="62182" y="47142"/>
                  </a:lnTo>
                  <a:lnTo>
                    <a:pt x="62067" y="47226"/>
                  </a:lnTo>
                  <a:lnTo>
                    <a:pt x="62029" y="47394"/>
                  </a:lnTo>
                  <a:lnTo>
                    <a:pt x="62067" y="48193"/>
                  </a:lnTo>
                  <a:lnTo>
                    <a:pt x="62029" y="48571"/>
                  </a:lnTo>
                  <a:lnTo>
                    <a:pt x="61914" y="48739"/>
                  </a:lnTo>
                  <a:lnTo>
                    <a:pt x="61837" y="47899"/>
                  </a:lnTo>
                  <a:lnTo>
                    <a:pt x="61684" y="47394"/>
                  </a:lnTo>
                  <a:lnTo>
                    <a:pt x="61455" y="47058"/>
                  </a:lnTo>
                  <a:lnTo>
                    <a:pt x="61072" y="46932"/>
                  </a:lnTo>
                  <a:lnTo>
                    <a:pt x="60842" y="47142"/>
                  </a:lnTo>
                  <a:lnTo>
                    <a:pt x="60765" y="47521"/>
                  </a:lnTo>
                  <a:lnTo>
                    <a:pt x="60765" y="47899"/>
                  </a:lnTo>
                  <a:lnTo>
                    <a:pt x="60574" y="47521"/>
                  </a:lnTo>
                  <a:lnTo>
                    <a:pt x="60497" y="47142"/>
                  </a:lnTo>
                  <a:lnTo>
                    <a:pt x="60497" y="46848"/>
                  </a:lnTo>
                  <a:lnTo>
                    <a:pt x="60574" y="46638"/>
                  </a:lnTo>
                  <a:lnTo>
                    <a:pt x="60689" y="46554"/>
                  </a:lnTo>
                  <a:lnTo>
                    <a:pt x="60842" y="46260"/>
                  </a:lnTo>
                  <a:lnTo>
                    <a:pt x="60995" y="46092"/>
                  </a:lnTo>
                  <a:lnTo>
                    <a:pt x="61110" y="46008"/>
                  </a:lnTo>
                  <a:lnTo>
                    <a:pt x="61072" y="45882"/>
                  </a:lnTo>
                  <a:lnTo>
                    <a:pt x="60880" y="45840"/>
                  </a:lnTo>
                  <a:lnTo>
                    <a:pt x="60880" y="45756"/>
                  </a:lnTo>
                  <a:lnTo>
                    <a:pt x="60880" y="45672"/>
                  </a:lnTo>
                  <a:lnTo>
                    <a:pt x="60880" y="45588"/>
                  </a:lnTo>
                  <a:lnTo>
                    <a:pt x="60727" y="45546"/>
                  </a:lnTo>
                  <a:lnTo>
                    <a:pt x="60804" y="44831"/>
                  </a:lnTo>
                  <a:lnTo>
                    <a:pt x="60612" y="44537"/>
                  </a:lnTo>
                  <a:lnTo>
                    <a:pt x="60536" y="44537"/>
                  </a:lnTo>
                  <a:lnTo>
                    <a:pt x="60536" y="44747"/>
                  </a:lnTo>
                  <a:lnTo>
                    <a:pt x="60459" y="44873"/>
                  </a:lnTo>
                  <a:lnTo>
                    <a:pt x="60344" y="44789"/>
                  </a:lnTo>
                  <a:lnTo>
                    <a:pt x="60191" y="44747"/>
                  </a:lnTo>
                  <a:lnTo>
                    <a:pt x="60114" y="44663"/>
                  </a:lnTo>
                  <a:lnTo>
                    <a:pt x="60114" y="44747"/>
                  </a:lnTo>
                  <a:lnTo>
                    <a:pt x="60076" y="44915"/>
                  </a:lnTo>
                  <a:lnTo>
                    <a:pt x="60076" y="44957"/>
                  </a:lnTo>
                  <a:lnTo>
                    <a:pt x="59961" y="44957"/>
                  </a:lnTo>
                  <a:lnTo>
                    <a:pt x="59770" y="44873"/>
                  </a:lnTo>
                  <a:lnTo>
                    <a:pt x="59655" y="44831"/>
                  </a:lnTo>
                  <a:lnTo>
                    <a:pt x="59617" y="44915"/>
                  </a:lnTo>
                  <a:lnTo>
                    <a:pt x="59387" y="44831"/>
                  </a:lnTo>
                  <a:lnTo>
                    <a:pt x="59310" y="44957"/>
                  </a:lnTo>
                  <a:lnTo>
                    <a:pt x="59349" y="45294"/>
                  </a:lnTo>
                  <a:lnTo>
                    <a:pt x="59425" y="45588"/>
                  </a:lnTo>
                  <a:lnTo>
                    <a:pt x="59578" y="45756"/>
                  </a:lnTo>
                  <a:lnTo>
                    <a:pt x="59617" y="45840"/>
                  </a:lnTo>
                  <a:lnTo>
                    <a:pt x="59655" y="46008"/>
                  </a:lnTo>
                  <a:lnTo>
                    <a:pt x="59655" y="46176"/>
                  </a:lnTo>
                  <a:lnTo>
                    <a:pt x="59770" y="46806"/>
                  </a:lnTo>
                  <a:lnTo>
                    <a:pt x="59961" y="47394"/>
                  </a:lnTo>
                  <a:lnTo>
                    <a:pt x="60038" y="47731"/>
                  </a:lnTo>
                  <a:lnTo>
                    <a:pt x="60000" y="47899"/>
                  </a:lnTo>
                  <a:lnTo>
                    <a:pt x="59961" y="48067"/>
                  </a:lnTo>
                  <a:lnTo>
                    <a:pt x="59961" y="48907"/>
                  </a:lnTo>
                  <a:lnTo>
                    <a:pt x="59808" y="48739"/>
                  </a:lnTo>
                  <a:lnTo>
                    <a:pt x="59808" y="48571"/>
                  </a:lnTo>
                  <a:lnTo>
                    <a:pt x="59846" y="48235"/>
                  </a:lnTo>
                  <a:lnTo>
                    <a:pt x="59770" y="47899"/>
                  </a:lnTo>
                  <a:lnTo>
                    <a:pt x="59731" y="47689"/>
                  </a:lnTo>
                  <a:lnTo>
                    <a:pt x="59655" y="47647"/>
                  </a:lnTo>
                  <a:lnTo>
                    <a:pt x="59502" y="47647"/>
                  </a:lnTo>
                  <a:lnTo>
                    <a:pt x="59387" y="47478"/>
                  </a:lnTo>
                  <a:lnTo>
                    <a:pt x="59310" y="47310"/>
                  </a:lnTo>
                  <a:lnTo>
                    <a:pt x="59349" y="47142"/>
                  </a:lnTo>
                  <a:lnTo>
                    <a:pt x="59425" y="47100"/>
                  </a:lnTo>
                  <a:lnTo>
                    <a:pt x="59463" y="46974"/>
                  </a:lnTo>
                  <a:lnTo>
                    <a:pt x="59463" y="46806"/>
                  </a:lnTo>
                  <a:lnTo>
                    <a:pt x="59463" y="46596"/>
                  </a:lnTo>
                  <a:lnTo>
                    <a:pt x="59425" y="46596"/>
                  </a:lnTo>
                  <a:lnTo>
                    <a:pt x="59349" y="46596"/>
                  </a:lnTo>
                  <a:lnTo>
                    <a:pt x="59310" y="46596"/>
                  </a:lnTo>
                  <a:lnTo>
                    <a:pt x="59234" y="46386"/>
                  </a:lnTo>
                  <a:lnTo>
                    <a:pt x="59042" y="46050"/>
                  </a:lnTo>
                  <a:lnTo>
                    <a:pt x="58851" y="45840"/>
                  </a:lnTo>
                  <a:lnTo>
                    <a:pt x="58698" y="45756"/>
                  </a:lnTo>
                  <a:lnTo>
                    <a:pt x="58659" y="45336"/>
                  </a:lnTo>
                  <a:lnTo>
                    <a:pt x="58583" y="45168"/>
                  </a:lnTo>
                  <a:lnTo>
                    <a:pt x="58468" y="45168"/>
                  </a:lnTo>
                  <a:lnTo>
                    <a:pt x="58276" y="45210"/>
                  </a:lnTo>
                  <a:lnTo>
                    <a:pt x="58200" y="45294"/>
                  </a:lnTo>
                  <a:lnTo>
                    <a:pt x="58315" y="45798"/>
                  </a:lnTo>
                  <a:lnTo>
                    <a:pt x="58315" y="46218"/>
                  </a:lnTo>
                  <a:lnTo>
                    <a:pt x="58315" y="46638"/>
                  </a:lnTo>
                  <a:lnTo>
                    <a:pt x="58238" y="46890"/>
                  </a:lnTo>
                  <a:lnTo>
                    <a:pt x="58123" y="47016"/>
                  </a:lnTo>
                  <a:lnTo>
                    <a:pt x="57472" y="47310"/>
                  </a:lnTo>
                  <a:lnTo>
                    <a:pt x="57204" y="47563"/>
                  </a:lnTo>
                  <a:lnTo>
                    <a:pt x="57128" y="47647"/>
                  </a:lnTo>
                  <a:lnTo>
                    <a:pt x="57089" y="47773"/>
                  </a:lnTo>
                  <a:lnTo>
                    <a:pt x="57013" y="47815"/>
                  </a:lnTo>
                  <a:lnTo>
                    <a:pt x="56936" y="47731"/>
                  </a:lnTo>
                  <a:lnTo>
                    <a:pt x="56860" y="47689"/>
                  </a:lnTo>
                  <a:lnTo>
                    <a:pt x="56821" y="47689"/>
                  </a:lnTo>
                  <a:lnTo>
                    <a:pt x="56707" y="47689"/>
                  </a:lnTo>
                  <a:lnTo>
                    <a:pt x="56783" y="47478"/>
                  </a:lnTo>
                  <a:lnTo>
                    <a:pt x="57204" y="47352"/>
                  </a:lnTo>
                  <a:lnTo>
                    <a:pt x="57319" y="47226"/>
                  </a:lnTo>
                  <a:lnTo>
                    <a:pt x="57626" y="46932"/>
                  </a:lnTo>
                  <a:lnTo>
                    <a:pt x="57855" y="46386"/>
                  </a:lnTo>
                  <a:lnTo>
                    <a:pt x="57855" y="46008"/>
                  </a:lnTo>
                  <a:lnTo>
                    <a:pt x="57740" y="45630"/>
                  </a:lnTo>
                  <a:lnTo>
                    <a:pt x="57434" y="45378"/>
                  </a:lnTo>
                  <a:lnTo>
                    <a:pt x="57128" y="45378"/>
                  </a:lnTo>
                  <a:lnTo>
                    <a:pt x="56362" y="45840"/>
                  </a:lnTo>
                  <a:lnTo>
                    <a:pt x="56209" y="45882"/>
                  </a:lnTo>
                  <a:lnTo>
                    <a:pt x="56056" y="45882"/>
                  </a:lnTo>
                  <a:lnTo>
                    <a:pt x="55979" y="45966"/>
                  </a:lnTo>
                  <a:lnTo>
                    <a:pt x="55328" y="46722"/>
                  </a:lnTo>
                  <a:lnTo>
                    <a:pt x="55137" y="46890"/>
                  </a:lnTo>
                  <a:lnTo>
                    <a:pt x="54907" y="46848"/>
                  </a:lnTo>
                  <a:lnTo>
                    <a:pt x="54524" y="46890"/>
                  </a:lnTo>
                  <a:lnTo>
                    <a:pt x="54294" y="46848"/>
                  </a:lnTo>
                  <a:lnTo>
                    <a:pt x="54179" y="46680"/>
                  </a:lnTo>
                  <a:lnTo>
                    <a:pt x="54294" y="46512"/>
                  </a:lnTo>
                  <a:lnTo>
                    <a:pt x="54486" y="46302"/>
                  </a:lnTo>
                  <a:lnTo>
                    <a:pt x="54754" y="46176"/>
                  </a:lnTo>
                  <a:lnTo>
                    <a:pt x="54907" y="46176"/>
                  </a:lnTo>
                  <a:lnTo>
                    <a:pt x="54830" y="46092"/>
                  </a:lnTo>
                  <a:lnTo>
                    <a:pt x="54792" y="45966"/>
                  </a:lnTo>
                  <a:lnTo>
                    <a:pt x="54754" y="45798"/>
                  </a:lnTo>
                  <a:lnTo>
                    <a:pt x="54754" y="45672"/>
                  </a:lnTo>
                  <a:lnTo>
                    <a:pt x="54371" y="45546"/>
                  </a:lnTo>
                  <a:lnTo>
                    <a:pt x="53950" y="45378"/>
                  </a:lnTo>
                  <a:lnTo>
                    <a:pt x="53682" y="45462"/>
                  </a:lnTo>
                  <a:lnTo>
                    <a:pt x="53720" y="45966"/>
                  </a:lnTo>
                  <a:lnTo>
                    <a:pt x="53414" y="45882"/>
                  </a:lnTo>
                  <a:lnTo>
                    <a:pt x="53337" y="45882"/>
                  </a:lnTo>
                  <a:lnTo>
                    <a:pt x="53184" y="45966"/>
                  </a:lnTo>
                  <a:lnTo>
                    <a:pt x="52610" y="46260"/>
                  </a:lnTo>
                  <a:lnTo>
                    <a:pt x="52303" y="46638"/>
                  </a:lnTo>
                  <a:lnTo>
                    <a:pt x="52188" y="46638"/>
                  </a:lnTo>
                  <a:lnTo>
                    <a:pt x="51882" y="46554"/>
                  </a:lnTo>
                  <a:lnTo>
                    <a:pt x="51729" y="46470"/>
                  </a:lnTo>
                  <a:lnTo>
                    <a:pt x="51652" y="46302"/>
                  </a:lnTo>
                  <a:lnTo>
                    <a:pt x="51652" y="46218"/>
                  </a:lnTo>
                  <a:lnTo>
                    <a:pt x="51461" y="46260"/>
                  </a:lnTo>
                  <a:lnTo>
                    <a:pt x="51308" y="46386"/>
                  </a:lnTo>
                  <a:lnTo>
                    <a:pt x="51384" y="46008"/>
                  </a:lnTo>
                  <a:lnTo>
                    <a:pt x="51805" y="45672"/>
                  </a:lnTo>
                  <a:lnTo>
                    <a:pt x="52686" y="45252"/>
                  </a:lnTo>
                  <a:lnTo>
                    <a:pt x="52648" y="45168"/>
                  </a:lnTo>
                  <a:lnTo>
                    <a:pt x="52495" y="45252"/>
                  </a:lnTo>
                  <a:lnTo>
                    <a:pt x="52418" y="45294"/>
                  </a:lnTo>
                  <a:lnTo>
                    <a:pt x="52265" y="45294"/>
                  </a:lnTo>
                  <a:lnTo>
                    <a:pt x="52342" y="45126"/>
                  </a:lnTo>
                  <a:lnTo>
                    <a:pt x="52495" y="45000"/>
                  </a:lnTo>
                  <a:lnTo>
                    <a:pt x="52801" y="44831"/>
                  </a:lnTo>
                  <a:lnTo>
                    <a:pt x="52533" y="44789"/>
                  </a:lnTo>
                  <a:lnTo>
                    <a:pt x="52265" y="44789"/>
                  </a:lnTo>
                  <a:lnTo>
                    <a:pt x="52074" y="44873"/>
                  </a:lnTo>
                  <a:lnTo>
                    <a:pt x="51920" y="45000"/>
                  </a:lnTo>
                  <a:lnTo>
                    <a:pt x="51691" y="45420"/>
                  </a:lnTo>
                  <a:lnTo>
                    <a:pt x="51499" y="45546"/>
                  </a:lnTo>
                  <a:lnTo>
                    <a:pt x="51231" y="45546"/>
                  </a:lnTo>
                  <a:lnTo>
                    <a:pt x="51193" y="45294"/>
                  </a:lnTo>
                  <a:lnTo>
                    <a:pt x="51308" y="45126"/>
                  </a:lnTo>
                  <a:lnTo>
                    <a:pt x="51652" y="44495"/>
                  </a:lnTo>
                  <a:lnTo>
                    <a:pt x="51652" y="44369"/>
                  </a:lnTo>
                  <a:lnTo>
                    <a:pt x="51499" y="44327"/>
                  </a:lnTo>
                  <a:lnTo>
                    <a:pt x="51423" y="44201"/>
                  </a:lnTo>
                  <a:lnTo>
                    <a:pt x="51423" y="44117"/>
                  </a:lnTo>
                  <a:lnTo>
                    <a:pt x="51423" y="43991"/>
                  </a:lnTo>
                  <a:lnTo>
                    <a:pt x="51384" y="43907"/>
                  </a:lnTo>
                  <a:lnTo>
                    <a:pt x="51308" y="43907"/>
                  </a:lnTo>
                  <a:lnTo>
                    <a:pt x="51231" y="43991"/>
                  </a:lnTo>
                  <a:lnTo>
                    <a:pt x="51193" y="44075"/>
                  </a:lnTo>
                  <a:lnTo>
                    <a:pt x="51193" y="44159"/>
                  </a:lnTo>
                  <a:lnTo>
                    <a:pt x="51155" y="44243"/>
                  </a:lnTo>
                  <a:lnTo>
                    <a:pt x="51040" y="44369"/>
                  </a:lnTo>
                  <a:lnTo>
                    <a:pt x="51040" y="44369"/>
                  </a:lnTo>
                  <a:lnTo>
                    <a:pt x="51001" y="44201"/>
                  </a:lnTo>
                  <a:lnTo>
                    <a:pt x="50925" y="43991"/>
                  </a:lnTo>
                  <a:lnTo>
                    <a:pt x="50848" y="43781"/>
                  </a:lnTo>
                  <a:lnTo>
                    <a:pt x="50963" y="43655"/>
                  </a:lnTo>
                  <a:lnTo>
                    <a:pt x="51116" y="43571"/>
                  </a:lnTo>
                  <a:lnTo>
                    <a:pt x="51155" y="43403"/>
                  </a:lnTo>
                  <a:lnTo>
                    <a:pt x="51078" y="43277"/>
                  </a:lnTo>
                  <a:lnTo>
                    <a:pt x="50963" y="43235"/>
                  </a:lnTo>
                  <a:lnTo>
                    <a:pt x="50848" y="43151"/>
                  </a:lnTo>
                  <a:lnTo>
                    <a:pt x="50810" y="42941"/>
                  </a:lnTo>
                  <a:lnTo>
                    <a:pt x="50772" y="42899"/>
                  </a:lnTo>
                  <a:lnTo>
                    <a:pt x="50580" y="42899"/>
                  </a:lnTo>
                  <a:lnTo>
                    <a:pt x="50389" y="43109"/>
                  </a:lnTo>
                  <a:lnTo>
                    <a:pt x="50274" y="43361"/>
                  </a:lnTo>
                  <a:lnTo>
                    <a:pt x="49623" y="44033"/>
                  </a:lnTo>
                  <a:lnTo>
                    <a:pt x="49546" y="44033"/>
                  </a:lnTo>
                  <a:lnTo>
                    <a:pt x="49317" y="44033"/>
                  </a:lnTo>
                  <a:lnTo>
                    <a:pt x="49317" y="44033"/>
                  </a:lnTo>
                  <a:lnTo>
                    <a:pt x="49278" y="43991"/>
                  </a:lnTo>
                  <a:lnTo>
                    <a:pt x="49240" y="43949"/>
                  </a:lnTo>
                  <a:lnTo>
                    <a:pt x="49164" y="43907"/>
                  </a:lnTo>
                  <a:lnTo>
                    <a:pt x="49125" y="43907"/>
                  </a:lnTo>
                  <a:lnTo>
                    <a:pt x="48589" y="44243"/>
                  </a:lnTo>
                  <a:lnTo>
                    <a:pt x="48513" y="44327"/>
                  </a:lnTo>
                  <a:lnTo>
                    <a:pt x="48474" y="44537"/>
                  </a:lnTo>
                  <a:lnTo>
                    <a:pt x="48398" y="44621"/>
                  </a:lnTo>
                  <a:lnTo>
                    <a:pt x="48053" y="44831"/>
                  </a:lnTo>
                  <a:lnTo>
                    <a:pt x="48053" y="44789"/>
                  </a:lnTo>
                  <a:lnTo>
                    <a:pt x="48015" y="44495"/>
                  </a:lnTo>
                  <a:lnTo>
                    <a:pt x="47785" y="44747"/>
                  </a:lnTo>
                  <a:lnTo>
                    <a:pt x="47594" y="44915"/>
                  </a:lnTo>
                  <a:lnTo>
                    <a:pt x="47440" y="44915"/>
                  </a:lnTo>
                  <a:lnTo>
                    <a:pt x="47287" y="44873"/>
                  </a:lnTo>
                  <a:lnTo>
                    <a:pt x="47211" y="44915"/>
                  </a:lnTo>
                  <a:lnTo>
                    <a:pt x="47096" y="45294"/>
                  </a:lnTo>
                  <a:lnTo>
                    <a:pt x="46943" y="45378"/>
                  </a:lnTo>
                  <a:lnTo>
                    <a:pt x="46292" y="45336"/>
                  </a:lnTo>
                  <a:lnTo>
                    <a:pt x="46215" y="45294"/>
                  </a:lnTo>
                  <a:lnTo>
                    <a:pt x="46215" y="45126"/>
                  </a:lnTo>
                  <a:lnTo>
                    <a:pt x="45832" y="45042"/>
                  </a:lnTo>
                  <a:lnTo>
                    <a:pt x="45641" y="45000"/>
                  </a:lnTo>
                  <a:lnTo>
                    <a:pt x="45449" y="44873"/>
                  </a:lnTo>
                  <a:lnTo>
                    <a:pt x="45641" y="44537"/>
                  </a:lnTo>
                  <a:lnTo>
                    <a:pt x="45756" y="44495"/>
                  </a:lnTo>
                  <a:lnTo>
                    <a:pt x="45909" y="44495"/>
                  </a:lnTo>
                  <a:lnTo>
                    <a:pt x="46100" y="44579"/>
                  </a:lnTo>
                  <a:lnTo>
                    <a:pt x="46253" y="44537"/>
                  </a:lnTo>
                  <a:lnTo>
                    <a:pt x="46407" y="44495"/>
                  </a:lnTo>
                  <a:lnTo>
                    <a:pt x="46560" y="44201"/>
                  </a:lnTo>
                  <a:lnTo>
                    <a:pt x="47058" y="43823"/>
                  </a:lnTo>
                  <a:lnTo>
                    <a:pt x="47440" y="43739"/>
                  </a:lnTo>
                  <a:lnTo>
                    <a:pt x="47670" y="43739"/>
                  </a:lnTo>
                  <a:lnTo>
                    <a:pt x="47670" y="43949"/>
                  </a:lnTo>
                  <a:lnTo>
                    <a:pt x="47555" y="44075"/>
                  </a:lnTo>
                  <a:lnTo>
                    <a:pt x="47249" y="44201"/>
                  </a:lnTo>
                  <a:lnTo>
                    <a:pt x="47594" y="44243"/>
                  </a:lnTo>
                  <a:lnTo>
                    <a:pt x="47900" y="44075"/>
                  </a:lnTo>
                  <a:lnTo>
                    <a:pt x="48359" y="43529"/>
                  </a:lnTo>
                  <a:lnTo>
                    <a:pt x="48321" y="43403"/>
                  </a:lnTo>
                  <a:lnTo>
                    <a:pt x="47287" y="43739"/>
                  </a:lnTo>
                  <a:lnTo>
                    <a:pt x="47096" y="43697"/>
                  </a:lnTo>
                  <a:lnTo>
                    <a:pt x="47172" y="43529"/>
                  </a:lnTo>
                  <a:lnTo>
                    <a:pt x="47364" y="43403"/>
                  </a:lnTo>
                  <a:lnTo>
                    <a:pt x="48474" y="43235"/>
                  </a:lnTo>
                  <a:lnTo>
                    <a:pt x="48666" y="43151"/>
                  </a:lnTo>
                  <a:lnTo>
                    <a:pt x="48589" y="42941"/>
                  </a:lnTo>
                  <a:lnTo>
                    <a:pt x="48474" y="42815"/>
                  </a:lnTo>
                  <a:lnTo>
                    <a:pt x="48283" y="42731"/>
                  </a:lnTo>
                  <a:lnTo>
                    <a:pt x="48091" y="42731"/>
                  </a:lnTo>
                  <a:lnTo>
                    <a:pt x="47938" y="42773"/>
                  </a:lnTo>
                  <a:lnTo>
                    <a:pt x="47594" y="43067"/>
                  </a:lnTo>
                  <a:lnTo>
                    <a:pt x="47364" y="43067"/>
                  </a:lnTo>
                  <a:lnTo>
                    <a:pt x="47402" y="42983"/>
                  </a:lnTo>
                  <a:lnTo>
                    <a:pt x="47517" y="42857"/>
                  </a:lnTo>
                  <a:lnTo>
                    <a:pt x="47440" y="42773"/>
                  </a:lnTo>
                  <a:lnTo>
                    <a:pt x="47402" y="42815"/>
                  </a:lnTo>
                  <a:lnTo>
                    <a:pt x="47287" y="42941"/>
                  </a:lnTo>
                  <a:lnTo>
                    <a:pt x="47249" y="42983"/>
                  </a:lnTo>
                  <a:lnTo>
                    <a:pt x="47172" y="42983"/>
                  </a:lnTo>
                  <a:lnTo>
                    <a:pt x="47058" y="42899"/>
                  </a:lnTo>
                  <a:lnTo>
                    <a:pt x="47019" y="42857"/>
                  </a:lnTo>
                  <a:lnTo>
                    <a:pt x="46943" y="42815"/>
                  </a:lnTo>
                  <a:lnTo>
                    <a:pt x="46483" y="42815"/>
                  </a:lnTo>
                  <a:lnTo>
                    <a:pt x="46292" y="42731"/>
                  </a:lnTo>
                  <a:lnTo>
                    <a:pt x="46522" y="42563"/>
                  </a:lnTo>
                  <a:lnTo>
                    <a:pt x="46636" y="42394"/>
                  </a:lnTo>
                  <a:lnTo>
                    <a:pt x="46407" y="42394"/>
                  </a:lnTo>
                  <a:lnTo>
                    <a:pt x="46177" y="42436"/>
                  </a:lnTo>
                  <a:lnTo>
                    <a:pt x="45756" y="42563"/>
                  </a:lnTo>
                  <a:lnTo>
                    <a:pt x="45641" y="42521"/>
                  </a:lnTo>
                  <a:lnTo>
                    <a:pt x="45411" y="42394"/>
                  </a:lnTo>
                  <a:lnTo>
                    <a:pt x="45220" y="42436"/>
                  </a:lnTo>
                  <a:lnTo>
                    <a:pt x="45296" y="42689"/>
                  </a:lnTo>
                  <a:lnTo>
                    <a:pt x="45220" y="42773"/>
                  </a:lnTo>
                  <a:lnTo>
                    <a:pt x="44454" y="43109"/>
                  </a:lnTo>
                  <a:lnTo>
                    <a:pt x="44301" y="43151"/>
                  </a:lnTo>
                  <a:lnTo>
                    <a:pt x="44071" y="43109"/>
                  </a:lnTo>
                  <a:lnTo>
                    <a:pt x="43880" y="42983"/>
                  </a:lnTo>
                  <a:lnTo>
                    <a:pt x="44148" y="42815"/>
                  </a:lnTo>
                  <a:lnTo>
                    <a:pt x="44760" y="42478"/>
                  </a:lnTo>
                  <a:lnTo>
                    <a:pt x="45028" y="42142"/>
                  </a:lnTo>
                  <a:lnTo>
                    <a:pt x="45067" y="42100"/>
                  </a:lnTo>
                  <a:lnTo>
                    <a:pt x="45067" y="42058"/>
                  </a:lnTo>
                  <a:lnTo>
                    <a:pt x="45028" y="41974"/>
                  </a:lnTo>
                  <a:lnTo>
                    <a:pt x="44913" y="41890"/>
                  </a:lnTo>
                  <a:lnTo>
                    <a:pt x="44760" y="41890"/>
                  </a:lnTo>
                  <a:lnTo>
                    <a:pt x="44684" y="41932"/>
                  </a:lnTo>
                  <a:lnTo>
                    <a:pt x="44416" y="42058"/>
                  </a:lnTo>
                  <a:lnTo>
                    <a:pt x="44224" y="42310"/>
                  </a:lnTo>
                  <a:lnTo>
                    <a:pt x="44033" y="42394"/>
                  </a:lnTo>
                  <a:lnTo>
                    <a:pt x="43994" y="42310"/>
                  </a:lnTo>
                  <a:lnTo>
                    <a:pt x="44224" y="41890"/>
                  </a:lnTo>
                  <a:lnTo>
                    <a:pt x="44569" y="41596"/>
                  </a:lnTo>
                  <a:lnTo>
                    <a:pt x="46177" y="41050"/>
                  </a:lnTo>
                  <a:lnTo>
                    <a:pt x="46330" y="40672"/>
                  </a:lnTo>
                  <a:lnTo>
                    <a:pt x="46636" y="40420"/>
                  </a:lnTo>
                  <a:lnTo>
                    <a:pt x="46598" y="40210"/>
                  </a:lnTo>
                  <a:lnTo>
                    <a:pt x="46522" y="40000"/>
                  </a:lnTo>
                  <a:lnTo>
                    <a:pt x="46445" y="39915"/>
                  </a:lnTo>
                  <a:lnTo>
                    <a:pt x="46215" y="39873"/>
                  </a:lnTo>
                  <a:lnTo>
                    <a:pt x="46100" y="39831"/>
                  </a:lnTo>
                  <a:lnTo>
                    <a:pt x="46024" y="39789"/>
                  </a:lnTo>
                  <a:lnTo>
                    <a:pt x="45832" y="39621"/>
                  </a:lnTo>
                  <a:lnTo>
                    <a:pt x="45717" y="39621"/>
                  </a:lnTo>
                  <a:lnTo>
                    <a:pt x="45679" y="39747"/>
                  </a:lnTo>
                  <a:lnTo>
                    <a:pt x="45641" y="39873"/>
                  </a:lnTo>
                  <a:lnTo>
                    <a:pt x="45641" y="39957"/>
                  </a:lnTo>
                  <a:lnTo>
                    <a:pt x="45526" y="40042"/>
                  </a:lnTo>
                  <a:lnTo>
                    <a:pt x="45449" y="40042"/>
                  </a:lnTo>
                  <a:lnTo>
                    <a:pt x="44760" y="40000"/>
                  </a:lnTo>
                  <a:lnTo>
                    <a:pt x="44684" y="40042"/>
                  </a:lnTo>
                  <a:lnTo>
                    <a:pt x="44416" y="40336"/>
                  </a:lnTo>
                  <a:lnTo>
                    <a:pt x="43880" y="40672"/>
                  </a:lnTo>
                  <a:lnTo>
                    <a:pt x="43650" y="40672"/>
                  </a:lnTo>
                  <a:lnTo>
                    <a:pt x="42042" y="41176"/>
                  </a:lnTo>
                  <a:lnTo>
                    <a:pt x="42080" y="41176"/>
                  </a:lnTo>
                  <a:lnTo>
                    <a:pt x="42042" y="41134"/>
                  </a:lnTo>
                  <a:lnTo>
                    <a:pt x="42003" y="41092"/>
                  </a:lnTo>
                  <a:lnTo>
                    <a:pt x="44033" y="40000"/>
                  </a:lnTo>
                  <a:lnTo>
                    <a:pt x="44148" y="39789"/>
                  </a:lnTo>
                  <a:lnTo>
                    <a:pt x="43956" y="39789"/>
                  </a:lnTo>
                  <a:lnTo>
                    <a:pt x="43803" y="39873"/>
                  </a:lnTo>
                  <a:lnTo>
                    <a:pt x="43497" y="40042"/>
                  </a:lnTo>
                  <a:lnTo>
                    <a:pt x="42769" y="40210"/>
                  </a:lnTo>
                  <a:lnTo>
                    <a:pt x="42118" y="40084"/>
                  </a:lnTo>
                  <a:lnTo>
                    <a:pt x="41506" y="40210"/>
                  </a:lnTo>
                  <a:lnTo>
                    <a:pt x="41276" y="40168"/>
                  </a:lnTo>
                  <a:lnTo>
                    <a:pt x="41123" y="40084"/>
                  </a:lnTo>
                  <a:lnTo>
                    <a:pt x="40701" y="40252"/>
                  </a:lnTo>
                  <a:lnTo>
                    <a:pt x="40548" y="40294"/>
                  </a:lnTo>
                  <a:lnTo>
                    <a:pt x="40012" y="40084"/>
                  </a:lnTo>
                  <a:lnTo>
                    <a:pt x="38672" y="40084"/>
                  </a:lnTo>
                  <a:lnTo>
                    <a:pt x="38557" y="40168"/>
                  </a:lnTo>
                  <a:lnTo>
                    <a:pt x="38596" y="40000"/>
                  </a:lnTo>
                  <a:lnTo>
                    <a:pt x="38596" y="39831"/>
                  </a:lnTo>
                  <a:lnTo>
                    <a:pt x="38557" y="39621"/>
                  </a:lnTo>
                  <a:lnTo>
                    <a:pt x="38519" y="39453"/>
                  </a:lnTo>
                  <a:lnTo>
                    <a:pt x="38557" y="39243"/>
                  </a:lnTo>
                  <a:lnTo>
                    <a:pt x="38634" y="39117"/>
                  </a:lnTo>
                  <a:lnTo>
                    <a:pt x="38749" y="39033"/>
                  </a:lnTo>
                  <a:lnTo>
                    <a:pt x="38902" y="38991"/>
                  </a:lnTo>
                  <a:lnTo>
                    <a:pt x="39361" y="39033"/>
                  </a:lnTo>
                  <a:lnTo>
                    <a:pt x="39476" y="38991"/>
                  </a:lnTo>
                  <a:lnTo>
                    <a:pt x="39629" y="38907"/>
                  </a:lnTo>
                  <a:lnTo>
                    <a:pt x="39744" y="38613"/>
                  </a:lnTo>
                  <a:lnTo>
                    <a:pt x="39783" y="38529"/>
                  </a:lnTo>
                  <a:lnTo>
                    <a:pt x="41429" y="37563"/>
                  </a:lnTo>
                  <a:lnTo>
                    <a:pt x="41888" y="37605"/>
                  </a:lnTo>
                  <a:lnTo>
                    <a:pt x="40701" y="38487"/>
                  </a:lnTo>
                  <a:lnTo>
                    <a:pt x="40433" y="38487"/>
                  </a:lnTo>
                  <a:lnTo>
                    <a:pt x="40319" y="38529"/>
                  </a:lnTo>
                  <a:lnTo>
                    <a:pt x="40204" y="38781"/>
                  </a:lnTo>
                  <a:lnTo>
                    <a:pt x="39246" y="39747"/>
                  </a:lnTo>
                  <a:lnTo>
                    <a:pt x="39170" y="40000"/>
                  </a:lnTo>
                  <a:lnTo>
                    <a:pt x="39361" y="40042"/>
                  </a:lnTo>
                  <a:lnTo>
                    <a:pt x="40433" y="39831"/>
                  </a:lnTo>
                  <a:lnTo>
                    <a:pt x="41199" y="39915"/>
                  </a:lnTo>
                  <a:lnTo>
                    <a:pt x="41391" y="39873"/>
                  </a:lnTo>
                  <a:lnTo>
                    <a:pt x="42195" y="39579"/>
                  </a:lnTo>
                  <a:lnTo>
                    <a:pt x="42961" y="39621"/>
                  </a:lnTo>
                  <a:lnTo>
                    <a:pt x="43420" y="39537"/>
                  </a:lnTo>
                  <a:lnTo>
                    <a:pt x="43573" y="39453"/>
                  </a:lnTo>
                  <a:lnTo>
                    <a:pt x="43573" y="39201"/>
                  </a:lnTo>
                  <a:lnTo>
                    <a:pt x="43650" y="39075"/>
                  </a:lnTo>
                  <a:lnTo>
                    <a:pt x="43841" y="39033"/>
                  </a:lnTo>
                  <a:lnTo>
                    <a:pt x="43956" y="39159"/>
                  </a:lnTo>
                  <a:lnTo>
                    <a:pt x="43841" y="39453"/>
                  </a:lnTo>
                  <a:lnTo>
                    <a:pt x="44071" y="39495"/>
                  </a:lnTo>
                  <a:lnTo>
                    <a:pt x="44339" y="39453"/>
                  </a:lnTo>
                  <a:lnTo>
                    <a:pt x="45181" y="38991"/>
                  </a:lnTo>
                  <a:lnTo>
                    <a:pt x="45526" y="38991"/>
                  </a:lnTo>
                  <a:lnTo>
                    <a:pt x="45641" y="38949"/>
                  </a:lnTo>
                  <a:lnTo>
                    <a:pt x="45756" y="38739"/>
                  </a:lnTo>
                  <a:lnTo>
                    <a:pt x="45679" y="38571"/>
                  </a:lnTo>
                  <a:lnTo>
                    <a:pt x="45488" y="38403"/>
                  </a:lnTo>
                  <a:lnTo>
                    <a:pt x="45067" y="38487"/>
                  </a:lnTo>
                  <a:lnTo>
                    <a:pt x="44798" y="38361"/>
                  </a:lnTo>
                  <a:lnTo>
                    <a:pt x="44607" y="38361"/>
                  </a:lnTo>
                  <a:lnTo>
                    <a:pt x="44569" y="38571"/>
                  </a:lnTo>
                  <a:lnTo>
                    <a:pt x="44148" y="38277"/>
                  </a:lnTo>
                  <a:lnTo>
                    <a:pt x="44186" y="38235"/>
                  </a:lnTo>
                  <a:lnTo>
                    <a:pt x="44607" y="38109"/>
                  </a:lnTo>
                  <a:lnTo>
                    <a:pt x="44760" y="37983"/>
                  </a:lnTo>
                  <a:lnTo>
                    <a:pt x="44798" y="37815"/>
                  </a:lnTo>
                  <a:lnTo>
                    <a:pt x="44798" y="37521"/>
                  </a:lnTo>
                  <a:lnTo>
                    <a:pt x="44569" y="37436"/>
                  </a:lnTo>
                  <a:lnTo>
                    <a:pt x="44301" y="37436"/>
                  </a:lnTo>
                  <a:lnTo>
                    <a:pt x="43803" y="37605"/>
                  </a:lnTo>
                  <a:lnTo>
                    <a:pt x="43650" y="37815"/>
                  </a:lnTo>
                  <a:lnTo>
                    <a:pt x="43611" y="38067"/>
                  </a:lnTo>
                  <a:lnTo>
                    <a:pt x="43650" y="38319"/>
                  </a:lnTo>
                  <a:lnTo>
                    <a:pt x="43765" y="38655"/>
                  </a:lnTo>
                  <a:lnTo>
                    <a:pt x="43611" y="38613"/>
                  </a:lnTo>
                  <a:lnTo>
                    <a:pt x="43535" y="38403"/>
                  </a:lnTo>
                  <a:lnTo>
                    <a:pt x="43458" y="38235"/>
                  </a:lnTo>
                  <a:lnTo>
                    <a:pt x="43420" y="37983"/>
                  </a:lnTo>
                  <a:lnTo>
                    <a:pt x="43267" y="37899"/>
                  </a:lnTo>
                  <a:lnTo>
                    <a:pt x="43114" y="37731"/>
                  </a:lnTo>
                  <a:lnTo>
                    <a:pt x="42961" y="37478"/>
                  </a:lnTo>
                  <a:lnTo>
                    <a:pt x="42961" y="37310"/>
                  </a:lnTo>
                  <a:lnTo>
                    <a:pt x="43267" y="37310"/>
                  </a:lnTo>
                  <a:lnTo>
                    <a:pt x="43611" y="37184"/>
                  </a:lnTo>
                  <a:lnTo>
                    <a:pt x="43918" y="36932"/>
                  </a:lnTo>
                  <a:lnTo>
                    <a:pt x="44033" y="36596"/>
                  </a:lnTo>
                  <a:lnTo>
                    <a:pt x="44071" y="36470"/>
                  </a:lnTo>
                  <a:lnTo>
                    <a:pt x="44262" y="36428"/>
                  </a:lnTo>
                  <a:lnTo>
                    <a:pt x="44416" y="36302"/>
                  </a:lnTo>
                  <a:lnTo>
                    <a:pt x="44416" y="36050"/>
                  </a:lnTo>
                  <a:lnTo>
                    <a:pt x="44301" y="35798"/>
                  </a:lnTo>
                  <a:lnTo>
                    <a:pt x="44186" y="35672"/>
                  </a:lnTo>
                  <a:lnTo>
                    <a:pt x="44033" y="35462"/>
                  </a:lnTo>
                  <a:lnTo>
                    <a:pt x="43994" y="35252"/>
                  </a:lnTo>
                  <a:lnTo>
                    <a:pt x="43994" y="35042"/>
                  </a:lnTo>
                  <a:lnTo>
                    <a:pt x="44033" y="34831"/>
                  </a:lnTo>
                  <a:lnTo>
                    <a:pt x="44148" y="34621"/>
                  </a:lnTo>
                  <a:lnTo>
                    <a:pt x="44224" y="34537"/>
                  </a:lnTo>
                  <a:lnTo>
                    <a:pt x="44224" y="34453"/>
                  </a:lnTo>
                  <a:lnTo>
                    <a:pt x="44071" y="33739"/>
                  </a:lnTo>
                  <a:lnTo>
                    <a:pt x="44186" y="33571"/>
                  </a:lnTo>
                  <a:lnTo>
                    <a:pt x="44224" y="33361"/>
                  </a:lnTo>
                  <a:lnTo>
                    <a:pt x="44301" y="33277"/>
                  </a:lnTo>
                  <a:lnTo>
                    <a:pt x="44416" y="33193"/>
                  </a:lnTo>
                  <a:lnTo>
                    <a:pt x="44684" y="33109"/>
                  </a:lnTo>
                  <a:lnTo>
                    <a:pt x="44760" y="32983"/>
                  </a:lnTo>
                  <a:lnTo>
                    <a:pt x="44798" y="32815"/>
                  </a:lnTo>
                  <a:lnTo>
                    <a:pt x="44990" y="32857"/>
                  </a:lnTo>
                  <a:lnTo>
                    <a:pt x="45296" y="33025"/>
                  </a:lnTo>
                  <a:lnTo>
                    <a:pt x="45411" y="33109"/>
                  </a:lnTo>
                  <a:lnTo>
                    <a:pt x="45373" y="32941"/>
                  </a:lnTo>
                  <a:lnTo>
                    <a:pt x="45296" y="32899"/>
                  </a:lnTo>
                  <a:lnTo>
                    <a:pt x="45220" y="32857"/>
                  </a:lnTo>
                  <a:lnTo>
                    <a:pt x="45143" y="32773"/>
                  </a:lnTo>
                  <a:lnTo>
                    <a:pt x="45143" y="32605"/>
                  </a:lnTo>
                  <a:lnTo>
                    <a:pt x="45028" y="32605"/>
                  </a:lnTo>
                  <a:lnTo>
                    <a:pt x="44913" y="32521"/>
                  </a:lnTo>
                  <a:lnTo>
                    <a:pt x="44798" y="32436"/>
                  </a:lnTo>
                  <a:lnTo>
                    <a:pt x="44913" y="32310"/>
                  </a:lnTo>
                  <a:lnTo>
                    <a:pt x="44913" y="32310"/>
                  </a:lnTo>
                  <a:lnTo>
                    <a:pt x="44913" y="32268"/>
                  </a:lnTo>
                  <a:lnTo>
                    <a:pt x="44837" y="32310"/>
                  </a:lnTo>
                  <a:lnTo>
                    <a:pt x="44837" y="32268"/>
                  </a:lnTo>
                  <a:lnTo>
                    <a:pt x="44798" y="32184"/>
                  </a:lnTo>
                  <a:lnTo>
                    <a:pt x="44837" y="32184"/>
                  </a:lnTo>
                  <a:lnTo>
                    <a:pt x="44722" y="32100"/>
                  </a:lnTo>
                  <a:lnTo>
                    <a:pt x="44530" y="31974"/>
                  </a:lnTo>
                  <a:lnTo>
                    <a:pt x="44416" y="31890"/>
                  </a:lnTo>
                  <a:lnTo>
                    <a:pt x="44377" y="31680"/>
                  </a:lnTo>
                  <a:lnTo>
                    <a:pt x="44339" y="31470"/>
                  </a:lnTo>
                  <a:lnTo>
                    <a:pt x="44301" y="31302"/>
                  </a:lnTo>
                  <a:lnTo>
                    <a:pt x="44148" y="31134"/>
                  </a:lnTo>
                  <a:lnTo>
                    <a:pt x="43918" y="30966"/>
                  </a:lnTo>
                  <a:lnTo>
                    <a:pt x="43535" y="30882"/>
                  </a:lnTo>
                  <a:lnTo>
                    <a:pt x="43114" y="30882"/>
                  </a:lnTo>
                  <a:lnTo>
                    <a:pt x="42731" y="31050"/>
                  </a:lnTo>
                  <a:lnTo>
                    <a:pt x="41735" y="31764"/>
                  </a:lnTo>
                  <a:lnTo>
                    <a:pt x="41659" y="31764"/>
                  </a:lnTo>
                  <a:lnTo>
                    <a:pt x="41582" y="31680"/>
                  </a:lnTo>
                  <a:lnTo>
                    <a:pt x="41544" y="31596"/>
                  </a:lnTo>
                  <a:lnTo>
                    <a:pt x="41582" y="31554"/>
                  </a:lnTo>
                  <a:lnTo>
                    <a:pt x="41620" y="31344"/>
                  </a:lnTo>
                  <a:lnTo>
                    <a:pt x="41620" y="30672"/>
                  </a:lnTo>
                  <a:lnTo>
                    <a:pt x="41620" y="30504"/>
                  </a:lnTo>
                  <a:lnTo>
                    <a:pt x="41391" y="30546"/>
                  </a:lnTo>
                  <a:lnTo>
                    <a:pt x="41161" y="32142"/>
                  </a:lnTo>
                  <a:lnTo>
                    <a:pt x="41008" y="31890"/>
                  </a:lnTo>
                  <a:lnTo>
                    <a:pt x="40931" y="31638"/>
                  </a:lnTo>
                  <a:lnTo>
                    <a:pt x="40816" y="31638"/>
                  </a:lnTo>
                  <a:lnTo>
                    <a:pt x="40701" y="31848"/>
                  </a:lnTo>
                  <a:lnTo>
                    <a:pt x="40625" y="32184"/>
                  </a:lnTo>
                  <a:lnTo>
                    <a:pt x="40510" y="32310"/>
                  </a:lnTo>
                  <a:lnTo>
                    <a:pt x="40280" y="32016"/>
                  </a:lnTo>
                  <a:lnTo>
                    <a:pt x="40089" y="31848"/>
                  </a:lnTo>
                  <a:lnTo>
                    <a:pt x="39859" y="31764"/>
                  </a:lnTo>
                  <a:lnTo>
                    <a:pt x="39514" y="31974"/>
                  </a:lnTo>
                  <a:lnTo>
                    <a:pt x="39476" y="31932"/>
                  </a:lnTo>
                  <a:lnTo>
                    <a:pt x="39400" y="31848"/>
                  </a:lnTo>
                  <a:lnTo>
                    <a:pt x="39361" y="31764"/>
                  </a:lnTo>
                  <a:lnTo>
                    <a:pt x="39170" y="31932"/>
                  </a:lnTo>
                  <a:lnTo>
                    <a:pt x="39132" y="31932"/>
                  </a:lnTo>
                  <a:lnTo>
                    <a:pt x="39017" y="31890"/>
                  </a:lnTo>
                  <a:lnTo>
                    <a:pt x="38940" y="31848"/>
                  </a:lnTo>
                  <a:lnTo>
                    <a:pt x="38825" y="31722"/>
                  </a:lnTo>
                  <a:lnTo>
                    <a:pt x="39361" y="31470"/>
                  </a:lnTo>
                  <a:lnTo>
                    <a:pt x="39438" y="31344"/>
                  </a:lnTo>
                  <a:lnTo>
                    <a:pt x="39553" y="31092"/>
                  </a:lnTo>
                  <a:lnTo>
                    <a:pt x="39629" y="30882"/>
                  </a:lnTo>
                  <a:lnTo>
                    <a:pt x="39553" y="30672"/>
                  </a:lnTo>
                  <a:lnTo>
                    <a:pt x="39438" y="30462"/>
                  </a:lnTo>
                  <a:lnTo>
                    <a:pt x="39323" y="30336"/>
                  </a:lnTo>
                  <a:lnTo>
                    <a:pt x="39285" y="30210"/>
                  </a:lnTo>
                  <a:lnTo>
                    <a:pt x="39170" y="30000"/>
                  </a:lnTo>
                  <a:lnTo>
                    <a:pt x="39055" y="29957"/>
                  </a:lnTo>
                  <a:lnTo>
                    <a:pt x="38710" y="30000"/>
                  </a:lnTo>
                  <a:lnTo>
                    <a:pt x="38672" y="29915"/>
                  </a:lnTo>
                  <a:lnTo>
                    <a:pt x="39400" y="29579"/>
                  </a:lnTo>
                  <a:lnTo>
                    <a:pt x="39438" y="29411"/>
                  </a:lnTo>
                  <a:lnTo>
                    <a:pt x="39323" y="29285"/>
                  </a:lnTo>
                  <a:lnTo>
                    <a:pt x="38519" y="29159"/>
                  </a:lnTo>
                  <a:lnTo>
                    <a:pt x="37370" y="29117"/>
                  </a:lnTo>
                  <a:lnTo>
                    <a:pt x="36681" y="29453"/>
                  </a:lnTo>
                  <a:lnTo>
                    <a:pt x="36451" y="29453"/>
                  </a:lnTo>
                  <a:lnTo>
                    <a:pt x="36413" y="29495"/>
                  </a:lnTo>
                  <a:lnTo>
                    <a:pt x="36336" y="29579"/>
                  </a:lnTo>
                  <a:lnTo>
                    <a:pt x="36298" y="29705"/>
                  </a:lnTo>
                  <a:lnTo>
                    <a:pt x="36298" y="29831"/>
                  </a:lnTo>
                  <a:lnTo>
                    <a:pt x="36298" y="29915"/>
                  </a:lnTo>
                  <a:lnTo>
                    <a:pt x="35954" y="30126"/>
                  </a:lnTo>
                  <a:lnTo>
                    <a:pt x="35877" y="30252"/>
                  </a:lnTo>
                  <a:lnTo>
                    <a:pt x="35800" y="30504"/>
                  </a:lnTo>
                  <a:lnTo>
                    <a:pt x="35762" y="30630"/>
                  </a:lnTo>
                  <a:lnTo>
                    <a:pt x="35341" y="30840"/>
                  </a:lnTo>
                  <a:lnTo>
                    <a:pt x="35303" y="30840"/>
                  </a:lnTo>
                  <a:lnTo>
                    <a:pt x="35111" y="30756"/>
                  </a:lnTo>
                  <a:lnTo>
                    <a:pt x="34958" y="30714"/>
                  </a:lnTo>
                  <a:lnTo>
                    <a:pt x="34537" y="30756"/>
                  </a:lnTo>
                  <a:lnTo>
                    <a:pt x="34116" y="30672"/>
                  </a:lnTo>
                  <a:lnTo>
                    <a:pt x="33848" y="30546"/>
                  </a:lnTo>
                  <a:lnTo>
                    <a:pt x="33694" y="30378"/>
                  </a:lnTo>
                  <a:lnTo>
                    <a:pt x="33886" y="30294"/>
                  </a:lnTo>
                  <a:lnTo>
                    <a:pt x="34652" y="30294"/>
                  </a:lnTo>
                  <a:lnTo>
                    <a:pt x="35149" y="30378"/>
                  </a:lnTo>
                  <a:lnTo>
                    <a:pt x="35341" y="30336"/>
                  </a:lnTo>
                  <a:lnTo>
                    <a:pt x="35379" y="30126"/>
                  </a:lnTo>
                  <a:lnTo>
                    <a:pt x="35226" y="29201"/>
                  </a:lnTo>
                  <a:lnTo>
                    <a:pt x="35264" y="28949"/>
                  </a:lnTo>
                  <a:lnTo>
                    <a:pt x="35341" y="28739"/>
                  </a:lnTo>
                  <a:lnTo>
                    <a:pt x="35992" y="28655"/>
                  </a:lnTo>
                  <a:lnTo>
                    <a:pt x="36260" y="28403"/>
                  </a:lnTo>
                  <a:lnTo>
                    <a:pt x="36375" y="28235"/>
                  </a:lnTo>
                  <a:lnTo>
                    <a:pt x="36413" y="27983"/>
                  </a:lnTo>
                  <a:lnTo>
                    <a:pt x="36336" y="27857"/>
                  </a:lnTo>
                  <a:lnTo>
                    <a:pt x="36260" y="27731"/>
                  </a:lnTo>
                  <a:lnTo>
                    <a:pt x="36145" y="27605"/>
                  </a:lnTo>
                  <a:lnTo>
                    <a:pt x="36145" y="27521"/>
                  </a:lnTo>
                  <a:lnTo>
                    <a:pt x="36260" y="27436"/>
                  </a:lnTo>
                  <a:lnTo>
                    <a:pt x="36298" y="27226"/>
                  </a:lnTo>
                  <a:lnTo>
                    <a:pt x="36643" y="26890"/>
                  </a:lnTo>
                  <a:lnTo>
                    <a:pt x="36834" y="26470"/>
                  </a:lnTo>
                  <a:lnTo>
                    <a:pt x="36911" y="26386"/>
                  </a:lnTo>
                  <a:lnTo>
                    <a:pt x="37026" y="26344"/>
                  </a:lnTo>
                  <a:lnTo>
                    <a:pt x="37026" y="26302"/>
                  </a:lnTo>
                  <a:lnTo>
                    <a:pt x="36911" y="26134"/>
                  </a:lnTo>
                  <a:lnTo>
                    <a:pt x="36834" y="25966"/>
                  </a:lnTo>
                  <a:lnTo>
                    <a:pt x="36719" y="25840"/>
                  </a:lnTo>
                  <a:lnTo>
                    <a:pt x="36643" y="25714"/>
                  </a:lnTo>
                  <a:lnTo>
                    <a:pt x="36566" y="25714"/>
                  </a:lnTo>
                  <a:lnTo>
                    <a:pt x="36068" y="25756"/>
                  </a:lnTo>
                  <a:lnTo>
                    <a:pt x="35992" y="25672"/>
                  </a:lnTo>
                  <a:lnTo>
                    <a:pt x="36030" y="25420"/>
                  </a:lnTo>
                  <a:lnTo>
                    <a:pt x="35724" y="25084"/>
                  </a:lnTo>
                  <a:lnTo>
                    <a:pt x="35149" y="24663"/>
                  </a:lnTo>
                  <a:lnTo>
                    <a:pt x="34920" y="24663"/>
                  </a:lnTo>
                  <a:lnTo>
                    <a:pt x="34613" y="24873"/>
                  </a:lnTo>
                  <a:lnTo>
                    <a:pt x="34307" y="24873"/>
                  </a:lnTo>
                  <a:lnTo>
                    <a:pt x="34154" y="24579"/>
                  </a:lnTo>
                  <a:lnTo>
                    <a:pt x="34116" y="24579"/>
                  </a:lnTo>
                  <a:lnTo>
                    <a:pt x="34039" y="24537"/>
                  </a:lnTo>
                  <a:lnTo>
                    <a:pt x="34001" y="24495"/>
                  </a:lnTo>
                  <a:lnTo>
                    <a:pt x="33924" y="24495"/>
                  </a:lnTo>
                  <a:lnTo>
                    <a:pt x="33848" y="24201"/>
                  </a:lnTo>
                  <a:lnTo>
                    <a:pt x="33924" y="23739"/>
                  </a:lnTo>
                  <a:lnTo>
                    <a:pt x="33924" y="23487"/>
                  </a:lnTo>
                  <a:lnTo>
                    <a:pt x="33886" y="23319"/>
                  </a:lnTo>
                  <a:lnTo>
                    <a:pt x="33848" y="23235"/>
                  </a:lnTo>
                  <a:lnTo>
                    <a:pt x="33771" y="23193"/>
                  </a:lnTo>
                  <a:lnTo>
                    <a:pt x="33618" y="22899"/>
                  </a:lnTo>
                  <a:lnTo>
                    <a:pt x="33541" y="22815"/>
                  </a:lnTo>
                  <a:lnTo>
                    <a:pt x="33465" y="22773"/>
                  </a:lnTo>
                  <a:lnTo>
                    <a:pt x="33388" y="22773"/>
                  </a:lnTo>
                  <a:lnTo>
                    <a:pt x="33273" y="22731"/>
                  </a:lnTo>
                  <a:lnTo>
                    <a:pt x="33044" y="22605"/>
                  </a:lnTo>
                  <a:lnTo>
                    <a:pt x="32890" y="22563"/>
                  </a:lnTo>
                  <a:lnTo>
                    <a:pt x="32776" y="22647"/>
                  </a:lnTo>
                  <a:lnTo>
                    <a:pt x="32776" y="23235"/>
                  </a:lnTo>
                  <a:lnTo>
                    <a:pt x="32776" y="23361"/>
                  </a:lnTo>
                  <a:lnTo>
                    <a:pt x="32967" y="23739"/>
                  </a:lnTo>
                  <a:lnTo>
                    <a:pt x="32852" y="23697"/>
                  </a:lnTo>
                  <a:lnTo>
                    <a:pt x="32737" y="23613"/>
                  </a:lnTo>
                  <a:lnTo>
                    <a:pt x="32661" y="23487"/>
                  </a:lnTo>
                  <a:lnTo>
                    <a:pt x="32584" y="23403"/>
                  </a:lnTo>
                  <a:lnTo>
                    <a:pt x="32431" y="23403"/>
                  </a:lnTo>
                  <a:lnTo>
                    <a:pt x="32278" y="23403"/>
                  </a:lnTo>
                  <a:lnTo>
                    <a:pt x="32163" y="23361"/>
                  </a:lnTo>
                  <a:lnTo>
                    <a:pt x="32239" y="23991"/>
                  </a:lnTo>
                  <a:lnTo>
                    <a:pt x="32239" y="24201"/>
                  </a:lnTo>
                  <a:lnTo>
                    <a:pt x="32010" y="24201"/>
                  </a:lnTo>
                  <a:lnTo>
                    <a:pt x="32048" y="23991"/>
                  </a:lnTo>
                  <a:lnTo>
                    <a:pt x="31933" y="23697"/>
                  </a:lnTo>
                  <a:lnTo>
                    <a:pt x="31780" y="23403"/>
                  </a:lnTo>
                  <a:lnTo>
                    <a:pt x="31589" y="23235"/>
                  </a:lnTo>
                  <a:lnTo>
                    <a:pt x="31550" y="23655"/>
                  </a:lnTo>
                  <a:lnTo>
                    <a:pt x="31589" y="23823"/>
                  </a:lnTo>
                  <a:lnTo>
                    <a:pt x="31895" y="24537"/>
                  </a:lnTo>
                  <a:lnTo>
                    <a:pt x="31971" y="24831"/>
                  </a:lnTo>
                  <a:lnTo>
                    <a:pt x="31971" y="24957"/>
                  </a:lnTo>
                  <a:lnTo>
                    <a:pt x="31895" y="25084"/>
                  </a:lnTo>
                  <a:lnTo>
                    <a:pt x="31780" y="24957"/>
                  </a:lnTo>
                  <a:lnTo>
                    <a:pt x="31627" y="24705"/>
                  </a:lnTo>
                  <a:lnTo>
                    <a:pt x="31589" y="24579"/>
                  </a:lnTo>
                  <a:lnTo>
                    <a:pt x="31550" y="24495"/>
                  </a:lnTo>
                  <a:lnTo>
                    <a:pt x="31435" y="24285"/>
                  </a:lnTo>
                  <a:lnTo>
                    <a:pt x="31244" y="24075"/>
                  </a:lnTo>
                  <a:lnTo>
                    <a:pt x="31206" y="23823"/>
                  </a:lnTo>
                  <a:lnTo>
                    <a:pt x="31091" y="23865"/>
                  </a:lnTo>
                  <a:lnTo>
                    <a:pt x="30823" y="23865"/>
                  </a:lnTo>
                  <a:lnTo>
                    <a:pt x="30708" y="23907"/>
                  </a:lnTo>
                  <a:lnTo>
                    <a:pt x="30287" y="24285"/>
                  </a:lnTo>
                  <a:lnTo>
                    <a:pt x="30134" y="24495"/>
                  </a:lnTo>
                  <a:lnTo>
                    <a:pt x="30019" y="25042"/>
                  </a:lnTo>
                  <a:lnTo>
                    <a:pt x="29789" y="25210"/>
                  </a:lnTo>
                  <a:lnTo>
                    <a:pt x="29865" y="24957"/>
                  </a:lnTo>
                  <a:lnTo>
                    <a:pt x="30172" y="23697"/>
                  </a:lnTo>
                  <a:lnTo>
                    <a:pt x="30325" y="23571"/>
                  </a:lnTo>
                  <a:lnTo>
                    <a:pt x="30516" y="23403"/>
                  </a:lnTo>
                  <a:lnTo>
                    <a:pt x="31014" y="23361"/>
                  </a:lnTo>
                  <a:lnTo>
                    <a:pt x="31167" y="23235"/>
                  </a:lnTo>
                  <a:lnTo>
                    <a:pt x="31244" y="23067"/>
                  </a:lnTo>
                  <a:lnTo>
                    <a:pt x="31359" y="22605"/>
                  </a:lnTo>
                  <a:lnTo>
                    <a:pt x="31474" y="22478"/>
                  </a:lnTo>
                  <a:lnTo>
                    <a:pt x="31244" y="22310"/>
                  </a:lnTo>
                  <a:lnTo>
                    <a:pt x="31091" y="22100"/>
                  </a:lnTo>
                  <a:lnTo>
                    <a:pt x="30899" y="22100"/>
                  </a:lnTo>
                  <a:lnTo>
                    <a:pt x="30861" y="22310"/>
                  </a:lnTo>
                  <a:lnTo>
                    <a:pt x="30823" y="22478"/>
                  </a:lnTo>
                  <a:lnTo>
                    <a:pt x="30746" y="22521"/>
                  </a:lnTo>
                  <a:lnTo>
                    <a:pt x="30670" y="22436"/>
                  </a:lnTo>
                  <a:lnTo>
                    <a:pt x="30670" y="22226"/>
                  </a:lnTo>
                  <a:lnTo>
                    <a:pt x="30287" y="22184"/>
                  </a:lnTo>
                  <a:lnTo>
                    <a:pt x="30478" y="22016"/>
                  </a:lnTo>
                  <a:lnTo>
                    <a:pt x="30555" y="21890"/>
                  </a:lnTo>
                  <a:lnTo>
                    <a:pt x="30516" y="21680"/>
                  </a:lnTo>
                  <a:lnTo>
                    <a:pt x="30402" y="21638"/>
                  </a:lnTo>
                  <a:lnTo>
                    <a:pt x="30287" y="21680"/>
                  </a:lnTo>
                  <a:lnTo>
                    <a:pt x="29980" y="21974"/>
                  </a:lnTo>
                  <a:lnTo>
                    <a:pt x="29904" y="22058"/>
                  </a:lnTo>
                  <a:lnTo>
                    <a:pt x="29865" y="22184"/>
                  </a:lnTo>
                  <a:lnTo>
                    <a:pt x="29865" y="22352"/>
                  </a:lnTo>
                  <a:lnTo>
                    <a:pt x="29904" y="22521"/>
                  </a:lnTo>
                  <a:lnTo>
                    <a:pt x="30019" y="22647"/>
                  </a:lnTo>
                  <a:lnTo>
                    <a:pt x="30057" y="22815"/>
                  </a:lnTo>
                  <a:lnTo>
                    <a:pt x="29942" y="22941"/>
                  </a:lnTo>
                  <a:lnTo>
                    <a:pt x="29865" y="22815"/>
                  </a:lnTo>
                  <a:lnTo>
                    <a:pt x="29865" y="22647"/>
                  </a:lnTo>
                  <a:lnTo>
                    <a:pt x="29751" y="22605"/>
                  </a:lnTo>
                  <a:lnTo>
                    <a:pt x="29674" y="22563"/>
                  </a:lnTo>
                  <a:lnTo>
                    <a:pt x="29597" y="22521"/>
                  </a:lnTo>
                  <a:lnTo>
                    <a:pt x="29521" y="22394"/>
                  </a:lnTo>
                  <a:lnTo>
                    <a:pt x="29521" y="22226"/>
                  </a:lnTo>
                  <a:lnTo>
                    <a:pt x="29597" y="21512"/>
                  </a:lnTo>
                  <a:lnTo>
                    <a:pt x="29559" y="21218"/>
                  </a:lnTo>
                  <a:lnTo>
                    <a:pt x="29368" y="21092"/>
                  </a:lnTo>
                  <a:lnTo>
                    <a:pt x="29291" y="21092"/>
                  </a:lnTo>
                  <a:lnTo>
                    <a:pt x="29138" y="21302"/>
                  </a:lnTo>
                  <a:lnTo>
                    <a:pt x="29100" y="21512"/>
                  </a:lnTo>
                  <a:lnTo>
                    <a:pt x="29138" y="21554"/>
                  </a:lnTo>
                  <a:lnTo>
                    <a:pt x="29176" y="21638"/>
                  </a:lnTo>
                  <a:lnTo>
                    <a:pt x="29215" y="21764"/>
                  </a:lnTo>
                  <a:lnTo>
                    <a:pt x="29215" y="22100"/>
                  </a:lnTo>
                  <a:lnTo>
                    <a:pt x="29138" y="22058"/>
                  </a:lnTo>
                  <a:lnTo>
                    <a:pt x="28985" y="21890"/>
                  </a:lnTo>
                  <a:lnTo>
                    <a:pt x="28870" y="21722"/>
                  </a:lnTo>
                  <a:lnTo>
                    <a:pt x="28755" y="21722"/>
                  </a:lnTo>
                  <a:lnTo>
                    <a:pt x="28755" y="21974"/>
                  </a:lnTo>
                  <a:lnTo>
                    <a:pt x="28755" y="22184"/>
                  </a:lnTo>
                  <a:lnTo>
                    <a:pt x="28717" y="22436"/>
                  </a:lnTo>
                  <a:lnTo>
                    <a:pt x="28602" y="22563"/>
                  </a:lnTo>
                  <a:lnTo>
                    <a:pt x="28487" y="22563"/>
                  </a:lnTo>
                  <a:lnTo>
                    <a:pt x="28372" y="22521"/>
                  </a:lnTo>
                  <a:lnTo>
                    <a:pt x="28066" y="22521"/>
                  </a:lnTo>
                  <a:lnTo>
                    <a:pt x="28066" y="22563"/>
                  </a:lnTo>
                  <a:lnTo>
                    <a:pt x="28028" y="22605"/>
                  </a:lnTo>
                  <a:lnTo>
                    <a:pt x="27989" y="22731"/>
                  </a:lnTo>
                  <a:lnTo>
                    <a:pt x="28028" y="22773"/>
                  </a:lnTo>
                  <a:lnTo>
                    <a:pt x="28066" y="22815"/>
                  </a:lnTo>
                  <a:lnTo>
                    <a:pt x="28066" y="22857"/>
                  </a:lnTo>
                  <a:lnTo>
                    <a:pt x="27989" y="22941"/>
                  </a:lnTo>
                  <a:lnTo>
                    <a:pt x="27874" y="22899"/>
                  </a:lnTo>
                  <a:lnTo>
                    <a:pt x="27836" y="22899"/>
                  </a:lnTo>
                  <a:lnTo>
                    <a:pt x="27760" y="22857"/>
                  </a:lnTo>
                  <a:lnTo>
                    <a:pt x="27530" y="23193"/>
                  </a:lnTo>
                  <a:lnTo>
                    <a:pt x="27415" y="23277"/>
                  </a:lnTo>
                  <a:lnTo>
                    <a:pt x="27262" y="23193"/>
                  </a:lnTo>
                  <a:lnTo>
                    <a:pt x="27338" y="23025"/>
                  </a:lnTo>
                  <a:lnTo>
                    <a:pt x="27338" y="23025"/>
                  </a:lnTo>
                  <a:lnTo>
                    <a:pt x="27300" y="22941"/>
                  </a:lnTo>
                  <a:lnTo>
                    <a:pt x="27223" y="23025"/>
                  </a:lnTo>
                  <a:lnTo>
                    <a:pt x="27032" y="23277"/>
                  </a:lnTo>
                  <a:lnTo>
                    <a:pt x="26841" y="23487"/>
                  </a:lnTo>
                  <a:lnTo>
                    <a:pt x="26764" y="23571"/>
                  </a:lnTo>
                  <a:lnTo>
                    <a:pt x="26726" y="23697"/>
                  </a:lnTo>
                  <a:lnTo>
                    <a:pt x="26687" y="23865"/>
                  </a:lnTo>
                  <a:lnTo>
                    <a:pt x="26687" y="23991"/>
                  </a:lnTo>
                  <a:lnTo>
                    <a:pt x="26764" y="24075"/>
                  </a:lnTo>
                  <a:lnTo>
                    <a:pt x="26841" y="24159"/>
                  </a:lnTo>
                  <a:lnTo>
                    <a:pt x="26764" y="24201"/>
                  </a:lnTo>
                  <a:lnTo>
                    <a:pt x="26726" y="24243"/>
                  </a:lnTo>
                  <a:lnTo>
                    <a:pt x="26496" y="24579"/>
                  </a:lnTo>
                  <a:lnTo>
                    <a:pt x="26343" y="24831"/>
                  </a:lnTo>
                  <a:lnTo>
                    <a:pt x="26305" y="25126"/>
                  </a:lnTo>
                  <a:lnTo>
                    <a:pt x="26343" y="25336"/>
                  </a:lnTo>
                  <a:lnTo>
                    <a:pt x="26381" y="25420"/>
                  </a:lnTo>
                  <a:lnTo>
                    <a:pt x="26534" y="25672"/>
                  </a:lnTo>
                  <a:lnTo>
                    <a:pt x="26573" y="25756"/>
                  </a:lnTo>
                  <a:lnTo>
                    <a:pt x="26534" y="25924"/>
                  </a:lnTo>
                  <a:lnTo>
                    <a:pt x="26458" y="26092"/>
                  </a:lnTo>
                  <a:lnTo>
                    <a:pt x="25424" y="27016"/>
                  </a:lnTo>
                  <a:lnTo>
                    <a:pt x="25271" y="27058"/>
                  </a:lnTo>
                  <a:lnTo>
                    <a:pt x="25347" y="26764"/>
                  </a:lnTo>
                  <a:lnTo>
                    <a:pt x="25462" y="26554"/>
                  </a:lnTo>
                  <a:lnTo>
                    <a:pt x="25577" y="26302"/>
                  </a:lnTo>
                  <a:lnTo>
                    <a:pt x="25960" y="26050"/>
                  </a:lnTo>
                  <a:lnTo>
                    <a:pt x="26037" y="25840"/>
                  </a:lnTo>
                  <a:lnTo>
                    <a:pt x="26037" y="25546"/>
                  </a:lnTo>
                  <a:lnTo>
                    <a:pt x="25998" y="25210"/>
                  </a:lnTo>
                  <a:lnTo>
                    <a:pt x="25922" y="25294"/>
                  </a:lnTo>
                  <a:lnTo>
                    <a:pt x="25654" y="25546"/>
                  </a:lnTo>
                  <a:lnTo>
                    <a:pt x="25539" y="25504"/>
                  </a:lnTo>
                  <a:lnTo>
                    <a:pt x="25539" y="25378"/>
                  </a:lnTo>
                  <a:lnTo>
                    <a:pt x="26266" y="24117"/>
                  </a:lnTo>
                  <a:lnTo>
                    <a:pt x="26228" y="23697"/>
                  </a:lnTo>
                  <a:lnTo>
                    <a:pt x="26113" y="23697"/>
                  </a:lnTo>
                  <a:lnTo>
                    <a:pt x="25845" y="23781"/>
                  </a:lnTo>
                  <a:lnTo>
                    <a:pt x="25730" y="23781"/>
                  </a:lnTo>
                  <a:lnTo>
                    <a:pt x="27147" y="22478"/>
                  </a:lnTo>
                  <a:lnTo>
                    <a:pt x="27645" y="22352"/>
                  </a:lnTo>
                  <a:lnTo>
                    <a:pt x="28181" y="21932"/>
                  </a:lnTo>
                  <a:lnTo>
                    <a:pt x="28219" y="21806"/>
                  </a:lnTo>
                  <a:lnTo>
                    <a:pt x="28257" y="21638"/>
                  </a:lnTo>
                  <a:lnTo>
                    <a:pt x="28257" y="21512"/>
                  </a:lnTo>
                  <a:lnTo>
                    <a:pt x="28181" y="21344"/>
                  </a:lnTo>
                  <a:lnTo>
                    <a:pt x="28181" y="21218"/>
                  </a:lnTo>
                  <a:lnTo>
                    <a:pt x="28372" y="20924"/>
                  </a:lnTo>
                  <a:lnTo>
                    <a:pt x="28219" y="20798"/>
                  </a:lnTo>
                  <a:lnTo>
                    <a:pt x="28104" y="20714"/>
                  </a:lnTo>
                  <a:lnTo>
                    <a:pt x="27989" y="20588"/>
                  </a:lnTo>
                  <a:lnTo>
                    <a:pt x="27836" y="20672"/>
                  </a:lnTo>
                  <a:lnTo>
                    <a:pt x="27530" y="20588"/>
                  </a:lnTo>
                  <a:lnTo>
                    <a:pt x="27453" y="20672"/>
                  </a:lnTo>
                  <a:lnTo>
                    <a:pt x="27453" y="20798"/>
                  </a:lnTo>
                  <a:lnTo>
                    <a:pt x="27377" y="20966"/>
                  </a:lnTo>
                  <a:lnTo>
                    <a:pt x="26726" y="21386"/>
                  </a:lnTo>
                  <a:lnTo>
                    <a:pt x="26573" y="21386"/>
                  </a:lnTo>
                  <a:lnTo>
                    <a:pt x="26534" y="21512"/>
                  </a:lnTo>
                  <a:lnTo>
                    <a:pt x="26534" y="21764"/>
                  </a:lnTo>
                  <a:lnTo>
                    <a:pt x="26496" y="21890"/>
                  </a:lnTo>
                  <a:lnTo>
                    <a:pt x="26496" y="21974"/>
                  </a:lnTo>
                  <a:lnTo>
                    <a:pt x="26534" y="22184"/>
                  </a:lnTo>
                  <a:lnTo>
                    <a:pt x="26573" y="22394"/>
                  </a:lnTo>
                  <a:lnTo>
                    <a:pt x="26496" y="22436"/>
                  </a:lnTo>
                  <a:lnTo>
                    <a:pt x="26343" y="22352"/>
                  </a:lnTo>
                  <a:lnTo>
                    <a:pt x="26305" y="22142"/>
                  </a:lnTo>
                  <a:lnTo>
                    <a:pt x="26305" y="21932"/>
                  </a:lnTo>
                  <a:lnTo>
                    <a:pt x="26228" y="21554"/>
                  </a:lnTo>
                  <a:lnTo>
                    <a:pt x="26305" y="21386"/>
                  </a:lnTo>
                  <a:lnTo>
                    <a:pt x="27032" y="20882"/>
                  </a:lnTo>
                  <a:lnTo>
                    <a:pt x="27070" y="20840"/>
                  </a:lnTo>
                  <a:lnTo>
                    <a:pt x="27109" y="20756"/>
                  </a:lnTo>
                  <a:lnTo>
                    <a:pt x="27070" y="20672"/>
                  </a:lnTo>
                  <a:lnTo>
                    <a:pt x="27070" y="20588"/>
                  </a:lnTo>
                  <a:lnTo>
                    <a:pt x="27415" y="20084"/>
                  </a:lnTo>
                  <a:lnTo>
                    <a:pt x="27453" y="19957"/>
                  </a:lnTo>
                  <a:lnTo>
                    <a:pt x="27377" y="19831"/>
                  </a:lnTo>
                  <a:lnTo>
                    <a:pt x="27262" y="19579"/>
                  </a:lnTo>
                  <a:lnTo>
                    <a:pt x="27109" y="19411"/>
                  </a:lnTo>
                  <a:lnTo>
                    <a:pt x="27032" y="19327"/>
                  </a:lnTo>
                  <a:lnTo>
                    <a:pt x="27032" y="19117"/>
                  </a:lnTo>
                  <a:lnTo>
                    <a:pt x="26879" y="18991"/>
                  </a:lnTo>
                  <a:lnTo>
                    <a:pt x="26496" y="18655"/>
                  </a:lnTo>
                  <a:lnTo>
                    <a:pt x="26534" y="18361"/>
                  </a:lnTo>
                  <a:lnTo>
                    <a:pt x="26573" y="18235"/>
                  </a:lnTo>
                  <a:lnTo>
                    <a:pt x="26611" y="18067"/>
                  </a:lnTo>
                  <a:lnTo>
                    <a:pt x="26573" y="18025"/>
                  </a:lnTo>
                  <a:lnTo>
                    <a:pt x="26496" y="17941"/>
                  </a:lnTo>
                  <a:lnTo>
                    <a:pt x="26611" y="17478"/>
                  </a:lnTo>
                  <a:lnTo>
                    <a:pt x="26305" y="17184"/>
                  </a:lnTo>
                  <a:lnTo>
                    <a:pt x="26037" y="17352"/>
                  </a:lnTo>
                  <a:lnTo>
                    <a:pt x="25615" y="17857"/>
                  </a:lnTo>
                  <a:lnTo>
                    <a:pt x="25500" y="17857"/>
                  </a:lnTo>
                  <a:lnTo>
                    <a:pt x="25424" y="17899"/>
                  </a:lnTo>
                  <a:lnTo>
                    <a:pt x="25347" y="17899"/>
                  </a:lnTo>
                  <a:lnTo>
                    <a:pt x="25271" y="18025"/>
                  </a:lnTo>
                  <a:lnTo>
                    <a:pt x="25347" y="18151"/>
                  </a:lnTo>
                  <a:lnTo>
                    <a:pt x="25424" y="18361"/>
                  </a:lnTo>
                  <a:lnTo>
                    <a:pt x="25424" y="18445"/>
                  </a:lnTo>
                  <a:lnTo>
                    <a:pt x="25386" y="18613"/>
                  </a:lnTo>
                  <a:lnTo>
                    <a:pt x="25232" y="18487"/>
                  </a:lnTo>
                  <a:lnTo>
                    <a:pt x="25156" y="18319"/>
                  </a:lnTo>
                  <a:lnTo>
                    <a:pt x="25079" y="18025"/>
                  </a:lnTo>
                  <a:lnTo>
                    <a:pt x="25003" y="18067"/>
                  </a:lnTo>
                  <a:lnTo>
                    <a:pt x="25003" y="18193"/>
                  </a:lnTo>
                  <a:lnTo>
                    <a:pt x="25003" y="18277"/>
                  </a:lnTo>
                  <a:lnTo>
                    <a:pt x="25003" y="18361"/>
                  </a:lnTo>
                  <a:lnTo>
                    <a:pt x="25041" y="18571"/>
                  </a:lnTo>
                  <a:lnTo>
                    <a:pt x="25003" y="18613"/>
                  </a:lnTo>
                  <a:lnTo>
                    <a:pt x="24850" y="18613"/>
                  </a:lnTo>
                  <a:lnTo>
                    <a:pt x="24811" y="18613"/>
                  </a:lnTo>
                  <a:lnTo>
                    <a:pt x="24428" y="18907"/>
                  </a:lnTo>
                  <a:lnTo>
                    <a:pt x="24467" y="18907"/>
                  </a:lnTo>
                  <a:lnTo>
                    <a:pt x="24352" y="19033"/>
                  </a:lnTo>
                  <a:lnTo>
                    <a:pt x="24275" y="19243"/>
                  </a:lnTo>
                  <a:lnTo>
                    <a:pt x="24237" y="19453"/>
                  </a:lnTo>
                  <a:lnTo>
                    <a:pt x="24313" y="19621"/>
                  </a:lnTo>
                  <a:lnTo>
                    <a:pt x="24160" y="19831"/>
                  </a:lnTo>
                  <a:lnTo>
                    <a:pt x="24122" y="19873"/>
                  </a:lnTo>
                  <a:lnTo>
                    <a:pt x="24045" y="19831"/>
                  </a:lnTo>
                  <a:lnTo>
                    <a:pt x="24007" y="19747"/>
                  </a:lnTo>
                  <a:lnTo>
                    <a:pt x="23969" y="19705"/>
                  </a:lnTo>
                  <a:lnTo>
                    <a:pt x="23969" y="19705"/>
                  </a:lnTo>
                  <a:lnTo>
                    <a:pt x="23739" y="19663"/>
                  </a:lnTo>
                  <a:lnTo>
                    <a:pt x="23663" y="19705"/>
                  </a:lnTo>
                  <a:lnTo>
                    <a:pt x="23663" y="19915"/>
                  </a:lnTo>
                  <a:lnTo>
                    <a:pt x="23663" y="20924"/>
                  </a:lnTo>
                  <a:lnTo>
                    <a:pt x="23624" y="21050"/>
                  </a:lnTo>
                  <a:lnTo>
                    <a:pt x="23663" y="21218"/>
                  </a:lnTo>
                  <a:lnTo>
                    <a:pt x="23548" y="21050"/>
                  </a:lnTo>
                  <a:lnTo>
                    <a:pt x="23509" y="20840"/>
                  </a:lnTo>
                  <a:lnTo>
                    <a:pt x="23548" y="20462"/>
                  </a:lnTo>
                  <a:lnTo>
                    <a:pt x="23509" y="19915"/>
                  </a:lnTo>
                  <a:lnTo>
                    <a:pt x="23509" y="19705"/>
                  </a:lnTo>
                  <a:lnTo>
                    <a:pt x="23280" y="19663"/>
                  </a:lnTo>
                  <a:lnTo>
                    <a:pt x="23126" y="19621"/>
                  </a:lnTo>
                  <a:lnTo>
                    <a:pt x="22973" y="19663"/>
                  </a:lnTo>
                  <a:lnTo>
                    <a:pt x="22399" y="20126"/>
                  </a:lnTo>
                  <a:lnTo>
                    <a:pt x="22361" y="20336"/>
                  </a:lnTo>
                  <a:lnTo>
                    <a:pt x="22322" y="20252"/>
                  </a:lnTo>
                  <a:lnTo>
                    <a:pt x="22054" y="22184"/>
                  </a:lnTo>
                  <a:lnTo>
                    <a:pt x="21786" y="22773"/>
                  </a:lnTo>
                  <a:lnTo>
                    <a:pt x="21671" y="23403"/>
                  </a:lnTo>
                  <a:lnTo>
                    <a:pt x="21595" y="23571"/>
                  </a:lnTo>
                  <a:lnTo>
                    <a:pt x="21403" y="23655"/>
                  </a:lnTo>
                  <a:lnTo>
                    <a:pt x="21403" y="23445"/>
                  </a:lnTo>
                  <a:lnTo>
                    <a:pt x="21442" y="22815"/>
                  </a:lnTo>
                  <a:lnTo>
                    <a:pt x="21595" y="22310"/>
                  </a:lnTo>
                  <a:lnTo>
                    <a:pt x="21786" y="21932"/>
                  </a:lnTo>
                  <a:lnTo>
                    <a:pt x="21825" y="21764"/>
                  </a:lnTo>
                  <a:lnTo>
                    <a:pt x="21825" y="21638"/>
                  </a:lnTo>
                  <a:lnTo>
                    <a:pt x="21825" y="21218"/>
                  </a:lnTo>
                  <a:lnTo>
                    <a:pt x="21863" y="20714"/>
                  </a:lnTo>
                  <a:lnTo>
                    <a:pt x="21863" y="20588"/>
                  </a:lnTo>
                  <a:lnTo>
                    <a:pt x="21748" y="20420"/>
                  </a:lnTo>
                  <a:lnTo>
                    <a:pt x="21633" y="20336"/>
                  </a:lnTo>
                  <a:lnTo>
                    <a:pt x="21442" y="20378"/>
                  </a:lnTo>
                  <a:lnTo>
                    <a:pt x="21365" y="20420"/>
                  </a:lnTo>
                  <a:lnTo>
                    <a:pt x="20638" y="21092"/>
                  </a:lnTo>
                  <a:lnTo>
                    <a:pt x="20753" y="20924"/>
                  </a:lnTo>
                  <a:lnTo>
                    <a:pt x="20867" y="20714"/>
                  </a:lnTo>
                  <a:lnTo>
                    <a:pt x="20906" y="20462"/>
                  </a:lnTo>
                  <a:lnTo>
                    <a:pt x="20829" y="20126"/>
                  </a:lnTo>
                  <a:lnTo>
                    <a:pt x="21097" y="20294"/>
                  </a:lnTo>
                  <a:lnTo>
                    <a:pt x="21442" y="20252"/>
                  </a:lnTo>
                  <a:lnTo>
                    <a:pt x="21710" y="20084"/>
                  </a:lnTo>
                  <a:lnTo>
                    <a:pt x="21748" y="19831"/>
                  </a:lnTo>
                  <a:lnTo>
                    <a:pt x="21978" y="19831"/>
                  </a:lnTo>
                  <a:lnTo>
                    <a:pt x="22590" y="19453"/>
                  </a:lnTo>
                  <a:lnTo>
                    <a:pt x="22629" y="19411"/>
                  </a:lnTo>
                  <a:lnTo>
                    <a:pt x="22629" y="19327"/>
                  </a:lnTo>
                  <a:lnTo>
                    <a:pt x="22590" y="19159"/>
                  </a:lnTo>
                  <a:lnTo>
                    <a:pt x="22590" y="19075"/>
                  </a:lnTo>
                  <a:lnTo>
                    <a:pt x="22744" y="18865"/>
                  </a:lnTo>
                  <a:lnTo>
                    <a:pt x="22820" y="18319"/>
                  </a:lnTo>
                  <a:lnTo>
                    <a:pt x="23471" y="17310"/>
                  </a:lnTo>
                  <a:lnTo>
                    <a:pt x="23471" y="17100"/>
                  </a:lnTo>
                  <a:lnTo>
                    <a:pt x="23395" y="16974"/>
                  </a:lnTo>
                  <a:lnTo>
                    <a:pt x="23318" y="16848"/>
                  </a:lnTo>
                  <a:lnTo>
                    <a:pt x="23280" y="16764"/>
                  </a:lnTo>
                  <a:lnTo>
                    <a:pt x="23318" y="16638"/>
                  </a:lnTo>
                  <a:lnTo>
                    <a:pt x="23395" y="16554"/>
                  </a:lnTo>
                  <a:lnTo>
                    <a:pt x="23509" y="16386"/>
                  </a:lnTo>
                  <a:lnTo>
                    <a:pt x="23509" y="16218"/>
                  </a:lnTo>
                  <a:lnTo>
                    <a:pt x="23471" y="15966"/>
                  </a:lnTo>
                  <a:lnTo>
                    <a:pt x="23356" y="15756"/>
                  </a:lnTo>
                  <a:lnTo>
                    <a:pt x="23203" y="15546"/>
                  </a:lnTo>
                  <a:lnTo>
                    <a:pt x="22935" y="15462"/>
                  </a:lnTo>
                  <a:lnTo>
                    <a:pt x="22820" y="15546"/>
                  </a:lnTo>
                  <a:lnTo>
                    <a:pt x="22744" y="15756"/>
                  </a:lnTo>
                  <a:lnTo>
                    <a:pt x="22590" y="15882"/>
                  </a:lnTo>
                  <a:lnTo>
                    <a:pt x="22131" y="16218"/>
                  </a:lnTo>
                  <a:lnTo>
                    <a:pt x="22131" y="16218"/>
                  </a:lnTo>
                  <a:lnTo>
                    <a:pt x="22016" y="16176"/>
                  </a:lnTo>
                  <a:lnTo>
                    <a:pt x="21901" y="16176"/>
                  </a:lnTo>
                  <a:lnTo>
                    <a:pt x="21978" y="16008"/>
                  </a:lnTo>
                  <a:lnTo>
                    <a:pt x="22437" y="15126"/>
                  </a:lnTo>
                  <a:lnTo>
                    <a:pt x="22399" y="15084"/>
                  </a:lnTo>
                  <a:lnTo>
                    <a:pt x="22399" y="15042"/>
                  </a:lnTo>
                  <a:lnTo>
                    <a:pt x="22399" y="15000"/>
                  </a:lnTo>
                  <a:lnTo>
                    <a:pt x="22361" y="14957"/>
                  </a:lnTo>
                  <a:lnTo>
                    <a:pt x="22246" y="14873"/>
                  </a:lnTo>
                  <a:lnTo>
                    <a:pt x="22208" y="14663"/>
                  </a:lnTo>
                  <a:lnTo>
                    <a:pt x="22131" y="14495"/>
                  </a:lnTo>
                  <a:lnTo>
                    <a:pt x="22016" y="14285"/>
                  </a:lnTo>
                  <a:lnTo>
                    <a:pt x="21825" y="14201"/>
                  </a:lnTo>
                  <a:lnTo>
                    <a:pt x="20906" y="14159"/>
                  </a:lnTo>
                  <a:lnTo>
                    <a:pt x="20829" y="14159"/>
                  </a:lnTo>
                  <a:lnTo>
                    <a:pt x="20753" y="14033"/>
                  </a:lnTo>
                  <a:lnTo>
                    <a:pt x="20867" y="13865"/>
                  </a:lnTo>
                  <a:lnTo>
                    <a:pt x="21059" y="13697"/>
                  </a:lnTo>
                  <a:lnTo>
                    <a:pt x="20753" y="13529"/>
                  </a:lnTo>
                  <a:lnTo>
                    <a:pt x="20523" y="13655"/>
                  </a:lnTo>
                  <a:lnTo>
                    <a:pt x="20331" y="13865"/>
                  </a:lnTo>
                  <a:lnTo>
                    <a:pt x="20293" y="14243"/>
                  </a:lnTo>
                  <a:lnTo>
                    <a:pt x="20446" y="14411"/>
                  </a:lnTo>
                  <a:lnTo>
                    <a:pt x="20485" y="14621"/>
                  </a:lnTo>
                  <a:lnTo>
                    <a:pt x="20485" y="14873"/>
                  </a:lnTo>
                  <a:lnTo>
                    <a:pt x="20446" y="15042"/>
                  </a:lnTo>
                  <a:lnTo>
                    <a:pt x="20255" y="15084"/>
                  </a:lnTo>
                  <a:lnTo>
                    <a:pt x="20178" y="14915"/>
                  </a:lnTo>
                  <a:lnTo>
                    <a:pt x="20102" y="14411"/>
                  </a:lnTo>
                  <a:lnTo>
                    <a:pt x="19948" y="14327"/>
                  </a:lnTo>
                  <a:lnTo>
                    <a:pt x="19987" y="14621"/>
                  </a:lnTo>
                  <a:lnTo>
                    <a:pt x="19948" y="14705"/>
                  </a:lnTo>
                  <a:lnTo>
                    <a:pt x="19719" y="14873"/>
                  </a:lnTo>
                  <a:lnTo>
                    <a:pt x="19489" y="15084"/>
                  </a:lnTo>
                  <a:lnTo>
                    <a:pt x="19374" y="15252"/>
                  </a:lnTo>
                  <a:lnTo>
                    <a:pt x="19221" y="15168"/>
                  </a:lnTo>
                  <a:lnTo>
                    <a:pt x="19221" y="15252"/>
                  </a:lnTo>
                  <a:lnTo>
                    <a:pt x="19106" y="15168"/>
                  </a:lnTo>
                  <a:lnTo>
                    <a:pt x="19451" y="14747"/>
                  </a:lnTo>
                  <a:lnTo>
                    <a:pt x="19527" y="14579"/>
                  </a:lnTo>
                  <a:lnTo>
                    <a:pt x="19604" y="13991"/>
                  </a:lnTo>
                  <a:lnTo>
                    <a:pt x="19719" y="13739"/>
                  </a:lnTo>
                  <a:lnTo>
                    <a:pt x="19566" y="13655"/>
                  </a:lnTo>
                  <a:lnTo>
                    <a:pt x="19412" y="13655"/>
                  </a:lnTo>
                  <a:lnTo>
                    <a:pt x="19221" y="13697"/>
                  </a:lnTo>
                  <a:lnTo>
                    <a:pt x="19144" y="13739"/>
                  </a:lnTo>
                  <a:lnTo>
                    <a:pt x="19068" y="13655"/>
                  </a:lnTo>
                  <a:lnTo>
                    <a:pt x="19259" y="13445"/>
                  </a:lnTo>
                  <a:lnTo>
                    <a:pt x="19374" y="13361"/>
                  </a:lnTo>
                  <a:lnTo>
                    <a:pt x="19374" y="13235"/>
                  </a:lnTo>
                  <a:lnTo>
                    <a:pt x="19221" y="13025"/>
                  </a:lnTo>
                  <a:lnTo>
                    <a:pt x="19106" y="12983"/>
                  </a:lnTo>
                  <a:lnTo>
                    <a:pt x="19029" y="13025"/>
                  </a:lnTo>
                  <a:lnTo>
                    <a:pt x="18953" y="13109"/>
                  </a:lnTo>
                  <a:lnTo>
                    <a:pt x="18800" y="13319"/>
                  </a:lnTo>
                  <a:lnTo>
                    <a:pt x="18761" y="13823"/>
                  </a:lnTo>
                  <a:lnTo>
                    <a:pt x="18685" y="14033"/>
                  </a:lnTo>
                  <a:lnTo>
                    <a:pt x="18647" y="13697"/>
                  </a:lnTo>
                  <a:lnTo>
                    <a:pt x="18647" y="13403"/>
                  </a:lnTo>
                  <a:lnTo>
                    <a:pt x="18723" y="12899"/>
                  </a:lnTo>
                  <a:lnTo>
                    <a:pt x="18493" y="12857"/>
                  </a:lnTo>
                  <a:lnTo>
                    <a:pt x="17881" y="13025"/>
                  </a:lnTo>
                  <a:lnTo>
                    <a:pt x="17843" y="12941"/>
                  </a:lnTo>
                  <a:lnTo>
                    <a:pt x="18953" y="12352"/>
                  </a:lnTo>
                  <a:lnTo>
                    <a:pt x="19029" y="11974"/>
                  </a:lnTo>
                  <a:lnTo>
                    <a:pt x="18876" y="11764"/>
                  </a:lnTo>
                  <a:lnTo>
                    <a:pt x="18723" y="11848"/>
                  </a:lnTo>
                  <a:lnTo>
                    <a:pt x="18570" y="12016"/>
                  </a:lnTo>
                  <a:lnTo>
                    <a:pt x="18379" y="12058"/>
                  </a:lnTo>
                  <a:lnTo>
                    <a:pt x="18187" y="11974"/>
                  </a:lnTo>
                  <a:lnTo>
                    <a:pt x="18034" y="12016"/>
                  </a:lnTo>
                  <a:lnTo>
                    <a:pt x="17843" y="12184"/>
                  </a:lnTo>
                  <a:lnTo>
                    <a:pt x="17766" y="12142"/>
                  </a:lnTo>
                  <a:lnTo>
                    <a:pt x="17728" y="11974"/>
                  </a:lnTo>
                  <a:lnTo>
                    <a:pt x="17689" y="11932"/>
                  </a:lnTo>
                  <a:lnTo>
                    <a:pt x="17230" y="12016"/>
                  </a:lnTo>
                  <a:lnTo>
                    <a:pt x="17000" y="12184"/>
                  </a:lnTo>
                  <a:lnTo>
                    <a:pt x="17077" y="12478"/>
                  </a:lnTo>
                  <a:lnTo>
                    <a:pt x="17115" y="12647"/>
                  </a:lnTo>
                  <a:lnTo>
                    <a:pt x="17115" y="12815"/>
                  </a:lnTo>
                  <a:lnTo>
                    <a:pt x="16962" y="12899"/>
                  </a:lnTo>
                  <a:lnTo>
                    <a:pt x="16847" y="12857"/>
                  </a:lnTo>
                  <a:lnTo>
                    <a:pt x="16809" y="12857"/>
                  </a:lnTo>
                  <a:lnTo>
                    <a:pt x="16694" y="13109"/>
                  </a:lnTo>
                  <a:lnTo>
                    <a:pt x="16617" y="13235"/>
                  </a:lnTo>
                  <a:lnTo>
                    <a:pt x="16617" y="13319"/>
                  </a:lnTo>
                  <a:lnTo>
                    <a:pt x="16694" y="13445"/>
                  </a:lnTo>
                  <a:lnTo>
                    <a:pt x="16617" y="13529"/>
                  </a:lnTo>
                  <a:lnTo>
                    <a:pt x="16579" y="13613"/>
                  </a:lnTo>
                  <a:lnTo>
                    <a:pt x="16043" y="13823"/>
                  </a:lnTo>
                  <a:lnTo>
                    <a:pt x="15775" y="14033"/>
                  </a:lnTo>
                  <a:lnTo>
                    <a:pt x="15583" y="14495"/>
                  </a:lnTo>
                  <a:lnTo>
                    <a:pt x="15430" y="14621"/>
                  </a:lnTo>
                  <a:lnTo>
                    <a:pt x="15315" y="14621"/>
                  </a:lnTo>
                  <a:lnTo>
                    <a:pt x="15124" y="14621"/>
                  </a:lnTo>
                  <a:lnTo>
                    <a:pt x="14818" y="14495"/>
                  </a:lnTo>
                  <a:lnTo>
                    <a:pt x="14741" y="14663"/>
                  </a:lnTo>
                  <a:lnTo>
                    <a:pt x="14626" y="14747"/>
                  </a:lnTo>
                  <a:lnTo>
                    <a:pt x="14550" y="14873"/>
                  </a:lnTo>
                  <a:lnTo>
                    <a:pt x="14588" y="15084"/>
                  </a:lnTo>
                  <a:lnTo>
                    <a:pt x="14856" y="15378"/>
                  </a:lnTo>
                  <a:lnTo>
                    <a:pt x="15009" y="15546"/>
                  </a:lnTo>
                  <a:lnTo>
                    <a:pt x="15086" y="15756"/>
                  </a:lnTo>
                  <a:lnTo>
                    <a:pt x="14971" y="15882"/>
                  </a:lnTo>
                  <a:lnTo>
                    <a:pt x="14626" y="15588"/>
                  </a:lnTo>
                  <a:lnTo>
                    <a:pt x="14282" y="15126"/>
                  </a:lnTo>
                  <a:lnTo>
                    <a:pt x="14243" y="14663"/>
                  </a:lnTo>
                  <a:lnTo>
                    <a:pt x="14205" y="14579"/>
                  </a:lnTo>
                  <a:lnTo>
                    <a:pt x="13899" y="14747"/>
                  </a:lnTo>
                  <a:lnTo>
                    <a:pt x="13860" y="14873"/>
                  </a:lnTo>
                  <a:lnTo>
                    <a:pt x="13899" y="15168"/>
                  </a:lnTo>
                  <a:lnTo>
                    <a:pt x="13707" y="15588"/>
                  </a:lnTo>
                  <a:lnTo>
                    <a:pt x="13592" y="15714"/>
                  </a:lnTo>
                  <a:lnTo>
                    <a:pt x="13516" y="15462"/>
                  </a:lnTo>
                  <a:lnTo>
                    <a:pt x="13516" y="15378"/>
                  </a:lnTo>
                  <a:lnTo>
                    <a:pt x="13592" y="15126"/>
                  </a:lnTo>
                  <a:lnTo>
                    <a:pt x="13592" y="15000"/>
                  </a:lnTo>
                  <a:lnTo>
                    <a:pt x="13554" y="14873"/>
                  </a:lnTo>
                  <a:lnTo>
                    <a:pt x="13554" y="14705"/>
                  </a:lnTo>
                  <a:lnTo>
                    <a:pt x="13592" y="14621"/>
                  </a:lnTo>
                  <a:lnTo>
                    <a:pt x="13631" y="14579"/>
                  </a:lnTo>
                  <a:lnTo>
                    <a:pt x="14588" y="14201"/>
                  </a:lnTo>
                  <a:lnTo>
                    <a:pt x="14971" y="14201"/>
                  </a:lnTo>
                  <a:lnTo>
                    <a:pt x="15201" y="14159"/>
                  </a:lnTo>
                  <a:lnTo>
                    <a:pt x="15315" y="14033"/>
                  </a:lnTo>
                  <a:lnTo>
                    <a:pt x="15583" y="13613"/>
                  </a:lnTo>
                  <a:lnTo>
                    <a:pt x="16043" y="13277"/>
                  </a:lnTo>
                  <a:lnTo>
                    <a:pt x="16119" y="13067"/>
                  </a:lnTo>
                  <a:lnTo>
                    <a:pt x="16119" y="12815"/>
                  </a:lnTo>
                  <a:lnTo>
                    <a:pt x="16158" y="12563"/>
                  </a:lnTo>
                  <a:lnTo>
                    <a:pt x="16464" y="12268"/>
                  </a:lnTo>
                  <a:lnTo>
                    <a:pt x="16541" y="12142"/>
                  </a:lnTo>
                  <a:lnTo>
                    <a:pt x="16541" y="11848"/>
                  </a:lnTo>
                  <a:lnTo>
                    <a:pt x="16464" y="11218"/>
                  </a:lnTo>
                  <a:lnTo>
                    <a:pt x="16502" y="11008"/>
                  </a:lnTo>
                  <a:lnTo>
                    <a:pt x="16541" y="10924"/>
                  </a:lnTo>
                  <a:lnTo>
                    <a:pt x="16502" y="10798"/>
                  </a:lnTo>
                  <a:lnTo>
                    <a:pt x="16388" y="10672"/>
                  </a:lnTo>
                  <a:lnTo>
                    <a:pt x="16311" y="10588"/>
                  </a:lnTo>
                  <a:lnTo>
                    <a:pt x="16196" y="10588"/>
                  </a:lnTo>
                  <a:lnTo>
                    <a:pt x="16119" y="10672"/>
                  </a:lnTo>
                  <a:lnTo>
                    <a:pt x="16081" y="10756"/>
                  </a:lnTo>
                  <a:lnTo>
                    <a:pt x="16119" y="10798"/>
                  </a:lnTo>
                  <a:lnTo>
                    <a:pt x="16081" y="10882"/>
                  </a:lnTo>
                  <a:lnTo>
                    <a:pt x="15966" y="11218"/>
                  </a:lnTo>
                  <a:lnTo>
                    <a:pt x="15890" y="11218"/>
                  </a:lnTo>
                  <a:lnTo>
                    <a:pt x="15851" y="11008"/>
                  </a:lnTo>
                  <a:lnTo>
                    <a:pt x="15851" y="10840"/>
                  </a:lnTo>
                  <a:lnTo>
                    <a:pt x="15813" y="10672"/>
                  </a:lnTo>
                  <a:lnTo>
                    <a:pt x="15622" y="10462"/>
                  </a:lnTo>
                  <a:lnTo>
                    <a:pt x="15737" y="10378"/>
                  </a:lnTo>
                  <a:lnTo>
                    <a:pt x="15775" y="10168"/>
                  </a:lnTo>
                  <a:lnTo>
                    <a:pt x="15813" y="9957"/>
                  </a:lnTo>
                  <a:lnTo>
                    <a:pt x="15775" y="9747"/>
                  </a:lnTo>
                  <a:lnTo>
                    <a:pt x="15622" y="9621"/>
                  </a:lnTo>
                  <a:lnTo>
                    <a:pt x="15469" y="9747"/>
                  </a:lnTo>
                  <a:lnTo>
                    <a:pt x="15277" y="10084"/>
                  </a:lnTo>
                  <a:lnTo>
                    <a:pt x="15277" y="10210"/>
                  </a:lnTo>
                  <a:lnTo>
                    <a:pt x="15277" y="11008"/>
                  </a:lnTo>
                  <a:lnTo>
                    <a:pt x="15239" y="11176"/>
                  </a:lnTo>
                  <a:lnTo>
                    <a:pt x="15086" y="11344"/>
                  </a:lnTo>
                  <a:lnTo>
                    <a:pt x="14932" y="11428"/>
                  </a:lnTo>
                  <a:lnTo>
                    <a:pt x="14818" y="11512"/>
                  </a:lnTo>
                  <a:lnTo>
                    <a:pt x="14856" y="11428"/>
                  </a:lnTo>
                  <a:lnTo>
                    <a:pt x="14703" y="11512"/>
                  </a:lnTo>
                  <a:lnTo>
                    <a:pt x="14664" y="11512"/>
                  </a:lnTo>
                  <a:lnTo>
                    <a:pt x="14588" y="11428"/>
                  </a:lnTo>
                  <a:lnTo>
                    <a:pt x="14703" y="11386"/>
                  </a:lnTo>
                  <a:lnTo>
                    <a:pt x="14741" y="11302"/>
                  </a:lnTo>
                  <a:lnTo>
                    <a:pt x="14932" y="10756"/>
                  </a:lnTo>
                  <a:lnTo>
                    <a:pt x="14932" y="10672"/>
                  </a:lnTo>
                  <a:lnTo>
                    <a:pt x="14932" y="10462"/>
                  </a:lnTo>
                  <a:lnTo>
                    <a:pt x="14856" y="10336"/>
                  </a:lnTo>
                  <a:lnTo>
                    <a:pt x="14664" y="9957"/>
                  </a:lnTo>
                  <a:lnTo>
                    <a:pt x="14664" y="9873"/>
                  </a:lnTo>
                  <a:lnTo>
                    <a:pt x="14626" y="9789"/>
                  </a:lnTo>
                  <a:lnTo>
                    <a:pt x="14626" y="9705"/>
                  </a:lnTo>
                  <a:lnTo>
                    <a:pt x="14550" y="9579"/>
                  </a:lnTo>
                  <a:lnTo>
                    <a:pt x="14511" y="9579"/>
                  </a:lnTo>
                  <a:lnTo>
                    <a:pt x="14473" y="9537"/>
                  </a:lnTo>
                  <a:lnTo>
                    <a:pt x="14358" y="9369"/>
                  </a:lnTo>
                  <a:lnTo>
                    <a:pt x="14205" y="9369"/>
                  </a:lnTo>
                  <a:lnTo>
                    <a:pt x="13784" y="9663"/>
                  </a:lnTo>
                  <a:lnTo>
                    <a:pt x="13746" y="9621"/>
                  </a:lnTo>
                  <a:lnTo>
                    <a:pt x="13554" y="9579"/>
                  </a:lnTo>
                  <a:lnTo>
                    <a:pt x="13516" y="9579"/>
                  </a:lnTo>
                  <a:lnTo>
                    <a:pt x="13477" y="9663"/>
                  </a:lnTo>
                  <a:lnTo>
                    <a:pt x="13554" y="10042"/>
                  </a:lnTo>
                  <a:lnTo>
                    <a:pt x="13554" y="10126"/>
                  </a:lnTo>
                  <a:lnTo>
                    <a:pt x="13516" y="10336"/>
                  </a:lnTo>
                  <a:lnTo>
                    <a:pt x="13746" y="10966"/>
                  </a:lnTo>
                  <a:lnTo>
                    <a:pt x="13784" y="11218"/>
                  </a:lnTo>
                  <a:lnTo>
                    <a:pt x="13746" y="11428"/>
                  </a:lnTo>
                  <a:lnTo>
                    <a:pt x="13592" y="11638"/>
                  </a:lnTo>
                  <a:lnTo>
                    <a:pt x="13324" y="11848"/>
                  </a:lnTo>
                  <a:lnTo>
                    <a:pt x="13248" y="11764"/>
                  </a:lnTo>
                  <a:lnTo>
                    <a:pt x="13477" y="11554"/>
                  </a:lnTo>
                  <a:lnTo>
                    <a:pt x="13477" y="11428"/>
                  </a:lnTo>
                  <a:lnTo>
                    <a:pt x="13516" y="11386"/>
                  </a:lnTo>
                  <a:lnTo>
                    <a:pt x="13439" y="10966"/>
                  </a:lnTo>
                  <a:lnTo>
                    <a:pt x="13401" y="10714"/>
                  </a:lnTo>
                  <a:lnTo>
                    <a:pt x="13171" y="10084"/>
                  </a:lnTo>
                  <a:lnTo>
                    <a:pt x="13133" y="9747"/>
                  </a:lnTo>
                  <a:lnTo>
                    <a:pt x="13056" y="9873"/>
                  </a:lnTo>
                  <a:lnTo>
                    <a:pt x="13018" y="9957"/>
                  </a:lnTo>
                  <a:lnTo>
                    <a:pt x="12941" y="10000"/>
                  </a:lnTo>
                  <a:lnTo>
                    <a:pt x="12827" y="9957"/>
                  </a:lnTo>
                  <a:lnTo>
                    <a:pt x="12827" y="9915"/>
                  </a:lnTo>
                  <a:lnTo>
                    <a:pt x="12788" y="9789"/>
                  </a:lnTo>
                  <a:lnTo>
                    <a:pt x="12750" y="9621"/>
                  </a:lnTo>
                  <a:lnTo>
                    <a:pt x="12673" y="9705"/>
                  </a:lnTo>
                  <a:lnTo>
                    <a:pt x="12635" y="9789"/>
                  </a:lnTo>
                  <a:lnTo>
                    <a:pt x="12597" y="9915"/>
                  </a:lnTo>
                  <a:lnTo>
                    <a:pt x="12559" y="10042"/>
                  </a:lnTo>
                  <a:lnTo>
                    <a:pt x="11486" y="10378"/>
                  </a:lnTo>
                  <a:lnTo>
                    <a:pt x="11218" y="10504"/>
                  </a:lnTo>
                  <a:lnTo>
                    <a:pt x="11065" y="10798"/>
                  </a:lnTo>
                  <a:lnTo>
                    <a:pt x="11104" y="10756"/>
                  </a:lnTo>
                  <a:lnTo>
                    <a:pt x="11065" y="10798"/>
                  </a:lnTo>
                  <a:lnTo>
                    <a:pt x="10950" y="10798"/>
                  </a:lnTo>
                  <a:lnTo>
                    <a:pt x="10874" y="10798"/>
                  </a:lnTo>
                  <a:lnTo>
                    <a:pt x="10797" y="10714"/>
                  </a:lnTo>
                  <a:lnTo>
                    <a:pt x="10874" y="10378"/>
                  </a:lnTo>
                  <a:lnTo>
                    <a:pt x="11065" y="10126"/>
                  </a:lnTo>
                  <a:lnTo>
                    <a:pt x="12252" y="9327"/>
                  </a:lnTo>
                  <a:lnTo>
                    <a:pt x="12291" y="9285"/>
                  </a:lnTo>
                  <a:lnTo>
                    <a:pt x="12252" y="9159"/>
                  </a:lnTo>
                  <a:lnTo>
                    <a:pt x="12214" y="9075"/>
                  </a:lnTo>
                  <a:lnTo>
                    <a:pt x="12214" y="9033"/>
                  </a:lnTo>
                  <a:lnTo>
                    <a:pt x="12176" y="8907"/>
                  </a:lnTo>
                  <a:lnTo>
                    <a:pt x="12061" y="8445"/>
                  </a:lnTo>
                  <a:lnTo>
                    <a:pt x="12061" y="8109"/>
                  </a:lnTo>
                  <a:lnTo>
                    <a:pt x="12022" y="7941"/>
                  </a:lnTo>
                  <a:lnTo>
                    <a:pt x="11984" y="7815"/>
                  </a:lnTo>
                  <a:lnTo>
                    <a:pt x="11831" y="7647"/>
                  </a:lnTo>
                  <a:lnTo>
                    <a:pt x="11525" y="7563"/>
                  </a:lnTo>
                  <a:lnTo>
                    <a:pt x="10721" y="7605"/>
                  </a:lnTo>
                  <a:lnTo>
                    <a:pt x="10567" y="8067"/>
                  </a:lnTo>
                  <a:lnTo>
                    <a:pt x="10567" y="8277"/>
                  </a:lnTo>
                  <a:lnTo>
                    <a:pt x="10567" y="8739"/>
                  </a:lnTo>
                  <a:lnTo>
                    <a:pt x="10529" y="8865"/>
                  </a:lnTo>
                  <a:lnTo>
                    <a:pt x="10376" y="8655"/>
                  </a:lnTo>
                  <a:lnTo>
                    <a:pt x="10338" y="7941"/>
                  </a:lnTo>
                  <a:lnTo>
                    <a:pt x="10376" y="7815"/>
                  </a:lnTo>
                  <a:lnTo>
                    <a:pt x="10567" y="7605"/>
                  </a:lnTo>
                  <a:lnTo>
                    <a:pt x="10606" y="7478"/>
                  </a:lnTo>
                  <a:lnTo>
                    <a:pt x="10491" y="7058"/>
                  </a:lnTo>
                  <a:lnTo>
                    <a:pt x="10299" y="7058"/>
                  </a:lnTo>
                  <a:lnTo>
                    <a:pt x="9993" y="7352"/>
                  </a:lnTo>
                  <a:lnTo>
                    <a:pt x="9725" y="7268"/>
                  </a:lnTo>
                  <a:lnTo>
                    <a:pt x="9495" y="7394"/>
                  </a:lnTo>
                  <a:lnTo>
                    <a:pt x="9457" y="7647"/>
                  </a:lnTo>
                  <a:lnTo>
                    <a:pt x="9687" y="8067"/>
                  </a:lnTo>
                  <a:lnTo>
                    <a:pt x="9649" y="8067"/>
                  </a:lnTo>
                  <a:lnTo>
                    <a:pt x="9763" y="8361"/>
                  </a:lnTo>
                  <a:lnTo>
                    <a:pt x="9725" y="8655"/>
                  </a:lnTo>
                  <a:lnTo>
                    <a:pt x="9610" y="9201"/>
                  </a:lnTo>
                  <a:lnTo>
                    <a:pt x="9495" y="9033"/>
                  </a:lnTo>
                  <a:lnTo>
                    <a:pt x="9457" y="8781"/>
                  </a:lnTo>
                  <a:lnTo>
                    <a:pt x="9457" y="8529"/>
                  </a:lnTo>
                  <a:lnTo>
                    <a:pt x="9457" y="8277"/>
                  </a:lnTo>
                  <a:lnTo>
                    <a:pt x="9380" y="8025"/>
                  </a:lnTo>
                  <a:lnTo>
                    <a:pt x="9227" y="7605"/>
                  </a:lnTo>
                  <a:lnTo>
                    <a:pt x="9266" y="7184"/>
                  </a:lnTo>
                  <a:lnTo>
                    <a:pt x="9419" y="7016"/>
                  </a:lnTo>
                  <a:lnTo>
                    <a:pt x="9687" y="6890"/>
                  </a:lnTo>
                  <a:lnTo>
                    <a:pt x="9802" y="6680"/>
                  </a:lnTo>
                  <a:lnTo>
                    <a:pt x="9725" y="6638"/>
                  </a:lnTo>
                  <a:lnTo>
                    <a:pt x="9649" y="6638"/>
                  </a:lnTo>
                  <a:lnTo>
                    <a:pt x="9495" y="6722"/>
                  </a:lnTo>
                  <a:lnTo>
                    <a:pt x="9495" y="6554"/>
                  </a:lnTo>
                  <a:lnTo>
                    <a:pt x="9457" y="6260"/>
                  </a:lnTo>
                  <a:lnTo>
                    <a:pt x="9304" y="6260"/>
                  </a:lnTo>
                  <a:lnTo>
                    <a:pt x="8921" y="6722"/>
                  </a:lnTo>
                  <a:lnTo>
                    <a:pt x="8270" y="7100"/>
                  </a:lnTo>
                  <a:lnTo>
                    <a:pt x="8040" y="7058"/>
                  </a:lnTo>
                  <a:lnTo>
                    <a:pt x="7657" y="6848"/>
                  </a:lnTo>
                  <a:lnTo>
                    <a:pt x="7236" y="6638"/>
                  </a:lnTo>
                  <a:lnTo>
                    <a:pt x="7007" y="6386"/>
                  </a:lnTo>
                  <a:lnTo>
                    <a:pt x="6853" y="6050"/>
                  </a:lnTo>
                  <a:lnTo>
                    <a:pt x="7351" y="5966"/>
                  </a:lnTo>
                  <a:lnTo>
                    <a:pt x="7313" y="5630"/>
                  </a:lnTo>
                  <a:lnTo>
                    <a:pt x="7083" y="5168"/>
                  </a:lnTo>
                  <a:lnTo>
                    <a:pt x="7007" y="5000"/>
                  </a:lnTo>
                  <a:lnTo>
                    <a:pt x="6930" y="4747"/>
                  </a:lnTo>
                  <a:lnTo>
                    <a:pt x="6853" y="4285"/>
                  </a:lnTo>
                  <a:lnTo>
                    <a:pt x="6815" y="4033"/>
                  </a:lnTo>
                  <a:lnTo>
                    <a:pt x="6700" y="3907"/>
                  </a:lnTo>
                  <a:lnTo>
                    <a:pt x="6624" y="4033"/>
                  </a:lnTo>
                  <a:lnTo>
                    <a:pt x="6624" y="4159"/>
                  </a:lnTo>
                  <a:lnTo>
                    <a:pt x="6662" y="4327"/>
                  </a:lnTo>
                  <a:lnTo>
                    <a:pt x="6662" y="4537"/>
                  </a:lnTo>
                  <a:lnTo>
                    <a:pt x="6624" y="4663"/>
                  </a:lnTo>
                  <a:lnTo>
                    <a:pt x="6470" y="4747"/>
                  </a:lnTo>
                  <a:lnTo>
                    <a:pt x="6241" y="4915"/>
                  </a:lnTo>
                  <a:lnTo>
                    <a:pt x="6202" y="4789"/>
                  </a:lnTo>
                  <a:lnTo>
                    <a:pt x="6317" y="4705"/>
                  </a:lnTo>
                  <a:lnTo>
                    <a:pt x="6394" y="4537"/>
                  </a:lnTo>
                  <a:lnTo>
                    <a:pt x="6432" y="4285"/>
                  </a:lnTo>
                  <a:lnTo>
                    <a:pt x="6394" y="4075"/>
                  </a:lnTo>
                  <a:lnTo>
                    <a:pt x="6164" y="3907"/>
                  </a:lnTo>
                  <a:lnTo>
                    <a:pt x="5934" y="3865"/>
                  </a:lnTo>
                  <a:lnTo>
                    <a:pt x="5513" y="4117"/>
                  </a:lnTo>
                  <a:lnTo>
                    <a:pt x="5513" y="3739"/>
                  </a:lnTo>
                  <a:lnTo>
                    <a:pt x="6011" y="3277"/>
                  </a:lnTo>
                  <a:lnTo>
                    <a:pt x="6164" y="3025"/>
                  </a:lnTo>
                  <a:lnTo>
                    <a:pt x="6088" y="2941"/>
                  </a:lnTo>
                  <a:lnTo>
                    <a:pt x="5973" y="2857"/>
                  </a:lnTo>
                  <a:lnTo>
                    <a:pt x="5705" y="2605"/>
                  </a:lnTo>
                  <a:lnTo>
                    <a:pt x="5590" y="2521"/>
                  </a:lnTo>
                  <a:lnTo>
                    <a:pt x="5590" y="2521"/>
                  </a:lnTo>
                  <a:lnTo>
                    <a:pt x="5437" y="2605"/>
                  </a:lnTo>
                  <a:lnTo>
                    <a:pt x="5360" y="2563"/>
                  </a:lnTo>
                  <a:lnTo>
                    <a:pt x="5283" y="2478"/>
                  </a:lnTo>
                  <a:lnTo>
                    <a:pt x="5245" y="2478"/>
                  </a:lnTo>
                  <a:lnTo>
                    <a:pt x="4901" y="2605"/>
                  </a:lnTo>
                  <a:lnTo>
                    <a:pt x="4747" y="2647"/>
                  </a:lnTo>
                  <a:lnTo>
                    <a:pt x="4518" y="2605"/>
                  </a:lnTo>
                  <a:lnTo>
                    <a:pt x="4747" y="3067"/>
                  </a:lnTo>
                  <a:lnTo>
                    <a:pt x="5054" y="3235"/>
                  </a:lnTo>
                  <a:lnTo>
                    <a:pt x="5322" y="3151"/>
                  </a:lnTo>
                  <a:lnTo>
                    <a:pt x="5552" y="3025"/>
                  </a:lnTo>
                  <a:lnTo>
                    <a:pt x="5590" y="3109"/>
                  </a:lnTo>
                  <a:lnTo>
                    <a:pt x="5475" y="3235"/>
                  </a:lnTo>
                  <a:lnTo>
                    <a:pt x="5092" y="3403"/>
                  </a:lnTo>
                  <a:lnTo>
                    <a:pt x="5054" y="3613"/>
                  </a:lnTo>
                  <a:lnTo>
                    <a:pt x="5054" y="3865"/>
                  </a:lnTo>
                  <a:lnTo>
                    <a:pt x="5054" y="4159"/>
                  </a:lnTo>
                  <a:lnTo>
                    <a:pt x="5092" y="4243"/>
                  </a:lnTo>
                  <a:lnTo>
                    <a:pt x="5130" y="4285"/>
                  </a:lnTo>
                  <a:lnTo>
                    <a:pt x="5207" y="4453"/>
                  </a:lnTo>
                  <a:lnTo>
                    <a:pt x="5207" y="4579"/>
                  </a:lnTo>
                  <a:lnTo>
                    <a:pt x="5169" y="4663"/>
                  </a:lnTo>
                  <a:lnTo>
                    <a:pt x="4977" y="4747"/>
                  </a:lnTo>
                  <a:lnTo>
                    <a:pt x="4901" y="4789"/>
                  </a:lnTo>
                  <a:lnTo>
                    <a:pt x="4862" y="4915"/>
                  </a:lnTo>
                  <a:lnTo>
                    <a:pt x="4747" y="5336"/>
                  </a:lnTo>
                  <a:lnTo>
                    <a:pt x="4671" y="5420"/>
                  </a:lnTo>
                  <a:lnTo>
                    <a:pt x="4479" y="5420"/>
                  </a:lnTo>
                  <a:lnTo>
                    <a:pt x="4518" y="5210"/>
                  </a:lnTo>
                  <a:lnTo>
                    <a:pt x="4709" y="4789"/>
                  </a:lnTo>
                  <a:lnTo>
                    <a:pt x="4786" y="4789"/>
                  </a:lnTo>
                  <a:lnTo>
                    <a:pt x="4862" y="4663"/>
                  </a:lnTo>
                  <a:lnTo>
                    <a:pt x="4901" y="4495"/>
                  </a:lnTo>
                  <a:lnTo>
                    <a:pt x="4862" y="4285"/>
                  </a:lnTo>
                  <a:lnTo>
                    <a:pt x="4709" y="4033"/>
                  </a:lnTo>
                  <a:lnTo>
                    <a:pt x="4518" y="3949"/>
                  </a:lnTo>
                  <a:lnTo>
                    <a:pt x="3982" y="3949"/>
                  </a:lnTo>
                  <a:lnTo>
                    <a:pt x="3599" y="4075"/>
                  </a:lnTo>
                  <a:lnTo>
                    <a:pt x="4326" y="3697"/>
                  </a:lnTo>
                  <a:lnTo>
                    <a:pt x="4441" y="3487"/>
                  </a:lnTo>
                  <a:lnTo>
                    <a:pt x="4403" y="3319"/>
                  </a:lnTo>
                  <a:lnTo>
                    <a:pt x="4403" y="3067"/>
                  </a:lnTo>
                  <a:lnTo>
                    <a:pt x="3943" y="2815"/>
                  </a:lnTo>
                  <a:lnTo>
                    <a:pt x="3905" y="2521"/>
                  </a:lnTo>
                  <a:lnTo>
                    <a:pt x="4058" y="2605"/>
                  </a:lnTo>
                  <a:lnTo>
                    <a:pt x="4097" y="2521"/>
                  </a:lnTo>
                  <a:lnTo>
                    <a:pt x="4020" y="2268"/>
                  </a:lnTo>
                  <a:lnTo>
                    <a:pt x="3905" y="2016"/>
                  </a:lnTo>
                  <a:lnTo>
                    <a:pt x="3752" y="1848"/>
                  </a:lnTo>
                  <a:lnTo>
                    <a:pt x="3675" y="2058"/>
                  </a:lnTo>
                  <a:lnTo>
                    <a:pt x="3675" y="2394"/>
                  </a:lnTo>
                  <a:lnTo>
                    <a:pt x="3752" y="2647"/>
                  </a:lnTo>
                  <a:lnTo>
                    <a:pt x="3752" y="2983"/>
                  </a:lnTo>
                  <a:lnTo>
                    <a:pt x="3522" y="3319"/>
                  </a:lnTo>
                  <a:lnTo>
                    <a:pt x="3216" y="3487"/>
                  </a:lnTo>
                  <a:lnTo>
                    <a:pt x="2948" y="3529"/>
                  </a:lnTo>
                  <a:lnTo>
                    <a:pt x="2182" y="5336"/>
                  </a:lnTo>
                  <a:lnTo>
                    <a:pt x="2220" y="5336"/>
                  </a:lnTo>
                  <a:lnTo>
                    <a:pt x="2144" y="5378"/>
                  </a:lnTo>
                  <a:lnTo>
                    <a:pt x="2067" y="5378"/>
                  </a:lnTo>
                  <a:lnTo>
                    <a:pt x="2029" y="5336"/>
                  </a:lnTo>
                  <a:lnTo>
                    <a:pt x="1952" y="5126"/>
                  </a:lnTo>
                  <a:lnTo>
                    <a:pt x="1952" y="5042"/>
                  </a:lnTo>
                  <a:lnTo>
                    <a:pt x="2488" y="4117"/>
                  </a:lnTo>
                  <a:lnTo>
                    <a:pt x="2527" y="4033"/>
                  </a:lnTo>
                  <a:lnTo>
                    <a:pt x="2488" y="3781"/>
                  </a:lnTo>
                  <a:lnTo>
                    <a:pt x="2603" y="3529"/>
                  </a:lnTo>
                  <a:lnTo>
                    <a:pt x="2910" y="3235"/>
                  </a:lnTo>
                  <a:lnTo>
                    <a:pt x="3369" y="2941"/>
                  </a:lnTo>
                  <a:lnTo>
                    <a:pt x="3522" y="2731"/>
                  </a:lnTo>
                  <a:lnTo>
                    <a:pt x="3407" y="2647"/>
                  </a:lnTo>
                  <a:lnTo>
                    <a:pt x="3331" y="2605"/>
                  </a:lnTo>
                  <a:lnTo>
                    <a:pt x="3254" y="2605"/>
                  </a:lnTo>
                  <a:lnTo>
                    <a:pt x="3178" y="2605"/>
                  </a:lnTo>
                  <a:lnTo>
                    <a:pt x="3101" y="2521"/>
                  </a:lnTo>
                  <a:lnTo>
                    <a:pt x="3446" y="1680"/>
                  </a:lnTo>
                  <a:lnTo>
                    <a:pt x="3407" y="1344"/>
                  </a:lnTo>
                  <a:lnTo>
                    <a:pt x="3292" y="1260"/>
                  </a:lnTo>
                  <a:lnTo>
                    <a:pt x="3178" y="1176"/>
                  </a:lnTo>
                  <a:lnTo>
                    <a:pt x="3063" y="1050"/>
                  </a:lnTo>
                  <a:lnTo>
                    <a:pt x="2948" y="1176"/>
                  </a:lnTo>
                  <a:lnTo>
                    <a:pt x="2948" y="1050"/>
                  </a:lnTo>
                  <a:lnTo>
                    <a:pt x="2948" y="924"/>
                  </a:lnTo>
                  <a:lnTo>
                    <a:pt x="2986" y="840"/>
                  </a:lnTo>
                  <a:lnTo>
                    <a:pt x="3024" y="756"/>
                  </a:lnTo>
                  <a:lnTo>
                    <a:pt x="2871" y="756"/>
                  </a:lnTo>
                  <a:lnTo>
                    <a:pt x="2795" y="966"/>
                  </a:lnTo>
                  <a:lnTo>
                    <a:pt x="2795" y="1260"/>
                  </a:lnTo>
                  <a:lnTo>
                    <a:pt x="2680" y="1428"/>
                  </a:lnTo>
                  <a:lnTo>
                    <a:pt x="2641" y="1680"/>
                  </a:lnTo>
                  <a:lnTo>
                    <a:pt x="2565" y="1722"/>
                  </a:lnTo>
                  <a:lnTo>
                    <a:pt x="2259" y="1890"/>
                  </a:lnTo>
                  <a:lnTo>
                    <a:pt x="2297" y="1596"/>
                  </a:lnTo>
                  <a:lnTo>
                    <a:pt x="2488" y="1008"/>
                  </a:lnTo>
                  <a:lnTo>
                    <a:pt x="2488" y="714"/>
                  </a:lnTo>
                  <a:lnTo>
                    <a:pt x="2297" y="756"/>
                  </a:lnTo>
                  <a:lnTo>
                    <a:pt x="1799" y="588"/>
                  </a:lnTo>
                  <a:lnTo>
                    <a:pt x="1684" y="588"/>
                  </a:lnTo>
                  <a:lnTo>
                    <a:pt x="1301" y="798"/>
                  </a:lnTo>
                  <a:lnTo>
                    <a:pt x="1148" y="1008"/>
                  </a:lnTo>
                  <a:lnTo>
                    <a:pt x="918" y="1680"/>
                  </a:lnTo>
                  <a:lnTo>
                    <a:pt x="689" y="1722"/>
                  </a:lnTo>
                  <a:lnTo>
                    <a:pt x="842" y="924"/>
                  </a:lnTo>
                  <a:lnTo>
                    <a:pt x="1033" y="546"/>
                  </a:lnTo>
                  <a:lnTo>
                    <a:pt x="1340" y="420"/>
                  </a:lnTo>
                  <a:lnTo>
                    <a:pt x="2029" y="378"/>
                  </a:lnTo>
                  <a:lnTo>
                    <a:pt x="2450" y="504"/>
                  </a:lnTo>
                  <a:lnTo>
                    <a:pt x="2641" y="504"/>
                  </a:lnTo>
                  <a:lnTo>
                    <a:pt x="2833" y="462"/>
                  </a:lnTo>
                  <a:lnTo>
                    <a:pt x="2910" y="336"/>
                  </a:lnTo>
                  <a:lnTo>
                    <a:pt x="2603" y="294"/>
                  </a:lnTo>
                  <a:lnTo>
                    <a:pt x="2450" y="168"/>
                  </a:lnTo>
                  <a:lnTo>
                    <a:pt x="2259" y="42"/>
                  </a:lnTo>
                  <a:lnTo>
                    <a:pt x="2105" y="0"/>
                  </a:lnTo>
                  <a:lnTo>
                    <a:pt x="1569" y="42"/>
                  </a:lnTo>
                  <a:lnTo>
                    <a:pt x="1569" y="84"/>
                  </a:lnTo>
                  <a:lnTo>
                    <a:pt x="1455" y="168"/>
                  </a:lnTo>
                  <a:lnTo>
                    <a:pt x="1340" y="294"/>
                  </a:lnTo>
                  <a:lnTo>
                    <a:pt x="1186" y="420"/>
                  </a:lnTo>
                  <a:lnTo>
                    <a:pt x="1072" y="504"/>
                  </a:lnTo>
                  <a:lnTo>
                    <a:pt x="957" y="630"/>
                  </a:lnTo>
                  <a:lnTo>
                    <a:pt x="765" y="714"/>
                  </a:lnTo>
                  <a:lnTo>
                    <a:pt x="650" y="798"/>
                  </a:lnTo>
                  <a:lnTo>
                    <a:pt x="459" y="882"/>
                  </a:lnTo>
                  <a:lnTo>
                    <a:pt x="306" y="1050"/>
                  </a:lnTo>
                  <a:lnTo>
                    <a:pt x="76" y="1344"/>
                  </a:lnTo>
                  <a:lnTo>
                    <a:pt x="0" y="1680"/>
                  </a:lnTo>
                  <a:lnTo>
                    <a:pt x="76" y="2100"/>
                  </a:lnTo>
                  <a:lnTo>
                    <a:pt x="306" y="2268"/>
                  </a:lnTo>
                  <a:lnTo>
                    <a:pt x="689" y="2478"/>
                  </a:lnTo>
                  <a:lnTo>
                    <a:pt x="1033" y="2563"/>
                  </a:lnTo>
                  <a:lnTo>
                    <a:pt x="1186" y="2563"/>
                  </a:lnTo>
                  <a:lnTo>
                    <a:pt x="1416" y="2310"/>
                  </a:lnTo>
                  <a:lnTo>
                    <a:pt x="1646" y="2142"/>
                  </a:lnTo>
                  <a:lnTo>
                    <a:pt x="1876" y="2184"/>
                  </a:lnTo>
                  <a:lnTo>
                    <a:pt x="2259" y="2521"/>
                  </a:lnTo>
                  <a:lnTo>
                    <a:pt x="2412" y="2647"/>
                  </a:lnTo>
                  <a:lnTo>
                    <a:pt x="2488" y="2815"/>
                  </a:lnTo>
                  <a:lnTo>
                    <a:pt x="2527" y="2941"/>
                  </a:lnTo>
                  <a:lnTo>
                    <a:pt x="2488" y="3025"/>
                  </a:lnTo>
                  <a:lnTo>
                    <a:pt x="2297" y="3109"/>
                  </a:lnTo>
                  <a:lnTo>
                    <a:pt x="2144" y="3235"/>
                  </a:lnTo>
                  <a:lnTo>
                    <a:pt x="1952" y="3319"/>
                  </a:lnTo>
                  <a:lnTo>
                    <a:pt x="1837" y="3403"/>
                  </a:lnTo>
                  <a:lnTo>
                    <a:pt x="1761" y="3487"/>
                  </a:lnTo>
                  <a:lnTo>
                    <a:pt x="1876" y="3655"/>
                  </a:lnTo>
                  <a:lnTo>
                    <a:pt x="2067" y="3697"/>
                  </a:lnTo>
                  <a:lnTo>
                    <a:pt x="2144" y="3739"/>
                  </a:lnTo>
                  <a:lnTo>
                    <a:pt x="2220" y="3907"/>
                  </a:lnTo>
                  <a:lnTo>
                    <a:pt x="2182" y="4033"/>
                  </a:lnTo>
                  <a:lnTo>
                    <a:pt x="2144" y="4117"/>
                  </a:lnTo>
                  <a:lnTo>
                    <a:pt x="2067" y="4201"/>
                  </a:lnTo>
                  <a:lnTo>
                    <a:pt x="1952" y="4285"/>
                  </a:lnTo>
                  <a:lnTo>
                    <a:pt x="1914" y="4453"/>
                  </a:lnTo>
                  <a:lnTo>
                    <a:pt x="1837" y="4579"/>
                  </a:lnTo>
                  <a:lnTo>
                    <a:pt x="1723" y="4621"/>
                  </a:lnTo>
                  <a:lnTo>
                    <a:pt x="1569" y="4621"/>
                  </a:lnTo>
                  <a:lnTo>
                    <a:pt x="1416" y="4579"/>
                  </a:lnTo>
                  <a:lnTo>
                    <a:pt x="1186" y="4579"/>
                  </a:lnTo>
                  <a:lnTo>
                    <a:pt x="1110" y="4663"/>
                  </a:lnTo>
                  <a:lnTo>
                    <a:pt x="1148" y="4789"/>
                  </a:lnTo>
                  <a:lnTo>
                    <a:pt x="1225" y="4915"/>
                  </a:lnTo>
                  <a:lnTo>
                    <a:pt x="1378" y="5000"/>
                  </a:lnTo>
                  <a:lnTo>
                    <a:pt x="1493" y="5042"/>
                  </a:lnTo>
                  <a:lnTo>
                    <a:pt x="1569" y="5168"/>
                  </a:lnTo>
                  <a:lnTo>
                    <a:pt x="1723" y="5336"/>
                  </a:lnTo>
                  <a:lnTo>
                    <a:pt x="1799" y="5462"/>
                  </a:lnTo>
                  <a:lnTo>
                    <a:pt x="1914" y="5546"/>
                  </a:lnTo>
                  <a:lnTo>
                    <a:pt x="2067" y="5714"/>
                  </a:lnTo>
                  <a:lnTo>
                    <a:pt x="2144" y="5714"/>
                  </a:lnTo>
                  <a:lnTo>
                    <a:pt x="2220" y="5630"/>
                  </a:lnTo>
                  <a:lnTo>
                    <a:pt x="2259" y="5504"/>
                  </a:lnTo>
                  <a:lnTo>
                    <a:pt x="2335" y="5462"/>
                  </a:lnTo>
                  <a:lnTo>
                    <a:pt x="2488" y="5462"/>
                  </a:lnTo>
                  <a:lnTo>
                    <a:pt x="2565" y="5462"/>
                  </a:lnTo>
                  <a:lnTo>
                    <a:pt x="2680" y="5504"/>
                  </a:lnTo>
                  <a:lnTo>
                    <a:pt x="2910" y="5462"/>
                  </a:lnTo>
                  <a:lnTo>
                    <a:pt x="3101" y="5420"/>
                  </a:lnTo>
                  <a:lnTo>
                    <a:pt x="3331" y="5420"/>
                  </a:lnTo>
                  <a:lnTo>
                    <a:pt x="3560" y="5714"/>
                  </a:lnTo>
                  <a:lnTo>
                    <a:pt x="3714" y="6218"/>
                  </a:lnTo>
                  <a:lnTo>
                    <a:pt x="3522" y="6302"/>
                  </a:lnTo>
                  <a:lnTo>
                    <a:pt x="3254" y="6344"/>
                  </a:lnTo>
                  <a:lnTo>
                    <a:pt x="3101" y="6596"/>
                  </a:lnTo>
                  <a:lnTo>
                    <a:pt x="3216" y="6764"/>
                  </a:lnTo>
                  <a:lnTo>
                    <a:pt x="3331" y="6806"/>
                  </a:lnTo>
                  <a:lnTo>
                    <a:pt x="3446" y="6890"/>
                  </a:lnTo>
                  <a:lnTo>
                    <a:pt x="3522" y="7058"/>
                  </a:lnTo>
                  <a:lnTo>
                    <a:pt x="3446" y="7184"/>
                  </a:lnTo>
                  <a:lnTo>
                    <a:pt x="3369" y="7268"/>
                  </a:lnTo>
                  <a:lnTo>
                    <a:pt x="3292" y="7436"/>
                  </a:lnTo>
                  <a:lnTo>
                    <a:pt x="3292" y="7605"/>
                  </a:lnTo>
                  <a:lnTo>
                    <a:pt x="3369" y="7647"/>
                  </a:lnTo>
                  <a:lnTo>
                    <a:pt x="3446" y="7773"/>
                  </a:lnTo>
                  <a:lnTo>
                    <a:pt x="3522" y="7815"/>
                  </a:lnTo>
                  <a:lnTo>
                    <a:pt x="3560" y="7941"/>
                  </a:lnTo>
                  <a:lnTo>
                    <a:pt x="3560" y="7941"/>
                  </a:lnTo>
                  <a:lnTo>
                    <a:pt x="3560" y="8025"/>
                  </a:lnTo>
                  <a:lnTo>
                    <a:pt x="3560" y="8067"/>
                  </a:lnTo>
                  <a:lnTo>
                    <a:pt x="3599" y="8109"/>
                  </a:lnTo>
                  <a:lnTo>
                    <a:pt x="3637" y="8235"/>
                  </a:lnTo>
                  <a:lnTo>
                    <a:pt x="3675" y="8277"/>
                  </a:lnTo>
                  <a:lnTo>
                    <a:pt x="3752" y="8361"/>
                  </a:lnTo>
                  <a:lnTo>
                    <a:pt x="3790" y="8403"/>
                  </a:lnTo>
                  <a:lnTo>
                    <a:pt x="3905" y="8529"/>
                  </a:lnTo>
                  <a:lnTo>
                    <a:pt x="3982" y="8655"/>
                  </a:lnTo>
                  <a:lnTo>
                    <a:pt x="4058" y="8781"/>
                  </a:lnTo>
                  <a:lnTo>
                    <a:pt x="4135" y="8865"/>
                  </a:lnTo>
                  <a:lnTo>
                    <a:pt x="4211" y="8949"/>
                  </a:lnTo>
                  <a:lnTo>
                    <a:pt x="4326" y="9033"/>
                  </a:lnTo>
                  <a:lnTo>
                    <a:pt x="4365" y="9117"/>
                  </a:lnTo>
                  <a:lnTo>
                    <a:pt x="4441" y="9243"/>
                  </a:lnTo>
                  <a:lnTo>
                    <a:pt x="4479" y="9453"/>
                  </a:lnTo>
                  <a:lnTo>
                    <a:pt x="4479" y="9663"/>
                  </a:lnTo>
                  <a:lnTo>
                    <a:pt x="4518" y="9915"/>
                  </a:lnTo>
                  <a:lnTo>
                    <a:pt x="4556" y="10084"/>
                  </a:lnTo>
                  <a:lnTo>
                    <a:pt x="4671" y="10168"/>
                  </a:lnTo>
                  <a:lnTo>
                    <a:pt x="4709" y="10210"/>
                  </a:lnTo>
                  <a:lnTo>
                    <a:pt x="4747" y="10294"/>
                  </a:lnTo>
                  <a:lnTo>
                    <a:pt x="4786" y="10378"/>
                  </a:lnTo>
                  <a:lnTo>
                    <a:pt x="4824" y="10462"/>
                  </a:lnTo>
                  <a:lnTo>
                    <a:pt x="4824" y="10504"/>
                  </a:lnTo>
                  <a:lnTo>
                    <a:pt x="4824" y="10588"/>
                  </a:lnTo>
                  <a:lnTo>
                    <a:pt x="4862" y="10672"/>
                  </a:lnTo>
                  <a:lnTo>
                    <a:pt x="4939" y="11008"/>
                  </a:lnTo>
                  <a:lnTo>
                    <a:pt x="5054" y="11302"/>
                  </a:lnTo>
                  <a:lnTo>
                    <a:pt x="5169" y="11512"/>
                  </a:lnTo>
                  <a:lnTo>
                    <a:pt x="5437" y="11596"/>
                  </a:lnTo>
                  <a:lnTo>
                    <a:pt x="5475" y="11596"/>
                  </a:lnTo>
                  <a:lnTo>
                    <a:pt x="5513" y="11554"/>
                  </a:lnTo>
                  <a:lnTo>
                    <a:pt x="5590" y="11554"/>
                  </a:lnTo>
                  <a:lnTo>
                    <a:pt x="5628" y="11596"/>
                  </a:lnTo>
                  <a:lnTo>
                    <a:pt x="5666" y="11638"/>
                  </a:lnTo>
                  <a:lnTo>
                    <a:pt x="5705" y="11680"/>
                  </a:lnTo>
                  <a:lnTo>
                    <a:pt x="5705" y="11764"/>
                  </a:lnTo>
                  <a:lnTo>
                    <a:pt x="5781" y="11806"/>
                  </a:lnTo>
                  <a:lnTo>
                    <a:pt x="5896" y="11974"/>
                  </a:lnTo>
                  <a:lnTo>
                    <a:pt x="6011" y="12058"/>
                  </a:lnTo>
                  <a:lnTo>
                    <a:pt x="6164" y="12142"/>
                  </a:lnTo>
                  <a:lnTo>
                    <a:pt x="6317" y="12184"/>
                  </a:lnTo>
                  <a:lnTo>
                    <a:pt x="6547" y="12226"/>
                  </a:lnTo>
                  <a:lnTo>
                    <a:pt x="6700" y="12100"/>
                  </a:lnTo>
                  <a:lnTo>
                    <a:pt x="6815" y="11848"/>
                  </a:lnTo>
                  <a:lnTo>
                    <a:pt x="6968" y="11638"/>
                  </a:lnTo>
                  <a:lnTo>
                    <a:pt x="7083" y="11386"/>
                  </a:lnTo>
                  <a:lnTo>
                    <a:pt x="7160" y="11134"/>
                  </a:lnTo>
                  <a:lnTo>
                    <a:pt x="7313" y="10798"/>
                  </a:lnTo>
                  <a:lnTo>
                    <a:pt x="7389" y="10504"/>
                  </a:lnTo>
                  <a:lnTo>
                    <a:pt x="7504" y="10294"/>
                  </a:lnTo>
                  <a:lnTo>
                    <a:pt x="7734" y="10126"/>
                  </a:lnTo>
                  <a:lnTo>
                    <a:pt x="8040" y="10042"/>
                  </a:lnTo>
                  <a:lnTo>
                    <a:pt x="8270" y="10210"/>
                  </a:lnTo>
                  <a:lnTo>
                    <a:pt x="8423" y="10378"/>
                  </a:lnTo>
                  <a:lnTo>
                    <a:pt x="8423" y="10504"/>
                  </a:lnTo>
                  <a:lnTo>
                    <a:pt x="8308" y="10672"/>
                  </a:lnTo>
                  <a:lnTo>
                    <a:pt x="8270" y="10798"/>
                  </a:lnTo>
                  <a:lnTo>
                    <a:pt x="8194" y="10924"/>
                  </a:lnTo>
                  <a:lnTo>
                    <a:pt x="8117" y="11134"/>
                  </a:lnTo>
                  <a:lnTo>
                    <a:pt x="8040" y="11302"/>
                  </a:lnTo>
                  <a:lnTo>
                    <a:pt x="7925" y="11512"/>
                  </a:lnTo>
                  <a:lnTo>
                    <a:pt x="7887" y="11638"/>
                  </a:lnTo>
                  <a:lnTo>
                    <a:pt x="7887" y="11764"/>
                  </a:lnTo>
                  <a:lnTo>
                    <a:pt x="7925" y="11932"/>
                  </a:lnTo>
                  <a:lnTo>
                    <a:pt x="8079" y="12016"/>
                  </a:lnTo>
                  <a:lnTo>
                    <a:pt x="8194" y="12100"/>
                  </a:lnTo>
                  <a:lnTo>
                    <a:pt x="8194" y="12226"/>
                  </a:lnTo>
                  <a:lnTo>
                    <a:pt x="8155" y="12394"/>
                  </a:lnTo>
                  <a:lnTo>
                    <a:pt x="8079" y="12478"/>
                  </a:lnTo>
                  <a:lnTo>
                    <a:pt x="8079" y="12647"/>
                  </a:lnTo>
                  <a:lnTo>
                    <a:pt x="8232" y="12815"/>
                  </a:lnTo>
                  <a:lnTo>
                    <a:pt x="8500" y="12983"/>
                  </a:lnTo>
                  <a:lnTo>
                    <a:pt x="8576" y="13235"/>
                  </a:lnTo>
                  <a:lnTo>
                    <a:pt x="8576" y="13361"/>
                  </a:lnTo>
                  <a:lnTo>
                    <a:pt x="8576" y="13487"/>
                  </a:lnTo>
                  <a:lnTo>
                    <a:pt x="8576" y="13697"/>
                  </a:lnTo>
                  <a:lnTo>
                    <a:pt x="8653" y="13823"/>
                  </a:lnTo>
                  <a:lnTo>
                    <a:pt x="8806" y="13991"/>
                  </a:lnTo>
                  <a:lnTo>
                    <a:pt x="8883" y="14033"/>
                  </a:lnTo>
                  <a:lnTo>
                    <a:pt x="8998" y="14117"/>
                  </a:lnTo>
                  <a:lnTo>
                    <a:pt x="9074" y="14201"/>
                  </a:lnTo>
                  <a:lnTo>
                    <a:pt x="9189" y="14453"/>
                  </a:lnTo>
                  <a:lnTo>
                    <a:pt x="9189" y="14621"/>
                  </a:lnTo>
                  <a:lnTo>
                    <a:pt x="9227" y="14873"/>
                  </a:lnTo>
                  <a:lnTo>
                    <a:pt x="9304" y="15042"/>
                  </a:lnTo>
                  <a:lnTo>
                    <a:pt x="9419" y="15168"/>
                  </a:lnTo>
                  <a:lnTo>
                    <a:pt x="9495" y="15252"/>
                  </a:lnTo>
                  <a:lnTo>
                    <a:pt x="9649" y="15294"/>
                  </a:lnTo>
                  <a:lnTo>
                    <a:pt x="9725" y="15336"/>
                  </a:lnTo>
                  <a:lnTo>
                    <a:pt x="9955" y="15546"/>
                  </a:lnTo>
                  <a:lnTo>
                    <a:pt x="10070" y="15840"/>
                  </a:lnTo>
                  <a:lnTo>
                    <a:pt x="10185" y="16134"/>
                  </a:lnTo>
                  <a:lnTo>
                    <a:pt x="10453" y="16260"/>
                  </a:lnTo>
                  <a:lnTo>
                    <a:pt x="10682" y="16260"/>
                  </a:lnTo>
                  <a:lnTo>
                    <a:pt x="10835" y="16218"/>
                  </a:lnTo>
                  <a:lnTo>
                    <a:pt x="10989" y="16134"/>
                  </a:lnTo>
                  <a:lnTo>
                    <a:pt x="11218" y="16134"/>
                  </a:lnTo>
                  <a:lnTo>
                    <a:pt x="11333" y="16134"/>
                  </a:lnTo>
                  <a:lnTo>
                    <a:pt x="11525" y="16218"/>
                  </a:lnTo>
                  <a:lnTo>
                    <a:pt x="11678" y="16302"/>
                  </a:lnTo>
                  <a:lnTo>
                    <a:pt x="11869" y="16386"/>
                  </a:lnTo>
                  <a:lnTo>
                    <a:pt x="12099" y="16722"/>
                  </a:lnTo>
                  <a:lnTo>
                    <a:pt x="12061" y="17058"/>
                  </a:lnTo>
                  <a:lnTo>
                    <a:pt x="11869" y="17310"/>
                  </a:lnTo>
                  <a:lnTo>
                    <a:pt x="11678" y="17436"/>
                  </a:lnTo>
                  <a:lnTo>
                    <a:pt x="11563" y="17521"/>
                  </a:lnTo>
                  <a:lnTo>
                    <a:pt x="11372" y="17563"/>
                  </a:lnTo>
                  <a:lnTo>
                    <a:pt x="11218" y="17605"/>
                  </a:lnTo>
                  <a:lnTo>
                    <a:pt x="10989" y="17563"/>
                  </a:lnTo>
                  <a:lnTo>
                    <a:pt x="10874" y="17563"/>
                  </a:lnTo>
                  <a:lnTo>
                    <a:pt x="10759" y="17605"/>
                  </a:lnTo>
                  <a:lnTo>
                    <a:pt x="10606" y="17731"/>
                  </a:lnTo>
                  <a:lnTo>
                    <a:pt x="10491" y="17647"/>
                  </a:lnTo>
                  <a:lnTo>
                    <a:pt x="10299" y="17605"/>
                  </a:lnTo>
                  <a:lnTo>
                    <a:pt x="10146" y="17647"/>
                  </a:lnTo>
                  <a:lnTo>
                    <a:pt x="9993" y="17731"/>
                  </a:lnTo>
                  <a:lnTo>
                    <a:pt x="9840" y="17773"/>
                  </a:lnTo>
                  <a:lnTo>
                    <a:pt x="9725" y="17731"/>
                  </a:lnTo>
                  <a:lnTo>
                    <a:pt x="9610" y="17647"/>
                  </a:lnTo>
                  <a:lnTo>
                    <a:pt x="9495" y="17605"/>
                  </a:lnTo>
                  <a:lnTo>
                    <a:pt x="9380" y="17521"/>
                  </a:lnTo>
                  <a:lnTo>
                    <a:pt x="9074" y="17478"/>
                  </a:lnTo>
                  <a:lnTo>
                    <a:pt x="8883" y="17605"/>
                  </a:lnTo>
                  <a:lnTo>
                    <a:pt x="8691" y="17899"/>
                  </a:lnTo>
                  <a:lnTo>
                    <a:pt x="8615" y="18235"/>
                  </a:lnTo>
                  <a:lnTo>
                    <a:pt x="8615" y="18361"/>
                  </a:lnTo>
                  <a:lnTo>
                    <a:pt x="8653" y="18613"/>
                  </a:lnTo>
                  <a:lnTo>
                    <a:pt x="8653" y="18823"/>
                  </a:lnTo>
                  <a:lnTo>
                    <a:pt x="8653" y="18991"/>
                  </a:lnTo>
                  <a:lnTo>
                    <a:pt x="8730" y="19075"/>
                  </a:lnTo>
                  <a:lnTo>
                    <a:pt x="8844" y="19117"/>
                  </a:lnTo>
                  <a:lnTo>
                    <a:pt x="8921" y="19159"/>
                  </a:lnTo>
                  <a:lnTo>
                    <a:pt x="8998" y="19243"/>
                  </a:lnTo>
                  <a:lnTo>
                    <a:pt x="9074" y="19411"/>
                  </a:lnTo>
                  <a:lnTo>
                    <a:pt x="9036" y="19537"/>
                  </a:lnTo>
                  <a:lnTo>
                    <a:pt x="8959" y="19705"/>
                  </a:lnTo>
                  <a:lnTo>
                    <a:pt x="8959" y="19831"/>
                  </a:lnTo>
                  <a:lnTo>
                    <a:pt x="9036" y="19957"/>
                  </a:lnTo>
                  <a:lnTo>
                    <a:pt x="9227" y="19957"/>
                  </a:lnTo>
                  <a:lnTo>
                    <a:pt x="9380" y="19957"/>
                  </a:lnTo>
                  <a:lnTo>
                    <a:pt x="9495" y="19957"/>
                  </a:lnTo>
                  <a:lnTo>
                    <a:pt x="9687" y="19747"/>
                  </a:lnTo>
                  <a:lnTo>
                    <a:pt x="9763" y="19495"/>
                  </a:lnTo>
                  <a:lnTo>
                    <a:pt x="9840" y="19201"/>
                  </a:lnTo>
                  <a:lnTo>
                    <a:pt x="10031" y="19075"/>
                  </a:lnTo>
                  <a:lnTo>
                    <a:pt x="10338" y="19159"/>
                  </a:lnTo>
                  <a:lnTo>
                    <a:pt x="10682" y="19243"/>
                  </a:lnTo>
                  <a:lnTo>
                    <a:pt x="10950" y="19327"/>
                  </a:lnTo>
                  <a:lnTo>
                    <a:pt x="11257" y="19327"/>
                  </a:lnTo>
                  <a:lnTo>
                    <a:pt x="11372" y="19243"/>
                  </a:lnTo>
                  <a:lnTo>
                    <a:pt x="11525" y="19117"/>
                  </a:lnTo>
                  <a:lnTo>
                    <a:pt x="11640" y="18991"/>
                  </a:lnTo>
                  <a:lnTo>
                    <a:pt x="11793" y="18865"/>
                  </a:lnTo>
                  <a:lnTo>
                    <a:pt x="11946" y="18823"/>
                  </a:lnTo>
                  <a:lnTo>
                    <a:pt x="12099" y="18823"/>
                  </a:lnTo>
                  <a:lnTo>
                    <a:pt x="12291" y="18781"/>
                  </a:lnTo>
                  <a:lnTo>
                    <a:pt x="12444" y="18739"/>
                  </a:lnTo>
                  <a:lnTo>
                    <a:pt x="12635" y="18613"/>
                  </a:lnTo>
                  <a:lnTo>
                    <a:pt x="12865" y="18445"/>
                  </a:lnTo>
                  <a:lnTo>
                    <a:pt x="13133" y="18445"/>
                  </a:lnTo>
                  <a:lnTo>
                    <a:pt x="13439" y="18739"/>
                  </a:lnTo>
                  <a:lnTo>
                    <a:pt x="13516" y="18991"/>
                  </a:lnTo>
                  <a:lnTo>
                    <a:pt x="13592" y="19159"/>
                  </a:lnTo>
                  <a:lnTo>
                    <a:pt x="13631" y="19327"/>
                  </a:lnTo>
                  <a:lnTo>
                    <a:pt x="13784" y="19579"/>
                  </a:lnTo>
                  <a:lnTo>
                    <a:pt x="13899" y="19663"/>
                  </a:lnTo>
                  <a:lnTo>
                    <a:pt x="13975" y="19705"/>
                  </a:lnTo>
                  <a:lnTo>
                    <a:pt x="14128" y="19747"/>
                  </a:lnTo>
                  <a:lnTo>
                    <a:pt x="14243" y="19747"/>
                  </a:lnTo>
                  <a:lnTo>
                    <a:pt x="14511" y="19747"/>
                  </a:lnTo>
                  <a:lnTo>
                    <a:pt x="14741" y="19705"/>
                  </a:lnTo>
                  <a:lnTo>
                    <a:pt x="14932" y="19579"/>
                  </a:lnTo>
                  <a:lnTo>
                    <a:pt x="15047" y="19243"/>
                  </a:lnTo>
                  <a:lnTo>
                    <a:pt x="15086" y="18823"/>
                  </a:lnTo>
                  <a:lnTo>
                    <a:pt x="15201" y="18403"/>
                  </a:lnTo>
                  <a:lnTo>
                    <a:pt x="15354" y="18151"/>
                  </a:lnTo>
                  <a:lnTo>
                    <a:pt x="15583" y="17899"/>
                  </a:lnTo>
                  <a:lnTo>
                    <a:pt x="15737" y="17857"/>
                  </a:lnTo>
                  <a:lnTo>
                    <a:pt x="15890" y="17773"/>
                  </a:lnTo>
                  <a:lnTo>
                    <a:pt x="16043" y="17647"/>
                  </a:lnTo>
                  <a:lnTo>
                    <a:pt x="16158" y="17521"/>
                  </a:lnTo>
                  <a:lnTo>
                    <a:pt x="16196" y="17394"/>
                  </a:lnTo>
                  <a:lnTo>
                    <a:pt x="16196" y="17184"/>
                  </a:lnTo>
                  <a:lnTo>
                    <a:pt x="16158" y="17016"/>
                  </a:lnTo>
                  <a:lnTo>
                    <a:pt x="16196" y="16806"/>
                  </a:lnTo>
                  <a:lnTo>
                    <a:pt x="16349" y="16554"/>
                  </a:lnTo>
                  <a:lnTo>
                    <a:pt x="16541" y="16428"/>
                  </a:lnTo>
                  <a:lnTo>
                    <a:pt x="16809" y="16386"/>
                  </a:lnTo>
                  <a:lnTo>
                    <a:pt x="17115" y="16428"/>
                  </a:lnTo>
                  <a:lnTo>
                    <a:pt x="17268" y="16428"/>
                  </a:lnTo>
                  <a:lnTo>
                    <a:pt x="17460" y="16386"/>
                  </a:lnTo>
                  <a:lnTo>
                    <a:pt x="17613" y="16386"/>
                  </a:lnTo>
                  <a:lnTo>
                    <a:pt x="17766" y="16428"/>
                  </a:lnTo>
                  <a:lnTo>
                    <a:pt x="17957" y="16554"/>
                  </a:lnTo>
                  <a:lnTo>
                    <a:pt x="18187" y="16638"/>
                  </a:lnTo>
                  <a:lnTo>
                    <a:pt x="18340" y="16722"/>
                  </a:lnTo>
                  <a:lnTo>
                    <a:pt x="18493" y="16806"/>
                  </a:lnTo>
                  <a:lnTo>
                    <a:pt x="18876" y="17142"/>
                  </a:lnTo>
                  <a:lnTo>
                    <a:pt x="18953" y="17478"/>
                  </a:lnTo>
                  <a:lnTo>
                    <a:pt x="18800" y="17815"/>
                  </a:lnTo>
                  <a:lnTo>
                    <a:pt x="18647" y="18067"/>
                  </a:lnTo>
                  <a:lnTo>
                    <a:pt x="18340" y="18361"/>
                  </a:lnTo>
                  <a:lnTo>
                    <a:pt x="17996" y="18613"/>
                  </a:lnTo>
                  <a:lnTo>
                    <a:pt x="17651" y="18865"/>
                  </a:lnTo>
                  <a:lnTo>
                    <a:pt x="17345" y="19117"/>
                  </a:lnTo>
                  <a:lnTo>
                    <a:pt x="17230" y="19201"/>
                  </a:lnTo>
                  <a:lnTo>
                    <a:pt x="17077" y="19243"/>
                  </a:lnTo>
                  <a:lnTo>
                    <a:pt x="16924" y="19285"/>
                  </a:lnTo>
                  <a:lnTo>
                    <a:pt x="16809" y="19327"/>
                  </a:lnTo>
                  <a:lnTo>
                    <a:pt x="16694" y="19453"/>
                  </a:lnTo>
                  <a:lnTo>
                    <a:pt x="16617" y="19621"/>
                  </a:lnTo>
                  <a:lnTo>
                    <a:pt x="16579" y="19747"/>
                  </a:lnTo>
                  <a:lnTo>
                    <a:pt x="16502" y="19915"/>
                  </a:lnTo>
                  <a:lnTo>
                    <a:pt x="16234" y="20000"/>
                  </a:lnTo>
                  <a:lnTo>
                    <a:pt x="16043" y="20168"/>
                  </a:lnTo>
                  <a:lnTo>
                    <a:pt x="15966" y="20462"/>
                  </a:lnTo>
                  <a:lnTo>
                    <a:pt x="16005" y="20966"/>
                  </a:lnTo>
                  <a:lnTo>
                    <a:pt x="16081" y="21344"/>
                  </a:lnTo>
                  <a:lnTo>
                    <a:pt x="16196" y="21680"/>
                  </a:lnTo>
                  <a:lnTo>
                    <a:pt x="16426" y="21932"/>
                  </a:lnTo>
                  <a:lnTo>
                    <a:pt x="16617" y="22100"/>
                  </a:lnTo>
                  <a:lnTo>
                    <a:pt x="16924" y="22310"/>
                  </a:lnTo>
                  <a:lnTo>
                    <a:pt x="17115" y="22310"/>
                  </a:lnTo>
                  <a:lnTo>
                    <a:pt x="17268" y="22184"/>
                  </a:lnTo>
                  <a:lnTo>
                    <a:pt x="17383" y="22016"/>
                  </a:lnTo>
                  <a:lnTo>
                    <a:pt x="17536" y="21764"/>
                  </a:lnTo>
                  <a:lnTo>
                    <a:pt x="17574" y="21470"/>
                  </a:lnTo>
                  <a:lnTo>
                    <a:pt x="17689" y="21218"/>
                  </a:lnTo>
                  <a:lnTo>
                    <a:pt x="18034" y="21386"/>
                  </a:lnTo>
                  <a:lnTo>
                    <a:pt x="18111" y="21554"/>
                  </a:lnTo>
                  <a:lnTo>
                    <a:pt x="18225" y="21680"/>
                  </a:lnTo>
                  <a:lnTo>
                    <a:pt x="18302" y="21764"/>
                  </a:lnTo>
                  <a:lnTo>
                    <a:pt x="18417" y="21890"/>
                  </a:lnTo>
                  <a:lnTo>
                    <a:pt x="18608" y="21974"/>
                  </a:lnTo>
                  <a:lnTo>
                    <a:pt x="18723" y="22058"/>
                  </a:lnTo>
                  <a:lnTo>
                    <a:pt x="18800" y="22226"/>
                  </a:lnTo>
                  <a:lnTo>
                    <a:pt x="18838" y="22478"/>
                  </a:lnTo>
                  <a:lnTo>
                    <a:pt x="18761" y="22899"/>
                  </a:lnTo>
                  <a:lnTo>
                    <a:pt x="18570" y="23067"/>
                  </a:lnTo>
                  <a:lnTo>
                    <a:pt x="18302" y="23193"/>
                  </a:lnTo>
                  <a:lnTo>
                    <a:pt x="18072" y="23361"/>
                  </a:lnTo>
                  <a:lnTo>
                    <a:pt x="18034" y="23655"/>
                  </a:lnTo>
                  <a:lnTo>
                    <a:pt x="18072" y="23907"/>
                  </a:lnTo>
                  <a:lnTo>
                    <a:pt x="18111" y="24243"/>
                  </a:lnTo>
                  <a:lnTo>
                    <a:pt x="18072" y="24453"/>
                  </a:lnTo>
                  <a:lnTo>
                    <a:pt x="17919" y="24621"/>
                  </a:lnTo>
                  <a:lnTo>
                    <a:pt x="17766" y="24789"/>
                  </a:lnTo>
                  <a:lnTo>
                    <a:pt x="17651" y="24957"/>
                  </a:lnTo>
                  <a:lnTo>
                    <a:pt x="17574" y="25210"/>
                  </a:lnTo>
                  <a:lnTo>
                    <a:pt x="17574" y="25336"/>
                  </a:lnTo>
                  <a:lnTo>
                    <a:pt x="17613" y="25462"/>
                  </a:lnTo>
                  <a:lnTo>
                    <a:pt x="17651" y="25672"/>
                  </a:lnTo>
                  <a:lnTo>
                    <a:pt x="17689" y="25798"/>
                  </a:lnTo>
                  <a:lnTo>
                    <a:pt x="17728" y="26050"/>
                  </a:lnTo>
                  <a:lnTo>
                    <a:pt x="17843" y="26218"/>
                  </a:lnTo>
                  <a:lnTo>
                    <a:pt x="17919" y="26470"/>
                  </a:lnTo>
                  <a:lnTo>
                    <a:pt x="17996" y="26638"/>
                  </a:lnTo>
                  <a:lnTo>
                    <a:pt x="17996" y="26890"/>
                  </a:lnTo>
                  <a:lnTo>
                    <a:pt x="17957" y="27058"/>
                  </a:lnTo>
                  <a:lnTo>
                    <a:pt x="17919" y="27226"/>
                  </a:lnTo>
                  <a:lnTo>
                    <a:pt x="17843" y="27352"/>
                  </a:lnTo>
                  <a:lnTo>
                    <a:pt x="17574" y="27521"/>
                  </a:lnTo>
                  <a:lnTo>
                    <a:pt x="17306" y="27815"/>
                  </a:lnTo>
                  <a:lnTo>
                    <a:pt x="17192" y="28193"/>
                  </a:lnTo>
                  <a:lnTo>
                    <a:pt x="17345" y="28823"/>
                  </a:lnTo>
                  <a:lnTo>
                    <a:pt x="17460" y="29159"/>
                  </a:lnTo>
                  <a:lnTo>
                    <a:pt x="17574" y="29579"/>
                  </a:lnTo>
                  <a:lnTo>
                    <a:pt x="17728" y="29873"/>
                  </a:lnTo>
                  <a:lnTo>
                    <a:pt x="17957" y="29915"/>
                  </a:lnTo>
                  <a:lnTo>
                    <a:pt x="18072" y="29873"/>
                  </a:lnTo>
                  <a:lnTo>
                    <a:pt x="18225" y="29789"/>
                  </a:lnTo>
                  <a:lnTo>
                    <a:pt x="18302" y="29663"/>
                  </a:lnTo>
                  <a:lnTo>
                    <a:pt x="18455" y="29663"/>
                  </a:lnTo>
                  <a:lnTo>
                    <a:pt x="18647" y="29663"/>
                  </a:lnTo>
                  <a:lnTo>
                    <a:pt x="18761" y="29705"/>
                  </a:lnTo>
                  <a:lnTo>
                    <a:pt x="18876" y="29663"/>
                  </a:lnTo>
                  <a:lnTo>
                    <a:pt x="19029" y="29621"/>
                  </a:lnTo>
                  <a:lnTo>
                    <a:pt x="19259" y="29537"/>
                  </a:lnTo>
                  <a:lnTo>
                    <a:pt x="19451" y="29705"/>
                  </a:lnTo>
                  <a:lnTo>
                    <a:pt x="19566" y="30042"/>
                  </a:lnTo>
                  <a:lnTo>
                    <a:pt x="19795" y="30420"/>
                  </a:lnTo>
                  <a:lnTo>
                    <a:pt x="19987" y="30672"/>
                  </a:lnTo>
                  <a:lnTo>
                    <a:pt x="20255" y="30840"/>
                  </a:lnTo>
                  <a:lnTo>
                    <a:pt x="20523" y="31050"/>
                  </a:lnTo>
                  <a:lnTo>
                    <a:pt x="20714" y="31260"/>
                  </a:lnTo>
                  <a:lnTo>
                    <a:pt x="21097" y="31680"/>
                  </a:lnTo>
                  <a:lnTo>
                    <a:pt x="21748" y="32310"/>
                  </a:lnTo>
                  <a:lnTo>
                    <a:pt x="22246" y="32689"/>
                  </a:lnTo>
                  <a:lnTo>
                    <a:pt x="22399" y="32394"/>
                  </a:lnTo>
                  <a:lnTo>
                    <a:pt x="22361" y="32184"/>
                  </a:lnTo>
                  <a:lnTo>
                    <a:pt x="22246" y="32016"/>
                  </a:lnTo>
                  <a:lnTo>
                    <a:pt x="22208" y="31890"/>
                  </a:lnTo>
                  <a:lnTo>
                    <a:pt x="22361" y="31848"/>
                  </a:lnTo>
                  <a:lnTo>
                    <a:pt x="22476" y="31848"/>
                  </a:lnTo>
                  <a:lnTo>
                    <a:pt x="22590" y="31848"/>
                  </a:lnTo>
                  <a:lnTo>
                    <a:pt x="22782" y="31764"/>
                  </a:lnTo>
                  <a:lnTo>
                    <a:pt x="22897" y="31764"/>
                  </a:lnTo>
                  <a:lnTo>
                    <a:pt x="23088" y="31932"/>
                  </a:lnTo>
                  <a:lnTo>
                    <a:pt x="23203" y="32142"/>
                  </a:lnTo>
                  <a:lnTo>
                    <a:pt x="23356" y="32394"/>
                  </a:lnTo>
                  <a:lnTo>
                    <a:pt x="23548" y="32563"/>
                  </a:lnTo>
                  <a:lnTo>
                    <a:pt x="23663" y="32563"/>
                  </a:lnTo>
                  <a:lnTo>
                    <a:pt x="23777" y="32521"/>
                  </a:lnTo>
                  <a:lnTo>
                    <a:pt x="23892" y="32478"/>
                  </a:lnTo>
                  <a:lnTo>
                    <a:pt x="24007" y="32521"/>
                  </a:lnTo>
                  <a:lnTo>
                    <a:pt x="24122" y="32689"/>
                  </a:lnTo>
                  <a:lnTo>
                    <a:pt x="24237" y="32815"/>
                  </a:lnTo>
                  <a:lnTo>
                    <a:pt x="24313" y="32857"/>
                  </a:lnTo>
                  <a:lnTo>
                    <a:pt x="24390" y="32773"/>
                  </a:lnTo>
                  <a:lnTo>
                    <a:pt x="24390" y="32478"/>
                  </a:lnTo>
                  <a:lnTo>
                    <a:pt x="24313" y="32268"/>
                  </a:lnTo>
                  <a:lnTo>
                    <a:pt x="24352" y="32100"/>
                  </a:lnTo>
                  <a:lnTo>
                    <a:pt x="24582" y="32268"/>
                  </a:lnTo>
                  <a:lnTo>
                    <a:pt x="24773" y="32436"/>
                  </a:lnTo>
                  <a:lnTo>
                    <a:pt x="25079" y="32731"/>
                  </a:lnTo>
                  <a:lnTo>
                    <a:pt x="25271" y="32815"/>
                  </a:lnTo>
                  <a:lnTo>
                    <a:pt x="25347" y="32521"/>
                  </a:lnTo>
                  <a:lnTo>
                    <a:pt x="25271" y="32352"/>
                  </a:lnTo>
                  <a:lnTo>
                    <a:pt x="25232" y="32184"/>
                  </a:lnTo>
                  <a:lnTo>
                    <a:pt x="25156" y="32016"/>
                  </a:lnTo>
                  <a:lnTo>
                    <a:pt x="25118" y="31848"/>
                  </a:lnTo>
                  <a:lnTo>
                    <a:pt x="25118" y="31638"/>
                  </a:lnTo>
                  <a:lnTo>
                    <a:pt x="25156" y="31512"/>
                  </a:lnTo>
                  <a:lnTo>
                    <a:pt x="25271" y="31428"/>
                  </a:lnTo>
                  <a:lnTo>
                    <a:pt x="25424" y="31428"/>
                  </a:lnTo>
                  <a:lnTo>
                    <a:pt x="25654" y="31722"/>
                  </a:lnTo>
                  <a:lnTo>
                    <a:pt x="25807" y="32100"/>
                  </a:lnTo>
                  <a:lnTo>
                    <a:pt x="25807" y="32521"/>
                  </a:lnTo>
                  <a:lnTo>
                    <a:pt x="25807" y="32857"/>
                  </a:lnTo>
                  <a:lnTo>
                    <a:pt x="25730" y="33193"/>
                  </a:lnTo>
                  <a:lnTo>
                    <a:pt x="25577" y="33403"/>
                  </a:lnTo>
                  <a:lnTo>
                    <a:pt x="25462" y="33697"/>
                  </a:lnTo>
                  <a:lnTo>
                    <a:pt x="25424" y="34033"/>
                  </a:lnTo>
                  <a:lnTo>
                    <a:pt x="25539" y="34369"/>
                  </a:lnTo>
                  <a:lnTo>
                    <a:pt x="25730" y="34663"/>
                  </a:lnTo>
                  <a:lnTo>
                    <a:pt x="25922" y="35042"/>
                  </a:lnTo>
                  <a:lnTo>
                    <a:pt x="26113" y="35420"/>
                  </a:lnTo>
                  <a:lnTo>
                    <a:pt x="26228" y="35714"/>
                  </a:lnTo>
                  <a:lnTo>
                    <a:pt x="26458" y="36008"/>
                  </a:lnTo>
                  <a:lnTo>
                    <a:pt x="26649" y="36218"/>
                  </a:lnTo>
                  <a:lnTo>
                    <a:pt x="26879" y="36302"/>
                  </a:lnTo>
                  <a:lnTo>
                    <a:pt x="27109" y="36554"/>
                  </a:lnTo>
                  <a:lnTo>
                    <a:pt x="27147" y="36764"/>
                  </a:lnTo>
                  <a:lnTo>
                    <a:pt x="27070" y="37016"/>
                  </a:lnTo>
                  <a:lnTo>
                    <a:pt x="26917" y="37184"/>
                  </a:lnTo>
                  <a:lnTo>
                    <a:pt x="26879" y="37310"/>
                  </a:lnTo>
                  <a:lnTo>
                    <a:pt x="26841" y="37436"/>
                  </a:lnTo>
                  <a:lnTo>
                    <a:pt x="26841" y="37605"/>
                  </a:lnTo>
                  <a:lnTo>
                    <a:pt x="26726" y="37731"/>
                  </a:lnTo>
                  <a:lnTo>
                    <a:pt x="26726" y="37857"/>
                  </a:lnTo>
                  <a:lnTo>
                    <a:pt x="26726" y="37983"/>
                  </a:lnTo>
                  <a:lnTo>
                    <a:pt x="26841" y="38151"/>
                  </a:lnTo>
                  <a:lnTo>
                    <a:pt x="26879" y="38277"/>
                  </a:lnTo>
                  <a:lnTo>
                    <a:pt x="26955" y="38655"/>
                  </a:lnTo>
                  <a:lnTo>
                    <a:pt x="27032" y="39033"/>
                  </a:lnTo>
                  <a:lnTo>
                    <a:pt x="27147" y="39369"/>
                  </a:lnTo>
                  <a:lnTo>
                    <a:pt x="27377" y="39663"/>
                  </a:lnTo>
                  <a:lnTo>
                    <a:pt x="27530" y="39747"/>
                  </a:lnTo>
                  <a:lnTo>
                    <a:pt x="27453" y="39327"/>
                  </a:lnTo>
                  <a:lnTo>
                    <a:pt x="27300" y="38739"/>
                  </a:lnTo>
                  <a:lnTo>
                    <a:pt x="27147" y="38487"/>
                  </a:lnTo>
                  <a:lnTo>
                    <a:pt x="27300" y="38361"/>
                  </a:lnTo>
                  <a:lnTo>
                    <a:pt x="27530" y="38487"/>
                  </a:lnTo>
                  <a:lnTo>
                    <a:pt x="27836" y="38613"/>
                  </a:lnTo>
                  <a:lnTo>
                    <a:pt x="28028" y="38823"/>
                  </a:lnTo>
                  <a:lnTo>
                    <a:pt x="28066" y="39117"/>
                  </a:lnTo>
                  <a:lnTo>
                    <a:pt x="28104" y="39369"/>
                  </a:lnTo>
                  <a:lnTo>
                    <a:pt x="28104" y="39537"/>
                  </a:lnTo>
                  <a:lnTo>
                    <a:pt x="28104" y="39831"/>
                  </a:lnTo>
                  <a:lnTo>
                    <a:pt x="28181" y="39957"/>
                  </a:lnTo>
                  <a:lnTo>
                    <a:pt x="28257" y="40042"/>
                  </a:lnTo>
                  <a:lnTo>
                    <a:pt x="28372" y="40210"/>
                  </a:lnTo>
                  <a:lnTo>
                    <a:pt x="28449" y="40336"/>
                  </a:lnTo>
                  <a:lnTo>
                    <a:pt x="28564" y="40756"/>
                  </a:lnTo>
                  <a:lnTo>
                    <a:pt x="28449" y="41008"/>
                  </a:lnTo>
                  <a:lnTo>
                    <a:pt x="28296" y="41176"/>
                  </a:lnTo>
                  <a:lnTo>
                    <a:pt x="28257" y="41470"/>
                  </a:lnTo>
                  <a:lnTo>
                    <a:pt x="28296" y="41596"/>
                  </a:lnTo>
                  <a:lnTo>
                    <a:pt x="28410" y="41848"/>
                  </a:lnTo>
                  <a:lnTo>
                    <a:pt x="28487" y="42058"/>
                  </a:lnTo>
                  <a:lnTo>
                    <a:pt x="28525" y="42226"/>
                  </a:lnTo>
                  <a:lnTo>
                    <a:pt x="28640" y="42352"/>
                  </a:lnTo>
                  <a:lnTo>
                    <a:pt x="28793" y="42394"/>
                  </a:lnTo>
                  <a:lnTo>
                    <a:pt x="28870" y="42478"/>
                  </a:lnTo>
                  <a:lnTo>
                    <a:pt x="28793" y="42647"/>
                  </a:lnTo>
                  <a:lnTo>
                    <a:pt x="28755" y="42857"/>
                  </a:lnTo>
                  <a:lnTo>
                    <a:pt x="28793" y="43151"/>
                  </a:lnTo>
                  <a:lnTo>
                    <a:pt x="28908" y="43403"/>
                  </a:lnTo>
                  <a:lnTo>
                    <a:pt x="29100" y="43697"/>
                  </a:lnTo>
                  <a:lnTo>
                    <a:pt x="29215" y="43739"/>
                  </a:lnTo>
                  <a:lnTo>
                    <a:pt x="29368" y="43781"/>
                  </a:lnTo>
                  <a:lnTo>
                    <a:pt x="29521" y="43907"/>
                  </a:lnTo>
                  <a:lnTo>
                    <a:pt x="29597" y="44075"/>
                  </a:lnTo>
                  <a:lnTo>
                    <a:pt x="29559" y="44159"/>
                  </a:lnTo>
                  <a:lnTo>
                    <a:pt x="29406" y="44243"/>
                  </a:lnTo>
                  <a:lnTo>
                    <a:pt x="29253" y="44327"/>
                  </a:lnTo>
                  <a:lnTo>
                    <a:pt x="29138" y="44369"/>
                  </a:lnTo>
                  <a:lnTo>
                    <a:pt x="29023" y="44579"/>
                  </a:lnTo>
                  <a:lnTo>
                    <a:pt x="28947" y="44873"/>
                  </a:lnTo>
                  <a:lnTo>
                    <a:pt x="28947" y="45168"/>
                  </a:lnTo>
                  <a:lnTo>
                    <a:pt x="29215" y="45462"/>
                  </a:lnTo>
                  <a:lnTo>
                    <a:pt x="29406" y="45756"/>
                  </a:lnTo>
                  <a:lnTo>
                    <a:pt x="29329" y="46008"/>
                  </a:lnTo>
                  <a:lnTo>
                    <a:pt x="29138" y="46218"/>
                  </a:lnTo>
                  <a:lnTo>
                    <a:pt x="28985" y="46428"/>
                  </a:lnTo>
                  <a:lnTo>
                    <a:pt x="28947" y="46638"/>
                  </a:lnTo>
                  <a:lnTo>
                    <a:pt x="28985" y="46974"/>
                  </a:lnTo>
                  <a:lnTo>
                    <a:pt x="29100" y="47352"/>
                  </a:lnTo>
                  <a:lnTo>
                    <a:pt x="29253" y="47563"/>
                  </a:lnTo>
                  <a:lnTo>
                    <a:pt x="29521" y="47815"/>
                  </a:lnTo>
                  <a:lnTo>
                    <a:pt x="29751" y="47899"/>
                  </a:lnTo>
                  <a:lnTo>
                    <a:pt x="29980" y="47941"/>
                  </a:lnTo>
                  <a:lnTo>
                    <a:pt x="30248" y="48109"/>
                  </a:lnTo>
                  <a:lnTo>
                    <a:pt x="30402" y="48277"/>
                  </a:lnTo>
                  <a:lnTo>
                    <a:pt x="30516" y="48445"/>
                  </a:lnTo>
                  <a:lnTo>
                    <a:pt x="30670" y="48571"/>
                  </a:lnTo>
                  <a:lnTo>
                    <a:pt x="30823" y="48613"/>
                  </a:lnTo>
                  <a:lnTo>
                    <a:pt x="30976" y="48655"/>
                  </a:lnTo>
                  <a:lnTo>
                    <a:pt x="31129" y="48697"/>
                  </a:lnTo>
                  <a:lnTo>
                    <a:pt x="31244" y="48739"/>
                  </a:lnTo>
                  <a:lnTo>
                    <a:pt x="31435" y="48907"/>
                  </a:lnTo>
                  <a:lnTo>
                    <a:pt x="31550" y="49117"/>
                  </a:lnTo>
                  <a:lnTo>
                    <a:pt x="31665" y="49453"/>
                  </a:lnTo>
                  <a:lnTo>
                    <a:pt x="31818" y="49747"/>
                  </a:lnTo>
                  <a:lnTo>
                    <a:pt x="32048" y="49831"/>
                  </a:lnTo>
                  <a:lnTo>
                    <a:pt x="32316" y="49789"/>
                  </a:lnTo>
                  <a:lnTo>
                    <a:pt x="32546" y="49873"/>
                  </a:lnTo>
                  <a:lnTo>
                    <a:pt x="32584" y="50042"/>
                  </a:lnTo>
                  <a:lnTo>
                    <a:pt x="32431" y="50336"/>
                  </a:lnTo>
                  <a:lnTo>
                    <a:pt x="32163" y="50672"/>
                  </a:lnTo>
                  <a:lnTo>
                    <a:pt x="31857" y="50840"/>
                  </a:lnTo>
                  <a:lnTo>
                    <a:pt x="31474" y="51008"/>
                  </a:lnTo>
                  <a:lnTo>
                    <a:pt x="31052" y="51092"/>
                  </a:lnTo>
                  <a:lnTo>
                    <a:pt x="30976" y="51092"/>
                  </a:lnTo>
                  <a:lnTo>
                    <a:pt x="30823" y="51134"/>
                  </a:lnTo>
                  <a:lnTo>
                    <a:pt x="30746" y="51218"/>
                  </a:lnTo>
                  <a:lnTo>
                    <a:pt x="30746" y="51386"/>
                  </a:lnTo>
                  <a:lnTo>
                    <a:pt x="30861" y="51512"/>
                  </a:lnTo>
                  <a:lnTo>
                    <a:pt x="31014" y="51554"/>
                  </a:lnTo>
                  <a:lnTo>
                    <a:pt x="31129" y="51554"/>
                  </a:lnTo>
                  <a:lnTo>
                    <a:pt x="31206" y="51554"/>
                  </a:lnTo>
                  <a:lnTo>
                    <a:pt x="31512" y="51848"/>
                  </a:lnTo>
                  <a:lnTo>
                    <a:pt x="31665" y="52184"/>
                  </a:lnTo>
                  <a:lnTo>
                    <a:pt x="31818" y="52605"/>
                  </a:lnTo>
                  <a:lnTo>
                    <a:pt x="31818" y="52899"/>
                  </a:lnTo>
                  <a:lnTo>
                    <a:pt x="31895" y="52941"/>
                  </a:lnTo>
                  <a:lnTo>
                    <a:pt x="31933" y="53025"/>
                  </a:lnTo>
                  <a:lnTo>
                    <a:pt x="32010" y="53025"/>
                  </a:lnTo>
                  <a:lnTo>
                    <a:pt x="32125" y="53067"/>
                  </a:lnTo>
                  <a:lnTo>
                    <a:pt x="32201" y="53109"/>
                  </a:lnTo>
                  <a:lnTo>
                    <a:pt x="32239" y="53193"/>
                  </a:lnTo>
                  <a:lnTo>
                    <a:pt x="32316" y="53235"/>
                  </a:lnTo>
                  <a:lnTo>
                    <a:pt x="32354" y="53277"/>
                  </a:lnTo>
                  <a:lnTo>
                    <a:pt x="32546" y="53277"/>
                  </a:lnTo>
                  <a:lnTo>
                    <a:pt x="32661" y="53235"/>
                  </a:lnTo>
                  <a:lnTo>
                    <a:pt x="32737" y="53151"/>
                  </a:lnTo>
                  <a:lnTo>
                    <a:pt x="32890" y="53025"/>
                  </a:lnTo>
                  <a:lnTo>
                    <a:pt x="33082" y="52899"/>
                  </a:lnTo>
                  <a:lnTo>
                    <a:pt x="33426" y="52857"/>
                  </a:lnTo>
                  <a:lnTo>
                    <a:pt x="33809" y="52857"/>
                  </a:lnTo>
                  <a:lnTo>
                    <a:pt x="34116" y="53109"/>
                  </a:lnTo>
                  <a:lnTo>
                    <a:pt x="34192" y="53445"/>
                  </a:lnTo>
                  <a:lnTo>
                    <a:pt x="34077" y="53697"/>
                  </a:lnTo>
                  <a:lnTo>
                    <a:pt x="33809" y="53949"/>
                  </a:lnTo>
                  <a:lnTo>
                    <a:pt x="33694" y="54159"/>
                  </a:lnTo>
                  <a:lnTo>
                    <a:pt x="33656" y="54453"/>
                  </a:lnTo>
                  <a:lnTo>
                    <a:pt x="33733" y="54747"/>
                  </a:lnTo>
                  <a:lnTo>
                    <a:pt x="33848" y="55042"/>
                  </a:lnTo>
                  <a:lnTo>
                    <a:pt x="34039" y="55378"/>
                  </a:lnTo>
                  <a:lnTo>
                    <a:pt x="34231" y="55630"/>
                  </a:lnTo>
                  <a:lnTo>
                    <a:pt x="34422" y="55378"/>
                  </a:lnTo>
                  <a:lnTo>
                    <a:pt x="34537" y="54957"/>
                  </a:lnTo>
                  <a:lnTo>
                    <a:pt x="34575" y="54705"/>
                  </a:lnTo>
                  <a:lnTo>
                    <a:pt x="34652" y="54579"/>
                  </a:lnTo>
                  <a:lnTo>
                    <a:pt x="34767" y="54411"/>
                  </a:lnTo>
                  <a:lnTo>
                    <a:pt x="34881" y="54327"/>
                  </a:lnTo>
                  <a:lnTo>
                    <a:pt x="34958" y="54327"/>
                  </a:lnTo>
                  <a:lnTo>
                    <a:pt x="35111" y="54369"/>
                  </a:lnTo>
                  <a:lnTo>
                    <a:pt x="35111" y="54495"/>
                  </a:lnTo>
                  <a:lnTo>
                    <a:pt x="35035" y="54579"/>
                  </a:lnTo>
                  <a:lnTo>
                    <a:pt x="34996" y="54747"/>
                  </a:lnTo>
                  <a:lnTo>
                    <a:pt x="34996" y="54873"/>
                  </a:lnTo>
                  <a:lnTo>
                    <a:pt x="35035" y="54957"/>
                  </a:lnTo>
                  <a:lnTo>
                    <a:pt x="35149" y="55000"/>
                  </a:lnTo>
                  <a:lnTo>
                    <a:pt x="35226" y="54957"/>
                  </a:lnTo>
                  <a:lnTo>
                    <a:pt x="35341" y="54915"/>
                  </a:lnTo>
                  <a:lnTo>
                    <a:pt x="35379" y="54957"/>
                  </a:lnTo>
                  <a:lnTo>
                    <a:pt x="35417" y="55042"/>
                  </a:lnTo>
                  <a:lnTo>
                    <a:pt x="35532" y="55168"/>
                  </a:lnTo>
                  <a:lnTo>
                    <a:pt x="35800" y="55168"/>
                  </a:lnTo>
                  <a:lnTo>
                    <a:pt x="36030" y="55042"/>
                  </a:lnTo>
                  <a:lnTo>
                    <a:pt x="36260" y="54873"/>
                  </a:lnTo>
                  <a:lnTo>
                    <a:pt x="36451" y="54747"/>
                  </a:lnTo>
                  <a:lnTo>
                    <a:pt x="36566" y="54705"/>
                  </a:lnTo>
                  <a:lnTo>
                    <a:pt x="36796" y="54747"/>
                  </a:lnTo>
                  <a:lnTo>
                    <a:pt x="36987" y="54789"/>
                  </a:lnTo>
                  <a:lnTo>
                    <a:pt x="37141" y="54789"/>
                  </a:lnTo>
                  <a:lnTo>
                    <a:pt x="37294" y="54747"/>
                  </a:lnTo>
                  <a:lnTo>
                    <a:pt x="37447" y="54705"/>
                  </a:lnTo>
                  <a:lnTo>
                    <a:pt x="37562" y="54579"/>
                  </a:lnTo>
                  <a:lnTo>
                    <a:pt x="37677" y="54453"/>
                  </a:lnTo>
                  <a:lnTo>
                    <a:pt x="37791" y="54369"/>
                  </a:lnTo>
                  <a:lnTo>
                    <a:pt x="37983" y="54117"/>
                  </a:lnTo>
                  <a:lnTo>
                    <a:pt x="38174" y="53991"/>
                  </a:lnTo>
                  <a:lnTo>
                    <a:pt x="38328" y="54033"/>
                  </a:lnTo>
                  <a:lnTo>
                    <a:pt x="38366" y="54201"/>
                  </a:lnTo>
                  <a:lnTo>
                    <a:pt x="38328" y="54369"/>
                  </a:lnTo>
                  <a:lnTo>
                    <a:pt x="38251" y="54495"/>
                  </a:lnTo>
                  <a:lnTo>
                    <a:pt x="38174" y="54579"/>
                  </a:lnTo>
                  <a:lnTo>
                    <a:pt x="38021" y="54705"/>
                  </a:lnTo>
                  <a:lnTo>
                    <a:pt x="37906" y="54789"/>
                  </a:lnTo>
                  <a:lnTo>
                    <a:pt x="37791" y="54831"/>
                  </a:lnTo>
                  <a:lnTo>
                    <a:pt x="37677" y="54957"/>
                  </a:lnTo>
                  <a:lnTo>
                    <a:pt x="37600" y="55126"/>
                  </a:lnTo>
                  <a:lnTo>
                    <a:pt x="37562" y="55294"/>
                  </a:lnTo>
                  <a:lnTo>
                    <a:pt x="37523" y="55504"/>
                  </a:lnTo>
                  <a:lnTo>
                    <a:pt x="37447" y="55630"/>
                  </a:lnTo>
                  <a:lnTo>
                    <a:pt x="37370" y="55924"/>
                  </a:lnTo>
                  <a:lnTo>
                    <a:pt x="37255" y="56134"/>
                  </a:lnTo>
                  <a:lnTo>
                    <a:pt x="37217" y="56470"/>
                  </a:lnTo>
                  <a:lnTo>
                    <a:pt x="37370" y="56848"/>
                  </a:lnTo>
                  <a:lnTo>
                    <a:pt x="37868" y="57521"/>
                  </a:lnTo>
                  <a:lnTo>
                    <a:pt x="38442" y="57899"/>
                  </a:lnTo>
                  <a:lnTo>
                    <a:pt x="39132" y="58193"/>
                  </a:lnTo>
                  <a:lnTo>
                    <a:pt x="39668" y="58361"/>
                  </a:lnTo>
                  <a:lnTo>
                    <a:pt x="39897" y="58487"/>
                  </a:lnTo>
                  <a:lnTo>
                    <a:pt x="40127" y="58571"/>
                  </a:lnTo>
                  <a:lnTo>
                    <a:pt x="40319" y="58697"/>
                  </a:lnTo>
                  <a:lnTo>
                    <a:pt x="40587" y="58949"/>
                  </a:lnTo>
                  <a:lnTo>
                    <a:pt x="40701" y="59117"/>
                  </a:lnTo>
                  <a:lnTo>
                    <a:pt x="40855" y="59327"/>
                  </a:lnTo>
                  <a:lnTo>
                    <a:pt x="40931" y="59495"/>
                  </a:lnTo>
                  <a:lnTo>
                    <a:pt x="41123" y="59705"/>
                  </a:lnTo>
                  <a:lnTo>
                    <a:pt x="41276" y="59831"/>
                  </a:lnTo>
                  <a:lnTo>
                    <a:pt x="41429" y="59873"/>
                  </a:lnTo>
                  <a:lnTo>
                    <a:pt x="41659" y="59873"/>
                  </a:lnTo>
                  <a:lnTo>
                    <a:pt x="41774" y="59873"/>
                  </a:lnTo>
                  <a:lnTo>
                    <a:pt x="42080" y="59915"/>
                  </a:lnTo>
                  <a:lnTo>
                    <a:pt x="42348" y="60126"/>
                  </a:lnTo>
                  <a:lnTo>
                    <a:pt x="42654" y="60210"/>
                  </a:lnTo>
                  <a:lnTo>
                    <a:pt x="42884" y="60252"/>
                  </a:lnTo>
                  <a:lnTo>
                    <a:pt x="43114" y="60084"/>
                  </a:lnTo>
                  <a:lnTo>
                    <a:pt x="43420" y="59747"/>
                  </a:lnTo>
                  <a:lnTo>
                    <a:pt x="43765" y="59579"/>
                  </a:lnTo>
                  <a:lnTo>
                    <a:pt x="43994" y="59831"/>
                  </a:lnTo>
                  <a:lnTo>
                    <a:pt x="44071" y="60210"/>
                  </a:lnTo>
                  <a:lnTo>
                    <a:pt x="44186" y="60630"/>
                  </a:lnTo>
                  <a:lnTo>
                    <a:pt x="44262" y="61050"/>
                  </a:lnTo>
                  <a:lnTo>
                    <a:pt x="44416" y="61344"/>
                  </a:lnTo>
                  <a:lnTo>
                    <a:pt x="44645" y="61428"/>
                  </a:lnTo>
                  <a:lnTo>
                    <a:pt x="44913" y="61512"/>
                  </a:lnTo>
                  <a:lnTo>
                    <a:pt x="45143" y="61638"/>
                  </a:lnTo>
                  <a:lnTo>
                    <a:pt x="45373" y="61806"/>
                  </a:lnTo>
                  <a:lnTo>
                    <a:pt x="45411" y="62310"/>
                  </a:lnTo>
                  <a:lnTo>
                    <a:pt x="45143" y="63025"/>
                  </a:lnTo>
                  <a:lnTo>
                    <a:pt x="44798" y="63655"/>
                  </a:lnTo>
                  <a:lnTo>
                    <a:pt x="44607" y="64117"/>
                  </a:lnTo>
                  <a:lnTo>
                    <a:pt x="44377" y="64453"/>
                  </a:lnTo>
                  <a:lnTo>
                    <a:pt x="44148" y="64663"/>
                  </a:lnTo>
                  <a:lnTo>
                    <a:pt x="43880" y="64873"/>
                  </a:lnTo>
                  <a:lnTo>
                    <a:pt x="43688" y="65168"/>
                  </a:lnTo>
                  <a:lnTo>
                    <a:pt x="43611" y="65546"/>
                  </a:lnTo>
                  <a:lnTo>
                    <a:pt x="43650" y="65924"/>
                  </a:lnTo>
                  <a:lnTo>
                    <a:pt x="43765" y="66386"/>
                  </a:lnTo>
                  <a:lnTo>
                    <a:pt x="43841" y="66806"/>
                  </a:lnTo>
                  <a:lnTo>
                    <a:pt x="43994" y="67310"/>
                  </a:lnTo>
                  <a:lnTo>
                    <a:pt x="44186" y="67605"/>
                  </a:lnTo>
                  <a:lnTo>
                    <a:pt x="44377" y="67773"/>
                  </a:lnTo>
                  <a:lnTo>
                    <a:pt x="44722" y="67815"/>
                  </a:lnTo>
                  <a:lnTo>
                    <a:pt x="44990" y="67857"/>
                  </a:lnTo>
                  <a:lnTo>
                    <a:pt x="45335" y="67983"/>
                  </a:lnTo>
                  <a:lnTo>
                    <a:pt x="45564" y="68193"/>
                  </a:lnTo>
                  <a:lnTo>
                    <a:pt x="45717" y="68613"/>
                  </a:lnTo>
                  <a:lnTo>
                    <a:pt x="45717" y="69411"/>
                  </a:lnTo>
                  <a:lnTo>
                    <a:pt x="45794" y="70252"/>
                  </a:lnTo>
                  <a:lnTo>
                    <a:pt x="45909" y="71092"/>
                  </a:lnTo>
                  <a:lnTo>
                    <a:pt x="46139" y="71974"/>
                  </a:lnTo>
                  <a:lnTo>
                    <a:pt x="46330" y="72731"/>
                  </a:lnTo>
                  <a:lnTo>
                    <a:pt x="46483" y="73529"/>
                  </a:lnTo>
                  <a:lnTo>
                    <a:pt x="46483" y="74243"/>
                  </a:lnTo>
                  <a:lnTo>
                    <a:pt x="46177" y="74621"/>
                  </a:lnTo>
                  <a:lnTo>
                    <a:pt x="45488" y="74873"/>
                  </a:lnTo>
                  <a:lnTo>
                    <a:pt x="44760" y="75084"/>
                  </a:lnTo>
                  <a:lnTo>
                    <a:pt x="43994" y="75168"/>
                  </a:lnTo>
                  <a:lnTo>
                    <a:pt x="43190" y="75126"/>
                  </a:lnTo>
                  <a:lnTo>
                    <a:pt x="42769" y="75126"/>
                  </a:lnTo>
                  <a:lnTo>
                    <a:pt x="42310" y="75084"/>
                  </a:lnTo>
                  <a:lnTo>
                    <a:pt x="41888" y="75084"/>
                  </a:lnTo>
                  <a:lnTo>
                    <a:pt x="41391" y="74957"/>
                  </a:lnTo>
                  <a:lnTo>
                    <a:pt x="41046" y="74915"/>
                  </a:lnTo>
                  <a:lnTo>
                    <a:pt x="40778" y="74957"/>
                  </a:lnTo>
                  <a:lnTo>
                    <a:pt x="40510" y="75126"/>
                  </a:lnTo>
                  <a:lnTo>
                    <a:pt x="40280" y="75336"/>
                  </a:lnTo>
                  <a:lnTo>
                    <a:pt x="40089" y="75672"/>
                  </a:lnTo>
                  <a:lnTo>
                    <a:pt x="39821" y="76008"/>
                  </a:lnTo>
                  <a:lnTo>
                    <a:pt x="39514" y="76302"/>
                  </a:lnTo>
                  <a:lnTo>
                    <a:pt x="39170" y="76428"/>
                  </a:lnTo>
                  <a:lnTo>
                    <a:pt x="38825" y="76470"/>
                  </a:lnTo>
                  <a:lnTo>
                    <a:pt x="38442" y="76470"/>
                  </a:lnTo>
                  <a:lnTo>
                    <a:pt x="38136" y="76554"/>
                  </a:lnTo>
                  <a:lnTo>
                    <a:pt x="37791" y="76722"/>
                  </a:lnTo>
                  <a:lnTo>
                    <a:pt x="37255" y="77184"/>
                  </a:lnTo>
                  <a:lnTo>
                    <a:pt x="36796" y="77773"/>
                  </a:lnTo>
                  <a:lnTo>
                    <a:pt x="36336" y="78361"/>
                  </a:lnTo>
                  <a:lnTo>
                    <a:pt x="35762" y="78823"/>
                  </a:lnTo>
                  <a:lnTo>
                    <a:pt x="35417" y="78907"/>
                  </a:lnTo>
                  <a:lnTo>
                    <a:pt x="35111" y="78949"/>
                  </a:lnTo>
                  <a:lnTo>
                    <a:pt x="34690" y="78949"/>
                  </a:lnTo>
                  <a:lnTo>
                    <a:pt x="34307" y="78991"/>
                  </a:lnTo>
                  <a:lnTo>
                    <a:pt x="34192" y="78991"/>
                  </a:lnTo>
                  <a:lnTo>
                    <a:pt x="34039" y="79033"/>
                  </a:lnTo>
                  <a:lnTo>
                    <a:pt x="33886" y="79159"/>
                  </a:lnTo>
                  <a:lnTo>
                    <a:pt x="33771" y="79201"/>
                  </a:lnTo>
                  <a:lnTo>
                    <a:pt x="33656" y="79243"/>
                  </a:lnTo>
                  <a:lnTo>
                    <a:pt x="33465" y="79243"/>
                  </a:lnTo>
                  <a:lnTo>
                    <a:pt x="33312" y="79285"/>
                  </a:lnTo>
                  <a:lnTo>
                    <a:pt x="33158" y="79327"/>
                  </a:lnTo>
                  <a:lnTo>
                    <a:pt x="32890" y="79621"/>
                  </a:lnTo>
                  <a:lnTo>
                    <a:pt x="32622" y="79915"/>
                  </a:lnTo>
                  <a:lnTo>
                    <a:pt x="32316" y="80252"/>
                  </a:lnTo>
                  <a:lnTo>
                    <a:pt x="32010" y="80546"/>
                  </a:lnTo>
                  <a:lnTo>
                    <a:pt x="31780" y="80630"/>
                  </a:lnTo>
                  <a:lnTo>
                    <a:pt x="31550" y="80588"/>
                  </a:lnTo>
                  <a:lnTo>
                    <a:pt x="31397" y="80462"/>
                  </a:lnTo>
                  <a:lnTo>
                    <a:pt x="31091" y="80252"/>
                  </a:lnTo>
                  <a:lnTo>
                    <a:pt x="30746" y="80084"/>
                  </a:lnTo>
                  <a:lnTo>
                    <a:pt x="30440" y="79915"/>
                  </a:lnTo>
                  <a:lnTo>
                    <a:pt x="30095" y="79789"/>
                  </a:lnTo>
                  <a:lnTo>
                    <a:pt x="29789" y="79495"/>
                  </a:lnTo>
                  <a:lnTo>
                    <a:pt x="29674" y="79327"/>
                  </a:lnTo>
                  <a:lnTo>
                    <a:pt x="29559" y="79159"/>
                  </a:lnTo>
                  <a:lnTo>
                    <a:pt x="29483" y="78991"/>
                  </a:lnTo>
                  <a:lnTo>
                    <a:pt x="29368" y="78781"/>
                  </a:lnTo>
                  <a:lnTo>
                    <a:pt x="29253" y="78655"/>
                  </a:lnTo>
                  <a:lnTo>
                    <a:pt x="29138" y="78613"/>
                  </a:lnTo>
                  <a:lnTo>
                    <a:pt x="28947" y="78655"/>
                  </a:lnTo>
                  <a:lnTo>
                    <a:pt x="28870" y="78697"/>
                  </a:lnTo>
                  <a:lnTo>
                    <a:pt x="28640" y="78697"/>
                  </a:lnTo>
                  <a:lnTo>
                    <a:pt x="28487" y="78781"/>
                  </a:lnTo>
                  <a:lnTo>
                    <a:pt x="28296" y="78823"/>
                  </a:lnTo>
                  <a:lnTo>
                    <a:pt x="28181" y="78907"/>
                  </a:lnTo>
                  <a:lnTo>
                    <a:pt x="28142" y="78991"/>
                  </a:lnTo>
                  <a:lnTo>
                    <a:pt x="28104" y="79159"/>
                  </a:lnTo>
                  <a:lnTo>
                    <a:pt x="28028" y="79243"/>
                  </a:lnTo>
                  <a:lnTo>
                    <a:pt x="27989" y="79285"/>
                  </a:lnTo>
                  <a:lnTo>
                    <a:pt x="27760" y="79243"/>
                  </a:lnTo>
                  <a:lnTo>
                    <a:pt x="27530" y="79201"/>
                  </a:lnTo>
                  <a:lnTo>
                    <a:pt x="27338" y="79033"/>
                  </a:lnTo>
                  <a:lnTo>
                    <a:pt x="27109" y="78949"/>
                  </a:lnTo>
                  <a:lnTo>
                    <a:pt x="26955" y="78907"/>
                  </a:lnTo>
                  <a:lnTo>
                    <a:pt x="26764" y="78907"/>
                  </a:lnTo>
                  <a:lnTo>
                    <a:pt x="26611" y="78949"/>
                  </a:lnTo>
                  <a:lnTo>
                    <a:pt x="26458" y="78949"/>
                  </a:lnTo>
                  <a:lnTo>
                    <a:pt x="25883" y="78907"/>
                  </a:lnTo>
                  <a:lnTo>
                    <a:pt x="25347" y="78571"/>
                  </a:lnTo>
                  <a:lnTo>
                    <a:pt x="24773" y="78151"/>
                  </a:lnTo>
                  <a:lnTo>
                    <a:pt x="24237" y="77815"/>
                  </a:lnTo>
                  <a:lnTo>
                    <a:pt x="24084" y="77731"/>
                  </a:lnTo>
                  <a:lnTo>
                    <a:pt x="23969" y="77647"/>
                  </a:lnTo>
                  <a:lnTo>
                    <a:pt x="23854" y="77605"/>
                  </a:lnTo>
                  <a:lnTo>
                    <a:pt x="23701" y="77563"/>
                  </a:lnTo>
                  <a:lnTo>
                    <a:pt x="23548" y="77521"/>
                  </a:lnTo>
                  <a:lnTo>
                    <a:pt x="23395" y="77521"/>
                  </a:lnTo>
                  <a:lnTo>
                    <a:pt x="23280" y="77436"/>
                  </a:lnTo>
                  <a:lnTo>
                    <a:pt x="23126" y="77352"/>
                  </a:lnTo>
                  <a:lnTo>
                    <a:pt x="22820" y="77142"/>
                  </a:lnTo>
                  <a:lnTo>
                    <a:pt x="22514" y="76848"/>
                  </a:lnTo>
                  <a:lnTo>
                    <a:pt x="22208" y="76680"/>
                  </a:lnTo>
                  <a:lnTo>
                    <a:pt x="21901" y="76554"/>
                  </a:lnTo>
                  <a:lnTo>
                    <a:pt x="21710" y="76596"/>
                  </a:lnTo>
                  <a:lnTo>
                    <a:pt x="21480" y="76806"/>
                  </a:lnTo>
                  <a:lnTo>
                    <a:pt x="21289" y="76848"/>
                  </a:lnTo>
                  <a:lnTo>
                    <a:pt x="21059" y="76554"/>
                  </a:lnTo>
                  <a:lnTo>
                    <a:pt x="20829" y="76260"/>
                  </a:lnTo>
                  <a:lnTo>
                    <a:pt x="20485" y="76050"/>
                  </a:lnTo>
                  <a:lnTo>
                    <a:pt x="20140" y="76050"/>
                  </a:lnTo>
                  <a:lnTo>
                    <a:pt x="19872" y="76176"/>
                  </a:lnTo>
                  <a:lnTo>
                    <a:pt x="19795" y="76302"/>
                  </a:lnTo>
                  <a:lnTo>
                    <a:pt x="19719" y="76344"/>
                  </a:lnTo>
                  <a:lnTo>
                    <a:pt x="19719" y="76428"/>
                  </a:lnTo>
                  <a:lnTo>
                    <a:pt x="19795" y="76596"/>
                  </a:lnTo>
                  <a:lnTo>
                    <a:pt x="19910" y="76722"/>
                  </a:lnTo>
                  <a:lnTo>
                    <a:pt x="20140" y="76848"/>
                  </a:lnTo>
                  <a:lnTo>
                    <a:pt x="20331" y="76932"/>
                  </a:lnTo>
                  <a:lnTo>
                    <a:pt x="20485" y="77016"/>
                  </a:lnTo>
                  <a:lnTo>
                    <a:pt x="20676" y="77142"/>
                  </a:lnTo>
                  <a:lnTo>
                    <a:pt x="21021" y="77268"/>
                  </a:lnTo>
                  <a:lnTo>
                    <a:pt x="21365" y="77436"/>
                  </a:lnTo>
                  <a:lnTo>
                    <a:pt x="21518" y="77647"/>
                  </a:lnTo>
                  <a:lnTo>
                    <a:pt x="21595" y="77815"/>
                  </a:lnTo>
                  <a:lnTo>
                    <a:pt x="21480" y="77941"/>
                  </a:lnTo>
                  <a:lnTo>
                    <a:pt x="21403" y="78025"/>
                  </a:lnTo>
                  <a:lnTo>
                    <a:pt x="21365" y="78109"/>
                  </a:lnTo>
                  <a:lnTo>
                    <a:pt x="21365" y="78277"/>
                  </a:lnTo>
                  <a:lnTo>
                    <a:pt x="21403" y="78487"/>
                  </a:lnTo>
                  <a:lnTo>
                    <a:pt x="21442" y="78655"/>
                  </a:lnTo>
                  <a:lnTo>
                    <a:pt x="21518" y="78865"/>
                  </a:lnTo>
                  <a:lnTo>
                    <a:pt x="21595" y="79033"/>
                  </a:lnTo>
                  <a:lnTo>
                    <a:pt x="21633" y="79201"/>
                  </a:lnTo>
                  <a:lnTo>
                    <a:pt x="21671" y="79285"/>
                  </a:lnTo>
                  <a:lnTo>
                    <a:pt x="21748" y="79453"/>
                  </a:lnTo>
                  <a:lnTo>
                    <a:pt x="21825" y="79495"/>
                  </a:lnTo>
                  <a:lnTo>
                    <a:pt x="21901" y="79621"/>
                  </a:lnTo>
                  <a:lnTo>
                    <a:pt x="22054" y="79705"/>
                  </a:lnTo>
                  <a:lnTo>
                    <a:pt x="22131" y="79747"/>
                  </a:lnTo>
                  <a:lnTo>
                    <a:pt x="22246" y="79873"/>
                  </a:lnTo>
                  <a:lnTo>
                    <a:pt x="22361" y="80000"/>
                  </a:lnTo>
                  <a:lnTo>
                    <a:pt x="22476" y="80084"/>
                  </a:lnTo>
                  <a:lnTo>
                    <a:pt x="22590" y="80168"/>
                  </a:lnTo>
                  <a:lnTo>
                    <a:pt x="22744" y="80210"/>
                  </a:lnTo>
                  <a:lnTo>
                    <a:pt x="22858" y="80294"/>
                  </a:lnTo>
                  <a:lnTo>
                    <a:pt x="23012" y="80462"/>
                  </a:lnTo>
                  <a:lnTo>
                    <a:pt x="23126" y="80588"/>
                  </a:lnTo>
                  <a:lnTo>
                    <a:pt x="23088" y="80756"/>
                  </a:lnTo>
                  <a:lnTo>
                    <a:pt x="22897" y="80966"/>
                  </a:lnTo>
                  <a:lnTo>
                    <a:pt x="22820" y="81134"/>
                  </a:lnTo>
                  <a:lnTo>
                    <a:pt x="22935" y="81470"/>
                  </a:lnTo>
                  <a:lnTo>
                    <a:pt x="23395" y="81848"/>
                  </a:lnTo>
                  <a:lnTo>
                    <a:pt x="24084" y="82352"/>
                  </a:lnTo>
                  <a:lnTo>
                    <a:pt x="24658" y="82899"/>
                  </a:lnTo>
                  <a:lnTo>
                    <a:pt x="24505" y="83361"/>
                  </a:lnTo>
                  <a:lnTo>
                    <a:pt x="24390" y="83403"/>
                  </a:lnTo>
                  <a:lnTo>
                    <a:pt x="24237" y="83445"/>
                  </a:lnTo>
                  <a:lnTo>
                    <a:pt x="24045" y="83529"/>
                  </a:lnTo>
                  <a:lnTo>
                    <a:pt x="24007" y="83739"/>
                  </a:lnTo>
                  <a:lnTo>
                    <a:pt x="24045" y="83823"/>
                  </a:lnTo>
                  <a:lnTo>
                    <a:pt x="24160" y="83907"/>
                  </a:lnTo>
                  <a:lnTo>
                    <a:pt x="24313" y="83991"/>
                  </a:lnTo>
                  <a:lnTo>
                    <a:pt x="24352" y="84159"/>
                  </a:lnTo>
                  <a:lnTo>
                    <a:pt x="24122" y="84327"/>
                  </a:lnTo>
                  <a:lnTo>
                    <a:pt x="23739" y="84369"/>
                  </a:lnTo>
                  <a:lnTo>
                    <a:pt x="23280" y="84285"/>
                  </a:lnTo>
                  <a:lnTo>
                    <a:pt x="22935" y="84243"/>
                  </a:lnTo>
                  <a:lnTo>
                    <a:pt x="22629" y="84201"/>
                  </a:lnTo>
                  <a:lnTo>
                    <a:pt x="22361" y="84201"/>
                  </a:lnTo>
                  <a:lnTo>
                    <a:pt x="22016" y="84075"/>
                  </a:lnTo>
                  <a:lnTo>
                    <a:pt x="21710" y="83865"/>
                  </a:lnTo>
                  <a:lnTo>
                    <a:pt x="21518" y="83655"/>
                  </a:lnTo>
                  <a:lnTo>
                    <a:pt x="21365" y="83487"/>
                  </a:lnTo>
                  <a:lnTo>
                    <a:pt x="21250" y="83235"/>
                  </a:lnTo>
                  <a:lnTo>
                    <a:pt x="21097" y="83151"/>
                  </a:lnTo>
                  <a:lnTo>
                    <a:pt x="20906" y="83109"/>
                  </a:lnTo>
                  <a:lnTo>
                    <a:pt x="20714" y="83109"/>
                  </a:lnTo>
                  <a:lnTo>
                    <a:pt x="20561" y="83109"/>
                  </a:lnTo>
                  <a:lnTo>
                    <a:pt x="20331" y="83067"/>
                  </a:lnTo>
                  <a:lnTo>
                    <a:pt x="20025" y="82983"/>
                  </a:lnTo>
                  <a:lnTo>
                    <a:pt x="19719" y="82815"/>
                  </a:lnTo>
                  <a:lnTo>
                    <a:pt x="19412" y="82689"/>
                  </a:lnTo>
                  <a:lnTo>
                    <a:pt x="19068" y="82605"/>
                  </a:lnTo>
                  <a:lnTo>
                    <a:pt x="18953" y="82605"/>
                  </a:lnTo>
                  <a:lnTo>
                    <a:pt x="18723" y="82605"/>
                  </a:lnTo>
                  <a:lnTo>
                    <a:pt x="18455" y="82605"/>
                  </a:lnTo>
                  <a:lnTo>
                    <a:pt x="18340" y="82521"/>
                  </a:lnTo>
                  <a:lnTo>
                    <a:pt x="18264" y="82352"/>
                  </a:lnTo>
                  <a:lnTo>
                    <a:pt x="18302" y="82226"/>
                  </a:lnTo>
                  <a:lnTo>
                    <a:pt x="18340" y="82142"/>
                  </a:lnTo>
                  <a:lnTo>
                    <a:pt x="18340" y="81974"/>
                  </a:lnTo>
                  <a:lnTo>
                    <a:pt x="18340" y="81848"/>
                  </a:lnTo>
                  <a:lnTo>
                    <a:pt x="18340" y="81764"/>
                  </a:lnTo>
                  <a:lnTo>
                    <a:pt x="18302" y="81680"/>
                  </a:lnTo>
                  <a:lnTo>
                    <a:pt x="18111" y="81680"/>
                  </a:lnTo>
                  <a:lnTo>
                    <a:pt x="17957" y="81680"/>
                  </a:lnTo>
                  <a:lnTo>
                    <a:pt x="17728" y="81680"/>
                  </a:lnTo>
                  <a:lnTo>
                    <a:pt x="17574" y="81680"/>
                  </a:lnTo>
                  <a:lnTo>
                    <a:pt x="17383" y="81764"/>
                  </a:lnTo>
                  <a:lnTo>
                    <a:pt x="17230" y="81932"/>
                  </a:lnTo>
                  <a:lnTo>
                    <a:pt x="17153" y="82310"/>
                  </a:lnTo>
                  <a:lnTo>
                    <a:pt x="17192" y="82689"/>
                  </a:lnTo>
                  <a:lnTo>
                    <a:pt x="17383" y="83109"/>
                  </a:lnTo>
                  <a:lnTo>
                    <a:pt x="17574" y="83319"/>
                  </a:lnTo>
                  <a:lnTo>
                    <a:pt x="17766" y="83445"/>
                  </a:lnTo>
                  <a:lnTo>
                    <a:pt x="17996" y="83571"/>
                  </a:lnTo>
                  <a:lnTo>
                    <a:pt x="18225" y="83781"/>
                  </a:lnTo>
                  <a:lnTo>
                    <a:pt x="18455" y="84075"/>
                  </a:lnTo>
                  <a:lnTo>
                    <a:pt x="18647" y="84411"/>
                  </a:lnTo>
                  <a:lnTo>
                    <a:pt x="18838" y="84663"/>
                  </a:lnTo>
                  <a:lnTo>
                    <a:pt x="19144" y="84789"/>
                  </a:lnTo>
                  <a:lnTo>
                    <a:pt x="19336" y="84789"/>
                  </a:lnTo>
                  <a:lnTo>
                    <a:pt x="19527" y="84831"/>
                  </a:lnTo>
                  <a:lnTo>
                    <a:pt x="19757" y="84915"/>
                  </a:lnTo>
                  <a:lnTo>
                    <a:pt x="19834" y="85084"/>
                  </a:lnTo>
                  <a:lnTo>
                    <a:pt x="19834" y="85168"/>
                  </a:lnTo>
                  <a:lnTo>
                    <a:pt x="19795" y="85252"/>
                  </a:lnTo>
                  <a:lnTo>
                    <a:pt x="19719" y="85420"/>
                  </a:lnTo>
                  <a:lnTo>
                    <a:pt x="19719" y="85546"/>
                  </a:lnTo>
                  <a:lnTo>
                    <a:pt x="19872" y="85840"/>
                  </a:lnTo>
                  <a:lnTo>
                    <a:pt x="20216" y="85966"/>
                  </a:lnTo>
                  <a:lnTo>
                    <a:pt x="20599" y="86050"/>
                  </a:lnTo>
                  <a:lnTo>
                    <a:pt x="20867" y="86092"/>
                  </a:lnTo>
                  <a:lnTo>
                    <a:pt x="20982" y="86218"/>
                  </a:lnTo>
                  <a:lnTo>
                    <a:pt x="21059" y="86260"/>
                  </a:lnTo>
                  <a:lnTo>
                    <a:pt x="21097" y="86386"/>
                  </a:lnTo>
                  <a:lnTo>
                    <a:pt x="21097" y="86554"/>
                  </a:lnTo>
                  <a:lnTo>
                    <a:pt x="21059" y="86680"/>
                  </a:lnTo>
                  <a:lnTo>
                    <a:pt x="21059" y="86806"/>
                  </a:lnTo>
                  <a:lnTo>
                    <a:pt x="21097" y="86932"/>
                  </a:lnTo>
                  <a:lnTo>
                    <a:pt x="21212" y="87058"/>
                  </a:lnTo>
                  <a:lnTo>
                    <a:pt x="21327" y="86974"/>
                  </a:lnTo>
                  <a:lnTo>
                    <a:pt x="21403" y="86932"/>
                  </a:lnTo>
                  <a:lnTo>
                    <a:pt x="21480" y="86848"/>
                  </a:lnTo>
                  <a:lnTo>
                    <a:pt x="21633" y="86806"/>
                  </a:lnTo>
                  <a:lnTo>
                    <a:pt x="21825" y="86764"/>
                  </a:lnTo>
                  <a:lnTo>
                    <a:pt x="22054" y="86764"/>
                  </a:lnTo>
                  <a:lnTo>
                    <a:pt x="22246" y="86722"/>
                  </a:lnTo>
                  <a:lnTo>
                    <a:pt x="22476" y="86764"/>
                  </a:lnTo>
                  <a:lnTo>
                    <a:pt x="22705" y="86890"/>
                  </a:lnTo>
                  <a:lnTo>
                    <a:pt x="22629" y="87184"/>
                  </a:lnTo>
                  <a:lnTo>
                    <a:pt x="22514" y="87394"/>
                  </a:lnTo>
                  <a:lnTo>
                    <a:pt x="22361" y="87605"/>
                  </a:lnTo>
                  <a:lnTo>
                    <a:pt x="22208" y="87647"/>
                  </a:lnTo>
                  <a:lnTo>
                    <a:pt x="22016" y="87647"/>
                  </a:lnTo>
                  <a:lnTo>
                    <a:pt x="21825" y="87647"/>
                  </a:lnTo>
                  <a:lnTo>
                    <a:pt x="21671" y="87689"/>
                  </a:lnTo>
                  <a:lnTo>
                    <a:pt x="21595" y="87773"/>
                  </a:lnTo>
                  <a:lnTo>
                    <a:pt x="21518" y="87941"/>
                  </a:lnTo>
                  <a:lnTo>
                    <a:pt x="21480" y="88067"/>
                  </a:lnTo>
                  <a:lnTo>
                    <a:pt x="21480" y="88193"/>
                  </a:lnTo>
                  <a:lnTo>
                    <a:pt x="21442" y="88403"/>
                  </a:lnTo>
                  <a:lnTo>
                    <a:pt x="21403" y="88529"/>
                  </a:lnTo>
                  <a:lnTo>
                    <a:pt x="21403" y="88739"/>
                  </a:lnTo>
                  <a:lnTo>
                    <a:pt x="21480" y="88907"/>
                  </a:lnTo>
                  <a:lnTo>
                    <a:pt x="21595" y="89075"/>
                  </a:lnTo>
                  <a:lnTo>
                    <a:pt x="21633" y="89243"/>
                  </a:lnTo>
                  <a:lnTo>
                    <a:pt x="21671" y="89369"/>
                  </a:lnTo>
                  <a:lnTo>
                    <a:pt x="21633" y="89537"/>
                  </a:lnTo>
                  <a:lnTo>
                    <a:pt x="21327" y="89747"/>
                  </a:lnTo>
                  <a:lnTo>
                    <a:pt x="20906" y="89663"/>
                  </a:lnTo>
                  <a:lnTo>
                    <a:pt x="20446" y="89453"/>
                  </a:lnTo>
                  <a:lnTo>
                    <a:pt x="20025" y="89285"/>
                  </a:lnTo>
                  <a:lnTo>
                    <a:pt x="19795" y="89243"/>
                  </a:lnTo>
                  <a:lnTo>
                    <a:pt x="19451" y="89327"/>
                  </a:lnTo>
                  <a:lnTo>
                    <a:pt x="19183" y="89537"/>
                  </a:lnTo>
                  <a:lnTo>
                    <a:pt x="19029" y="89747"/>
                  </a:lnTo>
                  <a:lnTo>
                    <a:pt x="19029" y="90042"/>
                  </a:lnTo>
                  <a:lnTo>
                    <a:pt x="19106" y="90420"/>
                  </a:lnTo>
                  <a:lnTo>
                    <a:pt x="19183" y="90840"/>
                  </a:lnTo>
                  <a:lnTo>
                    <a:pt x="19259" y="91092"/>
                  </a:lnTo>
                  <a:lnTo>
                    <a:pt x="19412" y="91344"/>
                  </a:lnTo>
                  <a:lnTo>
                    <a:pt x="19566" y="91428"/>
                  </a:lnTo>
                  <a:lnTo>
                    <a:pt x="19757" y="91512"/>
                  </a:lnTo>
                  <a:lnTo>
                    <a:pt x="19872" y="91680"/>
                  </a:lnTo>
                  <a:lnTo>
                    <a:pt x="19987" y="91848"/>
                  </a:lnTo>
                  <a:lnTo>
                    <a:pt x="20102" y="92058"/>
                  </a:lnTo>
                  <a:lnTo>
                    <a:pt x="20140" y="92268"/>
                  </a:lnTo>
                  <a:lnTo>
                    <a:pt x="20216" y="92478"/>
                  </a:lnTo>
                  <a:lnTo>
                    <a:pt x="20446" y="92731"/>
                  </a:lnTo>
                  <a:lnTo>
                    <a:pt x="20676" y="92815"/>
                  </a:lnTo>
                  <a:lnTo>
                    <a:pt x="20944" y="92899"/>
                  </a:lnTo>
                  <a:lnTo>
                    <a:pt x="21212" y="92941"/>
                  </a:lnTo>
                  <a:lnTo>
                    <a:pt x="21442" y="93151"/>
                  </a:lnTo>
                  <a:lnTo>
                    <a:pt x="21480" y="93487"/>
                  </a:lnTo>
                  <a:lnTo>
                    <a:pt x="21442" y="93865"/>
                  </a:lnTo>
                  <a:lnTo>
                    <a:pt x="21442" y="94033"/>
                  </a:lnTo>
                  <a:lnTo>
                    <a:pt x="21518" y="94033"/>
                  </a:lnTo>
                  <a:lnTo>
                    <a:pt x="21671" y="93991"/>
                  </a:lnTo>
                  <a:lnTo>
                    <a:pt x="21786" y="93991"/>
                  </a:lnTo>
                  <a:lnTo>
                    <a:pt x="21863" y="94201"/>
                  </a:lnTo>
                  <a:lnTo>
                    <a:pt x="21863" y="94285"/>
                  </a:lnTo>
                  <a:lnTo>
                    <a:pt x="21786" y="94369"/>
                  </a:lnTo>
                  <a:lnTo>
                    <a:pt x="21710" y="94411"/>
                  </a:lnTo>
                  <a:lnTo>
                    <a:pt x="21633" y="94537"/>
                  </a:lnTo>
                  <a:lnTo>
                    <a:pt x="21595" y="94663"/>
                  </a:lnTo>
                  <a:lnTo>
                    <a:pt x="21518" y="94789"/>
                  </a:lnTo>
                  <a:lnTo>
                    <a:pt x="21480" y="94957"/>
                  </a:lnTo>
                  <a:lnTo>
                    <a:pt x="21403" y="95084"/>
                  </a:lnTo>
                  <a:lnTo>
                    <a:pt x="21327" y="95168"/>
                  </a:lnTo>
                  <a:lnTo>
                    <a:pt x="21250" y="95252"/>
                  </a:lnTo>
                  <a:lnTo>
                    <a:pt x="21135" y="95420"/>
                  </a:lnTo>
                  <a:lnTo>
                    <a:pt x="21097" y="95588"/>
                  </a:lnTo>
                  <a:lnTo>
                    <a:pt x="21097" y="95840"/>
                  </a:lnTo>
                  <a:lnTo>
                    <a:pt x="21021" y="95966"/>
                  </a:lnTo>
                  <a:lnTo>
                    <a:pt x="20982" y="96092"/>
                  </a:lnTo>
                  <a:lnTo>
                    <a:pt x="20867" y="96302"/>
                  </a:lnTo>
                  <a:lnTo>
                    <a:pt x="20829" y="96470"/>
                  </a:lnTo>
                  <a:lnTo>
                    <a:pt x="20829" y="96722"/>
                  </a:lnTo>
                  <a:lnTo>
                    <a:pt x="20829" y="96890"/>
                  </a:lnTo>
                  <a:lnTo>
                    <a:pt x="20829" y="97142"/>
                  </a:lnTo>
                  <a:lnTo>
                    <a:pt x="20829" y="97478"/>
                  </a:lnTo>
                  <a:lnTo>
                    <a:pt x="20867" y="97689"/>
                  </a:lnTo>
                  <a:lnTo>
                    <a:pt x="20982" y="97983"/>
                  </a:lnTo>
                  <a:lnTo>
                    <a:pt x="21250" y="98151"/>
                  </a:lnTo>
                  <a:lnTo>
                    <a:pt x="21518" y="98319"/>
                  </a:lnTo>
                  <a:lnTo>
                    <a:pt x="21825" y="98445"/>
                  </a:lnTo>
                  <a:lnTo>
                    <a:pt x="22169" y="98529"/>
                  </a:lnTo>
                  <a:lnTo>
                    <a:pt x="22476" y="98697"/>
                  </a:lnTo>
                  <a:lnTo>
                    <a:pt x="22629" y="98739"/>
                  </a:lnTo>
                  <a:lnTo>
                    <a:pt x="22782" y="98781"/>
                  </a:lnTo>
                  <a:lnTo>
                    <a:pt x="22935" y="98907"/>
                  </a:lnTo>
                  <a:lnTo>
                    <a:pt x="23088" y="99033"/>
                  </a:lnTo>
                  <a:lnTo>
                    <a:pt x="23165" y="99243"/>
                  </a:lnTo>
                  <a:lnTo>
                    <a:pt x="23241" y="99411"/>
                  </a:lnTo>
                  <a:lnTo>
                    <a:pt x="23280" y="99579"/>
                  </a:lnTo>
                  <a:lnTo>
                    <a:pt x="23356" y="99705"/>
                  </a:lnTo>
                  <a:lnTo>
                    <a:pt x="23586" y="99789"/>
                  </a:lnTo>
                  <a:lnTo>
                    <a:pt x="23854" y="99831"/>
                  </a:lnTo>
                  <a:lnTo>
                    <a:pt x="24045" y="99789"/>
                  </a:lnTo>
                  <a:lnTo>
                    <a:pt x="24275" y="99831"/>
                  </a:lnTo>
                  <a:lnTo>
                    <a:pt x="24390" y="99831"/>
                  </a:lnTo>
                  <a:lnTo>
                    <a:pt x="24582" y="99915"/>
                  </a:lnTo>
                  <a:lnTo>
                    <a:pt x="24735" y="99957"/>
                  </a:lnTo>
                  <a:lnTo>
                    <a:pt x="24888" y="100084"/>
                  </a:lnTo>
                  <a:lnTo>
                    <a:pt x="25232" y="100798"/>
                  </a:lnTo>
                  <a:lnTo>
                    <a:pt x="25347" y="101806"/>
                  </a:lnTo>
                  <a:lnTo>
                    <a:pt x="25500" y="102689"/>
                  </a:lnTo>
                  <a:lnTo>
                    <a:pt x="26037" y="103025"/>
                  </a:lnTo>
                  <a:lnTo>
                    <a:pt x="26381" y="103025"/>
                  </a:lnTo>
                  <a:lnTo>
                    <a:pt x="26687" y="102941"/>
                  </a:lnTo>
                  <a:lnTo>
                    <a:pt x="27032" y="102857"/>
                  </a:lnTo>
                  <a:lnTo>
                    <a:pt x="27338" y="102731"/>
                  </a:lnTo>
                  <a:lnTo>
                    <a:pt x="27645" y="102605"/>
                  </a:lnTo>
                  <a:lnTo>
                    <a:pt x="27989" y="102436"/>
                  </a:lnTo>
                  <a:lnTo>
                    <a:pt x="28372" y="102436"/>
                  </a:lnTo>
                  <a:lnTo>
                    <a:pt x="28717" y="102563"/>
                  </a:lnTo>
                  <a:lnTo>
                    <a:pt x="28832" y="102731"/>
                  </a:lnTo>
                  <a:lnTo>
                    <a:pt x="28908" y="102941"/>
                  </a:lnTo>
                  <a:lnTo>
                    <a:pt x="28947" y="103109"/>
                  </a:lnTo>
                  <a:lnTo>
                    <a:pt x="29023" y="103319"/>
                  </a:lnTo>
                  <a:lnTo>
                    <a:pt x="29215" y="103487"/>
                  </a:lnTo>
                  <a:lnTo>
                    <a:pt x="29291" y="103571"/>
                  </a:lnTo>
                  <a:lnTo>
                    <a:pt x="29483" y="103697"/>
                  </a:lnTo>
                  <a:lnTo>
                    <a:pt x="29597" y="103697"/>
                  </a:lnTo>
                  <a:lnTo>
                    <a:pt x="29865" y="103907"/>
                  </a:lnTo>
                  <a:lnTo>
                    <a:pt x="30019" y="104201"/>
                  </a:lnTo>
                  <a:lnTo>
                    <a:pt x="30172" y="104411"/>
                  </a:lnTo>
                  <a:lnTo>
                    <a:pt x="30363" y="104327"/>
                  </a:lnTo>
                  <a:lnTo>
                    <a:pt x="30402" y="104201"/>
                  </a:lnTo>
                  <a:lnTo>
                    <a:pt x="30402" y="104075"/>
                  </a:lnTo>
                  <a:lnTo>
                    <a:pt x="30440" y="103907"/>
                  </a:lnTo>
                  <a:lnTo>
                    <a:pt x="30516" y="103865"/>
                  </a:lnTo>
                  <a:lnTo>
                    <a:pt x="30670" y="103865"/>
                  </a:lnTo>
                  <a:lnTo>
                    <a:pt x="30784" y="103907"/>
                  </a:lnTo>
                  <a:lnTo>
                    <a:pt x="30899" y="103991"/>
                  </a:lnTo>
                  <a:lnTo>
                    <a:pt x="31052" y="104075"/>
                  </a:lnTo>
                  <a:lnTo>
                    <a:pt x="31206" y="104201"/>
                  </a:lnTo>
                  <a:lnTo>
                    <a:pt x="31435" y="104327"/>
                  </a:lnTo>
                  <a:lnTo>
                    <a:pt x="31665" y="104579"/>
                  </a:lnTo>
                  <a:lnTo>
                    <a:pt x="31780" y="104789"/>
                  </a:lnTo>
                  <a:lnTo>
                    <a:pt x="31742" y="105210"/>
                  </a:lnTo>
                  <a:lnTo>
                    <a:pt x="31665" y="105756"/>
                  </a:lnTo>
                  <a:lnTo>
                    <a:pt x="31742" y="106218"/>
                  </a:lnTo>
                  <a:lnTo>
                    <a:pt x="31818" y="106680"/>
                  </a:lnTo>
                  <a:lnTo>
                    <a:pt x="31933" y="107058"/>
                  </a:lnTo>
                  <a:lnTo>
                    <a:pt x="32163" y="107268"/>
                  </a:lnTo>
                  <a:lnTo>
                    <a:pt x="32316" y="107436"/>
                  </a:lnTo>
                  <a:lnTo>
                    <a:pt x="32546" y="107647"/>
                  </a:lnTo>
                  <a:lnTo>
                    <a:pt x="32699" y="107941"/>
                  </a:lnTo>
                  <a:lnTo>
                    <a:pt x="32776" y="108319"/>
                  </a:lnTo>
                  <a:lnTo>
                    <a:pt x="32852" y="108697"/>
                  </a:lnTo>
                  <a:lnTo>
                    <a:pt x="32929" y="108991"/>
                  </a:lnTo>
                  <a:lnTo>
                    <a:pt x="32929" y="109327"/>
                  </a:lnTo>
                  <a:lnTo>
                    <a:pt x="32776" y="109663"/>
                  </a:lnTo>
                  <a:lnTo>
                    <a:pt x="32661" y="110000"/>
                  </a:lnTo>
                  <a:lnTo>
                    <a:pt x="32661" y="110378"/>
                  </a:lnTo>
                  <a:lnTo>
                    <a:pt x="32737" y="110714"/>
                  </a:lnTo>
                  <a:lnTo>
                    <a:pt x="32890" y="110966"/>
                  </a:lnTo>
                  <a:lnTo>
                    <a:pt x="33044" y="111260"/>
                  </a:lnTo>
                  <a:lnTo>
                    <a:pt x="33235" y="111554"/>
                  </a:lnTo>
                  <a:lnTo>
                    <a:pt x="33465" y="111974"/>
                  </a:lnTo>
                  <a:lnTo>
                    <a:pt x="33656" y="112310"/>
                  </a:lnTo>
                  <a:lnTo>
                    <a:pt x="33733" y="112731"/>
                  </a:lnTo>
                  <a:lnTo>
                    <a:pt x="33771" y="113151"/>
                  </a:lnTo>
                  <a:lnTo>
                    <a:pt x="33886" y="113655"/>
                  </a:lnTo>
                  <a:lnTo>
                    <a:pt x="34116" y="113865"/>
                  </a:lnTo>
                  <a:lnTo>
                    <a:pt x="34384" y="113949"/>
                  </a:lnTo>
                  <a:lnTo>
                    <a:pt x="34613" y="113865"/>
                  </a:lnTo>
                  <a:lnTo>
                    <a:pt x="34767" y="113781"/>
                  </a:lnTo>
                  <a:lnTo>
                    <a:pt x="34881" y="113697"/>
                  </a:lnTo>
                  <a:lnTo>
                    <a:pt x="34996" y="113613"/>
                  </a:lnTo>
                  <a:lnTo>
                    <a:pt x="35188" y="113529"/>
                  </a:lnTo>
                  <a:lnTo>
                    <a:pt x="35341" y="113613"/>
                  </a:lnTo>
                  <a:lnTo>
                    <a:pt x="35532" y="113697"/>
                  </a:lnTo>
                  <a:lnTo>
                    <a:pt x="35686" y="113697"/>
                  </a:lnTo>
                  <a:lnTo>
                    <a:pt x="35800" y="113655"/>
                  </a:lnTo>
                  <a:lnTo>
                    <a:pt x="35724" y="113403"/>
                  </a:lnTo>
                  <a:lnTo>
                    <a:pt x="35494" y="112983"/>
                  </a:lnTo>
                  <a:lnTo>
                    <a:pt x="35341" y="112647"/>
                  </a:lnTo>
                  <a:lnTo>
                    <a:pt x="35571" y="112605"/>
                  </a:lnTo>
                  <a:lnTo>
                    <a:pt x="35762" y="112899"/>
                  </a:lnTo>
                  <a:lnTo>
                    <a:pt x="36068" y="113319"/>
                  </a:lnTo>
                  <a:lnTo>
                    <a:pt x="36375" y="113613"/>
                  </a:lnTo>
                  <a:lnTo>
                    <a:pt x="36451" y="113319"/>
                  </a:lnTo>
                  <a:lnTo>
                    <a:pt x="36490" y="112857"/>
                  </a:lnTo>
                  <a:lnTo>
                    <a:pt x="36681" y="112605"/>
                  </a:lnTo>
                  <a:lnTo>
                    <a:pt x="36873" y="112478"/>
                  </a:lnTo>
                  <a:lnTo>
                    <a:pt x="37102" y="112226"/>
                  </a:lnTo>
                  <a:lnTo>
                    <a:pt x="37102" y="111974"/>
                  </a:lnTo>
                  <a:lnTo>
                    <a:pt x="36987" y="111596"/>
                  </a:lnTo>
                  <a:lnTo>
                    <a:pt x="36796" y="111176"/>
                  </a:lnTo>
                  <a:lnTo>
                    <a:pt x="36681" y="110882"/>
                  </a:lnTo>
                  <a:lnTo>
                    <a:pt x="36490" y="110504"/>
                  </a:lnTo>
                  <a:lnTo>
                    <a:pt x="36375" y="110126"/>
                  </a:lnTo>
                  <a:lnTo>
                    <a:pt x="36183" y="109789"/>
                  </a:lnTo>
                  <a:lnTo>
                    <a:pt x="36030" y="109411"/>
                  </a:lnTo>
                  <a:lnTo>
                    <a:pt x="35954" y="108991"/>
                  </a:lnTo>
                  <a:lnTo>
                    <a:pt x="36030" y="108865"/>
                  </a:lnTo>
                  <a:lnTo>
                    <a:pt x="36260" y="108865"/>
                  </a:lnTo>
                  <a:lnTo>
                    <a:pt x="36490" y="108865"/>
                  </a:lnTo>
                  <a:lnTo>
                    <a:pt x="36719" y="108697"/>
                  </a:lnTo>
                  <a:lnTo>
                    <a:pt x="36834" y="108445"/>
                  </a:lnTo>
                  <a:lnTo>
                    <a:pt x="36834" y="108067"/>
                  </a:lnTo>
                  <a:lnTo>
                    <a:pt x="36758" y="107647"/>
                  </a:lnTo>
                  <a:lnTo>
                    <a:pt x="36643" y="107478"/>
                  </a:lnTo>
                  <a:lnTo>
                    <a:pt x="36528" y="107310"/>
                  </a:lnTo>
                  <a:lnTo>
                    <a:pt x="36528" y="107184"/>
                  </a:lnTo>
                  <a:lnTo>
                    <a:pt x="36643" y="107058"/>
                  </a:lnTo>
                  <a:lnTo>
                    <a:pt x="36758" y="107016"/>
                  </a:lnTo>
                  <a:lnTo>
                    <a:pt x="36873" y="107058"/>
                  </a:lnTo>
                  <a:lnTo>
                    <a:pt x="37064" y="107100"/>
                  </a:lnTo>
                  <a:lnTo>
                    <a:pt x="37179" y="107142"/>
                  </a:lnTo>
                  <a:lnTo>
                    <a:pt x="37447" y="107226"/>
                  </a:lnTo>
                  <a:lnTo>
                    <a:pt x="37677" y="107268"/>
                  </a:lnTo>
                  <a:lnTo>
                    <a:pt x="37945" y="107436"/>
                  </a:lnTo>
                  <a:lnTo>
                    <a:pt x="38136" y="107689"/>
                  </a:lnTo>
                  <a:lnTo>
                    <a:pt x="38328" y="108025"/>
                  </a:lnTo>
                  <a:lnTo>
                    <a:pt x="38596" y="108151"/>
                  </a:lnTo>
                  <a:lnTo>
                    <a:pt x="38825" y="108235"/>
                  </a:lnTo>
                  <a:lnTo>
                    <a:pt x="39055" y="108361"/>
                  </a:lnTo>
                  <a:lnTo>
                    <a:pt x="39132" y="108571"/>
                  </a:lnTo>
                  <a:lnTo>
                    <a:pt x="38940" y="108907"/>
                  </a:lnTo>
                  <a:lnTo>
                    <a:pt x="38710" y="109201"/>
                  </a:lnTo>
                  <a:lnTo>
                    <a:pt x="38596" y="109369"/>
                  </a:lnTo>
                  <a:lnTo>
                    <a:pt x="38672" y="109705"/>
                  </a:lnTo>
                  <a:lnTo>
                    <a:pt x="38902" y="109957"/>
                  </a:lnTo>
                  <a:lnTo>
                    <a:pt x="39132" y="110126"/>
                  </a:lnTo>
                  <a:lnTo>
                    <a:pt x="39361" y="110336"/>
                  </a:lnTo>
                  <a:lnTo>
                    <a:pt x="39514" y="110588"/>
                  </a:lnTo>
                  <a:lnTo>
                    <a:pt x="39629" y="110882"/>
                  </a:lnTo>
                  <a:lnTo>
                    <a:pt x="39553" y="111050"/>
                  </a:lnTo>
                  <a:lnTo>
                    <a:pt x="39400" y="111176"/>
                  </a:lnTo>
                  <a:lnTo>
                    <a:pt x="39132" y="111176"/>
                  </a:lnTo>
                  <a:lnTo>
                    <a:pt x="39017" y="111260"/>
                  </a:lnTo>
                  <a:lnTo>
                    <a:pt x="39017" y="111428"/>
                  </a:lnTo>
                  <a:lnTo>
                    <a:pt x="39132" y="111848"/>
                  </a:lnTo>
                  <a:lnTo>
                    <a:pt x="39246" y="111974"/>
                  </a:lnTo>
                  <a:lnTo>
                    <a:pt x="39285" y="112058"/>
                  </a:lnTo>
                  <a:lnTo>
                    <a:pt x="39361" y="112142"/>
                  </a:lnTo>
                  <a:lnTo>
                    <a:pt x="39361" y="112268"/>
                  </a:lnTo>
                  <a:lnTo>
                    <a:pt x="39400" y="112436"/>
                  </a:lnTo>
                  <a:lnTo>
                    <a:pt x="39438" y="112563"/>
                  </a:lnTo>
                  <a:lnTo>
                    <a:pt x="39514" y="112731"/>
                  </a:lnTo>
                  <a:lnTo>
                    <a:pt x="39629" y="112857"/>
                  </a:lnTo>
                  <a:lnTo>
                    <a:pt x="39859" y="113025"/>
                  </a:lnTo>
                  <a:lnTo>
                    <a:pt x="40204" y="113319"/>
                  </a:lnTo>
                  <a:lnTo>
                    <a:pt x="40433" y="113529"/>
                  </a:lnTo>
                  <a:lnTo>
                    <a:pt x="40319" y="113781"/>
                  </a:lnTo>
                  <a:lnTo>
                    <a:pt x="40204" y="113781"/>
                  </a:lnTo>
                  <a:lnTo>
                    <a:pt x="40051" y="113823"/>
                  </a:lnTo>
                  <a:lnTo>
                    <a:pt x="39936" y="113907"/>
                  </a:lnTo>
                  <a:lnTo>
                    <a:pt x="40127" y="114117"/>
                  </a:lnTo>
                  <a:lnTo>
                    <a:pt x="40242" y="114201"/>
                  </a:lnTo>
                  <a:lnTo>
                    <a:pt x="40395" y="114243"/>
                  </a:lnTo>
                  <a:lnTo>
                    <a:pt x="40510" y="114327"/>
                  </a:lnTo>
                  <a:lnTo>
                    <a:pt x="40587" y="114495"/>
                  </a:lnTo>
                  <a:lnTo>
                    <a:pt x="40701" y="114579"/>
                  </a:lnTo>
                  <a:lnTo>
                    <a:pt x="40816" y="114705"/>
                  </a:lnTo>
                  <a:lnTo>
                    <a:pt x="40855" y="114915"/>
                  </a:lnTo>
                  <a:lnTo>
                    <a:pt x="40931" y="115042"/>
                  </a:lnTo>
                  <a:lnTo>
                    <a:pt x="41046" y="115126"/>
                  </a:lnTo>
                  <a:lnTo>
                    <a:pt x="41199" y="115210"/>
                  </a:lnTo>
                  <a:lnTo>
                    <a:pt x="41314" y="115336"/>
                  </a:lnTo>
                  <a:lnTo>
                    <a:pt x="41391" y="115378"/>
                  </a:lnTo>
                  <a:lnTo>
                    <a:pt x="41352" y="115546"/>
                  </a:lnTo>
                  <a:lnTo>
                    <a:pt x="41238" y="115798"/>
                  </a:lnTo>
                  <a:lnTo>
                    <a:pt x="41046" y="115966"/>
                  </a:lnTo>
                  <a:lnTo>
                    <a:pt x="40931" y="116134"/>
                  </a:lnTo>
                  <a:lnTo>
                    <a:pt x="40893" y="116260"/>
                  </a:lnTo>
                  <a:lnTo>
                    <a:pt x="40893" y="116428"/>
                  </a:lnTo>
                  <a:lnTo>
                    <a:pt x="40893" y="116638"/>
                  </a:lnTo>
                  <a:lnTo>
                    <a:pt x="40931" y="116806"/>
                  </a:lnTo>
                  <a:lnTo>
                    <a:pt x="41008" y="117184"/>
                  </a:lnTo>
                  <a:lnTo>
                    <a:pt x="41199" y="117394"/>
                  </a:lnTo>
                  <a:lnTo>
                    <a:pt x="41391" y="117521"/>
                  </a:lnTo>
                  <a:lnTo>
                    <a:pt x="41620" y="117815"/>
                  </a:lnTo>
                  <a:lnTo>
                    <a:pt x="41812" y="118193"/>
                  </a:lnTo>
                  <a:lnTo>
                    <a:pt x="42042" y="118487"/>
                  </a:lnTo>
                  <a:lnTo>
                    <a:pt x="42271" y="118781"/>
                  </a:lnTo>
                  <a:lnTo>
                    <a:pt x="42578" y="118865"/>
                  </a:lnTo>
                  <a:lnTo>
                    <a:pt x="42731" y="118907"/>
                  </a:lnTo>
                  <a:lnTo>
                    <a:pt x="42846" y="118907"/>
                  </a:lnTo>
                  <a:lnTo>
                    <a:pt x="42922" y="118907"/>
                  </a:lnTo>
                  <a:lnTo>
                    <a:pt x="43075" y="118949"/>
                  </a:lnTo>
                  <a:lnTo>
                    <a:pt x="43190" y="119075"/>
                  </a:lnTo>
                  <a:lnTo>
                    <a:pt x="43229" y="118949"/>
                  </a:lnTo>
                  <a:lnTo>
                    <a:pt x="43152" y="118865"/>
                  </a:lnTo>
                  <a:lnTo>
                    <a:pt x="43075" y="118697"/>
                  </a:lnTo>
                  <a:lnTo>
                    <a:pt x="42922" y="118487"/>
                  </a:lnTo>
                  <a:lnTo>
                    <a:pt x="42922" y="118277"/>
                  </a:lnTo>
                  <a:lnTo>
                    <a:pt x="42961" y="118109"/>
                  </a:lnTo>
                  <a:lnTo>
                    <a:pt x="42961" y="117899"/>
                  </a:lnTo>
                  <a:lnTo>
                    <a:pt x="42922" y="117773"/>
                  </a:lnTo>
                  <a:lnTo>
                    <a:pt x="42846" y="117605"/>
                  </a:lnTo>
                  <a:lnTo>
                    <a:pt x="42769" y="117478"/>
                  </a:lnTo>
                  <a:lnTo>
                    <a:pt x="42693" y="117352"/>
                  </a:lnTo>
                  <a:lnTo>
                    <a:pt x="42501" y="117058"/>
                  </a:lnTo>
                  <a:lnTo>
                    <a:pt x="42425" y="116680"/>
                  </a:lnTo>
                  <a:lnTo>
                    <a:pt x="42463" y="116428"/>
                  </a:lnTo>
                  <a:lnTo>
                    <a:pt x="42693" y="116344"/>
                  </a:lnTo>
                  <a:lnTo>
                    <a:pt x="42769" y="116386"/>
                  </a:lnTo>
                  <a:lnTo>
                    <a:pt x="42884" y="116470"/>
                  </a:lnTo>
                  <a:lnTo>
                    <a:pt x="42961" y="116680"/>
                  </a:lnTo>
                  <a:lnTo>
                    <a:pt x="43114" y="116764"/>
                  </a:lnTo>
                  <a:lnTo>
                    <a:pt x="43229" y="116848"/>
                  </a:lnTo>
                  <a:lnTo>
                    <a:pt x="43420" y="116974"/>
                  </a:lnTo>
                  <a:lnTo>
                    <a:pt x="43535" y="117016"/>
                  </a:lnTo>
                  <a:lnTo>
                    <a:pt x="43688" y="117100"/>
                  </a:lnTo>
                  <a:lnTo>
                    <a:pt x="43994" y="117184"/>
                  </a:lnTo>
                  <a:lnTo>
                    <a:pt x="44224" y="117058"/>
                  </a:lnTo>
                  <a:lnTo>
                    <a:pt x="44377" y="116848"/>
                  </a:lnTo>
                  <a:lnTo>
                    <a:pt x="44684" y="116848"/>
                  </a:lnTo>
                  <a:lnTo>
                    <a:pt x="44913" y="117100"/>
                  </a:lnTo>
                  <a:lnTo>
                    <a:pt x="45028" y="117478"/>
                  </a:lnTo>
                  <a:lnTo>
                    <a:pt x="45143" y="117857"/>
                  </a:lnTo>
                  <a:lnTo>
                    <a:pt x="45335" y="118235"/>
                  </a:lnTo>
                  <a:lnTo>
                    <a:pt x="45679" y="118403"/>
                  </a:lnTo>
                  <a:lnTo>
                    <a:pt x="46062" y="118529"/>
                  </a:lnTo>
                  <a:lnTo>
                    <a:pt x="46407" y="118613"/>
                  </a:lnTo>
                  <a:lnTo>
                    <a:pt x="46675" y="118613"/>
                  </a:lnTo>
                  <a:lnTo>
                    <a:pt x="46904" y="118529"/>
                  </a:lnTo>
                  <a:lnTo>
                    <a:pt x="47019" y="118445"/>
                  </a:lnTo>
                  <a:lnTo>
                    <a:pt x="47211" y="118361"/>
                  </a:lnTo>
                  <a:lnTo>
                    <a:pt x="47364" y="118319"/>
                  </a:lnTo>
                  <a:lnTo>
                    <a:pt x="47517" y="118319"/>
                  </a:lnTo>
                  <a:lnTo>
                    <a:pt x="47632" y="118361"/>
                  </a:lnTo>
                  <a:lnTo>
                    <a:pt x="47747" y="118361"/>
                  </a:lnTo>
                  <a:lnTo>
                    <a:pt x="47823" y="118277"/>
                  </a:lnTo>
                  <a:lnTo>
                    <a:pt x="47785" y="118067"/>
                  </a:lnTo>
                  <a:lnTo>
                    <a:pt x="47708" y="117899"/>
                  </a:lnTo>
                  <a:lnTo>
                    <a:pt x="47594" y="117689"/>
                  </a:lnTo>
                  <a:lnTo>
                    <a:pt x="47517" y="117478"/>
                  </a:lnTo>
                  <a:lnTo>
                    <a:pt x="47555" y="117268"/>
                  </a:lnTo>
                  <a:lnTo>
                    <a:pt x="47632" y="117184"/>
                  </a:lnTo>
                  <a:lnTo>
                    <a:pt x="47747" y="117100"/>
                  </a:lnTo>
                  <a:lnTo>
                    <a:pt x="47823" y="117100"/>
                  </a:lnTo>
                  <a:lnTo>
                    <a:pt x="48091" y="117058"/>
                  </a:lnTo>
                  <a:lnTo>
                    <a:pt x="48321" y="117016"/>
                  </a:lnTo>
                  <a:lnTo>
                    <a:pt x="48551" y="116974"/>
                  </a:lnTo>
                  <a:lnTo>
                    <a:pt x="48819" y="117016"/>
                  </a:lnTo>
                  <a:lnTo>
                    <a:pt x="48934" y="117142"/>
                  </a:lnTo>
                  <a:lnTo>
                    <a:pt x="49087" y="117268"/>
                  </a:lnTo>
                  <a:lnTo>
                    <a:pt x="49240" y="117394"/>
                  </a:lnTo>
                  <a:lnTo>
                    <a:pt x="49355" y="117436"/>
                  </a:lnTo>
                  <a:lnTo>
                    <a:pt x="49585" y="117184"/>
                  </a:lnTo>
                  <a:lnTo>
                    <a:pt x="49508" y="116806"/>
                  </a:lnTo>
                  <a:lnTo>
                    <a:pt x="49355" y="116344"/>
                  </a:lnTo>
                  <a:lnTo>
                    <a:pt x="49317" y="115924"/>
                  </a:lnTo>
                  <a:lnTo>
                    <a:pt x="49317" y="115714"/>
                  </a:lnTo>
                  <a:lnTo>
                    <a:pt x="49278" y="115462"/>
                  </a:lnTo>
                  <a:lnTo>
                    <a:pt x="49240" y="115210"/>
                  </a:lnTo>
                  <a:lnTo>
                    <a:pt x="49240" y="115000"/>
                  </a:lnTo>
                  <a:lnTo>
                    <a:pt x="49278" y="114747"/>
                  </a:lnTo>
                  <a:lnTo>
                    <a:pt x="49355" y="114621"/>
                  </a:lnTo>
                  <a:lnTo>
                    <a:pt x="49508" y="114537"/>
                  </a:lnTo>
                  <a:lnTo>
                    <a:pt x="49623" y="114453"/>
                  </a:lnTo>
                  <a:lnTo>
                    <a:pt x="49776" y="114327"/>
                  </a:lnTo>
                  <a:lnTo>
                    <a:pt x="49929" y="114201"/>
                  </a:lnTo>
                  <a:lnTo>
                    <a:pt x="50082" y="114117"/>
                  </a:lnTo>
                  <a:lnTo>
                    <a:pt x="50312" y="114117"/>
                  </a:lnTo>
                  <a:lnTo>
                    <a:pt x="50389" y="114159"/>
                  </a:lnTo>
                  <a:lnTo>
                    <a:pt x="50542" y="114243"/>
                  </a:lnTo>
                  <a:lnTo>
                    <a:pt x="50619" y="114285"/>
                  </a:lnTo>
                  <a:lnTo>
                    <a:pt x="50733" y="114327"/>
                  </a:lnTo>
                  <a:lnTo>
                    <a:pt x="51116" y="114285"/>
                  </a:lnTo>
                  <a:lnTo>
                    <a:pt x="51461" y="114033"/>
                  </a:lnTo>
                  <a:lnTo>
                    <a:pt x="51805" y="113781"/>
                  </a:lnTo>
                  <a:lnTo>
                    <a:pt x="52227" y="113697"/>
                  </a:lnTo>
                  <a:lnTo>
                    <a:pt x="52571" y="113781"/>
                  </a:lnTo>
                  <a:lnTo>
                    <a:pt x="52954" y="113949"/>
                  </a:lnTo>
                  <a:lnTo>
                    <a:pt x="53337" y="114159"/>
                  </a:lnTo>
                  <a:lnTo>
                    <a:pt x="53682" y="114369"/>
                  </a:lnTo>
                  <a:lnTo>
                    <a:pt x="54026" y="114537"/>
                  </a:lnTo>
                  <a:lnTo>
                    <a:pt x="54371" y="114537"/>
                  </a:lnTo>
                  <a:lnTo>
                    <a:pt x="54716" y="114579"/>
                  </a:lnTo>
                  <a:lnTo>
                    <a:pt x="55060" y="114705"/>
                  </a:lnTo>
                  <a:lnTo>
                    <a:pt x="55328" y="114957"/>
                  </a:lnTo>
                  <a:lnTo>
                    <a:pt x="55443" y="115126"/>
                  </a:lnTo>
                  <a:lnTo>
                    <a:pt x="55443" y="115420"/>
                  </a:lnTo>
                  <a:lnTo>
                    <a:pt x="55520" y="115756"/>
                  </a:lnTo>
                  <a:lnTo>
                    <a:pt x="55788" y="115966"/>
                  </a:lnTo>
                  <a:lnTo>
                    <a:pt x="56171" y="116134"/>
                  </a:lnTo>
                  <a:lnTo>
                    <a:pt x="56477" y="116176"/>
                  </a:lnTo>
                  <a:lnTo>
                    <a:pt x="56783" y="116218"/>
                  </a:lnTo>
                  <a:lnTo>
                    <a:pt x="57166" y="116302"/>
                  </a:lnTo>
                  <a:lnTo>
                    <a:pt x="57549" y="116218"/>
                  </a:lnTo>
                  <a:lnTo>
                    <a:pt x="57894" y="116176"/>
                  </a:lnTo>
                  <a:lnTo>
                    <a:pt x="58276" y="116260"/>
                  </a:lnTo>
                  <a:lnTo>
                    <a:pt x="58506" y="116638"/>
                  </a:lnTo>
                  <a:lnTo>
                    <a:pt x="58353" y="116974"/>
                  </a:lnTo>
                  <a:lnTo>
                    <a:pt x="58123" y="117226"/>
                  </a:lnTo>
                  <a:lnTo>
                    <a:pt x="57932" y="117436"/>
                  </a:lnTo>
                  <a:lnTo>
                    <a:pt x="57817" y="117647"/>
                  </a:lnTo>
                  <a:lnTo>
                    <a:pt x="57855" y="117899"/>
                  </a:lnTo>
                  <a:lnTo>
                    <a:pt x="57970" y="118067"/>
                  </a:lnTo>
                  <a:lnTo>
                    <a:pt x="58200" y="118403"/>
                  </a:lnTo>
                  <a:lnTo>
                    <a:pt x="58468" y="118697"/>
                  </a:lnTo>
                  <a:lnTo>
                    <a:pt x="58736" y="118739"/>
                  </a:lnTo>
                  <a:lnTo>
                    <a:pt x="59042" y="118781"/>
                  </a:lnTo>
                  <a:lnTo>
                    <a:pt x="59387" y="118907"/>
                  </a:lnTo>
                  <a:lnTo>
                    <a:pt x="59617" y="119243"/>
                  </a:lnTo>
                  <a:lnTo>
                    <a:pt x="59770" y="119663"/>
                  </a:lnTo>
                  <a:lnTo>
                    <a:pt x="60000" y="119957"/>
                  </a:lnTo>
                  <a:lnTo>
                    <a:pt x="60153" y="120000"/>
                  </a:lnTo>
                  <a:lnTo>
                    <a:pt x="60191" y="119873"/>
                  </a:lnTo>
                  <a:lnTo>
                    <a:pt x="60153" y="119663"/>
                  </a:lnTo>
                  <a:lnTo>
                    <a:pt x="60153" y="119495"/>
                  </a:lnTo>
                  <a:lnTo>
                    <a:pt x="60153" y="119285"/>
                  </a:lnTo>
                  <a:lnTo>
                    <a:pt x="60191" y="119285"/>
                  </a:lnTo>
                  <a:lnTo>
                    <a:pt x="60229" y="119285"/>
                  </a:lnTo>
                  <a:lnTo>
                    <a:pt x="60306" y="119327"/>
                  </a:lnTo>
                  <a:lnTo>
                    <a:pt x="60344" y="119327"/>
                  </a:lnTo>
                  <a:lnTo>
                    <a:pt x="60421" y="119285"/>
                  </a:lnTo>
                  <a:lnTo>
                    <a:pt x="60421" y="119201"/>
                  </a:lnTo>
                  <a:lnTo>
                    <a:pt x="60421" y="119075"/>
                  </a:lnTo>
                  <a:lnTo>
                    <a:pt x="60421" y="118907"/>
                  </a:lnTo>
                  <a:lnTo>
                    <a:pt x="60421" y="118487"/>
                  </a:lnTo>
                  <a:lnTo>
                    <a:pt x="60459" y="118193"/>
                  </a:lnTo>
                  <a:lnTo>
                    <a:pt x="60497" y="117899"/>
                  </a:lnTo>
                  <a:lnTo>
                    <a:pt x="60689" y="117647"/>
                  </a:lnTo>
                  <a:lnTo>
                    <a:pt x="60842" y="117478"/>
                  </a:lnTo>
                  <a:lnTo>
                    <a:pt x="60995" y="117352"/>
                  </a:lnTo>
                  <a:lnTo>
                    <a:pt x="61110" y="117100"/>
                  </a:lnTo>
                  <a:lnTo>
                    <a:pt x="61186" y="116848"/>
                  </a:lnTo>
                  <a:lnTo>
                    <a:pt x="61225" y="116680"/>
                  </a:lnTo>
                  <a:lnTo>
                    <a:pt x="61263" y="116428"/>
                  </a:lnTo>
                  <a:lnTo>
                    <a:pt x="61263" y="116260"/>
                  </a:lnTo>
                  <a:lnTo>
                    <a:pt x="61263" y="116050"/>
                  </a:lnTo>
                  <a:lnTo>
                    <a:pt x="61148" y="115924"/>
                  </a:lnTo>
                  <a:lnTo>
                    <a:pt x="60995" y="115882"/>
                  </a:lnTo>
                  <a:lnTo>
                    <a:pt x="60880" y="115924"/>
                  </a:lnTo>
                  <a:lnTo>
                    <a:pt x="60804" y="115924"/>
                  </a:lnTo>
                  <a:lnTo>
                    <a:pt x="60612" y="115798"/>
                  </a:lnTo>
                  <a:lnTo>
                    <a:pt x="60497" y="115588"/>
                  </a:lnTo>
                  <a:lnTo>
                    <a:pt x="60344" y="115462"/>
                  </a:lnTo>
                  <a:lnTo>
                    <a:pt x="60153" y="115336"/>
                  </a:lnTo>
                  <a:lnTo>
                    <a:pt x="59961" y="115084"/>
                  </a:lnTo>
                  <a:lnTo>
                    <a:pt x="59923" y="114873"/>
                  </a:lnTo>
                  <a:lnTo>
                    <a:pt x="59923" y="114579"/>
                  </a:lnTo>
                  <a:lnTo>
                    <a:pt x="59846" y="114201"/>
                  </a:lnTo>
                  <a:lnTo>
                    <a:pt x="59693" y="113781"/>
                  </a:lnTo>
                  <a:lnTo>
                    <a:pt x="59463" y="113487"/>
                  </a:lnTo>
                  <a:lnTo>
                    <a:pt x="59349" y="113151"/>
                  </a:lnTo>
                  <a:lnTo>
                    <a:pt x="59463" y="112857"/>
                  </a:lnTo>
                  <a:lnTo>
                    <a:pt x="59502" y="112689"/>
                  </a:lnTo>
                  <a:lnTo>
                    <a:pt x="59463" y="112521"/>
                  </a:lnTo>
                  <a:lnTo>
                    <a:pt x="59349" y="112394"/>
                  </a:lnTo>
                  <a:lnTo>
                    <a:pt x="59234" y="112226"/>
                  </a:lnTo>
                  <a:lnTo>
                    <a:pt x="59119" y="112100"/>
                  </a:lnTo>
                  <a:lnTo>
                    <a:pt x="59081" y="111974"/>
                  </a:lnTo>
                  <a:lnTo>
                    <a:pt x="59042" y="111806"/>
                  </a:lnTo>
                  <a:lnTo>
                    <a:pt x="59042" y="111638"/>
                  </a:lnTo>
                  <a:lnTo>
                    <a:pt x="58966" y="111260"/>
                  </a:lnTo>
                  <a:lnTo>
                    <a:pt x="58889" y="110924"/>
                  </a:lnTo>
                  <a:lnTo>
                    <a:pt x="58889" y="110714"/>
                  </a:lnTo>
                  <a:lnTo>
                    <a:pt x="59042" y="110504"/>
                  </a:lnTo>
                  <a:lnTo>
                    <a:pt x="59272" y="110462"/>
                  </a:lnTo>
                  <a:lnTo>
                    <a:pt x="59502" y="110336"/>
                  </a:lnTo>
                  <a:lnTo>
                    <a:pt x="59731" y="110126"/>
                  </a:lnTo>
                  <a:lnTo>
                    <a:pt x="59693" y="109831"/>
                  </a:lnTo>
                  <a:lnTo>
                    <a:pt x="59578" y="109579"/>
                  </a:lnTo>
                  <a:lnTo>
                    <a:pt x="59387" y="109327"/>
                  </a:lnTo>
                  <a:lnTo>
                    <a:pt x="59272" y="109117"/>
                  </a:lnTo>
                  <a:lnTo>
                    <a:pt x="59081" y="108823"/>
                  </a:lnTo>
                  <a:lnTo>
                    <a:pt x="58927" y="108487"/>
                  </a:lnTo>
                  <a:lnTo>
                    <a:pt x="58736" y="108109"/>
                  </a:lnTo>
                  <a:lnTo>
                    <a:pt x="58621" y="107731"/>
                  </a:lnTo>
                  <a:lnTo>
                    <a:pt x="58583" y="107394"/>
                  </a:lnTo>
                  <a:lnTo>
                    <a:pt x="58583" y="107184"/>
                  </a:lnTo>
                  <a:lnTo>
                    <a:pt x="58583" y="106974"/>
                  </a:lnTo>
                  <a:lnTo>
                    <a:pt x="58583" y="106764"/>
                  </a:lnTo>
                  <a:lnTo>
                    <a:pt x="58468" y="106596"/>
                  </a:lnTo>
                  <a:lnTo>
                    <a:pt x="58315" y="106428"/>
                  </a:lnTo>
                  <a:lnTo>
                    <a:pt x="58200" y="106344"/>
                  </a:lnTo>
                  <a:lnTo>
                    <a:pt x="58123" y="106218"/>
                  </a:lnTo>
                  <a:lnTo>
                    <a:pt x="57970" y="106092"/>
                  </a:lnTo>
                  <a:lnTo>
                    <a:pt x="57740" y="105840"/>
                  </a:lnTo>
                  <a:lnTo>
                    <a:pt x="57472" y="105588"/>
                  </a:lnTo>
                  <a:lnTo>
                    <a:pt x="57204" y="105378"/>
                  </a:lnTo>
                  <a:lnTo>
                    <a:pt x="56975" y="105168"/>
                  </a:lnTo>
                  <a:lnTo>
                    <a:pt x="56783" y="105084"/>
                  </a:lnTo>
                  <a:lnTo>
                    <a:pt x="56630" y="105000"/>
                  </a:lnTo>
                  <a:lnTo>
                    <a:pt x="56477" y="104789"/>
                  </a:lnTo>
                  <a:lnTo>
                    <a:pt x="56362" y="104621"/>
                  </a:lnTo>
                  <a:lnTo>
                    <a:pt x="56362" y="104411"/>
                  </a:lnTo>
                  <a:lnTo>
                    <a:pt x="56362" y="104243"/>
                  </a:lnTo>
                  <a:lnTo>
                    <a:pt x="56362" y="104075"/>
                  </a:lnTo>
                  <a:lnTo>
                    <a:pt x="56324" y="103865"/>
                  </a:lnTo>
                  <a:lnTo>
                    <a:pt x="56171" y="103571"/>
                  </a:lnTo>
                  <a:lnTo>
                    <a:pt x="55979" y="103403"/>
                  </a:lnTo>
                  <a:lnTo>
                    <a:pt x="55826" y="103235"/>
                  </a:lnTo>
                  <a:lnTo>
                    <a:pt x="55634" y="102941"/>
                  </a:lnTo>
                  <a:lnTo>
                    <a:pt x="55596" y="102521"/>
                  </a:lnTo>
                  <a:lnTo>
                    <a:pt x="55596" y="102142"/>
                  </a:lnTo>
                  <a:lnTo>
                    <a:pt x="55520" y="101848"/>
                  </a:lnTo>
                  <a:lnTo>
                    <a:pt x="55213" y="101680"/>
                  </a:lnTo>
                  <a:lnTo>
                    <a:pt x="54984" y="101470"/>
                  </a:lnTo>
                  <a:lnTo>
                    <a:pt x="54830" y="101218"/>
                  </a:lnTo>
                  <a:lnTo>
                    <a:pt x="54754" y="100882"/>
                  </a:lnTo>
                  <a:lnTo>
                    <a:pt x="54754" y="100546"/>
                  </a:lnTo>
                  <a:lnTo>
                    <a:pt x="54792" y="100126"/>
                  </a:lnTo>
                  <a:lnTo>
                    <a:pt x="54945" y="99831"/>
                  </a:lnTo>
                  <a:lnTo>
                    <a:pt x="55213" y="99621"/>
                  </a:lnTo>
                  <a:lnTo>
                    <a:pt x="55520" y="99537"/>
                  </a:lnTo>
                  <a:lnTo>
                    <a:pt x="55826" y="99453"/>
                  </a:lnTo>
                  <a:lnTo>
                    <a:pt x="56056" y="99327"/>
                  </a:lnTo>
                  <a:lnTo>
                    <a:pt x="56094" y="99159"/>
                  </a:lnTo>
                  <a:lnTo>
                    <a:pt x="55711" y="98739"/>
                  </a:lnTo>
                  <a:lnTo>
                    <a:pt x="55558" y="98445"/>
                  </a:lnTo>
                  <a:lnTo>
                    <a:pt x="55596" y="98151"/>
                  </a:lnTo>
                  <a:lnTo>
                    <a:pt x="55673" y="97899"/>
                  </a:lnTo>
                  <a:lnTo>
                    <a:pt x="55673" y="97521"/>
                  </a:lnTo>
                  <a:lnTo>
                    <a:pt x="55520" y="97226"/>
                  </a:lnTo>
                  <a:lnTo>
                    <a:pt x="55290" y="97016"/>
                  </a:lnTo>
                  <a:lnTo>
                    <a:pt x="55137" y="96722"/>
                  </a:lnTo>
                  <a:lnTo>
                    <a:pt x="55060" y="96428"/>
                  </a:lnTo>
                  <a:lnTo>
                    <a:pt x="55060" y="95966"/>
                  </a:lnTo>
                  <a:lnTo>
                    <a:pt x="55252" y="95630"/>
                  </a:lnTo>
                  <a:lnTo>
                    <a:pt x="55558" y="95378"/>
                  </a:lnTo>
                  <a:lnTo>
                    <a:pt x="55788" y="95168"/>
                  </a:lnTo>
                  <a:lnTo>
                    <a:pt x="56017" y="95000"/>
                  </a:lnTo>
                  <a:lnTo>
                    <a:pt x="56362" y="94789"/>
                  </a:lnTo>
                  <a:lnTo>
                    <a:pt x="56745" y="94747"/>
                  </a:lnTo>
                  <a:lnTo>
                    <a:pt x="57089" y="94957"/>
                  </a:lnTo>
                  <a:lnTo>
                    <a:pt x="57204" y="95168"/>
                  </a:lnTo>
                  <a:lnTo>
                    <a:pt x="57358" y="95420"/>
                  </a:lnTo>
                  <a:lnTo>
                    <a:pt x="57472" y="95588"/>
                  </a:lnTo>
                  <a:lnTo>
                    <a:pt x="57702" y="95672"/>
                  </a:lnTo>
                  <a:lnTo>
                    <a:pt x="57932" y="95798"/>
                  </a:lnTo>
                  <a:lnTo>
                    <a:pt x="58238" y="95924"/>
                  </a:lnTo>
                  <a:lnTo>
                    <a:pt x="58506" y="96134"/>
                  </a:lnTo>
                  <a:lnTo>
                    <a:pt x="58698" y="96596"/>
                  </a:lnTo>
                  <a:lnTo>
                    <a:pt x="58966" y="97184"/>
                  </a:lnTo>
                  <a:lnTo>
                    <a:pt x="59119" y="97857"/>
                  </a:lnTo>
                  <a:lnTo>
                    <a:pt x="59272" y="98487"/>
                  </a:lnTo>
                  <a:lnTo>
                    <a:pt x="59425" y="99159"/>
                  </a:lnTo>
                  <a:lnTo>
                    <a:pt x="59617" y="99117"/>
                  </a:lnTo>
                  <a:lnTo>
                    <a:pt x="59808" y="99117"/>
                  </a:lnTo>
                  <a:lnTo>
                    <a:pt x="60038" y="99201"/>
                  </a:lnTo>
                  <a:lnTo>
                    <a:pt x="60191" y="99243"/>
                  </a:lnTo>
                  <a:lnTo>
                    <a:pt x="60421" y="99243"/>
                  </a:lnTo>
                  <a:lnTo>
                    <a:pt x="60574" y="99243"/>
                  </a:lnTo>
                  <a:lnTo>
                    <a:pt x="60765" y="99201"/>
                  </a:lnTo>
                  <a:lnTo>
                    <a:pt x="60918" y="99243"/>
                  </a:lnTo>
                  <a:lnTo>
                    <a:pt x="61263" y="99369"/>
                  </a:lnTo>
                  <a:lnTo>
                    <a:pt x="61646" y="99621"/>
                  </a:lnTo>
                  <a:lnTo>
                    <a:pt x="61837" y="99915"/>
                  </a:lnTo>
                  <a:lnTo>
                    <a:pt x="61646" y="100168"/>
                  </a:lnTo>
                  <a:lnTo>
                    <a:pt x="61493" y="100252"/>
                  </a:lnTo>
                  <a:lnTo>
                    <a:pt x="61301" y="100336"/>
                  </a:lnTo>
                  <a:lnTo>
                    <a:pt x="61110" y="100378"/>
                  </a:lnTo>
                  <a:lnTo>
                    <a:pt x="60957" y="100462"/>
                  </a:lnTo>
                  <a:lnTo>
                    <a:pt x="60765" y="100588"/>
                  </a:lnTo>
                  <a:lnTo>
                    <a:pt x="60574" y="100756"/>
                  </a:lnTo>
                  <a:lnTo>
                    <a:pt x="60421" y="100924"/>
                  </a:lnTo>
                  <a:lnTo>
                    <a:pt x="60191" y="101050"/>
                  </a:lnTo>
                  <a:lnTo>
                    <a:pt x="59846" y="101344"/>
                  </a:lnTo>
                  <a:lnTo>
                    <a:pt x="59502" y="101596"/>
                  </a:lnTo>
                  <a:lnTo>
                    <a:pt x="59195" y="101848"/>
                  </a:lnTo>
                  <a:lnTo>
                    <a:pt x="58851" y="102142"/>
                  </a:lnTo>
                  <a:lnTo>
                    <a:pt x="58544" y="102436"/>
                  </a:lnTo>
                  <a:lnTo>
                    <a:pt x="58276" y="102857"/>
                  </a:lnTo>
                  <a:lnTo>
                    <a:pt x="58123" y="103277"/>
                  </a:lnTo>
                  <a:lnTo>
                    <a:pt x="57932" y="103739"/>
                  </a:lnTo>
                  <a:lnTo>
                    <a:pt x="57894" y="103991"/>
                  </a:lnTo>
                  <a:lnTo>
                    <a:pt x="57817" y="104495"/>
                  </a:lnTo>
                  <a:lnTo>
                    <a:pt x="57817" y="104957"/>
                  </a:lnTo>
                  <a:lnTo>
                    <a:pt x="57855" y="105252"/>
                  </a:lnTo>
                  <a:lnTo>
                    <a:pt x="58047" y="105504"/>
                  </a:lnTo>
                  <a:lnTo>
                    <a:pt x="58238" y="105588"/>
                  </a:lnTo>
                  <a:lnTo>
                    <a:pt x="58468" y="105546"/>
                  </a:lnTo>
                  <a:lnTo>
                    <a:pt x="58544" y="105462"/>
                  </a:lnTo>
                  <a:lnTo>
                    <a:pt x="58583" y="105336"/>
                  </a:lnTo>
                  <a:lnTo>
                    <a:pt x="58621" y="105168"/>
                  </a:lnTo>
                  <a:lnTo>
                    <a:pt x="58698" y="105042"/>
                  </a:lnTo>
                  <a:lnTo>
                    <a:pt x="58851" y="105084"/>
                  </a:lnTo>
                  <a:lnTo>
                    <a:pt x="58966" y="105126"/>
                  </a:lnTo>
                  <a:lnTo>
                    <a:pt x="59081" y="105210"/>
                  </a:lnTo>
                  <a:lnTo>
                    <a:pt x="59195" y="105336"/>
                  </a:lnTo>
                  <a:lnTo>
                    <a:pt x="59310" y="105420"/>
                  </a:lnTo>
                  <a:lnTo>
                    <a:pt x="59617" y="105672"/>
                  </a:lnTo>
                  <a:lnTo>
                    <a:pt x="59425" y="105924"/>
                  </a:lnTo>
                  <a:lnTo>
                    <a:pt x="59081" y="106050"/>
                  </a:lnTo>
                  <a:lnTo>
                    <a:pt x="58927" y="106176"/>
                  </a:lnTo>
                  <a:lnTo>
                    <a:pt x="59081" y="106344"/>
                  </a:lnTo>
                  <a:lnTo>
                    <a:pt x="59502" y="106386"/>
                  </a:lnTo>
                  <a:lnTo>
                    <a:pt x="59961" y="106344"/>
                  </a:lnTo>
                  <a:lnTo>
                    <a:pt x="60191" y="106344"/>
                  </a:lnTo>
                  <a:lnTo>
                    <a:pt x="60421" y="106218"/>
                  </a:lnTo>
                  <a:lnTo>
                    <a:pt x="60727" y="106008"/>
                  </a:lnTo>
                  <a:lnTo>
                    <a:pt x="61072" y="105882"/>
                  </a:lnTo>
                  <a:lnTo>
                    <a:pt x="61301" y="105966"/>
                  </a:lnTo>
                  <a:lnTo>
                    <a:pt x="61340" y="106092"/>
                  </a:lnTo>
                  <a:lnTo>
                    <a:pt x="61301" y="106218"/>
                  </a:lnTo>
                  <a:lnTo>
                    <a:pt x="61186" y="106302"/>
                  </a:lnTo>
                  <a:lnTo>
                    <a:pt x="61186" y="106386"/>
                  </a:lnTo>
                  <a:lnTo>
                    <a:pt x="61263" y="106512"/>
                  </a:lnTo>
                  <a:lnTo>
                    <a:pt x="61378" y="106638"/>
                  </a:lnTo>
                  <a:lnTo>
                    <a:pt x="61569" y="106722"/>
                  </a:lnTo>
                  <a:lnTo>
                    <a:pt x="61684" y="106764"/>
                  </a:lnTo>
                  <a:lnTo>
                    <a:pt x="62182" y="107100"/>
                  </a:lnTo>
                  <a:lnTo>
                    <a:pt x="62603" y="107563"/>
                  </a:lnTo>
                  <a:lnTo>
                    <a:pt x="62986" y="108109"/>
                  </a:lnTo>
                  <a:lnTo>
                    <a:pt x="63369" y="108739"/>
                  </a:lnTo>
                  <a:lnTo>
                    <a:pt x="63522" y="108907"/>
                  </a:lnTo>
                  <a:lnTo>
                    <a:pt x="63752" y="109117"/>
                  </a:lnTo>
                  <a:lnTo>
                    <a:pt x="63905" y="109243"/>
                  </a:lnTo>
                  <a:lnTo>
                    <a:pt x="63943" y="109495"/>
                  </a:lnTo>
                  <a:lnTo>
                    <a:pt x="63790" y="109579"/>
                  </a:lnTo>
                  <a:lnTo>
                    <a:pt x="63407" y="109621"/>
                  </a:lnTo>
                  <a:lnTo>
                    <a:pt x="62948" y="109621"/>
                  </a:lnTo>
                  <a:lnTo>
                    <a:pt x="62680" y="109579"/>
                  </a:lnTo>
                  <a:lnTo>
                    <a:pt x="62450" y="109747"/>
                  </a:lnTo>
                  <a:lnTo>
                    <a:pt x="62718" y="110084"/>
                  </a:lnTo>
                  <a:lnTo>
                    <a:pt x="63139" y="110336"/>
                  </a:lnTo>
                  <a:lnTo>
                    <a:pt x="63522" y="110378"/>
                  </a:lnTo>
                  <a:lnTo>
                    <a:pt x="63752" y="110210"/>
                  </a:lnTo>
                  <a:lnTo>
                    <a:pt x="63982" y="110084"/>
                  </a:lnTo>
                  <a:lnTo>
                    <a:pt x="64250" y="109957"/>
                  </a:lnTo>
                  <a:lnTo>
                    <a:pt x="64518" y="109789"/>
                  </a:lnTo>
                  <a:lnTo>
                    <a:pt x="66049" y="108907"/>
                  </a:lnTo>
                  <a:lnTo>
                    <a:pt x="66777" y="108487"/>
                  </a:lnTo>
                  <a:lnTo>
                    <a:pt x="67504" y="108067"/>
                  </a:lnTo>
                  <a:lnTo>
                    <a:pt x="68998" y="107184"/>
                  </a:lnTo>
                  <a:lnTo>
                    <a:pt x="70491" y="106344"/>
                  </a:lnTo>
                  <a:lnTo>
                    <a:pt x="71984" y="105462"/>
                  </a:lnTo>
                  <a:lnTo>
                    <a:pt x="73477" y="104579"/>
                  </a:lnTo>
                  <a:lnTo>
                    <a:pt x="74971" y="103697"/>
                  </a:lnTo>
                  <a:lnTo>
                    <a:pt x="76388" y="102773"/>
                  </a:lnTo>
                  <a:lnTo>
                    <a:pt x="78608" y="101428"/>
                  </a:lnTo>
                  <a:lnTo>
                    <a:pt x="80829" y="100084"/>
                  </a:lnTo>
                  <a:lnTo>
                    <a:pt x="83050" y="98697"/>
                  </a:lnTo>
                  <a:lnTo>
                    <a:pt x="85232" y="97310"/>
                  </a:lnTo>
                  <a:lnTo>
                    <a:pt x="87453" y="95924"/>
                  </a:lnTo>
                  <a:lnTo>
                    <a:pt x="89636" y="94537"/>
                  </a:lnTo>
                  <a:lnTo>
                    <a:pt x="91780" y="93109"/>
                  </a:lnTo>
                  <a:lnTo>
                    <a:pt x="93962" y="91680"/>
                  </a:lnTo>
                  <a:lnTo>
                    <a:pt x="95724" y="90504"/>
                  </a:lnTo>
                  <a:lnTo>
                    <a:pt x="97485" y="89327"/>
                  </a:lnTo>
                  <a:lnTo>
                    <a:pt x="99246" y="88151"/>
                  </a:lnTo>
                  <a:lnTo>
                    <a:pt x="101008" y="86932"/>
                  </a:lnTo>
                  <a:lnTo>
                    <a:pt x="102731" y="85756"/>
                  </a:lnTo>
                  <a:lnTo>
                    <a:pt x="104492" y="84579"/>
                  </a:lnTo>
                  <a:lnTo>
                    <a:pt x="105335" y="83949"/>
                  </a:lnTo>
                  <a:lnTo>
                    <a:pt x="106215" y="83361"/>
                  </a:lnTo>
                  <a:lnTo>
                    <a:pt x="107977" y="82142"/>
                  </a:lnTo>
                  <a:lnTo>
                    <a:pt x="108704" y="81596"/>
                  </a:lnTo>
                  <a:lnTo>
                    <a:pt x="109470" y="81050"/>
                  </a:lnTo>
                  <a:lnTo>
                    <a:pt x="110236" y="80546"/>
                  </a:lnTo>
                  <a:lnTo>
                    <a:pt x="111001" y="80000"/>
                  </a:lnTo>
                  <a:lnTo>
                    <a:pt x="111155" y="79873"/>
                  </a:lnTo>
                  <a:lnTo>
                    <a:pt x="111652" y="80714"/>
                  </a:lnTo>
                  <a:lnTo>
                    <a:pt x="111997" y="81344"/>
                  </a:lnTo>
                  <a:lnTo>
                    <a:pt x="112227" y="81680"/>
                  </a:lnTo>
                  <a:lnTo>
                    <a:pt x="112763" y="82647"/>
                  </a:lnTo>
                  <a:lnTo>
                    <a:pt x="113375" y="83613"/>
                  </a:lnTo>
                  <a:lnTo>
                    <a:pt x="113911" y="84621"/>
                  </a:lnTo>
                  <a:lnTo>
                    <a:pt x="114256" y="85168"/>
                  </a:lnTo>
                  <a:lnTo>
                    <a:pt x="114716" y="86008"/>
                  </a:lnTo>
                  <a:lnTo>
                    <a:pt x="115137" y="86722"/>
                  </a:lnTo>
                  <a:lnTo>
                    <a:pt x="115481" y="87268"/>
                  </a:lnTo>
                  <a:lnTo>
                    <a:pt x="115673" y="87563"/>
                  </a:lnTo>
                  <a:lnTo>
                    <a:pt x="115673" y="87563"/>
                  </a:lnTo>
                  <a:lnTo>
                    <a:pt x="115749" y="87478"/>
                  </a:lnTo>
                  <a:lnTo>
                    <a:pt x="115826" y="87310"/>
                  </a:lnTo>
                  <a:lnTo>
                    <a:pt x="115864" y="87226"/>
                  </a:lnTo>
                  <a:lnTo>
                    <a:pt x="116017" y="87310"/>
                  </a:lnTo>
                  <a:lnTo>
                    <a:pt x="116094" y="87142"/>
                  </a:lnTo>
                  <a:lnTo>
                    <a:pt x="116439" y="86932"/>
                  </a:lnTo>
                  <a:lnTo>
                    <a:pt x="116553" y="86806"/>
                  </a:lnTo>
                  <a:lnTo>
                    <a:pt x="116592" y="86638"/>
                  </a:lnTo>
                  <a:lnTo>
                    <a:pt x="116553" y="86386"/>
                  </a:lnTo>
                  <a:lnTo>
                    <a:pt x="116439" y="86218"/>
                  </a:lnTo>
                  <a:lnTo>
                    <a:pt x="116247" y="86092"/>
                  </a:lnTo>
                  <a:lnTo>
                    <a:pt x="116247" y="85588"/>
                  </a:lnTo>
                  <a:lnTo>
                    <a:pt x="116630" y="85756"/>
                  </a:lnTo>
                  <a:lnTo>
                    <a:pt x="116898" y="85588"/>
                  </a:lnTo>
                  <a:lnTo>
                    <a:pt x="117013" y="85252"/>
                  </a:lnTo>
                  <a:lnTo>
                    <a:pt x="116975" y="84789"/>
                  </a:lnTo>
                  <a:lnTo>
                    <a:pt x="116860" y="84705"/>
                  </a:lnTo>
                  <a:lnTo>
                    <a:pt x="116898" y="84579"/>
                  </a:lnTo>
                  <a:lnTo>
                    <a:pt x="116975" y="84369"/>
                  </a:lnTo>
                  <a:lnTo>
                    <a:pt x="116975" y="84201"/>
                  </a:lnTo>
                  <a:lnTo>
                    <a:pt x="116936" y="84075"/>
                  </a:lnTo>
                  <a:lnTo>
                    <a:pt x="116936" y="83949"/>
                  </a:lnTo>
                  <a:lnTo>
                    <a:pt x="116936" y="83823"/>
                  </a:lnTo>
                  <a:lnTo>
                    <a:pt x="116975" y="83655"/>
                  </a:lnTo>
                  <a:lnTo>
                    <a:pt x="117166" y="83487"/>
                  </a:lnTo>
                  <a:lnTo>
                    <a:pt x="117166" y="83361"/>
                  </a:lnTo>
                  <a:lnTo>
                    <a:pt x="117013" y="82983"/>
                  </a:lnTo>
                  <a:lnTo>
                    <a:pt x="116860" y="82605"/>
                  </a:lnTo>
                  <a:lnTo>
                    <a:pt x="116821" y="82436"/>
                  </a:lnTo>
                  <a:lnTo>
                    <a:pt x="116860" y="82310"/>
                  </a:lnTo>
                  <a:lnTo>
                    <a:pt x="117319" y="81974"/>
                  </a:lnTo>
                  <a:lnTo>
                    <a:pt x="117472" y="81806"/>
                  </a:lnTo>
                  <a:lnTo>
                    <a:pt x="117779" y="80630"/>
                  </a:lnTo>
                  <a:lnTo>
                    <a:pt x="117779" y="80462"/>
                  </a:lnTo>
                  <a:lnTo>
                    <a:pt x="117740" y="80294"/>
                  </a:lnTo>
                  <a:lnTo>
                    <a:pt x="117664" y="80042"/>
                  </a:lnTo>
                  <a:lnTo>
                    <a:pt x="117740" y="79915"/>
                  </a:lnTo>
                  <a:lnTo>
                    <a:pt x="118008" y="79915"/>
                  </a:lnTo>
                  <a:lnTo>
                    <a:pt x="118085" y="79789"/>
                  </a:lnTo>
                  <a:lnTo>
                    <a:pt x="118123" y="79579"/>
                  </a:lnTo>
                  <a:lnTo>
                    <a:pt x="118162" y="79285"/>
                  </a:lnTo>
                  <a:lnTo>
                    <a:pt x="118085" y="79033"/>
                  </a:lnTo>
                  <a:lnTo>
                    <a:pt x="118123" y="78949"/>
                  </a:lnTo>
                  <a:lnTo>
                    <a:pt x="118698" y="7852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Shape 5388"/>
            <p:cNvSpPr/>
            <p:nvPr/>
          </p:nvSpPr>
          <p:spPr>
            <a:xfrm>
              <a:off x="14435395" y="5356569"/>
              <a:ext cx="11113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826" y="115714"/>
                  </a:moveTo>
                  <a:lnTo>
                    <a:pt x="120000" y="119999"/>
                  </a:lnTo>
                  <a:lnTo>
                    <a:pt x="99130" y="98571"/>
                  </a:lnTo>
                  <a:lnTo>
                    <a:pt x="78260" y="85714"/>
                  </a:lnTo>
                  <a:lnTo>
                    <a:pt x="36521" y="72857"/>
                  </a:lnTo>
                  <a:lnTo>
                    <a:pt x="31304" y="59999"/>
                  </a:lnTo>
                  <a:lnTo>
                    <a:pt x="31304" y="51428"/>
                  </a:lnTo>
                  <a:lnTo>
                    <a:pt x="31304" y="47142"/>
                  </a:lnTo>
                  <a:lnTo>
                    <a:pt x="26086" y="42857"/>
                  </a:lnTo>
                  <a:lnTo>
                    <a:pt x="26086" y="38571"/>
                  </a:lnTo>
                  <a:lnTo>
                    <a:pt x="36521" y="17142"/>
                  </a:lnTo>
                  <a:lnTo>
                    <a:pt x="36521" y="8571"/>
                  </a:lnTo>
                  <a:lnTo>
                    <a:pt x="36521" y="0"/>
                  </a:lnTo>
                  <a:lnTo>
                    <a:pt x="10434" y="12857"/>
                  </a:lnTo>
                  <a:lnTo>
                    <a:pt x="0" y="38571"/>
                  </a:lnTo>
                  <a:lnTo>
                    <a:pt x="0" y="72857"/>
                  </a:lnTo>
                  <a:lnTo>
                    <a:pt x="10434" y="102857"/>
                  </a:lnTo>
                  <a:lnTo>
                    <a:pt x="67826" y="11571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Shape 5389"/>
            <p:cNvSpPr/>
            <p:nvPr/>
          </p:nvSpPr>
          <p:spPr>
            <a:xfrm>
              <a:off x="14435395" y="5356569"/>
              <a:ext cx="11113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826" y="115714"/>
                  </a:moveTo>
                  <a:lnTo>
                    <a:pt x="120000" y="119999"/>
                  </a:lnTo>
                  <a:lnTo>
                    <a:pt x="99130" y="98571"/>
                  </a:lnTo>
                  <a:lnTo>
                    <a:pt x="78260" y="85714"/>
                  </a:lnTo>
                  <a:lnTo>
                    <a:pt x="36521" y="72857"/>
                  </a:lnTo>
                  <a:lnTo>
                    <a:pt x="31304" y="59999"/>
                  </a:lnTo>
                  <a:lnTo>
                    <a:pt x="31304" y="51428"/>
                  </a:lnTo>
                  <a:lnTo>
                    <a:pt x="31304" y="47142"/>
                  </a:lnTo>
                  <a:lnTo>
                    <a:pt x="26086" y="42857"/>
                  </a:lnTo>
                  <a:lnTo>
                    <a:pt x="26086" y="38571"/>
                  </a:lnTo>
                  <a:lnTo>
                    <a:pt x="36521" y="17142"/>
                  </a:lnTo>
                  <a:lnTo>
                    <a:pt x="36521" y="8571"/>
                  </a:lnTo>
                  <a:lnTo>
                    <a:pt x="36521" y="0"/>
                  </a:lnTo>
                  <a:lnTo>
                    <a:pt x="10434" y="12857"/>
                  </a:lnTo>
                  <a:lnTo>
                    <a:pt x="0" y="38571"/>
                  </a:lnTo>
                  <a:lnTo>
                    <a:pt x="0" y="72857"/>
                  </a:lnTo>
                  <a:lnTo>
                    <a:pt x="10434" y="102857"/>
                  </a:lnTo>
                  <a:lnTo>
                    <a:pt x="67826" y="11571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Shape 5390"/>
            <p:cNvSpPr/>
            <p:nvPr/>
          </p:nvSpPr>
          <p:spPr>
            <a:xfrm>
              <a:off x="15552995" y="8198193"/>
              <a:ext cx="17462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1818" y="34936"/>
                  </a:moveTo>
                  <a:lnTo>
                    <a:pt x="87272" y="24303"/>
                  </a:lnTo>
                  <a:lnTo>
                    <a:pt x="69090" y="15189"/>
                  </a:lnTo>
                  <a:lnTo>
                    <a:pt x="76363" y="6075"/>
                  </a:lnTo>
                  <a:lnTo>
                    <a:pt x="72727" y="1518"/>
                  </a:lnTo>
                  <a:lnTo>
                    <a:pt x="65454" y="3037"/>
                  </a:lnTo>
                  <a:lnTo>
                    <a:pt x="61818" y="3037"/>
                  </a:lnTo>
                  <a:lnTo>
                    <a:pt x="43636" y="0"/>
                  </a:lnTo>
                  <a:lnTo>
                    <a:pt x="18181" y="1518"/>
                  </a:lnTo>
                  <a:lnTo>
                    <a:pt x="3636" y="18227"/>
                  </a:lnTo>
                  <a:lnTo>
                    <a:pt x="0" y="37974"/>
                  </a:lnTo>
                  <a:lnTo>
                    <a:pt x="3636" y="54683"/>
                  </a:lnTo>
                  <a:lnTo>
                    <a:pt x="14545" y="63797"/>
                  </a:lnTo>
                  <a:lnTo>
                    <a:pt x="7272" y="78987"/>
                  </a:lnTo>
                  <a:lnTo>
                    <a:pt x="21818" y="95696"/>
                  </a:lnTo>
                  <a:lnTo>
                    <a:pt x="25454" y="110886"/>
                  </a:lnTo>
                  <a:lnTo>
                    <a:pt x="32727" y="120000"/>
                  </a:lnTo>
                  <a:lnTo>
                    <a:pt x="40000" y="115443"/>
                  </a:lnTo>
                  <a:lnTo>
                    <a:pt x="50909" y="110886"/>
                  </a:lnTo>
                  <a:lnTo>
                    <a:pt x="54545" y="106329"/>
                  </a:lnTo>
                  <a:lnTo>
                    <a:pt x="58181" y="100253"/>
                  </a:lnTo>
                  <a:lnTo>
                    <a:pt x="58181" y="89620"/>
                  </a:lnTo>
                  <a:lnTo>
                    <a:pt x="61818" y="82025"/>
                  </a:lnTo>
                  <a:lnTo>
                    <a:pt x="69090" y="78987"/>
                  </a:lnTo>
                  <a:lnTo>
                    <a:pt x="105454" y="69873"/>
                  </a:lnTo>
                  <a:lnTo>
                    <a:pt x="112727" y="66835"/>
                  </a:lnTo>
                  <a:lnTo>
                    <a:pt x="120000" y="60759"/>
                  </a:lnTo>
                  <a:lnTo>
                    <a:pt x="112727" y="50126"/>
                  </a:lnTo>
                  <a:lnTo>
                    <a:pt x="120000" y="42531"/>
                  </a:lnTo>
                  <a:lnTo>
                    <a:pt x="101818" y="349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Shape 5391"/>
            <p:cNvSpPr/>
            <p:nvPr/>
          </p:nvSpPr>
          <p:spPr>
            <a:xfrm>
              <a:off x="15552995" y="8198193"/>
              <a:ext cx="17462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1818" y="34936"/>
                  </a:moveTo>
                  <a:lnTo>
                    <a:pt x="87272" y="24303"/>
                  </a:lnTo>
                  <a:lnTo>
                    <a:pt x="69090" y="15189"/>
                  </a:lnTo>
                  <a:lnTo>
                    <a:pt x="76363" y="6075"/>
                  </a:lnTo>
                  <a:lnTo>
                    <a:pt x="72727" y="1518"/>
                  </a:lnTo>
                  <a:lnTo>
                    <a:pt x="65454" y="3037"/>
                  </a:lnTo>
                  <a:lnTo>
                    <a:pt x="61818" y="3037"/>
                  </a:lnTo>
                  <a:lnTo>
                    <a:pt x="43636" y="0"/>
                  </a:lnTo>
                  <a:lnTo>
                    <a:pt x="18181" y="1518"/>
                  </a:lnTo>
                  <a:lnTo>
                    <a:pt x="3636" y="18227"/>
                  </a:lnTo>
                  <a:lnTo>
                    <a:pt x="0" y="37974"/>
                  </a:lnTo>
                  <a:lnTo>
                    <a:pt x="3636" y="54683"/>
                  </a:lnTo>
                  <a:lnTo>
                    <a:pt x="14545" y="63797"/>
                  </a:lnTo>
                  <a:lnTo>
                    <a:pt x="7272" y="78987"/>
                  </a:lnTo>
                  <a:lnTo>
                    <a:pt x="21818" y="95696"/>
                  </a:lnTo>
                  <a:lnTo>
                    <a:pt x="25454" y="110886"/>
                  </a:lnTo>
                  <a:lnTo>
                    <a:pt x="32727" y="120000"/>
                  </a:lnTo>
                  <a:lnTo>
                    <a:pt x="40000" y="115443"/>
                  </a:lnTo>
                  <a:lnTo>
                    <a:pt x="50909" y="110886"/>
                  </a:lnTo>
                  <a:lnTo>
                    <a:pt x="54545" y="106329"/>
                  </a:lnTo>
                  <a:lnTo>
                    <a:pt x="58181" y="100253"/>
                  </a:lnTo>
                  <a:lnTo>
                    <a:pt x="58181" y="89620"/>
                  </a:lnTo>
                  <a:lnTo>
                    <a:pt x="61818" y="82025"/>
                  </a:lnTo>
                  <a:lnTo>
                    <a:pt x="69090" y="78987"/>
                  </a:lnTo>
                  <a:lnTo>
                    <a:pt x="105454" y="69873"/>
                  </a:lnTo>
                  <a:lnTo>
                    <a:pt x="112727" y="66835"/>
                  </a:lnTo>
                  <a:lnTo>
                    <a:pt x="120000" y="60759"/>
                  </a:lnTo>
                  <a:lnTo>
                    <a:pt x="112727" y="50126"/>
                  </a:lnTo>
                  <a:lnTo>
                    <a:pt x="120000" y="42531"/>
                  </a:lnTo>
                  <a:lnTo>
                    <a:pt x="101818" y="349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Shape 5392"/>
            <p:cNvSpPr/>
            <p:nvPr/>
          </p:nvSpPr>
          <p:spPr>
            <a:xfrm>
              <a:off x="15556170" y="7512393"/>
              <a:ext cx="20638" cy="460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00" y="84943"/>
                  </a:moveTo>
                  <a:lnTo>
                    <a:pt x="9000" y="87640"/>
                  </a:lnTo>
                  <a:lnTo>
                    <a:pt x="15000" y="86292"/>
                  </a:lnTo>
                  <a:lnTo>
                    <a:pt x="27000" y="83595"/>
                  </a:lnTo>
                  <a:lnTo>
                    <a:pt x="24000" y="87640"/>
                  </a:lnTo>
                  <a:lnTo>
                    <a:pt x="24000" y="90337"/>
                  </a:lnTo>
                  <a:lnTo>
                    <a:pt x="24000" y="94382"/>
                  </a:lnTo>
                  <a:lnTo>
                    <a:pt x="27000" y="99775"/>
                  </a:lnTo>
                  <a:lnTo>
                    <a:pt x="30000" y="94382"/>
                  </a:lnTo>
                  <a:lnTo>
                    <a:pt x="36000" y="91685"/>
                  </a:lnTo>
                  <a:lnTo>
                    <a:pt x="45000" y="90337"/>
                  </a:lnTo>
                  <a:lnTo>
                    <a:pt x="54000" y="94382"/>
                  </a:lnTo>
                  <a:lnTo>
                    <a:pt x="54000" y="98426"/>
                  </a:lnTo>
                  <a:lnTo>
                    <a:pt x="39000" y="114606"/>
                  </a:lnTo>
                  <a:lnTo>
                    <a:pt x="51000" y="114606"/>
                  </a:lnTo>
                  <a:lnTo>
                    <a:pt x="60000" y="114606"/>
                  </a:lnTo>
                  <a:lnTo>
                    <a:pt x="72000" y="114606"/>
                  </a:lnTo>
                  <a:lnTo>
                    <a:pt x="84000" y="120000"/>
                  </a:lnTo>
                  <a:lnTo>
                    <a:pt x="102000" y="98426"/>
                  </a:lnTo>
                  <a:lnTo>
                    <a:pt x="117000" y="71460"/>
                  </a:lnTo>
                  <a:lnTo>
                    <a:pt x="120000" y="59325"/>
                  </a:lnTo>
                  <a:lnTo>
                    <a:pt x="117000" y="49887"/>
                  </a:lnTo>
                  <a:lnTo>
                    <a:pt x="114000" y="41797"/>
                  </a:lnTo>
                  <a:lnTo>
                    <a:pt x="105000" y="36404"/>
                  </a:lnTo>
                  <a:lnTo>
                    <a:pt x="99000" y="26966"/>
                  </a:lnTo>
                  <a:lnTo>
                    <a:pt x="96000" y="18876"/>
                  </a:lnTo>
                  <a:lnTo>
                    <a:pt x="93000" y="6741"/>
                  </a:lnTo>
                  <a:lnTo>
                    <a:pt x="93000" y="4044"/>
                  </a:lnTo>
                  <a:lnTo>
                    <a:pt x="90000" y="0"/>
                  </a:lnTo>
                  <a:lnTo>
                    <a:pt x="87000" y="17528"/>
                  </a:lnTo>
                  <a:lnTo>
                    <a:pt x="87000" y="24269"/>
                  </a:lnTo>
                  <a:lnTo>
                    <a:pt x="99000" y="28314"/>
                  </a:lnTo>
                  <a:lnTo>
                    <a:pt x="96000" y="37752"/>
                  </a:lnTo>
                  <a:lnTo>
                    <a:pt x="87000" y="41797"/>
                  </a:lnTo>
                  <a:lnTo>
                    <a:pt x="72000" y="45842"/>
                  </a:lnTo>
                  <a:lnTo>
                    <a:pt x="63000" y="51235"/>
                  </a:lnTo>
                  <a:lnTo>
                    <a:pt x="60000" y="40449"/>
                  </a:lnTo>
                  <a:lnTo>
                    <a:pt x="42000" y="44494"/>
                  </a:lnTo>
                  <a:lnTo>
                    <a:pt x="6000" y="57977"/>
                  </a:lnTo>
                  <a:lnTo>
                    <a:pt x="3000" y="60674"/>
                  </a:lnTo>
                  <a:lnTo>
                    <a:pt x="0" y="66067"/>
                  </a:lnTo>
                  <a:lnTo>
                    <a:pt x="0" y="74157"/>
                  </a:lnTo>
                  <a:lnTo>
                    <a:pt x="0" y="78202"/>
                  </a:lnTo>
                  <a:lnTo>
                    <a:pt x="3000" y="8494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Shape 5393"/>
            <p:cNvSpPr/>
            <p:nvPr/>
          </p:nvSpPr>
          <p:spPr>
            <a:xfrm>
              <a:off x="15556170" y="7512393"/>
              <a:ext cx="20638" cy="460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00" y="84943"/>
                  </a:moveTo>
                  <a:lnTo>
                    <a:pt x="9000" y="87640"/>
                  </a:lnTo>
                  <a:lnTo>
                    <a:pt x="15000" y="86292"/>
                  </a:lnTo>
                  <a:lnTo>
                    <a:pt x="27000" y="83595"/>
                  </a:lnTo>
                  <a:lnTo>
                    <a:pt x="24000" y="87640"/>
                  </a:lnTo>
                  <a:lnTo>
                    <a:pt x="24000" y="90337"/>
                  </a:lnTo>
                  <a:lnTo>
                    <a:pt x="24000" y="94382"/>
                  </a:lnTo>
                  <a:lnTo>
                    <a:pt x="27000" y="99775"/>
                  </a:lnTo>
                  <a:lnTo>
                    <a:pt x="30000" y="94382"/>
                  </a:lnTo>
                  <a:lnTo>
                    <a:pt x="36000" y="91685"/>
                  </a:lnTo>
                  <a:lnTo>
                    <a:pt x="45000" y="90337"/>
                  </a:lnTo>
                  <a:lnTo>
                    <a:pt x="54000" y="94382"/>
                  </a:lnTo>
                  <a:lnTo>
                    <a:pt x="54000" y="98426"/>
                  </a:lnTo>
                  <a:lnTo>
                    <a:pt x="39000" y="114606"/>
                  </a:lnTo>
                  <a:lnTo>
                    <a:pt x="51000" y="114606"/>
                  </a:lnTo>
                  <a:lnTo>
                    <a:pt x="60000" y="114606"/>
                  </a:lnTo>
                  <a:lnTo>
                    <a:pt x="72000" y="114606"/>
                  </a:lnTo>
                  <a:lnTo>
                    <a:pt x="84000" y="120000"/>
                  </a:lnTo>
                  <a:lnTo>
                    <a:pt x="102000" y="98426"/>
                  </a:lnTo>
                  <a:lnTo>
                    <a:pt x="117000" y="71460"/>
                  </a:lnTo>
                  <a:lnTo>
                    <a:pt x="120000" y="59325"/>
                  </a:lnTo>
                  <a:lnTo>
                    <a:pt x="117000" y="49887"/>
                  </a:lnTo>
                  <a:lnTo>
                    <a:pt x="114000" y="41797"/>
                  </a:lnTo>
                  <a:lnTo>
                    <a:pt x="105000" y="36404"/>
                  </a:lnTo>
                  <a:lnTo>
                    <a:pt x="99000" y="26966"/>
                  </a:lnTo>
                  <a:lnTo>
                    <a:pt x="96000" y="18876"/>
                  </a:lnTo>
                  <a:lnTo>
                    <a:pt x="93000" y="6741"/>
                  </a:lnTo>
                  <a:lnTo>
                    <a:pt x="93000" y="4044"/>
                  </a:lnTo>
                  <a:lnTo>
                    <a:pt x="90000" y="0"/>
                  </a:lnTo>
                  <a:lnTo>
                    <a:pt x="87000" y="17528"/>
                  </a:lnTo>
                  <a:lnTo>
                    <a:pt x="87000" y="24269"/>
                  </a:lnTo>
                  <a:lnTo>
                    <a:pt x="99000" y="28314"/>
                  </a:lnTo>
                  <a:lnTo>
                    <a:pt x="96000" y="37752"/>
                  </a:lnTo>
                  <a:lnTo>
                    <a:pt x="87000" y="41797"/>
                  </a:lnTo>
                  <a:lnTo>
                    <a:pt x="72000" y="45842"/>
                  </a:lnTo>
                  <a:lnTo>
                    <a:pt x="63000" y="51235"/>
                  </a:lnTo>
                  <a:lnTo>
                    <a:pt x="60000" y="40449"/>
                  </a:lnTo>
                  <a:lnTo>
                    <a:pt x="42000" y="44494"/>
                  </a:lnTo>
                  <a:lnTo>
                    <a:pt x="6000" y="57977"/>
                  </a:lnTo>
                  <a:lnTo>
                    <a:pt x="3000" y="60674"/>
                  </a:lnTo>
                  <a:lnTo>
                    <a:pt x="0" y="66067"/>
                  </a:lnTo>
                  <a:lnTo>
                    <a:pt x="0" y="74157"/>
                  </a:lnTo>
                  <a:lnTo>
                    <a:pt x="0" y="78202"/>
                  </a:lnTo>
                  <a:lnTo>
                    <a:pt x="3000" y="8494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Shape 5394"/>
            <p:cNvSpPr/>
            <p:nvPr/>
          </p:nvSpPr>
          <p:spPr>
            <a:xfrm>
              <a:off x="15560932" y="7498107"/>
              <a:ext cx="9524" cy="269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" y="89411"/>
                  </a:moveTo>
                  <a:lnTo>
                    <a:pt x="12000" y="112941"/>
                  </a:lnTo>
                  <a:lnTo>
                    <a:pt x="24000" y="120000"/>
                  </a:lnTo>
                  <a:lnTo>
                    <a:pt x="54000" y="112941"/>
                  </a:lnTo>
                  <a:lnTo>
                    <a:pt x="102000" y="80000"/>
                  </a:lnTo>
                  <a:lnTo>
                    <a:pt x="120000" y="65882"/>
                  </a:lnTo>
                  <a:lnTo>
                    <a:pt x="120000" y="44705"/>
                  </a:lnTo>
                  <a:lnTo>
                    <a:pt x="96000" y="30588"/>
                  </a:lnTo>
                  <a:lnTo>
                    <a:pt x="72000" y="18823"/>
                  </a:lnTo>
                  <a:lnTo>
                    <a:pt x="42000" y="2352"/>
                  </a:lnTo>
                  <a:lnTo>
                    <a:pt x="6000" y="0"/>
                  </a:lnTo>
                  <a:lnTo>
                    <a:pt x="0" y="11764"/>
                  </a:lnTo>
                  <a:lnTo>
                    <a:pt x="18000" y="54117"/>
                  </a:lnTo>
                  <a:lnTo>
                    <a:pt x="12000" y="8941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Shape 5395"/>
            <p:cNvSpPr/>
            <p:nvPr/>
          </p:nvSpPr>
          <p:spPr>
            <a:xfrm>
              <a:off x="15560932" y="7498107"/>
              <a:ext cx="9524" cy="269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" y="89411"/>
                  </a:moveTo>
                  <a:lnTo>
                    <a:pt x="12000" y="112941"/>
                  </a:lnTo>
                  <a:lnTo>
                    <a:pt x="24000" y="120000"/>
                  </a:lnTo>
                  <a:lnTo>
                    <a:pt x="54000" y="112941"/>
                  </a:lnTo>
                  <a:lnTo>
                    <a:pt x="102000" y="80000"/>
                  </a:lnTo>
                  <a:lnTo>
                    <a:pt x="120000" y="65882"/>
                  </a:lnTo>
                  <a:lnTo>
                    <a:pt x="120000" y="44705"/>
                  </a:lnTo>
                  <a:lnTo>
                    <a:pt x="96000" y="30588"/>
                  </a:lnTo>
                  <a:lnTo>
                    <a:pt x="72000" y="18823"/>
                  </a:lnTo>
                  <a:lnTo>
                    <a:pt x="42000" y="2352"/>
                  </a:lnTo>
                  <a:lnTo>
                    <a:pt x="6000" y="0"/>
                  </a:lnTo>
                  <a:lnTo>
                    <a:pt x="0" y="11764"/>
                  </a:lnTo>
                  <a:lnTo>
                    <a:pt x="18000" y="54117"/>
                  </a:lnTo>
                  <a:lnTo>
                    <a:pt x="12000" y="8941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Shape 5396"/>
            <p:cNvSpPr/>
            <p:nvPr/>
          </p:nvSpPr>
          <p:spPr>
            <a:xfrm>
              <a:off x="15095795" y="7553668"/>
              <a:ext cx="712788" cy="6111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465" y="46920"/>
                  </a:moveTo>
                  <a:lnTo>
                    <a:pt x="118931" y="46816"/>
                  </a:lnTo>
                  <a:lnTo>
                    <a:pt x="117062" y="47231"/>
                  </a:lnTo>
                  <a:lnTo>
                    <a:pt x="115816" y="47024"/>
                  </a:lnTo>
                  <a:lnTo>
                    <a:pt x="115192" y="47128"/>
                  </a:lnTo>
                  <a:lnTo>
                    <a:pt x="114213" y="47750"/>
                  </a:lnTo>
                  <a:lnTo>
                    <a:pt x="113857" y="47958"/>
                  </a:lnTo>
                  <a:lnTo>
                    <a:pt x="113679" y="48166"/>
                  </a:lnTo>
                  <a:lnTo>
                    <a:pt x="113412" y="49100"/>
                  </a:lnTo>
                  <a:lnTo>
                    <a:pt x="113412" y="49307"/>
                  </a:lnTo>
                  <a:lnTo>
                    <a:pt x="112878" y="49100"/>
                  </a:lnTo>
                  <a:lnTo>
                    <a:pt x="112700" y="48996"/>
                  </a:lnTo>
                  <a:lnTo>
                    <a:pt x="112433" y="48685"/>
                  </a:lnTo>
                  <a:lnTo>
                    <a:pt x="112344" y="48892"/>
                  </a:lnTo>
                  <a:lnTo>
                    <a:pt x="112344" y="49204"/>
                  </a:lnTo>
                  <a:lnTo>
                    <a:pt x="112344" y="49515"/>
                  </a:lnTo>
                  <a:lnTo>
                    <a:pt x="111899" y="49826"/>
                  </a:lnTo>
                  <a:lnTo>
                    <a:pt x="111721" y="49826"/>
                  </a:lnTo>
                  <a:lnTo>
                    <a:pt x="111275" y="49515"/>
                  </a:lnTo>
                  <a:lnTo>
                    <a:pt x="111275" y="48996"/>
                  </a:lnTo>
                  <a:lnTo>
                    <a:pt x="110652" y="48685"/>
                  </a:lnTo>
                  <a:lnTo>
                    <a:pt x="109317" y="48581"/>
                  </a:lnTo>
                  <a:lnTo>
                    <a:pt x="108961" y="48685"/>
                  </a:lnTo>
                  <a:lnTo>
                    <a:pt x="107181" y="49826"/>
                  </a:lnTo>
                  <a:lnTo>
                    <a:pt x="107091" y="49930"/>
                  </a:lnTo>
                  <a:lnTo>
                    <a:pt x="106913" y="50138"/>
                  </a:lnTo>
                  <a:lnTo>
                    <a:pt x="106824" y="50242"/>
                  </a:lnTo>
                  <a:lnTo>
                    <a:pt x="106646" y="50346"/>
                  </a:lnTo>
                  <a:lnTo>
                    <a:pt x="106468" y="50346"/>
                  </a:lnTo>
                  <a:lnTo>
                    <a:pt x="106023" y="50242"/>
                  </a:lnTo>
                  <a:lnTo>
                    <a:pt x="105934" y="50242"/>
                  </a:lnTo>
                  <a:lnTo>
                    <a:pt x="103798" y="51384"/>
                  </a:lnTo>
                  <a:lnTo>
                    <a:pt x="103353" y="51799"/>
                  </a:lnTo>
                  <a:lnTo>
                    <a:pt x="103086" y="52422"/>
                  </a:lnTo>
                  <a:lnTo>
                    <a:pt x="102195" y="50553"/>
                  </a:lnTo>
                  <a:lnTo>
                    <a:pt x="102106" y="49826"/>
                  </a:lnTo>
                  <a:lnTo>
                    <a:pt x="102551" y="49204"/>
                  </a:lnTo>
                  <a:lnTo>
                    <a:pt x="102373" y="48685"/>
                  </a:lnTo>
                  <a:lnTo>
                    <a:pt x="101839" y="47750"/>
                  </a:lnTo>
                  <a:lnTo>
                    <a:pt x="101127" y="47439"/>
                  </a:lnTo>
                  <a:lnTo>
                    <a:pt x="101038" y="48269"/>
                  </a:lnTo>
                  <a:lnTo>
                    <a:pt x="101216" y="48685"/>
                  </a:lnTo>
                  <a:lnTo>
                    <a:pt x="101038" y="48892"/>
                  </a:lnTo>
                  <a:lnTo>
                    <a:pt x="100237" y="49307"/>
                  </a:lnTo>
                  <a:lnTo>
                    <a:pt x="100059" y="49930"/>
                  </a:lnTo>
                  <a:lnTo>
                    <a:pt x="99792" y="50138"/>
                  </a:lnTo>
                  <a:lnTo>
                    <a:pt x="99614" y="50138"/>
                  </a:lnTo>
                  <a:lnTo>
                    <a:pt x="99436" y="50138"/>
                  </a:lnTo>
                  <a:lnTo>
                    <a:pt x="99258" y="50138"/>
                  </a:lnTo>
                  <a:lnTo>
                    <a:pt x="98813" y="50553"/>
                  </a:lnTo>
                  <a:lnTo>
                    <a:pt x="99169" y="49930"/>
                  </a:lnTo>
                  <a:lnTo>
                    <a:pt x="99525" y="49723"/>
                  </a:lnTo>
                  <a:lnTo>
                    <a:pt x="99792" y="49307"/>
                  </a:lnTo>
                  <a:lnTo>
                    <a:pt x="99881" y="48685"/>
                  </a:lnTo>
                  <a:lnTo>
                    <a:pt x="99881" y="48062"/>
                  </a:lnTo>
                  <a:lnTo>
                    <a:pt x="99792" y="47543"/>
                  </a:lnTo>
                  <a:lnTo>
                    <a:pt x="99347" y="46193"/>
                  </a:lnTo>
                  <a:lnTo>
                    <a:pt x="98902" y="45778"/>
                  </a:lnTo>
                  <a:lnTo>
                    <a:pt x="98456" y="45467"/>
                  </a:lnTo>
                  <a:lnTo>
                    <a:pt x="97833" y="45155"/>
                  </a:lnTo>
                  <a:lnTo>
                    <a:pt x="97477" y="45051"/>
                  </a:lnTo>
                  <a:lnTo>
                    <a:pt x="97477" y="45155"/>
                  </a:lnTo>
                  <a:lnTo>
                    <a:pt x="97299" y="45259"/>
                  </a:lnTo>
                  <a:lnTo>
                    <a:pt x="97299" y="45570"/>
                  </a:lnTo>
                  <a:lnTo>
                    <a:pt x="97121" y="45570"/>
                  </a:lnTo>
                  <a:lnTo>
                    <a:pt x="97032" y="45570"/>
                  </a:lnTo>
                  <a:lnTo>
                    <a:pt x="96765" y="45259"/>
                  </a:lnTo>
                  <a:lnTo>
                    <a:pt x="96676" y="45259"/>
                  </a:lnTo>
                  <a:lnTo>
                    <a:pt x="96587" y="45155"/>
                  </a:lnTo>
                  <a:lnTo>
                    <a:pt x="96587" y="45051"/>
                  </a:lnTo>
                  <a:lnTo>
                    <a:pt x="96587" y="44844"/>
                  </a:lnTo>
                  <a:lnTo>
                    <a:pt x="96765" y="44636"/>
                  </a:lnTo>
                  <a:lnTo>
                    <a:pt x="96854" y="44117"/>
                  </a:lnTo>
                  <a:lnTo>
                    <a:pt x="96587" y="43598"/>
                  </a:lnTo>
                  <a:lnTo>
                    <a:pt x="96142" y="42975"/>
                  </a:lnTo>
                  <a:lnTo>
                    <a:pt x="95786" y="42768"/>
                  </a:lnTo>
                  <a:lnTo>
                    <a:pt x="95341" y="42664"/>
                  </a:lnTo>
                  <a:lnTo>
                    <a:pt x="94985" y="41937"/>
                  </a:lnTo>
                  <a:lnTo>
                    <a:pt x="94629" y="40588"/>
                  </a:lnTo>
                  <a:lnTo>
                    <a:pt x="94272" y="39238"/>
                  </a:lnTo>
                  <a:lnTo>
                    <a:pt x="93916" y="38512"/>
                  </a:lnTo>
                  <a:lnTo>
                    <a:pt x="93560" y="37993"/>
                  </a:lnTo>
                  <a:lnTo>
                    <a:pt x="93115" y="37889"/>
                  </a:lnTo>
                  <a:lnTo>
                    <a:pt x="92670" y="37993"/>
                  </a:lnTo>
                  <a:lnTo>
                    <a:pt x="92670" y="38512"/>
                  </a:lnTo>
                  <a:lnTo>
                    <a:pt x="93115" y="39031"/>
                  </a:lnTo>
                  <a:lnTo>
                    <a:pt x="91691" y="38719"/>
                  </a:lnTo>
                  <a:lnTo>
                    <a:pt x="91068" y="38927"/>
                  </a:lnTo>
                  <a:lnTo>
                    <a:pt x="91068" y="39861"/>
                  </a:lnTo>
                  <a:lnTo>
                    <a:pt x="90979" y="39965"/>
                  </a:lnTo>
                  <a:lnTo>
                    <a:pt x="90712" y="39238"/>
                  </a:lnTo>
                  <a:lnTo>
                    <a:pt x="90712" y="38408"/>
                  </a:lnTo>
                  <a:lnTo>
                    <a:pt x="90979" y="37889"/>
                  </a:lnTo>
                  <a:lnTo>
                    <a:pt x="91513" y="37681"/>
                  </a:lnTo>
                  <a:lnTo>
                    <a:pt x="89910" y="36851"/>
                  </a:lnTo>
                  <a:lnTo>
                    <a:pt x="89287" y="36435"/>
                  </a:lnTo>
                  <a:lnTo>
                    <a:pt x="88664" y="35709"/>
                  </a:lnTo>
                  <a:lnTo>
                    <a:pt x="88041" y="34982"/>
                  </a:lnTo>
                  <a:lnTo>
                    <a:pt x="87418" y="34256"/>
                  </a:lnTo>
                  <a:lnTo>
                    <a:pt x="87062" y="33321"/>
                  </a:lnTo>
                  <a:lnTo>
                    <a:pt x="86795" y="32179"/>
                  </a:lnTo>
                  <a:lnTo>
                    <a:pt x="86973" y="30103"/>
                  </a:lnTo>
                  <a:lnTo>
                    <a:pt x="87418" y="29169"/>
                  </a:lnTo>
                  <a:lnTo>
                    <a:pt x="87507" y="28650"/>
                  </a:lnTo>
                  <a:lnTo>
                    <a:pt x="87151" y="27716"/>
                  </a:lnTo>
                  <a:lnTo>
                    <a:pt x="86439" y="26989"/>
                  </a:lnTo>
                  <a:lnTo>
                    <a:pt x="86083" y="26262"/>
                  </a:lnTo>
                  <a:lnTo>
                    <a:pt x="86350" y="25328"/>
                  </a:lnTo>
                  <a:lnTo>
                    <a:pt x="85727" y="25328"/>
                  </a:lnTo>
                  <a:lnTo>
                    <a:pt x="84035" y="26159"/>
                  </a:lnTo>
                  <a:lnTo>
                    <a:pt x="83590" y="26574"/>
                  </a:lnTo>
                  <a:lnTo>
                    <a:pt x="83501" y="26989"/>
                  </a:lnTo>
                  <a:lnTo>
                    <a:pt x="83501" y="27404"/>
                  </a:lnTo>
                  <a:lnTo>
                    <a:pt x="83412" y="27716"/>
                  </a:lnTo>
                  <a:lnTo>
                    <a:pt x="83056" y="28131"/>
                  </a:lnTo>
                  <a:lnTo>
                    <a:pt x="82789" y="28131"/>
                  </a:lnTo>
                  <a:lnTo>
                    <a:pt x="82077" y="27404"/>
                  </a:lnTo>
                  <a:lnTo>
                    <a:pt x="81721" y="27404"/>
                  </a:lnTo>
                  <a:lnTo>
                    <a:pt x="81097" y="27820"/>
                  </a:lnTo>
                  <a:lnTo>
                    <a:pt x="80029" y="30103"/>
                  </a:lnTo>
                  <a:lnTo>
                    <a:pt x="78872" y="31038"/>
                  </a:lnTo>
                  <a:lnTo>
                    <a:pt x="78694" y="30830"/>
                  </a:lnTo>
                  <a:lnTo>
                    <a:pt x="78605" y="30415"/>
                  </a:lnTo>
                  <a:lnTo>
                    <a:pt x="78516" y="29792"/>
                  </a:lnTo>
                  <a:lnTo>
                    <a:pt x="78338" y="29273"/>
                  </a:lnTo>
                  <a:lnTo>
                    <a:pt x="77715" y="30207"/>
                  </a:lnTo>
                  <a:lnTo>
                    <a:pt x="76913" y="30622"/>
                  </a:lnTo>
                  <a:lnTo>
                    <a:pt x="75222" y="31349"/>
                  </a:lnTo>
                  <a:lnTo>
                    <a:pt x="75133" y="31141"/>
                  </a:lnTo>
                  <a:lnTo>
                    <a:pt x="75756" y="30519"/>
                  </a:lnTo>
                  <a:lnTo>
                    <a:pt x="78427" y="24602"/>
                  </a:lnTo>
                  <a:lnTo>
                    <a:pt x="78427" y="23875"/>
                  </a:lnTo>
                  <a:lnTo>
                    <a:pt x="78427" y="23252"/>
                  </a:lnTo>
                  <a:lnTo>
                    <a:pt x="78872" y="22214"/>
                  </a:lnTo>
                  <a:lnTo>
                    <a:pt x="78872" y="21280"/>
                  </a:lnTo>
                  <a:lnTo>
                    <a:pt x="79228" y="20657"/>
                  </a:lnTo>
                  <a:lnTo>
                    <a:pt x="80118" y="20138"/>
                  </a:lnTo>
                  <a:lnTo>
                    <a:pt x="80207" y="19619"/>
                  </a:lnTo>
                  <a:lnTo>
                    <a:pt x="80029" y="19100"/>
                  </a:lnTo>
                  <a:lnTo>
                    <a:pt x="79673" y="18373"/>
                  </a:lnTo>
                  <a:lnTo>
                    <a:pt x="79495" y="17958"/>
                  </a:lnTo>
                  <a:lnTo>
                    <a:pt x="79495" y="17231"/>
                  </a:lnTo>
                  <a:lnTo>
                    <a:pt x="79406" y="16505"/>
                  </a:lnTo>
                  <a:lnTo>
                    <a:pt x="79495" y="15882"/>
                  </a:lnTo>
                  <a:lnTo>
                    <a:pt x="79673" y="15363"/>
                  </a:lnTo>
                  <a:lnTo>
                    <a:pt x="79940" y="15674"/>
                  </a:lnTo>
                  <a:lnTo>
                    <a:pt x="79940" y="15986"/>
                  </a:lnTo>
                  <a:lnTo>
                    <a:pt x="80029" y="16297"/>
                  </a:lnTo>
                  <a:lnTo>
                    <a:pt x="80207" y="16712"/>
                  </a:lnTo>
                  <a:lnTo>
                    <a:pt x="80385" y="17024"/>
                  </a:lnTo>
                  <a:lnTo>
                    <a:pt x="79673" y="14429"/>
                  </a:lnTo>
                  <a:lnTo>
                    <a:pt x="79317" y="12041"/>
                  </a:lnTo>
                  <a:lnTo>
                    <a:pt x="79050" y="12456"/>
                  </a:lnTo>
                  <a:lnTo>
                    <a:pt x="78783" y="12871"/>
                  </a:lnTo>
                  <a:lnTo>
                    <a:pt x="78694" y="13287"/>
                  </a:lnTo>
                  <a:lnTo>
                    <a:pt x="78605" y="13910"/>
                  </a:lnTo>
                  <a:lnTo>
                    <a:pt x="78516" y="13287"/>
                  </a:lnTo>
                  <a:lnTo>
                    <a:pt x="78694" y="11833"/>
                  </a:lnTo>
                  <a:lnTo>
                    <a:pt x="78694" y="10899"/>
                  </a:lnTo>
                  <a:lnTo>
                    <a:pt x="77982" y="11211"/>
                  </a:lnTo>
                  <a:lnTo>
                    <a:pt x="77982" y="10588"/>
                  </a:lnTo>
                  <a:lnTo>
                    <a:pt x="77893" y="10276"/>
                  </a:lnTo>
                  <a:lnTo>
                    <a:pt x="77804" y="10069"/>
                  </a:lnTo>
                  <a:lnTo>
                    <a:pt x="77715" y="9653"/>
                  </a:lnTo>
                  <a:lnTo>
                    <a:pt x="77804" y="9342"/>
                  </a:lnTo>
                  <a:lnTo>
                    <a:pt x="77893" y="9134"/>
                  </a:lnTo>
                  <a:lnTo>
                    <a:pt x="77982" y="8927"/>
                  </a:lnTo>
                  <a:lnTo>
                    <a:pt x="78338" y="7474"/>
                  </a:lnTo>
                  <a:lnTo>
                    <a:pt x="78427" y="6747"/>
                  </a:lnTo>
                  <a:lnTo>
                    <a:pt x="78427" y="5813"/>
                  </a:lnTo>
                  <a:lnTo>
                    <a:pt x="78071" y="5813"/>
                  </a:lnTo>
                  <a:lnTo>
                    <a:pt x="77982" y="5605"/>
                  </a:lnTo>
                  <a:lnTo>
                    <a:pt x="77982" y="5397"/>
                  </a:lnTo>
                  <a:lnTo>
                    <a:pt x="78071" y="5086"/>
                  </a:lnTo>
                  <a:lnTo>
                    <a:pt x="77715" y="4878"/>
                  </a:lnTo>
                  <a:lnTo>
                    <a:pt x="77626" y="4775"/>
                  </a:lnTo>
                  <a:lnTo>
                    <a:pt x="77893" y="4256"/>
                  </a:lnTo>
                  <a:lnTo>
                    <a:pt x="78338" y="4152"/>
                  </a:lnTo>
                  <a:lnTo>
                    <a:pt x="78516" y="3840"/>
                  </a:lnTo>
                  <a:lnTo>
                    <a:pt x="78516" y="3217"/>
                  </a:lnTo>
                  <a:lnTo>
                    <a:pt x="78694" y="3114"/>
                  </a:lnTo>
                  <a:lnTo>
                    <a:pt x="79406" y="1764"/>
                  </a:lnTo>
                  <a:lnTo>
                    <a:pt x="79584" y="1349"/>
                  </a:lnTo>
                  <a:lnTo>
                    <a:pt x="79228" y="1038"/>
                  </a:lnTo>
                  <a:lnTo>
                    <a:pt x="78249" y="830"/>
                  </a:lnTo>
                  <a:lnTo>
                    <a:pt x="77893" y="830"/>
                  </a:lnTo>
                  <a:lnTo>
                    <a:pt x="77804" y="934"/>
                  </a:lnTo>
                  <a:lnTo>
                    <a:pt x="77626" y="1349"/>
                  </a:lnTo>
                  <a:lnTo>
                    <a:pt x="77626" y="1557"/>
                  </a:lnTo>
                  <a:lnTo>
                    <a:pt x="77626" y="1868"/>
                  </a:lnTo>
                  <a:lnTo>
                    <a:pt x="77893" y="2179"/>
                  </a:lnTo>
                  <a:lnTo>
                    <a:pt x="77982" y="2595"/>
                  </a:lnTo>
                  <a:lnTo>
                    <a:pt x="77982" y="2595"/>
                  </a:lnTo>
                  <a:lnTo>
                    <a:pt x="78071" y="2906"/>
                  </a:lnTo>
                  <a:lnTo>
                    <a:pt x="78071" y="3114"/>
                  </a:lnTo>
                  <a:lnTo>
                    <a:pt x="77804" y="3217"/>
                  </a:lnTo>
                  <a:lnTo>
                    <a:pt x="77626" y="3010"/>
                  </a:lnTo>
                  <a:lnTo>
                    <a:pt x="77448" y="2595"/>
                  </a:lnTo>
                  <a:lnTo>
                    <a:pt x="77181" y="2387"/>
                  </a:lnTo>
                  <a:lnTo>
                    <a:pt x="76824" y="2179"/>
                  </a:lnTo>
                  <a:lnTo>
                    <a:pt x="76023" y="2698"/>
                  </a:lnTo>
                  <a:lnTo>
                    <a:pt x="75667" y="2698"/>
                  </a:lnTo>
                  <a:lnTo>
                    <a:pt x="75578" y="2491"/>
                  </a:lnTo>
                  <a:lnTo>
                    <a:pt x="76557" y="1868"/>
                  </a:lnTo>
                  <a:lnTo>
                    <a:pt x="76735" y="1349"/>
                  </a:lnTo>
                  <a:lnTo>
                    <a:pt x="76557" y="519"/>
                  </a:lnTo>
                  <a:lnTo>
                    <a:pt x="76023" y="0"/>
                  </a:lnTo>
                  <a:lnTo>
                    <a:pt x="75400" y="103"/>
                  </a:lnTo>
                  <a:lnTo>
                    <a:pt x="74866" y="519"/>
                  </a:lnTo>
                  <a:lnTo>
                    <a:pt x="73976" y="1141"/>
                  </a:lnTo>
                  <a:lnTo>
                    <a:pt x="72640" y="2802"/>
                  </a:lnTo>
                  <a:lnTo>
                    <a:pt x="71750" y="3529"/>
                  </a:lnTo>
                  <a:lnTo>
                    <a:pt x="71483" y="3840"/>
                  </a:lnTo>
                  <a:lnTo>
                    <a:pt x="71216" y="4048"/>
                  </a:lnTo>
                  <a:lnTo>
                    <a:pt x="71216" y="3010"/>
                  </a:lnTo>
                  <a:lnTo>
                    <a:pt x="72195" y="830"/>
                  </a:lnTo>
                  <a:lnTo>
                    <a:pt x="71038" y="1038"/>
                  </a:lnTo>
                  <a:lnTo>
                    <a:pt x="68011" y="4152"/>
                  </a:lnTo>
                  <a:lnTo>
                    <a:pt x="67121" y="6228"/>
                  </a:lnTo>
                  <a:lnTo>
                    <a:pt x="65964" y="7785"/>
                  </a:lnTo>
                  <a:lnTo>
                    <a:pt x="65252" y="10588"/>
                  </a:lnTo>
                  <a:lnTo>
                    <a:pt x="64807" y="11730"/>
                  </a:lnTo>
                  <a:lnTo>
                    <a:pt x="64451" y="12145"/>
                  </a:lnTo>
                  <a:lnTo>
                    <a:pt x="63115" y="12975"/>
                  </a:lnTo>
                  <a:lnTo>
                    <a:pt x="62848" y="13391"/>
                  </a:lnTo>
                  <a:lnTo>
                    <a:pt x="62759" y="14117"/>
                  </a:lnTo>
                  <a:lnTo>
                    <a:pt x="62670" y="15674"/>
                  </a:lnTo>
                  <a:lnTo>
                    <a:pt x="62314" y="15363"/>
                  </a:lnTo>
                  <a:lnTo>
                    <a:pt x="61958" y="15259"/>
                  </a:lnTo>
                  <a:lnTo>
                    <a:pt x="61780" y="15155"/>
                  </a:lnTo>
                  <a:lnTo>
                    <a:pt x="61602" y="14740"/>
                  </a:lnTo>
                  <a:lnTo>
                    <a:pt x="61602" y="14740"/>
                  </a:lnTo>
                  <a:lnTo>
                    <a:pt x="62047" y="13806"/>
                  </a:lnTo>
                  <a:lnTo>
                    <a:pt x="61068" y="13287"/>
                  </a:lnTo>
                  <a:lnTo>
                    <a:pt x="60712" y="12975"/>
                  </a:lnTo>
                  <a:lnTo>
                    <a:pt x="60178" y="12664"/>
                  </a:lnTo>
                  <a:lnTo>
                    <a:pt x="57507" y="8823"/>
                  </a:lnTo>
                  <a:lnTo>
                    <a:pt x="56439" y="7993"/>
                  </a:lnTo>
                  <a:lnTo>
                    <a:pt x="55192" y="7577"/>
                  </a:lnTo>
                  <a:lnTo>
                    <a:pt x="54124" y="7785"/>
                  </a:lnTo>
                  <a:lnTo>
                    <a:pt x="52077" y="8615"/>
                  </a:lnTo>
                  <a:lnTo>
                    <a:pt x="47270" y="8823"/>
                  </a:lnTo>
                  <a:lnTo>
                    <a:pt x="46735" y="8719"/>
                  </a:lnTo>
                  <a:lnTo>
                    <a:pt x="46379" y="8823"/>
                  </a:lnTo>
                  <a:lnTo>
                    <a:pt x="46112" y="9238"/>
                  </a:lnTo>
                  <a:lnTo>
                    <a:pt x="45845" y="9134"/>
                  </a:lnTo>
                  <a:lnTo>
                    <a:pt x="45489" y="8927"/>
                  </a:lnTo>
                  <a:lnTo>
                    <a:pt x="45311" y="8823"/>
                  </a:lnTo>
                  <a:lnTo>
                    <a:pt x="44777" y="9031"/>
                  </a:lnTo>
                  <a:lnTo>
                    <a:pt x="44154" y="9238"/>
                  </a:lnTo>
                  <a:lnTo>
                    <a:pt x="43531" y="9134"/>
                  </a:lnTo>
                  <a:lnTo>
                    <a:pt x="42908" y="8719"/>
                  </a:lnTo>
                  <a:lnTo>
                    <a:pt x="42640" y="7577"/>
                  </a:lnTo>
                  <a:lnTo>
                    <a:pt x="42017" y="7681"/>
                  </a:lnTo>
                  <a:lnTo>
                    <a:pt x="39169" y="10795"/>
                  </a:lnTo>
                  <a:lnTo>
                    <a:pt x="38902" y="11626"/>
                  </a:lnTo>
                  <a:lnTo>
                    <a:pt x="38456" y="12249"/>
                  </a:lnTo>
                  <a:lnTo>
                    <a:pt x="37210" y="13183"/>
                  </a:lnTo>
                  <a:lnTo>
                    <a:pt x="36587" y="14325"/>
                  </a:lnTo>
                  <a:lnTo>
                    <a:pt x="36231" y="14636"/>
                  </a:lnTo>
                  <a:lnTo>
                    <a:pt x="35430" y="14740"/>
                  </a:lnTo>
                  <a:lnTo>
                    <a:pt x="34807" y="15051"/>
                  </a:lnTo>
                  <a:lnTo>
                    <a:pt x="34540" y="15155"/>
                  </a:lnTo>
                  <a:lnTo>
                    <a:pt x="34272" y="15155"/>
                  </a:lnTo>
                  <a:lnTo>
                    <a:pt x="34183" y="15155"/>
                  </a:lnTo>
                  <a:lnTo>
                    <a:pt x="33827" y="15363"/>
                  </a:lnTo>
                  <a:lnTo>
                    <a:pt x="33293" y="15882"/>
                  </a:lnTo>
                  <a:lnTo>
                    <a:pt x="33026" y="16401"/>
                  </a:lnTo>
                  <a:lnTo>
                    <a:pt x="32848" y="17128"/>
                  </a:lnTo>
                  <a:lnTo>
                    <a:pt x="32848" y="17958"/>
                  </a:lnTo>
                  <a:lnTo>
                    <a:pt x="33115" y="18477"/>
                  </a:lnTo>
                  <a:lnTo>
                    <a:pt x="33471" y="18996"/>
                  </a:lnTo>
                  <a:lnTo>
                    <a:pt x="33649" y="19411"/>
                  </a:lnTo>
                  <a:lnTo>
                    <a:pt x="33293" y="19930"/>
                  </a:lnTo>
                  <a:lnTo>
                    <a:pt x="32759" y="19930"/>
                  </a:lnTo>
                  <a:lnTo>
                    <a:pt x="32047" y="19619"/>
                  </a:lnTo>
                  <a:lnTo>
                    <a:pt x="31602" y="19515"/>
                  </a:lnTo>
                  <a:lnTo>
                    <a:pt x="31157" y="19619"/>
                  </a:lnTo>
                  <a:lnTo>
                    <a:pt x="30712" y="20034"/>
                  </a:lnTo>
                  <a:lnTo>
                    <a:pt x="30445" y="20346"/>
                  </a:lnTo>
                  <a:lnTo>
                    <a:pt x="30178" y="20865"/>
                  </a:lnTo>
                  <a:lnTo>
                    <a:pt x="30089" y="21176"/>
                  </a:lnTo>
                  <a:lnTo>
                    <a:pt x="29910" y="21487"/>
                  </a:lnTo>
                  <a:lnTo>
                    <a:pt x="29821" y="21695"/>
                  </a:lnTo>
                  <a:lnTo>
                    <a:pt x="29643" y="22110"/>
                  </a:lnTo>
                  <a:lnTo>
                    <a:pt x="29376" y="22318"/>
                  </a:lnTo>
                  <a:lnTo>
                    <a:pt x="29109" y="22525"/>
                  </a:lnTo>
                  <a:lnTo>
                    <a:pt x="28842" y="22837"/>
                  </a:lnTo>
                  <a:lnTo>
                    <a:pt x="28486" y="22837"/>
                  </a:lnTo>
                  <a:lnTo>
                    <a:pt x="28041" y="22837"/>
                  </a:lnTo>
                  <a:lnTo>
                    <a:pt x="27863" y="22941"/>
                  </a:lnTo>
                  <a:lnTo>
                    <a:pt x="27685" y="23044"/>
                  </a:lnTo>
                  <a:lnTo>
                    <a:pt x="27329" y="23252"/>
                  </a:lnTo>
                  <a:lnTo>
                    <a:pt x="27062" y="23356"/>
                  </a:lnTo>
                  <a:lnTo>
                    <a:pt x="26706" y="23356"/>
                  </a:lnTo>
                  <a:lnTo>
                    <a:pt x="26350" y="23564"/>
                  </a:lnTo>
                  <a:lnTo>
                    <a:pt x="26261" y="23979"/>
                  </a:lnTo>
                  <a:lnTo>
                    <a:pt x="26261" y="24705"/>
                  </a:lnTo>
                  <a:lnTo>
                    <a:pt x="26350" y="25432"/>
                  </a:lnTo>
                  <a:lnTo>
                    <a:pt x="26261" y="26055"/>
                  </a:lnTo>
                  <a:lnTo>
                    <a:pt x="25727" y="25951"/>
                  </a:lnTo>
                  <a:lnTo>
                    <a:pt x="25459" y="25743"/>
                  </a:lnTo>
                  <a:lnTo>
                    <a:pt x="25281" y="25536"/>
                  </a:lnTo>
                  <a:lnTo>
                    <a:pt x="25192" y="25224"/>
                  </a:lnTo>
                  <a:lnTo>
                    <a:pt x="25014" y="25121"/>
                  </a:lnTo>
                  <a:lnTo>
                    <a:pt x="24836" y="25017"/>
                  </a:lnTo>
                  <a:lnTo>
                    <a:pt x="24569" y="25017"/>
                  </a:lnTo>
                  <a:lnTo>
                    <a:pt x="24391" y="25017"/>
                  </a:lnTo>
                  <a:lnTo>
                    <a:pt x="24213" y="25017"/>
                  </a:lnTo>
                  <a:lnTo>
                    <a:pt x="23768" y="25017"/>
                  </a:lnTo>
                  <a:lnTo>
                    <a:pt x="23501" y="25017"/>
                  </a:lnTo>
                  <a:lnTo>
                    <a:pt x="23145" y="24913"/>
                  </a:lnTo>
                  <a:lnTo>
                    <a:pt x="22789" y="24705"/>
                  </a:lnTo>
                  <a:lnTo>
                    <a:pt x="22255" y="24705"/>
                  </a:lnTo>
                  <a:lnTo>
                    <a:pt x="21721" y="24705"/>
                  </a:lnTo>
                  <a:lnTo>
                    <a:pt x="21097" y="24913"/>
                  </a:lnTo>
                  <a:lnTo>
                    <a:pt x="20652" y="25017"/>
                  </a:lnTo>
                  <a:lnTo>
                    <a:pt x="20296" y="25017"/>
                  </a:lnTo>
                  <a:lnTo>
                    <a:pt x="20118" y="24913"/>
                  </a:lnTo>
                  <a:lnTo>
                    <a:pt x="20118" y="24498"/>
                  </a:lnTo>
                  <a:lnTo>
                    <a:pt x="20029" y="24186"/>
                  </a:lnTo>
                  <a:lnTo>
                    <a:pt x="19851" y="23979"/>
                  </a:lnTo>
                  <a:lnTo>
                    <a:pt x="19673" y="23460"/>
                  </a:lnTo>
                  <a:lnTo>
                    <a:pt x="19406" y="23148"/>
                  </a:lnTo>
                  <a:lnTo>
                    <a:pt x="19317" y="22941"/>
                  </a:lnTo>
                  <a:lnTo>
                    <a:pt x="19139" y="23148"/>
                  </a:lnTo>
                  <a:lnTo>
                    <a:pt x="17982" y="23667"/>
                  </a:lnTo>
                  <a:lnTo>
                    <a:pt x="16735" y="24290"/>
                  </a:lnTo>
                  <a:lnTo>
                    <a:pt x="15578" y="25017"/>
                  </a:lnTo>
                  <a:lnTo>
                    <a:pt x="14421" y="25536"/>
                  </a:lnTo>
                  <a:lnTo>
                    <a:pt x="13175" y="26159"/>
                  </a:lnTo>
                  <a:lnTo>
                    <a:pt x="12017" y="26678"/>
                  </a:lnTo>
                  <a:lnTo>
                    <a:pt x="10860" y="27301"/>
                  </a:lnTo>
                  <a:lnTo>
                    <a:pt x="9703" y="28027"/>
                  </a:lnTo>
                  <a:lnTo>
                    <a:pt x="9792" y="28235"/>
                  </a:lnTo>
                  <a:lnTo>
                    <a:pt x="9881" y="28546"/>
                  </a:lnTo>
                  <a:lnTo>
                    <a:pt x="10059" y="28754"/>
                  </a:lnTo>
                  <a:lnTo>
                    <a:pt x="10148" y="29169"/>
                  </a:lnTo>
                  <a:lnTo>
                    <a:pt x="10237" y="29480"/>
                  </a:lnTo>
                  <a:lnTo>
                    <a:pt x="10326" y="29688"/>
                  </a:lnTo>
                  <a:lnTo>
                    <a:pt x="10415" y="30103"/>
                  </a:lnTo>
                  <a:lnTo>
                    <a:pt x="10593" y="30415"/>
                  </a:lnTo>
                  <a:lnTo>
                    <a:pt x="9881" y="30622"/>
                  </a:lnTo>
                  <a:lnTo>
                    <a:pt x="9347" y="31038"/>
                  </a:lnTo>
                  <a:lnTo>
                    <a:pt x="8635" y="31349"/>
                  </a:lnTo>
                  <a:lnTo>
                    <a:pt x="8011" y="31660"/>
                  </a:lnTo>
                  <a:lnTo>
                    <a:pt x="7388" y="32076"/>
                  </a:lnTo>
                  <a:lnTo>
                    <a:pt x="6765" y="32387"/>
                  </a:lnTo>
                  <a:lnTo>
                    <a:pt x="6053" y="32595"/>
                  </a:lnTo>
                  <a:lnTo>
                    <a:pt x="5430" y="32906"/>
                  </a:lnTo>
                  <a:lnTo>
                    <a:pt x="5875" y="34359"/>
                  </a:lnTo>
                  <a:lnTo>
                    <a:pt x="6320" y="35605"/>
                  </a:lnTo>
                  <a:lnTo>
                    <a:pt x="6854" y="36851"/>
                  </a:lnTo>
                  <a:lnTo>
                    <a:pt x="7388" y="38304"/>
                  </a:lnTo>
                  <a:lnTo>
                    <a:pt x="8367" y="40899"/>
                  </a:lnTo>
                  <a:lnTo>
                    <a:pt x="8813" y="42145"/>
                  </a:lnTo>
                  <a:lnTo>
                    <a:pt x="9258" y="43598"/>
                  </a:lnTo>
                  <a:lnTo>
                    <a:pt x="9525" y="44221"/>
                  </a:lnTo>
                  <a:lnTo>
                    <a:pt x="9703" y="44948"/>
                  </a:lnTo>
                  <a:lnTo>
                    <a:pt x="10059" y="46089"/>
                  </a:lnTo>
                  <a:lnTo>
                    <a:pt x="9792" y="47128"/>
                  </a:lnTo>
                  <a:lnTo>
                    <a:pt x="9525" y="47958"/>
                  </a:lnTo>
                  <a:lnTo>
                    <a:pt x="9258" y="48892"/>
                  </a:lnTo>
                  <a:lnTo>
                    <a:pt x="8902" y="49930"/>
                  </a:lnTo>
                  <a:lnTo>
                    <a:pt x="8635" y="50968"/>
                  </a:lnTo>
                  <a:lnTo>
                    <a:pt x="8278" y="52006"/>
                  </a:lnTo>
                  <a:lnTo>
                    <a:pt x="7833" y="52837"/>
                  </a:lnTo>
                  <a:lnTo>
                    <a:pt x="7121" y="53875"/>
                  </a:lnTo>
                  <a:lnTo>
                    <a:pt x="6498" y="54809"/>
                  </a:lnTo>
                  <a:lnTo>
                    <a:pt x="5786" y="55847"/>
                  </a:lnTo>
                  <a:lnTo>
                    <a:pt x="5074" y="56782"/>
                  </a:lnTo>
                  <a:lnTo>
                    <a:pt x="3916" y="58131"/>
                  </a:lnTo>
                  <a:lnTo>
                    <a:pt x="2581" y="59273"/>
                  </a:lnTo>
                  <a:lnTo>
                    <a:pt x="1335" y="60519"/>
                  </a:lnTo>
                  <a:lnTo>
                    <a:pt x="178" y="61972"/>
                  </a:lnTo>
                  <a:lnTo>
                    <a:pt x="0" y="62179"/>
                  </a:lnTo>
                  <a:lnTo>
                    <a:pt x="0" y="62179"/>
                  </a:lnTo>
                  <a:lnTo>
                    <a:pt x="445" y="62906"/>
                  </a:lnTo>
                  <a:lnTo>
                    <a:pt x="979" y="63425"/>
                  </a:lnTo>
                  <a:lnTo>
                    <a:pt x="4362" y="64256"/>
                  </a:lnTo>
                  <a:lnTo>
                    <a:pt x="4629" y="64048"/>
                  </a:lnTo>
                  <a:lnTo>
                    <a:pt x="6676" y="61141"/>
                  </a:lnTo>
                  <a:lnTo>
                    <a:pt x="7477" y="60415"/>
                  </a:lnTo>
                  <a:lnTo>
                    <a:pt x="8456" y="60000"/>
                  </a:lnTo>
                  <a:lnTo>
                    <a:pt x="8902" y="59584"/>
                  </a:lnTo>
                  <a:lnTo>
                    <a:pt x="9169" y="59169"/>
                  </a:lnTo>
                  <a:lnTo>
                    <a:pt x="9347" y="58442"/>
                  </a:lnTo>
                  <a:lnTo>
                    <a:pt x="9614" y="57820"/>
                  </a:lnTo>
                  <a:lnTo>
                    <a:pt x="10326" y="56782"/>
                  </a:lnTo>
                  <a:lnTo>
                    <a:pt x="10593" y="56366"/>
                  </a:lnTo>
                  <a:lnTo>
                    <a:pt x="11127" y="56055"/>
                  </a:lnTo>
                  <a:lnTo>
                    <a:pt x="11572" y="55847"/>
                  </a:lnTo>
                  <a:lnTo>
                    <a:pt x="12373" y="56055"/>
                  </a:lnTo>
                  <a:lnTo>
                    <a:pt x="12729" y="55847"/>
                  </a:lnTo>
                  <a:lnTo>
                    <a:pt x="12908" y="55536"/>
                  </a:lnTo>
                  <a:lnTo>
                    <a:pt x="13264" y="55121"/>
                  </a:lnTo>
                  <a:lnTo>
                    <a:pt x="13264" y="54913"/>
                  </a:lnTo>
                  <a:lnTo>
                    <a:pt x="13086" y="54705"/>
                  </a:lnTo>
                  <a:lnTo>
                    <a:pt x="12997" y="54186"/>
                  </a:lnTo>
                  <a:lnTo>
                    <a:pt x="13264" y="52837"/>
                  </a:lnTo>
                  <a:lnTo>
                    <a:pt x="14065" y="52006"/>
                  </a:lnTo>
                  <a:lnTo>
                    <a:pt x="15311" y="51695"/>
                  </a:lnTo>
                  <a:lnTo>
                    <a:pt x="16468" y="51903"/>
                  </a:lnTo>
                  <a:lnTo>
                    <a:pt x="16824" y="52006"/>
                  </a:lnTo>
                  <a:lnTo>
                    <a:pt x="17715" y="52733"/>
                  </a:lnTo>
                  <a:lnTo>
                    <a:pt x="18071" y="52733"/>
                  </a:lnTo>
                  <a:lnTo>
                    <a:pt x="18783" y="52837"/>
                  </a:lnTo>
                  <a:lnTo>
                    <a:pt x="19139" y="52837"/>
                  </a:lnTo>
                  <a:lnTo>
                    <a:pt x="20830" y="53771"/>
                  </a:lnTo>
                  <a:lnTo>
                    <a:pt x="21988" y="53979"/>
                  </a:lnTo>
                  <a:lnTo>
                    <a:pt x="22967" y="54498"/>
                  </a:lnTo>
                  <a:lnTo>
                    <a:pt x="23323" y="54913"/>
                  </a:lnTo>
                  <a:lnTo>
                    <a:pt x="23501" y="55328"/>
                  </a:lnTo>
                  <a:lnTo>
                    <a:pt x="23768" y="55536"/>
                  </a:lnTo>
                  <a:lnTo>
                    <a:pt x="25014" y="56055"/>
                  </a:lnTo>
                  <a:lnTo>
                    <a:pt x="25994" y="56885"/>
                  </a:lnTo>
                  <a:lnTo>
                    <a:pt x="26350" y="56989"/>
                  </a:lnTo>
                  <a:lnTo>
                    <a:pt x="27507" y="57197"/>
                  </a:lnTo>
                  <a:lnTo>
                    <a:pt x="27596" y="57301"/>
                  </a:lnTo>
                  <a:lnTo>
                    <a:pt x="28130" y="58754"/>
                  </a:lnTo>
                  <a:lnTo>
                    <a:pt x="29910" y="63425"/>
                  </a:lnTo>
                  <a:lnTo>
                    <a:pt x="31691" y="68200"/>
                  </a:lnTo>
                  <a:lnTo>
                    <a:pt x="33471" y="72768"/>
                  </a:lnTo>
                  <a:lnTo>
                    <a:pt x="35341" y="77543"/>
                  </a:lnTo>
                  <a:lnTo>
                    <a:pt x="37121" y="82318"/>
                  </a:lnTo>
                  <a:lnTo>
                    <a:pt x="38902" y="86989"/>
                  </a:lnTo>
                  <a:lnTo>
                    <a:pt x="40682" y="91764"/>
                  </a:lnTo>
                  <a:lnTo>
                    <a:pt x="42462" y="96332"/>
                  </a:lnTo>
                  <a:lnTo>
                    <a:pt x="42640" y="96747"/>
                  </a:lnTo>
                  <a:lnTo>
                    <a:pt x="42818" y="96955"/>
                  </a:lnTo>
                  <a:lnTo>
                    <a:pt x="43086" y="97058"/>
                  </a:lnTo>
                  <a:lnTo>
                    <a:pt x="43353" y="97266"/>
                  </a:lnTo>
                  <a:lnTo>
                    <a:pt x="43531" y="97577"/>
                  </a:lnTo>
                  <a:lnTo>
                    <a:pt x="43531" y="98200"/>
                  </a:lnTo>
                  <a:lnTo>
                    <a:pt x="43353" y="98927"/>
                  </a:lnTo>
                  <a:lnTo>
                    <a:pt x="43264" y="99550"/>
                  </a:lnTo>
                  <a:lnTo>
                    <a:pt x="43620" y="100069"/>
                  </a:lnTo>
                  <a:lnTo>
                    <a:pt x="44154" y="100484"/>
                  </a:lnTo>
                  <a:lnTo>
                    <a:pt x="44421" y="101003"/>
                  </a:lnTo>
                  <a:lnTo>
                    <a:pt x="44421" y="101418"/>
                  </a:lnTo>
                  <a:lnTo>
                    <a:pt x="44332" y="102249"/>
                  </a:lnTo>
                  <a:lnTo>
                    <a:pt x="44332" y="102975"/>
                  </a:lnTo>
                  <a:lnTo>
                    <a:pt x="44421" y="103494"/>
                  </a:lnTo>
                  <a:lnTo>
                    <a:pt x="45222" y="105363"/>
                  </a:lnTo>
                  <a:lnTo>
                    <a:pt x="45489" y="105674"/>
                  </a:lnTo>
                  <a:lnTo>
                    <a:pt x="45934" y="105986"/>
                  </a:lnTo>
                  <a:lnTo>
                    <a:pt x="46468" y="106089"/>
                  </a:lnTo>
                  <a:lnTo>
                    <a:pt x="46824" y="106089"/>
                  </a:lnTo>
                  <a:lnTo>
                    <a:pt x="46913" y="105674"/>
                  </a:lnTo>
                  <a:lnTo>
                    <a:pt x="46913" y="105363"/>
                  </a:lnTo>
                  <a:lnTo>
                    <a:pt x="47002" y="105259"/>
                  </a:lnTo>
                  <a:lnTo>
                    <a:pt x="47270" y="105363"/>
                  </a:lnTo>
                  <a:lnTo>
                    <a:pt x="47626" y="105674"/>
                  </a:lnTo>
                  <a:lnTo>
                    <a:pt x="47893" y="106089"/>
                  </a:lnTo>
                  <a:lnTo>
                    <a:pt x="48249" y="106297"/>
                  </a:lnTo>
                  <a:lnTo>
                    <a:pt x="49050" y="106505"/>
                  </a:lnTo>
                  <a:lnTo>
                    <a:pt x="50385" y="106608"/>
                  </a:lnTo>
                  <a:lnTo>
                    <a:pt x="51632" y="106297"/>
                  </a:lnTo>
                  <a:lnTo>
                    <a:pt x="52522" y="105986"/>
                  </a:lnTo>
                  <a:lnTo>
                    <a:pt x="53145" y="105467"/>
                  </a:lnTo>
                  <a:lnTo>
                    <a:pt x="53768" y="105259"/>
                  </a:lnTo>
                  <a:lnTo>
                    <a:pt x="54213" y="105467"/>
                  </a:lnTo>
                  <a:lnTo>
                    <a:pt x="54836" y="106401"/>
                  </a:lnTo>
                  <a:lnTo>
                    <a:pt x="55192" y="107750"/>
                  </a:lnTo>
                  <a:lnTo>
                    <a:pt x="55014" y="108373"/>
                  </a:lnTo>
                  <a:lnTo>
                    <a:pt x="54747" y="109100"/>
                  </a:lnTo>
                  <a:lnTo>
                    <a:pt x="54302" y="109826"/>
                  </a:lnTo>
                  <a:lnTo>
                    <a:pt x="55014" y="111176"/>
                  </a:lnTo>
                  <a:lnTo>
                    <a:pt x="56973" y="112941"/>
                  </a:lnTo>
                  <a:lnTo>
                    <a:pt x="57418" y="114290"/>
                  </a:lnTo>
                  <a:lnTo>
                    <a:pt x="57329" y="115640"/>
                  </a:lnTo>
                  <a:lnTo>
                    <a:pt x="57329" y="116366"/>
                  </a:lnTo>
                  <a:lnTo>
                    <a:pt x="57418" y="117197"/>
                  </a:lnTo>
                  <a:lnTo>
                    <a:pt x="57685" y="117612"/>
                  </a:lnTo>
                  <a:lnTo>
                    <a:pt x="59020" y="118235"/>
                  </a:lnTo>
                  <a:lnTo>
                    <a:pt x="60267" y="119377"/>
                  </a:lnTo>
                  <a:lnTo>
                    <a:pt x="61335" y="120000"/>
                  </a:lnTo>
                  <a:lnTo>
                    <a:pt x="62225" y="120000"/>
                  </a:lnTo>
                  <a:lnTo>
                    <a:pt x="62759" y="119065"/>
                  </a:lnTo>
                  <a:lnTo>
                    <a:pt x="62759" y="118650"/>
                  </a:lnTo>
                  <a:lnTo>
                    <a:pt x="62670" y="118442"/>
                  </a:lnTo>
                  <a:lnTo>
                    <a:pt x="62581" y="118027"/>
                  </a:lnTo>
                  <a:lnTo>
                    <a:pt x="62670" y="117716"/>
                  </a:lnTo>
                  <a:lnTo>
                    <a:pt x="62937" y="117508"/>
                  </a:lnTo>
                  <a:lnTo>
                    <a:pt x="63115" y="117508"/>
                  </a:lnTo>
                  <a:lnTo>
                    <a:pt x="63827" y="117612"/>
                  </a:lnTo>
                  <a:lnTo>
                    <a:pt x="64272" y="117612"/>
                  </a:lnTo>
                  <a:lnTo>
                    <a:pt x="64183" y="117612"/>
                  </a:lnTo>
                  <a:lnTo>
                    <a:pt x="64272" y="117301"/>
                  </a:lnTo>
                  <a:lnTo>
                    <a:pt x="64451" y="116989"/>
                  </a:lnTo>
                  <a:lnTo>
                    <a:pt x="64718" y="116885"/>
                  </a:lnTo>
                  <a:lnTo>
                    <a:pt x="64540" y="116678"/>
                  </a:lnTo>
                  <a:lnTo>
                    <a:pt x="64272" y="116262"/>
                  </a:lnTo>
                  <a:lnTo>
                    <a:pt x="63916" y="115743"/>
                  </a:lnTo>
                  <a:lnTo>
                    <a:pt x="63738" y="115224"/>
                  </a:lnTo>
                  <a:lnTo>
                    <a:pt x="64005" y="115224"/>
                  </a:lnTo>
                  <a:lnTo>
                    <a:pt x="64362" y="115328"/>
                  </a:lnTo>
                  <a:lnTo>
                    <a:pt x="64629" y="115536"/>
                  </a:lnTo>
                  <a:lnTo>
                    <a:pt x="64718" y="116159"/>
                  </a:lnTo>
                  <a:lnTo>
                    <a:pt x="64896" y="115640"/>
                  </a:lnTo>
                  <a:lnTo>
                    <a:pt x="65163" y="115640"/>
                  </a:lnTo>
                  <a:lnTo>
                    <a:pt x="65341" y="115847"/>
                  </a:lnTo>
                  <a:lnTo>
                    <a:pt x="65786" y="116885"/>
                  </a:lnTo>
                  <a:lnTo>
                    <a:pt x="66053" y="117404"/>
                  </a:lnTo>
                  <a:lnTo>
                    <a:pt x="66231" y="117612"/>
                  </a:lnTo>
                  <a:lnTo>
                    <a:pt x="67566" y="118858"/>
                  </a:lnTo>
                  <a:lnTo>
                    <a:pt x="68278" y="119065"/>
                  </a:lnTo>
                  <a:lnTo>
                    <a:pt x="68902" y="119065"/>
                  </a:lnTo>
                  <a:lnTo>
                    <a:pt x="68367" y="118546"/>
                  </a:lnTo>
                  <a:lnTo>
                    <a:pt x="68189" y="117716"/>
                  </a:lnTo>
                  <a:lnTo>
                    <a:pt x="68100" y="116989"/>
                  </a:lnTo>
                  <a:lnTo>
                    <a:pt x="68011" y="116678"/>
                  </a:lnTo>
                  <a:lnTo>
                    <a:pt x="68189" y="116366"/>
                  </a:lnTo>
                  <a:lnTo>
                    <a:pt x="68456" y="116262"/>
                  </a:lnTo>
                  <a:lnTo>
                    <a:pt x="68902" y="116262"/>
                  </a:lnTo>
                  <a:lnTo>
                    <a:pt x="68991" y="116366"/>
                  </a:lnTo>
                  <a:lnTo>
                    <a:pt x="68902" y="115847"/>
                  </a:lnTo>
                  <a:lnTo>
                    <a:pt x="68991" y="115328"/>
                  </a:lnTo>
                  <a:lnTo>
                    <a:pt x="69169" y="114913"/>
                  </a:lnTo>
                  <a:lnTo>
                    <a:pt x="69525" y="114705"/>
                  </a:lnTo>
                  <a:lnTo>
                    <a:pt x="69703" y="114913"/>
                  </a:lnTo>
                  <a:lnTo>
                    <a:pt x="70059" y="115328"/>
                  </a:lnTo>
                  <a:lnTo>
                    <a:pt x="70504" y="115640"/>
                  </a:lnTo>
                  <a:lnTo>
                    <a:pt x="70860" y="115743"/>
                  </a:lnTo>
                  <a:lnTo>
                    <a:pt x="71216" y="115640"/>
                  </a:lnTo>
                  <a:lnTo>
                    <a:pt x="71572" y="115536"/>
                  </a:lnTo>
                  <a:lnTo>
                    <a:pt x="71928" y="115640"/>
                  </a:lnTo>
                  <a:lnTo>
                    <a:pt x="72195" y="115847"/>
                  </a:lnTo>
                  <a:lnTo>
                    <a:pt x="71928" y="116159"/>
                  </a:lnTo>
                  <a:lnTo>
                    <a:pt x="71572" y="116574"/>
                  </a:lnTo>
                  <a:lnTo>
                    <a:pt x="71305" y="116678"/>
                  </a:lnTo>
                  <a:lnTo>
                    <a:pt x="71038" y="116989"/>
                  </a:lnTo>
                  <a:lnTo>
                    <a:pt x="71394" y="117612"/>
                  </a:lnTo>
                  <a:lnTo>
                    <a:pt x="72284" y="118754"/>
                  </a:lnTo>
                  <a:lnTo>
                    <a:pt x="72551" y="118442"/>
                  </a:lnTo>
                  <a:lnTo>
                    <a:pt x="72818" y="117301"/>
                  </a:lnTo>
                  <a:lnTo>
                    <a:pt x="73175" y="116989"/>
                  </a:lnTo>
                  <a:lnTo>
                    <a:pt x="73442" y="116885"/>
                  </a:lnTo>
                  <a:lnTo>
                    <a:pt x="73531" y="116678"/>
                  </a:lnTo>
                  <a:lnTo>
                    <a:pt x="73442" y="116159"/>
                  </a:lnTo>
                  <a:lnTo>
                    <a:pt x="73976" y="116366"/>
                  </a:lnTo>
                  <a:lnTo>
                    <a:pt x="74065" y="116885"/>
                  </a:lnTo>
                  <a:lnTo>
                    <a:pt x="74065" y="117612"/>
                  </a:lnTo>
                  <a:lnTo>
                    <a:pt x="74332" y="117716"/>
                  </a:lnTo>
                  <a:lnTo>
                    <a:pt x="74777" y="117404"/>
                  </a:lnTo>
                  <a:lnTo>
                    <a:pt x="75133" y="116989"/>
                  </a:lnTo>
                  <a:lnTo>
                    <a:pt x="75311" y="116574"/>
                  </a:lnTo>
                  <a:lnTo>
                    <a:pt x="75133" y="115743"/>
                  </a:lnTo>
                  <a:lnTo>
                    <a:pt x="75311" y="115847"/>
                  </a:lnTo>
                  <a:lnTo>
                    <a:pt x="75578" y="115847"/>
                  </a:lnTo>
                  <a:lnTo>
                    <a:pt x="75578" y="116262"/>
                  </a:lnTo>
                  <a:lnTo>
                    <a:pt x="76023" y="116159"/>
                  </a:lnTo>
                  <a:lnTo>
                    <a:pt x="76646" y="115432"/>
                  </a:lnTo>
                  <a:lnTo>
                    <a:pt x="78071" y="112318"/>
                  </a:lnTo>
                  <a:lnTo>
                    <a:pt x="78249" y="112214"/>
                  </a:lnTo>
                  <a:lnTo>
                    <a:pt x="78694" y="111799"/>
                  </a:lnTo>
                  <a:lnTo>
                    <a:pt x="78872" y="111487"/>
                  </a:lnTo>
                  <a:lnTo>
                    <a:pt x="79139" y="111176"/>
                  </a:lnTo>
                  <a:lnTo>
                    <a:pt x="80296" y="112214"/>
                  </a:lnTo>
                  <a:lnTo>
                    <a:pt x="80385" y="112422"/>
                  </a:lnTo>
                  <a:lnTo>
                    <a:pt x="80296" y="112629"/>
                  </a:lnTo>
                  <a:lnTo>
                    <a:pt x="80385" y="112837"/>
                  </a:lnTo>
                  <a:lnTo>
                    <a:pt x="80563" y="113356"/>
                  </a:lnTo>
                  <a:lnTo>
                    <a:pt x="80830" y="113564"/>
                  </a:lnTo>
                  <a:lnTo>
                    <a:pt x="80919" y="113460"/>
                  </a:lnTo>
                  <a:lnTo>
                    <a:pt x="81186" y="113252"/>
                  </a:lnTo>
                  <a:lnTo>
                    <a:pt x="81275" y="112941"/>
                  </a:lnTo>
                  <a:lnTo>
                    <a:pt x="81454" y="112525"/>
                  </a:lnTo>
                  <a:lnTo>
                    <a:pt x="81721" y="111591"/>
                  </a:lnTo>
                  <a:lnTo>
                    <a:pt x="81899" y="111280"/>
                  </a:lnTo>
                  <a:lnTo>
                    <a:pt x="82166" y="111176"/>
                  </a:lnTo>
                  <a:lnTo>
                    <a:pt x="82344" y="111072"/>
                  </a:lnTo>
                  <a:lnTo>
                    <a:pt x="82166" y="110449"/>
                  </a:lnTo>
                  <a:lnTo>
                    <a:pt x="82255" y="109826"/>
                  </a:lnTo>
                  <a:lnTo>
                    <a:pt x="83412" y="109100"/>
                  </a:lnTo>
                  <a:lnTo>
                    <a:pt x="83768" y="108373"/>
                  </a:lnTo>
                  <a:lnTo>
                    <a:pt x="83679" y="107439"/>
                  </a:lnTo>
                  <a:lnTo>
                    <a:pt x="83145" y="107543"/>
                  </a:lnTo>
                  <a:lnTo>
                    <a:pt x="82433" y="107958"/>
                  </a:lnTo>
                  <a:lnTo>
                    <a:pt x="81988" y="108166"/>
                  </a:lnTo>
                  <a:lnTo>
                    <a:pt x="82166" y="107439"/>
                  </a:lnTo>
                  <a:lnTo>
                    <a:pt x="82700" y="107024"/>
                  </a:lnTo>
                  <a:lnTo>
                    <a:pt x="83412" y="106712"/>
                  </a:lnTo>
                  <a:lnTo>
                    <a:pt x="83857" y="106920"/>
                  </a:lnTo>
                  <a:lnTo>
                    <a:pt x="84569" y="107543"/>
                  </a:lnTo>
                  <a:lnTo>
                    <a:pt x="84925" y="107750"/>
                  </a:lnTo>
                  <a:lnTo>
                    <a:pt x="84836" y="107335"/>
                  </a:lnTo>
                  <a:lnTo>
                    <a:pt x="84925" y="107128"/>
                  </a:lnTo>
                  <a:lnTo>
                    <a:pt x="85548" y="105674"/>
                  </a:lnTo>
                  <a:lnTo>
                    <a:pt x="85370" y="105155"/>
                  </a:lnTo>
                  <a:lnTo>
                    <a:pt x="85637" y="104221"/>
                  </a:lnTo>
                  <a:lnTo>
                    <a:pt x="86083" y="103287"/>
                  </a:lnTo>
                  <a:lnTo>
                    <a:pt x="86528" y="102871"/>
                  </a:lnTo>
                  <a:lnTo>
                    <a:pt x="86083" y="102352"/>
                  </a:lnTo>
                  <a:lnTo>
                    <a:pt x="85637" y="102352"/>
                  </a:lnTo>
                  <a:lnTo>
                    <a:pt x="85281" y="102560"/>
                  </a:lnTo>
                  <a:lnTo>
                    <a:pt x="84836" y="102871"/>
                  </a:lnTo>
                  <a:lnTo>
                    <a:pt x="84480" y="102871"/>
                  </a:lnTo>
                  <a:lnTo>
                    <a:pt x="84124" y="102664"/>
                  </a:lnTo>
                  <a:lnTo>
                    <a:pt x="83857" y="102560"/>
                  </a:lnTo>
                  <a:lnTo>
                    <a:pt x="83501" y="102352"/>
                  </a:lnTo>
                  <a:lnTo>
                    <a:pt x="82878" y="101833"/>
                  </a:lnTo>
                  <a:lnTo>
                    <a:pt x="82700" y="101626"/>
                  </a:lnTo>
                  <a:lnTo>
                    <a:pt x="82789" y="101211"/>
                  </a:lnTo>
                  <a:lnTo>
                    <a:pt x="83145" y="100588"/>
                  </a:lnTo>
                  <a:lnTo>
                    <a:pt x="83857" y="99861"/>
                  </a:lnTo>
                  <a:lnTo>
                    <a:pt x="84035" y="99861"/>
                  </a:lnTo>
                  <a:lnTo>
                    <a:pt x="84391" y="99965"/>
                  </a:lnTo>
                  <a:lnTo>
                    <a:pt x="84480" y="99861"/>
                  </a:lnTo>
                  <a:lnTo>
                    <a:pt x="84569" y="99550"/>
                  </a:lnTo>
                  <a:lnTo>
                    <a:pt x="84480" y="99342"/>
                  </a:lnTo>
                  <a:lnTo>
                    <a:pt x="84391" y="99238"/>
                  </a:lnTo>
                  <a:lnTo>
                    <a:pt x="84391" y="99031"/>
                  </a:lnTo>
                  <a:lnTo>
                    <a:pt x="84391" y="97993"/>
                  </a:lnTo>
                  <a:lnTo>
                    <a:pt x="84391" y="97058"/>
                  </a:lnTo>
                  <a:lnTo>
                    <a:pt x="84747" y="95709"/>
                  </a:lnTo>
                  <a:lnTo>
                    <a:pt x="84747" y="95190"/>
                  </a:lnTo>
                  <a:lnTo>
                    <a:pt x="84747" y="95086"/>
                  </a:lnTo>
                  <a:lnTo>
                    <a:pt x="84836" y="95190"/>
                  </a:lnTo>
                  <a:lnTo>
                    <a:pt x="85192" y="95397"/>
                  </a:lnTo>
                  <a:lnTo>
                    <a:pt x="85281" y="95813"/>
                  </a:lnTo>
                  <a:lnTo>
                    <a:pt x="85637" y="96435"/>
                  </a:lnTo>
                  <a:lnTo>
                    <a:pt x="85727" y="96955"/>
                  </a:lnTo>
                  <a:lnTo>
                    <a:pt x="85727" y="97266"/>
                  </a:lnTo>
                  <a:lnTo>
                    <a:pt x="85548" y="98512"/>
                  </a:lnTo>
                  <a:lnTo>
                    <a:pt x="84302" y="101833"/>
                  </a:lnTo>
                  <a:lnTo>
                    <a:pt x="86528" y="101626"/>
                  </a:lnTo>
                  <a:lnTo>
                    <a:pt x="87151" y="101937"/>
                  </a:lnTo>
                  <a:lnTo>
                    <a:pt x="87685" y="102664"/>
                  </a:lnTo>
                  <a:lnTo>
                    <a:pt x="88130" y="103079"/>
                  </a:lnTo>
                  <a:lnTo>
                    <a:pt x="88486" y="103183"/>
                  </a:lnTo>
                  <a:lnTo>
                    <a:pt x="89020" y="102975"/>
                  </a:lnTo>
                  <a:lnTo>
                    <a:pt x="89732" y="102975"/>
                  </a:lnTo>
                  <a:lnTo>
                    <a:pt x="90178" y="102871"/>
                  </a:lnTo>
                  <a:lnTo>
                    <a:pt x="90534" y="102456"/>
                  </a:lnTo>
                  <a:lnTo>
                    <a:pt x="90979" y="101418"/>
                  </a:lnTo>
                  <a:lnTo>
                    <a:pt x="91424" y="100899"/>
                  </a:lnTo>
                  <a:lnTo>
                    <a:pt x="91602" y="99965"/>
                  </a:lnTo>
                  <a:lnTo>
                    <a:pt x="91780" y="99757"/>
                  </a:lnTo>
                  <a:lnTo>
                    <a:pt x="92047" y="99550"/>
                  </a:lnTo>
                  <a:lnTo>
                    <a:pt x="92670" y="99965"/>
                  </a:lnTo>
                  <a:lnTo>
                    <a:pt x="92848" y="99965"/>
                  </a:lnTo>
                  <a:lnTo>
                    <a:pt x="93204" y="99342"/>
                  </a:lnTo>
                  <a:lnTo>
                    <a:pt x="93471" y="97889"/>
                  </a:lnTo>
                  <a:lnTo>
                    <a:pt x="94094" y="97162"/>
                  </a:lnTo>
                  <a:lnTo>
                    <a:pt x="94451" y="96124"/>
                  </a:lnTo>
                  <a:lnTo>
                    <a:pt x="94540" y="95916"/>
                  </a:lnTo>
                  <a:lnTo>
                    <a:pt x="95697" y="94982"/>
                  </a:lnTo>
                  <a:lnTo>
                    <a:pt x="95964" y="94671"/>
                  </a:lnTo>
                  <a:lnTo>
                    <a:pt x="95964" y="94256"/>
                  </a:lnTo>
                  <a:lnTo>
                    <a:pt x="95875" y="93944"/>
                  </a:lnTo>
                  <a:lnTo>
                    <a:pt x="95875" y="93425"/>
                  </a:lnTo>
                  <a:lnTo>
                    <a:pt x="95964" y="93114"/>
                  </a:lnTo>
                  <a:lnTo>
                    <a:pt x="96409" y="92595"/>
                  </a:lnTo>
                  <a:lnTo>
                    <a:pt x="98724" y="87612"/>
                  </a:lnTo>
                  <a:lnTo>
                    <a:pt x="100682" y="84394"/>
                  </a:lnTo>
                  <a:lnTo>
                    <a:pt x="103086" y="81176"/>
                  </a:lnTo>
                  <a:lnTo>
                    <a:pt x="103531" y="80865"/>
                  </a:lnTo>
                  <a:lnTo>
                    <a:pt x="103798" y="80553"/>
                  </a:lnTo>
                  <a:lnTo>
                    <a:pt x="104065" y="78269"/>
                  </a:lnTo>
                  <a:lnTo>
                    <a:pt x="104421" y="77543"/>
                  </a:lnTo>
                  <a:lnTo>
                    <a:pt x="104599" y="77024"/>
                  </a:lnTo>
                  <a:lnTo>
                    <a:pt x="104955" y="76608"/>
                  </a:lnTo>
                  <a:lnTo>
                    <a:pt x="106201" y="75778"/>
                  </a:lnTo>
                  <a:lnTo>
                    <a:pt x="106468" y="75674"/>
                  </a:lnTo>
                  <a:lnTo>
                    <a:pt x="106735" y="75882"/>
                  </a:lnTo>
                  <a:lnTo>
                    <a:pt x="107091" y="76193"/>
                  </a:lnTo>
                  <a:lnTo>
                    <a:pt x="107270" y="76297"/>
                  </a:lnTo>
                  <a:lnTo>
                    <a:pt x="107448" y="75986"/>
                  </a:lnTo>
                  <a:lnTo>
                    <a:pt x="107537" y="75467"/>
                  </a:lnTo>
                  <a:lnTo>
                    <a:pt x="107448" y="73494"/>
                  </a:lnTo>
                  <a:lnTo>
                    <a:pt x="107626" y="73079"/>
                  </a:lnTo>
                  <a:lnTo>
                    <a:pt x="107626" y="72664"/>
                  </a:lnTo>
                  <a:lnTo>
                    <a:pt x="107537" y="71626"/>
                  </a:lnTo>
                  <a:lnTo>
                    <a:pt x="107537" y="71314"/>
                  </a:lnTo>
                  <a:lnTo>
                    <a:pt x="107715" y="71107"/>
                  </a:lnTo>
                  <a:lnTo>
                    <a:pt x="108338" y="71107"/>
                  </a:lnTo>
                  <a:lnTo>
                    <a:pt x="108516" y="70692"/>
                  </a:lnTo>
                  <a:lnTo>
                    <a:pt x="108249" y="70588"/>
                  </a:lnTo>
                  <a:lnTo>
                    <a:pt x="107715" y="70276"/>
                  </a:lnTo>
                  <a:lnTo>
                    <a:pt x="107448" y="70173"/>
                  </a:lnTo>
                  <a:lnTo>
                    <a:pt x="107626" y="69031"/>
                  </a:lnTo>
                  <a:lnTo>
                    <a:pt x="107982" y="67785"/>
                  </a:lnTo>
                  <a:lnTo>
                    <a:pt x="108160" y="66539"/>
                  </a:lnTo>
                  <a:lnTo>
                    <a:pt x="107982" y="65190"/>
                  </a:lnTo>
                  <a:lnTo>
                    <a:pt x="107626" y="64878"/>
                  </a:lnTo>
                  <a:lnTo>
                    <a:pt x="106913" y="64463"/>
                  </a:lnTo>
                  <a:lnTo>
                    <a:pt x="106557" y="64256"/>
                  </a:lnTo>
                  <a:lnTo>
                    <a:pt x="105845" y="63321"/>
                  </a:lnTo>
                  <a:lnTo>
                    <a:pt x="105578" y="63010"/>
                  </a:lnTo>
                  <a:lnTo>
                    <a:pt x="105044" y="63010"/>
                  </a:lnTo>
                  <a:lnTo>
                    <a:pt x="104955" y="63010"/>
                  </a:lnTo>
                  <a:lnTo>
                    <a:pt x="104688" y="62595"/>
                  </a:lnTo>
                  <a:lnTo>
                    <a:pt x="104510" y="62491"/>
                  </a:lnTo>
                  <a:lnTo>
                    <a:pt x="103798" y="62179"/>
                  </a:lnTo>
                  <a:lnTo>
                    <a:pt x="103353" y="61868"/>
                  </a:lnTo>
                  <a:lnTo>
                    <a:pt x="103175" y="61557"/>
                  </a:lnTo>
                  <a:lnTo>
                    <a:pt x="103086" y="61245"/>
                  </a:lnTo>
                  <a:lnTo>
                    <a:pt x="103086" y="60622"/>
                  </a:lnTo>
                  <a:lnTo>
                    <a:pt x="102551" y="60207"/>
                  </a:lnTo>
                  <a:lnTo>
                    <a:pt x="101038" y="59480"/>
                  </a:lnTo>
                  <a:lnTo>
                    <a:pt x="101305" y="59273"/>
                  </a:lnTo>
                  <a:lnTo>
                    <a:pt x="101928" y="59377"/>
                  </a:lnTo>
                  <a:lnTo>
                    <a:pt x="102462" y="59792"/>
                  </a:lnTo>
                  <a:lnTo>
                    <a:pt x="103086" y="60103"/>
                  </a:lnTo>
                  <a:lnTo>
                    <a:pt x="103264" y="60415"/>
                  </a:lnTo>
                  <a:lnTo>
                    <a:pt x="103531" y="60830"/>
                  </a:lnTo>
                  <a:lnTo>
                    <a:pt x="103798" y="61557"/>
                  </a:lnTo>
                  <a:lnTo>
                    <a:pt x="103976" y="61972"/>
                  </a:lnTo>
                  <a:lnTo>
                    <a:pt x="104243" y="62076"/>
                  </a:lnTo>
                  <a:lnTo>
                    <a:pt x="104866" y="62283"/>
                  </a:lnTo>
                  <a:lnTo>
                    <a:pt x="105489" y="62595"/>
                  </a:lnTo>
                  <a:lnTo>
                    <a:pt x="107626" y="64359"/>
                  </a:lnTo>
                  <a:lnTo>
                    <a:pt x="107982" y="64463"/>
                  </a:lnTo>
                  <a:lnTo>
                    <a:pt x="108160" y="64152"/>
                  </a:lnTo>
                  <a:lnTo>
                    <a:pt x="108160" y="63321"/>
                  </a:lnTo>
                  <a:lnTo>
                    <a:pt x="108516" y="64359"/>
                  </a:lnTo>
                  <a:lnTo>
                    <a:pt x="108605" y="64878"/>
                  </a:lnTo>
                  <a:lnTo>
                    <a:pt x="108961" y="65294"/>
                  </a:lnTo>
                  <a:lnTo>
                    <a:pt x="109228" y="65397"/>
                  </a:lnTo>
                  <a:lnTo>
                    <a:pt x="109940" y="65605"/>
                  </a:lnTo>
                  <a:lnTo>
                    <a:pt x="110207" y="65916"/>
                  </a:lnTo>
                  <a:lnTo>
                    <a:pt x="110385" y="66643"/>
                  </a:lnTo>
                  <a:lnTo>
                    <a:pt x="110563" y="67785"/>
                  </a:lnTo>
                  <a:lnTo>
                    <a:pt x="110563" y="68823"/>
                  </a:lnTo>
                  <a:lnTo>
                    <a:pt x="110296" y="69446"/>
                  </a:lnTo>
                  <a:lnTo>
                    <a:pt x="110652" y="69446"/>
                  </a:lnTo>
                  <a:lnTo>
                    <a:pt x="111097" y="69446"/>
                  </a:lnTo>
                  <a:lnTo>
                    <a:pt x="111454" y="69238"/>
                  </a:lnTo>
                  <a:lnTo>
                    <a:pt x="111632" y="68719"/>
                  </a:lnTo>
                  <a:lnTo>
                    <a:pt x="111543" y="68304"/>
                  </a:lnTo>
                  <a:lnTo>
                    <a:pt x="111454" y="67577"/>
                  </a:lnTo>
                  <a:lnTo>
                    <a:pt x="111275" y="67058"/>
                  </a:lnTo>
                  <a:lnTo>
                    <a:pt x="111632" y="66643"/>
                  </a:lnTo>
                  <a:lnTo>
                    <a:pt x="111899" y="65916"/>
                  </a:lnTo>
                  <a:lnTo>
                    <a:pt x="112166" y="63425"/>
                  </a:lnTo>
                  <a:lnTo>
                    <a:pt x="112522" y="62595"/>
                  </a:lnTo>
                  <a:lnTo>
                    <a:pt x="112433" y="62283"/>
                  </a:lnTo>
                  <a:lnTo>
                    <a:pt x="112077" y="62491"/>
                  </a:lnTo>
                  <a:lnTo>
                    <a:pt x="111810" y="62387"/>
                  </a:lnTo>
                  <a:lnTo>
                    <a:pt x="111810" y="61972"/>
                  </a:lnTo>
                  <a:lnTo>
                    <a:pt x="111988" y="61660"/>
                  </a:lnTo>
                  <a:lnTo>
                    <a:pt x="112344" y="61660"/>
                  </a:lnTo>
                  <a:lnTo>
                    <a:pt x="112700" y="61868"/>
                  </a:lnTo>
                  <a:lnTo>
                    <a:pt x="114124" y="62491"/>
                  </a:lnTo>
                  <a:lnTo>
                    <a:pt x="114213" y="62698"/>
                  </a:lnTo>
                  <a:lnTo>
                    <a:pt x="114213" y="62698"/>
                  </a:lnTo>
                  <a:lnTo>
                    <a:pt x="114302" y="62283"/>
                  </a:lnTo>
                  <a:lnTo>
                    <a:pt x="114213" y="61868"/>
                  </a:lnTo>
                  <a:lnTo>
                    <a:pt x="114124" y="61245"/>
                  </a:lnTo>
                  <a:lnTo>
                    <a:pt x="114124" y="60830"/>
                  </a:lnTo>
                  <a:lnTo>
                    <a:pt x="114302" y="60207"/>
                  </a:lnTo>
                  <a:lnTo>
                    <a:pt x="114391" y="59584"/>
                  </a:lnTo>
                  <a:lnTo>
                    <a:pt x="114569" y="59065"/>
                  </a:lnTo>
                  <a:lnTo>
                    <a:pt x="114569" y="58339"/>
                  </a:lnTo>
                  <a:lnTo>
                    <a:pt x="114480" y="57716"/>
                  </a:lnTo>
                  <a:lnTo>
                    <a:pt x="114569" y="56989"/>
                  </a:lnTo>
                  <a:lnTo>
                    <a:pt x="114925" y="56366"/>
                  </a:lnTo>
                  <a:lnTo>
                    <a:pt x="115281" y="56055"/>
                  </a:lnTo>
                  <a:lnTo>
                    <a:pt x="115637" y="55951"/>
                  </a:lnTo>
                  <a:lnTo>
                    <a:pt x="116172" y="55743"/>
                  </a:lnTo>
                  <a:lnTo>
                    <a:pt x="116528" y="55224"/>
                  </a:lnTo>
                  <a:lnTo>
                    <a:pt x="116528" y="54705"/>
                  </a:lnTo>
                  <a:lnTo>
                    <a:pt x="116528" y="54705"/>
                  </a:lnTo>
                  <a:lnTo>
                    <a:pt x="116172" y="54394"/>
                  </a:lnTo>
                  <a:lnTo>
                    <a:pt x="115281" y="54083"/>
                  </a:lnTo>
                  <a:lnTo>
                    <a:pt x="115014" y="53875"/>
                  </a:lnTo>
                  <a:lnTo>
                    <a:pt x="115192" y="53460"/>
                  </a:lnTo>
                  <a:lnTo>
                    <a:pt x="115103" y="53148"/>
                  </a:lnTo>
                  <a:lnTo>
                    <a:pt x="115014" y="52941"/>
                  </a:lnTo>
                  <a:lnTo>
                    <a:pt x="115014" y="52629"/>
                  </a:lnTo>
                  <a:lnTo>
                    <a:pt x="115103" y="52422"/>
                  </a:lnTo>
                  <a:lnTo>
                    <a:pt x="118219" y="50761"/>
                  </a:lnTo>
                  <a:lnTo>
                    <a:pt x="118486" y="50657"/>
                  </a:lnTo>
                  <a:lnTo>
                    <a:pt x="118575" y="50242"/>
                  </a:lnTo>
                  <a:lnTo>
                    <a:pt x="118664" y="49515"/>
                  </a:lnTo>
                  <a:lnTo>
                    <a:pt x="118753" y="49204"/>
                  </a:lnTo>
                  <a:lnTo>
                    <a:pt x="119554" y="48477"/>
                  </a:lnTo>
                  <a:lnTo>
                    <a:pt x="119910" y="48062"/>
                  </a:lnTo>
                  <a:lnTo>
                    <a:pt x="120000" y="47231"/>
                  </a:lnTo>
                  <a:lnTo>
                    <a:pt x="119465" y="4692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Shape 5397"/>
            <p:cNvSpPr/>
            <p:nvPr/>
          </p:nvSpPr>
          <p:spPr>
            <a:xfrm>
              <a:off x="10977820" y="6194769"/>
              <a:ext cx="1376363" cy="21208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30157"/>
                  </a:moveTo>
                  <a:lnTo>
                    <a:pt x="117879" y="32253"/>
                  </a:lnTo>
                  <a:lnTo>
                    <a:pt x="115989" y="34140"/>
                  </a:lnTo>
                  <a:lnTo>
                    <a:pt x="114053" y="35997"/>
                  </a:lnTo>
                  <a:lnTo>
                    <a:pt x="112116" y="37853"/>
                  </a:lnTo>
                  <a:lnTo>
                    <a:pt x="109396" y="40519"/>
                  </a:lnTo>
                  <a:lnTo>
                    <a:pt x="106630" y="43184"/>
                  </a:lnTo>
                  <a:lnTo>
                    <a:pt x="103818" y="45849"/>
                  </a:lnTo>
                  <a:lnTo>
                    <a:pt x="101006" y="48545"/>
                  </a:lnTo>
                  <a:lnTo>
                    <a:pt x="98470" y="50970"/>
                  </a:lnTo>
                  <a:lnTo>
                    <a:pt x="95981" y="53396"/>
                  </a:lnTo>
                  <a:lnTo>
                    <a:pt x="93399" y="55852"/>
                  </a:lnTo>
                  <a:lnTo>
                    <a:pt x="90818" y="58307"/>
                  </a:lnTo>
                  <a:lnTo>
                    <a:pt x="89389" y="59715"/>
                  </a:lnTo>
                  <a:lnTo>
                    <a:pt x="87960" y="61123"/>
                  </a:lnTo>
                  <a:lnTo>
                    <a:pt x="86530" y="62500"/>
                  </a:lnTo>
                  <a:lnTo>
                    <a:pt x="85101" y="63878"/>
                  </a:lnTo>
                  <a:lnTo>
                    <a:pt x="84041" y="64896"/>
                  </a:lnTo>
                  <a:lnTo>
                    <a:pt x="83073" y="65854"/>
                  </a:lnTo>
                  <a:lnTo>
                    <a:pt x="82059" y="66813"/>
                  </a:lnTo>
                  <a:lnTo>
                    <a:pt x="80998" y="67681"/>
                  </a:lnTo>
                  <a:lnTo>
                    <a:pt x="78832" y="69328"/>
                  </a:lnTo>
                  <a:lnTo>
                    <a:pt x="76665" y="70945"/>
                  </a:lnTo>
                  <a:lnTo>
                    <a:pt x="74498" y="72592"/>
                  </a:lnTo>
                  <a:lnTo>
                    <a:pt x="72285" y="74180"/>
                  </a:lnTo>
                  <a:lnTo>
                    <a:pt x="71824" y="74539"/>
                  </a:lnTo>
                  <a:lnTo>
                    <a:pt x="71363" y="74928"/>
                  </a:lnTo>
                  <a:lnTo>
                    <a:pt x="70856" y="75258"/>
                  </a:lnTo>
                  <a:lnTo>
                    <a:pt x="70395" y="75617"/>
                  </a:lnTo>
                  <a:lnTo>
                    <a:pt x="69842" y="76006"/>
                  </a:lnTo>
                  <a:lnTo>
                    <a:pt x="69335" y="76426"/>
                  </a:lnTo>
                  <a:lnTo>
                    <a:pt x="68782" y="76845"/>
                  </a:lnTo>
                  <a:lnTo>
                    <a:pt x="68228" y="77234"/>
                  </a:lnTo>
                  <a:lnTo>
                    <a:pt x="67906" y="77504"/>
                  </a:lnTo>
                  <a:lnTo>
                    <a:pt x="67998" y="78103"/>
                  </a:lnTo>
                  <a:lnTo>
                    <a:pt x="68413" y="82385"/>
                  </a:lnTo>
                  <a:lnTo>
                    <a:pt x="68828" y="86608"/>
                  </a:lnTo>
                  <a:lnTo>
                    <a:pt x="69289" y="90890"/>
                  </a:lnTo>
                  <a:lnTo>
                    <a:pt x="69704" y="95143"/>
                  </a:lnTo>
                  <a:lnTo>
                    <a:pt x="69980" y="98377"/>
                  </a:lnTo>
                  <a:lnTo>
                    <a:pt x="70303" y="101642"/>
                  </a:lnTo>
                  <a:lnTo>
                    <a:pt x="70672" y="104906"/>
                  </a:lnTo>
                  <a:lnTo>
                    <a:pt x="70948" y="108140"/>
                  </a:lnTo>
                  <a:lnTo>
                    <a:pt x="71087" y="109338"/>
                  </a:lnTo>
                  <a:lnTo>
                    <a:pt x="71179" y="110536"/>
                  </a:lnTo>
                  <a:lnTo>
                    <a:pt x="71271" y="111345"/>
                  </a:lnTo>
                  <a:lnTo>
                    <a:pt x="71317" y="112123"/>
                  </a:lnTo>
                  <a:lnTo>
                    <a:pt x="71363" y="113112"/>
                  </a:lnTo>
                  <a:lnTo>
                    <a:pt x="71502" y="114369"/>
                  </a:lnTo>
                  <a:lnTo>
                    <a:pt x="71548" y="114878"/>
                  </a:lnTo>
                  <a:lnTo>
                    <a:pt x="71594" y="115477"/>
                  </a:lnTo>
                  <a:lnTo>
                    <a:pt x="71686" y="116436"/>
                  </a:lnTo>
                  <a:lnTo>
                    <a:pt x="71824" y="117664"/>
                  </a:lnTo>
                  <a:lnTo>
                    <a:pt x="71963" y="118742"/>
                  </a:lnTo>
                  <a:lnTo>
                    <a:pt x="71917" y="118861"/>
                  </a:lnTo>
                  <a:lnTo>
                    <a:pt x="71824" y="118921"/>
                  </a:lnTo>
                  <a:lnTo>
                    <a:pt x="71732" y="118951"/>
                  </a:lnTo>
                  <a:lnTo>
                    <a:pt x="69381" y="119041"/>
                  </a:lnTo>
                  <a:lnTo>
                    <a:pt x="66984" y="119131"/>
                  </a:lnTo>
                  <a:lnTo>
                    <a:pt x="64540" y="119191"/>
                  </a:lnTo>
                  <a:lnTo>
                    <a:pt x="62143" y="119311"/>
                  </a:lnTo>
                  <a:lnTo>
                    <a:pt x="59746" y="119371"/>
                  </a:lnTo>
                  <a:lnTo>
                    <a:pt x="57303" y="119430"/>
                  </a:lnTo>
                  <a:lnTo>
                    <a:pt x="54905" y="119490"/>
                  </a:lnTo>
                  <a:lnTo>
                    <a:pt x="52508" y="119550"/>
                  </a:lnTo>
                  <a:lnTo>
                    <a:pt x="50065" y="119640"/>
                  </a:lnTo>
                  <a:lnTo>
                    <a:pt x="49327" y="119640"/>
                  </a:lnTo>
                  <a:lnTo>
                    <a:pt x="47668" y="119700"/>
                  </a:lnTo>
                  <a:lnTo>
                    <a:pt x="45270" y="119730"/>
                  </a:lnTo>
                  <a:lnTo>
                    <a:pt x="42827" y="119760"/>
                  </a:lnTo>
                  <a:lnTo>
                    <a:pt x="40430" y="119820"/>
                  </a:lnTo>
                  <a:lnTo>
                    <a:pt x="38033" y="119850"/>
                  </a:lnTo>
                  <a:lnTo>
                    <a:pt x="35589" y="119910"/>
                  </a:lnTo>
                  <a:lnTo>
                    <a:pt x="33192" y="119910"/>
                  </a:lnTo>
                  <a:lnTo>
                    <a:pt x="30795" y="119940"/>
                  </a:lnTo>
                  <a:lnTo>
                    <a:pt x="28351" y="119970"/>
                  </a:lnTo>
                  <a:lnTo>
                    <a:pt x="25954" y="119970"/>
                  </a:lnTo>
                  <a:lnTo>
                    <a:pt x="23557" y="120000"/>
                  </a:lnTo>
                  <a:lnTo>
                    <a:pt x="21114" y="120000"/>
                  </a:lnTo>
                  <a:lnTo>
                    <a:pt x="18716" y="120000"/>
                  </a:lnTo>
                  <a:lnTo>
                    <a:pt x="16319" y="120000"/>
                  </a:lnTo>
                  <a:lnTo>
                    <a:pt x="13876" y="120000"/>
                  </a:lnTo>
                  <a:lnTo>
                    <a:pt x="11479" y="119970"/>
                  </a:lnTo>
                  <a:lnTo>
                    <a:pt x="9081" y="119970"/>
                  </a:lnTo>
                  <a:lnTo>
                    <a:pt x="6638" y="119940"/>
                  </a:lnTo>
                  <a:lnTo>
                    <a:pt x="4241" y="119910"/>
                  </a:lnTo>
                  <a:lnTo>
                    <a:pt x="3872" y="119910"/>
                  </a:lnTo>
                  <a:lnTo>
                    <a:pt x="3780" y="117933"/>
                  </a:lnTo>
                  <a:lnTo>
                    <a:pt x="3641" y="115597"/>
                  </a:lnTo>
                  <a:lnTo>
                    <a:pt x="3457" y="113291"/>
                  </a:lnTo>
                  <a:lnTo>
                    <a:pt x="3319" y="110955"/>
                  </a:lnTo>
                  <a:lnTo>
                    <a:pt x="3180" y="108649"/>
                  </a:lnTo>
                  <a:lnTo>
                    <a:pt x="2996" y="106313"/>
                  </a:lnTo>
                  <a:lnTo>
                    <a:pt x="2858" y="104007"/>
                  </a:lnTo>
                  <a:lnTo>
                    <a:pt x="2766" y="101672"/>
                  </a:lnTo>
                  <a:lnTo>
                    <a:pt x="2581" y="99336"/>
                  </a:lnTo>
                  <a:lnTo>
                    <a:pt x="2443" y="97000"/>
                  </a:lnTo>
                  <a:lnTo>
                    <a:pt x="2351" y="94694"/>
                  </a:lnTo>
                  <a:lnTo>
                    <a:pt x="2212" y="92388"/>
                  </a:lnTo>
                  <a:lnTo>
                    <a:pt x="2074" y="90052"/>
                  </a:lnTo>
                  <a:lnTo>
                    <a:pt x="1936" y="87716"/>
                  </a:lnTo>
                  <a:lnTo>
                    <a:pt x="1844" y="85410"/>
                  </a:lnTo>
                  <a:lnTo>
                    <a:pt x="1659" y="83074"/>
                  </a:lnTo>
                  <a:lnTo>
                    <a:pt x="1567" y="80738"/>
                  </a:lnTo>
                  <a:lnTo>
                    <a:pt x="1475" y="78402"/>
                  </a:lnTo>
                  <a:lnTo>
                    <a:pt x="1336" y="76126"/>
                  </a:lnTo>
                  <a:lnTo>
                    <a:pt x="1198" y="73790"/>
                  </a:lnTo>
                  <a:lnTo>
                    <a:pt x="1106" y="71454"/>
                  </a:lnTo>
                  <a:lnTo>
                    <a:pt x="1014" y="69148"/>
                  </a:lnTo>
                  <a:lnTo>
                    <a:pt x="875" y="66813"/>
                  </a:lnTo>
                  <a:lnTo>
                    <a:pt x="737" y="64477"/>
                  </a:lnTo>
                  <a:lnTo>
                    <a:pt x="645" y="62201"/>
                  </a:lnTo>
                  <a:lnTo>
                    <a:pt x="553" y="59865"/>
                  </a:lnTo>
                  <a:lnTo>
                    <a:pt x="461" y="57559"/>
                  </a:lnTo>
                  <a:lnTo>
                    <a:pt x="414" y="55223"/>
                  </a:lnTo>
                  <a:lnTo>
                    <a:pt x="276" y="52887"/>
                  </a:lnTo>
                  <a:lnTo>
                    <a:pt x="184" y="50581"/>
                  </a:lnTo>
                  <a:lnTo>
                    <a:pt x="92" y="48245"/>
                  </a:lnTo>
                  <a:lnTo>
                    <a:pt x="0" y="45969"/>
                  </a:lnTo>
                  <a:lnTo>
                    <a:pt x="184" y="41986"/>
                  </a:lnTo>
                  <a:lnTo>
                    <a:pt x="322" y="38063"/>
                  </a:lnTo>
                  <a:lnTo>
                    <a:pt x="507" y="34140"/>
                  </a:lnTo>
                  <a:lnTo>
                    <a:pt x="691" y="30187"/>
                  </a:lnTo>
                  <a:lnTo>
                    <a:pt x="968" y="24107"/>
                  </a:lnTo>
                  <a:lnTo>
                    <a:pt x="1198" y="17968"/>
                  </a:lnTo>
                  <a:lnTo>
                    <a:pt x="1521" y="11829"/>
                  </a:lnTo>
                  <a:lnTo>
                    <a:pt x="1797" y="5749"/>
                  </a:lnTo>
                  <a:lnTo>
                    <a:pt x="1844" y="4522"/>
                  </a:lnTo>
                  <a:lnTo>
                    <a:pt x="1890" y="3324"/>
                  </a:lnTo>
                  <a:lnTo>
                    <a:pt x="1936" y="2066"/>
                  </a:lnTo>
                  <a:lnTo>
                    <a:pt x="1982" y="838"/>
                  </a:lnTo>
                  <a:lnTo>
                    <a:pt x="5762" y="898"/>
                  </a:lnTo>
                  <a:lnTo>
                    <a:pt x="9588" y="958"/>
                  </a:lnTo>
                  <a:lnTo>
                    <a:pt x="13369" y="988"/>
                  </a:lnTo>
                  <a:lnTo>
                    <a:pt x="17195" y="1018"/>
                  </a:lnTo>
                  <a:lnTo>
                    <a:pt x="20975" y="1018"/>
                  </a:lnTo>
                  <a:lnTo>
                    <a:pt x="24756" y="988"/>
                  </a:lnTo>
                  <a:lnTo>
                    <a:pt x="28582" y="958"/>
                  </a:lnTo>
                  <a:lnTo>
                    <a:pt x="32362" y="898"/>
                  </a:lnTo>
                  <a:lnTo>
                    <a:pt x="36096" y="838"/>
                  </a:lnTo>
                  <a:lnTo>
                    <a:pt x="39923" y="778"/>
                  </a:lnTo>
                  <a:lnTo>
                    <a:pt x="43703" y="688"/>
                  </a:lnTo>
                  <a:lnTo>
                    <a:pt x="47529" y="569"/>
                  </a:lnTo>
                  <a:lnTo>
                    <a:pt x="51310" y="479"/>
                  </a:lnTo>
                  <a:lnTo>
                    <a:pt x="55090" y="359"/>
                  </a:lnTo>
                  <a:lnTo>
                    <a:pt x="58870" y="179"/>
                  </a:lnTo>
                  <a:lnTo>
                    <a:pt x="62650" y="0"/>
                  </a:lnTo>
                  <a:lnTo>
                    <a:pt x="62789" y="119"/>
                  </a:lnTo>
                  <a:lnTo>
                    <a:pt x="62696" y="239"/>
                  </a:lnTo>
                  <a:lnTo>
                    <a:pt x="62558" y="449"/>
                  </a:lnTo>
                  <a:lnTo>
                    <a:pt x="62558" y="569"/>
                  </a:lnTo>
                  <a:lnTo>
                    <a:pt x="62742" y="658"/>
                  </a:lnTo>
                  <a:lnTo>
                    <a:pt x="62650" y="808"/>
                  </a:lnTo>
                  <a:lnTo>
                    <a:pt x="62650" y="838"/>
                  </a:lnTo>
                  <a:lnTo>
                    <a:pt x="62696" y="868"/>
                  </a:lnTo>
                  <a:lnTo>
                    <a:pt x="62742" y="958"/>
                  </a:lnTo>
                  <a:lnTo>
                    <a:pt x="62742" y="1018"/>
                  </a:lnTo>
                  <a:lnTo>
                    <a:pt x="62742" y="1257"/>
                  </a:lnTo>
                  <a:lnTo>
                    <a:pt x="63065" y="1736"/>
                  </a:lnTo>
                  <a:lnTo>
                    <a:pt x="62973" y="1946"/>
                  </a:lnTo>
                  <a:lnTo>
                    <a:pt x="63111" y="2186"/>
                  </a:lnTo>
                  <a:lnTo>
                    <a:pt x="63157" y="2276"/>
                  </a:lnTo>
                  <a:lnTo>
                    <a:pt x="63157" y="2395"/>
                  </a:lnTo>
                  <a:lnTo>
                    <a:pt x="63111" y="2605"/>
                  </a:lnTo>
                  <a:lnTo>
                    <a:pt x="63111" y="2725"/>
                  </a:lnTo>
                  <a:lnTo>
                    <a:pt x="63065" y="2785"/>
                  </a:lnTo>
                  <a:lnTo>
                    <a:pt x="63019" y="2964"/>
                  </a:lnTo>
                  <a:lnTo>
                    <a:pt x="62973" y="3054"/>
                  </a:lnTo>
                  <a:lnTo>
                    <a:pt x="63111" y="3563"/>
                  </a:lnTo>
                  <a:lnTo>
                    <a:pt x="63111" y="3683"/>
                  </a:lnTo>
                  <a:lnTo>
                    <a:pt x="63019" y="3713"/>
                  </a:lnTo>
                  <a:lnTo>
                    <a:pt x="62927" y="3773"/>
                  </a:lnTo>
                  <a:lnTo>
                    <a:pt x="62973" y="3923"/>
                  </a:lnTo>
                  <a:lnTo>
                    <a:pt x="63111" y="4132"/>
                  </a:lnTo>
                  <a:lnTo>
                    <a:pt x="63111" y="4222"/>
                  </a:lnTo>
                  <a:lnTo>
                    <a:pt x="63111" y="4282"/>
                  </a:lnTo>
                  <a:lnTo>
                    <a:pt x="63157" y="4342"/>
                  </a:lnTo>
                  <a:lnTo>
                    <a:pt x="63250" y="4432"/>
                  </a:lnTo>
                  <a:lnTo>
                    <a:pt x="63342" y="4522"/>
                  </a:lnTo>
                  <a:lnTo>
                    <a:pt x="63434" y="4522"/>
                  </a:lnTo>
                  <a:lnTo>
                    <a:pt x="63480" y="4552"/>
                  </a:lnTo>
                  <a:lnTo>
                    <a:pt x="63572" y="4671"/>
                  </a:lnTo>
                  <a:lnTo>
                    <a:pt x="63388" y="4701"/>
                  </a:lnTo>
                  <a:lnTo>
                    <a:pt x="63342" y="4851"/>
                  </a:lnTo>
                  <a:lnTo>
                    <a:pt x="63388" y="5001"/>
                  </a:lnTo>
                  <a:lnTo>
                    <a:pt x="63342" y="5121"/>
                  </a:lnTo>
                  <a:lnTo>
                    <a:pt x="63434" y="5210"/>
                  </a:lnTo>
                  <a:lnTo>
                    <a:pt x="63480" y="5240"/>
                  </a:lnTo>
                  <a:lnTo>
                    <a:pt x="63526" y="5240"/>
                  </a:lnTo>
                  <a:lnTo>
                    <a:pt x="63618" y="5270"/>
                  </a:lnTo>
                  <a:lnTo>
                    <a:pt x="63665" y="5330"/>
                  </a:lnTo>
                  <a:lnTo>
                    <a:pt x="63665" y="5420"/>
                  </a:lnTo>
                  <a:lnTo>
                    <a:pt x="63665" y="5450"/>
                  </a:lnTo>
                  <a:lnTo>
                    <a:pt x="63711" y="5540"/>
                  </a:lnTo>
                  <a:lnTo>
                    <a:pt x="63665" y="5540"/>
                  </a:lnTo>
                  <a:lnTo>
                    <a:pt x="63665" y="5630"/>
                  </a:lnTo>
                  <a:lnTo>
                    <a:pt x="63665" y="5749"/>
                  </a:lnTo>
                  <a:lnTo>
                    <a:pt x="63803" y="5779"/>
                  </a:lnTo>
                  <a:lnTo>
                    <a:pt x="63849" y="5779"/>
                  </a:lnTo>
                  <a:lnTo>
                    <a:pt x="63941" y="5839"/>
                  </a:lnTo>
                  <a:lnTo>
                    <a:pt x="63987" y="5899"/>
                  </a:lnTo>
                  <a:lnTo>
                    <a:pt x="64033" y="5989"/>
                  </a:lnTo>
                  <a:lnTo>
                    <a:pt x="63941" y="6049"/>
                  </a:lnTo>
                  <a:lnTo>
                    <a:pt x="63941" y="6139"/>
                  </a:lnTo>
                  <a:lnTo>
                    <a:pt x="64033" y="6408"/>
                  </a:lnTo>
                  <a:lnTo>
                    <a:pt x="64079" y="6438"/>
                  </a:lnTo>
                  <a:lnTo>
                    <a:pt x="64079" y="6468"/>
                  </a:lnTo>
                  <a:lnTo>
                    <a:pt x="64126" y="6528"/>
                  </a:lnTo>
                  <a:lnTo>
                    <a:pt x="64172" y="6708"/>
                  </a:lnTo>
                  <a:lnTo>
                    <a:pt x="64172" y="6798"/>
                  </a:lnTo>
                  <a:lnTo>
                    <a:pt x="64126" y="6887"/>
                  </a:lnTo>
                  <a:lnTo>
                    <a:pt x="64033" y="7007"/>
                  </a:lnTo>
                  <a:lnTo>
                    <a:pt x="64126" y="7037"/>
                  </a:lnTo>
                  <a:lnTo>
                    <a:pt x="64356" y="6977"/>
                  </a:lnTo>
                  <a:lnTo>
                    <a:pt x="64494" y="6887"/>
                  </a:lnTo>
                  <a:lnTo>
                    <a:pt x="64587" y="6828"/>
                  </a:lnTo>
                  <a:lnTo>
                    <a:pt x="64725" y="6828"/>
                  </a:lnTo>
                  <a:lnTo>
                    <a:pt x="64587" y="6917"/>
                  </a:lnTo>
                  <a:lnTo>
                    <a:pt x="64448" y="6977"/>
                  </a:lnTo>
                  <a:lnTo>
                    <a:pt x="64448" y="6977"/>
                  </a:lnTo>
                  <a:lnTo>
                    <a:pt x="64310" y="7187"/>
                  </a:lnTo>
                  <a:lnTo>
                    <a:pt x="64264" y="7217"/>
                  </a:lnTo>
                  <a:lnTo>
                    <a:pt x="64079" y="7247"/>
                  </a:lnTo>
                  <a:lnTo>
                    <a:pt x="64126" y="7337"/>
                  </a:lnTo>
                  <a:lnTo>
                    <a:pt x="64172" y="7367"/>
                  </a:lnTo>
                  <a:lnTo>
                    <a:pt x="63895" y="7486"/>
                  </a:lnTo>
                  <a:lnTo>
                    <a:pt x="63803" y="7546"/>
                  </a:lnTo>
                  <a:lnTo>
                    <a:pt x="63895" y="7666"/>
                  </a:lnTo>
                  <a:lnTo>
                    <a:pt x="63803" y="7816"/>
                  </a:lnTo>
                  <a:lnTo>
                    <a:pt x="63803" y="7876"/>
                  </a:lnTo>
                  <a:lnTo>
                    <a:pt x="63711" y="7906"/>
                  </a:lnTo>
                  <a:lnTo>
                    <a:pt x="63803" y="7966"/>
                  </a:lnTo>
                  <a:lnTo>
                    <a:pt x="63849" y="8055"/>
                  </a:lnTo>
                  <a:lnTo>
                    <a:pt x="63849" y="8115"/>
                  </a:lnTo>
                  <a:lnTo>
                    <a:pt x="63711" y="8205"/>
                  </a:lnTo>
                  <a:lnTo>
                    <a:pt x="63849" y="8265"/>
                  </a:lnTo>
                  <a:lnTo>
                    <a:pt x="63849" y="8385"/>
                  </a:lnTo>
                  <a:lnTo>
                    <a:pt x="63849" y="8565"/>
                  </a:lnTo>
                  <a:lnTo>
                    <a:pt x="63849" y="8565"/>
                  </a:lnTo>
                  <a:lnTo>
                    <a:pt x="63803" y="8594"/>
                  </a:lnTo>
                  <a:lnTo>
                    <a:pt x="63803" y="8684"/>
                  </a:lnTo>
                  <a:lnTo>
                    <a:pt x="63711" y="8744"/>
                  </a:lnTo>
                  <a:lnTo>
                    <a:pt x="63803" y="8774"/>
                  </a:lnTo>
                  <a:lnTo>
                    <a:pt x="63941" y="8864"/>
                  </a:lnTo>
                  <a:lnTo>
                    <a:pt x="63941" y="8954"/>
                  </a:lnTo>
                  <a:lnTo>
                    <a:pt x="63941" y="9014"/>
                  </a:lnTo>
                  <a:lnTo>
                    <a:pt x="63895" y="9193"/>
                  </a:lnTo>
                  <a:lnTo>
                    <a:pt x="63895" y="9313"/>
                  </a:lnTo>
                  <a:lnTo>
                    <a:pt x="63895" y="9673"/>
                  </a:lnTo>
                  <a:lnTo>
                    <a:pt x="63895" y="9732"/>
                  </a:lnTo>
                  <a:lnTo>
                    <a:pt x="63480" y="9912"/>
                  </a:lnTo>
                  <a:lnTo>
                    <a:pt x="62927" y="9882"/>
                  </a:lnTo>
                  <a:lnTo>
                    <a:pt x="62420" y="9912"/>
                  </a:lnTo>
                  <a:lnTo>
                    <a:pt x="62143" y="10272"/>
                  </a:lnTo>
                  <a:lnTo>
                    <a:pt x="62420" y="10182"/>
                  </a:lnTo>
                  <a:lnTo>
                    <a:pt x="63711" y="10032"/>
                  </a:lnTo>
                  <a:lnTo>
                    <a:pt x="63849" y="10062"/>
                  </a:lnTo>
                  <a:lnTo>
                    <a:pt x="63849" y="10152"/>
                  </a:lnTo>
                  <a:lnTo>
                    <a:pt x="63849" y="10272"/>
                  </a:lnTo>
                  <a:lnTo>
                    <a:pt x="63849" y="10331"/>
                  </a:lnTo>
                  <a:lnTo>
                    <a:pt x="63849" y="10421"/>
                  </a:lnTo>
                  <a:lnTo>
                    <a:pt x="63895" y="10451"/>
                  </a:lnTo>
                  <a:lnTo>
                    <a:pt x="63895" y="10481"/>
                  </a:lnTo>
                  <a:lnTo>
                    <a:pt x="63849" y="10571"/>
                  </a:lnTo>
                  <a:lnTo>
                    <a:pt x="64264" y="10571"/>
                  </a:lnTo>
                  <a:lnTo>
                    <a:pt x="64587" y="10661"/>
                  </a:lnTo>
                  <a:lnTo>
                    <a:pt x="64863" y="10900"/>
                  </a:lnTo>
                  <a:lnTo>
                    <a:pt x="65001" y="11230"/>
                  </a:lnTo>
                  <a:lnTo>
                    <a:pt x="65001" y="11469"/>
                  </a:lnTo>
                  <a:lnTo>
                    <a:pt x="64955" y="11619"/>
                  </a:lnTo>
                  <a:lnTo>
                    <a:pt x="64817" y="11949"/>
                  </a:lnTo>
                  <a:lnTo>
                    <a:pt x="64725" y="12008"/>
                  </a:lnTo>
                  <a:lnTo>
                    <a:pt x="64679" y="12038"/>
                  </a:lnTo>
                  <a:lnTo>
                    <a:pt x="64679" y="12098"/>
                  </a:lnTo>
                  <a:lnTo>
                    <a:pt x="64725" y="12158"/>
                  </a:lnTo>
                  <a:lnTo>
                    <a:pt x="64725" y="12248"/>
                  </a:lnTo>
                  <a:lnTo>
                    <a:pt x="64679" y="12368"/>
                  </a:lnTo>
                  <a:lnTo>
                    <a:pt x="64587" y="12548"/>
                  </a:lnTo>
                  <a:lnTo>
                    <a:pt x="65140" y="12098"/>
                  </a:lnTo>
                  <a:lnTo>
                    <a:pt x="65370" y="11949"/>
                  </a:lnTo>
                  <a:lnTo>
                    <a:pt x="65739" y="11979"/>
                  </a:lnTo>
                  <a:lnTo>
                    <a:pt x="66338" y="12218"/>
                  </a:lnTo>
                  <a:lnTo>
                    <a:pt x="66661" y="12368"/>
                  </a:lnTo>
                  <a:lnTo>
                    <a:pt x="66938" y="12577"/>
                  </a:lnTo>
                  <a:lnTo>
                    <a:pt x="67076" y="12817"/>
                  </a:lnTo>
                  <a:lnTo>
                    <a:pt x="67260" y="13386"/>
                  </a:lnTo>
                  <a:lnTo>
                    <a:pt x="67445" y="13566"/>
                  </a:lnTo>
                  <a:lnTo>
                    <a:pt x="67767" y="13715"/>
                  </a:lnTo>
                  <a:lnTo>
                    <a:pt x="68090" y="13596"/>
                  </a:lnTo>
                  <a:lnTo>
                    <a:pt x="68643" y="13296"/>
                  </a:lnTo>
                  <a:lnTo>
                    <a:pt x="68643" y="13236"/>
                  </a:lnTo>
                  <a:lnTo>
                    <a:pt x="68597" y="13206"/>
                  </a:lnTo>
                  <a:lnTo>
                    <a:pt x="68597" y="13176"/>
                  </a:lnTo>
                  <a:lnTo>
                    <a:pt x="68689" y="13087"/>
                  </a:lnTo>
                  <a:lnTo>
                    <a:pt x="68782" y="12877"/>
                  </a:lnTo>
                  <a:lnTo>
                    <a:pt x="68874" y="12787"/>
                  </a:lnTo>
                  <a:lnTo>
                    <a:pt x="68966" y="12697"/>
                  </a:lnTo>
                  <a:lnTo>
                    <a:pt x="69243" y="12607"/>
                  </a:lnTo>
                  <a:lnTo>
                    <a:pt x="69381" y="12607"/>
                  </a:lnTo>
                  <a:lnTo>
                    <a:pt x="69335" y="12697"/>
                  </a:lnTo>
                  <a:lnTo>
                    <a:pt x="69289" y="12787"/>
                  </a:lnTo>
                  <a:lnTo>
                    <a:pt x="69243" y="12817"/>
                  </a:lnTo>
                  <a:lnTo>
                    <a:pt x="69104" y="12847"/>
                  </a:lnTo>
                  <a:lnTo>
                    <a:pt x="69243" y="12937"/>
                  </a:lnTo>
                  <a:lnTo>
                    <a:pt x="69243" y="13087"/>
                  </a:lnTo>
                  <a:lnTo>
                    <a:pt x="69150" y="13206"/>
                  </a:lnTo>
                  <a:lnTo>
                    <a:pt x="69150" y="13416"/>
                  </a:lnTo>
                  <a:lnTo>
                    <a:pt x="69243" y="13536"/>
                  </a:lnTo>
                  <a:lnTo>
                    <a:pt x="69335" y="13626"/>
                  </a:lnTo>
                  <a:lnTo>
                    <a:pt x="69427" y="13686"/>
                  </a:lnTo>
                  <a:lnTo>
                    <a:pt x="69519" y="13775"/>
                  </a:lnTo>
                  <a:lnTo>
                    <a:pt x="69473" y="13895"/>
                  </a:lnTo>
                  <a:lnTo>
                    <a:pt x="69427" y="14075"/>
                  </a:lnTo>
                  <a:lnTo>
                    <a:pt x="69289" y="14165"/>
                  </a:lnTo>
                  <a:lnTo>
                    <a:pt x="69058" y="14314"/>
                  </a:lnTo>
                  <a:lnTo>
                    <a:pt x="68966" y="14464"/>
                  </a:lnTo>
                  <a:lnTo>
                    <a:pt x="68828" y="14794"/>
                  </a:lnTo>
                  <a:lnTo>
                    <a:pt x="68782" y="15153"/>
                  </a:lnTo>
                  <a:lnTo>
                    <a:pt x="69012" y="15692"/>
                  </a:lnTo>
                  <a:lnTo>
                    <a:pt x="68966" y="16141"/>
                  </a:lnTo>
                  <a:lnTo>
                    <a:pt x="69104" y="16471"/>
                  </a:lnTo>
                  <a:lnTo>
                    <a:pt x="69150" y="16590"/>
                  </a:lnTo>
                  <a:lnTo>
                    <a:pt x="69058" y="16770"/>
                  </a:lnTo>
                  <a:lnTo>
                    <a:pt x="68874" y="17040"/>
                  </a:lnTo>
                  <a:lnTo>
                    <a:pt x="68828" y="17249"/>
                  </a:lnTo>
                  <a:lnTo>
                    <a:pt x="68828" y="17279"/>
                  </a:lnTo>
                  <a:lnTo>
                    <a:pt x="68874" y="17459"/>
                  </a:lnTo>
                  <a:lnTo>
                    <a:pt x="68920" y="17579"/>
                  </a:lnTo>
                  <a:lnTo>
                    <a:pt x="68920" y="17699"/>
                  </a:lnTo>
                  <a:lnTo>
                    <a:pt x="68874" y="17968"/>
                  </a:lnTo>
                  <a:lnTo>
                    <a:pt x="68874" y="18238"/>
                  </a:lnTo>
                  <a:lnTo>
                    <a:pt x="68782" y="18747"/>
                  </a:lnTo>
                  <a:lnTo>
                    <a:pt x="68689" y="18866"/>
                  </a:lnTo>
                  <a:lnTo>
                    <a:pt x="68782" y="18926"/>
                  </a:lnTo>
                  <a:lnTo>
                    <a:pt x="68920" y="18477"/>
                  </a:lnTo>
                  <a:lnTo>
                    <a:pt x="69012" y="18208"/>
                  </a:lnTo>
                  <a:lnTo>
                    <a:pt x="69150" y="18118"/>
                  </a:lnTo>
                  <a:lnTo>
                    <a:pt x="69150" y="18028"/>
                  </a:lnTo>
                  <a:lnTo>
                    <a:pt x="69289" y="17639"/>
                  </a:lnTo>
                  <a:lnTo>
                    <a:pt x="69381" y="17579"/>
                  </a:lnTo>
                  <a:lnTo>
                    <a:pt x="69473" y="17549"/>
                  </a:lnTo>
                  <a:lnTo>
                    <a:pt x="69519" y="17429"/>
                  </a:lnTo>
                  <a:lnTo>
                    <a:pt x="69427" y="17339"/>
                  </a:lnTo>
                  <a:lnTo>
                    <a:pt x="69658" y="17070"/>
                  </a:lnTo>
                  <a:lnTo>
                    <a:pt x="69704" y="16980"/>
                  </a:lnTo>
                  <a:lnTo>
                    <a:pt x="69704" y="16860"/>
                  </a:lnTo>
                  <a:lnTo>
                    <a:pt x="69658" y="16561"/>
                  </a:lnTo>
                  <a:lnTo>
                    <a:pt x="69565" y="16531"/>
                  </a:lnTo>
                  <a:lnTo>
                    <a:pt x="69519" y="16441"/>
                  </a:lnTo>
                  <a:lnTo>
                    <a:pt x="69473" y="15752"/>
                  </a:lnTo>
                  <a:lnTo>
                    <a:pt x="69473" y="15542"/>
                  </a:lnTo>
                  <a:lnTo>
                    <a:pt x="69427" y="15452"/>
                  </a:lnTo>
                  <a:lnTo>
                    <a:pt x="69381" y="15303"/>
                  </a:lnTo>
                  <a:lnTo>
                    <a:pt x="69335" y="15243"/>
                  </a:lnTo>
                  <a:lnTo>
                    <a:pt x="69335" y="15063"/>
                  </a:lnTo>
                  <a:lnTo>
                    <a:pt x="69289" y="14943"/>
                  </a:lnTo>
                  <a:lnTo>
                    <a:pt x="69289" y="14854"/>
                  </a:lnTo>
                  <a:lnTo>
                    <a:pt x="69427" y="14584"/>
                  </a:lnTo>
                  <a:lnTo>
                    <a:pt x="69796" y="14135"/>
                  </a:lnTo>
                  <a:lnTo>
                    <a:pt x="69888" y="13895"/>
                  </a:lnTo>
                  <a:lnTo>
                    <a:pt x="69842" y="13805"/>
                  </a:lnTo>
                  <a:lnTo>
                    <a:pt x="69796" y="13626"/>
                  </a:lnTo>
                  <a:lnTo>
                    <a:pt x="69796" y="13476"/>
                  </a:lnTo>
                  <a:lnTo>
                    <a:pt x="69934" y="13416"/>
                  </a:lnTo>
                  <a:lnTo>
                    <a:pt x="69980" y="13326"/>
                  </a:lnTo>
                  <a:lnTo>
                    <a:pt x="69888" y="13176"/>
                  </a:lnTo>
                  <a:lnTo>
                    <a:pt x="69750" y="12997"/>
                  </a:lnTo>
                  <a:lnTo>
                    <a:pt x="69658" y="12877"/>
                  </a:lnTo>
                  <a:lnTo>
                    <a:pt x="69934" y="12967"/>
                  </a:lnTo>
                  <a:lnTo>
                    <a:pt x="70165" y="12967"/>
                  </a:lnTo>
                  <a:lnTo>
                    <a:pt x="70718" y="12907"/>
                  </a:lnTo>
                  <a:lnTo>
                    <a:pt x="72239" y="12967"/>
                  </a:lnTo>
                  <a:lnTo>
                    <a:pt x="72378" y="12967"/>
                  </a:lnTo>
                  <a:lnTo>
                    <a:pt x="72470" y="12937"/>
                  </a:lnTo>
                  <a:lnTo>
                    <a:pt x="72608" y="12787"/>
                  </a:lnTo>
                  <a:lnTo>
                    <a:pt x="72746" y="12697"/>
                  </a:lnTo>
                  <a:lnTo>
                    <a:pt x="72885" y="12727"/>
                  </a:lnTo>
                  <a:lnTo>
                    <a:pt x="73023" y="12787"/>
                  </a:lnTo>
                  <a:lnTo>
                    <a:pt x="73115" y="12787"/>
                  </a:lnTo>
                  <a:lnTo>
                    <a:pt x="73300" y="12727"/>
                  </a:lnTo>
                  <a:lnTo>
                    <a:pt x="73484" y="12577"/>
                  </a:lnTo>
                  <a:lnTo>
                    <a:pt x="73576" y="12548"/>
                  </a:lnTo>
                  <a:lnTo>
                    <a:pt x="73853" y="12548"/>
                  </a:lnTo>
                  <a:lnTo>
                    <a:pt x="74913" y="12787"/>
                  </a:lnTo>
                  <a:lnTo>
                    <a:pt x="75097" y="12787"/>
                  </a:lnTo>
                  <a:lnTo>
                    <a:pt x="75236" y="12667"/>
                  </a:lnTo>
                  <a:lnTo>
                    <a:pt x="75605" y="12637"/>
                  </a:lnTo>
                  <a:lnTo>
                    <a:pt x="75651" y="12637"/>
                  </a:lnTo>
                  <a:lnTo>
                    <a:pt x="75789" y="12817"/>
                  </a:lnTo>
                  <a:lnTo>
                    <a:pt x="75835" y="13027"/>
                  </a:lnTo>
                  <a:lnTo>
                    <a:pt x="75927" y="13206"/>
                  </a:lnTo>
                  <a:lnTo>
                    <a:pt x="76204" y="13266"/>
                  </a:lnTo>
                  <a:lnTo>
                    <a:pt x="76296" y="13296"/>
                  </a:lnTo>
                  <a:lnTo>
                    <a:pt x="76388" y="13326"/>
                  </a:lnTo>
                  <a:lnTo>
                    <a:pt x="76527" y="13296"/>
                  </a:lnTo>
                  <a:lnTo>
                    <a:pt x="76619" y="13236"/>
                  </a:lnTo>
                  <a:lnTo>
                    <a:pt x="76803" y="12877"/>
                  </a:lnTo>
                  <a:lnTo>
                    <a:pt x="76895" y="12817"/>
                  </a:lnTo>
                  <a:lnTo>
                    <a:pt x="77080" y="12697"/>
                  </a:lnTo>
                  <a:lnTo>
                    <a:pt x="77864" y="12577"/>
                  </a:lnTo>
                  <a:lnTo>
                    <a:pt x="78048" y="12577"/>
                  </a:lnTo>
                  <a:lnTo>
                    <a:pt x="78278" y="12637"/>
                  </a:lnTo>
                  <a:lnTo>
                    <a:pt x="78463" y="12787"/>
                  </a:lnTo>
                  <a:lnTo>
                    <a:pt x="78555" y="12787"/>
                  </a:lnTo>
                  <a:lnTo>
                    <a:pt x="78601" y="12967"/>
                  </a:lnTo>
                  <a:lnTo>
                    <a:pt x="78878" y="13446"/>
                  </a:lnTo>
                  <a:lnTo>
                    <a:pt x="78878" y="13536"/>
                  </a:lnTo>
                  <a:lnTo>
                    <a:pt x="78878" y="13715"/>
                  </a:lnTo>
                  <a:lnTo>
                    <a:pt x="78878" y="13895"/>
                  </a:lnTo>
                  <a:lnTo>
                    <a:pt x="78970" y="14314"/>
                  </a:lnTo>
                  <a:lnTo>
                    <a:pt x="79016" y="14404"/>
                  </a:lnTo>
                  <a:lnTo>
                    <a:pt x="79108" y="14614"/>
                  </a:lnTo>
                  <a:lnTo>
                    <a:pt x="79200" y="14704"/>
                  </a:lnTo>
                  <a:lnTo>
                    <a:pt x="79108" y="14973"/>
                  </a:lnTo>
                  <a:lnTo>
                    <a:pt x="79200" y="15063"/>
                  </a:lnTo>
                  <a:lnTo>
                    <a:pt x="79247" y="15243"/>
                  </a:lnTo>
                  <a:lnTo>
                    <a:pt x="79523" y="15632"/>
                  </a:lnTo>
                  <a:lnTo>
                    <a:pt x="79984" y="16171"/>
                  </a:lnTo>
                  <a:lnTo>
                    <a:pt x="80169" y="16561"/>
                  </a:lnTo>
                  <a:lnTo>
                    <a:pt x="80261" y="16770"/>
                  </a:lnTo>
                  <a:lnTo>
                    <a:pt x="80399" y="16950"/>
                  </a:lnTo>
                  <a:lnTo>
                    <a:pt x="80768" y="17309"/>
                  </a:lnTo>
                  <a:lnTo>
                    <a:pt x="80860" y="17459"/>
                  </a:lnTo>
                  <a:lnTo>
                    <a:pt x="80998" y="17728"/>
                  </a:lnTo>
                  <a:lnTo>
                    <a:pt x="81091" y="17878"/>
                  </a:lnTo>
                  <a:lnTo>
                    <a:pt x="81321" y="18148"/>
                  </a:lnTo>
                  <a:lnTo>
                    <a:pt x="81321" y="18268"/>
                  </a:lnTo>
                  <a:lnTo>
                    <a:pt x="81552" y="18477"/>
                  </a:lnTo>
                  <a:lnTo>
                    <a:pt x="81598" y="18537"/>
                  </a:lnTo>
                  <a:lnTo>
                    <a:pt x="81690" y="18597"/>
                  </a:lnTo>
                  <a:lnTo>
                    <a:pt x="82013" y="18717"/>
                  </a:lnTo>
                  <a:lnTo>
                    <a:pt x="82105" y="18777"/>
                  </a:lnTo>
                  <a:lnTo>
                    <a:pt x="82197" y="18866"/>
                  </a:lnTo>
                  <a:lnTo>
                    <a:pt x="82059" y="18956"/>
                  </a:lnTo>
                  <a:lnTo>
                    <a:pt x="82105" y="19046"/>
                  </a:lnTo>
                  <a:lnTo>
                    <a:pt x="82197" y="19136"/>
                  </a:lnTo>
                  <a:lnTo>
                    <a:pt x="82335" y="19226"/>
                  </a:lnTo>
                  <a:lnTo>
                    <a:pt x="82427" y="19495"/>
                  </a:lnTo>
                  <a:lnTo>
                    <a:pt x="82474" y="19645"/>
                  </a:lnTo>
                  <a:lnTo>
                    <a:pt x="82566" y="19675"/>
                  </a:lnTo>
                  <a:lnTo>
                    <a:pt x="82704" y="19765"/>
                  </a:lnTo>
                  <a:lnTo>
                    <a:pt x="82842" y="20034"/>
                  </a:lnTo>
                  <a:lnTo>
                    <a:pt x="82888" y="20603"/>
                  </a:lnTo>
                  <a:lnTo>
                    <a:pt x="83396" y="21502"/>
                  </a:lnTo>
                  <a:lnTo>
                    <a:pt x="83534" y="22011"/>
                  </a:lnTo>
                  <a:lnTo>
                    <a:pt x="83349" y="22310"/>
                  </a:lnTo>
                  <a:lnTo>
                    <a:pt x="83488" y="22340"/>
                  </a:lnTo>
                  <a:lnTo>
                    <a:pt x="83764" y="22370"/>
                  </a:lnTo>
                  <a:lnTo>
                    <a:pt x="83857" y="22400"/>
                  </a:lnTo>
                  <a:lnTo>
                    <a:pt x="83949" y="22490"/>
                  </a:lnTo>
                  <a:lnTo>
                    <a:pt x="84041" y="22760"/>
                  </a:lnTo>
                  <a:lnTo>
                    <a:pt x="84318" y="23029"/>
                  </a:lnTo>
                  <a:lnTo>
                    <a:pt x="84640" y="23568"/>
                  </a:lnTo>
                  <a:lnTo>
                    <a:pt x="84871" y="23778"/>
                  </a:lnTo>
                  <a:lnTo>
                    <a:pt x="85147" y="23988"/>
                  </a:lnTo>
                  <a:lnTo>
                    <a:pt x="85240" y="24137"/>
                  </a:lnTo>
                  <a:lnTo>
                    <a:pt x="85332" y="24347"/>
                  </a:lnTo>
                  <a:lnTo>
                    <a:pt x="85793" y="24916"/>
                  </a:lnTo>
                  <a:lnTo>
                    <a:pt x="85839" y="25006"/>
                  </a:lnTo>
                  <a:lnTo>
                    <a:pt x="85839" y="25245"/>
                  </a:lnTo>
                  <a:lnTo>
                    <a:pt x="85885" y="25335"/>
                  </a:lnTo>
                  <a:lnTo>
                    <a:pt x="86023" y="25395"/>
                  </a:lnTo>
                  <a:lnTo>
                    <a:pt x="86254" y="25515"/>
                  </a:lnTo>
                  <a:lnTo>
                    <a:pt x="86438" y="25575"/>
                  </a:lnTo>
                  <a:lnTo>
                    <a:pt x="86484" y="25635"/>
                  </a:lnTo>
                  <a:lnTo>
                    <a:pt x="86530" y="25724"/>
                  </a:lnTo>
                  <a:lnTo>
                    <a:pt x="86577" y="25844"/>
                  </a:lnTo>
                  <a:lnTo>
                    <a:pt x="86669" y="26024"/>
                  </a:lnTo>
                  <a:lnTo>
                    <a:pt x="86761" y="26144"/>
                  </a:lnTo>
                  <a:lnTo>
                    <a:pt x="86899" y="26204"/>
                  </a:lnTo>
                  <a:lnTo>
                    <a:pt x="86991" y="26293"/>
                  </a:lnTo>
                  <a:lnTo>
                    <a:pt x="87084" y="26473"/>
                  </a:lnTo>
                  <a:lnTo>
                    <a:pt x="87222" y="26982"/>
                  </a:lnTo>
                  <a:lnTo>
                    <a:pt x="87452" y="27312"/>
                  </a:lnTo>
                  <a:lnTo>
                    <a:pt x="87499" y="27521"/>
                  </a:lnTo>
                  <a:lnTo>
                    <a:pt x="87499" y="27971"/>
                  </a:lnTo>
                  <a:lnTo>
                    <a:pt x="87499" y="28390"/>
                  </a:lnTo>
                  <a:lnTo>
                    <a:pt x="87406" y="28719"/>
                  </a:lnTo>
                  <a:lnTo>
                    <a:pt x="86807" y="30037"/>
                  </a:lnTo>
                  <a:lnTo>
                    <a:pt x="86438" y="30696"/>
                  </a:lnTo>
                  <a:lnTo>
                    <a:pt x="85885" y="31235"/>
                  </a:lnTo>
                  <a:lnTo>
                    <a:pt x="85701" y="31564"/>
                  </a:lnTo>
                  <a:lnTo>
                    <a:pt x="85608" y="31774"/>
                  </a:lnTo>
                  <a:lnTo>
                    <a:pt x="85516" y="31834"/>
                  </a:lnTo>
                  <a:lnTo>
                    <a:pt x="85147" y="31894"/>
                  </a:lnTo>
                  <a:lnTo>
                    <a:pt x="84410" y="32193"/>
                  </a:lnTo>
                  <a:lnTo>
                    <a:pt x="84041" y="32313"/>
                  </a:lnTo>
                  <a:lnTo>
                    <a:pt x="84271" y="32373"/>
                  </a:lnTo>
                  <a:lnTo>
                    <a:pt x="85424" y="32073"/>
                  </a:lnTo>
                  <a:lnTo>
                    <a:pt x="85885" y="31864"/>
                  </a:lnTo>
                  <a:lnTo>
                    <a:pt x="87038" y="30965"/>
                  </a:lnTo>
                  <a:lnTo>
                    <a:pt x="87406" y="30726"/>
                  </a:lnTo>
                  <a:lnTo>
                    <a:pt x="89296" y="30336"/>
                  </a:lnTo>
                  <a:lnTo>
                    <a:pt x="89619" y="30187"/>
                  </a:lnTo>
                  <a:lnTo>
                    <a:pt x="89711" y="30187"/>
                  </a:lnTo>
                  <a:lnTo>
                    <a:pt x="89850" y="30306"/>
                  </a:lnTo>
                  <a:lnTo>
                    <a:pt x="89804" y="30396"/>
                  </a:lnTo>
                  <a:lnTo>
                    <a:pt x="89711" y="30486"/>
                  </a:lnTo>
                  <a:lnTo>
                    <a:pt x="89619" y="30546"/>
                  </a:lnTo>
                  <a:lnTo>
                    <a:pt x="89389" y="30636"/>
                  </a:lnTo>
                  <a:lnTo>
                    <a:pt x="88882" y="31235"/>
                  </a:lnTo>
                  <a:lnTo>
                    <a:pt x="88789" y="31325"/>
                  </a:lnTo>
                  <a:lnTo>
                    <a:pt x="88605" y="31355"/>
                  </a:lnTo>
                  <a:lnTo>
                    <a:pt x="88328" y="31444"/>
                  </a:lnTo>
                  <a:lnTo>
                    <a:pt x="88144" y="31504"/>
                  </a:lnTo>
                  <a:lnTo>
                    <a:pt x="87913" y="31684"/>
                  </a:lnTo>
                  <a:lnTo>
                    <a:pt x="87775" y="31774"/>
                  </a:lnTo>
                  <a:lnTo>
                    <a:pt x="87821" y="31834"/>
                  </a:lnTo>
                  <a:lnTo>
                    <a:pt x="88236" y="31654"/>
                  </a:lnTo>
                  <a:lnTo>
                    <a:pt x="88928" y="31504"/>
                  </a:lnTo>
                  <a:lnTo>
                    <a:pt x="89158" y="31355"/>
                  </a:lnTo>
                  <a:lnTo>
                    <a:pt x="89850" y="30756"/>
                  </a:lnTo>
                  <a:lnTo>
                    <a:pt x="90818" y="30456"/>
                  </a:lnTo>
                  <a:lnTo>
                    <a:pt x="92155" y="30187"/>
                  </a:lnTo>
                  <a:lnTo>
                    <a:pt x="93860" y="29468"/>
                  </a:lnTo>
                  <a:lnTo>
                    <a:pt x="96258" y="28689"/>
                  </a:lnTo>
                  <a:lnTo>
                    <a:pt x="98655" y="27911"/>
                  </a:lnTo>
                  <a:lnTo>
                    <a:pt x="100176" y="27402"/>
                  </a:lnTo>
                  <a:lnTo>
                    <a:pt x="101744" y="27312"/>
                  </a:lnTo>
                  <a:lnTo>
                    <a:pt x="103357" y="27521"/>
                  </a:lnTo>
                  <a:lnTo>
                    <a:pt x="104003" y="27431"/>
                  </a:lnTo>
                  <a:lnTo>
                    <a:pt x="104279" y="27431"/>
                  </a:lnTo>
                  <a:lnTo>
                    <a:pt x="104971" y="27701"/>
                  </a:lnTo>
                  <a:lnTo>
                    <a:pt x="105201" y="27731"/>
                  </a:lnTo>
                  <a:lnTo>
                    <a:pt x="105708" y="27731"/>
                  </a:lnTo>
                  <a:lnTo>
                    <a:pt x="105985" y="27761"/>
                  </a:lnTo>
                  <a:lnTo>
                    <a:pt x="106169" y="27911"/>
                  </a:lnTo>
                  <a:lnTo>
                    <a:pt x="106262" y="28090"/>
                  </a:lnTo>
                  <a:lnTo>
                    <a:pt x="106907" y="28180"/>
                  </a:lnTo>
                  <a:lnTo>
                    <a:pt x="107460" y="28420"/>
                  </a:lnTo>
                  <a:lnTo>
                    <a:pt x="108336" y="28599"/>
                  </a:lnTo>
                  <a:lnTo>
                    <a:pt x="108428" y="28689"/>
                  </a:lnTo>
                  <a:lnTo>
                    <a:pt x="108474" y="28719"/>
                  </a:lnTo>
                  <a:lnTo>
                    <a:pt x="109304" y="28869"/>
                  </a:lnTo>
                  <a:lnTo>
                    <a:pt x="109442" y="28929"/>
                  </a:lnTo>
                  <a:lnTo>
                    <a:pt x="110180" y="29288"/>
                  </a:lnTo>
                  <a:lnTo>
                    <a:pt x="110457" y="29408"/>
                  </a:lnTo>
                  <a:lnTo>
                    <a:pt x="111240" y="29408"/>
                  </a:lnTo>
                  <a:lnTo>
                    <a:pt x="111701" y="29588"/>
                  </a:lnTo>
                  <a:lnTo>
                    <a:pt x="114099" y="29737"/>
                  </a:lnTo>
                  <a:lnTo>
                    <a:pt x="114698" y="29857"/>
                  </a:lnTo>
                  <a:lnTo>
                    <a:pt x="114975" y="29887"/>
                  </a:lnTo>
                  <a:lnTo>
                    <a:pt x="115758" y="29767"/>
                  </a:lnTo>
                  <a:lnTo>
                    <a:pt x="116035" y="29797"/>
                  </a:lnTo>
                  <a:lnTo>
                    <a:pt x="116542" y="29947"/>
                  </a:lnTo>
                  <a:lnTo>
                    <a:pt x="117003" y="30007"/>
                  </a:lnTo>
                  <a:lnTo>
                    <a:pt x="117787" y="30157"/>
                  </a:lnTo>
                  <a:lnTo>
                    <a:pt x="118478" y="30127"/>
                  </a:lnTo>
                  <a:lnTo>
                    <a:pt x="118709" y="30187"/>
                  </a:lnTo>
                  <a:lnTo>
                    <a:pt x="118847" y="30306"/>
                  </a:lnTo>
                  <a:lnTo>
                    <a:pt x="119031" y="30366"/>
                  </a:lnTo>
                  <a:lnTo>
                    <a:pt x="119216" y="30366"/>
                  </a:lnTo>
                  <a:lnTo>
                    <a:pt x="119354" y="30306"/>
                  </a:lnTo>
                  <a:lnTo>
                    <a:pt x="119492" y="30247"/>
                  </a:lnTo>
                  <a:lnTo>
                    <a:pt x="120000" y="301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Shape 5398"/>
            <p:cNvSpPr/>
            <p:nvPr/>
          </p:nvSpPr>
          <p:spPr>
            <a:xfrm>
              <a:off x="15684757" y="7626693"/>
              <a:ext cx="300038" cy="139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lnTo>
                    <a:pt x="118521" y="0"/>
                  </a:lnTo>
                  <a:lnTo>
                    <a:pt x="113450" y="2272"/>
                  </a:lnTo>
                  <a:lnTo>
                    <a:pt x="109225" y="6363"/>
                  </a:lnTo>
                  <a:lnTo>
                    <a:pt x="106267" y="12272"/>
                  </a:lnTo>
                  <a:lnTo>
                    <a:pt x="101830" y="16363"/>
                  </a:lnTo>
                  <a:lnTo>
                    <a:pt x="94647" y="25000"/>
                  </a:lnTo>
                  <a:lnTo>
                    <a:pt x="93802" y="26818"/>
                  </a:lnTo>
                  <a:lnTo>
                    <a:pt x="92535" y="28636"/>
                  </a:lnTo>
                  <a:lnTo>
                    <a:pt x="91478" y="28636"/>
                  </a:lnTo>
                  <a:lnTo>
                    <a:pt x="90633" y="31363"/>
                  </a:lnTo>
                  <a:lnTo>
                    <a:pt x="87887" y="35000"/>
                  </a:lnTo>
                  <a:lnTo>
                    <a:pt x="86830" y="37727"/>
                  </a:lnTo>
                  <a:lnTo>
                    <a:pt x="88309" y="37727"/>
                  </a:lnTo>
                  <a:lnTo>
                    <a:pt x="92957" y="34545"/>
                  </a:lnTo>
                  <a:lnTo>
                    <a:pt x="93380" y="35454"/>
                  </a:lnTo>
                  <a:lnTo>
                    <a:pt x="84295" y="42272"/>
                  </a:lnTo>
                  <a:lnTo>
                    <a:pt x="82183" y="46818"/>
                  </a:lnTo>
                  <a:lnTo>
                    <a:pt x="83028" y="47272"/>
                  </a:lnTo>
                  <a:lnTo>
                    <a:pt x="83028" y="50454"/>
                  </a:lnTo>
                  <a:lnTo>
                    <a:pt x="82183" y="49545"/>
                  </a:lnTo>
                  <a:lnTo>
                    <a:pt x="81549" y="48636"/>
                  </a:lnTo>
                  <a:lnTo>
                    <a:pt x="80915" y="48181"/>
                  </a:lnTo>
                  <a:lnTo>
                    <a:pt x="76478" y="55454"/>
                  </a:lnTo>
                  <a:lnTo>
                    <a:pt x="70985" y="62272"/>
                  </a:lnTo>
                  <a:lnTo>
                    <a:pt x="65281" y="66818"/>
                  </a:lnTo>
                  <a:lnTo>
                    <a:pt x="65070" y="67272"/>
                  </a:lnTo>
                  <a:lnTo>
                    <a:pt x="64859" y="67727"/>
                  </a:lnTo>
                  <a:lnTo>
                    <a:pt x="64859" y="69090"/>
                  </a:lnTo>
                  <a:lnTo>
                    <a:pt x="64859" y="69545"/>
                  </a:lnTo>
                  <a:lnTo>
                    <a:pt x="64859" y="70000"/>
                  </a:lnTo>
                  <a:lnTo>
                    <a:pt x="64647" y="71363"/>
                  </a:lnTo>
                  <a:lnTo>
                    <a:pt x="64014" y="72727"/>
                  </a:lnTo>
                  <a:lnTo>
                    <a:pt x="63591" y="71818"/>
                  </a:lnTo>
                  <a:lnTo>
                    <a:pt x="62746" y="70000"/>
                  </a:lnTo>
                  <a:lnTo>
                    <a:pt x="62746" y="70909"/>
                  </a:lnTo>
                  <a:lnTo>
                    <a:pt x="62323" y="70909"/>
                  </a:lnTo>
                  <a:lnTo>
                    <a:pt x="61056" y="70000"/>
                  </a:lnTo>
                  <a:lnTo>
                    <a:pt x="59577" y="69090"/>
                  </a:lnTo>
                  <a:lnTo>
                    <a:pt x="59577" y="69545"/>
                  </a:lnTo>
                  <a:lnTo>
                    <a:pt x="58732" y="67272"/>
                  </a:lnTo>
                  <a:lnTo>
                    <a:pt x="58309" y="65454"/>
                  </a:lnTo>
                  <a:lnTo>
                    <a:pt x="57676" y="64545"/>
                  </a:lnTo>
                  <a:lnTo>
                    <a:pt x="56619" y="63181"/>
                  </a:lnTo>
                  <a:lnTo>
                    <a:pt x="55140" y="64090"/>
                  </a:lnTo>
                  <a:lnTo>
                    <a:pt x="53028" y="65000"/>
                  </a:lnTo>
                  <a:lnTo>
                    <a:pt x="51338" y="66363"/>
                  </a:lnTo>
                  <a:lnTo>
                    <a:pt x="50492" y="69090"/>
                  </a:lnTo>
                  <a:lnTo>
                    <a:pt x="51549" y="67727"/>
                  </a:lnTo>
                  <a:lnTo>
                    <a:pt x="52394" y="68636"/>
                  </a:lnTo>
                  <a:lnTo>
                    <a:pt x="52605" y="70909"/>
                  </a:lnTo>
                  <a:lnTo>
                    <a:pt x="52605" y="74090"/>
                  </a:lnTo>
                  <a:lnTo>
                    <a:pt x="52183" y="74545"/>
                  </a:lnTo>
                  <a:lnTo>
                    <a:pt x="50070" y="71818"/>
                  </a:lnTo>
                  <a:lnTo>
                    <a:pt x="49225" y="73181"/>
                  </a:lnTo>
                  <a:lnTo>
                    <a:pt x="48802" y="71818"/>
                  </a:lnTo>
                  <a:lnTo>
                    <a:pt x="48802" y="70454"/>
                  </a:lnTo>
                  <a:lnTo>
                    <a:pt x="48591" y="69545"/>
                  </a:lnTo>
                  <a:lnTo>
                    <a:pt x="48380" y="68636"/>
                  </a:lnTo>
                  <a:lnTo>
                    <a:pt x="48380" y="67727"/>
                  </a:lnTo>
                  <a:lnTo>
                    <a:pt x="48380" y="67272"/>
                  </a:lnTo>
                  <a:lnTo>
                    <a:pt x="48169" y="66818"/>
                  </a:lnTo>
                  <a:lnTo>
                    <a:pt x="47746" y="66818"/>
                  </a:lnTo>
                  <a:lnTo>
                    <a:pt x="47112" y="67272"/>
                  </a:lnTo>
                  <a:lnTo>
                    <a:pt x="46901" y="67272"/>
                  </a:lnTo>
                  <a:lnTo>
                    <a:pt x="46690" y="67272"/>
                  </a:lnTo>
                  <a:lnTo>
                    <a:pt x="45845" y="66818"/>
                  </a:lnTo>
                  <a:lnTo>
                    <a:pt x="40352" y="68636"/>
                  </a:lnTo>
                  <a:lnTo>
                    <a:pt x="38450" y="70454"/>
                  </a:lnTo>
                  <a:lnTo>
                    <a:pt x="37394" y="73636"/>
                  </a:lnTo>
                  <a:lnTo>
                    <a:pt x="37394" y="78636"/>
                  </a:lnTo>
                  <a:lnTo>
                    <a:pt x="37605" y="78181"/>
                  </a:lnTo>
                  <a:lnTo>
                    <a:pt x="38661" y="78181"/>
                  </a:lnTo>
                  <a:lnTo>
                    <a:pt x="38873" y="79090"/>
                  </a:lnTo>
                  <a:lnTo>
                    <a:pt x="37816" y="82272"/>
                  </a:lnTo>
                  <a:lnTo>
                    <a:pt x="38450" y="84090"/>
                  </a:lnTo>
                  <a:lnTo>
                    <a:pt x="39929" y="85454"/>
                  </a:lnTo>
                  <a:lnTo>
                    <a:pt x="41197" y="88181"/>
                  </a:lnTo>
                  <a:lnTo>
                    <a:pt x="41197" y="90909"/>
                  </a:lnTo>
                  <a:lnTo>
                    <a:pt x="40352" y="91818"/>
                  </a:lnTo>
                  <a:lnTo>
                    <a:pt x="36126" y="94090"/>
                  </a:lnTo>
                  <a:lnTo>
                    <a:pt x="35492" y="93636"/>
                  </a:lnTo>
                  <a:lnTo>
                    <a:pt x="34859" y="93181"/>
                  </a:lnTo>
                  <a:lnTo>
                    <a:pt x="34436" y="92272"/>
                  </a:lnTo>
                  <a:lnTo>
                    <a:pt x="34225" y="91363"/>
                  </a:lnTo>
                  <a:lnTo>
                    <a:pt x="34647" y="90000"/>
                  </a:lnTo>
                  <a:lnTo>
                    <a:pt x="34859" y="89090"/>
                  </a:lnTo>
                  <a:lnTo>
                    <a:pt x="34436" y="87272"/>
                  </a:lnTo>
                  <a:lnTo>
                    <a:pt x="33802" y="85454"/>
                  </a:lnTo>
                  <a:lnTo>
                    <a:pt x="33380" y="85000"/>
                  </a:lnTo>
                  <a:lnTo>
                    <a:pt x="32746" y="85454"/>
                  </a:lnTo>
                  <a:lnTo>
                    <a:pt x="32535" y="86818"/>
                  </a:lnTo>
                  <a:lnTo>
                    <a:pt x="32112" y="88636"/>
                  </a:lnTo>
                  <a:lnTo>
                    <a:pt x="30422" y="92272"/>
                  </a:lnTo>
                  <a:lnTo>
                    <a:pt x="29788" y="93636"/>
                  </a:lnTo>
                  <a:lnTo>
                    <a:pt x="29788" y="96818"/>
                  </a:lnTo>
                  <a:lnTo>
                    <a:pt x="28521" y="93636"/>
                  </a:lnTo>
                  <a:lnTo>
                    <a:pt x="29154" y="91363"/>
                  </a:lnTo>
                  <a:lnTo>
                    <a:pt x="30211" y="89090"/>
                  </a:lnTo>
                  <a:lnTo>
                    <a:pt x="30633" y="87727"/>
                  </a:lnTo>
                  <a:lnTo>
                    <a:pt x="30211" y="78181"/>
                  </a:lnTo>
                  <a:lnTo>
                    <a:pt x="30422" y="77272"/>
                  </a:lnTo>
                  <a:lnTo>
                    <a:pt x="30845" y="75909"/>
                  </a:lnTo>
                  <a:lnTo>
                    <a:pt x="30633" y="75000"/>
                  </a:lnTo>
                  <a:lnTo>
                    <a:pt x="30211" y="75000"/>
                  </a:lnTo>
                  <a:lnTo>
                    <a:pt x="30000" y="74545"/>
                  </a:lnTo>
                  <a:lnTo>
                    <a:pt x="29788" y="74545"/>
                  </a:lnTo>
                  <a:lnTo>
                    <a:pt x="29577" y="74090"/>
                  </a:lnTo>
                  <a:lnTo>
                    <a:pt x="29788" y="72727"/>
                  </a:lnTo>
                  <a:lnTo>
                    <a:pt x="29788" y="71363"/>
                  </a:lnTo>
                  <a:lnTo>
                    <a:pt x="29366" y="70909"/>
                  </a:lnTo>
                  <a:lnTo>
                    <a:pt x="28732" y="70000"/>
                  </a:lnTo>
                  <a:lnTo>
                    <a:pt x="28098" y="69545"/>
                  </a:lnTo>
                  <a:lnTo>
                    <a:pt x="27887" y="70000"/>
                  </a:lnTo>
                  <a:lnTo>
                    <a:pt x="28098" y="71363"/>
                  </a:lnTo>
                  <a:lnTo>
                    <a:pt x="28098" y="71363"/>
                  </a:lnTo>
                  <a:lnTo>
                    <a:pt x="28098" y="72727"/>
                  </a:lnTo>
                  <a:lnTo>
                    <a:pt x="28309" y="74090"/>
                  </a:lnTo>
                  <a:lnTo>
                    <a:pt x="28309" y="74545"/>
                  </a:lnTo>
                  <a:lnTo>
                    <a:pt x="27887" y="75454"/>
                  </a:lnTo>
                  <a:lnTo>
                    <a:pt x="27253" y="75909"/>
                  </a:lnTo>
                  <a:lnTo>
                    <a:pt x="26408" y="75454"/>
                  </a:lnTo>
                  <a:lnTo>
                    <a:pt x="25985" y="74545"/>
                  </a:lnTo>
                  <a:lnTo>
                    <a:pt x="25563" y="73181"/>
                  </a:lnTo>
                  <a:lnTo>
                    <a:pt x="26197" y="74090"/>
                  </a:lnTo>
                  <a:lnTo>
                    <a:pt x="27042" y="74090"/>
                  </a:lnTo>
                  <a:lnTo>
                    <a:pt x="27253" y="73636"/>
                  </a:lnTo>
                  <a:lnTo>
                    <a:pt x="27042" y="71363"/>
                  </a:lnTo>
                  <a:lnTo>
                    <a:pt x="26408" y="69545"/>
                  </a:lnTo>
                  <a:lnTo>
                    <a:pt x="25985" y="68636"/>
                  </a:lnTo>
                  <a:lnTo>
                    <a:pt x="24929" y="67272"/>
                  </a:lnTo>
                  <a:lnTo>
                    <a:pt x="23450" y="65454"/>
                  </a:lnTo>
                  <a:lnTo>
                    <a:pt x="21971" y="64090"/>
                  </a:lnTo>
                  <a:lnTo>
                    <a:pt x="20704" y="63181"/>
                  </a:lnTo>
                  <a:lnTo>
                    <a:pt x="19225" y="62727"/>
                  </a:lnTo>
                  <a:lnTo>
                    <a:pt x="19014" y="59545"/>
                  </a:lnTo>
                  <a:lnTo>
                    <a:pt x="19014" y="58181"/>
                  </a:lnTo>
                  <a:lnTo>
                    <a:pt x="17957" y="57272"/>
                  </a:lnTo>
                  <a:lnTo>
                    <a:pt x="17323" y="58181"/>
                  </a:lnTo>
                  <a:lnTo>
                    <a:pt x="16901" y="60000"/>
                  </a:lnTo>
                  <a:lnTo>
                    <a:pt x="15845" y="61363"/>
                  </a:lnTo>
                  <a:lnTo>
                    <a:pt x="15000" y="61818"/>
                  </a:lnTo>
                  <a:lnTo>
                    <a:pt x="13732" y="61363"/>
                  </a:lnTo>
                  <a:lnTo>
                    <a:pt x="12042" y="58636"/>
                  </a:lnTo>
                  <a:lnTo>
                    <a:pt x="12042" y="57727"/>
                  </a:lnTo>
                  <a:lnTo>
                    <a:pt x="12042" y="56363"/>
                  </a:lnTo>
                  <a:lnTo>
                    <a:pt x="11830" y="55000"/>
                  </a:lnTo>
                  <a:lnTo>
                    <a:pt x="11619" y="53181"/>
                  </a:lnTo>
                  <a:lnTo>
                    <a:pt x="11830" y="53181"/>
                  </a:lnTo>
                  <a:lnTo>
                    <a:pt x="12676" y="53181"/>
                  </a:lnTo>
                  <a:lnTo>
                    <a:pt x="12887" y="53181"/>
                  </a:lnTo>
                  <a:lnTo>
                    <a:pt x="12676" y="51363"/>
                  </a:lnTo>
                  <a:lnTo>
                    <a:pt x="12676" y="50454"/>
                  </a:lnTo>
                  <a:lnTo>
                    <a:pt x="13098" y="50454"/>
                  </a:lnTo>
                  <a:lnTo>
                    <a:pt x="13309" y="50454"/>
                  </a:lnTo>
                  <a:lnTo>
                    <a:pt x="13309" y="49090"/>
                  </a:lnTo>
                  <a:lnTo>
                    <a:pt x="12887" y="46363"/>
                  </a:lnTo>
                  <a:lnTo>
                    <a:pt x="12887" y="45000"/>
                  </a:lnTo>
                  <a:lnTo>
                    <a:pt x="13521" y="35454"/>
                  </a:lnTo>
                  <a:lnTo>
                    <a:pt x="13309" y="34090"/>
                  </a:lnTo>
                  <a:lnTo>
                    <a:pt x="11619" y="30454"/>
                  </a:lnTo>
                  <a:lnTo>
                    <a:pt x="9929" y="25454"/>
                  </a:lnTo>
                  <a:lnTo>
                    <a:pt x="8873" y="19545"/>
                  </a:lnTo>
                  <a:lnTo>
                    <a:pt x="8450" y="14545"/>
                  </a:lnTo>
                  <a:lnTo>
                    <a:pt x="7816" y="13181"/>
                  </a:lnTo>
                  <a:lnTo>
                    <a:pt x="7394" y="12272"/>
                  </a:lnTo>
                  <a:lnTo>
                    <a:pt x="6760" y="10909"/>
                  </a:lnTo>
                  <a:lnTo>
                    <a:pt x="5704" y="20454"/>
                  </a:lnTo>
                  <a:lnTo>
                    <a:pt x="2957" y="35454"/>
                  </a:lnTo>
                  <a:lnTo>
                    <a:pt x="1478" y="47272"/>
                  </a:lnTo>
                  <a:lnTo>
                    <a:pt x="1478" y="50454"/>
                  </a:lnTo>
                  <a:lnTo>
                    <a:pt x="1478" y="54090"/>
                  </a:lnTo>
                  <a:lnTo>
                    <a:pt x="2112" y="57727"/>
                  </a:lnTo>
                  <a:lnTo>
                    <a:pt x="2323" y="60909"/>
                  </a:lnTo>
                  <a:lnTo>
                    <a:pt x="2112" y="64545"/>
                  </a:lnTo>
                  <a:lnTo>
                    <a:pt x="845" y="70000"/>
                  </a:lnTo>
                  <a:lnTo>
                    <a:pt x="211" y="75454"/>
                  </a:lnTo>
                  <a:lnTo>
                    <a:pt x="0" y="82727"/>
                  </a:lnTo>
                  <a:lnTo>
                    <a:pt x="633" y="89545"/>
                  </a:lnTo>
                  <a:lnTo>
                    <a:pt x="2535" y="95454"/>
                  </a:lnTo>
                  <a:lnTo>
                    <a:pt x="3802" y="96363"/>
                  </a:lnTo>
                  <a:lnTo>
                    <a:pt x="4859" y="95909"/>
                  </a:lnTo>
                  <a:lnTo>
                    <a:pt x="6549" y="92272"/>
                  </a:lnTo>
                  <a:lnTo>
                    <a:pt x="10774" y="87727"/>
                  </a:lnTo>
                  <a:lnTo>
                    <a:pt x="11408" y="87727"/>
                  </a:lnTo>
                  <a:lnTo>
                    <a:pt x="12887" y="88636"/>
                  </a:lnTo>
                  <a:lnTo>
                    <a:pt x="13309" y="88636"/>
                  </a:lnTo>
                  <a:lnTo>
                    <a:pt x="13732" y="88636"/>
                  </a:lnTo>
                  <a:lnTo>
                    <a:pt x="14577" y="88181"/>
                  </a:lnTo>
                  <a:lnTo>
                    <a:pt x="15422" y="88636"/>
                  </a:lnTo>
                  <a:lnTo>
                    <a:pt x="15845" y="89090"/>
                  </a:lnTo>
                  <a:lnTo>
                    <a:pt x="16690" y="88181"/>
                  </a:lnTo>
                  <a:lnTo>
                    <a:pt x="17746" y="79090"/>
                  </a:lnTo>
                  <a:lnTo>
                    <a:pt x="17957" y="80909"/>
                  </a:lnTo>
                  <a:lnTo>
                    <a:pt x="18169" y="82727"/>
                  </a:lnTo>
                  <a:lnTo>
                    <a:pt x="19014" y="86363"/>
                  </a:lnTo>
                  <a:lnTo>
                    <a:pt x="19436" y="87272"/>
                  </a:lnTo>
                  <a:lnTo>
                    <a:pt x="20281" y="88181"/>
                  </a:lnTo>
                  <a:lnTo>
                    <a:pt x="20704" y="89090"/>
                  </a:lnTo>
                  <a:lnTo>
                    <a:pt x="20070" y="90909"/>
                  </a:lnTo>
                  <a:lnTo>
                    <a:pt x="20281" y="91363"/>
                  </a:lnTo>
                  <a:lnTo>
                    <a:pt x="20915" y="92272"/>
                  </a:lnTo>
                  <a:lnTo>
                    <a:pt x="19436" y="95454"/>
                  </a:lnTo>
                  <a:lnTo>
                    <a:pt x="20070" y="100454"/>
                  </a:lnTo>
                  <a:lnTo>
                    <a:pt x="21760" y="106363"/>
                  </a:lnTo>
                  <a:lnTo>
                    <a:pt x="22394" y="110909"/>
                  </a:lnTo>
                  <a:lnTo>
                    <a:pt x="21971" y="110454"/>
                  </a:lnTo>
                  <a:lnTo>
                    <a:pt x="21760" y="111818"/>
                  </a:lnTo>
                  <a:lnTo>
                    <a:pt x="21971" y="114545"/>
                  </a:lnTo>
                  <a:lnTo>
                    <a:pt x="22816" y="116363"/>
                  </a:lnTo>
                  <a:lnTo>
                    <a:pt x="23239" y="116363"/>
                  </a:lnTo>
                  <a:lnTo>
                    <a:pt x="23873" y="116363"/>
                  </a:lnTo>
                  <a:lnTo>
                    <a:pt x="25352" y="114545"/>
                  </a:lnTo>
                  <a:lnTo>
                    <a:pt x="30000" y="111363"/>
                  </a:lnTo>
                  <a:lnTo>
                    <a:pt x="30845" y="108636"/>
                  </a:lnTo>
                  <a:lnTo>
                    <a:pt x="31690" y="105454"/>
                  </a:lnTo>
                  <a:lnTo>
                    <a:pt x="31901" y="105000"/>
                  </a:lnTo>
                  <a:lnTo>
                    <a:pt x="33169" y="105000"/>
                  </a:lnTo>
                  <a:lnTo>
                    <a:pt x="33380" y="105454"/>
                  </a:lnTo>
                  <a:lnTo>
                    <a:pt x="34014" y="105909"/>
                  </a:lnTo>
                  <a:lnTo>
                    <a:pt x="34436" y="105909"/>
                  </a:lnTo>
                  <a:lnTo>
                    <a:pt x="34225" y="105454"/>
                  </a:lnTo>
                  <a:lnTo>
                    <a:pt x="34436" y="105000"/>
                  </a:lnTo>
                  <a:lnTo>
                    <a:pt x="34859" y="104545"/>
                  </a:lnTo>
                  <a:lnTo>
                    <a:pt x="36760" y="104545"/>
                  </a:lnTo>
                  <a:lnTo>
                    <a:pt x="40140" y="100454"/>
                  </a:lnTo>
                  <a:lnTo>
                    <a:pt x="41619" y="99090"/>
                  </a:lnTo>
                  <a:lnTo>
                    <a:pt x="41830" y="100454"/>
                  </a:lnTo>
                  <a:lnTo>
                    <a:pt x="41619" y="100909"/>
                  </a:lnTo>
                  <a:lnTo>
                    <a:pt x="41197" y="101363"/>
                  </a:lnTo>
                  <a:lnTo>
                    <a:pt x="40774" y="102727"/>
                  </a:lnTo>
                  <a:lnTo>
                    <a:pt x="44154" y="105000"/>
                  </a:lnTo>
                  <a:lnTo>
                    <a:pt x="42887" y="105454"/>
                  </a:lnTo>
                  <a:lnTo>
                    <a:pt x="39084" y="105909"/>
                  </a:lnTo>
                  <a:lnTo>
                    <a:pt x="41197" y="110000"/>
                  </a:lnTo>
                  <a:lnTo>
                    <a:pt x="40352" y="110000"/>
                  </a:lnTo>
                  <a:lnTo>
                    <a:pt x="40140" y="110909"/>
                  </a:lnTo>
                  <a:lnTo>
                    <a:pt x="40774" y="112272"/>
                  </a:lnTo>
                  <a:lnTo>
                    <a:pt x="42042" y="113636"/>
                  </a:lnTo>
                  <a:lnTo>
                    <a:pt x="44788" y="113636"/>
                  </a:lnTo>
                  <a:lnTo>
                    <a:pt x="46267" y="114545"/>
                  </a:lnTo>
                  <a:lnTo>
                    <a:pt x="47323" y="115909"/>
                  </a:lnTo>
                  <a:lnTo>
                    <a:pt x="48380" y="118636"/>
                  </a:lnTo>
                  <a:lnTo>
                    <a:pt x="49859" y="119545"/>
                  </a:lnTo>
                  <a:lnTo>
                    <a:pt x="52605" y="120000"/>
                  </a:lnTo>
                  <a:lnTo>
                    <a:pt x="54084" y="119545"/>
                  </a:lnTo>
                  <a:lnTo>
                    <a:pt x="54718" y="119090"/>
                  </a:lnTo>
                  <a:lnTo>
                    <a:pt x="54929" y="118181"/>
                  </a:lnTo>
                  <a:lnTo>
                    <a:pt x="55352" y="116818"/>
                  </a:lnTo>
                  <a:lnTo>
                    <a:pt x="55985" y="116818"/>
                  </a:lnTo>
                  <a:lnTo>
                    <a:pt x="56619" y="117727"/>
                  </a:lnTo>
                  <a:lnTo>
                    <a:pt x="57253" y="117727"/>
                  </a:lnTo>
                  <a:lnTo>
                    <a:pt x="57676" y="116363"/>
                  </a:lnTo>
                  <a:lnTo>
                    <a:pt x="58521" y="114090"/>
                  </a:lnTo>
                  <a:lnTo>
                    <a:pt x="58943" y="113181"/>
                  </a:lnTo>
                  <a:lnTo>
                    <a:pt x="59366" y="113181"/>
                  </a:lnTo>
                  <a:lnTo>
                    <a:pt x="60633" y="114545"/>
                  </a:lnTo>
                  <a:lnTo>
                    <a:pt x="61478" y="115454"/>
                  </a:lnTo>
                  <a:lnTo>
                    <a:pt x="61690" y="115454"/>
                  </a:lnTo>
                  <a:lnTo>
                    <a:pt x="62746" y="114090"/>
                  </a:lnTo>
                  <a:lnTo>
                    <a:pt x="62957" y="114090"/>
                  </a:lnTo>
                  <a:lnTo>
                    <a:pt x="63591" y="115000"/>
                  </a:lnTo>
                  <a:lnTo>
                    <a:pt x="63802" y="115000"/>
                  </a:lnTo>
                  <a:lnTo>
                    <a:pt x="64647" y="115000"/>
                  </a:lnTo>
                  <a:lnTo>
                    <a:pt x="65915" y="115000"/>
                  </a:lnTo>
                  <a:lnTo>
                    <a:pt x="68028" y="114090"/>
                  </a:lnTo>
                  <a:lnTo>
                    <a:pt x="70985" y="114545"/>
                  </a:lnTo>
                  <a:lnTo>
                    <a:pt x="72253" y="113636"/>
                  </a:lnTo>
                  <a:lnTo>
                    <a:pt x="73521" y="111818"/>
                  </a:lnTo>
                  <a:lnTo>
                    <a:pt x="73943" y="107272"/>
                  </a:lnTo>
                  <a:lnTo>
                    <a:pt x="75211" y="105000"/>
                  </a:lnTo>
                  <a:lnTo>
                    <a:pt x="76056" y="101818"/>
                  </a:lnTo>
                  <a:lnTo>
                    <a:pt x="75845" y="99090"/>
                  </a:lnTo>
                  <a:lnTo>
                    <a:pt x="75211" y="98181"/>
                  </a:lnTo>
                  <a:lnTo>
                    <a:pt x="73521" y="97727"/>
                  </a:lnTo>
                  <a:lnTo>
                    <a:pt x="73732" y="102272"/>
                  </a:lnTo>
                  <a:lnTo>
                    <a:pt x="72887" y="103636"/>
                  </a:lnTo>
                  <a:lnTo>
                    <a:pt x="69929" y="105909"/>
                  </a:lnTo>
                  <a:lnTo>
                    <a:pt x="69718" y="105000"/>
                  </a:lnTo>
                  <a:lnTo>
                    <a:pt x="71408" y="102727"/>
                  </a:lnTo>
                  <a:lnTo>
                    <a:pt x="71619" y="101818"/>
                  </a:lnTo>
                  <a:lnTo>
                    <a:pt x="72042" y="99090"/>
                  </a:lnTo>
                  <a:lnTo>
                    <a:pt x="72253" y="98181"/>
                  </a:lnTo>
                  <a:lnTo>
                    <a:pt x="73309" y="96363"/>
                  </a:lnTo>
                  <a:lnTo>
                    <a:pt x="73098" y="94545"/>
                  </a:lnTo>
                  <a:lnTo>
                    <a:pt x="70774" y="90909"/>
                  </a:lnTo>
                  <a:lnTo>
                    <a:pt x="72887" y="91363"/>
                  </a:lnTo>
                  <a:lnTo>
                    <a:pt x="74366" y="92727"/>
                  </a:lnTo>
                  <a:lnTo>
                    <a:pt x="74788" y="92727"/>
                  </a:lnTo>
                  <a:lnTo>
                    <a:pt x="75211" y="91363"/>
                  </a:lnTo>
                  <a:lnTo>
                    <a:pt x="75422" y="85454"/>
                  </a:lnTo>
                  <a:lnTo>
                    <a:pt x="75633" y="84090"/>
                  </a:lnTo>
                  <a:lnTo>
                    <a:pt x="76056" y="82727"/>
                  </a:lnTo>
                  <a:lnTo>
                    <a:pt x="76901" y="78636"/>
                  </a:lnTo>
                  <a:lnTo>
                    <a:pt x="77957" y="75909"/>
                  </a:lnTo>
                  <a:lnTo>
                    <a:pt x="79014" y="72727"/>
                  </a:lnTo>
                  <a:lnTo>
                    <a:pt x="79859" y="71363"/>
                  </a:lnTo>
                  <a:lnTo>
                    <a:pt x="79436" y="74545"/>
                  </a:lnTo>
                  <a:lnTo>
                    <a:pt x="77535" y="80454"/>
                  </a:lnTo>
                  <a:lnTo>
                    <a:pt x="77535" y="81818"/>
                  </a:lnTo>
                  <a:lnTo>
                    <a:pt x="77535" y="82727"/>
                  </a:lnTo>
                  <a:lnTo>
                    <a:pt x="77746" y="83181"/>
                  </a:lnTo>
                  <a:lnTo>
                    <a:pt x="77957" y="84090"/>
                  </a:lnTo>
                  <a:lnTo>
                    <a:pt x="77746" y="84545"/>
                  </a:lnTo>
                  <a:lnTo>
                    <a:pt x="77112" y="84545"/>
                  </a:lnTo>
                  <a:lnTo>
                    <a:pt x="77112" y="85000"/>
                  </a:lnTo>
                  <a:lnTo>
                    <a:pt x="77112" y="85454"/>
                  </a:lnTo>
                  <a:lnTo>
                    <a:pt x="77323" y="86818"/>
                  </a:lnTo>
                  <a:lnTo>
                    <a:pt x="77323" y="87727"/>
                  </a:lnTo>
                  <a:lnTo>
                    <a:pt x="77323" y="88636"/>
                  </a:lnTo>
                  <a:lnTo>
                    <a:pt x="77323" y="89090"/>
                  </a:lnTo>
                  <a:lnTo>
                    <a:pt x="76901" y="90000"/>
                  </a:lnTo>
                  <a:lnTo>
                    <a:pt x="76478" y="90909"/>
                  </a:lnTo>
                  <a:lnTo>
                    <a:pt x="76267" y="93636"/>
                  </a:lnTo>
                  <a:lnTo>
                    <a:pt x="76267" y="95454"/>
                  </a:lnTo>
                  <a:lnTo>
                    <a:pt x="77112" y="95909"/>
                  </a:lnTo>
                  <a:lnTo>
                    <a:pt x="79859" y="94545"/>
                  </a:lnTo>
                  <a:lnTo>
                    <a:pt x="81549" y="95454"/>
                  </a:lnTo>
                  <a:lnTo>
                    <a:pt x="83239" y="94545"/>
                  </a:lnTo>
                  <a:lnTo>
                    <a:pt x="83873" y="92727"/>
                  </a:lnTo>
                  <a:lnTo>
                    <a:pt x="83661" y="92727"/>
                  </a:lnTo>
                  <a:lnTo>
                    <a:pt x="83450" y="92727"/>
                  </a:lnTo>
                  <a:lnTo>
                    <a:pt x="83239" y="92272"/>
                  </a:lnTo>
                  <a:lnTo>
                    <a:pt x="83028" y="91818"/>
                  </a:lnTo>
                  <a:lnTo>
                    <a:pt x="83239" y="89545"/>
                  </a:lnTo>
                  <a:lnTo>
                    <a:pt x="85140" y="90000"/>
                  </a:lnTo>
                  <a:lnTo>
                    <a:pt x="85774" y="90000"/>
                  </a:lnTo>
                  <a:lnTo>
                    <a:pt x="86408" y="91818"/>
                  </a:lnTo>
                  <a:lnTo>
                    <a:pt x="85774" y="94090"/>
                  </a:lnTo>
                  <a:lnTo>
                    <a:pt x="86197" y="97727"/>
                  </a:lnTo>
                  <a:lnTo>
                    <a:pt x="87253" y="100000"/>
                  </a:lnTo>
                  <a:lnTo>
                    <a:pt x="87887" y="98181"/>
                  </a:lnTo>
                  <a:lnTo>
                    <a:pt x="88098" y="95454"/>
                  </a:lnTo>
                  <a:lnTo>
                    <a:pt x="88521" y="92727"/>
                  </a:lnTo>
                  <a:lnTo>
                    <a:pt x="89577" y="92272"/>
                  </a:lnTo>
                  <a:lnTo>
                    <a:pt x="90633" y="94545"/>
                  </a:lnTo>
                  <a:lnTo>
                    <a:pt x="90000" y="96363"/>
                  </a:lnTo>
                  <a:lnTo>
                    <a:pt x="89577" y="102272"/>
                  </a:lnTo>
                  <a:lnTo>
                    <a:pt x="88309" y="105454"/>
                  </a:lnTo>
                  <a:lnTo>
                    <a:pt x="87887" y="109090"/>
                  </a:lnTo>
                  <a:lnTo>
                    <a:pt x="87464" y="110000"/>
                  </a:lnTo>
                  <a:lnTo>
                    <a:pt x="86197" y="111363"/>
                  </a:lnTo>
                  <a:lnTo>
                    <a:pt x="85563" y="113636"/>
                  </a:lnTo>
                  <a:lnTo>
                    <a:pt x="87253" y="112272"/>
                  </a:lnTo>
                  <a:lnTo>
                    <a:pt x="90845" y="106363"/>
                  </a:lnTo>
                  <a:lnTo>
                    <a:pt x="92535" y="107727"/>
                  </a:lnTo>
                  <a:lnTo>
                    <a:pt x="90845" y="109545"/>
                  </a:lnTo>
                  <a:lnTo>
                    <a:pt x="90422" y="110454"/>
                  </a:lnTo>
                  <a:lnTo>
                    <a:pt x="90845" y="111818"/>
                  </a:lnTo>
                  <a:lnTo>
                    <a:pt x="91901" y="113181"/>
                  </a:lnTo>
                  <a:lnTo>
                    <a:pt x="92746" y="113181"/>
                  </a:lnTo>
                  <a:lnTo>
                    <a:pt x="93802" y="113181"/>
                  </a:lnTo>
                  <a:lnTo>
                    <a:pt x="94436" y="112272"/>
                  </a:lnTo>
                  <a:lnTo>
                    <a:pt x="94647" y="113636"/>
                  </a:lnTo>
                  <a:lnTo>
                    <a:pt x="94436" y="114090"/>
                  </a:lnTo>
                  <a:lnTo>
                    <a:pt x="94014" y="115454"/>
                  </a:lnTo>
                  <a:lnTo>
                    <a:pt x="96971" y="117727"/>
                  </a:lnTo>
                  <a:lnTo>
                    <a:pt x="98028" y="116818"/>
                  </a:lnTo>
                  <a:lnTo>
                    <a:pt x="100774" y="115909"/>
                  </a:lnTo>
                  <a:lnTo>
                    <a:pt x="100985" y="115909"/>
                  </a:lnTo>
                  <a:lnTo>
                    <a:pt x="102253" y="116363"/>
                  </a:lnTo>
                  <a:lnTo>
                    <a:pt x="102464" y="116363"/>
                  </a:lnTo>
                  <a:lnTo>
                    <a:pt x="102676" y="115454"/>
                  </a:lnTo>
                  <a:lnTo>
                    <a:pt x="102464" y="113636"/>
                  </a:lnTo>
                  <a:lnTo>
                    <a:pt x="102676" y="112272"/>
                  </a:lnTo>
                  <a:lnTo>
                    <a:pt x="103309" y="111363"/>
                  </a:lnTo>
                  <a:lnTo>
                    <a:pt x="105000" y="110909"/>
                  </a:lnTo>
                  <a:lnTo>
                    <a:pt x="111126" y="102727"/>
                  </a:lnTo>
                  <a:lnTo>
                    <a:pt x="113239" y="96818"/>
                  </a:lnTo>
                  <a:lnTo>
                    <a:pt x="113450" y="89545"/>
                  </a:lnTo>
                  <a:lnTo>
                    <a:pt x="112816" y="90909"/>
                  </a:lnTo>
                  <a:lnTo>
                    <a:pt x="111760" y="92727"/>
                  </a:lnTo>
                  <a:lnTo>
                    <a:pt x="111126" y="93636"/>
                  </a:lnTo>
                  <a:lnTo>
                    <a:pt x="108802" y="94090"/>
                  </a:lnTo>
                  <a:lnTo>
                    <a:pt x="107957" y="94545"/>
                  </a:lnTo>
                  <a:lnTo>
                    <a:pt x="107535" y="93636"/>
                  </a:lnTo>
                  <a:lnTo>
                    <a:pt x="108380" y="92272"/>
                  </a:lnTo>
                  <a:lnTo>
                    <a:pt x="109014" y="88636"/>
                  </a:lnTo>
                  <a:lnTo>
                    <a:pt x="109647" y="87272"/>
                  </a:lnTo>
                  <a:lnTo>
                    <a:pt x="110704" y="86818"/>
                  </a:lnTo>
                  <a:lnTo>
                    <a:pt x="111126" y="86363"/>
                  </a:lnTo>
                  <a:lnTo>
                    <a:pt x="111338" y="85000"/>
                  </a:lnTo>
                  <a:lnTo>
                    <a:pt x="111338" y="81818"/>
                  </a:lnTo>
                  <a:lnTo>
                    <a:pt x="111338" y="81818"/>
                  </a:lnTo>
                  <a:lnTo>
                    <a:pt x="110704" y="77727"/>
                  </a:lnTo>
                  <a:lnTo>
                    <a:pt x="109014" y="73636"/>
                  </a:lnTo>
                  <a:lnTo>
                    <a:pt x="107535" y="72727"/>
                  </a:lnTo>
                  <a:lnTo>
                    <a:pt x="106267" y="74545"/>
                  </a:lnTo>
                  <a:lnTo>
                    <a:pt x="107535" y="74090"/>
                  </a:lnTo>
                  <a:lnTo>
                    <a:pt x="108380" y="74545"/>
                  </a:lnTo>
                  <a:lnTo>
                    <a:pt x="109014" y="76363"/>
                  </a:lnTo>
                  <a:lnTo>
                    <a:pt x="108380" y="76363"/>
                  </a:lnTo>
                  <a:lnTo>
                    <a:pt x="105845" y="79090"/>
                  </a:lnTo>
                  <a:lnTo>
                    <a:pt x="105422" y="78181"/>
                  </a:lnTo>
                  <a:lnTo>
                    <a:pt x="105211" y="75909"/>
                  </a:lnTo>
                  <a:lnTo>
                    <a:pt x="104788" y="74090"/>
                  </a:lnTo>
                  <a:lnTo>
                    <a:pt x="104788" y="71818"/>
                  </a:lnTo>
                  <a:lnTo>
                    <a:pt x="103943" y="71818"/>
                  </a:lnTo>
                  <a:lnTo>
                    <a:pt x="102042" y="74090"/>
                  </a:lnTo>
                  <a:lnTo>
                    <a:pt x="100774" y="74090"/>
                  </a:lnTo>
                  <a:lnTo>
                    <a:pt x="101619" y="71818"/>
                  </a:lnTo>
                  <a:lnTo>
                    <a:pt x="101830" y="71363"/>
                  </a:lnTo>
                  <a:lnTo>
                    <a:pt x="102253" y="70909"/>
                  </a:lnTo>
                  <a:lnTo>
                    <a:pt x="102042" y="70000"/>
                  </a:lnTo>
                  <a:lnTo>
                    <a:pt x="101619" y="70454"/>
                  </a:lnTo>
                  <a:lnTo>
                    <a:pt x="101197" y="70909"/>
                  </a:lnTo>
                  <a:lnTo>
                    <a:pt x="100774" y="70454"/>
                  </a:lnTo>
                  <a:lnTo>
                    <a:pt x="100352" y="69545"/>
                  </a:lnTo>
                  <a:lnTo>
                    <a:pt x="101830" y="68636"/>
                  </a:lnTo>
                  <a:lnTo>
                    <a:pt x="104577" y="69090"/>
                  </a:lnTo>
                  <a:lnTo>
                    <a:pt x="106056" y="67727"/>
                  </a:lnTo>
                  <a:lnTo>
                    <a:pt x="104577" y="66363"/>
                  </a:lnTo>
                  <a:lnTo>
                    <a:pt x="102676" y="65909"/>
                  </a:lnTo>
                  <a:lnTo>
                    <a:pt x="100352" y="65909"/>
                  </a:lnTo>
                  <a:lnTo>
                    <a:pt x="100352" y="64090"/>
                  </a:lnTo>
                  <a:lnTo>
                    <a:pt x="101619" y="63181"/>
                  </a:lnTo>
                  <a:lnTo>
                    <a:pt x="103943" y="64090"/>
                  </a:lnTo>
                  <a:lnTo>
                    <a:pt x="106267" y="61818"/>
                  </a:lnTo>
                  <a:lnTo>
                    <a:pt x="107535" y="60454"/>
                  </a:lnTo>
                  <a:lnTo>
                    <a:pt x="108169" y="58181"/>
                  </a:lnTo>
                  <a:lnTo>
                    <a:pt x="107112" y="55454"/>
                  </a:lnTo>
                  <a:lnTo>
                    <a:pt x="105422" y="54090"/>
                  </a:lnTo>
                  <a:lnTo>
                    <a:pt x="102887" y="55000"/>
                  </a:lnTo>
                  <a:lnTo>
                    <a:pt x="103732" y="52272"/>
                  </a:lnTo>
                  <a:lnTo>
                    <a:pt x="107957" y="50454"/>
                  </a:lnTo>
                  <a:lnTo>
                    <a:pt x="108802" y="48181"/>
                  </a:lnTo>
                  <a:lnTo>
                    <a:pt x="108380" y="46363"/>
                  </a:lnTo>
                  <a:lnTo>
                    <a:pt x="105845" y="43636"/>
                  </a:lnTo>
                  <a:lnTo>
                    <a:pt x="106690" y="43636"/>
                  </a:lnTo>
                  <a:lnTo>
                    <a:pt x="107535" y="43181"/>
                  </a:lnTo>
                  <a:lnTo>
                    <a:pt x="108802" y="40000"/>
                  </a:lnTo>
                  <a:lnTo>
                    <a:pt x="107957" y="39090"/>
                  </a:lnTo>
                  <a:lnTo>
                    <a:pt x="106901" y="35909"/>
                  </a:lnTo>
                  <a:lnTo>
                    <a:pt x="106267" y="35454"/>
                  </a:lnTo>
                  <a:lnTo>
                    <a:pt x="106056" y="34090"/>
                  </a:lnTo>
                  <a:lnTo>
                    <a:pt x="106901" y="33636"/>
                  </a:lnTo>
                  <a:lnTo>
                    <a:pt x="109014" y="34090"/>
                  </a:lnTo>
                  <a:lnTo>
                    <a:pt x="109647" y="33636"/>
                  </a:lnTo>
                  <a:lnTo>
                    <a:pt x="110492" y="31818"/>
                  </a:lnTo>
                  <a:lnTo>
                    <a:pt x="110281" y="30454"/>
                  </a:lnTo>
                  <a:lnTo>
                    <a:pt x="108591" y="26818"/>
                  </a:lnTo>
                  <a:lnTo>
                    <a:pt x="110915" y="29090"/>
                  </a:lnTo>
                  <a:lnTo>
                    <a:pt x="111760" y="29545"/>
                  </a:lnTo>
                  <a:lnTo>
                    <a:pt x="112605" y="29545"/>
                  </a:lnTo>
                  <a:lnTo>
                    <a:pt x="113028" y="28636"/>
                  </a:lnTo>
                  <a:lnTo>
                    <a:pt x="114929" y="24545"/>
                  </a:lnTo>
                  <a:lnTo>
                    <a:pt x="118943" y="9090"/>
                  </a:lnTo>
                  <a:lnTo>
                    <a:pt x="119788" y="3181"/>
                  </a:lnTo>
                  <a:lnTo>
                    <a:pt x="120000" y="1363"/>
                  </a:lnTo>
                  <a:lnTo>
                    <a:pt x="12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Shape 5399"/>
            <p:cNvSpPr/>
            <p:nvPr/>
          </p:nvSpPr>
          <p:spPr>
            <a:xfrm>
              <a:off x="15684757" y="7626693"/>
              <a:ext cx="300038" cy="139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lnTo>
                    <a:pt x="118521" y="0"/>
                  </a:lnTo>
                  <a:lnTo>
                    <a:pt x="113450" y="2272"/>
                  </a:lnTo>
                  <a:lnTo>
                    <a:pt x="109225" y="6363"/>
                  </a:lnTo>
                  <a:lnTo>
                    <a:pt x="106267" y="12272"/>
                  </a:lnTo>
                  <a:lnTo>
                    <a:pt x="101830" y="16363"/>
                  </a:lnTo>
                  <a:lnTo>
                    <a:pt x="94647" y="25000"/>
                  </a:lnTo>
                  <a:lnTo>
                    <a:pt x="93802" y="26818"/>
                  </a:lnTo>
                  <a:lnTo>
                    <a:pt x="92535" y="28636"/>
                  </a:lnTo>
                  <a:lnTo>
                    <a:pt x="91478" y="28636"/>
                  </a:lnTo>
                  <a:lnTo>
                    <a:pt x="90633" y="31363"/>
                  </a:lnTo>
                  <a:lnTo>
                    <a:pt x="87887" y="35000"/>
                  </a:lnTo>
                  <a:lnTo>
                    <a:pt x="86830" y="37727"/>
                  </a:lnTo>
                  <a:lnTo>
                    <a:pt x="88309" y="37727"/>
                  </a:lnTo>
                  <a:lnTo>
                    <a:pt x="92957" y="34545"/>
                  </a:lnTo>
                  <a:lnTo>
                    <a:pt x="93380" y="35454"/>
                  </a:lnTo>
                  <a:lnTo>
                    <a:pt x="84295" y="42272"/>
                  </a:lnTo>
                  <a:lnTo>
                    <a:pt x="82183" y="46818"/>
                  </a:lnTo>
                  <a:lnTo>
                    <a:pt x="83028" y="47272"/>
                  </a:lnTo>
                  <a:lnTo>
                    <a:pt x="83028" y="50454"/>
                  </a:lnTo>
                  <a:lnTo>
                    <a:pt x="82183" y="49545"/>
                  </a:lnTo>
                  <a:lnTo>
                    <a:pt x="81549" y="48636"/>
                  </a:lnTo>
                  <a:lnTo>
                    <a:pt x="80915" y="48181"/>
                  </a:lnTo>
                  <a:lnTo>
                    <a:pt x="76478" y="55454"/>
                  </a:lnTo>
                  <a:lnTo>
                    <a:pt x="70985" y="62272"/>
                  </a:lnTo>
                  <a:lnTo>
                    <a:pt x="65281" y="66818"/>
                  </a:lnTo>
                  <a:lnTo>
                    <a:pt x="65070" y="67272"/>
                  </a:lnTo>
                  <a:lnTo>
                    <a:pt x="64859" y="67727"/>
                  </a:lnTo>
                  <a:lnTo>
                    <a:pt x="64859" y="69090"/>
                  </a:lnTo>
                  <a:lnTo>
                    <a:pt x="64859" y="69545"/>
                  </a:lnTo>
                  <a:lnTo>
                    <a:pt x="64859" y="70000"/>
                  </a:lnTo>
                  <a:lnTo>
                    <a:pt x="64647" y="71363"/>
                  </a:lnTo>
                  <a:lnTo>
                    <a:pt x="64014" y="72727"/>
                  </a:lnTo>
                  <a:lnTo>
                    <a:pt x="63591" y="71818"/>
                  </a:lnTo>
                  <a:lnTo>
                    <a:pt x="62746" y="70000"/>
                  </a:lnTo>
                  <a:lnTo>
                    <a:pt x="62746" y="70909"/>
                  </a:lnTo>
                  <a:lnTo>
                    <a:pt x="62323" y="70909"/>
                  </a:lnTo>
                  <a:lnTo>
                    <a:pt x="61056" y="70000"/>
                  </a:lnTo>
                  <a:lnTo>
                    <a:pt x="59577" y="69090"/>
                  </a:lnTo>
                  <a:lnTo>
                    <a:pt x="59577" y="69545"/>
                  </a:lnTo>
                  <a:lnTo>
                    <a:pt x="58732" y="67272"/>
                  </a:lnTo>
                  <a:lnTo>
                    <a:pt x="58309" y="65454"/>
                  </a:lnTo>
                  <a:lnTo>
                    <a:pt x="57676" y="64545"/>
                  </a:lnTo>
                  <a:lnTo>
                    <a:pt x="56619" y="63181"/>
                  </a:lnTo>
                  <a:lnTo>
                    <a:pt x="55140" y="64090"/>
                  </a:lnTo>
                  <a:lnTo>
                    <a:pt x="53028" y="65000"/>
                  </a:lnTo>
                  <a:lnTo>
                    <a:pt x="51338" y="66363"/>
                  </a:lnTo>
                  <a:lnTo>
                    <a:pt x="50492" y="69090"/>
                  </a:lnTo>
                  <a:lnTo>
                    <a:pt x="51549" y="67727"/>
                  </a:lnTo>
                  <a:lnTo>
                    <a:pt x="52394" y="68636"/>
                  </a:lnTo>
                  <a:lnTo>
                    <a:pt x="52605" y="70909"/>
                  </a:lnTo>
                  <a:lnTo>
                    <a:pt x="52605" y="74090"/>
                  </a:lnTo>
                  <a:lnTo>
                    <a:pt x="52183" y="74545"/>
                  </a:lnTo>
                  <a:lnTo>
                    <a:pt x="50070" y="71818"/>
                  </a:lnTo>
                  <a:lnTo>
                    <a:pt x="49225" y="73181"/>
                  </a:lnTo>
                  <a:lnTo>
                    <a:pt x="48802" y="71818"/>
                  </a:lnTo>
                  <a:lnTo>
                    <a:pt x="48802" y="70454"/>
                  </a:lnTo>
                  <a:lnTo>
                    <a:pt x="48591" y="69545"/>
                  </a:lnTo>
                  <a:lnTo>
                    <a:pt x="48380" y="68636"/>
                  </a:lnTo>
                  <a:lnTo>
                    <a:pt x="48380" y="67727"/>
                  </a:lnTo>
                  <a:lnTo>
                    <a:pt x="48380" y="67272"/>
                  </a:lnTo>
                  <a:lnTo>
                    <a:pt x="48169" y="66818"/>
                  </a:lnTo>
                  <a:lnTo>
                    <a:pt x="47746" y="66818"/>
                  </a:lnTo>
                  <a:lnTo>
                    <a:pt x="47112" y="67272"/>
                  </a:lnTo>
                  <a:lnTo>
                    <a:pt x="46901" y="67272"/>
                  </a:lnTo>
                  <a:lnTo>
                    <a:pt x="46690" y="67272"/>
                  </a:lnTo>
                  <a:lnTo>
                    <a:pt x="45845" y="66818"/>
                  </a:lnTo>
                  <a:lnTo>
                    <a:pt x="40352" y="68636"/>
                  </a:lnTo>
                  <a:lnTo>
                    <a:pt x="38450" y="70454"/>
                  </a:lnTo>
                  <a:lnTo>
                    <a:pt x="37394" y="73636"/>
                  </a:lnTo>
                  <a:lnTo>
                    <a:pt x="37394" y="78636"/>
                  </a:lnTo>
                  <a:lnTo>
                    <a:pt x="37605" y="78181"/>
                  </a:lnTo>
                  <a:lnTo>
                    <a:pt x="38661" y="78181"/>
                  </a:lnTo>
                  <a:lnTo>
                    <a:pt x="38873" y="79090"/>
                  </a:lnTo>
                  <a:lnTo>
                    <a:pt x="37816" y="82272"/>
                  </a:lnTo>
                  <a:lnTo>
                    <a:pt x="38450" y="84090"/>
                  </a:lnTo>
                  <a:lnTo>
                    <a:pt x="39929" y="85454"/>
                  </a:lnTo>
                  <a:lnTo>
                    <a:pt x="41197" y="88181"/>
                  </a:lnTo>
                  <a:lnTo>
                    <a:pt x="41197" y="90909"/>
                  </a:lnTo>
                  <a:lnTo>
                    <a:pt x="40352" y="91818"/>
                  </a:lnTo>
                  <a:lnTo>
                    <a:pt x="36126" y="94090"/>
                  </a:lnTo>
                  <a:lnTo>
                    <a:pt x="35492" y="93636"/>
                  </a:lnTo>
                  <a:lnTo>
                    <a:pt x="34859" y="93181"/>
                  </a:lnTo>
                  <a:lnTo>
                    <a:pt x="34436" y="92272"/>
                  </a:lnTo>
                  <a:lnTo>
                    <a:pt x="34225" y="91363"/>
                  </a:lnTo>
                  <a:lnTo>
                    <a:pt x="34647" y="90000"/>
                  </a:lnTo>
                  <a:lnTo>
                    <a:pt x="34859" y="89090"/>
                  </a:lnTo>
                  <a:lnTo>
                    <a:pt x="34436" y="87272"/>
                  </a:lnTo>
                  <a:lnTo>
                    <a:pt x="33802" y="85454"/>
                  </a:lnTo>
                  <a:lnTo>
                    <a:pt x="33380" y="85000"/>
                  </a:lnTo>
                  <a:lnTo>
                    <a:pt x="32746" y="85454"/>
                  </a:lnTo>
                  <a:lnTo>
                    <a:pt x="32535" y="86818"/>
                  </a:lnTo>
                  <a:lnTo>
                    <a:pt x="32112" y="88636"/>
                  </a:lnTo>
                  <a:lnTo>
                    <a:pt x="30422" y="92272"/>
                  </a:lnTo>
                  <a:lnTo>
                    <a:pt x="29788" y="93636"/>
                  </a:lnTo>
                  <a:lnTo>
                    <a:pt x="29788" y="96818"/>
                  </a:lnTo>
                  <a:lnTo>
                    <a:pt x="28521" y="93636"/>
                  </a:lnTo>
                  <a:lnTo>
                    <a:pt x="29154" y="91363"/>
                  </a:lnTo>
                  <a:lnTo>
                    <a:pt x="30211" y="89090"/>
                  </a:lnTo>
                  <a:lnTo>
                    <a:pt x="30633" y="87727"/>
                  </a:lnTo>
                  <a:lnTo>
                    <a:pt x="30211" y="78181"/>
                  </a:lnTo>
                  <a:lnTo>
                    <a:pt x="30422" y="77272"/>
                  </a:lnTo>
                  <a:lnTo>
                    <a:pt x="30845" y="75909"/>
                  </a:lnTo>
                  <a:lnTo>
                    <a:pt x="30633" y="75000"/>
                  </a:lnTo>
                  <a:lnTo>
                    <a:pt x="30211" y="75000"/>
                  </a:lnTo>
                  <a:lnTo>
                    <a:pt x="30000" y="74545"/>
                  </a:lnTo>
                  <a:lnTo>
                    <a:pt x="29788" y="74545"/>
                  </a:lnTo>
                  <a:lnTo>
                    <a:pt x="29577" y="74090"/>
                  </a:lnTo>
                  <a:lnTo>
                    <a:pt x="29788" y="72727"/>
                  </a:lnTo>
                  <a:lnTo>
                    <a:pt x="29788" y="71363"/>
                  </a:lnTo>
                  <a:lnTo>
                    <a:pt x="29366" y="70909"/>
                  </a:lnTo>
                  <a:lnTo>
                    <a:pt x="28732" y="70000"/>
                  </a:lnTo>
                  <a:lnTo>
                    <a:pt x="28098" y="69545"/>
                  </a:lnTo>
                  <a:lnTo>
                    <a:pt x="27887" y="70000"/>
                  </a:lnTo>
                  <a:lnTo>
                    <a:pt x="28098" y="71363"/>
                  </a:lnTo>
                  <a:lnTo>
                    <a:pt x="28098" y="71363"/>
                  </a:lnTo>
                  <a:lnTo>
                    <a:pt x="28098" y="72727"/>
                  </a:lnTo>
                  <a:lnTo>
                    <a:pt x="28309" y="74090"/>
                  </a:lnTo>
                  <a:lnTo>
                    <a:pt x="28309" y="74545"/>
                  </a:lnTo>
                  <a:lnTo>
                    <a:pt x="27887" y="75454"/>
                  </a:lnTo>
                  <a:lnTo>
                    <a:pt x="27253" y="75909"/>
                  </a:lnTo>
                  <a:lnTo>
                    <a:pt x="26408" y="75454"/>
                  </a:lnTo>
                  <a:lnTo>
                    <a:pt x="25985" y="74545"/>
                  </a:lnTo>
                  <a:lnTo>
                    <a:pt x="25563" y="73181"/>
                  </a:lnTo>
                  <a:lnTo>
                    <a:pt x="26197" y="74090"/>
                  </a:lnTo>
                  <a:lnTo>
                    <a:pt x="27042" y="74090"/>
                  </a:lnTo>
                  <a:lnTo>
                    <a:pt x="27253" y="73636"/>
                  </a:lnTo>
                  <a:lnTo>
                    <a:pt x="27042" y="71363"/>
                  </a:lnTo>
                  <a:lnTo>
                    <a:pt x="26408" y="69545"/>
                  </a:lnTo>
                  <a:lnTo>
                    <a:pt x="25985" y="68636"/>
                  </a:lnTo>
                  <a:lnTo>
                    <a:pt x="24929" y="67272"/>
                  </a:lnTo>
                  <a:lnTo>
                    <a:pt x="23450" y="65454"/>
                  </a:lnTo>
                  <a:lnTo>
                    <a:pt x="21971" y="64090"/>
                  </a:lnTo>
                  <a:lnTo>
                    <a:pt x="20704" y="63181"/>
                  </a:lnTo>
                  <a:lnTo>
                    <a:pt x="19225" y="62727"/>
                  </a:lnTo>
                  <a:lnTo>
                    <a:pt x="19014" y="59545"/>
                  </a:lnTo>
                  <a:lnTo>
                    <a:pt x="19014" y="58181"/>
                  </a:lnTo>
                  <a:lnTo>
                    <a:pt x="17957" y="57272"/>
                  </a:lnTo>
                  <a:lnTo>
                    <a:pt x="17323" y="58181"/>
                  </a:lnTo>
                  <a:lnTo>
                    <a:pt x="16901" y="60000"/>
                  </a:lnTo>
                  <a:lnTo>
                    <a:pt x="15845" y="61363"/>
                  </a:lnTo>
                  <a:lnTo>
                    <a:pt x="15000" y="61818"/>
                  </a:lnTo>
                  <a:lnTo>
                    <a:pt x="13732" y="61363"/>
                  </a:lnTo>
                  <a:lnTo>
                    <a:pt x="12042" y="58636"/>
                  </a:lnTo>
                  <a:lnTo>
                    <a:pt x="12042" y="57727"/>
                  </a:lnTo>
                  <a:lnTo>
                    <a:pt x="12042" y="56363"/>
                  </a:lnTo>
                  <a:lnTo>
                    <a:pt x="11830" y="55000"/>
                  </a:lnTo>
                  <a:lnTo>
                    <a:pt x="11619" y="53181"/>
                  </a:lnTo>
                  <a:lnTo>
                    <a:pt x="11830" y="53181"/>
                  </a:lnTo>
                  <a:lnTo>
                    <a:pt x="12676" y="53181"/>
                  </a:lnTo>
                  <a:lnTo>
                    <a:pt x="12887" y="53181"/>
                  </a:lnTo>
                  <a:lnTo>
                    <a:pt x="12676" y="51363"/>
                  </a:lnTo>
                  <a:lnTo>
                    <a:pt x="12676" y="50454"/>
                  </a:lnTo>
                  <a:lnTo>
                    <a:pt x="13098" y="50454"/>
                  </a:lnTo>
                  <a:lnTo>
                    <a:pt x="13309" y="50454"/>
                  </a:lnTo>
                  <a:lnTo>
                    <a:pt x="13309" y="49090"/>
                  </a:lnTo>
                  <a:lnTo>
                    <a:pt x="12887" y="46363"/>
                  </a:lnTo>
                  <a:lnTo>
                    <a:pt x="12887" y="45000"/>
                  </a:lnTo>
                  <a:lnTo>
                    <a:pt x="13521" y="35454"/>
                  </a:lnTo>
                  <a:lnTo>
                    <a:pt x="13309" y="34090"/>
                  </a:lnTo>
                  <a:lnTo>
                    <a:pt x="11619" y="30454"/>
                  </a:lnTo>
                  <a:lnTo>
                    <a:pt x="9929" y="25454"/>
                  </a:lnTo>
                  <a:lnTo>
                    <a:pt x="8873" y="19545"/>
                  </a:lnTo>
                  <a:lnTo>
                    <a:pt x="8450" y="14545"/>
                  </a:lnTo>
                  <a:lnTo>
                    <a:pt x="7816" y="13181"/>
                  </a:lnTo>
                  <a:lnTo>
                    <a:pt x="7394" y="12272"/>
                  </a:lnTo>
                  <a:lnTo>
                    <a:pt x="6760" y="10909"/>
                  </a:lnTo>
                  <a:lnTo>
                    <a:pt x="5704" y="20454"/>
                  </a:lnTo>
                  <a:lnTo>
                    <a:pt x="2957" y="35454"/>
                  </a:lnTo>
                  <a:lnTo>
                    <a:pt x="1478" y="47272"/>
                  </a:lnTo>
                  <a:lnTo>
                    <a:pt x="1478" y="50454"/>
                  </a:lnTo>
                  <a:lnTo>
                    <a:pt x="1478" y="54090"/>
                  </a:lnTo>
                  <a:lnTo>
                    <a:pt x="2112" y="57727"/>
                  </a:lnTo>
                  <a:lnTo>
                    <a:pt x="2323" y="60909"/>
                  </a:lnTo>
                  <a:lnTo>
                    <a:pt x="2112" y="64545"/>
                  </a:lnTo>
                  <a:lnTo>
                    <a:pt x="845" y="70000"/>
                  </a:lnTo>
                  <a:lnTo>
                    <a:pt x="211" y="75454"/>
                  </a:lnTo>
                  <a:lnTo>
                    <a:pt x="0" y="82727"/>
                  </a:lnTo>
                  <a:lnTo>
                    <a:pt x="633" y="89545"/>
                  </a:lnTo>
                  <a:lnTo>
                    <a:pt x="2535" y="95454"/>
                  </a:lnTo>
                  <a:lnTo>
                    <a:pt x="3802" y="96363"/>
                  </a:lnTo>
                  <a:lnTo>
                    <a:pt x="4859" y="95909"/>
                  </a:lnTo>
                  <a:lnTo>
                    <a:pt x="6549" y="92272"/>
                  </a:lnTo>
                  <a:lnTo>
                    <a:pt x="10774" y="87727"/>
                  </a:lnTo>
                  <a:lnTo>
                    <a:pt x="11408" y="87727"/>
                  </a:lnTo>
                  <a:lnTo>
                    <a:pt x="12887" y="88636"/>
                  </a:lnTo>
                  <a:lnTo>
                    <a:pt x="13309" y="88636"/>
                  </a:lnTo>
                  <a:lnTo>
                    <a:pt x="13732" y="88636"/>
                  </a:lnTo>
                  <a:lnTo>
                    <a:pt x="14577" y="88181"/>
                  </a:lnTo>
                  <a:lnTo>
                    <a:pt x="15422" y="88636"/>
                  </a:lnTo>
                  <a:lnTo>
                    <a:pt x="15845" y="89090"/>
                  </a:lnTo>
                  <a:lnTo>
                    <a:pt x="16690" y="88181"/>
                  </a:lnTo>
                  <a:lnTo>
                    <a:pt x="17746" y="79090"/>
                  </a:lnTo>
                  <a:lnTo>
                    <a:pt x="17957" y="80909"/>
                  </a:lnTo>
                  <a:lnTo>
                    <a:pt x="18169" y="82727"/>
                  </a:lnTo>
                  <a:lnTo>
                    <a:pt x="19014" y="86363"/>
                  </a:lnTo>
                  <a:lnTo>
                    <a:pt x="19436" y="87272"/>
                  </a:lnTo>
                  <a:lnTo>
                    <a:pt x="20281" y="88181"/>
                  </a:lnTo>
                  <a:lnTo>
                    <a:pt x="20704" y="89090"/>
                  </a:lnTo>
                  <a:lnTo>
                    <a:pt x="20070" y="90909"/>
                  </a:lnTo>
                  <a:lnTo>
                    <a:pt x="20281" y="91363"/>
                  </a:lnTo>
                  <a:lnTo>
                    <a:pt x="20915" y="92272"/>
                  </a:lnTo>
                  <a:lnTo>
                    <a:pt x="19436" y="95454"/>
                  </a:lnTo>
                  <a:lnTo>
                    <a:pt x="20070" y="100454"/>
                  </a:lnTo>
                  <a:lnTo>
                    <a:pt x="21760" y="106363"/>
                  </a:lnTo>
                  <a:lnTo>
                    <a:pt x="22394" y="110909"/>
                  </a:lnTo>
                  <a:lnTo>
                    <a:pt x="21971" y="110454"/>
                  </a:lnTo>
                  <a:lnTo>
                    <a:pt x="21760" y="111818"/>
                  </a:lnTo>
                  <a:lnTo>
                    <a:pt x="21971" y="114545"/>
                  </a:lnTo>
                  <a:lnTo>
                    <a:pt x="22816" y="116363"/>
                  </a:lnTo>
                  <a:lnTo>
                    <a:pt x="23239" y="116363"/>
                  </a:lnTo>
                  <a:lnTo>
                    <a:pt x="23873" y="116363"/>
                  </a:lnTo>
                  <a:lnTo>
                    <a:pt x="25352" y="114545"/>
                  </a:lnTo>
                  <a:lnTo>
                    <a:pt x="30000" y="111363"/>
                  </a:lnTo>
                  <a:lnTo>
                    <a:pt x="30845" y="108636"/>
                  </a:lnTo>
                  <a:lnTo>
                    <a:pt x="31690" y="105454"/>
                  </a:lnTo>
                  <a:lnTo>
                    <a:pt x="31901" y="105000"/>
                  </a:lnTo>
                  <a:lnTo>
                    <a:pt x="33169" y="105000"/>
                  </a:lnTo>
                  <a:lnTo>
                    <a:pt x="33380" y="105454"/>
                  </a:lnTo>
                  <a:lnTo>
                    <a:pt x="34014" y="105909"/>
                  </a:lnTo>
                  <a:lnTo>
                    <a:pt x="34436" y="105909"/>
                  </a:lnTo>
                  <a:lnTo>
                    <a:pt x="34225" y="105454"/>
                  </a:lnTo>
                  <a:lnTo>
                    <a:pt x="34436" y="105000"/>
                  </a:lnTo>
                  <a:lnTo>
                    <a:pt x="34859" y="104545"/>
                  </a:lnTo>
                  <a:lnTo>
                    <a:pt x="36760" y="104545"/>
                  </a:lnTo>
                  <a:lnTo>
                    <a:pt x="40140" y="100454"/>
                  </a:lnTo>
                  <a:lnTo>
                    <a:pt x="41619" y="99090"/>
                  </a:lnTo>
                  <a:lnTo>
                    <a:pt x="41830" y="100454"/>
                  </a:lnTo>
                  <a:lnTo>
                    <a:pt x="41619" y="100909"/>
                  </a:lnTo>
                  <a:lnTo>
                    <a:pt x="41197" y="101363"/>
                  </a:lnTo>
                  <a:lnTo>
                    <a:pt x="40774" y="102727"/>
                  </a:lnTo>
                  <a:lnTo>
                    <a:pt x="44154" y="105000"/>
                  </a:lnTo>
                  <a:lnTo>
                    <a:pt x="42887" y="105454"/>
                  </a:lnTo>
                  <a:lnTo>
                    <a:pt x="39084" y="105909"/>
                  </a:lnTo>
                  <a:lnTo>
                    <a:pt x="41197" y="110000"/>
                  </a:lnTo>
                  <a:lnTo>
                    <a:pt x="40352" y="110000"/>
                  </a:lnTo>
                  <a:lnTo>
                    <a:pt x="40140" y="110909"/>
                  </a:lnTo>
                  <a:lnTo>
                    <a:pt x="40774" y="112272"/>
                  </a:lnTo>
                  <a:lnTo>
                    <a:pt x="42042" y="113636"/>
                  </a:lnTo>
                  <a:lnTo>
                    <a:pt x="44788" y="113636"/>
                  </a:lnTo>
                  <a:lnTo>
                    <a:pt x="46267" y="114545"/>
                  </a:lnTo>
                  <a:lnTo>
                    <a:pt x="47323" y="115909"/>
                  </a:lnTo>
                  <a:lnTo>
                    <a:pt x="48380" y="118636"/>
                  </a:lnTo>
                  <a:lnTo>
                    <a:pt x="49859" y="119545"/>
                  </a:lnTo>
                  <a:lnTo>
                    <a:pt x="52605" y="120000"/>
                  </a:lnTo>
                  <a:lnTo>
                    <a:pt x="54084" y="119545"/>
                  </a:lnTo>
                  <a:lnTo>
                    <a:pt x="54718" y="119090"/>
                  </a:lnTo>
                  <a:lnTo>
                    <a:pt x="54929" y="118181"/>
                  </a:lnTo>
                  <a:lnTo>
                    <a:pt x="55352" y="116818"/>
                  </a:lnTo>
                  <a:lnTo>
                    <a:pt x="55985" y="116818"/>
                  </a:lnTo>
                  <a:lnTo>
                    <a:pt x="56619" y="117727"/>
                  </a:lnTo>
                  <a:lnTo>
                    <a:pt x="57253" y="117727"/>
                  </a:lnTo>
                  <a:lnTo>
                    <a:pt x="57676" y="116363"/>
                  </a:lnTo>
                  <a:lnTo>
                    <a:pt x="58521" y="114090"/>
                  </a:lnTo>
                  <a:lnTo>
                    <a:pt x="58943" y="113181"/>
                  </a:lnTo>
                  <a:lnTo>
                    <a:pt x="59366" y="113181"/>
                  </a:lnTo>
                  <a:lnTo>
                    <a:pt x="60633" y="114545"/>
                  </a:lnTo>
                  <a:lnTo>
                    <a:pt x="61478" y="115454"/>
                  </a:lnTo>
                  <a:lnTo>
                    <a:pt x="61690" y="115454"/>
                  </a:lnTo>
                  <a:lnTo>
                    <a:pt x="62746" y="114090"/>
                  </a:lnTo>
                  <a:lnTo>
                    <a:pt x="62957" y="114090"/>
                  </a:lnTo>
                  <a:lnTo>
                    <a:pt x="63591" y="115000"/>
                  </a:lnTo>
                  <a:lnTo>
                    <a:pt x="63802" y="115000"/>
                  </a:lnTo>
                  <a:lnTo>
                    <a:pt x="64647" y="115000"/>
                  </a:lnTo>
                  <a:lnTo>
                    <a:pt x="65915" y="115000"/>
                  </a:lnTo>
                  <a:lnTo>
                    <a:pt x="68028" y="114090"/>
                  </a:lnTo>
                  <a:lnTo>
                    <a:pt x="70985" y="114545"/>
                  </a:lnTo>
                  <a:lnTo>
                    <a:pt x="72253" y="113636"/>
                  </a:lnTo>
                  <a:lnTo>
                    <a:pt x="73521" y="111818"/>
                  </a:lnTo>
                  <a:lnTo>
                    <a:pt x="73943" y="107272"/>
                  </a:lnTo>
                  <a:lnTo>
                    <a:pt x="75211" y="105000"/>
                  </a:lnTo>
                  <a:lnTo>
                    <a:pt x="76056" y="101818"/>
                  </a:lnTo>
                  <a:lnTo>
                    <a:pt x="75845" y="99090"/>
                  </a:lnTo>
                  <a:lnTo>
                    <a:pt x="75211" y="98181"/>
                  </a:lnTo>
                  <a:lnTo>
                    <a:pt x="73521" y="97727"/>
                  </a:lnTo>
                  <a:lnTo>
                    <a:pt x="73732" y="102272"/>
                  </a:lnTo>
                  <a:lnTo>
                    <a:pt x="72887" y="103636"/>
                  </a:lnTo>
                  <a:lnTo>
                    <a:pt x="69929" y="105909"/>
                  </a:lnTo>
                  <a:lnTo>
                    <a:pt x="69718" y="105000"/>
                  </a:lnTo>
                  <a:lnTo>
                    <a:pt x="71408" y="102727"/>
                  </a:lnTo>
                  <a:lnTo>
                    <a:pt x="71619" y="101818"/>
                  </a:lnTo>
                  <a:lnTo>
                    <a:pt x="72042" y="99090"/>
                  </a:lnTo>
                  <a:lnTo>
                    <a:pt x="72253" y="98181"/>
                  </a:lnTo>
                  <a:lnTo>
                    <a:pt x="73309" y="96363"/>
                  </a:lnTo>
                  <a:lnTo>
                    <a:pt x="73098" y="94545"/>
                  </a:lnTo>
                  <a:lnTo>
                    <a:pt x="70774" y="90909"/>
                  </a:lnTo>
                  <a:lnTo>
                    <a:pt x="72887" y="91363"/>
                  </a:lnTo>
                  <a:lnTo>
                    <a:pt x="74366" y="92727"/>
                  </a:lnTo>
                  <a:lnTo>
                    <a:pt x="74788" y="92727"/>
                  </a:lnTo>
                  <a:lnTo>
                    <a:pt x="75211" y="91363"/>
                  </a:lnTo>
                  <a:lnTo>
                    <a:pt x="75422" y="85454"/>
                  </a:lnTo>
                  <a:lnTo>
                    <a:pt x="75633" y="84090"/>
                  </a:lnTo>
                  <a:lnTo>
                    <a:pt x="76056" y="82727"/>
                  </a:lnTo>
                  <a:lnTo>
                    <a:pt x="76901" y="78636"/>
                  </a:lnTo>
                  <a:lnTo>
                    <a:pt x="77957" y="75909"/>
                  </a:lnTo>
                  <a:lnTo>
                    <a:pt x="79014" y="72727"/>
                  </a:lnTo>
                  <a:lnTo>
                    <a:pt x="79859" y="71363"/>
                  </a:lnTo>
                  <a:lnTo>
                    <a:pt x="79436" y="74545"/>
                  </a:lnTo>
                  <a:lnTo>
                    <a:pt x="77535" y="80454"/>
                  </a:lnTo>
                  <a:lnTo>
                    <a:pt x="77535" y="81818"/>
                  </a:lnTo>
                  <a:lnTo>
                    <a:pt x="77535" y="82727"/>
                  </a:lnTo>
                  <a:lnTo>
                    <a:pt x="77746" y="83181"/>
                  </a:lnTo>
                  <a:lnTo>
                    <a:pt x="77957" y="84090"/>
                  </a:lnTo>
                  <a:lnTo>
                    <a:pt x="77746" y="84545"/>
                  </a:lnTo>
                  <a:lnTo>
                    <a:pt x="77112" y="84545"/>
                  </a:lnTo>
                  <a:lnTo>
                    <a:pt x="77112" y="85000"/>
                  </a:lnTo>
                  <a:lnTo>
                    <a:pt x="77112" y="85454"/>
                  </a:lnTo>
                  <a:lnTo>
                    <a:pt x="77323" y="86818"/>
                  </a:lnTo>
                  <a:lnTo>
                    <a:pt x="77323" y="87727"/>
                  </a:lnTo>
                  <a:lnTo>
                    <a:pt x="77323" y="88636"/>
                  </a:lnTo>
                  <a:lnTo>
                    <a:pt x="77323" y="89090"/>
                  </a:lnTo>
                  <a:lnTo>
                    <a:pt x="76901" y="90000"/>
                  </a:lnTo>
                  <a:lnTo>
                    <a:pt x="76478" y="90909"/>
                  </a:lnTo>
                  <a:lnTo>
                    <a:pt x="76267" y="93636"/>
                  </a:lnTo>
                  <a:lnTo>
                    <a:pt x="76267" y="95454"/>
                  </a:lnTo>
                  <a:lnTo>
                    <a:pt x="77112" y="95909"/>
                  </a:lnTo>
                  <a:lnTo>
                    <a:pt x="79859" y="94545"/>
                  </a:lnTo>
                  <a:lnTo>
                    <a:pt x="81549" y="95454"/>
                  </a:lnTo>
                  <a:lnTo>
                    <a:pt x="83239" y="94545"/>
                  </a:lnTo>
                  <a:lnTo>
                    <a:pt x="83873" y="92727"/>
                  </a:lnTo>
                  <a:lnTo>
                    <a:pt x="83661" y="92727"/>
                  </a:lnTo>
                  <a:lnTo>
                    <a:pt x="83450" y="92727"/>
                  </a:lnTo>
                  <a:lnTo>
                    <a:pt x="83239" y="92272"/>
                  </a:lnTo>
                  <a:lnTo>
                    <a:pt x="83028" y="91818"/>
                  </a:lnTo>
                  <a:lnTo>
                    <a:pt x="83239" y="89545"/>
                  </a:lnTo>
                  <a:lnTo>
                    <a:pt x="85140" y="90000"/>
                  </a:lnTo>
                  <a:lnTo>
                    <a:pt x="85774" y="90000"/>
                  </a:lnTo>
                  <a:lnTo>
                    <a:pt x="86408" y="91818"/>
                  </a:lnTo>
                  <a:lnTo>
                    <a:pt x="85774" y="94090"/>
                  </a:lnTo>
                  <a:lnTo>
                    <a:pt x="86197" y="97727"/>
                  </a:lnTo>
                  <a:lnTo>
                    <a:pt x="87253" y="100000"/>
                  </a:lnTo>
                  <a:lnTo>
                    <a:pt x="87887" y="98181"/>
                  </a:lnTo>
                  <a:lnTo>
                    <a:pt x="88098" y="95454"/>
                  </a:lnTo>
                  <a:lnTo>
                    <a:pt x="88521" y="92727"/>
                  </a:lnTo>
                  <a:lnTo>
                    <a:pt x="89577" y="92272"/>
                  </a:lnTo>
                  <a:lnTo>
                    <a:pt x="90633" y="94545"/>
                  </a:lnTo>
                  <a:lnTo>
                    <a:pt x="90000" y="96363"/>
                  </a:lnTo>
                  <a:lnTo>
                    <a:pt x="89577" y="102272"/>
                  </a:lnTo>
                  <a:lnTo>
                    <a:pt x="88309" y="105454"/>
                  </a:lnTo>
                  <a:lnTo>
                    <a:pt x="87887" y="109090"/>
                  </a:lnTo>
                  <a:lnTo>
                    <a:pt x="87464" y="110000"/>
                  </a:lnTo>
                  <a:lnTo>
                    <a:pt x="86197" y="111363"/>
                  </a:lnTo>
                  <a:lnTo>
                    <a:pt x="85563" y="113636"/>
                  </a:lnTo>
                  <a:lnTo>
                    <a:pt x="87253" y="112272"/>
                  </a:lnTo>
                  <a:lnTo>
                    <a:pt x="90845" y="106363"/>
                  </a:lnTo>
                  <a:lnTo>
                    <a:pt x="92535" y="107727"/>
                  </a:lnTo>
                  <a:lnTo>
                    <a:pt x="90845" y="109545"/>
                  </a:lnTo>
                  <a:lnTo>
                    <a:pt x="90422" y="110454"/>
                  </a:lnTo>
                  <a:lnTo>
                    <a:pt x="90845" y="111818"/>
                  </a:lnTo>
                  <a:lnTo>
                    <a:pt x="91901" y="113181"/>
                  </a:lnTo>
                  <a:lnTo>
                    <a:pt x="92746" y="113181"/>
                  </a:lnTo>
                  <a:lnTo>
                    <a:pt x="93802" y="113181"/>
                  </a:lnTo>
                  <a:lnTo>
                    <a:pt x="94436" y="112272"/>
                  </a:lnTo>
                  <a:lnTo>
                    <a:pt x="94647" y="113636"/>
                  </a:lnTo>
                  <a:lnTo>
                    <a:pt x="94436" y="114090"/>
                  </a:lnTo>
                  <a:lnTo>
                    <a:pt x="94014" y="115454"/>
                  </a:lnTo>
                  <a:lnTo>
                    <a:pt x="96971" y="117727"/>
                  </a:lnTo>
                  <a:lnTo>
                    <a:pt x="98028" y="116818"/>
                  </a:lnTo>
                  <a:lnTo>
                    <a:pt x="100774" y="115909"/>
                  </a:lnTo>
                  <a:lnTo>
                    <a:pt x="100985" y="115909"/>
                  </a:lnTo>
                  <a:lnTo>
                    <a:pt x="102253" y="116363"/>
                  </a:lnTo>
                  <a:lnTo>
                    <a:pt x="102464" y="116363"/>
                  </a:lnTo>
                  <a:lnTo>
                    <a:pt x="102676" y="115454"/>
                  </a:lnTo>
                  <a:lnTo>
                    <a:pt x="102464" y="113636"/>
                  </a:lnTo>
                  <a:lnTo>
                    <a:pt x="102676" y="112272"/>
                  </a:lnTo>
                  <a:lnTo>
                    <a:pt x="103309" y="111363"/>
                  </a:lnTo>
                  <a:lnTo>
                    <a:pt x="105000" y="110909"/>
                  </a:lnTo>
                  <a:lnTo>
                    <a:pt x="111126" y="102727"/>
                  </a:lnTo>
                  <a:lnTo>
                    <a:pt x="113239" y="96818"/>
                  </a:lnTo>
                  <a:lnTo>
                    <a:pt x="113450" y="89545"/>
                  </a:lnTo>
                  <a:lnTo>
                    <a:pt x="112816" y="90909"/>
                  </a:lnTo>
                  <a:lnTo>
                    <a:pt x="111760" y="92727"/>
                  </a:lnTo>
                  <a:lnTo>
                    <a:pt x="111126" y="93636"/>
                  </a:lnTo>
                  <a:lnTo>
                    <a:pt x="108802" y="94090"/>
                  </a:lnTo>
                  <a:lnTo>
                    <a:pt x="107957" y="94545"/>
                  </a:lnTo>
                  <a:lnTo>
                    <a:pt x="107535" y="93636"/>
                  </a:lnTo>
                  <a:lnTo>
                    <a:pt x="108380" y="92272"/>
                  </a:lnTo>
                  <a:lnTo>
                    <a:pt x="109014" y="88636"/>
                  </a:lnTo>
                  <a:lnTo>
                    <a:pt x="109647" y="87272"/>
                  </a:lnTo>
                  <a:lnTo>
                    <a:pt x="110704" y="86818"/>
                  </a:lnTo>
                  <a:lnTo>
                    <a:pt x="111126" y="86363"/>
                  </a:lnTo>
                  <a:lnTo>
                    <a:pt x="111338" y="85000"/>
                  </a:lnTo>
                  <a:lnTo>
                    <a:pt x="111338" y="81818"/>
                  </a:lnTo>
                  <a:lnTo>
                    <a:pt x="111338" y="81818"/>
                  </a:lnTo>
                  <a:lnTo>
                    <a:pt x="110704" y="77727"/>
                  </a:lnTo>
                  <a:lnTo>
                    <a:pt x="109014" y="73636"/>
                  </a:lnTo>
                  <a:lnTo>
                    <a:pt x="107535" y="72727"/>
                  </a:lnTo>
                  <a:lnTo>
                    <a:pt x="106267" y="74545"/>
                  </a:lnTo>
                  <a:lnTo>
                    <a:pt x="107535" y="74090"/>
                  </a:lnTo>
                  <a:lnTo>
                    <a:pt x="108380" y="74545"/>
                  </a:lnTo>
                  <a:lnTo>
                    <a:pt x="109014" y="76363"/>
                  </a:lnTo>
                  <a:lnTo>
                    <a:pt x="108380" y="76363"/>
                  </a:lnTo>
                  <a:lnTo>
                    <a:pt x="105845" y="79090"/>
                  </a:lnTo>
                  <a:lnTo>
                    <a:pt x="105422" y="78181"/>
                  </a:lnTo>
                  <a:lnTo>
                    <a:pt x="105211" y="75909"/>
                  </a:lnTo>
                  <a:lnTo>
                    <a:pt x="104788" y="74090"/>
                  </a:lnTo>
                  <a:lnTo>
                    <a:pt x="104788" y="71818"/>
                  </a:lnTo>
                  <a:lnTo>
                    <a:pt x="103943" y="71818"/>
                  </a:lnTo>
                  <a:lnTo>
                    <a:pt x="102042" y="74090"/>
                  </a:lnTo>
                  <a:lnTo>
                    <a:pt x="100774" y="74090"/>
                  </a:lnTo>
                  <a:lnTo>
                    <a:pt x="101619" y="71818"/>
                  </a:lnTo>
                  <a:lnTo>
                    <a:pt x="101830" y="71363"/>
                  </a:lnTo>
                  <a:lnTo>
                    <a:pt x="102253" y="70909"/>
                  </a:lnTo>
                  <a:lnTo>
                    <a:pt x="102042" y="70000"/>
                  </a:lnTo>
                  <a:lnTo>
                    <a:pt x="101619" y="70454"/>
                  </a:lnTo>
                  <a:lnTo>
                    <a:pt x="101197" y="70909"/>
                  </a:lnTo>
                  <a:lnTo>
                    <a:pt x="100774" y="70454"/>
                  </a:lnTo>
                  <a:lnTo>
                    <a:pt x="100352" y="69545"/>
                  </a:lnTo>
                  <a:lnTo>
                    <a:pt x="101830" y="68636"/>
                  </a:lnTo>
                  <a:lnTo>
                    <a:pt x="104577" y="69090"/>
                  </a:lnTo>
                  <a:lnTo>
                    <a:pt x="106056" y="67727"/>
                  </a:lnTo>
                  <a:lnTo>
                    <a:pt x="104577" y="66363"/>
                  </a:lnTo>
                  <a:lnTo>
                    <a:pt x="102676" y="65909"/>
                  </a:lnTo>
                  <a:lnTo>
                    <a:pt x="100352" y="65909"/>
                  </a:lnTo>
                  <a:lnTo>
                    <a:pt x="100352" y="64090"/>
                  </a:lnTo>
                  <a:lnTo>
                    <a:pt x="101619" y="63181"/>
                  </a:lnTo>
                  <a:lnTo>
                    <a:pt x="103943" y="64090"/>
                  </a:lnTo>
                  <a:lnTo>
                    <a:pt x="106267" y="61818"/>
                  </a:lnTo>
                  <a:lnTo>
                    <a:pt x="107535" y="60454"/>
                  </a:lnTo>
                  <a:lnTo>
                    <a:pt x="108169" y="58181"/>
                  </a:lnTo>
                  <a:lnTo>
                    <a:pt x="107112" y="55454"/>
                  </a:lnTo>
                  <a:lnTo>
                    <a:pt x="105422" y="54090"/>
                  </a:lnTo>
                  <a:lnTo>
                    <a:pt x="102887" y="55000"/>
                  </a:lnTo>
                  <a:lnTo>
                    <a:pt x="103732" y="52272"/>
                  </a:lnTo>
                  <a:lnTo>
                    <a:pt x="107957" y="50454"/>
                  </a:lnTo>
                  <a:lnTo>
                    <a:pt x="108802" y="48181"/>
                  </a:lnTo>
                  <a:lnTo>
                    <a:pt x="108380" y="46363"/>
                  </a:lnTo>
                  <a:lnTo>
                    <a:pt x="105845" y="43636"/>
                  </a:lnTo>
                  <a:lnTo>
                    <a:pt x="106690" y="43636"/>
                  </a:lnTo>
                  <a:lnTo>
                    <a:pt x="107535" y="43181"/>
                  </a:lnTo>
                  <a:lnTo>
                    <a:pt x="108802" y="40000"/>
                  </a:lnTo>
                  <a:lnTo>
                    <a:pt x="107957" y="39090"/>
                  </a:lnTo>
                  <a:lnTo>
                    <a:pt x="106901" y="35909"/>
                  </a:lnTo>
                  <a:lnTo>
                    <a:pt x="106267" y="35454"/>
                  </a:lnTo>
                  <a:lnTo>
                    <a:pt x="106056" y="34090"/>
                  </a:lnTo>
                  <a:lnTo>
                    <a:pt x="106901" y="33636"/>
                  </a:lnTo>
                  <a:lnTo>
                    <a:pt x="109014" y="34090"/>
                  </a:lnTo>
                  <a:lnTo>
                    <a:pt x="109647" y="33636"/>
                  </a:lnTo>
                  <a:lnTo>
                    <a:pt x="110492" y="31818"/>
                  </a:lnTo>
                  <a:lnTo>
                    <a:pt x="110281" y="30454"/>
                  </a:lnTo>
                  <a:lnTo>
                    <a:pt x="108591" y="26818"/>
                  </a:lnTo>
                  <a:lnTo>
                    <a:pt x="110915" y="29090"/>
                  </a:lnTo>
                  <a:lnTo>
                    <a:pt x="111760" y="29545"/>
                  </a:lnTo>
                  <a:lnTo>
                    <a:pt x="112605" y="29545"/>
                  </a:lnTo>
                  <a:lnTo>
                    <a:pt x="113028" y="28636"/>
                  </a:lnTo>
                  <a:lnTo>
                    <a:pt x="114929" y="24545"/>
                  </a:lnTo>
                  <a:lnTo>
                    <a:pt x="118943" y="9090"/>
                  </a:lnTo>
                  <a:lnTo>
                    <a:pt x="119788" y="3181"/>
                  </a:lnTo>
                  <a:lnTo>
                    <a:pt x="120000" y="1363"/>
                  </a:lnTo>
                  <a:lnTo>
                    <a:pt x="12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Shape 5400"/>
            <p:cNvSpPr/>
            <p:nvPr/>
          </p:nvSpPr>
          <p:spPr>
            <a:xfrm>
              <a:off x="7561520" y="5259732"/>
              <a:ext cx="1876424" cy="28987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111" y="55773"/>
                  </a:moveTo>
                  <a:lnTo>
                    <a:pt x="11840" y="55927"/>
                  </a:lnTo>
                  <a:lnTo>
                    <a:pt x="11705" y="55970"/>
                  </a:lnTo>
                  <a:lnTo>
                    <a:pt x="11536" y="56036"/>
                  </a:lnTo>
                  <a:lnTo>
                    <a:pt x="11435" y="56036"/>
                  </a:lnTo>
                  <a:lnTo>
                    <a:pt x="11164" y="56080"/>
                  </a:lnTo>
                  <a:lnTo>
                    <a:pt x="10792" y="56145"/>
                  </a:lnTo>
                  <a:lnTo>
                    <a:pt x="10284" y="56124"/>
                  </a:lnTo>
                  <a:lnTo>
                    <a:pt x="9811" y="56211"/>
                  </a:lnTo>
                  <a:lnTo>
                    <a:pt x="9235" y="56189"/>
                  </a:lnTo>
                  <a:lnTo>
                    <a:pt x="8863" y="56102"/>
                  </a:lnTo>
                  <a:lnTo>
                    <a:pt x="8390" y="55861"/>
                  </a:lnTo>
                  <a:lnTo>
                    <a:pt x="8221" y="55708"/>
                  </a:lnTo>
                  <a:lnTo>
                    <a:pt x="8119" y="55686"/>
                  </a:lnTo>
                  <a:lnTo>
                    <a:pt x="8119" y="55708"/>
                  </a:lnTo>
                  <a:lnTo>
                    <a:pt x="8153" y="55861"/>
                  </a:lnTo>
                  <a:lnTo>
                    <a:pt x="8187" y="55948"/>
                  </a:lnTo>
                  <a:lnTo>
                    <a:pt x="8254" y="55970"/>
                  </a:lnTo>
                  <a:lnTo>
                    <a:pt x="8254" y="56014"/>
                  </a:lnTo>
                  <a:lnTo>
                    <a:pt x="8221" y="56124"/>
                  </a:lnTo>
                  <a:lnTo>
                    <a:pt x="8119" y="56321"/>
                  </a:lnTo>
                  <a:lnTo>
                    <a:pt x="7984" y="56562"/>
                  </a:lnTo>
                  <a:lnTo>
                    <a:pt x="7916" y="56649"/>
                  </a:lnTo>
                  <a:lnTo>
                    <a:pt x="7916" y="56715"/>
                  </a:lnTo>
                  <a:lnTo>
                    <a:pt x="7950" y="56934"/>
                  </a:lnTo>
                  <a:lnTo>
                    <a:pt x="7950" y="57000"/>
                  </a:lnTo>
                  <a:lnTo>
                    <a:pt x="7916" y="57021"/>
                  </a:lnTo>
                  <a:lnTo>
                    <a:pt x="7848" y="57087"/>
                  </a:lnTo>
                  <a:lnTo>
                    <a:pt x="7442" y="57284"/>
                  </a:lnTo>
                  <a:lnTo>
                    <a:pt x="7036" y="57416"/>
                  </a:lnTo>
                  <a:lnTo>
                    <a:pt x="7036" y="57416"/>
                  </a:lnTo>
                  <a:lnTo>
                    <a:pt x="6935" y="57459"/>
                  </a:lnTo>
                  <a:lnTo>
                    <a:pt x="6867" y="57503"/>
                  </a:lnTo>
                  <a:lnTo>
                    <a:pt x="6766" y="57547"/>
                  </a:lnTo>
                  <a:lnTo>
                    <a:pt x="6732" y="57547"/>
                  </a:lnTo>
                  <a:lnTo>
                    <a:pt x="6630" y="57635"/>
                  </a:lnTo>
                  <a:lnTo>
                    <a:pt x="6597" y="57656"/>
                  </a:lnTo>
                  <a:lnTo>
                    <a:pt x="6597" y="57656"/>
                  </a:lnTo>
                  <a:lnTo>
                    <a:pt x="6597" y="57656"/>
                  </a:lnTo>
                  <a:lnTo>
                    <a:pt x="6529" y="57700"/>
                  </a:lnTo>
                  <a:lnTo>
                    <a:pt x="6495" y="57766"/>
                  </a:lnTo>
                  <a:lnTo>
                    <a:pt x="6495" y="57766"/>
                  </a:lnTo>
                  <a:lnTo>
                    <a:pt x="6461" y="57897"/>
                  </a:lnTo>
                  <a:lnTo>
                    <a:pt x="6529" y="58051"/>
                  </a:lnTo>
                  <a:lnTo>
                    <a:pt x="6529" y="58138"/>
                  </a:lnTo>
                  <a:lnTo>
                    <a:pt x="6529" y="58160"/>
                  </a:lnTo>
                  <a:lnTo>
                    <a:pt x="6495" y="58182"/>
                  </a:lnTo>
                  <a:lnTo>
                    <a:pt x="6427" y="58270"/>
                  </a:lnTo>
                  <a:lnTo>
                    <a:pt x="6394" y="58270"/>
                  </a:lnTo>
                  <a:lnTo>
                    <a:pt x="6157" y="58335"/>
                  </a:lnTo>
                  <a:lnTo>
                    <a:pt x="6055" y="58401"/>
                  </a:lnTo>
                  <a:lnTo>
                    <a:pt x="6055" y="58401"/>
                  </a:lnTo>
                  <a:lnTo>
                    <a:pt x="5988" y="58445"/>
                  </a:lnTo>
                  <a:lnTo>
                    <a:pt x="5920" y="58489"/>
                  </a:lnTo>
                  <a:lnTo>
                    <a:pt x="5819" y="58467"/>
                  </a:lnTo>
                  <a:lnTo>
                    <a:pt x="5616" y="58313"/>
                  </a:lnTo>
                  <a:lnTo>
                    <a:pt x="5413" y="58182"/>
                  </a:lnTo>
                  <a:lnTo>
                    <a:pt x="5243" y="58138"/>
                  </a:lnTo>
                  <a:lnTo>
                    <a:pt x="5108" y="58204"/>
                  </a:lnTo>
                  <a:lnTo>
                    <a:pt x="5108" y="58204"/>
                  </a:lnTo>
                  <a:lnTo>
                    <a:pt x="5108" y="58204"/>
                  </a:lnTo>
                  <a:lnTo>
                    <a:pt x="5074" y="58313"/>
                  </a:lnTo>
                  <a:lnTo>
                    <a:pt x="5142" y="58379"/>
                  </a:lnTo>
                  <a:lnTo>
                    <a:pt x="5243" y="58467"/>
                  </a:lnTo>
                  <a:lnTo>
                    <a:pt x="5379" y="58489"/>
                  </a:lnTo>
                  <a:lnTo>
                    <a:pt x="5176" y="58554"/>
                  </a:lnTo>
                  <a:lnTo>
                    <a:pt x="4939" y="58554"/>
                  </a:lnTo>
                  <a:lnTo>
                    <a:pt x="4567" y="58445"/>
                  </a:lnTo>
                  <a:lnTo>
                    <a:pt x="4330" y="58401"/>
                  </a:lnTo>
                  <a:lnTo>
                    <a:pt x="4127" y="58401"/>
                  </a:lnTo>
                  <a:lnTo>
                    <a:pt x="3992" y="58467"/>
                  </a:lnTo>
                  <a:lnTo>
                    <a:pt x="3890" y="58532"/>
                  </a:lnTo>
                  <a:lnTo>
                    <a:pt x="3789" y="58554"/>
                  </a:lnTo>
                  <a:lnTo>
                    <a:pt x="3653" y="58532"/>
                  </a:lnTo>
                  <a:lnTo>
                    <a:pt x="4059" y="58291"/>
                  </a:lnTo>
                  <a:lnTo>
                    <a:pt x="4398" y="58248"/>
                  </a:lnTo>
                  <a:lnTo>
                    <a:pt x="4736" y="58204"/>
                  </a:lnTo>
                  <a:lnTo>
                    <a:pt x="5040" y="58094"/>
                  </a:lnTo>
                  <a:lnTo>
                    <a:pt x="5040" y="58094"/>
                  </a:lnTo>
                  <a:lnTo>
                    <a:pt x="5040" y="58072"/>
                  </a:lnTo>
                  <a:lnTo>
                    <a:pt x="4770" y="58029"/>
                  </a:lnTo>
                  <a:lnTo>
                    <a:pt x="4195" y="58029"/>
                  </a:lnTo>
                  <a:lnTo>
                    <a:pt x="3924" y="57985"/>
                  </a:lnTo>
                  <a:lnTo>
                    <a:pt x="3856" y="57941"/>
                  </a:lnTo>
                  <a:lnTo>
                    <a:pt x="3789" y="57766"/>
                  </a:lnTo>
                  <a:lnTo>
                    <a:pt x="3721" y="57744"/>
                  </a:lnTo>
                  <a:lnTo>
                    <a:pt x="3552" y="57766"/>
                  </a:lnTo>
                  <a:lnTo>
                    <a:pt x="3281" y="57875"/>
                  </a:lnTo>
                  <a:lnTo>
                    <a:pt x="3180" y="57897"/>
                  </a:lnTo>
                  <a:lnTo>
                    <a:pt x="3315" y="57766"/>
                  </a:lnTo>
                  <a:lnTo>
                    <a:pt x="3383" y="57744"/>
                  </a:lnTo>
                  <a:lnTo>
                    <a:pt x="3416" y="57700"/>
                  </a:lnTo>
                  <a:lnTo>
                    <a:pt x="3450" y="57635"/>
                  </a:lnTo>
                  <a:lnTo>
                    <a:pt x="3416" y="57547"/>
                  </a:lnTo>
                  <a:lnTo>
                    <a:pt x="3383" y="57525"/>
                  </a:lnTo>
                  <a:lnTo>
                    <a:pt x="3247" y="57481"/>
                  </a:lnTo>
                  <a:lnTo>
                    <a:pt x="3078" y="57481"/>
                  </a:lnTo>
                  <a:lnTo>
                    <a:pt x="3044" y="57437"/>
                  </a:lnTo>
                  <a:lnTo>
                    <a:pt x="3112" y="57394"/>
                  </a:lnTo>
                  <a:lnTo>
                    <a:pt x="3146" y="57372"/>
                  </a:lnTo>
                  <a:lnTo>
                    <a:pt x="3315" y="57328"/>
                  </a:lnTo>
                  <a:lnTo>
                    <a:pt x="3518" y="57372"/>
                  </a:lnTo>
                  <a:lnTo>
                    <a:pt x="3890" y="57503"/>
                  </a:lnTo>
                  <a:lnTo>
                    <a:pt x="4093" y="57525"/>
                  </a:lnTo>
                  <a:lnTo>
                    <a:pt x="4465" y="57503"/>
                  </a:lnTo>
                  <a:lnTo>
                    <a:pt x="4634" y="57525"/>
                  </a:lnTo>
                  <a:lnTo>
                    <a:pt x="4804" y="57525"/>
                  </a:lnTo>
                  <a:lnTo>
                    <a:pt x="5176" y="57416"/>
                  </a:lnTo>
                  <a:lnTo>
                    <a:pt x="5379" y="57394"/>
                  </a:lnTo>
                  <a:lnTo>
                    <a:pt x="6089" y="57525"/>
                  </a:lnTo>
                  <a:lnTo>
                    <a:pt x="6292" y="57525"/>
                  </a:lnTo>
                  <a:lnTo>
                    <a:pt x="6292" y="57525"/>
                  </a:lnTo>
                  <a:lnTo>
                    <a:pt x="6292" y="57525"/>
                  </a:lnTo>
                  <a:lnTo>
                    <a:pt x="6427" y="57481"/>
                  </a:lnTo>
                  <a:lnTo>
                    <a:pt x="6495" y="57437"/>
                  </a:lnTo>
                  <a:lnTo>
                    <a:pt x="6664" y="57306"/>
                  </a:lnTo>
                  <a:lnTo>
                    <a:pt x="6867" y="57218"/>
                  </a:lnTo>
                  <a:lnTo>
                    <a:pt x="6969" y="57218"/>
                  </a:lnTo>
                  <a:lnTo>
                    <a:pt x="7172" y="57262"/>
                  </a:lnTo>
                  <a:lnTo>
                    <a:pt x="7273" y="57240"/>
                  </a:lnTo>
                  <a:lnTo>
                    <a:pt x="7612" y="57065"/>
                  </a:lnTo>
                  <a:lnTo>
                    <a:pt x="7612" y="57065"/>
                  </a:lnTo>
                  <a:lnTo>
                    <a:pt x="7713" y="57021"/>
                  </a:lnTo>
                  <a:lnTo>
                    <a:pt x="7713" y="56824"/>
                  </a:lnTo>
                  <a:lnTo>
                    <a:pt x="7713" y="56649"/>
                  </a:lnTo>
                  <a:lnTo>
                    <a:pt x="7713" y="56562"/>
                  </a:lnTo>
                  <a:lnTo>
                    <a:pt x="7747" y="56540"/>
                  </a:lnTo>
                  <a:lnTo>
                    <a:pt x="7848" y="56408"/>
                  </a:lnTo>
                  <a:lnTo>
                    <a:pt x="7916" y="56343"/>
                  </a:lnTo>
                  <a:lnTo>
                    <a:pt x="7950" y="56255"/>
                  </a:lnTo>
                  <a:lnTo>
                    <a:pt x="8051" y="56124"/>
                  </a:lnTo>
                  <a:lnTo>
                    <a:pt x="8051" y="55992"/>
                  </a:lnTo>
                  <a:lnTo>
                    <a:pt x="7984" y="55927"/>
                  </a:lnTo>
                  <a:lnTo>
                    <a:pt x="7848" y="55817"/>
                  </a:lnTo>
                  <a:lnTo>
                    <a:pt x="7781" y="55773"/>
                  </a:lnTo>
                  <a:lnTo>
                    <a:pt x="7747" y="55708"/>
                  </a:lnTo>
                  <a:lnTo>
                    <a:pt x="7747" y="55664"/>
                  </a:lnTo>
                  <a:lnTo>
                    <a:pt x="7747" y="55664"/>
                  </a:lnTo>
                  <a:lnTo>
                    <a:pt x="7781" y="55642"/>
                  </a:lnTo>
                  <a:lnTo>
                    <a:pt x="7815" y="55576"/>
                  </a:lnTo>
                  <a:lnTo>
                    <a:pt x="7848" y="55532"/>
                  </a:lnTo>
                  <a:lnTo>
                    <a:pt x="7882" y="55423"/>
                  </a:lnTo>
                  <a:lnTo>
                    <a:pt x="7882" y="55379"/>
                  </a:lnTo>
                  <a:lnTo>
                    <a:pt x="7781" y="55138"/>
                  </a:lnTo>
                  <a:lnTo>
                    <a:pt x="7815" y="55029"/>
                  </a:lnTo>
                  <a:lnTo>
                    <a:pt x="7747" y="54985"/>
                  </a:lnTo>
                  <a:lnTo>
                    <a:pt x="6935" y="54854"/>
                  </a:lnTo>
                  <a:lnTo>
                    <a:pt x="6800" y="54897"/>
                  </a:lnTo>
                  <a:lnTo>
                    <a:pt x="6597" y="54985"/>
                  </a:lnTo>
                  <a:lnTo>
                    <a:pt x="6461" y="55029"/>
                  </a:lnTo>
                  <a:lnTo>
                    <a:pt x="5852" y="55007"/>
                  </a:lnTo>
                  <a:lnTo>
                    <a:pt x="5751" y="55029"/>
                  </a:lnTo>
                  <a:lnTo>
                    <a:pt x="5751" y="55029"/>
                  </a:lnTo>
                  <a:lnTo>
                    <a:pt x="5751" y="55029"/>
                  </a:lnTo>
                  <a:lnTo>
                    <a:pt x="5616" y="55160"/>
                  </a:lnTo>
                  <a:lnTo>
                    <a:pt x="5514" y="55270"/>
                  </a:lnTo>
                  <a:lnTo>
                    <a:pt x="5480" y="55313"/>
                  </a:lnTo>
                  <a:lnTo>
                    <a:pt x="5311" y="55379"/>
                  </a:lnTo>
                  <a:lnTo>
                    <a:pt x="5277" y="55423"/>
                  </a:lnTo>
                  <a:lnTo>
                    <a:pt x="5142" y="55445"/>
                  </a:lnTo>
                  <a:lnTo>
                    <a:pt x="4973" y="55379"/>
                  </a:lnTo>
                  <a:lnTo>
                    <a:pt x="4871" y="55379"/>
                  </a:lnTo>
                  <a:lnTo>
                    <a:pt x="4804" y="55423"/>
                  </a:lnTo>
                  <a:lnTo>
                    <a:pt x="4533" y="55510"/>
                  </a:lnTo>
                  <a:lnTo>
                    <a:pt x="4465" y="55532"/>
                  </a:lnTo>
                  <a:lnTo>
                    <a:pt x="4398" y="55423"/>
                  </a:lnTo>
                  <a:lnTo>
                    <a:pt x="4499" y="55335"/>
                  </a:lnTo>
                  <a:lnTo>
                    <a:pt x="4533" y="55313"/>
                  </a:lnTo>
                  <a:lnTo>
                    <a:pt x="4837" y="55160"/>
                  </a:lnTo>
                  <a:lnTo>
                    <a:pt x="4871" y="55138"/>
                  </a:lnTo>
                  <a:lnTo>
                    <a:pt x="5108" y="55094"/>
                  </a:lnTo>
                  <a:lnTo>
                    <a:pt x="5243" y="55116"/>
                  </a:lnTo>
                  <a:lnTo>
                    <a:pt x="5446" y="55094"/>
                  </a:lnTo>
                  <a:lnTo>
                    <a:pt x="5446" y="55094"/>
                  </a:lnTo>
                  <a:lnTo>
                    <a:pt x="5446" y="55094"/>
                  </a:lnTo>
                  <a:lnTo>
                    <a:pt x="5616" y="54985"/>
                  </a:lnTo>
                  <a:lnTo>
                    <a:pt x="5717" y="54897"/>
                  </a:lnTo>
                  <a:lnTo>
                    <a:pt x="5751" y="54854"/>
                  </a:lnTo>
                  <a:lnTo>
                    <a:pt x="5886" y="54656"/>
                  </a:lnTo>
                  <a:lnTo>
                    <a:pt x="5954" y="54481"/>
                  </a:lnTo>
                  <a:lnTo>
                    <a:pt x="5954" y="54481"/>
                  </a:lnTo>
                  <a:lnTo>
                    <a:pt x="5954" y="54481"/>
                  </a:lnTo>
                  <a:lnTo>
                    <a:pt x="5954" y="54394"/>
                  </a:lnTo>
                  <a:lnTo>
                    <a:pt x="5819" y="54306"/>
                  </a:lnTo>
                  <a:lnTo>
                    <a:pt x="5616" y="54087"/>
                  </a:lnTo>
                  <a:lnTo>
                    <a:pt x="5480" y="54000"/>
                  </a:lnTo>
                  <a:lnTo>
                    <a:pt x="5277" y="53978"/>
                  </a:lnTo>
                  <a:lnTo>
                    <a:pt x="4905" y="53978"/>
                  </a:lnTo>
                  <a:lnTo>
                    <a:pt x="4736" y="53956"/>
                  </a:lnTo>
                  <a:lnTo>
                    <a:pt x="4398" y="53824"/>
                  </a:lnTo>
                  <a:lnTo>
                    <a:pt x="3992" y="53562"/>
                  </a:lnTo>
                  <a:lnTo>
                    <a:pt x="3958" y="53518"/>
                  </a:lnTo>
                  <a:lnTo>
                    <a:pt x="3924" y="53430"/>
                  </a:lnTo>
                  <a:lnTo>
                    <a:pt x="3890" y="53386"/>
                  </a:lnTo>
                  <a:lnTo>
                    <a:pt x="3822" y="53321"/>
                  </a:lnTo>
                  <a:lnTo>
                    <a:pt x="3755" y="53277"/>
                  </a:lnTo>
                  <a:lnTo>
                    <a:pt x="3619" y="53299"/>
                  </a:lnTo>
                  <a:lnTo>
                    <a:pt x="3518" y="53277"/>
                  </a:lnTo>
                  <a:lnTo>
                    <a:pt x="3416" y="53124"/>
                  </a:lnTo>
                  <a:lnTo>
                    <a:pt x="3281" y="52992"/>
                  </a:lnTo>
                  <a:lnTo>
                    <a:pt x="3078" y="53102"/>
                  </a:lnTo>
                  <a:lnTo>
                    <a:pt x="3078" y="53102"/>
                  </a:lnTo>
                  <a:lnTo>
                    <a:pt x="3078" y="53102"/>
                  </a:lnTo>
                  <a:lnTo>
                    <a:pt x="3247" y="53167"/>
                  </a:lnTo>
                  <a:lnTo>
                    <a:pt x="3146" y="53299"/>
                  </a:lnTo>
                  <a:lnTo>
                    <a:pt x="3078" y="53321"/>
                  </a:lnTo>
                  <a:lnTo>
                    <a:pt x="2638" y="53518"/>
                  </a:lnTo>
                  <a:lnTo>
                    <a:pt x="2638" y="53518"/>
                  </a:lnTo>
                  <a:lnTo>
                    <a:pt x="2638" y="53518"/>
                  </a:lnTo>
                  <a:lnTo>
                    <a:pt x="2672" y="53583"/>
                  </a:lnTo>
                  <a:lnTo>
                    <a:pt x="2672" y="53627"/>
                  </a:lnTo>
                  <a:lnTo>
                    <a:pt x="2638" y="53846"/>
                  </a:lnTo>
                  <a:lnTo>
                    <a:pt x="2605" y="53934"/>
                  </a:lnTo>
                  <a:lnTo>
                    <a:pt x="2605" y="53934"/>
                  </a:lnTo>
                  <a:lnTo>
                    <a:pt x="2605" y="53934"/>
                  </a:lnTo>
                  <a:lnTo>
                    <a:pt x="2605" y="53934"/>
                  </a:lnTo>
                  <a:lnTo>
                    <a:pt x="2571" y="54000"/>
                  </a:lnTo>
                  <a:lnTo>
                    <a:pt x="2605" y="54043"/>
                  </a:lnTo>
                  <a:lnTo>
                    <a:pt x="2537" y="54131"/>
                  </a:lnTo>
                  <a:lnTo>
                    <a:pt x="2469" y="54153"/>
                  </a:lnTo>
                  <a:lnTo>
                    <a:pt x="2435" y="54153"/>
                  </a:lnTo>
                  <a:lnTo>
                    <a:pt x="2266" y="54197"/>
                  </a:lnTo>
                  <a:lnTo>
                    <a:pt x="2232" y="54218"/>
                  </a:lnTo>
                  <a:lnTo>
                    <a:pt x="2232" y="54240"/>
                  </a:lnTo>
                  <a:lnTo>
                    <a:pt x="2232" y="54240"/>
                  </a:lnTo>
                  <a:lnTo>
                    <a:pt x="2199" y="54262"/>
                  </a:lnTo>
                  <a:lnTo>
                    <a:pt x="2165" y="54284"/>
                  </a:lnTo>
                  <a:lnTo>
                    <a:pt x="2131" y="54284"/>
                  </a:lnTo>
                  <a:lnTo>
                    <a:pt x="1996" y="54240"/>
                  </a:lnTo>
                  <a:lnTo>
                    <a:pt x="1962" y="54240"/>
                  </a:lnTo>
                  <a:lnTo>
                    <a:pt x="1860" y="54350"/>
                  </a:lnTo>
                  <a:lnTo>
                    <a:pt x="1860" y="54394"/>
                  </a:lnTo>
                  <a:lnTo>
                    <a:pt x="1826" y="54459"/>
                  </a:lnTo>
                  <a:lnTo>
                    <a:pt x="1725" y="54591"/>
                  </a:lnTo>
                  <a:lnTo>
                    <a:pt x="1522" y="54635"/>
                  </a:lnTo>
                  <a:lnTo>
                    <a:pt x="1522" y="54635"/>
                  </a:lnTo>
                  <a:lnTo>
                    <a:pt x="1522" y="54635"/>
                  </a:lnTo>
                  <a:lnTo>
                    <a:pt x="1454" y="54700"/>
                  </a:lnTo>
                  <a:lnTo>
                    <a:pt x="1285" y="54810"/>
                  </a:lnTo>
                  <a:lnTo>
                    <a:pt x="1217" y="54854"/>
                  </a:lnTo>
                  <a:lnTo>
                    <a:pt x="1150" y="54897"/>
                  </a:lnTo>
                  <a:lnTo>
                    <a:pt x="1150" y="54919"/>
                  </a:lnTo>
                  <a:lnTo>
                    <a:pt x="1116" y="54919"/>
                  </a:lnTo>
                  <a:lnTo>
                    <a:pt x="1082" y="55094"/>
                  </a:lnTo>
                  <a:lnTo>
                    <a:pt x="1082" y="55248"/>
                  </a:lnTo>
                  <a:lnTo>
                    <a:pt x="1217" y="55510"/>
                  </a:lnTo>
                  <a:lnTo>
                    <a:pt x="1184" y="55664"/>
                  </a:lnTo>
                  <a:lnTo>
                    <a:pt x="947" y="55664"/>
                  </a:lnTo>
                  <a:lnTo>
                    <a:pt x="811" y="55708"/>
                  </a:lnTo>
                  <a:lnTo>
                    <a:pt x="811" y="55708"/>
                  </a:lnTo>
                  <a:lnTo>
                    <a:pt x="811" y="55708"/>
                  </a:lnTo>
                  <a:lnTo>
                    <a:pt x="778" y="55773"/>
                  </a:lnTo>
                  <a:lnTo>
                    <a:pt x="744" y="55773"/>
                  </a:lnTo>
                  <a:lnTo>
                    <a:pt x="744" y="55773"/>
                  </a:lnTo>
                  <a:lnTo>
                    <a:pt x="778" y="55861"/>
                  </a:lnTo>
                  <a:lnTo>
                    <a:pt x="947" y="56036"/>
                  </a:lnTo>
                  <a:lnTo>
                    <a:pt x="1014" y="56124"/>
                  </a:lnTo>
                  <a:lnTo>
                    <a:pt x="1116" y="56167"/>
                  </a:lnTo>
                  <a:lnTo>
                    <a:pt x="1184" y="56189"/>
                  </a:lnTo>
                  <a:lnTo>
                    <a:pt x="1251" y="56189"/>
                  </a:lnTo>
                  <a:lnTo>
                    <a:pt x="1319" y="56145"/>
                  </a:lnTo>
                  <a:lnTo>
                    <a:pt x="1420" y="56124"/>
                  </a:lnTo>
                  <a:lnTo>
                    <a:pt x="1488" y="56167"/>
                  </a:lnTo>
                  <a:lnTo>
                    <a:pt x="1488" y="56211"/>
                  </a:lnTo>
                  <a:lnTo>
                    <a:pt x="1387" y="56321"/>
                  </a:lnTo>
                  <a:lnTo>
                    <a:pt x="1319" y="56343"/>
                  </a:lnTo>
                  <a:lnTo>
                    <a:pt x="1319" y="56343"/>
                  </a:lnTo>
                  <a:lnTo>
                    <a:pt x="1319" y="56408"/>
                  </a:lnTo>
                  <a:lnTo>
                    <a:pt x="1319" y="56408"/>
                  </a:lnTo>
                  <a:lnTo>
                    <a:pt x="1184" y="56540"/>
                  </a:lnTo>
                  <a:lnTo>
                    <a:pt x="1184" y="56540"/>
                  </a:lnTo>
                  <a:lnTo>
                    <a:pt x="1184" y="56540"/>
                  </a:lnTo>
                  <a:lnTo>
                    <a:pt x="1217" y="56605"/>
                  </a:lnTo>
                  <a:lnTo>
                    <a:pt x="1319" y="56671"/>
                  </a:lnTo>
                  <a:lnTo>
                    <a:pt x="1420" y="56759"/>
                  </a:lnTo>
                  <a:lnTo>
                    <a:pt x="1387" y="56824"/>
                  </a:lnTo>
                  <a:lnTo>
                    <a:pt x="1285" y="56846"/>
                  </a:lnTo>
                  <a:lnTo>
                    <a:pt x="1217" y="56802"/>
                  </a:lnTo>
                  <a:lnTo>
                    <a:pt x="1150" y="56737"/>
                  </a:lnTo>
                  <a:lnTo>
                    <a:pt x="1014" y="56781"/>
                  </a:lnTo>
                  <a:lnTo>
                    <a:pt x="947" y="56802"/>
                  </a:lnTo>
                  <a:lnTo>
                    <a:pt x="879" y="56781"/>
                  </a:lnTo>
                  <a:lnTo>
                    <a:pt x="845" y="56715"/>
                  </a:lnTo>
                  <a:lnTo>
                    <a:pt x="845" y="56737"/>
                  </a:lnTo>
                  <a:lnTo>
                    <a:pt x="845" y="56715"/>
                  </a:lnTo>
                  <a:lnTo>
                    <a:pt x="913" y="56890"/>
                  </a:lnTo>
                  <a:lnTo>
                    <a:pt x="1251" y="57437"/>
                  </a:lnTo>
                  <a:lnTo>
                    <a:pt x="1184" y="57547"/>
                  </a:lnTo>
                  <a:lnTo>
                    <a:pt x="1150" y="57635"/>
                  </a:lnTo>
                  <a:lnTo>
                    <a:pt x="1014" y="57635"/>
                  </a:lnTo>
                  <a:lnTo>
                    <a:pt x="778" y="57481"/>
                  </a:lnTo>
                  <a:lnTo>
                    <a:pt x="608" y="57437"/>
                  </a:lnTo>
                  <a:lnTo>
                    <a:pt x="439" y="57459"/>
                  </a:lnTo>
                  <a:lnTo>
                    <a:pt x="473" y="57459"/>
                  </a:lnTo>
                  <a:lnTo>
                    <a:pt x="439" y="57459"/>
                  </a:lnTo>
                  <a:lnTo>
                    <a:pt x="507" y="57591"/>
                  </a:lnTo>
                  <a:lnTo>
                    <a:pt x="338" y="57722"/>
                  </a:lnTo>
                  <a:lnTo>
                    <a:pt x="507" y="57744"/>
                  </a:lnTo>
                  <a:lnTo>
                    <a:pt x="676" y="57744"/>
                  </a:lnTo>
                  <a:lnTo>
                    <a:pt x="845" y="57766"/>
                  </a:lnTo>
                  <a:lnTo>
                    <a:pt x="879" y="57875"/>
                  </a:lnTo>
                  <a:lnTo>
                    <a:pt x="778" y="57897"/>
                  </a:lnTo>
                  <a:lnTo>
                    <a:pt x="575" y="58029"/>
                  </a:lnTo>
                  <a:lnTo>
                    <a:pt x="473" y="58072"/>
                  </a:lnTo>
                  <a:lnTo>
                    <a:pt x="473" y="58072"/>
                  </a:lnTo>
                  <a:lnTo>
                    <a:pt x="473" y="58072"/>
                  </a:lnTo>
                  <a:lnTo>
                    <a:pt x="1150" y="58270"/>
                  </a:lnTo>
                  <a:lnTo>
                    <a:pt x="1116" y="58270"/>
                  </a:lnTo>
                  <a:lnTo>
                    <a:pt x="1014" y="58335"/>
                  </a:lnTo>
                  <a:lnTo>
                    <a:pt x="676" y="58445"/>
                  </a:lnTo>
                  <a:lnTo>
                    <a:pt x="676" y="58445"/>
                  </a:lnTo>
                  <a:lnTo>
                    <a:pt x="642" y="58445"/>
                  </a:lnTo>
                  <a:lnTo>
                    <a:pt x="608" y="58489"/>
                  </a:lnTo>
                  <a:lnTo>
                    <a:pt x="575" y="58510"/>
                  </a:lnTo>
                  <a:lnTo>
                    <a:pt x="575" y="58510"/>
                  </a:lnTo>
                  <a:lnTo>
                    <a:pt x="575" y="58532"/>
                  </a:lnTo>
                  <a:lnTo>
                    <a:pt x="608" y="58598"/>
                  </a:lnTo>
                  <a:lnTo>
                    <a:pt x="778" y="58620"/>
                  </a:lnTo>
                  <a:lnTo>
                    <a:pt x="1387" y="58576"/>
                  </a:lnTo>
                  <a:lnTo>
                    <a:pt x="1420" y="58576"/>
                  </a:lnTo>
                  <a:lnTo>
                    <a:pt x="1488" y="58576"/>
                  </a:lnTo>
                  <a:lnTo>
                    <a:pt x="1556" y="58510"/>
                  </a:lnTo>
                  <a:lnTo>
                    <a:pt x="1590" y="58467"/>
                  </a:lnTo>
                  <a:lnTo>
                    <a:pt x="1725" y="58489"/>
                  </a:lnTo>
                  <a:lnTo>
                    <a:pt x="1725" y="58598"/>
                  </a:lnTo>
                  <a:lnTo>
                    <a:pt x="1590" y="58708"/>
                  </a:lnTo>
                  <a:lnTo>
                    <a:pt x="1454" y="58773"/>
                  </a:lnTo>
                  <a:lnTo>
                    <a:pt x="1285" y="58795"/>
                  </a:lnTo>
                  <a:lnTo>
                    <a:pt x="1285" y="58795"/>
                  </a:lnTo>
                  <a:lnTo>
                    <a:pt x="1285" y="58795"/>
                  </a:lnTo>
                  <a:lnTo>
                    <a:pt x="1285" y="58817"/>
                  </a:lnTo>
                  <a:lnTo>
                    <a:pt x="1251" y="58839"/>
                  </a:lnTo>
                  <a:lnTo>
                    <a:pt x="1251" y="58839"/>
                  </a:lnTo>
                  <a:lnTo>
                    <a:pt x="1251" y="58839"/>
                  </a:lnTo>
                  <a:lnTo>
                    <a:pt x="1387" y="58948"/>
                  </a:lnTo>
                  <a:lnTo>
                    <a:pt x="1522" y="59014"/>
                  </a:lnTo>
                  <a:lnTo>
                    <a:pt x="1725" y="59014"/>
                  </a:lnTo>
                  <a:lnTo>
                    <a:pt x="1725" y="59014"/>
                  </a:lnTo>
                  <a:lnTo>
                    <a:pt x="1725" y="59014"/>
                  </a:lnTo>
                  <a:lnTo>
                    <a:pt x="1928" y="58839"/>
                  </a:lnTo>
                  <a:lnTo>
                    <a:pt x="1962" y="58795"/>
                  </a:lnTo>
                  <a:lnTo>
                    <a:pt x="1996" y="58883"/>
                  </a:lnTo>
                  <a:lnTo>
                    <a:pt x="1928" y="59036"/>
                  </a:lnTo>
                  <a:lnTo>
                    <a:pt x="1860" y="59102"/>
                  </a:lnTo>
                  <a:lnTo>
                    <a:pt x="1793" y="59189"/>
                  </a:lnTo>
                  <a:lnTo>
                    <a:pt x="1793" y="59189"/>
                  </a:lnTo>
                  <a:lnTo>
                    <a:pt x="1793" y="59189"/>
                  </a:lnTo>
                  <a:lnTo>
                    <a:pt x="1860" y="59277"/>
                  </a:lnTo>
                  <a:lnTo>
                    <a:pt x="2334" y="59562"/>
                  </a:lnTo>
                  <a:lnTo>
                    <a:pt x="2503" y="59605"/>
                  </a:lnTo>
                  <a:lnTo>
                    <a:pt x="2571" y="59671"/>
                  </a:lnTo>
                  <a:lnTo>
                    <a:pt x="2571" y="59715"/>
                  </a:lnTo>
                  <a:lnTo>
                    <a:pt x="2537" y="59759"/>
                  </a:lnTo>
                  <a:lnTo>
                    <a:pt x="2503" y="59890"/>
                  </a:lnTo>
                  <a:lnTo>
                    <a:pt x="2503" y="59934"/>
                  </a:lnTo>
                  <a:lnTo>
                    <a:pt x="2841" y="60306"/>
                  </a:lnTo>
                  <a:lnTo>
                    <a:pt x="2875" y="60503"/>
                  </a:lnTo>
                  <a:lnTo>
                    <a:pt x="2740" y="60635"/>
                  </a:lnTo>
                  <a:lnTo>
                    <a:pt x="2605" y="60700"/>
                  </a:lnTo>
                  <a:lnTo>
                    <a:pt x="2638" y="60635"/>
                  </a:lnTo>
                  <a:lnTo>
                    <a:pt x="2638" y="60547"/>
                  </a:lnTo>
                  <a:lnTo>
                    <a:pt x="2605" y="60481"/>
                  </a:lnTo>
                  <a:lnTo>
                    <a:pt x="2469" y="60394"/>
                  </a:lnTo>
                  <a:lnTo>
                    <a:pt x="2435" y="60262"/>
                  </a:lnTo>
                  <a:lnTo>
                    <a:pt x="2300" y="60153"/>
                  </a:lnTo>
                  <a:lnTo>
                    <a:pt x="2266" y="60043"/>
                  </a:lnTo>
                  <a:lnTo>
                    <a:pt x="2232" y="60000"/>
                  </a:lnTo>
                  <a:lnTo>
                    <a:pt x="1454" y="59759"/>
                  </a:lnTo>
                  <a:lnTo>
                    <a:pt x="1420" y="59693"/>
                  </a:lnTo>
                  <a:lnTo>
                    <a:pt x="1251" y="59583"/>
                  </a:lnTo>
                  <a:lnTo>
                    <a:pt x="1184" y="59562"/>
                  </a:lnTo>
                  <a:lnTo>
                    <a:pt x="1082" y="59605"/>
                  </a:lnTo>
                  <a:lnTo>
                    <a:pt x="608" y="59802"/>
                  </a:lnTo>
                  <a:lnTo>
                    <a:pt x="507" y="59890"/>
                  </a:lnTo>
                  <a:lnTo>
                    <a:pt x="1826" y="60109"/>
                  </a:lnTo>
                  <a:lnTo>
                    <a:pt x="1962" y="60262"/>
                  </a:lnTo>
                  <a:lnTo>
                    <a:pt x="1894" y="60306"/>
                  </a:lnTo>
                  <a:lnTo>
                    <a:pt x="1860" y="60350"/>
                  </a:lnTo>
                  <a:lnTo>
                    <a:pt x="1793" y="60328"/>
                  </a:lnTo>
                  <a:lnTo>
                    <a:pt x="1759" y="60240"/>
                  </a:lnTo>
                  <a:lnTo>
                    <a:pt x="1725" y="60197"/>
                  </a:lnTo>
                  <a:lnTo>
                    <a:pt x="1454" y="60197"/>
                  </a:lnTo>
                  <a:lnTo>
                    <a:pt x="1420" y="60197"/>
                  </a:lnTo>
                  <a:lnTo>
                    <a:pt x="1387" y="60240"/>
                  </a:lnTo>
                  <a:lnTo>
                    <a:pt x="1319" y="60262"/>
                  </a:lnTo>
                  <a:lnTo>
                    <a:pt x="1319" y="60262"/>
                  </a:lnTo>
                  <a:lnTo>
                    <a:pt x="1285" y="60262"/>
                  </a:lnTo>
                  <a:lnTo>
                    <a:pt x="879" y="60262"/>
                  </a:lnTo>
                  <a:lnTo>
                    <a:pt x="642" y="60284"/>
                  </a:lnTo>
                  <a:lnTo>
                    <a:pt x="642" y="60284"/>
                  </a:lnTo>
                  <a:lnTo>
                    <a:pt x="642" y="60284"/>
                  </a:lnTo>
                  <a:lnTo>
                    <a:pt x="608" y="60328"/>
                  </a:lnTo>
                  <a:lnTo>
                    <a:pt x="507" y="60394"/>
                  </a:lnTo>
                  <a:lnTo>
                    <a:pt x="507" y="60394"/>
                  </a:lnTo>
                  <a:lnTo>
                    <a:pt x="507" y="60416"/>
                  </a:lnTo>
                  <a:lnTo>
                    <a:pt x="778" y="60481"/>
                  </a:lnTo>
                  <a:lnTo>
                    <a:pt x="981" y="60613"/>
                  </a:lnTo>
                  <a:lnTo>
                    <a:pt x="1251" y="60875"/>
                  </a:lnTo>
                  <a:lnTo>
                    <a:pt x="1420" y="60897"/>
                  </a:lnTo>
                  <a:lnTo>
                    <a:pt x="1319" y="60919"/>
                  </a:lnTo>
                  <a:lnTo>
                    <a:pt x="1319" y="60941"/>
                  </a:lnTo>
                  <a:lnTo>
                    <a:pt x="1285" y="60963"/>
                  </a:lnTo>
                  <a:lnTo>
                    <a:pt x="1251" y="60985"/>
                  </a:lnTo>
                  <a:lnTo>
                    <a:pt x="1082" y="61051"/>
                  </a:lnTo>
                  <a:lnTo>
                    <a:pt x="1082" y="61051"/>
                  </a:lnTo>
                  <a:lnTo>
                    <a:pt x="1082" y="61051"/>
                  </a:lnTo>
                  <a:lnTo>
                    <a:pt x="1150" y="61116"/>
                  </a:lnTo>
                  <a:lnTo>
                    <a:pt x="1319" y="61204"/>
                  </a:lnTo>
                  <a:lnTo>
                    <a:pt x="1420" y="61270"/>
                  </a:lnTo>
                  <a:lnTo>
                    <a:pt x="1217" y="61291"/>
                  </a:lnTo>
                  <a:lnTo>
                    <a:pt x="1217" y="61291"/>
                  </a:lnTo>
                  <a:lnTo>
                    <a:pt x="1184" y="61335"/>
                  </a:lnTo>
                  <a:lnTo>
                    <a:pt x="1387" y="61489"/>
                  </a:lnTo>
                  <a:lnTo>
                    <a:pt x="1488" y="61532"/>
                  </a:lnTo>
                  <a:lnTo>
                    <a:pt x="1590" y="61423"/>
                  </a:lnTo>
                  <a:lnTo>
                    <a:pt x="1623" y="61401"/>
                  </a:lnTo>
                  <a:lnTo>
                    <a:pt x="1623" y="61401"/>
                  </a:lnTo>
                  <a:lnTo>
                    <a:pt x="1725" y="61401"/>
                  </a:lnTo>
                  <a:lnTo>
                    <a:pt x="1725" y="61445"/>
                  </a:lnTo>
                  <a:lnTo>
                    <a:pt x="1725" y="61489"/>
                  </a:lnTo>
                  <a:lnTo>
                    <a:pt x="1725" y="61510"/>
                  </a:lnTo>
                  <a:lnTo>
                    <a:pt x="1657" y="61554"/>
                  </a:lnTo>
                  <a:lnTo>
                    <a:pt x="1590" y="61598"/>
                  </a:lnTo>
                  <a:lnTo>
                    <a:pt x="1590" y="61598"/>
                  </a:lnTo>
                  <a:lnTo>
                    <a:pt x="1488" y="61664"/>
                  </a:lnTo>
                  <a:lnTo>
                    <a:pt x="1556" y="61729"/>
                  </a:lnTo>
                  <a:lnTo>
                    <a:pt x="1623" y="61773"/>
                  </a:lnTo>
                  <a:lnTo>
                    <a:pt x="1826" y="61817"/>
                  </a:lnTo>
                  <a:lnTo>
                    <a:pt x="1928" y="61817"/>
                  </a:lnTo>
                  <a:lnTo>
                    <a:pt x="2165" y="61817"/>
                  </a:lnTo>
                  <a:lnTo>
                    <a:pt x="2435" y="61839"/>
                  </a:lnTo>
                  <a:lnTo>
                    <a:pt x="2503" y="61839"/>
                  </a:lnTo>
                  <a:lnTo>
                    <a:pt x="2571" y="61817"/>
                  </a:lnTo>
                  <a:lnTo>
                    <a:pt x="2571" y="61817"/>
                  </a:lnTo>
                  <a:lnTo>
                    <a:pt x="2571" y="61817"/>
                  </a:lnTo>
                  <a:lnTo>
                    <a:pt x="2605" y="61773"/>
                  </a:lnTo>
                  <a:lnTo>
                    <a:pt x="2638" y="61729"/>
                  </a:lnTo>
                  <a:lnTo>
                    <a:pt x="2672" y="61664"/>
                  </a:lnTo>
                  <a:lnTo>
                    <a:pt x="2774" y="61620"/>
                  </a:lnTo>
                  <a:lnTo>
                    <a:pt x="2808" y="61729"/>
                  </a:lnTo>
                  <a:lnTo>
                    <a:pt x="2841" y="61883"/>
                  </a:lnTo>
                  <a:lnTo>
                    <a:pt x="2943" y="62014"/>
                  </a:lnTo>
                  <a:lnTo>
                    <a:pt x="3112" y="62080"/>
                  </a:lnTo>
                  <a:lnTo>
                    <a:pt x="3315" y="62145"/>
                  </a:lnTo>
                  <a:lnTo>
                    <a:pt x="3484" y="62145"/>
                  </a:lnTo>
                  <a:lnTo>
                    <a:pt x="3721" y="62080"/>
                  </a:lnTo>
                  <a:lnTo>
                    <a:pt x="3856" y="62036"/>
                  </a:lnTo>
                  <a:lnTo>
                    <a:pt x="3856" y="62036"/>
                  </a:lnTo>
                  <a:lnTo>
                    <a:pt x="3890" y="62036"/>
                  </a:lnTo>
                  <a:lnTo>
                    <a:pt x="3924" y="62014"/>
                  </a:lnTo>
                  <a:lnTo>
                    <a:pt x="3924" y="62014"/>
                  </a:lnTo>
                  <a:lnTo>
                    <a:pt x="3958" y="62080"/>
                  </a:lnTo>
                  <a:lnTo>
                    <a:pt x="4296" y="62145"/>
                  </a:lnTo>
                  <a:lnTo>
                    <a:pt x="4601" y="62124"/>
                  </a:lnTo>
                  <a:lnTo>
                    <a:pt x="4634" y="62080"/>
                  </a:lnTo>
                  <a:lnTo>
                    <a:pt x="4668" y="62036"/>
                  </a:lnTo>
                  <a:lnTo>
                    <a:pt x="4634" y="61970"/>
                  </a:lnTo>
                  <a:lnTo>
                    <a:pt x="4567" y="61948"/>
                  </a:lnTo>
                  <a:lnTo>
                    <a:pt x="3992" y="61970"/>
                  </a:lnTo>
                  <a:lnTo>
                    <a:pt x="3992" y="61970"/>
                  </a:lnTo>
                  <a:lnTo>
                    <a:pt x="3484" y="61795"/>
                  </a:lnTo>
                  <a:lnTo>
                    <a:pt x="3213" y="61773"/>
                  </a:lnTo>
                  <a:lnTo>
                    <a:pt x="3112" y="61708"/>
                  </a:lnTo>
                  <a:lnTo>
                    <a:pt x="3112" y="61576"/>
                  </a:lnTo>
                  <a:lnTo>
                    <a:pt x="3213" y="61708"/>
                  </a:lnTo>
                  <a:lnTo>
                    <a:pt x="3315" y="61729"/>
                  </a:lnTo>
                  <a:lnTo>
                    <a:pt x="3315" y="61708"/>
                  </a:lnTo>
                  <a:lnTo>
                    <a:pt x="3315" y="61708"/>
                  </a:lnTo>
                  <a:lnTo>
                    <a:pt x="3383" y="61664"/>
                  </a:lnTo>
                  <a:lnTo>
                    <a:pt x="3416" y="61642"/>
                  </a:lnTo>
                  <a:lnTo>
                    <a:pt x="3518" y="61554"/>
                  </a:lnTo>
                  <a:lnTo>
                    <a:pt x="3619" y="61554"/>
                  </a:lnTo>
                  <a:lnTo>
                    <a:pt x="3721" y="61598"/>
                  </a:lnTo>
                  <a:lnTo>
                    <a:pt x="3958" y="61576"/>
                  </a:lnTo>
                  <a:lnTo>
                    <a:pt x="4499" y="61620"/>
                  </a:lnTo>
                  <a:lnTo>
                    <a:pt x="5074" y="61817"/>
                  </a:lnTo>
                  <a:lnTo>
                    <a:pt x="5243" y="61795"/>
                  </a:lnTo>
                  <a:lnTo>
                    <a:pt x="5514" y="61664"/>
                  </a:lnTo>
                  <a:lnTo>
                    <a:pt x="6089" y="61335"/>
                  </a:lnTo>
                  <a:lnTo>
                    <a:pt x="6258" y="61226"/>
                  </a:lnTo>
                  <a:lnTo>
                    <a:pt x="6258" y="61226"/>
                  </a:lnTo>
                  <a:lnTo>
                    <a:pt x="6258" y="61226"/>
                  </a:lnTo>
                  <a:lnTo>
                    <a:pt x="6292" y="61094"/>
                  </a:lnTo>
                  <a:lnTo>
                    <a:pt x="6292" y="61094"/>
                  </a:lnTo>
                  <a:lnTo>
                    <a:pt x="6326" y="60985"/>
                  </a:lnTo>
                  <a:lnTo>
                    <a:pt x="6630" y="60635"/>
                  </a:lnTo>
                  <a:lnTo>
                    <a:pt x="6732" y="60525"/>
                  </a:lnTo>
                  <a:lnTo>
                    <a:pt x="6833" y="60240"/>
                  </a:lnTo>
                  <a:lnTo>
                    <a:pt x="6867" y="60065"/>
                  </a:lnTo>
                  <a:lnTo>
                    <a:pt x="6867" y="60065"/>
                  </a:lnTo>
                  <a:lnTo>
                    <a:pt x="6867" y="60043"/>
                  </a:lnTo>
                  <a:lnTo>
                    <a:pt x="6901" y="59978"/>
                  </a:lnTo>
                  <a:lnTo>
                    <a:pt x="6901" y="59934"/>
                  </a:lnTo>
                  <a:lnTo>
                    <a:pt x="6969" y="59890"/>
                  </a:lnTo>
                  <a:lnTo>
                    <a:pt x="7070" y="59846"/>
                  </a:lnTo>
                  <a:lnTo>
                    <a:pt x="7172" y="59781"/>
                  </a:lnTo>
                  <a:lnTo>
                    <a:pt x="7239" y="59693"/>
                  </a:lnTo>
                  <a:lnTo>
                    <a:pt x="7239" y="59693"/>
                  </a:lnTo>
                  <a:lnTo>
                    <a:pt x="7273" y="59627"/>
                  </a:lnTo>
                  <a:lnTo>
                    <a:pt x="7307" y="59430"/>
                  </a:lnTo>
                  <a:lnTo>
                    <a:pt x="7476" y="59277"/>
                  </a:lnTo>
                  <a:lnTo>
                    <a:pt x="7645" y="59145"/>
                  </a:lnTo>
                  <a:lnTo>
                    <a:pt x="8051" y="58927"/>
                  </a:lnTo>
                  <a:lnTo>
                    <a:pt x="8221" y="58795"/>
                  </a:lnTo>
                  <a:lnTo>
                    <a:pt x="8390" y="58664"/>
                  </a:lnTo>
                  <a:lnTo>
                    <a:pt x="8491" y="58510"/>
                  </a:lnTo>
                  <a:lnTo>
                    <a:pt x="8525" y="58467"/>
                  </a:lnTo>
                  <a:lnTo>
                    <a:pt x="8627" y="58335"/>
                  </a:lnTo>
                  <a:lnTo>
                    <a:pt x="8762" y="58182"/>
                  </a:lnTo>
                  <a:lnTo>
                    <a:pt x="8863" y="58072"/>
                  </a:lnTo>
                  <a:lnTo>
                    <a:pt x="8931" y="58029"/>
                  </a:lnTo>
                  <a:lnTo>
                    <a:pt x="9066" y="57963"/>
                  </a:lnTo>
                  <a:lnTo>
                    <a:pt x="9472" y="57744"/>
                  </a:lnTo>
                  <a:lnTo>
                    <a:pt x="10217" y="57437"/>
                  </a:lnTo>
                  <a:lnTo>
                    <a:pt x="10623" y="57240"/>
                  </a:lnTo>
                  <a:lnTo>
                    <a:pt x="10826" y="57109"/>
                  </a:lnTo>
                  <a:lnTo>
                    <a:pt x="10961" y="57000"/>
                  </a:lnTo>
                  <a:lnTo>
                    <a:pt x="11299" y="56715"/>
                  </a:lnTo>
                  <a:lnTo>
                    <a:pt x="11570" y="56386"/>
                  </a:lnTo>
                  <a:lnTo>
                    <a:pt x="11638" y="56299"/>
                  </a:lnTo>
                  <a:lnTo>
                    <a:pt x="11840" y="56080"/>
                  </a:lnTo>
                  <a:lnTo>
                    <a:pt x="11908" y="56036"/>
                  </a:lnTo>
                  <a:lnTo>
                    <a:pt x="11942" y="55992"/>
                  </a:lnTo>
                  <a:lnTo>
                    <a:pt x="11942" y="55970"/>
                  </a:lnTo>
                  <a:lnTo>
                    <a:pt x="11976" y="55927"/>
                  </a:lnTo>
                  <a:lnTo>
                    <a:pt x="11976" y="55861"/>
                  </a:lnTo>
                  <a:lnTo>
                    <a:pt x="12043" y="55861"/>
                  </a:lnTo>
                  <a:lnTo>
                    <a:pt x="12077" y="55817"/>
                  </a:lnTo>
                  <a:lnTo>
                    <a:pt x="12077" y="55817"/>
                  </a:lnTo>
                  <a:lnTo>
                    <a:pt x="12077" y="55817"/>
                  </a:lnTo>
                  <a:lnTo>
                    <a:pt x="12111" y="55773"/>
                  </a:lnTo>
                  <a:lnTo>
                    <a:pt x="12111" y="55773"/>
                  </a:lnTo>
                  <a:lnTo>
                    <a:pt x="12111" y="55773"/>
                  </a:lnTo>
                  <a:close/>
                  <a:moveTo>
                    <a:pt x="47837" y="109883"/>
                  </a:moveTo>
                  <a:lnTo>
                    <a:pt x="47600" y="109729"/>
                  </a:lnTo>
                  <a:lnTo>
                    <a:pt x="47499" y="109686"/>
                  </a:lnTo>
                  <a:lnTo>
                    <a:pt x="47465" y="109729"/>
                  </a:lnTo>
                  <a:lnTo>
                    <a:pt x="47431" y="109751"/>
                  </a:lnTo>
                  <a:lnTo>
                    <a:pt x="47431" y="109817"/>
                  </a:lnTo>
                  <a:lnTo>
                    <a:pt x="47363" y="109839"/>
                  </a:lnTo>
                  <a:lnTo>
                    <a:pt x="47330" y="109839"/>
                  </a:lnTo>
                  <a:lnTo>
                    <a:pt x="47194" y="109773"/>
                  </a:lnTo>
                  <a:lnTo>
                    <a:pt x="47127" y="109773"/>
                  </a:lnTo>
                  <a:lnTo>
                    <a:pt x="47127" y="109795"/>
                  </a:lnTo>
                  <a:lnTo>
                    <a:pt x="47160" y="109817"/>
                  </a:lnTo>
                  <a:lnTo>
                    <a:pt x="47160" y="109861"/>
                  </a:lnTo>
                  <a:lnTo>
                    <a:pt x="47160" y="109883"/>
                  </a:lnTo>
                  <a:lnTo>
                    <a:pt x="47127" y="109948"/>
                  </a:lnTo>
                  <a:lnTo>
                    <a:pt x="47160" y="109970"/>
                  </a:lnTo>
                  <a:lnTo>
                    <a:pt x="47769" y="110233"/>
                  </a:lnTo>
                  <a:lnTo>
                    <a:pt x="47769" y="110233"/>
                  </a:lnTo>
                  <a:lnTo>
                    <a:pt x="47803" y="110233"/>
                  </a:lnTo>
                  <a:lnTo>
                    <a:pt x="47803" y="110233"/>
                  </a:lnTo>
                  <a:lnTo>
                    <a:pt x="47803" y="110189"/>
                  </a:lnTo>
                  <a:lnTo>
                    <a:pt x="47736" y="110124"/>
                  </a:lnTo>
                  <a:lnTo>
                    <a:pt x="47736" y="110080"/>
                  </a:lnTo>
                  <a:lnTo>
                    <a:pt x="47769" y="110036"/>
                  </a:lnTo>
                  <a:lnTo>
                    <a:pt x="47769" y="109992"/>
                  </a:lnTo>
                  <a:lnTo>
                    <a:pt x="47803" y="109992"/>
                  </a:lnTo>
                  <a:lnTo>
                    <a:pt x="47803" y="109948"/>
                  </a:lnTo>
                  <a:lnTo>
                    <a:pt x="47702" y="109861"/>
                  </a:lnTo>
                  <a:lnTo>
                    <a:pt x="47702" y="109839"/>
                  </a:lnTo>
                  <a:lnTo>
                    <a:pt x="47837" y="109883"/>
                  </a:lnTo>
                  <a:close/>
                  <a:moveTo>
                    <a:pt x="33493" y="106751"/>
                  </a:moveTo>
                  <a:lnTo>
                    <a:pt x="33628" y="106751"/>
                  </a:lnTo>
                  <a:lnTo>
                    <a:pt x="33696" y="106729"/>
                  </a:lnTo>
                  <a:lnTo>
                    <a:pt x="33729" y="106664"/>
                  </a:lnTo>
                  <a:lnTo>
                    <a:pt x="33696" y="106620"/>
                  </a:lnTo>
                  <a:lnTo>
                    <a:pt x="33662" y="106620"/>
                  </a:lnTo>
                  <a:lnTo>
                    <a:pt x="33560" y="106642"/>
                  </a:lnTo>
                  <a:lnTo>
                    <a:pt x="33526" y="106664"/>
                  </a:lnTo>
                  <a:lnTo>
                    <a:pt x="33391" y="106729"/>
                  </a:lnTo>
                  <a:lnTo>
                    <a:pt x="33357" y="106751"/>
                  </a:lnTo>
                  <a:lnTo>
                    <a:pt x="33391" y="106751"/>
                  </a:lnTo>
                  <a:lnTo>
                    <a:pt x="33391" y="106773"/>
                  </a:lnTo>
                  <a:lnTo>
                    <a:pt x="33493" y="106751"/>
                  </a:lnTo>
                  <a:close/>
                  <a:moveTo>
                    <a:pt x="33899" y="106708"/>
                  </a:moveTo>
                  <a:lnTo>
                    <a:pt x="34000" y="106708"/>
                  </a:lnTo>
                  <a:lnTo>
                    <a:pt x="34034" y="106664"/>
                  </a:lnTo>
                  <a:lnTo>
                    <a:pt x="34068" y="106642"/>
                  </a:lnTo>
                  <a:lnTo>
                    <a:pt x="34102" y="106620"/>
                  </a:lnTo>
                  <a:lnTo>
                    <a:pt x="34135" y="106620"/>
                  </a:lnTo>
                  <a:lnTo>
                    <a:pt x="34203" y="106598"/>
                  </a:lnTo>
                  <a:lnTo>
                    <a:pt x="34305" y="106576"/>
                  </a:lnTo>
                  <a:lnTo>
                    <a:pt x="34305" y="106554"/>
                  </a:lnTo>
                  <a:lnTo>
                    <a:pt x="34338" y="106532"/>
                  </a:lnTo>
                  <a:lnTo>
                    <a:pt x="34372" y="106489"/>
                  </a:lnTo>
                  <a:lnTo>
                    <a:pt x="34474" y="106401"/>
                  </a:lnTo>
                  <a:lnTo>
                    <a:pt x="34474" y="106357"/>
                  </a:lnTo>
                  <a:lnTo>
                    <a:pt x="34440" y="106313"/>
                  </a:lnTo>
                  <a:lnTo>
                    <a:pt x="34406" y="106291"/>
                  </a:lnTo>
                  <a:lnTo>
                    <a:pt x="34372" y="106313"/>
                  </a:lnTo>
                  <a:lnTo>
                    <a:pt x="34338" y="106313"/>
                  </a:lnTo>
                  <a:lnTo>
                    <a:pt x="34237" y="106313"/>
                  </a:lnTo>
                  <a:lnTo>
                    <a:pt x="34203" y="106335"/>
                  </a:lnTo>
                  <a:lnTo>
                    <a:pt x="34135" y="106379"/>
                  </a:lnTo>
                  <a:lnTo>
                    <a:pt x="34068" y="106379"/>
                  </a:lnTo>
                  <a:lnTo>
                    <a:pt x="34034" y="106401"/>
                  </a:lnTo>
                  <a:lnTo>
                    <a:pt x="34000" y="106445"/>
                  </a:lnTo>
                  <a:lnTo>
                    <a:pt x="33966" y="106489"/>
                  </a:lnTo>
                  <a:lnTo>
                    <a:pt x="33899" y="106510"/>
                  </a:lnTo>
                  <a:lnTo>
                    <a:pt x="33865" y="106532"/>
                  </a:lnTo>
                  <a:lnTo>
                    <a:pt x="33865" y="106554"/>
                  </a:lnTo>
                  <a:lnTo>
                    <a:pt x="33831" y="106576"/>
                  </a:lnTo>
                  <a:lnTo>
                    <a:pt x="33797" y="106576"/>
                  </a:lnTo>
                  <a:lnTo>
                    <a:pt x="33797" y="106598"/>
                  </a:lnTo>
                  <a:lnTo>
                    <a:pt x="33797" y="106642"/>
                  </a:lnTo>
                  <a:lnTo>
                    <a:pt x="33899" y="106708"/>
                  </a:lnTo>
                  <a:close/>
                  <a:moveTo>
                    <a:pt x="45131" y="108656"/>
                  </a:moveTo>
                  <a:lnTo>
                    <a:pt x="45164" y="108722"/>
                  </a:lnTo>
                  <a:lnTo>
                    <a:pt x="45266" y="108656"/>
                  </a:lnTo>
                  <a:lnTo>
                    <a:pt x="45300" y="108481"/>
                  </a:lnTo>
                  <a:lnTo>
                    <a:pt x="45334" y="108350"/>
                  </a:lnTo>
                  <a:lnTo>
                    <a:pt x="45300" y="108328"/>
                  </a:lnTo>
                  <a:lnTo>
                    <a:pt x="45198" y="108328"/>
                  </a:lnTo>
                  <a:lnTo>
                    <a:pt x="45164" y="108306"/>
                  </a:lnTo>
                  <a:lnTo>
                    <a:pt x="45164" y="108306"/>
                  </a:lnTo>
                  <a:lnTo>
                    <a:pt x="45097" y="108306"/>
                  </a:lnTo>
                  <a:lnTo>
                    <a:pt x="45063" y="108350"/>
                  </a:lnTo>
                  <a:lnTo>
                    <a:pt x="45097" y="108372"/>
                  </a:lnTo>
                  <a:lnTo>
                    <a:pt x="45097" y="108437"/>
                  </a:lnTo>
                  <a:lnTo>
                    <a:pt x="45063" y="108459"/>
                  </a:lnTo>
                  <a:lnTo>
                    <a:pt x="45063" y="108503"/>
                  </a:lnTo>
                  <a:lnTo>
                    <a:pt x="45063" y="108569"/>
                  </a:lnTo>
                  <a:lnTo>
                    <a:pt x="45097" y="108635"/>
                  </a:lnTo>
                  <a:lnTo>
                    <a:pt x="45131" y="108656"/>
                  </a:lnTo>
                  <a:close/>
                  <a:moveTo>
                    <a:pt x="45198" y="108284"/>
                  </a:moveTo>
                  <a:lnTo>
                    <a:pt x="45266" y="108262"/>
                  </a:lnTo>
                  <a:lnTo>
                    <a:pt x="45266" y="108218"/>
                  </a:lnTo>
                  <a:lnTo>
                    <a:pt x="45131" y="108000"/>
                  </a:lnTo>
                  <a:lnTo>
                    <a:pt x="45097" y="108000"/>
                  </a:lnTo>
                  <a:lnTo>
                    <a:pt x="45063" y="108000"/>
                  </a:lnTo>
                  <a:lnTo>
                    <a:pt x="45029" y="108021"/>
                  </a:lnTo>
                  <a:lnTo>
                    <a:pt x="44995" y="108021"/>
                  </a:lnTo>
                  <a:lnTo>
                    <a:pt x="44961" y="107956"/>
                  </a:lnTo>
                  <a:lnTo>
                    <a:pt x="44928" y="108021"/>
                  </a:lnTo>
                  <a:lnTo>
                    <a:pt x="44928" y="108131"/>
                  </a:lnTo>
                  <a:lnTo>
                    <a:pt x="44928" y="108240"/>
                  </a:lnTo>
                  <a:lnTo>
                    <a:pt x="44961" y="108284"/>
                  </a:lnTo>
                  <a:lnTo>
                    <a:pt x="44995" y="108306"/>
                  </a:lnTo>
                  <a:lnTo>
                    <a:pt x="44995" y="108328"/>
                  </a:lnTo>
                  <a:lnTo>
                    <a:pt x="44995" y="108372"/>
                  </a:lnTo>
                  <a:lnTo>
                    <a:pt x="44995" y="108372"/>
                  </a:lnTo>
                  <a:lnTo>
                    <a:pt x="45029" y="108372"/>
                  </a:lnTo>
                  <a:lnTo>
                    <a:pt x="45063" y="108328"/>
                  </a:lnTo>
                  <a:lnTo>
                    <a:pt x="45063" y="108284"/>
                  </a:lnTo>
                  <a:lnTo>
                    <a:pt x="45063" y="108284"/>
                  </a:lnTo>
                  <a:lnTo>
                    <a:pt x="45198" y="108284"/>
                  </a:lnTo>
                  <a:close/>
                  <a:moveTo>
                    <a:pt x="26016" y="98846"/>
                  </a:moveTo>
                  <a:lnTo>
                    <a:pt x="26084" y="98868"/>
                  </a:lnTo>
                  <a:lnTo>
                    <a:pt x="26219" y="98868"/>
                  </a:lnTo>
                  <a:lnTo>
                    <a:pt x="26388" y="98737"/>
                  </a:lnTo>
                  <a:lnTo>
                    <a:pt x="26422" y="98715"/>
                  </a:lnTo>
                  <a:lnTo>
                    <a:pt x="26456" y="98715"/>
                  </a:lnTo>
                  <a:lnTo>
                    <a:pt x="26489" y="98693"/>
                  </a:lnTo>
                  <a:lnTo>
                    <a:pt x="26591" y="98627"/>
                  </a:lnTo>
                  <a:lnTo>
                    <a:pt x="26659" y="98605"/>
                  </a:lnTo>
                  <a:lnTo>
                    <a:pt x="26692" y="98583"/>
                  </a:lnTo>
                  <a:lnTo>
                    <a:pt x="26692" y="98540"/>
                  </a:lnTo>
                  <a:lnTo>
                    <a:pt x="26557" y="98408"/>
                  </a:lnTo>
                  <a:lnTo>
                    <a:pt x="26489" y="98364"/>
                  </a:lnTo>
                  <a:lnTo>
                    <a:pt x="26422" y="98343"/>
                  </a:lnTo>
                  <a:lnTo>
                    <a:pt x="26388" y="98386"/>
                  </a:lnTo>
                  <a:lnTo>
                    <a:pt x="26320" y="98430"/>
                  </a:lnTo>
                  <a:lnTo>
                    <a:pt x="26320" y="98474"/>
                  </a:lnTo>
                  <a:lnTo>
                    <a:pt x="26219" y="98518"/>
                  </a:lnTo>
                  <a:lnTo>
                    <a:pt x="26117" y="98518"/>
                  </a:lnTo>
                  <a:lnTo>
                    <a:pt x="26084" y="98540"/>
                  </a:lnTo>
                  <a:lnTo>
                    <a:pt x="26084" y="98562"/>
                  </a:lnTo>
                  <a:lnTo>
                    <a:pt x="26050" y="98583"/>
                  </a:lnTo>
                  <a:lnTo>
                    <a:pt x="25982" y="98605"/>
                  </a:lnTo>
                  <a:lnTo>
                    <a:pt x="25914" y="98649"/>
                  </a:lnTo>
                  <a:lnTo>
                    <a:pt x="26117" y="98737"/>
                  </a:lnTo>
                  <a:lnTo>
                    <a:pt x="26151" y="98737"/>
                  </a:lnTo>
                  <a:lnTo>
                    <a:pt x="26253" y="98715"/>
                  </a:lnTo>
                  <a:lnTo>
                    <a:pt x="26320" y="98649"/>
                  </a:lnTo>
                  <a:lnTo>
                    <a:pt x="26354" y="98627"/>
                  </a:lnTo>
                  <a:lnTo>
                    <a:pt x="26253" y="98715"/>
                  </a:lnTo>
                  <a:lnTo>
                    <a:pt x="26016" y="98846"/>
                  </a:lnTo>
                  <a:close/>
                  <a:moveTo>
                    <a:pt x="28452" y="91116"/>
                  </a:moveTo>
                  <a:lnTo>
                    <a:pt x="28384" y="91160"/>
                  </a:lnTo>
                  <a:lnTo>
                    <a:pt x="28384" y="91204"/>
                  </a:lnTo>
                  <a:lnTo>
                    <a:pt x="28418" y="91270"/>
                  </a:lnTo>
                  <a:lnTo>
                    <a:pt x="28486" y="91335"/>
                  </a:lnTo>
                  <a:lnTo>
                    <a:pt x="28824" y="91445"/>
                  </a:lnTo>
                  <a:lnTo>
                    <a:pt x="28892" y="91445"/>
                  </a:lnTo>
                  <a:lnTo>
                    <a:pt x="28993" y="91423"/>
                  </a:lnTo>
                  <a:lnTo>
                    <a:pt x="28993" y="91379"/>
                  </a:lnTo>
                  <a:lnTo>
                    <a:pt x="28959" y="91357"/>
                  </a:lnTo>
                  <a:lnTo>
                    <a:pt x="28959" y="91291"/>
                  </a:lnTo>
                  <a:lnTo>
                    <a:pt x="28959" y="91270"/>
                  </a:lnTo>
                  <a:lnTo>
                    <a:pt x="28756" y="91182"/>
                  </a:lnTo>
                  <a:lnTo>
                    <a:pt x="28722" y="91160"/>
                  </a:lnTo>
                  <a:lnTo>
                    <a:pt x="28722" y="91160"/>
                  </a:lnTo>
                  <a:lnTo>
                    <a:pt x="28689" y="91160"/>
                  </a:lnTo>
                  <a:lnTo>
                    <a:pt x="28689" y="91138"/>
                  </a:lnTo>
                  <a:lnTo>
                    <a:pt x="28689" y="91116"/>
                  </a:lnTo>
                  <a:lnTo>
                    <a:pt x="28655" y="91138"/>
                  </a:lnTo>
                  <a:lnTo>
                    <a:pt x="28553" y="91160"/>
                  </a:lnTo>
                  <a:lnTo>
                    <a:pt x="28553" y="91160"/>
                  </a:lnTo>
                  <a:lnTo>
                    <a:pt x="28553" y="91138"/>
                  </a:lnTo>
                  <a:lnTo>
                    <a:pt x="28519" y="91116"/>
                  </a:lnTo>
                  <a:lnTo>
                    <a:pt x="28486" y="91116"/>
                  </a:lnTo>
                  <a:lnTo>
                    <a:pt x="28452" y="91116"/>
                  </a:lnTo>
                  <a:close/>
                  <a:moveTo>
                    <a:pt x="30042" y="89912"/>
                  </a:moveTo>
                  <a:lnTo>
                    <a:pt x="29906" y="89868"/>
                  </a:lnTo>
                  <a:lnTo>
                    <a:pt x="29839" y="89868"/>
                  </a:lnTo>
                  <a:lnTo>
                    <a:pt x="29670" y="89912"/>
                  </a:lnTo>
                  <a:lnTo>
                    <a:pt x="29568" y="89934"/>
                  </a:lnTo>
                  <a:lnTo>
                    <a:pt x="29568" y="89956"/>
                  </a:lnTo>
                  <a:lnTo>
                    <a:pt x="29568" y="89978"/>
                  </a:lnTo>
                  <a:lnTo>
                    <a:pt x="29568" y="90000"/>
                  </a:lnTo>
                  <a:lnTo>
                    <a:pt x="29737" y="90109"/>
                  </a:lnTo>
                  <a:lnTo>
                    <a:pt x="29906" y="90109"/>
                  </a:lnTo>
                  <a:lnTo>
                    <a:pt x="29974" y="90087"/>
                  </a:lnTo>
                  <a:lnTo>
                    <a:pt x="30008" y="90065"/>
                  </a:lnTo>
                  <a:lnTo>
                    <a:pt x="29974" y="90087"/>
                  </a:lnTo>
                  <a:lnTo>
                    <a:pt x="29906" y="90109"/>
                  </a:lnTo>
                  <a:lnTo>
                    <a:pt x="29974" y="90131"/>
                  </a:lnTo>
                  <a:lnTo>
                    <a:pt x="30177" y="90087"/>
                  </a:lnTo>
                  <a:lnTo>
                    <a:pt x="30211" y="90043"/>
                  </a:lnTo>
                  <a:lnTo>
                    <a:pt x="30177" y="90000"/>
                  </a:lnTo>
                  <a:lnTo>
                    <a:pt x="30109" y="90043"/>
                  </a:lnTo>
                  <a:lnTo>
                    <a:pt x="30109" y="89956"/>
                  </a:lnTo>
                  <a:lnTo>
                    <a:pt x="30042" y="89912"/>
                  </a:lnTo>
                  <a:close/>
                  <a:moveTo>
                    <a:pt x="28553" y="88861"/>
                  </a:moveTo>
                  <a:lnTo>
                    <a:pt x="28519" y="88883"/>
                  </a:lnTo>
                  <a:lnTo>
                    <a:pt x="28587" y="88970"/>
                  </a:lnTo>
                  <a:lnTo>
                    <a:pt x="28892" y="89036"/>
                  </a:lnTo>
                  <a:lnTo>
                    <a:pt x="28993" y="89036"/>
                  </a:lnTo>
                  <a:lnTo>
                    <a:pt x="29230" y="89102"/>
                  </a:lnTo>
                  <a:lnTo>
                    <a:pt x="29433" y="89080"/>
                  </a:lnTo>
                  <a:lnTo>
                    <a:pt x="29771" y="89102"/>
                  </a:lnTo>
                  <a:lnTo>
                    <a:pt x="29873" y="89102"/>
                  </a:lnTo>
                  <a:lnTo>
                    <a:pt x="29906" y="89058"/>
                  </a:lnTo>
                  <a:lnTo>
                    <a:pt x="29873" y="88992"/>
                  </a:lnTo>
                  <a:lnTo>
                    <a:pt x="29805" y="88883"/>
                  </a:lnTo>
                  <a:lnTo>
                    <a:pt x="29500" y="88751"/>
                  </a:lnTo>
                  <a:lnTo>
                    <a:pt x="29433" y="88751"/>
                  </a:lnTo>
                  <a:lnTo>
                    <a:pt x="29365" y="88751"/>
                  </a:lnTo>
                  <a:lnTo>
                    <a:pt x="29196" y="88708"/>
                  </a:lnTo>
                  <a:lnTo>
                    <a:pt x="28993" y="88773"/>
                  </a:lnTo>
                  <a:lnTo>
                    <a:pt x="28858" y="88795"/>
                  </a:lnTo>
                  <a:lnTo>
                    <a:pt x="28858" y="88817"/>
                  </a:lnTo>
                  <a:lnTo>
                    <a:pt x="28892" y="88839"/>
                  </a:lnTo>
                  <a:lnTo>
                    <a:pt x="28858" y="88861"/>
                  </a:lnTo>
                  <a:lnTo>
                    <a:pt x="28892" y="88905"/>
                  </a:lnTo>
                  <a:lnTo>
                    <a:pt x="28993" y="88970"/>
                  </a:lnTo>
                  <a:lnTo>
                    <a:pt x="28689" y="88861"/>
                  </a:lnTo>
                  <a:lnTo>
                    <a:pt x="28553" y="88861"/>
                  </a:lnTo>
                  <a:close/>
                  <a:moveTo>
                    <a:pt x="4195" y="65890"/>
                  </a:moveTo>
                  <a:lnTo>
                    <a:pt x="4195" y="65912"/>
                  </a:lnTo>
                  <a:lnTo>
                    <a:pt x="4296" y="66065"/>
                  </a:lnTo>
                  <a:lnTo>
                    <a:pt x="5040" y="66284"/>
                  </a:lnTo>
                  <a:lnTo>
                    <a:pt x="5108" y="66197"/>
                  </a:lnTo>
                  <a:lnTo>
                    <a:pt x="5108" y="66131"/>
                  </a:lnTo>
                  <a:lnTo>
                    <a:pt x="5040" y="66043"/>
                  </a:lnTo>
                  <a:lnTo>
                    <a:pt x="4228" y="65846"/>
                  </a:lnTo>
                  <a:lnTo>
                    <a:pt x="4195" y="65890"/>
                  </a:lnTo>
                  <a:close/>
                  <a:moveTo>
                    <a:pt x="5819" y="67992"/>
                  </a:moveTo>
                  <a:lnTo>
                    <a:pt x="5785" y="67927"/>
                  </a:lnTo>
                  <a:lnTo>
                    <a:pt x="5649" y="67992"/>
                  </a:lnTo>
                  <a:lnTo>
                    <a:pt x="5616" y="67992"/>
                  </a:lnTo>
                  <a:lnTo>
                    <a:pt x="5582" y="67992"/>
                  </a:lnTo>
                  <a:lnTo>
                    <a:pt x="5548" y="67992"/>
                  </a:lnTo>
                  <a:lnTo>
                    <a:pt x="5548" y="67970"/>
                  </a:lnTo>
                  <a:lnTo>
                    <a:pt x="5514" y="68014"/>
                  </a:lnTo>
                  <a:lnTo>
                    <a:pt x="5446" y="67992"/>
                  </a:lnTo>
                  <a:lnTo>
                    <a:pt x="5413" y="67992"/>
                  </a:lnTo>
                  <a:lnTo>
                    <a:pt x="5379" y="67970"/>
                  </a:lnTo>
                  <a:lnTo>
                    <a:pt x="5311" y="67992"/>
                  </a:lnTo>
                  <a:lnTo>
                    <a:pt x="5277" y="67992"/>
                  </a:lnTo>
                  <a:lnTo>
                    <a:pt x="5210" y="67992"/>
                  </a:lnTo>
                  <a:lnTo>
                    <a:pt x="5210" y="68058"/>
                  </a:lnTo>
                  <a:lnTo>
                    <a:pt x="5311" y="68102"/>
                  </a:lnTo>
                  <a:lnTo>
                    <a:pt x="5413" y="68145"/>
                  </a:lnTo>
                  <a:lnTo>
                    <a:pt x="5413" y="68145"/>
                  </a:lnTo>
                  <a:lnTo>
                    <a:pt x="5446" y="68189"/>
                  </a:lnTo>
                  <a:lnTo>
                    <a:pt x="5446" y="68233"/>
                  </a:lnTo>
                  <a:lnTo>
                    <a:pt x="5751" y="68233"/>
                  </a:lnTo>
                  <a:lnTo>
                    <a:pt x="5819" y="68233"/>
                  </a:lnTo>
                  <a:lnTo>
                    <a:pt x="5819" y="68189"/>
                  </a:lnTo>
                  <a:lnTo>
                    <a:pt x="5852" y="68124"/>
                  </a:lnTo>
                  <a:lnTo>
                    <a:pt x="5819" y="68036"/>
                  </a:lnTo>
                  <a:lnTo>
                    <a:pt x="5819" y="67992"/>
                  </a:lnTo>
                  <a:close/>
                  <a:moveTo>
                    <a:pt x="6394" y="65518"/>
                  </a:moveTo>
                  <a:lnTo>
                    <a:pt x="6326" y="65496"/>
                  </a:lnTo>
                  <a:lnTo>
                    <a:pt x="6258" y="65496"/>
                  </a:lnTo>
                  <a:lnTo>
                    <a:pt x="6191" y="65518"/>
                  </a:lnTo>
                  <a:lnTo>
                    <a:pt x="6123" y="65496"/>
                  </a:lnTo>
                  <a:lnTo>
                    <a:pt x="6123" y="65583"/>
                  </a:lnTo>
                  <a:lnTo>
                    <a:pt x="6224" y="65627"/>
                  </a:lnTo>
                  <a:lnTo>
                    <a:pt x="6292" y="65627"/>
                  </a:lnTo>
                  <a:lnTo>
                    <a:pt x="6292" y="65605"/>
                  </a:lnTo>
                  <a:lnTo>
                    <a:pt x="6326" y="65605"/>
                  </a:lnTo>
                  <a:lnTo>
                    <a:pt x="6427" y="65583"/>
                  </a:lnTo>
                  <a:lnTo>
                    <a:pt x="6495" y="65540"/>
                  </a:lnTo>
                  <a:lnTo>
                    <a:pt x="6461" y="65540"/>
                  </a:lnTo>
                  <a:lnTo>
                    <a:pt x="6394" y="65518"/>
                  </a:lnTo>
                  <a:close/>
                  <a:moveTo>
                    <a:pt x="169" y="57744"/>
                  </a:moveTo>
                  <a:lnTo>
                    <a:pt x="135" y="57722"/>
                  </a:lnTo>
                  <a:lnTo>
                    <a:pt x="135" y="57722"/>
                  </a:lnTo>
                  <a:lnTo>
                    <a:pt x="101" y="57678"/>
                  </a:lnTo>
                  <a:lnTo>
                    <a:pt x="101" y="57656"/>
                  </a:lnTo>
                  <a:lnTo>
                    <a:pt x="67" y="57678"/>
                  </a:lnTo>
                  <a:lnTo>
                    <a:pt x="67" y="57700"/>
                  </a:lnTo>
                  <a:lnTo>
                    <a:pt x="67" y="57700"/>
                  </a:lnTo>
                  <a:lnTo>
                    <a:pt x="0" y="57722"/>
                  </a:lnTo>
                  <a:lnTo>
                    <a:pt x="0" y="57744"/>
                  </a:lnTo>
                  <a:lnTo>
                    <a:pt x="67" y="57744"/>
                  </a:lnTo>
                  <a:lnTo>
                    <a:pt x="101" y="57810"/>
                  </a:lnTo>
                  <a:lnTo>
                    <a:pt x="135" y="57810"/>
                  </a:lnTo>
                  <a:lnTo>
                    <a:pt x="135" y="57854"/>
                  </a:lnTo>
                  <a:lnTo>
                    <a:pt x="169" y="57854"/>
                  </a:lnTo>
                  <a:lnTo>
                    <a:pt x="135" y="57875"/>
                  </a:lnTo>
                  <a:lnTo>
                    <a:pt x="135" y="57919"/>
                  </a:lnTo>
                  <a:lnTo>
                    <a:pt x="135" y="57963"/>
                  </a:lnTo>
                  <a:lnTo>
                    <a:pt x="304" y="57985"/>
                  </a:lnTo>
                  <a:lnTo>
                    <a:pt x="270" y="57854"/>
                  </a:lnTo>
                  <a:lnTo>
                    <a:pt x="169" y="57744"/>
                  </a:lnTo>
                  <a:close/>
                  <a:moveTo>
                    <a:pt x="981" y="54722"/>
                  </a:moveTo>
                  <a:lnTo>
                    <a:pt x="1082" y="54678"/>
                  </a:lnTo>
                  <a:lnTo>
                    <a:pt x="1116" y="54678"/>
                  </a:lnTo>
                  <a:lnTo>
                    <a:pt x="1184" y="54656"/>
                  </a:lnTo>
                  <a:lnTo>
                    <a:pt x="1217" y="54635"/>
                  </a:lnTo>
                  <a:lnTo>
                    <a:pt x="1217" y="54613"/>
                  </a:lnTo>
                  <a:lnTo>
                    <a:pt x="1184" y="54569"/>
                  </a:lnTo>
                  <a:lnTo>
                    <a:pt x="1184" y="54525"/>
                  </a:lnTo>
                  <a:lnTo>
                    <a:pt x="1184" y="54503"/>
                  </a:lnTo>
                  <a:lnTo>
                    <a:pt x="1116" y="54525"/>
                  </a:lnTo>
                  <a:lnTo>
                    <a:pt x="1082" y="54525"/>
                  </a:lnTo>
                  <a:lnTo>
                    <a:pt x="1014" y="54481"/>
                  </a:lnTo>
                  <a:lnTo>
                    <a:pt x="981" y="54481"/>
                  </a:lnTo>
                  <a:lnTo>
                    <a:pt x="947" y="54503"/>
                  </a:lnTo>
                  <a:lnTo>
                    <a:pt x="947" y="54525"/>
                  </a:lnTo>
                  <a:lnTo>
                    <a:pt x="947" y="54525"/>
                  </a:lnTo>
                  <a:lnTo>
                    <a:pt x="913" y="54569"/>
                  </a:lnTo>
                  <a:lnTo>
                    <a:pt x="913" y="54613"/>
                  </a:lnTo>
                  <a:lnTo>
                    <a:pt x="913" y="54635"/>
                  </a:lnTo>
                  <a:lnTo>
                    <a:pt x="947" y="54678"/>
                  </a:lnTo>
                  <a:lnTo>
                    <a:pt x="981" y="54722"/>
                  </a:lnTo>
                  <a:close/>
                  <a:moveTo>
                    <a:pt x="46112" y="111591"/>
                  </a:moveTo>
                  <a:lnTo>
                    <a:pt x="46010" y="111547"/>
                  </a:lnTo>
                  <a:lnTo>
                    <a:pt x="45976" y="111525"/>
                  </a:lnTo>
                  <a:lnTo>
                    <a:pt x="45976" y="111569"/>
                  </a:lnTo>
                  <a:lnTo>
                    <a:pt x="46010" y="111591"/>
                  </a:lnTo>
                  <a:lnTo>
                    <a:pt x="46044" y="111613"/>
                  </a:lnTo>
                  <a:lnTo>
                    <a:pt x="46078" y="111678"/>
                  </a:lnTo>
                  <a:lnTo>
                    <a:pt x="46078" y="111722"/>
                  </a:lnTo>
                  <a:lnTo>
                    <a:pt x="46044" y="111722"/>
                  </a:lnTo>
                  <a:lnTo>
                    <a:pt x="46044" y="111700"/>
                  </a:lnTo>
                  <a:lnTo>
                    <a:pt x="46044" y="111744"/>
                  </a:lnTo>
                  <a:lnTo>
                    <a:pt x="46044" y="111788"/>
                  </a:lnTo>
                  <a:lnTo>
                    <a:pt x="46044" y="111788"/>
                  </a:lnTo>
                  <a:lnTo>
                    <a:pt x="46078" y="111788"/>
                  </a:lnTo>
                  <a:lnTo>
                    <a:pt x="46179" y="111766"/>
                  </a:lnTo>
                  <a:lnTo>
                    <a:pt x="46179" y="111678"/>
                  </a:lnTo>
                  <a:lnTo>
                    <a:pt x="46146" y="111678"/>
                  </a:lnTo>
                  <a:lnTo>
                    <a:pt x="46112" y="111591"/>
                  </a:lnTo>
                  <a:close/>
                  <a:moveTo>
                    <a:pt x="46924" y="110759"/>
                  </a:moveTo>
                  <a:lnTo>
                    <a:pt x="46788" y="110737"/>
                  </a:lnTo>
                  <a:lnTo>
                    <a:pt x="46755" y="110715"/>
                  </a:lnTo>
                  <a:lnTo>
                    <a:pt x="46755" y="110737"/>
                  </a:lnTo>
                  <a:lnTo>
                    <a:pt x="46755" y="110759"/>
                  </a:lnTo>
                  <a:lnTo>
                    <a:pt x="46687" y="110824"/>
                  </a:lnTo>
                  <a:lnTo>
                    <a:pt x="46687" y="110846"/>
                  </a:lnTo>
                  <a:lnTo>
                    <a:pt x="46721" y="110934"/>
                  </a:lnTo>
                  <a:lnTo>
                    <a:pt x="46822" y="111021"/>
                  </a:lnTo>
                  <a:lnTo>
                    <a:pt x="46856" y="111021"/>
                  </a:lnTo>
                  <a:lnTo>
                    <a:pt x="46856" y="111021"/>
                  </a:lnTo>
                  <a:lnTo>
                    <a:pt x="46856" y="110978"/>
                  </a:lnTo>
                  <a:lnTo>
                    <a:pt x="46924" y="110978"/>
                  </a:lnTo>
                  <a:lnTo>
                    <a:pt x="46991" y="110890"/>
                  </a:lnTo>
                  <a:lnTo>
                    <a:pt x="46957" y="110846"/>
                  </a:lnTo>
                  <a:lnTo>
                    <a:pt x="46924" y="110759"/>
                  </a:lnTo>
                  <a:close/>
                  <a:moveTo>
                    <a:pt x="46349" y="110802"/>
                  </a:moveTo>
                  <a:lnTo>
                    <a:pt x="46382" y="110802"/>
                  </a:lnTo>
                  <a:lnTo>
                    <a:pt x="46382" y="110759"/>
                  </a:lnTo>
                  <a:lnTo>
                    <a:pt x="46416" y="110737"/>
                  </a:lnTo>
                  <a:lnTo>
                    <a:pt x="46484" y="110715"/>
                  </a:lnTo>
                  <a:lnTo>
                    <a:pt x="46484" y="110671"/>
                  </a:lnTo>
                  <a:lnTo>
                    <a:pt x="46484" y="110649"/>
                  </a:lnTo>
                  <a:lnTo>
                    <a:pt x="46416" y="110649"/>
                  </a:lnTo>
                  <a:lnTo>
                    <a:pt x="46416" y="110627"/>
                  </a:lnTo>
                  <a:lnTo>
                    <a:pt x="46382" y="110671"/>
                  </a:lnTo>
                  <a:lnTo>
                    <a:pt x="46315" y="110671"/>
                  </a:lnTo>
                  <a:lnTo>
                    <a:pt x="46281" y="110693"/>
                  </a:lnTo>
                  <a:lnTo>
                    <a:pt x="46315" y="110737"/>
                  </a:lnTo>
                  <a:lnTo>
                    <a:pt x="46349" y="110802"/>
                  </a:lnTo>
                  <a:lnTo>
                    <a:pt x="46349" y="110802"/>
                  </a:lnTo>
                  <a:close/>
                  <a:moveTo>
                    <a:pt x="46788" y="110036"/>
                  </a:moveTo>
                  <a:lnTo>
                    <a:pt x="46822" y="110014"/>
                  </a:lnTo>
                  <a:lnTo>
                    <a:pt x="46856" y="109992"/>
                  </a:lnTo>
                  <a:lnTo>
                    <a:pt x="46924" y="109992"/>
                  </a:lnTo>
                  <a:lnTo>
                    <a:pt x="46924" y="109905"/>
                  </a:lnTo>
                  <a:lnTo>
                    <a:pt x="46788" y="109839"/>
                  </a:lnTo>
                  <a:lnTo>
                    <a:pt x="46755" y="109817"/>
                  </a:lnTo>
                  <a:lnTo>
                    <a:pt x="46721" y="109773"/>
                  </a:lnTo>
                  <a:lnTo>
                    <a:pt x="46619" y="109773"/>
                  </a:lnTo>
                  <a:lnTo>
                    <a:pt x="46653" y="109795"/>
                  </a:lnTo>
                  <a:lnTo>
                    <a:pt x="46619" y="109773"/>
                  </a:lnTo>
                  <a:lnTo>
                    <a:pt x="46585" y="109817"/>
                  </a:lnTo>
                  <a:lnTo>
                    <a:pt x="46585" y="109839"/>
                  </a:lnTo>
                  <a:lnTo>
                    <a:pt x="46585" y="109839"/>
                  </a:lnTo>
                  <a:lnTo>
                    <a:pt x="46585" y="109948"/>
                  </a:lnTo>
                  <a:lnTo>
                    <a:pt x="46619" y="109970"/>
                  </a:lnTo>
                  <a:lnTo>
                    <a:pt x="46653" y="110014"/>
                  </a:lnTo>
                  <a:lnTo>
                    <a:pt x="46687" y="110058"/>
                  </a:lnTo>
                  <a:lnTo>
                    <a:pt x="46721" y="110058"/>
                  </a:lnTo>
                  <a:lnTo>
                    <a:pt x="46755" y="110080"/>
                  </a:lnTo>
                  <a:lnTo>
                    <a:pt x="46755" y="110058"/>
                  </a:lnTo>
                  <a:lnTo>
                    <a:pt x="46721" y="110014"/>
                  </a:lnTo>
                  <a:lnTo>
                    <a:pt x="46755" y="110014"/>
                  </a:lnTo>
                  <a:lnTo>
                    <a:pt x="46788" y="110036"/>
                  </a:lnTo>
                  <a:close/>
                  <a:moveTo>
                    <a:pt x="32951" y="106861"/>
                  </a:moveTo>
                  <a:lnTo>
                    <a:pt x="32884" y="106861"/>
                  </a:lnTo>
                  <a:lnTo>
                    <a:pt x="32884" y="106948"/>
                  </a:lnTo>
                  <a:lnTo>
                    <a:pt x="32951" y="106970"/>
                  </a:lnTo>
                  <a:lnTo>
                    <a:pt x="32951" y="107014"/>
                  </a:lnTo>
                  <a:lnTo>
                    <a:pt x="32985" y="107036"/>
                  </a:lnTo>
                  <a:lnTo>
                    <a:pt x="32985" y="107014"/>
                  </a:lnTo>
                  <a:lnTo>
                    <a:pt x="32985" y="106992"/>
                  </a:lnTo>
                  <a:lnTo>
                    <a:pt x="33053" y="106948"/>
                  </a:lnTo>
                  <a:lnTo>
                    <a:pt x="33019" y="106905"/>
                  </a:lnTo>
                  <a:lnTo>
                    <a:pt x="32951" y="106861"/>
                  </a:lnTo>
                  <a:close/>
                  <a:moveTo>
                    <a:pt x="32241" y="106445"/>
                  </a:moveTo>
                  <a:lnTo>
                    <a:pt x="32241" y="106489"/>
                  </a:lnTo>
                  <a:lnTo>
                    <a:pt x="32241" y="106510"/>
                  </a:lnTo>
                  <a:lnTo>
                    <a:pt x="32173" y="106510"/>
                  </a:lnTo>
                  <a:lnTo>
                    <a:pt x="32173" y="106576"/>
                  </a:lnTo>
                  <a:lnTo>
                    <a:pt x="32207" y="106598"/>
                  </a:lnTo>
                  <a:lnTo>
                    <a:pt x="32342" y="106598"/>
                  </a:lnTo>
                  <a:lnTo>
                    <a:pt x="32342" y="106554"/>
                  </a:lnTo>
                  <a:lnTo>
                    <a:pt x="32308" y="106489"/>
                  </a:lnTo>
                  <a:lnTo>
                    <a:pt x="32241" y="106445"/>
                  </a:lnTo>
                  <a:close/>
                  <a:moveTo>
                    <a:pt x="32038" y="106182"/>
                  </a:moveTo>
                  <a:lnTo>
                    <a:pt x="32072" y="106270"/>
                  </a:lnTo>
                  <a:lnTo>
                    <a:pt x="32072" y="106270"/>
                  </a:lnTo>
                  <a:lnTo>
                    <a:pt x="32072" y="106291"/>
                  </a:lnTo>
                  <a:lnTo>
                    <a:pt x="32106" y="106313"/>
                  </a:lnTo>
                  <a:lnTo>
                    <a:pt x="32106" y="106335"/>
                  </a:lnTo>
                  <a:lnTo>
                    <a:pt x="32106" y="106335"/>
                  </a:lnTo>
                  <a:lnTo>
                    <a:pt x="32139" y="106335"/>
                  </a:lnTo>
                  <a:lnTo>
                    <a:pt x="32139" y="106291"/>
                  </a:lnTo>
                  <a:lnTo>
                    <a:pt x="32139" y="106226"/>
                  </a:lnTo>
                  <a:lnTo>
                    <a:pt x="32038" y="106182"/>
                  </a:lnTo>
                  <a:close/>
                  <a:moveTo>
                    <a:pt x="32647" y="106116"/>
                  </a:moveTo>
                  <a:lnTo>
                    <a:pt x="32545" y="106116"/>
                  </a:lnTo>
                  <a:lnTo>
                    <a:pt x="32545" y="106160"/>
                  </a:lnTo>
                  <a:lnTo>
                    <a:pt x="32545" y="106182"/>
                  </a:lnTo>
                  <a:lnTo>
                    <a:pt x="32579" y="106160"/>
                  </a:lnTo>
                  <a:lnTo>
                    <a:pt x="32647" y="106182"/>
                  </a:lnTo>
                  <a:lnTo>
                    <a:pt x="32647" y="106182"/>
                  </a:lnTo>
                  <a:lnTo>
                    <a:pt x="32579" y="106204"/>
                  </a:lnTo>
                  <a:lnTo>
                    <a:pt x="32511" y="106226"/>
                  </a:lnTo>
                  <a:lnTo>
                    <a:pt x="32545" y="106226"/>
                  </a:lnTo>
                  <a:lnTo>
                    <a:pt x="32579" y="106226"/>
                  </a:lnTo>
                  <a:lnTo>
                    <a:pt x="32647" y="106270"/>
                  </a:lnTo>
                  <a:lnTo>
                    <a:pt x="32714" y="106270"/>
                  </a:lnTo>
                  <a:lnTo>
                    <a:pt x="32748" y="106226"/>
                  </a:lnTo>
                  <a:lnTo>
                    <a:pt x="32714" y="106182"/>
                  </a:lnTo>
                  <a:lnTo>
                    <a:pt x="32647" y="106116"/>
                  </a:lnTo>
                  <a:close/>
                  <a:moveTo>
                    <a:pt x="32884" y="106226"/>
                  </a:moveTo>
                  <a:lnTo>
                    <a:pt x="32951" y="106226"/>
                  </a:lnTo>
                  <a:lnTo>
                    <a:pt x="32985" y="106204"/>
                  </a:lnTo>
                  <a:lnTo>
                    <a:pt x="32951" y="106226"/>
                  </a:lnTo>
                  <a:lnTo>
                    <a:pt x="33019" y="106291"/>
                  </a:lnTo>
                  <a:lnTo>
                    <a:pt x="33019" y="106270"/>
                  </a:lnTo>
                  <a:lnTo>
                    <a:pt x="32985" y="106226"/>
                  </a:lnTo>
                  <a:lnTo>
                    <a:pt x="33019" y="106226"/>
                  </a:lnTo>
                  <a:lnTo>
                    <a:pt x="33019" y="106204"/>
                  </a:lnTo>
                  <a:lnTo>
                    <a:pt x="32985" y="106182"/>
                  </a:lnTo>
                  <a:lnTo>
                    <a:pt x="32951" y="106160"/>
                  </a:lnTo>
                  <a:lnTo>
                    <a:pt x="32884" y="106116"/>
                  </a:lnTo>
                  <a:lnTo>
                    <a:pt x="32816" y="106116"/>
                  </a:lnTo>
                  <a:lnTo>
                    <a:pt x="32782" y="106072"/>
                  </a:lnTo>
                  <a:lnTo>
                    <a:pt x="32748" y="106051"/>
                  </a:lnTo>
                  <a:lnTo>
                    <a:pt x="32748" y="106072"/>
                  </a:lnTo>
                  <a:lnTo>
                    <a:pt x="32748" y="106094"/>
                  </a:lnTo>
                  <a:lnTo>
                    <a:pt x="32748" y="106138"/>
                  </a:lnTo>
                  <a:lnTo>
                    <a:pt x="32748" y="106138"/>
                  </a:lnTo>
                  <a:lnTo>
                    <a:pt x="32782" y="106160"/>
                  </a:lnTo>
                  <a:lnTo>
                    <a:pt x="32850" y="106160"/>
                  </a:lnTo>
                  <a:lnTo>
                    <a:pt x="32850" y="106182"/>
                  </a:lnTo>
                  <a:lnTo>
                    <a:pt x="32850" y="106182"/>
                  </a:lnTo>
                  <a:lnTo>
                    <a:pt x="32850" y="106160"/>
                  </a:lnTo>
                  <a:lnTo>
                    <a:pt x="32816" y="106160"/>
                  </a:lnTo>
                  <a:lnTo>
                    <a:pt x="32816" y="106204"/>
                  </a:lnTo>
                  <a:lnTo>
                    <a:pt x="32850" y="106204"/>
                  </a:lnTo>
                  <a:lnTo>
                    <a:pt x="32850" y="106226"/>
                  </a:lnTo>
                  <a:lnTo>
                    <a:pt x="32884" y="106270"/>
                  </a:lnTo>
                  <a:lnTo>
                    <a:pt x="32884" y="106226"/>
                  </a:lnTo>
                  <a:close/>
                  <a:moveTo>
                    <a:pt x="48277" y="105306"/>
                  </a:moveTo>
                  <a:lnTo>
                    <a:pt x="48175" y="105328"/>
                  </a:lnTo>
                  <a:lnTo>
                    <a:pt x="48040" y="105394"/>
                  </a:lnTo>
                  <a:lnTo>
                    <a:pt x="47939" y="105437"/>
                  </a:lnTo>
                  <a:lnTo>
                    <a:pt x="47837" y="105481"/>
                  </a:lnTo>
                  <a:lnTo>
                    <a:pt x="47837" y="105481"/>
                  </a:lnTo>
                  <a:lnTo>
                    <a:pt x="47905" y="105481"/>
                  </a:lnTo>
                  <a:lnTo>
                    <a:pt x="47939" y="105481"/>
                  </a:lnTo>
                  <a:lnTo>
                    <a:pt x="48074" y="105459"/>
                  </a:lnTo>
                  <a:lnTo>
                    <a:pt x="48243" y="105481"/>
                  </a:lnTo>
                  <a:lnTo>
                    <a:pt x="48277" y="105503"/>
                  </a:lnTo>
                  <a:lnTo>
                    <a:pt x="48378" y="105503"/>
                  </a:lnTo>
                  <a:lnTo>
                    <a:pt x="48412" y="105481"/>
                  </a:lnTo>
                  <a:lnTo>
                    <a:pt x="48412" y="105416"/>
                  </a:lnTo>
                  <a:lnTo>
                    <a:pt x="48311" y="105328"/>
                  </a:lnTo>
                  <a:lnTo>
                    <a:pt x="48277" y="105306"/>
                  </a:lnTo>
                  <a:close/>
                  <a:moveTo>
                    <a:pt x="44657" y="103905"/>
                  </a:moveTo>
                  <a:lnTo>
                    <a:pt x="44657" y="103927"/>
                  </a:lnTo>
                  <a:lnTo>
                    <a:pt x="44623" y="103927"/>
                  </a:lnTo>
                  <a:lnTo>
                    <a:pt x="44589" y="103948"/>
                  </a:lnTo>
                  <a:lnTo>
                    <a:pt x="44623" y="103970"/>
                  </a:lnTo>
                  <a:lnTo>
                    <a:pt x="44623" y="104036"/>
                  </a:lnTo>
                  <a:lnTo>
                    <a:pt x="44623" y="104124"/>
                  </a:lnTo>
                  <a:lnTo>
                    <a:pt x="44691" y="104167"/>
                  </a:lnTo>
                  <a:lnTo>
                    <a:pt x="44725" y="104167"/>
                  </a:lnTo>
                  <a:lnTo>
                    <a:pt x="44758" y="104167"/>
                  </a:lnTo>
                  <a:lnTo>
                    <a:pt x="44792" y="104145"/>
                  </a:lnTo>
                  <a:lnTo>
                    <a:pt x="44758" y="104145"/>
                  </a:lnTo>
                  <a:lnTo>
                    <a:pt x="44792" y="104124"/>
                  </a:lnTo>
                  <a:lnTo>
                    <a:pt x="44792" y="104124"/>
                  </a:lnTo>
                  <a:lnTo>
                    <a:pt x="44792" y="104102"/>
                  </a:lnTo>
                  <a:lnTo>
                    <a:pt x="44792" y="104102"/>
                  </a:lnTo>
                  <a:lnTo>
                    <a:pt x="44826" y="104058"/>
                  </a:lnTo>
                  <a:lnTo>
                    <a:pt x="44792" y="104014"/>
                  </a:lnTo>
                  <a:lnTo>
                    <a:pt x="44792" y="104014"/>
                  </a:lnTo>
                  <a:lnTo>
                    <a:pt x="44826" y="103992"/>
                  </a:lnTo>
                  <a:lnTo>
                    <a:pt x="44826" y="103970"/>
                  </a:lnTo>
                  <a:lnTo>
                    <a:pt x="44826" y="103970"/>
                  </a:lnTo>
                  <a:lnTo>
                    <a:pt x="44792" y="103905"/>
                  </a:lnTo>
                  <a:lnTo>
                    <a:pt x="44758" y="103817"/>
                  </a:lnTo>
                  <a:lnTo>
                    <a:pt x="44725" y="103795"/>
                  </a:lnTo>
                  <a:lnTo>
                    <a:pt x="44725" y="103795"/>
                  </a:lnTo>
                  <a:lnTo>
                    <a:pt x="44725" y="103773"/>
                  </a:lnTo>
                  <a:lnTo>
                    <a:pt x="44691" y="103795"/>
                  </a:lnTo>
                  <a:lnTo>
                    <a:pt x="44691" y="103817"/>
                  </a:lnTo>
                  <a:lnTo>
                    <a:pt x="44691" y="103817"/>
                  </a:lnTo>
                  <a:lnTo>
                    <a:pt x="44657" y="103839"/>
                  </a:lnTo>
                  <a:lnTo>
                    <a:pt x="44657" y="103905"/>
                  </a:lnTo>
                  <a:close/>
                  <a:moveTo>
                    <a:pt x="41037" y="100160"/>
                  </a:moveTo>
                  <a:lnTo>
                    <a:pt x="41105" y="100138"/>
                  </a:lnTo>
                  <a:lnTo>
                    <a:pt x="41274" y="100051"/>
                  </a:lnTo>
                  <a:lnTo>
                    <a:pt x="41206" y="99941"/>
                  </a:lnTo>
                  <a:lnTo>
                    <a:pt x="41172" y="99897"/>
                  </a:lnTo>
                  <a:lnTo>
                    <a:pt x="41138" y="99897"/>
                  </a:lnTo>
                  <a:lnTo>
                    <a:pt x="41003" y="99985"/>
                  </a:lnTo>
                  <a:lnTo>
                    <a:pt x="40868" y="100094"/>
                  </a:lnTo>
                  <a:lnTo>
                    <a:pt x="40868" y="100204"/>
                  </a:lnTo>
                  <a:lnTo>
                    <a:pt x="40969" y="100204"/>
                  </a:lnTo>
                  <a:lnTo>
                    <a:pt x="41037" y="100160"/>
                  </a:lnTo>
                  <a:close/>
                  <a:moveTo>
                    <a:pt x="39413" y="98693"/>
                  </a:moveTo>
                  <a:lnTo>
                    <a:pt x="39447" y="98715"/>
                  </a:lnTo>
                  <a:lnTo>
                    <a:pt x="39447" y="98781"/>
                  </a:lnTo>
                  <a:lnTo>
                    <a:pt x="39481" y="98802"/>
                  </a:lnTo>
                  <a:lnTo>
                    <a:pt x="39515" y="98824"/>
                  </a:lnTo>
                  <a:lnTo>
                    <a:pt x="39650" y="98846"/>
                  </a:lnTo>
                  <a:lnTo>
                    <a:pt x="39751" y="98759"/>
                  </a:lnTo>
                  <a:lnTo>
                    <a:pt x="39819" y="98737"/>
                  </a:lnTo>
                  <a:lnTo>
                    <a:pt x="39751" y="98627"/>
                  </a:lnTo>
                  <a:lnTo>
                    <a:pt x="39718" y="98605"/>
                  </a:lnTo>
                  <a:lnTo>
                    <a:pt x="39650" y="98605"/>
                  </a:lnTo>
                  <a:lnTo>
                    <a:pt x="39548" y="98562"/>
                  </a:lnTo>
                  <a:lnTo>
                    <a:pt x="39481" y="98540"/>
                  </a:lnTo>
                  <a:lnTo>
                    <a:pt x="39447" y="98496"/>
                  </a:lnTo>
                  <a:lnTo>
                    <a:pt x="39447" y="98518"/>
                  </a:lnTo>
                  <a:lnTo>
                    <a:pt x="39413" y="98540"/>
                  </a:lnTo>
                  <a:lnTo>
                    <a:pt x="39413" y="98540"/>
                  </a:lnTo>
                  <a:lnTo>
                    <a:pt x="39413" y="98627"/>
                  </a:lnTo>
                  <a:lnTo>
                    <a:pt x="39413" y="98693"/>
                  </a:lnTo>
                  <a:close/>
                  <a:moveTo>
                    <a:pt x="23411" y="87766"/>
                  </a:moveTo>
                  <a:lnTo>
                    <a:pt x="23478" y="87832"/>
                  </a:lnTo>
                  <a:lnTo>
                    <a:pt x="23512" y="87810"/>
                  </a:lnTo>
                  <a:lnTo>
                    <a:pt x="23546" y="87744"/>
                  </a:lnTo>
                  <a:lnTo>
                    <a:pt x="23546" y="87722"/>
                  </a:lnTo>
                  <a:lnTo>
                    <a:pt x="23580" y="87678"/>
                  </a:lnTo>
                  <a:lnTo>
                    <a:pt x="23580" y="87613"/>
                  </a:lnTo>
                  <a:lnTo>
                    <a:pt x="23648" y="87613"/>
                  </a:lnTo>
                  <a:lnTo>
                    <a:pt x="23580" y="87591"/>
                  </a:lnTo>
                  <a:lnTo>
                    <a:pt x="23580" y="87591"/>
                  </a:lnTo>
                  <a:lnTo>
                    <a:pt x="23580" y="87547"/>
                  </a:lnTo>
                  <a:lnTo>
                    <a:pt x="23512" y="87525"/>
                  </a:lnTo>
                  <a:lnTo>
                    <a:pt x="23478" y="87503"/>
                  </a:lnTo>
                  <a:lnTo>
                    <a:pt x="23411" y="87503"/>
                  </a:lnTo>
                  <a:lnTo>
                    <a:pt x="23411" y="87569"/>
                  </a:lnTo>
                  <a:lnTo>
                    <a:pt x="23411" y="87656"/>
                  </a:lnTo>
                  <a:lnTo>
                    <a:pt x="23411" y="87744"/>
                  </a:lnTo>
                  <a:lnTo>
                    <a:pt x="23411" y="87766"/>
                  </a:lnTo>
                  <a:close/>
                  <a:moveTo>
                    <a:pt x="35218" y="93744"/>
                  </a:moveTo>
                  <a:lnTo>
                    <a:pt x="35117" y="93591"/>
                  </a:lnTo>
                  <a:lnTo>
                    <a:pt x="35049" y="93547"/>
                  </a:lnTo>
                  <a:lnTo>
                    <a:pt x="34711" y="93525"/>
                  </a:lnTo>
                  <a:lnTo>
                    <a:pt x="34406" y="93525"/>
                  </a:lnTo>
                  <a:lnTo>
                    <a:pt x="33966" y="93569"/>
                  </a:lnTo>
                  <a:lnTo>
                    <a:pt x="33831" y="93547"/>
                  </a:lnTo>
                  <a:lnTo>
                    <a:pt x="33729" y="93569"/>
                  </a:lnTo>
                  <a:lnTo>
                    <a:pt x="33797" y="93678"/>
                  </a:lnTo>
                  <a:lnTo>
                    <a:pt x="34068" y="93810"/>
                  </a:lnTo>
                  <a:lnTo>
                    <a:pt x="34338" y="93875"/>
                  </a:lnTo>
                  <a:lnTo>
                    <a:pt x="34643" y="94029"/>
                  </a:lnTo>
                  <a:lnTo>
                    <a:pt x="34778" y="94051"/>
                  </a:lnTo>
                  <a:lnTo>
                    <a:pt x="34947" y="94051"/>
                  </a:lnTo>
                  <a:lnTo>
                    <a:pt x="35184" y="94051"/>
                  </a:lnTo>
                  <a:lnTo>
                    <a:pt x="35218" y="94029"/>
                  </a:lnTo>
                  <a:lnTo>
                    <a:pt x="35353" y="94007"/>
                  </a:lnTo>
                  <a:lnTo>
                    <a:pt x="35353" y="93941"/>
                  </a:lnTo>
                  <a:lnTo>
                    <a:pt x="35286" y="93854"/>
                  </a:lnTo>
                  <a:lnTo>
                    <a:pt x="35218" y="93810"/>
                  </a:lnTo>
                  <a:lnTo>
                    <a:pt x="35286" y="93766"/>
                  </a:lnTo>
                  <a:lnTo>
                    <a:pt x="35218" y="93744"/>
                  </a:lnTo>
                  <a:close/>
                  <a:moveTo>
                    <a:pt x="30786" y="92145"/>
                  </a:moveTo>
                  <a:lnTo>
                    <a:pt x="30854" y="92145"/>
                  </a:lnTo>
                  <a:lnTo>
                    <a:pt x="31666" y="92277"/>
                  </a:lnTo>
                  <a:lnTo>
                    <a:pt x="31733" y="92255"/>
                  </a:lnTo>
                  <a:lnTo>
                    <a:pt x="31903" y="92211"/>
                  </a:lnTo>
                  <a:lnTo>
                    <a:pt x="32038" y="92167"/>
                  </a:lnTo>
                  <a:lnTo>
                    <a:pt x="32106" y="92211"/>
                  </a:lnTo>
                  <a:lnTo>
                    <a:pt x="32173" y="92233"/>
                  </a:lnTo>
                  <a:lnTo>
                    <a:pt x="32241" y="92233"/>
                  </a:lnTo>
                  <a:lnTo>
                    <a:pt x="32376" y="92124"/>
                  </a:lnTo>
                  <a:lnTo>
                    <a:pt x="32241" y="92102"/>
                  </a:lnTo>
                  <a:lnTo>
                    <a:pt x="32173" y="91992"/>
                  </a:lnTo>
                  <a:lnTo>
                    <a:pt x="32072" y="91795"/>
                  </a:lnTo>
                  <a:lnTo>
                    <a:pt x="31801" y="91708"/>
                  </a:lnTo>
                  <a:lnTo>
                    <a:pt x="31733" y="91686"/>
                  </a:lnTo>
                  <a:lnTo>
                    <a:pt x="31632" y="91708"/>
                  </a:lnTo>
                  <a:lnTo>
                    <a:pt x="31463" y="91795"/>
                  </a:lnTo>
                  <a:lnTo>
                    <a:pt x="31429" y="91817"/>
                  </a:lnTo>
                  <a:lnTo>
                    <a:pt x="29703" y="91708"/>
                  </a:lnTo>
                  <a:lnTo>
                    <a:pt x="29365" y="91729"/>
                  </a:lnTo>
                  <a:lnTo>
                    <a:pt x="30549" y="92145"/>
                  </a:lnTo>
                  <a:lnTo>
                    <a:pt x="30786" y="92145"/>
                  </a:lnTo>
                  <a:close/>
                  <a:moveTo>
                    <a:pt x="48311" y="105788"/>
                  </a:moveTo>
                  <a:lnTo>
                    <a:pt x="48277" y="105875"/>
                  </a:lnTo>
                  <a:lnTo>
                    <a:pt x="48277" y="105919"/>
                  </a:lnTo>
                  <a:lnTo>
                    <a:pt x="48345" y="105963"/>
                  </a:lnTo>
                  <a:lnTo>
                    <a:pt x="48581" y="106007"/>
                  </a:lnTo>
                  <a:lnTo>
                    <a:pt x="48649" y="106007"/>
                  </a:lnTo>
                  <a:lnTo>
                    <a:pt x="48784" y="105985"/>
                  </a:lnTo>
                  <a:lnTo>
                    <a:pt x="48954" y="105919"/>
                  </a:lnTo>
                  <a:lnTo>
                    <a:pt x="49021" y="105875"/>
                  </a:lnTo>
                  <a:lnTo>
                    <a:pt x="49123" y="105832"/>
                  </a:lnTo>
                  <a:lnTo>
                    <a:pt x="49157" y="105744"/>
                  </a:lnTo>
                  <a:lnTo>
                    <a:pt x="49123" y="105744"/>
                  </a:lnTo>
                  <a:lnTo>
                    <a:pt x="49157" y="105722"/>
                  </a:lnTo>
                  <a:lnTo>
                    <a:pt x="49190" y="105700"/>
                  </a:lnTo>
                  <a:lnTo>
                    <a:pt x="49292" y="105635"/>
                  </a:lnTo>
                  <a:lnTo>
                    <a:pt x="49393" y="105525"/>
                  </a:lnTo>
                  <a:lnTo>
                    <a:pt x="49326" y="105459"/>
                  </a:lnTo>
                  <a:lnTo>
                    <a:pt x="49123" y="105459"/>
                  </a:lnTo>
                  <a:lnTo>
                    <a:pt x="48954" y="105459"/>
                  </a:lnTo>
                  <a:lnTo>
                    <a:pt x="48818" y="105503"/>
                  </a:lnTo>
                  <a:lnTo>
                    <a:pt x="48480" y="105635"/>
                  </a:lnTo>
                  <a:lnTo>
                    <a:pt x="48378" y="105722"/>
                  </a:lnTo>
                  <a:lnTo>
                    <a:pt x="48311" y="105788"/>
                  </a:lnTo>
                  <a:close/>
                  <a:moveTo>
                    <a:pt x="30820" y="89627"/>
                  </a:moveTo>
                  <a:lnTo>
                    <a:pt x="30685" y="89474"/>
                  </a:lnTo>
                  <a:lnTo>
                    <a:pt x="30685" y="89452"/>
                  </a:lnTo>
                  <a:lnTo>
                    <a:pt x="30651" y="89408"/>
                  </a:lnTo>
                  <a:lnTo>
                    <a:pt x="30651" y="89343"/>
                  </a:lnTo>
                  <a:lnTo>
                    <a:pt x="30549" y="89321"/>
                  </a:lnTo>
                  <a:lnTo>
                    <a:pt x="30515" y="89321"/>
                  </a:lnTo>
                  <a:lnTo>
                    <a:pt x="30448" y="89343"/>
                  </a:lnTo>
                  <a:lnTo>
                    <a:pt x="30346" y="89408"/>
                  </a:lnTo>
                  <a:lnTo>
                    <a:pt x="30211" y="89386"/>
                  </a:lnTo>
                  <a:lnTo>
                    <a:pt x="29568" y="89233"/>
                  </a:lnTo>
                  <a:lnTo>
                    <a:pt x="29467" y="89233"/>
                  </a:lnTo>
                  <a:lnTo>
                    <a:pt x="29433" y="89299"/>
                  </a:lnTo>
                  <a:lnTo>
                    <a:pt x="29297" y="89408"/>
                  </a:lnTo>
                  <a:lnTo>
                    <a:pt x="29230" y="89321"/>
                  </a:lnTo>
                  <a:lnTo>
                    <a:pt x="29230" y="89211"/>
                  </a:lnTo>
                  <a:lnTo>
                    <a:pt x="29196" y="89124"/>
                  </a:lnTo>
                  <a:lnTo>
                    <a:pt x="28959" y="89058"/>
                  </a:lnTo>
                  <a:lnTo>
                    <a:pt x="28790" y="89058"/>
                  </a:lnTo>
                  <a:lnTo>
                    <a:pt x="28689" y="89058"/>
                  </a:lnTo>
                  <a:lnTo>
                    <a:pt x="28587" y="89036"/>
                  </a:lnTo>
                  <a:lnTo>
                    <a:pt x="28553" y="89102"/>
                  </a:lnTo>
                  <a:lnTo>
                    <a:pt x="28655" y="89211"/>
                  </a:lnTo>
                  <a:lnTo>
                    <a:pt x="28756" y="89452"/>
                  </a:lnTo>
                  <a:lnTo>
                    <a:pt x="29128" y="89649"/>
                  </a:lnTo>
                  <a:lnTo>
                    <a:pt x="29230" y="89671"/>
                  </a:lnTo>
                  <a:lnTo>
                    <a:pt x="29297" y="89649"/>
                  </a:lnTo>
                  <a:lnTo>
                    <a:pt x="29365" y="89627"/>
                  </a:lnTo>
                  <a:lnTo>
                    <a:pt x="29399" y="89605"/>
                  </a:lnTo>
                  <a:lnTo>
                    <a:pt x="29399" y="89562"/>
                  </a:lnTo>
                  <a:lnTo>
                    <a:pt x="29433" y="89627"/>
                  </a:lnTo>
                  <a:lnTo>
                    <a:pt x="29500" y="89715"/>
                  </a:lnTo>
                  <a:lnTo>
                    <a:pt x="29534" y="89737"/>
                  </a:lnTo>
                  <a:lnTo>
                    <a:pt x="30109" y="89715"/>
                  </a:lnTo>
                  <a:lnTo>
                    <a:pt x="30380" y="89737"/>
                  </a:lnTo>
                  <a:lnTo>
                    <a:pt x="30549" y="89715"/>
                  </a:lnTo>
                  <a:lnTo>
                    <a:pt x="30685" y="89715"/>
                  </a:lnTo>
                  <a:lnTo>
                    <a:pt x="30752" y="89737"/>
                  </a:lnTo>
                  <a:lnTo>
                    <a:pt x="30854" y="89824"/>
                  </a:lnTo>
                  <a:lnTo>
                    <a:pt x="30955" y="89824"/>
                  </a:lnTo>
                  <a:lnTo>
                    <a:pt x="30888" y="89715"/>
                  </a:lnTo>
                  <a:lnTo>
                    <a:pt x="30820" y="89627"/>
                  </a:lnTo>
                  <a:close/>
                  <a:moveTo>
                    <a:pt x="30380" y="91576"/>
                  </a:moveTo>
                  <a:lnTo>
                    <a:pt x="30448" y="91620"/>
                  </a:lnTo>
                  <a:lnTo>
                    <a:pt x="30549" y="91642"/>
                  </a:lnTo>
                  <a:lnTo>
                    <a:pt x="30820" y="91620"/>
                  </a:lnTo>
                  <a:lnTo>
                    <a:pt x="30955" y="91642"/>
                  </a:lnTo>
                  <a:lnTo>
                    <a:pt x="31023" y="91664"/>
                  </a:lnTo>
                  <a:lnTo>
                    <a:pt x="31463" y="91620"/>
                  </a:lnTo>
                  <a:lnTo>
                    <a:pt x="31632" y="91554"/>
                  </a:lnTo>
                  <a:lnTo>
                    <a:pt x="31497" y="91423"/>
                  </a:lnTo>
                  <a:lnTo>
                    <a:pt x="31361" y="91401"/>
                  </a:lnTo>
                  <a:lnTo>
                    <a:pt x="30854" y="91291"/>
                  </a:lnTo>
                  <a:lnTo>
                    <a:pt x="30245" y="91270"/>
                  </a:lnTo>
                  <a:lnTo>
                    <a:pt x="30109" y="91335"/>
                  </a:lnTo>
                  <a:lnTo>
                    <a:pt x="30177" y="91401"/>
                  </a:lnTo>
                  <a:lnTo>
                    <a:pt x="30245" y="91401"/>
                  </a:lnTo>
                  <a:lnTo>
                    <a:pt x="30211" y="91423"/>
                  </a:lnTo>
                  <a:lnTo>
                    <a:pt x="30312" y="91467"/>
                  </a:lnTo>
                  <a:lnTo>
                    <a:pt x="30414" y="91510"/>
                  </a:lnTo>
                  <a:lnTo>
                    <a:pt x="30414" y="91554"/>
                  </a:lnTo>
                  <a:lnTo>
                    <a:pt x="30380" y="91554"/>
                  </a:lnTo>
                  <a:lnTo>
                    <a:pt x="30380" y="91576"/>
                  </a:lnTo>
                  <a:close/>
                  <a:moveTo>
                    <a:pt x="33357" y="90437"/>
                  </a:moveTo>
                  <a:lnTo>
                    <a:pt x="33357" y="90328"/>
                  </a:lnTo>
                  <a:lnTo>
                    <a:pt x="33323" y="90262"/>
                  </a:lnTo>
                  <a:lnTo>
                    <a:pt x="33154" y="90109"/>
                  </a:lnTo>
                  <a:lnTo>
                    <a:pt x="33019" y="90087"/>
                  </a:lnTo>
                  <a:lnTo>
                    <a:pt x="32714" y="90109"/>
                  </a:lnTo>
                  <a:lnTo>
                    <a:pt x="32579" y="90109"/>
                  </a:lnTo>
                  <a:lnTo>
                    <a:pt x="32308" y="90065"/>
                  </a:lnTo>
                  <a:lnTo>
                    <a:pt x="32139" y="90065"/>
                  </a:lnTo>
                  <a:lnTo>
                    <a:pt x="31869" y="90109"/>
                  </a:lnTo>
                  <a:lnTo>
                    <a:pt x="31361" y="90306"/>
                  </a:lnTo>
                  <a:lnTo>
                    <a:pt x="31057" y="90372"/>
                  </a:lnTo>
                  <a:lnTo>
                    <a:pt x="30955" y="90328"/>
                  </a:lnTo>
                  <a:lnTo>
                    <a:pt x="30752" y="90372"/>
                  </a:lnTo>
                  <a:lnTo>
                    <a:pt x="30346" y="90547"/>
                  </a:lnTo>
                  <a:lnTo>
                    <a:pt x="30312" y="90635"/>
                  </a:lnTo>
                  <a:lnTo>
                    <a:pt x="30211" y="90700"/>
                  </a:lnTo>
                  <a:lnTo>
                    <a:pt x="30109" y="90722"/>
                  </a:lnTo>
                  <a:lnTo>
                    <a:pt x="30008" y="90722"/>
                  </a:lnTo>
                  <a:lnTo>
                    <a:pt x="30042" y="90854"/>
                  </a:lnTo>
                  <a:lnTo>
                    <a:pt x="30177" y="90941"/>
                  </a:lnTo>
                  <a:lnTo>
                    <a:pt x="30651" y="90985"/>
                  </a:lnTo>
                  <a:lnTo>
                    <a:pt x="30718" y="91029"/>
                  </a:lnTo>
                  <a:lnTo>
                    <a:pt x="30820" y="91138"/>
                  </a:lnTo>
                  <a:lnTo>
                    <a:pt x="30955" y="91182"/>
                  </a:lnTo>
                  <a:lnTo>
                    <a:pt x="31057" y="91182"/>
                  </a:lnTo>
                  <a:lnTo>
                    <a:pt x="31124" y="91160"/>
                  </a:lnTo>
                  <a:lnTo>
                    <a:pt x="31124" y="91116"/>
                  </a:lnTo>
                  <a:lnTo>
                    <a:pt x="31091" y="91029"/>
                  </a:lnTo>
                  <a:lnTo>
                    <a:pt x="31327" y="91029"/>
                  </a:lnTo>
                  <a:lnTo>
                    <a:pt x="31835" y="91291"/>
                  </a:lnTo>
                  <a:lnTo>
                    <a:pt x="32308" y="91401"/>
                  </a:lnTo>
                  <a:lnTo>
                    <a:pt x="32511" y="91357"/>
                  </a:lnTo>
                  <a:lnTo>
                    <a:pt x="32545" y="91204"/>
                  </a:lnTo>
                  <a:lnTo>
                    <a:pt x="32850" y="90985"/>
                  </a:lnTo>
                  <a:lnTo>
                    <a:pt x="33019" y="90941"/>
                  </a:lnTo>
                  <a:lnTo>
                    <a:pt x="33391" y="90919"/>
                  </a:lnTo>
                  <a:lnTo>
                    <a:pt x="33493" y="90832"/>
                  </a:lnTo>
                  <a:lnTo>
                    <a:pt x="33493" y="90766"/>
                  </a:lnTo>
                  <a:lnTo>
                    <a:pt x="33357" y="90635"/>
                  </a:lnTo>
                  <a:lnTo>
                    <a:pt x="33357" y="90525"/>
                  </a:lnTo>
                  <a:lnTo>
                    <a:pt x="33357" y="90437"/>
                  </a:lnTo>
                  <a:close/>
                  <a:moveTo>
                    <a:pt x="23106" y="54197"/>
                  </a:moveTo>
                  <a:lnTo>
                    <a:pt x="23208" y="54197"/>
                  </a:lnTo>
                  <a:lnTo>
                    <a:pt x="23411" y="54197"/>
                  </a:lnTo>
                  <a:lnTo>
                    <a:pt x="23512" y="54197"/>
                  </a:lnTo>
                  <a:lnTo>
                    <a:pt x="23715" y="54218"/>
                  </a:lnTo>
                  <a:lnTo>
                    <a:pt x="23817" y="54240"/>
                  </a:lnTo>
                  <a:lnTo>
                    <a:pt x="24155" y="54197"/>
                  </a:lnTo>
                  <a:lnTo>
                    <a:pt x="24358" y="54131"/>
                  </a:lnTo>
                  <a:lnTo>
                    <a:pt x="24527" y="54021"/>
                  </a:lnTo>
                  <a:lnTo>
                    <a:pt x="24561" y="53978"/>
                  </a:lnTo>
                  <a:lnTo>
                    <a:pt x="24663" y="53868"/>
                  </a:lnTo>
                  <a:lnTo>
                    <a:pt x="24730" y="53824"/>
                  </a:lnTo>
                  <a:lnTo>
                    <a:pt x="24595" y="53802"/>
                  </a:lnTo>
                  <a:lnTo>
                    <a:pt x="24561" y="53781"/>
                  </a:lnTo>
                  <a:lnTo>
                    <a:pt x="24595" y="53781"/>
                  </a:lnTo>
                  <a:lnTo>
                    <a:pt x="24696" y="53759"/>
                  </a:lnTo>
                  <a:lnTo>
                    <a:pt x="24730" y="53715"/>
                  </a:lnTo>
                  <a:lnTo>
                    <a:pt x="24764" y="53649"/>
                  </a:lnTo>
                  <a:lnTo>
                    <a:pt x="24561" y="53693"/>
                  </a:lnTo>
                  <a:lnTo>
                    <a:pt x="24121" y="53868"/>
                  </a:lnTo>
                  <a:lnTo>
                    <a:pt x="23749" y="53912"/>
                  </a:lnTo>
                  <a:lnTo>
                    <a:pt x="23546" y="53978"/>
                  </a:lnTo>
                  <a:lnTo>
                    <a:pt x="23140" y="54153"/>
                  </a:lnTo>
                  <a:lnTo>
                    <a:pt x="23106" y="54197"/>
                  </a:lnTo>
                  <a:close/>
                  <a:moveTo>
                    <a:pt x="23005" y="53167"/>
                  </a:moveTo>
                  <a:lnTo>
                    <a:pt x="22802" y="53167"/>
                  </a:lnTo>
                  <a:lnTo>
                    <a:pt x="22193" y="53277"/>
                  </a:lnTo>
                  <a:lnTo>
                    <a:pt x="22125" y="53299"/>
                  </a:lnTo>
                  <a:lnTo>
                    <a:pt x="22058" y="53277"/>
                  </a:lnTo>
                  <a:lnTo>
                    <a:pt x="21922" y="53277"/>
                  </a:lnTo>
                  <a:lnTo>
                    <a:pt x="21922" y="53364"/>
                  </a:lnTo>
                  <a:lnTo>
                    <a:pt x="21922" y="53430"/>
                  </a:lnTo>
                  <a:lnTo>
                    <a:pt x="21990" y="53496"/>
                  </a:lnTo>
                  <a:lnTo>
                    <a:pt x="21990" y="53562"/>
                  </a:lnTo>
                  <a:lnTo>
                    <a:pt x="22091" y="53715"/>
                  </a:lnTo>
                  <a:lnTo>
                    <a:pt x="22091" y="53781"/>
                  </a:lnTo>
                  <a:lnTo>
                    <a:pt x="22159" y="53846"/>
                  </a:lnTo>
                  <a:lnTo>
                    <a:pt x="22227" y="53846"/>
                  </a:lnTo>
                  <a:lnTo>
                    <a:pt x="22362" y="53802"/>
                  </a:lnTo>
                  <a:lnTo>
                    <a:pt x="22396" y="53781"/>
                  </a:lnTo>
                  <a:lnTo>
                    <a:pt x="22531" y="53912"/>
                  </a:lnTo>
                  <a:lnTo>
                    <a:pt x="22667" y="53934"/>
                  </a:lnTo>
                  <a:lnTo>
                    <a:pt x="22768" y="53846"/>
                  </a:lnTo>
                  <a:lnTo>
                    <a:pt x="22802" y="53781"/>
                  </a:lnTo>
                  <a:lnTo>
                    <a:pt x="23039" y="53605"/>
                  </a:lnTo>
                  <a:lnTo>
                    <a:pt x="23106" y="53562"/>
                  </a:lnTo>
                  <a:lnTo>
                    <a:pt x="23106" y="53364"/>
                  </a:lnTo>
                  <a:lnTo>
                    <a:pt x="23106" y="53277"/>
                  </a:lnTo>
                  <a:lnTo>
                    <a:pt x="23005" y="53167"/>
                  </a:lnTo>
                  <a:close/>
                  <a:moveTo>
                    <a:pt x="119932" y="119562"/>
                  </a:moveTo>
                  <a:lnTo>
                    <a:pt x="119830" y="119518"/>
                  </a:lnTo>
                  <a:lnTo>
                    <a:pt x="119661" y="119474"/>
                  </a:lnTo>
                  <a:lnTo>
                    <a:pt x="119526" y="119452"/>
                  </a:lnTo>
                  <a:lnTo>
                    <a:pt x="119458" y="119364"/>
                  </a:lnTo>
                  <a:lnTo>
                    <a:pt x="119357" y="119255"/>
                  </a:lnTo>
                  <a:lnTo>
                    <a:pt x="119255" y="119124"/>
                  </a:lnTo>
                  <a:lnTo>
                    <a:pt x="119221" y="119058"/>
                  </a:lnTo>
                  <a:lnTo>
                    <a:pt x="119221" y="118927"/>
                  </a:lnTo>
                  <a:lnTo>
                    <a:pt x="119255" y="118861"/>
                  </a:lnTo>
                  <a:lnTo>
                    <a:pt x="119289" y="118773"/>
                  </a:lnTo>
                  <a:lnTo>
                    <a:pt x="119357" y="118686"/>
                  </a:lnTo>
                  <a:lnTo>
                    <a:pt x="119255" y="118664"/>
                  </a:lnTo>
                  <a:lnTo>
                    <a:pt x="119154" y="118554"/>
                  </a:lnTo>
                  <a:lnTo>
                    <a:pt x="119052" y="118467"/>
                  </a:lnTo>
                  <a:lnTo>
                    <a:pt x="118951" y="118423"/>
                  </a:lnTo>
                  <a:lnTo>
                    <a:pt x="118849" y="118335"/>
                  </a:lnTo>
                  <a:lnTo>
                    <a:pt x="118748" y="118313"/>
                  </a:lnTo>
                  <a:lnTo>
                    <a:pt x="118579" y="118291"/>
                  </a:lnTo>
                  <a:lnTo>
                    <a:pt x="118477" y="118270"/>
                  </a:lnTo>
                  <a:lnTo>
                    <a:pt x="118376" y="118226"/>
                  </a:lnTo>
                  <a:lnTo>
                    <a:pt x="118274" y="118204"/>
                  </a:lnTo>
                  <a:lnTo>
                    <a:pt x="118206" y="118160"/>
                  </a:lnTo>
                  <a:lnTo>
                    <a:pt x="118105" y="118160"/>
                  </a:lnTo>
                  <a:lnTo>
                    <a:pt x="118003" y="118160"/>
                  </a:lnTo>
                  <a:lnTo>
                    <a:pt x="117834" y="118094"/>
                  </a:lnTo>
                  <a:lnTo>
                    <a:pt x="117733" y="118051"/>
                  </a:lnTo>
                  <a:lnTo>
                    <a:pt x="117665" y="117963"/>
                  </a:lnTo>
                  <a:lnTo>
                    <a:pt x="117699" y="117832"/>
                  </a:lnTo>
                  <a:lnTo>
                    <a:pt x="117767" y="117788"/>
                  </a:lnTo>
                  <a:lnTo>
                    <a:pt x="117800" y="117766"/>
                  </a:lnTo>
                  <a:lnTo>
                    <a:pt x="117868" y="117678"/>
                  </a:lnTo>
                  <a:lnTo>
                    <a:pt x="117800" y="117635"/>
                  </a:lnTo>
                  <a:lnTo>
                    <a:pt x="117699" y="117591"/>
                  </a:lnTo>
                  <a:lnTo>
                    <a:pt x="117564" y="117569"/>
                  </a:lnTo>
                  <a:lnTo>
                    <a:pt x="117462" y="117547"/>
                  </a:lnTo>
                  <a:lnTo>
                    <a:pt x="117428" y="117503"/>
                  </a:lnTo>
                  <a:lnTo>
                    <a:pt x="117428" y="117416"/>
                  </a:lnTo>
                  <a:lnTo>
                    <a:pt x="117428" y="117372"/>
                  </a:lnTo>
                  <a:lnTo>
                    <a:pt x="117428" y="117306"/>
                  </a:lnTo>
                  <a:lnTo>
                    <a:pt x="117394" y="117262"/>
                  </a:lnTo>
                  <a:lnTo>
                    <a:pt x="117361" y="117218"/>
                  </a:lnTo>
                  <a:lnTo>
                    <a:pt x="117293" y="117197"/>
                  </a:lnTo>
                  <a:lnTo>
                    <a:pt x="117259" y="117175"/>
                  </a:lnTo>
                  <a:lnTo>
                    <a:pt x="117259" y="117131"/>
                  </a:lnTo>
                  <a:lnTo>
                    <a:pt x="117259" y="116978"/>
                  </a:lnTo>
                  <a:lnTo>
                    <a:pt x="117259" y="116956"/>
                  </a:lnTo>
                  <a:lnTo>
                    <a:pt x="117191" y="116890"/>
                  </a:lnTo>
                  <a:lnTo>
                    <a:pt x="117124" y="116824"/>
                  </a:lnTo>
                  <a:lnTo>
                    <a:pt x="117022" y="116802"/>
                  </a:lnTo>
                  <a:lnTo>
                    <a:pt x="116921" y="116737"/>
                  </a:lnTo>
                  <a:lnTo>
                    <a:pt x="116887" y="116715"/>
                  </a:lnTo>
                  <a:lnTo>
                    <a:pt x="116887" y="116693"/>
                  </a:lnTo>
                  <a:lnTo>
                    <a:pt x="116887" y="116671"/>
                  </a:lnTo>
                  <a:lnTo>
                    <a:pt x="116853" y="116649"/>
                  </a:lnTo>
                  <a:lnTo>
                    <a:pt x="116819" y="116583"/>
                  </a:lnTo>
                  <a:lnTo>
                    <a:pt x="116786" y="116562"/>
                  </a:lnTo>
                  <a:lnTo>
                    <a:pt x="116752" y="116562"/>
                  </a:lnTo>
                  <a:lnTo>
                    <a:pt x="116718" y="116540"/>
                  </a:lnTo>
                  <a:lnTo>
                    <a:pt x="116549" y="116364"/>
                  </a:lnTo>
                  <a:lnTo>
                    <a:pt x="116515" y="116167"/>
                  </a:lnTo>
                  <a:lnTo>
                    <a:pt x="116515" y="115948"/>
                  </a:lnTo>
                  <a:lnTo>
                    <a:pt x="116616" y="115773"/>
                  </a:lnTo>
                  <a:lnTo>
                    <a:pt x="116786" y="115642"/>
                  </a:lnTo>
                  <a:lnTo>
                    <a:pt x="116921" y="115445"/>
                  </a:lnTo>
                  <a:lnTo>
                    <a:pt x="117022" y="115248"/>
                  </a:lnTo>
                  <a:lnTo>
                    <a:pt x="116955" y="115094"/>
                  </a:lnTo>
                  <a:lnTo>
                    <a:pt x="116887" y="115094"/>
                  </a:lnTo>
                  <a:lnTo>
                    <a:pt x="116786" y="115138"/>
                  </a:lnTo>
                  <a:lnTo>
                    <a:pt x="116684" y="115160"/>
                  </a:lnTo>
                  <a:lnTo>
                    <a:pt x="116549" y="115182"/>
                  </a:lnTo>
                  <a:lnTo>
                    <a:pt x="116515" y="115160"/>
                  </a:lnTo>
                  <a:lnTo>
                    <a:pt x="116447" y="115094"/>
                  </a:lnTo>
                  <a:lnTo>
                    <a:pt x="116380" y="115072"/>
                  </a:lnTo>
                  <a:lnTo>
                    <a:pt x="116278" y="115051"/>
                  </a:lnTo>
                  <a:lnTo>
                    <a:pt x="116244" y="115051"/>
                  </a:lnTo>
                  <a:lnTo>
                    <a:pt x="116177" y="115051"/>
                  </a:lnTo>
                  <a:lnTo>
                    <a:pt x="116109" y="115072"/>
                  </a:lnTo>
                  <a:lnTo>
                    <a:pt x="116075" y="115072"/>
                  </a:lnTo>
                  <a:lnTo>
                    <a:pt x="116041" y="115029"/>
                  </a:lnTo>
                  <a:lnTo>
                    <a:pt x="116041" y="115007"/>
                  </a:lnTo>
                  <a:lnTo>
                    <a:pt x="116041" y="114963"/>
                  </a:lnTo>
                  <a:lnTo>
                    <a:pt x="116041" y="114941"/>
                  </a:lnTo>
                  <a:lnTo>
                    <a:pt x="115940" y="114919"/>
                  </a:lnTo>
                  <a:lnTo>
                    <a:pt x="115906" y="114875"/>
                  </a:lnTo>
                  <a:lnTo>
                    <a:pt x="115872" y="114854"/>
                  </a:lnTo>
                  <a:lnTo>
                    <a:pt x="115838" y="114832"/>
                  </a:lnTo>
                  <a:lnTo>
                    <a:pt x="115771" y="114766"/>
                  </a:lnTo>
                  <a:lnTo>
                    <a:pt x="115737" y="114722"/>
                  </a:lnTo>
                  <a:lnTo>
                    <a:pt x="115771" y="114635"/>
                  </a:lnTo>
                  <a:lnTo>
                    <a:pt x="115838" y="114547"/>
                  </a:lnTo>
                  <a:lnTo>
                    <a:pt x="115906" y="114481"/>
                  </a:lnTo>
                  <a:lnTo>
                    <a:pt x="116007" y="114437"/>
                  </a:lnTo>
                  <a:lnTo>
                    <a:pt x="116109" y="114416"/>
                  </a:lnTo>
                  <a:lnTo>
                    <a:pt x="116210" y="114416"/>
                  </a:lnTo>
                  <a:lnTo>
                    <a:pt x="116278" y="114416"/>
                  </a:lnTo>
                  <a:lnTo>
                    <a:pt x="116346" y="114394"/>
                  </a:lnTo>
                  <a:lnTo>
                    <a:pt x="116380" y="114328"/>
                  </a:lnTo>
                  <a:lnTo>
                    <a:pt x="116413" y="114284"/>
                  </a:lnTo>
                  <a:lnTo>
                    <a:pt x="116481" y="114197"/>
                  </a:lnTo>
                  <a:lnTo>
                    <a:pt x="116515" y="114153"/>
                  </a:lnTo>
                  <a:lnTo>
                    <a:pt x="116549" y="114087"/>
                  </a:lnTo>
                  <a:lnTo>
                    <a:pt x="116583" y="114000"/>
                  </a:lnTo>
                  <a:lnTo>
                    <a:pt x="116583" y="113978"/>
                  </a:lnTo>
                  <a:lnTo>
                    <a:pt x="116583" y="113956"/>
                  </a:lnTo>
                  <a:lnTo>
                    <a:pt x="116583" y="113934"/>
                  </a:lnTo>
                  <a:lnTo>
                    <a:pt x="116616" y="113890"/>
                  </a:lnTo>
                  <a:lnTo>
                    <a:pt x="116684" y="113868"/>
                  </a:lnTo>
                  <a:lnTo>
                    <a:pt x="116752" y="113846"/>
                  </a:lnTo>
                  <a:lnTo>
                    <a:pt x="116819" y="113802"/>
                  </a:lnTo>
                  <a:lnTo>
                    <a:pt x="116853" y="113759"/>
                  </a:lnTo>
                  <a:lnTo>
                    <a:pt x="116887" y="113693"/>
                  </a:lnTo>
                  <a:lnTo>
                    <a:pt x="116887" y="113627"/>
                  </a:lnTo>
                  <a:lnTo>
                    <a:pt x="116887" y="113562"/>
                  </a:lnTo>
                  <a:lnTo>
                    <a:pt x="116853" y="113496"/>
                  </a:lnTo>
                  <a:lnTo>
                    <a:pt x="116853" y="113452"/>
                  </a:lnTo>
                  <a:lnTo>
                    <a:pt x="116887" y="113430"/>
                  </a:lnTo>
                  <a:lnTo>
                    <a:pt x="116921" y="113408"/>
                  </a:lnTo>
                  <a:lnTo>
                    <a:pt x="116955" y="113408"/>
                  </a:lnTo>
                  <a:lnTo>
                    <a:pt x="117056" y="113343"/>
                  </a:lnTo>
                  <a:lnTo>
                    <a:pt x="117124" y="113299"/>
                  </a:lnTo>
                  <a:lnTo>
                    <a:pt x="117124" y="113255"/>
                  </a:lnTo>
                  <a:lnTo>
                    <a:pt x="117158" y="113124"/>
                  </a:lnTo>
                  <a:lnTo>
                    <a:pt x="117124" y="112927"/>
                  </a:lnTo>
                  <a:lnTo>
                    <a:pt x="117056" y="112751"/>
                  </a:lnTo>
                  <a:lnTo>
                    <a:pt x="116955" y="112576"/>
                  </a:lnTo>
                  <a:lnTo>
                    <a:pt x="116921" y="112379"/>
                  </a:lnTo>
                  <a:lnTo>
                    <a:pt x="116921" y="112248"/>
                  </a:lnTo>
                  <a:lnTo>
                    <a:pt x="116955" y="112116"/>
                  </a:lnTo>
                  <a:lnTo>
                    <a:pt x="117022" y="111963"/>
                  </a:lnTo>
                  <a:lnTo>
                    <a:pt x="117090" y="111854"/>
                  </a:lnTo>
                  <a:lnTo>
                    <a:pt x="117158" y="111832"/>
                  </a:lnTo>
                  <a:lnTo>
                    <a:pt x="117259" y="111854"/>
                  </a:lnTo>
                  <a:lnTo>
                    <a:pt x="117361" y="111854"/>
                  </a:lnTo>
                  <a:lnTo>
                    <a:pt x="117428" y="111788"/>
                  </a:lnTo>
                  <a:lnTo>
                    <a:pt x="117428" y="111722"/>
                  </a:lnTo>
                  <a:lnTo>
                    <a:pt x="117428" y="111613"/>
                  </a:lnTo>
                  <a:lnTo>
                    <a:pt x="117394" y="111525"/>
                  </a:lnTo>
                  <a:lnTo>
                    <a:pt x="117394" y="111459"/>
                  </a:lnTo>
                  <a:lnTo>
                    <a:pt x="117394" y="111372"/>
                  </a:lnTo>
                  <a:lnTo>
                    <a:pt x="117428" y="111306"/>
                  </a:lnTo>
                  <a:lnTo>
                    <a:pt x="117428" y="111240"/>
                  </a:lnTo>
                  <a:lnTo>
                    <a:pt x="117462" y="111153"/>
                  </a:lnTo>
                  <a:lnTo>
                    <a:pt x="117462" y="111109"/>
                  </a:lnTo>
                  <a:lnTo>
                    <a:pt x="117496" y="111087"/>
                  </a:lnTo>
                  <a:lnTo>
                    <a:pt x="117496" y="111065"/>
                  </a:lnTo>
                  <a:lnTo>
                    <a:pt x="117496" y="111021"/>
                  </a:lnTo>
                  <a:lnTo>
                    <a:pt x="117462" y="110978"/>
                  </a:lnTo>
                  <a:lnTo>
                    <a:pt x="117428" y="110978"/>
                  </a:lnTo>
                  <a:lnTo>
                    <a:pt x="117394" y="110956"/>
                  </a:lnTo>
                  <a:lnTo>
                    <a:pt x="117361" y="110934"/>
                  </a:lnTo>
                  <a:lnTo>
                    <a:pt x="117293" y="110890"/>
                  </a:lnTo>
                  <a:lnTo>
                    <a:pt x="117293" y="110824"/>
                  </a:lnTo>
                  <a:lnTo>
                    <a:pt x="117259" y="110737"/>
                  </a:lnTo>
                  <a:lnTo>
                    <a:pt x="117259" y="110693"/>
                  </a:lnTo>
                  <a:lnTo>
                    <a:pt x="117225" y="110671"/>
                  </a:lnTo>
                  <a:lnTo>
                    <a:pt x="117225" y="110649"/>
                  </a:lnTo>
                  <a:lnTo>
                    <a:pt x="117191" y="110627"/>
                  </a:lnTo>
                  <a:lnTo>
                    <a:pt x="117158" y="110605"/>
                  </a:lnTo>
                  <a:lnTo>
                    <a:pt x="117158" y="110518"/>
                  </a:lnTo>
                  <a:lnTo>
                    <a:pt x="117158" y="110408"/>
                  </a:lnTo>
                  <a:lnTo>
                    <a:pt x="117158" y="110299"/>
                  </a:lnTo>
                  <a:lnTo>
                    <a:pt x="117158" y="110233"/>
                  </a:lnTo>
                  <a:lnTo>
                    <a:pt x="117225" y="110080"/>
                  </a:lnTo>
                  <a:lnTo>
                    <a:pt x="117259" y="109992"/>
                  </a:lnTo>
                  <a:lnTo>
                    <a:pt x="117259" y="109905"/>
                  </a:lnTo>
                  <a:lnTo>
                    <a:pt x="117225" y="109773"/>
                  </a:lnTo>
                  <a:lnTo>
                    <a:pt x="117191" y="109664"/>
                  </a:lnTo>
                  <a:lnTo>
                    <a:pt x="117191" y="109576"/>
                  </a:lnTo>
                  <a:lnTo>
                    <a:pt x="117225" y="109467"/>
                  </a:lnTo>
                  <a:lnTo>
                    <a:pt x="117225" y="109379"/>
                  </a:lnTo>
                  <a:lnTo>
                    <a:pt x="117259" y="109248"/>
                  </a:lnTo>
                  <a:lnTo>
                    <a:pt x="117259" y="109204"/>
                  </a:lnTo>
                  <a:lnTo>
                    <a:pt x="117259" y="109182"/>
                  </a:lnTo>
                  <a:lnTo>
                    <a:pt x="117191" y="109094"/>
                  </a:lnTo>
                  <a:lnTo>
                    <a:pt x="117158" y="108985"/>
                  </a:lnTo>
                  <a:lnTo>
                    <a:pt x="117124" y="108875"/>
                  </a:lnTo>
                  <a:lnTo>
                    <a:pt x="117158" y="108788"/>
                  </a:lnTo>
                  <a:lnTo>
                    <a:pt x="117259" y="108744"/>
                  </a:lnTo>
                  <a:lnTo>
                    <a:pt x="117293" y="108700"/>
                  </a:lnTo>
                  <a:lnTo>
                    <a:pt x="117225" y="108547"/>
                  </a:lnTo>
                  <a:lnTo>
                    <a:pt x="117090" y="108394"/>
                  </a:lnTo>
                  <a:lnTo>
                    <a:pt x="116955" y="108306"/>
                  </a:lnTo>
                  <a:lnTo>
                    <a:pt x="116887" y="108262"/>
                  </a:lnTo>
                  <a:lnTo>
                    <a:pt x="116853" y="108240"/>
                  </a:lnTo>
                  <a:lnTo>
                    <a:pt x="116819" y="108175"/>
                  </a:lnTo>
                  <a:lnTo>
                    <a:pt x="116786" y="108109"/>
                  </a:lnTo>
                  <a:lnTo>
                    <a:pt x="116752" y="108043"/>
                  </a:lnTo>
                  <a:lnTo>
                    <a:pt x="116752" y="108000"/>
                  </a:lnTo>
                  <a:lnTo>
                    <a:pt x="116718" y="107912"/>
                  </a:lnTo>
                  <a:lnTo>
                    <a:pt x="116684" y="107846"/>
                  </a:lnTo>
                  <a:lnTo>
                    <a:pt x="116549" y="107649"/>
                  </a:lnTo>
                  <a:lnTo>
                    <a:pt x="116447" y="107496"/>
                  </a:lnTo>
                  <a:lnTo>
                    <a:pt x="116346" y="107343"/>
                  </a:lnTo>
                  <a:lnTo>
                    <a:pt x="116244" y="107145"/>
                  </a:lnTo>
                  <a:lnTo>
                    <a:pt x="116210" y="107036"/>
                  </a:lnTo>
                  <a:lnTo>
                    <a:pt x="116143" y="106948"/>
                  </a:lnTo>
                  <a:lnTo>
                    <a:pt x="116109" y="106839"/>
                  </a:lnTo>
                  <a:lnTo>
                    <a:pt x="116041" y="106751"/>
                  </a:lnTo>
                  <a:lnTo>
                    <a:pt x="115906" y="106708"/>
                  </a:lnTo>
                  <a:lnTo>
                    <a:pt x="115804" y="106642"/>
                  </a:lnTo>
                  <a:lnTo>
                    <a:pt x="115703" y="106620"/>
                  </a:lnTo>
                  <a:lnTo>
                    <a:pt x="115568" y="106598"/>
                  </a:lnTo>
                  <a:lnTo>
                    <a:pt x="115432" y="106554"/>
                  </a:lnTo>
                  <a:lnTo>
                    <a:pt x="115162" y="106532"/>
                  </a:lnTo>
                  <a:lnTo>
                    <a:pt x="114891" y="106576"/>
                  </a:lnTo>
                  <a:lnTo>
                    <a:pt x="114756" y="106664"/>
                  </a:lnTo>
                  <a:lnTo>
                    <a:pt x="114722" y="106751"/>
                  </a:lnTo>
                  <a:lnTo>
                    <a:pt x="114620" y="106773"/>
                  </a:lnTo>
                  <a:lnTo>
                    <a:pt x="114519" y="106795"/>
                  </a:lnTo>
                  <a:lnTo>
                    <a:pt x="114451" y="106795"/>
                  </a:lnTo>
                  <a:lnTo>
                    <a:pt x="114383" y="106729"/>
                  </a:lnTo>
                  <a:lnTo>
                    <a:pt x="114350" y="106642"/>
                  </a:lnTo>
                  <a:lnTo>
                    <a:pt x="114350" y="106554"/>
                  </a:lnTo>
                  <a:lnTo>
                    <a:pt x="114350" y="106445"/>
                  </a:lnTo>
                  <a:lnTo>
                    <a:pt x="114214" y="106357"/>
                  </a:lnTo>
                  <a:lnTo>
                    <a:pt x="114045" y="106160"/>
                  </a:lnTo>
                  <a:lnTo>
                    <a:pt x="113876" y="105963"/>
                  </a:lnTo>
                  <a:lnTo>
                    <a:pt x="113876" y="105875"/>
                  </a:lnTo>
                  <a:lnTo>
                    <a:pt x="114011" y="105854"/>
                  </a:lnTo>
                  <a:lnTo>
                    <a:pt x="114079" y="105875"/>
                  </a:lnTo>
                  <a:lnTo>
                    <a:pt x="114113" y="105854"/>
                  </a:lnTo>
                  <a:lnTo>
                    <a:pt x="114147" y="105744"/>
                  </a:lnTo>
                  <a:lnTo>
                    <a:pt x="114147" y="105700"/>
                  </a:lnTo>
                  <a:lnTo>
                    <a:pt x="114147" y="105613"/>
                  </a:lnTo>
                  <a:lnTo>
                    <a:pt x="114113" y="105503"/>
                  </a:lnTo>
                  <a:lnTo>
                    <a:pt x="114079" y="105437"/>
                  </a:lnTo>
                  <a:lnTo>
                    <a:pt x="114045" y="105394"/>
                  </a:lnTo>
                  <a:lnTo>
                    <a:pt x="114011" y="105306"/>
                  </a:lnTo>
                  <a:lnTo>
                    <a:pt x="113944" y="105262"/>
                  </a:lnTo>
                  <a:lnTo>
                    <a:pt x="113876" y="105218"/>
                  </a:lnTo>
                  <a:lnTo>
                    <a:pt x="113808" y="105175"/>
                  </a:lnTo>
                  <a:lnTo>
                    <a:pt x="113707" y="105218"/>
                  </a:lnTo>
                  <a:lnTo>
                    <a:pt x="113572" y="105262"/>
                  </a:lnTo>
                  <a:lnTo>
                    <a:pt x="113504" y="105262"/>
                  </a:lnTo>
                  <a:lnTo>
                    <a:pt x="113436" y="105218"/>
                  </a:lnTo>
                  <a:lnTo>
                    <a:pt x="113402" y="105109"/>
                  </a:lnTo>
                  <a:lnTo>
                    <a:pt x="113402" y="105021"/>
                  </a:lnTo>
                  <a:lnTo>
                    <a:pt x="113402" y="104956"/>
                  </a:lnTo>
                  <a:lnTo>
                    <a:pt x="113267" y="104890"/>
                  </a:lnTo>
                  <a:lnTo>
                    <a:pt x="113166" y="104868"/>
                  </a:lnTo>
                  <a:lnTo>
                    <a:pt x="113064" y="104846"/>
                  </a:lnTo>
                  <a:lnTo>
                    <a:pt x="112963" y="104759"/>
                  </a:lnTo>
                  <a:lnTo>
                    <a:pt x="112929" y="104671"/>
                  </a:lnTo>
                  <a:lnTo>
                    <a:pt x="112861" y="104627"/>
                  </a:lnTo>
                  <a:lnTo>
                    <a:pt x="112760" y="104583"/>
                  </a:lnTo>
                  <a:lnTo>
                    <a:pt x="112624" y="104540"/>
                  </a:lnTo>
                  <a:lnTo>
                    <a:pt x="112557" y="104474"/>
                  </a:lnTo>
                  <a:lnTo>
                    <a:pt x="112489" y="104386"/>
                  </a:lnTo>
                  <a:lnTo>
                    <a:pt x="112455" y="104277"/>
                  </a:lnTo>
                  <a:lnTo>
                    <a:pt x="112421" y="104167"/>
                  </a:lnTo>
                  <a:lnTo>
                    <a:pt x="112252" y="104102"/>
                  </a:lnTo>
                  <a:lnTo>
                    <a:pt x="112049" y="104036"/>
                  </a:lnTo>
                  <a:lnTo>
                    <a:pt x="111880" y="103970"/>
                  </a:lnTo>
                  <a:lnTo>
                    <a:pt x="111948" y="103773"/>
                  </a:lnTo>
                  <a:lnTo>
                    <a:pt x="112083" y="103729"/>
                  </a:lnTo>
                  <a:lnTo>
                    <a:pt x="112218" y="103708"/>
                  </a:lnTo>
                  <a:lnTo>
                    <a:pt x="112387" y="103708"/>
                  </a:lnTo>
                  <a:lnTo>
                    <a:pt x="112489" y="103708"/>
                  </a:lnTo>
                  <a:lnTo>
                    <a:pt x="112590" y="103664"/>
                  </a:lnTo>
                  <a:lnTo>
                    <a:pt x="112557" y="103598"/>
                  </a:lnTo>
                  <a:lnTo>
                    <a:pt x="112489" y="103532"/>
                  </a:lnTo>
                  <a:lnTo>
                    <a:pt x="112455" y="103489"/>
                  </a:lnTo>
                  <a:lnTo>
                    <a:pt x="112421" y="103379"/>
                  </a:lnTo>
                  <a:lnTo>
                    <a:pt x="112421" y="103335"/>
                  </a:lnTo>
                  <a:lnTo>
                    <a:pt x="112421" y="103270"/>
                  </a:lnTo>
                  <a:lnTo>
                    <a:pt x="112421" y="103160"/>
                  </a:lnTo>
                  <a:lnTo>
                    <a:pt x="112421" y="103072"/>
                  </a:lnTo>
                  <a:lnTo>
                    <a:pt x="112286" y="103029"/>
                  </a:lnTo>
                  <a:lnTo>
                    <a:pt x="112218" y="102985"/>
                  </a:lnTo>
                  <a:lnTo>
                    <a:pt x="112117" y="102941"/>
                  </a:lnTo>
                  <a:lnTo>
                    <a:pt x="112083" y="102897"/>
                  </a:lnTo>
                  <a:lnTo>
                    <a:pt x="112083" y="102854"/>
                  </a:lnTo>
                  <a:lnTo>
                    <a:pt x="112083" y="102766"/>
                  </a:lnTo>
                  <a:lnTo>
                    <a:pt x="112083" y="102722"/>
                  </a:lnTo>
                  <a:lnTo>
                    <a:pt x="111948" y="102635"/>
                  </a:lnTo>
                  <a:lnTo>
                    <a:pt x="111812" y="102547"/>
                  </a:lnTo>
                  <a:lnTo>
                    <a:pt x="111643" y="102503"/>
                  </a:lnTo>
                  <a:lnTo>
                    <a:pt x="111542" y="102437"/>
                  </a:lnTo>
                  <a:lnTo>
                    <a:pt x="111508" y="102372"/>
                  </a:lnTo>
                  <a:lnTo>
                    <a:pt x="111474" y="102306"/>
                  </a:lnTo>
                  <a:lnTo>
                    <a:pt x="111508" y="102240"/>
                  </a:lnTo>
                  <a:lnTo>
                    <a:pt x="111508" y="102175"/>
                  </a:lnTo>
                  <a:lnTo>
                    <a:pt x="111474" y="102109"/>
                  </a:lnTo>
                  <a:lnTo>
                    <a:pt x="111406" y="102043"/>
                  </a:lnTo>
                  <a:lnTo>
                    <a:pt x="111271" y="102000"/>
                  </a:lnTo>
                  <a:lnTo>
                    <a:pt x="111203" y="101978"/>
                  </a:lnTo>
                  <a:lnTo>
                    <a:pt x="111034" y="101956"/>
                  </a:lnTo>
                  <a:lnTo>
                    <a:pt x="110797" y="101934"/>
                  </a:lnTo>
                  <a:lnTo>
                    <a:pt x="110561" y="101868"/>
                  </a:lnTo>
                  <a:lnTo>
                    <a:pt x="110391" y="101802"/>
                  </a:lnTo>
                  <a:lnTo>
                    <a:pt x="110256" y="101715"/>
                  </a:lnTo>
                  <a:lnTo>
                    <a:pt x="110087" y="101583"/>
                  </a:lnTo>
                  <a:lnTo>
                    <a:pt x="109918" y="101430"/>
                  </a:lnTo>
                  <a:lnTo>
                    <a:pt x="109850" y="101321"/>
                  </a:lnTo>
                  <a:lnTo>
                    <a:pt x="109850" y="101189"/>
                  </a:lnTo>
                  <a:lnTo>
                    <a:pt x="109918" y="101014"/>
                  </a:lnTo>
                  <a:lnTo>
                    <a:pt x="109952" y="100883"/>
                  </a:lnTo>
                  <a:lnTo>
                    <a:pt x="109952" y="100708"/>
                  </a:lnTo>
                  <a:lnTo>
                    <a:pt x="109850" y="100532"/>
                  </a:lnTo>
                  <a:lnTo>
                    <a:pt x="109613" y="100445"/>
                  </a:lnTo>
                  <a:lnTo>
                    <a:pt x="109410" y="100357"/>
                  </a:lnTo>
                  <a:lnTo>
                    <a:pt x="109207" y="100270"/>
                  </a:lnTo>
                  <a:lnTo>
                    <a:pt x="109173" y="100204"/>
                  </a:lnTo>
                  <a:lnTo>
                    <a:pt x="109173" y="100094"/>
                  </a:lnTo>
                  <a:lnTo>
                    <a:pt x="109173" y="100029"/>
                  </a:lnTo>
                  <a:lnTo>
                    <a:pt x="109140" y="99941"/>
                  </a:lnTo>
                  <a:lnTo>
                    <a:pt x="109072" y="99897"/>
                  </a:lnTo>
                  <a:lnTo>
                    <a:pt x="108903" y="99897"/>
                  </a:lnTo>
                  <a:lnTo>
                    <a:pt x="108767" y="99875"/>
                  </a:lnTo>
                  <a:lnTo>
                    <a:pt x="108632" y="99854"/>
                  </a:lnTo>
                  <a:lnTo>
                    <a:pt x="108564" y="99810"/>
                  </a:lnTo>
                  <a:lnTo>
                    <a:pt x="108497" y="99766"/>
                  </a:lnTo>
                  <a:lnTo>
                    <a:pt x="108463" y="99656"/>
                  </a:lnTo>
                  <a:lnTo>
                    <a:pt x="108429" y="99591"/>
                  </a:lnTo>
                  <a:lnTo>
                    <a:pt x="108429" y="99525"/>
                  </a:lnTo>
                  <a:lnTo>
                    <a:pt x="108463" y="99459"/>
                  </a:lnTo>
                  <a:lnTo>
                    <a:pt x="108463" y="99416"/>
                  </a:lnTo>
                  <a:lnTo>
                    <a:pt x="108497" y="99372"/>
                  </a:lnTo>
                  <a:lnTo>
                    <a:pt x="108463" y="99306"/>
                  </a:lnTo>
                  <a:lnTo>
                    <a:pt x="108429" y="99262"/>
                  </a:lnTo>
                  <a:lnTo>
                    <a:pt x="108395" y="99240"/>
                  </a:lnTo>
                  <a:lnTo>
                    <a:pt x="108328" y="99197"/>
                  </a:lnTo>
                  <a:lnTo>
                    <a:pt x="108429" y="99021"/>
                  </a:lnTo>
                  <a:lnTo>
                    <a:pt x="108531" y="98824"/>
                  </a:lnTo>
                  <a:lnTo>
                    <a:pt x="108564" y="98627"/>
                  </a:lnTo>
                  <a:lnTo>
                    <a:pt x="108497" y="98518"/>
                  </a:lnTo>
                  <a:lnTo>
                    <a:pt x="108294" y="98430"/>
                  </a:lnTo>
                  <a:lnTo>
                    <a:pt x="108125" y="98343"/>
                  </a:lnTo>
                  <a:lnTo>
                    <a:pt x="107989" y="98189"/>
                  </a:lnTo>
                  <a:lnTo>
                    <a:pt x="107989" y="98036"/>
                  </a:lnTo>
                  <a:lnTo>
                    <a:pt x="107989" y="97905"/>
                  </a:lnTo>
                  <a:lnTo>
                    <a:pt x="108057" y="97839"/>
                  </a:lnTo>
                  <a:lnTo>
                    <a:pt x="107989" y="97773"/>
                  </a:lnTo>
                  <a:lnTo>
                    <a:pt x="107956" y="97708"/>
                  </a:lnTo>
                  <a:lnTo>
                    <a:pt x="107854" y="97642"/>
                  </a:lnTo>
                  <a:lnTo>
                    <a:pt x="107753" y="97620"/>
                  </a:lnTo>
                  <a:lnTo>
                    <a:pt x="107651" y="97554"/>
                  </a:lnTo>
                  <a:lnTo>
                    <a:pt x="107583" y="97467"/>
                  </a:lnTo>
                  <a:lnTo>
                    <a:pt x="107583" y="97357"/>
                  </a:lnTo>
                  <a:lnTo>
                    <a:pt x="107583" y="97291"/>
                  </a:lnTo>
                  <a:lnTo>
                    <a:pt x="107583" y="97248"/>
                  </a:lnTo>
                  <a:lnTo>
                    <a:pt x="107550" y="97138"/>
                  </a:lnTo>
                  <a:lnTo>
                    <a:pt x="107448" y="97051"/>
                  </a:lnTo>
                  <a:lnTo>
                    <a:pt x="107279" y="97007"/>
                  </a:lnTo>
                  <a:lnTo>
                    <a:pt x="107144" y="96919"/>
                  </a:lnTo>
                  <a:lnTo>
                    <a:pt x="107042" y="96854"/>
                  </a:lnTo>
                  <a:lnTo>
                    <a:pt x="106941" y="96678"/>
                  </a:lnTo>
                  <a:lnTo>
                    <a:pt x="106974" y="96481"/>
                  </a:lnTo>
                  <a:lnTo>
                    <a:pt x="107042" y="96328"/>
                  </a:lnTo>
                  <a:lnTo>
                    <a:pt x="106974" y="96197"/>
                  </a:lnTo>
                  <a:lnTo>
                    <a:pt x="106941" y="96153"/>
                  </a:lnTo>
                  <a:lnTo>
                    <a:pt x="106907" y="96087"/>
                  </a:lnTo>
                  <a:lnTo>
                    <a:pt x="106907" y="96021"/>
                  </a:lnTo>
                  <a:lnTo>
                    <a:pt x="106873" y="95956"/>
                  </a:lnTo>
                  <a:lnTo>
                    <a:pt x="106805" y="95890"/>
                  </a:lnTo>
                  <a:lnTo>
                    <a:pt x="106805" y="95802"/>
                  </a:lnTo>
                  <a:lnTo>
                    <a:pt x="106839" y="95737"/>
                  </a:lnTo>
                  <a:lnTo>
                    <a:pt x="106839" y="95627"/>
                  </a:lnTo>
                  <a:lnTo>
                    <a:pt x="106805" y="95562"/>
                  </a:lnTo>
                  <a:lnTo>
                    <a:pt x="106771" y="95496"/>
                  </a:lnTo>
                  <a:lnTo>
                    <a:pt x="106636" y="95474"/>
                  </a:lnTo>
                  <a:lnTo>
                    <a:pt x="106568" y="95474"/>
                  </a:lnTo>
                  <a:lnTo>
                    <a:pt x="106433" y="95496"/>
                  </a:lnTo>
                  <a:lnTo>
                    <a:pt x="106332" y="95496"/>
                  </a:lnTo>
                  <a:lnTo>
                    <a:pt x="106230" y="95474"/>
                  </a:lnTo>
                  <a:lnTo>
                    <a:pt x="106129" y="95474"/>
                  </a:lnTo>
                  <a:lnTo>
                    <a:pt x="106061" y="95518"/>
                  </a:lnTo>
                  <a:lnTo>
                    <a:pt x="105892" y="95562"/>
                  </a:lnTo>
                  <a:lnTo>
                    <a:pt x="105790" y="95627"/>
                  </a:lnTo>
                  <a:lnTo>
                    <a:pt x="105723" y="95715"/>
                  </a:lnTo>
                  <a:lnTo>
                    <a:pt x="105587" y="95737"/>
                  </a:lnTo>
                  <a:lnTo>
                    <a:pt x="105553" y="95759"/>
                  </a:lnTo>
                  <a:lnTo>
                    <a:pt x="105520" y="95781"/>
                  </a:lnTo>
                  <a:lnTo>
                    <a:pt x="105486" y="95846"/>
                  </a:lnTo>
                  <a:lnTo>
                    <a:pt x="105486" y="95890"/>
                  </a:lnTo>
                  <a:lnTo>
                    <a:pt x="105520" y="95934"/>
                  </a:lnTo>
                  <a:lnTo>
                    <a:pt x="105553" y="95956"/>
                  </a:lnTo>
                  <a:lnTo>
                    <a:pt x="105384" y="96043"/>
                  </a:lnTo>
                  <a:lnTo>
                    <a:pt x="105148" y="96087"/>
                  </a:lnTo>
                  <a:lnTo>
                    <a:pt x="104877" y="96043"/>
                  </a:lnTo>
                  <a:lnTo>
                    <a:pt x="104674" y="96000"/>
                  </a:lnTo>
                  <a:lnTo>
                    <a:pt x="104539" y="95890"/>
                  </a:lnTo>
                  <a:lnTo>
                    <a:pt x="104505" y="95715"/>
                  </a:lnTo>
                  <a:lnTo>
                    <a:pt x="104471" y="95518"/>
                  </a:lnTo>
                  <a:lnTo>
                    <a:pt x="104471" y="95321"/>
                  </a:lnTo>
                  <a:lnTo>
                    <a:pt x="104437" y="95255"/>
                  </a:lnTo>
                  <a:lnTo>
                    <a:pt x="104437" y="95167"/>
                  </a:lnTo>
                  <a:lnTo>
                    <a:pt x="104437" y="95102"/>
                  </a:lnTo>
                  <a:lnTo>
                    <a:pt x="104471" y="95014"/>
                  </a:lnTo>
                  <a:lnTo>
                    <a:pt x="104471" y="94927"/>
                  </a:lnTo>
                  <a:lnTo>
                    <a:pt x="104403" y="94861"/>
                  </a:lnTo>
                  <a:lnTo>
                    <a:pt x="104302" y="94817"/>
                  </a:lnTo>
                  <a:lnTo>
                    <a:pt x="104268" y="94729"/>
                  </a:lnTo>
                  <a:lnTo>
                    <a:pt x="104268" y="94686"/>
                  </a:lnTo>
                  <a:lnTo>
                    <a:pt x="104268" y="94620"/>
                  </a:lnTo>
                  <a:lnTo>
                    <a:pt x="104302" y="94510"/>
                  </a:lnTo>
                  <a:lnTo>
                    <a:pt x="104302" y="94467"/>
                  </a:lnTo>
                  <a:lnTo>
                    <a:pt x="104302" y="94357"/>
                  </a:lnTo>
                  <a:lnTo>
                    <a:pt x="104268" y="94248"/>
                  </a:lnTo>
                  <a:lnTo>
                    <a:pt x="104200" y="94182"/>
                  </a:lnTo>
                  <a:lnTo>
                    <a:pt x="104133" y="94094"/>
                  </a:lnTo>
                  <a:lnTo>
                    <a:pt x="104099" y="94029"/>
                  </a:lnTo>
                  <a:lnTo>
                    <a:pt x="103997" y="93875"/>
                  </a:lnTo>
                  <a:lnTo>
                    <a:pt x="103930" y="93810"/>
                  </a:lnTo>
                  <a:lnTo>
                    <a:pt x="103862" y="93722"/>
                  </a:lnTo>
                  <a:lnTo>
                    <a:pt x="103727" y="93656"/>
                  </a:lnTo>
                  <a:lnTo>
                    <a:pt x="103591" y="93613"/>
                  </a:lnTo>
                  <a:lnTo>
                    <a:pt x="103490" y="93547"/>
                  </a:lnTo>
                  <a:lnTo>
                    <a:pt x="103422" y="93459"/>
                  </a:lnTo>
                  <a:lnTo>
                    <a:pt x="103321" y="93372"/>
                  </a:lnTo>
                  <a:lnTo>
                    <a:pt x="103253" y="93240"/>
                  </a:lnTo>
                  <a:lnTo>
                    <a:pt x="103219" y="93175"/>
                  </a:lnTo>
                  <a:lnTo>
                    <a:pt x="103185" y="93153"/>
                  </a:lnTo>
                  <a:lnTo>
                    <a:pt x="103151" y="93131"/>
                  </a:lnTo>
                  <a:lnTo>
                    <a:pt x="103151" y="93109"/>
                  </a:lnTo>
                  <a:lnTo>
                    <a:pt x="103118" y="93087"/>
                  </a:lnTo>
                  <a:lnTo>
                    <a:pt x="103118" y="93065"/>
                  </a:lnTo>
                  <a:lnTo>
                    <a:pt x="103084" y="93021"/>
                  </a:lnTo>
                  <a:lnTo>
                    <a:pt x="103050" y="93021"/>
                  </a:lnTo>
                  <a:lnTo>
                    <a:pt x="102982" y="93000"/>
                  </a:lnTo>
                  <a:lnTo>
                    <a:pt x="102982" y="92978"/>
                  </a:lnTo>
                  <a:lnTo>
                    <a:pt x="103050" y="92934"/>
                  </a:lnTo>
                  <a:lnTo>
                    <a:pt x="103084" y="92912"/>
                  </a:lnTo>
                  <a:lnTo>
                    <a:pt x="103084" y="92890"/>
                  </a:lnTo>
                  <a:lnTo>
                    <a:pt x="103050" y="92781"/>
                  </a:lnTo>
                  <a:lnTo>
                    <a:pt x="102982" y="92715"/>
                  </a:lnTo>
                  <a:lnTo>
                    <a:pt x="102948" y="92627"/>
                  </a:lnTo>
                  <a:lnTo>
                    <a:pt x="102982" y="92518"/>
                  </a:lnTo>
                  <a:lnTo>
                    <a:pt x="102982" y="92452"/>
                  </a:lnTo>
                  <a:lnTo>
                    <a:pt x="103050" y="92343"/>
                  </a:lnTo>
                  <a:lnTo>
                    <a:pt x="103084" y="92277"/>
                  </a:lnTo>
                  <a:lnTo>
                    <a:pt x="103118" y="92167"/>
                  </a:lnTo>
                  <a:lnTo>
                    <a:pt x="103118" y="92102"/>
                  </a:lnTo>
                  <a:lnTo>
                    <a:pt x="103118" y="92036"/>
                  </a:lnTo>
                  <a:lnTo>
                    <a:pt x="103084" y="91948"/>
                  </a:lnTo>
                  <a:lnTo>
                    <a:pt x="103050" y="91883"/>
                  </a:lnTo>
                  <a:lnTo>
                    <a:pt x="102948" y="91883"/>
                  </a:lnTo>
                  <a:lnTo>
                    <a:pt x="102881" y="91948"/>
                  </a:lnTo>
                  <a:lnTo>
                    <a:pt x="102813" y="92058"/>
                  </a:lnTo>
                  <a:lnTo>
                    <a:pt x="102745" y="92124"/>
                  </a:lnTo>
                  <a:lnTo>
                    <a:pt x="102509" y="92211"/>
                  </a:lnTo>
                  <a:lnTo>
                    <a:pt x="102204" y="92145"/>
                  </a:lnTo>
                  <a:lnTo>
                    <a:pt x="101900" y="92058"/>
                  </a:lnTo>
                  <a:lnTo>
                    <a:pt x="101663" y="91948"/>
                  </a:lnTo>
                  <a:lnTo>
                    <a:pt x="101460" y="91948"/>
                  </a:lnTo>
                  <a:lnTo>
                    <a:pt x="101155" y="91992"/>
                  </a:lnTo>
                  <a:lnTo>
                    <a:pt x="100919" y="92014"/>
                  </a:lnTo>
                  <a:lnTo>
                    <a:pt x="100749" y="91883"/>
                  </a:lnTo>
                  <a:lnTo>
                    <a:pt x="100614" y="91664"/>
                  </a:lnTo>
                  <a:lnTo>
                    <a:pt x="100513" y="91510"/>
                  </a:lnTo>
                  <a:lnTo>
                    <a:pt x="100343" y="91423"/>
                  </a:lnTo>
                  <a:lnTo>
                    <a:pt x="100140" y="91379"/>
                  </a:lnTo>
                  <a:lnTo>
                    <a:pt x="99904" y="91270"/>
                  </a:lnTo>
                  <a:lnTo>
                    <a:pt x="99802" y="91138"/>
                  </a:lnTo>
                  <a:lnTo>
                    <a:pt x="99734" y="90941"/>
                  </a:lnTo>
                  <a:lnTo>
                    <a:pt x="99599" y="90722"/>
                  </a:lnTo>
                  <a:lnTo>
                    <a:pt x="99667" y="90591"/>
                  </a:lnTo>
                  <a:lnTo>
                    <a:pt x="99904" y="90503"/>
                  </a:lnTo>
                  <a:lnTo>
                    <a:pt x="100174" y="90394"/>
                  </a:lnTo>
                  <a:lnTo>
                    <a:pt x="100411" y="90306"/>
                  </a:lnTo>
                  <a:lnTo>
                    <a:pt x="100546" y="90131"/>
                  </a:lnTo>
                  <a:lnTo>
                    <a:pt x="100614" y="89978"/>
                  </a:lnTo>
                  <a:lnTo>
                    <a:pt x="100614" y="89824"/>
                  </a:lnTo>
                  <a:lnTo>
                    <a:pt x="100513" y="89693"/>
                  </a:lnTo>
                  <a:lnTo>
                    <a:pt x="100208" y="89562"/>
                  </a:lnTo>
                  <a:lnTo>
                    <a:pt x="99904" y="89474"/>
                  </a:lnTo>
                  <a:lnTo>
                    <a:pt x="99599" y="89408"/>
                  </a:lnTo>
                  <a:lnTo>
                    <a:pt x="99329" y="89233"/>
                  </a:lnTo>
                  <a:lnTo>
                    <a:pt x="99227" y="89102"/>
                  </a:lnTo>
                  <a:lnTo>
                    <a:pt x="99159" y="88948"/>
                  </a:lnTo>
                  <a:lnTo>
                    <a:pt x="99024" y="88817"/>
                  </a:lnTo>
                  <a:lnTo>
                    <a:pt x="98889" y="88795"/>
                  </a:lnTo>
                  <a:lnTo>
                    <a:pt x="98821" y="88839"/>
                  </a:lnTo>
                  <a:lnTo>
                    <a:pt x="98787" y="88883"/>
                  </a:lnTo>
                  <a:lnTo>
                    <a:pt x="98686" y="88948"/>
                  </a:lnTo>
                  <a:lnTo>
                    <a:pt x="98652" y="89014"/>
                  </a:lnTo>
                  <a:lnTo>
                    <a:pt x="98618" y="89036"/>
                  </a:lnTo>
                  <a:lnTo>
                    <a:pt x="98584" y="89036"/>
                  </a:lnTo>
                  <a:lnTo>
                    <a:pt x="98517" y="89080"/>
                  </a:lnTo>
                  <a:lnTo>
                    <a:pt x="98517" y="89102"/>
                  </a:lnTo>
                  <a:lnTo>
                    <a:pt x="98517" y="89189"/>
                  </a:lnTo>
                  <a:lnTo>
                    <a:pt x="98517" y="89233"/>
                  </a:lnTo>
                  <a:lnTo>
                    <a:pt x="98483" y="89299"/>
                  </a:lnTo>
                  <a:lnTo>
                    <a:pt x="98449" y="89343"/>
                  </a:lnTo>
                  <a:lnTo>
                    <a:pt x="98246" y="89408"/>
                  </a:lnTo>
                  <a:lnTo>
                    <a:pt x="98009" y="89386"/>
                  </a:lnTo>
                  <a:lnTo>
                    <a:pt x="97806" y="89321"/>
                  </a:lnTo>
                  <a:lnTo>
                    <a:pt x="97569" y="89321"/>
                  </a:lnTo>
                  <a:lnTo>
                    <a:pt x="97434" y="89386"/>
                  </a:lnTo>
                  <a:lnTo>
                    <a:pt x="97265" y="89452"/>
                  </a:lnTo>
                  <a:lnTo>
                    <a:pt x="97096" y="89496"/>
                  </a:lnTo>
                  <a:lnTo>
                    <a:pt x="96994" y="89452"/>
                  </a:lnTo>
                  <a:lnTo>
                    <a:pt x="96994" y="89408"/>
                  </a:lnTo>
                  <a:lnTo>
                    <a:pt x="96994" y="89321"/>
                  </a:lnTo>
                  <a:lnTo>
                    <a:pt x="97028" y="89277"/>
                  </a:lnTo>
                  <a:lnTo>
                    <a:pt x="97028" y="89211"/>
                  </a:lnTo>
                  <a:lnTo>
                    <a:pt x="96994" y="89124"/>
                  </a:lnTo>
                  <a:lnTo>
                    <a:pt x="96960" y="89036"/>
                  </a:lnTo>
                  <a:lnTo>
                    <a:pt x="96926" y="88948"/>
                  </a:lnTo>
                  <a:lnTo>
                    <a:pt x="96960" y="88839"/>
                  </a:lnTo>
                  <a:lnTo>
                    <a:pt x="97096" y="88773"/>
                  </a:lnTo>
                  <a:lnTo>
                    <a:pt x="97197" y="88751"/>
                  </a:lnTo>
                  <a:lnTo>
                    <a:pt x="97299" y="88751"/>
                  </a:lnTo>
                  <a:lnTo>
                    <a:pt x="97434" y="88686"/>
                  </a:lnTo>
                  <a:lnTo>
                    <a:pt x="97468" y="88598"/>
                  </a:lnTo>
                  <a:lnTo>
                    <a:pt x="97400" y="88554"/>
                  </a:lnTo>
                  <a:lnTo>
                    <a:pt x="97299" y="88489"/>
                  </a:lnTo>
                  <a:lnTo>
                    <a:pt x="97231" y="88467"/>
                  </a:lnTo>
                  <a:lnTo>
                    <a:pt x="97197" y="88423"/>
                  </a:lnTo>
                  <a:lnTo>
                    <a:pt x="97129" y="88357"/>
                  </a:lnTo>
                  <a:lnTo>
                    <a:pt x="97096" y="88248"/>
                  </a:lnTo>
                  <a:lnTo>
                    <a:pt x="97028" y="88182"/>
                  </a:lnTo>
                  <a:lnTo>
                    <a:pt x="97096" y="88116"/>
                  </a:lnTo>
                  <a:lnTo>
                    <a:pt x="97129" y="88051"/>
                  </a:lnTo>
                  <a:lnTo>
                    <a:pt x="97163" y="88007"/>
                  </a:lnTo>
                  <a:lnTo>
                    <a:pt x="97197" y="87941"/>
                  </a:lnTo>
                  <a:lnTo>
                    <a:pt x="97163" y="87832"/>
                  </a:lnTo>
                  <a:lnTo>
                    <a:pt x="97096" y="87766"/>
                  </a:lnTo>
                  <a:lnTo>
                    <a:pt x="96960" y="87722"/>
                  </a:lnTo>
                  <a:lnTo>
                    <a:pt x="96893" y="87656"/>
                  </a:lnTo>
                  <a:lnTo>
                    <a:pt x="96893" y="87591"/>
                  </a:lnTo>
                  <a:lnTo>
                    <a:pt x="96893" y="87525"/>
                  </a:lnTo>
                  <a:lnTo>
                    <a:pt x="96893" y="87481"/>
                  </a:lnTo>
                  <a:lnTo>
                    <a:pt x="96859" y="87394"/>
                  </a:lnTo>
                  <a:lnTo>
                    <a:pt x="96859" y="87306"/>
                  </a:lnTo>
                  <a:lnTo>
                    <a:pt x="96960" y="87240"/>
                  </a:lnTo>
                  <a:lnTo>
                    <a:pt x="97096" y="87175"/>
                  </a:lnTo>
                  <a:lnTo>
                    <a:pt x="97197" y="87153"/>
                  </a:lnTo>
                  <a:lnTo>
                    <a:pt x="97299" y="87065"/>
                  </a:lnTo>
                  <a:lnTo>
                    <a:pt x="97332" y="86978"/>
                  </a:lnTo>
                  <a:lnTo>
                    <a:pt x="97299" y="86890"/>
                  </a:lnTo>
                  <a:lnTo>
                    <a:pt x="97265" y="86824"/>
                  </a:lnTo>
                  <a:lnTo>
                    <a:pt x="97231" y="86671"/>
                  </a:lnTo>
                  <a:lnTo>
                    <a:pt x="97231" y="86518"/>
                  </a:lnTo>
                  <a:lnTo>
                    <a:pt x="97197" y="86386"/>
                  </a:lnTo>
                  <a:lnTo>
                    <a:pt x="97129" y="86255"/>
                  </a:lnTo>
                  <a:lnTo>
                    <a:pt x="96994" y="86211"/>
                  </a:lnTo>
                  <a:lnTo>
                    <a:pt x="96893" y="86145"/>
                  </a:lnTo>
                  <a:lnTo>
                    <a:pt x="96825" y="86058"/>
                  </a:lnTo>
                  <a:lnTo>
                    <a:pt x="96791" y="85970"/>
                  </a:lnTo>
                  <a:lnTo>
                    <a:pt x="96825" y="85883"/>
                  </a:lnTo>
                  <a:lnTo>
                    <a:pt x="96859" y="85839"/>
                  </a:lnTo>
                  <a:lnTo>
                    <a:pt x="96926" y="85795"/>
                  </a:lnTo>
                  <a:lnTo>
                    <a:pt x="96994" y="85708"/>
                  </a:lnTo>
                  <a:lnTo>
                    <a:pt x="96994" y="85598"/>
                  </a:lnTo>
                  <a:lnTo>
                    <a:pt x="96960" y="85532"/>
                  </a:lnTo>
                  <a:lnTo>
                    <a:pt x="96893" y="85489"/>
                  </a:lnTo>
                  <a:lnTo>
                    <a:pt x="96791" y="85423"/>
                  </a:lnTo>
                  <a:lnTo>
                    <a:pt x="96690" y="85357"/>
                  </a:lnTo>
                  <a:lnTo>
                    <a:pt x="96757" y="85291"/>
                  </a:lnTo>
                  <a:lnTo>
                    <a:pt x="96757" y="85204"/>
                  </a:lnTo>
                  <a:lnTo>
                    <a:pt x="96757" y="85116"/>
                  </a:lnTo>
                  <a:lnTo>
                    <a:pt x="96622" y="85029"/>
                  </a:lnTo>
                  <a:lnTo>
                    <a:pt x="96521" y="85007"/>
                  </a:lnTo>
                  <a:lnTo>
                    <a:pt x="96351" y="85029"/>
                  </a:lnTo>
                  <a:lnTo>
                    <a:pt x="96250" y="85029"/>
                  </a:lnTo>
                  <a:lnTo>
                    <a:pt x="96148" y="85072"/>
                  </a:lnTo>
                  <a:lnTo>
                    <a:pt x="96013" y="85094"/>
                  </a:lnTo>
                  <a:lnTo>
                    <a:pt x="95878" y="85094"/>
                  </a:lnTo>
                  <a:lnTo>
                    <a:pt x="95810" y="85094"/>
                  </a:lnTo>
                  <a:lnTo>
                    <a:pt x="95675" y="85007"/>
                  </a:lnTo>
                  <a:lnTo>
                    <a:pt x="95742" y="84854"/>
                  </a:lnTo>
                  <a:lnTo>
                    <a:pt x="95742" y="84656"/>
                  </a:lnTo>
                  <a:lnTo>
                    <a:pt x="95675" y="84503"/>
                  </a:lnTo>
                  <a:lnTo>
                    <a:pt x="95573" y="84328"/>
                  </a:lnTo>
                  <a:lnTo>
                    <a:pt x="95641" y="84240"/>
                  </a:lnTo>
                  <a:lnTo>
                    <a:pt x="95742" y="84131"/>
                  </a:lnTo>
                  <a:lnTo>
                    <a:pt x="95810" y="83978"/>
                  </a:lnTo>
                  <a:lnTo>
                    <a:pt x="95810" y="83824"/>
                  </a:lnTo>
                  <a:lnTo>
                    <a:pt x="95742" y="83781"/>
                  </a:lnTo>
                  <a:lnTo>
                    <a:pt x="95641" y="83781"/>
                  </a:lnTo>
                  <a:lnTo>
                    <a:pt x="95539" y="83715"/>
                  </a:lnTo>
                  <a:lnTo>
                    <a:pt x="95539" y="83671"/>
                  </a:lnTo>
                  <a:lnTo>
                    <a:pt x="95539" y="83605"/>
                  </a:lnTo>
                  <a:lnTo>
                    <a:pt x="95506" y="83562"/>
                  </a:lnTo>
                  <a:lnTo>
                    <a:pt x="95438" y="83540"/>
                  </a:lnTo>
                  <a:lnTo>
                    <a:pt x="95303" y="83562"/>
                  </a:lnTo>
                  <a:lnTo>
                    <a:pt x="95201" y="83583"/>
                  </a:lnTo>
                  <a:lnTo>
                    <a:pt x="95133" y="83562"/>
                  </a:lnTo>
                  <a:lnTo>
                    <a:pt x="95167" y="83430"/>
                  </a:lnTo>
                  <a:lnTo>
                    <a:pt x="95201" y="83364"/>
                  </a:lnTo>
                  <a:lnTo>
                    <a:pt x="95303" y="83299"/>
                  </a:lnTo>
                  <a:lnTo>
                    <a:pt x="95370" y="83233"/>
                  </a:lnTo>
                  <a:lnTo>
                    <a:pt x="95472" y="83189"/>
                  </a:lnTo>
                  <a:lnTo>
                    <a:pt x="95506" y="83080"/>
                  </a:lnTo>
                  <a:lnTo>
                    <a:pt x="95472" y="83036"/>
                  </a:lnTo>
                  <a:lnTo>
                    <a:pt x="95438" y="82992"/>
                  </a:lnTo>
                  <a:lnTo>
                    <a:pt x="95336" y="82948"/>
                  </a:lnTo>
                  <a:lnTo>
                    <a:pt x="95235" y="82773"/>
                  </a:lnTo>
                  <a:lnTo>
                    <a:pt x="95133" y="82620"/>
                  </a:lnTo>
                  <a:lnTo>
                    <a:pt x="94998" y="82467"/>
                  </a:lnTo>
                  <a:lnTo>
                    <a:pt x="94863" y="82313"/>
                  </a:lnTo>
                  <a:lnTo>
                    <a:pt x="94795" y="82270"/>
                  </a:lnTo>
                  <a:lnTo>
                    <a:pt x="94660" y="82204"/>
                  </a:lnTo>
                  <a:lnTo>
                    <a:pt x="94592" y="82182"/>
                  </a:lnTo>
                  <a:lnTo>
                    <a:pt x="94524" y="82116"/>
                  </a:lnTo>
                  <a:lnTo>
                    <a:pt x="94457" y="82029"/>
                  </a:lnTo>
                  <a:lnTo>
                    <a:pt x="94355" y="81941"/>
                  </a:lnTo>
                  <a:lnTo>
                    <a:pt x="94254" y="81897"/>
                  </a:lnTo>
                  <a:lnTo>
                    <a:pt x="94152" y="81875"/>
                  </a:lnTo>
                  <a:lnTo>
                    <a:pt x="94085" y="81919"/>
                  </a:lnTo>
                  <a:lnTo>
                    <a:pt x="93983" y="81963"/>
                  </a:lnTo>
                  <a:lnTo>
                    <a:pt x="93983" y="82051"/>
                  </a:lnTo>
                  <a:lnTo>
                    <a:pt x="93949" y="82116"/>
                  </a:lnTo>
                  <a:lnTo>
                    <a:pt x="93882" y="82182"/>
                  </a:lnTo>
                  <a:lnTo>
                    <a:pt x="93848" y="82248"/>
                  </a:lnTo>
                  <a:lnTo>
                    <a:pt x="93814" y="82270"/>
                  </a:lnTo>
                  <a:lnTo>
                    <a:pt x="93746" y="82313"/>
                  </a:lnTo>
                  <a:lnTo>
                    <a:pt x="93746" y="82379"/>
                  </a:lnTo>
                  <a:lnTo>
                    <a:pt x="93746" y="82467"/>
                  </a:lnTo>
                  <a:lnTo>
                    <a:pt x="93746" y="82532"/>
                  </a:lnTo>
                  <a:lnTo>
                    <a:pt x="93679" y="82576"/>
                  </a:lnTo>
                  <a:lnTo>
                    <a:pt x="93577" y="82620"/>
                  </a:lnTo>
                  <a:lnTo>
                    <a:pt x="93476" y="82576"/>
                  </a:lnTo>
                  <a:lnTo>
                    <a:pt x="93374" y="82510"/>
                  </a:lnTo>
                  <a:lnTo>
                    <a:pt x="93307" y="82423"/>
                  </a:lnTo>
                  <a:lnTo>
                    <a:pt x="93239" y="82379"/>
                  </a:lnTo>
                  <a:lnTo>
                    <a:pt x="93171" y="82357"/>
                  </a:lnTo>
                  <a:lnTo>
                    <a:pt x="93036" y="82335"/>
                  </a:lnTo>
                  <a:lnTo>
                    <a:pt x="92968" y="82313"/>
                  </a:lnTo>
                  <a:lnTo>
                    <a:pt x="92901" y="82270"/>
                  </a:lnTo>
                  <a:lnTo>
                    <a:pt x="92867" y="82182"/>
                  </a:lnTo>
                  <a:lnTo>
                    <a:pt x="92833" y="82116"/>
                  </a:lnTo>
                  <a:lnTo>
                    <a:pt x="92765" y="82094"/>
                  </a:lnTo>
                  <a:lnTo>
                    <a:pt x="92596" y="82072"/>
                  </a:lnTo>
                  <a:lnTo>
                    <a:pt x="92562" y="82029"/>
                  </a:lnTo>
                  <a:lnTo>
                    <a:pt x="92495" y="81985"/>
                  </a:lnTo>
                  <a:lnTo>
                    <a:pt x="92427" y="81941"/>
                  </a:lnTo>
                  <a:lnTo>
                    <a:pt x="92292" y="81919"/>
                  </a:lnTo>
                  <a:lnTo>
                    <a:pt x="92190" y="81897"/>
                  </a:lnTo>
                  <a:lnTo>
                    <a:pt x="92122" y="81875"/>
                  </a:lnTo>
                  <a:lnTo>
                    <a:pt x="92089" y="81766"/>
                  </a:lnTo>
                  <a:lnTo>
                    <a:pt x="91987" y="81613"/>
                  </a:lnTo>
                  <a:lnTo>
                    <a:pt x="91886" y="81437"/>
                  </a:lnTo>
                  <a:lnTo>
                    <a:pt x="91818" y="81262"/>
                  </a:lnTo>
                  <a:lnTo>
                    <a:pt x="91784" y="81109"/>
                  </a:lnTo>
                  <a:lnTo>
                    <a:pt x="91716" y="81043"/>
                  </a:lnTo>
                  <a:lnTo>
                    <a:pt x="91716" y="80956"/>
                  </a:lnTo>
                  <a:lnTo>
                    <a:pt x="91716" y="80846"/>
                  </a:lnTo>
                  <a:lnTo>
                    <a:pt x="91716" y="80781"/>
                  </a:lnTo>
                  <a:lnTo>
                    <a:pt x="91784" y="80649"/>
                  </a:lnTo>
                  <a:lnTo>
                    <a:pt x="91818" y="80583"/>
                  </a:lnTo>
                  <a:lnTo>
                    <a:pt x="91818" y="80518"/>
                  </a:lnTo>
                  <a:lnTo>
                    <a:pt x="91716" y="80430"/>
                  </a:lnTo>
                  <a:lnTo>
                    <a:pt x="91649" y="80386"/>
                  </a:lnTo>
                  <a:lnTo>
                    <a:pt x="91513" y="80386"/>
                  </a:lnTo>
                  <a:lnTo>
                    <a:pt x="91378" y="80386"/>
                  </a:lnTo>
                  <a:lnTo>
                    <a:pt x="91277" y="80386"/>
                  </a:lnTo>
                  <a:lnTo>
                    <a:pt x="91141" y="80386"/>
                  </a:lnTo>
                  <a:lnTo>
                    <a:pt x="91006" y="80364"/>
                  </a:lnTo>
                  <a:lnTo>
                    <a:pt x="90871" y="80321"/>
                  </a:lnTo>
                  <a:lnTo>
                    <a:pt x="90769" y="80255"/>
                  </a:lnTo>
                  <a:lnTo>
                    <a:pt x="90634" y="80211"/>
                  </a:lnTo>
                  <a:lnTo>
                    <a:pt x="90532" y="80145"/>
                  </a:lnTo>
                  <a:lnTo>
                    <a:pt x="90431" y="80102"/>
                  </a:lnTo>
                  <a:lnTo>
                    <a:pt x="90296" y="80080"/>
                  </a:lnTo>
                  <a:lnTo>
                    <a:pt x="90228" y="80124"/>
                  </a:lnTo>
                  <a:lnTo>
                    <a:pt x="90126" y="80189"/>
                  </a:lnTo>
                  <a:lnTo>
                    <a:pt x="90025" y="80233"/>
                  </a:lnTo>
                  <a:lnTo>
                    <a:pt x="89957" y="80211"/>
                  </a:lnTo>
                  <a:lnTo>
                    <a:pt x="89822" y="80124"/>
                  </a:lnTo>
                  <a:lnTo>
                    <a:pt x="89653" y="79992"/>
                  </a:lnTo>
                  <a:lnTo>
                    <a:pt x="89517" y="79905"/>
                  </a:lnTo>
                  <a:lnTo>
                    <a:pt x="89382" y="79751"/>
                  </a:lnTo>
                  <a:lnTo>
                    <a:pt x="89348" y="79620"/>
                  </a:lnTo>
                  <a:lnTo>
                    <a:pt x="89314" y="79467"/>
                  </a:lnTo>
                  <a:lnTo>
                    <a:pt x="89314" y="79291"/>
                  </a:lnTo>
                  <a:lnTo>
                    <a:pt x="89281" y="79138"/>
                  </a:lnTo>
                  <a:lnTo>
                    <a:pt x="89247" y="78941"/>
                  </a:lnTo>
                  <a:lnTo>
                    <a:pt x="89179" y="78832"/>
                  </a:lnTo>
                  <a:lnTo>
                    <a:pt x="89010" y="78744"/>
                  </a:lnTo>
                  <a:lnTo>
                    <a:pt x="88841" y="78788"/>
                  </a:lnTo>
                  <a:lnTo>
                    <a:pt x="88773" y="78744"/>
                  </a:lnTo>
                  <a:lnTo>
                    <a:pt x="88672" y="78700"/>
                  </a:lnTo>
                  <a:lnTo>
                    <a:pt x="88638" y="78613"/>
                  </a:lnTo>
                  <a:lnTo>
                    <a:pt x="88672" y="78525"/>
                  </a:lnTo>
                  <a:lnTo>
                    <a:pt x="88705" y="78459"/>
                  </a:lnTo>
                  <a:lnTo>
                    <a:pt x="88841" y="78416"/>
                  </a:lnTo>
                  <a:lnTo>
                    <a:pt x="88908" y="78372"/>
                  </a:lnTo>
                  <a:lnTo>
                    <a:pt x="88942" y="78284"/>
                  </a:lnTo>
                  <a:lnTo>
                    <a:pt x="88908" y="78197"/>
                  </a:lnTo>
                  <a:lnTo>
                    <a:pt x="88841" y="78131"/>
                  </a:lnTo>
                  <a:lnTo>
                    <a:pt x="88807" y="78043"/>
                  </a:lnTo>
                  <a:lnTo>
                    <a:pt x="88773" y="77956"/>
                  </a:lnTo>
                  <a:lnTo>
                    <a:pt x="88841" y="77868"/>
                  </a:lnTo>
                  <a:lnTo>
                    <a:pt x="88976" y="77868"/>
                  </a:lnTo>
                  <a:lnTo>
                    <a:pt x="89145" y="77934"/>
                  </a:lnTo>
                  <a:lnTo>
                    <a:pt x="89247" y="77956"/>
                  </a:lnTo>
                  <a:lnTo>
                    <a:pt x="89450" y="78043"/>
                  </a:lnTo>
                  <a:lnTo>
                    <a:pt x="89687" y="78131"/>
                  </a:lnTo>
                  <a:lnTo>
                    <a:pt x="89991" y="78175"/>
                  </a:lnTo>
                  <a:lnTo>
                    <a:pt x="90194" y="78043"/>
                  </a:lnTo>
                  <a:lnTo>
                    <a:pt x="90228" y="77890"/>
                  </a:lnTo>
                  <a:lnTo>
                    <a:pt x="90160" y="77759"/>
                  </a:lnTo>
                  <a:lnTo>
                    <a:pt x="90093" y="77627"/>
                  </a:lnTo>
                  <a:lnTo>
                    <a:pt x="89991" y="77540"/>
                  </a:lnTo>
                  <a:lnTo>
                    <a:pt x="89957" y="77452"/>
                  </a:lnTo>
                  <a:lnTo>
                    <a:pt x="89957" y="77386"/>
                  </a:lnTo>
                  <a:lnTo>
                    <a:pt x="89957" y="77343"/>
                  </a:lnTo>
                  <a:lnTo>
                    <a:pt x="89890" y="77299"/>
                  </a:lnTo>
                  <a:lnTo>
                    <a:pt x="89822" y="77299"/>
                  </a:lnTo>
                  <a:lnTo>
                    <a:pt x="89687" y="77321"/>
                  </a:lnTo>
                  <a:lnTo>
                    <a:pt x="89585" y="77321"/>
                  </a:lnTo>
                  <a:lnTo>
                    <a:pt x="89551" y="77299"/>
                  </a:lnTo>
                  <a:lnTo>
                    <a:pt x="89484" y="77211"/>
                  </a:lnTo>
                  <a:lnTo>
                    <a:pt x="89382" y="77189"/>
                  </a:lnTo>
                  <a:lnTo>
                    <a:pt x="89281" y="77167"/>
                  </a:lnTo>
                  <a:lnTo>
                    <a:pt x="89247" y="77124"/>
                  </a:lnTo>
                  <a:lnTo>
                    <a:pt x="89213" y="77058"/>
                  </a:lnTo>
                  <a:lnTo>
                    <a:pt x="89247" y="76992"/>
                  </a:lnTo>
                  <a:lnTo>
                    <a:pt x="89281" y="76948"/>
                  </a:lnTo>
                  <a:lnTo>
                    <a:pt x="89314" y="76883"/>
                  </a:lnTo>
                  <a:lnTo>
                    <a:pt x="89348" y="76861"/>
                  </a:lnTo>
                  <a:lnTo>
                    <a:pt x="89450" y="76795"/>
                  </a:lnTo>
                  <a:lnTo>
                    <a:pt x="89484" y="76729"/>
                  </a:lnTo>
                  <a:lnTo>
                    <a:pt x="89517" y="76686"/>
                  </a:lnTo>
                  <a:lnTo>
                    <a:pt x="89450" y="76576"/>
                  </a:lnTo>
                  <a:lnTo>
                    <a:pt x="89281" y="76554"/>
                  </a:lnTo>
                  <a:lnTo>
                    <a:pt x="89145" y="76510"/>
                  </a:lnTo>
                  <a:lnTo>
                    <a:pt x="89010" y="76467"/>
                  </a:lnTo>
                  <a:lnTo>
                    <a:pt x="88976" y="76335"/>
                  </a:lnTo>
                  <a:lnTo>
                    <a:pt x="88976" y="76204"/>
                  </a:lnTo>
                  <a:lnTo>
                    <a:pt x="89044" y="76051"/>
                  </a:lnTo>
                  <a:lnTo>
                    <a:pt x="89145" y="75854"/>
                  </a:lnTo>
                  <a:lnTo>
                    <a:pt x="89314" y="75459"/>
                  </a:lnTo>
                  <a:lnTo>
                    <a:pt x="89484" y="75065"/>
                  </a:lnTo>
                  <a:lnTo>
                    <a:pt x="89653" y="74693"/>
                  </a:lnTo>
                  <a:lnTo>
                    <a:pt x="89856" y="74277"/>
                  </a:lnTo>
                  <a:lnTo>
                    <a:pt x="90499" y="72810"/>
                  </a:lnTo>
                  <a:lnTo>
                    <a:pt x="91141" y="71321"/>
                  </a:lnTo>
                  <a:lnTo>
                    <a:pt x="91784" y="69854"/>
                  </a:lnTo>
                  <a:lnTo>
                    <a:pt x="92427" y="68364"/>
                  </a:lnTo>
                  <a:lnTo>
                    <a:pt x="92833" y="67467"/>
                  </a:lnTo>
                  <a:lnTo>
                    <a:pt x="93611" y="65693"/>
                  </a:lnTo>
                  <a:lnTo>
                    <a:pt x="94355" y="63919"/>
                  </a:lnTo>
                  <a:lnTo>
                    <a:pt x="95370" y="61708"/>
                  </a:lnTo>
                  <a:lnTo>
                    <a:pt x="96351" y="59474"/>
                  </a:lnTo>
                  <a:lnTo>
                    <a:pt x="97400" y="57240"/>
                  </a:lnTo>
                  <a:lnTo>
                    <a:pt x="98347" y="55029"/>
                  </a:lnTo>
                  <a:lnTo>
                    <a:pt x="99396" y="52795"/>
                  </a:lnTo>
                  <a:lnTo>
                    <a:pt x="100343" y="50583"/>
                  </a:lnTo>
                  <a:lnTo>
                    <a:pt x="101291" y="48503"/>
                  </a:lnTo>
                  <a:lnTo>
                    <a:pt x="102238" y="46423"/>
                  </a:lnTo>
                  <a:lnTo>
                    <a:pt x="103219" y="44343"/>
                  </a:lnTo>
                  <a:lnTo>
                    <a:pt x="105114" y="40204"/>
                  </a:lnTo>
                  <a:lnTo>
                    <a:pt x="106095" y="38145"/>
                  </a:lnTo>
                  <a:lnTo>
                    <a:pt x="107042" y="36065"/>
                  </a:lnTo>
                  <a:lnTo>
                    <a:pt x="107956" y="34007"/>
                  </a:lnTo>
                  <a:lnTo>
                    <a:pt x="108260" y="33372"/>
                  </a:lnTo>
                  <a:lnTo>
                    <a:pt x="108564" y="32737"/>
                  </a:lnTo>
                  <a:lnTo>
                    <a:pt x="108869" y="32124"/>
                  </a:lnTo>
                  <a:lnTo>
                    <a:pt x="109173" y="31489"/>
                  </a:lnTo>
                  <a:lnTo>
                    <a:pt x="109444" y="30854"/>
                  </a:lnTo>
                  <a:lnTo>
                    <a:pt x="109749" y="30218"/>
                  </a:lnTo>
                  <a:lnTo>
                    <a:pt x="110053" y="29583"/>
                  </a:lnTo>
                  <a:lnTo>
                    <a:pt x="110358" y="28948"/>
                  </a:lnTo>
                  <a:lnTo>
                    <a:pt x="107516" y="28467"/>
                  </a:lnTo>
                  <a:lnTo>
                    <a:pt x="104674" y="27963"/>
                  </a:lnTo>
                  <a:lnTo>
                    <a:pt x="101900" y="27416"/>
                  </a:lnTo>
                  <a:lnTo>
                    <a:pt x="99092" y="26890"/>
                  </a:lnTo>
                  <a:lnTo>
                    <a:pt x="96284" y="26321"/>
                  </a:lnTo>
                  <a:lnTo>
                    <a:pt x="93510" y="25751"/>
                  </a:lnTo>
                  <a:lnTo>
                    <a:pt x="90769" y="25204"/>
                  </a:lnTo>
                  <a:lnTo>
                    <a:pt x="87961" y="24613"/>
                  </a:lnTo>
                  <a:lnTo>
                    <a:pt x="85221" y="24000"/>
                  </a:lnTo>
                  <a:lnTo>
                    <a:pt x="82480" y="23408"/>
                  </a:lnTo>
                  <a:lnTo>
                    <a:pt x="79706" y="22795"/>
                  </a:lnTo>
                  <a:lnTo>
                    <a:pt x="77000" y="22160"/>
                  </a:lnTo>
                  <a:lnTo>
                    <a:pt x="74259" y="21525"/>
                  </a:lnTo>
                  <a:lnTo>
                    <a:pt x="71553" y="20868"/>
                  </a:lnTo>
                  <a:lnTo>
                    <a:pt x="68846" y="20211"/>
                  </a:lnTo>
                  <a:lnTo>
                    <a:pt x="66174" y="19532"/>
                  </a:lnTo>
                  <a:lnTo>
                    <a:pt x="63433" y="18832"/>
                  </a:lnTo>
                  <a:lnTo>
                    <a:pt x="60761" y="18131"/>
                  </a:lnTo>
                  <a:lnTo>
                    <a:pt x="58088" y="17430"/>
                  </a:lnTo>
                  <a:lnTo>
                    <a:pt x="55415" y="16729"/>
                  </a:lnTo>
                  <a:lnTo>
                    <a:pt x="52776" y="15985"/>
                  </a:lnTo>
                  <a:lnTo>
                    <a:pt x="50138" y="15240"/>
                  </a:lnTo>
                  <a:lnTo>
                    <a:pt x="47499" y="14474"/>
                  </a:lnTo>
                  <a:lnTo>
                    <a:pt x="44860" y="13729"/>
                  </a:lnTo>
                  <a:lnTo>
                    <a:pt x="42289" y="12941"/>
                  </a:lnTo>
                  <a:lnTo>
                    <a:pt x="39650" y="12175"/>
                  </a:lnTo>
                  <a:lnTo>
                    <a:pt x="37045" y="11364"/>
                  </a:lnTo>
                  <a:lnTo>
                    <a:pt x="34474" y="10554"/>
                  </a:lnTo>
                  <a:lnTo>
                    <a:pt x="31869" y="9744"/>
                  </a:lnTo>
                  <a:lnTo>
                    <a:pt x="29331" y="8912"/>
                  </a:lnTo>
                  <a:lnTo>
                    <a:pt x="26760" y="8080"/>
                  </a:lnTo>
                  <a:lnTo>
                    <a:pt x="24223" y="7226"/>
                  </a:lnTo>
                  <a:lnTo>
                    <a:pt x="21719" y="6350"/>
                  </a:lnTo>
                  <a:lnTo>
                    <a:pt x="19182" y="5496"/>
                  </a:lnTo>
                  <a:lnTo>
                    <a:pt x="16678" y="4598"/>
                  </a:lnTo>
                  <a:lnTo>
                    <a:pt x="14175" y="3722"/>
                  </a:lnTo>
                  <a:lnTo>
                    <a:pt x="11705" y="2781"/>
                  </a:lnTo>
                  <a:lnTo>
                    <a:pt x="9202" y="1883"/>
                  </a:lnTo>
                  <a:lnTo>
                    <a:pt x="6732" y="963"/>
                  </a:lnTo>
                  <a:lnTo>
                    <a:pt x="4296" y="0"/>
                  </a:lnTo>
                  <a:lnTo>
                    <a:pt x="4296" y="87"/>
                  </a:lnTo>
                  <a:lnTo>
                    <a:pt x="5514" y="1335"/>
                  </a:lnTo>
                  <a:lnTo>
                    <a:pt x="5040" y="2124"/>
                  </a:lnTo>
                  <a:lnTo>
                    <a:pt x="4973" y="2496"/>
                  </a:lnTo>
                  <a:lnTo>
                    <a:pt x="6089" y="5627"/>
                  </a:lnTo>
                  <a:lnTo>
                    <a:pt x="6867" y="8124"/>
                  </a:lnTo>
                  <a:lnTo>
                    <a:pt x="5852" y="10051"/>
                  </a:lnTo>
                  <a:lnTo>
                    <a:pt x="5142" y="10554"/>
                  </a:lnTo>
                  <a:lnTo>
                    <a:pt x="5616" y="10708"/>
                  </a:lnTo>
                  <a:lnTo>
                    <a:pt x="7070" y="10445"/>
                  </a:lnTo>
                  <a:lnTo>
                    <a:pt x="10487" y="10204"/>
                  </a:lnTo>
                  <a:lnTo>
                    <a:pt x="11874" y="10598"/>
                  </a:lnTo>
                  <a:lnTo>
                    <a:pt x="13261" y="10029"/>
                  </a:lnTo>
                  <a:lnTo>
                    <a:pt x="14344" y="8759"/>
                  </a:lnTo>
                  <a:lnTo>
                    <a:pt x="14615" y="8978"/>
                  </a:lnTo>
                  <a:lnTo>
                    <a:pt x="15257" y="9043"/>
                  </a:lnTo>
                  <a:lnTo>
                    <a:pt x="16137" y="8649"/>
                  </a:lnTo>
                  <a:lnTo>
                    <a:pt x="16205" y="8430"/>
                  </a:lnTo>
                  <a:lnTo>
                    <a:pt x="15866" y="7992"/>
                  </a:lnTo>
                  <a:lnTo>
                    <a:pt x="16239" y="7948"/>
                  </a:lnTo>
                  <a:lnTo>
                    <a:pt x="16915" y="8014"/>
                  </a:lnTo>
                  <a:lnTo>
                    <a:pt x="18336" y="8277"/>
                  </a:lnTo>
                  <a:lnTo>
                    <a:pt x="21753" y="8167"/>
                  </a:lnTo>
                  <a:lnTo>
                    <a:pt x="21990" y="8824"/>
                  </a:lnTo>
                  <a:lnTo>
                    <a:pt x="22396" y="9306"/>
                  </a:lnTo>
                  <a:lnTo>
                    <a:pt x="22227" y="9656"/>
                  </a:lnTo>
                  <a:lnTo>
                    <a:pt x="22328" y="9963"/>
                  </a:lnTo>
                  <a:lnTo>
                    <a:pt x="22531" y="10029"/>
                  </a:lnTo>
                  <a:lnTo>
                    <a:pt x="22700" y="10642"/>
                  </a:lnTo>
                  <a:lnTo>
                    <a:pt x="22091" y="11321"/>
                  </a:lnTo>
                  <a:lnTo>
                    <a:pt x="21821" y="11364"/>
                  </a:lnTo>
                  <a:lnTo>
                    <a:pt x="21482" y="11518"/>
                  </a:lnTo>
                  <a:lnTo>
                    <a:pt x="21753" y="12000"/>
                  </a:lnTo>
                  <a:lnTo>
                    <a:pt x="21347" y="12218"/>
                  </a:lnTo>
                  <a:lnTo>
                    <a:pt x="21347" y="12832"/>
                  </a:lnTo>
                  <a:lnTo>
                    <a:pt x="22497" y="13532"/>
                  </a:lnTo>
                  <a:lnTo>
                    <a:pt x="22261" y="13948"/>
                  </a:lnTo>
                  <a:lnTo>
                    <a:pt x="22531" y="14605"/>
                  </a:lnTo>
                  <a:lnTo>
                    <a:pt x="23039" y="14781"/>
                  </a:lnTo>
                  <a:lnTo>
                    <a:pt x="23039" y="15547"/>
                  </a:lnTo>
                  <a:lnTo>
                    <a:pt x="22531" y="16007"/>
                  </a:lnTo>
                  <a:lnTo>
                    <a:pt x="22903" y="16226"/>
                  </a:lnTo>
                  <a:lnTo>
                    <a:pt x="22599" y="16532"/>
                  </a:lnTo>
                  <a:lnTo>
                    <a:pt x="22667" y="17102"/>
                  </a:lnTo>
                  <a:lnTo>
                    <a:pt x="24189" y="18766"/>
                  </a:lnTo>
                  <a:lnTo>
                    <a:pt x="24358" y="19839"/>
                  </a:lnTo>
                  <a:lnTo>
                    <a:pt x="25102" y="21766"/>
                  </a:lnTo>
                  <a:lnTo>
                    <a:pt x="24460" y="21919"/>
                  </a:lnTo>
                  <a:lnTo>
                    <a:pt x="24358" y="22664"/>
                  </a:lnTo>
                  <a:lnTo>
                    <a:pt x="24696" y="24087"/>
                  </a:lnTo>
                  <a:lnTo>
                    <a:pt x="24426" y="25379"/>
                  </a:lnTo>
                  <a:lnTo>
                    <a:pt x="24663" y="26496"/>
                  </a:lnTo>
                  <a:lnTo>
                    <a:pt x="24663" y="27262"/>
                  </a:lnTo>
                  <a:lnTo>
                    <a:pt x="24663" y="28423"/>
                  </a:lnTo>
                  <a:lnTo>
                    <a:pt x="24663" y="29912"/>
                  </a:lnTo>
                  <a:lnTo>
                    <a:pt x="24764" y="30635"/>
                  </a:lnTo>
                  <a:lnTo>
                    <a:pt x="24899" y="31335"/>
                  </a:lnTo>
                  <a:lnTo>
                    <a:pt x="24866" y="31905"/>
                  </a:lnTo>
                  <a:lnTo>
                    <a:pt x="24866" y="32649"/>
                  </a:lnTo>
                  <a:lnTo>
                    <a:pt x="24358" y="32934"/>
                  </a:lnTo>
                  <a:lnTo>
                    <a:pt x="23546" y="33284"/>
                  </a:lnTo>
                  <a:lnTo>
                    <a:pt x="24460" y="33832"/>
                  </a:lnTo>
                  <a:lnTo>
                    <a:pt x="25136" y="34226"/>
                  </a:lnTo>
                  <a:lnTo>
                    <a:pt x="23749" y="35321"/>
                  </a:lnTo>
                  <a:lnTo>
                    <a:pt x="24798" y="36218"/>
                  </a:lnTo>
                  <a:lnTo>
                    <a:pt x="24798" y="36284"/>
                  </a:lnTo>
                  <a:lnTo>
                    <a:pt x="24696" y="36350"/>
                  </a:lnTo>
                  <a:lnTo>
                    <a:pt x="24561" y="36437"/>
                  </a:lnTo>
                  <a:lnTo>
                    <a:pt x="24460" y="36503"/>
                  </a:lnTo>
                  <a:lnTo>
                    <a:pt x="24426" y="36613"/>
                  </a:lnTo>
                  <a:lnTo>
                    <a:pt x="24426" y="36678"/>
                  </a:lnTo>
                  <a:lnTo>
                    <a:pt x="24426" y="36788"/>
                  </a:lnTo>
                  <a:lnTo>
                    <a:pt x="24426" y="37094"/>
                  </a:lnTo>
                  <a:lnTo>
                    <a:pt x="24358" y="37204"/>
                  </a:lnTo>
                  <a:lnTo>
                    <a:pt x="24257" y="37379"/>
                  </a:lnTo>
                  <a:lnTo>
                    <a:pt x="24020" y="37686"/>
                  </a:lnTo>
                  <a:lnTo>
                    <a:pt x="24020" y="37751"/>
                  </a:lnTo>
                  <a:lnTo>
                    <a:pt x="24121" y="37839"/>
                  </a:lnTo>
                  <a:lnTo>
                    <a:pt x="24764" y="38036"/>
                  </a:lnTo>
                  <a:lnTo>
                    <a:pt x="25475" y="38167"/>
                  </a:lnTo>
                  <a:lnTo>
                    <a:pt x="25644" y="38211"/>
                  </a:lnTo>
                  <a:lnTo>
                    <a:pt x="25711" y="38299"/>
                  </a:lnTo>
                  <a:lnTo>
                    <a:pt x="25847" y="38583"/>
                  </a:lnTo>
                  <a:lnTo>
                    <a:pt x="26456" y="39262"/>
                  </a:lnTo>
                  <a:lnTo>
                    <a:pt x="26929" y="39854"/>
                  </a:lnTo>
                  <a:lnTo>
                    <a:pt x="27437" y="40379"/>
                  </a:lnTo>
                  <a:lnTo>
                    <a:pt x="27809" y="40664"/>
                  </a:lnTo>
                  <a:lnTo>
                    <a:pt x="28824" y="41080"/>
                  </a:lnTo>
                  <a:lnTo>
                    <a:pt x="29162" y="41430"/>
                  </a:lnTo>
                  <a:lnTo>
                    <a:pt x="29433" y="42240"/>
                  </a:lnTo>
                  <a:lnTo>
                    <a:pt x="29670" y="42437"/>
                  </a:lnTo>
                  <a:lnTo>
                    <a:pt x="30211" y="42722"/>
                  </a:lnTo>
                  <a:lnTo>
                    <a:pt x="30346" y="42788"/>
                  </a:lnTo>
                  <a:lnTo>
                    <a:pt x="30346" y="42941"/>
                  </a:lnTo>
                  <a:lnTo>
                    <a:pt x="30177" y="43467"/>
                  </a:lnTo>
                  <a:lnTo>
                    <a:pt x="30177" y="43598"/>
                  </a:lnTo>
                  <a:lnTo>
                    <a:pt x="30211" y="43664"/>
                  </a:lnTo>
                  <a:lnTo>
                    <a:pt x="30820" y="44036"/>
                  </a:lnTo>
                  <a:lnTo>
                    <a:pt x="31057" y="44167"/>
                  </a:lnTo>
                  <a:lnTo>
                    <a:pt x="31226" y="44233"/>
                  </a:lnTo>
                  <a:lnTo>
                    <a:pt x="31903" y="44277"/>
                  </a:lnTo>
                  <a:lnTo>
                    <a:pt x="32038" y="44343"/>
                  </a:lnTo>
                  <a:lnTo>
                    <a:pt x="32072" y="44518"/>
                  </a:lnTo>
                  <a:lnTo>
                    <a:pt x="32106" y="44868"/>
                  </a:lnTo>
                  <a:lnTo>
                    <a:pt x="32072" y="45043"/>
                  </a:lnTo>
                  <a:lnTo>
                    <a:pt x="32004" y="45197"/>
                  </a:lnTo>
                  <a:lnTo>
                    <a:pt x="31835" y="45503"/>
                  </a:lnTo>
                  <a:lnTo>
                    <a:pt x="31564" y="45832"/>
                  </a:lnTo>
                  <a:lnTo>
                    <a:pt x="31497" y="45941"/>
                  </a:lnTo>
                  <a:lnTo>
                    <a:pt x="31700" y="45766"/>
                  </a:lnTo>
                  <a:lnTo>
                    <a:pt x="31801" y="45766"/>
                  </a:lnTo>
                  <a:lnTo>
                    <a:pt x="31869" y="45766"/>
                  </a:lnTo>
                  <a:lnTo>
                    <a:pt x="31970" y="45810"/>
                  </a:lnTo>
                  <a:lnTo>
                    <a:pt x="31970" y="45919"/>
                  </a:lnTo>
                  <a:lnTo>
                    <a:pt x="31733" y="45985"/>
                  </a:lnTo>
                  <a:lnTo>
                    <a:pt x="31124" y="46335"/>
                  </a:lnTo>
                  <a:lnTo>
                    <a:pt x="30245" y="46686"/>
                  </a:lnTo>
                  <a:lnTo>
                    <a:pt x="30076" y="46817"/>
                  </a:lnTo>
                  <a:lnTo>
                    <a:pt x="29974" y="46992"/>
                  </a:lnTo>
                  <a:lnTo>
                    <a:pt x="29873" y="47145"/>
                  </a:lnTo>
                  <a:lnTo>
                    <a:pt x="29873" y="47277"/>
                  </a:lnTo>
                  <a:lnTo>
                    <a:pt x="29906" y="47343"/>
                  </a:lnTo>
                  <a:lnTo>
                    <a:pt x="30008" y="47386"/>
                  </a:lnTo>
                  <a:lnTo>
                    <a:pt x="30008" y="47452"/>
                  </a:lnTo>
                  <a:lnTo>
                    <a:pt x="29974" y="47540"/>
                  </a:lnTo>
                  <a:lnTo>
                    <a:pt x="29873" y="47649"/>
                  </a:lnTo>
                  <a:lnTo>
                    <a:pt x="29670" y="47802"/>
                  </a:lnTo>
                  <a:lnTo>
                    <a:pt x="29399" y="48131"/>
                  </a:lnTo>
                  <a:lnTo>
                    <a:pt x="29230" y="48394"/>
                  </a:lnTo>
                  <a:lnTo>
                    <a:pt x="29196" y="48635"/>
                  </a:lnTo>
                  <a:lnTo>
                    <a:pt x="29196" y="48941"/>
                  </a:lnTo>
                  <a:lnTo>
                    <a:pt x="29196" y="49029"/>
                  </a:lnTo>
                  <a:lnTo>
                    <a:pt x="29230" y="49072"/>
                  </a:lnTo>
                  <a:lnTo>
                    <a:pt x="29230" y="49160"/>
                  </a:lnTo>
                  <a:lnTo>
                    <a:pt x="29162" y="49313"/>
                  </a:lnTo>
                  <a:lnTo>
                    <a:pt x="29095" y="49510"/>
                  </a:lnTo>
                  <a:lnTo>
                    <a:pt x="29095" y="49598"/>
                  </a:lnTo>
                  <a:lnTo>
                    <a:pt x="29061" y="49686"/>
                  </a:lnTo>
                  <a:lnTo>
                    <a:pt x="28824" y="50014"/>
                  </a:lnTo>
                  <a:lnTo>
                    <a:pt x="28790" y="50145"/>
                  </a:lnTo>
                  <a:lnTo>
                    <a:pt x="28858" y="50386"/>
                  </a:lnTo>
                  <a:lnTo>
                    <a:pt x="28858" y="50562"/>
                  </a:lnTo>
                  <a:lnTo>
                    <a:pt x="28722" y="50693"/>
                  </a:lnTo>
                  <a:lnTo>
                    <a:pt x="28113" y="50912"/>
                  </a:lnTo>
                  <a:lnTo>
                    <a:pt x="27504" y="51065"/>
                  </a:lnTo>
                  <a:lnTo>
                    <a:pt x="27437" y="51131"/>
                  </a:lnTo>
                  <a:lnTo>
                    <a:pt x="27403" y="51153"/>
                  </a:lnTo>
                  <a:lnTo>
                    <a:pt x="27166" y="51262"/>
                  </a:lnTo>
                  <a:lnTo>
                    <a:pt x="27098" y="51306"/>
                  </a:lnTo>
                  <a:lnTo>
                    <a:pt x="27031" y="51328"/>
                  </a:lnTo>
                  <a:lnTo>
                    <a:pt x="26726" y="51569"/>
                  </a:lnTo>
                  <a:lnTo>
                    <a:pt x="26422" y="51700"/>
                  </a:lnTo>
                  <a:lnTo>
                    <a:pt x="26388" y="52116"/>
                  </a:lnTo>
                  <a:lnTo>
                    <a:pt x="26320" y="52248"/>
                  </a:lnTo>
                  <a:lnTo>
                    <a:pt x="26320" y="52357"/>
                  </a:lnTo>
                  <a:lnTo>
                    <a:pt x="26388" y="52467"/>
                  </a:lnTo>
                  <a:lnTo>
                    <a:pt x="26489" y="52510"/>
                  </a:lnTo>
                  <a:lnTo>
                    <a:pt x="26692" y="52489"/>
                  </a:lnTo>
                  <a:lnTo>
                    <a:pt x="26760" y="52467"/>
                  </a:lnTo>
                  <a:lnTo>
                    <a:pt x="27031" y="52291"/>
                  </a:lnTo>
                  <a:lnTo>
                    <a:pt x="27301" y="52094"/>
                  </a:lnTo>
                  <a:lnTo>
                    <a:pt x="27572" y="51897"/>
                  </a:lnTo>
                  <a:lnTo>
                    <a:pt x="28452" y="51547"/>
                  </a:lnTo>
                  <a:lnTo>
                    <a:pt x="28655" y="51416"/>
                  </a:lnTo>
                  <a:lnTo>
                    <a:pt x="28959" y="51131"/>
                  </a:lnTo>
                  <a:lnTo>
                    <a:pt x="29095" y="51000"/>
                  </a:lnTo>
                  <a:lnTo>
                    <a:pt x="29196" y="50978"/>
                  </a:lnTo>
                  <a:lnTo>
                    <a:pt x="29534" y="50846"/>
                  </a:lnTo>
                  <a:lnTo>
                    <a:pt x="29670" y="50781"/>
                  </a:lnTo>
                  <a:lnTo>
                    <a:pt x="29670" y="50759"/>
                  </a:lnTo>
                  <a:lnTo>
                    <a:pt x="29703" y="50715"/>
                  </a:lnTo>
                  <a:lnTo>
                    <a:pt x="29805" y="50518"/>
                  </a:lnTo>
                  <a:lnTo>
                    <a:pt x="29873" y="50474"/>
                  </a:lnTo>
                  <a:lnTo>
                    <a:pt x="30076" y="50474"/>
                  </a:lnTo>
                  <a:lnTo>
                    <a:pt x="30143" y="50408"/>
                  </a:lnTo>
                  <a:lnTo>
                    <a:pt x="30211" y="50364"/>
                  </a:lnTo>
                  <a:lnTo>
                    <a:pt x="30245" y="50299"/>
                  </a:lnTo>
                  <a:lnTo>
                    <a:pt x="30177" y="50299"/>
                  </a:lnTo>
                  <a:lnTo>
                    <a:pt x="30177" y="50277"/>
                  </a:lnTo>
                  <a:lnTo>
                    <a:pt x="30143" y="50233"/>
                  </a:lnTo>
                  <a:lnTo>
                    <a:pt x="30177" y="50145"/>
                  </a:lnTo>
                  <a:lnTo>
                    <a:pt x="30211" y="50124"/>
                  </a:lnTo>
                  <a:lnTo>
                    <a:pt x="30312" y="50124"/>
                  </a:lnTo>
                  <a:lnTo>
                    <a:pt x="30414" y="50036"/>
                  </a:lnTo>
                  <a:lnTo>
                    <a:pt x="30346" y="50036"/>
                  </a:lnTo>
                  <a:lnTo>
                    <a:pt x="30245" y="50036"/>
                  </a:lnTo>
                  <a:lnTo>
                    <a:pt x="30177" y="50058"/>
                  </a:lnTo>
                  <a:lnTo>
                    <a:pt x="30109" y="50080"/>
                  </a:lnTo>
                  <a:lnTo>
                    <a:pt x="30076" y="50167"/>
                  </a:lnTo>
                  <a:lnTo>
                    <a:pt x="30042" y="50233"/>
                  </a:lnTo>
                  <a:lnTo>
                    <a:pt x="29974" y="50233"/>
                  </a:lnTo>
                  <a:lnTo>
                    <a:pt x="29974" y="50145"/>
                  </a:lnTo>
                  <a:lnTo>
                    <a:pt x="30008" y="50058"/>
                  </a:lnTo>
                  <a:lnTo>
                    <a:pt x="30076" y="50014"/>
                  </a:lnTo>
                  <a:lnTo>
                    <a:pt x="30143" y="49927"/>
                  </a:lnTo>
                  <a:lnTo>
                    <a:pt x="30245" y="49883"/>
                  </a:lnTo>
                  <a:lnTo>
                    <a:pt x="30346" y="49861"/>
                  </a:lnTo>
                  <a:lnTo>
                    <a:pt x="30482" y="49839"/>
                  </a:lnTo>
                  <a:lnTo>
                    <a:pt x="30549" y="49795"/>
                  </a:lnTo>
                  <a:lnTo>
                    <a:pt x="30583" y="49729"/>
                  </a:lnTo>
                  <a:lnTo>
                    <a:pt x="30685" y="49642"/>
                  </a:lnTo>
                  <a:lnTo>
                    <a:pt x="30718" y="49576"/>
                  </a:lnTo>
                  <a:lnTo>
                    <a:pt x="30786" y="49532"/>
                  </a:lnTo>
                  <a:lnTo>
                    <a:pt x="30854" y="49467"/>
                  </a:lnTo>
                  <a:lnTo>
                    <a:pt x="30955" y="49270"/>
                  </a:lnTo>
                  <a:lnTo>
                    <a:pt x="30989" y="48963"/>
                  </a:lnTo>
                  <a:lnTo>
                    <a:pt x="31158" y="48656"/>
                  </a:lnTo>
                  <a:lnTo>
                    <a:pt x="31226" y="48525"/>
                  </a:lnTo>
                  <a:lnTo>
                    <a:pt x="31294" y="48372"/>
                  </a:lnTo>
                  <a:lnTo>
                    <a:pt x="31429" y="48350"/>
                  </a:lnTo>
                  <a:lnTo>
                    <a:pt x="31395" y="48569"/>
                  </a:lnTo>
                  <a:lnTo>
                    <a:pt x="31124" y="49335"/>
                  </a:lnTo>
                  <a:lnTo>
                    <a:pt x="31124" y="49489"/>
                  </a:lnTo>
                  <a:lnTo>
                    <a:pt x="31192" y="49686"/>
                  </a:lnTo>
                  <a:lnTo>
                    <a:pt x="30989" y="50036"/>
                  </a:lnTo>
                  <a:lnTo>
                    <a:pt x="31091" y="50102"/>
                  </a:lnTo>
                  <a:lnTo>
                    <a:pt x="31158" y="50080"/>
                  </a:lnTo>
                  <a:lnTo>
                    <a:pt x="31497" y="49883"/>
                  </a:lnTo>
                  <a:lnTo>
                    <a:pt x="31632" y="49861"/>
                  </a:lnTo>
                  <a:lnTo>
                    <a:pt x="31700" y="49861"/>
                  </a:lnTo>
                  <a:lnTo>
                    <a:pt x="31970" y="49927"/>
                  </a:lnTo>
                  <a:lnTo>
                    <a:pt x="32139" y="50036"/>
                  </a:lnTo>
                  <a:lnTo>
                    <a:pt x="32207" y="50058"/>
                  </a:lnTo>
                  <a:lnTo>
                    <a:pt x="32342" y="50058"/>
                  </a:lnTo>
                  <a:lnTo>
                    <a:pt x="32545" y="49970"/>
                  </a:lnTo>
                  <a:lnTo>
                    <a:pt x="32647" y="49970"/>
                  </a:lnTo>
                  <a:lnTo>
                    <a:pt x="32748" y="49948"/>
                  </a:lnTo>
                  <a:lnTo>
                    <a:pt x="32782" y="49948"/>
                  </a:lnTo>
                  <a:lnTo>
                    <a:pt x="32782" y="49970"/>
                  </a:lnTo>
                  <a:lnTo>
                    <a:pt x="32748" y="50080"/>
                  </a:lnTo>
                  <a:lnTo>
                    <a:pt x="32714" y="50102"/>
                  </a:lnTo>
                  <a:lnTo>
                    <a:pt x="32681" y="50102"/>
                  </a:lnTo>
                  <a:lnTo>
                    <a:pt x="32647" y="50102"/>
                  </a:lnTo>
                  <a:lnTo>
                    <a:pt x="32342" y="50167"/>
                  </a:lnTo>
                  <a:lnTo>
                    <a:pt x="32139" y="50167"/>
                  </a:lnTo>
                  <a:lnTo>
                    <a:pt x="31767" y="50014"/>
                  </a:lnTo>
                  <a:lnTo>
                    <a:pt x="31564" y="50014"/>
                  </a:lnTo>
                  <a:lnTo>
                    <a:pt x="31463" y="50036"/>
                  </a:lnTo>
                  <a:lnTo>
                    <a:pt x="31294" y="50167"/>
                  </a:lnTo>
                  <a:lnTo>
                    <a:pt x="31192" y="50189"/>
                  </a:lnTo>
                  <a:lnTo>
                    <a:pt x="31124" y="50233"/>
                  </a:lnTo>
                  <a:lnTo>
                    <a:pt x="31091" y="50321"/>
                  </a:lnTo>
                  <a:lnTo>
                    <a:pt x="31023" y="50386"/>
                  </a:lnTo>
                  <a:lnTo>
                    <a:pt x="30955" y="50408"/>
                  </a:lnTo>
                  <a:lnTo>
                    <a:pt x="30786" y="50452"/>
                  </a:lnTo>
                  <a:lnTo>
                    <a:pt x="30549" y="50540"/>
                  </a:lnTo>
                  <a:lnTo>
                    <a:pt x="30211" y="50759"/>
                  </a:lnTo>
                  <a:lnTo>
                    <a:pt x="30177" y="50802"/>
                  </a:lnTo>
                  <a:lnTo>
                    <a:pt x="30143" y="50846"/>
                  </a:lnTo>
                  <a:lnTo>
                    <a:pt x="30109" y="50912"/>
                  </a:lnTo>
                  <a:lnTo>
                    <a:pt x="30076" y="50934"/>
                  </a:lnTo>
                  <a:lnTo>
                    <a:pt x="30042" y="50956"/>
                  </a:lnTo>
                  <a:lnTo>
                    <a:pt x="29974" y="50934"/>
                  </a:lnTo>
                  <a:lnTo>
                    <a:pt x="29839" y="50978"/>
                  </a:lnTo>
                  <a:lnTo>
                    <a:pt x="29670" y="51000"/>
                  </a:lnTo>
                  <a:lnTo>
                    <a:pt x="29534" y="51021"/>
                  </a:lnTo>
                  <a:lnTo>
                    <a:pt x="29467" y="51065"/>
                  </a:lnTo>
                  <a:lnTo>
                    <a:pt x="29365" y="51131"/>
                  </a:lnTo>
                  <a:lnTo>
                    <a:pt x="29196" y="51262"/>
                  </a:lnTo>
                  <a:lnTo>
                    <a:pt x="29128" y="51306"/>
                  </a:lnTo>
                  <a:lnTo>
                    <a:pt x="29061" y="51350"/>
                  </a:lnTo>
                  <a:lnTo>
                    <a:pt x="29027" y="51372"/>
                  </a:lnTo>
                  <a:lnTo>
                    <a:pt x="28993" y="51459"/>
                  </a:lnTo>
                  <a:lnTo>
                    <a:pt x="28959" y="51481"/>
                  </a:lnTo>
                  <a:lnTo>
                    <a:pt x="28824" y="51569"/>
                  </a:lnTo>
                  <a:lnTo>
                    <a:pt x="28756" y="51591"/>
                  </a:lnTo>
                  <a:lnTo>
                    <a:pt x="28655" y="51613"/>
                  </a:lnTo>
                  <a:lnTo>
                    <a:pt x="28553" y="51656"/>
                  </a:lnTo>
                  <a:lnTo>
                    <a:pt x="28215" y="51832"/>
                  </a:lnTo>
                  <a:lnTo>
                    <a:pt x="28046" y="51854"/>
                  </a:lnTo>
                  <a:lnTo>
                    <a:pt x="27843" y="51963"/>
                  </a:lnTo>
                  <a:lnTo>
                    <a:pt x="27504" y="52248"/>
                  </a:lnTo>
                  <a:lnTo>
                    <a:pt x="27301" y="52357"/>
                  </a:lnTo>
                  <a:lnTo>
                    <a:pt x="27166" y="52467"/>
                  </a:lnTo>
                  <a:lnTo>
                    <a:pt x="27132" y="52532"/>
                  </a:lnTo>
                  <a:lnTo>
                    <a:pt x="27166" y="52620"/>
                  </a:lnTo>
                  <a:lnTo>
                    <a:pt x="27234" y="52642"/>
                  </a:lnTo>
                  <a:lnTo>
                    <a:pt x="27403" y="52642"/>
                  </a:lnTo>
                  <a:lnTo>
                    <a:pt x="29095" y="53211"/>
                  </a:lnTo>
                  <a:lnTo>
                    <a:pt x="29500" y="53189"/>
                  </a:lnTo>
                  <a:lnTo>
                    <a:pt x="29331" y="53321"/>
                  </a:lnTo>
                  <a:lnTo>
                    <a:pt x="29128" y="53321"/>
                  </a:lnTo>
                  <a:lnTo>
                    <a:pt x="28790" y="53189"/>
                  </a:lnTo>
                  <a:lnTo>
                    <a:pt x="28722" y="53189"/>
                  </a:lnTo>
                  <a:lnTo>
                    <a:pt x="28486" y="53211"/>
                  </a:lnTo>
                  <a:lnTo>
                    <a:pt x="28418" y="53189"/>
                  </a:lnTo>
                  <a:lnTo>
                    <a:pt x="28350" y="53145"/>
                  </a:lnTo>
                  <a:lnTo>
                    <a:pt x="28215" y="52992"/>
                  </a:lnTo>
                  <a:lnTo>
                    <a:pt x="28147" y="52970"/>
                  </a:lnTo>
                  <a:lnTo>
                    <a:pt x="27978" y="52992"/>
                  </a:lnTo>
                  <a:lnTo>
                    <a:pt x="27572" y="53167"/>
                  </a:lnTo>
                  <a:lnTo>
                    <a:pt x="27403" y="53167"/>
                  </a:lnTo>
                  <a:lnTo>
                    <a:pt x="27234" y="53124"/>
                  </a:lnTo>
                  <a:lnTo>
                    <a:pt x="27200" y="53124"/>
                  </a:lnTo>
                  <a:lnTo>
                    <a:pt x="27166" y="53145"/>
                  </a:lnTo>
                  <a:lnTo>
                    <a:pt x="27065" y="53189"/>
                  </a:lnTo>
                  <a:lnTo>
                    <a:pt x="26997" y="53211"/>
                  </a:lnTo>
                  <a:lnTo>
                    <a:pt x="26895" y="53255"/>
                  </a:lnTo>
                  <a:lnTo>
                    <a:pt x="26828" y="53255"/>
                  </a:lnTo>
                  <a:lnTo>
                    <a:pt x="26726" y="53255"/>
                  </a:lnTo>
                  <a:lnTo>
                    <a:pt x="26895" y="53124"/>
                  </a:lnTo>
                  <a:lnTo>
                    <a:pt x="27031" y="53080"/>
                  </a:lnTo>
                  <a:lnTo>
                    <a:pt x="27132" y="53014"/>
                  </a:lnTo>
                  <a:lnTo>
                    <a:pt x="27065" y="52883"/>
                  </a:lnTo>
                  <a:lnTo>
                    <a:pt x="26929" y="52795"/>
                  </a:lnTo>
                  <a:lnTo>
                    <a:pt x="26794" y="52773"/>
                  </a:lnTo>
                  <a:lnTo>
                    <a:pt x="26591" y="52795"/>
                  </a:lnTo>
                  <a:lnTo>
                    <a:pt x="26422" y="52861"/>
                  </a:lnTo>
                  <a:lnTo>
                    <a:pt x="25881" y="53167"/>
                  </a:lnTo>
                  <a:lnTo>
                    <a:pt x="25644" y="53211"/>
                  </a:lnTo>
                  <a:lnTo>
                    <a:pt x="25475" y="53299"/>
                  </a:lnTo>
                  <a:lnTo>
                    <a:pt x="25305" y="53386"/>
                  </a:lnTo>
                  <a:lnTo>
                    <a:pt x="25170" y="53474"/>
                  </a:lnTo>
                  <a:lnTo>
                    <a:pt x="25339" y="53430"/>
                  </a:lnTo>
                  <a:lnTo>
                    <a:pt x="25576" y="53474"/>
                  </a:lnTo>
                  <a:lnTo>
                    <a:pt x="25711" y="53430"/>
                  </a:lnTo>
                  <a:lnTo>
                    <a:pt x="26016" y="53299"/>
                  </a:lnTo>
                  <a:lnTo>
                    <a:pt x="26117" y="53277"/>
                  </a:lnTo>
                  <a:lnTo>
                    <a:pt x="26185" y="53321"/>
                  </a:lnTo>
                  <a:lnTo>
                    <a:pt x="26084" y="53408"/>
                  </a:lnTo>
                  <a:lnTo>
                    <a:pt x="25914" y="53496"/>
                  </a:lnTo>
                  <a:lnTo>
                    <a:pt x="25779" y="53562"/>
                  </a:lnTo>
                  <a:lnTo>
                    <a:pt x="25644" y="53605"/>
                  </a:lnTo>
                  <a:lnTo>
                    <a:pt x="25407" y="53649"/>
                  </a:lnTo>
                  <a:lnTo>
                    <a:pt x="25373" y="53649"/>
                  </a:lnTo>
                  <a:lnTo>
                    <a:pt x="25238" y="53627"/>
                  </a:lnTo>
                  <a:lnTo>
                    <a:pt x="25204" y="53649"/>
                  </a:lnTo>
                  <a:lnTo>
                    <a:pt x="25136" y="53715"/>
                  </a:lnTo>
                  <a:lnTo>
                    <a:pt x="25069" y="53802"/>
                  </a:lnTo>
                  <a:lnTo>
                    <a:pt x="25035" y="53846"/>
                  </a:lnTo>
                  <a:lnTo>
                    <a:pt x="24832" y="53978"/>
                  </a:lnTo>
                  <a:lnTo>
                    <a:pt x="24764" y="54000"/>
                  </a:lnTo>
                  <a:lnTo>
                    <a:pt x="24663" y="54043"/>
                  </a:lnTo>
                  <a:lnTo>
                    <a:pt x="24561" y="54065"/>
                  </a:lnTo>
                  <a:lnTo>
                    <a:pt x="24392" y="54262"/>
                  </a:lnTo>
                  <a:lnTo>
                    <a:pt x="24460" y="54350"/>
                  </a:lnTo>
                  <a:lnTo>
                    <a:pt x="24696" y="54416"/>
                  </a:lnTo>
                  <a:lnTo>
                    <a:pt x="24764" y="54459"/>
                  </a:lnTo>
                  <a:lnTo>
                    <a:pt x="24798" y="54591"/>
                  </a:lnTo>
                  <a:lnTo>
                    <a:pt x="24832" y="54635"/>
                  </a:lnTo>
                  <a:lnTo>
                    <a:pt x="24933" y="54656"/>
                  </a:lnTo>
                  <a:lnTo>
                    <a:pt x="25035" y="54744"/>
                  </a:lnTo>
                  <a:lnTo>
                    <a:pt x="25102" y="55116"/>
                  </a:lnTo>
                  <a:lnTo>
                    <a:pt x="25136" y="55270"/>
                  </a:lnTo>
                  <a:lnTo>
                    <a:pt x="25238" y="55357"/>
                  </a:lnTo>
                  <a:lnTo>
                    <a:pt x="25441" y="55445"/>
                  </a:lnTo>
                  <a:lnTo>
                    <a:pt x="25881" y="55576"/>
                  </a:lnTo>
                  <a:lnTo>
                    <a:pt x="25914" y="55598"/>
                  </a:lnTo>
                  <a:lnTo>
                    <a:pt x="25914" y="55642"/>
                  </a:lnTo>
                  <a:lnTo>
                    <a:pt x="25813" y="55686"/>
                  </a:lnTo>
                  <a:lnTo>
                    <a:pt x="25711" y="55686"/>
                  </a:lnTo>
                  <a:lnTo>
                    <a:pt x="25576" y="55664"/>
                  </a:lnTo>
                  <a:lnTo>
                    <a:pt x="25069" y="55423"/>
                  </a:lnTo>
                  <a:lnTo>
                    <a:pt x="24933" y="55291"/>
                  </a:lnTo>
                  <a:lnTo>
                    <a:pt x="24866" y="55138"/>
                  </a:lnTo>
                  <a:lnTo>
                    <a:pt x="24866" y="54919"/>
                  </a:lnTo>
                  <a:lnTo>
                    <a:pt x="24866" y="54875"/>
                  </a:lnTo>
                  <a:lnTo>
                    <a:pt x="24832" y="54832"/>
                  </a:lnTo>
                  <a:lnTo>
                    <a:pt x="24696" y="54744"/>
                  </a:lnTo>
                  <a:lnTo>
                    <a:pt x="24426" y="54481"/>
                  </a:lnTo>
                  <a:lnTo>
                    <a:pt x="24087" y="54350"/>
                  </a:lnTo>
                  <a:lnTo>
                    <a:pt x="23749" y="54262"/>
                  </a:lnTo>
                  <a:lnTo>
                    <a:pt x="23343" y="54284"/>
                  </a:lnTo>
                  <a:lnTo>
                    <a:pt x="23005" y="54437"/>
                  </a:lnTo>
                  <a:lnTo>
                    <a:pt x="22870" y="54700"/>
                  </a:lnTo>
                  <a:lnTo>
                    <a:pt x="23005" y="54985"/>
                  </a:lnTo>
                  <a:lnTo>
                    <a:pt x="23140" y="55204"/>
                  </a:lnTo>
                  <a:lnTo>
                    <a:pt x="23073" y="55270"/>
                  </a:lnTo>
                  <a:lnTo>
                    <a:pt x="23039" y="55291"/>
                  </a:lnTo>
                  <a:lnTo>
                    <a:pt x="23140" y="55992"/>
                  </a:lnTo>
                  <a:lnTo>
                    <a:pt x="23208" y="56124"/>
                  </a:lnTo>
                  <a:lnTo>
                    <a:pt x="23377" y="56518"/>
                  </a:lnTo>
                  <a:lnTo>
                    <a:pt x="23512" y="56671"/>
                  </a:lnTo>
                  <a:lnTo>
                    <a:pt x="23715" y="56583"/>
                  </a:lnTo>
                  <a:lnTo>
                    <a:pt x="23817" y="56430"/>
                  </a:lnTo>
                  <a:lnTo>
                    <a:pt x="23884" y="56343"/>
                  </a:lnTo>
                  <a:lnTo>
                    <a:pt x="24020" y="56233"/>
                  </a:lnTo>
                  <a:lnTo>
                    <a:pt x="24155" y="56189"/>
                  </a:lnTo>
                  <a:lnTo>
                    <a:pt x="24595" y="56167"/>
                  </a:lnTo>
                  <a:lnTo>
                    <a:pt x="24696" y="56145"/>
                  </a:lnTo>
                  <a:lnTo>
                    <a:pt x="24764" y="56233"/>
                  </a:lnTo>
                  <a:lnTo>
                    <a:pt x="24696" y="56321"/>
                  </a:lnTo>
                  <a:lnTo>
                    <a:pt x="24527" y="56364"/>
                  </a:lnTo>
                  <a:lnTo>
                    <a:pt x="24392" y="56364"/>
                  </a:lnTo>
                  <a:lnTo>
                    <a:pt x="24155" y="56343"/>
                  </a:lnTo>
                  <a:lnTo>
                    <a:pt x="24054" y="56364"/>
                  </a:lnTo>
                  <a:lnTo>
                    <a:pt x="23884" y="56474"/>
                  </a:lnTo>
                  <a:lnTo>
                    <a:pt x="23851" y="56605"/>
                  </a:lnTo>
                  <a:lnTo>
                    <a:pt x="23546" y="56824"/>
                  </a:lnTo>
                  <a:lnTo>
                    <a:pt x="23478" y="56978"/>
                  </a:lnTo>
                  <a:lnTo>
                    <a:pt x="23478" y="57087"/>
                  </a:lnTo>
                  <a:lnTo>
                    <a:pt x="23580" y="57437"/>
                  </a:lnTo>
                  <a:lnTo>
                    <a:pt x="23648" y="57503"/>
                  </a:lnTo>
                  <a:lnTo>
                    <a:pt x="23715" y="57547"/>
                  </a:lnTo>
                  <a:lnTo>
                    <a:pt x="23817" y="57591"/>
                  </a:lnTo>
                  <a:lnTo>
                    <a:pt x="23851" y="57613"/>
                  </a:lnTo>
                  <a:lnTo>
                    <a:pt x="23918" y="57656"/>
                  </a:lnTo>
                  <a:lnTo>
                    <a:pt x="23918" y="57700"/>
                  </a:lnTo>
                  <a:lnTo>
                    <a:pt x="23884" y="57722"/>
                  </a:lnTo>
                  <a:lnTo>
                    <a:pt x="23783" y="57700"/>
                  </a:lnTo>
                  <a:lnTo>
                    <a:pt x="23580" y="57635"/>
                  </a:lnTo>
                  <a:lnTo>
                    <a:pt x="23478" y="57525"/>
                  </a:lnTo>
                  <a:lnTo>
                    <a:pt x="23411" y="57416"/>
                  </a:lnTo>
                  <a:lnTo>
                    <a:pt x="22870" y="55686"/>
                  </a:lnTo>
                  <a:lnTo>
                    <a:pt x="22870" y="55576"/>
                  </a:lnTo>
                  <a:lnTo>
                    <a:pt x="22870" y="55510"/>
                  </a:lnTo>
                  <a:lnTo>
                    <a:pt x="22802" y="55291"/>
                  </a:lnTo>
                  <a:lnTo>
                    <a:pt x="22802" y="54985"/>
                  </a:lnTo>
                  <a:lnTo>
                    <a:pt x="22768" y="54854"/>
                  </a:lnTo>
                  <a:lnTo>
                    <a:pt x="22700" y="54722"/>
                  </a:lnTo>
                  <a:lnTo>
                    <a:pt x="22565" y="54635"/>
                  </a:lnTo>
                  <a:lnTo>
                    <a:pt x="22430" y="54591"/>
                  </a:lnTo>
                  <a:lnTo>
                    <a:pt x="22362" y="54635"/>
                  </a:lnTo>
                  <a:lnTo>
                    <a:pt x="22362" y="54810"/>
                  </a:lnTo>
                  <a:lnTo>
                    <a:pt x="22430" y="55007"/>
                  </a:lnTo>
                  <a:lnTo>
                    <a:pt x="22497" y="55072"/>
                  </a:lnTo>
                  <a:lnTo>
                    <a:pt x="22396" y="55138"/>
                  </a:lnTo>
                  <a:lnTo>
                    <a:pt x="22328" y="55116"/>
                  </a:lnTo>
                  <a:lnTo>
                    <a:pt x="22193" y="55072"/>
                  </a:lnTo>
                  <a:lnTo>
                    <a:pt x="22125" y="55051"/>
                  </a:lnTo>
                  <a:lnTo>
                    <a:pt x="22024" y="55116"/>
                  </a:lnTo>
                  <a:lnTo>
                    <a:pt x="21990" y="55160"/>
                  </a:lnTo>
                  <a:lnTo>
                    <a:pt x="21821" y="55335"/>
                  </a:lnTo>
                  <a:lnTo>
                    <a:pt x="21753" y="55532"/>
                  </a:lnTo>
                  <a:lnTo>
                    <a:pt x="21753" y="55686"/>
                  </a:lnTo>
                  <a:lnTo>
                    <a:pt x="21888" y="55927"/>
                  </a:lnTo>
                  <a:lnTo>
                    <a:pt x="21753" y="55948"/>
                  </a:lnTo>
                  <a:lnTo>
                    <a:pt x="21449" y="55883"/>
                  </a:lnTo>
                  <a:lnTo>
                    <a:pt x="21246" y="55905"/>
                  </a:lnTo>
                  <a:lnTo>
                    <a:pt x="21144" y="55970"/>
                  </a:lnTo>
                  <a:lnTo>
                    <a:pt x="21043" y="56080"/>
                  </a:lnTo>
                  <a:lnTo>
                    <a:pt x="20941" y="56167"/>
                  </a:lnTo>
                  <a:lnTo>
                    <a:pt x="20907" y="56255"/>
                  </a:lnTo>
                  <a:lnTo>
                    <a:pt x="20806" y="56386"/>
                  </a:lnTo>
                  <a:lnTo>
                    <a:pt x="20772" y="56518"/>
                  </a:lnTo>
                  <a:lnTo>
                    <a:pt x="20806" y="56627"/>
                  </a:lnTo>
                  <a:lnTo>
                    <a:pt x="20873" y="56671"/>
                  </a:lnTo>
                  <a:lnTo>
                    <a:pt x="21043" y="56737"/>
                  </a:lnTo>
                  <a:lnTo>
                    <a:pt x="21279" y="56890"/>
                  </a:lnTo>
                  <a:lnTo>
                    <a:pt x="21449" y="56934"/>
                  </a:lnTo>
                  <a:lnTo>
                    <a:pt x="21787" y="56890"/>
                  </a:lnTo>
                  <a:lnTo>
                    <a:pt x="21922" y="56890"/>
                  </a:lnTo>
                  <a:lnTo>
                    <a:pt x="22091" y="56868"/>
                  </a:lnTo>
                  <a:lnTo>
                    <a:pt x="22193" y="56781"/>
                  </a:lnTo>
                  <a:lnTo>
                    <a:pt x="22362" y="56649"/>
                  </a:lnTo>
                  <a:lnTo>
                    <a:pt x="22464" y="56562"/>
                  </a:lnTo>
                  <a:lnTo>
                    <a:pt x="22396" y="56715"/>
                  </a:lnTo>
                  <a:lnTo>
                    <a:pt x="22091" y="57021"/>
                  </a:lnTo>
                  <a:lnTo>
                    <a:pt x="22091" y="57109"/>
                  </a:lnTo>
                  <a:lnTo>
                    <a:pt x="22091" y="57175"/>
                  </a:lnTo>
                  <a:lnTo>
                    <a:pt x="22058" y="57284"/>
                  </a:lnTo>
                  <a:lnTo>
                    <a:pt x="21990" y="57394"/>
                  </a:lnTo>
                  <a:lnTo>
                    <a:pt x="21922" y="57459"/>
                  </a:lnTo>
                  <a:lnTo>
                    <a:pt x="21990" y="57525"/>
                  </a:lnTo>
                  <a:lnTo>
                    <a:pt x="22058" y="57656"/>
                  </a:lnTo>
                  <a:lnTo>
                    <a:pt x="22091" y="57722"/>
                  </a:lnTo>
                  <a:lnTo>
                    <a:pt x="21855" y="57678"/>
                  </a:lnTo>
                  <a:lnTo>
                    <a:pt x="21415" y="57722"/>
                  </a:lnTo>
                  <a:lnTo>
                    <a:pt x="21347" y="57722"/>
                  </a:lnTo>
                  <a:lnTo>
                    <a:pt x="21381" y="57766"/>
                  </a:lnTo>
                  <a:lnTo>
                    <a:pt x="21381" y="57810"/>
                  </a:lnTo>
                  <a:lnTo>
                    <a:pt x="21279" y="57919"/>
                  </a:lnTo>
                  <a:lnTo>
                    <a:pt x="21279" y="57985"/>
                  </a:lnTo>
                  <a:lnTo>
                    <a:pt x="21888" y="58270"/>
                  </a:lnTo>
                  <a:lnTo>
                    <a:pt x="21922" y="58357"/>
                  </a:lnTo>
                  <a:lnTo>
                    <a:pt x="21922" y="58467"/>
                  </a:lnTo>
                  <a:lnTo>
                    <a:pt x="21990" y="58532"/>
                  </a:lnTo>
                  <a:lnTo>
                    <a:pt x="22058" y="58598"/>
                  </a:lnTo>
                  <a:lnTo>
                    <a:pt x="22125" y="58620"/>
                  </a:lnTo>
                  <a:lnTo>
                    <a:pt x="22193" y="58620"/>
                  </a:lnTo>
                  <a:lnTo>
                    <a:pt x="22362" y="58554"/>
                  </a:lnTo>
                  <a:lnTo>
                    <a:pt x="22464" y="58532"/>
                  </a:lnTo>
                  <a:lnTo>
                    <a:pt x="22531" y="58554"/>
                  </a:lnTo>
                  <a:lnTo>
                    <a:pt x="22836" y="58620"/>
                  </a:lnTo>
                  <a:lnTo>
                    <a:pt x="22903" y="58620"/>
                  </a:lnTo>
                  <a:lnTo>
                    <a:pt x="23140" y="58532"/>
                  </a:lnTo>
                  <a:lnTo>
                    <a:pt x="23208" y="58510"/>
                  </a:lnTo>
                  <a:lnTo>
                    <a:pt x="23411" y="58532"/>
                  </a:lnTo>
                  <a:lnTo>
                    <a:pt x="23986" y="58467"/>
                  </a:lnTo>
                  <a:lnTo>
                    <a:pt x="24392" y="58532"/>
                  </a:lnTo>
                  <a:lnTo>
                    <a:pt x="24764" y="58686"/>
                  </a:lnTo>
                  <a:lnTo>
                    <a:pt x="25508" y="59167"/>
                  </a:lnTo>
                  <a:lnTo>
                    <a:pt x="25711" y="59233"/>
                  </a:lnTo>
                  <a:lnTo>
                    <a:pt x="25745" y="59211"/>
                  </a:lnTo>
                  <a:lnTo>
                    <a:pt x="25914" y="59102"/>
                  </a:lnTo>
                  <a:lnTo>
                    <a:pt x="26016" y="59102"/>
                  </a:lnTo>
                  <a:lnTo>
                    <a:pt x="26422" y="59014"/>
                  </a:lnTo>
                  <a:lnTo>
                    <a:pt x="26591" y="59036"/>
                  </a:lnTo>
                  <a:lnTo>
                    <a:pt x="26659" y="59189"/>
                  </a:lnTo>
                  <a:lnTo>
                    <a:pt x="26557" y="59167"/>
                  </a:lnTo>
                  <a:lnTo>
                    <a:pt x="26456" y="59167"/>
                  </a:lnTo>
                  <a:lnTo>
                    <a:pt x="26219" y="59189"/>
                  </a:lnTo>
                  <a:lnTo>
                    <a:pt x="26050" y="59189"/>
                  </a:lnTo>
                  <a:lnTo>
                    <a:pt x="25982" y="59211"/>
                  </a:lnTo>
                  <a:lnTo>
                    <a:pt x="25779" y="59277"/>
                  </a:lnTo>
                  <a:lnTo>
                    <a:pt x="25508" y="59343"/>
                  </a:lnTo>
                  <a:lnTo>
                    <a:pt x="25339" y="59321"/>
                  </a:lnTo>
                  <a:lnTo>
                    <a:pt x="24899" y="58970"/>
                  </a:lnTo>
                  <a:lnTo>
                    <a:pt x="24730" y="58948"/>
                  </a:lnTo>
                  <a:lnTo>
                    <a:pt x="24595" y="58927"/>
                  </a:lnTo>
                  <a:lnTo>
                    <a:pt x="24493" y="58773"/>
                  </a:lnTo>
                  <a:lnTo>
                    <a:pt x="24426" y="58708"/>
                  </a:lnTo>
                  <a:lnTo>
                    <a:pt x="24223" y="58664"/>
                  </a:lnTo>
                  <a:lnTo>
                    <a:pt x="24054" y="58620"/>
                  </a:lnTo>
                  <a:lnTo>
                    <a:pt x="23851" y="58664"/>
                  </a:lnTo>
                  <a:lnTo>
                    <a:pt x="23648" y="58686"/>
                  </a:lnTo>
                  <a:lnTo>
                    <a:pt x="23478" y="58751"/>
                  </a:lnTo>
                  <a:lnTo>
                    <a:pt x="23343" y="58883"/>
                  </a:lnTo>
                  <a:lnTo>
                    <a:pt x="23343" y="58992"/>
                  </a:lnTo>
                  <a:lnTo>
                    <a:pt x="23377" y="59102"/>
                  </a:lnTo>
                  <a:lnTo>
                    <a:pt x="23377" y="59233"/>
                  </a:lnTo>
                  <a:lnTo>
                    <a:pt x="23377" y="59255"/>
                  </a:lnTo>
                  <a:lnTo>
                    <a:pt x="23445" y="59474"/>
                  </a:lnTo>
                  <a:lnTo>
                    <a:pt x="23445" y="59562"/>
                  </a:lnTo>
                  <a:lnTo>
                    <a:pt x="23445" y="59715"/>
                  </a:lnTo>
                  <a:lnTo>
                    <a:pt x="23445" y="59824"/>
                  </a:lnTo>
                  <a:lnTo>
                    <a:pt x="23478" y="59934"/>
                  </a:lnTo>
                  <a:lnTo>
                    <a:pt x="23580" y="60240"/>
                  </a:lnTo>
                  <a:lnTo>
                    <a:pt x="23783" y="60394"/>
                  </a:lnTo>
                  <a:lnTo>
                    <a:pt x="23783" y="60525"/>
                  </a:lnTo>
                  <a:lnTo>
                    <a:pt x="23715" y="60700"/>
                  </a:lnTo>
                  <a:lnTo>
                    <a:pt x="23715" y="60854"/>
                  </a:lnTo>
                  <a:lnTo>
                    <a:pt x="23648" y="60788"/>
                  </a:lnTo>
                  <a:lnTo>
                    <a:pt x="23648" y="60744"/>
                  </a:lnTo>
                  <a:lnTo>
                    <a:pt x="23648" y="60569"/>
                  </a:lnTo>
                  <a:lnTo>
                    <a:pt x="23648" y="60547"/>
                  </a:lnTo>
                  <a:lnTo>
                    <a:pt x="23681" y="60481"/>
                  </a:lnTo>
                  <a:lnTo>
                    <a:pt x="23681" y="60437"/>
                  </a:lnTo>
                  <a:lnTo>
                    <a:pt x="23648" y="60416"/>
                  </a:lnTo>
                  <a:lnTo>
                    <a:pt x="23512" y="60394"/>
                  </a:lnTo>
                  <a:lnTo>
                    <a:pt x="23478" y="60394"/>
                  </a:lnTo>
                  <a:lnTo>
                    <a:pt x="23478" y="60328"/>
                  </a:lnTo>
                  <a:lnTo>
                    <a:pt x="23478" y="60240"/>
                  </a:lnTo>
                  <a:lnTo>
                    <a:pt x="23478" y="60197"/>
                  </a:lnTo>
                  <a:lnTo>
                    <a:pt x="23411" y="60153"/>
                  </a:lnTo>
                  <a:lnTo>
                    <a:pt x="23377" y="60131"/>
                  </a:lnTo>
                  <a:lnTo>
                    <a:pt x="23276" y="60109"/>
                  </a:lnTo>
                  <a:lnTo>
                    <a:pt x="23242" y="60065"/>
                  </a:lnTo>
                  <a:lnTo>
                    <a:pt x="23242" y="60021"/>
                  </a:lnTo>
                  <a:lnTo>
                    <a:pt x="23242" y="59978"/>
                  </a:lnTo>
                  <a:lnTo>
                    <a:pt x="23276" y="59912"/>
                  </a:lnTo>
                  <a:lnTo>
                    <a:pt x="23276" y="59846"/>
                  </a:lnTo>
                  <a:lnTo>
                    <a:pt x="23343" y="59605"/>
                  </a:lnTo>
                  <a:lnTo>
                    <a:pt x="23242" y="59364"/>
                  </a:lnTo>
                  <a:lnTo>
                    <a:pt x="23208" y="59277"/>
                  </a:lnTo>
                  <a:lnTo>
                    <a:pt x="23140" y="59189"/>
                  </a:lnTo>
                  <a:lnTo>
                    <a:pt x="23106" y="59145"/>
                  </a:lnTo>
                  <a:lnTo>
                    <a:pt x="23106" y="59058"/>
                  </a:lnTo>
                  <a:lnTo>
                    <a:pt x="23140" y="58992"/>
                  </a:lnTo>
                  <a:lnTo>
                    <a:pt x="23174" y="58927"/>
                  </a:lnTo>
                  <a:lnTo>
                    <a:pt x="23140" y="58839"/>
                  </a:lnTo>
                  <a:lnTo>
                    <a:pt x="23005" y="58839"/>
                  </a:lnTo>
                  <a:lnTo>
                    <a:pt x="22565" y="58795"/>
                  </a:lnTo>
                  <a:lnTo>
                    <a:pt x="22497" y="58773"/>
                  </a:lnTo>
                  <a:lnTo>
                    <a:pt x="22396" y="58883"/>
                  </a:lnTo>
                  <a:lnTo>
                    <a:pt x="22024" y="59124"/>
                  </a:lnTo>
                  <a:lnTo>
                    <a:pt x="21855" y="59233"/>
                  </a:lnTo>
                  <a:lnTo>
                    <a:pt x="21516" y="59824"/>
                  </a:lnTo>
                  <a:lnTo>
                    <a:pt x="21347" y="60065"/>
                  </a:lnTo>
                  <a:lnTo>
                    <a:pt x="21110" y="60218"/>
                  </a:lnTo>
                  <a:lnTo>
                    <a:pt x="21144" y="60284"/>
                  </a:lnTo>
                  <a:lnTo>
                    <a:pt x="21178" y="60613"/>
                  </a:lnTo>
                  <a:lnTo>
                    <a:pt x="21212" y="60678"/>
                  </a:lnTo>
                  <a:lnTo>
                    <a:pt x="21279" y="60832"/>
                  </a:lnTo>
                  <a:lnTo>
                    <a:pt x="21279" y="60897"/>
                  </a:lnTo>
                  <a:lnTo>
                    <a:pt x="21415" y="60919"/>
                  </a:lnTo>
                  <a:lnTo>
                    <a:pt x="21719" y="60875"/>
                  </a:lnTo>
                  <a:lnTo>
                    <a:pt x="21753" y="60897"/>
                  </a:lnTo>
                  <a:lnTo>
                    <a:pt x="21685" y="60985"/>
                  </a:lnTo>
                  <a:lnTo>
                    <a:pt x="21550" y="61051"/>
                  </a:lnTo>
                  <a:lnTo>
                    <a:pt x="21347" y="61116"/>
                  </a:lnTo>
                  <a:lnTo>
                    <a:pt x="21550" y="61270"/>
                  </a:lnTo>
                  <a:lnTo>
                    <a:pt x="21584" y="61313"/>
                  </a:lnTo>
                  <a:lnTo>
                    <a:pt x="21584" y="61379"/>
                  </a:lnTo>
                  <a:lnTo>
                    <a:pt x="21584" y="61532"/>
                  </a:lnTo>
                  <a:lnTo>
                    <a:pt x="21584" y="61598"/>
                  </a:lnTo>
                  <a:lnTo>
                    <a:pt x="21652" y="61642"/>
                  </a:lnTo>
                  <a:lnTo>
                    <a:pt x="21787" y="61817"/>
                  </a:lnTo>
                  <a:lnTo>
                    <a:pt x="21821" y="62036"/>
                  </a:lnTo>
                  <a:lnTo>
                    <a:pt x="21855" y="62080"/>
                  </a:lnTo>
                  <a:lnTo>
                    <a:pt x="21922" y="62124"/>
                  </a:lnTo>
                  <a:lnTo>
                    <a:pt x="22091" y="62145"/>
                  </a:lnTo>
                  <a:lnTo>
                    <a:pt x="22125" y="62167"/>
                  </a:lnTo>
                  <a:lnTo>
                    <a:pt x="22125" y="62408"/>
                  </a:lnTo>
                  <a:lnTo>
                    <a:pt x="22159" y="62452"/>
                  </a:lnTo>
                  <a:lnTo>
                    <a:pt x="22227" y="62583"/>
                  </a:lnTo>
                  <a:lnTo>
                    <a:pt x="22362" y="62649"/>
                  </a:lnTo>
                  <a:lnTo>
                    <a:pt x="22430" y="62781"/>
                  </a:lnTo>
                  <a:lnTo>
                    <a:pt x="22396" y="62956"/>
                  </a:lnTo>
                  <a:lnTo>
                    <a:pt x="22328" y="62846"/>
                  </a:lnTo>
                  <a:lnTo>
                    <a:pt x="22261" y="62824"/>
                  </a:lnTo>
                  <a:lnTo>
                    <a:pt x="22193" y="62781"/>
                  </a:lnTo>
                  <a:lnTo>
                    <a:pt x="22159" y="62824"/>
                  </a:lnTo>
                  <a:lnTo>
                    <a:pt x="22227" y="62912"/>
                  </a:lnTo>
                  <a:lnTo>
                    <a:pt x="22362" y="63240"/>
                  </a:lnTo>
                  <a:lnTo>
                    <a:pt x="22328" y="63328"/>
                  </a:lnTo>
                  <a:lnTo>
                    <a:pt x="22362" y="63437"/>
                  </a:lnTo>
                  <a:lnTo>
                    <a:pt x="22497" y="63810"/>
                  </a:lnTo>
                  <a:lnTo>
                    <a:pt x="22667" y="63897"/>
                  </a:lnTo>
                  <a:lnTo>
                    <a:pt x="23478" y="65649"/>
                  </a:lnTo>
                  <a:lnTo>
                    <a:pt x="23749" y="65824"/>
                  </a:lnTo>
                  <a:lnTo>
                    <a:pt x="23851" y="65759"/>
                  </a:lnTo>
                  <a:lnTo>
                    <a:pt x="24054" y="65671"/>
                  </a:lnTo>
                  <a:lnTo>
                    <a:pt x="24223" y="65540"/>
                  </a:lnTo>
                  <a:lnTo>
                    <a:pt x="24358" y="65430"/>
                  </a:lnTo>
                  <a:lnTo>
                    <a:pt x="24493" y="65299"/>
                  </a:lnTo>
                  <a:lnTo>
                    <a:pt x="24595" y="65102"/>
                  </a:lnTo>
                  <a:lnTo>
                    <a:pt x="24696" y="64970"/>
                  </a:lnTo>
                  <a:lnTo>
                    <a:pt x="24561" y="64883"/>
                  </a:lnTo>
                  <a:lnTo>
                    <a:pt x="24561" y="64839"/>
                  </a:lnTo>
                  <a:lnTo>
                    <a:pt x="24764" y="64817"/>
                  </a:lnTo>
                  <a:lnTo>
                    <a:pt x="24866" y="64664"/>
                  </a:lnTo>
                  <a:lnTo>
                    <a:pt x="25069" y="64357"/>
                  </a:lnTo>
                  <a:lnTo>
                    <a:pt x="25204" y="64160"/>
                  </a:lnTo>
                  <a:lnTo>
                    <a:pt x="25373" y="64094"/>
                  </a:lnTo>
                  <a:lnTo>
                    <a:pt x="25745" y="63941"/>
                  </a:lnTo>
                  <a:lnTo>
                    <a:pt x="25847" y="63919"/>
                  </a:lnTo>
                  <a:lnTo>
                    <a:pt x="25914" y="63919"/>
                  </a:lnTo>
                  <a:lnTo>
                    <a:pt x="26016" y="63919"/>
                  </a:lnTo>
                  <a:lnTo>
                    <a:pt x="26117" y="63897"/>
                  </a:lnTo>
                  <a:lnTo>
                    <a:pt x="26185" y="63810"/>
                  </a:lnTo>
                  <a:lnTo>
                    <a:pt x="26320" y="63722"/>
                  </a:lnTo>
                  <a:lnTo>
                    <a:pt x="26388" y="63678"/>
                  </a:lnTo>
                  <a:lnTo>
                    <a:pt x="26523" y="63613"/>
                  </a:lnTo>
                  <a:lnTo>
                    <a:pt x="26760" y="63591"/>
                  </a:lnTo>
                  <a:lnTo>
                    <a:pt x="26929" y="63569"/>
                  </a:lnTo>
                  <a:lnTo>
                    <a:pt x="27098" y="63591"/>
                  </a:lnTo>
                  <a:lnTo>
                    <a:pt x="27200" y="63547"/>
                  </a:lnTo>
                  <a:lnTo>
                    <a:pt x="27200" y="63175"/>
                  </a:lnTo>
                  <a:lnTo>
                    <a:pt x="27301" y="63043"/>
                  </a:lnTo>
                  <a:lnTo>
                    <a:pt x="27403" y="63065"/>
                  </a:lnTo>
                  <a:lnTo>
                    <a:pt x="27437" y="63372"/>
                  </a:lnTo>
                  <a:lnTo>
                    <a:pt x="27471" y="63525"/>
                  </a:lnTo>
                  <a:lnTo>
                    <a:pt x="27741" y="63459"/>
                  </a:lnTo>
                  <a:lnTo>
                    <a:pt x="28012" y="63131"/>
                  </a:lnTo>
                  <a:lnTo>
                    <a:pt x="28147" y="62781"/>
                  </a:lnTo>
                  <a:lnTo>
                    <a:pt x="28046" y="62518"/>
                  </a:lnTo>
                  <a:lnTo>
                    <a:pt x="28080" y="62474"/>
                  </a:lnTo>
                  <a:lnTo>
                    <a:pt x="28249" y="62518"/>
                  </a:lnTo>
                  <a:lnTo>
                    <a:pt x="28350" y="62627"/>
                  </a:lnTo>
                  <a:lnTo>
                    <a:pt x="28384" y="62846"/>
                  </a:lnTo>
                  <a:lnTo>
                    <a:pt x="28316" y="62934"/>
                  </a:lnTo>
                  <a:lnTo>
                    <a:pt x="28181" y="63043"/>
                  </a:lnTo>
                  <a:lnTo>
                    <a:pt x="28080" y="63262"/>
                  </a:lnTo>
                  <a:lnTo>
                    <a:pt x="28384" y="63021"/>
                  </a:lnTo>
                  <a:lnTo>
                    <a:pt x="28519" y="62956"/>
                  </a:lnTo>
                  <a:lnTo>
                    <a:pt x="28486" y="63065"/>
                  </a:lnTo>
                  <a:lnTo>
                    <a:pt x="28418" y="63175"/>
                  </a:lnTo>
                  <a:lnTo>
                    <a:pt x="28113" y="63372"/>
                  </a:lnTo>
                  <a:lnTo>
                    <a:pt x="28012" y="63525"/>
                  </a:lnTo>
                  <a:lnTo>
                    <a:pt x="28722" y="63262"/>
                  </a:lnTo>
                  <a:lnTo>
                    <a:pt x="29061" y="63021"/>
                  </a:lnTo>
                  <a:lnTo>
                    <a:pt x="29297" y="63000"/>
                  </a:lnTo>
                  <a:lnTo>
                    <a:pt x="29500" y="62912"/>
                  </a:lnTo>
                  <a:lnTo>
                    <a:pt x="29703" y="62715"/>
                  </a:lnTo>
                  <a:lnTo>
                    <a:pt x="29737" y="62781"/>
                  </a:lnTo>
                  <a:lnTo>
                    <a:pt x="29771" y="62802"/>
                  </a:lnTo>
                  <a:lnTo>
                    <a:pt x="29906" y="62781"/>
                  </a:lnTo>
                  <a:lnTo>
                    <a:pt x="29974" y="62715"/>
                  </a:lnTo>
                  <a:lnTo>
                    <a:pt x="30042" y="62693"/>
                  </a:lnTo>
                  <a:lnTo>
                    <a:pt x="30076" y="62693"/>
                  </a:lnTo>
                  <a:lnTo>
                    <a:pt x="30312" y="62562"/>
                  </a:lnTo>
                  <a:lnTo>
                    <a:pt x="30515" y="62408"/>
                  </a:lnTo>
                  <a:lnTo>
                    <a:pt x="30752" y="62277"/>
                  </a:lnTo>
                  <a:lnTo>
                    <a:pt x="31023" y="62189"/>
                  </a:lnTo>
                  <a:lnTo>
                    <a:pt x="31294" y="62167"/>
                  </a:lnTo>
                  <a:lnTo>
                    <a:pt x="31429" y="62211"/>
                  </a:lnTo>
                  <a:lnTo>
                    <a:pt x="31226" y="62255"/>
                  </a:lnTo>
                  <a:lnTo>
                    <a:pt x="31158" y="62277"/>
                  </a:lnTo>
                  <a:lnTo>
                    <a:pt x="31091" y="62343"/>
                  </a:lnTo>
                  <a:lnTo>
                    <a:pt x="31023" y="62474"/>
                  </a:lnTo>
                  <a:lnTo>
                    <a:pt x="30989" y="62562"/>
                  </a:lnTo>
                  <a:lnTo>
                    <a:pt x="30888" y="62583"/>
                  </a:lnTo>
                  <a:lnTo>
                    <a:pt x="30482" y="62846"/>
                  </a:lnTo>
                  <a:lnTo>
                    <a:pt x="30346" y="62934"/>
                  </a:lnTo>
                  <a:lnTo>
                    <a:pt x="30312" y="62934"/>
                  </a:lnTo>
                  <a:lnTo>
                    <a:pt x="30245" y="62934"/>
                  </a:lnTo>
                  <a:lnTo>
                    <a:pt x="30211" y="62956"/>
                  </a:lnTo>
                  <a:lnTo>
                    <a:pt x="30177" y="63021"/>
                  </a:lnTo>
                  <a:lnTo>
                    <a:pt x="30177" y="63065"/>
                  </a:lnTo>
                  <a:lnTo>
                    <a:pt x="30177" y="63109"/>
                  </a:lnTo>
                  <a:lnTo>
                    <a:pt x="30211" y="63131"/>
                  </a:lnTo>
                  <a:lnTo>
                    <a:pt x="30346" y="63131"/>
                  </a:lnTo>
                  <a:lnTo>
                    <a:pt x="30380" y="63175"/>
                  </a:lnTo>
                  <a:lnTo>
                    <a:pt x="30414" y="63240"/>
                  </a:lnTo>
                  <a:lnTo>
                    <a:pt x="30549" y="63328"/>
                  </a:lnTo>
                  <a:lnTo>
                    <a:pt x="30786" y="63503"/>
                  </a:lnTo>
                  <a:lnTo>
                    <a:pt x="30955" y="63569"/>
                  </a:lnTo>
                  <a:lnTo>
                    <a:pt x="31158" y="63591"/>
                  </a:lnTo>
                  <a:lnTo>
                    <a:pt x="31294" y="63613"/>
                  </a:lnTo>
                  <a:lnTo>
                    <a:pt x="31361" y="63700"/>
                  </a:lnTo>
                  <a:lnTo>
                    <a:pt x="31361" y="63810"/>
                  </a:lnTo>
                  <a:lnTo>
                    <a:pt x="31327" y="63854"/>
                  </a:lnTo>
                  <a:lnTo>
                    <a:pt x="30786" y="63678"/>
                  </a:lnTo>
                  <a:lnTo>
                    <a:pt x="30245" y="63350"/>
                  </a:lnTo>
                  <a:lnTo>
                    <a:pt x="30076" y="63350"/>
                  </a:lnTo>
                  <a:lnTo>
                    <a:pt x="29974" y="63459"/>
                  </a:lnTo>
                  <a:lnTo>
                    <a:pt x="29805" y="63591"/>
                  </a:lnTo>
                  <a:lnTo>
                    <a:pt x="29670" y="63613"/>
                  </a:lnTo>
                  <a:lnTo>
                    <a:pt x="29500" y="63569"/>
                  </a:lnTo>
                  <a:lnTo>
                    <a:pt x="29365" y="63569"/>
                  </a:lnTo>
                  <a:lnTo>
                    <a:pt x="29162" y="63613"/>
                  </a:lnTo>
                  <a:lnTo>
                    <a:pt x="28993" y="63744"/>
                  </a:lnTo>
                  <a:lnTo>
                    <a:pt x="28858" y="63897"/>
                  </a:lnTo>
                  <a:lnTo>
                    <a:pt x="28824" y="64204"/>
                  </a:lnTo>
                  <a:lnTo>
                    <a:pt x="28722" y="64335"/>
                  </a:lnTo>
                  <a:lnTo>
                    <a:pt x="28418" y="64532"/>
                  </a:lnTo>
                  <a:lnTo>
                    <a:pt x="28215" y="64620"/>
                  </a:lnTo>
                  <a:lnTo>
                    <a:pt x="28181" y="64664"/>
                  </a:lnTo>
                  <a:lnTo>
                    <a:pt x="28113" y="64773"/>
                  </a:lnTo>
                  <a:lnTo>
                    <a:pt x="28080" y="64839"/>
                  </a:lnTo>
                  <a:lnTo>
                    <a:pt x="28080" y="64948"/>
                  </a:lnTo>
                  <a:lnTo>
                    <a:pt x="28080" y="65014"/>
                  </a:lnTo>
                  <a:lnTo>
                    <a:pt x="28113" y="65036"/>
                  </a:lnTo>
                  <a:lnTo>
                    <a:pt x="28147" y="65124"/>
                  </a:lnTo>
                  <a:lnTo>
                    <a:pt x="28147" y="65299"/>
                  </a:lnTo>
                  <a:lnTo>
                    <a:pt x="28181" y="65430"/>
                  </a:lnTo>
                  <a:lnTo>
                    <a:pt x="28384" y="65408"/>
                  </a:lnTo>
                  <a:lnTo>
                    <a:pt x="28452" y="65627"/>
                  </a:lnTo>
                  <a:lnTo>
                    <a:pt x="28452" y="65737"/>
                  </a:lnTo>
                  <a:lnTo>
                    <a:pt x="28418" y="65868"/>
                  </a:lnTo>
                  <a:lnTo>
                    <a:pt x="28486" y="65912"/>
                  </a:lnTo>
                  <a:lnTo>
                    <a:pt x="28689" y="65978"/>
                  </a:lnTo>
                  <a:lnTo>
                    <a:pt x="28824" y="66109"/>
                  </a:lnTo>
                  <a:lnTo>
                    <a:pt x="28824" y="66284"/>
                  </a:lnTo>
                  <a:lnTo>
                    <a:pt x="28824" y="66350"/>
                  </a:lnTo>
                  <a:lnTo>
                    <a:pt x="28858" y="66416"/>
                  </a:lnTo>
                  <a:lnTo>
                    <a:pt x="28892" y="66481"/>
                  </a:lnTo>
                  <a:lnTo>
                    <a:pt x="28993" y="66525"/>
                  </a:lnTo>
                  <a:lnTo>
                    <a:pt x="29027" y="66547"/>
                  </a:lnTo>
                  <a:lnTo>
                    <a:pt x="29027" y="66722"/>
                  </a:lnTo>
                  <a:lnTo>
                    <a:pt x="29061" y="66766"/>
                  </a:lnTo>
                  <a:lnTo>
                    <a:pt x="29162" y="66788"/>
                  </a:lnTo>
                  <a:lnTo>
                    <a:pt x="29230" y="66766"/>
                  </a:lnTo>
                  <a:lnTo>
                    <a:pt x="29297" y="66744"/>
                  </a:lnTo>
                  <a:lnTo>
                    <a:pt x="29399" y="66722"/>
                  </a:lnTo>
                  <a:lnTo>
                    <a:pt x="29636" y="66810"/>
                  </a:lnTo>
                  <a:lnTo>
                    <a:pt x="29737" y="66810"/>
                  </a:lnTo>
                  <a:lnTo>
                    <a:pt x="29873" y="66810"/>
                  </a:lnTo>
                  <a:lnTo>
                    <a:pt x="30042" y="66766"/>
                  </a:lnTo>
                  <a:lnTo>
                    <a:pt x="30177" y="66700"/>
                  </a:lnTo>
                  <a:lnTo>
                    <a:pt x="30312" y="66569"/>
                  </a:lnTo>
                  <a:lnTo>
                    <a:pt x="30448" y="66525"/>
                  </a:lnTo>
                  <a:lnTo>
                    <a:pt x="30583" y="66591"/>
                  </a:lnTo>
                  <a:lnTo>
                    <a:pt x="30820" y="66788"/>
                  </a:lnTo>
                  <a:lnTo>
                    <a:pt x="31530" y="66919"/>
                  </a:lnTo>
                  <a:lnTo>
                    <a:pt x="31970" y="67051"/>
                  </a:lnTo>
                  <a:lnTo>
                    <a:pt x="32139" y="67051"/>
                  </a:lnTo>
                  <a:lnTo>
                    <a:pt x="32038" y="67160"/>
                  </a:lnTo>
                  <a:lnTo>
                    <a:pt x="32004" y="67226"/>
                  </a:lnTo>
                  <a:lnTo>
                    <a:pt x="32038" y="67291"/>
                  </a:lnTo>
                  <a:lnTo>
                    <a:pt x="32072" y="67357"/>
                  </a:lnTo>
                  <a:lnTo>
                    <a:pt x="32106" y="67401"/>
                  </a:lnTo>
                  <a:lnTo>
                    <a:pt x="32139" y="67620"/>
                  </a:lnTo>
                  <a:lnTo>
                    <a:pt x="32139" y="67664"/>
                  </a:lnTo>
                  <a:lnTo>
                    <a:pt x="32139" y="67905"/>
                  </a:lnTo>
                  <a:lnTo>
                    <a:pt x="32173" y="67927"/>
                  </a:lnTo>
                  <a:lnTo>
                    <a:pt x="32173" y="67992"/>
                  </a:lnTo>
                  <a:lnTo>
                    <a:pt x="32308" y="68211"/>
                  </a:lnTo>
                  <a:lnTo>
                    <a:pt x="32342" y="68233"/>
                  </a:lnTo>
                  <a:lnTo>
                    <a:pt x="32410" y="68277"/>
                  </a:lnTo>
                  <a:lnTo>
                    <a:pt x="32579" y="68430"/>
                  </a:lnTo>
                  <a:lnTo>
                    <a:pt x="32647" y="68496"/>
                  </a:lnTo>
                  <a:lnTo>
                    <a:pt x="32579" y="68583"/>
                  </a:lnTo>
                  <a:lnTo>
                    <a:pt x="32444" y="68737"/>
                  </a:lnTo>
                  <a:lnTo>
                    <a:pt x="32410" y="68868"/>
                  </a:lnTo>
                  <a:lnTo>
                    <a:pt x="32444" y="69000"/>
                  </a:lnTo>
                  <a:lnTo>
                    <a:pt x="32511" y="69131"/>
                  </a:lnTo>
                  <a:lnTo>
                    <a:pt x="32579" y="69218"/>
                  </a:lnTo>
                  <a:lnTo>
                    <a:pt x="32545" y="69416"/>
                  </a:lnTo>
                  <a:lnTo>
                    <a:pt x="32173" y="69109"/>
                  </a:lnTo>
                  <a:lnTo>
                    <a:pt x="32139" y="69000"/>
                  </a:lnTo>
                  <a:lnTo>
                    <a:pt x="32376" y="68583"/>
                  </a:lnTo>
                  <a:lnTo>
                    <a:pt x="32410" y="68496"/>
                  </a:lnTo>
                  <a:lnTo>
                    <a:pt x="32376" y="68364"/>
                  </a:lnTo>
                  <a:lnTo>
                    <a:pt x="32173" y="68211"/>
                  </a:lnTo>
                  <a:lnTo>
                    <a:pt x="32106" y="68102"/>
                  </a:lnTo>
                  <a:lnTo>
                    <a:pt x="32004" y="68036"/>
                  </a:lnTo>
                  <a:lnTo>
                    <a:pt x="31835" y="68058"/>
                  </a:lnTo>
                  <a:lnTo>
                    <a:pt x="31463" y="68211"/>
                  </a:lnTo>
                  <a:lnTo>
                    <a:pt x="31733" y="67992"/>
                  </a:lnTo>
                  <a:lnTo>
                    <a:pt x="31801" y="67927"/>
                  </a:lnTo>
                  <a:lnTo>
                    <a:pt x="31835" y="67883"/>
                  </a:lnTo>
                  <a:lnTo>
                    <a:pt x="31970" y="67839"/>
                  </a:lnTo>
                  <a:lnTo>
                    <a:pt x="32004" y="67817"/>
                  </a:lnTo>
                  <a:lnTo>
                    <a:pt x="32004" y="67773"/>
                  </a:lnTo>
                  <a:lnTo>
                    <a:pt x="31970" y="67686"/>
                  </a:lnTo>
                  <a:lnTo>
                    <a:pt x="32004" y="67532"/>
                  </a:lnTo>
                  <a:lnTo>
                    <a:pt x="31970" y="67423"/>
                  </a:lnTo>
                  <a:lnTo>
                    <a:pt x="31835" y="67335"/>
                  </a:lnTo>
                  <a:lnTo>
                    <a:pt x="31733" y="67248"/>
                  </a:lnTo>
                  <a:lnTo>
                    <a:pt x="31023" y="67072"/>
                  </a:lnTo>
                  <a:lnTo>
                    <a:pt x="30685" y="66941"/>
                  </a:lnTo>
                  <a:lnTo>
                    <a:pt x="30482" y="66722"/>
                  </a:lnTo>
                  <a:lnTo>
                    <a:pt x="30312" y="66854"/>
                  </a:lnTo>
                  <a:lnTo>
                    <a:pt x="30143" y="66919"/>
                  </a:lnTo>
                  <a:lnTo>
                    <a:pt x="29467" y="66854"/>
                  </a:lnTo>
                  <a:lnTo>
                    <a:pt x="29399" y="66897"/>
                  </a:lnTo>
                  <a:lnTo>
                    <a:pt x="29196" y="66963"/>
                  </a:lnTo>
                  <a:lnTo>
                    <a:pt x="29095" y="66963"/>
                  </a:lnTo>
                  <a:lnTo>
                    <a:pt x="29095" y="67007"/>
                  </a:lnTo>
                  <a:lnTo>
                    <a:pt x="29196" y="67051"/>
                  </a:lnTo>
                  <a:lnTo>
                    <a:pt x="29196" y="67116"/>
                  </a:lnTo>
                  <a:lnTo>
                    <a:pt x="29162" y="67204"/>
                  </a:lnTo>
                  <a:lnTo>
                    <a:pt x="29027" y="67423"/>
                  </a:lnTo>
                  <a:lnTo>
                    <a:pt x="28959" y="67489"/>
                  </a:lnTo>
                  <a:lnTo>
                    <a:pt x="28858" y="67489"/>
                  </a:lnTo>
                  <a:lnTo>
                    <a:pt x="28892" y="67379"/>
                  </a:lnTo>
                  <a:lnTo>
                    <a:pt x="28892" y="67335"/>
                  </a:lnTo>
                  <a:lnTo>
                    <a:pt x="28959" y="67270"/>
                  </a:lnTo>
                  <a:lnTo>
                    <a:pt x="28993" y="67248"/>
                  </a:lnTo>
                  <a:lnTo>
                    <a:pt x="29027" y="67226"/>
                  </a:lnTo>
                  <a:lnTo>
                    <a:pt x="29061" y="67226"/>
                  </a:lnTo>
                  <a:lnTo>
                    <a:pt x="29061" y="67160"/>
                  </a:lnTo>
                  <a:lnTo>
                    <a:pt x="29027" y="67116"/>
                  </a:lnTo>
                  <a:lnTo>
                    <a:pt x="29027" y="67116"/>
                  </a:lnTo>
                  <a:lnTo>
                    <a:pt x="28993" y="67007"/>
                  </a:lnTo>
                  <a:lnTo>
                    <a:pt x="28756" y="66810"/>
                  </a:lnTo>
                  <a:lnTo>
                    <a:pt x="28519" y="66284"/>
                  </a:lnTo>
                  <a:lnTo>
                    <a:pt x="28418" y="66109"/>
                  </a:lnTo>
                  <a:lnTo>
                    <a:pt x="28316" y="66065"/>
                  </a:lnTo>
                  <a:lnTo>
                    <a:pt x="28215" y="66087"/>
                  </a:lnTo>
                  <a:lnTo>
                    <a:pt x="28181" y="66131"/>
                  </a:lnTo>
                  <a:lnTo>
                    <a:pt x="28215" y="66197"/>
                  </a:lnTo>
                  <a:lnTo>
                    <a:pt x="28249" y="66328"/>
                  </a:lnTo>
                  <a:lnTo>
                    <a:pt x="28181" y="66372"/>
                  </a:lnTo>
                  <a:lnTo>
                    <a:pt x="28147" y="66175"/>
                  </a:lnTo>
                  <a:lnTo>
                    <a:pt x="28113" y="66109"/>
                  </a:lnTo>
                  <a:lnTo>
                    <a:pt x="27910" y="65978"/>
                  </a:lnTo>
                  <a:lnTo>
                    <a:pt x="27877" y="65934"/>
                  </a:lnTo>
                  <a:lnTo>
                    <a:pt x="27877" y="65802"/>
                  </a:lnTo>
                  <a:lnTo>
                    <a:pt x="28012" y="65452"/>
                  </a:lnTo>
                  <a:lnTo>
                    <a:pt x="27978" y="65299"/>
                  </a:lnTo>
                  <a:lnTo>
                    <a:pt x="27843" y="65255"/>
                  </a:lnTo>
                  <a:lnTo>
                    <a:pt x="27674" y="65299"/>
                  </a:lnTo>
                  <a:lnTo>
                    <a:pt x="27471" y="65386"/>
                  </a:lnTo>
                  <a:lnTo>
                    <a:pt x="27335" y="65430"/>
                  </a:lnTo>
                  <a:lnTo>
                    <a:pt x="27132" y="65386"/>
                  </a:lnTo>
                  <a:lnTo>
                    <a:pt x="26862" y="65167"/>
                  </a:lnTo>
                  <a:lnTo>
                    <a:pt x="26692" y="65080"/>
                  </a:lnTo>
                  <a:lnTo>
                    <a:pt x="26659" y="65277"/>
                  </a:lnTo>
                  <a:lnTo>
                    <a:pt x="26523" y="65671"/>
                  </a:lnTo>
                  <a:lnTo>
                    <a:pt x="26523" y="65824"/>
                  </a:lnTo>
                  <a:lnTo>
                    <a:pt x="26557" y="65912"/>
                  </a:lnTo>
                  <a:lnTo>
                    <a:pt x="26659" y="65934"/>
                  </a:lnTo>
                  <a:lnTo>
                    <a:pt x="26726" y="65890"/>
                  </a:lnTo>
                  <a:lnTo>
                    <a:pt x="26862" y="65824"/>
                  </a:lnTo>
                  <a:lnTo>
                    <a:pt x="26997" y="65759"/>
                  </a:lnTo>
                  <a:lnTo>
                    <a:pt x="27098" y="65802"/>
                  </a:lnTo>
                  <a:lnTo>
                    <a:pt x="27301" y="65846"/>
                  </a:lnTo>
                  <a:lnTo>
                    <a:pt x="27132" y="65956"/>
                  </a:lnTo>
                  <a:lnTo>
                    <a:pt x="26794" y="66065"/>
                  </a:lnTo>
                  <a:lnTo>
                    <a:pt x="26659" y="66197"/>
                  </a:lnTo>
                  <a:lnTo>
                    <a:pt x="26591" y="66306"/>
                  </a:lnTo>
                  <a:lnTo>
                    <a:pt x="26591" y="66372"/>
                  </a:lnTo>
                  <a:lnTo>
                    <a:pt x="26591" y="66416"/>
                  </a:lnTo>
                  <a:lnTo>
                    <a:pt x="26489" y="66503"/>
                  </a:lnTo>
                  <a:lnTo>
                    <a:pt x="26388" y="66569"/>
                  </a:lnTo>
                  <a:lnTo>
                    <a:pt x="26456" y="66613"/>
                  </a:lnTo>
                  <a:lnTo>
                    <a:pt x="26659" y="66700"/>
                  </a:lnTo>
                  <a:lnTo>
                    <a:pt x="26489" y="66744"/>
                  </a:lnTo>
                  <a:lnTo>
                    <a:pt x="26320" y="66832"/>
                  </a:lnTo>
                  <a:lnTo>
                    <a:pt x="26185" y="66963"/>
                  </a:lnTo>
                  <a:lnTo>
                    <a:pt x="26151" y="67138"/>
                  </a:lnTo>
                  <a:lnTo>
                    <a:pt x="26185" y="67379"/>
                  </a:lnTo>
                  <a:lnTo>
                    <a:pt x="26219" y="67489"/>
                  </a:lnTo>
                  <a:lnTo>
                    <a:pt x="26354" y="67576"/>
                  </a:lnTo>
                  <a:lnTo>
                    <a:pt x="26422" y="67620"/>
                  </a:lnTo>
                  <a:lnTo>
                    <a:pt x="26794" y="68233"/>
                  </a:lnTo>
                  <a:lnTo>
                    <a:pt x="26895" y="68299"/>
                  </a:lnTo>
                  <a:lnTo>
                    <a:pt x="27098" y="68277"/>
                  </a:lnTo>
                  <a:lnTo>
                    <a:pt x="27098" y="68124"/>
                  </a:lnTo>
                  <a:lnTo>
                    <a:pt x="27132" y="68058"/>
                  </a:lnTo>
                  <a:lnTo>
                    <a:pt x="27166" y="68014"/>
                  </a:lnTo>
                  <a:lnTo>
                    <a:pt x="27200" y="67970"/>
                  </a:lnTo>
                  <a:lnTo>
                    <a:pt x="27301" y="67970"/>
                  </a:lnTo>
                  <a:lnTo>
                    <a:pt x="27301" y="67992"/>
                  </a:lnTo>
                  <a:lnTo>
                    <a:pt x="27301" y="68058"/>
                  </a:lnTo>
                  <a:lnTo>
                    <a:pt x="27301" y="68124"/>
                  </a:lnTo>
                  <a:lnTo>
                    <a:pt x="27403" y="68693"/>
                  </a:lnTo>
                  <a:lnTo>
                    <a:pt x="27437" y="68781"/>
                  </a:lnTo>
                  <a:lnTo>
                    <a:pt x="27504" y="68868"/>
                  </a:lnTo>
                  <a:lnTo>
                    <a:pt x="27978" y="68934"/>
                  </a:lnTo>
                  <a:lnTo>
                    <a:pt x="28046" y="68978"/>
                  </a:lnTo>
                  <a:lnTo>
                    <a:pt x="27877" y="69000"/>
                  </a:lnTo>
                  <a:lnTo>
                    <a:pt x="27538" y="68956"/>
                  </a:lnTo>
                  <a:lnTo>
                    <a:pt x="27437" y="68978"/>
                  </a:lnTo>
                  <a:lnTo>
                    <a:pt x="27403" y="69153"/>
                  </a:lnTo>
                  <a:lnTo>
                    <a:pt x="27504" y="69197"/>
                  </a:lnTo>
                  <a:lnTo>
                    <a:pt x="27674" y="69218"/>
                  </a:lnTo>
                  <a:lnTo>
                    <a:pt x="27707" y="69328"/>
                  </a:lnTo>
                  <a:lnTo>
                    <a:pt x="27640" y="69328"/>
                  </a:lnTo>
                  <a:lnTo>
                    <a:pt x="27504" y="69328"/>
                  </a:lnTo>
                  <a:lnTo>
                    <a:pt x="27437" y="69328"/>
                  </a:lnTo>
                  <a:lnTo>
                    <a:pt x="27369" y="69394"/>
                  </a:lnTo>
                  <a:lnTo>
                    <a:pt x="27335" y="69481"/>
                  </a:lnTo>
                  <a:lnTo>
                    <a:pt x="27335" y="69613"/>
                  </a:lnTo>
                  <a:lnTo>
                    <a:pt x="27301" y="69656"/>
                  </a:lnTo>
                  <a:lnTo>
                    <a:pt x="27200" y="69832"/>
                  </a:lnTo>
                  <a:lnTo>
                    <a:pt x="27098" y="70160"/>
                  </a:lnTo>
                  <a:lnTo>
                    <a:pt x="27031" y="70291"/>
                  </a:lnTo>
                  <a:lnTo>
                    <a:pt x="26895" y="70598"/>
                  </a:lnTo>
                  <a:lnTo>
                    <a:pt x="26828" y="70729"/>
                  </a:lnTo>
                  <a:lnTo>
                    <a:pt x="26760" y="70817"/>
                  </a:lnTo>
                  <a:lnTo>
                    <a:pt x="26760" y="70839"/>
                  </a:lnTo>
                  <a:lnTo>
                    <a:pt x="26760" y="71080"/>
                  </a:lnTo>
                  <a:lnTo>
                    <a:pt x="26794" y="71124"/>
                  </a:lnTo>
                  <a:lnTo>
                    <a:pt x="26828" y="71167"/>
                  </a:lnTo>
                  <a:lnTo>
                    <a:pt x="26862" y="71255"/>
                  </a:lnTo>
                  <a:lnTo>
                    <a:pt x="26794" y="71452"/>
                  </a:lnTo>
                  <a:lnTo>
                    <a:pt x="26862" y="71496"/>
                  </a:lnTo>
                  <a:lnTo>
                    <a:pt x="27234" y="71605"/>
                  </a:lnTo>
                  <a:lnTo>
                    <a:pt x="27640" y="71868"/>
                  </a:lnTo>
                  <a:lnTo>
                    <a:pt x="27809" y="71934"/>
                  </a:lnTo>
                  <a:lnTo>
                    <a:pt x="28046" y="71956"/>
                  </a:lnTo>
                  <a:lnTo>
                    <a:pt x="28113" y="71934"/>
                  </a:lnTo>
                  <a:lnTo>
                    <a:pt x="28181" y="71912"/>
                  </a:lnTo>
                  <a:lnTo>
                    <a:pt x="28249" y="71868"/>
                  </a:lnTo>
                  <a:lnTo>
                    <a:pt x="28384" y="71802"/>
                  </a:lnTo>
                  <a:lnTo>
                    <a:pt x="28722" y="71715"/>
                  </a:lnTo>
                  <a:lnTo>
                    <a:pt x="28824" y="71649"/>
                  </a:lnTo>
                  <a:lnTo>
                    <a:pt x="29061" y="71496"/>
                  </a:lnTo>
                  <a:lnTo>
                    <a:pt x="29230" y="71343"/>
                  </a:lnTo>
                  <a:lnTo>
                    <a:pt x="29365" y="71233"/>
                  </a:lnTo>
                  <a:lnTo>
                    <a:pt x="29399" y="71233"/>
                  </a:lnTo>
                  <a:lnTo>
                    <a:pt x="29399" y="71343"/>
                  </a:lnTo>
                  <a:lnTo>
                    <a:pt x="29500" y="71364"/>
                  </a:lnTo>
                  <a:lnTo>
                    <a:pt x="30008" y="71386"/>
                  </a:lnTo>
                  <a:lnTo>
                    <a:pt x="30042" y="71430"/>
                  </a:lnTo>
                  <a:lnTo>
                    <a:pt x="30042" y="71474"/>
                  </a:lnTo>
                  <a:lnTo>
                    <a:pt x="30008" y="71518"/>
                  </a:lnTo>
                  <a:lnTo>
                    <a:pt x="29906" y="71540"/>
                  </a:lnTo>
                  <a:lnTo>
                    <a:pt x="29636" y="71496"/>
                  </a:lnTo>
                  <a:lnTo>
                    <a:pt x="29399" y="71518"/>
                  </a:lnTo>
                  <a:lnTo>
                    <a:pt x="29128" y="71605"/>
                  </a:lnTo>
                  <a:lnTo>
                    <a:pt x="28959" y="71824"/>
                  </a:lnTo>
                  <a:lnTo>
                    <a:pt x="28858" y="71978"/>
                  </a:lnTo>
                  <a:lnTo>
                    <a:pt x="28756" y="72306"/>
                  </a:lnTo>
                  <a:lnTo>
                    <a:pt x="28689" y="72437"/>
                  </a:lnTo>
                  <a:lnTo>
                    <a:pt x="28655" y="72547"/>
                  </a:lnTo>
                  <a:lnTo>
                    <a:pt x="28553" y="72569"/>
                  </a:lnTo>
                  <a:lnTo>
                    <a:pt x="28519" y="72591"/>
                  </a:lnTo>
                  <a:lnTo>
                    <a:pt x="28384" y="72700"/>
                  </a:lnTo>
                  <a:lnTo>
                    <a:pt x="28316" y="72744"/>
                  </a:lnTo>
                  <a:lnTo>
                    <a:pt x="28249" y="72788"/>
                  </a:lnTo>
                  <a:lnTo>
                    <a:pt x="28215" y="72854"/>
                  </a:lnTo>
                  <a:lnTo>
                    <a:pt x="28147" y="72897"/>
                  </a:lnTo>
                  <a:lnTo>
                    <a:pt x="27877" y="73007"/>
                  </a:lnTo>
                  <a:lnTo>
                    <a:pt x="27809" y="73072"/>
                  </a:lnTo>
                  <a:lnTo>
                    <a:pt x="27741" y="73160"/>
                  </a:lnTo>
                  <a:lnTo>
                    <a:pt x="27707" y="73226"/>
                  </a:lnTo>
                  <a:lnTo>
                    <a:pt x="27640" y="73270"/>
                  </a:lnTo>
                  <a:lnTo>
                    <a:pt x="27132" y="73598"/>
                  </a:lnTo>
                  <a:lnTo>
                    <a:pt x="26997" y="73708"/>
                  </a:lnTo>
                  <a:lnTo>
                    <a:pt x="26895" y="73773"/>
                  </a:lnTo>
                  <a:lnTo>
                    <a:pt x="26828" y="74036"/>
                  </a:lnTo>
                  <a:lnTo>
                    <a:pt x="26828" y="74058"/>
                  </a:lnTo>
                  <a:lnTo>
                    <a:pt x="26760" y="74189"/>
                  </a:lnTo>
                  <a:lnTo>
                    <a:pt x="26726" y="74408"/>
                  </a:lnTo>
                  <a:lnTo>
                    <a:pt x="26591" y="74540"/>
                  </a:lnTo>
                  <a:lnTo>
                    <a:pt x="26422" y="74671"/>
                  </a:lnTo>
                  <a:lnTo>
                    <a:pt x="26253" y="74737"/>
                  </a:lnTo>
                  <a:lnTo>
                    <a:pt x="26185" y="74802"/>
                  </a:lnTo>
                  <a:lnTo>
                    <a:pt x="26151" y="74890"/>
                  </a:lnTo>
                  <a:lnTo>
                    <a:pt x="26084" y="74934"/>
                  </a:lnTo>
                  <a:lnTo>
                    <a:pt x="26016" y="74934"/>
                  </a:lnTo>
                  <a:lnTo>
                    <a:pt x="25914" y="74912"/>
                  </a:lnTo>
                  <a:lnTo>
                    <a:pt x="25881" y="74890"/>
                  </a:lnTo>
                  <a:lnTo>
                    <a:pt x="25813" y="74846"/>
                  </a:lnTo>
                  <a:lnTo>
                    <a:pt x="25745" y="74846"/>
                  </a:lnTo>
                  <a:lnTo>
                    <a:pt x="25542" y="74934"/>
                  </a:lnTo>
                  <a:lnTo>
                    <a:pt x="25407" y="75043"/>
                  </a:lnTo>
                  <a:lnTo>
                    <a:pt x="25305" y="75197"/>
                  </a:lnTo>
                  <a:lnTo>
                    <a:pt x="25305" y="75350"/>
                  </a:lnTo>
                  <a:lnTo>
                    <a:pt x="25001" y="75372"/>
                  </a:lnTo>
                  <a:lnTo>
                    <a:pt x="24832" y="75416"/>
                  </a:lnTo>
                  <a:lnTo>
                    <a:pt x="24696" y="75481"/>
                  </a:lnTo>
                  <a:lnTo>
                    <a:pt x="24764" y="75547"/>
                  </a:lnTo>
                  <a:lnTo>
                    <a:pt x="24832" y="75591"/>
                  </a:lnTo>
                  <a:lnTo>
                    <a:pt x="25001" y="75635"/>
                  </a:lnTo>
                  <a:lnTo>
                    <a:pt x="25069" y="75656"/>
                  </a:lnTo>
                  <a:lnTo>
                    <a:pt x="25102" y="75722"/>
                  </a:lnTo>
                  <a:lnTo>
                    <a:pt x="25136" y="75788"/>
                  </a:lnTo>
                  <a:lnTo>
                    <a:pt x="25238" y="75810"/>
                  </a:lnTo>
                  <a:lnTo>
                    <a:pt x="25373" y="75766"/>
                  </a:lnTo>
                  <a:lnTo>
                    <a:pt x="25914" y="75547"/>
                  </a:lnTo>
                  <a:lnTo>
                    <a:pt x="26456" y="75153"/>
                  </a:lnTo>
                  <a:lnTo>
                    <a:pt x="26523" y="75131"/>
                  </a:lnTo>
                  <a:lnTo>
                    <a:pt x="26692" y="75065"/>
                  </a:lnTo>
                  <a:lnTo>
                    <a:pt x="26760" y="75043"/>
                  </a:lnTo>
                  <a:lnTo>
                    <a:pt x="26828" y="75000"/>
                  </a:lnTo>
                  <a:lnTo>
                    <a:pt x="26895" y="74934"/>
                  </a:lnTo>
                  <a:lnTo>
                    <a:pt x="26997" y="74890"/>
                  </a:lnTo>
                  <a:lnTo>
                    <a:pt x="27572" y="74496"/>
                  </a:lnTo>
                  <a:lnTo>
                    <a:pt x="27674" y="74474"/>
                  </a:lnTo>
                  <a:lnTo>
                    <a:pt x="27707" y="74408"/>
                  </a:lnTo>
                  <a:lnTo>
                    <a:pt x="27741" y="74386"/>
                  </a:lnTo>
                  <a:lnTo>
                    <a:pt x="27843" y="74386"/>
                  </a:lnTo>
                  <a:lnTo>
                    <a:pt x="27910" y="74386"/>
                  </a:lnTo>
                  <a:lnTo>
                    <a:pt x="28012" y="74343"/>
                  </a:lnTo>
                  <a:lnTo>
                    <a:pt x="28181" y="74277"/>
                  </a:lnTo>
                  <a:lnTo>
                    <a:pt x="28350" y="74255"/>
                  </a:lnTo>
                  <a:lnTo>
                    <a:pt x="29061" y="74299"/>
                  </a:lnTo>
                  <a:lnTo>
                    <a:pt x="29399" y="74211"/>
                  </a:lnTo>
                  <a:lnTo>
                    <a:pt x="29534" y="74211"/>
                  </a:lnTo>
                  <a:lnTo>
                    <a:pt x="29399" y="74364"/>
                  </a:lnTo>
                  <a:lnTo>
                    <a:pt x="29331" y="74430"/>
                  </a:lnTo>
                  <a:lnTo>
                    <a:pt x="29196" y="74496"/>
                  </a:lnTo>
                  <a:lnTo>
                    <a:pt x="29128" y="74518"/>
                  </a:lnTo>
                  <a:lnTo>
                    <a:pt x="28993" y="74496"/>
                  </a:lnTo>
                  <a:lnTo>
                    <a:pt x="28858" y="74518"/>
                  </a:lnTo>
                  <a:lnTo>
                    <a:pt x="28858" y="74562"/>
                  </a:lnTo>
                  <a:lnTo>
                    <a:pt x="28824" y="74627"/>
                  </a:lnTo>
                  <a:lnTo>
                    <a:pt x="28790" y="74715"/>
                  </a:lnTo>
                  <a:lnTo>
                    <a:pt x="28689" y="74715"/>
                  </a:lnTo>
                  <a:lnTo>
                    <a:pt x="28689" y="74693"/>
                  </a:lnTo>
                  <a:lnTo>
                    <a:pt x="28655" y="74605"/>
                  </a:lnTo>
                  <a:lnTo>
                    <a:pt x="28587" y="74540"/>
                  </a:lnTo>
                  <a:lnTo>
                    <a:pt x="28519" y="74496"/>
                  </a:lnTo>
                  <a:lnTo>
                    <a:pt x="28215" y="74518"/>
                  </a:lnTo>
                  <a:lnTo>
                    <a:pt x="27877" y="74671"/>
                  </a:lnTo>
                  <a:lnTo>
                    <a:pt x="27640" y="74912"/>
                  </a:lnTo>
                  <a:lnTo>
                    <a:pt x="27538" y="75197"/>
                  </a:lnTo>
                  <a:lnTo>
                    <a:pt x="27471" y="75240"/>
                  </a:lnTo>
                  <a:lnTo>
                    <a:pt x="27471" y="75350"/>
                  </a:lnTo>
                  <a:lnTo>
                    <a:pt x="27504" y="75437"/>
                  </a:lnTo>
                  <a:lnTo>
                    <a:pt x="27572" y="75503"/>
                  </a:lnTo>
                  <a:lnTo>
                    <a:pt x="27504" y="75766"/>
                  </a:lnTo>
                  <a:lnTo>
                    <a:pt x="27572" y="75854"/>
                  </a:lnTo>
                  <a:lnTo>
                    <a:pt x="27741" y="76029"/>
                  </a:lnTo>
                  <a:lnTo>
                    <a:pt x="28215" y="75810"/>
                  </a:lnTo>
                  <a:lnTo>
                    <a:pt x="28486" y="75656"/>
                  </a:lnTo>
                  <a:lnTo>
                    <a:pt x="28587" y="75503"/>
                  </a:lnTo>
                  <a:lnTo>
                    <a:pt x="28587" y="75394"/>
                  </a:lnTo>
                  <a:lnTo>
                    <a:pt x="28553" y="75328"/>
                  </a:lnTo>
                  <a:lnTo>
                    <a:pt x="28519" y="75262"/>
                  </a:lnTo>
                  <a:lnTo>
                    <a:pt x="28587" y="75175"/>
                  </a:lnTo>
                  <a:lnTo>
                    <a:pt x="28689" y="75065"/>
                  </a:lnTo>
                  <a:lnTo>
                    <a:pt x="28756" y="75000"/>
                  </a:lnTo>
                  <a:lnTo>
                    <a:pt x="28824" y="74934"/>
                  </a:lnTo>
                  <a:lnTo>
                    <a:pt x="28824" y="74890"/>
                  </a:lnTo>
                  <a:lnTo>
                    <a:pt x="28959" y="74824"/>
                  </a:lnTo>
                  <a:lnTo>
                    <a:pt x="29095" y="74737"/>
                  </a:lnTo>
                  <a:lnTo>
                    <a:pt x="29162" y="74715"/>
                  </a:lnTo>
                  <a:lnTo>
                    <a:pt x="29230" y="74759"/>
                  </a:lnTo>
                  <a:lnTo>
                    <a:pt x="29196" y="74824"/>
                  </a:lnTo>
                  <a:lnTo>
                    <a:pt x="29128" y="74890"/>
                  </a:lnTo>
                  <a:lnTo>
                    <a:pt x="29061" y="74934"/>
                  </a:lnTo>
                  <a:lnTo>
                    <a:pt x="28959" y="74978"/>
                  </a:lnTo>
                  <a:lnTo>
                    <a:pt x="28858" y="75000"/>
                  </a:lnTo>
                  <a:lnTo>
                    <a:pt x="28756" y="75043"/>
                  </a:lnTo>
                  <a:lnTo>
                    <a:pt x="28689" y="75153"/>
                  </a:lnTo>
                  <a:lnTo>
                    <a:pt x="28655" y="75218"/>
                  </a:lnTo>
                  <a:lnTo>
                    <a:pt x="28689" y="75481"/>
                  </a:lnTo>
                  <a:lnTo>
                    <a:pt x="28790" y="75722"/>
                  </a:lnTo>
                  <a:lnTo>
                    <a:pt x="28790" y="75854"/>
                  </a:lnTo>
                  <a:lnTo>
                    <a:pt x="28689" y="75941"/>
                  </a:lnTo>
                  <a:lnTo>
                    <a:pt x="28553" y="75941"/>
                  </a:lnTo>
                  <a:lnTo>
                    <a:pt x="28384" y="75897"/>
                  </a:lnTo>
                  <a:lnTo>
                    <a:pt x="28249" y="75919"/>
                  </a:lnTo>
                  <a:lnTo>
                    <a:pt x="28181" y="76007"/>
                  </a:lnTo>
                  <a:lnTo>
                    <a:pt x="28113" y="76051"/>
                  </a:lnTo>
                  <a:lnTo>
                    <a:pt x="28046" y="76094"/>
                  </a:lnTo>
                  <a:lnTo>
                    <a:pt x="27978" y="76116"/>
                  </a:lnTo>
                  <a:lnTo>
                    <a:pt x="27910" y="76226"/>
                  </a:lnTo>
                  <a:lnTo>
                    <a:pt x="27910" y="76313"/>
                  </a:lnTo>
                  <a:lnTo>
                    <a:pt x="27910" y="76401"/>
                  </a:lnTo>
                  <a:lnTo>
                    <a:pt x="28080" y="76489"/>
                  </a:lnTo>
                  <a:lnTo>
                    <a:pt x="28046" y="76576"/>
                  </a:lnTo>
                  <a:lnTo>
                    <a:pt x="28012" y="76686"/>
                  </a:lnTo>
                  <a:lnTo>
                    <a:pt x="27910" y="76773"/>
                  </a:lnTo>
                  <a:lnTo>
                    <a:pt x="27910" y="76948"/>
                  </a:lnTo>
                  <a:lnTo>
                    <a:pt x="28012" y="76992"/>
                  </a:lnTo>
                  <a:lnTo>
                    <a:pt x="28113" y="76948"/>
                  </a:lnTo>
                  <a:lnTo>
                    <a:pt x="28316" y="76883"/>
                  </a:lnTo>
                  <a:lnTo>
                    <a:pt x="28418" y="76861"/>
                  </a:lnTo>
                  <a:lnTo>
                    <a:pt x="28486" y="76839"/>
                  </a:lnTo>
                  <a:lnTo>
                    <a:pt x="28587" y="76795"/>
                  </a:lnTo>
                  <a:lnTo>
                    <a:pt x="28689" y="76751"/>
                  </a:lnTo>
                  <a:lnTo>
                    <a:pt x="28722" y="76664"/>
                  </a:lnTo>
                  <a:lnTo>
                    <a:pt x="28790" y="76576"/>
                  </a:lnTo>
                  <a:lnTo>
                    <a:pt x="28959" y="76489"/>
                  </a:lnTo>
                  <a:lnTo>
                    <a:pt x="29297" y="76270"/>
                  </a:lnTo>
                  <a:lnTo>
                    <a:pt x="29467" y="76160"/>
                  </a:lnTo>
                  <a:lnTo>
                    <a:pt x="29670" y="76204"/>
                  </a:lnTo>
                  <a:lnTo>
                    <a:pt x="29365" y="76357"/>
                  </a:lnTo>
                  <a:lnTo>
                    <a:pt x="29297" y="76423"/>
                  </a:lnTo>
                  <a:lnTo>
                    <a:pt x="29196" y="76467"/>
                  </a:lnTo>
                  <a:lnTo>
                    <a:pt x="29095" y="76620"/>
                  </a:lnTo>
                  <a:lnTo>
                    <a:pt x="29027" y="76686"/>
                  </a:lnTo>
                  <a:lnTo>
                    <a:pt x="29162" y="76773"/>
                  </a:lnTo>
                  <a:lnTo>
                    <a:pt x="29365" y="76751"/>
                  </a:lnTo>
                  <a:lnTo>
                    <a:pt x="29500" y="76686"/>
                  </a:lnTo>
                  <a:lnTo>
                    <a:pt x="29703" y="76664"/>
                  </a:lnTo>
                  <a:lnTo>
                    <a:pt x="29839" y="76708"/>
                  </a:lnTo>
                  <a:lnTo>
                    <a:pt x="29974" y="76795"/>
                  </a:lnTo>
                  <a:lnTo>
                    <a:pt x="30076" y="76795"/>
                  </a:lnTo>
                  <a:lnTo>
                    <a:pt x="30177" y="76664"/>
                  </a:lnTo>
                  <a:lnTo>
                    <a:pt x="30380" y="76620"/>
                  </a:lnTo>
                  <a:lnTo>
                    <a:pt x="30752" y="76620"/>
                  </a:lnTo>
                  <a:lnTo>
                    <a:pt x="31158" y="76554"/>
                  </a:lnTo>
                  <a:lnTo>
                    <a:pt x="31463" y="76357"/>
                  </a:lnTo>
                  <a:lnTo>
                    <a:pt x="31700" y="76226"/>
                  </a:lnTo>
                  <a:lnTo>
                    <a:pt x="33087" y="76138"/>
                  </a:lnTo>
                  <a:lnTo>
                    <a:pt x="33222" y="76094"/>
                  </a:lnTo>
                  <a:lnTo>
                    <a:pt x="33357" y="76007"/>
                  </a:lnTo>
                  <a:lnTo>
                    <a:pt x="33357" y="75941"/>
                  </a:lnTo>
                  <a:lnTo>
                    <a:pt x="33323" y="75897"/>
                  </a:lnTo>
                  <a:lnTo>
                    <a:pt x="33323" y="75832"/>
                  </a:lnTo>
                  <a:lnTo>
                    <a:pt x="33357" y="75722"/>
                  </a:lnTo>
                  <a:lnTo>
                    <a:pt x="33391" y="75678"/>
                  </a:lnTo>
                  <a:lnTo>
                    <a:pt x="33493" y="75656"/>
                  </a:lnTo>
                  <a:lnTo>
                    <a:pt x="33628" y="75613"/>
                  </a:lnTo>
                  <a:lnTo>
                    <a:pt x="33696" y="75481"/>
                  </a:lnTo>
                  <a:lnTo>
                    <a:pt x="33797" y="75459"/>
                  </a:lnTo>
                  <a:lnTo>
                    <a:pt x="34000" y="75437"/>
                  </a:lnTo>
                  <a:lnTo>
                    <a:pt x="34068" y="75416"/>
                  </a:lnTo>
                  <a:lnTo>
                    <a:pt x="34677" y="75218"/>
                  </a:lnTo>
                  <a:lnTo>
                    <a:pt x="35522" y="75065"/>
                  </a:lnTo>
                  <a:lnTo>
                    <a:pt x="36233" y="74759"/>
                  </a:lnTo>
                  <a:lnTo>
                    <a:pt x="36368" y="74671"/>
                  </a:lnTo>
                  <a:lnTo>
                    <a:pt x="36368" y="74583"/>
                  </a:lnTo>
                  <a:lnTo>
                    <a:pt x="36334" y="74474"/>
                  </a:lnTo>
                  <a:lnTo>
                    <a:pt x="36334" y="74408"/>
                  </a:lnTo>
                  <a:lnTo>
                    <a:pt x="36436" y="74255"/>
                  </a:lnTo>
                  <a:lnTo>
                    <a:pt x="36470" y="74189"/>
                  </a:lnTo>
                  <a:lnTo>
                    <a:pt x="36504" y="73927"/>
                  </a:lnTo>
                  <a:lnTo>
                    <a:pt x="36402" y="73510"/>
                  </a:lnTo>
                  <a:lnTo>
                    <a:pt x="36402" y="73291"/>
                  </a:lnTo>
                  <a:lnTo>
                    <a:pt x="36470" y="73313"/>
                  </a:lnTo>
                  <a:lnTo>
                    <a:pt x="36504" y="73379"/>
                  </a:lnTo>
                  <a:lnTo>
                    <a:pt x="36504" y="73445"/>
                  </a:lnTo>
                  <a:lnTo>
                    <a:pt x="36537" y="73510"/>
                  </a:lnTo>
                  <a:lnTo>
                    <a:pt x="36808" y="73729"/>
                  </a:lnTo>
                  <a:lnTo>
                    <a:pt x="36876" y="73883"/>
                  </a:lnTo>
                  <a:lnTo>
                    <a:pt x="36808" y="74211"/>
                  </a:lnTo>
                  <a:lnTo>
                    <a:pt x="36808" y="74540"/>
                  </a:lnTo>
                  <a:lnTo>
                    <a:pt x="36774" y="74693"/>
                  </a:lnTo>
                  <a:lnTo>
                    <a:pt x="36639" y="74824"/>
                  </a:lnTo>
                  <a:lnTo>
                    <a:pt x="36301" y="74978"/>
                  </a:lnTo>
                  <a:lnTo>
                    <a:pt x="36131" y="75065"/>
                  </a:lnTo>
                  <a:lnTo>
                    <a:pt x="35996" y="75240"/>
                  </a:lnTo>
                  <a:lnTo>
                    <a:pt x="35793" y="75328"/>
                  </a:lnTo>
                  <a:lnTo>
                    <a:pt x="35387" y="75284"/>
                  </a:lnTo>
                  <a:lnTo>
                    <a:pt x="35218" y="75328"/>
                  </a:lnTo>
                  <a:lnTo>
                    <a:pt x="34846" y="75459"/>
                  </a:lnTo>
                  <a:lnTo>
                    <a:pt x="34541" y="75459"/>
                  </a:lnTo>
                  <a:lnTo>
                    <a:pt x="34338" y="75503"/>
                  </a:lnTo>
                  <a:lnTo>
                    <a:pt x="34135" y="75591"/>
                  </a:lnTo>
                  <a:lnTo>
                    <a:pt x="33763" y="75766"/>
                  </a:lnTo>
                  <a:lnTo>
                    <a:pt x="33662" y="75875"/>
                  </a:lnTo>
                  <a:lnTo>
                    <a:pt x="33459" y="76270"/>
                  </a:lnTo>
                  <a:lnTo>
                    <a:pt x="33493" y="76313"/>
                  </a:lnTo>
                  <a:lnTo>
                    <a:pt x="33526" y="76357"/>
                  </a:lnTo>
                  <a:lnTo>
                    <a:pt x="33560" y="76445"/>
                  </a:lnTo>
                  <a:lnTo>
                    <a:pt x="33628" y="76686"/>
                  </a:lnTo>
                  <a:lnTo>
                    <a:pt x="33425" y="76751"/>
                  </a:lnTo>
                  <a:lnTo>
                    <a:pt x="33425" y="76861"/>
                  </a:lnTo>
                  <a:lnTo>
                    <a:pt x="33493" y="76992"/>
                  </a:lnTo>
                  <a:lnTo>
                    <a:pt x="33493" y="77058"/>
                  </a:lnTo>
                  <a:lnTo>
                    <a:pt x="33493" y="77102"/>
                  </a:lnTo>
                  <a:lnTo>
                    <a:pt x="33493" y="77145"/>
                  </a:lnTo>
                  <a:lnTo>
                    <a:pt x="33493" y="77189"/>
                  </a:lnTo>
                  <a:lnTo>
                    <a:pt x="33560" y="77211"/>
                  </a:lnTo>
                  <a:lnTo>
                    <a:pt x="33696" y="77211"/>
                  </a:lnTo>
                  <a:lnTo>
                    <a:pt x="33763" y="77233"/>
                  </a:lnTo>
                  <a:lnTo>
                    <a:pt x="34203" y="77452"/>
                  </a:lnTo>
                  <a:lnTo>
                    <a:pt x="34508" y="77518"/>
                  </a:lnTo>
                  <a:lnTo>
                    <a:pt x="34778" y="77496"/>
                  </a:lnTo>
                  <a:lnTo>
                    <a:pt x="35049" y="77430"/>
                  </a:lnTo>
                  <a:lnTo>
                    <a:pt x="35286" y="77408"/>
                  </a:lnTo>
                  <a:lnTo>
                    <a:pt x="36233" y="77430"/>
                  </a:lnTo>
                  <a:lnTo>
                    <a:pt x="36470" y="77518"/>
                  </a:lnTo>
                  <a:lnTo>
                    <a:pt x="36504" y="77737"/>
                  </a:lnTo>
                  <a:lnTo>
                    <a:pt x="36199" y="77649"/>
                  </a:lnTo>
                  <a:lnTo>
                    <a:pt x="35962" y="77605"/>
                  </a:lnTo>
                  <a:lnTo>
                    <a:pt x="35624" y="77627"/>
                  </a:lnTo>
                  <a:lnTo>
                    <a:pt x="35455" y="77583"/>
                  </a:lnTo>
                  <a:lnTo>
                    <a:pt x="35421" y="77583"/>
                  </a:lnTo>
                  <a:lnTo>
                    <a:pt x="35387" y="77649"/>
                  </a:lnTo>
                  <a:lnTo>
                    <a:pt x="35353" y="77671"/>
                  </a:lnTo>
                  <a:lnTo>
                    <a:pt x="35083" y="77649"/>
                  </a:lnTo>
                  <a:lnTo>
                    <a:pt x="35015" y="77649"/>
                  </a:lnTo>
                  <a:lnTo>
                    <a:pt x="34846" y="77759"/>
                  </a:lnTo>
                  <a:lnTo>
                    <a:pt x="34778" y="77868"/>
                  </a:lnTo>
                  <a:lnTo>
                    <a:pt x="34778" y="77978"/>
                  </a:lnTo>
                  <a:lnTo>
                    <a:pt x="34846" y="78197"/>
                  </a:lnTo>
                  <a:lnTo>
                    <a:pt x="34812" y="78284"/>
                  </a:lnTo>
                  <a:lnTo>
                    <a:pt x="34778" y="78394"/>
                  </a:lnTo>
                  <a:lnTo>
                    <a:pt x="34643" y="78503"/>
                  </a:lnTo>
                  <a:lnTo>
                    <a:pt x="34677" y="78810"/>
                  </a:lnTo>
                  <a:lnTo>
                    <a:pt x="35150" y="79270"/>
                  </a:lnTo>
                  <a:lnTo>
                    <a:pt x="35319" y="79510"/>
                  </a:lnTo>
                  <a:lnTo>
                    <a:pt x="35353" y="79598"/>
                  </a:lnTo>
                  <a:lnTo>
                    <a:pt x="35387" y="79817"/>
                  </a:lnTo>
                  <a:lnTo>
                    <a:pt x="35353" y="79970"/>
                  </a:lnTo>
                  <a:lnTo>
                    <a:pt x="35387" y="80014"/>
                  </a:lnTo>
                  <a:lnTo>
                    <a:pt x="35455" y="80080"/>
                  </a:lnTo>
                  <a:lnTo>
                    <a:pt x="35489" y="80124"/>
                  </a:lnTo>
                  <a:lnTo>
                    <a:pt x="35522" y="80255"/>
                  </a:lnTo>
                  <a:lnTo>
                    <a:pt x="35455" y="80386"/>
                  </a:lnTo>
                  <a:lnTo>
                    <a:pt x="35387" y="80540"/>
                  </a:lnTo>
                  <a:lnTo>
                    <a:pt x="35286" y="80693"/>
                  </a:lnTo>
                  <a:lnTo>
                    <a:pt x="35286" y="80605"/>
                  </a:lnTo>
                  <a:lnTo>
                    <a:pt x="35286" y="80321"/>
                  </a:lnTo>
                  <a:lnTo>
                    <a:pt x="35286" y="80189"/>
                  </a:lnTo>
                  <a:lnTo>
                    <a:pt x="35150" y="79970"/>
                  </a:lnTo>
                  <a:lnTo>
                    <a:pt x="35083" y="79905"/>
                  </a:lnTo>
                  <a:lnTo>
                    <a:pt x="35015" y="79708"/>
                  </a:lnTo>
                  <a:lnTo>
                    <a:pt x="34440" y="78875"/>
                  </a:lnTo>
                  <a:lnTo>
                    <a:pt x="34338" y="78569"/>
                  </a:lnTo>
                  <a:lnTo>
                    <a:pt x="34474" y="78416"/>
                  </a:lnTo>
                  <a:lnTo>
                    <a:pt x="34508" y="78262"/>
                  </a:lnTo>
                  <a:lnTo>
                    <a:pt x="34508" y="78131"/>
                  </a:lnTo>
                  <a:lnTo>
                    <a:pt x="34338" y="77824"/>
                  </a:lnTo>
                  <a:lnTo>
                    <a:pt x="34203" y="77737"/>
                  </a:lnTo>
                  <a:lnTo>
                    <a:pt x="34102" y="77671"/>
                  </a:lnTo>
                  <a:lnTo>
                    <a:pt x="33729" y="77583"/>
                  </a:lnTo>
                  <a:lnTo>
                    <a:pt x="33391" y="77430"/>
                  </a:lnTo>
                  <a:lnTo>
                    <a:pt x="33188" y="77408"/>
                  </a:lnTo>
                  <a:lnTo>
                    <a:pt x="33087" y="77430"/>
                  </a:lnTo>
                  <a:lnTo>
                    <a:pt x="32444" y="77737"/>
                  </a:lnTo>
                  <a:lnTo>
                    <a:pt x="32241" y="77781"/>
                  </a:lnTo>
                  <a:lnTo>
                    <a:pt x="32106" y="77802"/>
                  </a:lnTo>
                  <a:lnTo>
                    <a:pt x="31530" y="77759"/>
                  </a:lnTo>
                  <a:lnTo>
                    <a:pt x="31361" y="77781"/>
                  </a:lnTo>
                  <a:lnTo>
                    <a:pt x="31192" y="77890"/>
                  </a:lnTo>
                  <a:lnTo>
                    <a:pt x="31124" y="77934"/>
                  </a:lnTo>
                  <a:lnTo>
                    <a:pt x="30989" y="77956"/>
                  </a:lnTo>
                  <a:lnTo>
                    <a:pt x="30786" y="77956"/>
                  </a:lnTo>
                  <a:lnTo>
                    <a:pt x="30685" y="77956"/>
                  </a:lnTo>
                  <a:lnTo>
                    <a:pt x="30651" y="78021"/>
                  </a:lnTo>
                  <a:lnTo>
                    <a:pt x="30583" y="78087"/>
                  </a:lnTo>
                  <a:lnTo>
                    <a:pt x="30651" y="78153"/>
                  </a:lnTo>
                  <a:lnTo>
                    <a:pt x="30651" y="78197"/>
                  </a:lnTo>
                  <a:lnTo>
                    <a:pt x="30651" y="78613"/>
                  </a:lnTo>
                  <a:lnTo>
                    <a:pt x="30414" y="78678"/>
                  </a:lnTo>
                  <a:lnTo>
                    <a:pt x="30143" y="78656"/>
                  </a:lnTo>
                  <a:lnTo>
                    <a:pt x="29534" y="78525"/>
                  </a:lnTo>
                  <a:lnTo>
                    <a:pt x="29467" y="78569"/>
                  </a:lnTo>
                  <a:lnTo>
                    <a:pt x="29128" y="78700"/>
                  </a:lnTo>
                  <a:lnTo>
                    <a:pt x="28790" y="78810"/>
                  </a:lnTo>
                  <a:lnTo>
                    <a:pt x="29399" y="78416"/>
                  </a:lnTo>
                  <a:lnTo>
                    <a:pt x="29500" y="78372"/>
                  </a:lnTo>
                  <a:lnTo>
                    <a:pt x="29906" y="78503"/>
                  </a:lnTo>
                  <a:lnTo>
                    <a:pt x="30042" y="78503"/>
                  </a:lnTo>
                  <a:lnTo>
                    <a:pt x="30177" y="78481"/>
                  </a:lnTo>
                  <a:lnTo>
                    <a:pt x="30312" y="78372"/>
                  </a:lnTo>
                  <a:lnTo>
                    <a:pt x="30380" y="78218"/>
                  </a:lnTo>
                  <a:lnTo>
                    <a:pt x="30380" y="78153"/>
                  </a:lnTo>
                  <a:lnTo>
                    <a:pt x="30245" y="78087"/>
                  </a:lnTo>
                  <a:lnTo>
                    <a:pt x="30109" y="78065"/>
                  </a:lnTo>
                  <a:lnTo>
                    <a:pt x="29839" y="78065"/>
                  </a:lnTo>
                  <a:lnTo>
                    <a:pt x="29500" y="78153"/>
                  </a:lnTo>
                  <a:lnTo>
                    <a:pt x="29196" y="78240"/>
                  </a:lnTo>
                  <a:lnTo>
                    <a:pt x="28959" y="78372"/>
                  </a:lnTo>
                  <a:lnTo>
                    <a:pt x="28756" y="78569"/>
                  </a:lnTo>
                  <a:lnTo>
                    <a:pt x="28384" y="79029"/>
                  </a:lnTo>
                  <a:lnTo>
                    <a:pt x="28147" y="79182"/>
                  </a:lnTo>
                  <a:lnTo>
                    <a:pt x="28181" y="79270"/>
                  </a:lnTo>
                  <a:lnTo>
                    <a:pt x="28012" y="79291"/>
                  </a:lnTo>
                  <a:lnTo>
                    <a:pt x="27809" y="79270"/>
                  </a:lnTo>
                  <a:lnTo>
                    <a:pt x="27471" y="79138"/>
                  </a:lnTo>
                  <a:lnTo>
                    <a:pt x="27335" y="79138"/>
                  </a:lnTo>
                  <a:lnTo>
                    <a:pt x="27031" y="79226"/>
                  </a:lnTo>
                  <a:lnTo>
                    <a:pt x="26726" y="79248"/>
                  </a:lnTo>
                  <a:lnTo>
                    <a:pt x="26591" y="79313"/>
                  </a:lnTo>
                  <a:lnTo>
                    <a:pt x="26456" y="79445"/>
                  </a:lnTo>
                  <a:lnTo>
                    <a:pt x="26354" y="79576"/>
                  </a:lnTo>
                  <a:lnTo>
                    <a:pt x="26320" y="79576"/>
                  </a:lnTo>
                  <a:lnTo>
                    <a:pt x="26253" y="79576"/>
                  </a:lnTo>
                  <a:lnTo>
                    <a:pt x="26219" y="79620"/>
                  </a:lnTo>
                  <a:lnTo>
                    <a:pt x="26185" y="79664"/>
                  </a:lnTo>
                  <a:lnTo>
                    <a:pt x="26185" y="79751"/>
                  </a:lnTo>
                  <a:lnTo>
                    <a:pt x="26185" y="79751"/>
                  </a:lnTo>
                  <a:lnTo>
                    <a:pt x="26016" y="79905"/>
                  </a:lnTo>
                  <a:lnTo>
                    <a:pt x="25982" y="79948"/>
                  </a:lnTo>
                  <a:lnTo>
                    <a:pt x="25914" y="80014"/>
                  </a:lnTo>
                  <a:lnTo>
                    <a:pt x="25914" y="80145"/>
                  </a:lnTo>
                  <a:lnTo>
                    <a:pt x="25914" y="80189"/>
                  </a:lnTo>
                  <a:lnTo>
                    <a:pt x="25813" y="80408"/>
                  </a:lnTo>
                  <a:lnTo>
                    <a:pt x="25779" y="80452"/>
                  </a:lnTo>
                  <a:lnTo>
                    <a:pt x="25813" y="80540"/>
                  </a:lnTo>
                  <a:lnTo>
                    <a:pt x="25779" y="80583"/>
                  </a:lnTo>
                  <a:lnTo>
                    <a:pt x="25745" y="80627"/>
                  </a:lnTo>
                  <a:lnTo>
                    <a:pt x="25678" y="80671"/>
                  </a:lnTo>
                  <a:lnTo>
                    <a:pt x="25576" y="80737"/>
                  </a:lnTo>
                  <a:lnTo>
                    <a:pt x="25508" y="80868"/>
                  </a:lnTo>
                  <a:lnTo>
                    <a:pt x="25441" y="81043"/>
                  </a:lnTo>
                  <a:lnTo>
                    <a:pt x="25475" y="81131"/>
                  </a:lnTo>
                  <a:lnTo>
                    <a:pt x="25542" y="81197"/>
                  </a:lnTo>
                  <a:lnTo>
                    <a:pt x="25576" y="81306"/>
                  </a:lnTo>
                  <a:lnTo>
                    <a:pt x="25508" y="81459"/>
                  </a:lnTo>
                  <a:lnTo>
                    <a:pt x="25441" y="81613"/>
                  </a:lnTo>
                  <a:lnTo>
                    <a:pt x="25441" y="81678"/>
                  </a:lnTo>
                  <a:lnTo>
                    <a:pt x="25644" y="81700"/>
                  </a:lnTo>
                  <a:lnTo>
                    <a:pt x="25542" y="81810"/>
                  </a:lnTo>
                  <a:lnTo>
                    <a:pt x="25542" y="81897"/>
                  </a:lnTo>
                  <a:lnTo>
                    <a:pt x="25508" y="81963"/>
                  </a:lnTo>
                  <a:lnTo>
                    <a:pt x="25508" y="82072"/>
                  </a:lnTo>
                  <a:lnTo>
                    <a:pt x="25441" y="82116"/>
                  </a:lnTo>
                  <a:lnTo>
                    <a:pt x="25373" y="82138"/>
                  </a:lnTo>
                  <a:lnTo>
                    <a:pt x="25339" y="82182"/>
                  </a:lnTo>
                  <a:lnTo>
                    <a:pt x="25339" y="82270"/>
                  </a:lnTo>
                  <a:lnTo>
                    <a:pt x="25373" y="82291"/>
                  </a:lnTo>
                  <a:lnTo>
                    <a:pt x="25914" y="82335"/>
                  </a:lnTo>
                  <a:lnTo>
                    <a:pt x="26050" y="82379"/>
                  </a:lnTo>
                  <a:lnTo>
                    <a:pt x="26117" y="82467"/>
                  </a:lnTo>
                  <a:lnTo>
                    <a:pt x="26185" y="82554"/>
                  </a:lnTo>
                  <a:lnTo>
                    <a:pt x="26219" y="82598"/>
                  </a:lnTo>
                  <a:lnTo>
                    <a:pt x="26185" y="82642"/>
                  </a:lnTo>
                  <a:lnTo>
                    <a:pt x="26050" y="82620"/>
                  </a:lnTo>
                  <a:lnTo>
                    <a:pt x="25576" y="82532"/>
                  </a:lnTo>
                  <a:lnTo>
                    <a:pt x="25441" y="82576"/>
                  </a:lnTo>
                  <a:lnTo>
                    <a:pt x="25441" y="82620"/>
                  </a:lnTo>
                  <a:lnTo>
                    <a:pt x="25508" y="82905"/>
                  </a:lnTo>
                  <a:lnTo>
                    <a:pt x="25576" y="82948"/>
                  </a:lnTo>
                  <a:lnTo>
                    <a:pt x="25914" y="82992"/>
                  </a:lnTo>
                  <a:lnTo>
                    <a:pt x="26117" y="83014"/>
                  </a:lnTo>
                  <a:lnTo>
                    <a:pt x="26354" y="82948"/>
                  </a:lnTo>
                  <a:lnTo>
                    <a:pt x="26895" y="82642"/>
                  </a:lnTo>
                  <a:lnTo>
                    <a:pt x="27031" y="82554"/>
                  </a:lnTo>
                  <a:lnTo>
                    <a:pt x="27031" y="82423"/>
                  </a:lnTo>
                  <a:lnTo>
                    <a:pt x="26997" y="82313"/>
                  </a:lnTo>
                  <a:lnTo>
                    <a:pt x="26997" y="82270"/>
                  </a:lnTo>
                  <a:lnTo>
                    <a:pt x="27166" y="82182"/>
                  </a:lnTo>
                  <a:lnTo>
                    <a:pt x="27403" y="81985"/>
                  </a:lnTo>
                  <a:lnTo>
                    <a:pt x="27572" y="81897"/>
                  </a:lnTo>
                  <a:lnTo>
                    <a:pt x="28113" y="81897"/>
                  </a:lnTo>
                  <a:lnTo>
                    <a:pt x="28249" y="81832"/>
                  </a:lnTo>
                  <a:lnTo>
                    <a:pt x="28215" y="81700"/>
                  </a:lnTo>
                  <a:lnTo>
                    <a:pt x="28080" y="81656"/>
                  </a:lnTo>
                  <a:lnTo>
                    <a:pt x="27707" y="81613"/>
                  </a:lnTo>
                  <a:lnTo>
                    <a:pt x="27538" y="81525"/>
                  </a:lnTo>
                  <a:lnTo>
                    <a:pt x="27301" y="81350"/>
                  </a:lnTo>
                  <a:lnTo>
                    <a:pt x="27132" y="81284"/>
                  </a:lnTo>
                  <a:lnTo>
                    <a:pt x="27166" y="81240"/>
                  </a:lnTo>
                  <a:lnTo>
                    <a:pt x="27403" y="81240"/>
                  </a:lnTo>
                  <a:lnTo>
                    <a:pt x="27674" y="81262"/>
                  </a:lnTo>
                  <a:lnTo>
                    <a:pt x="27877" y="81306"/>
                  </a:lnTo>
                  <a:lnTo>
                    <a:pt x="28046" y="81437"/>
                  </a:lnTo>
                  <a:lnTo>
                    <a:pt x="28215" y="81503"/>
                  </a:lnTo>
                  <a:lnTo>
                    <a:pt x="28418" y="81437"/>
                  </a:lnTo>
                  <a:lnTo>
                    <a:pt x="28756" y="81087"/>
                  </a:lnTo>
                  <a:lnTo>
                    <a:pt x="28824" y="81000"/>
                  </a:lnTo>
                  <a:lnTo>
                    <a:pt x="28892" y="81000"/>
                  </a:lnTo>
                  <a:lnTo>
                    <a:pt x="28959" y="81021"/>
                  </a:lnTo>
                  <a:lnTo>
                    <a:pt x="29230" y="81065"/>
                  </a:lnTo>
                  <a:lnTo>
                    <a:pt x="29331" y="81043"/>
                  </a:lnTo>
                  <a:lnTo>
                    <a:pt x="29399" y="80912"/>
                  </a:lnTo>
                  <a:lnTo>
                    <a:pt x="29500" y="80802"/>
                  </a:lnTo>
                  <a:lnTo>
                    <a:pt x="29670" y="80649"/>
                  </a:lnTo>
                  <a:lnTo>
                    <a:pt x="29839" y="80540"/>
                  </a:lnTo>
                  <a:lnTo>
                    <a:pt x="30008" y="80452"/>
                  </a:lnTo>
                  <a:lnTo>
                    <a:pt x="30042" y="80583"/>
                  </a:lnTo>
                  <a:lnTo>
                    <a:pt x="29500" y="81109"/>
                  </a:lnTo>
                  <a:lnTo>
                    <a:pt x="29365" y="81197"/>
                  </a:lnTo>
                  <a:lnTo>
                    <a:pt x="29297" y="81175"/>
                  </a:lnTo>
                  <a:lnTo>
                    <a:pt x="29027" y="81175"/>
                  </a:lnTo>
                  <a:lnTo>
                    <a:pt x="28892" y="81197"/>
                  </a:lnTo>
                  <a:lnTo>
                    <a:pt x="28858" y="81262"/>
                  </a:lnTo>
                  <a:lnTo>
                    <a:pt x="28689" y="81547"/>
                  </a:lnTo>
                  <a:lnTo>
                    <a:pt x="28722" y="81547"/>
                  </a:lnTo>
                  <a:lnTo>
                    <a:pt x="28689" y="81613"/>
                  </a:lnTo>
                  <a:lnTo>
                    <a:pt x="28655" y="81635"/>
                  </a:lnTo>
                  <a:lnTo>
                    <a:pt x="28553" y="81656"/>
                  </a:lnTo>
                  <a:lnTo>
                    <a:pt x="28587" y="81635"/>
                  </a:lnTo>
                  <a:lnTo>
                    <a:pt x="28587" y="81656"/>
                  </a:lnTo>
                  <a:lnTo>
                    <a:pt x="28553" y="81678"/>
                  </a:lnTo>
                  <a:lnTo>
                    <a:pt x="28486" y="81678"/>
                  </a:lnTo>
                  <a:lnTo>
                    <a:pt x="28587" y="81832"/>
                  </a:lnTo>
                  <a:lnTo>
                    <a:pt x="28858" y="81875"/>
                  </a:lnTo>
                  <a:lnTo>
                    <a:pt x="29162" y="81832"/>
                  </a:lnTo>
                  <a:lnTo>
                    <a:pt x="29331" y="81635"/>
                  </a:lnTo>
                  <a:lnTo>
                    <a:pt x="29433" y="81700"/>
                  </a:lnTo>
                  <a:lnTo>
                    <a:pt x="29670" y="81919"/>
                  </a:lnTo>
                  <a:lnTo>
                    <a:pt x="29805" y="81985"/>
                  </a:lnTo>
                  <a:lnTo>
                    <a:pt x="31057" y="82138"/>
                  </a:lnTo>
                  <a:lnTo>
                    <a:pt x="33696" y="83080"/>
                  </a:lnTo>
                  <a:lnTo>
                    <a:pt x="33966" y="82927"/>
                  </a:lnTo>
                  <a:lnTo>
                    <a:pt x="34068" y="82905"/>
                  </a:lnTo>
                  <a:lnTo>
                    <a:pt x="34135" y="82905"/>
                  </a:lnTo>
                  <a:lnTo>
                    <a:pt x="34203" y="82861"/>
                  </a:lnTo>
                  <a:lnTo>
                    <a:pt x="34305" y="82773"/>
                  </a:lnTo>
                  <a:lnTo>
                    <a:pt x="34338" y="82642"/>
                  </a:lnTo>
                  <a:lnTo>
                    <a:pt x="34338" y="82510"/>
                  </a:lnTo>
                  <a:lnTo>
                    <a:pt x="34338" y="82379"/>
                  </a:lnTo>
                  <a:lnTo>
                    <a:pt x="34474" y="82248"/>
                  </a:lnTo>
                  <a:lnTo>
                    <a:pt x="34474" y="82182"/>
                  </a:lnTo>
                  <a:lnTo>
                    <a:pt x="34474" y="82160"/>
                  </a:lnTo>
                  <a:lnTo>
                    <a:pt x="34508" y="82116"/>
                  </a:lnTo>
                  <a:lnTo>
                    <a:pt x="34508" y="82182"/>
                  </a:lnTo>
                  <a:lnTo>
                    <a:pt x="34541" y="82291"/>
                  </a:lnTo>
                  <a:lnTo>
                    <a:pt x="34609" y="82379"/>
                  </a:lnTo>
                  <a:lnTo>
                    <a:pt x="34508" y="82467"/>
                  </a:lnTo>
                  <a:lnTo>
                    <a:pt x="34541" y="82861"/>
                  </a:lnTo>
                  <a:lnTo>
                    <a:pt x="34474" y="82927"/>
                  </a:lnTo>
                  <a:lnTo>
                    <a:pt x="34406" y="82992"/>
                  </a:lnTo>
                  <a:lnTo>
                    <a:pt x="34338" y="83058"/>
                  </a:lnTo>
                  <a:lnTo>
                    <a:pt x="34237" y="83124"/>
                  </a:lnTo>
                  <a:lnTo>
                    <a:pt x="34203" y="83124"/>
                  </a:lnTo>
                  <a:lnTo>
                    <a:pt x="34102" y="83058"/>
                  </a:lnTo>
                  <a:lnTo>
                    <a:pt x="34068" y="83080"/>
                  </a:lnTo>
                  <a:lnTo>
                    <a:pt x="34034" y="83167"/>
                  </a:lnTo>
                  <a:lnTo>
                    <a:pt x="34000" y="83211"/>
                  </a:lnTo>
                  <a:lnTo>
                    <a:pt x="33966" y="83233"/>
                  </a:lnTo>
                  <a:lnTo>
                    <a:pt x="33729" y="83255"/>
                  </a:lnTo>
                  <a:lnTo>
                    <a:pt x="33493" y="83233"/>
                  </a:lnTo>
                  <a:lnTo>
                    <a:pt x="31294" y="82489"/>
                  </a:lnTo>
                  <a:lnTo>
                    <a:pt x="29297" y="82138"/>
                  </a:lnTo>
                  <a:lnTo>
                    <a:pt x="28080" y="82072"/>
                  </a:lnTo>
                  <a:lnTo>
                    <a:pt x="27877" y="82094"/>
                  </a:lnTo>
                  <a:lnTo>
                    <a:pt x="27707" y="82160"/>
                  </a:lnTo>
                  <a:lnTo>
                    <a:pt x="27538" y="82291"/>
                  </a:lnTo>
                  <a:lnTo>
                    <a:pt x="27471" y="82423"/>
                  </a:lnTo>
                  <a:lnTo>
                    <a:pt x="27403" y="82598"/>
                  </a:lnTo>
                  <a:lnTo>
                    <a:pt x="27335" y="82751"/>
                  </a:lnTo>
                  <a:lnTo>
                    <a:pt x="27200" y="82817"/>
                  </a:lnTo>
                  <a:lnTo>
                    <a:pt x="27132" y="82861"/>
                  </a:lnTo>
                  <a:lnTo>
                    <a:pt x="27031" y="82861"/>
                  </a:lnTo>
                  <a:lnTo>
                    <a:pt x="26895" y="82927"/>
                  </a:lnTo>
                  <a:lnTo>
                    <a:pt x="26862" y="82970"/>
                  </a:lnTo>
                  <a:lnTo>
                    <a:pt x="26828" y="83058"/>
                  </a:lnTo>
                  <a:lnTo>
                    <a:pt x="26794" y="83124"/>
                  </a:lnTo>
                  <a:lnTo>
                    <a:pt x="26726" y="83145"/>
                  </a:lnTo>
                  <a:lnTo>
                    <a:pt x="26523" y="83124"/>
                  </a:lnTo>
                  <a:lnTo>
                    <a:pt x="26388" y="83145"/>
                  </a:lnTo>
                  <a:lnTo>
                    <a:pt x="26185" y="83211"/>
                  </a:lnTo>
                  <a:lnTo>
                    <a:pt x="25678" y="83474"/>
                  </a:lnTo>
                  <a:lnTo>
                    <a:pt x="25542" y="83474"/>
                  </a:lnTo>
                  <a:lnTo>
                    <a:pt x="25373" y="83452"/>
                  </a:lnTo>
                  <a:lnTo>
                    <a:pt x="25170" y="83430"/>
                  </a:lnTo>
                  <a:lnTo>
                    <a:pt x="24933" y="83452"/>
                  </a:lnTo>
                  <a:lnTo>
                    <a:pt x="24730" y="83540"/>
                  </a:lnTo>
                  <a:lnTo>
                    <a:pt x="24561" y="83627"/>
                  </a:lnTo>
                  <a:lnTo>
                    <a:pt x="24561" y="83781"/>
                  </a:lnTo>
                  <a:lnTo>
                    <a:pt x="24730" y="83890"/>
                  </a:lnTo>
                  <a:lnTo>
                    <a:pt x="24933" y="83934"/>
                  </a:lnTo>
                  <a:lnTo>
                    <a:pt x="25102" y="83934"/>
                  </a:lnTo>
                  <a:lnTo>
                    <a:pt x="25305" y="83912"/>
                  </a:lnTo>
                  <a:lnTo>
                    <a:pt x="25508" y="83978"/>
                  </a:lnTo>
                  <a:lnTo>
                    <a:pt x="25881" y="84109"/>
                  </a:lnTo>
                  <a:lnTo>
                    <a:pt x="26117" y="84131"/>
                  </a:lnTo>
                  <a:lnTo>
                    <a:pt x="26523" y="84065"/>
                  </a:lnTo>
                  <a:lnTo>
                    <a:pt x="26760" y="84087"/>
                  </a:lnTo>
                  <a:lnTo>
                    <a:pt x="26895" y="84153"/>
                  </a:lnTo>
                  <a:lnTo>
                    <a:pt x="26794" y="84218"/>
                  </a:lnTo>
                  <a:lnTo>
                    <a:pt x="26591" y="84262"/>
                  </a:lnTo>
                  <a:lnTo>
                    <a:pt x="26422" y="84284"/>
                  </a:lnTo>
                  <a:lnTo>
                    <a:pt x="26388" y="84328"/>
                  </a:lnTo>
                  <a:lnTo>
                    <a:pt x="27978" y="84854"/>
                  </a:lnTo>
                  <a:lnTo>
                    <a:pt x="28181" y="84854"/>
                  </a:lnTo>
                  <a:lnTo>
                    <a:pt x="28689" y="84766"/>
                  </a:lnTo>
                  <a:lnTo>
                    <a:pt x="28858" y="84766"/>
                  </a:lnTo>
                  <a:lnTo>
                    <a:pt x="28993" y="84722"/>
                  </a:lnTo>
                  <a:lnTo>
                    <a:pt x="29399" y="84481"/>
                  </a:lnTo>
                  <a:lnTo>
                    <a:pt x="29534" y="84416"/>
                  </a:lnTo>
                  <a:lnTo>
                    <a:pt x="29500" y="84525"/>
                  </a:lnTo>
                  <a:lnTo>
                    <a:pt x="29399" y="84678"/>
                  </a:lnTo>
                  <a:lnTo>
                    <a:pt x="29230" y="84854"/>
                  </a:lnTo>
                  <a:lnTo>
                    <a:pt x="29061" y="84941"/>
                  </a:lnTo>
                  <a:lnTo>
                    <a:pt x="29027" y="84941"/>
                  </a:lnTo>
                  <a:lnTo>
                    <a:pt x="28722" y="84963"/>
                  </a:lnTo>
                  <a:lnTo>
                    <a:pt x="28350" y="85029"/>
                  </a:lnTo>
                  <a:lnTo>
                    <a:pt x="27166" y="84897"/>
                  </a:lnTo>
                  <a:lnTo>
                    <a:pt x="27098" y="84854"/>
                  </a:lnTo>
                  <a:lnTo>
                    <a:pt x="27031" y="84744"/>
                  </a:lnTo>
                  <a:lnTo>
                    <a:pt x="26929" y="84722"/>
                  </a:lnTo>
                  <a:lnTo>
                    <a:pt x="25881" y="84350"/>
                  </a:lnTo>
                  <a:lnTo>
                    <a:pt x="25576" y="84416"/>
                  </a:lnTo>
                  <a:lnTo>
                    <a:pt x="25407" y="84459"/>
                  </a:lnTo>
                  <a:lnTo>
                    <a:pt x="24527" y="84416"/>
                  </a:lnTo>
                  <a:lnTo>
                    <a:pt x="24392" y="84437"/>
                  </a:lnTo>
                  <a:lnTo>
                    <a:pt x="24223" y="84481"/>
                  </a:lnTo>
                  <a:lnTo>
                    <a:pt x="24054" y="84503"/>
                  </a:lnTo>
                  <a:lnTo>
                    <a:pt x="24020" y="84591"/>
                  </a:lnTo>
                  <a:lnTo>
                    <a:pt x="23918" y="84678"/>
                  </a:lnTo>
                  <a:lnTo>
                    <a:pt x="23851" y="84744"/>
                  </a:lnTo>
                  <a:lnTo>
                    <a:pt x="23884" y="84875"/>
                  </a:lnTo>
                  <a:lnTo>
                    <a:pt x="23851" y="85007"/>
                  </a:lnTo>
                  <a:lnTo>
                    <a:pt x="24324" y="85445"/>
                  </a:lnTo>
                  <a:lnTo>
                    <a:pt x="24223" y="85598"/>
                  </a:lnTo>
                  <a:lnTo>
                    <a:pt x="24358" y="85751"/>
                  </a:lnTo>
                  <a:lnTo>
                    <a:pt x="24527" y="85795"/>
                  </a:lnTo>
                  <a:lnTo>
                    <a:pt x="25170" y="85839"/>
                  </a:lnTo>
                  <a:lnTo>
                    <a:pt x="25407" y="85817"/>
                  </a:lnTo>
                  <a:lnTo>
                    <a:pt x="25576" y="85839"/>
                  </a:lnTo>
                  <a:lnTo>
                    <a:pt x="25711" y="85948"/>
                  </a:lnTo>
                  <a:lnTo>
                    <a:pt x="25678" y="85992"/>
                  </a:lnTo>
                  <a:lnTo>
                    <a:pt x="25508" y="86036"/>
                  </a:lnTo>
                  <a:lnTo>
                    <a:pt x="25339" y="86189"/>
                  </a:lnTo>
                  <a:lnTo>
                    <a:pt x="25136" y="86408"/>
                  </a:lnTo>
                  <a:lnTo>
                    <a:pt x="24899" y="86540"/>
                  </a:lnTo>
                  <a:lnTo>
                    <a:pt x="24866" y="86671"/>
                  </a:lnTo>
                  <a:lnTo>
                    <a:pt x="25001" y="86802"/>
                  </a:lnTo>
                  <a:lnTo>
                    <a:pt x="25204" y="86912"/>
                  </a:lnTo>
                  <a:lnTo>
                    <a:pt x="25407" y="86934"/>
                  </a:lnTo>
                  <a:lnTo>
                    <a:pt x="25373" y="86912"/>
                  </a:lnTo>
                  <a:lnTo>
                    <a:pt x="25441" y="86934"/>
                  </a:lnTo>
                  <a:lnTo>
                    <a:pt x="25508" y="86956"/>
                  </a:lnTo>
                  <a:lnTo>
                    <a:pt x="25542" y="87021"/>
                  </a:lnTo>
                  <a:lnTo>
                    <a:pt x="25576" y="87065"/>
                  </a:lnTo>
                  <a:lnTo>
                    <a:pt x="25542" y="87109"/>
                  </a:lnTo>
                  <a:lnTo>
                    <a:pt x="25441" y="87131"/>
                  </a:lnTo>
                  <a:lnTo>
                    <a:pt x="25238" y="87175"/>
                  </a:lnTo>
                  <a:lnTo>
                    <a:pt x="25339" y="87306"/>
                  </a:lnTo>
                  <a:lnTo>
                    <a:pt x="25914" y="87678"/>
                  </a:lnTo>
                  <a:lnTo>
                    <a:pt x="26050" y="87722"/>
                  </a:lnTo>
                  <a:lnTo>
                    <a:pt x="26219" y="87766"/>
                  </a:lnTo>
                  <a:lnTo>
                    <a:pt x="26253" y="87766"/>
                  </a:lnTo>
                  <a:lnTo>
                    <a:pt x="26422" y="87766"/>
                  </a:lnTo>
                  <a:lnTo>
                    <a:pt x="26456" y="87766"/>
                  </a:lnTo>
                  <a:lnTo>
                    <a:pt x="26422" y="87941"/>
                  </a:lnTo>
                  <a:lnTo>
                    <a:pt x="26523" y="88116"/>
                  </a:lnTo>
                  <a:lnTo>
                    <a:pt x="26557" y="88160"/>
                  </a:lnTo>
                  <a:lnTo>
                    <a:pt x="27132" y="88379"/>
                  </a:lnTo>
                  <a:lnTo>
                    <a:pt x="27437" y="88773"/>
                  </a:lnTo>
                  <a:lnTo>
                    <a:pt x="27572" y="88861"/>
                  </a:lnTo>
                  <a:lnTo>
                    <a:pt x="27741" y="88905"/>
                  </a:lnTo>
                  <a:lnTo>
                    <a:pt x="27910" y="88861"/>
                  </a:lnTo>
                  <a:lnTo>
                    <a:pt x="28384" y="88686"/>
                  </a:lnTo>
                  <a:lnTo>
                    <a:pt x="28553" y="88686"/>
                  </a:lnTo>
                  <a:lnTo>
                    <a:pt x="28655" y="88686"/>
                  </a:lnTo>
                  <a:lnTo>
                    <a:pt x="28655" y="88642"/>
                  </a:lnTo>
                  <a:lnTo>
                    <a:pt x="28553" y="88598"/>
                  </a:lnTo>
                  <a:lnTo>
                    <a:pt x="28486" y="88554"/>
                  </a:lnTo>
                  <a:lnTo>
                    <a:pt x="28080" y="88445"/>
                  </a:lnTo>
                  <a:lnTo>
                    <a:pt x="27910" y="88379"/>
                  </a:lnTo>
                  <a:lnTo>
                    <a:pt x="27640" y="88182"/>
                  </a:lnTo>
                  <a:lnTo>
                    <a:pt x="27335" y="88094"/>
                  </a:lnTo>
                  <a:lnTo>
                    <a:pt x="27166" y="87963"/>
                  </a:lnTo>
                  <a:lnTo>
                    <a:pt x="27098" y="87875"/>
                  </a:lnTo>
                  <a:lnTo>
                    <a:pt x="27200" y="87766"/>
                  </a:lnTo>
                  <a:lnTo>
                    <a:pt x="27301" y="87832"/>
                  </a:lnTo>
                  <a:lnTo>
                    <a:pt x="27369" y="87897"/>
                  </a:lnTo>
                  <a:lnTo>
                    <a:pt x="27538" y="87919"/>
                  </a:lnTo>
                  <a:lnTo>
                    <a:pt x="27775" y="88007"/>
                  </a:lnTo>
                  <a:lnTo>
                    <a:pt x="27843" y="88094"/>
                  </a:lnTo>
                  <a:lnTo>
                    <a:pt x="27910" y="88160"/>
                  </a:lnTo>
                  <a:lnTo>
                    <a:pt x="28046" y="88248"/>
                  </a:lnTo>
                  <a:lnTo>
                    <a:pt x="28993" y="88467"/>
                  </a:lnTo>
                  <a:lnTo>
                    <a:pt x="29061" y="88445"/>
                  </a:lnTo>
                  <a:lnTo>
                    <a:pt x="29095" y="88379"/>
                  </a:lnTo>
                  <a:lnTo>
                    <a:pt x="29230" y="88313"/>
                  </a:lnTo>
                  <a:lnTo>
                    <a:pt x="29331" y="88270"/>
                  </a:lnTo>
                  <a:lnTo>
                    <a:pt x="29433" y="88248"/>
                  </a:lnTo>
                  <a:lnTo>
                    <a:pt x="29500" y="88270"/>
                  </a:lnTo>
                  <a:lnTo>
                    <a:pt x="29568" y="88379"/>
                  </a:lnTo>
                  <a:lnTo>
                    <a:pt x="29636" y="88532"/>
                  </a:lnTo>
                  <a:lnTo>
                    <a:pt x="29703" y="88576"/>
                  </a:lnTo>
                  <a:lnTo>
                    <a:pt x="29906" y="88664"/>
                  </a:lnTo>
                  <a:lnTo>
                    <a:pt x="29974" y="88708"/>
                  </a:lnTo>
                  <a:lnTo>
                    <a:pt x="30008" y="88795"/>
                  </a:lnTo>
                  <a:lnTo>
                    <a:pt x="30008" y="88839"/>
                  </a:lnTo>
                  <a:lnTo>
                    <a:pt x="30143" y="88970"/>
                  </a:lnTo>
                  <a:lnTo>
                    <a:pt x="30312" y="89036"/>
                  </a:lnTo>
                  <a:lnTo>
                    <a:pt x="30448" y="89058"/>
                  </a:lnTo>
                  <a:lnTo>
                    <a:pt x="31294" y="89014"/>
                  </a:lnTo>
                  <a:lnTo>
                    <a:pt x="31429" y="88970"/>
                  </a:lnTo>
                  <a:lnTo>
                    <a:pt x="31564" y="88861"/>
                  </a:lnTo>
                  <a:lnTo>
                    <a:pt x="31733" y="88817"/>
                  </a:lnTo>
                  <a:lnTo>
                    <a:pt x="31835" y="88708"/>
                  </a:lnTo>
                  <a:lnTo>
                    <a:pt x="31835" y="88467"/>
                  </a:lnTo>
                  <a:lnTo>
                    <a:pt x="31869" y="88313"/>
                  </a:lnTo>
                  <a:lnTo>
                    <a:pt x="32072" y="88138"/>
                  </a:lnTo>
                  <a:lnTo>
                    <a:pt x="32410" y="87810"/>
                  </a:lnTo>
                  <a:lnTo>
                    <a:pt x="32444" y="87832"/>
                  </a:lnTo>
                  <a:lnTo>
                    <a:pt x="32410" y="87941"/>
                  </a:lnTo>
                  <a:lnTo>
                    <a:pt x="32241" y="88335"/>
                  </a:lnTo>
                  <a:lnTo>
                    <a:pt x="32207" y="88708"/>
                  </a:lnTo>
                  <a:lnTo>
                    <a:pt x="32342" y="88861"/>
                  </a:lnTo>
                  <a:lnTo>
                    <a:pt x="32681" y="89058"/>
                  </a:lnTo>
                  <a:lnTo>
                    <a:pt x="33763" y="89408"/>
                  </a:lnTo>
                  <a:lnTo>
                    <a:pt x="33899" y="89408"/>
                  </a:lnTo>
                  <a:lnTo>
                    <a:pt x="34203" y="89321"/>
                  </a:lnTo>
                  <a:lnTo>
                    <a:pt x="34338" y="89299"/>
                  </a:lnTo>
                  <a:lnTo>
                    <a:pt x="34338" y="89430"/>
                  </a:lnTo>
                  <a:lnTo>
                    <a:pt x="34169" y="89540"/>
                  </a:lnTo>
                  <a:lnTo>
                    <a:pt x="34000" y="89605"/>
                  </a:lnTo>
                  <a:lnTo>
                    <a:pt x="33831" y="89627"/>
                  </a:lnTo>
                  <a:lnTo>
                    <a:pt x="33154" y="89386"/>
                  </a:lnTo>
                  <a:lnTo>
                    <a:pt x="32816" y="89386"/>
                  </a:lnTo>
                  <a:lnTo>
                    <a:pt x="32106" y="89167"/>
                  </a:lnTo>
                  <a:lnTo>
                    <a:pt x="32038" y="89102"/>
                  </a:lnTo>
                  <a:lnTo>
                    <a:pt x="31970" y="89058"/>
                  </a:lnTo>
                  <a:lnTo>
                    <a:pt x="31903" y="89014"/>
                  </a:lnTo>
                  <a:lnTo>
                    <a:pt x="31395" y="89189"/>
                  </a:lnTo>
                  <a:lnTo>
                    <a:pt x="31294" y="89255"/>
                  </a:lnTo>
                  <a:lnTo>
                    <a:pt x="31294" y="89321"/>
                  </a:lnTo>
                  <a:lnTo>
                    <a:pt x="31158" y="89452"/>
                  </a:lnTo>
                  <a:lnTo>
                    <a:pt x="31158" y="89518"/>
                  </a:lnTo>
                  <a:lnTo>
                    <a:pt x="31192" y="89562"/>
                  </a:lnTo>
                  <a:lnTo>
                    <a:pt x="31361" y="89671"/>
                  </a:lnTo>
                  <a:lnTo>
                    <a:pt x="31395" y="89737"/>
                  </a:lnTo>
                  <a:lnTo>
                    <a:pt x="31530" y="89846"/>
                  </a:lnTo>
                  <a:lnTo>
                    <a:pt x="31767" y="89846"/>
                  </a:lnTo>
                  <a:lnTo>
                    <a:pt x="32410" y="89737"/>
                  </a:lnTo>
                  <a:lnTo>
                    <a:pt x="32579" y="89737"/>
                  </a:lnTo>
                  <a:lnTo>
                    <a:pt x="32985" y="89846"/>
                  </a:lnTo>
                  <a:lnTo>
                    <a:pt x="33323" y="89846"/>
                  </a:lnTo>
                  <a:lnTo>
                    <a:pt x="33425" y="89868"/>
                  </a:lnTo>
                  <a:lnTo>
                    <a:pt x="33425" y="89868"/>
                  </a:lnTo>
                  <a:lnTo>
                    <a:pt x="33526" y="89890"/>
                  </a:lnTo>
                  <a:lnTo>
                    <a:pt x="33493" y="89912"/>
                  </a:lnTo>
                  <a:lnTo>
                    <a:pt x="33493" y="89956"/>
                  </a:lnTo>
                  <a:lnTo>
                    <a:pt x="33459" y="90000"/>
                  </a:lnTo>
                  <a:lnTo>
                    <a:pt x="33493" y="90065"/>
                  </a:lnTo>
                  <a:lnTo>
                    <a:pt x="33662" y="90065"/>
                  </a:lnTo>
                  <a:lnTo>
                    <a:pt x="33831" y="89978"/>
                  </a:lnTo>
                  <a:lnTo>
                    <a:pt x="33966" y="89956"/>
                  </a:lnTo>
                  <a:lnTo>
                    <a:pt x="33899" y="90087"/>
                  </a:lnTo>
                  <a:lnTo>
                    <a:pt x="33797" y="90218"/>
                  </a:lnTo>
                  <a:lnTo>
                    <a:pt x="33662" y="90350"/>
                  </a:lnTo>
                  <a:lnTo>
                    <a:pt x="33560" y="90481"/>
                  </a:lnTo>
                  <a:lnTo>
                    <a:pt x="33628" y="90613"/>
                  </a:lnTo>
                  <a:lnTo>
                    <a:pt x="33797" y="90722"/>
                  </a:lnTo>
                  <a:lnTo>
                    <a:pt x="34000" y="90722"/>
                  </a:lnTo>
                  <a:lnTo>
                    <a:pt x="34203" y="90678"/>
                  </a:lnTo>
                  <a:lnTo>
                    <a:pt x="34406" y="90678"/>
                  </a:lnTo>
                  <a:lnTo>
                    <a:pt x="34711" y="90744"/>
                  </a:lnTo>
                  <a:lnTo>
                    <a:pt x="34711" y="90788"/>
                  </a:lnTo>
                  <a:lnTo>
                    <a:pt x="34474" y="90854"/>
                  </a:lnTo>
                  <a:lnTo>
                    <a:pt x="33865" y="90963"/>
                  </a:lnTo>
                  <a:lnTo>
                    <a:pt x="33628" y="91051"/>
                  </a:lnTo>
                  <a:lnTo>
                    <a:pt x="33425" y="91116"/>
                  </a:lnTo>
                  <a:lnTo>
                    <a:pt x="33087" y="91116"/>
                  </a:lnTo>
                  <a:lnTo>
                    <a:pt x="32884" y="91204"/>
                  </a:lnTo>
                  <a:lnTo>
                    <a:pt x="32951" y="91379"/>
                  </a:lnTo>
                  <a:lnTo>
                    <a:pt x="33120" y="91423"/>
                  </a:lnTo>
                  <a:lnTo>
                    <a:pt x="34102" y="91554"/>
                  </a:lnTo>
                  <a:lnTo>
                    <a:pt x="34169" y="91510"/>
                  </a:lnTo>
                  <a:lnTo>
                    <a:pt x="34440" y="91445"/>
                  </a:lnTo>
                  <a:lnTo>
                    <a:pt x="34541" y="91423"/>
                  </a:lnTo>
                  <a:lnTo>
                    <a:pt x="34744" y="91445"/>
                  </a:lnTo>
                  <a:lnTo>
                    <a:pt x="34778" y="91510"/>
                  </a:lnTo>
                  <a:lnTo>
                    <a:pt x="34812" y="91620"/>
                  </a:lnTo>
                  <a:lnTo>
                    <a:pt x="34846" y="91708"/>
                  </a:lnTo>
                  <a:lnTo>
                    <a:pt x="34947" y="91729"/>
                  </a:lnTo>
                  <a:lnTo>
                    <a:pt x="35083" y="91773"/>
                  </a:lnTo>
                  <a:lnTo>
                    <a:pt x="35218" y="91773"/>
                  </a:lnTo>
                  <a:lnTo>
                    <a:pt x="35319" y="91708"/>
                  </a:lnTo>
                  <a:lnTo>
                    <a:pt x="35489" y="91642"/>
                  </a:lnTo>
                  <a:lnTo>
                    <a:pt x="36334" y="91817"/>
                  </a:lnTo>
                  <a:lnTo>
                    <a:pt x="36301" y="91861"/>
                  </a:lnTo>
                  <a:lnTo>
                    <a:pt x="36504" y="91817"/>
                  </a:lnTo>
                  <a:lnTo>
                    <a:pt x="36943" y="91576"/>
                  </a:lnTo>
                  <a:lnTo>
                    <a:pt x="37146" y="91467"/>
                  </a:lnTo>
                  <a:lnTo>
                    <a:pt x="37316" y="91467"/>
                  </a:lnTo>
                  <a:lnTo>
                    <a:pt x="37383" y="91489"/>
                  </a:lnTo>
                  <a:lnTo>
                    <a:pt x="37451" y="91467"/>
                  </a:lnTo>
                  <a:lnTo>
                    <a:pt x="37552" y="91357"/>
                  </a:lnTo>
                  <a:lnTo>
                    <a:pt x="37519" y="91291"/>
                  </a:lnTo>
                  <a:lnTo>
                    <a:pt x="37383" y="91138"/>
                  </a:lnTo>
                  <a:lnTo>
                    <a:pt x="37383" y="91051"/>
                  </a:lnTo>
                  <a:lnTo>
                    <a:pt x="37451" y="90941"/>
                  </a:lnTo>
                  <a:lnTo>
                    <a:pt x="37519" y="90832"/>
                  </a:lnTo>
                  <a:lnTo>
                    <a:pt x="37620" y="90766"/>
                  </a:lnTo>
                  <a:lnTo>
                    <a:pt x="37722" y="90722"/>
                  </a:lnTo>
                  <a:lnTo>
                    <a:pt x="37857" y="90678"/>
                  </a:lnTo>
                  <a:lnTo>
                    <a:pt x="37992" y="90635"/>
                  </a:lnTo>
                  <a:lnTo>
                    <a:pt x="38094" y="90613"/>
                  </a:lnTo>
                  <a:lnTo>
                    <a:pt x="38330" y="90678"/>
                  </a:lnTo>
                  <a:lnTo>
                    <a:pt x="38500" y="90635"/>
                  </a:lnTo>
                  <a:lnTo>
                    <a:pt x="38703" y="90569"/>
                  </a:lnTo>
                  <a:lnTo>
                    <a:pt x="38872" y="90437"/>
                  </a:lnTo>
                  <a:lnTo>
                    <a:pt x="38838" y="90372"/>
                  </a:lnTo>
                  <a:lnTo>
                    <a:pt x="38736" y="90262"/>
                  </a:lnTo>
                  <a:lnTo>
                    <a:pt x="38703" y="90175"/>
                  </a:lnTo>
                  <a:lnTo>
                    <a:pt x="38703" y="89759"/>
                  </a:lnTo>
                  <a:lnTo>
                    <a:pt x="38736" y="89386"/>
                  </a:lnTo>
                  <a:lnTo>
                    <a:pt x="38770" y="89233"/>
                  </a:lnTo>
                  <a:lnTo>
                    <a:pt x="38872" y="89058"/>
                  </a:lnTo>
                  <a:lnTo>
                    <a:pt x="39176" y="89408"/>
                  </a:lnTo>
                  <a:lnTo>
                    <a:pt x="39210" y="89540"/>
                  </a:lnTo>
                  <a:lnTo>
                    <a:pt x="39142" y="90043"/>
                  </a:lnTo>
                  <a:lnTo>
                    <a:pt x="39142" y="90197"/>
                  </a:lnTo>
                  <a:lnTo>
                    <a:pt x="39176" y="90262"/>
                  </a:lnTo>
                  <a:lnTo>
                    <a:pt x="39176" y="90350"/>
                  </a:lnTo>
                  <a:lnTo>
                    <a:pt x="39176" y="90416"/>
                  </a:lnTo>
                  <a:lnTo>
                    <a:pt x="39142" y="90525"/>
                  </a:lnTo>
                  <a:lnTo>
                    <a:pt x="39041" y="90591"/>
                  </a:lnTo>
                  <a:lnTo>
                    <a:pt x="38973" y="90613"/>
                  </a:lnTo>
                  <a:lnTo>
                    <a:pt x="38872" y="90635"/>
                  </a:lnTo>
                  <a:lnTo>
                    <a:pt x="38804" y="90678"/>
                  </a:lnTo>
                  <a:lnTo>
                    <a:pt x="38669" y="90832"/>
                  </a:lnTo>
                  <a:lnTo>
                    <a:pt x="38533" y="90941"/>
                  </a:lnTo>
                  <a:lnTo>
                    <a:pt x="38432" y="90985"/>
                  </a:lnTo>
                  <a:lnTo>
                    <a:pt x="37958" y="90897"/>
                  </a:lnTo>
                  <a:lnTo>
                    <a:pt x="37789" y="90941"/>
                  </a:lnTo>
                  <a:lnTo>
                    <a:pt x="37688" y="91051"/>
                  </a:lnTo>
                  <a:lnTo>
                    <a:pt x="37688" y="91226"/>
                  </a:lnTo>
                  <a:lnTo>
                    <a:pt x="37755" y="91401"/>
                  </a:lnTo>
                  <a:lnTo>
                    <a:pt x="37755" y="91554"/>
                  </a:lnTo>
                  <a:lnTo>
                    <a:pt x="37552" y="91708"/>
                  </a:lnTo>
                  <a:lnTo>
                    <a:pt x="37451" y="91729"/>
                  </a:lnTo>
                  <a:lnTo>
                    <a:pt x="37214" y="91729"/>
                  </a:lnTo>
                  <a:lnTo>
                    <a:pt x="37113" y="91773"/>
                  </a:lnTo>
                  <a:lnTo>
                    <a:pt x="37045" y="91795"/>
                  </a:lnTo>
                  <a:lnTo>
                    <a:pt x="36977" y="91839"/>
                  </a:lnTo>
                  <a:lnTo>
                    <a:pt x="36707" y="92102"/>
                  </a:lnTo>
                  <a:lnTo>
                    <a:pt x="36639" y="92145"/>
                  </a:lnTo>
                  <a:lnTo>
                    <a:pt x="36537" y="92145"/>
                  </a:lnTo>
                  <a:lnTo>
                    <a:pt x="36470" y="92124"/>
                  </a:lnTo>
                  <a:lnTo>
                    <a:pt x="36402" y="92058"/>
                  </a:lnTo>
                  <a:lnTo>
                    <a:pt x="36334" y="92036"/>
                  </a:lnTo>
                  <a:lnTo>
                    <a:pt x="35725" y="91992"/>
                  </a:lnTo>
                  <a:lnTo>
                    <a:pt x="35015" y="92014"/>
                  </a:lnTo>
                  <a:lnTo>
                    <a:pt x="34812" y="91992"/>
                  </a:lnTo>
                  <a:lnTo>
                    <a:pt x="34305" y="91729"/>
                  </a:lnTo>
                  <a:lnTo>
                    <a:pt x="34068" y="91708"/>
                  </a:lnTo>
                  <a:lnTo>
                    <a:pt x="33493" y="91729"/>
                  </a:lnTo>
                  <a:lnTo>
                    <a:pt x="32748" y="91598"/>
                  </a:lnTo>
                  <a:lnTo>
                    <a:pt x="32511" y="91598"/>
                  </a:lnTo>
                  <a:lnTo>
                    <a:pt x="32342" y="91620"/>
                  </a:lnTo>
                  <a:lnTo>
                    <a:pt x="32241" y="91642"/>
                  </a:lnTo>
                  <a:lnTo>
                    <a:pt x="32308" y="91664"/>
                  </a:lnTo>
                  <a:lnTo>
                    <a:pt x="32342" y="91686"/>
                  </a:lnTo>
                  <a:lnTo>
                    <a:pt x="32342" y="91861"/>
                  </a:lnTo>
                  <a:lnTo>
                    <a:pt x="32376" y="91905"/>
                  </a:lnTo>
                  <a:lnTo>
                    <a:pt x="32985" y="92036"/>
                  </a:lnTo>
                  <a:lnTo>
                    <a:pt x="33188" y="92036"/>
                  </a:lnTo>
                  <a:lnTo>
                    <a:pt x="33797" y="91992"/>
                  </a:lnTo>
                  <a:lnTo>
                    <a:pt x="34034" y="92014"/>
                  </a:lnTo>
                  <a:lnTo>
                    <a:pt x="34440" y="91992"/>
                  </a:lnTo>
                  <a:lnTo>
                    <a:pt x="34643" y="92014"/>
                  </a:lnTo>
                  <a:lnTo>
                    <a:pt x="34744" y="92145"/>
                  </a:lnTo>
                  <a:lnTo>
                    <a:pt x="34541" y="92211"/>
                  </a:lnTo>
                  <a:lnTo>
                    <a:pt x="34372" y="92233"/>
                  </a:lnTo>
                  <a:lnTo>
                    <a:pt x="33729" y="92145"/>
                  </a:lnTo>
                  <a:lnTo>
                    <a:pt x="33493" y="92233"/>
                  </a:lnTo>
                  <a:lnTo>
                    <a:pt x="33459" y="92211"/>
                  </a:lnTo>
                  <a:lnTo>
                    <a:pt x="33425" y="92145"/>
                  </a:lnTo>
                  <a:lnTo>
                    <a:pt x="33391" y="92124"/>
                  </a:lnTo>
                  <a:lnTo>
                    <a:pt x="33323" y="92124"/>
                  </a:lnTo>
                  <a:lnTo>
                    <a:pt x="33087" y="92167"/>
                  </a:lnTo>
                  <a:lnTo>
                    <a:pt x="32816" y="92145"/>
                  </a:lnTo>
                  <a:lnTo>
                    <a:pt x="32748" y="92167"/>
                  </a:lnTo>
                  <a:lnTo>
                    <a:pt x="32681" y="92255"/>
                  </a:lnTo>
                  <a:lnTo>
                    <a:pt x="32579" y="92364"/>
                  </a:lnTo>
                  <a:lnTo>
                    <a:pt x="32511" y="92583"/>
                  </a:lnTo>
                  <a:lnTo>
                    <a:pt x="32376" y="92386"/>
                  </a:lnTo>
                  <a:lnTo>
                    <a:pt x="32241" y="92321"/>
                  </a:lnTo>
                  <a:lnTo>
                    <a:pt x="32139" y="92343"/>
                  </a:lnTo>
                  <a:lnTo>
                    <a:pt x="32004" y="92386"/>
                  </a:lnTo>
                  <a:lnTo>
                    <a:pt x="31835" y="92386"/>
                  </a:lnTo>
                  <a:lnTo>
                    <a:pt x="31767" y="92430"/>
                  </a:lnTo>
                  <a:lnTo>
                    <a:pt x="31869" y="92540"/>
                  </a:lnTo>
                  <a:lnTo>
                    <a:pt x="32004" y="92649"/>
                  </a:lnTo>
                  <a:lnTo>
                    <a:pt x="32748" y="92912"/>
                  </a:lnTo>
                  <a:lnTo>
                    <a:pt x="32884" y="92912"/>
                  </a:lnTo>
                  <a:lnTo>
                    <a:pt x="33087" y="92890"/>
                  </a:lnTo>
                  <a:lnTo>
                    <a:pt x="33222" y="93109"/>
                  </a:lnTo>
                  <a:lnTo>
                    <a:pt x="33560" y="93240"/>
                  </a:lnTo>
                  <a:lnTo>
                    <a:pt x="33966" y="93306"/>
                  </a:lnTo>
                  <a:lnTo>
                    <a:pt x="34744" y="93240"/>
                  </a:lnTo>
                  <a:lnTo>
                    <a:pt x="34812" y="93218"/>
                  </a:lnTo>
                  <a:lnTo>
                    <a:pt x="34981" y="93131"/>
                  </a:lnTo>
                  <a:lnTo>
                    <a:pt x="35049" y="93109"/>
                  </a:lnTo>
                  <a:lnTo>
                    <a:pt x="35218" y="93109"/>
                  </a:lnTo>
                  <a:lnTo>
                    <a:pt x="35421" y="93153"/>
                  </a:lnTo>
                  <a:lnTo>
                    <a:pt x="35725" y="93306"/>
                  </a:lnTo>
                  <a:lnTo>
                    <a:pt x="35556" y="93372"/>
                  </a:lnTo>
                  <a:lnTo>
                    <a:pt x="35319" y="93350"/>
                  </a:lnTo>
                  <a:lnTo>
                    <a:pt x="35184" y="93416"/>
                  </a:lnTo>
                  <a:lnTo>
                    <a:pt x="35353" y="93503"/>
                  </a:lnTo>
                  <a:lnTo>
                    <a:pt x="35556" y="93897"/>
                  </a:lnTo>
                  <a:lnTo>
                    <a:pt x="35624" y="93963"/>
                  </a:lnTo>
                  <a:lnTo>
                    <a:pt x="35658" y="94007"/>
                  </a:lnTo>
                  <a:lnTo>
                    <a:pt x="35895" y="94029"/>
                  </a:lnTo>
                  <a:lnTo>
                    <a:pt x="36030" y="94029"/>
                  </a:lnTo>
                  <a:lnTo>
                    <a:pt x="36131" y="94007"/>
                  </a:lnTo>
                  <a:lnTo>
                    <a:pt x="36199" y="93963"/>
                  </a:lnTo>
                  <a:lnTo>
                    <a:pt x="36402" y="93875"/>
                  </a:lnTo>
                  <a:lnTo>
                    <a:pt x="36470" y="93832"/>
                  </a:lnTo>
                  <a:lnTo>
                    <a:pt x="36537" y="93722"/>
                  </a:lnTo>
                  <a:lnTo>
                    <a:pt x="36537" y="93656"/>
                  </a:lnTo>
                  <a:lnTo>
                    <a:pt x="36537" y="93569"/>
                  </a:lnTo>
                  <a:lnTo>
                    <a:pt x="36605" y="93503"/>
                  </a:lnTo>
                  <a:lnTo>
                    <a:pt x="36876" y="93437"/>
                  </a:lnTo>
                  <a:lnTo>
                    <a:pt x="37045" y="93328"/>
                  </a:lnTo>
                  <a:lnTo>
                    <a:pt x="37146" y="93175"/>
                  </a:lnTo>
                  <a:lnTo>
                    <a:pt x="37316" y="93087"/>
                  </a:lnTo>
                  <a:lnTo>
                    <a:pt x="37316" y="92912"/>
                  </a:lnTo>
                  <a:lnTo>
                    <a:pt x="37451" y="92693"/>
                  </a:lnTo>
                  <a:lnTo>
                    <a:pt x="37654" y="92496"/>
                  </a:lnTo>
                  <a:lnTo>
                    <a:pt x="37857" y="92452"/>
                  </a:lnTo>
                  <a:lnTo>
                    <a:pt x="38127" y="92430"/>
                  </a:lnTo>
                  <a:lnTo>
                    <a:pt x="38398" y="92321"/>
                  </a:lnTo>
                  <a:lnTo>
                    <a:pt x="38635" y="92255"/>
                  </a:lnTo>
                  <a:lnTo>
                    <a:pt x="38804" y="92343"/>
                  </a:lnTo>
                  <a:lnTo>
                    <a:pt x="38703" y="92386"/>
                  </a:lnTo>
                  <a:lnTo>
                    <a:pt x="38601" y="92496"/>
                  </a:lnTo>
                  <a:lnTo>
                    <a:pt x="38466" y="92518"/>
                  </a:lnTo>
                  <a:lnTo>
                    <a:pt x="38398" y="92540"/>
                  </a:lnTo>
                  <a:lnTo>
                    <a:pt x="38161" y="92562"/>
                  </a:lnTo>
                  <a:lnTo>
                    <a:pt x="38026" y="92627"/>
                  </a:lnTo>
                  <a:lnTo>
                    <a:pt x="37857" y="92693"/>
                  </a:lnTo>
                  <a:lnTo>
                    <a:pt x="37755" y="92781"/>
                  </a:lnTo>
                  <a:lnTo>
                    <a:pt x="37620" y="92912"/>
                  </a:lnTo>
                  <a:lnTo>
                    <a:pt x="37451" y="93109"/>
                  </a:lnTo>
                  <a:lnTo>
                    <a:pt x="37417" y="93175"/>
                  </a:lnTo>
                  <a:lnTo>
                    <a:pt x="37417" y="93328"/>
                  </a:lnTo>
                  <a:lnTo>
                    <a:pt x="37417" y="93394"/>
                  </a:lnTo>
                  <a:lnTo>
                    <a:pt x="37349" y="93503"/>
                  </a:lnTo>
                  <a:lnTo>
                    <a:pt x="37113" y="93744"/>
                  </a:lnTo>
                  <a:lnTo>
                    <a:pt x="37011" y="93810"/>
                  </a:lnTo>
                  <a:lnTo>
                    <a:pt x="36876" y="93854"/>
                  </a:lnTo>
                  <a:lnTo>
                    <a:pt x="36774" y="93897"/>
                  </a:lnTo>
                  <a:lnTo>
                    <a:pt x="36707" y="93963"/>
                  </a:lnTo>
                  <a:lnTo>
                    <a:pt x="36774" y="94051"/>
                  </a:lnTo>
                  <a:lnTo>
                    <a:pt x="36876" y="94116"/>
                  </a:lnTo>
                  <a:lnTo>
                    <a:pt x="37079" y="94160"/>
                  </a:lnTo>
                  <a:lnTo>
                    <a:pt x="37755" y="94226"/>
                  </a:lnTo>
                  <a:lnTo>
                    <a:pt x="37891" y="94204"/>
                  </a:lnTo>
                  <a:lnTo>
                    <a:pt x="38094" y="94116"/>
                  </a:lnTo>
                  <a:lnTo>
                    <a:pt x="38161" y="94051"/>
                  </a:lnTo>
                  <a:lnTo>
                    <a:pt x="38297" y="93963"/>
                  </a:lnTo>
                  <a:lnTo>
                    <a:pt x="38364" y="93832"/>
                  </a:lnTo>
                  <a:lnTo>
                    <a:pt x="38364" y="93788"/>
                  </a:lnTo>
                  <a:lnTo>
                    <a:pt x="38635" y="93766"/>
                  </a:lnTo>
                  <a:lnTo>
                    <a:pt x="38601" y="93941"/>
                  </a:lnTo>
                  <a:lnTo>
                    <a:pt x="38500" y="94182"/>
                  </a:lnTo>
                  <a:lnTo>
                    <a:pt x="38533" y="94313"/>
                  </a:lnTo>
                  <a:lnTo>
                    <a:pt x="38669" y="94379"/>
                  </a:lnTo>
                  <a:lnTo>
                    <a:pt x="38669" y="94423"/>
                  </a:lnTo>
                  <a:lnTo>
                    <a:pt x="38736" y="94423"/>
                  </a:lnTo>
                  <a:lnTo>
                    <a:pt x="38838" y="94379"/>
                  </a:lnTo>
                  <a:lnTo>
                    <a:pt x="39075" y="94248"/>
                  </a:lnTo>
                  <a:lnTo>
                    <a:pt x="39176" y="94204"/>
                  </a:lnTo>
                  <a:lnTo>
                    <a:pt x="39278" y="94226"/>
                  </a:lnTo>
                  <a:lnTo>
                    <a:pt x="39278" y="94291"/>
                  </a:lnTo>
                  <a:lnTo>
                    <a:pt x="39210" y="94357"/>
                  </a:lnTo>
                  <a:lnTo>
                    <a:pt x="39142" y="94401"/>
                  </a:lnTo>
                  <a:lnTo>
                    <a:pt x="39109" y="94467"/>
                  </a:lnTo>
                  <a:lnTo>
                    <a:pt x="39109" y="94510"/>
                  </a:lnTo>
                  <a:lnTo>
                    <a:pt x="39176" y="94642"/>
                  </a:lnTo>
                  <a:lnTo>
                    <a:pt x="39210" y="94883"/>
                  </a:lnTo>
                  <a:lnTo>
                    <a:pt x="39278" y="94927"/>
                  </a:lnTo>
                  <a:lnTo>
                    <a:pt x="39413" y="94970"/>
                  </a:lnTo>
                  <a:lnTo>
                    <a:pt x="39616" y="94970"/>
                  </a:lnTo>
                  <a:lnTo>
                    <a:pt x="39853" y="94927"/>
                  </a:lnTo>
                  <a:lnTo>
                    <a:pt x="40022" y="94817"/>
                  </a:lnTo>
                  <a:lnTo>
                    <a:pt x="40022" y="94664"/>
                  </a:lnTo>
                  <a:lnTo>
                    <a:pt x="40293" y="94489"/>
                  </a:lnTo>
                  <a:lnTo>
                    <a:pt x="40868" y="94357"/>
                  </a:lnTo>
                  <a:lnTo>
                    <a:pt x="41071" y="94160"/>
                  </a:lnTo>
                  <a:lnTo>
                    <a:pt x="41646" y="94007"/>
                  </a:lnTo>
                  <a:lnTo>
                    <a:pt x="41714" y="93963"/>
                  </a:lnTo>
                  <a:lnTo>
                    <a:pt x="41747" y="93941"/>
                  </a:lnTo>
                  <a:lnTo>
                    <a:pt x="41781" y="93941"/>
                  </a:lnTo>
                  <a:lnTo>
                    <a:pt x="41781" y="93963"/>
                  </a:lnTo>
                  <a:lnTo>
                    <a:pt x="41781" y="93985"/>
                  </a:lnTo>
                  <a:lnTo>
                    <a:pt x="41781" y="94007"/>
                  </a:lnTo>
                  <a:lnTo>
                    <a:pt x="41849" y="94007"/>
                  </a:lnTo>
                  <a:lnTo>
                    <a:pt x="41950" y="93985"/>
                  </a:lnTo>
                  <a:lnTo>
                    <a:pt x="42255" y="93832"/>
                  </a:lnTo>
                  <a:lnTo>
                    <a:pt x="42255" y="93766"/>
                  </a:lnTo>
                  <a:lnTo>
                    <a:pt x="42187" y="93678"/>
                  </a:lnTo>
                  <a:lnTo>
                    <a:pt x="42255" y="93569"/>
                  </a:lnTo>
                  <a:lnTo>
                    <a:pt x="42289" y="93459"/>
                  </a:lnTo>
                  <a:lnTo>
                    <a:pt x="42492" y="93218"/>
                  </a:lnTo>
                  <a:lnTo>
                    <a:pt x="42729" y="93021"/>
                  </a:lnTo>
                  <a:lnTo>
                    <a:pt x="42695" y="92912"/>
                  </a:lnTo>
                  <a:lnTo>
                    <a:pt x="42627" y="92802"/>
                  </a:lnTo>
                  <a:lnTo>
                    <a:pt x="42458" y="92737"/>
                  </a:lnTo>
                  <a:lnTo>
                    <a:pt x="42458" y="92715"/>
                  </a:lnTo>
                  <a:lnTo>
                    <a:pt x="42593" y="92518"/>
                  </a:lnTo>
                  <a:lnTo>
                    <a:pt x="42526" y="92452"/>
                  </a:lnTo>
                  <a:lnTo>
                    <a:pt x="42492" y="92386"/>
                  </a:lnTo>
                  <a:lnTo>
                    <a:pt x="42390" y="92321"/>
                  </a:lnTo>
                  <a:lnTo>
                    <a:pt x="42526" y="92255"/>
                  </a:lnTo>
                  <a:lnTo>
                    <a:pt x="42830" y="92211"/>
                  </a:lnTo>
                  <a:lnTo>
                    <a:pt x="43033" y="92167"/>
                  </a:lnTo>
                  <a:lnTo>
                    <a:pt x="43473" y="91927"/>
                  </a:lnTo>
                  <a:lnTo>
                    <a:pt x="43541" y="91861"/>
                  </a:lnTo>
                  <a:lnTo>
                    <a:pt x="43676" y="91686"/>
                  </a:lnTo>
                  <a:lnTo>
                    <a:pt x="43777" y="91620"/>
                  </a:lnTo>
                  <a:lnTo>
                    <a:pt x="43845" y="91620"/>
                  </a:lnTo>
                  <a:lnTo>
                    <a:pt x="44014" y="91642"/>
                  </a:lnTo>
                  <a:lnTo>
                    <a:pt x="44116" y="91686"/>
                  </a:lnTo>
                  <a:lnTo>
                    <a:pt x="44116" y="91817"/>
                  </a:lnTo>
                  <a:lnTo>
                    <a:pt x="44116" y="92058"/>
                  </a:lnTo>
                  <a:lnTo>
                    <a:pt x="43946" y="92058"/>
                  </a:lnTo>
                  <a:lnTo>
                    <a:pt x="43777" y="92124"/>
                  </a:lnTo>
                  <a:lnTo>
                    <a:pt x="43473" y="92299"/>
                  </a:lnTo>
                  <a:lnTo>
                    <a:pt x="43371" y="92343"/>
                  </a:lnTo>
                  <a:lnTo>
                    <a:pt x="43135" y="92386"/>
                  </a:lnTo>
                  <a:lnTo>
                    <a:pt x="42932" y="92540"/>
                  </a:lnTo>
                  <a:lnTo>
                    <a:pt x="42864" y="92562"/>
                  </a:lnTo>
                  <a:lnTo>
                    <a:pt x="42830" y="92649"/>
                  </a:lnTo>
                  <a:lnTo>
                    <a:pt x="42830" y="92693"/>
                  </a:lnTo>
                  <a:lnTo>
                    <a:pt x="42864" y="92737"/>
                  </a:lnTo>
                  <a:lnTo>
                    <a:pt x="43270" y="92978"/>
                  </a:lnTo>
                  <a:lnTo>
                    <a:pt x="43270" y="93153"/>
                  </a:lnTo>
                  <a:lnTo>
                    <a:pt x="43168" y="93240"/>
                  </a:lnTo>
                  <a:lnTo>
                    <a:pt x="42830" y="93416"/>
                  </a:lnTo>
                  <a:lnTo>
                    <a:pt x="42729" y="93569"/>
                  </a:lnTo>
                  <a:lnTo>
                    <a:pt x="42526" y="93875"/>
                  </a:lnTo>
                  <a:lnTo>
                    <a:pt x="42424" y="93985"/>
                  </a:lnTo>
                  <a:lnTo>
                    <a:pt x="42390" y="94029"/>
                  </a:lnTo>
                  <a:lnTo>
                    <a:pt x="42356" y="94182"/>
                  </a:lnTo>
                  <a:lnTo>
                    <a:pt x="42323" y="94226"/>
                  </a:lnTo>
                  <a:lnTo>
                    <a:pt x="42289" y="94270"/>
                  </a:lnTo>
                  <a:lnTo>
                    <a:pt x="42120" y="94379"/>
                  </a:lnTo>
                  <a:lnTo>
                    <a:pt x="42052" y="94401"/>
                  </a:lnTo>
                  <a:lnTo>
                    <a:pt x="41680" y="94401"/>
                  </a:lnTo>
                  <a:lnTo>
                    <a:pt x="41511" y="94445"/>
                  </a:lnTo>
                  <a:lnTo>
                    <a:pt x="41375" y="94642"/>
                  </a:lnTo>
                  <a:lnTo>
                    <a:pt x="41274" y="94686"/>
                  </a:lnTo>
                  <a:lnTo>
                    <a:pt x="40699" y="94686"/>
                  </a:lnTo>
                  <a:lnTo>
                    <a:pt x="40597" y="94708"/>
                  </a:lnTo>
                  <a:lnTo>
                    <a:pt x="40530" y="94729"/>
                  </a:lnTo>
                  <a:lnTo>
                    <a:pt x="40462" y="94795"/>
                  </a:lnTo>
                  <a:lnTo>
                    <a:pt x="40360" y="94948"/>
                  </a:lnTo>
                  <a:lnTo>
                    <a:pt x="40293" y="95036"/>
                  </a:lnTo>
                  <a:lnTo>
                    <a:pt x="40259" y="95124"/>
                  </a:lnTo>
                  <a:lnTo>
                    <a:pt x="40259" y="95189"/>
                  </a:lnTo>
                  <a:lnTo>
                    <a:pt x="40191" y="95233"/>
                  </a:lnTo>
                  <a:lnTo>
                    <a:pt x="40090" y="95496"/>
                  </a:lnTo>
                  <a:lnTo>
                    <a:pt x="40022" y="95540"/>
                  </a:lnTo>
                  <a:lnTo>
                    <a:pt x="39954" y="95540"/>
                  </a:lnTo>
                  <a:lnTo>
                    <a:pt x="39853" y="95540"/>
                  </a:lnTo>
                  <a:lnTo>
                    <a:pt x="39785" y="95627"/>
                  </a:lnTo>
                  <a:lnTo>
                    <a:pt x="39751" y="95846"/>
                  </a:lnTo>
                  <a:lnTo>
                    <a:pt x="39887" y="95846"/>
                  </a:lnTo>
                  <a:lnTo>
                    <a:pt x="40124" y="95781"/>
                  </a:lnTo>
                  <a:lnTo>
                    <a:pt x="40496" y="95715"/>
                  </a:lnTo>
                  <a:lnTo>
                    <a:pt x="40665" y="95540"/>
                  </a:lnTo>
                  <a:lnTo>
                    <a:pt x="40699" y="95321"/>
                  </a:lnTo>
                  <a:lnTo>
                    <a:pt x="40699" y="95145"/>
                  </a:lnTo>
                  <a:lnTo>
                    <a:pt x="40834" y="95233"/>
                  </a:lnTo>
                  <a:lnTo>
                    <a:pt x="40936" y="95364"/>
                  </a:lnTo>
                  <a:lnTo>
                    <a:pt x="40969" y="95540"/>
                  </a:lnTo>
                  <a:lnTo>
                    <a:pt x="40936" y="95715"/>
                  </a:lnTo>
                  <a:lnTo>
                    <a:pt x="40834" y="95802"/>
                  </a:lnTo>
                  <a:lnTo>
                    <a:pt x="40733" y="95846"/>
                  </a:lnTo>
                  <a:lnTo>
                    <a:pt x="40665" y="95934"/>
                  </a:lnTo>
                  <a:lnTo>
                    <a:pt x="40699" y="96021"/>
                  </a:lnTo>
                  <a:lnTo>
                    <a:pt x="40766" y="96087"/>
                  </a:lnTo>
                  <a:lnTo>
                    <a:pt x="41105" y="96131"/>
                  </a:lnTo>
                  <a:lnTo>
                    <a:pt x="41274" y="96175"/>
                  </a:lnTo>
                  <a:lnTo>
                    <a:pt x="41409" y="96240"/>
                  </a:lnTo>
                  <a:lnTo>
                    <a:pt x="41544" y="96306"/>
                  </a:lnTo>
                  <a:lnTo>
                    <a:pt x="41747" y="96306"/>
                  </a:lnTo>
                  <a:lnTo>
                    <a:pt x="42289" y="96175"/>
                  </a:lnTo>
                  <a:lnTo>
                    <a:pt x="42390" y="96131"/>
                  </a:lnTo>
                  <a:lnTo>
                    <a:pt x="42492" y="96043"/>
                  </a:lnTo>
                  <a:lnTo>
                    <a:pt x="42864" y="95890"/>
                  </a:lnTo>
                  <a:lnTo>
                    <a:pt x="43033" y="95737"/>
                  </a:lnTo>
                  <a:lnTo>
                    <a:pt x="43168" y="95693"/>
                  </a:lnTo>
                  <a:lnTo>
                    <a:pt x="43744" y="95846"/>
                  </a:lnTo>
                  <a:lnTo>
                    <a:pt x="44420" y="95890"/>
                  </a:lnTo>
                  <a:lnTo>
                    <a:pt x="45131" y="95802"/>
                  </a:lnTo>
                  <a:lnTo>
                    <a:pt x="45570" y="95627"/>
                  </a:lnTo>
                  <a:lnTo>
                    <a:pt x="45773" y="95583"/>
                  </a:lnTo>
                  <a:lnTo>
                    <a:pt x="45807" y="95693"/>
                  </a:lnTo>
                  <a:lnTo>
                    <a:pt x="45706" y="95759"/>
                  </a:lnTo>
                  <a:lnTo>
                    <a:pt x="45131" y="95978"/>
                  </a:lnTo>
                  <a:lnTo>
                    <a:pt x="44995" y="96021"/>
                  </a:lnTo>
                  <a:lnTo>
                    <a:pt x="44589" y="96043"/>
                  </a:lnTo>
                  <a:lnTo>
                    <a:pt x="44420" y="96043"/>
                  </a:lnTo>
                  <a:lnTo>
                    <a:pt x="44319" y="96043"/>
                  </a:lnTo>
                  <a:lnTo>
                    <a:pt x="44149" y="96153"/>
                  </a:lnTo>
                  <a:lnTo>
                    <a:pt x="44048" y="96153"/>
                  </a:lnTo>
                  <a:lnTo>
                    <a:pt x="43980" y="96153"/>
                  </a:lnTo>
                  <a:lnTo>
                    <a:pt x="43777" y="96021"/>
                  </a:lnTo>
                  <a:lnTo>
                    <a:pt x="43608" y="96000"/>
                  </a:lnTo>
                  <a:lnTo>
                    <a:pt x="43338" y="95978"/>
                  </a:lnTo>
                  <a:lnTo>
                    <a:pt x="43101" y="96000"/>
                  </a:lnTo>
                  <a:lnTo>
                    <a:pt x="42965" y="96131"/>
                  </a:lnTo>
                  <a:lnTo>
                    <a:pt x="42864" y="96218"/>
                  </a:lnTo>
                  <a:lnTo>
                    <a:pt x="42830" y="96262"/>
                  </a:lnTo>
                  <a:lnTo>
                    <a:pt x="42593" y="96372"/>
                  </a:lnTo>
                  <a:lnTo>
                    <a:pt x="42492" y="96372"/>
                  </a:lnTo>
                  <a:lnTo>
                    <a:pt x="42458" y="96394"/>
                  </a:lnTo>
                  <a:lnTo>
                    <a:pt x="42492" y="96459"/>
                  </a:lnTo>
                  <a:lnTo>
                    <a:pt x="42593" y="96569"/>
                  </a:lnTo>
                  <a:lnTo>
                    <a:pt x="42729" y="96656"/>
                  </a:lnTo>
                  <a:lnTo>
                    <a:pt x="42864" y="96788"/>
                  </a:lnTo>
                  <a:lnTo>
                    <a:pt x="42864" y="96919"/>
                  </a:lnTo>
                  <a:lnTo>
                    <a:pt x="42830" y="97029"/>
                  </a:lnTo>
                  <a:lnTo>
                    <a:pt x="42932" y="97182"/>
                  </a:lnTo>
                  <a:lnTo>
                    <a:pt x="42932" y="97248"/>
                  </a:lnTo>
                  <a:lnTo>
                    <a:pt x="42864" y="97291"/>
                  </a:lnTo>
                  <a:lnTo>
                    <a:pt x="42661" y="97489"/>
                  </a:lnTo>
                  <a:lnTo>
                    <a:pt x="42627" y="97620"/>
                  </a:lnTo>
                  <a:lnTo>
                    <a:pt x="42458" y="97751"/>
                  </a:lnTo>
                  <a:lnTo>
                    <a:pt x="42255" y="97861"/>
                  </a:lnTo>
                  <a:lnTo>
                    <a:pt x="42052" y="97883"/>
                  </a:lnTo>
                  <a:lnTo>
                    <a:pt x="42018" y="97992"/>
                  </a:lnTo>
                  <a:lnTo>
                    <a:pt x="41917" y="98058"/>
                  </a:lnTo>
                  <a:lnTo>
                    <a:pt x="41747" y="98080"/>
                  </a:lnTo>
                  <a:lnTo>
                    <a:pt x="41646" y="98124"/>
                  </a:lnTo>
                  <a:lnTo>
                    <a:pt x="41781" y="98299"/>
                  </a:lnTo>
                  <a:lnTo>
                    <a:pt x="41781" y="98343"/>
                  </a:lnTo>
                  <a:lnTo>
                    <a:pt x="41747" y="98408"/>
                  </a:lnTo>
                  <a:lnTo>
                    <a:pt x="41680" y="98496"/>
                  </a:lnTo>
                  <a:lnTo>
                    <a:pt x="41612" y="98562"/>
                  </a:lnTo>
                  <a:lnTo>
                    <a:pt x="41511" y="98562"/>
                  </a:lnTo>
                  <a:lnTo>
                    <a:pt x="41375" y="98605"/>
                  </a:lnTo>
                  <a:lnTo>
                    <a:pt x="41341" y="98737"/>
                  </a:lnTo>
                  <a:lnTo>
                    <a:pt x="41341" y="99043"/>
                  </a:lnTo>
                  <a:lnTo>
                    <a:pt x="41206" y="98956"/>
                  </a:lnTo>
                  <a:lnTo>
                    <a:pt x="41071" y="98627"/>
                  </a:lnTo>
                  <a:lnTo>
                    <a:pt x="40936" y="98562"/>
                  </a:lnTo>
                  <a:lnTo>
                    <a:pt x="40834" y="98474"/>
                  </a:lnTo>
                  <a:lnTo>
                    <a:pt x="40766" y="98299"/>
                  </a:lnTo>
                  <a:lnTo>
                    <a:pt x="40665" y="98189"/>
                  </a:lnTo>
                  <a:lnTo>
                    <a:pt x="40496" y="98299"/>
                  </a:lnTo>
                  <a:lnTo>
                    <a:pt x="40496" y="98408"/>
                  </a:lnTo>
                  <a:lnTo>
                    <a:pt x="40699" y="99000"/>
                  </a:lnTo>
                  <a:lnTo>
                    <a:pt x="40834" y="99218"/>
                  </a:lnTo>
                  <a:lnTo>
                    <a:pt x="41138" y="99503"/>
                  </a:lnTo>
                  <a:lnTo>
                    <a:pt x="41274" y="99569"/>
                  </a:lnTo>
                  <a:lnTo>
                    <a:pt x="41341" y="99613"/>
                  </a:lnTo>
                  <a:lnTo>
                    <a:pt x="41375" y="99788"/>
                  </a:lnTo>
                  <a:lnTo>
                    <a:pt x="41409" y="99832"/>
                  </a:lnTo>
                  <a:lnTo>
                    <a:pt x="41511" y="99875"/>
                  </a:lnTo>
                  <a:lnTo>
                    <a:pt x="41680" y="100007"/>
                  </a:lnTo>
                  <a:lnTo>
                    <a:pt x="41917" y="100357"/>
                  </a:lnTo>
                  <a:lnTo>
                    <a:pt x="41917" y="100445"/>
                  </a:lnTo>
                  <a:lnTo>
                    <a:pt x="41815" y="100598"/>
                  </a:lnTo>
                  <a:lnTo>
                    <a:pt x="41815" y="100686"/>
                  </a:lnTo>
                  <a:lnTo>
                    <a:pt x="41849" y="100751"/>
                  </a:lnTo>
                  <a:lnTo>
                    <a:pt x="42086" y="100883"/>
                  </a:lnTo>
                  <a:lnTo>
                    <a:pt x="42356" y="101102"/>
                  </a:lnTo>
                  <a:lnTo>
                    <a:pt x="42526" y="101167"/>
                  </a:lnTo>
                  <a:lnTo>
                    <a:pt x="42965" y="101189"/>
                  </a:lnTo>
                  <a:lnTo>
                    <a:pt x="43135" y="101211"/>
                  </a:lnTo>
                  <a:lnTo>
                    <a:pt x="43270" y="101430"/>
                  </a:lnTo>
                  <a:lnTo>
                    <a:pt x="43371" y="101518"/>
                  </a:lnTo>
                  <a:lnTo>
                    <a:pt x="43507" y="101496"/>
                  </a:lnTo>
                  <a:lnTo>
                    <a:pt x="43541" y="101321"/>
                  </a:lnTo>
                  <a:lnTo>
                    <a:pt x="43744" y="101299"/>
                  </a:lnTo>
                  <a:lnTo>
                    <a:pt x="44352" y="101408"/>
                  </a:lnTo>
                  <a:lnTo>
                    <a:pt x="44522" y="101430"/>
                  </a:lnTo>
                  <a:lnTo>
                    <a:pt x="44928" y="101386"/>
                  </a:lnTo>
                  <a:lnTo>
                    <a:pt x="45097" y="101343"/>
                  </a:lnTo>
                  <a:lnTo>
                    <a:pt x="45097" y="101233"/>
                  </a:lnTo>
                  <a:lnTo>
                    <a:pt x="45164" y="101167"/>
                  </a:lnTo>
                  <a:lnTo>
                    <a:pt x="45300" y="101167"/>
                  </a:lnTo>
                  <a:lnTo>
                    <a:pt x="45401" y="101167"/>
                  </a:lnTo>
                  <a:lnTo>
                    <a:pt x="45469" y="101145"/>
                  </a:lnTo>
                  <a:lnTo>
                    <a:pt x="45503" y="101036"/>
                  </a:lnTo>
                  <a:lnTo>
                    <a:pt x="45435" y="100948"/>
                  </a:lnTo>
                  <a:lnTo>
                    <a:pt x="45401" y="100905"/>
                  </a:lnTo>
                  <a:lnTo>
                    <a:pt x="45807" y="100554"/>
                  </a:lnTo>
                  <a:lnTo>
                    <a:pt x="45909" y="100532"/>
                  </a:lnTo>
                  <a:lnTo>
                    <a:pt x="45976" y="100576"/>
                  </a:lnTo>
                  <a:lnTo>
                    <a:pt x="45976" y="100686"/>
                  </a:lnTo>
                  <a:lnTo>
                    <a:pt x="45841" y="100773"/>
                  </a:lnTo>
                  <a:lnTo>
                    <a:pt x="45740" y="100861"/>
                  </a:lnTo>
                  <a:lnTo>
                    <a:pt x="45773" y="100905"/>
                  </a:lnTo>
                  <a:lnTo>
                    <a:pt x="45807" y="100992"/>
                  </a:lnTo>
                  <a:lnTo>
                    <a:pt x="45807" y="101014"/>
                  </a:lnTo>
                  <a:lnTo>
                    <a:pt x="45807" y="101102"/>
                  </a:lnTo>
                  <a:lnTo>
                    <a:pt x="45807" y="101124"/>
                  </a:lnTo>
                  <a:lnTo>
                    <a:pt x="45773" y="101145"/>
                  </a:lnTo>
                  <a:lnTo>
                    <a:pt x="45740" y="101189"/>
                  </a:lnTo>
                  <a:lnTo>
                    <a:pt x="45706" y="101364"/>
                  </a:lnTo>
                  <a:lnTo>
                    <a:pt x="45740" y="101430"/>
                  </a:lnTo>
                  <a:lnTo>
                    <a:pt x="45807" y="101496"/>
                  </a:lnTo>
                  <a:lnTo>
                    <a:pt x="45909" y="101518"/>
                  </a:lnTo>
                  <a:lnTo>
                    <a:pt x="45943" y="101496"/>
                  </a:lnTo>
                  <a:lnTo>
                    <a:pt x="45976" y="101496"/>
                  </a:lnTo>
                  <a:lnTo>
                    <a:pt x="46010" y="101452"/>
                  </a:lnTo>
                  <a:lnTo>
                    <a:pt x="46044" y="101452"/>
                  </a:lnTo>
                  <a:lnTo>
                    <a:pt x="46281" y="101408"/>
                  </a:lnTo>
                  <a:lnTo>
                    <a:pt x="46349" y="101343"/>
                  </a:lnTo>
                  <a:lnTo>
                    <a:pt x="46518" y="101189"/>
                  </a:lnTo>
                  <a:lnTo>
                    <a:pt x="46619" y="101145"/>
                  </a:lnTo>
                  <a:lnTo>
                    <a:pt x="46585" y="100992"/>
                  </a:lnTo>
                  <a:lnTo>
                    <a:pt x="46382" y="100795"/>
                  </a:lnTo>
                  <a:lnTo>
                    <a:pt x="46315" y="100664"/>
                  </a:lnTo>
                  <a:lnTo>
                    <a:pt x="46281" y="100532"/>
                  </a:lnTo>
                  <a:lnTo>
                    <a:pt x="46315" y="100357"/>
                  </a:lnTo>
                  <a:lnTo>
                    <a:pt x="46349" y="100226"/>
                  </a:lnTo>
                  <a:lnTo>
                    <a:pt x="46416" y="100072"/>
                  </a:lnTo>
                  <a:lnTo>
                    <a:pt x="46518" y="99919"/>
                  </a:lnTo>
                  <a:lnTo>
                    <a:pt x="46687" y="99875"/>
                  </a:lnTo>
                  <a:lnTo>
                    <a:pt x="47634" y="99810"/>
                  </a:lnTo>
                  <a:lnTo>
                    <a:pt x="48006" y="99678"/>
                  </a:lnTo>
                  <a:lnTo>
                    <a:pt x="48175" y="99613"/>
                  </a:lnTo>
                  <a:lnTo>
                    <a:pt x="48277" y="99503"/>
                  </a:lnTo>
                  <a:lnTo>
                    <a:pt x="48277" y="99459"/>
                  </a:lnTo>
                  <a:lnTo>
                    <a:pt x="48108" y="99372"/>
                  </a:lnTo>
                  <a:lnTo>
                    <a:pt x="48074" y="99306"/>
                  </a:lnTo>
                  <a:lnTo>
                    <a:pt x="48040" y="99262"/>
                  </a:lnTo>
                  <a:lnTo>
                    <a:pt x="48040" y="99175"/>
                  </a:lnTo>
                  <a:lnTo>
                    <a:pt x="48040" y="99131"/>
                  </a:lnTo>
                  <a:lnTo>
                    <a:pt x="47939" y="99021"/>
                  </a:lnTo>
                  <a:lnTo>
                    <a:pt x="47634" y="98868"/>
                  </a:lnTo>
                  <a:lnTo>
                    <a:pt x="47499" y="98781"/>
                  </a:lnTo>
                  <a:lnTo>
                    <a:pt x="47465" y="98693"/>
                  </a:lnTo>
                  <a:lnTo>
                    <a:pt x="47397" y="98583"/>
                  </a:lnTo>
                  <a:lnTo>
                    <a:pt x="47363" y="98474"/>
                  </a:lnTo>
                  <a:lnTo>
                    <a:pt x="47363" y="98343"/>
                  </a:lnTo>
                  <a:lnTo>
                    <a:pt x="47499" y="98408"/>
                  </a:lnTo>
                  <a:lnTo>
                    <a:pt x="47702" y="98649"/>
                  </a:lnTo>
                  <a:lnTo>
                    <a:pt x="48006" y="98802"/>
                  </a:lnTo>
                  <a:lnTo>
                    <a:pt x="48345" y="99065"/>
                  </a:lnTo>
                  <a:lnTo>
                    <a:pt x="48412" y="99153"/>
                  </a:lnTo>
                  <a:lnTo>
                    <a:pt x="48514" y="99481"/>
                  </a:lnTo>
                  <a:lnTo>
                    <a:pt x="48649" y="99591"/>
                  </a:lnTo>
                  <a:lnTo>
                    <a:pt x="48649" y="99678"/>
                  </a:lnTo>
                  <a:lnTo>
                    <a:pt x="48412" y="99810"/>
                  </a:lnTo>
                  <a:lnTo>
                    <a:pt x="48040" y="100007"/>
                  </a:lnTo>
                  <a:lnTo>
                    <a:pt x="47939" y="100007"/>
                  </a:lnTo>
                  <a:lnTo>
                    <a:pt x="47600" y="99941"/>
                  </a:lnTo>
                  <a:lnTo>
                    <a:pt x="47465" y="99941"/>
                  </a:lnTo>
                  <a:lnTo>
                    <a:pt x="47296" y="100051"/>
                  </a:lnTo>
                  <a:lnTo>
                    <a:pt x="46957" y="100051"/>
                  </a:lnTo>
                  <a:lnTo>
                    <a:pt x="46755" y="100160"/>
                  </a:lnTo>
                  <a:lnTo>
                    <a:pt x="46653" y="100313"/>
                  </a:lnTo>
                  <a:lnTo>
                    <a:pt x="46653" y="100510"/>
                  </a:lnTo>
                  <a:lnTo>
                    <a:pt x="46755" y="100598"/>
                  </a:lnTo>
                  <a:lnTo>
                    <a:pt x="46856" y="100686"/>
                  </a:lnTo>
                  <a:lnTo>
                    <a:pt x="46991" y="100773"/>
                  </a:lnTo>
                  <a:lnTo>
                    <a:pt x="46957" y="100948"/>
                  </a:lnTo>
                  <a:lnTo>
                    <a:pt x="46822" y="101211"/>
                  </a:lnTo>
                  <a:lnTo>
                    <a:pt x="46755" y="101364"/>
                  </a:lnTo>
                  <a:lnTo>
                    <a:pt x="46619" y="101496"/>
                  </a:lnTo>
                  <a:lnTo>
                    <a:pt x="46281" y="101649"/>
                  </a:lnTo>
                  <a:lnTo>
                    <a:pt x="46112" y="101759"/>
                  </a:lnTo>
                  <a:lnTo>
                    <a:pt x="46078" y="101934"/>
                  </a:lnTo>
                  <a:lnTo>
                    <a:pt x="46112" y="102000"/>
                  </a:lnTo>
                  <a:lnTo>
                    <a:pt x="46349" y="102175"/>
                  </a:lnTo>
                  <a:lnTo>
                    <a:pt x="46585" y="102700"/>
                  </a:lnTo>
                  <a:lnTo>
                    <a:pt x="46619" y="102832"/>
                  </a:lnTo>
                  <a:lnTo>
                    <a:pt x="46518" y="102985"/>
                  </a:lnTo>
                  <a:lnTo>
                    <a:pt x="46653" y="103051"/>
                  </a:lnTo>
                  <a:lnTo>
                    <a:pt x="47668" y="103138"/>
                  </a:lnTo>
                  <a:lnTo>
                    <a:pt x="48818" y="102963"/>
                  </a:lnTo>
                  <a:lnTo>
                    <a:pt x="48581" y="103160"/>
                  </a:lnTo>
                  <a:lnTo>
                    <a:pt x="48175" y="103291"/>
                  </a:lnTo>
                  <a:lnTo>
                    <a:pt x="47803" y="103313"/>
                  </a:lnTo>
                  <a:lnTo>
                    <a:pt x="47363" y="103270"/>
                  </a:lnTo>
                  <a:lnTo>
                    <a:pt x="47296" y="103291"/>
                  </a:lnTo>
                  <a:lnTo>
                    <a:pt x="47194" y="103335"/>
                  </a:lnTo>
                  <a:lnTo>
                    <a:pt x="47093" y="103357"/>
                  </a:lnTo>
                  <a:lnTo>
                    <a:pt x="46822" y="103335"/>
                  </a:lnTo>
                  <a:lnTo>
                    <a:pt x="46755" y="103357"/>
                  </a:lnTo>
                  <a:lnTo>
                    <a:pt x="46619" y="103467"/>
                  </a:lnTo>
                  <a:lnTo>
                    <a:pt x="46518" y="103598"/>
                  </a:lnTo>
                  <a:lnTo>
                    <a:pt x="46518" y="103751"/>
                  </a:lnTo>
                  <a:lnTo>
                    <a:pt x="46585" y="103905"/>
                  </a:lnTo>
                  <a:lnTo>
                    <a:pt x="46450" y="103970"/>
                  </a:lnTo>
                  <a:lnTo>
                    <a:pt x="46349" y="104102"/>
                  </a:lnTo>
                  <a:lnTo>
                    <a:pt x="46247" y="104124"/>
                  </a:lnTo>
                  <a:lnTo>
                    <a:pt x="46146" y="104036"/>
                  </a:lnTo>
                  <a:lnTo>
                    <a:pt x="46112" y="103905"/>
                  </a:lnTo>
                  <a:lnTo>
                    <a:pt x="46146" y="103576"/>
                  </a:lnTo>
                  <a:lnTo>
                    <a:pt x="46146" y="103467"/>
                  </a:lnTo>
                  <a:lnTo>
                    <a:pt x="46179" y="103357"/>
                  </a:lnTo>
                  <a:lnTo>
                    <a:pt x="46315" y="103072"/>
                  </a:lnTo>
                  <a:lnTo>
                    <a:pt x="46281" y="103029"/>
                  </a:lnTo>
                  <a:lnTo>
                    <a:pt x="46179" y="102700"/>
                  </a:lnTo>
                  <a:lnTo>
                    <a:pt x="45976" y="102306"/>
                  </a:lnTo>
                  <a:lnTo>
                    <a:pt x="45943" y="102218"/>
                  </a:lnTo>
                  <a:lnTo>
                    <a:pt x="45976" y="102153"/>
                  </a:lnTo>
                  <a:lnTo>
                    <a:pt x="45943" y="102065"/>
                  </a:lnTo>
                  <a:lnTo>
                    <a:pt x="45807" y="102021"/>
                  </a:lnTo>
                  <a:lnTo>
                    <a:pt x="45570" y="101978"/>
                  </a:lnTo>
                  <a:lnTo>
                    <a:pt x="45401" y="101978"/>
                  </a:lnTo>
                  <a:lnTo>
                    <a:pt x="45300" y="102021"/>
                  </a:lnTo>
                  <a:lnTo>
                    <a:pt x="45164" y="102087"/>
                  </a:lnTo>
                  <a:lnTo>
                    <a:pt x="44961" y="102284"/>
                  </a:lnTo>
                  <a:lnTo>
                    <a:pt x="44860" y="102328"/>
                  </a:lnTo>
                  <a:lnTo>
                    <a:pt x="44758" y="102372"/>
                  </a:lnTo>
                  <a:lnTo>
                    <a:pt x="44657" y="102481"/>
                  </a:lnTo>
                  <a:lnTo>
                    <a:pt x="44623" y="102635"/>
                  </a:lnTo>
                  <a:lnTo>
                    <a:pt x="44589" y="102722"/>
                  </a:lnTo>
                  <a:lnTo>
                    <a:pt x="44623" y="102810"/>
                  </a:lnTo>
                  <a:lnTo>
                    <a:pt x="44725" y="102919"/>
                  </a:lnTo>
                  <a:lnTo>
                    <a:pt x="44725" y="102985"/>
                  </a:lnTo>
                  <a:lnTo>
                    <a:pt x="44792" y="103467"/>
                  </a:lnTo>
                  <a:lnTo>
                    <a:pt x="44826" y="103620"/>
                  </a:lnTo>
                  <a:lnTo>
                    <a:pt x="44928" y="103729"/>
                  </a:lnTo>
                  <a:lnTo>
                    <a:pt x="44961" y="103751"/>
                  </a:lnTo>
                  <a:lnTo>
                    <a:pt x="45029" y="103773"/>
                  </a:lnTo>
                  <a:lnTo>
                    <a:pt x="45097" y="103817"/>
                  </a:lnTo>
                  <a:lnTo>
                    <a:pt x="45164" y="103905"/>
                  </a:lnTo>
                  <a:lnTo>
                    <a:pt x="45164" y="103948"/>
                  </a:lnTo>
                  <a:lnTo>
                    <a:pt x="45198" y="104014"/>
                  </a:lnTo>
                  <a:lnTo>
                    <a:pt x="45198" y="104058"/>
                  </a:lnTo>
                  <a:lnTo>
                    <a:pt x="45334" y="104167"/>
                  </a:lnTo>
                  <a:lnTo>
                    <a:pt x="45435" y="104233"/>
                  </a:lnTo>
                  <a:lnTo>
                    <a:pt x="45909" y="104364"/>
                  </a:lnTo>
                  <a:lnTo>
                    <a:pt x="46044" y="104430"/>
                  </a:lnTo>
                  <a:lnTo>
                    <a:pt x="47465" y="105350"/>
                  </a:lnTo>
                  <a:lnTo>
                    <a:pt x="47634" y="105394"/>
                  </a:lnTo>
                  <a:lnTo>
                    <a:pt x="47769" y="105394"/>
                  </a:lnTo>
                  <a:lnTo>
                    <a:pt x="47939" y="105350"/>
                  </a:lnTo>
                  <a:lnTo>
                    <a:pt x="48108" y="105262"/>
                  </a:lnTo>
                  <a:lnTo>
                    <a:pt x="48277" y="105131"/>
                  </a:lnTo>
                  <a:lnTo>
                    <a:pt x="48277" y="104802"/>
                  </a:lnTo>
                  <a:lnTo>
                    <a:pt x="48378" y="104649"/>
                  </a:lnTo>
                  <a:lnTo>
                    <a:pt x="48311" y="104562"/>
                  </a:lnTo>
                  <a:lnTo>
                    <a:pt x="48446" y="104474"/>
                  </a:lnTo>
                  <a:lnTo>
                    <a:pt x="48818" y="104430"/>
                  </a:lnTo>
                  <a:lnTo>
                    <a:pt x="48920" y="104408"/>
                  </a:lnTo>
                  <a:lnTo>
                    <a:pt x="49157" y="104364"/>
                  </a:lnTo>
                  <a:lnTo>
                    <a:pt x="49190" y="104343"/>
                  </a:lnTo>
                  <a:lnTo>
                    <a:pt x="49326" y="104277"/>
                  </a:lnTo>
                  <a:lnTo>
                    <a:pt x="49427" y="104321"/>
                  </a:lnTo>
                  <a:lnTo>
                    <a:pt x="49596" y="104386"/>
                  </a:lnTo>
                  <a:lnTo>
                    <a:pt x="49664" y="104364"/>
                  </a:lnTo>
                  <a:lnTo>
                    <a:pt x="49799" y="104233"/>
                  </a:lnTo>
                  <a:lnTo>
                    <a:pt x="49935" y="104211"/>
                  </a:lnTo>
                  <a:lnTo>
                    <a:pt x="50002" y="104233"/>
                  </a:lnTo>
                  <a:lnTo>
                    <a:pt x="50239" y="104277"/>
                  </a:lnTo>
                  <a:lnTo>
                    <a:pt x="50408" y="104233"/>
                  </a:lnTo>
                  <a:lnTo>
                    <a:pt x="50476" y="104233"/>
                  </a:lnTo>
                  <a:lnTo>
                    <a:pt x="50577" y="104211"/>
                  </a:lnTo>
                  <a:lnTo>
                    <a:pt x="50645" y="104124"/>
                  </a:lnTo>
                  <a:lnTo>
                    <a:pt x="50679" y="104014"/>
                  </a:lnTo>
                  <a:lnTo>
                    <a:pt x="50713" y="103817"/>
                  </a:lnTo>
                  <a:lnTo>
                    <a:pt x="50780" y="103751"/>
                  </a:lnTo>
                  <a:lnTo>
                    <a:pt x="50916" y="103708"/>
                  </a:lnTo>
                  <a:lnTo>
                    <a:pt x="51017" y="103664"/>
                  </a:lnTo>
                  <a:lnTo>
                    <a:pt x="51119" y="103664"/>
                  </a:lnTo>
                  <a:lnTo>
                    <a:pt x="51220" y="103620"/>
                  </a:lnTo>
                  <a:lnTo>
                    <a:pt x="51356" y="103598"/>
                  </a:lnTo>
                  <a:lnTo>
                    <a:pt x="51559" y="103510"/>
                  </a:lnTo>
                  <a:lnTo>
                    <a:pt x="51626" y="103620"/>
                  </a:lnTo>
                  <a:lnTo>
                    <a:pt x="51423" y="103751"/>
                  </a:lnTo>
                  <a:lnTo>
                    <a:pt x="51017" y="103883"/>
                  </a:lnTo>
                  <a:lnTo>
                    <a:pt x="51051" y="103992"/>
                  </a:lnTo>
                  <a:lnTo>
                    <a:pt x="50983" y="104102"/>
                  </a:lnTo>
                  <a:lnTo>
                    <a:pt x="50848" y="104167"/>
                  </a:lnTo>
                  <a:lnTo>
                    <a:pt x="50747" y="104211"/>
                  </a:lnTo>
                  <a:lnTo>
                    <a:pt x="50747" y="104233"/>
                  </a:lnTo>
                  <a:lnTo>
                    <a:pt x="50747" y="104255"/>
                  </a:lnTo>
                  <a:lnTo>
                    <a:pt x="50747" y="104255"/>
                  </a:lnTo>
                  <a:lnTo>
                    <a:pt x="50780" y="104277"/>
                  </a:lnTo>
                  <a:lnTo>
                    <a:pt x="50679" y="104364"/>
                  </a:lnTo>
                  <a:lnTo>
                    <a:pt x="50476" y="104562"/>
                  </a:lnTo>
                  <a:lnTo>
                    <a:pt x="50273" y="104802"/>
                  </a:lnTo>
                  <a:lnTo>
                    <a:pt x="50239" y="104868"/>
                  </a:lnTo>
                  <a:lnTo>
                    <a:pt x="50036" y="105437"/>
                  </a:lnTo>
                  <a:lnTo>
                    <a:pt x="50002" y="105547"/>
                  </a:lnTo>
                  <a:lnTo>
                    <a:pt x="49901" y="105656"/>
                  </a:lnTo>
                  <a:lnTo>
                    <a:pt x="49765" y="105744"/>
                  </a:lnTo>
                  <a:lnTo>
                    <a:pt x="49495" y="105832"/>
                  </a:lnTo>
                  <a:lnTo>
                    <a:pt x="49393" y="105897"/>
                  </a:lnTo>
                  <a:lnTo>
                    <a:pt x="49427" y="105963"/>
                  </a:lnTo>
                  <a:lnTo>
                    <a:pt x="49427" y="106072"/>
                  </a:lnTo>
                  <a:lnTo>
                    <a:pt x="49427" y="106182"/>
                  </a:lnTo>
                  <a:lnTo>
                    <a:pt x="49765" y="106182"/>
                  </a:lnTo>
                  <a:lnTo>
                    <a:pt x="49901" y="106226"/>
                  </a:lnTo>
                  <a:lnTo>
                    <a:pt x="51220" y="106795"/>
                  </a:lnTo>
                  <a:lnTo>
                    <a:pt x="51931" y="106773"/>
                  </a:lnTo>
                  <a:lnTo>
                    <a:pt x="52641" y="106226"/>
                  </a:lnTo>
                  <a:lnTo>
                    <a:pt x="52675" y="106138"/>
                  </a:lnTo>
                  <a:lnTo>
                    <a:pt x="52776" y="105897"/>
                  </a:lnTo>
                  <a:lnTo>
                    <a:pt x="52844" y="105854"/>
                  </a:lnTo>
                  <a:lnTo>
                    <a:pt x="52912" y="105875"/>
                  </a:lnTo>
                  <a:lnTo>
                    <a:pt x="52979" y="105919"/>
                  </a:lnTo>
                  <a:lnTo>
                    <a:pt x="52979" y="105985"/>
                  </a:lnTo>
                  <a:lnTo>
                    <a:pt x="52844" y="106138"/>
                  </a:lnTo>
                  <a:lnTo>
                    <a:pt x="52776" y="106270"/>
                  </a:lnTo>
                  <a:lnTo>
                    <a:pt x="52303" y="106773"/>
                  </a:lnTo>
                  <a:lnTo>
                    <a:pt x="51931" y="106992"/>
                  </a:lnTo>
                  <a:lnTo>
                    <a:pt x="51592" y="107058"/>
                  </a:lnTo>
                  <a:lnTo>
                    <a:pt x="51254" y="106970"/>
                  </a:lnTo>
                  <a:lnTo>
                    <a:pt x="51153" y="106905"/>
                  </a:lnTo>
                  <a:lnTo>
                    <a:pt x="51051" y="106839"/>
                  </a:lnTo>
                  <a:lnTo>
                    <a:pt x="50916" y="106817"/>
                  </a:lnTo>
                  <a:lnTo>
                    <a:pt x="50780" y="106861"/>
                  </a:lnTo>
                  <a:lnTo>
                    <a:pt x="50747" y="106795"/>
                  </a:lnTo>
                  <a:lnTo>
                    <a:pt x="50645" y="106817"/>
                  </a:lnTo>
                  <a:lnTo>
                    <a:pt x="50476" y="106795"/>
                  </a:lnTo>
                  <a:lnTo>
                    <a:pt x="50408" y="106729"/>
                  </a:lnTo>
                  <a:lnTo>
                    <a:pt x="50374" y="106642"/>
                  </a:lnTo>
                  <a:lnTo>
                    <a:pt x="50341" y="106598"/>
                  </a:lnTo>
                  <a:lnTo>
                    <a:pt x="50239" y="106576"/>
                  </a:lnTo>
                  <a:lnTo>
                    <a:pt x="50104" y="106620"/>
                  </a:lnTo>
                  <a:lnTo>
                    <a:pt x="50171" y="106795"/>
                  </a:lnTo>
                  <a:lnTo>
                    <a:pt x="49935" y="106795"/>
                  </a:lnTo>
                  <a:lnTo>
                    <a:pt x="49630" y="106708"/>
                  </a:lnTo>
                  <a:lnTo>
                    <a:pt x="49393" y="106708"/>
                  </a:lnTo>
                  <a:lnTo>
                    <a:pt x="49393" y="106905"/>
                  </a:lnTo>
                  <a:lnTo>
                    <a:pt x="49495" y="107036"/>
                  </a:lnTo>
                  <a:lnTo>
                    <a:pt x="49732" y="107189"/>
                  </a:lnTo>
                  <a:lnTo>
                    <a:pt x="49935" y="107364"/>
                  </a:lnTo>
                  <a:lnTo>
                    <a:pt x="49935" y="107452"/>
                  </a:lnTo>
                  <a:lnTo>
                    <a:pt x="49799" y="107364"/>
                  </a:lnTo>
                  <a:lnTo>
                    <a:pt x="49664" y="107277"/>
                  </a:lnTo>
                  <a:lnTo>
                    <a:pt x="49495" y="107277"/>
                  </a:lnTo>
                  <a:lnTo>
                    <a:pt x="49393" y="107408"/>
                  </a:lnTo>
                  <a:lnTo>
                    <a:pt x="49292" y="107715"/>
                  </a:lnTo>
                  <a:lnTo>
                    <a:pt x="49123" y="107802"/>
                  </a:lnTo>
                  <a:lnTo>
                    <a:pt x="49123" y="107846"/>
                  </a:lnTo>
                  <a:lnTo>
                    <a:pt x="49393" y="108043"/>
                  </a:lnTo>
                  <a:lnTo>
                    <a:pt x="49732" y="108087"/>
                  </a:lnTo>
                  <a:lnTo>
                    <a:pt x="50104" y="108065"/>
                  </a:lnTo>
                  <a:lnTo>
                    <a:pt x="50476" y="107934"/>
                  </a:lnTo>
                  <a:lnTo>
                    <a:pt x="50307" y="108131"/>
                  </a:lnTo>
                  <a:lnTo>
                    <a:pt x="50070" y="108240"/>
                  </a:lnTo>
                  <a:lnTo>
                    <a:pt x="49563" y="108394"/>
                  </a:lnTo>
                  <a:lnTo>
                    <a:pt x="49393" y="108481"/>
                  </a:lnTo>
                  <a:lnTo>
                    <a:pt x="49393" y="108547"/>
                  </a:lnTo>
                  <a:lnTo>
                    <a:pt x="49461" y="108635"/>
                  </a:lnTo>
                  <a:lnTo>
                    <a:pt x="49563" y="108744"/>
                  </a:lnTo>
                  <a:lnTo>
                    <a:pt x="49596" y="108854"/>
                  </a:lnTo>
                  <a:lnTo>
                    <a:pt x="49563" y="108985"/>
                  </a:lnTo>
                  <a:lnTo>
                    <a:pt x="49563" y="109094"/>
                  </a:lnTo>
                  <a:lnTo>
                    <a:pt x="49968" y="109160"/>
                  </a:lnTo>
                  <a:lnTo>
                    <a:pt x="50002" y="109160"/>
                  </a:lnTo>
                  <a:lnTo>
                    <a:pt x="50002" y="108963"/>
                  </a:lnTo>
                  <a:lnTo>
                    <a:pt x="50002" y="108810"/>
                  </a:lnTo>
                  <a:lnTo>
                    <a:pt x="50171" y="108722"/>
                  </a:lnTo>
                  <a:lnTo>
                    <a:pt x="50950" y="108591"/>
                  </a:lnTo>
                  <a:lnTo>
                    <a:pt x="51085" y="108591"/>
                  </a:lnTo>
                  <a:lnTo>
                    <a:pt x="51288" y="108635"/>
                  </a:lnTo>
                  <a:lnTo>
                    <a:pt x="51457" y="108678"/>
                  </a:lnTo>
                  <a:lnTo>
                    <a:pt x="51559" y="108744"/>
                  </a:lnTo>
                  <a:lnTo>
                    <a:pt x="51559" y="108810"/>
                  </a:lnTo>
                  <a:lnTo>
                    <a:pt x="51389" y="108941"/>
                  </a:lnTo>
                  <a:lnTo>
                    <a:pt x="51356" y="109072"/>
                  </a:lnTo>
                  <a:lnTo>
                    <a:pt x="51423" y="109248"/>
                  </a:lnTo>
                  <a:lnTo>
                    <a:pt x="51626" y="109379"/>
                  </a:lnTo>
                  <a:lnTo>
                    <a:pt x="51795" y="109379"/>
                  </a:lnTo>
                  <a:lnTo>
                    <a:pt x="51998" y="109357"/>
                  </a:lnTo>
                  <a:lnTo>
                    <a:pt x="52100" y="109532"/>
                  </a:lnTo>
                  <a:lnTo>
                    <a:pt x="52100" y="109598"/>
                  </a:lnTo>
                  <a:lnTo>
                    <a:pt x="52844" y="109751"/>
                  </a:lnTo>
                  <a:lnTo>
                    <a:pt x="54570" y="110058"/>
                  </a:lnTo>
                  <a:lnTo>
                    <a:pt x="56261" y="110386"/>
                  </a:lnTo>
                  <a:lnTo>
                    <a:pt x="57919" y="110693"/>
                  </a:lnTo>
                  <a:lnTo>
                    <a:pt x="59610" y="111021"/>
                  </a:lnTo>
                  <a:lnTo>
                    <a:pt x="61302" y="111306"/>
                  </a:lnTo>
                  <a:lnTo>
                    <a:pt x="62994" y="111613"/>
                  </a:lnTo>
                  <a:lnTo>
                    <a:pt x="64685" y="111919"/>
                  </a:lnTo>
                  <a:lnTo>
                    <a:pt x="66377" y="112226"/>
                  </a:lnTo>
                  <a:lnTo>
                    <a:pt x="68068" y="112532"/>
                  </a:lnTo>
                  <a:lnTo>
                    <a:pt x="69760" y="112817"/>
                  </a:lnTo>
                  <a:lnTo>
                    <a:pt x="71485" y="113102"/>
                  </a:lnTo>
                  <a:lnTo>
                    <a:pt x="73177" y="113408"/>
                  </a:lnTo>
                  <a:lnTo>
                    <a:pt x="74868" y="113671"/>
                  </a:lnTo>
                  <a:lnTo>
                    <a:pt x="76560" y="113956"/>
                  </a:lnTo>
                  <a:lnTo>
                    <a:pt x="78252" y="114218"/>
                  </a:lnTo>
                  <a:lnTo>
                    <a:pt x="79977" y="114525"/>
                  </a:lnTo>
                  <a:lnTo>
                    <a:pt x="81669" y="114788"/>
                  </a:lnTo>
                  <a:lnTo>
                    <a:pt x="83360" y="115051"/>
                  </a:lnTo>
                  <a:lnTo>
                    <a:pt x="85119" y="115313"/>
                  </a:lnTo>
                  <a:lnTo>
                    <a:pt x="86811" y="115576"/>
                  </a:lnTo>
                  <a:lnTo>
                    <a:pt x="88536" y="115839"/>
                  </a:lnTo>
                  <a:lnTo>
                    <a:pt x="90228" y="116102"/>
                  </a:lnTo>
                  <a:lnTo>
                    <a:pt x="91953" y="116343"/>
                  </a:lnTo>
                  <a:lnTo>
                    <a:pt x="93645" y="116583"/>
                  </a:lnTo>
                  <a:lnTo>
                    <a:pt x="95370" y="116824"/>
                  </a:lnTo>
                  <a:lnTo>
                    <a:pt x="96318" y="116978"/>
                  </a:lnTo>
                  <a:lnTo>
                    <a:pt x="97096" y="117109"/>
                  </a:lnTo>
                  <a:lnTo>
                    <a:pt x="98821" y="117328"/>
                  </a:lnTo>
                  <a:lnTo>
                    <a:pt x="100546" y="117569"/>
                  </a:lnTo>
                  <a:lnTo>
                    <a:pt x="102272" y="117810"/>
                  </a:lnTo>
                  <a:lnTo>
                    <a:pt x="103963" y="118029"/>
                  </a:lnTo>
                  <a:lnTo>
                    <a:pt x="104099" y="118051"/>
                  </a:lnTo>
                  <a:lnTo>
                    <a:pt x="105723" y="118270"/>
                  </a:lnTo>
                  <a:lnTo>
                    <a:pt x="107448" y="118489"/>
                  </a:lnTo>
                  <a:lnTo>
                    <a:pt x="109173" y="118708"/>
                  </a:lnTo>
                  <a:lnTo>
                    <a:pt x="110899" y="118927"/>
                  </a:lnTo>
                  <a:lnTo>
                    <a:pt x="112624" y="119145"/>
                  </a:lnTo>
                  <a:lnTo>
                    <a:pt x="114383" y="119364"/>
                  </a:lnTo>
                  <a:lnTo>
                    <a:pt x="116109" y="119562"/>
                  </a:lnTo>
                  <a:lnTo>
                    <a:pt x="117834" y="119781"/>
                  </a:lnTo>
                  <a:lnTo>
                    <a:pt x="119560" y="119978"/>
                  </a:lnTo>
                  <a:lnTo>
                    <a:pt x="119729" y="120000"/>
                  </a:lnTo>
                  <a:lnTo>
                    <a:pt x="119763" y="119956"/>
                  </a:lnTo>
                  <a:lnTo>
                    <a:pt x="119830" y="119890"/>
                  </a:lnTo>
                  <a:lnTo>
                    <a:pt x="119898" y="119824"/>
                  </a:lnTo>
                  <a:lnTo>
                    <a:pt x="120000" y="119781"/>
                  </a:lnTo>
                  <a:lnTo>
                    <a:pt x="120000" y="119693"/>
                  </a:lnTo>
                  <a:lnTo>
                    <a:pt x="119932" y="119562"/>
                  </a:lnTo>
                  <a:close/>
                  <a:moveTo>
                    <a:pt x="48818" y="110583"/>
                  </a:moveTo>
                  <a:lnTo>
                    <a:pt x="48446" y="110474"/>
                  </a:lnTo>
                  <a:lnTo>
                    <a:pt x="48243" y="110299"/>
                  </a:lnTo>
                  <a:lnTo>
                    <a:pt x="48074" y="110167"/>
                  </a:lnTo>
                  <a:lnTo>
                    <a:pt x="47939" y="110102"/>
                  </a:lnTo>
                  <a:lnTo>
                    <a:pt x="47939" y="110189"/>
                  </a:lnTo>
                  <a:lnTo>
                    <a:pt x="47972" y="110233"/>
                  </a:lnTo>
                  <a:lnTo>
                    <a:pt x="48006" y="110255"/>
                  </a:lnTo>
                  <a:lnTo>
                    <a:pt x="48006" y="110321"/>
                  </a:lnTo>
                  <a:lnTo>
                    <a:pt x="47972" y="110386"/>
                  </a:lnTo>
                  <a:lnTo>
                    <a:pt x="47972" y="110430"/>
                  </a:lnTo>
                  <a:lnTo>
                    <a:pt x="47939" y="110496"/>
                  </a:lnTo>
                  <a:lnTo>
                    <a:pt x="48040" y="110627"/>
                  </a:lnTo>
                  <a:lnTo>
                    <a:pt x="48108" y="110671"/>
                  </a:lnTo>
                  <a:lnTo>
                    <a:pt x="48175" y="110737"/>
                  </a:lnTo>
                  <a:lnTo>
                    <a:pt x="48345" y="110759"/>
                  </a:lnTo>
                  <a:lnTo>
                    <a:pt x="48480" y="110802"/>
                  </a:lnTo>
                  <a:lnTo>
                    <a:pt x="48615" y="110846"/>
                  </a:lnTo>
                  <a:lnTo>
                    <a:pt x="48717" y="110824"/>
                  </a:lnTo>
                  <a:lnTo>
                    <a:pt x="48852" y="110759"/>
                  </a:lnTo>
                  <a:lnTo>
                    <a:pt x="48920" y="110737"/>
                  </a:lnTo>
                  <a:lnTo>
                    <a:pt x="49055" y="110737"/>
                  </a:lnTo>
                  <a:lnTo>
                    <a:pt x="49157" y="110737"/>
                  </a:lnTo>
                  <a:lnTo>
                    <a:pt x="49157" y="110715"/>
                  </a:lnTo>
                  <a:lnTo>
                    <a:pt x="49089" y="110649"/>
                  </a:lnTo>
                  <a:lnTo>
                    <a:pt x="48818" y="110583"/>
                  </a:lnTo>
                  <a:close/>
                  <a:moveTo>
                    <a:pt x="23343" y="53627"/>
                  </a:moveTo>
                  <a:lnTo>
                    <a:pt x="23580" y="53583"/>
                  </a:lnTo>
                  <a:lnTo>
                    <a:pt x="24054" y="53474"/>
                  </a:lnTo>
                  <a:lnTo>
                    <a:pt x="24392" y="53408"/>
                  </a:lnTo>
                  <a:lnTo>
                    <a:pt x="24493" y="53386"/>
                  </a:lnTo>
                  <a:lnTo>
                    <a:pt x="24595" y="53343"/>
                  </a:lnTo>
                  <a:lnTo>
                    <a:pt x="25069" y="53058"/>
                  </a:lnTo>
                  <a:lnTo>
                    <a:pt x="25170" y="52992"/>
                  </a:lnTo>
                  <a:lnTo>
                    <a:pt x="25407" y="52927"/>
                  </a:lnTo>
                  <a:lnTo>
                    <a:pt x="25542" y="52883"/>
                  </a:lnTo>
                  <a:lnTo>
                    <a:pt x="25779" y="52729"/>
                  </a:lnTo>
                  <a:lnTo>
                    <a:pt x="25914" y="52576"/>
                  </a:lnTo>
                  <a:lnTo>
                    <a:pt x="26050" y="52423"/>
                  </a:lnTo>
                  <a:lnTo>
                    <a:pt x="26084" y="52226"/>
                  </a:lnTo>
                  <a:lnTo>
                    <a:pt x="26050" y="52072"/>
                  </a:lnTo>
                  <a:lnTo>
                    <a:pt x="25847" y="52116"/>
                  </a:lnTo>
                  <a:lnTo>
                    <a:pt x="25305" y="52423"/>
                  </a:lnTo>
                  <a:lnTo>
                    <a:pt x="23580" y="52992"/>
                  </a:lnTo>
                  <a:lnTo>
                    <a:pt x="23242" y="53080"/>
                  </a:lnTo>
                  <a:lnTo>
                    <a:pt x="23208" y="53145"/>
                  </a:lnTo>
                  <a:lnTo>
                    <a:pt x="23208" y="53277"/>
                  </a:lnTo>
                  <a:lnTo>
                    <a:pt x="23208" y="53364"/>
                  </a:lnTo>
                  <a:lnTo>
                    <a:pt x="23208" y="53408"/>
                  </a:lnTo>
                  <a:lnTo>
                    <a:pt x="23242" y="53583"/>
                  </a:lnTo>
                  <a:lnTo>
                    <a:pt x="23242" y="53627"/>
                  </a:lnTo>
                  <a:lnTo>
                    <a:pt x="23343" y="53627"/>
                  </a:lnTo>
                  <a:close/>
                  <a:moveTo>
                    <a:pt x="29230" y="91467"/>
                  </a:moveTo>
                  <a:lnTo>
                    <a:pt x="29297" y="91510"/>
                  </a:lnTo>
                  <a:lnTo>
                    <a:pt x="29500" y="91620"/>
                  </a:lnTo>
                  <a:lnTo>
                    <a:pt x="29771" y="91664"/>
                  </a:lnTo>
                  <a:lnTo>
                    <a:pt x="30109" y="91686"/>
                  </a:lnTo>
                  <a:lnTo>
                    <a:pt x="30177" y="91686"/>
                  </a:lnTo>
                  <a:lnTo>
                    <a:pt x="30245" y="91664"/>
                  </a:lnTo>
                  <a:lnTo>
                    <a:pt x="30312" y="91620"/>
                  </a:lnTo>
                  <a:lnTo>
                    <a:pt x="30245" y="91576"/>
                  </a:lnTo>
                  <a:lnTo>
                    <a:pt x="30177" y="91510"/>
                  </a:lnTo>
                  <a:lnTo>
                    <a:pt x="29906" y="91423"/>
                  </a:lnTo>
                  <a:lnTo>
                    <a:pt x="29873" y="91379"/>
                  </a:lnTo>
                  <a:lnTo>
                    <a:pt x="29873" y="91357"/>
                  </a:lnTo>
                  <a:lnTo>
                    <a:pt x="29805" y="91335"/>
                  </a:lnTo>
                  <a:lnTo>
                    <a:pt x="29703" y="91335"/>
                  </a:lnTo>
                  <a:lnTo>
                    <a:pt x="29568" y="91335"/>
                  </a:lnTo>
                  <a:lnTo>
                    <a:pt x="29331" y="91248"/>
                  </a:lnTo>
                  <a:lnTo>
                    <a:pt x="29230" y="91248"/>
                  </a:lnTo>
                  <a:lnTo>
                    <a:pt x="29230" y="91291"/>
                  </a:lnTo>
                  <a:lnTo>
                    <a:pt x="29331" y="91357"/>
                  </a:lnTo>
                  <a:lnTo>
                    <a:pt x="29331" y="91445"/>
                  </a:lnTo>
                  <a:lnTo>
                    <a:pt x="29230" y="91467"/>
                  </a:lnTo>
                  <a:close/>
                  <a:moveTo>
                    <a:pt x="42018" y="97029"/>
                  </a:moveTo>
                  <a:lnTo>
                    <a:pt x="41815" y="97204"/>
                  </a:lnTo>
                  <a:lnTo>
                    <a:pt x="41747" y="97291"/>
                  </a:lnTo>
                  <a:lnTo>
                    <a:pt x="41714" y="97445"/>
                  </a:lnTo>
                  <a:lnTo>
                    <a:pt x="41714" y="97532"/>
                  </a:lnTo>
                  <a:lnTo>
                    <a:pt x="41714" y="97576"/>
                  </a:lnTo>
                  <a:lnTo>
                    <a:pt x="41714" y="97642"/>
                  </a:lnTo>
                  <a:lnTo>
                    <a:pt x="41781" y="97664"/>
                  </a:lnTo>
                  <a:lnTo>
                    <a:pt x="41984" y="97642"/>
                  </a:lnTo>
                  <a:lnTo>
                    <a:pt x="42289" y="97510"/>
                  </a:lnTo>
                  <a:lnTo>
                    <a:pt x="42492" y="97291"/>
                  </a:lnTo>
                  <a:lnTo>
                    <a:pt x="42593" y="96985"/>
                  </a:lnTo>
                  <a:lnTo>
                    <a:pt x="42458" y="96744"/>
                  </a:lnTo>
                  <a:lnTo>
                    <a:pt x="42289" y="96569"/>
                  </a:lnTo>
                  <a:lnTo>
                    <a:pt x="42086" y="96547"/>
                  </a:lnTo>
                  <a:lnTo>
                    <a:pt x="42018" y="96569"/>
                  </a:lnTo>
                  <a:lnTo>
                    <a:pt x="41849" y="96613"/>
                  </a:lnTo>
                  <a:lnTo>
                    <a:pt x="41714" y="96678"/>
                  </a:lnTo>
                  <a:lnTo>
                    <a:pt x="41612" y="96788"/>
                  </a:lnTo>
                  <a:lnTo>
                    <a:pt x="41375" y="96919"/>
                  </a:lnTo>
                  <a:lnTo>
                    <a:pt x="41375" y="97007"/>
                  </a:lnTo>
                  <a:lnTo>
                    <a:pt x="41409" y="97029"/>
                  </a:lnTo>
                  <a:lnTo>
                    <a:pt x="41511" y="97116"/>
                  </a:lnTo>
                  <a:lnTo>
                    <a:pt x="41612" y="97204"/>
                  </a:lnTo>
                  <a:lnTo>
                    <a:pt x="41714" y="97182"/>
                  </a:lnTo>
                  <a:lnTo>
                    <a:pt x="42018" y="96919"/>
                  </a:lnTo>
                  <a:lnTo>
                    <a:pt x="42120" y="96854"/>
                  </a:lnTo>
                  <a:lnTo>
                    <a:pt x="42153" y="96810"/>
                  </a:lnTo>
                  <a:lnTo>
                    <a:pt x="42187" y="96744"/>
                  </a:lnTo>
                  <a:lnTo>
                    <a:pt x="42187" y="96656"/>
                  </a:lnTo>
                  <a:lnTo>
                    <a:pt x="42255" y="96656"/>
                  </a:lnTo>
                  <a:lnTo>
                    <a:pt x="42289" y="96744"/>
                  </a:lnTo>
                  <a:lnTo>
                    <a:pt x="42323" y="96832"/>
                  </a:lnTo>
                  <a:lnTo>
                    <a:pt x="42255" y="96919"/>
                  </a:lnTo>
                  <a:lnTo>
                    <a:pt x="42018" y="97029"/>
                  </a:lnTo>
                  <a:close/>
                  <a:moveTo>
                    <a:pt x="47363" y="109401"/>
                  </a:moveTo>
                  <a:lnTo>
                    <a:pt x="47127" y="109335"/>
                  </a:lnTo>
                  <a:lnTo>
                    <a:pt x="46991" y="109182"/>
                  </a:lnTo>
                  <a:lnTo>
                    <a:pt x="46721" y="109072"/>
                  </a:lnTo>
                  <a:lnTo>
                    <a:pt x="46518" y="108985"/>
                  </a:lnTo>
                  <a:lnTo>
                    <a:pt x="46416" y="108941"/>
                  </a:lnTo>
                  <a:lnTo>
                    <a:pt x="46010" y="108525"/>
                  </a:lnTo>
                  <a:lnTo>
                    <a:pt x="45909" y="108350"/>
                  </a:lnTo>
                  <a:lnTo>
                    <a:pt x="45503" y="107627"/>
                  </a:lnTo>
                  <a:lnTo>
                    <a:pt x="45435" y="107299"/>
                  </a:lnTo>
                  <a:lnTo>
                    <a:pt x="45367" y="107277"/>
                  </a:lnTo>
                  <a:lnTo>
                    <a:pt x="45300" y="107343"/>
                  </a:lnTo>
                  <a:lnTo>
                    <a:pt x="45266" y="107474"/>
                  </a:lnTo>
                  <a:lnTo>
                    <a:pt x="45401" y="107846"/>
                  </a:lnTo>
                  <a:lnTo>
                    <a:pt x="45401" y="107912"/>
                  </a:lnTo>
                  <a:lnTo>
                    <a:pt x="45503" y="108021"/>
                  </a:lnTo>
                  <a:lnTo>
                    <a:pt x="46010" y="108810"/>
                  </a:lnTo>
                  <a:lnTo>
                    <a:pt x="46585" y="109226"/>
                  </a:lnTo>
                  <a:lnTo>
                    <a:pt x="46788" y="109554"/>
                  </a:lnTo>
                  <a:lnTo>
                    <a:pt x="46957" y="109664"/>
                  </a:lnTo>
                  <a:lnTo>
                    <a:pt x="47160" y="109642"/>
                  </a:lnTo>
                  <a:lnTo>
                    <a:pt x="47262" y="109729"/>
                  </a:lnTo>
                  <a:lnTo>
                    <a:pt x="47363" y="109686"/>
                  </a:lnTo>
                  <a:lnTo>
                    <a:pt x="47431" y="109598"/>
                  </a:lnTo>
                  <a:lnTo>
                    <a:pt x="47431" y="109467"/>
                  </a:lnTo>
                  <a:lnTo>
                    <a:pt x="47363" y="109401"/>
                  </a:lnTo>
                  <a:close/>
                  <a:moveTo>
                    <a:pt x="48615" y="105087"/>
                  </a:moveTo>
                  <a:lnTo>
                    <a:pt x="48717" y="105065"/>
                  </a:lnTo>
                  <a:lnTo>
                    <a:pt x="48784" y="105043"/>
                  </a:lnTo>
                  <a:lnTo>
                    <a:pt x="48920" y="105000"/>
                  </a:lnTo>
                  <a:lnTo>
                    <a:pt x="49021" y="105000"/>
                  </a:lnTo>
                  <a:lnTo>
                    <a:pt x="49123" y="105065"/>
                  </a:lnTo>
                  <a:lnTo>
                    <a:pt x="49123" y="105131"/>
                  </a:lnTo>
                  <a:lnTo>
                    <a:pt x="49021" y="105240"/>
                  </a:lnTo>
                  <a:lnTo>
                    <a:pt x="49292" y="105262"/>
                  </a:lnTo>
                  <a:lnTo>
                    <a:pt x="49495" y="105131"/>
                  </a:lnTo>
                  <a:lnTo>
                    <a:pt x="49596" y="104978"/>
                  </a:lnTo>
                  <a:lnTo>
                    <a:pt x="49495" y="104781"/>
                  </a:lnTo>
                  <a:lnTo>
                    <a:pt x="49495" y="104540"/>
                  </a:lnTo>
                  <a:lnTo>
                    <a:pt x="49495" y="104474"/>
                  </a:lnTo>
                  <a:lnTo>
                    <a:pt x="49427" y="104452"/>
                  </a:lnTo>
                  <a:lnTo>
                    <a:pt x="49360" y="104452"/>
                  </a:lnTo>
                  <a:lnTo>
                    <a:pt x="49258" y="104474"/>
                  </a:lnTo>
                  <a:lnTo>
                    <a:pt x="49055" y="104474"/>
                  </a:lnTo>
                  <a:lnTo>
                    <a:pt x="48818" y="104496"/>
                  </a:lnTo>
                  <a:lnTo>
                    <a:pt x="48683" y="104605"/>
                  </a:lnTo>
                  <a:lnTo>
                    <a:pt x="48717" y="104715"/>
                  </a:lnTo>
                  <a:lnTo>
                    <a:pt x="48683" y="104781"/>
                  </a:lnTo>
                  <a:lnTo>
                    <a:pt x="48581" y="104824"/>
                  </a:lnTo>
                  <a:lnTo>
                    <a:pt x="48514" y="104890"/>
                  </a:lnTo>
                  <a:lnTo>
                    <a:pt x="48514" y="104978"/>
                  </a:lnTo>
                  <a:lnTo>
                    <a:pt x="48446" y="105087"/>
                  </a:lnTo>
                  <a:lnTo>
                    <a:pt x="48615" y="105087"/>
                  </a:lnTo>
                  <a:close/>
                  <a:moveTo>
                    <a:pt x="41747" y="103401"/>
                  </a:moveTo>
                  <a:lnTo>
                    <a:pt x="41781" y="103467"/>
                  </a:lnTo>
                  <a:lnTo>
                    <a:pt x="42018" y="103598"/>
                  </a:lnTo>
                  <a:lnTo>
                    <a:pt x="42153" y="103686"/>
                  </a:lnTo>
                  <a:lnTo>
                    <a:pt x="42356" y="103751"/>
                  </a:lnTo>
                  <a:lnTo>
                    <a:pt x="42424" y="103751"/>
                  </a:lnTo>
                  <a:lnTo>
                    <a:pt x="42526" y="103751"/>
                  </a:lnTo>
                  <a:lnTo>
                    <a:pt x="42661" y="103773"/>
                  </a:lnTo>
                  <a:lnTo>
                    <a:pt x="42965" y="103948"/>
                  </a:lnTo>
                  <a:lnTo>
                    <a:pt x="43067" y="103905"/>
                  </a:lnTo>
                  <a:lnTo>
                    <a:pt x="43101" y="103817"/>
                  </a:lnTo>
                  <a:lnTo>
                    <a:pt x="42796" y="103489"/>
                  </a:lnTo>
                  <a:lnTo>
                    <a:pt x="42695" y="103401"/>
                  </a:lnTo>
                  <a:lnTo>
                    <a:pt x="42526" y="103357"/>
                  </a:lnTo>
                  <a:lnTo>
                    <a:pt x="42458" y="103313"/>
                  </a:lnTo>
                  <a:lnTo>
                    <a:pt x="42356" y="103270"/>
                  </a:lnTo>
                  <a:lnTo>
                    <a:pt x="42153" y="103248"/>
                  </a:lnTo>
                  <a:lnTo>
                    <a:pt x="42120" y="103226"/>
                  </a:lnTo>
                  <a:lnTo>
                    <a:pt x="41984" y="103094"/>
                  </a:lnTo>
                  <a:lnTo>
                    <a:pt x="41917" y="103094"/>
                  </a:lnTo>
                  <a:lnTo>
                    <a:pt x="41781" y="103116"/>
                  </a:lnTo>
                  <a:lnTo>
                    <a:pt x="41714" y="103182"/>
                  </a:lnTo>
                  <a:lnTo>
                    <a:pt x="41714" y="103248"/>
                  </a:lnTo>
                  <a:lnTo>
                    <a:pt x="41781" y="103291"/>
                  </a:lnTo>
                  <a:lnTo>
                    <a:pt x="41815" y="103335"/>
                  </a:lnTo>
                  <a:lnTo>
                    <a:pt x="41781" y="103379"/>
                  </a:lnTo>
                  <a:lnTo>
                    <a:pt x="41747" y="103401"/>
                  </a:lnTo>
                  <a:close/>
                  <a:moveTo>
                    <a:pt x="46619" y="110321"/>
                  </a:moveTo>
                  <a:lnTo>
                    <a:pt x="46044" y="109773"/>
                  </a:lnTo>
                  <a:lnTo>
                    <a:pt x="45909" y="109598"/>
                  </a:lnTo>
                  <a:lnTo>
                    <a:pt x="45909" y="109576"/>
                  </a:lnTo>
                  <a:lnTo>
                    <a:pt x="45943" y="109532"/>
                  </a:lnTo>
                  <a:lnTo>
                    <a:pt x="45976" y="109467"/>
                  </a:lnTo>
                  <a:lnTo>
                    <a:pt x="46044" y="109467"/>
                  </a:lnTo>
                  <a:lnTo>
                    <a:pt x="46044" y="109532"/>
                  </a:lnTo>
                  <a:lnTo>
                    <a:pt x="46112" y="109598"/>
                  </a:lnTo>
                  <a:lnTo>
                    <a:pt x="46179" y="109664"/>
                  </a:lnTo>
                  <a:lnTo>
                    <a:pt x="46281" y="109686"/>
                  </a:lnTo>
                  <a:lnTo>
                    <a:pt x="46382" y="109729"/>
                  </a:lnTo>
                  <a:lnTo>
                    <a:pt x="46010" y="109226"/>
                  </a:lnTo>
                  <a:lnTo>
                    <a:pt x="45570" y="108810"/>
                  </a:lnTo>
                  <a:lnTo>
                    <a:pt x="45604" y="108722"/>
                  </a:lnTo>
                  <a:lnTo>
                    <a:pt x="45570" y="108678"/>
                  </a:lnTo>
                  <a:lnTo>
                    <a:pt x="45570" y="108635"/>
                  </a:lnTo>
                  <a:lnTo>
                    <a:pt x="45435" y="108897"/>
                  </a:lnTo>
                  <a:lnTo>
                    <a:pt x="45401" y="109072"/>
                  </a:lnTo>
                  <a:lnTo>
                    <a:pt x="45435" y="109204"/>
                  </a:lnTo>
                  <a:lnTo>
                    <a:pt x="45604" y="109401"/>
                  </a:lnTo>
                  <a:lnTo>
                    <a:pt x="45334" y="109445"/>
                  </a:lnTo>
                  <a:lnTo>
                    <a:pt x="45300" y="109598"/>
                  </a:lnTo>
                  <a:lnTo>
                    <a:pt x="45367" y="109751"/>
                  </a:lnTo>
                  <a:lnTo>
                    <a:pt x="45435" y="109883"/>
                  </a:lnTo>
                  <a:lnTo>
                    <a:pt x="45435" y="109948"/>
                  </a:lnTo>
                  <a:lnTo>
                    <a:pt x="45300" y="109992"/>
                  </a:lnTo>
                  <a:lnTo>
                    <a:pt x="45198" y="110080"/>
                  </a:lnTo>
                  <a:lnTo>
                    <a:pt x="45198" y="110211"/>
                  </a:lnTo>
                  <a:lnTo>
                    <a:pt x="45198" y="110277"/>
                  </a:lnTo>
                  <a:lnTo>
                    <a:pt x="45198" y="110408"/>
                  </a:lnTo>
                  <a:lnTo>
                    <a:pt x="45300" y="110452"/>
                  </a:lnTo>
                  <a:lnTo>
                    <a:pt x="45367" y="110496"/>
                  </a:lnTo>
                  <a:lnTo>
                    <a:pt x="45435" y="110605"/>
                  </a:lnTo>
                  <a:lnTo>
                    <a:pt x="45503" y="110649"/>
                  </a:lnTo>
                  <a:lnTo>
                    <a:pt x="45706" y="110649"/>
                  </a:lnTo>
                  <a:lnTo>
                    <a:pt x="45909" y="110627"/>
                  </a:lnTo>
                  <a:lnTo>
                    <a:pt x="46010" y="110605"/>
                  </a:lnTo>
                  <a:lnTo>
                    <a:pt x="46044" y="110518"/>
                  </a:lnTo>
                  <a:lnTo>
                    <a:pt x="45943" y="110321"/>
                  </a:lnTo>
                  <a:lnTo>
                    <a:pt x="45909" y="110255"/>
                  </a:lnTo>
                  <a:lnTo>
                    <a:pt x="46247" y="110430"/>
                  </a:lnTo>
                  <a:lnTo>
                    <a:pt x="46450" y="110452"/>
                  </a:lnTo>
                  <a:lnTo>
                    <a:pt x="46619" y="110321"/>
                  </a:lnTo>
                  <a:close/>
                  <a:moveTo>
                    <a:pt x="45367" y="106839"/>
                  </a:moveTo>
                  <a:lnTo>
                    <a:pt x="45029" y="106708"/>
                  </a:lnTo>
                  <a:lnTo>
                    <a:pt x="44792" y="106532"/>
                  </a:lnTo>
                  <a:lnTo>
                    <a:pt x="44758" y="106489"/>
                  </a:lnTo>
                  <a:lnTo>
                    <a:pt x="44725" y="106401"/>
                  </a:lnTo>
                  <a:lnTo>
                    <a:pt x="44657" y="106357"/>
                  </a:lnTo>
                  <a:lnTo>
                    <a:pt x="44420" y="106357"/>
                  </a:lnTo>
                  <a:lnTo>
                    <a:pt x="44352" y="106379"/>
                  </a:lnTo>
                  <a:lnTo>
                    <a:pt x="44319" y="106423"/>
                  </a:lnTo>
                  <a:lnTo>
                    <a:pt x="44352" y="106445"/>
                  </a:lnTo>
                  <a:lnTo>
                    <a:pt x="44352" y="106489"/>
                  </a:lnTo>
                  <a:lnTo>
                    <a:pt x="44319" y="106510"/>
                  </a:lnTo>
                  <a:lnTo>
                    <a:pt x="44319" y="106598"/>
                  </a:lnTo>
                  <a:lnTo>
                    <a:pt x="44420" y="106729"/>
                  </a:lnTo>
                  <a:lnTo>
                    <a:pt x="44826" y="106970"/>
                  </a:lnTo>
                  <a:lnTo>
                    <a:pt x="45029" y="107036"/>
                  </a:lnTo>
                  <a:lnTo>
                    <a:pt x="45164" y="107058"/>
                  </a:lnTo>
                  <a:lnTo>
                    <a:pt x="45300" y="107058"/>
                  </a:lnTo>
                  <a:lnTo>
                    <a:pt x="45334" y="107058"/>
                  </a:lnTo>
                  <a:lnTo>
                    <a:pt x="45367" y="107080"/>
                  </a:lnTo>
                  <a:lnTo>
                    <a:pt x="45435" y="107058"/>
                  </a:lnTo>
                  <a:lnTo>
                    <a:pt x="45503" y="106992"/>
                  </a:lnTo>
                  <a:lnTo>
                    <a:pt x="45469" y="106927"/>
                  </a:lnTo>
                  <a:lnTo>
                    <a:pt x="45367" y="106839"/>
                  </a:lnTo>
                  <a:close/>
                  <a:moveTo>
                    <a:pt x="47702" y="110671"/>
                  </a:moveTo>
                  <a:lnTo>
                    <a:pt x="47566" y="110627"/>
                  </a:lnTo>
                  <a:lnTo>
                    <a:pt x="47465" y="110583"/>
                  </a:lnTo>
                  <a:lnTo>
                    <a:pt x="47566" y="110496"/>
                  </a:lnTo>
                  <a:lnTo>
                    <a:pt x="47600" y="110408"/>
                  </a:lnTo>
                  <a:lnTo>
                    <a:pt x="47499" y="110299"/>
                  </a:lnTo>
                  <a:lnTo>
                    <a:pt x="47363" y="110167"/>
                  </a:lnTo>
                  <a:lnTo>
                    <a:pt x="47296" y="110124"/>
                  </a:lnTo>
                  <a:lnTo>
                    <a:pt x="47194" y="110080"/>
                  </a:lnTo>
                  <a:lnTo>
                    <a:pt x="47093" y="110102"/>
                  </a:lnTo>
                  <a:lnTo>
                    <a:pt x="47093" y="110167"/>
                  </a:lnTo>
                  <a:lnTo>
                    <a:pt x="47127" y="110255"/>
                  </a:lnTo>
                  <a:lnTo>
                    <a:pt x="47093" y="110299"/>
                  </a:lnTo>
                  <a:lnTo>
                    <a:pt x="47059" y="110452"/>
                  </a:lnTo>
                  <a:lnTo>
                    <a:pt x="47059" y="110496"/>
                  </a:lnTo>
                  <a:lnTo>
                    <a:pt x="47127" y="110605"/>
                  </a:lnTo>
                  <a:lnTo>
                    <a:pt x="47160" y="110649"/>
                  </a:lnTo>
                  <a:lnTo>
                    <a:pt x="47330" y="110759"/>
                  </a:lnTo>
                  <a:lnTo>
                    <a:pt x="47465" y="110824"/>
                  </a:lnTo>
                  <a:lnTo>
                    <a:pt x="47600" y="110868"/>
                  </a:lnTo>
                  <a:lnTo>
                    <a:pt x="47736" y="110912"/>
                  </a:lnTo>
                  <a:lnTo>
                    <a:pt x="47837" y="110912"/>
                  </a:lnTo>
                  <a:lnTo>
                    <a:pt x="47939" y="110868"/>
                  </a:lnTo>
                  <a:lnTo>
                    <a:pt x="47939" y="110737"/>
                  </a:lnTo>
                  <a:lnTo>
                    <a:pt x="47803" y="110715"/>
                  </a:lnTo>
                  <a:lnTo>
                    <a:pt x="47702" y="110671"/>
                  </a:lnTo>
                  <a:close/>
                  <a:moveTo>
                    <a:pt x="40631" y="100861"/>
                  </a:moveTo>
                  <a:lnTo>
                    <a:pt x="40530" y="100905"/>
                  </a:lnTo>
                  <a:lnTo>
                    <a:pt x="40699" y="101124"/>
                  </a:lnTo>
                  <a:lnTo>
                    <a:pt x="40766" y="101211"/>
                  </a:lnTo>
                  <a:lnTo>
                    <a:pt x="41071" y="101343"/>
                  </a:lnTo>
                  <a:lnTo>
                    <a:pt x="41308" y="101562"/>
                  </a:lnTo>
                  <a:lnTo>
                    <a:pt x="41375" y="101605"/>
                  </a:lnTo>
                  <a:lnTo>
                    <a:pt x="41375" y="101627"/>
                  </a:lnTo>
                  <a:lnTo>
                    <a:pt x="41511" y="101759"/>
                  </a:lnTo>
                  <a:lnTo>
                    <a:pt x="41544" y="101759"/>
                  </a:lnTo>
                  <a:lnTo>
                    <a:pt x="41646" y="101759"/>
                  </a:lnTo>
                  <a:lnTo>
                    <a:pt x="41680" y="101781"/>
                  </a:lnTo>
                  <a:lnTo>
                    <a:pt x="41680" y="101802"/>
                  </a:lnTo>
                  <a:lnTo>
                    <a:pt x="41680" y="101934"/>
                  </a:lnTo>
                  <a:lnTo>
                    <a:pt x="41747" y="102153"/>
                  </a:lnTo>
                  <a:lnTo>
                    <a:pt x="41747" y="102197"/>
                  </a:lnTo>
                  <a:lnTo>
                    <a:pt x="41680" y="102240"/>
                  </a:lnTo>
                  <a:lnTo>
                    <a:pt x="41680" y="102284"/>
                  </a:lnTo>
                  <a:lnTo>
                    <a:pt x="42086" y="102459"/>
                  </a:lnTo>
                  <a:lnTo>
                    <a:pt x="43135" y="103357"/>
                  </a:lnTo>
                  <a:lnTo>
                    <a:pt x="43338" y="103598"/>
                  </a:lnTo>
                  <a:lnTo>
                    <a:pt x="43439" y="103686"/>
                  </a:lnTo>
                  <a:lnTo>
                    <a:pt x="43642" y="103620"/>
                  </a:lnTo>
                  <a:lnTo>
                    <a:pt x="43608" y="103379"/>
                  </a:lnTo>
                  <a:lnTo>
                    <a:pt x="43439" y="103138"/>
                  </a:lnTo>
                  <a:lnTo>
                    <a:pt x="42965" y="102525"/>
                  </a:lnTo>
                  <a:lnTo>
                    <a:pt x="42932" y="102416"/>
                  </a:lnTo>
                  <a:lnTo>
                    <a:pt x="42932" y="102306"/>
                  </a:lnTo>
                  <a:lnTo>
                    <a:pt x="42932" y="102218"/>
                  </a:lnTo>
                  <a:lnTo>
                    <a:pt x="42762" y="102021"/>
                  </a:lnTo>
                  <a:lnTo>
                    <a:pt x="42762" y="101934"/>
                  </a:lnTo>
                  <a:lnTo>
                    <a:pt x="42729" y="101737"/>
                  </a:lnTo>
                  <a:lnTo>
                    <a:pt x="42458" y="101540"/>
                  </a:lnTo>
                  <a:lnTo>
                    <a:pt x="41781" y="101299"/>
                  </a:lnTo>
                  <a:lnTo>
                    <a:pt x="41612" y="101145"/>
                  </a:lnTo>
                  <a:lnTo>
                    <a:pt x="41341" y="101014"/>
                  </a:lnTo>
                  <a:lnTo>
                    <a:pt x="41274" y="100927"/>
                  </a:lnTo>
                  <a:lnTo>
                    <a:pt x="41172" y="100708"/>
                  </a:lnTo>
                  <a:lnTo>
                    <a:pt x="41105" y="100642"/>
                  </a:lnTo>
                  <a:lnTo>
                    <a:pt x="41071" y="100576"/>
                  </a:lnTo>
                  <a:lnTo>
                    <a:pt x="41003" y="100532"/>
                  </a:lnTo>
                  <a:lnTo>
                    <a:pt x="40868" y="100510"/>
                  </a:lnTo>
                  <a:lnTo>
                    <a:pt x="40800" y="100510"/>
                  </a:lnTo>
                  <a:lnTo>
                    <a:pt x="40766" y="100576"/>
                  </a:lnTo>
                  <a:lnTo>
                    <a:pt x="40766" y="100598"/>
                  </a:lnTo>
                  <a:lnTo>
                    <a:pt x="40699" y="100664"/>
                  </a:lnTo>
                  <a:lnTo>
                    <a:pt x="40699" y="100708"/>
                  </a:lnTo>
                  <a:lnTo>
                    <a:pt x="40699" y="100751"/>
                  </a:lnTo>
                  <a:lnTo>
                    <a:pt x="40699" y="100795"/>
                  </a:lnTo>
                  <a:lnTo>
                    <a:pt x="40631" y="100861"/>
                  </a:lnTo>
                  <a:close/>
                  <a:moveTo>
                    <a:pt x="46619" y="111678"/>
                  </a:moveTo>
                  <a:lnTo>
                    <a:pt x="46518" y="111613"/>
                  </a:lnTo>
                  <a:lnTo>
                    <a:pt x="46484" y="111525"/>
                  </a:lnTo>
                  <a:lnTo>
                    <a:pt x="46450" y="111416"/>
                  </a:lnTo>
                  <a:lnTo>
                    <a:pt x="46382" y="111350"/>
                  </a:lnTo>
                  <a:lnTo>
                    <a:pt x="46382" y="111350"/>
                  </a:lnTo>
                  <a:lnTo>
                    <a:pt x="46382" y="111481"/>
                  </a:lnTo>
                  <a:lnTo>
                    <a:pt x="46349" y="111503"/>
                  </a:lnTo>
                  <a:lnTo>
                    <a:pt x="46349" y="111459"/>
                  </a:lnTo>
                  <a:lnTo>
                    <a:pt x="46349" y="111481"/>
                  </a:lnTo>
                  <a:lnTo>
                    <a:pt x="46382" y="111591"/>
                  </a:lnTo>
                  <a:lnTo>
                    <a:pt x="46416" y="111700"/>
                  </a:lnTo>
                  <a:lnTo>
                    <a:pt x="46450" y="111788"/>
                  </a:lnTo>
                  <a:lnTo>
                    <a:pt x="46585" y="111854"/>
                  </a:lnTo>
                  <a:lnTo>
                    <a:pt x="46653" y="111788"/>
                  </a:lnTo>
                  <a:lnTo>
                    <a:pt x="46687" y="111722"/>
                  </a:lnTo>
                  <a:lnTo>
                    <a:pt x="46653" y="111700"/>
                  </a:lnTo>
                  <a:lnTo>
                    <a:pt x="46619" y="111678"/>
                  </a:lnTo>
                  <a:close/>
                  <a:moveTo>
                    <a:pt x="39312" y="95452"/>
                  </a:moveTo>
                  <a:lnTo>
                    <a:pt x="39345" y="95255"/>
                  </a:lnTo>
                  <a:lnTo>
                    <a:pt x="39345" y="95189"/>
                  </a:lnTo>
                  <a:lnTo>
                    <a:pt x="39312" y="95167"/>
                  </a:lnTo>
                  <a:lnTo>
                    <a:pt x="39176" y="95167"/>
                  </a:lnTo>
                  <a:lnTo>
                    <a:pt x="39142" y="95145"/>
                  </a:lnTo>
                  <a:lnTo>
                    <a:pt x="39109" y="95102"/>
                  </a:lnTo>
                  <a:lnTo>
                    <a:pt x="39075" y="95014"/>
                  </a:lnTo>
                  <a:lnTo>
                    <a:pt x="39041" y="94948"/>
                  </a:lnTo>
                  <a:lnTo>
                    <a:pt x="38973" y="94927"/>
                  </a:lnTo>
                  <a:lnTo>
                    <a:pt x="38703" y="94664"/>
                  </a:lnTo>
                  <a:lnTo>
                    <a:pt x="38533" y="94708"/>
                  </a:lnTo>
                  <a:lnTo>
                    <a:pt x="38398" y="94839"/>
                  </a:lnTo>
                  <a:lnTo>
                    <a:pt x="38330" y="94927"/>
                  </a:lnTo>
                  <a:lnTo>
                    <a:pt x="38263" y="95058"/>
                  </a:lnTo>
                  <a:lnTo>
                    <a:pt x="38195" y="95189"/>
                  </a:lnTo>
                  <a:lnTo>
                    <a:pt x="38127" y="95299"/>
                  </a:lnTo>
                  <a:lnTo>
                    <a:pt x="37992" y="95321"/>
                  </a:lnTo>
                  <a:lnTo>
                    <a:pt x="37722" y="95167"/>
                  </a:lnTo>
                  <a:lnTo>
                    <a:pt x="37519" y="95167"/>
                  </a:lnTo>
                  <a:lnTo>
                    <a:pt x="37417" y="95277"/>
                  </a:lnTo>
                  <a:lnTo>
                    <a:pt x="37349" y="95474"/>
                  </a:lnTo>
                  <a:lnTo>
                    <a:pt x="37417" y="95583"/>
                  </a:lnTo>
                  <a:lnTo>
                    <a:pt x="37552" y="95627"/>
                  </a:lnTo>
                  <a:lnTo>
                    <a:pt x="37789" y="95605"/>
                  </a:lnTo>
                  <a:lnTo>
                    <a:pt x="37857" y="95583"/>
                  </a:lnTo>
                  <a:lnTo>
                    <a:pt x="37958" y="95540"/>
                  </a:lnTo>
                  <a:lnTo>
                    <a:pt x="38026" y="95518"/>
                  </a:lnTo>
                  <a:lnTo>
                    <a:pt x="38263" y="95540"/>
                  </a:lnTo>
                  <a:lnTo>
                    <a:pt x="38330" y="95518"/>
                  </a:lnTo>
                  <a:lnTo>
                    <a:pt x="38364" y="95540"/>
                  </a:lnTo>
                  <a:lnTo>
                    <a:pt x="38432" y="95605"/>
                  </a:lnTo>
                  <a:lnTo>
                    <a:pt x="38466" y="95671"/>
                  </a:lnTo>
                  <a:lnTo>
                    <a:pt x="38601" y="95671"/>
                  </a:lnTo>
                  <a:lnTo>
                    <a:pt x="38703" y="95627"/>
                  </a:lnTo>
                  <a:lnTo>
                    <a:pt x="38770" y="95671"/>
                  </a:lnTo>
                  <a:lnTo>
                    <a:pt x="38770" y="95693"/>
                  </a:lnTo>
                  <a:lnTo>
                    <a:pt x="38770" y="96153"/>
                  </a:lnTo>
                  <a:lnTo>
                    <a:pt x="38804" y="96306"/>
                  </a:lnTo>
                  <a:lnTo>
                    <a:pt x="38973" y="96459"/>
                  </a:lnTo>
                  <a:lnTo>
                    <a:pt x="38939" y="96613"/>
                  </a:lnTo>
                  <a:lnTo>
                    <a:pt x="38804" y="96788"/>
                  </a:lnTo>
                  <a:lnTo>
                    <a:pt x="38703" y="96919"/>
                  </a:lnTo>
                  <a:lnTo>
                    <a:pt x="38466" y="97138"/>
                  </a:lnTo>
                  <a:lnTo>
                    <a:pt x="38432" y="97182"/>
                  </a:lnTo>
                  <a:lnTo>
                    <a:pt x="38500" y="97270"/>
                  </a:lnTo>
                  <a:lnTo>
                    <a:pt x="38533" y="97270"/>
                  </a:lnTo>
                  <a:lnTo>
                    <a:pt x="38635" y="97226"/>
                  </a:lnTo>
                  <a:lnTo>
                    <a:pt x="38838" y="97182"/>
                  </a:lnTo>
                  <a:lnTo>
                    <a:pt x="39007" y="97051"/>
                  </a:lnTo>
                  <a:lnTo>
                    <a:pt x="39278" y="96766"/>
                  </a:lnTo>
                  <a:lnTo>
                    <a:pt x="39278" y="96810"/>
                  </a:lnTo>
                  <a:lnTo>
                    <a:pt x="39345" y="96875"/>
                  </a:lnTo>
                  <a:lnTo>
                    <a:pt x="39413" y="96875"/>
                  </a:lnTo>
                  <a:lnTo>
                    <a:pt x="39481" y="96810"/>
                  </a:lnTo>
                  <a:lnTo>
                    <a:pt x="39548" y="96700"/>
                  </a:lnTo>
                  <a:lnTo>
                    <a:pt x="39548" y="96613"/>
                  </a:lnTo>
                  <a:lnTo>
                    <a:pt x="39515" y="96525"/>
                  </a:lnTo>
                  <a:lnTo>
                    <a:pt x="39515" y="96437"/>
                  </a:lnTo>
                  <a:lnTo>
                    <a:pt x="39515" y="96328"/>
                  </a:lnTo>
                  <a:lnTo>
                    <a:pt x="39379" y="96000"/>
                  </a:lnTo>
                  <a:lnTo>
                    <a:pt x="39379" y="95802"/>
                  </a:lnTo>
                  <a:lnTo>
                    <a:pt x="39312" y="95583"/>
                  </a:lnTo>
                  <a:lnTo>
                    <a:pt x="39312" y="95518"/>
                  </a:lnTo>
                  <a:lnTo>
                    <a:pt x="39312" y="95452"/>
                  </a:lnTo>
                  <a:close/>
                  <a:moveTo>
                    <a:pt x="39413" y="102678"/>
                  </a:moveTo>
                  <a:lnTo>
                    <a:pt x="39481" y="102810"/>
                  </a:lnTo>
                  <a:lnTo>
                    <a:pt x="39548" y="102832"/>
                  </a:lnTo>
                  <a:lnTo>
                    <a:pt x="39650" y="102832"/>
                  </a:lnTo>
                  <a:lnTo>
                    <a:pt x="39751" y="102766"/>
                  </a:lnTo>
                  <a:lnTo>
                    <a:pt x="39819" y="102700"/>
                  </a:lnTo>
                  <a:lnTo>
                    <a:pt x="39954" y="102678"/>
                  </a:lnTo>
                  <a:lnTo>
                    <a:pt x="40090" y="102722"/>
                  </a:lnTo>
                  <a:lnTo>
                    <a:pt x="40157" y="102722"/>
                  </a:lnTo>
                  <a:lnTo>
                    <a:pt x="40124" y="102678"/>
                  </a:lnTo>
                  <a:lnTo>
                    <a:pt x="40090" y="102635"/>
                  </a:lnTo>
                  <a:lnTo>
                    <a:pt x="39819" y="102437"/>
                  </a:lnTo>
                  <a:lnTo>
                    <a:pt x="39616" y="102394"/>
                  </a:lnTo>
                  <a:lnTo>
                    <a:pt x="39413" y="102437"/>
                  </a:lnTo>
                  <a:lnTo>
                    <a:pt x="39345" y="102547"/>
                  </a:lnTo>
                  <a:lnTo>
                    <a:pt x="39413" y="102678"/>
                  </a:lnTo>
                  <a:close/>
                  <a:moveTo>
                    <a:pt x="38939" y="101978"/>
                  </a:moveTo>
                  <a:lnTo>
                    <a:pt x="38838" y="101934"/>
                  </a:lnTo>
                  <a:lnTo>
                    <a:pt x="38736" y="101759"/>
                  </a:lnTo>
                  <a:lnTo>
                    <a:pt x="38669" y="101781"/>
                  </a:lnTo>
                  <a:lnTo>
                    <a:pt x="38533" y="101934"/>
                  </a:lnTo>
                  <a:lnTo>
                    <a:pt x="38466" y="102065"/>
                  </a:lnTo>
                  <a:lnTo>
                    <a:pt x="38500" y="102218"/>
                  </a:lnTo>
                  <a:lnTo>
                    <a:pt x="38872" y="102744"/>
                  </a:lnTo>
                  <a:lnTo>
                    <a:pt x="39041" y="102832"/>
                  </a:lnTo>
                  <a:lnTo>
                    <a:pt x="39142" y="102875"/>
                  </a:lnTo>
                  <a:lnTo>
                    <a:pt x="39176" y="102875"/>
                  </a:lnTo>
                  <a:lnTo>
                    <a:pt x="39312" y="102875"/>
                  </a:lnTo>
                  <a:lnTo>
                    <a:pt x="39312" y="102810"/>
                  </a:lnTo>
                  <a:lnTo>
                    <a:pt x="39210" y="102722"/>
                  </a:lnTo>
                  <a:lnTo>
                    <a:pt x="39176" y="102700"/>
                  </a:lnTo>
                  <a:lnTo>
                    <a:pt x="38939" y="101978"/>
                  </a:lnTo>
                  <a:close/>
                  <a:moveTo>
                    <a:pt x="39853" y="97094"/>
                  </a:moveTo>
                  <a:lnTo>
                    <a:pt x="39413" y="97313"/>
                  </a:lnTo>
                  <a:lnTo>
                    <a:pt x="39176" y="97423"/>
                  </a:lnTo>
                  <a:lnTo>
                    <a:pt x="39075" y="97467"/>
                  </a:lnTo>
                  <a:lnTo>
                    <a:pt x="39075" y="97554"/>
                  </a:lnTo>
                  <a:lnTo>
                    <a:pt x="39278" y="97839"/>
                  </a:lnTo>
                  <a:lnTo>
                    <a:pt x="39278" y="97883"/>
                  </a:lnTo>
                  <a:lnTo>
                    <a:pt x="39278" y="97948"/>
                  </a:lnTo>
                  <a:lnTo>
                    <a:pt x="39176" y="98058"/>
                  </a:lnTo>
                  <a:lnTo>
                    <a:pt x="39142" y="98102"/>
                  </a:lnTo>
                  <a:lnTo>
                    <a:pt x="39075" y="98189"/>
                  </a:lnTo>
                  <a:lnTo>
                    <a:pt x="39075" y="98321"/>
                  </a:lnTo>
                  <a:lnTo>
                    <a:pt x="39176" y="98364"/>
                  </a:lnTo>
                  <a:lnTo>
                    <a:pt x="39312" y="98321"/>
                  </a:lnTo>
                  <a:lnTo>
                    <a:pt x="39481" y="98145"/>
                  </a:lnTo>
                  <a:lnTo>
                    <a:pt x="39650" y="98124"/>
                  </a:lnTo>
                  <a:lnTo>
                    <a:pt x="39853" y="98124"/>
                  </a:lnTo>
                  <a:lnTo>
                    <a:pt x="40124" y="98102"/>
                  </a:lnTo>
                  <a:lnTo>
                    <a:pt x="40090" y="97992"/>
                  </a:lnTo>
                  <a:lnTo>
                    <a:pt x="40090" y="97927"/>
                  </a:lnTo>
                  <a:lnTo>
                    <a:pt x="40090" y="97839"/>
                  </a:lnTo>
                  <a:lnTo>
                    <a:pt x="40157" y="97729"/>
                  </a:lnTo>
                  <a:lnTo>
                    <a:pt x="40124" y="97708"/>
                  </a:lnTo>
                  <a:lnTo>
                    <a:pt x="40090" y="97642"/>
                  </a:lnTo>
                  <a:lnTo>
                    <a:pt x="40090" y="97576"/>
                  </a:lnTo>
                  <a:lnTo>
                    <a:pt x="40124" y="97576"/>
                  </a:lnTo>
                  <a:lnTo>
                    <a:pt x="40157" y="97554"/>
                  </a:lnTo>
                  <a:lnTo>
                    <a:pt x="40191" y="97510"/>
                  </a:lnTo>
                  <a:lnTo>
                    <a:pt x="40259" y="97467"/>
                  </a:lnTo>
                  <a:lnTo>
                    <a:pt x="40259" y="97445"/>
                  </a:lnTo>
                  <a:lnTo>
                    <a:pt x="40259" y="97270"/>
                  </a:lnTo>
                  <a:lnTo>
                    <a:pt x="40056" y="96766"/>
                  </a:lnTo>
                  <a:lnTo>
                    <a:pt x="40022" y="96678"/>
                  </a:lnTo>
                  <a:lnTo>
                    <a:pt x="39988" y="96678"/>
                  </a:lnTo>
                  <a:lnTo>
                    <a:pt x="39887" y="96656"/>
                  </a:lnTo>
                  <a:lnTo>
                    <a:pt x="39887" y="96766"/>
                  </a:lnTo>
                  <a:lnTo>
                    <a:pt x="39988" y="96963"/>
                  </a:lnTo>
                  <a:lnTo>
                    <a:pt x="39954" y="97051"/>
                  </a:lnTo>
                  <a:lnTo>
                    <a:pt x="39853" y="97094"/>
                  </a:lnTo>
                  <a:close/>
                  <a:moveTo>
                    <a:pt x="41375" y="96569"/>
                  </a:moveTo>
                  <a:lnTo>
                    <a:pt x="41071" y="96437"/>
                  </a:lnTo>
                  <a:lnTo>
                    <a:pt x="40834" y="96262"/>
                  </a:lnTo>
                  <a:lnTo>
                    <a:pt x="40733" y="96350"/>
                  </a:lnTo>
                  <a:lnTo>
                    <a:pt x="40631" y="96437"/>
                  </a:lnTo>
                  <a:lnTo>
                    <a:pt x="40462" y="96481"/>
                  </a:lnTo>
                  <a:lnTo>
                    <a:pt x="40360" y="96525"/>
                  </a:lnTo>
                  <a:lnTo>
                    <a:pt x="40293" y="96613"/>
                  </a:lnTo>
                  <a:lnTo>
                    <a:pt x="40293" y="96744"/>
                  </a:lnTo>
                  <a:lnTo>
                    <a:pt x="40394" y="97051"/>
                  </a:lnTo>
                  <a:lnTo>
                    <a:pt x="40462" y="97094"/>
                  </a:lnTo>
                  <a:lnTo>
                    <a:pt x="40631" y="97138"/>
                  </a:lnTo>
                  <a:lnTo>
                    <a:pt x="40868" y="97182"/>
                  </a:lnTo>
                  <a:lnTo>
                    <a:pt x="41003" y="97204"/>
                  </a:lnTo>
                  <a:lnTo>
                    <a:pt x="41037" y="97313"/>
                  </a:lnTo>
                  <a:lnTo>
                    <a:pt x="40936" y="97335"/>
                  </a:lnTo>
                  <a:lnTo>
                    <a:pt x="40766" y="97335"/>
                  </a:lnTo>
                  <a:lnTo>
                    <a:pt x="40665" y="97401"/>
                  </a:lnTo>
                  <a:lnTo>
                    <a:pt x="40665" y="97489"/>
                  </a:lnTo>
                  <a:lnTo>
                    <a:pt x="40665" y="97664"/>
                  </a:lnTo>
                  <a:lnTo>
                    <a:pt x="40699" y="97773"/>
                  </a:lnTo>
                  <a:lnTo>
                    <a:pt x="40733" y="97839"/>
                  </a:lnTo>
                  <a:lnTo>
                    <a:pt x="40936" y="97817"/>
                  </a:lnTo>
                  <a:lnTo>
                    <a:pt x="41172" y="97729"/>
                  </a:lnTo>
                  <a:lnTo>
                    <a:pt x="41409" y="97642"/>
                  </a:lnTo>
                  <a:lnTo>
                    <a:pt x="41511" y="97554"/>
                  </a:lnTo>
                  <a:lnTo>
                    <a:pt x="41511" y="97401"/>
                  </a:lnTo>
                  <a:lnTo>
                    <a:pt x="41375" y="97270"/>
                  </a:lnTo>
                  <a:lnTo>
                    <a:pt x="41274" y="97116"/>
                  </a:lnTo>
                  <a:lnTo>
                    <a:pt x="41341" y="96854"/>
                  </a:lnTo>
                  <a:lnTo>
                    <a:pt x="41443" y="96744"/>
                  </a:lnTo>
                  <a:lnTo>
                    <a:pt x="41477" y="96700"/>
                  </a:lnTo>
                  <a:lnTo>
                    <a:pt x="41477" y="96656"/>
                  </a:lnTo>
                  <a:lnTo>
                    <a:pt x="41375" y="96569"/>
                  </a:lnTo>
                  <a:close/>
                  <a:moveTo>
                    <a:pt x="38060" y="97051"/>
                  </a:moveTo>
                  <a:lnTo>
                    <a:pt x="38263" y="97051"/>
                  </a:lnTo>
                  <a:lnTo>
                    <a:pt x="38263" y="96919"/>
                  </a:lnTo>
                  <a:lnTo>
                    <a:pt x="38364" y="96875"/>
                  </a:lnTo>
                  <a:lnTo>
                    <a:pt x="38466" y="96810"/>
                  </a:lnTo>
                  <a:lnTo>
                    <a:pt x="38601" y="96700"/>
                  </a:lnTo>
                  <a:lnTo>
                    <a:pt x="38669" y="96613"/>
                  </a:lnTo>
                  <a:lnTo>
                    <a:pt x="38669" y="96525"/>
                  </a:lnTo>
                  <a:lnTo>
                    <a:pt x="38635" y="96416"/>
                  </a:lnTo>
                  <a:lnTo>
                    <a:pt x="38500" y="96328"/>
                  </a:lnTo>
                  <a:lnTo>
                    <a:pt x="38466" y="96153"/>
                  </a:lnTo>
                  <a:lnTo>
                    <a:pt x="38398" y="96109"/>
                  </a:lnTo>
                  <a:lnTo>
                    <a:pt x="38364" y="96043"/>
                  </a:lnTo>
                  <a:lnTo>
                    <a:pt x="38364" y="95846"/>
                  </a:lnTo>
                  <a:lnTo>
                    <a:pt x="38297" y="95781"/>
                  </a:lnTo>
                  <a:lnTo>
                    <a:pt x="38060" y="95781"/>
                  </a:lnTo>
                  <a:lnTo>
                    <a:pt x="37823" y="95781"/>
                  </a:lnTo>
                  <a:lnTo>
                    <a:pt x="37688" y="95824"/>
                  </a:lnTo>
                  <a:lnTo>
                    <a:pt x="37552" y="95912"/>
                  </a:lnTo>
                  <a:lnTo>
                    <a:pt x="37417" y="96043"/>
                  </a:lnTo>
                  <a:lnTo>
                    <a:pt x="37349" y="96218"/>
                  </a:lnTo>
                  <a:lnTo>
                    <a:pt x="37349" y="96437"/>
                  </a:lnTo>
                  <a:lnTo>
                    <a:pt x="37282" y="96656"/>
                  </a:lnTo>
                  <a:lnTo>
                    <a:pt x="37214" y="96766"/>
                  </a:lnTo>
                  <a:lnTo>
                    <a:pt x="37214" y="96832"/>
                  </a:lnTo>
                  <a:lnTo>
                    <a:pt x="37282" y="96919"/>
                  </a:lnTo>
                  <a:lnTo>
                    <a:pt x="37349" y="96985"/>
                  </a:lnTo>
                  <a:lnTo>
                    <a:pt x="37383" y="97007"/>
                  </a:lnTo>
                  <a:lnTo>
                    <a:pt x="37417" y="97094"/>
                  </a:lnTo>
                  <a:lnTo>
                    <a:pt x="37688" y="97401"/>
                  </a:lnTo>
                  <a:lnTo>
                    <a:pt x="37755" y="97532"/>
                  </a:lnTo>
                  <a:lnTo>
                    <a:pt x="37688" y="97554"/>
                  </a:lnTo>
                  <a:lnTo>
                    <a:pt x="37654" y="97554"/>
                  </a:lnTo>
                  <a:lnTo>
                    <a:pt x="37654" y="97642"/>
                  </a:lnTo>
                  <a:lnTo>
                    <a:pt x="37722" y="97839"/>
                  </a:lnTo>
                  <a:lnTo>
                    <a:pt x="37722" y="97905"/>
                  </a:lnTo>
                  <a:lnTo>
                    <a:pt x="37688" y="98080"/>
                  </a:lnTo>
                  <a:lnTo>
                    <a:pt x="37722" y="98167"/>
                  </a:lnTo>
                  <a:lnTo>
                    <a:pt x="37789" y="98255"/>
                  </a:lnTo>
                  <a:lnTo>
                    <a:pt x="37857" y="98167"/>
                  </a:lnTo>
                  <a:lnTo>
                    <a:pt x="37958" y="97861"/>
                  </a:lnTo>
                  <a:lnTo>
                    <a:pt x="38060" y="97620"/>
                  </a:lnTo>
                  <a:lnTo>
                    <a:pt x="38060" y="97532"/>
                  </a:lnTo>
                  <a:lnTo>
                    <a:pt x="38026" y="97467"/>
                  </a:lnTo>
                  <a:lnTo>
                    <a:pt x="37992" y="97423"/>
                  </a:lnTo>
                  <a:lnTo>
                    <a:pt x="37958" y="97401"/>
                  </a:lnTo>
                  <a:lnTo>
                    <a:pt x="37857" y="97313"/>
                  </a:lnTo>
                  <a:lnTo>
                    <a:pt x="37823" y="97182"/>
                  </a:lnTo>
                  <a:lnTo>
                    <a:pt x="37891" y="97094"/>
                  </a:lnTo>
                  <a:lnTo>
                    <a:pt x="38060" y="97051"/>
                  </a:lnTo>
                  <a:close/>
                  <a:moveTo>
                    <a:pt x="44792" y="101956"/>
                  </a:moveTo>
                  <a:lnTo>
                    <a:pt x="44928" y="101868"/>
                  </a:lnTo>
                  <a:lnTo>
                    <a:pt x="45401" y="101671"/>
                  </a:lnTo>
                  <a:lnTo>
                    <a:pt x="45401" y="101671"/>
                  </a:lnTo>
                  <a:lnTo>
                    <a:pt x="45435" y="101715"/>
                  </a:lnTo>
                  <a:lnTo>
                    <a:pt x="45435" y="101671"/>
                  </a:lnTo>
                  <a:lnTo>
                    <a:pt x="45469" y="101649"/>
                  </a:lnTo>
                  <a:lnTo>
                    <a:pt x="45266" y="101627"/>
                  </a:lnTo>
                  <a:lnTo>
                    <a:pt x="44928" y="101627"/>
                  </a:lnTo>
                  <a:lnTo>
                    <a:pt x="44826" y="101627"/>
                  </a:lnTo>
                  <a:lnTo>
                    <a:pt x="44792" y="101671"/>
                  </a:lnTo>
                  <a:lnTo>
                    <a:pt x="44725" y="101781"/>
                  </a:lnTo>
                  <a:lnTo>
                    <a:pt x="44623" y="101715"/>
                  </a:lnTo>
                  <a:lnTo>
                    <a:pt x="44522" y="101671"/>
                  </a:lnTo>
                  <a:lnTo>
                    <a:pt x="44386" y="101715"/>
                  </a:lnTo>
                  <a:lnTo>
                    <a:pt x="43777" y="101956"/>
                  </a:lnTo>
                  <a:lnTo>
                    <a:pt x="43811" y="102175"/>
                  </a:lnTo>
                  <a:lnTo>
                    <a:pt x="43946" y="102372"/>
                  </a:lnTo>
                  <a:lnTo>
                    <a:pt x="44116" y="102416"/>
                  </a:lnTo>
                  <a:lnTo>
                    <a:pt x="44386" y="102284"/>
                  </a:lnTo>
                  <a:lnTo>
                    <a:pt x="44758" y="101978"/>
                  </a:lnTo>
                  <a:lnTo>
                    <a:pt x="44792" y="101956"/>
                  </a:lnTo>
                  <a:close/>
                  <a:moveTo>
                    <a:pt x="38161" y="94357"/>
                  </a:moveTo>
                  <a:lnTo>
                    <a:pt x="38026" y="94357"/>
                  </a:lnTo>
                  <a:lnTo>
                    <a:pt x="37958" y="94379"/>
                  </a:lnTo>
                  <a:lnTo>
                    <a:pt x="37823" y="94401"/>
                  </a:lnTo>
                  <a:lnTo>
                    <a:pt x="37282" y="94423"/>
                  </a:lnTo>
                  <a:lnTo>
                    <a:pt x="37113" y="94467"/>
                  </a:lnTo>
                  <a:lnTo>
                    <a:pt x="37113" y="94510"/>
                  </a:lnTo>
                  <a:lnTo>
                    <a:pt x="36977" y="94620"/>
                  </a:lnTo>
                  <a:lnTo>
                    <a:pt x="36808" y="94642"/>
                  </a:lnTo>
                  <a:lnTo>
                    <a:pt x="36639" y="94664"/>
                  </a:lnTo>
                  <a:lnTo>
                    <a:pt x="36537" y="94708"/>
                  </a:lnTo>
                  <a:lnTo>
                    <a:pt x="36639" y="94751"/>
                  </a:lnTo>
                  <a:lnTo>
                    <a:pt x="36740" y="94839"/>
                  </a:lnTo>
                  <a:lnTo>
                    <a:pt x="36876" y="94948"/>
                  </a:lnTo>
                  <a:lnTo>
                    <a:pt x="37146" y="95058"/>
                  </a:lnTo>
                  <a:lnTo>
                    <a:pt x="37417" y="95058"/>
                  </a:lnTo>
                  <a:lnTo>
                    <a:pt x="37654" y="95036"/>
                  </a:lnTo>
                  <a:lnTo>
                    <a:pt x="37755" y="95014"/>
                  </a:lnTo>
                  <a:lnTo>
                    <a:pt x="37789" y="94927"/>
                  </a:lnTo>
                  <a:lnTo>
                    <a:pt x="37823" y="94883"/>
                  </a:lnTo>
                  <a:lnTo>
                    <a:pt x="37789" y="94861"/>
                  </a:lnTo>
                  <a:lnTo>
                    <a:pt x="38026" y="94861"/>
                  </a:lnTo>
                  <a:lnTo>
                    <a:pt x="38094" y="94839"/>
                  </a:lnTo>
                  <a:lnTo>
                    <a:pt x="38195" y="94795"/>
                  </a:lnTo>
                  <a:lnTo>
                    <a:pt x="38364" y="94642"/>
                  </a:lnTo>
                  <a:lnTo>
                    <a:pt x="38364" y="94467"/>
                  </a:lnTo>
                  <a:lnTo>
                    <a:pt x="38161" y="94357"/>
                  </a:lnTo>
                  <a:close/>
                  <a:moveTo>
                    <a:pt x="36808" y="94204"/>
                  </a:moveTo>
                  <a:lnTo>
                    <a:pt x="36436" y="94182"/>
                  </a:lnTo>
                  <a:lnTo>
                    <a:pt x="36334" y="94182"/>
                  </a:lnTo>
                  <a:lnTo>
                    <a:pt x="36233" y="94204"/>
                  </a:lnTo>
                  <a:lnTo>
                    <a:pt x="36098" y="94204"/>
                  </a:lnTo>
                  <a:lnTo>
                    <a:pt x="35895" y="94226"/>
                  </a:lnTo>
                  <a:lnTo>
                    <a:pt x="35658" y="94226"/>
                  </a:lnTo>
                  <a:lnTo>
                    <a:pt x="35319" y="94160"/>
                  </a:lnTo>
                  <a:lnTo>
                    <a:pt x="35015" y="94116"/>
                  </a:lnTo>
                  <a:lnTo>
                    <a:pt x="34947" y="94160"/>
                  </a:lnTo>
                  <a:lnTo>
                    <a:pt x="34880" y="94182"/>
                  </a:lnTo>
                  <a:lnTo>
                    <a:pt x="34880" y="94204"/>
                  </a:lnTo>
                  <a:lnTo>
                    <a:pt x="34846" y="94226"/>
                  </a:lnTo>
                  <a:lnTo>
                    <a:pt x="34846" y="94270"/>
                  </a:lnTo>
                  <a:lnTo>
                    <a:pt x="34947" y="94313"/>
                  </a:lnTo>
                  <a:lnTo>
                    <a:pt x="34947" y="94313"/>
                  </a:lnTo>
                  <a:lnTo>
                    <a:pt x="35117" y="94401"/>
                  </a:lnTo>
                  <a:lnTo>
                    <a:pt x="35895" y="94510"/>
                  </a:lnTo>
                  <a:lnTo>
                    <a:pt x="36064" y="94489"/>
                  </a:lnTo>
                  <a:lnTo>
                    <a:pt x="36131" y="94489"/>
                  </a:lnTo>
                  <a:lnTo>
                    <a:pt x="36233" y="94532"/>
                  </a:lnTo>
                  <a:lnTo>
                    <a:pt x="36977" y="94576"/>
                  </a:lnTo>
                  <a:lnTo>
                    <a:pt x="37011" y="94489"/>
                  </a:lnTo>
                  <a:lnTo>
                    <a:pt x="37045" y="94379"/>
                  </a:lnTo>
                  <a:lnTo>
                    <a:pt x="36977" y="94248"/>
                  </a:lnTo>
                  <a:lnTo>
                    <a:pt x="36808" y="94204"/>
                  </a:lnTo>
                  <a:close/>
                  <a:moveTo>
                    <a:pt x="21110" y="57021"/>
                  </a:moveTo>
                  <a:lnTo>
                    <a:pt x="21009" y="56802"/>
                  </a:lnTo>
                  <a:lnTo>
                    <a:pt x="20873" y="56781"/>
                  </a:lnTo>
                  <a:lnTo>
                    <a:pt x="20772" y="56802"/>
                  </a:lnTo>
                  <a:lnTo>
                    <a:pt x="20670" y="56846"/>
                  </a:lnTo>
                  <a:lnTo>
                    <a:pt x="20535" y="56934"/>
                  </a:lnTo>
                  <a:lnTo>
                    <a:pt x="20603" y="57065"/>
                  </a:lnTo>
                  <a:lnTo>
                    <a:pt x="20772" y="57437"/>
                  </a:lnTo>
                  <a:lnTo>
                    <a:pt x="20873" y="57547"/>
                  </a:lnTo>
                  <a:lnTo>
                    <a:pt x="20873" y="57525"/>
                  </a:lnTo>
                  <a:lnTo>
                    <a:pt x="20907" y="57481"/>
                  </a:lnTo>
                  <a:lnTo>
                    <a:pt x="20941" y="57481"/>
                  </a:lnTo>
                  <a:lnTo>
                    <a:pt x="21009" y="57459"/>
                  </a:lnTo>
                  <a:lnTo>
                    <a:pt x="21076" y="57416"/>
                  </a:lnTo>
                  <a:lnTo>
                    <a:pt x="21110" y="57416"/>
                  </a:lnTo>
                  <a:lnTo>
                    <a:pt x="21110" y="57437"/>
                  </a:lnTo>
                  <a:lnTo>
                    <a:pt x="21110" y="57459"/>
                  </a:lnTo>
                  <a:lnTo>
                    <a:pt x="21144" y="57525"/>
                  </a:lnTo>
                  <a:lnTo>
                    <a:pt x="21381" y="57613"/>
                  </a:lnTo>
                  <a:lnTo>
                    <a:pt x="21719" y="57481"/>
                  </a:lnTo>
                  <a:lnTo>
                    <a:pt x="21990" y="57262"/>
                  </a:lnTo>
                  <a:lnTo>
                    <a:pt x="21888" y="57065"/>
                  </a:lnTo>
                  <a:lnTo>
                    <a:pt x="21753" y="57000"/>
                  </a:lnTo>
                  <a:lnTo>
                    <a:pt x="21482" y="57043"/>
                  </a:lnTo>
                  <a:lnTo>
                    <a:pt x="21212" y="57197"/>
                  </a:lnTo>
                  <a:lnTo>
                    <a:pt x="21110" y="57394"/>
                  </a:lnTo>
                  <a:lnTo>
                    <a:pt x="21110" y="57306"/>
                  </a:lnTo>
                  <a:lnTo>
                    <a:pt x="21110" y="57087"/>
                  </a:lnTo>
                  <a:lnTo>
                    <a:pt x="21110" y="57021"/>
                  </a:lnTo>
                  <a:close/>
                  <a:moveTo>
                    <a:pt x="26456" y="65255"/>
                  </a:moveTo>
                  <a:lnTo>
                    <a:pt x="26456" y="65124"/>
                  </a:lnTo>
                  <a:lnTo>
                    <a:pt x="26219" y="65189"/>
                  </a:lnTo>
                  <a:lnTo>
                    <a:pt x="25982" y="65321"/>
                  </a:lnTo>
                  <a:lnTo>
                    <a:pt x="25745" y="65452"/>
                  </a:lnTo>
                  <a:lnTo>
                    <a:pt x="25542" y="65693"/>
                  </a:lnTo>
                  <a:lnTo>
                    <a:pt x="25069" y="65934"/>
                  </a:lnTo>
                  <a:lnTo>
                    <a:pt x="24561" y="66240"/>
                  </a:lnTo>
                  <a:lnTo>
                    <a:pt x="24561" y="66591"/>
                  </a:lnTo>
                  <a:lnTo>
                    <a:pt x="24696" y="66613"/>
                  </a:lnTo>
                  <a:lnTo>
                    <a:pt x="24899" y="66569"/>
                  </a:lnTo>
                  <a:lnTo>
                    <a:pt x="25069" y="66569"/>
                  </a:lnTo>
                  <a:lnTo>
                    <a:pt x="25373" y="66613"/>
                  </a:lnTo>
                  <a:lnTo>
                    <a:pt x="25475" y="66678"/>
                  </a:lnTo>
                  <a:lnTo>
                    <a:pt x="25678" y="66832"/>
                  </a:lnTo>
                  <a:lnTo>
                    <a:pt x="25779" y="66897"/>
                  </a:lnTo>
                  <a:lnTo>
                    <a:pt x="25881" y="66854"/>
                  </a:lnTo>
                  <a:lnTo>
                    <a:pt x="26016" y="66810"/>
                  </a:lnTo>
                  <a:lnTo>
                    <a:pt x="26050" y="66722"/>
                  </a:lnTo>
                  <a:lnTo>
                    <a:pt x="26050" y="66635"/>
                  </a:lnTo>
                  <a:lnTo>
                    <a:pt x="26185" y="66569"/>
                  </a:lnTo>
                  <a:lnTo>
                    <a:pt x="26320" y="66525"/>
                  </a:lnTo>
                  <a:lnTo>
                    <a:pt x="26354" y="66416"/>
                  </a:lnTo>
                  <a:lnTo>
                    <a:pt x="26388" y="66306"/>
                  </a:lnTo>
                  <a:lnTo>
                    <a:pt x="26320" y="65649"/>
                  </a:lnTo>
                  <a:lnTo>
                    <a:pt x="26320" y="65474"/>
                  </a:lnTo>
                  <a:lnTo>
                    <a:pt x="26456" y="65255"/>
                  </a:lnTo>
                  <a:close/>
                  <a:moveTo>
                    <a:pt x="23512" y="66635"/>
                  </a:moveTo>
                  <a:lnTo>
                    <a:pt x="23377" y="66744"/>
                  </a:lnTo>
                  <a:lnTo>
                    <a:pt x="22734" y="66985"/>
                  </a:lnTo>
                  <a:lnTo>
                    <a:pt x="22565" y="67116"/>
                  </a:lnTo>
                  <a:lnTo>
                    <a:pt x="22430" y="67270"/>
                  </a:lnTo>
                  <a:lnTo>
                    <a:pt x="22328" y="67445"/>
                  </a:lnTo>
                  <a:lnTo>
                    <a:pt x="22227" y="67620"/>
                  </a:lnTo>
                  <a:lnTo>
                    <a:pt x="22261" y="67686"/>
                  </a:lnTo>
                  <a:lnTo>
                    <a:pt x="22362" y="67817"/>
                  </a:lnTo>
                  <a:lnTo>
                    <a:pt x="22396" y="67861"/>
                  </a:lnTo>
                  <a:lnTo>
                    <a:pt x="22396" y="67970"/>
                  </a:lnTo>
                  <a:lnTo>
                    <a:pt x="22430" y="68014"/>
                  </a:lnTo>
                  <a:lnTo>
                    <a:pt x="22464" y="68036"/>
                  </a:lnTo>
                  <a:lnTo>
                    <a:pt x="22565" y="67927"/>
                  </a:lnTo>
                  <a:lnTo>
                    <a:pt x="22700" y="68014"/>
                  </a:lnTo>
                  <a:lnTo>
                    <a:pt x="23208" y="68145"/>
                  </a:lnTo>
                  <a:lnTo>
                    <a:pt x="23411" y="68145"/>
                  </a:lnTo>
                  <a:lnTo>
                    <a:pt x="23512" y="68058"/>
                  </a:lnTo>
                  <a:lnTo>
                    <a:pt x="23580" y="67686"/>
                  </a:lnTo>
                  <a:lnTo>
                    <a:pt x="23681" y="67532"/>
                  </a:lnTo>
                  <a:lnTo>
                    <a:pt x="23749" y="67423"/>
                  </a:lnTo>
                  <a:lnTo>
                    <a:pt x="23851" y="67270"/>
                  </a:lnTo>
                  <a:lnTo>
                    <a:pt x="23884" y="67226"/>
                  </a:lnTo>
                  <a:lnTo>
                    <a:pt x="23918" y="67138"/>
                  </a:lnTo>
                  <a:lnTo>
                    <a:pt x="23884" y="67029"/>
                  </a:lnTo>
                  <a:lnTo>
                    <a:pt x="23918" y="66941"/>
                  </a:lnTo>
                  <a:lnTo>
                    <a:pt x="23986" y="66832"/>
                  </a:lnTo>
                  <a:lnTo>
                    <a:pt x="24087" y="66722"/>
                  </a:lnTo>
                  <a:lnTo>
                    <a:pt x="24121" y="66613"/>
                  </a:lnTo>
                  <a:lnTo>
                    <a:pt x="24121" y="66525"/>
                  </a:lnTo>
                  <a:lnTo>
                    <a:pt x="24054" y="66459"/>
                  </a:lnTo>
                  <a:lnTo>
                    <a:pt x="23986" y="66372"/>
                  </a:lnTo>
                  <a:lnTo>
                    <a:pt x="23817" y="66284"/>
                  </a:lnTo>
                  <a:lnTo>
                    <a:pt x="23715" y="66240"/>
                  </a:lnTo>
                  <a:lnTo>
                    <a:pt x="23580" y="66240"/>
                  </a:lnTo>
                  <a:lnTo>
                    <a:pt x="23546" y="66328"/>
                  </a:lnTo>
                  <a:lnTo>
                    <a:pt x="23580" y="66481"/>
                  </a:lnTo>
                  <a:lnTo>
                    <a:pt x="23580" y="66547"/>
                  </a:lnTo>
                  <a:lnTo>
                    <a:pt x="23512" y="66635"/>
                  </a:lnTo>
                  <a:close/>
                  <a:moveTo>
                    <a:pt x="17930" y="57109"/>
                  </a:moveTo>
                  <a:lnTo>
                    <a:pt x="17829" y="57218"/>
                  </a:lnTo>
                  <a:lnTo>
                    <a:pt x="17693" y="57284"/>
                  </a:lnTo>
                  <a:lnTo>
                    <a:pt x="17727" y="57416"/>
                  </a:lnTo>
                  <a:lnTo>
                    <a:pt x="17896" y="57678"/>
                  </a:lnTo>
                  <a:lnTo>
                    <a:pt x="17998" y="57700"/>
                  </a:lnTo>
                  <a:lnTo>
                    <a:pt x="17998" y="57832"/>
                  </a:lnTo>
                  <a:lnTo>
                    <a:pt x="18099" y="57919"/>
                  </a:lnTo>
                  <a:lnTo>
                    <a:pt x="18235" y="57963"/>
                  </a:lnTo>
                  <a:lnTo>
                    <a:pt x="18404" y="57963"/>
                  </a:lnTo>
                  <a:lnTo>
                    <a:pt x="18539" y="57766"/>
                  </a:lnTo>
                  <a:lnTo>
                    <a:pt x="18471" y="57525"/>
                  </a:lnTo>
                  <a:lnTo>
                    <a:pt x="18201" y="57065"/>
                  </a:lnTo>
                  <a:lnTo>
                    <a:pt x="18099" y="57043"/>
                  </a:lnTo>
                  <a:lnTo>
                    <a:pt x="17930" y="57109"/>
                  </a:lnTo>
                  <a:close/>
                  <a:moveTo>
                    <a:pt x="20434" y="60328"/>
                  </a:moveTo>
                  <a:lnTo>
                    <a:pt x="20366" y="60284"/>
                  </a:lnTo>
                  <a:lnTo>
                    <a:pt x="20028" y="60350"/>
                  </a:lnTo>
                  <a:lnTo>
                    <a:pt x="19859" y="60350"/>
                  </a:lnTo>
                  <a:lnTo>
                    <a:pt x="19757" y="60394"/>
                  </a:lnTo>
                  <a:lnTo>
                    <a:pt x="19588" y="60481"/>
                  </a:lnTo>
                  <a:lnTo>
                    <a:pt x="19351" y="60700"/>
                  </a:lnTo>
                  <a:lnTo>
                    <a:pt x="19689" y="60897"/>
                  </a:lnTo>
                  <a:lnTo>
                    <a:pt x="19757" y="60963"/>
                  </a:lnTo>
                  <a:lnTo>
                    <a:pt x="19723" y="61116"/>
                  </a:lnTo>
                  <a:lnTo>
                    <a:pt x="19622" y="61226"/>
                  </a:lnTo>
                  <a:lnTo>
                    <a:pt x="19520" y="61335"/>
                  </a:lnTo>
                  <a:lnTo>
                    <a:pt x="19419" y="61423"/>
                  </a:lnTo>
                  <a:lnTo>
                    <a:pt x="19351" y="61576"/>
                  </a:lnTo>
                  <a:lnTo>
                    <a:pt x="19385" y="61642"/>
                  </a:lnTo>
                  <a:lnTo>
                    <a:pt x="19588" y="61729"/>
                  </a:lnTo>
                  <a:lnTo>
                    <a:pt x="19926" y="61992"/>
                  </a:lnTo>
                  <a:lnTo>
                    <a:pt x="19926" y="62124"/>
                  </a:lnTo>
                  <a:lnTo>
                    <a:pt x="19723" y="62343"/>
                  </a:lnTo>
                  <a:lnTo>
                    <a:pt x="19689" y="62452"/>
                  </a:lnTo>
                  <a:lnTo>
                    <a:pt x="19757" y="62562"/>
                  </a:lnTo>
                  <a:lnTo>
                    <a:pt x="19892" y="62583"/>
                  </a:lnTo>
                  <a:lnTo>
                    <a:pt x="20129" y="62518"/>
                  </a:lnTo>
                  <a:lnTo>
                    <a:pt x="20434" y="62518"/>
                  </a:lnTo>
                  <a:lnTo>
                    <a:pt x="20738" y="62583"/>
                  </a:lnTo>
                  <a:lnTo>
                    <a:pt x="21009" y="62693"/>
                  </a:lnTo>
                  <a:lnTo>
                    <a:pt x="21110" y="62912"/>
                  </a:lnTo>
                  <a:lnTo>
                    <a:pt x="21043" y="62934"/>
                  </a:lnTo>
                  <a:lnTo>
                    <a:pt x="20840" y="62802"/>
                  </a:lnTo>
                  <a:lnTo>
                    <a:pt x="20434" y="62693"/>
                  </a:lnTo>
                  <a:lnTo>
                    <a:pt x="20028" y="62671"/>
                  </a:lnTo>
                  <a:lnTo>
                    <a:pt x="19723" y="62802"/>
                  </a:lnTo>
                  <a:lnTo>
                    <a:pt x="19689" y="62956"/>
                  </a:lnTo>
                  <a:lnTo>
                    <a:pt x="19791" y="63043"/>
                  </a:lnTo>
                  <a:lnTo>
                    <a:pt x="20095" y="63109"/>
                  </a:lnTo>
                  <a:lnTo>
                    <a:pt x="20231" y="63065"/>
                  </a:lnTo>
                  <a:lnTo>
                    <a:pt x="20434" y="62956"/>
                  </a:lnTo>
                  <a:lnTo>
                    <a:pt x="20569" y="62912"/>
                  </a:lnTo>
                  <a:lnTo>
                    <a:pt x="20704" y="63043"/>
                  </a:lnTo>
                  <a:lnTo>
                    <a:pt x="20501" y="63087"/>
                  </a:lnTo>
                  <a:lnTo>
                    <a:pt x="20468" y="63087"/>
                  </a:lnTo>
                  <a:lnTo>
                    <a:pt x="20434" y="63131"/>
                  </a:lnTo>
                  <a:lnTo>
                    <a:pt x="20535" y="63109"/>
                  </a:lnTo>
                  <a:lnTo>
                    <a:pt x="20603" y="63153"/>
                  </a:lnTo>
                  <a:lnTo>
                    <a:pt x="20738" y="63284"/>
                  </a:lnTo>
                  <a:lnTo>
                    <a:pt x="20569" y="63306"/>
                  </a:lnTo>
                  <a:lnTo>
                    <a:pt x="20468" y="63328"/>
                  </a:lnTo>
                  <a:lnTo>
                    <a:pt x="20366" y="63372"/>
                  </a:lnTo>
                  <a:lnTo>
                    <a:pt x="20501" y="63394"/>
                  </a:lnTo>
                  <a:lnTo>
                    <a:pt x="20603" y="63459"/>
                  </a:lnTo>
                  <a:lnTo>
                    <a:pt x="20670" y="63525"/>
                  </a:lnTo>
                  <a:lnTo>
                    <a:pt x="20603" y="63678"/>
                  </a:lnTo>
                  <a:lnTo>
                    <a:pt x="20501" y="63766"/>
                  </a:lnTo>
                  <a:lnTo>
                    <a:pt x="20197" y="63985"/>
                  </a:lnTo>
                  <a:lnTo>
                    <a:pt x="20163" y="64072"/>
                  </a:lnTo>
                  <a:lnTo>
                    <a:pt x="20231" y="64182"/>
                  </a:lnTo>
                  <a:lnTo>
                    <a:pt x="20400" y="64204"/>
                  </a:lnTo>
                  <a:lnTo>
                    <a:pt x="20535" y="64204"/>
                  </a:lnTo>
                  <a:lnTo>
                    <a:pt x="20603" y="64226"/>
                  </a:lnTo>
                  <a:lnTo>
                    <a:pt x="20569" y="64335"/>
                  </a:lnTo>
                  <a:lnTo>
                    <a:pt x="20468" y="64445"/>
                  </a:lnTo>
                  <a:lnTo>
                    <a:pt x="20265" y="64642"/>
                  </a:lnTo>
                  <a:lnTo>
                    <a:pt x="20265" y="64729"/>
                  </a:lnTo>
                  <a:lnTo>
                    <a:pt x="20265" y="64883"/>
                  </a:lnTo>
                  <a:lnTo>
                    <a:pt x="20332" y="64970"/>
                  </a:lnTo>
                  <a:lnTo>
                    <a:pt x="20569" y="64970"/>
                  </a:lnTo>
                  <a:lnTo>
                    <a:pt x="20569" y="64992"/>
                  </a:lnTo>
                  <a:lnTo>
                    <a:pt x="20535" y="65036"/>
                  </a:lnTo>
                  <a:lnTo>
                    <a:pt x="20501" y="65080"/>
                  </a:lnTo>
                  <a:lnTo>
                    <a:pt x="20501" y="65124"/>
                  </a:lnTo>
                  <a:lnTo>
                    <a:pt x="20603" y="65386"/>
                  </a:lnTo>
                  <a:lnTo>
                    <a:pt x="20704" y="65430"/>
                  </a:lnTo>
                  <a:lnTo>
                    <a:pt x="20806" y="65430"/>
                  </a:lnTo>
                  <a:lnTo>
                    <a:pt x="20907" y="65430"/>
                  </a:lnTo>
                  <a:lnTo>
                    <a:pt x="21043" y="65408"/>
                  </a:lnTo>
                  <a:lnTo>
                    <a:pt x="21076" y="65474"/>
                  </a:lnTo>
                  <a:lnTo>
                    <a:pt x="20941" y="65496"/>
                  </a:lnTo>
                  <a:lnTo>
                    <a:pt x="20907" y="65540"/>
                  </a:lnTo>
                  <a:lnTo>
                    <a:pt x="21076" y="65693"/>
                  </a:lnTo>
                  <a:lnTo>
                    <a:pt x="21043" y="65715"/>
                  </a:lnTo>
                  <a:lnTo>
                    <a:pt x="20941" y="65715"/>
                  </a:lnTo>
                  <a:lnTo>
                    <a:pt x="20907" y="65715"/>
                  </a:lnTo>
                  <a:lnTo>
                    <a:pt x="20907" y="65846"/>
                  </a:lnTo>
                  <a:lnTo>
                    <a:pt x="21043" y="66240"/>
                  </a:lnTo>
                  <a:lnTo>
                    <a:pt x="21043" y="66328"/>
                  </a:lnTo>
                  <a:lnTo>
                    <a:pt x="21009" y="66503"/>
                  </a:lnTo>
                  <a:lnTo>
                    <a:pt x="21076" y="66591"/>
                  </a:lnTo>
                  <a:lnTo>
                    <a:pt x="21212" y="66591"/>
                  </a:lnTo>
                  <a:lnTo>
                    <a:pt x="21415" y="66569"/>
                  </a:lnTo>
                  <a:lnTo>
                    <a:pt x="21516" y="66722"/>
                  </a:lnTo>
                  <a:lnTo>
                    <a:pt x="21685" y="66678"/>
                  </a:lnTo>
                  <a:lnTo>
                    <a:pt x="21787" y="66525"/>
                  </a:lnTo>
                  <a:lnTo>
                    <a:pt x="21753" y="66306"/>
                  </a:lnTo>
                  <a:lnTo>
                    <a:pt x="21821" y="66197"/>
                  </a:lnTo>
                  <a:lnTo>
                    <a:pt x="21855" y="66087"/>
                  </a:lnTo>
                  <a:lnTo>
                    <a:pt x="21888" y="65978"/>
                  </a:lnTo>
                  <a:lnTo>
                    <a:pt x="21990" y="65934"/>
                  </a:lnTo>
                  <a:lnTo>
                    <a:pt x="22091" y="66131"/>
                  </a:lnTo>
                  <a:lnTo>
                    <a:pt x="22159" y="66175"/>
                  </a:lnTo>
                  <a:lnTo>
                    <a:pt x="22362" y="66043"/>
                  </a:lnTo>
                  <a:lnTo>
                    <a:pt x="22430" y="65934"/>
                  </a:lnTo>
                  <a:lnTo>
                    <a:pt x="22464" y="65846"/>
                  </a:lnTo>
                  <a:lnTo>
                    <a:pt x="22497" y="65693"/>
                  </a:lnTo>
                  <a:lnTo>
                    <a:pt x="22599" y="65583"/>
                  </a:lnTo>
                  <a:lnTo>
                    <a:pt x="22700" y="65496"/>
                  </a:lnTo>
                  <a:lnTo>
                    <a:pt x="22836" y="65430"/>
                  </a:lnTo>
                  <a:lnTo>
                    <a:pt x="22937" y="65343"/>
                  </a:lnTo>
                  <a:lnTo>
                    <a:pt x="23073" y="65343"/>
                  </a:lnTo>
                  <a:lnTo>
                    <a:pt x="23073" y="65211"/>
                  </a:lnTo>
                  <a:lnTo>
                    <a:pt x="23005" y="65036"/>
                  </a:lnTo>
                  <a:lnTo>
                    <a:pt x="22870" y="64861"/>
                  </a:lnTo>
                  <a:lnTo>
                    <a:pt x="22768" y="64795"/>
                  </a:lnTo>
                  <a:lnTo>
                    <a:pt x="22362" y="64686"/>
                  </a:lnTo>
                  <a:lnTo>
                    <a:pt x="22193" y="64620"/>
                  </a:lnTo>
                  <a:lnTo>
                    <a:pt x="22091" y="64467"/>
                  </a:lnTo>
                  <a:lnTo>
                    <a:pt x="22058" y="64510"/>
                  </a:lnTo>
                  <a:lnTo>
                    <a:pt x="21888" y="64467"/>
                  </a:lnTo>
                  <a:lnTo>
                    <a:pt x="22024" y="64379"/>
                  </a:lnTo>
                  <a:lnTo>
                    <a:pt x="22125" y="64401"/>
                  </a:lnTo>
                  <a:lnTo>
                    <a:pt x="22396" y="64598"/>
                  </a:lnTo>
                  <a:lnTo>
                    <a:pt x="22464" y="64642"/>
                  </a:lnTo>
                  <a:lnTo>
                    <a:pt x="22565" y="64642"/>
                  </a:lnTo>
                  <a:lnTo>
                    <a:pt x="22734" y="64642"/>
                  </a:lnTo>
                  <a:lnTo>
                    <a:pt x="22734" y="64554"/>
                  </a:lnTo>
                  <a:lnTo>
                    <a:pt x="22734" y="64467"/>
                  </a:lnTo>
                  <a:lnTo>
                    <a:pt x="22193" y="63591"/>
                  </a:lnTo>
                  <a:lnTo>
                    <a:pt x="22024" y="62868"/>
                  </a:lnTo>
                  <a:lnTo>
                    <a:pt x="21990" y="62824"/>
                  </a:lnTo>
                  <a:lnTo>
                    <a:pt x="21990" y="62693"/>
                  </a:lnTo>
                  <a:lnTo>
                    <a:pt x="21855" y="62255"/>
                  </a:lnTo>
                  <a:lnTo>
                    <a:pt x="21821" y="62211"/>
                  </a:lnTo>
                  <a:lnTo>
                    <a:pt x="21685" y="62145"/>
                  </a:lnTo>
                  <a:lnTo>
                    <a:pt x="21652" y="62058"/>
                  </a:lnTo>
                  <a:lnTo>
                    <a:pt x="21652" y="61948"/>
                  </a:lnTo>
                  <a:lnTo>
                    <a:pt x="21584" y="61861"/>
                  </a:lnTo>
                  <a:lnTo>
                    <a:pt x="21415" y="61751"/>
                  </a:lnTo>
                  <a:lnTo>
                    <a:pt x="21212" y="61313"/>
                  </a:lnTo>
                  <a:lnTo>
                    <a:pt x="21110" y="61204"/>
                  </a:lnTo>
                  <a:lnTo>
                    <a:pt x="21076" y="61160"/>
                  </a:lnTo>
                  <a:lnTo>
                    <a:pt x="21110" y="61094"/>
                  </a:lnTo>
                  <a:lnTo>
                    <a:pt x="21076" y="61051"/>
                  </a:lnTo>
                  <a:lnTo>
                    <a:pt x="20873" y="60941"/>
                  </a:lnTo>
                  <a:lnTo>
                    <a:pt x="20840" y="60897"/>
                  </a:lnTo>
                  <a:lnTo>
                    <a:pt x="20772" y="60700"/>
                  </a:lnTo>
                  <a:lnTo>
                    <a:pt x="20501" y="60481"/>
                  </a:lnTo>
                  <a:lnTo>
                    <a:pt x="20434" y="60328"/>
                  </a:lnTo>
                  <a:close/>
                  <a:moveTo>
                    <a:pt x="21550" y="58138"/>
                  </a:moveTo>
                  <a:lnTo>
                    <a:pt x="21449" y="58138"/>
                  </a:lnTo>
                  <a:lnTo>
                    <a:pt x="21381" y="58160"/>
                  </a:lnTo>
                  <a:lnTo>
                    <a:pt x="21246" y="58204"/>
                  </a:lnTo>
                  <a:lnTo>
                    <a:pt x="21076" y="58401"/>
                  </a:lnTo>
                  <a:lnTo>
                    <a:pt x="21076" y="58489"/>
                  </a:lnTo>
                  <a:lnTo>
                    <a:pt x="21076" y="58576"/>
                  </a:lnTo>
                  <a:lnTo>
                    <a:pt x="21076" y="58686"/>
                  </a:lnTo>
                  <a:lnTo>
                    <a:pt x="21144" y="58729"/>
                  </a:lnTo>
                  <a:lnTo>
                    <a:pt x="21246" y="58751"/>
                  </a:lnTo>
                  <a:lnTo>
                    <a:pt x="21753" y="58686"/>
                  </a:lnTo>
                  <a:lnTo>
                    <a:pt x="21787" y="58532"/>
                  </a:lnTo>
                  <a:lnTo>
                    <a:pt x="21753" y="58357"/>
                  </a:lnTo>
                  <a:lnTo>
                    <a:pt x="21584" y="58248"/>
                  </a:lnTo>
                  <a:lnTo>
                    <a:pt x="21584" y="58182"/>
                  </a:lnTo>
                  <a:lnTo>
                    <a:pt x="21550" y="58138"/>
                  </a:lnTo>
                  <a:close/>
                  <a:moveTo>
                    <a:pt x="26794" y="71802"/>
                  </a:moveTo>
                  <a:lnTo>
                    <a:pt x="26523" y="71934"/>
                  </a:lnTo>
                  <a:lnTo>
                    <a:pt x="26388" y="72087"/>
                  </a:lnTo>
                  <a:lnTo>
                    <a:pt x="26422" y="72197"/>
                  </a:lnTo>
                  <a:lnTo>
                    <a:pt x="26422" y="72306"/>
                  </a:lnTo>
                  <a:lnTo>
                    <a:pt x="26354" y="72416"/>
                  </a:lnTo>
                  <a:lnTo>
                    <a:pt x="26185" y="72525"/>
                  </a:lnTo>
                  <a:lnTo>
                    <a:pt x="26084" y="72591"/>
                  </a:lnTo>
                  <a:lnTo>
                    <a:pt x="26050" y="72766"/>
                  </a:lnTo>
                  <a:lnTo>
                    <a:pt x="25914" y="72810"/>
                  </a:lnTo>
                  <a:lnTo>
                    <a:pt x="25813" y="72875"/>
                  </a:lnTo>
                  <a:lnTo>
                    <a:pt x="25813" y="72963"/>
                  </a:lnTo>
                  <a:lnTo>
                    <a:pt x="25813" y="73007"/>
                  </a:lnTo>
                  <a:lnTo>
                    <a:pt x="25813" y="73051"/>
                  </a:lnTo>
                  <a:lnTo>
                    <a:pt x="25441" y="73686"/>
                  </a:lnTo>
                  <a:lnTo>
                    <a:pt x="25373" y="73992"/>
                  </a:lnTo>
                  <a:lnTo>
                    <a:pt x="25441" y="74189"/>
                  </a:lnTo>
                  <a:lnTo>
                    <a:pt x="25373" y="74255"/>
                  </a:lnTo>
                  <a:lnTo>
                    <a:pt x="25204" y="74386"/>
                  </a:lnTo>
                  <a:lnTo>
                    <a:pt x="25069" y="74474"/>
                  </a:lnTo>
                  <a:lnTo>
                    <a:pt x="24866" y="74518"/>
                  </a:lnTo>
                  <a:lnTo>
                    <a:pt x="24696" y="74562"/>
                  </a:lnTo>
                  <a:lnTo>
                    <a:pt x="24561" y="74715"/>
                  </a:lnTo>
                  <a:lnTo>
                    <a:pt x="24730" y="74824"/>
                  </a:lnTo>
                  <a:lnTo>
                    <a:pt x="25001" y="74890"/>
                  </a:lnTo>
                  <a:lnTo>
                    <a:pt x="25170" y="74912"/>
                  </a:lnTo>
                  <a:lnTo>
                    <a:pt x="25847" y="74627"/>
                  </a:lnTo>
                  <a:lnTo>
                    <a:pt x="25914" y="74562"/>
                  </a:lnTo>
                  <a:lnTo>
                    <a:pt x="26185" y="74386"/>
                  </a:lnTo>
                  <a:lnTo>
                    <a:pt x="26253" y="74321"/>
                  </a:lnTo>
                  <a:lnTo>
                    <a:pt x="26354" y="74255"/>
                  </a:lnTo>
                  <a:lnTo>
                    <a:pt x="26388" y="74167"/>
                  </a:lnTo>
                  <a:lnTo>
                    <a:pt x="26422" y="74102"/>
                  </a:lnTo>
                  <a:lnTo>
                    <a:pt x="26456" y="73970"/>
                  </a:lnTo>
                  <a:lnTo>
                    <a:pt x="26456" y="73883"/>
                  </a:lnTo>
                  <a:lnTo>
                    <a:pt x="26523" y="73729"/>
                  </a:lnTo>
                  <a:lnTo>
                    <a:pt x="26557" y="73642"/>
                  </a:lnTo>
                  <a:lnTo>
                    <a:pt x="26557" y="73554"/>
                  </a:lnTo>
                  <a:lnTo>
                    <a:pt x="26557" y="73532"/>
                  </a:lnTo>
                  <a:lnTo>
                    <a:pt x="26557" y="73445"/>
                  </a:lnTo>
                  <a:lnTo>
                    <a:pt x="26828" y="72897"/>
                  </a:lnTo>
                  <a:lnTo>
                    <a:pt x="26862" y="72875"/>
                  </a:lnTo>
                  <a:lnTo>
                    <a:pt x="26929" y="72788"/>
                  </a:lnTo>
                  <a:lnTo>
                    <a:pt x="27031" y="72678"/>
                  </a:lnTo>
                  <a:lnTo>
                    <a:pt x="26929" y="72591"/>
                  </a:lnTo>
                  <a:lnTo>
                    <a:pt x="26895" y="72416"/>
                  </a:lnTo>
                  <a:lnTo>
                    <a:pt x="27065" y="72109"/>
                  </a:lnTo>
                  <a:lnTo>
                    <a:pt x="27132" y="71781"/>
                  </a:lnTo>
                  <a:lnTo>
                    <a:pt x="27031" y="71759"/>
                  </a:lnTo>
                  <a:lnTo>
                    <a:pt x="26794" y="71802"/>
                  </a:lnTo>
                  <a:close/>
                  <a:moveTo>
                    <a:pt x="26997" y="64861"/>
                  </a:moveTo>
                  <a:lnTo>
                    <a:pt x="27369" y="65102"/>
                  </a:lnTo>
                  <a:lnTo>
                    <a:pt x="27471" y="64992"/>
                  </a:lnTo>
                  <a:lnTo>
                    <a:pt x="27572" y="64773"/>
                  </a:lnTo>
                  <a:lnTo>
                    <a:pt x="27843" y="64576"/>
                  </a:lnTo>
                  <a:lnTo>
                    <a:pt x="27910" y="64445"/>
                  </a:lnTo>
                  <a:lnTo>
                    <a:pt x="28046" y="64357"/>
                  </a:lnTo>
                  <a:lnTo>
                    <a:pt x="28418" y="64204"/>
                  </a:lnTo>
                  <a:lnTo>
                    <a:pt x="28316" y="64138"/>
                  </a:lnTo>
                  <a:lnTo>
                    <a:pt x="28147" y="64138"/>
                  </a:lnTo>
                  <a:lnTo>
                    <a:pt x="28012" y="64138"/>
                  </a:lnTo>
                  <a:lnTo>
                    <a:pt x="27843" y="64138"/>
                  </a:lnTo>
                  <a:lnTo>
                    <a:pt x="27200" y="63985"/>
                  </a:lnTo>
                  <a:lnTo>
                    <a:pt x="26895" y="63963"/>
                  </a:lnTo>
                  <a:lnTo>
                    <a:pt x="26726" y="63985"/>
                  </a:lnTo>
                  <a:lnTo>
                    <a:pt x="26591" y="64029"/>
                  </a:lnTo>
                  <a:lnTo>
                    <a:pt x="26489" y="64094"/>
                  </a:lnTo>
                  <a:lnTo>
                    <a:pt x="26151" y="64094"/>
                  </a:lnTo>
                  <a:lnTo>
                    <a:pt x="26050" y="64116"/>
                  </a:lnTo>
                  <a:lnTo>
                    <a:pt x="25779" y="64226"/>
                  </a:lnTo>
                  <a:lnTo>
                    <a:pt x="25678" y="64335"/>
                  </a:lnTo>
                  <a:lnTo>
                    <a:pt x="25542" y="64510"/>
                  </a:lnTo>
                  <a:lnTo>
                    <a:pt x="25339" y="64948"/>
                  </a:lnTo>
                  <a:lnTo>
                    <a:pt x="25069" y="65233"/>
                  </a:lnTo>
                  <a:lnTo>
                    <a:pt x="24832" y="65518"/>
                  </a:lnTo>
                  <a:lnTo>
                    <a:pt x="24663" y="65846"/>
                  </a:lnTo>
                  <a:lnTo>
                    <a:pt x="24561" y="66043"/>
                  </a:lnTo>
                  <a:lnTo>
                    <a:pt x="24798" y="65890"/>
                  </a:lnTo>
                  <a:lnTo>
                    <a:pt x="25035" y="65759"/>
                  </a:lnTo>
                  <a:lnTo>
                    <a:pt x="25170" y="65715"/>
                  </a:lnTo>
                  <a:lnTo>
                    <a:pt x="25305" y="65715"/>
                  </a:lnTo>
                  <a:lnTo>
                    <a:pt x="25373" y="65671"/>
                  </a:lnTo>
                  <a:lnTo>
                    <a:pt x="25508" y="65540"/>
                  </a:lnTo>
                  <a:lnTo>
                    <a:pt x="25576" y="65343"/>
                  </a:lnTo>
                  <a:lnTo>
                    <a:pt x="25678" y="65233"/>
                  </a:lnTo>
                  <a:lnTo>
                    <a:pt x="25779" y="65211"/>
                  </a:lnTo>
                  <a:lnTo>
                    <a:pt x="25847" y="65189"/>
                  </a:lnTo>
                  <a:lnTo>
                    <a:pt x="26760" y="64861"/>
                  </a:lnTo>
                  <a:lnTo>
                    <a:pt x="26997" y="64861"/>
                  </a:lnTo>
                  <a:close/>
                  <a:moveTo>
                    <a:pt x="27640" y="76620"/>
                  </a:moveTo>
                  <a:lnTo>
                    <a:pt x="27674" y="76248"/>
                  </a:lnTo>
                  <a:lnTo>
                    <a:pt x="27504" y="76138"/>
                  </a:lnTo>
                  <a:lnTo>
                    <a:pt x="27301" y="76051"/>
                  </a:lnTo>
                  <a:lnTo>
                    <a:pt x="27065" y="76029"/>
                  </a:lnTo>
                  <a:lnTo>
                    <a:pt x="26828" y="76051"/>
                  </a:lnTo>
                  <a:lnTo>
                    <a:pt x="26591" y="76116"/>
                  </a:lnTo>
                  <a:lnTo>
                    <a:pt x="26016" y="76160"/>
                  </a:lnTo>
                  <a:lnTo>
                    <a:pt x="26084" y="76270"/>
                  </a:lnTo>
                  <a:lnTo>
                    <a:pt x="26185" y="76335"/>
                  </a:lnTo>
                  <a:lnTo>
                    <a:pt x="26320" y="76401"/>
                  </a:lnTo>
                  <a:lnTo>
                    <a:pt x="26456" y="76423"/>
                  </a:lnTo>
                  <a:lnTo>
                    <a:pt x="26591" y="76423"/>
                  </a:lnTo>
                  <a:lnTo>
                    <a:pt x="26828" y="76401"/>
                  </a:lnTo>
                  <a:lnTo>
                    <a:pt x="26929" y="76423"/>
                  </a:lnTo>
                  <a:lnTo>
                    <a:pt x="27031" y="76467"/>
                  </a:lnTo>
                  <a:lnTo>
                    <a:pt x="26997" y="76532"/>
                  </a:lnTo>
                  <a:lnTo>
                    <a:pt x="26862" y="76576"/>
                  </a:lnTo>
                  <a:lnTo>
                    <a:pt x="26557" y="76576"/>
                  </a:lnTo>
                  <a:lnTo>
                    <a:pt x="26422" y="76620"/>
                  </a:lnTo>
                  <a:lnTo>
                    <a:pt x="26354" y="76686"/>
                  </a:lnTo>
                  <a:lnTo>
                    <a:pt x="26320" y="76773"/>
                  </a:lnTo>
                  <a:lnTo>
                    <a:pt x="26388" y="76905"/>
                  </a:lnTo>
                  <a:lnTo>
                    <a:pt x="26557" y="76948"/>
                  </a:lnTo>
                  <a:lnTo>
                    <a:pt x="26895" y="76992"/>
                  </a:lnTo>
                  <a:lnTo>
                    <a:pt x="27166" y="77124"/>
                  </a:lnTo>
                  <a:lnTo>
                    <a:pt x="27335" y="77167"/>
                  </a:lnTo>
                  <a:lnTo>
                    <a:pt x="27471" y="77167"/>
                  </a:lnTo>
                  <a:lnTo>
                    <a:pt x="27572" y="77058"/>
                  </a:lnTo>
                  <a:lnTo>
                    <a:pt x="27640" y="76927"/>
                  </a:lnTo>
                  <a:lnTo>
                    <a:pt x="27572" y="76795"/>
                  </a:lnTo>
                  <a:lnTo>
                    <a:pt x="27572" y="76708"/>
                  </a:lnTo>
                  <a:lnTo>
                    <a:pt x="27640" y="76620"/>
                  </a:lnTo>
                  <a:close/>
                  <a:moveTo>
                    <a:pt x="24426" y="67467"/>
                  </a:moveTo>
                  <a:lnTo>
                    <a:pt x="24223" y="67554"/>
                  </a:lnTo>
                  <a:lnTo>
                    <a:pt x="24189" y="67642"/>
                  </a:lnTo>
                  <a:lnTo>
                    <a:pt x="24087" y="67839"/>
                  </a:lnTo>
                  <a:lnTo>
                    <a:pt x="23986" y="68036"/>
                  </a:lnTo>
                  <a:lnTo>
                    <a:pt x="23851" y="68233"/>
                  </a:lnTo>
                  <a:lnTo>
                    <a:pt x="23681" y="68364"/>
                  </a:lnTo>
                  <a:lnTo>
                    <a:pt x="23377" y="68452"/>
                  </a:lnTo>
                  <a:lnTo>
                    <a:pt x="23377" y="68343"/>
                  </a:lnTo>
                  <a:lnTo>
                    <a:pt x="23242" y="68321"/>
                  </a:lnTo>
                  <a:lnTo>
                    <a:pt x="23140" y="68343"/>
                  </a:lnTo>
                  <a:lnTo>
                    <a:pt x="23005" y="68452"/>
                  </a:lnTo>
                  <a:lnTo>
                    <a:pt x="22903" y="68540"/>
                  </a:lnTo>
                  <a:lnTo>
                    <a:pt x="22700" y="68671"/>
                  </a:lnTo>
                  <a:lnTo>
                    <a:pt x="22531" y="68802"/>
                  </a:lnTo>
                  <a:lnTo>
                    <a:pt x="22430" y="69087"/>
                  </a:lnTo>
                  <a:lnTo>
                    <a:pt x="22362" y="69218"/>
                  </a:lnTo>
                  <a:lnTo>
                    <a:pt x="22362" y="69350"/>
                  </a:lnTo>
                  <a:lnTo>
                    <a:pt x="22430" y="69416"/>
                  </a:lnTo>
                  <a:lnTo>
                    <a:pt x="22667" y="69481"/>
                  </a:lnTo>
                  <a:lnTo>
                    <a:pt x="22700" y="69547"/>
                  </a:lnTo>
                  <a:lnTo>
                    <a:pt x="22700" y="69744"/>
                  </a:lnTo>
                  <a:lnTo>
                    <a:pt x="23073" y="69700"/>
                  </a:lnTo>
                  <a:lnTo>
                    <a:pt x="23512" y="69569"/>
                  </a:lnTo>
                  <a:lnTo>
                    <a:pt x="23783" y="69437"/>
                  </a:lnTo>
                  <a:lnTo>
                    <a:pt x="23817" y="69394"/>
                  </a:lnTo>
                  <a:lnTo>
                    <a:pt x="23918" y="69306"/>
                  </a:lnTo>
                  <a:lnTo>
                    <a:pt x="24020" y="69284"/>
                  </a:lnTo>
                  <a:lnTo>
                    <a:pt x="24087" y="69218"/>
                  </a:lnTo>
                  <a:lnTo>
                    <a:pt x="24257" y="69153"/>
                  </a:lnTo>
                  <a:lnTo>
                    <a:pt x="24358" y="69131"/>
                  </a:lnTo>
                  <a:lnTo>
                    <a:pt x="24493" y="69109"/>
                  </a:lnTo>
                  <a:lnTo>
                    <a:pt x="24663" y="69109"/>
                  </a:lnTo>
                  <a:lnTo>
                    <a:pt x="24899" y="69153"/>
                  </a:lnTo>
                  <a:lnTo>
                    <a:pt x="24933" y="69109"/>
                  </a:lnTo>
                  <a:lnTo>
                    <a:pt x="24866" y="69021"/>
                  </a:lnTo>
                  <a:lnTo>
                    <a:pt x="24832" y="68978"/>
                  </a:lnTo>
                  <a:lnTo>
                    <a:pt x="24798" y="68781"/>
                  </a:lnTo>
                  <a:lnTo>
                    <a:pt x="24764" y="68715"/>
                  </a:lnTo>
                  <a:lnTo>
                    <a:pt x="24663" y="68583"/>
                  </a:lnTo>
                  <a:lnTo>
                    <a:pt x="24595" y="68496"/>
                  </a:lnTo>
                  <a:lnTo>
                    <a:pt x="24561" y="68474"/>
                  </a:lnTo>
                  <a:lnTo>
                    <a:pt x="24527" y="68452"/>
                  </a:lnTo>
                  <a:lnTo>
                    <a:pt x="24493" y="68452"/>
                  </a:lnTo>
                  <a:lnTo>
                    <a:pt x="24358" y="68474"/>
                  </a:lnTo>
                  <a:lnTo>
                    <a:pt x="24358" y="68452"/>
                  </a:lnTo>
                  <a:lnTo>
                    <a:pt x="24358" y="68408"/>
                  </a:lnTo>
                  <a:lnTo>
                    <a:pt x="24358" y="68343"/>
                  </a:lnTo>
                  <a:lnTo>
                    <a:pt x="24358" y="68299"/>
                  </a:lnTo>
                  <a:lnTo>
                    <a:pt x="24358" y="68233"/>
                  </a:lnTo>
                  <a:lnTo>
                    <a:pt x="24392" y="68145"/>
                  </a:lnTo>
                  <a:lnTo>
                    <a:pt x="24426" y="68080"/>
                  </a:lnTo>
                  <a:lnTo>
                    <a:pt x="24696" y="68364"/>
                  </a:lnTo>
                  <a:lnTo>
                    <a:pt x="24764" y="68540"/>
                  </a:lnTo>
                  <a:lnTo>
                    <a:pt x="24899" y="68693"/>
                  </a:lnTo>
                  <a:lnTo>
                    <a:pt x="25035" y="68868"/>
                  </a:lnTo>
                  <a:lnTo>
                    <a:pt x="25102" y="69065"/>
                  </a:lnTo>
                  <a:lnTo>
                    <a:pt x="25102" y="69197"/>
                  </a:lnTo>
                  <a:lnTo>
                    <a:pt x="24493" y="69197"/>
                  </a:lnTo>
                  <a:lnTo>
                    <a:pt x="24189" y="69284"/>
                  </a:lnTo>
                  <a:lnTo>
                    <a:pt x="24087" y="69481"/>
                  </a:lnTo>
                  <a:lnTo>
                    <a:pt x="23918" y="69503"/>
                  </a:lnTo>
                  <a:lnTo>
                    <a:pt x="23580" y="69700"/>
                  </a:lnTo>
                  <a:lnTo>
                    <a:pt x="23445" y="69722"/>
                  </a:lnTo>
                  <a:lnTo>
                    <a:pt x="23140" y="69810"/>
                  </a:lnTo>
                  <a:lnTo>
                    <a:pt x="22836" y="69854"/>
                  </a:lnTo>
                  <a:lnTo>
                    <a:pt x="23039" y="70094"/>
                  </a:lnTo>
                  <a:lnTo>
                    <a:pt x="23073" y="70204"/>
                  </a:lnTo>
                  <a:lnTo>
                    <a:pt x="22937" y="70204"/>
                  </a:lnTo>
                  <a:lnTo>
                    <a:pt x="22599" y="69963"/>
                  </a:lnTo>
                  <a:lnTo>
                    <a:pt x="22497" y="69875"/>
                  </a:lnTo>
                  <a:lnTo>
                    <a:pt x="22362" y="69963"/>
                  </a:lnTo>
                  <a:lnTo>
                    <a:pt x="22261" y="70138"/>
                  </a:lnTo>
                  <a:lnTo>
                    <a:pt x="22227" y="70313"/>
                  </a:lnTo>
                  <a:lnTo>
                    <a:pt x="22227" y="70445"/>
                  </a:lnTo>
                  <a:lnTo>
                    <a:pt x="22261" y="70686"/>
                  </a:lnTo>
                  <a:lnTo>
                    <a:pt x="22328" y="70795"/>
                  </a:lnTo>
                  <a:lnTo>
                    <a:pt x="22464" y="70883"/>
                  </a:lnTo>
                  <a:lnTo>
                    <a:pt x="22430" y="70948"/>
                  </a:lnTo>
                  <a:lnTo>
                    <a:pt x="22396" y="70948"/>
                  </a:lnTo>
                  <a:lnTo>
                    <a:pt x="22328" y="70948"/>
                  </a:lnTo>
                  <a:lnTo>
                    <a:pt x="22261" y="70992"/>
                  </a:lnTo>
                  <a:lnTo>
                    <a:pt x="22227" y="71014"/>
                  </a:lnTo>
                  <a:lnTo>
                    <a:pt x="22261" y="71080"/>
                  </a:lnTo>
                  <a:lnTo>
                    <a:pt x="22396" y="71277"/>
                  </a:lnTo>
                  <a:lnTo>
                    <a:pt x="22768" y="71737"/>
                  </a:lnTo>
                  <a:lnTo>
                    <a:pt x="22937" y="71912"/>
                  </a:lnTo>
                  <a:lnTo>
                    <a:pt x="23208" y="71978"/>
                  </a:lnTo>
                  <a:lnTo>
                    <a:pt x="23478" y="71934"/>
                  </a:lnTo>
                  <a:lnTo>
                    <a:pt x="23749" y="71759"/>
                  </a:lnTo>
                  <a:lnTo>
                    <a:pt x="23749" y="71824"/>
                  </a:lnTo>
                  <a:lnTo>
                    <a:pt x="23749" y="71956"/>
                  </a:lnTo>
                  <a:lnTo>
                    <a:pt x="23749" y="72021"/>
                  </a:lnTo>
                  <a:lnTo>
                    <a:pt x="23817" y="72087"/>
                  </a:lnTo>
                  <a:lnTo>
                    <a:pt x="23884" y="72087"/>
                  </a:lnTo>
                  <a:lnTo>
                    <a:pt x="23986" y="72000"/>
                  </a:lnTo>
                  <a:lnTo>
                    <a:pt x="24020" y="71934"/>
                  </a:lnTo>
                  <a:lnTo>
                    <a:pt x="24020" y="71693"/>
                  </a:lnTo>
                  <a:lnTo>
                    <a:pt x="24054" y="71583"/>
                  </a:lnTo>
                  <a:lnTo>
                    <a:pt x="24324" y="71321"/>
                  </a:lnTo>
                  <a:lnTo>
                    <a:pt x="24561" y="70992"/>
                  </a:lnTo>
                  <a:lnTo>
                    <a:pt x="24696" y="70839"/>
                  </a:lnTo>
                  <a:lnTo>
                    <a:pt x="24832" y="70795"/>
                  </a:lnTo>
                  <a:lnTo>
                    <a:pt x="25001" y="70729"/>
                  </a:lnTo>
                  <a:lnTo>
                    <a:pt x="25102" y="70598"/>
                  </a:lnTo>
                  <a:lnTo>
                    <a:pt x="25136" y="70401"/>
                  </a:lnTo>
                  <a:lnTo>
                    <a:pt x="25136" y="70270"/>
                  </a:lnTo>
                  <a:lnTo>
                    <a:pt x="25238" y="70248"/>
                  </a:lnTo>
                  <a:lnTo>
                    <a:pt x="25339" y="70313"/>
                  </a:lnTo>
                  <a:lnTo>
                    <a:pt x="25407" y="70423"/>
                  </a:lnTo>
                  <a:lnTo>
                    <a:pt x="25508" y="70489"/>
                  </a:lnTo>
                  <a:lnTo>
                    <a:pt x="25644" y="70445"/>
                  </a:lnTo>
                  <a:lnTo>
                    <a:pt x="25745" y="70291"/>
                  </a:lnTo>
                  <a:lnTo>
                    <a:pt x="25847" y="70007"/>
                  </a:lnTo>
                  <a:lnTo>
                    <a:pt x="25881" y="69963"/>
                  </a:lnTo>
                  <a:lnTo>
                    <a:pt x="25982" y="69985"/>
                  </a:lnTo>
                  <a:lnTo>
                    <a:pt x="26050" y="70029"/>
                  </a:lnTo>
                  <a:lnTo>
                    <a:pt x="26050" y="70094"/>
                  </a:lnTo>
                  <a:lnTo>
                    <a:pt x="26050" y="70160"/>
                  </a:lnTo>
                  <a:lnTo>
                    <a:pt x="25914" y="70291"/>
                  </a:lnTo>
                  <a:lnTo>
                    <a:pt x="25813" y="70423"/>
                  </a:lnTo>
                  <a:lnTo>
                    <a:pt x="25779" y="70467"/>
                  </a:lnTo>
                  <a:lnTo>
                    <a:pt x="25407" y="70751"/>
                  </a:lnTo>
                  <a:lnTo>
                    <a:pt x="25238" y="70817"/>
                  </a:lnTo>
                  <a:lnTo>
                    <a:pt x="25136" y="70839"/>
                  </a:lnTo>
                  <a:lnTo>
                    <a:pt x="25035" y="70905"/>
                  </a:lnTo>
                  <a:lnTo>
                    <a:pt x="24899" y="71080"/>
                  </a:lnTo>
                  <a:lnTo>
                    <a:pt x="24764" y="71211"/>
                  </a:lnTo>
                  <a:lnTo>
                    <a:pt x="24460" y="71386"/>
                  </a:lnTo>
                  <a:lnTo>
                    <a:pt x="24358" y="71518"/>
                  </a:lnTo>
                  <a:lnTo>
                    <a:pt x="24257" y="71671"/>
                  </a:lnTo>
                  <a:lnTo>
                    <a:pt x="24155" y="71934"/>
                  </a:lnTo>
                  <a:lnTo>
                    <a:pt x="24087" y="72087"/>
                  </a:lnTo>
                  <a:lnTo>
                    <a:pt x="24020" y="72197"/>
                  </a:lnTo>
                  <a:lnTo>
                    <a:pt x="23884" y="72328"/>
                  </a:lnTo>
                  <a:lnTo>
                    <a:pt x="23783" y="72437"/>
                  </a:lnTo>
                  <a:lnTo>
                    <a:pt x="23648" y="72569"/>
                  </a:lnTo>
                  <a:lnTo>
                    <a:pt x="23648" y="72613"/>
                  </a:lnTo>
                  <a:lnTo>
                    <a:pt x="23851" y="72591"/>
                  </a:lnTo>
                  <a:lnTo>
                    <a:pt x="24020" y="72591"/>
                  </a:lnTo>
                  <a:lnTo>
                    <a:pt x="24696" y="72766"/>
                  </a:lnTo>
                  <a:lnTo>
                    <a:pt x="24764" y="72766"/>
                  </a:lnTo>
                  <a:lnTo>
                    <a:pt x="24866" y="72700"/>
                  </a:lnTo>
                  <a:lnTo>
                    <a:pt x="25035" y="72547"/>
                  </a:lnTo>
                  <a:lnTo>
                    <a:pt x="25102" y="72459"/>
                  </a:lnTo>
                  <a:lnTo>
                    <a:pt x="25102" y="72416"/>
                  </a:lnTo>
                  <a:lnTo>
                    <a:pt x="25069" y="72394"/>
                  </a:lnTo>
                  <a:lnTo>
                    <a:pt x="25001" y="72372"/>
                  </a:lnTo>
                  <a:lnTo>
                    <a:pt x="24933" y="72372"/>
                  </a:lnTo>
                  <a:lnTo>
                    <a:pt x="25170" y="72240"/>
                  </a:lnTo>
                  <a:lnTo>
                    <a:pt x="25305" y="72153"/>
                  </a:lnTo>
                  <a:lnTo>
                    <a:pt x="25441" y="71824"/>
                  </a:lnTo>
                  <a:lnTo>
                    <a:pt x="25508" y="71890"/>
                  </a:lnTo>
                  <a:lnTo>
                    <a:pt x="25576" y="71868"/>
                  </a:lnTo>
                  <a:lnTo>
                    <a:pt x="26320" y="71124"/>
                  </a:lnTo>
                  <a:lnTo>
                    <a:pt x="26557" y="70817"/>
                  </a:lnTo>
                  <a:lnTo>
                    <a:pt x="26760" y="70510"/>
                  </a:lnTo>
                  <a:lnTo>
                    <a:pt x="26929" y="70160"/>
                  </a:lnTo>
                  <a:lnTo>
                    <a:pt x="27065" y="69832"/>
                  </a:lnTo>
                  <a:lnTo>
                    <a:pt x="27132" y="69153"/>
                  </a:lnTo>
                  <a:lnTo>
                    <a:pt x="27166" y="69109"/>
                  </a:lnTo>
                  <a:lnTo>
                    <a:pt x="27166" y="69065"/>
                  </a:lnTo>
                  <a:lnTo>
                    <a:pt x="27132" y="68693"/>
                  </a:lnTo>
                  <a:lnTo>
                    <a:pt x="27098" y="68583"/>
                  </a:lnTo>
                  <a:lnTo>
                    <a:pt x="26794" y="68496"/>
                  </a:lnTo>
                  <a:lnTo>
                    <a:pt x="26692" y="68408"/>
                  </a:lnTo>
                  <a:lnTo>
                    <a:pt x="26253" y="67905"/>
                  </a:lnTo>
                  <a:lnTo>
                    <a:pt x="26050" y="67379"/>
                  </a:lnTo>
                  <a:lnTo>
                    <a:pt x="25881" y="67160"/>
                  </a:lnTo>
                  <a:lnTo>
                    <a:pt x="25407" y="67029"/>
                  </a:lnTo>
                  <a:lnTo>
                    <a:pt x="25170" y="66832"/>
                  </a:lnTo>
                  <a:lnTo>
                    <a:pt x="25035" y="66788"/>
                  </a:lnTo>
                  <a:lnTo>
                    <a:pt x="24866" y="66788"/>
                  </a:lnTo>
                  <a:lnTo>
                    <a:pt x="24764" y="66788"/>
                  </a:lnTo>
                  <a:lnTo>
                    <a:pt x="24663" y="66854"/>
                  </a:lnTo>
                  <a:lnTo>
                    <a:pt x="24595" y="66941"/>
                  </a:lnTo>
                  <a:lnTo>
                    <a:pt x="24595" y="67007"/>
                  </a:lnTo>
                  <a:lnTo>
                    <a:pt x="24595" y="67116"/>
                  </a:lnTo>
                  <a:lnTo>
                    <a:pt x="24561" y="67204"/>
                  </a:lnTo>
                  <a:lnTo>
                    <a:pt x="24527" y="67357"/>
                  </a:lnTo>
                  <a:lnTo>
                    <a:pt x="24426" y="67467"/>
                  </a:lnTo>
                  <a:close/>
                  <a:moveTo>
                    <a:pt x="26895" y="73226"/>
                  </a:moveTo>
                  <a:lnTo>
                    <a:pt x="26828" y="73335"/>
                  </a:lnTo>
                  <a:lnTo>
                    <a:pt x="26895" y="73401"/>
                  </a:lnTo>
                  <a:lnTo>
                    <a:pt x="27132" y="73313"/>
                  </a:lnTo>
                  <a:lnTo>
                    <a:pt x="27166" y="73270"/>
                  </a:lnTo>
                  <a:lnTo>
                    <a:pt x="27437" y="73029"/>
                  </a:lnTo>
                  <a:lnTo>
                    <a:pt x="27572" y="72897"/>
                  </a:lnTo>
                  <a:lnTo>
                    <a:pt x="27640" y="72875"/>
                  </a:lnTo>
                  <a:lnTo>
                    <a:pt x="27674" y="72832"/>
                  </a:lnTo>
                  <a:lnTo>
                    <a:pt x="27843" y="72744"/>
                  </a:lnTo>
                  <a:lnTo>
                    <a:pt x="27877" y="72656"/>
                  </a:lnTo>
                  <a:lnTo>
                    <a:pt x="27978" y="72591"/>
                  </a:lnTo>
                  <a:lnTo>
                    <a:pt x="28113" y="72416"/>
                  </a:lnTo>
                  <a:lnTo>
                    <a:pt x="28147" y="72372"/>
                  </a:lnTo>
                  <a:lnTo>
                    <a:pt x="28350" y="72262"/>
                  </a:lnTo>
                  <a:lnTo>
                    <a:pt x="28418" y="72197"/>
                  </a:lnTo>
                  <a:lnTo>
                    <a:pt x="28452" y="72131"/>
                  </a:lnTo>
                  <a:lnTo>
                    <a:pt x="28553" y="72000"/>
                  </a:lnTo>
                  <a:lnTo>
                    <a:pt x="28655" y="71934"/>
                  </a:lnTo>
                  <a:lnTo>
                    <a:pt x="28519" y="71868"/>
                  </a:lnTo>
                  <a:lnTo>
                    <a:pt x="28452" y="71912"/>
                  </a:lnTo>
                  <a:lnTo>
                    <a:pt x="28350" y="72000"/>
                  </a:lnTo>
                  <a:lnTo>
                    <a:pt x="28215" y="72043"/>
                  </a:lnTo>
                  <a:lnTo>
                    <a:pt x="28046" y="72087"/>
                  </a:lnTo>
                  <a:lnTo>
                    <a:pt x="27741" y="72021"/>
                  </a:lnTo>
                  <a:lnTo>
                    <a:pt x="27437" y="72000"/>
                  </a:lnTo>
                  <a:lnTo>
                    <a:pt x="27403" y="72000"/>
                  </a:lnTo>
                  <a:lnTo>
                    <a:pt x="27369" y="72021"/>
                  </a:lnTo>
                  <a:lnTo>
                    <a:pt x="27234" y="72218"/>
                  </a:lnTo>
                  <a:lnTo>
                    <a:pt x="27234" y="72262"/>
                  </a:lnTo>
                  <a:lnTo>
                    <a:pt x="27234" y="72416"/>
                  </a:lnTo>
                  <a:lnTo>
                    <a:pt x="27234" y="72635"/>
                  </a:lnTo>
                  <a:lnTo>
                    <a:pt x="27200" y="72788"/>
                  </a:lnTo>
                  <a:lnTo>
                    <a:pt x="27065" y="72875"/>
                  </a:lnTo>
                  <a:lnTo>
                    <a:pt x="27065" y="73029"/>
                  </a:lnTo>
                  <a:lnTo>
                    <a:pt x="27065" y="73072"/>
                  </a:lnTo>
                  <a:lnTo>
                    <a:pt x="27031" y="73116"/>
                  </a:lnTo>
                  <a:lnTo>
                    <a:pt x="26895" y="73226"/>
                  </a:lnTo>
                  <a:close/>
                  <a:moveTo>
                    <a:pt x="17558" y="64204"/>
                  </a:moveTo>
                  <a:lnTo>
                    <a:pt x="17592" y="64248"/>
                  </a:lnTo>
                  <a:lnTo>
                    <a:pt x="17592" y="64335"/>
                  </a:lnTo>
                  <a:lnTo>
                    <a:pt x="17592" y="64357"/>
                  </a:lnTo>
                  <a:lnTo>
                    <a:pt x="17761" y="64379"/>
                  </a:lnTo>
                  <a:lnTo>
                    <a:pt x="17795" y="64423"/>
                  </a:lnTo>
                  <a:lnTo>
                    <a:pt x="17795" y="64510"/>
                  </a:lnTo>
                  <a:lnTo>
                    <a:pt x="17761" y="64620"/>
                  </a:lnTo>
                  <a:lnTo>
                    <a:pt x="17795" y="64686"/>
                  </a:lnTo>
                  <a:lnTo>
                    <a:pt x="17998" y="64773"/>
                  </a:lnTo>
                  <a:lnTo>
                    <a:pt x="18065" y="64839"/>
                  </a:lnTo>
                  <a:lnTo>
                    <a:pt x="18065" y="64948"/>
                  </a:lnTo>
                  <a:lnTo>
                    <a:pt x="18032" y="65058"/>
                  </a:lnTo>
                  <a:lnTo>
                    <a:pt x="17896" y="65189"/>
                  </a:lnTo>
                  <a:lnTo>
                    <a:pt x="17930" y="65277"/>
                  </a:lnTo>
                  <a:lnTo>
                    <a:pt x="18032" y="65386"/>
                  </a:lnTo>
                  <a:lnTo>
                    <a:pt x="18268" y="65540"/>
                  </a:lnTo>
                  <a:lnTo>
                    <a:pt x="18201" y="65671"/>
                  </a:lnTo>
                  <a:lnTo>
                    <a:pt x="18201" y="65846"/>
                  </a:lnTo>
                  <a:lnTo>
                    <a:pt x="18370" y="66284"/>
                  </a:lnTo>
                  <a:lnTo>
                    <a:pt x="18404" y="66328"/>
                  </a:lnTo>
                  <a:lnTo>
                    <a:pt x="18471" y="66372"/>
                  </a:lnTo>
                  <a:lnTo>
                    <a:pt x="18607" y="66459"/>
                  </a:lnTo>
                  <a:lnTo>
                    <a:pt x="18844" y="66481"/>
                  </a:lnTo>
                  <a:lnTo>
                    <a:pt x="18911" y="66459"/>
                  </a:lnTo>
                  <a:lnTo>
                    <a:pt x="19047" y="66394"/>
                  </a:lnTo>
                  <a:lnTo>
                    <a:pt x="19148" y="66350"/>
                  </a:lnTo>
                  <a:lnTo>
                    <a:pt x="19250" y="66350"/>
                  </a:lnTo>
                  <a:lnTo>
                    <a:pt x="19283" y="66416"/>
                  </a:lnTo>
                  <a:lnTo>
                    <a:pt x="19351" y="66503"/>
                  </a:lnTo>
                  <a:lnTo>
                    <a:pt x="19351" y="66591"/>
                  </a:lnTo>
                  <a:lnTo>
                    <a:pt x="19453" y="66635"/>
                  </a:lnTo>
                  <a:lnTo>
                    <a:pt x="19622" y="66591"/>
                  </a:lnTo>
                  <a:lnTo>
                    <a:pt x="19791" y="66459"/>
                  </a:lnTo>
                  <a:lnTo>
                    <a:pt x="19926" y="66284"/>
                  </a:lnTo>
                  <a:lnTo>
                    <a:pt x="19994" y="66131"/>
                  </a:lnTo>
                  <a:lnTo>
                    <a:pt x="19994" y="65868"/>
                  </a:lnTo>
                  <a:lnTo>
                    <a:pt x="19791" y="64905"/>
                  </a:lnTo>
                  <a:lnTo>
                    <a:pt x="19791" y="64839"/>
                  </a:lnTo>
                  <a:lnTo>
                    <a:pt x="19859" y="64664"/>
                  </a:lnTo>
                  <a:lnTo>
                    <a:pt x="19825" y="64620"/>
                  </a:lnTo>
                  <a:lnTo>
                    <a:pt x="19791" y="64554"/>
                  </a:lnTo>
                  <a:lnTo>
                    <a:pt x="19723" y="64335"/>
                  </a:lnTo>
                  <a:lnTo>
                    <a:pt x="19520" y="64072"/>
                  </a:lnTo>
                  <a:lnTo>
                    <a:pt x="19047" y="63613"/>
                  </a:lnTo>
                  <a:lnTo>
                    <a:pt x="18911" y="63350"/>
                  </a:lnTo>
                  <a:lnTo>
                    <a:pt x="18539" y="63043"/>
                  </a:lnTo>
                  <a:lnTo>
                    <a:pt x="18370" y="62781"/>
                  </a:lnTo>
                  <a:lnTo>
                    <a:pt x="18235" y="62649"/>
                  </a:lnTo>
                  <a:lnTo>
                    <a:pt x="17930" y="62474"/>
                  </a:lnTo>
                  <a:lnTo>
                    <a:pt x="17727" y="62211"/>
                  </a:lnTo>
                  <a:lnTo>
                    <a:pt x="17558" y="62145"/>
                  </a:lnTo>
                  <a:lnTo>
                    <a:pt x="17490" y="62014"/>
                  </a:lnTo>
                  <a:lnTo>
                    <a:pt x="17287" y="61927"/>
                  </a:lnTo>
                  <a:lnTo>
                    <a:pt x="17017" y="61795"/>
                  </a:lnTo>
                  <a:lnTo>
                    <a:pt x="16814" y="61817"/>
                  </a:lnTo>
                  <a:lnTo>
                    <a:pt x="16678" y="61970"/>
                  </a:lnTo>
                  <a:lnTo>
                    <a:pt x="16475" y="62145"/>
                  </a:lnTo>
                  <a:lnTo>
                    <a:pt x="16374" y="62299"/>
                  </a:lnTo>
                  <a:lnTo>
                    <a:pt x="16374" y="62364"/>
                  </a:lnTo>
                  <a:lnTo>
                    <a:pt x="16408" y="62408"/>
                  </a:lnTo>
                  <a:lnTo>
                    <a:pt x="16475" y="62408"/>
                  </a:lnTo>
                  <a:lnTo>
                    <a:pt x="16509" y="62430"/>
                  </a:lnTo>
                  <a:lnTo>
                    <a:pt x="16577" y="62671"/>
                  </a:lnTo>
                  <a:lnTo>
                    <a:pt x="16611" y="62715"/>
                  </a:lnTo>
                  <a:lnTo>
                    <a:pt x="16712" y="62781"/>
                  </a:lnTo>
                  <a:lnTo>
                    <a:pt x="16780" y="62802"/>
                  </a:lnTo>
                  <a:lnTo>
                    <a:pt x="17017" y="62824"/>
                  </a:lnTo>
                  <a:lnTo>
                    <a:pt x="17152" y="62824"/>
                  </a:lnTo>
                  <a:lnTo>
                    <a:pt x="17287" y="62846"/>
                  </a:lnTo>
                  <a:lnTo>
                    <a:pt x="17423" y="63000"/>
                  </a:lnTo>
                  <a:lnTo>
                    <a:pt x="17118" y="62912"/>
                  </a:lnTo>
                  <a:lnTo>
                    <a:pt x="16949" y="62912"/>
                  </a:lnTo>
                  <a:lnTo>
                    <a:pt x="16848" y="62956"/>
                  </a:lnTo>
                  <a:lnTo>
                    <a:pt x="16814" y="63087"/>
                  </a:lnTo>
                  <a:lnTo>
                    <a:pt x="16814" y="63218"/>
                  </a:lnTo>
                  <a:lnTo>
                    <a:pt x="16881" y="63437"/>
                  </a:lnTo>
                  <a:lnTo>
                    <a:pt x="16915" y="63875"/>
                  </a:lnTo>
                  <a:lnTo>
                    <a:pt x="16949" y="63941"/>
                  </a:lnTo>
                  <a:lnTo>
                    <a:pt x="17524" y="64160"/>
                  </a:lnTo>
                  <a:lnTo>
                    <a:pt x="17558" y="64204"/>
                  </a:lnTo>
                  <a:close/>
                  <a:moveTo>
                    <a:pt x="6563" y="63459"/>
                  </a:moveTo>
                  <a:lnTo>
                    <a:pt x="6495" y="63437"/>
                  </a:lnTo>
                  <a:lnTo>
                    <a:pt x="6495" y="63350"/>
                  </a:lnTo>
                  <a:lnTo>
                    <a:pt x="6529" y="63240"/>
                  </a:lnTo>
                  <a:lnTo>
                    <a:pt x="6529" y="63175"/>
                  </a:lnTo>
                  <a:lnTo>
                    <a:pt x="6461" y="63087"/>
                  </a:lnTo>
                  <a:lnTo>
                    <a:pt x="6089" y="62868"/>
                  </a:lnTo>
                  <a:lnTo>
                    <a:pt x="6123" y="62824"/>
                  </a:lnTo>
                  <a:lnTo>
                    <a:pt x="6292" y="62802"/>
                  </a:lnTo>
                  <a:lnTo>
                    <a:pt x="6394" y="62671"/>
                  </a:lnTo>
                  <a:lnTo>
                    <a:pt x="6461" y="62233"/>
                  </a:lnTo>
                  <a:lnTo>
                    <a:pt x="6461" y="62189"/>
                  </a:lnTo>
                  <a:lnTo>
                    <a:pt x="6394" y="62167"/>
                  </a:lnTo>
                  <a:lnTo>
                    <a:pt x="6292" y="62189"/>
                  </a:lnTo>
                  <a:lnTo>
                    <a:pt x="6191" y="62211"/>
                  </a:lnTo>
                  <a:lnTo>
                    <a:pt x="6123" y="62211"/>
                  </a:lnTo>
                  <a:lnTo>
                    <a:pt x="5649" y="62124"/>
                  </a:lnTo>
                  <a:lnTo>
                    <a:pt x="5379" y="62124"/>
                  </a:lnTo>
                  <a:lnTo>
                    <a:pt x="5243" y="62189"/>
                  </a:lnTo>
                  <a:lnTo>
                    <a:pt x="5210" y="62189"/>
                  </a:lnTo>
                  <a:lnTo>
                    <a:pt x="5176" y="62189"/>
                  </a:lnTo>
                  <a:lnTo>
                    <a:pt x="5108" y="62167"/>
                  </a:lnTo>
                  <a:lnTo>
                    <a:pt x="5074" y="62167"/>
                  </a:lnTo>
                  <a:lnTo>
                    <a:pt x="4465" y="62255"/>
                  </a:lnTo>
                  <a:lnTo>
                    <a:pt x="4330" y="62343"/>
                  </a:lnTo>
                  <a:lnTo>
                    <a:pt x="4195" y="62386"/>
                  </a:lnTo>
                  <a:lnTo>
                    <a:pt x="2943" y="62080"/>
                  </a:lnTo>
                  <a:lnTo>
                    <a:pt x="2672" y="61948"/>
                  </a:lnTo>
                  <a:lnTo>
                    <a:pt x="2571" y="61927"/>
                  </a:lnTo>
                  <a:lnTo>
                    <a:pt x="2469" y="61948"/>
                  </a:lnTo>
                  <a:lnTo>
                    <a:pt x="2300" y="61992"/>
                  </a:lnTo>
                  <a:lnTo>
                    <a:pt x="2232" y="61992"/>
                  </a:lnTo>
                  <a:lnTo>
                    <a:pt x="1996" y="61992"/>
                  </a:lnTo>
                  <a:lnTo>
                    <a:pt x="1454" y="61817"/>
                  </a:lnTo>
                  <a:lnTo>
                    <a:pt x="1285" y="61751"/>
                  </a:lnTo>
                  <a:lnTo>
                    <a:pt x="1184" y="61620"/>
                  </a:lnTo>
                  <a:lnTo>
                    <a:pt x="1014" y="61532"/>
                  </a:lnTo>
                  <a:lnTo>
                    <a:pt x="845" y="61532"/>
                  </a:lnTo>
                  <a:lnTo>
                    <a:pt x="879" y="61751"/>
                  </a:lnTo>
                  <a:lnTo>
                    <a:pt x="845" y="61839"/>
                  </a:lnTo>
                  <a:lnTo>
                    <a:pt x="744" y="61861"/>
                  </a:lnTo>
                  <a:lnTo>
                    <a:pt x="642" y="61883"/>
                  </a:lnTo>
                  <a:lnTo>
                    <a:pt x="676" y="62014"/>
                  </a:lnTo>
                  <a:lnTo>
                    <a:pt x="778" y="62145"/>
                  </a:lnTo>
                  <a:lnTo>
                    <a:pt x="879" y="62211"/>
                  </a:lnTo>
                  <a:lnTo>
                    <a:pt x="676" y="62299"/>
                  </a:lnTo>
                  <a:lnTo>
                    <a:pt x="642" y="62408"/>
                  </a:lnTo>
                  <a:lnTo>
                    <a:pt x="744" y="62496"/>
                  </a:lnTo>
                  <a:lnTo>
                    <a:pt x="845" y="62583"/>
                  </a:lnTo>
                  <a:lnTo>
                    <a:pt x="947" y="62583"/>
                  </a:lnTo>
                  <a:lnTo>
                    <a:pt x="1150" y="62562"/>
                  </a:lnTo>
                  <a:lnTo>
                    <a:pt x="1217" y="62562"/>
                  </a:lnTo>
                  <a:lnTo>
                    <a:pt x="1251" y="62693"/>
                  </a:lnTo>
                  <a:lnTo>
                    <a:pt x="1387" y="62671"/>
                  </a:lnTo>
                  <a:lnTo>
                    <a:pt x="1623" y="62715"/>
                  </a:lnTo>
                  <a:lnTo>
                    <a:pt x="1793" y="62715"/>
                  </a:lnTo>
                  <a:lnTo>
                    <a:pt x="1759" y="62737"/>
                  </a:lnTo>
                  <a:lnTo>
                    <a:pt x="1623" y="62802"/>
                  </a:lnTo>
                  <a:lnTo>
                    <a:pt x="2165" y="62934"/>
                  </a:lnTo>
                  <a:lnTo>
                    <a:pt x="2402" y="63043"/>
                  </a:lnTo>
                  <a:lnTo>
                    <a:pt x="2503" y="63262"/>
                  </a:lnTo>
                  <a:lnTo>
                    <a:pt x="2571" y="63350"/>
                  </a:lnTo>
                  <a:lnTo>
                    <a:pt x="2943" y="63372"/>
                  </a:lnTo>
                  <a:lnTo>
                    <a:pt x="3044" y="63459"/>
                  </a:lnTo>
                  <a:lnTo>
                    <a:pt x="2943" y="63525"/>
                  </a:lnTo>
                  <a:lnTo>
                    <a:pt x="2808" y="63569"/>
                  </a:lnTo>
                  <a:lnTo>
                    <a:pt x="2638" y="63591"/>
                  </a:lnTo>
                  <a:lnTo>
                    <a:pt x="2537" y="63591"/>
                  </a:lnTo>
                  <a:lnTo>
                    <a:pt x="2503" y="63678"/>
                  </a:lnTo>
                  <a:lnTo>
                    <a:pt x="2537" y="63722"/>
                  </a:lnTo>
                  <a:lnTo>
                    <a:pt x="2571" y="63766"/>
                  </a:lnTo>
                  <a:lnTo>
                    <a:pt x="2537" y="63810"/>
                  </a:lnTo>
                  <a:lnTo>
                    <a:pt x="2503" y="63897"/>
                  </a:lnTo>
                  <a:lnTo>
                    <a:pt x="2266" y="63525"/>
                  </a:lnTo>
                  <a:lnTo>
                    <a:pt x="2232" y="63613"/>
                  </a:lnTo>
                  <a:lnTo>
                    <a:pt x="2266" y="63700"/>
                  </a:lnTo>
                  <a:lnTo>
                    <a:pt x="2300" y="63744"/>
                  </a:lnTo>
                  <a:lnTo>
                    <a:pt x="2334" y="63788"/>
                  </a:lnTo>
                  <a:lnTo>
                    <a:pt x="2199" y="63875"/>
                  </a:lnTo>
                  <a:lnTo>
                    <a:pt x="2131" y="63788"/>
                  </a:lnTo>
                  <a:lnTo>
                    <a:pt x="1962" y="63569"/>
                  </a:lnTo>
                  <a:lnTo>
                    <a:pt x="1928" y="63525"/>
                  </a:lnTo>
                  <a:lnTo>
                    <a:pt x="1860" y="63503"/>
                  </a:lnTo>
                  <a:lnTo>
                    <a:pt x="1759" y="63481"/>
                  </a:lnTo>
                  <a:lnTo>
                    <a:pt x="1657" y="63503"/>
                  </a:lnTo>
                  <a:lnTo>
                    <a:pt x="1590" y="63503"/>
                  </a:lnTo>
                  <a:lnTo>
                    <a:pt x="1454" y="63394"/>
                  </a:lnTo>
                  <a:lnTo>
                    <a:pt x="1319" y="63394"/>
                  </a:lnTo>
                  <a:lnTo>
                    <a:pt x="1251" y="63459"/>
                  </a:lnTo>
                  <a:lnTo>
                    <a:pt x="1217" y="63459"/>
                  </a:lnTo>
                  <a:lnTo>
                    <a:pt x="1184" y="63591"/>
                  </a:lnTo>
                  <a:lnTo>
                    <a:pt x="1184" y="63700"/>
                  </a:lnTo>
                  <a:lnTo>
                    <a:pt x="1184" y="63854"/>
                  </a:lnTo>
                  <a:lnTo>
                    <a:pt x="1251" y="63985"/>
                  </a:lnTo>
                  <a:lnTo>
                    <a:pt x="1590" y="64248"/>
                  </a:lnTo>
                  <a:lnTo>
                    <a:pt x="1420" y="64313"/>
                  </a:lnTo>
                  <a:lnTo>
                    <a:pt x="1319" y="64423"/>
                  </a:lnTo>
                  <a:lnTo>
                    <a:pt x="1319" y="64576"/>
                  </a:lnTo>
                  <a:lnTo>
                    <a:pt x="1387" y="64686"/>
                  </a:lnTo>
                  <a:lnTo>
                    <a:pt x="1387" y="64729"/>
                  </a:lnTo>
                  <a:lnTo>
                    <a:pt x="1488" y="64795"/>
                  </a:lnTo>
                  <a:lnTo>
                    <a:pt x="1522" y="64839"/>
                  </a:lnTo>
                  <a:lnTo>
                    <a:pt x="1522" y="64839"/>
                  </a:lnTo>
                  <a:lnTo>
                    <a:pt x="1488" y="64905"/>
                  </a:lnTo>
                  <a:lnTo>
                    <a:pt x="1488" y="64948"/>
                  </a:lnTo>
                  <a:lnTo>
                    <a:pt x="1590" y="65189"/>
                  </a:lnTo>
                  <a:lnTo>
                    <a:pt x="1590" y="65233"/>
                  </a:lnTo>
                  <a:lnTo>
                    <a:pt x="1793" y="65255"/>
                  </a:lnTo>
                  <a:lnTo>
                    <a:pt x="2097" y="65058"/>
                  </a:lnTo>
                  <a:lnTo>
                    <a:pt x="2266" y="65058"/>
                  </a:lnTo>
                  <a:lnTo>
                    <a:pt x="2334" y="65014"/>
                  </a:lnTo>
                  <a:lnTo>
                    <a:pt x="2435" y="64861"/>
                  </a:lnTo>
                  <a:lnTo>
                    <a:pt x="2469" y="64576"/>
                  </a:lnTo>
                  <a:lnTo>
                    <a:pt x="2571" y="64664"/>
                  </a:lnTo>
                  <a:lnTo>
                    <a:pt x="2571" y="64970"/>
                  </a:lnTo>
                  <a:lnTo>
                    <a:pt x="2638" y="65080"/>
                  </a:lnTo>
                  <a:lnTo>
                    <a:pt x="2909" y="65321"/>
                  </a:lnTo>
                  <a:lnTo>
                    <a:pt x="3044" y="65474"/>
                  </a:lnTo>
                  <a:lnTo>
                    <a:pt x="2875" y="65605"/>
                  </a:lnTo>
                  <a:lnTo>
                    <a:pt x="2875" y="65649"/>
                  </a:lnTo>
                  <a:lnTo>
                    <a:pt x="2875" y="65671"/>
                  </a:lnTo>
                  <a:lnTo>
                    <a:pt x="2909" y="65715"/>
                  </a:lnTo>
                  <a:lnTo>
                    <a:pt x="2875" y="65759"/>
                  </a:lnTo>
                  <a:lnTo>
                    <a:pt x="2875" y="65846"/>
                  </a:lnTo>
                  <a:lnTo>
                    <a:pt x="2841" y="65759"/>
                  </a:lnTo>
                  <a:lnTo>
                    <a:pt x="2808" y="65693"/>
                  </a:lnTo>
                  <a:lnTo>
                    <a:pt x="2774" y="65540"/>
                  </a:lnTo>
                  <a:lnTo>
                    <a:pt x="2605" y="65277"/>
                  </a:lnTo>
                  <a:lnTo>
                    <a:pt x="2503" y="65299"/>
                  </a:lnTo>
                  <a:lnTo>
                    <a:pt x="2571" y="65408"/>
                  </a:lnTo>
                  <a:lnTo>
                    <a:pt x="2638" y="65693"/>
                  </a:lnTo>
                  <a:lnTo>
                    <a:pt x="2571" y="65737"/>
                  </a:lnTo>
                  <a:lnTo>
                    <a:pt x="2435" y="65452"/>
                  </a:lnTo>
                  <a:lnTo>
                    <a:pt x="2402" y="65386"/>
                  </a:lnTo>
                  <a:lnTo>
                    <a:pt x="2266" y="65321"/>
                  </a:lnTo>
                  <a:lnTo>
                    <a:pt x="2131" y="65321"/>
                  </a:lnTo>
                  <a:lnTo>
                    <a:pt x="1826" y="65474"/>
                  </a:lnTo>
                  <a:lnTo>
                    <a:pt x="2063" y="66021"/>
                  </a:lnTo>
                  <a:lnTo>
                    <a:pt x="2334" y="66350"/>
                  </a:lnTo>
                  <a:lnTo>
                    <a:pt x="2435" y="66394"/>
                  </a:lnTo>
                  <a:lnTo>
                    <a:pt x="2300" y="66547"/>
                  </a:lnTo>
                  <a:lnTo>
                    <a:pt x="2300" y="66569"/>
                  </a:lnTo>
                  <a:lnTo>
                    <a:pt x="2435" y="66591"/>
                  </a:lnTo>
                  <a:lnTo>
                    <a:pt x="2469" y="66678"/>
                  </a:lnTo>
                  <a:lnTo>
                    <a:pt x="2435" y="66744"/>
                  </a:lnTo>
                  <a:lnTo>
                    <a:pt x="2334" y="66832"/>
                  </a:lnTo>
                  <a:lnTo>
                    <a:pt x="2300" y="66919"/>
                  </a:lnTo>
                  <a:lnTo>
                    <a:pt x="2334" y="67007"/>
                  </a:lnTo>
                  <a:lnTo>
                    <a:pt x="2841" y="67751"/>
                  </a:lnTo>
                  <a:lnTo>
                    <a:pt x="2943" y="67861"/>
                  </a:lnTo>
                  <a:lnTo>
                    <a:pt x="3247" y="68036"/>
                  </a:lnTo>
                  <a:lnTo>
                    <a:pt x="3383" y="68189"/>
                  </a:lnTo>
                  <a:lnTo>
                    <a:pt x="3315" y="68343"/>
                  </a:lnTo>
                  <a:lnTo>
                    <a:pt x="3315" y="68364"/>
                  </a:lnTo>
                  <a:lnTo>
                    <a:pt x="3383" y="68627"/>
                  </a:lnTo>
                  <a:lnTo>
                    <a:pt x="3450" y="68693"/>
                  </a:lnTo>
                  <a:lnTo>
                    <a:pt x="3518" y="68693"/>
                  </a:lnTo>
                  <a:lnTo>
                    <a:pt x="3619" y="68671"/>
                  </a:lnTo>
                  <a:lnTo>
                    <a:pt x="3721" y="68693"/>
                  </a:lnTo>
                  <a:lnTo>
                    <a:pt x="3822" y="68737"/>
                  </a:lnTo>
                  <a:lnTo>
                    <a:pt x="3924" y="68846"/>
                  </a:lnTo>
                  <a:lnTo>
                    <a:pt x="3958" y="68956"/>
                  </a:lnTo>
                  <a:lnTo>
                    <a:pt x="3958" y="69109"/>
                  </a:lnTo>
                  <a:lnTo>
                    <a:pt x="3856" y="69021"/>
                  </a:lnTo>
                  <a:lnTo>
                    <a:pt x="3721" y="68934"/>
                  </a:lnTo>
                  <a:lnTo>
                    <a:pt x="3518" y="68890"/>
                  </a:lnTo>
                  <a:lnTo>
                    <a:pt x="3383" y="68956"/>
                  </a:lnTo>
                  <a:lnTo>
                    <a:pt x="3383" y="69000"/>
                  </a:lnTo>
                  <a:lnTo>
                    <a:pt x="3281" y="69218"/>
                  </a:lnTo>
                  <a:lnTo>
                    <a:pt x="3247" y="69262"/>
                  </a:lnTo>
                  <a:lnTo>
                    <a:pt x="3281" y="69284"/>
                  </a:lnTo>
                  <a:lnTo>
                    <a:pt x="3383" y="69306"/>
                  </a:lnTo>
                  <a:lnTo>
                    <a:pt x="3552" y="69306"/>
                  </a:lnTo>
                  <a:lnTo>
                    <a:pt x="3416" y="69372"/>
                  </a:lnTo>
                  <a:lnTo>
                    <a:pt x="3247" y="69437"/>
                  </a:lnTo>
                  <a:lnTo>
                    <a:pt x="3281" y="69525"/>
                  </a:lnTo>
                  <a:lnTo>
                    <a:pt x="3383" y="69547"/>
                  </a:lnTo>
                  <a:lnTo>
                    <a:pt x="3450" y="69569"/>
                  </a:lnTo>
                  <a:lnTo>
                    <a:pt x="3552" y="69547"/>
                  </a:lnTo>
                  <a:lnTo>
                    <a:pt x="3552" y="69635"/>
                  </a:lnTo>
                  <a:lnTo>
                    <a:pt x="3552" y="69744"/>
                  </a:lnTo>
                  <a:lnTo>
                    <a:pt x="3552" y="69854"/>
                  </a:lnTo>
                  <a:lnTo>
                    <a:pt x="3721" y="69985"/>
                  </a:lnTo>
                  <a:lnTo>
                    <a:pt x="3721" y="70072"/>
                  </a:lnTo>
                  <a:lnTo>
                    <a:pt x="3653" y="70204"/>
                  </a:lnTo>
                  <a:lnTo>
                    <a:pt x="3653" y="70313"/>
                  </a:lnTo>
                  <a:lnTo>
                    <a:pt x="3755" y="70510"/>
                  </a:lnTo>
                  <a:lnTo>
                    <a:pt x="3822" y="70729"/>
                  </a:lnTo>
                  <a:lnTo>
                    <a:pt x="3958" y="70795"/>
                  </a:lnTo>
                  <a:lnTo>
                    <a:pt x="4161" y="70576"/>
                  </a:lnTo>
                  <a:lnTo>
                    <a:pt x="4195" y="70576"/>
                  </a:lnTo>
                  <a:lnTo>
                    <a:pt x="4161" y="70708"/>
                  </a:lnTo>
                  <a:lnTo>
                    <a:pt x="4228" y="70948"/>
                  </a:lnTo>
                  <a:lnTo>
                    <a:pt x="4195" y="71080"/>
                  </a:lnTo>
                  <a:lnTo>
                    <a:pt x="4161" y="71167"/>
                  </a:lnTo>
                  <a:lnTo>
                    <a:pt x="4127" y="71321"/>
                  </a:lnTo>
                  <a:lnTo>
                    <a:pt x="4161" y="71452"/>
                  </a:lnTo>
                  <a:lnTo>
                    <a:pt x="4195" y="71540"/>
                  </a:lnTo>
                  <a:lnTo>
                    <a:pt x="4465" y="71496"/>
                  </a:lnTo>
                  <a:lnTo>
                    <a:pt x="4567" y="71233"/>
                  </a:lnTo>
                  <a:lnTo>
                    <a:pt x="4736" y="70664"/>
                  </a:lnTo>
                  <a:lnTo>
                    <a:pt x="4837" y="70861"/>
                  </a:lnTo>
                  <a:lnTo>
                    <a:pt x="4905" y="70948"/>
                  </a:lnTo>
                  <a:lnTo>
                    <a:pt x="4905" y="71080"/>
                  </a:lnTo>
                  <a:lnTo>
                    <a:pt x="4871" y="71167"/>
                  </a:lnTo>
                  <a:lnTo>
                    <a:pt x="4736" y="71430"/>
                  </a:lnTo>
                  <a:lnTo>
                    <a:pt x="4668" y="71540"/>
                  </a:lnTo>
                  <a:lnTo>
                    <a:pt x="4804" y="71715"/>
                  </a:lnTo>
                  <a:lnTo>
                    <a:pt x="5074" y="71605"/>
                  </a:lnTo>
                  <a:lnTo>
                    <a:pt x="5311" y="71386"/>
                  </a:lnTo>
                  <a:lnTo>
                    <a:pt x="5446" y="71102"/>
                  </a:lnTo>
                  <a:lnTo>
                    <a:pt x="5548" y="71167"/>
                  </a:lnTo>
                  <a:lnTo>
                    <a:pt x="5514" y="71255"/>
                  </a:lnTo>
                  <a:lnTo>
                    <a:pt x="5480" y="71364"/>
                  </a:lnTo>
                  <a:lnTo>
                    <a:pt x="5480" y="71474"/>
                  </a:lnTo>
                  <a:lnTo>
                    <a:pt x="5548" y="71518"/>
                  </a:lnTo>
                  <a:lnTo>
                    <a:pt x="5852" y="71605"/>
                  </a:lnTo>
                  <a:lnTo>
                    <a:pt x="5988" y="71605"/>
                  </a:lnTo>
                  <a:lnTo>
                    <a:pt x="6089" y="71562"/>
                  </a:lnTo>
                  <a:lnTo>
                    <a:pt x="6258" y="71496"/>
                  </a:lnTo>
                  <a:lnTo>
                    <a:pt x="6394" y="71364"/>
                  </a:lnTo>
                  <a:lnTo>
                    <a:pt x="6461" y="71255"/>
                  </a:lnTo>
                  <a:lnTo>
                    <a:pt x="6394" y="71167"/>
                  </a:lnTo>
                  <a:lnTo>
                    <a:pt x="6224" y="71145"/>
                  </a:lnTo>
                  <a:lnTo>
                    <a:pt x="5954" y="71167"/>
                  </a:lnTo>
                  <a:lnTo>
                    <a:pt x="5852" y="71058"/>
                  </a:lnTo>
                  <a:lnTo>
                    <a:pt x="5717" y="70992"/>
                  </a:lnTo>
                  <a:lnTo>
                    <a:pt x="5311" y="70883"/>
                  </a:lnTo>
                  <a:lnTo>
                    <a:pt x="5379" y="70839"/>
                  </a:lnTo>
                  <a:lnTo>
                    <a:pt x="5548" y="70839"/>
                  </a:lnTo>
                  <a:lnTo>
                    <a:pt x="5785" y="70883"/>
                  </a:lnTo>
                  <a:lnTo>
                    <a:pt x="5988" y="70883"/>
                  </a:lnTo>
                  <a:lnTo>
                    <a:pt x="6191" y="70751"/>
                  </a:lnTo>
                  <a:lnTo>
                    <a:pt x="6157" y="70642"/>
                  </a:lnTo>
                  <a:lnTo>
                    <a:pt x="5988" y="70510"/>
                  </a:lnTo>
                  <a:lnTo>
                    <a:pt x="5988" y="70445"/>
                  </a:lnTo>
                  <a:lnTo>
                    <a:pt x="5988" y="70357"/>
                  </a:lnTo>
                  <a:lnTo>
                    <a:pt x="5886" y="70270"/>
                  </a:lnTo>
                  <a:lnTo>
                    <a:pt x="5751" y="70248"/>
                  </a:lnTo>
                  <a:lnTo>
                    <a:pt x="5616" y="70270"/>
                  </a:lnTo>
                  <a:lnTo>
                    <a:pt x="5311" y="70357"/>
                  </a:lnTo>
                  <a:lnTo>
                    <a:pt x="5277" y="70270"/>
                  </a:lnTo>
                  <a:lnTo>
                    <a:pt x="5210" y="70226"/>
                  </a:lnTo>
                  <a:lnTo>
                    <a:pt x="5176" y="70226"/>
                  </a:lnTo>
                  <a:lnTo>
                    <a:pt x="5074" y="70313"/>
                  </a:lnTo>
                  <a:lnTo>
                    <a:pt x="5108" y="70423"/>
                  </a:lnTo>
                  <a:lnTo>
                    <a:pt x="5210" y="70620"/>
                  </a:lnTo>
                  <a:lnTo>
                    <a:pt x="5074" y="70576"/>
                  </a:lnTo>
                  <a:lnTo>
                    <a:pt x="4804" y="70226"/>
                  </a:lnTo>
                  <a:lnTo>
                    <a:pt x="4634" y="70270"/>
                  </a:lnTo>
                  <a:lnTo>
                    <a:pt x="4601" y="70138"/>
                  </a:lnTo>
                  <a:lnTo>
                    <a:pt x="4736" y="69832"/>
                  </a:lnTo>
                  <a:lnTo>
                    <a:pt x="4668" y="69744"/>
                  </a:lnTo>
                  <a:lnTo>
                    <a:pt x="4804" y="69656"/>
                  </a:lnTo>
                  <a:lnTo>
                    <a:pt x="4871" y="69700"/>
                  </a:lnTo>
                  <a:lnTo>
                    <a:pt x="4871" y="69788"/>
                  </a:lnTo>
                  <a:lnTo>
                    <a:pt x="4837" y="69919"/>
                  </a:lnTo>
                  <a:lnTo>
                    <a:pt x="4939" y="69854"/>
                  </a:lnTo>
                  <a:lnTo>
                    <a:pt x="5040" y="69832"/>
                  </a:lnTo>
                  <a:lnTo>
                    <a:pt x="5210" y="69832"/>
                  </a:lnTo>
                  <a:lnTo>
                    <a:pt x="5277" y="69832"/>
                  </a:lnTo>
                  <a:lnTo>
                    <a:pt x="5379" y="69854"/>
                  </a:lnTo>
                  <a:lnTo>
                    <a:pt x="5446" y="69854"/>
                  </a:lnTo>
                  <a:lnTo>
                    <a:pt x="5548" y="69744"/>
                  </a:lnTo>
                  <a:lnTo>
                    <a:pt x="5311" y="69700"/>
                  </a:lnTo>
                  <a:lnTo>
                    <a:pt x="5243" y="69700"/>
                  </a:lnTo>
                  <a:lnTo>
                    <a:pt x="5142" y="69744"/>
                  </a:lnTo>
                  <a:lnTo>
                    <a:pt x="5210" y="69591"/>
                  </a:lnTo>
                  <a:lnTo>
                    <a:pt x="5379" y="69503"/>
                  </a:lnTo>
                  <a:lnTo>
                    <a:pt x="5514" y="69416"/>
                  </a:lnTo>
                  <a:lnTo>
                    <a:pt x="5819" y="69394"/>
                  </a:lnTo>
                  <a:lnTo>
                    <a:pt x="5920" y="69284"/>
                  </a:lnTo>
                  <a:lnTo>
                    <a:pt x="5954" y="69175"/>
                  </a:lnTo>
                  <a:lnTo>
                    <a:pt x="5616" y="69175"/>
                  </a:lnTo>
                  <a:lnTo>
                    <a:pt x="5311" y="69131"/>
                  </a:lnTo>
                  <a:lnTo>
                    <a:pt x="5176" y="69153"/>
                  </a:lnTo>
                  <a:lnTo>
                    <a:pt x="5074" y="69218"/>
                  </a:lnTo>
                  <a:lnTo>
                    <a:pt x="4973" y="69328"/>
                  </a:lnTo>
                  <a:lnTo>
                    <a:pt x="4939" y="69437"/>
                  </a:lnTo>
                  <a:lnTo>
                    <a:pt x="4837" y="69591"/>
                  </a:lnTo>
                  <a:lnTo>
                    <a:pt x="4770" y="69525"/>
                  </a:lnTo>
                  <a:lnTo>
                    <a:pt x="4634" y="69547"/>
                  </a:lnTo>
                  <a:lnTo>
                    <a:pt x="4533" y="69569"/>
                  </a:lnTo>
                  <a:lnTo>
                    <a:pt x="4431" y="69547"/>
                  </a:lnTo>
                  <a:lnTo>
                    <a:pt x="4634" y="69416"/>
                  </a:lnTo>
                  <a:lnTo>
                    <a:pt x="4634" y="69328"/>
                  </a:lnTo>
                  <a:lnTo>
                    <a:pt x="4499" y="69262"/>
                  </a:lnTo>
                  <a:lnTo>
                    <a:pt x="4296" y="69197"/>
                  </a:lnTo>
                  <a:lnTo>
                    <a:pt x="4431" y="69109"/>
                  </a:lnTo>
                  <a:lnTo>
                    <a:pt x="4871" y="68802"/>
                  </a:lnTo>
                  <a:lnTo>
                    <a:pt x="4804" y="68693"/>
                  </a:lnTo>
                  <a:lnTo>
                    <a:pt x="4634" y="68562"/>
                  </a:lnTo>
                  <a:lnTo>
                    <a:pt x="4567" y="68452"/>
                  </a:lnTo>
                  <a:lnTo>
                    <a:pt x="4770" y="68321"/>
                  </a:lnTo>
                  <a:lnTo>
                    <a:pt x="4431" y="68233"/>
                  </a:lnTo>
                  <a:lnTo>
                    <a:pt x="4330" y="68145"/>
                  </a:lnTo>
                  <a:lnTo>
                    <a:pt x="4431" y="68036"/>
                  </a:lnTo>
                  <a:lnTo>
                    <a:pt x="4330" y="67927"/>
                  </a:lnTo>
                  <a:lnTo>
                    <a:pt x="4228" y="67970"/>
                  </a:lnTo>
                  <a:lnTo>
                    <a:pt x="4093" y="68014"/>
                  </a:lnTo>
                  <a:lnTo>
                    <a:pt x="3958" y="68036"/>
                  </a:lnTo>
                  <a:lnTo>
                    <a:pt x="3924" y="67992"/>
                  </a:lnTo>
                  <a:lnTo>
                    <a:pt x="3924" y="67905"/>
                  </a:lnTo>
                  <a:lnTo>
                    <a:pt x="3924" y="67861"/>
                  </a:lnTo>
                  <a:lnTo>
                    <a:pt x="3890" y="67817"/>
                  </a:lnTo>
                  <a:lnTo>
                    <a:pt x="3755" y="67773"/>
                  </a:lnTo>
                  <a:lnTo>
                    <a:pt x="3721" y="67751"/>
                  </a:lnTo>
                  <a:lnTo>
                    <a:pt x="3653" y="67686"/>
                  </a:lnTo>
                  <a:lnTo>
                    <a:pt x="3721" y="67642"/>
                  </a:lnTo>
                  <a:lnTo>
                    <a:pt x="3856" y="67642"/>
                  </a:lnTo>
                  <a:lnTo>
                    <a:pt x="3992" y="67598"/>
                  </a:lnTo>
                  <a:lnTo>
                    <a:pt x="4093" y="67554"/>
                  </a:lnTo>
                  <a:lnTo>
                    <a:pt x="3958" y="67467"/>
                  </a:lnTo>
                  <a:lnTo>
                    <a:pt x="3890" y="67401"/>
                  </a:lnTo>
                  <a:lnTo>
                    <a:pt x="3822" y="67116"/>
                  </a:lnTo>
                  <a:lnTo>
                    <a:pt x="3789" y="66985"/>
                  </a:lnTo>
                  <a:lnTo>
                    <a:pt x="3924" y="66985"/>
                  </a:lnTo>
                  <a:lnTo>
                    <a:pt x="4059" y="66810"/>
                  </a:lnTo>
                  <a:lnTo>
                    <a:pt x="4059" y="66569"/>
                  </a:lnTo>
                  <a:lnTo>
                    <a:pt x="3992" y="66394"/>
                  </a:lnTo>
                  <a:lnTo>
                    <a:pt x="3924" y="66262"/>
                  </a:lnTo>
                  <a:lnTo>
                    <a:pt x="3755" y="66175"/>
                  </a:lnTo>
                  <a:lnTo>
                    <a:pt x="3383" y="66087"/>
                  </a:lnTo>
                  <a:lnTo>
                    <a:pt x="3484" y="66021"/>
                  </a:lnTo>
                  <a:lnTo>
                    <a:pt x="3822" y="65868"/>
                  </a:lnTo>
                  <a:lnTo>
                    <a:pt x="3721" y="65737"/>
                  </a:lnTo>
                  <a:lnTo>
                    <a:pt x="3619" y="65693"/>
                  </a:lnTo>
                  <a:lnTo>
                    <a:pt x="3552" y="65671"/>
                  </a:lnTo>
                  <a:lnTo>
                    <a:pt x="3653" y="65671"/>
                  </a:lnTo>
                  <a:lnTo>
                    <a:pt x="3789" y="65693"/>
                  </a:lnTo>
                  <a:lnTo>
                    <a:pt x="3856" y="65737"/>
                  </a:lnTo>
                  <a:lnTo>
                    <a:pt x="3890" y="65824"/>
                  </a:lnTo>
                  <a:lnTo>
                    <a:pt x="4195" y="65715"/>
                  </a:lnTo>
                  <a:lnTo>
                    <a:pt x="4465" y="65737"/>
                  </a:lnTo>
                  <a:lnTo>
                    <a:pt x="4770" y="65824"/>
                  </a:lnTo>
                  <a:lnTo>
                    <a:pt x="5040" y="65846"/>
                  </a:lnTo>
                  <a:lnTo>
                    <a:pt x="5040" y="65759"/>
                  </a:lnTo>
                  <a:lnTo>
                    <a:pt x="4939" y="65715"/>
                  </a:lnTo>
                  <a:lnTo>
                    <a:pt x="4736" y="65693"/>
                  </a:lnTo>
                  <a:lnTo>
                    <a:pt x="3890" y="65452"/>
                  </a:lnTo>
                  <a:lnTo>
                    <a:pt x="3856" y="65430"/>
                  </a:lnTo>
                  <a:lnTo>
                    <a:pt x="3856" y="65189"/>
                  </a:lnTo>
                  <a:lnTo>
                    <a:pt x="3822" y="65167"/>
                  </a:lnTo>
                  <a:lnTo>
                    <a:pt x="3755" y="65167"/>
                  </a:lnTo>
                  <a:lnTo>
                    <a:pt x="3721" y="65167"/>
                  </a:lnTo>
                  <a:lnTo>
                    <a:pt x="3755" y="65080"/>
                  </a:lnTo>
                  <a:lnTo>
                    <a:pt x="3789" y="65058"/>
                  </a:lnTo>
                  <a:lnTo>
                    <a:pt x="3822" y="65058"/>
                  </a:lnTo>
                  <a:lnTo>
                    <a:pt x="3856" y="65036"/>
                  </a:lnTo>
                  <a:lnTo>
                    <a:pt x="3924" y="64992"/>
                  </a:lnTo>
                  <a:lnTo>
                    <a:pt x="3992" y="64970"/>
                  </a:lnTo>
                  <a:lnTo>
                    <a:pt x="4093" y="64948"/>
                  </a:lnTo>
                  <a:lnTo>
                    <a:pt x="4093" y="64861"/>
                  </a:lnTo>
                  <a:lnTo>
                    <a:pt x="4093" y="64839"/>
                  </a:lnTo>
                  <a:lnTo>
                    <a:pt x="3992" y="64773"/>
                  </a:lnTo>
                  <a:lnTo>
                    <a:pt x="3890" y="64642"/>
                  </a:lnTo>
                  <a:lnTo>
                    <a:pt x="3721" y="64642"/>
                  </a:lnTo>
                  <a:lnTo>
                    <a:pt x="3484" y="64642"/>
                  </a:lnTo>
                  <a:lnTo>
                    <a:pt x="3247" y="64598"/>
                  </a:lnTo>
                  <a:lnTo>
                    <a:pt x="3281" y="64554"/>
                  </a:lnTo>
                  <a:lnTo>
                    <a:pt x="4059" y="64532"/>
                  </a:lnTo>
                  <a:lnTo>
                    <a:pt x="4093" y="64467"/>
                  </a:lnTo>
                  <a:lnTo>
                    <a:pt x="3958" y="64445"/>
                  </a:lnTo>
                  <a:lnTo>
                    <a:pt x="3856" y="64401"/>
                  </a:lnTo>
                  <a:lnTo>
                    <a:pt x="3822" y="64335"/>
                  </a:lnTo>
                  <a:lnTo>
                    <a:pt x="3789" y="64291"/>
                  </a:lnTo>
                  <a:lnTo>
                    <a:pt x="3856" y="64248"/>
                  </a:lnTo>
                  <a:lnTo>
                    <a:pt x="3890" y="64248"/>
                  </a:lnTo>
                  <a:lnTo>
                    <a:pt x="3992" y="64291"/>
                  </a:lnTo>
                  <a:lnTo>
                    <a:pt x="4161" y="64335"/>
                  </a:lnTo>
                  <a:lnTo>
                    <a:pt x="4228" y="64423"/>
                  </a:lnTo>
                  <a:lnTo>
                    <a:pt x="4262" y="64576"/>
                  </a:lnTo>
                  <a:lnTo>
                    <a:pt x="4262" y="64751"/>
                  </a:lnTo>
                  <a:lnTo>
                    <a:pt x="4330" y="64905"/>
                  </a:lnTo>
                  <a:lnTo>
                    <a:pt x="4465" y="64992"/>
                  </a:lnTo>
                  <a:lnTo>
                    <a:pt x="5176" y="65189"/>
                  </a:lnTo>
                  <a:lnTo>
                    <a:pt x="5311" y="65167"/>
                  </a:lnTo>
                  <a:lnTo>
                    <a:pt x="5649" y="65036"/>
                  </a:lnTo>
                  <a:lnTo>
                    <a:pt x="5886" y="64992"/>
                  </a:lnTo>
                  <a:lnTo>
                    <a:pt x="5954" y="64970"/>
                  </a:lnTo>
                  <a:lnTo>
                    <a:pt x="5988" y="64905"/>
                  </a:lnTo>
                  <a:lnTo>
                    <a:pt x="5988" y="64861"/>
                  </a:lnTo>
                  <a:lnTo>
                    <a:pt x="5954" y="64839"/>
                  </a:lnTo>
                  <a:lnTo>
                    <a:pt x="5920" y="64839"/>
                  </a:lnTo>
                  <a:lnTo>
                    <a:pt x="6089" y="64751"/>
                  </a:lnTo>
                  <a:lnTo>
                    <a:pt x="6123" y="64751"/>
                  </a:lnTo>
                  <a:lnTo>
                    <a:pt x="6224" y="64686"/>
                  </a:lnTo>
                  <a:lnTo>
                    <a:pt x="6326" y="64620"/>
                  </a:lnTo>
                  <a:lnTo>
                    <a:pt x="6326" y="64576"/>
                  </a:lnTo>
                  <a:lnTo>
                    <a:pt x="6292" y="64554"/>
                  </a:lnTo>
                  <a:lnTo>
                    <a:pt x="6258" y="64401"/>
                  </a:lnTo>
                  <a:lnTo>
                    <a:pt x="6191" y="64379"/>
                  </a:lnTo>
                  <a:lnTo>
                    <a:pt x="6123" y="64335"/>
                  </a:lnTo>
                  <a:lnTo>
                    <a:pt x="5954" y="64204"/>
                  </a:lnTo>
                  <a:lnTo>
                    <a:pt x="5548" y="63985"/>
                  </a:lnTo>
                  <a:lnTo>
                    <a:pt x="5142" y="63613"/>
                  </a:lnTo>
                  <a:lnTo>
                    <a:pt x="4973" y="63613"/>
                  </a:lnTo>
                  <a:lnTo>
                    <a:pt x="4871" y="63656"/>
                  </a:lnTo>
                  <a:lnTo>
                    <a:pt x="4668" y="63678"/>
                  </a:lnTo>
                  <a:lnTo>
                    <a:pt x="4567" y="63722"/>
                  </a:lnTo>
                  <a:lnTo>
                    <a:pt x="4499" y="63744"/>
                  </a:lnTo>
                  <a:lnTo>
                    <a:pt x="4228" y="63919"/>
                  </a:lnTo>
                  <a:lnTo>
                    <a:pt x="4228" y="63854"/>
                  </a:lnTo>
                  <a:lnTo>
                    <a:pt x="4228" y="63744"/>
                  </a:lnTo>
                  <a:lnTo>
                    <a:pt x="4296" y="63613"/>
                  </a:lnTo>
                  <a:lnTo>
                    <a:pt x="4398" y="63503"/>
                  </a:lnTo>
                  <a:lnTo>
                    <a:pt x="4330" y="63437"/>
                  </a:lnTo>
                  <a:lnTo>
                    <a:pt x="4127" y="63306"/>
                  </a:lnTo>
                  <a:lnTo>
                    <a:pt x="4093" y="63218"/>
                  </a:lnTo>
                  <a:lnTo>
                    <a:pt x="4770" y="63394"/>
                  </a:lnTo>
                  <a:lnTo>
                    <a:pt x="4871" y="63437"/>
                  </a:lnTo>
                  <a:lnTo>
                    <a:pt x="5176" y="63437"/>
                  </a:lnTo>
                  <a:lnTo>
                    <a:pt x="5311" y="63459"/>
                  </a:lnTo>
                  <a:lnTo>
                    <a:pt x="5582" y="63547"/>
                  </a:lnTo>
                  <a:lnTo>
                    <a:pt x="5717" y="63613"/>
                  </a:lnTo>
                  <a:lnTo>
                    <a:pt x="5819" y="63744"/>
                  </a:lnTo>
                  <a:lnTo>
                    <a:pt x="5920" y="63810"/>
                  </a:lnTo>
                  <a:lnTo>
                    <a:pt x="6258" y="63919"/>
                  </a:lnTo>
                  <a:lnTo>
                    <a:pt x="6326" y="64007"/>
                  </a:lnTo>
                  <a:lnTo>
                    <a:pt x="6394" y="64094"/>
                  </a:lnTo>
                  <a:lnTo>
                    <a:pt x="6427" y="64138"/>
                  </a:lnTo>
                  <a:lnTo>
                    <a:pt x="6495" y="64160"/>
                  </a:lnTo>
                  <a:lnTo>
                    <a:pt x="6563" y="64182"/>
                  </a:lnTo>
                  <a:lnTo>
                    <a:pt x="6664" y="64138"/>
                  </a:lnTo>
                  <a:lnTo>
                    <a:pt x="6664" y="64116"/>
                  </a:lnTo>
                  <a:lnTo>
                    <a:pt x="6630" y="64094"/>
                  </a:lnTo>
                  <a:lnTo>
                    <a:pt x="6630" y="64007"/>
                  </a:lnTo>
                  <a:lnTo>
                    <a:pt x="6732" y="63656"/>
                  </a:lnTo>
                  <a:lnTo>
                    <a:pt x="6766" y="63547"/>
                  </a:lnTo>
                  <a:lnTo>
                    <a:pt x="6664" y="63503"/>
                  </a:lnTo>
                  <a:lnTo>
                    <a:pt x="6563" y="63459"/>
                  </a:lnTo>
                  <a:close/>
                  <a:moveTo>
                    <a:pt x="5954" y="72131"/>
                  </a:moveTo>
                  <a:lnTo>
                    <a:pt x="5920" y="72131"/>
                  </a:lnTo>
                  <a:lnTo>
                    <a:pt x="5886" y="72153"/>
                  </a:lnTo>
                  <a:lnTo>
                    <a:pt x="5852" y="72153"/>
                  </a:lnTo>
                  <a:lnTo>
                    <a:pt x="5819" y="72131"/>
                  </a:lnTo>
                  <a:lnTo>
                    <a:pt x="5751" y="72021"/>
                  </a:lnTo>
                  <a:lnTo>
                    <a:pt x="5717" y="72000"/>
                  </a:lnTo>
                  <a:lnTo>
                    <a:pt x="5582" y="71868"/>
                  </a:lnTo>
                  <a:lnTo>
                    <a:pt x="5649" y="71802"/>
                  </a:lnTo>
                  <a:lnTo>
                    <a:pt x="5717" y="71759"/>
                  </a:lnTo>
                  <a:lnTo>
                    <a:pt x="5649" y="71715"/>
                  </a:lnTo>
                  <a:lnTo>
                    <a:pt x="5582" y="71693"/>
                  </a:lnTo>
                  <a:lnTo>
                    <a:pt x="5480" y="71605"/>
                  </a:lnTo>
                  <a:lnTo>
                    <a:pt x="5413" y="71605"/>
                  </a:lnTo>
                  <a:lnTo>
                    <a:pt x="5311" y="71671"/>
                  </a:lnTo>
                  <a:lnTo>
                    <a:pt x="5074" y="71890"/>
                  </a:lnTo>
                  <a:lnTo>
                    <a:pt x="4973" y="71978"/>
                  </a:lnTo>
                  <a:lnTo>
                    <a:pt x="4939" y="72175"/>
                  </a:lnTo>
                  <a:lnTo>
                    <a:pt x="4871" y="72306"/>
                  </a:lnTo>
                  <a:lnTo>
                    <a:pt x="4804" y="72416"/>
                  </a:lnTo>
                  <a:lnTo>
                    <a:pt x="4871" y="72525"/>
                  </a:lnTo>
                  <a:lnTo>
                    <a:pt x="4939" y="72569"/>
                  </a:lnTo>
                  <a:lnTo>
                    <a:pt x="4871" y="72635"/>
                  </a:lnTo>
                  <a:lnTo>
                    <a:pt x="4736" y="72678"/>
                  </a:lnTo>
                  <a:lnTo>
                    <a:pt x="4601" y="72744"/>
                  </a:lnTo>
                  <a:lnTo>
                    <a:pt x="4736" y="73051"/>
                  </a:lnTo>
                  <a:lnTo>
                    <a:pt x="4804" y="73204"/>
                  </a:lnTo>
                  <a:lnTo>
                    <a:pt x="4939" y="73291"/>
                  </a:lnTo>
                  <a:lnTo>
                    <a:pt x="4939" y="73182"/>
                  </a:lnTo>
                  <a:lnTo>
                    <a:pt x="4939" y="73116"/>
                  </a:lnTo>
                  <a:lnTo>
                    <a:pt x="4939" y="73072"/>
                  </a:lnTo>
                  <a:lnTo>
                    <a:pt x="5210" y="73072"/>
                  </a:lnTo>
                  <a:lnTo>
                    <a:pt x="5210" y="72963"/>
                  </a:lnTo>
                  <a:lnTo>
                    <a:pt x="5176" y="72788"/>
                  </a:lnTo>
                  <a:lnTo>
                    <a:pt x="5210" y="72656"/>
                  </a:lnTo>
                  <a:lnTo>
                    <a:pt x="5311" y="72788"/>
                  </a:lnTo>
                  <a:lnTo>
                    <a:pt x="5446" y="72854"/>
                  </a:lnTo>
                  <a:lnTo>
                    <a:pt x="5514" y="72875"/>
                  </a:lnTo>
                  <a:lnTo>
                    <a:pt x="5446" y="72744"/>
                  </a:lnTo>
                  <a:lnTo>
                    <a:pt x="5243" y="72525"/>
                  </a:lnTo>
                  <a:lnTo>
                    <a:pt x="5210" y="72372"/>
                  </a:lnTo>
                  <a:lnTo>
                    <a:pt x="5379" y="72218"/>
                  </a:lnTo>
                  <a:lnTo>
                    <a:pt x="5311" y="72372"/>
                  </a:lnTo>
                  <a:lnTo>
                    <a:pt x="5379" y="72416"/>
                  </a:lnTo>
                  <a:lnTo>
                    <a:pt x="5582" y="72416"/>
                  </a:lnTo>
                  <a:lnTo>
                    <a:pt x="5819" y="72481"/>
                  </a:lnTo>
                  <a:lnTo>
                    <a:pt x="5920" y="72525"/>
                  </a:lnTo>
                  <a:lnTo>
                    <a:pt x="6089" y="72459"/>
                  </a:lnTo>
                  <a:lnTo>
                    <a:pt x="6191" y="72350"/>
                  </a:lnTo>
                  <a:lnTo>
                    <a:pt x="6157" y="72262"/>
                  </a:lnTo>
                  <a:lnTo>
                    <a:pt x="5954" y="72131"/>
                  </a:lnTo>
                  <a:close/>
                  <a:moveTo>
                    <a:pt x="5954" y="66810"/>
                  </a:moveTo>
                  <a:lnTo>
                    <a:pt x="5920" y="66635"/>
                  </a:lnTo>
                  <a:lnTo>
                    <a:pt x="5852" y="66591"/>
                  </a:lnTo>
                  <a:lnTo>
                    <a:pt x="5616" y="66591"/>
                  </a:lnTo>
                  <a:lnTo>
                    <a:pt x="5446" y="66635"/>
                  </a:lnTo>
                  <a:lnTo>
                    <a:pt x="5277" y="66744"/>
                  </a:lnTo>
                  <a:lnTo>
                    <a:pt x="5176" y="66744"/>
                  </a:lnTo>
                  <a:lnTo>
                    <a:pt x="4837" y="66635"/>
                  </a:lnTo>
                  <a:lnTo>
                    <a:pt x="4668" y="66635"/>
                  </a:lnTo>
                  <a:lnTo>
                    <a:pt x="4668" y="66525"/>
                  </a:lnTo>
                  <a:lnTo>
                    <a:pt x="4634" y="66481"/>
                  </a:lnTo>
                  <a:lnTo>
                    <a:pt x="4567" y="66459"/>
                  </a:lnTo>
                  <a:lnTo>
                    <a:pt x="4431" y="66459"/>
                  </a:lnTo>
                  <a:lnTo>
                    <a:pt x="4601" y="66372"/>
                  </a:lnTo>
                  <a:lnTo>
                    <a:pt x="5074" y="66525"/>
                  </a:lnTo>
                  <a:lnTo>
                    <a:pt x="5243" y="66525"/>
                  </a:lnTo>
                  <a:lnTo>
                    <a:pt x="4837" y="66306"/>
                  </a:lnTo>
                  <a:lnTo>
                    <a:pt x="4533" y="66262"/>
                  </a:lnTo>
                  <a:lnTo>
                    <a:pt x="4296" y="66306"/>
                  </a:lnTo>
                  <a:lnTo>
                    <a:pt x="4228" y="66481"/>
                  </a:lnTo>
                  <a:lnTo>
                    <a:pt x="4398" y="66810"/>
                  </a:lnTo>
                  <a:lnTo>
                    <a:pt x="4228" y="66963"/>
                  </a:lnTo>
                  <a:lnTo>
                    <a:pt x="4262" y="67291"/>
                  </a:lnTo>
                  <a:lnTo>
                    <a:pt x="4330" y="67423"/>
                  </a:lnTo>
                  <a:lnTo>
                    <a:pt x="4499" y="67445"/>
                  </a:lnTo>
                  <a:lnTo>
                    <a:pt x="4770" y="67379"/>
                  </a:lnTo>
                  <a:lnTo>
                    <a:pt x="4601" y="67116"/>
                  </a:lnTo>
                  <a:lnTo>
                    <a:pt x="4770" y="66985"/>
                  </a:lnTo>
                  <a:lnTo>
                    <a:pt x="4770" y="66963"/>
                  </a:lnTo>
                  <a:lnTo>
                    <a:pt x="4770" y="66963"/>
                  </a:lnTo>
                  <a:lnTo>
                    <a:pt x="4770" y="66963"/>
                  </a:lnTo>
                  <a:lnTo>
                    <a:pt x="4770" y="66919"/>
                  </a:lnTo>
                  <a:lnTo>
                    <a:pt x="4871" y="66985"/>
                  </a:lnTo>
                  <a:lnTo>
                    <a:pt x="5040" y="67226"/>
                  </a:lnTo>
                  <a:lnTo>
                    <a:pt x="5142" y="67335"/>
                  </a:lnTo>
                  <a:lnTo>
                    <a:pt x="5243" y="67379"/>
                  </a:lnTo>
                  <a:lnTo>
                    <a:pt x="5446" y="67379"/>
                  </a:lnTo>
                  <a:lnTo>
                    <a:pt x="5582" y="67335"/>
                  </a:lnTo>
                  <a:lnTo>
                    <a:pt x="5582" y="67204"/>
                  </a:lnTo>
                  <a:lnTo>
                    <a:pt x="5819" y="67051"/>
                  </a:lnTo>
                  <a:lnTo>
                    <a:pt x="5920" y="66941"/>
                  </a:lnTo>
                  <a:lnTo>
                    <a:pt x="5954" y="66810"/>
                  </a:lnTo>
                  <a:close/>
                  <a:moveTo>
                    <a:pt x="3518" y="52751"/>
                  </a:moveTo>
                  <a:lnTo>
                    <a:pt x="3586" y="52795"/>
                  </a:lnTo>
                  <a:lnTo>
                    <a:pt x="3653" y="52839"/>
                  </a:lnTo>
                  <a:lnTo>
                    <a:pt x="3619" y="52927"/>
                  </a:lnTo>
                  <a:lnTo>
                    <a:pt x="3586" y="52992"/>
                  </a:lnTo>
                  <a:lnTo>
                    <a:pt x="3653" y="53080"/>
                  </a:lnTo>
                  <a:lnTo>
                    <a:pt x="3789" y="53080"/>
                  </a:lnTo>
                  <a:lnTo>
                    <a:pt x="3822" y="53058"/>
                  </a:lnTo>
                  <a:lnTo>
                    <a:pt x="3856" y="52992"/>
                  </a:lnTo>
                  <a:lnTo>
                    <a:pt x="3958" y="52905"/>
                  </a:lnTo>
                  <a:lnTo>
                    <a:pt x="4127" y="52795"/>
                  </a:lnTo>
                  <a:lnTo>
                    <a:pt x="4127" y="52751"/>
                  </a:lnTo>
                  <a:lnTo>
                    <a:pt x="4093" y="52686"/>
                  </a:lnTo>
                  <a:lnTo>
                    <a:pt x="4059" y="52620"/>
                  </a:lnTo>
                  <a:lnTo>
                    <a:pt x="3958" y="52576"/>
                  </a:lnTo>
                  <a:lnTo>
                    <a:pt x="3789" y="52489"/>
                  </a:lnTo>
                  <a:lnTo>
                    <a:pt x="3619" y="52467"/>
                  </a:lnTo>
                  <a:lnTo>
                    <a:pt x="3484" y="52510"/>
                  </a:lnTo>
                  <a:lnTo>
                    <a:pt x="3383" y="52620"/>
                  </a:lnTo>
                  <a:lnTo>
                    <a:pt x="3315" y="52664"/>
                  </a:lnTo>
                  <a:lnTo>
                    <a:pt x="3518" y="52729"/>
                  </a:lnTo>
                  <a:lnTo>
                    <a:pt x="3518" y="52751"/>
                  </a:lnTo>
                  <a:close/>
                  <a:moveTo>
                    <a:pt x="4770" y="65255"/>
                  </a:moveTo>
                  <a:lnTo>
                    <a:pt x="4634" y="65189"/>
                  </a:lnTo>
                  <a:lnTo>
                    <a:pt x="4195" y="65167"/>
                  </a:lnTo>
                  <a:lnTo>
                    <a:pt x="4059" y="65167"/>
                  </a:lnTo>
                  <a:lnTo>
                    <a:pt x="3992" y="65277"/>
                  </a:lnTo>
                  <a:lnTo>
                    <a:pt x="4093" y="65408"/>
                  </a:lnTo>
                  <a:lnTo>
                    <a:pt x="4262" y="65496"/>
                  </a:lnTo>
                  <a:lnTo>
                    <a:pt x="4499" y="65583"/>
                  </a:lnTo>
                  <a:lnTo>
                    <a:pt x="4837" y="65605"/>
                  </a:lnTo>
                  <a:lnTo>
                    <a:pt x="4973" y="65605"/>
                  </a:lnTo>
                  <a:lnTo>
                    <a:pt x="5074" y="65605"/>
                  </a:lnTo>
                  <a:lnTo>
                    <a:pt x="5176" y="65605"/>
                  </a:lnTo>
                  <a:lnTo>
                    <a:pt x="5243" y="65540"/>
                  </a:lnTo>
                  <a:lnTo>
                    <a:pt x="5176" y="65496"/>
                  </a:lnTo>
                  <a:lnTo>
                    <a:pt x="5074" y="65452"/>
                  </a:lnTo>
                  <a:lnTo>
                    <a:pt x="4804" y="65408"/>
                  </a:lnTo>
                  <a:lnTo>
                    <a:pt x="4634" y="65343"/>
                  </a:lnTo>
                  <a:lnTo>
                    <a:pt x="4634" y="65321"/>
                  </a:lnTo>
                  <a:lnTo>
                    <a:pt x="4770" y="65343"/>
                  </a:lnTo>
                  <a:lnTo>
                    <a:pt x="4770" y="65255"/>
                  </a:lnTo>
                  <a:close/>
                  <a:moveTo>
                    <a:pt x="16746" y="59671"/>
                  </a:moveTo>
                  <a:lnTo>
                    <a:pt x="16678" y="59781"/>
                  </a:lnTo>
                  <a:lnTo>
                    <a:pt x="16712" y="59824"/>
                  </a:lnTo>
                  <a:lnTo>
                    <a:pt x="16746" y="59846"/>
                  </a:lnTo>
                  <a:lnTo>
                    <a:pt x="16848" y="59890"/>
                  </a:lnTo>
                  <a:lnTo>
                    <a:pt x="16949" y="60021"/>
                  </a:lnTo>
                  <a:lnTo>
                    <a:pt x="17017" y="60043"/>
                  </a:lnTo>
                  <a:lnTo>
                    <a:pt x="17152" y="60043"/>
                  </a:lnTo>
                  <a:lnTo>
                    <a:pt x="17254" y="59934"/>
                  </a:lnTo>
                  <a:lnTo>
                    <a:pt x="17287" y="59824"/>
                  </a:lnTo>
                  <a:lnTo>
                    <a:pt x="17287" y="59693"/>
                  </a:lnTo>
                  <a:lnTo>
                    <a:pt x="17220" y="59627"/>
                  </a:lnTo>
                  <a:lnTo>
                    <a:pt x="17152" y="59562"/>
                  </a:lnTo>
                  <a:lnTo>
                    <a:pt x="17084" y="59452"/>
                  </a:lnTo>
                  <a:lnTo>
                    <a:pt x="17084" y="59343"/>
                  </a:lnTo>
                  <a:lnTo>
                    <a:pt x="17186" y="59255"/>
                  </a:lnTo>
                  <a:lnTo>
                    <a:pt x="17287" y="59167"/>
                  </a:lnTo>
                  <a:lnTo>
                    <a:pt x="17457" y="59102"/>
                  </a:lnTo>
                  <a:lnTo>
                    <a:pt x="17558" y="59058"/>
                  </a:lnTo>
                  <a:lnTo>
                    <a:pt x="17524" y="59189"/>
                  </a:lnTo>
                  <a:lnTo>
                    <a:pt x="17558" y="59211"/>
                  </a:lnTo>
                  <a:lnTo>
                    <a:pt x="17693" y="59189"/>
                  </a:lnTo>
                  <a:lnTo>
                    <a:pt x="17761" y="59145"/>
                  </a:lnTo>
                  <a:lnTo>
                    <a:pt x="17829" y="59167"/>
                  </a:lnTo>
                  <a:lnTo>
                    <a:pt x="17896" y="59233"/>
                  </a:lnTo>
                  <a:lnTo>
                    <a:pt x="17998" y="59386"/>
                  </a:lnTo>
                  <a:lnTo>
                    <a:pt x="18065" y="59693"/>
                  </a:lnTo>
                  <a:lnTo>
                    <a:pt x="18133" y="59802"/>
                  </a:lnTo>
                  <a:lnTo>
                    <a:pt x="18370" y="59868"/>
                  </a:lnTo>
                  <a:lnTo>
                    <a:pt x="18505" y="59824"/>
                  </a:lnTo>
                  <a:lnTo>
                    <a:pt x="18708" y="59649"/>
                  </a:lnTo>
                  <a:lnTo>
                    <a:pt x="18877" y="59452"/>
                  </a:lnTo>
                  <a:lnTo>
                    <a:pt x="19047" y="59343"/>
                  </a:lnTo>
                  <a:lnTo>
                    <a:pt x="19148" y="59343"/>
                  </a:lnTo>
                  <a:lnTo>
                    <a:pt x="19486" y="59408"/>
                  </a:lnTo>
                  <a:lnTo>
                    <a:pt x="19689" y="59386"/>
                  </a:lnTo>
                  <a:lnTo>
                    <a:pt x="19757" y="59386"/>
                  </a:lnTo>
                  <a:lnTo>
                    <a:pt x="19825" y="59430"/>
                  </a:lnTo>
                  <a:lnTo>
                    <a:pt x="19723" y="59474"/>
                  </a:lnTo>
                  <a:lnTo>
                    <a:pt x="19689" y="59496"/>
                  </a:lnTo>
                  <a:lnTo>
                    <a:pt x="19689" y="59562"/>
                  </a:lnTo>
                  <a:lnTo>
                    <a:pt x="19757" y="59605"/>
                  </a:lnTo>
                  <a:lnTo>
                    <a:pt x="19723" y="59649"/>
                  </a:lnTo>
                  <a:lnTo>
                    <a:pt x="19486" y="59605"/>
                  </a:lnTo>
                  <a:lnTo>
                    <a:pt x="19250" y="59583"/>
                  </a:lnTo>
                  <a:lnTo>
                    <a:pt x="19148" y="59627"/>
                  </a:lnTo>
                  <a:lnTo>
                    <a:pt x="18573" y="59934"/>
                  </a:lnTo>
                  <a:lnTo>
                    <a:pt x="18505" y="60000"/>
                  </a:lnTo>
                  <a:lnTo>
                    <a:pt x="18404" y="60021"/>
                  </a:lnTo>
                  <a:lnTo>
                    <a:pt x="18268" y="60043"/>
                  </a:lnTo>
                  <a:lnTo>
                    <a:pt x="18235" y="60021"/>
                  </a:lnTo>
                  <a:lnTo>
                    <a:pt x="18235" y="60043"/>
                  </a:lnTo>
                  <a:lnTo>
                    <a:pt x="18167" y="60131"/>
                  </a:lnTo>
                  <a:lnTo>
                    <a:pt x="18133" y="60306"/>
                  </a:lnTo>
                  <a:lnTo>
                    <a:pt x="18268" y="60306"/>
                  </a:lnTo>
                  <a:lnTo>
                    <a:pt x="18471" y="60240"/>
                  </a:lnTo>
                  <a:lnTo>
                    <a:pt x="18607" y="60197"/>
                  </a:lnTo>
                  <a:lnTo>
                    <a:pt x="18607" y="60240"/>
                  </a:lnTo>
                  <a:lnTo>
                    <a:pt x="18573" y="60416"/>
                  </a:lnTo>
                  <a:lnTo>
                    <a:pt x="18573" y="60481"/>
                  </a:lnTo>
                  <a:lnTo>
                    <a:pt x="18607" y="60503"/>
                  </a:lnTo>
                  <a:lnTo>
                    <a:pt x="18844" y="60569"/>
                  </a:lnTo>
                  <a:lnTo>
                    <a:pt x="18945" y="60569"/>
                  </a:lnTo>
                  <a:lnTo>
                    <a:pt x="19047" y="60525"/>
                  </a:lnTo>
                  <a:lnTo>
                    <a:pt x="19114" y="60481"/>
                  </a:lnTo>
                  <a:lnTo>
                    <a:pt x="19182" y="60416"/>
                  </a:lnTo>
                  <a:lnTo>
                    <a:pt x="19283" y="60328"/>
                  </a:lnTo>
                  <a:lnTo>
                    <a:pt x="19588" y="60197"/>
                  </a:lnTo>
                  <a:lnTo>
                    <a:pt x="19757" y="60131"/>
                  </a:lnTo>
                  <a:lnTo>
                    <a:pt x="20163" y="60043"/>
                  </a:lnTo>
                  <a:lnTo>
                    <a:pt x="20332" y="59934"/>
                  </a:lnTo>
                  <a:lnTo>
                    <a:pt x="20400" y="59802"/>
                  </a:lnTo>
                  <a:lnTo>
                    <a:pt x="20434" y="59605"/>
                  </a:lnTo>
                  <a:lnTo>
                    <a:pt x="20400" y="59430"/>
                  </a:lnTo>
                  <a:lnTo>
                    <a:pt x="20366" y="59343"/>
                  </a:lnTo>
                  <a:lnTo>
                    <a:pt x="20332" y="59277"/>
                  </a:lnTo>
                  <a:lnTo>
                    <a:pt x="20197" y="58883"/>
                  </a:lnTo>
                  <a:lnTo>
                    <a:pt x="19994" y="58598"/>
                  </a:lnTo>
                  <a:lnTo>
                    <a:pt x="19791" y="58532"/>
                  </a:lnTo>
                  <a:lnTo>
                    <a:pt x="19622" y="58620"/>
                  </a:lnTo>
                  <a:lnTo>
                    <a:pt x="19486" y="58664"/>
                  </a:lnTo>
                  <a:lnTo>
                    <a:pt x="19013" y="58576"/>
                  </a:lnTo>
                  <a:lnTo>
                    <a:pt x="18945" y="58686"/>
                  </a:lnTo>
                  <a:lnTo>
                    <a:pt x="18505" y="58751"/>
                  </a:lnTo>
                  <a:lnTo>
                    <a:pt x="18404" y="58751"/>
                  </a:lnTo>
                  <a:lnTo>
                    <a:pt x="18235" y="58751"/>
                  </a:lnTo>
                  <a:lnTo>
                    <a:pt x="18099" y="58795"/>
                  </a:lnTo>
                  <a:lnTo>
                    <a:pt x="17896" y="58883"/>
                  </a:lnTo>
                  <a:lnTo>
                    <a:pt x="17795" y="58927"/>
                  </a:lnTo>
                  <a:lnTo>
                    <a:pt x="17795" y="58927"/>
                  </a:lnTo>
                  <a:lnTo>
                    <a:pt x="17727" y="58905"/>
                  </a:lnTo>
                  <a:lnTo>
                    <a:pt x="17626" y="58883"/>
                  </a:lnTo>
                  <a:lnTo>
                    <a:pt x="17592" y="58883"/>
                  </a:lnTo>
                  <a:lnTo>
                    <a:pt x="17524" y="58927"/>
                  </a:lnTo>
                  <a:lnTo>
                    <a:pt x="17389" y="59036"/>
                  </a:lnTo>
                  <a:lnTo>
                    <a:pt x="17355" y="59058"/>
                  </a:lnTo>
                  <a:lnTo>
                    <a:pt x="17220" y="59102"/>
                  </a:lnTo>
                  <a:lnTo>
                    <a:pt x="17051" y="59189"/>
                  </a:lnTo>
                  <a:lnTo>
                    <a:pt x="16915" y="59321"/>
                  </a:lnTo>
                  <a:lnTo>
                    <a:pt x="16915" y="59364"/>
                  </a:lnTo>
                  <a:lnTo>
                    <a:pt x="16949" y="59430"/>
                  </a:lnTo>
                  <a:lnTo>
                    <a:pt x="16848" y="59562"/>
                  </a:lnTo>
                  <a:lnTo>
                    <a:pt x="16746" y="59671"/>
                  </a:lnTo>
                  <a:close/>
                  <a:moveTo>
                    <a:pt x="19453" y="53737"/>
                  </a:moveTo>
                  <a:lnTo>
                    <a:pt x="19283" y="53737"/>
                  </a:lnTo>
                  <a:lnTo>
                    <a:pt x="19182" y="53759"/>
                  </a:lnTo>
                  <a:lnTo>
                    <a:pt x="19114" y="53802"/>
                  </a:lnTo>
                  <a:lnTo>
                    <a:pt x="19080" y="53868"/>
                  </a:lnTo>
                  <a:lnTo>
                    <a:pt x="19080" y="53956"/>
                  </a:lnTo>
                  <a:lnTo>
                    <a:pt x="19047" y="54000"/>
                  </a:lnTo>
                  <a:lnTo>
                    <a:pt x="19013" y="54043"/>
                  </a:lnTo>
                  <a:lnTo>
                    <a:pt x="18844" y="54087"/>
                  </a:lnTo>
                  <a:lnTo>
                    <a:pt x="18776" y="54197"/>
                  </a:lnTo>
                  <a:lnTo>
                    <a:pt x="18607" y="54240"/>
                  </a:lnTo>
                  <a:lnTo>
                    <a:pt x="18539" y="54306"/>
                  </a:lnTo>
                  <a:lnTo>
                    <a:pt x="18268" y="54700"/>
                  </a:lnTo>
                  <a:lnTo>
                    <a:pt x="18201" y="54744"/>
                  </a:lnTo>
                  <a:lnTo>
                    <a:pt x="18133" y="54810"/>
                  </a:lnTo>
                  <a:lnTo>
                    <a:pt x="18099" y="54875"/>
                  </a:lnTo>
                  <a:lnTo>
                    <a:pt x="18133" y="54919"/>
                  </a:lnTo>
                  <a:lnTo>
                    <a:pt x="19216" y="54722"/>
                  </a:lnTo>
                  <a:lnTo>
                    <a:pt x="19283" y="54678"/>
                  </a:lnTo>
                  <a:lnTo>
                    <a:pt x="19791" y="54569"/>
                  </a:lnTo>
                  <a:lnTo>
                    <a:pt x="19926" y="54503"/>
                  </a:lnTo>
                  <a:lnTo>
                    <a:pt x="20062" y="54416"/>
                  </a:lnTo>
                  <a:lnTo>
                    <a:pt x="20265" y="54218"/>
                  </a:lnTo>
                  <a:lnTo>
                    <a:pt x="20265" y="54197"/>
                  </a:lnTo>
                  <a:lnTo>
                    <a:pt x="20265" y="54175"/>
                  </a:lnTo>
                  <a:lnTo>
                    <a:pt x="20332" y="54087"/>
                  </a:lnTo>
                  <a:lnTo>
                    <a:pt x="20366" y="54000"/>
                  </a:lnTo>
                  <a:lnTo>
                    <a:pt x="20231" y="54000"/>
                  </a:lnTo>
                  <a:lnTo>
                    <a:pt x="20062" y="54043"/>
                  </a:lnTo>
                  <a:lnTo>
                    <a:pt x="19892" y="54065"/>
                  </a:lnTo>
                  <a:lnTo>
                    <a:pt x="19825" y="54000"/>
                  </a:lnTo>
                  <a:lnTo>
                    <a:pt x="19791" y="53912"/>
                  </a:lnTo>
                  <a:lnTo>
                    <a:pt x="19723" y="53846"/>
                  </a:lnTo>
                  <a:lnTo>
                    <a:pt x="19520" y="53868"/>
                  </a:lnTo>
                  <a:lnTo>
                    <a:pt x="19554" y="53781"/>
                  </a:lnTo>
                  <a:lnTo>
                    <a:pt x="19453" y="53737"/>
                  </a:lnTo>
                  <a:close/>
                  <a:moveTo>
                    <a:pt x="25881" y="77014"/>
                  </a:moveTo>
                  <a:lnTo>
                    <a:pt x="25847" y="77124"/>
                  </a:lnTo>
                  <a:lnTo>
                    <a:pt x="25847" y="77233"/>
                  </a:lnTo>
                  <a:lnTo>
                    <a:pt x="25813" y="77364"/>
                  </a:lnTo>
                  <a:lnTo>
                    <a:pt x="25813" y="77496"/>
                  </a:lnTo>
                  <a:lnTo>
                    <a:pt x="25847" y="77562"/>
                  </a:lnTo>
                  <a:lnTo>
                    <a:pt x="25914" y="77649"/>
                  </a:lnTo>
                  <a:lnTo>
                    <a:pt x="26050" y="77737"/>
                  </a:lnTo>
                  <a:lnTo>
                    <a:pt x="26117" y="77715"/>
                  </a:lnTo>
                  <a:lnTo>
                    <a:pt x="26354" y="77671"/>
                  </a:lnTo>
                  <a:lnTo>
                    <a:pt x="26692" y="77824"/>
                  </a:lnTo>
                  <a:lnTo>
                    <a:pt x="26862" y="77802"/>
                  </a:lnTo>
                  <a:lnTo>
                    <a:pt x="26929" y="77759"/>
                  </a:lnTo>
                  <a:lnTo>
                    <a:pt x="27065" y="77671"/>
                  </a:lnTo>
                  <a:lnTo>
                    <a:pt x="27132" y="77627"/>
                  </a:lnTo>
                  <a:lnTo>
                    <a:pt x="27403" y="77540"/>
                  </a:lnTo>
                  <a:lnTo>
                    <a:pt x="27471" y="77496"/>
                  </a:lnTo>
                  <a:lnTo>
                    <a:pt x="27674" y="77299"/>
                  </a:lnTo>
                  <a:lnTo>
                    <a:pt x="27572" y="77299"/>
                  </a:lnTo>
                  <a:lnTo>
                    <a:pt x="27504" y="77321"/>
                  </a:lnTo>
                  <a:lnTo>
                    <a:pt x="27471" y="77343"/>
                  </a:lnTo>
                  <a:lnTo>
                    <a:pt x="27403" y="77343"/>
                  </a:lnTo>
                  <a:lnTo>
                    <a:pt x="27335" y="77321"/>
                  </a:lnTo>
                  <a:lnTo>
                    <a:pt x="27200" y="77277"/>
                  </a:lnTo>
                  <a:lnTo>
                    <a:pt x="27166" y="77233"/>
                  </a:lnTo>
                  <a:lnTo>
                    <a:pt x="26523" y="77080"/>
                  </a:lnTo>
                  <a:lnTo>
                    <a:pt x="26456" y="77102"/>
                  </a:lnTo>
                  <a:lnTo>
                    <a:pt x="26253" y="77145"/>
                  </a:lnTo>
                  <a:lnTo>
                    <a:pt x="26151" y="77167"/>
                  </a:lnTo>
                  <a:lnTo>
                    <a:pt x="26016" y="77080"/>
                  </a:lnTo>
                  <a:lnTo>
                    <a:pt x="25881" y="77014"/>
                  </a:lnTo>
                  <a:close/>
                  <a:moveTo>
                    <a:pt x="19554" y="55751"/>
                  </a:moveTo>
                  <a:lnTo>
                    <a:pt x="19588" y="55708"/>
                  </a:lnTo>
                  <a:lnTo>
                    <a:pt x="19486" y="55751"/>
                  </a:lnTo>
                  <a:lnTo>
                    <a:pt x="19486" y="55686"/>
                  </a:lnTo>
                  <a:lnTo>
                    <a:pt x="19351" y="55729"/>
                  </a:lnTo>
                  <a:lnTo>
                    <a:pt x="19114" y="55751"/>
                  </a:lnTo>
                  <a:lnTo>
                    <a:pt x="18945" y="55817"/>
                  </a:lnTo>
                  <a:lnTo>
                    <a:pt x="18911" y="55970"/>
                  </a:lnTo>
                  <a:lnTo>
                    <a:pt x="19047" y="56036"/>
                  </a:lnTo>
                  <a:lnTo>
                    <a:pt x="19216" y="56102"/>
                  </a:lnTo>
                  <a:lnTo>
                    <a:pt x="19419" y="56080"/>
                  </a:lnTo>
                  <a:lnTo>
                    <a:pt x="19486" y="55927"/>
                  </a:lnTo>
                  <a:lnTo>
                    <a:pt x="19554" y="55883"/>
                  </a:lnTo>
                  <a:lnTo>
                    <a:pt x="19588" y="55817"/>
                  </a:lnTo>
                  <a:lnTo>
                    <a:pt x="19554" y="55817"/>
                  </a:lnTo>
                  <a:lnTo>
                    <a:pt x="19554" y="55773"/>
                  </a:lnTo>
                  <a:lnTo>
                    <a:pt x="19554" y="55751"/>
                  </a:lnTo>
                  <a:close/>
                  <a:moveTo>
                    <a:pt x="1590" y="63350"/>
                  </a:moveTo>
                  <a:lnTo>
                    <a:pt x="2232" y="63459"/>
                  </a:lnTo>
                  <a:lnTo>
                    <a:pt x="2334" y="63394"/>
                  </a:lnTo>
                  <a:lnTo>
                    <a:pt x="2266" y="63306"/>
                  </a:lnTo>
                  <a:lnTo>
                    <a:pt x="2232" y="63284"/>
                  </a:lnTo>
                  <a:lnTo>
                    <a:pt x="1420" y="62912"/>
                  </a:lnTo>
                  <a:lnTo>
                    <a:pt x="1319" y="62912"/>
                  </a:lnTo>
                  <a:lnTo>
                    <a:pt x="1285" y="62912"/>
                  </a:lnTo>
                  <a:lnTo>
                    <a:pt x="1488" y="63284"/>
                  </a:lnTo>
                  <a:lnTo>
                    <a:pt x="1590" y="63350"/>
                  </a:lnTo>
                  <a:close/>
                  <a:moveTo>
                    <a:pt x="28181" y="102197"/>
                  </a:moveTo>
                  <a:lnTo>
                    <a:pt x="28181" y="102065"/>
                  </a:lnTo>
                  <a:lnTo>
                    <a:pt x="28215" y="101978"/>
                  </a:lnTo>
                  <a:lnTo>
                    <a:pt x="28215" y="101868"/>
                  </a:lnTo>
                  <a:lnTo>
                    <a:pt x="28384" y="101715"/>
                  </a:lnTo>
                  <a:lnTo>
                    <a:pt x="28384" y="101518"/>
                  </a:lnTo>
                  <a:lnTo>
                    <a:pt x="28316" y="101321"/>
                  </a:lnTo>
                  <a:lnTo>
                    <a:pt x="28181" y="101167"/>
                  </a:lnTo>
                  <a:lnTo>
                    <a:pt x="28046" y="101145"/>
                  </a:lnTo>
                  <a:lnTo>
                    <a:pt x="27572" y="101145"/>
                  </a:lnTo>
                  <a:lnTo>
                    <a:pt x="27437" y="101124"/>
                  </a:lnTo>
                  <a:lnTo>
                    <a:pt x="27369" y="101145"/>
                  </a:lnTo>
                  <a:lnTo>
                    <a:pt x="27335" y="101233"/>
                  </a:lnTo>
                  <a:lnTo>
                    <a:pt x="27301" y="101321"/>
                  </a:lnTo>
                  <a:lnTo>
                    <a:pt x="27166" y="101386"/>
                  </a:lnTo>
                  <a:lnTo>
                    <a:pt x="27166" y="101496"/>
                  </a:lnTo>
                  <a:lnTo>
                    <a:pt x="27132" y="101583"/>
                  </a:lnTo>
                  <a:lnTo>
                    <a:pt x="27098" y="101671"/>
                  </a:lnTo>
                  <a:lnTo>
                    <a:pt x="26997" y="101715"/>
                  </a:lnTo>
                  <a:lnTo>
                    <a:pt x="27031" y="101934"/>
                  </a:lnTo>
                  <a:lnTo>
                    <a:pt x="27200" y="102021"/>
                  </a:lnTo>
                  <a:lnTo>
                    <a:pt x="27471" y="102065"/>
                  </a:lnTo>
                  <a:lnTo>
                    <a:pt x="27640" y="102175"/>
                  </a:lnTo>
                  <a:lnTo>
                    <a:pt x="27910" y="102306"/>
                  </a:lnTo>
                  <a:lnTo>
                    <a:pt x="28080" y="102328"/>
                  </a:lnTo>
                  <a:lnTo>
                    <a:pt x="28249" y="102284"/>
                  </a:lnTo>
                  <a:lnTo>
                    <a:pt x="28181" y="102197"/>
                  </a:lnTo>
                  <a:close/>
                  <a:moveTo>
                    <a:pt x="22565" y="94686"/>
                  </a:moveTo>
                  <a:lnTo>
                    <a:pt x="22667" y="94686"/>
                  </a:lnTo>
                  <a:lnTo>
                    <a:pt x="22700" y="94664"/>
                  </a:lnTo>
                  <a:lnTo>
                    <a:pt x="22700" y="94642"/>
                  </a:lnTo>
                  <a:lnTo>
                    <a:pt x="22667" y="94576"/>
                  </a:lnTo>
                  <a:lnTo>
                    <a:pt x="22531" y="94423"/>
                  </a:lnTo>
                  <a:lnTo>
                    <a:pt x="22396" y="94379"/>
                  </a:lnTo>
                  <a:lnTo>
                    <a:pt x="22261" y="94379"/>
                  </a:lnTo>
                  <a:lnTo>
                    <a:pt x="22159" y="94401"/>
                  </a:lnTo>
                  <a:lnTo>
                    <a:pt x="22125" y="94445"/>
                  </a:lnTo>
                  <a:lnTo>
                    <a:pt x="22091" y="94489"/>
                  </a:lnTo>
                  <a:lnTo>
                    <a:pt x="22058" y="94510"/>
                  </a:lnTo>
                  <a:lnTo>
                    <a:pt x="22024" y="94598"/>
                  </a:lnTo>
                  <a:lnTo>
                    <a:pt x="22058" y="94664"/>
                  </a:lnTo>
                  <a:lnTo>
                    <a:pt x="22125" y="94708"/>
                  </a:lnTo>
                  <a:lnTo>
                    <a:pt x="22159" y="94817"/>
                  </a:lnTo>
                  <a:lnTo>
                    <a:pt x="22227" y="94839"/>
                  </a:lnTo>
                  <a:lnTo>
                    <a:pt x="22497" y="94708"/>
                  </a:lnTo>
                  <a:lnTo>
                    <a:pt x="22565" y="94686"/>
                  </a:lnTo>
                  <a:close/>
                  <a:moveTo>
                    <a:pt x="19486" y="62343"/>
                  </a:moveTo>
                  <a:lnTo>
                    <a:pt x="19554" y="62277"/>
                  </a:lnTo>
                  <a:lnTo>
                    <a:pt x="19622" y="62211"/>
                  </a:lnTo>
                  <a:lnTo>
                    <a:pt x="19723" y="62145"/>
                  </a:lnTo>
                  <a:lnTo>
                    <a:pt x="19723" y="62036"/>
                  </a:lnTo>
                  <a:lnTo>
                    <a:pt x="19689" y="61970"/>
                  </a:lnTo>
                  <a:lnTo>
                    <a:pt x="19419" y="61773"/>
                  </a:lnTo>
                  <a:lnTo>
                    <a:pt x="19351" y="61751"/>
                  </a:lnTo>
                  <a:lnTo>
                    <a:pt x="19216" y="61708"/>
                  </a:lnTo>
                  <a:lnTo>
                    <a:pt x="19182" y="61598"/>
                  </a:lnTo>
                  <a:lnTo>
                    <a:pt x="19216" y="61510"/>
                  </a:lnTo>
                  <a:lnTo>
                    <a:pt x="19283" y="61401"/>
                  </a:lnTo>
                  <a:lnTo>
                    <a:pt x="19385" y="61335"/>
                  </a:lnTo>
                  <a:lnTo>
                    <a:pt x="19486" y="61270"/>
                  </a:lnTo>
                  <a:lnTo>
                    <a:pt x="19453" y="61182"/>
                  </a:lnTo>
                  <a:lnTo>
                    <a:pt x="19351" y="61051"/>
                  </a:lnTo>
                  <a:lnTo>
                    <a:pt x="19250" y="60963"/>
                  </a:lnTo>
                  <a:lnTo>
                    <a:pt x="19114" y="60941"/>
                  </a:lnTo>
                  <a:lnTo>
                    <a:pt x="19047" y="61007"/>
                  </a:lnTo>
                  <a:lnTo>
                    <a:pt x="18945" y="61160"/>
                  </a:lnTo>
                  <a:lnTo>
                    <a:pt x="18911" y="61313"/>
                  </a:lnTo>
                  <a:lnTo>
                    <a:pt x="18810" y="61357"/>
                  </a:lnTo>
                  <a:lnTo>
                    <a:pt x="18201" y="61489"/>
                  </a:lnTo>
                  <a:lnTo>
                    <a:pt x="17829" y="61598"/>
                  </a:lnTo>
                  <a:lnTo>
                    <a:pt x="17829" y="61642"/>
                  </a:lnTo>
                  <a:lnTo>
                    <a:pt x="17896" y="61751"/>
                  </a:lnTo>
                  <a:lnTo>
                    <a:pt x="17930" y="61795"/>
                  </a:lnTo>
                  <a:lnTo>
                    <a:pt x="17930" y="61883"/>
                  </a:lnTo>
                  <a:lnTo>
                    <a:pt x="17930" y="62080"/>
                  </a:lnTo>
                  <a:lnTo>
                    <a:pt x="18032" y="62189"/>
                  </a:lnTo>
                  <a:lnTo>
                    <a:pt x="18235" y="62299"/>
                  </a:lnTo>
                  <a:lnTo>
                    <a:pt x="18404" y="62562"/>
                  </a:lnTo>
                  <a:lnTo>
                    <a:pt x="18877" y="62715"/>
                  </a:lnTo>
                  <a:lnTo>
                    <a:pt x="19148" y="62956"/>
                  </a:lnTo>
                  <a:lnTo>
                    <a:pt x="19351" y="63021"/>
                  </a:lnTo>
                  <a:lnTo>
                    <a:pt x="19385" y="62737"/>
                  </a:lnTo>
                  <a:lnTo>
                    <a:pt x="19419" y="62627"/>
                  </a:lnTo>
                  <a:lnTo>
                    <a:pt x="19419" y="62496"/>
                  </a:lnTo>
                  <a:lnTo>
                    <a:pt x="19486" y="62452"/>
                  </a:lnTo>
                  <a:lnTo>
                    <a:pt x="19486" y="62343"/>
                  </a:lnTo>
                  <a:close/>
                  <a:moveTo>
                    <a:pt x="19723" y="67489"/>
                  </a:moveTo>
                  <a:lnTo>
                    <a:pt x="19994" y="67620"/>
                  </a:lnTo>
                  <a:lnTo>
                    <a:pt x="20197" y="67620"/>
                  </a:lnTo>
                  <a:lnTo>
                    <a:pt x="20265" y="67423"/>
                  </a:lnTo>
                  <a:lnTo>
                    <a:pt x="20163" y="67204"/>
                  </a:lnTo>
                  <a:lnTo>
                    <a:pt x="20095" y="67051"/>
                  </a:lnTo>
                  <a:lnTo>
                    <a:pt x="20028" y="66985"/>
                  </a:lnTo>
                  <a:lnTo>
                    <a:pt x="19825" y="66941"/>
                  </a:lnTo>
                  <a:lnTo>
                    <a:pt x="19622" y="66897"/>
                  </a:lnTo>
                  <a:lnTo>
                    <a:pt x="19486" y="66897"/>
                  </a:lnTo>
                  <a:lnTo>
                    <a:pt x="19486" y="67138"/>
                  </a:lnTo>
                  <a:lnTo>
                    <a:pt x="19554" y="67357"/>
                  </a:lnTo>
                  <a:lnTo>
                    <a:pt x="19723" y="67489"/>
                  </a:lnTo>
                  <a:close/>
                  <a:moveTo>
                    <a:pt x="25542" y="98583"/>
                  </a:moveTo>
                  <a:lnTo>
                    <a:pt x="25644" y="98408"/>
                  </a:lnTo>
                  <a:lnTo>
                    <a:pt x="25711" y="98080"/>
                  </a:lnTo>
                  <a:lnTo>
                    <a:pt x="25881" y="97708"/>
                  </a:lnTo>
                  <a:lnTo>
                    <a:pt x="25914" y="97554"/>
                  </a:lnTo>
                  <a:lnTo>
                    <a:pt x="25914" y="97445"/>
                  </a:lnTo>
                  <a:lnTo>
                    <a:pt x="25914" y="97313"/>
                  </a:lnTo>
                  <a:lnTo>
                    <a:pt x="25982" y="96963"/>
                  </a:lnTo>
                  <a:lnTo>
                    <a:pt x="26016" y="96744"/>
                  </a:lnTo>
                  <a:lnTo>
                    <a:pt x="25881" y="96700"/>
                  </a:lnTo>
                  <a:lnTo>
                    <a:pt x="25711" y="96744"/>
                  </a:lnTo>
                  <a:lnTo>
                    <a:pt x="25576" y="96656"/>
                  </a:lnTo>
                  <a:lnTo>
                    <a:pt x="25542" y="96547"/>
                  </a:lnTo>
                  <a:lnTo>
                    <a:pt x="25508" y="96416"/>
                  </a:lnTo>
                  <a:lnTo>
                    <a:pt x="25305" y="96372"/>
                  </a:lnTo>
                  <a:lnTo>
                    <a:pt x="24696" y="96459"/>
                  </a:lnTo>
                  <a:lnTo>
                    <a:pt x="24020" y="96459"/>
                  </a:lnTo>
                  <a:lnTo>
                    <a:pt x="23817" y="96437"/>
                  </a:lnTo>
                  <a:lnTo>
                    <a:pt x="23749" y="96459"/>
                  </a:lnTo>
                  <a:lnTo>
                    <a:pt x="23648" y="96569"/>
                  </a:lnTo>
                  <a:lnTo>
                    <a:pt x="23783" y="96635"/>
                  </a:lnTo>
                  <a:lnTo>
                    <a:pt x="23851" y="96656"/>
                  </a:lnTo>
                  <a:lnTo>
                    <a:pt x="23884" y="96678"/>
                  </a:lnTo>
                  <a:lnTo>
                    <a:pt x="23986" y="96788"/>
                  </a:lnTo>
                  <a:lnTo>
                    <a:pt x="24020" y="96832"/>
                  </a:lnTo>
                  <a:lnTo>
                    <a:pt x="24054" y="96832"/>
                  </a:lnTo>
                  <a:lnTo>
                    <a:pt x="24087" y="96919"/>
                  </a:lnTo>
                  <a:lnTo>
                    <a:pt x="24121" y="96963"/>
                  </a:lnTo>
                  <a:lnTo>
                    <a:pt x="24189" y="96963"/>
                  </a:lnTo>
                  <a:lnTo>
                    <a:pt x="24257" y="96963"/>
                  </a:lnTo>
                  <a:lnTo>
                    <a:pt x="24358" y="96963"/>
                  </a:lnTo>
                  <a:lnTo>
                    <a:pt x="24426" y="96985"/>
                  </a:lnTo>
                  <a:lnTo>
                    <a:pt x="24460" y="97051"/>
                  </a:lnTo>
                  <a:lnTo>
                    <a:pt x="24358" y="97072"/>
                  </a:lnTo>
                  <a:lnTo>
                    <a:pt x="24223" y="97094"/>
                  </a:lnTo>
                  <a:lnTo>
                    <a:pt x="23986" y="97072"/>
                  </a:lnTo>
                  <a:lnTo>
                    <a:pt x="23884" y="97094"/>
                  </a:lnTo>
                  <a:lnTo>
                    <a:pt x="23783" y="97138"/>
                  </a:lnTo>
                  <a:lnTo>
                    <a:pt x="23715" y="97226"/>
                  </a:lnTo>
                  <a:lnTo>
                    <a:pt x="23648" y="97094"/>
                  </a:lnTo>
                  <a:lnTo>
                    <a:pt x="23580" y="97029"/>
                  </a:lnTo>
                  <a:lnTo>
                    <a:pt x="23478" y="97029"/>
                  </a:lnTo>
                  <a:lnTo>
                    <a:pt x="23377" y="97182"/>
                  </a:lnTo>
                  <a:lnTo>
                    <a:pt x="23648" y="97620"/>
                  </a:lnTo>
                  <a:lnTo>
                    <a:pt x="23986" y="97905"/>
                  </a:lnTo>
                  <a:lnTo>
                    <a:pt x="24020" y="98036"/>
                  </a:lnTo>
                  <a:lnTo>
                    <a:pt x="24087" y="98189"/>
                  </a:lnTo>
                  <a:lnTo>
                    <a:pt x="24155" y="98299"/>
                  </a:lnTo>
                  <a:lnTo>
                    <a:pt x="24933" y="98781"/>
                  </a:lnTo>
                  <a:lnTo>
                    <a:pt x="25238" y="98802"/>
                  </a:lnTo>
                  <a:lnTo>
                    <a:pt x="25542" y="98583"/>
                  </a:lnTo>
                  <a:close/>
                  <a:moveTo>
                    <a:pt x="19554" y="68408"/>
                  </a:moveTo>
                  <a:lnTo>
                    <a:pt x="19757" y="68277"/>
                  </a:lnTo>
                  <a:lnTo>
                    <a:pt x="19859" y="68299"/>
                  </a:lnTo>
                  <a:lnTo>
                    <a:pt x="19892" y="68474"/>
                  </a:lnTo>
                  <a:lnTo>
                    <a:pt x="19994" y="68518"/>
                  </a:lnTo>
                  <a:lnTo>
                    <a:pt x="20095" y="68518"/>
                  </a:lnTo>
                  <a:lnTo>
                    <a:pt x="20129" y="68430"/>
                  </a:lnTo>
                  <a:lnTo>
                    <a:pt x="20095" y="68299"/>
                  </a:lnTo>
                  <a:lnTo>
                    <a:pt x="20095" y="68211"/>
                  </a:lnTo>
                  <a:lnTo>
                    <a:pt x="20095" y="68036"/>
                  </a:lnTo>
                  <a:lnTo>
                    <a:pt x="19926" y="67927"/>
                  </a:lnTo>
                  <a:lnTo>
                    <a:pt x="19554" y="67861"/>
                  </a:lnTo>
                  <a:lnTo>
                    <a:pt x="19520" y="67970"/>
                  </a:lnTo>
                  <a:lnTo>
                    <a:pt x="19554" y="68124"/>
                  </a:lnTo>
                  <a:lnTo>
                    <a:pt x="19453" y="68408"/>
                  </a:lnTo>
                  <a:lnTo>
                    <a:pt x="19554" y="68408"/>
                  </a:lnTo>
                  <a:close/>
                  <a:moveTo>
                    <a:pt x="33154" y="76642"/>
                  </a:moveTo>
                  <a:lnTo>
                    <a:pt x="33222" y="76467"/>
                  </a:lnTo>
                  <a:lnTo>
                    <a:pt x="33154" y="76357"/>
                  </a:lnTo>
                  <a:lnTo>
                    <a:pt x="33087" y="76335"/>
                  </a:lnTo>
                  <a:lnTo>
                    <a:pt x="32816" y="76445"/>
                  </a:lnTo>
                  <a:lnTo>
                    <a:pt x="32681" y="76445"/>
                  </a:lnTo>
                  <a:lnTo>
                    <a:pt x="31869" y="76445"/>
                  </a:lnTo>
                  <a:lnTo>
                    <a:pt x="31733" y="76445"/>
                  </a:lnTo>
                  <a:lnTo>
                    <a:pt x="31564" y="76489"/>
                  </a:lnTo>
                  <a:lnTo>
                    <a:pt x="31463" y="76554"/>
                  </a:lnTo>
                  <a:lnTo>
                    <a:pt x="31361" y="76664"/>
                  </a:lnTo>
                  <a:lnTo>
                    <a:pt x="31192" y="76751"/>
                  </a:lnTo>
                  <a:lnTo>
                    <a:pt x="31023" y="76773"/>
                  </a:lnTo>
                  <a:lnTo>
                    <a:pt x="30854" y="76883"/>
                  </a:lnTo>
                  <a:lnTo>
                    <a:pt x="30752" y="76883"/>
                  </a:lnTo>
                  <a:lnTo>
                    <a:pt x="30583" y="76861"/>
                  </a:lnTo>
                  <a:lnTo>
                    <a:pt x="30515" y="76861"/>
                  </a:lnTo>
                  <a:lnTo>
                    <a:pt x="30312" y="76927"/>
                  </a:lnTo>
                  <a:lnTo>
                    <a:pt x="29974" y="76927"/>
                  </a:lnTo>
                  <a:lnTo>
                    <a:pt x="29467" y="77014"/>
                  </a:lnTo>
                  <a:lnTo>
                    <a:pt x="29196" y="76970"/>
                  </a:lnTo>
                  <a:lnTo>
                    <a:pt x="28892" y="76927"/>
                  </a:lnTo>
                  <a:lnTo>
                    <a:pt x="28587" y="77124"/>
                  </a:lnTo>
                  <a:lnTo>
                    <a:pt x="28452" y="77102"/>
                  </a:lnTo>
                  <a:lnTo>
                    <a:pt x="28181" y="77211"/>
                  </a:lnTo>
                  <a:lnTo>
                    <a:pt x="27877" y="77386"/>
                  </a:lnTo>
                  <a:lnTo>
                    <a:pt x="27741" y="77518"/>
                  </a:lnTo>
                  <a:lnTo>
                    <a:pt x="27674" y="77759"/>
                  </a:lnTo>
                  <a:lnTo>
                    <a:pt x="27674" y="77759"/>
                  </a:lnTo>
                  <a:lnTo>
                    <a:pt x="27640" y="77802"/>
                  </a:lnTo>
                  <a:lnTo>
                    <a:pt x="27538" y="77802"/>
                  </a:lnTo>
                  <a:lnTo>
                    <a:pt x="27504" y="77802"/>
                  </a:lnTo>
                  <a:lnTo>
                    <a:pt x="27471" y="77824"/>
                  </a:lnTo>
                  <a:lnTo>
                    <a:pt x="27369" y="77890"/>
                  </a:lnTo>
                  <a:lnTo>
                    <a:pt x="27301" y="77978"/>
                  </a:lnTo>
                  <a:lnTo>
                    <a:pt x="26760" y="78525"/>
                  </a:lnTo>
                  <a:lnTo>
                    <a:pt x="26557" y="78788"/>
                  </a:lnTo>
                  <a:lnTo>
                    <a:pt x="26591" y="78919"/>
                  </a:lnTo>
                  <a:lnTo>
                    <a:pt x="26726" y="78941"/>
                  </a:lnTo>
                  <a:lnTo>
                    <a:pt x="27031" y="78897"/>
                  </a:lnTo>
                  <a:lnTo>
                    <a:pt x="27166" y="78897"/>
                  </a:lnTo>
                  <a:lnTo>
                    <a:pt x="27538" y="78963"/>
                  </a:lnTo>
                  <a:lnTo>
                    <a:pt x="27707" y="78963"/>
                  </a:lnTo>
                  <a:lnTo>
                    <a:pt x="27978" y="78941"/>
                  </a:lnTo>
                  <a:lnTo>
                    <a:pt x="28147" y="78875"/>
                  </a:lnTo>
                  <a:lnTo>
                    <a:pt x="28215" y="78700"/>
                  </a:lnTo>
                  <a:lnTo>
                    <a:pt x="28316" y="78569"/>
                  </a:lnTo>
                  <a:lnTo>
                    <a:pt x="28486" y="78394"/>
                  </a:lnTo>
                  <a:lnTo>
                    <a:pt x="29162" y="77956"/>
                  </a:lnTo>
                  <a:lnTo>
                    <a:pt x="29331" y="77890"/>
                  </a:lnTo>
                  <a:lnTo>
                    <a:pt x="29500" y="77934"/>
                  </a:lnTo>
                  <a:lnTo>
                    <a:pt x="29568" y="77890"/>
                  </a:lnTo>
                  <a:lnTo>
                    <a:pt x="29737" y="77759"/>
                  </a:lnTo>
                  <a:lnTo>
                    <a:pt x="29839" y="77715"/>
                  </a:lnTo>
                  <a:lnTo>
                    <a:pt x="29906" y="77715"/>
                  </a:lnTo>
                  <a:lnTo>
                    <a:pt x="30109" y="77737"/>
                  </a:lnTo>
                  <a:lnTo>
                    <a:pt x="30177" y="77737"/>
                  </a:lnTo>
                  <a:lnTo>
                    <a:pt x="30549" y="77671"/>
                  </a:lnTo>
                  <a:lnTo>
                    <a:pt x="30786" y="77627"/>
                  </a:lnTo>
                  <a:lnTo>
                    <a:pt x="30888" y="77540"/>
                  </a:lnTo>
                  <a:lnTo>
                    <a:pt x="31294" y="77452"/>
                  </a:lnTo>
                  <a:lnTo>
                    <a:pt x="31327" y="77496"/>
                  </a:lnTo>
                  <a:lnTo>
                    <a:pt x="31429" y="77562"/>
                  </a:lnTo>
                  <a:lnTo>
                    <a:pt x="31497" y="77583"/>
                  </a:lnTo>
                  <a:lnTo>
                    <a:pt x="31530" y="77562"/>
                  </a:lnTo>
                  <a:lnTo>
                    <a:pt x="31564" y="77518"/>
                  </a:lnTo>
                  <a:lnTo>
                    <a:pt x="31666" y="77518"/>
                  </a:lnTo>
                  <a:lnTo>
                    <a:pt x="32376" y="77430"/>
                  </a:lnTo>
                  <a:lnTo>
                    <a:pt x="32748" y="77321"/>
                  </a:lnTo>
                  <a:lnTo>
                    <a:pt x="33120" y="77102"/>
                  </a:lnTo>
                  <a:lnTo>
                    <a:pt x="32985" y="76927"/>
                  </a:lnTo>
                  <a:lnTo>
                    <a:pt x="33053" y="76773"/>
                  </a:lnTo>
                  <a:lnTo>
                    <a:pt x="33154" y="76642"/>
                  </a:lnTo>
                  <a:close/>
                  <a:moveTo>
                    <a:pt x="26557" y="90218"/>
                  </a:moveTo>
                  <a:lnTo>
                    <a:pt x="26828" y="90262"/>
                  </a:lnTo>
                  <a:lnTo>
                    <a:pt x="27031" y="90394"/>
                  </a:lnTo>
                  <a:lnTo>
                    <a:pt x="27741" y="90613"/>
                  </a:lnTo>
                  <a:lnTo>
                    <a:pt x="27978" y="90635"/>
                  </a:lnTo>
                  <a:lnTo>
                    <a:pt x="28046" y="90613"/>
                  </a:lnTo>
                  <a:lnTo>
                    <a:pt x="28080" y="90635"/>
                  </a:lnTo>
                  <a:lnTo>
                    <a:pt x="28113" y="90700"/>
                  </a:lnTo>
                  <a:lnTo>
                    <a:pt x="28181" y="90722"/>
                  </a:lnTo>
                  <a:lnTo>
                    <a:pt x="28215" y="90722"/>
                  </a:lnTo>
                  <a:lnTo>
                    <a:pt x="28215" y="90613"/>
                  </a:lnTo>
                  <a:lnTo>
                    <a:pt x="28113" y="90503"/>
                  </a:lnTo>
                  <a:lnTo>
                    <a:pt x="28046" y="90372"/>
                  </a:lnTo>
                  <a:lnTo>
                    <a:pt x="27978" y="90306"/>
                  </a:lnTo>
                  <a:lnTo>
                    <a:pt x="27674" y="90284"/>
                  </a:lnTo>
                  <a:lnTo>
                    <a:pt x="26895" y="90087"/>
                  </a:lnTo>
                  <a:lnTo>
                    <a:pt x="26692" y="89956"/>
                  </a:lnTo>
                  <a:lnTo>
                    <a:pt x="26456" y="89890"/>
                  </a:lnTo>
                  <a:lnTo>
                    <a:pt x="26320" y="89912"/>
                  </a:lnTo>
                  <a:lnTo>
                    <a:pt x="26117" y="89956"/>
                  </a:lnTo>
                  <a:lnTo>
                    <a:pt x="26016" y="90065"/>
                  </a:lnTo>
                  <a:lnTo>
                    <a:pt x="26151" y="90175"/>
                  </a:lnTo>
                  <a:lnTo>
                    <a:pt x="26557" y="90218"/>
                  </a:lnTo>
                  <a:close/>
                  <a:moveTo>
                    <a:pt x="45976" y="112554"/>
                  </a:moveTo>
                  <a:lnTo>
                    <a:pt x="45909" y="112423"/>
                  </a:lnTo>
                  <a:lnTo>
                    <a:pt x="45841" y="112313"/>
                  </a:lnTo>
                  <a:lnTo>
                    <a:pt x="45943" y="111985"/>
                  </a:lnTo>
                  <a:lnTo>
                    <a:pt x="45909" y="111481"/>
                  </a:lnTo>
                  <a:lnTo>
                    <a:pt x="45909" y="111394"/>
                  </a:lnTo>
                  <a:lnTo>
                    <a:pt x="45976" y="111372"/>
                  </a:lnTo>
                  <a:lnTo>
                    <a:pt x="45976" y="111284"/>
                  </a:lnTo>
                  <a:lnTo>
                    <a:pt x="46010" y="111197"/>
                  </a:lnTo>
                  <a:lnTo>
                    <a:pt x="46010" y="111153"/>
                  </a:lnTo>
                  <a:lnTo>
                    <a:pt x="46044" y="111065"/>
                  </a:lnTo>
                  <a:lnTo>
                    <a:pt x="46044" y="111021"/>
                  </a:lnTo>
                  <a:lnTo>
                    <a:pt x="46010" y="110956"/>
                  </a:lnTo>
                  <a:lnTo>
                    <a:pt x="45943" y="110912"/>
                  </a:lnTo>
                  <a:lnTo>
                    <a:pt x="45841" y="110868"/>
                  </a:lnTo>
                  <a:lnTo>
                    <a:pt x="45706" y="110846"/>
                  </a:lnTo>
                  <a:lnTo>
                    <a:pt x="45604" y="110846"/>
                  </a:lnTo>
                  <a:lnTo>
                    <a:pt x="45469" y="110868"/>
                  </a:lnTo>
                  <a:lnTo>
                    <a:pt x="45435" y="110956"/>
                  </a:lnTo>
                  <a:lnTo>
                    <a:pt x="45469" y="111043"/>
                  </a:lnTo>
                  <a:lnTo>
                    <a:pt x="45638" y="111175"/>
                  </a:lnTo>
                  <a:lnTo>
                    <a:pt x="45266" y="111240"/>
                  </a:lnTo>
                  <a:lnTo>
                    <a:pt x="45266" y="111350"/>
                  </a:lnTo>
                  <a:lnTo>
                    <a:pt x="45097" y="111569"/>
                  </a:lnTo>
                  <a:lnTo>
                    <a:pt x="45097" y="111700"/>
                  </a:lnTo>
                  <a:lnTo>
                    <a:pt x="44691" y="111854"/>
                  </a:lnTo>
                  <a:lnTo>
                    <a:pt x="44454" y="111897"/>
                  </a:lnTo>
                  <a:lnTo>
                    <a:pt x="44488" y="111766"/>
                  </a:lnTo>
                  <a:lnTo>
                    <a:pt x="44589" y="111700"/>
                  </a:lnTo>
                  <a:lnTo>
                    <a:pt x="44657" y="111635"/>
                  </a:lnTo>
                  <a:lnTo>
                    <a:pt x="44758" y="111591"/>
                  </a:lnTo>
                  <a:lnTo>
                    <a:pt x="44826" y="111481"/>
                  </a:lnTo>
                  <a:lnTo>
                    <a:pt x="44860" y="111350"/>
                  </a:lnTo>
                  <a:lnTo>
                    <a:pt x="44826" y="111284"/>
                  </a:lnTo>
                  <a:lnTo>
                    <a:pt x="44792" y="111197"/>
                  </a:lnTo>
                  <a:lnTo>
                    <a:pt x="44792" y="111131"/>
                  </a:lnTo>
                  <a:lnTo>
                    <a:pt x="44826" y="111021"/>
                  </a:lnTo>
                  <a:lnTo>
                    <a:pt x="44928" y="110956"/>
                  </a:lnTo>
                  <a:lnTo>
                    <a:pt x="44995" y="110934"/>
                  </a:lnTo>
                  <a:lnTo>
                    <a:pt x="45063" y="110846"/>
                  </a:lnTo>
                  <a:lnTo>
                    <a:pt x="45063" y="110759"/>
                  </a:lnTo>
                  <a:lnTo>
                    <a:pt x="44961" y="110605"/>
                  </a:lnTo>
                  <a:lnTo>
                    <a:pt x="44928" y="110518"/>
                  </a:lnTo>
                  <a:lnTo>
                    <a:pt x="44488" y="110189"/>
                  </a:lnTo>
                  <a:lnTo>
                    <a:pt x="44386" y="110058"/>
                  </a:lnTo>
                  <a:lnTo>
                    <a:pt x="44420" y="110014"/>
                  </a:lnTo>
                  <a:lnTo>
                    <a:pt x="44522" y="110014"/>
                  </a:lnTo>
                  <a:lnTo>
                    <a:pt x="44691" y="110036"/>
                  </a:lnTo>
                  <a:lnTo>
                    <a:pt x="44792" y="110102"/>
                  </a:lnTo>
                  <a:lnTo>
                    <a:pt x="44860" y="110211"/>
                  </a:lnTo>
                  <a:lnTo>
                    <a:pt x="44961" y="110233"/>
                  </a:lnTo>
                  <a:lnTo>
                    <a:pt x="45063" y="110124"/>
                  </a:lnTo>
                  <a:lnTo>
                    <a:pt x="45131" y="109992"/>
                  </a:lnTo>
                  <a:lnTo>
                    <a:pt x="45164" y="109883"/>
                  </a:lnTo>
                  <a:lnTo>
                    <a:pt x="45131" y="109839"/>
                  </a:lnTo>
                  <a:lnTo>
                    <a:pt x="45063" y="109839"/>
                  </a:lnTo>
                  <a:lnTo>
                    <a:pt x="44995" y="109839"/>
                  </a:lnTo>
                  <a:lnTo>
                    <a:pt x="44928" y="109839"/>
                  </a:lnTo>
                  <a:lnTo>
                    <a:pt x="44928" y="109817"/>
                  </a:lnTo>
                  <a:lnTo>
                    <a:pt x="44961" y="109751"/>
                  </a:lnTo>
                  <a:lnTo>
                    <a:pt x="45029" y="109729"/>
                  </a:lnTo>
                  <a:lnTo>
                    <a:pt x="45063" y="109686"/>
                  </a:lnTo>
                  <a:lnTo>
                    <a:pt x="45164" y="109642"/>
                  </a:lnTo>
                  <a:lnTo>
                    <a:pt x="45131" y="109532"/>
                  </a:lnTo>
                  <a:lnTo>
                    <a:pt x="44488" y="108678"/>
                  </a:lnTo>
                  <a:lnTo>
                    <a:pt x="44420" y="108547"/>
                  </a:lnTo>
                  <a:lnTo>
                    <a:pt x="44420" y="108481"/>
                  </a:lnTo>
                  <a:lnTo>
                    <a:pt x="44116" y="108240"/>
                  </a:lnTo>
                  <a:lnTo>
                    <a:pt x="43913" y="107890"/>
                  </a:lnTo>
                  <a:lnTo>
                    <a:pt x="43946" y="107846"/>
                  </a:lnTo>
                  <a:lnTo>
                    <a:pt x="44082" y="107824"/>
                  </a:lnTo>
                  <a:lnTo>
                    <a:pt x="44149" y="107890"/>
                  </a:lnTo>
                  <a:lnTo>
                    <a:pt x="44183" y="108021"/>
                  </a:lnTo>
                  <a:lnTo>
                    <a:pt x="44285" y="108087"/>
                  </a:lnTo>
                  <a:lnTo>
                    <a:pt x="44386" y="108109"/>
                  </a:lnTo>
                  <a:lnTo>
                    <a:pt x="44454" y="108043"/>
                  </a:lnTo>
                  <a:lnTo>
                    <a:pt x="44454" y="107934"/>
                  </a:lnTo>
                  <a:lnTo>
                    <a:pt x="44454" y="107846"/>
                  </a:lnTo>
                  <a:lnTo>
                    <a:pt x="44657" y="107824"/>
                  </a:lnTo>
                  <a:lnTo>
                    <a:pt x="44657" y="107693"/>
                  </a:lnTo>
                  <a:lnTo>
                    <a:pt x="44522" y="107452"/>
                  </a:lnTo>
                  <a:lnTo>
                    <a:pt x="44488" y="107277"/>
                  </a:lnTo>
                  <a:lnTo>
                    <a:pt x="44522" y="107145"/>
                  </a:lnTo>
                  <a:lnTo>
                    <a:pt x="44488" y="107014"/>
                  </a:lnTo>
                  <a:lnTo>
                    <a:pt x="44420" y="106927"/>
                  </a:lnTo>
                  <a:lnTo>
                    <a:pt x="44352" y="106927"/>
                  </a:lnTo>
                  <a:lnTo>
                    <a:pt x="44048" y="106773"/>
                  </a:lnTo>
                  <a:lnTo>
                    <a:pt x="43845" y="106773"/>
                  </a:lnTo>
                  <a:lnTo>
                    <a:pt x="43777" y="106751"/>
                  </a:lnTo>
                  <a:lnTo>
                    <a:pt x="43710" y="106642"/>
                  </a:lnTo>
                  <a:lnTo>
                    <a:pt x="43710" y="106313"/>
                  </a:lnTo>
                  <a:lnTo>
                    <a:pt x="43676" y="106182"/>
                  </a:lnTo>
                  <a:lnTo>
                    <a:pt x="43676" y="106138"/>
                  </a:lnTo>
                  <a:lnTo>
                    <a:pt x="43845" y="106138"/>
                  </a:lnTo>
                  <a:lnTo>
                    <a:pt x="43845" y="106094"/>
                  </a:lnTo>
                  <a:lnTo>
                    <a:pt x="43845" y="106007"/>
                  </a:lnTo>
                  <a:lnTo>
                    <a:pt x="43845" y="105963"/>
                  </a:lnTo>
                  <a:lnTo>
                    <a:pt x="43744" y="105854"/>
                  </a:lnTo>
                  <a:lnTo>
                    <a:pt x="43507" y="105744"/>
                  </a:lnTo>
                  <a:lnTo>
                    <a:pt x="43033" y="105656"/>
                  </a:lnTo>
                  <a:lnTo>
                    <a:pt x="42965" y="105613"/>
                  </a:lnTo>
                  <a:lnTo>
                    <a:pt x="42796" y="105503"/>
                  </a:lnTo>
                  <a:lnTo>
                    <a:pt x="42695" y="105459"/>
                  </a:lnTo>
                  <a:lnTo>
                    <a:pt x="42458" y="105459"/>
                  </a:lnTo>
                  <a:lnTo>
                    <a:pt x="42356" y="105437"/>
                  </a:lnTo>
                  <a:lnTo>
                    <a:pt x="42289" y="105394"/>
                  </a:lnTo>
                  <a:lnTo>
                    <a:pt x="42458" y="105306"/>
                  </a:lnTo>
                  <a:lnTo>
                    <a:pt x="42729" y="105350"/>
                  </a:lnTo>
                  <a:lnTo>
                    <a:pt x="42864" y="105328"/>
                  </a:lnTo>
                  <a:lnTo>
                    <a:pt x="42627" y="105021"/>
                  </a:lnTo>
                  <a:lnTo>
                    <a:pt x="42526" y="104978"/>
                  </a:lnTo>
                  <a:lnTo>
                    <a:pt x="42424" y="104978"/>
                  </a:lnTo>
                  <a:lnTo>
                    <a:pt x="42323" y="104978"/>
                  </a:lnTo>
                  <a:lnTo>
                    <a:pt x="42255" y="104978"/>
                  </a:lnTo>
                  <a:lnTo>
                    <a:pt x="41511" y="104583"/>
                  </a:lnTo>
                  <a:lnTo>
                    <a:pt x="41443" y="104562"/>
                  </a:lnTo>
                  <a:lnTo>
                    <a:pt x="41409" y="104474"/>
                  </a:lnTo>
                  <a:lnTo>
                    <a:pt x="41308" y="104364"/>
                  </a:lnTo>
                  <a:lnTo>
                    <a:pt x="41105" y="104277"/>
                  </a:lnTo>
                  <a:lnTo>
                    <a:pt x="40665" y="104189"/>
                  </a:lnTo>
                  <a:lnTo>
                    <a:pt x="39988" y="103905"/>
                  </a:lnTo>
                  <a:lnTo>
                    <a:pt x="39650" y="103729"/>
                  </a:lnTo>
                  <a:lnTo>
                    <a:pt x="39413" y="103510"/>
                  </a:lnTo>
                  <a:lnTo>
                    <a:pt x="39413" y="103467"/>
                  </a:lnTo>
                  <a:lnTo>
                    <a:pt x="39379" y="103270"/>
                  </a:lnTo>
                  <a:lnTo>
                    <a:pt x="39312" y="103226"/>
                  </a:lnTo>
                  <a:lnTo>
                    <a:pt x="39142" y="103138"/>
                  </a:lnTo>
                  <a:lnTo>
                    <a:pt x="39109" y="103072"/>
                  </a:lnTo>
                  <a:lnTo>
                    <a:pt x="39007" y="102941"/>
                  </a:lnTo>
                  <a:lnTo>
                    <a:pt x="38601" y="102897"/>
                  </a:lnTo>
                  <a:lnTo>
                    <a:pt x="38466" y="102766"/>
                  </a:lnTo>
                  <a:lnTo>
                    <a:pt x="38466" y="102722"/>
                  </a:lnTo>
                  <a:lnTo>
                    <a:pt x="38500" y="102547"/>
                  </a:lnTo>
                  <a:lnTo>
                    <a:pt x="38500" y="102503"/>
                  </a:lnTo>
                  <a:lnTo>
                    <a:pt x="38466" y="102459"/>
                  </a:lnTo>
                  <a:lnTo>
                    <a:pt x="38330" y="102394"/>
                  </a:lnTo>
                  <a:lnTo>
                    <a:pt x="38195" y="101452"/>
                  </a:lnTo>
                  <a:lnTo>
                    <a:pt x="38161" y="101386"/>
                  </a:lnTo>
                  <a:lnTo>
                    <a:pt x="38060" y="101211"/>
                  </a:lnTo>
                  <a:lnTo>
                    <a:pt x="38060" y="101167"/>
                  </a:lnTo>
                  <a:lnTo>
                    <a:pt x="37992" y="101102"/>
                  </a:lnTo>
                  <a:lnTo>
                    <a:pt x="37958" y="101080"/>
                  </a:lnTo>
                  <a:lnTo>
                    <a:pt x="37891" y="100992"/>
                  </a:lnTo>
                  <a:lnTo>
                    <a:pt x="37891" y="100905"/>
                  </a:lnTo>
                  <a:lnTo>
                    <a:pt x="37992" y="100883"/>
                  </a:lnTo>
                  <a:lnTo>
                    <a:pt x="38533" y="101124"/>
                  </a:lnTo>
                  <a:lnTo>
                    <a:pt x="38703" y="101102"/>
                  </a:lnTo>
                  <a:lnTo>
                    <a:pt x="38804" y="100970"/>
                  </a:lnTo>
                  <a:lnTo>
                    <a:pt x="38838" y="100817"/>
                  </a:lnTo>
                  <a:lnTo>
                    <a:pt x="38804" y="100729"/>
                  </a:lnTo>
                  <a:lnTo>
                    <a:pt x="37417" y="98737"/>
                  </a:lnTo>
                  <a:lnTo>
                    <a:pt x="37417" y="98605"/>
                  </a:lnTo>
                  <a:lnTo>
                    <a:pt x="37417" y="98343"/>
                  </a:lnTo>
                  <a:lnTo>
                    <a:pt x="37383" y="98255"/>
                  </a:lnTo>
                  <a:lnTo>
                    <a:pt x="37383" y="98167"/>
                  </a:lnTo>
                  <a:lnTo>
                    <a:pt x="37451" y="98036"/>
                  </a:lnTo>
                  <a:lnTo>
                    <a:pt x="37451" y="97948"/>
                  </a:lnTo>
                  <a:lnTo>
                    <a:pt x="37316" y="97664"/>
                  </a:lnTo>
                  <a:lnTo>
                    <a:pt x="37383" y="97532"/>
                  </a:lnTo>
                  <a:lnTo>
                    <a:pt x="37214" y="97291"/>
                  </a:lnTo>
                  <a:lnTo>
                    <a:pt x="37214" y="97138"/>
                  </a:lnTo>
                  <a:lnTo>
                    <a:pt x="37146" y="97094"/>
                  </a:lnTo>
                  <a:lnTo>
                    <a:pt x="36977" y="96919"/>
                  </a:lnTo>
                  <a:lnTo>
                    <a:pt x="36842" y="96810"/>
                  </a:lnTo>
                  <a:lnTo>
                    <a:pt x="37045" y="96788"/>
                  </a:lnTo>
                  <a:lnTo>
                    <a:pt x="36977" y="96328"/>
                  </a:lnTo>
                  <a:lnTo>
                    <a:pt x="37045" y="95824"/>
                  </a:lnTo>
                  <a:lnTo>
                    <a:pt x="37045" y="95715"/>
                  </a:lnTo>
                  <a:lnTo>
                    <a:pt x="37011" y="95562"/>
                  </a:lnTo>
                  <a:lnTo>
                    <a:pt x="37113" y="95540"/>
                  </a:lnTo>
                  <a:lnTo>
                    <a:pt x="37079" y="95364"/>
                  </a:lnTo>
                  <a:lnTo>
                    <a:pt x="37011" y="95233"/>
                  </a:lnTo>
                  <a:lnTo>
                    <a:pt x="36876" y="95102"/>
                  </a:lnTo>
                  <a:lnTo>
                    <a:pt x="36605" y="94970"/>
                  </a:lnTo>
                  <a:lnTo>
                    <a:pt x="36368" y="94751"/>
                  </a:lnTo>
                  <a:lnTo>
                    <a:pt x="36199" y="94686"/>
                  </a:lnTo>
                  <a:lnTo>
                    <a:pt x="35049" y="94532"/>
                  </a:lnTo>
                  <a:lnTo>
                    <a:pt x="34981" y="94510"/>
                  </a:lnTo>
                  <a:lnTo>
                    <a:pt x="34778" y="94313"/>
                  </a:lnTo>
                  <a:lnTo>
                    <a:pt x="34440" y="94160"/>
                  </a:lnTo>
                  <a:lnTo>
                    <a:pt x="33763" y="93963"/>
                  </a:lnTo>
                  <a:lnTo>
                    <a:pt x="33628" y="93897"/>
                  </a:lnTo>
                  <a:lnTo>
                    <a:pt x="33290" y="93569"/>
                  </a:lnTo>
                  <a:lnTo>
                    <a:pt x="32714" y="93175"/>
                  </a:lnTo>
                  <a:lnTo>
                    <a:pt x="32207" y="92956"/>
                  </a:lnTo>
                  <a:lnTo>
                    <a:pt x="31632" y="92846"/>
                  </a:lnTo>
                  <a:lnTo>
                    <a:pt x="31463" y="92781"/>
                  </a:lnTo>
                  <a:lnTo>
                    <a:pt x="31192" y="92583"/>
                  </a:lnTo>
                  <a:lnTo>
                    <a:pt x="31023" y="92540"/>
                  </a:lnTo>
                  <a:lnTo>
                    <a:pt x="30312" y="92474"/>
                  </a:lnTo>
                  <a:lnTo>
                    <a:pt x="30143" y="92364"/>
                  </a:lnTo>
                  <a:lnTo>
                    <a:pt x="30109" y="92321"/>
                  </a:lnTo>
                  <a:lnTo>
                    <a:pt x="29906" y="92233"/>
                  </a:lnTo>
                  <a:lnTo>
                    <a:pt x="29839" y="92211"/>
                  </a:lnTo>
                  <a:lnTo>
                    <a:pt x="29805" y="92167"/>
                  </a:lnTo>
                  <a:lnTo>
                    <a:pt x="29771" y="92124"/>
                  </a:lnTo>
                  <a:lnTo>
                    <a:pt x="29703" y="92102"/>
                  </a:lnTo>
                  <a:lnTo>
                    <a:pt x="29670" y="92124"/>
                  </a:lnTo>
                  <a:lnTo>
                    <a:pt x="29568" y="92233"/>
                  </a:lnTo>
                  <a:lnTo>
                    <a:pt x="29500" y="92255"/>
                  </a:lnTo>
                  <a:lnTo>
                    <a:pt x="29331" y="92211"/>
                  </a:lnTo>
                  <a:lnTo>
                    <a:pt x="29162" y="91927"/>
                  </a:lnTo>
                  <a:lnTo>
                    <a:pt x="29061" y="91839"/>
                  </a:lnTo>
                  <a:lnTo>
                    <a:pt x="28858" y="91773"/>
                  </a:lnTo>
                  <a:lnTo>
                    <a:pt x="28384" y="91423"/>
                  </a:lnTo>
                  <a:lnTo>
                    <a:pt x="28215" y="91357"/>
                  </a:lnTo>
                  <a:lnTo>
                    <a:pt x="27978" y="91291"/>
                  </a:lnTo>
                  <a:lnTo>
                    <a:pt x="27910" y="91291"/>
                  </a:lnTo>
                  <a:lnTo>
                    <a:pt x="27843" y="91335"/>
                  </a:lnTo>
                  <a:lnTo>
                    <a:pt x="27741" y="91401"/>
                  </a:lnTo>
                  <a:lnTo>
                    <a:pt x="27707" y="91401"/>
                  </a:lnTo>
                  <a:lnTo>
                    <a:pt x="27572" y="91379"/>
                  </a:lnTo>
                  <a:lnTo>
                    <a:pt x="27640" y="91335"/>
                  </a:lnTo>
                  <a:lnTo>
                    <a:pt x="27741" y="91270"/>
                  </a:lnTo>
                  <a:lnTo>
                    <a:pt x="27775" y="91226"/>
                  </a:lnTo>
                  <a:lnTo>
                    <a:pt x="27775" y="91160"/>
                  </a:lnTo>
                  <a:lnTo>
                    <a:pt x="27674" y="91116"/>
                  </a:lnTo>
                  <a:lnTo>
                    <a:pt x="26895" y="90941"/>
                  </a:lnTo>
                  <a:lnTo>
                    <a:pt x="26828" y="90854"/>
                  </a:lnTo>
                  <a:lnTo>
                    <a:pt x="26862" y="90832"/>
                  </a:lnTo>
                  <a:lnTo>
                    <a:pt x="26997" y="90788"/>
                  </a:lnTo>
                  <a:lnTo>
                    <a:pt x="27031" y="90788"/>
                  </a:lnTo>
                  <a:lnTo>
                    <a:pt x="26997" y="90766"/>
                  </a:lnTo>
                  <a:lnTo>
                    <a:pt x="26929" y="90722"/>
                  </a:lnTo>
                  <a:lnTo>
                    <a:pt x="26895" y="90722"/>
                  </a:lnTo>
                  <a:lnTo>
                    <a:pt x="26862" y="90700"/>
                  </a:lnTo>
                  <a:lnTo>
                    <a:pt x="26895" y="90700"/>
                  </a:lnTo>
                  <a:lnTo>
                    <a:pt x="26862" y="90700"/>
                  </a:lnTo>
                  <a:lnTo>
                    <a:pt x="26794" y="90678"/>
                  </a:lnTo>
                  <a:lnTo>
                    <a:pt x="26456" y="90525"/>
                  </a:lnTo>
                  <a:lnTo>
                    <a:pt x="26388" y="90525"/>
                  </a:lnTo>
                  <a:lnTo>
                    <a:pt x="26320" y="90525"/>
                  </a:lnTo>
                  <a:lnTo>
                    <a:pt x="26253" y="90503"/>
                  </a:lnTo>
                  <a:lnTo>
                    <a:pt x="26185" y="90481"/>
                  </a:lnTo>
                  <a:lnTo>
                    <a:pt x="26185" y="90437"/>
                  </a:lnTo>
                  <a:lnTo>
                    <a:pt x="26185" y="90394"/>
                  </a:lnTo>
                  <a:lnTo>
                    <a:pt x="26185" y="90350"/>
                  </a:lnTo>
                  <a:lnTo>
                    <a:pt x="26185" y="90306"/>
                  </a:lnTo>
                  <a:lnTo>
                    <a:pt x="26084" y="90262"/>
                  </a:lnTo>
                  <a:lnTo>
                    <a:pt x="25711" y="90175"/>
                  </a:lnTo>
                  <a:lnTo>
                    <a:pt x="25576" y="90109"/>
                  </a:lnTo>
                  <a:lnTo>
                    <a:pt x="25508" y="90065"/>
                  </a:lnTo>
                  <a:lnTo>
                    <a:pt x="25475" y="89978"/>
                  </a:lnTo>
                  <a:lnTo>
                    <a:pt x="25407" y="89890"/>
                  </a:lnTo>
                  <a:lnTo>
                    <a:pt x="25238" y="89737"/>
                  </a:lnTo>
                  <a:lnTo>
                    <a:pt x="24730" y="89430"/>
                  </a:lnTo>
                  <a:lnTo>
                    <a:pt x="24595" y="89299"/>
                  </a:lnTo>
                  <a:lnTo>
                    <a:pt x="24460" y="89102"/>
                  </a:lnTo>
                  <a:lnTo>
                    <a:pt x="24460" y="88905"/>
                  </a:lnTo>
                  <a:lnTo>
                    <a:pt x="24663" y="88817"/>
                  </a:lnTo>
                  <a:lnTo>
                    <a:pt x="24493" y="88751"/>
                  </a:lnTo>
                  <a:lnTo>
                    <a:pt x="24324" y="88817"/>
                  </a:lnTo>
                  <a:lnTo>
                    <a:pt x="24121" y="88948"/>
                  </a:lnTo>
                  <a:lnTo>
                    <a:pt x="23918" y="89058"/>
                  </a:lnTo>
                  <a:lnTo>
                    <a:pt x="23918" y="88992"/>
                  </a:lnTo>
                  <a:lnTo>
                    <a:pt x="23918" y="88948"/>
                  </a:lnTo>
                  <a:lnTo>
                    <a:pt x="23918" y="88839"/>
                  </a:lnTo>
                  <a:lnTo>
                    <a:pt x="23918" y="88773"/>
                  </a:lnTo>
                  <a:lnTo>
                    <a:pt x="23986" y="88708"/>
                  </a:lnTo>
                  <a:lnTo>
                    <a:pt x="24020" y="88664"/>
                  </a:lnTo>
                  <a:lnTo>
                    <a:pt x="24054" y="88664"/>
                  </a:lnTo>
                  <a:lnTo>
                    <a:pt x="24054" y="88554"/>
                  </a:lnTo>
                  <a:lnTo>
                    <a:pt x="24054" y="88445"/>
                  </a:lnTo>
                  <a:lnTo>
                    <a:pt x="23986" y="88379"/>
                  </a:lnTo>
                  <a:lnTo>
                    <a:pt x="23851" y="88335"/>
                  </a:lnTo>
                  <a:lnTo>
                    <a:pt x="23851" y="88335"/>
                  </a:lnTo>
                  <a:lnTo>
                    <a:pt x="23681" y="88160"/>
                  </a:lnTo>
                  <a:lnTo>
                    <a:pt x="21753" y="87087"/>
                  </a:lnTo>
                  <a:lnTo>
                    <a:pt x="21516" y="86978"/>
                  </a:lnTo>
                  <a:lnTo>
                    <a:pt x="20772" y="86890"/>
                  </a:lnTo>
                  <a:lnTo>
                    <a:pt x="20501" y="86759"/>
                  </a:lnTo>
                  <a:lnTo>
                    <a:pt x="20400" y="86715"/>
                  </a:lnTo>
                  <a:lnTo>
                    <a:pt x="20197" y="86715"/>
                  </a:lnTo>
                  <a:lnTo>
                    <a:pt x="19689" y="86846"/>
                  </a:lnTo>
                  <a:lnTo>
                    <a:pt x="19486" y="86715"/>
                  </a:lnTo>
                  <a:lnTo>
                    <a:pt x="19148" y="86737"/>
                  </a:lnTo>
                  <a:lnTo>
                    <a:pt x="18776" y="86824"/>
                  </a:lnTo>
                  <a:lnTo>
                    <a:pt x="18471" y="86824"/>
                  </a:lnTo>
                  <a:lnTo>
                    <a:pt x="18201" y="86715"/>
                  </a:lnTo>
                  <a:lnTo>
                    <a:pt x="18133" y="86715"/>
                  </a:lnTo>
                  <a:lnTo>
                    <a:pt x="17930" y="86802"/>
                  </a:lnTo>
                  <a:lnTo>
                    <a:pt x="17930" y="86824"/>
                  </a:lnTo>
                  <a:lnTo>
                    <a:pt x="17795" y="86802"/>
                  </a:lnTo>
                  <a:lnTo>
                    <a:pt x="17592" y="86802"/>
                  </a:lnTo>
                  <a:lnTo>
                    <a:pt x="17490" y="86846"/>
                  </a:lnTo>
                  <a:lnTo>
                    <a:pt x="17524" y="86956"/>
                  </a:lnTo>
                  <a:lnTo>
                    <a:pt x="17457" y="87087"/>
                  </a:lnTo>
                  <a:lnTo>
                    <a:pt x="17457" y="87372"/>
                  </a:lnTo>
                  <a:lnTo>
                    <a:pt x="17423" y="87547"/>
                  </a:lnTo>
                  <a:lnTo>
                    <a:pt x="17423" y="87591"/>
                  </a:lnTo>
                  <a:lnTo>
                    <a:pt x="17457" y="87678"/>
                  </a:lnTo>
                  <a:lnTo>
                    <a:pt x="17524" y="87744"/>
                  </a:lnTo>
                  <a:lnTo>
                    <a:pt x="17558" y="87788"/>
                  </a:lnTo>
                  <a:lnTo>
                    <a:pt x="17626" y="87788"/>
                  </a:lnTo>
                  <a:lnTo>
                    <a:pt x="17829" y="87788"/>
                  </a:lnTo>
                  <a:lnTo>
                    <a:pt x="17896" y="87810"/>
                  </a:lnTo>
                  <a:lnTo>
                    <a:pt x="18032" y="87875"/>
                  </a:lnTo>
                  <a:lnTo>
                    <a:pt x="17930" y="87919"/>
                  </a:lnTo>
                  <a:lnTo>
                    <a:pt x="17795" y="87941"/>
                  </a:lnTo>
                  <a:lnTo>
                    <a:pt x="17592" y="87919"/>
                  </a:lnTo>
                  <a:lnTo>
                    <a:pt x="17490" y="87941"/>
                  </a:lnTo>
                  <a:lnTo>
                    <a:pt x="17457" y="88007"/>
                  </a:lnTo>
                  <a:lnTo>
                    <a:pt x="17490" y="88160"/>
                  </a:lnTo>
                  <a:lnTo>
                    <a:pt x="17457" y="88226"/>
                  </a:lnTo>
                  <a:lnTo>
                    <a:pt x="17524" y="88270"/>
                  </a:lnTo>
                  <a:lnTo>
                    <a:pt x="17693" y="88313"/>
                  </a:lnTo>
                  <a:lnTo>
                    <a:pt x="17896" y="88467"/>
                  </a:lnTo>
                  <a:lnTo>
                    <a:pt x="17896" y="88554"/>
                  </a:lnTo>
                  <a:lnTo>
                    <a:pt x="17829" y="88751"/>
                  </a:lnTo>
                  <a:lnTo>
                    <a:pt x="17829" y="88883"/>
                  </a:lnTo>
                  <a:lnTo>
                    <a:pt x="17829" y="88970"/>
                  </a:lnTo>
                  <a:lnTo>
                    <a:pt x="17829" y="89014"/>
                  </a:lnTo>
                  <a:lnTo>
                    <a:pt x="17862" y="89058"/>
                  </a:lnTo>
                  <a:lnTo>
                    <a:pt x="17930" y="89080"/>
                  </a:lnTo>
                  <a:lnTo>
                    <a:pt x="18032" y="89124"/>
                  </a:lnTo>
                  <a:lnTo>
                    <a:pt x="18099" y="89233"/>
                  </a:lnTo>
                  <a:lnTo>
                    <a:pt x="18133" y="89277"/>
                  </a:lnTo>
                  <a:lnTo>
                    <a:pt x="18133" y="89430"/>
                  </a:lnTo>
                  <a:lnTo>
                    <a:pt x="18167" y="89474"/>
                  </a:lnTo>
                  <a:lnTo>
                    <a:pt x="18235" y="89518"/>
                  </a:lnTo>
                  <a:lnTo>
                    <a:pt x="18404" y="89627"/>
                  </a:lnTo>
                  <a:lnTo>
                    <a:pt x="18471" y="89737"/>
                  </a:lnTo>
                  <a:lnTo>
                    <a:pt x="18505" y="89824"/>
                  </a:lnTo>
                  <a:lnTo>
                    <a:pt x="18573" y="89868"/>
                  </a:lnTo>
                  <a:lnTo>
                    <a:pt x="18607" y="89890"/>
                  </a:lnTo>
                  <a:lnTo>
                    <a:pt x="18742" y="89890"/>
                  </a:lnTo>
                  <a:lnTo>
                    <a:pt x="18776" y="89868"/>
                  </a:lnTo>
                  <a:lnTo>
                    <a:pt x="18776" y="89781"/>
                  </a:lnTo>
                  <a:lnTo>
                    <a:pt x="18776" y="89715"/>
                  </a:lnTo>
                  <a:lnTo>
                    <a:pt x="18776" y="89693"/>
                  </a:lnTo>
                  <a:lnTo>
                    <a:pt x="18742" y="89671"/>
                  </a:lnTo>
                  <a:lnTo>
                    <a:pt x="18877" y="89562"/>
                  </a:lnTo>
                  <a:lnTo>
                    <a:pt x="19013" y="89649"/>
                  </a:lnTo>
                  <a:lnTo>
                    <a:pt x="19080" y="89737"/>
                  </a:lnTo>
                  <a:lnTo>
                    <a:pt x="19182" y="89846"/>
                  </a:lnTo>
                  <a:lnTo>
                    <a:pt x="19520" y="89890"/>
                  </a:lnTo>
                  <a:lnTo>
                    <a:pt x="19892" y="89890"/>
                  </a:lnTo>
                  <a:lnTo>
                    <a:pt x="20231" y="89846"/>
                  </a:lnTo>
                  <a:lnTo>
                    <a:pt x="20400" y="89868"/>
                  </a:lnTo>
                  <a:lnTo>
                    <a:pt x="20400" y="89978"/>
                  </a:lnTo>
                  <a:lnTo>
                    <a:pt x="21855" y="89956"/>
                  </a:lnTo>
                  <a:lnTo>
                    <a:pt x="22193" y="90043"/>
                  </a:lnTo>
                  <a:lnTo>
                    <a:pt x="22396" y="90000"/>
                  </a:lnTo>
                  <a:lnTo>
                    <a:pt x="22464" y="89912"/>
                  </a:lnTo>
                  <a:lnTo>
                    <a:pt x="22396" y="89781"/>
                  </a:lnTo>
                  <a:lnTo>
                    <a:pt x="22227" y="89671"/>
                  </a:lnTo>
                  <a:lnTo>
                    <a:pt x="21922" y="89518"/>
                  </a:lnTo>
                  <a:lnTo>
                    <a:pt x="21110" y="89299"/>
                  </a:lnTo>
                  <a:lnTo>
                    <a:pt x="21009" y="89255"/>
                  </a:lnTo>
                  <a:lnTo>
                    <a:pt x="20840" y="89124"/>
                  </a:lnTo>
                  <a:lnTo>
                    <a:pt x="20772" y="88992"/>
                  </a:lnTo>
                  <a:lnTo>
                    <a:pt x="20738" y="88861"/>
                  </a:lnTo>
                  <a:lnTo>
                    <a:pt x="21076" y="89102"/>
                  </a:lnTo>
                  <a:lnTo>
                    <a:pt x="22497" y="89518"/>
                  </a:lnTo>
                  <a:lnTo>
                    <a:pt x="22565" y="89562"/>
                  </a:lnTo>
                  <a:lnTo>
                    <a:pt x="22667" y="89649"/>
                  </a:lnTo>
                  <a:lnTo>
                    <a:pt x="22700" y="89759"/>
                  </a:lnTo>
                  <a:lnTo>
                    <a:pt x="22768" y="89781"/>
                  </a:lnTo>
                  <a:lnTo>
                    <a:pt x="22802" y="89868"/>
                  </a:lnTo>
                  <a:lnTo>
                    <a:pt x="22836" y="89890"/>
                  </a:lnTo>
                  <a:lnTo>
                    <a:pt x="23005" y="89868"/>
                  </a:lnTo>
                  <a:lnTo>
                    <a:pt x="23174" y="89824"/>
                  </a:lnTo>
                  <a:lnTo>
                    <a:pt x="23884" y="89868"/>
                  </a:lnTo>
                  <a:lnTo>
                    <a:pt x="23783" y="90043"/>
                  </a:lnTo>
                  <a:lnTo>
                    <a:pt x="23174" y="90000"/>
                  </a:lnTo>
                  <a:lnTo>
                    <a:pt x="22870" y="90153"/>
                  </a:lnTo>
                  <a:lnTo>
                    <a:pt x="22700" y="90087"/>
                  </a:lnTo>
                  <a:lnTo>
                    <a:pt x="22497" y="90218"/>
                  </a:lnTo>
                  <a:lnTo>
                    <a:pt x="22430" y="90437"/>
                  </a:lnTo>
                  <a:lnTo>
                    <a:pt x="22667" y="90744"/>
                  </a:lnTo>
                  <a:lnTo>
                    <a:pt x="22734" y="91029"/>
                  </a:lnTo>
                  <a:lnTo>
                    <a:pt x="22734" y="91510"/>
                  </a:lnTo>
                  <a:lnTo>
                    <a:pt x="22531" y="91423"/>
                  </a:lnTo>
                  <a:lnTo>
                    <a:pt x="22464" y="91248"/>
                  </a:lnTo>
                  <a:lnTo>
                    <a:pt x="22362" y="90700"/>
                  </a:lnTo>
                  <a:lnTo>
                    <a:pt x="22261" y="90547"/>
                  </a:lnTo>
                  <a:lnTo>
                    <a:pt x="22159" y="90437"/>
                  </a:lnTo>
                  <a:lnTo>
                    <a:pt x="21043" y="90175"/>
                  </a:lnTo>
                  <a:lnTo>
                    <a:pt x="20806" y="90153"/>
                  </a:lnTo>
                  <a:lnTo>
                    <a:pt x="20569" y="90197"/>
                  </a:lnTo>
                  <a:lnTo>
                    <a:pt x="20400" y="90197"/>
                  </a:lnTo>
                  <a:lnTo>
                    <a:pt x="20163" y="90087"/>
                  </a:lnTo>
                  <a:lnTo>
                    <a:pt x="20062" y="90175"/>
                  </a:lnTo>
                  <a:lnTo>
                    <a:pt x="19926" y="90153"/>
                  </a:lnTo>
                  <a:lnTo>
                    <a:pt x="19723" y="90043"/>
                  </a:lnTo>
                  <a:lnTo>
                    <a:pt x="19622" y="90065"/>
                  </a:lnTo>
                  <a:lnTo>
                    <a:pt x="19554" y="90109"/>
                  </a:lnTo>
                  <a:lnTo>
                    <a:pt x="19486" y="90197"/>
                  </a:lnTo>
                  <a:lnTo>
                    <a:pt x="19486" y="90284"/>
                  </a:lnTo>
                  <a:lnTo>
                    <a:pt x="19453" y="90328"/>
                  </a:lnTo>
                  <a:lnTo>
                    <a:pt x="19283" y="90372"/>
                  </a:lnTo>
                  <a:lnTo>
                    <a:pt x="19114" y="90525"/>
                  </a:lnTo>
                  <a:lnTo>
                    <a:pt x="18911" y="90722"/>
                  </a:lnTo>
                  <a:lnTo>
                    <a:pt x="18776" y="90744"/>
                  </a:lnTo>
                  <a:lnTo>
                    <a:pt x="18810" y="90854"/>
                  </a:lnTo>
                  <a:lnTo>
                    <a:pt x="18877" y="91029"/>
                  </a:lnTo>
                  <a:lnTo>
                    <a:pt x="19080" y="91116"/>
                  </a:lnTo>
                  <a:lnTo>
                    <a:pt x="19148" y="91116"/>
                  </a:lnTo>
                  <a:lnTo>
                    <a:pt x="19385" y="91029"/>
                  </a:lnTo>
                  <a:lnTo>
                    <a:pt x="19453" y="91029"/>
                  </a:lnTo>
                  <a:lnTo>
                    <a:pt x="19520" y="91072"/>
                  </a:lnTo>
                  <a:lnTo>
                    <a:pt x="19588" y="91270"/>
                  </a:lnTo>
                  <a:lnTo>
                    <a:pt x="19689" y="91270"/>
                  </a:lnTo>
                  <a:lnTo>
                    <a:pt x="19757" y="91270"/>
                  </a:lnTo>
                  <a:lnTo>
                    <a:pt x="19859" y="91291"/>
                  </a:lnTo>
                  <a:lnTo>
                    <a:pt x="19859" y="91379"/>
                  </a:lnTo>
                  <a:lnTo>
                    <a:pt x="19791" y="91467"/>
                  </a:lnTo>
                  <a:lnTo>
                    <a:pt x="19723" y="91489"/>
                  </a:lnTo>
                  <a:lnTo>
                    <a:pt x="19486" y="91467"/>
                  </a:lnTo>
                  <a:lnTo>
                    <a:pt x="19385" y="91554"/>
                  </a:lnTo>
                  <a:lnTo>
                    <a:pt x="19453" y="91620"/>
                  </a:lnTo>
                  <a:lnTo>
                    <a:pt x="19486" y="91664"/>
                  </a:lnTo>
                  <a:lnTo>
                    <a:pt x="19520" y="91817"/>
                  </a:lnTo>
                  <a:lnTo>
                    <a:pt x="19554" y="91839"/>
                  </a:lnTo>
                  <a:lnTo>
                    <a:pt x="19723" y="91861"/>
                  </a:lnTo>
                  <a:lnTo>
                    <a:pt x="19892" y="91861"/>
                  </a:lnTo>
                  <a:lnTo>
                    <a:pt x="19994" y="91861"/>
                  </a:lnTo>
                  <a:lnTo>
                    <a:pt x="19994" y="91927"/>
                  </a:lnTo>
                  <a:lnTo>
                    <a:pt x="19926" y="92014"/>
                  </a:lnTo>
                  <a:lnTo>
                    <a:pt x="19859" y="92036"/>
                  </a:lnTo>
                  <a:lnTo>
                    <a:pt x="19723" y="92036"/>
                  </a:lnTo>
                  <a:lnTo>
                    <a:pt x="18945" y="92343"/>
                  </a:lnTo>
                  <a:lnTo>
                    <a:pt x="18438" y="92496"/>
                  </a:lnTo>
                  <a:lnTo>
                    <a:pt x="18268" y="92562"/>
                  </a:lnTo>
                  <a:lnTo>
                    <a:pt x="18268" y="92715"/>
                  </a:lnTo>
                  <a:lnTo>
                    <a:pt x="18404" y="92802"/>
                  </a:lnTo>
                  <a:lnTo>
                    <a:pt x="18742" y="92912"/>
                  </a:lnTo>
                  <a:lnTo>
                    <a:pt x="18776" y="92956"/>
                  </a:lnTo>
                  <a:lnTo>
                    <a:pt x="18844" y="93087"/>
                  </a:lnTo>
                  <a:lnTo>
                    <a:pt x="18877" y="93131"/>
                  </a:lnTo>
                  <a:lnTo>
                    <a:pt x="18945" y="93131"/>
                  </a:lnTo>
                  <a:lnTo>
                    <a:pt x="19080" y="93109"/>
                  </a:lnTo>
                  <a:lnTo>
                    <a:pt x="19622" y="92868"/>
                  </a:lnTo>
                  <a:lnTo>
                    <a:pt x="20028" y="92737"/>
                  </a:lnTo>
                  <a:lnTo>
                    <a:pt x="20366" y="92671"/>
                  </a:lnTo>
                  <a:lnTo>
                    <a:pt x="20704" y="92693"/>
                  </a:lnTo>
                  <a:lnTo>
                    <a:pt x="20535" y="92737"/>
                  </a:lnTo>
                  <a:lnTo>
                    <a:pt x="20434" y="92846"/>
                  </a:lnTo>
                  <a:lnTo>
                    <a:pt x="20332" y="92934"/>
                  </a:lnTo>
                  <a:lnTo>
                    <a:pt x="20265" y="93065"/>
                  </a:lnTo>
                  <a:lnTo>
                    <a:pt x="20366" y="93175"/>
                  </a:lnTo>
                  <a:lnTo>
                    <a:pt x="20501" y="93197"/>
                  </a:lnTo>
                  <a:lnTo>
                    <a:pt x="20873" y="93197"/>
                  </a:lnTo>
                  <a:lnTo>
                    <a:pt x="21110" y="93153"/>
                  </a:lnTo>
                  <a:lnTo>
                    <a:pt x="21449" y="93000"/>
                  </a:lnTo>
                  <a:lnTo>
                    <a:pt x="21753" y="92934"/>
                  </a:lnTo>
                  <a:lnTo>
                    <a:pt x="22024" y="93065"/>
                  </a:lnTo>
                  <a:lnTo>
                    <a:pt x="21652" y="93153"/>
                  </a:lnTo>
                  <a:lnTo>
                    <a:pt x="21449" y="93218"/>
                  </a:lnTo>
                  <a:lnTo>
                    <a:pt x="21347" y="93306"/>
                  </a:lnTo>
                  <a:lnTo>
                    <a:pt x="21821" y="93416"/>
                  </a:lnTo>
                  <a:lnTo>
                    <a:pt x="21482" y="93459"/>
                  </a:lnTo>
                  <a:lnTo>
                    <a:pt x="21381" y="93525"/>
                  </a:lnTo>
                  <a:lnTo>
                    <a:pt x="21279" y="93656"/>
                  </a:lnTo>
                  <a:lnTo>
                    <a:pt x="21347" y="93788"/>
                  </a:lnTo>
                  <a:lnTo>
                    <a:pt x="21381" y="93897"/>
                  </a:lnTo>
                  <a:lnTo>
                    <a:pt x="21550" y="94116"/>
                  </a:lnTo>
                  <a:lnTo>
                    <a:pt x="21685" y="94204"/>
                  </a:lnTo>
                  <a:lnTo>
                    <a:pt x="21821" y="94270"/>
                  </a:lnTo>
                  <a:lnTo>
                    <a:pt x="22024" y="94291"/>
                  </a:lnTo>
                  <a:lnTo>
                    <a:pt x="22193" y="94270"/>
                  </a:lnTo>
                  <a:lnTo>
                    <a:pt x="22396" y="94248"/>
                  </a:lnTo>
                  <a:lnTo>
                    <a:pt x="22531" y="94182"/>
                  </a:lnTo>
                  <a:lnTo>
                    <a:pt x="22667" y="94072"/>
                  </a:lnTo>
                  <a:lnTo>
                    <a:pt x="22734" y="93963"/>
                  </a:lnTo>
                  <a:lnTo>
                    <a:pt x="22768" y="93832"/>
                  </a:lnTo>
                  <a:lnTo>
                    <a:pt x="22768" y="93656"/>
                  </a:lnTo>
                  <a:lnTo>
                    <a:pt x="22802" y="93547"/>
                  </a:lnTo>
                  <a:lnTo>
                    <a:pt x="22903" y="93525"/>
                  </a:lnTo>
                  <a:lnTo>
                    <a:pt x="23005" y="93569"/>
                  </a:lnTo>
                  <a:lnTo>
                    <a:pt x="23073" y="93722"/>
                  </a:lnTo>
                  <a:lnTo>
                    <a:pt x="23106" y="93854"/>
                  </a:lnTo>
                  <a:lnTo>
                    <a:pt x="23140" y="93941"/>
                  </a:lnTo>
                  <a:lnTo>
                    <a:pt x="23174" y="94007"/>
                  </a:lnTo>
                  <a:lnTo>
                    <a:pt x="23377" y="94072"/>
                  </a:lnTo>
                  <a:lnTo>
                    <a:pt x="23546" y="94116"/>
                  </a:lnTo>
                  <a:lnTo>
                    <a:pt x="23749" y="94051"/>
                  </a:lnTo>
                  <a:lnTo>
                    <a:pt x="23884" y="94051"/>
                  </a:lnTo>
                  <a:lnTo>
                    <a:pt x="23986" y="94051"/>
                  </a:lnTo>
                  <a:lnTo>
                    <a:pt x="24054" y="94007"/>
                  </a:lnTo>
                  <a:lnTo>
                    <a:pt x="24121" y="93941"/>
                  </a:lnTo>
                  <a:lnTo>
                    <a:pt x="24155" y="93875"/>
                  </a:lnTo>
                  <a:lnTo>
                    <a:pt x="24257" y="93832"/>
                  </a:lnTo>
                  <a:lnTo>
                    <a:pt x="24257" y="94007"/>
                  </a:lnTo>
                  <a:lnTo>
                    <a:pt x="24155" y="94160"/>
                  </a:lnTo>
                  <a:lnTo>
                    <a:pt x="23986" y="94226"/>
                  </a:lnTo>
                  <a:lnTo>
                    <a:pt x="23648" y="94248"/>
                  </a:lnTo>
                  <a:lnTo>
                    <a:pt x="23445" y="94313"/>
                  </a:lnTo>
                  <a:lnTo>
                    <a:pt x="23242" y="94423"/>
                  </a:lnTo>
                  <a:lnTo>
                    <a:pt x="23106" y="94576"/>
                  </a:lnTo>
                  <a:lnTo>
                    <a:pt x="23106" y="94598"/>
                  </a:lnTo>
                  <a:lnTo>
                    <a:pt x="23140" y="94642"/>
                  </a:lnTo>
                  <a:lnTo>
                    <a:pt x="23106" y="94664"/>
                  </a:lnTo>
                  <a:lnTo>
                    <a:pt x="23039" y="94708"/>
                  </a:lnTo>
                  <a:lnTo>
                    <a:pt x="23005" y="94729"/>
                  </a:lnTo>
                  <a:lnTo>
                    <a:pt x="22937" y="94708"/>
                  </a:lnTo>
                  <a:lnTo>
                    <a:pt x="22903" y="94729"/>
                  </a:lnTo>
                  <a:lnTo>
                    <a:pt x="22531" y="94905"/>
                  </a:lnTo>
                  <a:lnTo>
                    <a:pt x="22430" y="95014"/>
                  </a:lnTo>
                  <a:lnTo>
                    <a:pt x="22430" y="95145"/>
                  </a:lnTo>
                  <a:lnTo>
                    <a:pt x="22734" y="95912"/>
                  </a:lnTo>
                  <a:lnTo>
                    <a:pt x="22836" y="96000"/>
                  </a:lnTo>
                  <a:lnTo>
                    <a:pt x="23005" y="96021"/>
                  </a:lnTo>
                  <a:lnTo>
                    <a:pt x="23208" y="96043"/>
                  </a:lnTo>
                  <a:lnTo>
                    <a:pt x="24155" y="96262"/>
                  </a:lnTo>
                  <a:lnTo>
                    <a:pt x="24223" y="96240"/>
                  </a:lnTo>
                  <a:lnTo>
                    <a:pt x="24358" y="96153"/>
                  </a:lnTo>
                  <a:lnTo>
                    <a:pt x="24561" y="95759"/>
                  </a:lnTo>
                  <a:lnTo>
                    <a:pt x="24663" y="95605"/>
                  </a:lnTo>
                  <a:lnTo>
                    <a:pt x="24730" y="95583"/>
                  </a:lnTo>
                  <a:lnTo>
                    <a:pt x="24764" y="95518"/>
                  </a:lnTo>
                  <a:lnTo>
                    <a:pt x="24798" y="95474"/>
                  </a:lnTo>
                  <a:lnTo>
                    <a:pt x="24798" y="95605"/>
                  </a:lnTo>
                  <a:lnTo>
                    <a:pt x="24663" y="96153"/>
                  </a:lnTo>
                  <a:lnTo>
                    <a:pt x="24696" y="96218"/>
                  </a:lnTo>
                  <a:lnTo>
                    <a:pt x="24764" y="96240"/>
                  </a:lnTo>
                  <a:lnTo>
                    <a:pt x="24899" y="96262"/>
                  </a:lnTo>
                  <a:lnTo>
                    <a:pt x="25035" y="96240"/>
                  </a:lnTo>
                  <a:lnTo>
                    <a:pt x="25204" y="96197"/>
                  </a:lnTo>
                  <a:lnTo>
                    <a:pt x="25373" y="96109"/>
                  </a:lnTo>
                  <a:lnTo>
                    <a:pt x="25475" y="96021"/>
                  </a:lnTo>
                  <a:lnTo>
                    <a:pt x="25475" y="95890"/>
                  </a:lnTo>
                  <a:lnTo>
                    <a:pt x="25339" y="95715"/>
                  </a:lnTo>
                  <a:lnTo>
                    <a:pt x="25373" y="95605"/>
                  </a:lnTo>
                  <a:lnTo>
                    <a:pt x="25576" y="95802"/>
                  </a:lnTo>
                  <a:lnTo>
                    <a:pt x="25678" y="95934"/>
                  </a:lnTo>
                  <a:lnTo>
                    <a:pt x="25678" y="96197"/>
                  </a:lnTo>
                  <a:lnTo>
                    <a:pt x="25711" y="96350"/>
                  </a:lnTo>
                  <a:lnTo>
                    <a:pt x="25813" y="96481"/>
                  </a:lnTo>
                  <a:lnTo>
                    <a:pt x="25982" y="96569"/>
                  </a:lnTo>
                  <a:lnTo>
                    <a:pt x="26151" y="96547"/>
                  </a:lnTo>
                  <a:lnTo>
                    <a:pt x="26354" y="96481"/>
                  </a:lnTo>
                  <a:lnTo>
                    <a:pt x="26456" y="96525"/>
                  </a:lnTo>
                  <a:lnTo>
                    <a:pt x="26388" y="96700"/>
                  </a:lnTo>
                  <a:lnTo>
                    <a:pt x="26219" y="97007"/>
                  </a:lnTo>
                  <a:lnTo>
                    <a:pt x="26185" y="97138"/>
                  </a:lnTo>
                  <a:lnTo>
                    <a:pt x="26084" y="97839"/>
                  </a:lnTo>
                  <a:lnTo>
                    <a:pt x="26117" y="97970"/>
                  </a:lnTo>
                  <a:lnTo>
                    <a:pt x="26219" y="98080"/>
                  </a:lnTo>
                  <a:lnTo>
                    <a:pt x="26422" y="98145"/>
                  </a:lnTo>
                  <a:lnTo>
                    <a:pt x="26659" y="98167"/>
                  </a:lnTo>
                  <a:lnTo>
                    <a:pt x="26862" y="98124"/>
                  </a:lnTo>
                  <a:lnTo>
                    <a:pt x="27031" y="98036"/>
                  </a:lnTo>
                  <a:lnTo>
                    <a:pt x="27132" y="97927"/>
                  </a:lnTo>
                  <a:lnTo>
                    <a:pt x="27301" y="97664"/>
                  </a:lnTo>
                  <a:lnTo>
                    <a:pt x="27369" y="97620"/>
                  </a:lnTo>
                  <a:lnTo>
                    <a:pt x="27471" y="97664"/>
                  </a:lnTo>
                  <a:lnTo>
                    <a:pt x="27640" y="97773"/>
                  </a:lnTo>
                  <a:lnTo>
                    <a:pt x="27707" y="97817"/>
                  </a:lnTo>
                  <a:lnTo>
                    <a:pt x="27674" y="97861"/>
                  </a:lnTo>
                  <a:lnTo>
                    <a:pt x="26929" y="98189"/>
                  </a:lnTo>
                  <a:lnTo>
                    <a:pt x="26794" y="98321"/>
                  </a:lnTo>
                  <a:lnTo>
                    <a:pt x="26828" y="98408"/>
                  </a:lnTo>
                  <a:lnTo>
                    <a:pt x="26929" y="98540"/>
                  </a:lnTo>
                  <a:lnTo>
                    <a:pt x="27707" y="98912"/>
                  </a:lnTo>
                  <a:lnTo>
                    <a:pt x="27809" y="98956"/>
                  </a:lnTo>
                  <a:lnTo>
                    <a:pt x="28080" y="98912"/>
                  </a:lnTo>
                  <a:lnTo>
                    <a:pt x="28892" y="98912"/>
                  </a:lnTo>
                  <a:lnTo>
                    <a:pt x="29500" y="99021"/>
                  </a:lnTo>
                  <a:lnTo>
                    <a:pt x="29534" y="99043"/>
                  </a:lnTo>
                  <a:lnTo>
                    <a:pt x="29636" y="99087"/>
                  </a:lnTo>
                  <a:lnTo>
                    <a:pt x="29636" y="99175"/>
                  </a:lnTo>
                  <a:lnTo>
                    <a:pt x="29568" y="99240"/>
                  </a:lnTo>
                  <a:lnTo>
                    <a:pt x="29196" y="99240"/>
                  </a:lnTo>
                  <a:lnTo>
                    <a:pt x="29128" y="99218"/>
                  </a:lnTo>
                  <a:lnTo>
                    <a:pt x="28993" y="99131"/>
                  </a:lnTo>
                  <a:lnTo>
                    <a:pt x="28858" y="99087"/>
                  </a:lnTo>
                  <a:lnTo>
                    <a:pt x="28790" y="99131"/>
                  </a:lnTo>
                  <a:lnTo>
                    <a:pt x="28553" y="99153"/>
                  </a:lnTo>
                  <a:lnTo>
                    <a:pt x="27674" y="99043"/>
                  </a:lnTo>
                  <a:lnTo>
                    <a:pt x="27098" y="98846"/>
                  </a:lnTo>
                  <a:lnTo>
                    <a:pt x="26794" y="98824"/>
                  </a:lnTo>
                  <a:lnTo>
                    <a:pt x="26354" y="98934"/>
                  </a:lnTo>
                  <a:lnTo>
                    <a:pt x="26084" y="98956"/>
                  </a:lnTo>
                  <a:lnTo>
                    <a:pt x="25914" y="98956"/>
                  </a:lnTo>
                  <a:lnTo>
                    <a:pt x="25779" y="99000"/>
                  </a:lnTo>
                  <a:lnTo>
                    <a:pt x="25745" y="99021"/>
                  </a:lnTo>
                  <a:lnTo>
                    <a:pt x="25711" y="99065"/>
                  </a:lnTo>
                  <a:lnTo>
                    <a:pt x="25644" y="99153"/>
                  </a:lnTo>
                  <a:lnTo>
                    <a:pt x="25644" y="99197"/>
                  </a:lnTo>
                  <a:lnTo>
                    <a:pt x="25576" y="99240"/>
                  </a:lnTo>
                  <a:lnTo>
                    <a:pt x="25508" y="99262"/>
                  </a:lnTo>
                  <a:lnTo>
                    <a:pt x="25542" y="99394"/>
                  </a:lnTo>
                  <a:lnTo>
                    <a:pt x="25542" y="99416"/>
                  </a:lnTo>
                  <a:lnTo>
                    <a:pt x="25576" y="99459"/>
                  </a:lnTo>
                  <a:lnTo>
                    <a:pt x="25542" y="99503"/>
                  </a:lnTo>
                  <a:lnTo>
                    <a:pt x="25508" y="99503"/>
                  </a:lnTo>
                  <a:lnTo>
                    <a:pt x="25508" y="99591"/>
                  </a:lnTo>
                  <a:lnTo>
                    <a:pt x="25475" y="99656"/>
                  </a:lnTo>
                  <a:lnTo>
                    <a:pt x="25441" y="99700"/>
                  </a:lnTo>
                  <a:lnTo>
                    <a:pt x="25373" y="99788"/>
                  </a:lnTo>
                  <a:lnTo>
                    <a:pt x="25238" y="99941"/>
                  </a:lnTo>
                  <a:lnTo>
                    <a:pt x="25238" y="99985"/>
                  </a:lnTo>
                  <a:lnTo>
                    <a:pt x="25136" y="100116"/>
                  </a:lnTo>
                  <a:lnTo>
                    <a:pt x="25035" y="100204"/>
                  </a:lnTo>
                  <a:lnTo>
                    <a:pt x="25001" y="100291"/>
                  </a:lnTo>
                  <a:lnTo>
                    <a:pt x="25035" y="100467"/>
                  </a:lnTo>
                  <a:lnTo>
                    <a:pt x="25102" y="100554"/>
                  </a:lnTo>
                  <a:lnTo>
                    <a:pt x="25170" y="100642"/>
                  </a:lnTo>
                  <a:lnTo>
                    <a:pt x="25305" y="100686"/>
                  </a:lnTo>
                  <a:lnTo>
                    <a:pt x="25475" y="100686"/>
                  </a:lnTo>
                  <a:lnTo>
                    <a:pt x="25711" y="100598"/>
                  </a:lnTo>
                  <a:lnTo>
                    <a:pt x="25745" y="100532"/>
                  </a:lnTo>
                  <a:lnTo>
                    <a:pt x="25745" y="100445"/>
                  </a:lnTo>
                  <a:lnTo>
                    <a:pt x="25711" y="100270"/>
                  </a:lnTo>
                  <a:lnTo>
                    <a:pt x="25813" y="100204"/>
                  </a:lnTo>
                  <a:lnTo>
                    <a:pt x="25982" y="100116"/>
                  </a:lnTo>
                  <a:lnTo>
                    <a:pt x="26151" y="100072"/>
                  </a:lnTo>
                  <a:lnTo>
                    <a:pt x="26253" y="100094"/>
                  </a:lnTo>
                  <a:lnTo>
                    <a:pt x="26320" y="100160"/>
                  </a:lnTo>
                  <a:lnTo>
                    <a:pt x="26354" y="100357"/>
                  </a:lnTo>
                  <a:lnTo>
                    <a:pt x="26422" y="100489"/>
                  </a:lnTo>
                  <a:lnTo>
                    <a:pt x="26253" y="100532"/>
                  </a:lnTo>
                  <a:lnTo>
                    <a:pt x="26320" y="100598"/>
                  </a:lnTo>
                  <a:lnTo>
                    <a:pt x="26422" y="100686"/>
                  </a:lnTo>
                  <a:lnTo>
                    <a:pt x="26489" y="100751"/>
                  </a:lnTo>
                  <a:lnTo>
                    <a:pt x="26523" y="100861"/>
                  </a:lnTo>
                  <a:lnTo>
                    <a:pt x="26591" y="100905"/>
                  </a:lnTo>
                  <a:lnTo>
                    <a:pt x="26794" y="101014"/>
                  </a:lnTo>
                  <a:lnTo>
                    <a:pt x="26794" y="101080"/>
                  </a:lnTo>
                  <a:lnTo>
                    <a:pt x="26794" y="101124"/>
                  </a:lnTo>
                  <a:lnTo>
                    <a:pt x="26828" y="101145"/>
                  </a:lnTo>
                  <a:lnTo>
                    <a:pt x="26862" y="101167"/>
                  </a:lnTo>
                  <a:lnTo>
                    <a:pt x="26929" y="101145"/>
                  </a:lnTo>
                  <a:lnTo>
                    <a:pt x="27065" y="101036"/>
                  </a:lnTo>
                  <a:lnTo>
                    <a:pt x="27234" y="100927"/>
                  </a:lnTo>
                  <a:lnTo>
                    <a:pt x="27369" y="100817"/>
                  </a:lnTo>
                  <a:lnTo>
                    <a:pt x="27403" y="100708"/>
                  </a:lnTo>
                  <a:lnTo>
                    <a:pt x="27403" y="100576"/>
                  </a:lnTo>
                  <a:lnTo>
                    <a:pt x="27504" y="100554"/>
                  </a:lnTo>
                  <a:lnTo>
                    <a:pt x="27538" y="100598"/>
                  </a:lnTo>
                  <a:lnTo>
                    <a:pt x="27572" y="100708"/>
                  </a:lnTo>
                  <a:lnTo>
                    <a:pt x="27538" y="100817"/>
                  </a:lnTo>
                  <a:lnTo>
                    <a:pt x="27538" y="100905"/>
                  </a:lnTo>
                  <a:lnTo>
                    <a:pt x="27640" y="100948"/>
                  </a:lnTo>
                  <a:lnTo>
                    <a:pt x="27741" y="100992"/>
                  </a:lnTo>
                  <a:lnTo>
                    <a:pt x="27809" y="101014"/>
                  </a:lnTo>
                  <a:lnTo>
                    <a:pt x="27877" y="101014"/>
                  </a:lnTo>
                  <a:lnTo>
                    <a:pt x="27910" y="100992"/>
                  </a:lnTo>
                  <a:lnTo>
                    <a:pt x="27978" y="100970"/>
                  </a:lnTo>
                  <a:lnTo>
                    <a:pt x="28113" y="100970"/>
                  </a:lnTo>
                  <a:lnTo>
                    <a:pt x="28215" y="100948"/>
                  </a:lnTo>
                  <a:lnTo>
                    <a:pt x="28384" y="100970"/>
                  </a:lnTo>
                  <a:lnTo>
                    <a:pt x="28892" y="100927"/>
                  </a:lnTo>
                  <a:lnTo>
                    <a:pt x="28993" y="100927"/>
                  </a:lnTo>
                  <a:lnTo>
                    <a:pt x="28959" y="100992"/>
                  </a:lnTo>
                  <a:lnTo>
                    <a:pt x="28858" y="101124"/>
                  </a:lnTo>
                  <a:lnTo>
                    <a:pt x="28790" y="101189"/>
                  </a:lnTo>
                  <a:lnTo>
                    <a:pt x="28655" y="101299"/>
                  </a:lnTo>
                  <a:lnTo>
                    <a:pt x="28553" y="101364"/>
                  </a:lnTo>
                  <a:lnTo>
                    <a:pt x="28519" y="101671"/>
                  </a:lnTo>
                  <a:lnTo>
                    <a:pt x="28553" y="101759"/>
                  </a:lnTo>
                  <a:lnTo>
                    <a:pt x="28722" y="101868"/>
                  </a:lnTo>
                  <a:lnTo>
                    <a:pt x="28756" y="101934"/>
                  </a:lnTo>
                  <a:lnTo>
                    <a:pt x="28959" y="101890"/>
                  </a:lnTo>
                  <a:lnTo>
                    <a:pt x="29095" y="101846"/>
                  </a:lnTo>
                  <a:lnTo>
                    <a:pt x="29230" y="101737"/>
                  </a:lnTo>
                  <a:lnTo>
                    <a:pt x="29365" y="101583"/>
                  </a:lnTo>
                  <a:lnTo>
                    <a:pt x="29467" y="101496"/>
                  </a:lnTo>
                  <a:lnTo>
                    <a:pt x="29839" y="101343"/>
                  </a:lnTo>
                  <a:lnTo>
                    <a:pt x="30008" y="101211"/>
                  </a:lnTo>
                  <a:lnTo>
                    <a:pt x="30042" y="101364"/>
                  </a:lnTo>
                  <a:lnTo>
                    <a:pt x="29839" y="101540"/>
                  </a:lnTo>
                  <a:lnTo>
                    <a:pt x="29636" y="101715"/>
                  </a:lnTo>
                  <a:lnTo>
                    <a:pt x="29196" y="102065"/>
                  </a:lnTo>
                  <a:lnTo>
                    <a:pt x="28959" y="102153"/>
                  </a:lnTo>
                  <a:lnTo>
                    <a:pt x="28689" y="102175"/>
                  </a:lnTo>
                  <a:lnTo>
                    <a:pt x="28452" y="102284"/>
                  </a:lnTo>
                  <a:lnTo>
                    <a:pt x="28519" y="102459"/>
                  </a:lnTo>
                  <a:lnTo>
                    <a:pt x="28553" y="102591"/>
                  </a:lnTo>
                  <a:lnTo>
                    <a:pt x="28689" y="102656"/>
                  </a:lnTo>
                  <a:lnTo>
                    <a:pt x="28824" y="102700"/>
                  </a:lnTo>
                  <a:lnTo>
                    <a:pt x="28993" y="102678"/>
                  </a:lnTo>
                  <a:lnTo>
                    <a:pt x="29399" y="102481"/>
                  </a:lnTo>
                  <a:lnTo>
                    <a:pt x="29636" y="102481"/>
                  </a:lnTo>
                  <a:lnTo>
                    <a:pt x="29703" y="102525"/>
                  </a:lnTo>
                  <a:lnTo>
                    <a:pt x="29737" y="102635"/>
                  </a:lnTo>
                  <a:lnTo>
                    <a:pt x="29805" y="102635"/>
                  </a:lnTo>
                  <a:lnTo>
                    <a:pt x="29873" y="102613"/>
                  </a:lnTo>
                  <a:lnTo>
                    <a:pt x="29974" y="102525"/>
                  </a:lnTo>
                  <a:lnTo>
                    <a:pt x="30076" y="102459"/>
                  </a:lnTo>
                  <a:lnTo>
                    <a:pt x="30211" y="102240"/>
                  </a:lnTo>
                  <a:lnTo>
                    <a:pt x="30414" y="102109"/>
                  </a:lnTo>
                  <a:lnTo>
                    <a:pt x="30549" y="102021"/>
                  </a:lnTo>
                  <a:lnTo>
                    <a:pt x="30685" y="101978"/>
                  </a:lnTo>
                  <a:lnTo>
                    <a:pt x="30752" y="101978"/>
                  </a:lnTo>
                  <a:lnTo>
                    <a:pt x="30685" y="102065"/>
                  </a:lnTo>
                  <a:lnTo>
                    <a:pt x="30549" y="102197"/>
                  </a:lnTo>
                  <a:lnTo>
                    <a:pt x="30448" y="102306"/>
                  </a:lnTo>
                  <a:lnTo>
                    <a:pt x="30346" y="102394"/>
                  </a:lnTo>
                  <a:lnTo>
                    <a:pt x="30245" y="102459"/>
                  </a:lnTo>
                  <a:lnTo>
                    <a:pt x="30076" y="102744"/>
                  </a:lnTo>
                  <a:lnTo>
                    <a:pt x="30076" y="102810"/>
                  </a:lnTo>
                  <a:lnTo>
                    <a:pt x="30109" y="102875"/>
                  </a:lnTo>
                  <a:lnTo>
                    <a:pt x="30211" y="102897"/>
                  </a:lnTo>
                  <a:lnTo>
                    <a:pt x="30380" y="102875"/>
                  </a:lnTo>
                  <a:lnTo>
                    <a:pt x="30482" y="102832"/>
                  </a:lnTo>
                  <a:lnTo>
                    <a:pt x="30549" y="102810"/>
                  </a:lnTo>
                  <a:lnTo>
                    <a:pt x="30482" y="102919"/>
                  </a:lnTo>
                  <a:lnTo>
                    <a:pt x="30312" y="103116"/>
                  </a:lnTo>
                  <a:lnTo>
                    <a:pt x="30076" y="103532"/>
                  </a:lnTo>
                  <a:lnTo>
                    <a:pt x="30042" y="103708"/>
                  </a:lnTo>
                  <a:lnTo>
                    <a:pt x="30245" y="103664"/>
                  </a:lnTo>
                  <a:lnTo>
                    <a:pt x="30549" y="103532"/>
                  </a:lnTo>
                  <a:lnTo>
                    <a:pt x="31395" y="103335"/>
                  </a:lnTo>
                  <a:lnTo>
                    <a:pt x="31294" y="103489"/>
                  </a:lnTo>
                  <a:lnTo>
                    <a:pt x="31158" y="103554"/>
                  </a:lnTo>
                  <a:lnTo>
                    <a:pt x="31057" y="103576"/>
                  </a:lnTo>
                  <a:lnTo>
                    <a:pt x="30989" y="103686"/>
                  </a:lnTo>
                  <a:lnTo>
                    <a:pt x="30854" y="103751"/>
                  </a:lnTo>
                  <a:lnTo>
                    <a:pt x="30515" y="103795"/>
                  </a:lnTo>
                  <a:lnTo>
                    <a:pt x="30414" y="103905"/>
                  </a:lnTo>
                  <a:lnTo>
                    <a:pt x="30346" y="103883"/>
                  </a:lnTo>
                  <a:lnTo>
                    <a:pt x="29974" y="103970"/>
                  </a:lnTo>
                  <a:lnTo>
                    <a:pt x="29873" y="103992"/>
                  </a:lnTo>
                  <a:lnTo>
                    <a:pt x="29703" y="103992"/>
                  </a:lnTo>
                  <a:lnTo>
                    <a:pt x="29568" y="103970"/>
                  </a:lnTo>
                  <a:lnTo>
                    <a:pt x="29500" y="103905"/>
                  </a:lnTo>
                  <a:lnTo>
                    <a:pt x="29433" y="103773"/>
                  </a:lnTo>
                  <a:lnTo>
                    <a:pt x="29297" y="103817"/>
                  </a:lnTo>
                  <a:lnTo>
                    <a:pt x="29027" y="103795"/>
                  </a:lnTo>
                  <a:lnTo>
                    <a:pt x="28959" y="103839"/>
                  </a:lnTo>
                  <a:lnTo>
                    <a:pt x="28858" y="103948"/>
                  </a:lnTo>
                  <a:lnTo>
                    <a:pt x="28892" y="104014"/>
                  </a:lnTo>
                  <a:lnTo>
                    <a:pt x="28993" y="104102"/>
                  </a:lnTo>
                  <a:lnTo>
                    <a:pt x="29061" y="104167"/>
                  </a:lnTo>
                  <a:lnTo>
                    <a:pt x="29737" y="104430"/>
                  </a:lnTo>
                  <a:lnTo>
                    <a:pt x="29873" y="104605"/>
                  </a:lnTo>
                  <a:lnTo>
                    <a:pt x="29906" y="104671"/>
                  </a:lnTo>
                  <a:lnTo>
                    <a:pt x="30076" y="104824"/>
                  </a:lnTo>
                  <a:lnTo>
                    <a:pt x="30245" y="105065"/>
                  </a:lnTo>
                  <a:lnTo>
                    <a:pt x="30245" y="105109"/>
                  </a:lnTo>
                  <a:lnTo>
                    <a:pt x="30245" y="105218"/>
                  </a:lnTo>
                  <a:lnTo>
                    <a:pt x="30245" y="105284"/>
                  </a:lnTo>
                  <a:lnTo>
                    <a:pt x="30346" y="105350"/>
                  </a:lnTo>
                  <a:lnTo>
                    <a:pt x="30549" y="105459"/>
                  </a:lnTo>
                  <a:lnTo>
                    <a:pt x="30651" y="105525"/>
                  </a:lnTo>
                  <a:lnTo>
                    <a:pt x="30718" y="105613"/>
                  </a:lnTo>
                  <a:lnTo>
                    <a:pt x="30786" y="105700"/>
                  </a:lnTo>
                  <a:lnTo>
                    <a:pt x="30888" y="105766"/>
                  </a:lnTo>
                  <a:lnTo>
                    <a:pt x="31023" y="105832"/>
                  </a:lnTo>
                  <a:lnTo>
                    <a:pt x="31023" y="105854"/>
                  </a:lnTo>
                  <a:lnTo>
                    <a:pt x="31057" y="105875"/>
                  </a:lnTo>
                  <a:lnTo>
                    <a:pt x="31192" y="105919"/>
                  </a:lnTo>
                  <a:lnTo>
                    <a:pt x="31294" y="105897"/>
                  </a:lnTo>
                  <a:lnTo>
                    <a:pt x="31361" y="105875"/>
                  </a:lnTo>
                  <a:lnTo>
                    <a:pt x="31395" y="105832"/>
                  </a:lnTo>
                  <a:lnTo>
                    <a:pt x="31429" y="105788"/>
                  </a:lnTo>
                  <a:lnTo>
                    <a:pt x="31632" y="105766"/>
                  </a:lnTo>
                  <a:lnTo>
                    <a:pt x="31970" y="105613"/>
                  </a:lnTo>
                  <a:lnTo>
                    <a:pt x="32241" y="105547"/>
                  </a:lnTo>
                  <a:lnTo>
                    <a:pt x="32410" y="105437"/>
                  </a:lnTo>
                  <a:lnTo>
                    <a:pt x="32511" y="105262"/>
                  </a:lnTo>
                  <a:lnTo>
                    <a:pt x="32681" y="105197"/>
                  </a:lnTo>
                  <a:lnTo>
                    <a:pt x="32714" y="105197"/>
                  </a:lnTo>
                  <a:lnTo>
                    <a:pt x="32782" y="105240"/>
                  </a:lnTo>
                  <a:lnTo>
                    <a:pt x="32816" y="105306"/>
                  </a:lnTo>
                  <a:lnTo>
                    <a:pt x="32850" y="105328"/>
                  </a:lnTo>
                  <a:lnTo>
                    <a:pt x="32951" y="105350"/>
                  </a:lnTo>
                  <a:lnTo>
                    <a:pt x="33188" y="105437"/>
                  </a:lnTo>
                  <a:lnTo>
                    <a:pt x="33188" y="105481"/>
                  </a:lnTo>
                  <a:lnTo>
                    <a:pt x="33019" y="105481"/>
                  </a:lnTo>
                  <a:lnTo>
                    <a:pt x="32816" y="105525"/>
                  </a:lnTo>
                  <a:lnTo>
                    <a:pt x="32444" y="105722"/>
                  </a:lnTo>
                  <a:lnTo>
                    <a:pt x="32545" y="105788"/>
                  </a:lnTo>
                  <a:lnTo>
                    <a:pt x="32951" y="105897"/>
                  </a:lnTo>
                  <a:lnTo>
                    <a:pt x="33087" y="105985"/>
                  </a:lnTo>
                  <a:lnTo>
                    <a:pt x="33222" y="106051"/>
                  </a:lnTo>
                  <a:lnTo>
                    <a:pt x="33425" y="105963"/>
                  </a:lnTo>
                  <a:lnTo>
                    <a:pt x="33763" y="105832"/>
                  </a:lnTo>
                  <a:lnTo>
                    <a:pt x="33966" y="105832"/>
                  </a:lnTo>
                  <a:lnTo>
                    <a:pt x="34068" y="105897"/>
                  </a:lnTo>
                  <a:lnTo>
                    <a:pt x="34169" y="105985"/>
                  </a:lnTo>
                  <a:lnTo>
                    <a:pt x="34338" y="106072"/>
                  </a:lnTo>
                  <a:lnTo>
                    <a:pt x="34440" y="106072"/>
                  </a:lnTo>
                  <a:lnTo>
                    <a:pt x="34643" y="106051"/>
                  </a:lnTo>
                  <a:lnTo>
                    <a:pt x="34711" y="106051"/>
                  </a:lnTo>
                  <a:lnTo>
                    <a:pt x="35083" y="106160"/>
                  </a:lnTo>
                  <a:lnTo>
                    <a:pt x="35286" y="106204"/>
                  </a:lnTo>
                  <a:lnTo>
                    <a:pt x="35658" y="106160"/>
                  </a:lnTo>
                  <a:lnTo>
                    <a:pt x="35793" y="106160"/>
                  </a:lnTo>
                  <a:lnTo>
                    <a:pt x="35996" y="106138"/>
                  </a:lnTo>
                  <a:lnTo>
                    <a:pt x="36098" y="105985"/>
                  </a:lnTo>
                  <a:lnTo>
                    <a:pt x="36368" y="105700"/>
                  </a:lnTo>
                  <a:lnTo>
                    <a:pt x="36504" y="105613"/>
                  </a:lnTo>
                  <a:lnTo>
                    <a:pt x="36673" y="105525"/>
                  </a:lnTo>
                  <a:lnTo>
                    <a:pt x="36842" y="105416"/>
                  </a:lnTo>
                  <a:lnTo>
                    <a:pt x="36977" y="105284"/>
                  </a:lnTo>
                  <a:lnTo>
                    <a:pt x="37113" y="104978"/>
                  </a:lnTo>
                  <a:lnTo>
                    <a:pt x="37214" y="104671"/>
                  </a:lnTo>
                  <a:lnTo>
                    <a:pt x="37282" y="104605"/>
                  </a:lnTo>
                  <a:lnTo>
                    <a:pt x="37316" y="104583"/>
                  </a:lnTo>
                  <a:lnTo>
                    <a:pt x="37383" y="104540"/>
                  </a:lnTo>
                  <a:lnTo>
                    <a:pt x="37417" y="104496"/>
                  </a:lnTo>
                  <a:lnTo>
                    <a:pt x="37485" y="104474"/>
                  </a:lnTo>
                  <a:lnTo>
                    <a:pt x="37349" y="104956"/>
                  </a:lnTo>
                  <a:lnTo>
                    <a:pt x="37349" y="105262"/>
                  </a:lnTo>
                  <a:lnTo>
                    <a:pt x="37180" y="105394"/>
                  </a:lnTo>
                  <a:lnTo>
                    <a:pt x="37045" y="105481"/>
                  </a:lnTo>
                  <a:lnTo>
                    <a:pt x="36943" y="105613"/>
                  </a:lnTo>
                  <a:lnTo>
                    <a:pt x="36673" y="105897"/>
                  </a:lnTo>
                  <a:lnTo>
                    <a:pt x="36334" y="106138"/>
                  </a:lnTo>
                  <a:lnTo>
                    <a:pt x="35895" y="106313"/>
                  </a:lnTo>
                  <a:lnTo>
                    <a:pt x="35556" y="106401"/>
                  </a:lnTo>
                  <a:lnTo>
                    <a:pt x="35184" y="106401"/>
                  </a:lnTo>
                  <a:lnTo>
                    <a:pt x="35015" y="106401"/>
                  </a:lnTo>
                  <a:lnTo>
                    <a:pt x="34812" y="106510"/>
                  </a:lnTo>
                  <a:lnTo>
                    <a:pt x="34711" y="106576"/>
                  </a:lnTo>
                  <a:lnTo>
                    <a:pt x="34677" y="106620"/>
                  </a:lnTo>
                  <a:lnTo>
                    <a:pt x="34677" y="106708"/>
                  </a:lnTo>
                  <a:lnTo>
                    <a:pt x="34643" y="106795"/>
                  </a:lnTo>
                  <a:lnTo>
                    <a:pt x="34541" y="106861"/>
                  </a:lnTo>
                  <a:lnTo>
                    <a:pt x="34440" y="106905"/>
                  </a:lnTo>
                  <a:lnTo>
                    <a:pt x="34372" y="106905"/>
                  </a:lnTo>
                  <a:lnTo>
                    <a:pt x="34169" y="106839"/>
                  </a:lnTo>
                  <a:lnTo>
                    <a:pt x="34102" y="106839"/>
                  </a:lnTo>
                  <a:lnTo>
                    <a:pt x="34000" y="106861"/>
                  </a:lnTo>
                  <a:lnTo>
                    <a:pt x="33865" y="106905"/>
                  </a:lnTo>
                  <a:lnTo>
                    <a:pt x="33797" y="106948"/>
                  </a:lnTo>
                  <a:lnTo>
                    <a:pt x="33696" y="107036"/>
                  </a:lnTo>
                  <a:lnTo>
                    <a:pt x="33628" y="107080"/>
                  </a:lnTo>
                  <a:lnTo>
                    <a:pt x="33053" y="107189"/>
                  </a:lnTo>
                  <a:lnTo>
                    <a:pt x="32884" y="107255"/>
                  </a:lnTo>
                  <a:lnTo>
                    <a:pt x="33019" y="107430"/>
                  </a:lnTo>
                  <a:lnTo>
                    <a:pt x="33087" y="107518"/>
                  </a:lnTo>
                  <a:lnTo>
                    <a:pt x="33222" y="107868"/>
                  </a:lnTo>
                  <a:lnTo>
                    <a:pt x="33323" y="107956"/>
                  </a:lnTo>
                  <a:lnTo>
                    <a:pt x="35083" y="109029"/>
                  </a:lnTo>
                  <a:lnTo>
                    <a:pt x="35184" y="109138"/>
                  </a:lnTo>
                  <a:lnTo>
                    <a:pt x="35319" y="109357"/>
                  </a:lnTo>
                  <a:lnTo>
                    <a:pt x="35522" y="109576"/>
                  </a:lnTo>
                  <a:lnTo>
                    <a:pt x="35962" y="109839"/>
                  </a:lnTo>
                  <a:lnTo>
                    <a:pt x="37011" y="110277"/>
                  </a:lnTo>
                  <a:lnTo>
                    <a:pt x="37146" y="110364"/>
                  </a:lnTo>
                  <a:lnTo>
                    <a:pt x="37180" y="110386"/>
                  </a:lnTo>
                  <a:lnTo>
                    <a:pt x="37383" y="110299"/>
                  </a:lnTo>
                  <a:lnTo>
                    <a:pt x="37485" y="110255"/>
                  </a:lnTo>
                  <a:lnTo>
                    <a:pt x="37620" y="110233"/>
                  </a:lnTo>
                  <a:lnTo>
                    <a:pt x="37688" y="110255"/>
                  </a:lnTo>
                  <a:lnTo>
                    <a:pt x="37958" y="110321"/>
                  </a:lnTo>
                  <a:lnTo>
                    <a:pt x="37992" y="110386"/>
                  </a:lnTo>
                  <a:lnTo>
                    <a:pt x="37823" y="110430"/>
                  </a:lnTo>
                  <a:lnTo>
                    <a:pt x="37620" y="110496"/>
                  </a:lnTo>
                  <a:lnTo>
                    <a:pt x="37485" y="110583"/>
                  </a:lnTo>
                  <a:lnTo>
                    <a:pt x="37654" y="110649"/>
                  </a:lnTo>
                  <a:lnTo>
                    <a:pt x="37823" y="110715"/>
                  </a:lnTo>
                  <a:lnTo>
                    <a:pt x="39481" y="111766"/>
                  </a:lnTo>
                  <a:lnTo>
                    <a:pt x="41105" y="112642"/>
                  </a:lnTo>
                  <a:lnTo>
                    <a:pt x="41443" y="112773"/>
                  </a:lnTo>
                  <a:lnTo>
                    <a:pt x="41950" y="112861"/>
                  </a:lnTo>
                  <a:lnTo>
                    <a:pt x="42255" y="113014"/>
                  </a:lnTo>
                  <a:lnTo>
                    <a:pt x="42424" y="113145"/>
                  </a:lnTo>
                  <a:lnTo>
                    <a:pt x="42526" y="113233"/>
                  </a:lnTo>
                  <a:lnTo>
                    <a:pt x="42627" y="113364"/>
                  </a:lnTo>
                  <a:lnTo>
                    <a:pt x="42729" y="113430"/>
                  </a:lnTo>
                  <a:lnTo>
                    <a:pt x="42830" y="113430"/>
                  </a:lnTo>
                  <a:lnTo>
                    <a:pt x="43101" y="113408"/>
                  </a:lnTo>
                  <a:lnTo>
                    <a:pt x="43202" y="113408"/>
                  </a:lnTo>
                  <a:lnTo>
                    <a:pt x="43168" y="113540"/>
                  </a:lnTo>
                  <a:lnTo>
                    <a:pt x="43338" y="113627"/>
                  </a:lnTo>
                  <a:lnTo>
                    <a:pt x="43507" y="113583"/>
                  </a:lnTo>
                  <a:lnTo>
                    <a:pt x="43541" y="113474"/>
                  </a:lnTo>
                  <a:lnTo>
                    <a:pt x="43642" y="113430"/>
                  </a:lnTo>
                  <a:lnTo>
                    <a:pt x="43811" y="113343"/>
                  </a:lnTo>
                  <a:lnTo>
                    <a:pt x="43946" y="113321"/>
                  </a:lnTo>
                  <a:lnTo>
                    <a:pt x="43980" y="113255"/>
                  </a:lnTo>
                  <a:lnTo>
                    <a:pt x="44014" y="113189"/>
                  </a:lnTo>
                  <a:lnTo>
                    <a:pt x="44082" y="113124"/>
                  </a:lnTo>
                  <a:lnTo>
                    <a:pt x="44183" y="113124"/>
                  </a:lnTo>
                  <a:lnTo>
                    <a:pt x="44352" y="113080"/>
                  </a:lnTo>
                  <a:lnTo>
                    <a:pt x="44725" y="112817"/>
                  </a:lnTo>
                  <a:lnTo>
                    <a:pt x="44860" y="112773"/>
                  </a:lnTo>
                  <a:lnTo>
                    <a:pt x="45334" y="113233"/>
                  </a:lnTo>
                  <a:lnTo>
                    <a:pt x="45570" y="113233"/>
                  </a:lnTo>
                  <a:lnTo>
                    <a:pt x="45807" y="113211"/>
                  </a:lnTo>
                  <a:lnTo>
                    <a:pt x="45976" y="113124"/>
                  </a:lnTo>
                  <a:lnTo>
                    <a:pt x="46078" y="112970"/>
                  </a:lnTo>
                  <a:lnTo>
                    <a:pt x="46112" y="112817"/>
                  </a:lnTo>
                  <a:lnTo>
                    <a:pt x="46044" y="112664"/>
                  </a:lnTo>
                  <a:lnTo>
                    <a:pt x="45976" y="112554"/>
                  </a:lnTo>
                  <a:close/>
                  <a:moveTo>
                    <a:pt x="24764" y="86233"/>
                  </a:moveTo>
                  <a:lnTo>
                    <a:pt x="24832" y="86255"/>
                  </a:lnTo>
                  <a:lnTo>
                    <a:pt x="24899" y="86277"/>
                  </a:lnTo>
                  <a:lnTo>
                    <a:pt x="25001" y="86277"/>
                  </a:lnTo>
                  <a:lnTo>
                    <a:pt x="25170" y="86211"/>
                  </a:lnTo>
                  <a:lnTo>
                    <a:pt x="25238" y="86058"/>
                  </a:lnTo>
                  <a:lnTo>
                    <a:pt x="25136" y="85992"/>
                  </a:lnTo>
                  <a:lnTo>
                    <a:pt x="25069" y="85970"/>
                  </a:lnTo>
                  <a:lnTo>
                    <a:pt x="24730" y="85970"/>
                  </a:lnTo>
                  <a:lnTo>
                    <a:pt x="24595" y="85992"/>
                  </a:lnTo>
                  <a:lnTo>
                    <a:pt x="24595" y="86014"/>
                  </a:lnTo>
                  <a:lnTo>
                    <a:pt x="24595" y="86145"/>
                  </a:lnTo>
                  <a:lnTo>
                    <a:pt x="24663" y="86211"/>
                  </a:lnTo>
                  <a:lnTo>
                    <a:pt x="24764" y="86233"/>
                  </a:lnTo>
                  <a:close/>
                  <a:moveTo>
                    <a:pt x="28756" y="102963"/>
                  </a:moveTo>
                  <a:lnTo>
                    <a:pt x="28689" y="102919"/>
                  </a:lnTo>
                  <a:lnTo>
                    <a:pt x="28519" y="102832"/>
                  </a:lnTo>
                  <a:lnTo>
                    <a:pt x="28384" y="102766"/>
                  </a:lnTo>
                  <a:lnTo>
                    <a:pt x="28215" y="102744"/>
                  </a:lnTo>
                  <a:lnTo>
                    <a:pt x="28113" y="102832"/>
                  </a:lnTo>
                  <a:lnTo>
                    <a:pt x="28113" y="102919"/>
                  </a:lnTo>
                  <a:lnTo>
                    <a:pt x="28147" y="102985"/>
                  </a:lnTo>
                  <a:lnTo>
                    <a:pt x="28113" y="103094"/>
                  </a:lnTo>
                  <a:lnTo>
                    <a:pt x="28113" y="103160"/>
                  </a:lnTo>
                  <a:lnTo>
                    <a:pt x="28316" y="103313"/>
                  </a:lnTo>
                  <a:lnTo>
                    <a:pt x="28384" y="103335"/>
                  </a:lnTo>
                  <a:lnTo>
                    <a:pt x="28452" y="103313"/>
                  </a:lnTo>
                  <a:lnTo>
                    <a:pt x="28553" y="103160"/>
                  </a:lnTo>
                  <a:lnTo>
                    <a:pt x="28655" y="103116"/>
                  </a:lnTo>
                  <a:lnTo>
                    <a:pt x="28722" y="103094"/>
                  </a:lnTo>
                  <a:lnTo>
                    <a:pt x="28756" y="103094"/>
                  </a:lnTo>
                  <a:lnTo>
                    <a:pt x="28790" y="103072"/>
                  </a:lnTo>
                  <a:lnTo>
                    <a:pt x="28756" y="102985"/>
                  </a:lnTo>
                  <a:lnTo>
                    <a:pt x="28756" y="102963"/>
                  </a:lnTo>
                  <a:close/>
                  <a:moveTo>
                    <a:pt x="19182" y="89846"/>
                  </a:moveTo>
                  <a:lnTo>
                    <a:pt x="19182" y="89846"/>
                  </a:lnTo>
                  <a:lnTo>
                    <a:pt x="19148" y="89824"/>
                  </a:lnTo>
                  <a:lnTo>
                    <a:pt x="19182" y="89846"/>
                  </a:lnTo>
                  <a:close/>
                  <a:moveTo>
                    <a:pt x="20197" y="68145"/>
                  </a:moveTo>
                  <a:lnTo>
                    <a:pt x="20332" y="68145"/>
                  </a:lnTo>
                  <a:lnTo>
                    <a:pt x="20400" y="68102"/>
                  </a:lnTo>
                  <a:lnTo>
                    <a:pt x="20468" y="68080"/>
                  </a:lnTo>
                  <a:lnTo>
                    <a:pt x="20535" y="68014"/>
                  </a:lnTo>
                  <a:lnTo>
                    <a:pt x="20434" y="67992"/>
                  </a:lnTo>
                  <a:lnTo>
                    <a:pt x="20366" y="67927"/>
                  </a:lnTo>
                  <a:lnTo>
                    <a:pt x="20332" y="67773"/>
                  </a:lnTo>
                  <a:lnTo>
                    <a:pt x="20265" y="67751"/>
                  </a:lnTo>
                  <a:lnTo>
                    <a:pt x="19926" y="67664"/>
                  </a:lnTo>
                  <a:lnTo>
                    <a:pt x="19622" y="67532"/>
                  </a:lnTo>
                  <a:lnTo>
                    <a:pt x="19520" y="67489"/>
                  </a:lnTo>
                  <a:lnTo>
                    <a:pt x="19554" y="67576"/>
                  </a:lnTo>
                  <a:lnTo>
                    <a:pt x="19757" y="67664"/>
                  </a:lnTo>
                  <a:lnTo>
                    <a:pt x="19791" y="67708"/>
                  </a:lnTo>
                  <a:lnTo>
                    <a:pt x="19791" y="67773"/>
                  </a:lnTo>
                  <a:lnTo>
                    <a:pt x="19892" y="67883"/>
                  </a:lnTo>
                  <a:lnTo>
                    <a:pt x="19926" y="67905"/>
                  </a:lnTo>
                  <a:lnTo>
                    <a:pt x="20028" y="67905"/>
                  </a:lnTo>
                  <a:lnTo>
                    <a:pt x="20062" y="67883"/>
                  </a:lnTo>
                  <a:lnTo>
                    <a:pt x="20095" y="67883"/>
                  </a:lnTo>
                  <a:lnTo>
                    <a:pt x="20163" y="67905"/>
                  </a:lnTo>
                  <a:lnTo>
                    <a:pt x="20197" y="67970"/>
                  </a:lnTo>
                  <a:lnTo>
                    <a:pt x="20231" y="68036"/>
                  </a:lnTo>
                  <a:lnTo>
                    <a:pt x="20231" y="68080"/>
                  </a:lnTo>
                  <a:lnTo>
                    <a:pt x="20197" y="68145"/>
                  </a:lnTo>
                  <a:close/>
                  <a:moveTo>
                    <a:pt x="23546" y="73204"/>
                  </a:moveTo>
                  <a:lnTo>
                    <a:pt x="23478" y="73204"/>
                  </a:lnTo>
                  <a:lnTo>
                    <a:pt x="23411" y="73248"/>
                  </a:lnTo>
                  <a:lnTo>
                    <a:pt x="23377" y="73248"/>
                  </a:lnTo>
                  <a:lnTo>
                    <a:pt x="23276" y="73226"/>
                  </a:lnTo>
                  <a:lnTo>
                    <a:pt x="23242" y="73182"/>
                  </a:lnTo>
                  <a:lnTo>
                    <a:pt x="23242" y="73094"/>
                  </a:lnTo>
                  <a:lnTo>
                    <a:pt x="23208" y="73051"/>
                  </a:lnTo>
                  <a:lnTo>
                    <a:pt x="23140" y="72963"/>
                  </a:lnTo>
                  <a:lnTo>
                    <a:pt x="23073" y="72897"/>
                  </a:lnTo>
                  <a:lnTo>
                    <a:pt x="22937" y="72941"/>
                  </a:lnTo>
                  <a:lnTo>
                    <a:pt x="22802" y="73051"/>
                  </a:lnTo>
                  <a:lnTo>
                    <a:pt x="22903" y="73182"/>
                  </a:lnTo>
                  <a:lnTo>
                    <a:pt x="23005" y="73291"/>
                  </a:lnTo>
                  <a:lnTo>
                    <a:pt x="23073" y="73401"/>
                  </a:lnTo>
                  <a:lnTo>
                    <a:pt x="23242" y="73423"/>
                  </a:lnTo>
                  <a:lnTo>
                    <a:pt x="23343" y="73489"/>
                  </a:lnTo>
                  <a:lnTo>
                    <a:pt x="23445" y="73489"/>
                  </a:lnTo>
                  <a:lnTo>
                    <a:pt x="23512" y="73445"/>
                  </a:lnTo>
                  <a:lnTo>
                    <a:pt x="23478" y="73335"/>
                  </a:lnTo>
                  <a:lnTo>
                    <a:pt x="23648" y="73291"/>
                  </a:lnTo>
                  <a:lnTo>
                    <a:pt x="23681" y="73379"/>
                  </a:lnTo>
                  <a:lnTo>
                    <a:pt x="23681" y="73467"/>
                  </a:lnTo>
                  <a:lnTo>
                    <a:pt x="23749" y="73532"/>
                  </a:lnTo>
                  <a:lnTo>
                    <a:pt x="23817" y="73598"/>
                  </a:lnTo>
                  <a:lnTo>
                    <a:pt x="23986" y="73729"/>
                  </a:lnTo>
                  <a:lnTo>
                    <a:pt x="24087" y="73905"/>
                  </a:lnTo>
                  <a:lnTo>
                    <a:pt x="24257" y="74036"/>
                  </a:lnTo>
                  <a:lnTo>
                    <a:pt x="24324" y="74124"/>
                  </a:lnTo>
                  <a:lnTo>
                    <a:pt x="24358" y="74189"/>
                  </a:lnTo>
                  <a:lnTo>
                    <a:pt x="24460" y="74255"/>
                  </a:lnTo>
                  <a:lnTo>
                    <a:pt x="24595" y="74277"/>
                  </a:lnTo>
                  <a:lnTo>
                    <a:pt x="24730" y="74211"/>
                  </a:lnTo>
                  <a:lnTo>
                    <a:pt x="25035" y="73905"/>
                  </a:lnTo>
                  <a:lnTo>
                    <a:pt x="25170" y="73007"/>
                  </a:lnTo>
                  <a:lnTo>
                    <a:pt x="25373" y="72591"/>
                  </a:lnTo>
                  <a:lnTo>
                    <a:pt x="25339" y="72459"/>
                  </a:lnTo>
                  <a:lnTo>
                    <a:pt x="25170" y="72547"/>
                  </a:lnTo>
                  <a:lnTo>
                    <a:pt x="25069" y="72700"/>
                  </a:lnTo>
                  <a:lnTo>
                    <a:pt x="25001" y="72832"/>
                  </a:lnTo>
                  <a:lnTo>
                    <a:pt x="24798" y="72875"/>
                  </a:lnTo>
                  <a:lnTo>
                    <a:pt x="23817" y="72656"/>
                  </a:lnTo>
                  <a:lnTo>
                    <a:pt x="23749" y="72656"/>
                  </a:lnTo>
                  <a:lnTo>
                    <a:pt x="23681" y="72678"/>
                  </a:lnTo>
                  <a:lnTo>
                    <a:pt x="23648" y="72700"/>
                  </a:lnTo>
                  <a:lnTo>
                    <a:pt x="23681" y="72744"/>
                  </a:lnTo>
                  <a:lnTo>
                    <a:pt x="23681" y="72766"/>
                  </a:lnTo>
                  <a:lnTo>
                    <a:pt x="23546" y="72854"/>
                  </a:lnTo>
                  <a:lnTo>
                    <a:pt x="23546" y="72941"/>
                  </a:lnTo>
                  <a:lnTo>
                    <a:pt x="23546" y="72963"/>
                  </a:lnTo>
                  <a:lnTo>
                    <a:pt x="23681" y="73029"/>
                  </a:lnTo>
                  <a:lnTo>
                    <a:pt x="23715" y="73051"/>
                  </a:lnTo>
                  <a:lnTo>
                    <a:pt x="23648" y="73051"/>
                  </a:lnTo>
                  <a:lnTo>
                    <a:pt x="23580" y="73072"/>
                  </a:lnTo>
                  <a:lnTo>
                    <a:pt x="23681" y="73204"/>
                  </a:lnTo>
                  <a:lnTo>
                    <a:pt x="23715" y="73226"/>
                  </a:lnTo>
                  <a:lnTo>
                    <a:pt x="23648" y="73270"/>
                  </a:lnTo>
                  <a:lnTo>
                    <a:pt x="23546" y="73204"/>
                  </a:lnTo>
                  <a:close/>
                  <a:moveTo>
                    <a:pt x="22870" y="75109"/>
                  </a:moveTo>
                  <a:lnTo>
                    <a:pt x="23242" y="74824"/>
                  </a:lnTo>
                  <a:lnTo>
                    <a:pt x="23546" y="74496"/>
                  </a:lnTo>
                  <a:lnTo>
                    <a:pt x="23681" y="74167"/>
                  </a:lnTo>
                  <a:lnTo>
                    <a:pt x="23715" y="74124"/>
                  </a:lnTo>
                  <a:lnTo>
                    <a:pt x="23783" y="74058"/>
                  </a:lnTo>
                  <a:lnTo>
                    <a:pt x="23851" y="73927"/>
                  </a:lnTo>
                  <a:lnTo>
                    <a:pt x="23851" y="73839"/>
                  </a:lnTo>
                  <a:lnTo>
                    <a:pt x="23851" y="73773"/>
                  </a:lnTo>
                  <a:lnTo>
                    <a:pt x="23749" y="73664"/>
                  </a:lnTo>
                  <a:lnTo>
                    <a:pt x="23681" y="73686"/>
                  </a:lnTo>
                  <a:lnTo>
                    <a:pt x="23580" y="73686"/>
                  </a:lnTo>
                  <a:lnTo>
                    <a:pt x="23512" y="73708"/>
                  </a:lnTo>
                  <a:lnTo>
                    <a:pt x="23445" y="73708"/>
                  </a:lnTo>
                  <a:lnTo>
                    <a:pt x="23546" y="73642"/>
                  </a:lnTo>
                  <a:lnTo>
                    <a:pt x="23648" y="73620"/>
                  </a:lnTo>
                  <a:lnTo>
                    <a:pt x="23681" y="73554"/>
                  </a:lnTo>
                  <a:lnTo>
                    <a:pt x="23343" y="73532"/>
                  </a:lnTo>
                  <a:lnTo>
                    <a:pt x="23106" y="73532"/>
                  </a:lnTo>
                  <a:lnTo>
                    <a:pt x="23005" y="73598"/>
                  </a:lnTo>
                  <a:lnTo>
                    <a:pt x="22836" y="73708"/>
                  </a:lnTo>
                  <a:lnTo>
                    <a:pt x="22768" y="73861"/>
                  </a:lnTo>
                  <a:lnTo>
                    <a:pt x="22700" y="74036"/>
                  </a:lnTo>
                  <a:lnTo>
                    <a:pt x="22700" y="74145"/>
                  </a:lnTo>
                  <a:lnTo>
                    <a:pt x="22667" y="74189"/>
                  </a:lnTo>
                  <a:lnTo>
                    <a:pt x="22599" y="74277"/>
                  </a:lnTo>
                  <a:lnTo>
                    <a:pt x="22565" y="74321"/>
                  </a:lnTo>
                  <a:lnTo>
                    <a:pt x="22700" y="74386"/>
                  </a:lnTo>
                  <a:lnTo>
                    <a:pt x="22667" y="74474"/>
                  </a:lnTo>
                  <a:lnTo>
                    <a:pt x="22531" y="74627"/>
                  </a:lnTo>
                  <a:lnTo>
                    <a:pt x="22497" y="74715"/>
                  </a:lnTo>
                  <a:lnTo>
                    <a:pt x="22497" y="74824"/>
                  </a:lnTo>
                  <a:lnTo>
                    <a:pt x="22599" y="75043"/>
                  </a:lnTo>
                  <a:lnTo>
                    <a:pt x="22565" y="75197"/>
                  </a:lnTo>
                  <a:lnTo>
                    <a:pt x="22870" y="75109"/>
                  </a:lnTo>
                  <a:close/>
                  <a:moveTo>
                    <a:pt x="25881" y="78941"/>
                  </a:moveTo>
                  <a:lnTo>
                    <a:pt x="26151" y="78678"/>
                  </a:lnTo>
                  <a:lnTo>
                    <a:pt x="26320" y="78569"/>
                  </a:lnTo>
                  <a:lnTo>
                    <a:pt x="26354" y="78437"/>
                  </a:lnTo>
                  <a:lnTo>
                    <a:pt x="26422" y="78306"/>
                  </a:lnTo>
                  <a:lnTo>
                    <a:pt x="26591" y="78087"/>
                  </a:lnTo>
                  <a:lnTo>
                    <a:pt x="26523" y="77956"/>
                  </a:lnTo>
                  <a:lnTo>
                    <a:pt x="26354" y="77890"/>
                  </a:lnTo>
                  <a:lnTo>
                    <a:pt x="25813" y="77846"/>
                  </a:lnTo>
                  <a:lnTo>
                    <a:pt x="25644" y="77802"/>
                  </a:lnTo>
                  <a:lnTo>
                    <a:pt x="25542" y="77781"/>
                  </a:lnTo>
                  <a:lnTo>
                    <a:pt x="25339" y="77824"/>
                  </a:lnTo>
                  <a:lnTo>
                    <a:pt x="25238" y="77824"/>
                  </a:lnTo>
                  <a:lnTo>
                    <a:pt x="25102" y="77846"/>
                  </a:lnTo>
                  <a:lnTo>
                    <a:pt x="24866" y="77956"/>
                  </a:lnTo>
                  <a:lnTo>
                    <a:pt x="24493" y="78218"/>
                  </a:lnTo>
                  <a:lnTo>
                    <a:pt x="24358" y="78284"/>
                  </a:lnTo>
                  <a:lnTo>
                    <a:pt x="24257" y="78350"/>
                  </a:lnTo>
                  <a:lnTo>
                    <a:pt x="24257" y="78437"/>
                  </a:lnTo>
                  <a:lnTo>
                    <a:pt x="24324" y="78591"/>
                  </a:lnTo>
                  <a:lnTo>
                    <a:pt x="24324" y="78678"/>
                  </a:lnTo>
                  <a:lnTo>
                    <a:pt x="24020" y="78678"/>
                  </a:lnTo>
                  <a:lnTo>
                    <a:pt x="23851" y="78788"/>
                  </a:lnTo>
                  <a:lnTo>
                    <a:pt x="23749" y="78875"/>
                  </a:lnTo>
                  <a:lnTo>
                    <a:pt x="23715" y="78963"/>
                  </a:lnTo>
                  <a:lnTo>
                    <a:pt x="23783" y="79072"/>
                  </a:lnTo>
                  <a:lnTo>
                    <a:pt x="23918" y="79116"/>
                  </a:lnTo>
                  <a:lnTo>
                    <a:pt x="24257" y="79160"/>
                  </a:lnTo>
                  <a:lnTo>
                    <a:pt x="24324" y="79160"/>
                  </a:lnTo>
                  <a:lnTo>
                    <a:pt x="24426" y="79138"/>
                  </a:lnTo>
                  <a:lnTo>
                    <a:pt x="24460" y="79160"/>
                  </a:lnTo>
                  <a:lnTo>
                    <a:pt x="24460" y="79226"/>
                  </a:lnTo>
                  <a:lnTo>
                    <a:pt x="24426" y="79270"/>
                  </a:lnTo>
                  <a:lnTo>
                    <a:pt x="24392" y="79291"/>
                  </a:lnTo>
                  <a:lnTo>
                    <a:pt x="24358" y="79313"/>
                  </a:lnTo>
                  <a:lnTo>
                    <a:pt x="24392" y="79489"/>
                  </a:lnTo>
                  <a:lnTo>
                    <a:pt x="24392" y="79554"/>
                  </a:lnTo>
                  <a:lnTo>
                    <a:pt x="24324" y="79664"/>
                  </a:lnTo>
                  <a:lnTo>
                    <a:pt x="24223" y="79729"/>
                  </a:lnTo>
                  <a:lnTo>
                    <a:pt x="24155" y="79751"/>
                  </a:lnTo>
                  <a:lnTo>
                    <a:pt x="24121" y="79795"/>
                  </a:lnTo>
                  <a:lnTo>
                    <a:pt x="24087" y="79817"/>
                  </a:lnTo>
                  <a:lnTo>
                    <a:pt x="24020" y="79927"/>
                  </a:lnTo>
                  <a:lnTo>
                    <a:pt x="23918" y="79992"/>
                  </a:lnTo>
                  <a:lnTo>
                    <a:pt x="23918" y="80036"/>
                  </a:lnTo>
                  <a:lnTo>
                    <a:pt x="24121" y="80036"/>
                  </a:lnTo>
                  <a:lnTo>
                    <a:pt x="24324" y="80014"/>
                  </a:lnTo>
                  <a:lnTo>
                    <a:pt x="24460" y="80014"/>
                  </a:lnTo>
                  <a:lnTo>
                    <a:pt x="24493" y="80124"/>
                  </a:lnTo>
                  <a:lnTo>
                    <a:pt x="24764" y="80102"/>
                  </a:lnTo>
                  <a:lnTo>
                    <a:pt x="24866" y="80080"/>
                  </a:lnTo>
                  <a:lnTo>
                    <a:pt x="25001" y="79992"/>
                  </a:lnTo>
                  <a:lnTo>
                    <a:pt x="25069" y="79905"/>
                  </a:lnTo>
                  <a:lnTo>
                    <a:pt x="25069" y="79795"/>
                  </a:lnTo>
                  <a:lnTo>
                    <a:pt x="25035" y="79708"/>
                  </a:lnTo>
                  <a:lnTo>
                    <a:pt x="25035" y="79576"/>
                  </a:lnTo>
                  <a:lnTo>
                    <a:pt x="25102" y="79554"/>
                  </a:lnTo>
                  <a:lnTo>
                    <a:pt x="25069" y="79489"/>
                  </a:lnTo>
                  <a:lnTo>
                    <a:pt x="25745" y="79072"/>
                  </a:lnTo>
                  <a:lnTo>
                    <a:pt x="25881" y="78941"/>
                  </a:lnTo>
                  <a:close/>
                  <a:moveTo>
                    <a:pt x="25711" y="76576"/>
                  </a:moveTo>
                  <a:lnTo>
                    <a:pt x="25542" y="76554"/>
                  </a:lnTo>
                  <a:lnTo>
                    <a:pt x="25407" y="76554"/>
                  </a:lnTo>
                  <a:lnTo>
                    <a:pt x="25238" y="76576"/>
                  </a:lnTo>
                  <a:lnTo>
                    <a:pt x="25204" y="76576"/>
                  </a:lnTo>
                  <a:lnTo>
                    <a:pt x="25136" y="76620"/>
                  </a:lnTo>
                  <a:lnTo>
                    <a:pt x="25069" y="76664"/>
                  </a:lnTo>
                  <a:lnTo>
                    <a:pt x="24899" y="76751"/>
                  </a:lnTo>
                  <a:lnTo>
                    <a:pt x="24899" y="76773"/>
                  </a:lnTo>
                  <a:lnTo>
                    <a:pt x="24764" y="76839"/>
                  </a:lnTo>
                  <a:lnTo>
                    <a:pt x="24595" y="76948"/>
                  </a:lnTo>
                  <a:lnTo>
                    <a:pt x="24460" y="77080"/>
                  </a:lnTo>
                  <a:lnTo>
                    <a:pt x="24527" y="77211"/>
                  </a:lnTo>
                  <a:lnTo>
                    <a:pt x="24493" y="77583"/>
                  </a:lnTo>
                  <a:lnTo>
                    <a:pt x="24460" y="77649"/>
                  </a:lnTo>
                  <a:lnTo>
                    <a:pt x="24426" y="77715"/>
                  </a:lnTo>
                  <a:lnTo>
                    <a:pt x="24426" y="77737"/>
                  </a:lnTo>
                  <a:lnTo>
                    <a:pt x="24426" y="77781"/>
                  </a:lnTo>
                  <a:lnTo>
                    <a:pt x="24460" y="77824"/>
                  </a:lnTo>
                  <a:lnTo>
                    <a:pt x="24527" y="77846"/>
                  </a:lnTo>
                  <a:lnTo>
                    <a:pt x="24595" y="77868"/>
                  </a:lnTo>
                  <a:lnTo>
                    <a:pt x="24696" y="77846"/>
                  </a:lnTo>
                  <a:lnTo>
                    <a:pt x="24764" y="77824"/>
                  </a:lnTo>
                  <a:lnTo>
                    <a:pt x="24866" y="77671"/>
                  </a:lnTo>
                  <a:lnTo>
                    <a:pt x="24933" y="77627"/>
                  </a:lnTo>
                  <a:lnTo>
                    <a:pt x="25035" y="77605"/>
                  </a:lnTo>
                  <a:lnTo>
                    <a:pt x="25170" y="77583"/>
                  </a:lnTo>
                  <a:lnTo>
                    <a:pt x="25238" y="77562"/>
                  </a:lnTo>
                  <a:lnTo>
                    <a:pt x="25407" y="77408"/>
                  </a:lnTo>
                  <a:lnTo>
                    <a:pt x="25813" y="76729"/>
                  </a:lnTo>
                  <a:lnTo>
                    <a:pt x="25914" y="76686"/>
                  </a:lnTo>
                  <a:lnTo>
                    <a:pt x="25847" y="76620"/>
                  </a:lnTo>
                  <a:lnTo>
                    <a:pt x="25711" y="76576"/>
                  </a:lnTo>
                  <a:close/>
                  <a:moveTo>
                    <a:pt x="24764" y="81547"/>
                  </a:moveTo>
                  <a:lnTo>
                    <a:pt x="24696" y="81240"/>
                  </a:lnTo>
                  <a:lnTo>
                    <a:pt x="24561" y="81021"/>
                  </a:lnTo>
                  <a:lnTo>
                    <a:pt x="24730" y="80956"/>
                  </a:lnTo>
                  <a:lnTo>
                    <a:pt x="24764" y="80802"/>
                  </a:lnTo>
                  <a:lnTo>
                    <a:pt x="24764" y="80649"/>
                  </a:lnTo>
                  <a:lnTo>
                    <a:pt x="24730" y="80430"/>
                  </a:lnTo>
                  <a:lnTo>
                    <a:pt x="24561" y="80430"/>
                  </a:lnTo>
                  <a:lnTo>
                    <a:pt x="23851" y="80583"/>
                  </a:lnTo>
                  <a:lnTo>
                    <a:pt x="23512" y="80693"/>
                  </a:lnTo>
                  <a:lnTo>
                    <a:pt x="23242" y="80890"/>
                  </a:lnTo>
                  <a:lnTo>
                    <a:pt x="23174" y="81197"/>
                  </a:lnTo>
                  <a:lnTo>
                    <a:pt x="23208" y="81613"/>
                  </a:lnTo>
                  <a:lnTo>
                    <a:pt x="23174" y="81700"/>
                  </a:lnTo>
                  <a:lnTo>
                    <a:pt x="23106" y="81897"/>
                  </a:lnTo>
                  <a:lnTo>
                    <a:pt x="23106" y="82072"/>
                  </a:lnTo>
                  <a:lnTo>
                    <a:pt x="23140" y="82248"/>
                  </a:lnTo>
                  <a:lnTo>
                    <a:pt x="23208" y="82335"/>
                  </a:lnTo>
                  <a:lnTo>
                    <a:pt x="23411" y="82379"/>
                  </a:lnTo>
                  <a:lnTo>
                    <a:pt x="23478" y="82357"/>
                  </a:lnTo>
                  <a:lnTo>
                    <a:pt x="23546" y="82357"/>
                  </a:lnTo>
                  <a:lnTo>
                    <a:pt x="23681" y="82532"/>
                  </a:lnTo>
                  <a:lnTo>
                    <a:pt x="23783" y="82642"/>
                  </a:lnTo>
                  <a:lnTo>
                    <a:pt x="23783" y="82708"/>
                  </a:lnTo>
                  <a:lnTo>
                    <a:pt x="23817" y="82751"/>
                  </a:lnTo>
                  <a:lnTo>
                    <a:pt x="23817" y="82795"/>
                  </a:lnTo>
                  <a:lnTo>
                    <a:pt x="23884" y="82839"/>
                  </a:lnTo>
                  <a:lnTo>
                    <a:pt x="24020" y="82861"/>
                  </a:lnTo>
                  <a:lnTo>
                    <a:pt x="24155" y="82817"/>
                  </a:lnTo>
                  <a:lnTo>
                    <a:pt x="24358" y="82773"/>
                  </a:lnTo>
                  <a:lnTo>
                    <a:pt x="24493" y="82686"/>
                  </a:lnTo>
                  <a:lnTo>
                    <a:pt x="24527" y="82532"/>
                  </a:lnTo>
                  <a:lnTo>
                    <a:pt x="24527" y="82357"/>
                  </a:lnTo>
                  <a:lnTo>
                    <a:pt x="24493" y="82182"/>
                  </a:lnTo>
                  <a:lnTo>
                    <a:pt x="24460" y="82116"/>
                  </a:lnTo>
                  <a:lnTo>
                    <a:pt x="24730" y="81854"/>
                  </a:lnTo>
                  <a:lnTo>
                    <a:pt x="24764" y="81547"/>
                  </a:lnTo>
                  <a:close/>
                  <a:moveTo>
                    <a:pt x="21787" y="86474"/>
                  </a:moveTo>
                  <a:lnTo>
                    <a:pt x="21719" y="86518"/>
                  </a:lnTo>
                  <a:lnTo>
                    <a:pt x="21584" y="86540"/>
                  </a:lnTo>
                  <a:lnTo>
                    <a:pt x="21246" y="86518"/>
                  </a:lnTo>
                  <a:lnTo>
                    <a:pt x="21212" y="86605"/>
                  </a:lnTo>
                  <a:lnTo>
                    <a:pt x="21415" y="86693"/>
                  </a:lnTo>
                  <a:lnTo>
                    <a:pt x="21516" y="86693"/>
                  </a:lnTo>
                  <a:lnTo>
                    <a:pt x="21584" y="86802"/>
                  </a:lnTo>
                  <a:lnTo>
                    <a:pt x="21787" y="86846"/>
                  </a:lnTo>
                  <a:lnTo>
                    <a:pt x="21855" y="86890"/>
                  </a:lnTo>
                  <a:lnTo>
                    <a:pt x="21888" y="86912"/>
                  </a:lnTo>
                  <a:lnTo>
                    <a:pt x="22024" y="86912"/>
                  </a:lnTo>
                  <a:lnTo>
                    <a:pt x="22125" y="86912"/>
                  </a:lnTo>
                  <a:lnTo>
                    <a:pt x="22193" y="86890"/>
                  </a:lnTo>
                  <a:lnTo>
                    <a:pt x="22261" y="86824"/>
                  </a:lnTo>
                  <a:lnTo>
                    <a:pt x="22261" y="86759"/>
                  </a:lnTo>
                  <a:lnTo>
                    <a:pt x="22261" y="86715"/>
                  </a:lnTo>
                  <a:lnTo>
                    <a:pt x="22261" y="86671"/>
                  </a:lnTo>
                  <a:lnTo>
                    <a:pt x="22193" y="86605"/>
                  </a:lnTo>
                  <a:lnTo>
                    <a:pt x="21855" y="86474"/>
                  </a:lnTo>
                  <a:lnTo>
                    <a:pt x="21787" y="86474"/>
                  </a:lnTo>
                  <a:close/>
                  <a:moveTo>
                    <a:pt x="21516" y="66919"/>
                  </a:moveTo>
                  <a:lnTo>
                    <a:pt x="21347" y="66854"/>
                  </a:lnTo>
                  <a:lnTo>
                    <a:pt x="21144" y="66854"/>
                  </a:lnTo>
                  <a:lnTo>
                    <a:pt x="20941" y="66985"/>
                  </a:lnTo>
                  <a:lnTo>
                    <a:pt x="20806" y="67160"/>
                  </a:lnTo>
                  <a:lnTo>
                    <a:pt x="20873" y="67226"/>
                  </a:lnTo>
                  <a:lnTo>
                    <a:pt x="21009" y="67291"/>
                  </a:lnTo>
                  <a:lnTo>
                    <a:pt x="21043" y="67423"/>
                  </a:lnTo>
                  <a:lnTo>
                    <a:pt x="20941" y="67445"/>
                  </a:lnTo>
                  <a:lnTo>
                    <a:pt x="20873" y="67467"/>
                  </a:lnTo>
                  <a:lnTo>
                    <a:pt x="20840" y="67532"/>
                  </a:lnTo>
                  <a:lnTo>
                    <a:pt x="20907" y="67576"/>
                  </a:lnTo>
                  <a:lnTo>
                    <a:pt x="21076" y="67489"/>
                  </a:lnTo>
                  <a:lnTo>
                    <a:pt x="21144" y="67489"/>
                  </a:lnTo>
                  <a:lnTo>
                    <a:pt x="21110" y="67598"/>
                  </a:lnTo>
                  <a:lnTo>
                    <a:pt x="21076" y="67751"/>
                  </a:lnTo>
                  <a:lnTo>
                    <a:pt x="21076" y="67861"/>
                  </a:lnTo>
                  <a:lnTo>
                    <a:pt x="21144" y="67970"/>
                  </a:lnTo>
                  <a:lnTo>
                    <a:pt x="21178" y="68102"/>
                  </a:lnTo>
                  <a:lnTo>
                    <a:pt x="21144" y="68364"/>
                  </a:lnTo>
                  <a:lnTo>
                    <a:pt x="21178" y="68496"/>
                  </a:lnTo>
                  <a:lnTo>
                    <a:pt x="21279" y="68562"/>
                  </a:lnTo>
                  <a:lnTo>
                    <a:pt x="21279" y="68583"/>
                  </a:lnTo>
                  <a:lnTo>
                    <a:pt x="21449" y="68781"/>
                  </a:lnTo>
                  <a:lnTo>
                    <a:pt x="21516" y="68802"/>
                  </a:lnTo>
                  <a:lnTo>
                    <a:pt x="21719" y="68846"/>
                  </a:lnTo>
                  <a:lnTo>
                    <a:pt x="21787" y="68802"/>
                  </a:lnTo>
                  <a:lnTo>
                    <a:pt x="21855" y="68671"/>
                  </a:lnTo>
                  <a:lnTo>
                    <a:pt x="21990" y="68364"/>
                  </a:lnTo>
                  <a:lnTo>
                    <a:pt x="21990" y="68233"/>
                  </a:lnTo>
                  <a:lnTo>
                    <a:pt x="21888" y="68145"/>
                  </a:lnTo>
                  <a:lnTo>
                    <a:pt x="21821" y="68080"/>
                  </a:lnTo>
                  <a:lnTo>
                    <a:pt x="21787" y="67970"/>
                  </a:lnTo>
                  <a:lnTo>
                    <a:pt x="21719" y="67423"/>
                  </a:lnTo>
                  <a:lnTo>
                    <a:pt x="21584" y="67226"/>
                  </a:lnTo>
                  <a:lnTo>
                    <a:pt x="21584" y="67138"/>
                  </a:lnTo>
                  <a:lnTo>
                    <a:pt x="21652" y="66985"/>
                  </a:lnTo>
                  <a:lnTo>
                    <a:pt x="21516" y="66919"/>
                  </a:lnTo>
                  <a:close/>
                  <a:moveTo>
                    <a:pt x="25204" y="76116"/>
                  </a:moveTo>
                  <a:lnTo>
                    <a:pt x="24764" y="75985"/>
                  </a:lnTo>
                  <a:lnTo>
                    <a:pt x="24561" y="76007"/>
                  </a:lnTo>
                  <a:lnTo>
                    <a:pt x="24460" y="76072"/>
                  </a:lnTo>
                  <a:lnTo>
                    <a:pt x="24358" y="76226"/>
                  </a:lnTo>
                  <a:lnTo>
                    <a:pt x="24257" y="76335"/>
                  </a:lnTo>
                  <a:lnTo>
                    <a:pt x="24223" y="76357"/>
                  </a:lnTo>
                  <a:lnTo>
                    <a:pt x="24189" y="76423"/>
                  </a:lnTo>
                  <a:lnTo>
                    <a:pt x="24155" y="76467"/>
                  </a:lnTo>
                  <a:lnTo>
                    <a:pt x="24155" y="76489"/>
                  </a:lnTo>
                  <a:lnTo>
                    <a:pt x="24189" y="76510"/>
                  </a:lnTo>
                  <a:lnTo>
                    <a:pt x="24223" y="76510"/>
                  </a:lnTo>
                  <a:lnTo>
                    <a:pt x="24358" y="76467"/>
                  </a:lnTo>
                  <a:lnTo>
                    <a:pt x="24392" y="76510"/>
                  </a:lnTo>
                  <a:lnTo>
                    <a:pt x="24392" y="76620"/>
                  </a:lnTo>
                  <a:lnTo>
                    <a:pt x="24392" y="76664"/>
                  </a:lnTo>
                  <a:lnTo>
                    <a:pt x="24426" y="76708"/>
                  </a:lnTo>
                  <a:lnTo>
                    <a:pt x="24460" y="76861"/>
                  </a:lnTo>
                  <a:lnTo>
                    <a:pt x="24527" y="76883"/>
                  </a:lnTo>
                  <a:lnTo>
                    <a:pt x="24798" y="76664"/>
                  </a:lnTo>
                  <a:lnTo>
                    <a:pt x="24832" y="76642"/>
                  </a:lnTo>
                  <a:lnTo>
                    <a:pt x="24933" y="76510"/>
                  </a:lnTo>
                  <a:lnTo>
                    <a:pt x="25102" y="76445"/>
                  </a:lnTo>
                  <a:lnTo>
                    <a:pt x="25238" y="76423"/>
                  </a:lnTo>
                  <a:lnTo>
                    <a:pt x="25441" y="76401"/>
                  </a:lnTo>
                  <a:lnTo>
                    <a:pt x="25373" y="76248"/>
                  </a:lnTo>
                  <a:lnTo>
                    <a:pt x="25204" y="76116"/>
                  </a:lnTo>
                  <a:close/>
                  <a:moveTo>
                    <a:pt x="26591" y="71014"/>
                  </a:moveTo>
                  <a:lnTo>
                    <a:pt x="26523" y="71058"/>
                  </a:lnTo>
                  <a:lnTo>
                    <a:pt x="26151" y="71496"/>
                  </a:lnTo>
                  <a:lnTo>
                    <a:pt x="25982" y="71649"/>
                  </a:lnTo>
                  <a:lnTo>
                    <a:pt x="25881" y="71737"/>
                  </a:lnTo>
                  <a:lnTo>
                    <a:pt x="25779" y="71978"/>
                  </a:lnTo>
                  <a:lnTo>
                    <a:pt x="25745" y="72021"/>
                  </a:lnTo>
                  <a:lnTo>
                    <a:pt x="25644" y="72043"/>
                  </a:lnTo>
                  <a:lnTo>
                    <a:pt x="25576" y="72153"/>
                  </a:lnTo>
                  <a:lnTo>
                    <a:pt x="25576" y="72262"/>
                  </a:lnTo>
                  <a:lnTo>
                    <a:pt x="25644" y="72350"/>
                  </a:lnTo>
                  <a:lnTo>
                    <a:pt x="25508" y="72394"/>
                  </a:lnTo>
                  <a:lnTo>
                    <a:pt x="25475" y="72613"/>
                  </a:lnTo>
                  <a:lnTo>
                    <a:pt x="25542" y="72613"/>
                  </a:lnTo>
                  <a:lnTo>
                    <a:pt x="25678" y="72525"/>
                  </a:lnTo>
                  <a:lnTo>
                    <a:pt x="25881" y="72394"/>
                  </a:lnTo>
                  <a:lnTo>
                    <a:pt x="26016" y="72262"/>
                  </a:lnTo>
                  <a:lnTo>
                    <a:pt x="26354" y="71715"/>
                  </a:lnTo>
                  <a:lnTo>
                    <a:pt x="26456" y="71781"/>
                  </a:lnTo>
                  <a:lnTo>
                    <a:pt x="26523" y="71715"/>
                  </a:lnTo>
                  <a:lnTo>
                    <a:pt x="26591" y="71540"/>
                  </a:lnTo>
                  <a:lnTo>
                    <a:pt x="26726" y="71321"/>
                  </a:lnTo>
                  <a:lnTo>
                    <a:pt x="26726" y="71167"/>
                  </a:lnTo>
                  <a:lnTo>
                    <a:pt x="26692" y="71080"/>
                  </a:lnTo>
                  <a:lnTo>
                    <a:pt x="26591" y="71014"/>
                  </a:lnTo>
                  <a:close/>
                  <a:moveTo>
                    <a:pt x="22396" y="72394"/>
                  </a:moveTo>
                  <a:lnTo>
                    <a:pt x="22464" y="72262"/>
                  </a:lnTo>
                  <a:lnTo>
                    <a:pt x="22497" y="72175"/>
                  </a:lnTo>
                  <a:lnTo>
                    <a:pt x="22464" y="72043"/>
                  </a:lnTo>
                  <a:lnTo>
                    <a:pt x="22058" y="71277"/>
                  </a:lnTo>
                  <a:lnTo>
                    <a:pt x="22024" y="71036"/>
                  </a:lnTo>
                  <a:lnTo>
                    <a:pt x="21922" y="70905"/>
                  </a:lnTo>
                  <a:lnTo>
                    <a:pt x="21753" y="70795"/>
                  </a:lnTo>
                  <a:lnTo>
                    <a:pt x="21719" y="70664"/>
                  </a:lnTo>
                  <a:lnTo>
                    <a:pt x="21652" y="70423"/>
                  </a:lnTo>
                  <a:lnTo>
                    <a:pt x="21279" y="70007"/>
                  </a:lnTo>
                  <a:lnTo>
                    <a:pt x="21144" y="70007"/>
                  </a:lnTo>
                  <a:lnTo>
                    <a:pt x="21043" y="70094"/>
                  </a:lnTo>
                  <a:lnTo>
                    <a:pt x="21043" y="70270"/>
                  </a:lnTo>
                  <a:lnTo>
                    <a:pt x="20806" y="70357"/>
                  </a:lnTo>
                  <a:lnTo>
                    <a:pt x="20738" y="70445"/>
                  </a:lnTo>
                  <a:lnTo>
                    <a:pt x="20738" y="70532"/>
                  </a:lnTo>
                  <a:lnTo>
                    <a:pt x="20772" y="70686"/>
                  </a:lnTo>
                  <a:lnTo>
                    <a:pt x="20670" y="70708"/>
                  </a:lnTo>
                  <a:lnTo>
                    <a:pt x="20738" y="70861"/>
                  </a:lnTo>
                  <a:lnTo>
                    <a:pt x="20941" y="71102"/>
                  </a:lnTo>
                  <a:lnTo>
                    <a:pt x="21009" y="71233"/>
                  </a:lnTo>
                  <a:lnTo>
                    <a:pt x="20941" y="71167"/>
                  </a:lnTo>
                  <a:lnTo>
                    <a:pt x="20907" y="71145"/>
                  </a:lnTo>
                  <a:lnTo>
                    <a:pt x="20840" y="71145"/>
                  </a:lnTo>
                  <a:lnTo>
                    <a:pt x="20772" y="71145"/>
                  </a:lnTo>
                  <a:lnTo>
                    <a:pt x="20806" y="71649"/>
                  </a:lnTo>
                  <a:lnTo>
                    <a:pt x="20907" y="71868"/>
                  </a:lnTo>
                  <a:lnTo>
                    <a:pt x="21178" y="71868"/>
                  </a:lnTo>
                  <a:lnTo>
                    <a:pt x="21043" y="72021"/>
                  </a:lnTo>
                  <a:lnTo>
                    <a:pt x="20941" y="72197"/>
                  </a:lnTo>
                  <a:lnTo>
                    <a:pt x="21043" y="72328"/>
                  </a:lnTo>
                  <a:lnTo>
                    <a:pt x="21212" y="72350"/>
                  </a:lnTo>
                  <a:lnTo>
                    <a:pt x="21144" y="72481"/>
                  </a:lnTo>
                  <a:lnTo>
                    <a:pt x="21178" y="72613"/>
                  </a:lnTo>
                  <a:lnTo>
                    <a:pt x="21246" y="72700"/>
                  </a:lnTo>
                  <a:lnTo>
                    <a:pt x="21415" y="72656"/>
                  </a:lnTo>
                  <a:lnTo>
                    <a:pt x="21516" y="72656"/>
                  </a:lnTo>
                  <a:lnTo>
                    <a:pt x="21516" y="72766"/>
                  </a:lnTo>
                  <a:lnTo>
                    <a:pt x="21482" y="72875"/>
                  </a:lnTo>
                  <a:lnTo>
                    <a:pt x="21347" y="72985"/>
                  </a:lnTo>
                  <a:lnTo>
                    <a:pt x="21449" y="73007"/>
                  </a:lnTo>
                  <a:lnTo>
                    <a:pt x="21449" y="73072"/>
                  </a:lnTo>
                  <a:lnTo>
                    <a:pt x="21415" y="73182"/>
                  </a:lnTo>
                  <a:lnTo>
                    <a:pt x="21381" y="73291"/>
                  </a:lnTo>
                  <a:lnTo>
                    <a:pt x="21685" y="73204"/>
                  </a:lnTo>
                  <a:lnTo>
                    <a:pt x="21922" y="73029"/>
                  </a:lnTo>
                  <a:lnTo>
                    <a:pt x="22091" y="72832"/>
                  </a:lnTo>
                  <a:lnTo>
                    <a:pt x="22328" y="72525"/>
                  </a:lnTo>
                  <a:lnTo>
                    <a:pt x="22396" y="7239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Shape 5401"/>
            <p:cNvSpPr/>
            <p:nvPr/>
          </p:nvSpPr>
          <p:spPr>
            <a:xfrm>
              <a:off x="7566282" y="6539257"/>
              <a:ext cx="184149" cy="2222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36459"/>
                  </a:moveTo>
                  <a:lnTo>
                    <a:pt x="117241" y="38468"/>
                  </a:lnTo>
                  <a:lnTo>
                    <a:pt x="115862" y="39043"/>
                  </a:lnTo>
                  <a:lnTo>
                    <a:pt x="114137" y="39904"/>
                  </a:lnTo>
                  <a:lnTo>
                    <a:pt x="113103" y="39904"/>
                  </a:lnTo>
                  <a:lnTo>
                    <a:pt x="110344" y="40478"/>
                  </a:lnTo>
                  <a:lnTo>
                    <a:pt x="106551" y="41339"/>
                  </a:lnTo>
                  <a:lnTo>
                    <a:pt x="101379" y="41052"/>
                  </a:lnTo>
                  <a:lnTo>
                    <a:pt x="96551" y="42200"/>
                  </a:lnTo>
                  <a:lnTo>
                    <a:pt x="90689" y="41913"/>
                  </a:lnTo>
                  <a:lnTo>
                    <a:pt x="86896" y="40765"/>
                  </a:lnTo>
                  <a:lnTo>
                    <a:pt x="82068" y="37607"/>
                  </a:lnTo>
                  <a:lnTo>
                    <a:pt x="80344" y="35598"/>
                  </a:lnTo>
                  <a:lnTo>
                    <a:pt x="79310" y="35311"/>
                  </a:lnTo>
                  <a:lnTo>
                    <a:pt x="79310" y="35598"/>
                  </a:lnTo>
                  <a:lnTo>
                    <a:pt x="79655" y="37607"/>
                  </a:lnTo>
                  <a:lnTo>
                    <a:pt x="80000" y="38755"/>
                  </a:lnTo>
                  <a:lnTo>
                    <a:pt x="80689" y="39043"/>
                  </a:lnTo>
                  <a:lnTo>
                    <a:pt x="80689" y="39617"/>
                  </a:lnTo>
                  <a:lnTo>
                    <a:pt x="80344" y="41052"/>
                  </a:lnTo>
                  <a:lnTo>
                    <a:pt x="79310" y="43636"/>
                  </a:lnTo>
                  <a:lnTo>
                    <a:pt x="77931" y="46794"/>
                  </a:lnTo>
                  <a:lnTo>
                    <a:pt x="77241" y="47942"/>
                  </a:lnTo>
                  <a:lnTo>
                    <a:pt x="77241" y="48803"/>
                  </a:lnTo>
                  <a:lnTo>
                    <a:pt x="77586" y="51674"/>
                  </a:lnTo>
                  <a:lnTo>
                    <a:pt x="77586" y="52535"/>
                  </a:lnTo>
                  <a:lnTo>
                    <a:pt x="77241" y="52822"/>
                  </a:lnTo>
                  <a:lnTo>
                    <a:pt x="76551" y="53684"/>
                  </a:lnTo>
                  <a:lnTo>
                    <a:pt x="72413" y="56267"/>
                  </a:lnTo>
                  <a:lnTo>
                    <a:pt x="68275" y="57990"/>
                  </a:lnTo>
                  <a:lnTo>
                    <a:pt x="68275" y="57990"/>
                  </a:lnTo>
                  <a:lnTo>
                    <a:pt x="67241" y="58564"/>
                  </a:lnTo>
                  <a:lnTo>
                    <a:pt x="66551" y="59138"/>
                  </a:lnTo>
                  <a:lnTo>
                    <a:pt x="65517" y="59712"/>
                  </a:lnTo>
                  <a:lnTo>
                    <a:pt x="65172" y="59712"/>
                  </a:lnTo>
                  <a:lnTo>
                    <a:pt x="64137" y="60861"/>
                  </a:lnTo>
                  <a:lnTo>
                    <a:pt x="63793" y="61148"/>
                  </a:lnTo>
                  <a:lnTo>
                    <a:pt x="63793" y="61148"/>
                  </a:lnTo>
                  <a:lnTo>
                    <a:pt x="63793" y="61148"/>
                  </a:lnTo>
                  <a:lnTo>
                    <a:pt x="63103" y="61722"/>
                  </a:lnTo>
                  <a:lnTo>
                    <a:pt x="62758" y="62583"/>
                  </a:lnTo>
                  <a:lnTo>
                    <a:pt x="62758" y="62583"/>
                  </a:lnTo>
                  <a:lnTo>
                    <a:pt x="62413" y="64306"/>
                  </a:lnTo>
                  <a:lnTo>
                    <a:pt x="63103" y="66315"/>
                  </a:lnTo>
                  <a:lnTo>
                    <a:pt x="63103" y="67464"/>
                  </a:lnTo>
                  <a:lnTo>
                    <a:pt x="63103" y="67751"/>
                  </a:lnTo>
                  <a:lnTo>
                    <a:pt x="62758" y="68038"/>
                  </a:lnTo>
                  <a:lnTo>
                    <a:pt x="62068" y="69186"/>
                  </a:lnTo>
                  <a:lnTo>
                    <a:pt x="61724" y="69186"/>
                  </a:lnTo>
                  <a:lnTo>
                    <a:pt x="59310" y="70047"/>
                  </a:lnTo>
                  <a:lnTo>
                    <a:pt x="58275" y="70909"/>
                  </a:lnTo>
                  <a:lnTo>
                    <a:pt x="58275" y="70909"/>
                  </a:lnTo>
                  <a:lnTo>
                    <a:pt x="57586" y="71483"/>
                  </a:lnTo>
                  <a:lnTo>
                    <a:pt x="56896" y="72057"/>
                  </a:lnTo>
                  <a:lnTo>
                    <a:pt x="55862" y="71770"/>
                  </a:lnTo>
                  <a:lnTo>
                    <a:pt x="53793" y="69760"/>
                  </a:lnTo>
                  <a:lnTo>
                    <a:pt x="51724" y="68038"/>
                  </a:lnTo>
                  <a:lnTo>
                    <a:pt x="50000" y="67464"/>
                  </a:lnTo>
                  <a:lnTo>
                    <a:pt x="48620" y="68325"/>
                  </a:lnTo>
                  <a:lnTo>
                    <a:pt x="48620" y="68325"/>
                  </a:lnTo>
                  <a:lnTo>
                    <a:pt x="48620" y="68325"/>
                  </a:lnTo>
                  <a:lnTo>
                    <a:pt x="48275" y="69760"/>
                  </a:lnTo>
                  <a:lnTo>
                    <a:pt x="48965" y="70622"/>
                  </a:lnTo>
                  <a:lnTo>
                    <a:pt x="50000" y="71770"/>
                  </a:lnTo>
                  <a:lnTo>
                    <a:pt x="51379" y="72057"/>
                  </a:lnTo>
                  <a:lnTo>
                    <a:pt x="49310" y="72918"/>
                  </a:lnTo>
                  <a:lnTo>
                    <a:pt x="46896" y="72918"/>
                  </a:lnTo>
                  <a:lnTo>
                    <a:pt x="43103" y="71483"/>
                  </a:lnTo>
                  <a:lnTo>
                    <a:pt x="40689" y="70909"/>
                  </a:lnTo>
                  <a:lnTo>
                    <a:pt x="38620" y="70909"/>
                  </a:lnTo>
                  <a:lnTo>
                    <a:pt x="37241" y="71770"/>
                  </a:lnTo>
                  <a:lnTo>
                    <a:pt x="36206" y="72631"/>
                  </a:lnTo>
                  <a:lnTo>
                    <a:pt x="35172" y="72918"/>
                  </a:lnTo>
                  <a:lnTo>
                    <a:pt x="33793" y="72631"/>
                  </a:lnTo>
                  <a:lnTo>
                    <a:pt x="37931" y="69473"/>
                  </a:lnTo>
                  <a:lnTo>
                    <a:pt x="41379" y="68899"/>
                  </a:lnTo>
                  <a:lnTo>
                    <a:pt x="44827" y="68325"/>
                  </a:lnTo>
                  <a:lnTo>
                    <a:pt x="47931" y="66889"/>
                  </a:lnTo>
                  <a:lnTo>
                    <a:pt x="47931" y="66889"/>
                  </a:lnTo>
                  <a:lnTo>
                    <a:pt x="47931" y="66602"/>
                  </a:lnTo>
                  <a:lnTo>
                    <a:pt x="45172" y="66028"/>
                  </a:lnTo>
                  <a:lnTo>
                    <a:pt x="39310" y="66028"/>
                  </a:lnTo>
                  <a:lnTo>
                    <a:pt x="36551" y="65454"/>
                  </a:lnTo>
                  <a:lnTo>
                    <a:pt x="35862" y="64880"/>
                  </a:lnTo>
                  <a:lnTo>
                    <a:pt x="35172" y="62583"/>
                  </a:lnTo>
                  <a:lnTo>
                    <a:pt x="34482" y="62296"/>
                  </a:lnTo>
                  <a:lnTo>
                    <a:pt x="32758" y="62583"/>
                  </a:lnTo>
                  <a:lnTo>
                    <a:pt x="30000" y="64019"/>
                  </a:lnTo>
                  <a:lnTo>
                    <a:pt x="28965" y="64306"/>
                  </a:lnTo>
                  <a:lnTo>
                    <a:pt x="30344" y="62583"/>
                  </a:lnTo>
                  <a:lnTo>
                    <a:pt x="31034" y="62296"/>
                  </a:lnTo>
                  <a:lnTo>
                    <a:pt x="31379" y="61722"/>
                  </a:lnTo>
                  <a:lnTo>
                    <a:pt x="31724" y="60861"/>
                  </a:lnTo>
                  <a:lnTo>
                    <a:pt x="31379" y="59712"/>
                  </a:lnTo>
                  <a:lnTo>
                    <a:pt x="31034" y="59425"/>
                  </a:lnTo>
                  <a:lnTo>
                    <a:pt x="29655" y="58851"/>
                  </a:lnTo>
                  <a:lnTo>
                    <a:pt x="27931" y="58851"/>
                  </a:lnTo>
                  <a:lnTo>
                    <a:pt x="27586" y="58277"/>
                  </a:lnTo>
                  <a:lnTo>
                    <a:pt x="28275" y="57703"/>
                  </a:lnTo>
                  <a:lnTo>
                    <a:pt x="28620" y="57416"/>
                  </a:lnTo>
                  <a:lnTo>
                    <a:pt x="30344" y="56842"/>
                  </a:lnTo>
                  <a:lnTo>
                    <a:pt x="32413" y="57416"/>
                  </a:lnTo>
                  <a:lnTo>
                    <a:pt x="36206" y="59138"/>
                  </a:lnTo>
                  <a:lnTo>
                    <a:pt x="38275" y="59425"/>
                  </a:lnTo>
                  <a:lnTo>
                    <a:pt x="42068" y="59138"/>
                  </a:lnTo>
                  <a:lnTo>
                    <a:pt x="43793" y="59425"/>
                  </a:lnTo>
                  <a:lnTo>
                    <a:pt x="45517" y="59425"/>
                  </a:lnTo>
                  <a:lnTo>
                    <a:pt x="49310" y="57990"/>
                  </a:lnTo>
                  <a:lnTo>
                    <a:pt x="51379" y="57703"/>
                  </a:lnTo>
                  <a:lnTo>
                    <a:pt x="58620" y="59425"/>
                  </a:lnTo>
                  <a:lnTo>
                    <a:pt x="60689" y="59425"/>
                  </a:lnTo>
                  <a:lnTo>
                    <a:pt x="60689" y="59425"/>
                  </a:lnTo>
                  <a:lnTo>
                    <a:pt x="60689" y="59425"/>
                  </a:lnTo>
                  <a:lnTo>
                    <a:pt x="62068" y="58851"/>
                  </a:lnTo>
                  <a:lnTo>
                    <a:pt x="62758" y="58277"/>
                  </a:lnTo>
                  <a:lnTo>
                    <a:pt x="64482" y="56555"/>
                  </a:lnTo>
                  <a:lnTo>
                    <a:pt x="66551" y="55406"/>
                  </a:lnTo>
                  <a:lnTo>
                    <a:pt x="67586" y="55406"/>
                  </a:lnTo>
                  <a:lnTo>
                    <a:pt x="69655" y="55980"/>
                  </a:lnTo>
                  <a:lnTo>
                    <a:pt x="70689" y="55693"/>
                  </a:lnTo>
                  <a:lnTo>
                    <a:pt x="74137" y="53397"/>
                  </a:lnTo>
                  <a:lnTo>
                    <a:pt x="74137" y="53397"/>
                  </a:lnTo>
                  <a:lnTo>
                    <a:pt x="75172" y="52822"/>
                  </a:lnTo>
                  <a:lnTo>
                    <a:pt x="75172" y="50239"/>
                  </a:lnTo>
                  <a:lnTo>
                    <a:pt x="75172" y="47942"/>
                  </a:lnTo>
                  <a:lnTo>
                    <a:pt x="75172" y="46794"/>
                  </a:lnTo>
                  <a:lnTo>
                    <a:pt x="75517" y="46507"/>
                  </a:lnTo>
                  <a:lnTo>
                    <a:pt x="76551" y="44784"/>
                  </a:lnTo>
                  <a:lnTo>
                    <a:pt x="77241" y="43923"/>
                  </a:lnTo>
                  <a:lnTo>
                    <a:pt x="77586" y="42775"/>
                  </a:lnTo>
                  <a:lnTo>
                    <a:pt x="78620" y="41052"/>
                  </a:lnTo>
                  <a:lnTo>
                    <a:pt x="78620" y="39330"/>
                  </a:lnTo>
                  <a:lnTo>
                    <a:pt x="77931" y="38468"/>
                  </a:lnTo>
                  <a:lnTo>
                    <a:pt x="76551" y="37033"/>
                  </a:lnTo>
                  <a:lnTo>
                    <a:pt x="75862" y="36459"/>
                  </a:lnTo>
                  <a:lnTo>
                    <a:pt x="75517" y="35598"/>
                  </a:lnTo>
                  <a:lnTo>
                    <a:pt x="75517" y="35023"/>
                  </a:lnTo>
                  <a:lnTo>
                    <a:pt x="75517" y="35023"/>
                  </a:lnTo>
                  <a:lnTo>
                    <a:pt x="75862" y="34736"/>
                  </a:lnTo>
                  <a:lnTo>
                    <a:pt x="76206" y="33875"/>
                  </a:lnTo>
                  <a:lnTo>
                    <a:pt x="76551" y="33301"/>
                  </a:lnTo>
                  <a:lnTo>
                    <a:pt x="76896" y="31866"/>
                  </a:lnTo>
                  <a:lnTo>
                    <a:pt x="76896" y="31291"/>
                  </a:lnTo>
                  <a:lnTo>
                    <a:pt x="75862" y="28133"/>
                  </a:lnTo>
                  <a:lnTo>
                    <a:pt x="76206" y="26698"/>
                  </a:lnTo>
                  <a:lnTo>
                    <a:pt x="75517" y="26124"/>
                  </a:lnTo>
                  <a:lnTo>
                    <a:pt x="67241" y="24401"/>
                  </a:lnTo>
                  <a:lnTo>
                    <a:pt x="65862" y="24976"/>
                  </a:lnTo>
                  <a:lnTo>
                    <a:pt x="63793" y="26124"/>
                  </a:lnTo>
                  <a:lnTo>
                    <a:pt x="62413" y="26698"/>
                  </a:lnTo>
                  <a:lnTo>
                    <a:pt x="56206" y="26411"/>
                  </a:lnTo>
                  <a:lnTo>
                    <a:pt x="55172" y="26698"/>
                  </a:lnTo>
                  <a:lnTo>
                    <a:pt x="55172" y="26698"/>
                  </a:lnTo>
                  <a:lnTo>
                    <a:pt x="55172" y="26698"/>
                  </a:lnTo>
                  <a:lnTo>
                    <a:pt x="53793" y="28421"/>
                  </a:lnTo>
                  <a:lnTo>
                    <a:pt x="52758" y="29856"/>
                  </a:lnTo>
                  <a:lnTo>
                    <a:pt x="52413" y="30430"/>
                  </a:lnTo>
                  <a:lnTo>
                    <a:pt x="50689" y="31291"/>
                  </a:lnTo>
                  <a:lnTo>
                    <a:pt x="50344" y="31866"/>
                  </a:lnTo>
                  <a:lnTo>
                    <a:pt x="48965" y="32153"/>
                  </a:lnTo>
                  <a:lnTo>
                    <a:pt x="47241" y="31291"/>
                  </a:lnTo>
                  <a:lnTo>
                    <a:pt x="46206" y="31291"/>
                  </a:lnTo>
                  <a:lnTo>
                    <a:pt x="45517" y="31866"/>
                  </a:lnTo>
                  <a:lnTo>
                    <a:pt x="42758" y="33014"/>
                  </a:lnTo>
                  <a:lnTo>
                    <a:pt x="42068" y="33301"/>
                  </a:lnTo>
                  <a:lnTo>
                    <a:pt x="41379" y="31866"/>
                  </a:lnTo>
                  <a:lnTo>
                    <a:pt x="42413" y="30717"/>
                  </a:lnTo>
                  <a:lnTo>
                    <a:pt x="42758" y="30430"/>
                  </a:lnTo>
                  <a:lnTo>
                    <a:pt x="45862" y="28421"/>
                  </a:lnTo>
                  <a:lnTo>
                    <a:pt x="46206" y="28133"/>
                  </a:lnTo>
                  <a:lnTo>
                    <a:pt x="48620" y="27559"/>
                  </a:lnTo>
                  <a:lnTo>
                    <a:pt x="50000" y="27846"/>
                  </a:lnTo>
                  <a:lnTo>
                    <a:pt x="52068" y="27559"/>
                  </a:lnTo>
                  <a:lnTo>
                    <a:pt x="52068" y="27559"/>
                  </a:lnTo>
                  <a:lnTo>
                    <a:pt x="52068" y="27559"/>
                  </a:lnTo>
                  <a:lnTo>
                    <a:pt x="53793" y="26124"/>
                  </a:lnTo>
                  <a:lnTo>
                    <a:pt x="54827" y="24976"/>
                  </a:lnTo>
                  <a:lnTo>
                    <a:pt x="55172" y="24401"/>
                  </a:lnTo>
                  <a:lnTo>
                    <a:pt x="56551" y="21818"/>
                  </a:lnTo>
                  <a:lnTo>
                    <a:pt x="57241" y="19521"/>
                  </a:lnTo>
                  <a:lnTo>
                    <a:pt x="57241" y="19521"/>
                  </a:lnTo>
                  <a:lnTo>
                    <a:pt x="57241" y="19521"/>
                  </a:lnTo>
                  <a:lnTo>
                    <a:pt x="57241" y="18373"/>
                  </a:lnTo>
                  <a:lnTo>
                    <a:pt x="55862" y="17224"/>
                  </a:lnTo>
                  <a:lnTo>
                    <a:pt x="53793" y="14354"/>
                  </a:lnTo>
                  <a:lnTo>
                    <a:pt x="52413" y="13205"/>
                  </a:lnTo>
                  <a:lnTo>
                    <a:pt x="50344" y="12918"/>
                  </a:lnTo>
                  <a:lnTo>
                    <a:pt x="46551" y="12918"/>
                  </a:lnTo>
                  <a:lnTo>
                    <a:pt x="44827" y="12631"/>
                  </a:lnTo>
                  <a:lnTo>
                    <a:pt x="41379" y="10909"/>
                  </a:lnTo>
                  <a:lnTo>
                    <a:pt x="37241" y="7464"/>
                  </a:lnTo>
                  <a:lnTo>
                    <a:pt x="36896" y="6889"/>
                  </a:lnTo>
                  <a:lnTo>
                    <a:pt x="36551" y="5741"/>
                  </a:lnTo>
                  <a:lnTo>
                    <a:pt x="36206" y="5167"/>
                  </a:lnTo>
                  <a:lnTo>
                    <a:pt x="35517" y="4306"/>
                  </a:lnTo>
                  <a:lnTo>
                    <a:pt x="34827" y="3732"/>
                  </a:lnTo>
                  <a:lnTo>
                    <a:pt x="33448" y="4019"/>
                  </a:lnTo>
                  <a:lnTo>
                    <a:pt x="32413" y="3732"/>
                  </a:lnTo>
                  <a:lnTo>
                    <a:pt x="31379" y="1722"/>
                  </a:lnTo>
                  <a:lnTo>
                    <a:pt x="30000" y="0"/>
                  </a:lnTo>
                  <a:lnTo>
                    <a:pt x="27931" y="1435"/>
                  </a:lnTo>
                  <a:lnTo>
                    <a:pt x="27931" y="1435"/>
                  </a:lnTo>
                  <a:lnTo>
                    <a:pt x="27931" y="1435"/>
                  </a:lnTo>
                  <a:lnTo>
                    <a:pt x="29655" y="2296"/>
                  </a:lnTo>
                  <a:lnTo>
                    <a:pt x="28620" y="4019"/>
                  </a:lnTo>
                  <a:lnTo>
                    <a:pt x="27931" y="4306"/>
                  </a:lnTo>
                  <a:lnTo>
                    <a:pt x="23448" y="6889"/>
                  </a:lnTo>
                  <a:lnTo>
                    <a:pt x="23448" y="6889"/>
                  </a:lnTo>
                  <a:lnTo>
                    <a:pt x="23448" y="6889"/>
                  </a:lnTo>
                  <a:lnTo>
                    <a:pt x="23793" y="7751"/>
                  </a:lnTo>
                  <a:lnTo>
                    <a:pt x="23793" y="8325"/>
                  </a:lnTo>
                  <a:lnTo>
                    <a:pt x="23448" y="11196"/>
                  </a:lnTo>
                  <a:lnTo>
                    <a:pt x="23103" y="12344"/>
                  </a:lnTo>
                  <a:lnTo>
                    <a:pt x="23103" y="12344"/>
                  </a:lnTo>
                  <a:lnTo>
                    <a:pt x="23103" y="12344"/>
                  </a:lnTo>
                  <a:lnTo>
                    <a:pt x="23103" y="12344"/>
                  </a:lnTo>
                  <a:lnTo>
                    <a:pt x="22758" y="13205"/>
                  </a:lnTo>
                  <a:lnTo>
                    <a:pt x="23103" y="13779"/>
                  </a:lnTo>
                  <a:lnTo>
                    <a:pt x="22413" y="14928"/>
                  </a:lnTo>
                  <a:lnTo>
                    <a:pt x="21724" y="15215"/>
                  </a:lnTo>
                  <a:lnTo>
                    <a:pt x="21379" y="15215"/>
                  </a:lnTo>
                  <a:lnTo>
                    <a:pt x="19655" y="15789"/>
                  </a:lnTo>
                  <a:lnTo>
                    <a:pt x="19310" y="16076"/>
                  </a:lnTo>
                  <a:lnTo>
                    <a:pt x="19310" y="16363"/>
                  </a:lnTo>
                  <a:lnTo>
                    <a:pt x="19310" y="16363"/>
                  </a:lnTo>
                  <a:lnTo>
                    <a:pt x="18965" y="16650"/>
                  </a:lnTo>
                  <a:lnTo>
                    <a:pt x="18620" y="16937"/>
                  </a:lnTo>
                  <a:lnTo>
                    <a:pt x="18275" y="16937"/>
                  </a:lnTo>
                  <a:lnTo>
                    <a:pt x="16896" y="16363"/>
                  </a:lnTo>
                  <a:lnTo>
                    <a:pt x="16551" y="16363"/>
                  </a:lnTo>
                  <a:lnTo>
                    <a:pt x="15517" y="17799"/>
                  </a:lnTo>
                  <a:lnTo>
                    <a:pt x="15517" y="18373"/>
                  </a:lnTo>
                  <a:lnTo>
                    <a:pt x="15172" y="19234"/>
                  </a:lnTo>
                  <a:lnTo>
                    <a:pt x="14137" y="20956"/>
                  </a:lnTo>
                  <a:lnTo>
                    <a:pt x="12068" y="21531"/>
                  </a:lnTo>
                  <a:lnTo>
                    <a:pt x="12068" y="21531"/>
                  </a:lnTo>
                  <a:lnTo>
                    <a:pt x="12068" y="21531"/>
                  </a:lnTo>
                  <a:lnTo>
                    <a:pt x="11379" y="22392"/>
                  </a:lnTo>
                  <a:lnTo>
                    <a:pt x="9655" y="23827"/>
                  </a:lnTo>
                  <a:lnTo>
                    <a:pt x="8965" y="24401"/>
                  </a:lnTo>
                  <a:lnTo>
                    <a:pt x="8275" y="24976"/>
                  </a:lnTo>
                  <a:lnTo>
                    <a:pt x="8275" y="25263"/>
                  </a:lnTo>
                  <a:lnTo>
                    <a:pt x="7931" y="25263"/>
                  </a:lnTo>
                  <a:lnTo>
                    <a:pt x="7586" y="27559"/>
                  </a:lnTo>
                  <a:lnTo>
                    <a:pt x="7586" y="29569"/>
                  </a:lnTo>
                  <a:lnTo>
                    <a:pt x="8965" y="33014"/>
                  </a:lnTo>
                  <a:lnTo>
                    <a:pt x="8620" y="35023"/>
                  </a:lnTo>
                  <a:lnTo>
                    <a:pt x="6206" y="35023"/>
                  </a:lnTo>
                  <a:lnTo>
                    <a:pt x="4827" y="35598"/>
                  </a:lnTo>
                  <a:lnTo>
                    <a:pt x="4827" y="35598"/>
                  </a:lnTo>
                  <a:lnTo>
                    <a:pt x="4827" y="35598"/>
                  </a:lnTo>
                  <a:lnTo>
                    <a:pt x="4482" y="36459"/>
                  </a:lnTo>
                  <a:lnTo>
                    <a:pt x="4137" y="36459"/>
                  </a:lnTo>
                  <a:lnTo>
                    <a:pt x="4137" y="36459"/>
                  </a:lnTo>
                  <a:lnTo>
                    <a:pt x="4482" y="37607"/>
                  </a:lnTo>
                  <a:lnTo>
                    <a:pt x="6206" y="39904"/>
                  </a:lnTo>
                  <a:lnTo>
                    <a:pt x="6896" y="41052"/>
                  </a:lnTo>
                  <a:lnTo>
                    <a:pt x="7931" y="41626"/>
                  </a:lnTo>
                  <a:lnTo>
                    <a:pt x="8620" y="41913"/>
                  </a:lnTo>
                  <a:lnTo>
                    <a:pt x="9310" y="41913"/>
                  </a:lnTo>
                  <a:lnTo>
                    <a:pt x="10000" y="41339"/>
                  </a:lnTo>
                  <a:lnTo>
                    <a:pt x="11034" y="41052"/>
                  </a:lnTo>
                  <a:lnTo>
                    <a:pt x="11724" y="41626"/>
                  </a:lnTo>
                  <a:lnTo>
                    <a:pt x="11724" y="42200"/>
                  </a:lnTo>
                  <a:lnTo>
                    <a:pt x="10689" y="43636"/>
                  </a:lnTo>
                  <a:lnTo>
                    <a:pt x="10000" y="43923"/>
                  </a:lnTo>
                  <a:lnTo>
                    <a:pt x="10000" y="43923"/>
                  </a:lnTo>
                  <a:lnTo>
                    <a:pt x="10000" y="44784"/>
                  </a:lnTo>
                  <a:lnTo>
                    <a:pt x="10000" y="44784"/>
                  </a:lnTo>
                  <a:lnTo>
                    <a:pt x="8620" y="46507"/>
                  </a:lnTo>
                  <a:lnTo>
                    <a:pt x="8620" y="46507"/>
                  </a:lnTo>
                  <a:lnTo>
                    <a:pt x="8620" y="46507"/>
                  </a:lnTo>
                  <a:lnTo>
                    <a:pt x="8965" y="47368"/>
                  </a:lnTo>
                  <a:lnTo>
                    <a:pt x="10000" y="48229"/>
                  </a:lnTo>
                  <a:lnTo>
                    <a:pt x="11034" y="49377"/>
                  </a:lnTo>
                  <a:lnTo>
                    <a:pt x="10689" y="50239"/>
                  </a:lnTo>
                  <a:lnTo>
                    <a:pt x="9655" y="50526"/>
                  </a:lnTo>
                  <a:lnTo>
                    <a:pt x="8965" y="49952"/>
                  </a:lnTo>
                  <a:lnTo>
                    <a:pt x="8275" y="49090"/>
                  </a:lnTo>
                  <a:lnTo>
                    <a:pt x="6896" y="49665"/>
                  </a:lnTo>
                  <a:lnTo>
                    <a:pt x="6206" y="49952"/>
                  </a:lnTo>
                  <a:lnTo>
                    <a:pt x="5517" y="49665"/>
                  </a:lnTo>
                  <a:lnTo>
                    <a:pt x="5172" y="48803"/>
                  </a:lnTo>
                  <a:lnTo>
                    <a:pt x="5172" y="49090"/>
                  </a:lnTo>
                  <a:lnTo>
                    <a:pt x="5172" y="48803"/>
                  </a:lnTo>
                  <a:lnTo>
                    <a:pt x="5862" y="51100"/>
                  </a:lnTo>
                  <a:lnTo>
                    <a:pt x="9310" y="58277"/>
                  </a:lnTo>
                  <a:lnTo>
                    <a:pt x="8620" y="59712"/>
                  </a:lnTo>
                  <a:lnTo>
                    <a:pt x="8275" y="60861"/>
                  </a:lnTo>
                  <a:lnTo>
                    <a:pt x="6896" y="60861"/>
                  </a:lnTo>
                  <a:lnTo>
                    <a:pt x="4482" y="58851"/>
                  </a:lnTo>
                  <a:lnTo>
                    <a:pt x="2758" y="58277"/>
                  </a:lnTo>
                  <a:lnTo>
                    <a:pt x="1034" y="58564"/>
                  </a:lnTo>
                  <a:lnTo>
                    <a:pt x="1379" y="58564"/>
                  </a:lnTo>
                  <a:lnTo>
                    <a:pt x="1034" y="58564"/>
                  </a:lnTo>
                  <a:lnTo>
                    <a:pt x="1724" y="60287"/>
                  </a:lnTo>
                  <a:lnTo>
                    <a:pt x="0" y="62009"/>
                  </a:lnTo>
                  <a:lnTo>
                    <a:pt x="1724" y="62296"/>
                  </a:lnTo>
                  <a:lnTo>
                    <a:pt x="3448" y="62296"/>
                  </a:lnTo>
                  <a:lnTo>
                    <a:pt x="5172" y="62583"/>
                  </a:lnTo>
                  <a:lnTo>
                    <a:pt x="5517" y="64019"/>
                  </a:lnTo>
                  <a:lnTo>
                    <a:pt x="4482" y="64306"/>
                  </a:lnTo>
                  <a:lnTo>
                    <a:pt x="2413" y="66028"/>
                  </a:lnTo>
                  <a:lnTo>
                    <a:pt x="1379" y="66602"/>
                  </a:lnTo>
                  <a:lnTo>
                    <a:pt x="1379" y="66602"/>
                  </a:lnTo>
                  <a:lnTo>
                    <a:pt x="1379" y="66602"/>
                  </a:lnTo>
                  <a:lnTo>
                    <a:pt x="8275" y="69186"/>
                  </a:lnTo>
                  <a:lnTo>
                    <a:pt x="7931" y="69186"/>
                  </a:lnTo>
                  <a:lnTo>
                    <a:pt x="6896" y="70047"/>
                  </a:lnTo>
                  <a:lnTo>
                    <a:pt x="3448" y="71483"/>
                  </a:lnTo>
                  <a:lnTo>
                    <a:pt x="3448" y="71483"/>
                  </a:lnTo>
                  <a:lnTo>
                    <a:pt x="3103" y="71483"/>
                  </a:lnTo>
                  <a:lnTo>
                    <a:pt x="2758" y="72057"/>
                  </a:lnTo>
                  <a:lnTo>
                    <a:pt x="2413" y="72344"/>
                  </a:lnTo>
                  <a:lnTo>
                    <a:pt x="2413" y="72344"/>
                  </a:lnTo>
                  <a:lnTo>
                    <a:pt x="2413" y="72631"/>
                  </a:lnTo>
                  <a:lnTo>
                    <a:pt x="2758" y="73492"/>
                  </a:lnTo>
                  <a:lnTo>
                    <a:pt x="4482" y="73779"/>
                  </a:lnTo>
                  <a:lnTo>
                    <a:pt x="10689" y="73205"/>
                  </a:lnTo>
                  <a:lnTo>
                    <a:pt x="11034" y="73205"/>
                  </a:lnTo>
                  <a:lnTo>
                    <a:pt x="11724" y="73205"/>
                  </a:lnTo>
                  <a:lnTo>
                    <a:pt x="12413" y="72344"/>
                  </a:lnTo>
                  <a:lnTo>
                    <a:pt x="12758" y="71770"/>
                  </a:lnTo>
                  <a:lnTo>
                    <a:pt x="14137" y="72057"/>
                  </a:lnTo>
                  <a:lnTo>
                    <a:pt x="14137" y="73492"/>
                  </a:lnTo>
                  <a:lnTo>
                    <a:pt x="12758" y="74928"/>
                  </a:lnTo>
                  <a:lnTo>
                    <a:pt x="11379" y="75789"/>
                  </a:lnTo>
                  <a:lnTo>
                    <a:pt x="9655" y="76076"/>
                  </a:lnTo>
                  <a:lnTo>
                    <a:pt x="9655" y="76076"/>
                  </a:lnTo>
                  <a:lnTo>
                    <a:pt x="9655" y="76076"/>
                  </a:lnTo>
                  <a:lnTo>
                    <a:pt x="9655" y="76363"/>
                  </a:lnTo>
                  <a:lnTo>
                    <a:pt x="9310" y="76650"/>
                  </a:lnTo>
                  <a:lnTo>
                    <a:pt x="9310" y="76650"/>
                  </a:lnTo>
                  <a:lnTo>
                    <a:pt x="9310" y="76650"/>
                  </a:lnTo>
                  <a:lnTo>
                    <a:pt x="10689" y="78086"/>
                  </a:lnTo>
                  <a:lnTo>
                    <a:pt x="12068" y="78947"/>
                  </a:lnTo>
                  <a:lnTo>
                    <a:pt x="14137" y="78947"/>
                  </a:lnTo>
                  <a:lnTo>
                    <a:pt x="14137" y="78947"/>
                  </a:lnTo>
                  <a:lnTo>
                    <a:pt x="14137" y="78947"/>
                  </a:lnTo>
                  <a:lnTo>
                    <a:pt x="16206" y="76650"/>
                  </a:lnTo>
                  <a:lnTo>
                    <a:pt x="16551" y="76076"/>
                  </a:lnTo>
                  <a:lnTo>
                    <a:pt x="16896" y="77224"/>
                  </a:lnTo>
                  <a:lnTo>
                    <a:pt x="16206" y="79234"/>
                  </a:lnTo>
                  <a:lnTo>
                    <a:pt x="15517" y="80095"/>
                  </a:lnTo>
                  <a:lnTo>
                    <a:pt x="14827" y="81244"/>
                  </a:lnTo>
                  <a:lnTo>
                    <a:pt x="14827" y="81244"/>
                  </a:lnTo>
                  <a:lnTo>
                    <a:pt x="14827" y="81244"/>
                  </a:lnTo>
                  <a:lnTo>
                    <a:pt x="15517" y="82392"/>
                  </a:lnTo>
                  <a:lnTo>
                    <a:pt x="20344" y="86124"/>
                  </a:lnTo>
                  <a:lnTo>
                    <a:pt x="22068" y="86698"/>
                  </a:lnTo>
                  <a:lnTo>
                    <a:pt x="22758" y="87559"/>
                  </a:lnTo>
                  <a:lnTo>
                    <a:pt x="22758" y="88133"/>
                  </a:lnTo>
                  <a:lnTo>
                    <a:pt x="22413" y="88708"/>
                  </a:lnTo>
                  <a:lnTo>
                    <a:pt x="22068" y="90430"/>
                  </a:lnTo>
                  <a:lnTo>
                    <a:pt x="22068" y="91004"/>
                  </a:lnTo>
                  <a:lnTo>
                    <a:pt x="25517" y="95885"/>
                  </a:lnTo>
                  <a:lnTo>
                    <a:pt x="25862" y="98468"/>
                  </a:lnTo>
                  <a:lnTo>
                    <a:pt x="24482" y="100191"/>
                  </a:lnTo>
                  <a:lnTo>
                    <a:pt x="23103" y="101052"/>
                  </a:lnTo>
                  <a:lnTo>
                    <a:pt x="23448" y="100191"/>
                  </a:lnTo>
                  <a:lnTo>
                    <a:pt x="23448" y="99043"/>
                  </a:lnTo>
                  <a:lnTo>
                    <a:pt x="23103" y="98181"/>
                  </a:lnTo>
                  <a:lnTo>
                    <a:pt x="21724" y="97033"/>
                  </a:lnTo>
                  <a:lnTo>
                    <a:pt x="21379" y="95311"/>
                  </a:lnTo>
                  <a:lnTo>
                    <a:pt x="20000" y="93875"/>
                  </a:lnTo>
                  <a:lnTo>
                    <a:pt x="19655" y="92440"/>
                  </a:lnTo>
                  <a:lnTo>
                    <a:pt x="19310" y="91866"/>
                  </a:lnTo>
                  <a:lnTo>
                    <a:pt x="11379" y="88708"/>
                  </a:lnTo>
                  <a:lnTo>
                    <a:pt x="11034" y="87846"/>
                  </a:lnTo>
                  <a:lnTo>
                    <a:pt x="9310" y="86411"/>
                  </a:lnTo>
                  <a:lnTo>
                    <a:pt x="8620" y="86124"/>
                  </a:lnTo>
                  <a:lnTo>
                    <a:pt x="7586" y="86698"/>
                  </a:lnTo>
                  <a:lnTo>
                    <a:pt x="2758" y="89282"/>
                  </a:lnTo>
                  <a:lnTo>
                    <a:pt x="1724" y="90430"/>
                  </a:lnTo>
                  <a:lnTo>
                    <a:pt x="15172" y="93301"/>
                  </a:lnTo>
                  <a:lnTo>
                    <a:pt x="16551" y="95311"/>
                  </a:lnTo>
                  <a:lnTo>
                    <a:pt x="15862" y="95885"/>
                  </a:lnTo>
                  <a:lnTo>
                    <a:pt x="15517" y="96459"/>
                  </a:lnTo>
                  <a:lnTo>
                    <a:pt x="14827" y="96172"/>
                  </a:lnTo>
                  <a:lnTo>
                    <a:pt x="14482" y="95023"/>
                  </a:lnTo>
                  <a:lnTo>
                    <a:pt x="14137" y="94449"/>
                  </a:lnTo>
                  <a:lnTo>
                    <a:pt x="11379" y="94449"/>
                  </a:lnTo>
                  <a:lnTo>
                    <a:pt x="11034" y="94449"/>
                  </a:lnTo>
                  <a:lnTo>
                    <a:pt x="10689" y="95023"/>
                  </a:lnTo>
                  <a:lnTo>
                    <a:pt x="10000" y="95311"/>
                  </a:lnTo>
                  <a:lnTo>
                    <a:pt x="10000" y="95311"/>
                  </a:lnTo>
                  <a:lnTo>
                    <a:pt x="9655" y="95311"/>
                  </a:lnTo>
                  <a:lnTo>
                    <a:pt x="5517" y="95311"/>
                  </a:lnTo>
                  <a:lnTo>
                    <a:pt x="3103" y="95598"/>
                  </a:lnTo>
                  <a:lnTo>
                    <a:pt x="3103" y="95598"/>
                  </a:lnTo>
                  <a:lnTo>
                    <a:pt x="3103" y="95598"/>
                  </a:lnTo>
                  <a:lnTo>
                    <a:pt x="2758" y="96172"/>
                  </a:lnTo>
                  <a:lnTo>
                    <a:pt x="1724" y="97033"/>
                  </a:lnTo>
                  <a:lnTo>
                    <a:pt x="1724" y="97033"/>
                  </a:lnTo>
                  <a:lnTo>
                    <a:pt x="1724" y="97320"/>
                  </a:lnTo>
                  <a:lnTo>
                    <a:pt x="4482" y="98181"/>
                  </a:lnTo>
                  <a:lnTo>
                    <a:pt x="6551" y="99904"/>
                  </a:lnTo>
                  <a:lnTo>
                    <a:pt x="9310" y="103349"/>
                  </a:lnTo>
                  <a:lnTo>
                    <a:pt x="11034" y="103636"/>
                  </a:lnTo>
                  <a:lnTo>
                    <a:pt x="10000" y="103923"/>
                  </a:lnTo>
                  <a:lnTo>
                    <a:pt x="10000" y="104210"/>
                  </a:lnTo>
                  <a:lnTo>
                    <a:pt x="9655" y="104497"/>
                  </a:lnTo>
                  <a:lnTo>
                    <a:pt x="9310" y="104784"/>
                  </a:lnTo>
                  <a:lnTo>
                    <a:pt x="7586" y="105645"/>
                  </a:lnTo>
                  <a:lnTo>
                    <a:pt x="7586" y="105645"/>
                  </a:lnTo>
                  <a:lnTo>
                    <a:pt x="7586" y="105645"/>
                  </a:lnTo>
                  <a:lnTo>
                    <a:pt x="8275" y="106507"/>
                  </a:lnTo>
                  <a:lnTo>
                    <a:pt x="10000" y="107655"/>
                  </a:lnTo>
                  <a:lnTo>
                    <a:pt x="11034" y="108516"/>
                  </a:lnTo>
                  <a:lnTo>
                    <a:pt x="8965" y="108803"/>
                  </a:lnTo>
                  <a:lnTo>
                    <a:pt x="8965" y="108803"/>
                  </a:lnTo>
                  <a:lnTo>
                    <a:pt x="8620" y="109377"/>
                  </a:lnTo>
                  <a:lnTo>
                    <a:pt x="10689" y="111387"/>
                  </a:lnTo>
                  <a:lnTo>
                    <a:pt x="11724" y="111961"/>
                  </a:lnTo>
                  <a:lnTo>
                    <a:pt x="12758" y="110526"/>
                  </a:lnTo>
                  <a:lnTo>
                    <a:pt x="13103" y="110239"/>
                  </a:lnTo>
                  <a:lnTo>
                    <a:pt x="13103" y="110239"/>
                  </a:lnTo>
                  <a:lnTo>
                    <a:pt x="14137" y="110239"/>
                  </a:lnTo>
                  <a:lnTo>
                    <a:pt x="14137" y="110813"/>
                  </a:lnTo>
                  <a:lnTo>
                    <a:pt x="14137" y="111387"/>
                  </a:lnTo>
                  <a:lnTo>
                    <a:pt x="14137" y="111674"/>
                  </a:lnTo>
                  <a:lnTo>
                    <a:pt x="13448" y="112248"/>
                  </a:lnTo>
                  <a:lnTo>
                    <a:pt x="12758" y="112822"/>
                  </a:lnTo>
                  <a:lnTo>
                    <a:pt x="12758" y="112822"/>
                  </a:lnTo>
                  <a:lnTo>
                    <a:pt x="11724" y="113684"/>
                  </a:lnTo>
                  <a:lnTo>
                    <a:pt x="12413" y="114545"/>
                  </a:lnTo>
                  <a:lnTo>
                    <a:pt x="13103" y="115119"/>
                  </a:lnTo>
                  <a:lnTo>
                    <a:pt x="15172" y="115693"/>
                  </a:lnTo>
                  <a:lnTo>
                    <a:pt x="16206" y="115693"/>
                  </a:lnTo>
                  <a:lnTo>
                    <a:pt x="18620" y="115693"/>
                  </a:lnTo>
                  <a:lnTo>
                    <a:pt x="21379" y="115980"/>
                  </a:lnTo>
                  <a:lnTo>
                    <a:pt x="22068" y="115980"/>
                  </a:lnTo>
                  <a:lnTo>
                    <a:pt x="22758" y="115693"/>
                  </a:lnTo>
                  <a:lnTo>
                    <a:pt x="22758" y="115693"/>
                  </a:lnTo>
                  <a:lnTo>
                    <a:pt x="22758" y="115693"/>
                  </a:lnTo>
                  <a:lnTo>
                    <a:pt x="23103" y="115119"/>
                  </a:lnTo>
                  <a:lnTo>
                    <a:pt x="23448" y="114545"/>
                  </a:lnTo>
                  <a:lnTo>
                    <a:pt x="23793" y="113684"/>
                  </a:lnTo>
                  <a:lnTo>
                    <a:pt x="24827" y="113110"/>
                  </a:lnTo>
                  <a:lnTo>
                    <a:pt x="25172" y="114545"/>
                  </a:lnTo>
                  <a:lnTo>
                    <a:pt x="25517" y="116555"/>
                  </a:lnTo>
                  <a:lnTo>
                    <a:pt x="26551" y="118277"/>
                  </a:lnTo>
                  <a:lnTo>
                    <a:pt x="28275" y="119138"/>
                  </a:lnTo>
                  <a:lnTo>
                    <a:pt x="30344" y="119999"/>
                  </a:lnTo>
                  <a:lnTo>
                    <a:pt x="32068" y="119999"/>
                  </a:lnTo>
                  <a:lnTo>
                    <a:pt x="34482" y="119138"/>
                  </a:lnTo>
                  <a:lnTo>
                    <a:pt x="35862" y="118564"/>
                  </a:lnTo>
                  <a:lnTo>
                    <a:pt x="35862" y="118564"/>
                  </a:lnTo>
                  <a:lnTo>
                    <a:pt x="36206" y="118564"/>
                  </a:lnTo>
                  <a:lnTo>
                    <a:pt x="36551" y="118277"/>
                  </a:lnTo>
                  <a:lnTo>
                    <a:pt x="36551" y="118277"/>
                  </a:lnTo>
                  <a:lnTo>
                    <a:pt x="36896" y="119138"/>
                  </a:lnTo>
                  <a:lnTo>
                    <a:pt x="40344" y="119999"/>
                  </a:lnTo>
                  <a:lnTo>
                    <a:pt x="43448" y="119712"/>
                  </a:lnTo>
                  <a:lnTo>
                    <a:pt x="43793" y="119138"/>
                  </a:lnTo>
                  <a:lnTo>
                    <a:pt x="44137" y="118564"/>
                  </a:lnTo>
                  <a:lnTo>
                    <a:pt x="43793" y="117703"/>
                  </a:lnTo>
                  <a:lnTo>
                    <a:pt x="43103" y="117416"/>
                  </a:lnTo>
                  <a:lnTo>
                    <a:pt x="37241" y="117703"/>
                  </a:lnTo>
                  <a:lnTo>
                    <a:pt x="37241" y="117703"/>
                  </a:lnTo>
                  <a:lnTo>
                    <a:pt x="32068" y="115406"/>
                  </a:lnTo>
                  <a:lnTo>
                    <a:pt x="29310" y="115119"/>
                  </a:lnTo>
                  <a:lnTo>
                    <a:pt x="28275" y="114258"/>
                  </a:lnTo>
                  <a:lnTo>
                    <a:pt x="28275" y="112535"/>
                  </a:lnTo>
                  <a:lnTo>
                    <a:pt x="29310" y="114258"/>
                  </a:lnTo>
                  <a:lnTo>
                    <a:pt x="30344" y="114545"/>
                  </a:lnTo>
                  <a:lnTo>
                    <a:pt x="30344" y="114258"/>
                  </a:lnTo>
                  <a:lnTo>
                    <a:pt x="30344" y="114258"/>
                  </a:lnTo>
                  <a:lnTo>
                    <a:pt x="31034" y="113684"/>
                  </a:lnTo>
                  <a:lnTo>
                    <a:pt x="31379" y="113397"/>
                  </a:lnTo>
                  <a:lnTo>
                    <a:pt x="32413" y="112248"/>
                  </a:lnTo>
                  <a:lnTo>
                    <a:pt x="33448" y="112248"/>
                  </a:lnTo>
                  <a:lnTo>
                    <a:pt x="34482" y="112822"/>
                  </a:lnTo>
                  <a:lnTo>
                    <a:pt x="36896" y="112535"/>
                  </a:lnTo>
                  <a:lnTo>
                    <a:pt x="42413" y="113110"/>
                  </a:lnTo>
                  <a:lnTo>
                    <a:pt x="48275" y="115693"/>
                  </a:lnTo>
                  <a:lnTo>
                    <a:pt x="50000" y="115406"/>
                  </a:lnTo>
                  <a:lnTo>
                    <a:pt x="52758" y="113684"/>
                  </a:lnTo>
                  <a:lnTo>
                    <a:pt x="58620" y="109377"/>
                  </a:lnTo>
                  <a:lnTo>
                    <a:pt x="60344" y="107942"/>
                  </a:lnTo>
                  <a:lnTo>
                    <a:pt x="60344" y="107942"/>
                  </a:lnTo>
                  <a:lnTo>
                    <a:pt x="60344" y="107942"/>
                  </a:lnTo>
                  <a:lnTo>
                    <a:pt x="60689" y="106220"/>
                  </a:lnTo>
                  <a:lnTo>
                    <a:pt x="60689" y="106220"/>
                  </a:lnTo>
                  <a:lnTo>
                    <a:pt x="61034" y="104784"/>
                  </a:lnTo>
                  <a:lnTo>
                    <a:pt x="64137" y="100191"/>
                  </a:lnTo>
                  <a:lnTo>
                    <a:pt x="65172" y="98755"/>
                  </a:lnTo>
                  <a:lnTo>
                    <a:pt x="66206" y="95023"/>
                  </a:lnTo>
                  <a:lnTo>
                    <a:pt x="66551" y="92727"/>
                  </a:lnTo>
                  <a:lnTo>
                    <a:pt x="66551" y="92727"/>
                  </a:lnTo>
                  <a:lnTo>
                    <a:pt x="66551" y="92440"/>
                  </a:lnTo>
                  <a:lnTo>
                    <a:pt x="66896" y="91578"/>
                  </a:lnTo>
                  <a:lnTo>
                    <a:pt x="66896" y="91004"/>
                  </a:lnTo>
                  <a:lnTo>
                    <a:pt x="67586" y="90430"/>
                  </a:lnTo>
                  <a:lnTo>
                    <a:pt x="68620" y="89856"/>
                  </a:lnTo>
                  <a:lnTo>
                    <a:pt x="69655" y="88995"/>
                  </a:lnTo>
                  <a:lnTo>
                    <a:pt x="70344" y="87846"/>
                  </a:lnTo>
                  <a:lnTo>
                    <a:pt x="70344" y="87846"/>
                  </a:lnTo>
                  <a:lnTo>
                    <a:pt x="70689" y="86985"/>
                  </a:lnTo>
                  <a:lnTo>
                    <a:pt x="71034" y="84401"/>
                  </a:lnTo>
                  <a:lnTo>
                    <a:pt x="72758" y="82392"/>
                  </a:lnTo>
                  <a:lnTo>
                    <a:pt x="74482" y="80669"/>
                  </a:lnTo>
                  <a:lnTo>
                    <a:pt x="78620" y="77799"/>
                  </a:lnTo>
                  <a:lnTo>
                    <a:pt x="80344" y="76076"/>
                  </a:lnTo>
                  <a:lnTo>
                    <a:pt x="82068" y="74354"/>
                  </a:lnTo>
                  <a:lnTo>
                    <a:pt x="83103" y="72344"/>
                  </a:lnTo>
                  <a:lnTo>
                    <a:pt x="83448" y="71770"/>
                  </a:lnTo>
                  <a:lnTo>
                    <a:pt x="84482" y="70047"/>
                  </a:lnTo>
                  <a:lnTo>
                    <a:pt x="85862" y="68038"/>
                  </a:lnTo>
                  <a:lnTo>
                    <a:pt x="86896" y="66602"/>
                  </a:lnTo>
                  <a:lnTo>
                    <a:pt x="87586" y="66028"/>
                  </a:lnTo>
                  <a:lnTo>
                    <a:pt x="88965" y="65167"/>
                  </a:lnTo>
                  <a:lnTo>
                    <a:pt x="93103" y="62296"/>
                  </a:lnTo>
                  <a:lnTo>
                    <a:pt x="100689" y="58277"/>
                  </a:lnTo>
                  <a:lnTo>
                    <a:pt x="104827" y="55693"/>
                  </a:lnTo>
                  <a:lnTo>
                    <a:pt x="106896" y="53971"/>
                  </a:lnTo>
                  <a:lnTo>
                    <a:pt x="108275" y="52535"/>
                  </a:lnTo>
                  <a:lnTo>
                    <a:pt x="111724" y="48803"/>
                  </a:lnTo>
                  <a:lnTo>
                    <a:pt x="114482" y="44497"/>
                  </a:lnTo>
                  <a:lnTo>
                    <a:pt x="115172" y="43349"/>
                  </a:lnTo>
                  <a:lnTo>
                    <a:pt x="117241" y="40478"/>
                  </a:lnTo>
                  <a:lnTo>
                    <a:pt x="117931" y="39904"/>
                  </a:lnTo>
                  <a:lnTo>
                    <a:pt x="118275" y="39330"/>
                  </a:lnTo>
                  <a:lnTo>
                    <a:pt x="118275" y="39043"/>
                  </a:lnTo>
                  <a:lnTo>
                    <a:pt x="118620" y="38468"/>
                  </a:lnTo>
                  <a:lnTo>
                    <a:pt x="118620" y="37607"/>
                  </a:lnTo>
                  <a:lnTo>
                    <a:pt x="119310" y="37607"/>
                  </a:lnTo>
                  <a:lnTo>
                    <a:pt x="119655" y="37033"/>
                  </a:lnTo>
                  <a:lnTo>
                    <a:pt x="119655" y="37033"/>
                  </a:lnTo>
                  <a:lnTo>
                    <a:pt x="119655" y="37033"/>
                  </a:lnTo>
                  <a:lnTo>
                    <a:pt x="120000" y="36459"/>
                  </a:lnTo>
                  <a:lnTo>
                    <a:pt x="120000" y="36459"/>
                  </a:lnTo>
                  <a:lnTo>
                    <a:pt x="120000" y="3645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Shape 5402"/>
            <p:cNvSpPr/>
            <p:nvPr/>
          </p:nvSpPr>
          <p:spPr>
            <a:xfrm>
              <a:off x="8298120" y="7909268"/>
              <a:ext cx="11113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43200"/>
                  </a:moveTo>
                  <a:lnTo>
                    <a:pt x="80000" y="9600"/>
                  </a:lnTo>
                  <a:lnTo>
                    <a:pt x="62857" y="0"/>
                  </a:lnTo>
                  <a:lnTo>
                    <a:pt x="57142" y="9600"/>
                  </a:lnTo>
                  <a:lnTo>
                    <a:pt x="51428" y="14400"/>
                  </a:lnTo>
                  <a:lnTo>
                    <a:pt x="51428" y="28800"/>
                  </a:lnTo>
                  <a:lnTo>
                    <a:pt x="40000" y="33600"/>
                  </a:lnTo>
                  <a:lnTo>
                    <a:pt x="34285" y="33600"/>
                  </a:lnTo>
                  <a:lnTo>
                    <a:pt x="11428" y="19200"/>
                  </a:lnTo>
                  <a:lnTo>
                    <a:pt x="0" y="19200"/>
                  </a:lnTo>
                  <a:lnTo>
                    <a:pt x="0" y="24000"/>
                  </a:lnTo>
                  <a:lnTo>
                    <a:pt x="5714" y="28800"/>
                  </a:lnTo>
                  <a:lnTo>
                    <a:pt x="5714" y="38400"/>
                  </a:lnTo>
                  <a:lnTo>
                    <a:pt x="5714" y="43200"/>
                  </a:lnTo>
                  <a:lnTo>
                    <a:pt x="0" y="57600"/>
                  </a:lnTo>
                  <a:lnTo>
                    <a:pt x="5714" y="62400"/>
                  </a:lnTo>
                  <a:lnTo>
                    <a:pt x="108571" y="120000"/>
                  </a:lnTo>
                  <a:lnTo>
                    <a:pt x="108571" y="120000"/>
                  </a:lnTo>
                  <a:lnTo>
                    <a:pt x="114285" y="120000"/>
                  </a:lnTo>
                  <a:lnTo>
                    <a:pt x="114285" y="120000"/>
                  </a:lnTo>
                  <a:lnTo>
                    <a:pt x="114285" y="110400"/>
                  </a:lnTo>
                  <a:lnTo>
                    <a:pt x="102857" y="96000"/>
                  </a:lnTo>
                  <a:lnTo>
                    <a:pt x="102857" y="86400"/>
                  </a:lnTo>
                  <a:lnTo>
                    <a:pt x="108571" y="76800"/>
                  </a:lnTo>
                  <a:lnTo>
                    <a:pt x="108571" y="67200"/>
                  </a:lnTo>
                  <a:lnTo>
                    <a:pt x="114285" y="67200"/>
                  </a:lnTo>
                  <a:lnTo>
                    <a:pt x="114285" y="57600"/>
                  </a:lnTo>
                  <a:lnTo>
                    <a:pt x="97142" y="38400"/>
                  </a:lnTo>
                  <a:lnTo>
                    <a:pt x="97142" y="33600"/>
                  </a:lnTo>
                  <a:lnTo>
                    <a:pt x="120000" y="432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Shape 5403"/>
            <p:cNvSpPr/>
            <p:nvPr/>
          </p:nvSpPr>
          <p:spPr>
            <a:xfrm>
              <a:off x="8083807" y="7836243"/>
              <a:ext cx="4763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636" y="102857"/>
                  </a:moveTo>
                  <a:lnTo>
                    <a:pt x="87272" y="102857"/>
                  </a:lnTo>
                  <a:lnTo>
                    <a:pt x="109090" y="85714"/>
                  </a:lnTo>
                  <a:lnTo>
                    <a:pt x="120000" y="34285"/>
                  </a:lnTo>
                  <a:lnTo>
                    <a:pt x="109090" y="0"/>
                  </a:lnTo>
                  <a:lnTo>
                    <a:pt x="98181" y="0"/>
                  </a:lnTo>
                  <a:lnTo>
                    <a:pt x="65454" y="17142"/>
                  </a:lnTo>
                  <a:lnTo>
                    <a:pt x="54545" y="34285"/>
                  </a:lnTo>
                  <a:lnTo>
                    <a:pt x="10909" y="85714"/>
                  </a:lnTo>
                  <a:lnTo>
                    <a:pt x="0" y="102857"/>
                  </a:lnTo>
                  <a:lnTo>
                    <a:pt x="10909" y="102857"/>
                  </a:lnTo>
                  <a:lnTo>
                    <a:pt x="10909" y="119999"/>
                  </a:lnTo>
                  <a:lnTo>
                    <a:pt x="43636" y="1028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Shape 5404"/>
            <p:cNvSpPr/>
            <p:nvPr/>
          </p:nvSpPr>
          <p:spPr>
            <a:xfrm>
              <a:off x="8090157" y="7828307"/>
              <a:ext cx="11113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000" y="120000"/>
                  </a:moveTo>
                  <a:lnTo>
                    <a:pt x="36000" y="120000"/>
                  </a:lnTo>
                  <a:lnTo>
                    <a:pt x="42000" y="107368"/>
                  </a:lnTo>
                  <a:lnTo>
                    <a:pt x="48000" y="101052"/>
                  </a:lnTo>
                  <a:lnTo>
                    <a:pt x="54000" y="94736"/>
                  </a:lnTo>
                  <a:lnTo>
                    <a:pt x="60000" y="94736"/>
                  </a:lnTo>
                  <a:lnTo>
                    <a:pt x="72000" y="88421"/>
                  </a:lnTo>
                  <a:lnTo>
                    <a:pt x="90000" y="82105"/>
                  </a:lnTo>
                  <a:lnTo>
                    <a:pt x="90000" y="75789"/>
                  </a:lnTo>
                  <a:lnTo>
                    <a:pt x="96000" y="69473"/>
                  </a:lnTo>
                  <a:lnTo>
                    <a:pt x="102000" y="56842"/>
                  </a:lnTo>
                  <a:lnTo>
                    <a:pt x="120000" y="31578"/>
                  </a:lnTo>
                  <a:lnTo>
                    <a:pt x="120000" y="18947"/>
                  </a:lnTo>
                  <a:lnTo>
                    <a:pt x="114000" y="6315"/>
                  </a:lnTo>
                  <a:lnTo>
                    <a:pt x="108000" y="0"/>
                  </a:lnTo>
                  <a:lnTo>
                    <a:pt x="102000" y="6315"/>
                  </a:lnTo>
                  <a:lnTo>
                    <a:pt x="96000" y="6315"/>
                  </a:lnTo>
                  <a:lnTo>
                    <a:pt x="78000" y="6315"/>
                  </a:lnTo>
                  <a:lnTo>
                    <a:pt x="72000" y="12631"/>
                  </a:lnTo>
                  <a:lnTo>
                    <a:pt x="60000" y="25263"/>
                  </a:lnTo>
                  <a:lnTo>
                    <a:pt x="48000" y="25263"/>
                  </a:lnTo>
                  <a:lnTo>
                    <a:pt x="42000" y="31578"/>
                  </a:lnTo>
                  <a:lnTo>
                    <a:pt x="36000" y="44210"/>
                  </a:lnTo>
                  <a:lnTo>
                    <a:pt x="30000" y="56842"/>
                  </a:lnTo>
                  <a:lnTo>
                    <a:pt x="18000" y="63157"/>
                  </a:lnTo>
                  <a:lnTo>
                    <a:pt x="12000" y="69473"/>
                  </a:lnTo>
                  <a:lnTo>
                    <a:pt x="12000" y="75789"/>
                  </a:lnTo>
                  <a:lnTo>
                    <a:pt x="6000" y="82105"/>
                  </a:lnTo>
                  <a:lnTo>
                    <a:pt x="0" y="82105"/>
                  </a:lnTo>
                  <a:lnTo>
                    <a:pt x="0" y="88421"/>
                  </a:lnTo>
                  <a:lnTo>
                    <a:pt x="0" y="101052"/>
                  </a:lnTo>
                  <a:lnTo>
                    <a:pt x="18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Shape 5405"/>
            <p:cNvSpPr/>
            <p:nvPr/>
          </p:nvSpPr>
          <p:spPr>
            <a:xfrm>
              <a:off x="8266370" y="7875932"/>
              <a:ext cx="4763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000" y="101052"/>
                  </a:moveTo>
                  <a:lnTo>
                    <a:pt x="45000" y="120000"/>
                  </a:lnTo>
                  <a:lnTo>
                    <a:pt x="90000" y="101052"/>
                  </a:lnTo>
                  <a:lnTo>
                    <a:pt x="105000" y="50526"/>
                  </a:lnTo>
                  <a:lnTo>
                    <a:pt x="120000" y="12631"/>
                  </a:lnTo>
                  <a:lnTo>
                    <a:pt x="105000" y="6315"/>
                  </a:lnTo>
                  <a:lnTo>
                    <a:pt x="60000" y="6315"/>
                  </a:lnTo>
                  <a:lnTo>
                    <a:pt x="45000" y="0"/>
                  </a:lnTo>
                  <a:lnTo>
                    <a:pt x="45000" y="0"/>
                  </a:lnTo>
                  <a:lnTo>
                    <a:pt x="15000" y="0"/>
                  </a:lnTo>
                  <a:lnTo>
                    <a:pt x="0" y="12631"/>
                  </a:lnTo>
                  <a:lnTo>
                    <a:pt x="15000" y="18947"/>
                  </a:lnTo>
                  <a:lnTo>
                    <a:pt x="15000" y="37894"/>
                  </a:lnTo>
                  <a:lnTo>
                    <a:pt x="0" y="44210"/>
                  </a:lnTo>
                  <a:lnTo>
                    <a:pt x="0" y="56842"/>
                  </a:lnTo>
                  <a:lnTo>
                    <a:pt x="0" y="75789"/>
                  </a:lnTo>
                  <a:lnTo>
                    <a:pt x="15000" y="94736"/>
                  </a:lnTo>
                  <a:lnTo>
                    <a:pt x="30000" y="10105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Shape 5406"/>
            <p:cNvSpPr/>
            <p:nvPr/>
          </p:nvSpPr>
          <p:spPr>
            <a:xfrm>
              <a:off x="8264782" y="7867993"/>
              <a:ext cx="4763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000" y="94736"/>
                  </a:moveTo>
                  <a:lnTo>
                    <a:pt x="120000" y="88421"/>
                  </a:lnTo>
                  <a:lnTo>
                    <a:pt x="120000" y="75789"/>
                  </a:lnTo>
                  <a:lnTo>
                    <a:pt x="72000" y="12631"/>
                  </a:lnTo>
                  <a:lnTo>
                    <a:pt x="60000" y="12631"/>
                  </a:lnTo>
                  <a:lnTo>
                    <a:pt x="48000" y="12631"/>
                  </a:lnTo>
                  <a:lnTo>
                    <a:pt x="36000" y="18947"/>
                  </a:lnTo>
                  <a:lnTo>
                    <a:pt x="24000" y="18947"/>
                  </a:lnTo>
                  <a:lnTo>
                    <a:pt x="12000" y="0"/>
                  </a:lnTo>
                  <a:lnTo>
                    <a:pt x="0" y="18947"/>
                  </a:lnTo>
                  <a:lnTo>
                    <a:pt x="0" y="50526"/>
                  </a:lnTo>
                  <a:lnTo>
                    <a:pt x="0" y="82105"/>
                  </a:lnTo>
                  <a:lnTo>
                    <a:pt x="12000" y="94736"/>
                  </a:lnTo>
                  <a:lnTo>
                    <a:pt x="24000" y="101052"/>
                  </a:lnTo>
                  <a:lnTo>
                    <a:pt x="24000" y="107368"/>
                  </a:lnTo>
                  <a:lnTo>
                    <a:pt x="24000" y="120000"/>
                  </a:lnTo>
                  <a:lnTo>
                    <a:pt x="24000" y="120000"/>
                  </a:lnTo>
                  <a:lnTo>
                    <a:pt x="36000" y="120000"/>
                  </a:lnTo>
                  <a:lnTo>
                    <a:pt x="48000" y="107368"/>
                  </a:lnTo>
                  <a:lnTo>
                    <a:pt x="48000" y="94736"/>
                  </a:lnTo>
                  <a:lnTo>
                    <a:pt x="48000" y="94736"/>
                  </a:lnTo>
                  <a:lnTo>
                    <a:pt x="96000" y="947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Shape 5407"/>
            <p:cNvSpPr/>
            <p:nvPr/>
          </p:nvSpPr>
          <p:spPr>
            <a:xfrm>
              <a:off x="7966332" y="7636218"/>
              <a:ext cx="12699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5652" y="115000"/>
                  </a:moveTo>
                  <a:lnTo>
                    <a:pt x="26086" y="120000"/>
                  </a:lnTo>
                  <a:lnTo>
                    <a:pt x="46956" y="120000"/>
                  </a:lnTo>
                  <a:lnTo>
                    <a:pt x="73043" y="90000"/>
                  </a:lnTo>
                  <a:lnTo>
                    <a:pt x="78260" y="85000"/>
                  </a:lnTo>
                  <a:lnTo>
                    <a:pt x="83478" y="85000"/>
                  </a:lnTo>
                  <a:lnTo>
                    <a:pt x="88695" y="80000"/>
                  </a:lnTo>
                  <a:lnTo>
                    <a:pt x="104347" y="65000"/>
                  </a:lnTo>
                  <a:lnTo>
                    <a:pt x="114782" y="60000"/>
                  </a:lnTo>
                  <a:lnTo>
                    <a:pt x="120000" y="55000"/>
                  </a:lnTo>
                  <a:lnTo>
                    <a:pt x="120000" y="45000"/>
                  </a:lnTo>
                  <a:lnTo>
                    <a:pt x="99130" y="15000"/>
                  </a:lnTo>
                  <a:lnTo>
                    <a:pt x="88695" y="5000"/>
                  </a:lnTo>
                  <a:lnTo>
                    <a:pt x="78260" y="0"/>
                  </a:lnTo>
                  <a:lnTo>
                    <a:pt x="73043" y="10000"/>
                  </a:lnTo>
                  <a:lnTo>
                    <a:pt x="62608" y="20000"/>
                  </a:lnTo>
                  <a:lnTo>
                    <a:pt x="62608" y="30000"/>
                  </a:lnTo>
                  <a:lnTo>
                    <a:pt x="46956" y="40000"/>
                  </a:lnTo>
                  <a:lnTo>
                    <a:pt x="31304" y="40000"/>
                  </a:lnTo>
                  <a:lnTo>
                    <a:pt x="26086" y="45000"/>
                  </a:lnTo>
                  <a:lnTo>
                    <a:pt x="26086" y="50000"/>
                  </a:lnTo>
                  <a:lnTo>
                    <a:pt x="20869" y="55000"/>
                  </a:lnTo>
                  <a:lnTo>
                    <a:pt x="10434" y="60000"/>
                  </a:lnTo>
                  <a:lnTo>
                    <a:pt x="0" y="70000"/>
                  </a:lnTo>
                  <a:lnTo>
                    <a:pt x="31304" y="90000"/>
                  </a:lnTo>
                  <a:lnTo>
                    <a:pt x="36521" y="90000"/>
                  </a:lnTo>
                  <a:lnTo>
                    <a:pt x="52173" y="85000"/>
                  </a:lnTo>
                  <a:lnTo>
                    <a:pt x="62608" y="70000"/>
                  </a:lnTo>
                  <a:lnTo>
                    <a:pt x="67826" y="65000"/>
                  </a:lnTo>
                  <a:lnTo>
                    <a:pt x="52173" y="85000"/>
                  </a:lnTo>
                  <a:lnTo>
                    <a:pt x="15652" y="115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Shape 5408"/>
            <p:cNvSpPr/>
            <p:nvPr/>
          </p:nvSpPr>
          <p:spPr>
            <a:xfrm>
              <a:off x="8006020" y="7461593"/>
              <a:ext cx="9524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3333" y="0"/>
                  </a:moveTo>
                  <a:lnTo>
                    <a:pt x="0" y="16000"/>
                  </a:lnTo>
                  <a:lnTo>
                    <a:pt x="0" y="32000"/>
                  </a:lnTo>
                  <a:lnTo>
                    <a:pt x="6666" y="56000"/>
                  </a:lnTo>
                  <a:lnTo>
                    <a:pt x="20000" y="80000"/>
                  </a:lnTo>
                  <a:lnTo>
                    <a:pt x="86666" y="120000"/>
                  </a:lnTo>
                  <a:lnTo>
                    <a:pt x="100000" y="120000"/>
                  </a:lnTo>
                  <a:lnTo>
                    <a:pt x="120000" y="112000"/>
                  </a:lnTo>
                  <a:lnTo>
                    <a:pt x="120000" y="96000"/>
                  </a:lnTo>
                  <a:lnTo>
                    <a:pt x="113333" y="88000"/>
                  </a:lnTo>
                  <a:lnTo>
                    <a:pt x="113333" y="64000"/>
                  </a:lnTo>
                  <a:lnTo>
                    <a:pt x="113333" y="56000"/>
                  </a:lnTo>
                  <a:lnTo>
                    <a:pt x="73333" y="24000"/>
                  </a:lnTo>
                  <a:lnTo>
                    <a:pt x="66666" y="16000"/>
                  </a:lnTo>
                  <a:lnTo>
                    <a:pt x="66666" y="16000"/>
                  </a:lnTo>
                  <a:lnTo>
                    <a:pt x="60000" y="16000"/>
                  </a:lnTo>
                  <a:lnTo>
                    <a:pt x="60000" y="8000"/>
                  </a:lnTo>
                  <a:lnTo>
                    <a:pt x="60000" y="0"/>
                  </a:lnTo>
                  <a:lnTo>
                    <a:pt x="53333" y="8000"/>
                  </a:lnTo>
                  <a:lnTo>
                    <a:pt x="33333" y="16000"/>
                  </a:lnTo>
                  <a:lnTo>
                    <a:pt x="33333" y="16000"/>
                  </a:lnTo>
                  <a:lnTo>
                    <a:pt x="33333" y="8000"/>
                  </a:lnTo>
                  <a:lnTo>
                    <a:pt x="26666" y="0"/>
                  </a:lnTo>
                  <a:lnTo>
                    <a:pt x="20000" y="0"/>
                  </a:lnTo>
                  <a:lnTo>
                    <a:pt x="13333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Shape 5409"/>
            <p:cNvSpPr/>
            <p:nvPr/>
          </p:nvSpPr>
          <p:spPr>
            <a:xfrm>
              <a:off x="8023482" y="7431432"/>
              <a:ext cx="11113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421" y="20000"/>
                  </a:moveTo>
                  <a:lnTo>
                    <a:pt x="63157" y="0"/>
                  </a:lnTo>
                  <a:lnTo>
                    <a:pt x="50526" y="0"/>
                  </a:lnTo>
                  <a:lnTo>
                    <a:pt x="18947" y="20000"/>
                  </a:lnTo>
                  <a:lnTo>
                    <a:pt x="0" y="30000"/>
                  </a:lnTo>
                  <a:lnTo>
                    <a:pt x="0" y="40000"/>
                  </a:lnTo>
                  <a:lnTo>
                    <a:pt x="0" y="50000"/>
                  </a:lnTo>
                  <a:lnTo>
                    <a:pt x="0" y="60000"/>
                  </a:lnTo>
                  <a:lnTo>
                    <a:pt x="31578" y="110000"/>
                  </a:lnTo>
                  <a:lnTo>
                    <a:pt x="63157" y="110000"/>
                  </a:lnTo>
                  <a:lnTo>
                    <a:pt x="75789" y="100000"/>
                  </a:lnTo>
                  <a:lnTo>
                    <a:pt x="82105" y="90000"/>
                  </a:lnTo>
                  <a:lnTo>
                    <a:pt x="75789" y="100000"/>
                  </a:lnTo>
                  <a:lnTo>
                    <a:pt x="63157" y="110000"/>
                  </a:lnTo>
                  <a:lnTo>
                    <a:pt x="75789" y="120000"/>
                  </a:lnTo>
                  <a:lnTo>
                    <a:pt x="113684" y="100000"/>
                  </a:lnTo>
                  <a:lnTo>
                    <a:pt x="120000" y="80000"/>
                  </a:lnTo>
                  <a:lnTo>
                    <a:pt x="113684" y="60000"/>
                  </a:lnTo>
                  <a:lnTo>
                    <a:pt x="101052" y="80000"/>
                  </a:lnTo>
                  <a:lnTo>
                    <a:pt x="101052" y="40000"/>
                  </a:lnTo>
                  <a:lnTo>
                    <a:pt x="88421" y="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Shape 5410"/>
            <p:cNvSpPr/>
            <p:nvPr/>
          </p:nvSpPr>
          <p:spPr>
            <a:xfrm>
              <a:off x="8007607" y="7402857"/>
              <a:ext cx="22225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26" y="46666"/>
                  </a:moveTo>
                  <a:lnTo>
                    <a:pt x="0" y="53333"/>
                  </a:lnTo>
                  <a:lnTo>
                    <a:pt x="5853" y="80000"/>
                  </a:lnTo>
                  <a:lnTo>
                    <a:pt x="32195" y="100000"/>
                  </a:lnTo>
                  <a:lnTo>
                    <a:pt x="40975" y="100000"/>
                  </a:lnTo>
                  <a:lnTo>
                    <a:pt x="61463" y="120000"/>
                  </a:lnTo>
                  <a:lnTo>
                    <a:pt x="79024" y="113333"/>
                  </a:lnTo>
                  <a:lnTo>
                    <a:pt x="108292" y="120000"/>
                  </a:lnTo>
                  <a:lnTo>
                    <a:pt x="117073" y="120000"/>
                  </a:lnTo>
                  <a:lnTo>
                    <a:pt x="120000" y="106666"/>
                  </a:lnTo>
                  <a:lnTo>
                    <a:pt x="117073" y="86666"/>
                  </a:lnTo>
                  <a:lnTo>
                    <a:pt x="111219" y="53333"/>
                  </a:lnTo>
                  <a:lnTo>
                    <a:pt x="84878" y="13333"/>
                  </a:lnTo>
                  <a:lnTo>
                    <a:pt x="79024" y="13333"/>
                  </a:lnTo>
                  <a:lnTo>
                    <a:pt x="73170" y="13333"/>
                  </a:lnTo>
                  <a:lnTo>
                    <a:pt x="58536" y="0"/>
                  </a:lnTo>
                  <a:lnTo>
                    <a:pt x="40975" y="20000"/>
                  </a:lnTo>
                  <a:lnTo>
                    <a:pt x="29268" y="26666"/>
                  </a:lnTo>
                  <a:lnTo>
                    <a:pt x="29268" y="33333"/>
                  </a:lnTo>
                  <a:lnTo>
                    <a:pt x="32195" y="40000"/>
                  </a:lnTo>
                  <a:lnTo>
                    <a:pt x="29268" y="46666"/>
                  </a:lnTo>
                  <a:lnTo>
                    <a:pt x="32195" y="60000"/>
                  </a:lnTo>
                  <a:lnTo>
                    <a:pt x="40975" y="80000"/>
                  </a:lnTo>
                  <a:lnTo>
                    <a:pt x="14634" y="46666"/>
                  </a:lnTo>
                  <a:lnTo>
                    <a:pt x="2926" y="4666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Shape 5411"/>
            <p:cNvSpPr/>
            <p:nvPr/>
          </p:nvSpPr>
          <p:spPr>
            <a:xfrm>
              <a:off x="7626607" y="6850407"/>
              <a:ext cx="14288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"/>
                  </a:moveTo>
                  <a:lnTo>
                    <a:pt x="0" y="18000"/>
                  </a:lnTo>
                  <a:lnTo>
                    <a:pt x="13333" y="60000"/>
                  </a:lnTo>
                  <a:lnTo>
                    <a:pt x="111111" y="120000"/>
                  </a:lnTo>
                  <a:lnTo>
                    <a:pt x="120000" y="96000"/>
                  </a:lnTo>
                  <a:lnTo>
                    <a:pt x="120000" y="78000"/>
                  </a:lnTo>
                  <a:lnTo>
                    <a:pt x="111111" y="54000"/>
                  </a:lnTo>
                  <a:lnTo>
                    <a:pt x="4444" y="0"/>
                  </a:lnTo>
                  <a:lnTo>
                    <a:pt x="0" y="12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Shape 5412"/>
            <p:cNvSpPr/>
            <p:nvPr/>
          </p:nvSpPr>
          <p:spPr>
            <a:xfrm>
              <a:off x="7642482" y="6901207"/>
              <a:ext cx="11113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684" y="25714"/>
                  </a:moveTo>
                  <a:lnTo>
                    <a:pt x="107368" y="0"/>
                  </a:lnTo>
                  <a:lnTo>
                    <a:pt x="82105" y="25714"/>
                  </a:lnTo>
                  <a:lnTo>
                    <a:pt x="75789" y="25714"/>
                  </a:lnTo>
                  <a:lnTo>
                    <a:pt x="69473" y="25714"/>
                  </a:lnTo>
                  <a:lnTo>
                    <a:pt x="63157" y="25714"/>
                  </a:lnTo>
                  <a:lnTo>
                    <a:pt x="63157" y="17142"/>
                  </a:lnTo>
                  <a:lnTo>
                    <a:pt x="56842" y="34285"/>
                  </a:lnTo>
                  <a:lnTo>
                    <a:pt x="44210" y="25714"/>
                  </a:lnTo>
                  <a:lnTo>
                    <a:pt x="37894" y="25714"/>
                  </a:lnTo>
                  <a:lnTo>
                    <a:pt x="31578" y="17142"/>
                  </a:lnTo>
                  <a:lnTo>
                    <a:pt x="18947" y="25714"/>
                  </a:lnTo>
                  <a:lnTo>
                    <a:pt x="12631" y="25714"/>
                  </a:lnTo>
                  <a:lnTo>
                    <a:pt x="0" y="25714"/>
                  </a:lnTo>
                  <a:lnTo>
                    <a:pt x="0" y="51428"/>
                  </a:lnTo>
                  <a:lnTo>
                    <a:pt x="18947" y="68571"/>
                  </a:lnTo>
                  <a:lnTo>
                    <a:pt x="37894" y="85714"/>
                  </a:lnTo>
                  <a:lnTo>
                    <a:pt x="37894" y="85714"/>
                  </a:lnTo>
                  <a:lnTo>
                    <a:pt x="44210" y="102857"/>
                  </a:lnTo>
                  <a:lnTo>
                    <a:pt x="44210" y="119999"/>
                  </a:lnTo>
                  <a:lnTo>
                    <a:pt x="101052" y="119999"/>
                  </a:lnTo>
                  <a:lnTo>
                    <a:pt x="113684" y="119999"/>
                  </a:lnTo>
                  <a:lnTo>
                    <a:pt x="113684" y="102857"/>
                  </a:lnTo>
                  <a:lnTo>
                    <a:pt x="120000" y="77142"/>
                  </a:lnTo>
                  <a:lnTo>
                    <a:pt x="113684" y="42857"/>
                  </a:lnTo>
                  <a:lnTo>
                    <a:pt x="113684" y="2571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Shape 5413"/>
            <p:cNvSpPr/>
            <p:nvPr/>
          </p:nvSpPr>
          <p:spPr>
            <a:xfrm>
              <a:off x="7656770" y="6842468"/>
              <a:ext cx="6349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272" y="20000"/>
                  </a:moveTo>
                  <a:lnTo>
                    <a:pt x="65454" y="0"/>
                  </a:lnTo>
                  <a:lnTo>
                    <a:pt x="43636" y="0"/>
                  </a:lnTo>
                  <a:lnTo>
                    <a:pt x="21818" y="20000"/>
                  </a:lnTo>
                  <a:lnTo>
                    <a:pt x="0" y="0"/>
                  </a:lnTo>
                  <a:lnTo>
                    <a:pt x="0" y="80000"/>
                  </a:lnTo>
                  <a:lnTo>
                    <a:pt x="32727" y="120000"/>
                  </a:lnTo>
                  <a:lnTo>
                    <a:pt x="54545" y="120000"/>
                  </a:lnTo>
                  <a:lnTo>
                    <a:pt x="54545" y="100000"/>
                  </a:lnTo>
                  <a:lnTo>
                    <a:pt x="65454" y="100000"/>
                  </a:lnTo>
                  <a:lnTo>
                    <a:pt x="98181" y="80000"/>
                  </a:lnTo>
                  <a:lnTo>
                    <a:pt x="120000" y="40000"/>
                  </a:lnTo>
                  <a:lnTo>
                    <a:pt x="109090" y="40000"/>
                  </a:lnTo>
                  <a:lnTo>
                    <a:pt x="87272" y="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Shape 5414"/>
            <p:cNvSpPr/>
            <p:nvPr/>
          </p:nvSpPr>
          <p:spPr>
            <a:xfrm>
              <a:off x="7561520" y="6651968"/>
              <a:ext cx="4763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6666" y="32000"/>
                  </a:moveTo>
                  <a:lnTo>
                    <a:pt x="53333" y="24000"/>
                  </a:lnTo>
                  <a:lnTo>
                    <a:pt x="53333" y="24000"/>
                  </a:lnTo>
                  <a:lnTo>
                    <a:pt x="40000" y="8000"/>
                  </a:lnTo>
                  <a:lnTo>
                    <a:pt x="40000" y="0"/>
                  </a:lnTo>
                  <a:lnTo>
                    <a:pt x="26666" y="8000"/>
                  </a:lnTo>
                  <a:lnTo>
                    <a:pt x="26666" y="16000"/>
                  </a:lnTo>
                  <a:lnTo>
                    <a:pt x="26666" y="16000"/>
                  </a:lnTo>
                  <a:lnTo>
                    <a:pt x="0" y="24000"/>
                  </a:lnTo>
                  <a:lnTo>
                    <a:pt x="0" y="32000"/>
                  </a:lnTo>
                  <a:lnTo>
                    <a:pt x="26666" y="32000"/>
                  </a:lnTo>
                  <a:lnTo>
                    <a:pt x="40000" y="56000"/>
                  </a:lnTo>
                  <a:lnTo>
                    <a:pt x="53333" y="56000"/>
                  </a:lnTo>
                  <a:lnTo>
                    <a:pt x="53333" y="72000"/>
                  </a:lnTo>
                  <a:lnTo>
                    <a:pt x="66666" y="72000"/>
                  </a:lnTo>
                  <a:lnTo>
                    <a:pt x="53333" y="80000"/>
                  </a:lnTo>
                  <a:lnTo>
                    <a:pt x="53333" y="96000"/>
                  </a:lnTo>
                  <a:lnTo>
                    <a:pt x="53333" y="112000"/>
                  </a:lnTo>
                  <a:lnTo>
                    <a:pt x="120000" y="120000"/>
                  </a:lnTo>
                  <a:lnTo>
                    <a:pt x="106666" y="72000"/>
                  </a:lnTo>
                  <a:lnTo>
                    <a:pt x="66666" y="32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Shape 5415"/>
            <p:cNvSpPr/>
            <p:nvPr/>
          </p:nvSpPr>
          <p:spPr>
            <a:xfrm>
              <a:off x="7575807" y="6575768"/>
              <a:ext cx="4763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6666" y="120000"/>
                  </a:moveTo>
                  <a:lnTo>
                    <a:pt x="66666" y="98181"/>
                  </a:lnTo>
                  <a:lnTo>
                    <a:pt x="80000" y="98181"/>
                  </a:lnTo>
                  <a:lnTo>
                    <a:pt x="106666" y="87272"/>
                  </a:lnTo>
                  <a:lnTo>
                    <a:pt x="120000" y="76363"/>
                  </a:lnTo>
                  <a:lnTo>
                    <a:pt x="120000" y="65454"/>
                  </a:lnTo>
                  <a:lnTo>
                    <a:pt x="106666" y="43636"/>
                  </a:lnTo>
                  <a:lnTo>
                    <a:pt x="106666" y="21818"/>
                  </a:lnTo>
                  <a:lnTo>
                    <a:pt x="106666" y="10909"/>
                  </a:lnTo>
                  <a:lnTo>
                    <a:pt x="80000" y="21818"/>
                  </a:lnTo>
                  <a:lnTo>
                    <a:pt x="66666" y="21818"/>
                  </a:lnTo>
                  <a:lnTo>
                    <a:pt x="40000" y="0"/>
                  </a:lnTo>
                  <a:lnTo>
                    <a:pt x="26666" y="0"/>
                  </a:lnTo>
                  <a:lnTo>
                    <a:pt x="13333" y="10909"/>
                  </a:lnTo>
                  <a:lnTo>
                    <a:pt x="13333" y="21818"/>
                  </a:lnTo>
                  <a:lnTo>
                    <a:pt x="13333" y="21818"/>
                  </a:lnTo>
                  <a:lnTo>
                    <a:pt x="0" y="43636"/>
                  </a:lnTo>
                  <a:lnTo>
                    <a:pt x="0" y="65454"/>
                  </a:lnTo>
                  <a:lnTo>
                    <a:pt x="0" y="76363"/>
                  </a:lnTo>
                  <a:lnTo>
                    <a:pt x="13333" y="98181"/>
                  </a:lnTo>
                  <a:lnTo>
                    <a:pt x="26666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Shape 5416"/>
            <p:cNvSpPr/>
            <p:nvPr/>
          </p:nvSpPr>
          <p:spPr>
            <a:xfrm>
              <a:off x="8280657" y="7953718"/>
              <a:ext cx="317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30000"/>
                  </a:moveTo>
                  <a:lnTo>
                    <a:pt x="20000" y="10000"/>
                  </a:lnTo>
                  <a:lnTo>
                    <a:pt x="0" y="0"/>
                  </a:lnTo>
                  <a:lnTo>
                    <a:pt x="0" y="20000"/>
                  </a:lnTo>
                  <a:lnTo>
                    <a:pt x="20000" y="30000"/>
                  </a:lnTo>
                  <a:lnTo>
                    <a:pt x="40000" y="40000"/>
                  </a:lnTo>
                  <a:lnTo>
                    <a:pt x="60000" y="70000"/>
                  </a:lnTo>
                  <a:lnTo>
                    <a:pt x="60000" y="90000"/>
                  </a:lnTo>
                  <a:lnTo>
                    <a:pt x="40000" y="90000"/>
                  </a:lnTo>
                  <a:lnTo>
                    <a:pt x="40000" y="80000"/>
                  </a:lnTo>
                  <a:lnTo>
                    <a:pt x="40000" y="100000"/>
                  </a:lnTo>
                  <a:lnTo>
                    <a:pt x="40000" y="120000"/>
                  </a:lnTo>
                  <a:lnTo>
                    <a:pt x="40000" y="120000"/>
                  </a:lnTo>
                  <a:lnTo>
                    <a:pt x="60000" y="120000"/>
                  </a:lnTo>
                  <a:lnTo>
                    <a:pt x="120000" y="110000"/>
                  </a:lnTo>
                  <a:lnTo>
                    <a:pt x="120000" y="70000"/>
                  </a:lnTo>
                  <a:lnTo>
                    <a:pt x="100000" y="70000"/>
                  </a:lnTo>
                  <a:lnTo>
                    <a:pt x="80000" y="3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Shape 5417"/>
            <p:cNvSpPr/>
            <p:nvPr/>
          </p:nvSpPr>
          <p:spPr>
            <a:xfrm>
              <a:off x="8291770" y="7934668"/>
              <a:ext cx="4763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333" y="17142"/>
                  </a:moveTo>
                  <a:lnTo>
                    <a:pt x="40000" y="8571"/>
                  </a:lnTo>
                  <a:lnTo>
                    <a:pt x="26666" y="0"/>
                  </a:lnTo>
                  <a:lnTo>
                    <a:pt x="26666" y="8571"/>
                  </a:lnTo>
                  <a:lnTo>
                    <a:pt x="26666" y="17142"/>
                  </a:lnTo>
                  <a:lnTo>
                    <a:pt x="0" y="42857"/>
                  </a:lnTo>
                  <a:lnTo>
                    <a:pt x="0" y="51428"/>
                  </a:lnTo>
                  <a:lnTo>
                    <a:pt x="13333" y="85714"/>
                  </a:lnTo>
                  <a:lnTo>
                    <a:pt x="53333" y="119999"/>
                  </a:lnTo>
                  <a:lnTo>
                    <a:pt x="66666" y="119999"/>
                  </a:lnTo>
                  <a:lnTo>
                    <a:pt x="66666" y="119999"/>
                  </a:lnTo>
                  <a:lnTo>
                    <a:pt x="66666" y="102857"/>
                  </a:lnTo>
                  <a:lnTo>
                    <a:pt x="93333" y="102857"/>
                  </a:lnTo>
                  <a:lnTo>
                    <a:pt x="120000" y="68571"/>
                  </a:lnTo>
                  <a:lnTo>
                    <a:pt x="106666" y="51428"/>
                  </a:lnTo>
                  <a:lnTo>
                    <a:pt x="93333" y="171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Shape 5418"/>
            <p:cNvSpPr/>
            <p:nvPr/>
          </p:nvSpPr>
          <p:spPr>
            <a:xfrm>
              <a:off x="8285420" y="7933082"/>
              <a:ext cx="3174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120000"/>
                  </a:moveTo>
                  <a:lnTo>
                    <a:pt x="60000" y="120000"/>
                  </a:lnTo>
                  <a:lnTo>
                    <a:pt x="60000" y="90000"/>
                  </a:lnTo>
                  <a:lnTo>
                    <a:pt x="80000" y="75000"/>
                  </a:lnTo>
                  <a:lnTo>
                    <a:pt x="120000" y="60000"/>
                  </a:lnTo>
                  <a:lnTo>
                    <a:pt x="120000" y="30000"/>
                  </a:lnTo>
                  <a:lnTo>
                    <a:pt x="120000" y="15000"/>
                  </a:lnTo>
                  <a:lnTo>
                    <a:pt x="80000" y="15000"/>
                  </a:lnTo>
                  <a:lnTo>
                    <a:pt x="80000" y="0"/>
                  </a:lnTo>
                  <a:lnTo>
                    <a:pt x="60000" y="30000"/>
                  </a:lnTo>
                  <a:lnTo>
                    <a:pt x="20000" y="30000"/>
                  </a:lnTo>
                  <a:lnTo>
                    <a:pt x="0" y="45000"/>
                  </a:lnTo>
                  <a:lnTo>
                    <a:pt x="20000" y="75000"/>
                  </a:lnTo>
                  <a:lnTo>
                    <a:pt x="40000" y="120000"/>
                  </a:lnTo>
                  <a:lnTo>
                    <a:pt x="4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Shape 5419"/>
            <p:cNvSpPr/>
            <p:nvPr/>
          </p:nvSpPr>
          <p:spPr>
            <a:xfrm>
              <a:off x="8290182" y="7912443"/>
              <a:ext cx="4763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102857"/>
                  </a:moveTo>
                  <a:lnTo>
                    <a:pt x="84000" y="94285"/>
                  </a:lnTo>
                  <a:lnTo>
                    <a:pt x="96000" y="85714"/>
                  </a:lnTo>
                  <a:lnTo>
                    <a:pt x="120000" y="85714"/>
                  </a:lnTo>
                  <a:lnTo>
                    <a:pt x="120000" y="51428"/>
                  </a:lnTo>
                  <a:lnTo>
                    <a:pt x="72000" y="25714"/>
                  </a:lnTo>
                  <a:lnTo>
                    <a:pt x="60000" y="17142"/>
                  </a:lnTo>
                  <a:lnTo>
                    <a:pt x="48000" y="0"/>
                  </a:lnTo>
                  <a:lnTo>
                    <a:pt x="12000" y="0"/>
                  </a:lnTo>
                  <a:lnTo>
                    <a:pt x="24000" y="8571"/>
                  </a:lnTo>
                  <a:lnTo>
                    <a:pt x="12000" y="0"/>
                  </a:lnTo>
                  <a:lnTo>
                    <a:pt x="0" y="17142"/>
                  </a:lnTo>
                  <a:lnTo>
                    <a:pt x="0" y="25714"/>
                  </a:lnTo>
                  <a:lnTo>
                    <a:pt x="0" y="25714"/>
                  </a:lnTo>
                  <a:lnTo>
                    <a:pt x="0" y="68571"/>
                  </a:lnTo>
                  <a:lnTo>
                    <a:pt x="12000" y="77142"/>
                  </a:lnTo>
                  <a:lnTo>
                    <a:pt x="24000" y="94285"/>
                  </a:lnTo>
                  <a:lnTo>
                    <a:pt x="36000" y="111428"/>
                  </a:lnTo>
                  <a:lnTo>
                    <a:pt x="48000" y="111428"/>
                  </a:lnTo>
                  <a:lnTo>
                    <a:pt x="60000" y="119999"/>
                  </a:lnTo>
                  <a:lnTo>
                    <a:pt x="60000" y="111428"/>
                  </a:lnTo>
                  <a:lnTo>
                    <a:pt x="48000" y="94285"/>
                  </a:lnTo>
                  <a:lnTo>
                    <a:pt x="60000" y="94285"/>
                  </a:lnTo>
                  <a:lnTo>
                    <a:pt x="72000" y="1028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Shape 5420"/>
            <p:cNvSpPr/>
            <p:nvPr/>
          </p:nvSpPr>
          <p:spPr>
            <a:xfrm>
              <a:off x="8075870" y="7841007"/>
              <a:ext cx="317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000" y="0"/>
                  </a:moveTo>
                  <a:lnTo>
                    <a:pt x="0" y="0"/>
                  </a:lnTo>
                  <a:lnTo>
                    <a:pt x="0" y="60000"/>
                  </a:lnTo>
                  <a:lnTo>
                    <a:pt x="48000" y="75000"/>
                  </a:lnTo>
                  <a:lnTo>
                    <a:pt x="48000" y="105000"/>
                  </a:lnTo>
                  <a:lnTo>
                    <a:pt x="72000" y="120000"/>
                  </a:lnTo>
                  <a:lnTo>
                    <a:pt x="72000" y="105000"/>
                  </a:lnTo>
                  <a:lnTo>
                    <a:pt x="72000" y="90000"/>
                  </a:lnTo>
                  <a:lnTo>
                    <a:pt x="120000" y="60000"/>
                  </a:lnTo>
                  <a:lnTo>
                    <a:pt x="96000" y="30000"/>
                  </a:lnTo>
                  <a:lnTo>
                    <a:pt x="48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Shape 5421"/>
            <p:cNvSpPr/>
            <p:nvPr/>
          </p:nvSpPr>
          <p:spPr>
            <a:xfrm>
              <a:off x="8064757" y="7831482"/>
              <a:ext cx="3174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000" y="0"/>
                  </a:moveTo>
                  <a:lnTo>
                    <a:pt x="48000" y="34285"/>
                  </a:lnTo>
                  <a:lnTo>
                    <a:pt x="48000" y="51428"/>
                  </a:lnTo>
                  <a:lnTo>
                    <a:pt x="0" y="51428"/>
                  </a:lnTo>
                  <a:lnTo>
                    <a:pt x="0" y="102857"/>
                  </a:lnTo>
                  <a:lnTo>
                    <a:pt x="24000" y="119999"/>
                  </a:lnTo>
                  <a:lnTo>
                    <a:pt x="120000" y="119999"/>
                  </a:lnTo>
                  <a:lnTo>
                    <a:pt x="120000" y="85714"/>
                  </a:lnTo>
                  <a:lnTo>
                    <a:pt x="96000" y="34285"/>
                  </a:lnTo>
                  <a:lnTo>
                    <a:pt x="48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Shape 5422"/>
            <p:cNvSpPr/>
            <p:nvPr/>
          </p:nvSpPr>
          <p:spPr>
            <a:xfrm>
              <a:off x="8063170" y="7825132"/>
              <a:ext cx="1587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40000" y="68571"/>
                  </a:lnTo>
                  <a:lnTo>
                    <a:pt x="40000" y="68571"/>
                  </a:lnTo>
                  <a:lnTo>
                    <a:pt x="40000" y="85714"/>
                  </a:lnTo>
                  <a:lnTo>
                    <a:pt x="80000" y="102857"/>
                  </a:lnTo>
                  <a:lnTo>
                    <a:pt x="80000" y="119999"/>
                  </a:lnTo>
                  <a:lnTo>
                    <a:pt x="80000" y="119999"/>
                  </a:lnTo>
                  <a:lnTo>
                    <a:pt x="120000" y="119999"/>
                  </a:lnTo>
                  <a:lnTo>
                    <a:pt x="120000" y="85714"/>
                  </a:lnTo>
                  <a:lnTo>
                    <a:pt x="120000" y="342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Shape 5423"/>
            <p:cNvSpPr/>
            <p:nvPr/>
          </p:nvSpPr>
          <p:spPr>
            <a:xfrm>
              <a:off x="8069520" y="7823543"/>
              <a:ext cx="4763" cy="31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8571" y="0"/>
                  </a:moveTo>
                  <a:lnTo>
                    <a:pt x="17142" y="0"/>
                  </a:lnTo>
                  <a:lnTo>
                    <a:pt x="17142" y="34285"/>
                  </a:lnTo>
                  <a:lnTo>
                    <a:pt x="17142" y="51428"/>
                  </a:lnTo>
                  <a:lnTo>
                    <a:pt x="34285" y="34285"/>
                  </a:lnTo>
                  <a:lnTo>
                    <a:pt x="68571" y="51428"/>
                  </a:lnTo>
                  <a:lnTo>
                    <a:pt x="68571" y="51428"/>
                  </a:lnTo>
                  <a:lnTo>
                    <a:pt x="34285" y="68571"/>
                  </a:lnTo>
                  <a:lnTo>
                    <a:pt x="0" y="85714"/>
                  </a:lnTo>
                  <a:lnTo>
                    <a:pt x="17142" y="85714"/>
                  </a:lnTo>
                  <a:lnTo>
                    <a:pt x="34285" y="85714"/>
                  </a:lnTo>
                  <a:lnTo>
                    <a:pt x="68571" y="119999"/>
                  </a:lnTo>
                  <a:lnTo>
                    <a:pt x="102857" y="119999"/>
                  </a:lnTo>
                  <a:lnTo>
                    <a:pt x="119999" y="85714"/>
                  </a:lnTo>
                  <a:lnTo>
                    <a:pt x="102857" y="51428"/>
                  </a:lnTo>
                  <a:lnTo>
                    <a:pt x="68571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Shape 5424"/>
            <p:cNvSpPr/>
            <p:nvPr/>
          </p:nvSpPr>
          <p:spPr>
            <a:xfrm>
              <a:off x="8074282" y="7821957"/>
              <a:ext cx="3174" cy="63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87272"/>
                  </a:moveTo>
                  <a:lnTo>
                    <a:pt x="90000" y="87272"/>
                  </a:lnTo>
                  <a:lnTo>
                    <a:pt x="105000" y="76363"/>
                  </a:lnTo>
                  <a:lnTo>
                    <a:pt x="90000" y="87272"/>
                  </a:lnTo>
                  <a:lnTo>
                    <a:pt x="120000" y="120000"/>
                  </a:lnTo>
                  <a:lnTo>
                    <a:pt x="120000" y="109090"/>
                  </a:lnTo>
                  <a:lnTo>
                    <a:pt x="105000" y="87272"/>
                  </a:lnTo>
                  <a:lnTo>
                    <a:pt x="120000" y="87272"/>
                  </a:lnTo>
                  <a:lnTo>
                    <a:pt x="120000" y="76363"/>
                  </a:lnTo>
                  <a:lnTo>
                    <a:pt x="105000" y="65454"/>
                  </a:lnTo>
                  <a:lnTo>
                    <a:pt x="90000" y="54545"/>
                  </a:lnTo>
                  <a:lnTo>
                    <a:pt x="60000" y="32727"/>
                  </a:lnTo>
                  <a:lnTo>
                    <a:pt x="30000" y="32727"/>
                  </a:lnTo>
                  <a:lnTo>
                    <a:pt x="15000" y="10909"/>
                  </a:lnTo>
                  <a:lnTo>
                    <a:pt x="0" y="0"/>
                  </a:lnTo>
                  <a:lnTo>
                    <a:pt x="0" y="10909"/>
                  </a:lnTo>
                  <a:lnTo>
                    <a:pt x="0" y="21818"/>
                  </a:lnTo>
                  <a:lnTo>
                    <a:pt x="0" y="43636"/>
                  </a:lnTo>
                  <a:lnTo>
                    <a:pt x="0" y="43636"/>
                  </a:lnTo>
                  <a:lnTo>
                    <a:pt x="15000" y="54545"/>
                  </a:lnTo>
                  <a:lnTo>
                    <a:pt x="45000" y="54545"/>
                  </a:lnTo>
                  <a:lnTo>
                    <a:pt x="45000" y="65454"/>
                  </a:lnTo>
                  <a:lnTo>
                    <a:pt x="45000" y="65454"/>
                  </a:lnTo>
                  <a:lnTo>
                    <a:pt x="45000" y="54545"/>
                  </a:lnTo>
                  <a:lnTo>
                    <a:pt x="30000" y="54545"/>
                  </a:lnTo>
                  <a:lnTo>
                    <a:pt x="30000" y="76363"/>
                  </a:lnTo>
                  <a:lnTo>
                    <a:pt x="45000" y="76363"/>
                  </a:lnTo>
                  <a:lnTo>
                    <a:pt x="45000" y="87272"/>
                  </a:lnTo>
                  <a:lnTo>
                    <a:pt x="60000" y="109090"/>
                  </a:lnTo>
                  <a:lnTo>
                    <a:pt x="60000" y="8727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Shape 5425"/>
            <p:cNvSpPr/>
            <p:nvPr/>
          </p:nvSpPr>
          <p:spPr>
            <a:xfrm>
              <a:off x="8309232" y="7804493"/>
              <a:ext cx="9524" cy="47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764" y="0"/>
                  </a:moveTo>
                  <a:lnTo>
                    <a:pt x="70588" y="13333"/>
                  </a:lnTo>
                  <a:lnTo>
                    <a:pt x="42352" y="53333"/>
                  </a:lnTo>
                  <a:lnTo>
                    <a:pt x="21176" y="80000"/>
                  </a:lnTo>
                  <a:lnTo>
                    <a:pt x="0" y="106666"/>
                  </a:lnTo>
                  <a:lnTo>
                    <a:pt x="0" y="106666"/>
                  </a:lnTo>
                  <a:lnTo>
                    <a:pt x="14117" y="106666"/>
                  </a:lnTo>
                  <a:lnTo>
                    <a:pt x="21176" y="106666"/>
                  </a:lnTo>
                  <a:lnTo>
                    <a:pt x="49411" y="93333"/>
                  </a:lnTo>
                  <a:lnTo>
                    <a:pt x="84705" y="106666"/>
                  </a:lnTo>
                  <a:lnTo>
                    <a:pt x="91764" y="120000"/>
                  </a:lnTo>
                  <a:lnTo>
                    <a:pt x="112941" y="120000"/>
                  </a:lnTo>
                  <a:lnTo>
                    <a:pt x="120000" y="106666"/>
                  </a:lnTo>
                  <a:lnTo>
                    <a:pt x="120000" y="66666"/>
                  </a:lnTo>
                  <a:lnTo>
                    <a:pt x="98823" y="13333"/>
                  </a:lnTo>
                  <a:lnTo>
                    <a:pt x="91764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Shape 5426"/>
            <p:cNvSpPr/>
            <p:nvPr/>
          </p:nvSpPr>
          <p:spPr>
            <a:xfrm>
              <a:off x="8258432" y="7766393"/>
              <a:ext cx="4763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285" y="40000"/>
                  </a:moveTo>
                  <a:lnTo>
                    <a:pt x="34285" y="46666"/>
                  </a:lnTo>
                  <a:lnTo>
                    <a:pt x="17142" y="46666"/>
                  </a:lnTo>
                  <a:lnTo>
                    <a:pt x="0" y="53333"/>
                  </a:lnTo>
                  <a:lnTo>
                    <a:pt x="17142" y="60000"/>
                  </a:lnTo>
                  <a:lnTo>
                    <a:pt x="17142" y="80000"/>
                  </a:lnTo>
                  <a:lnTo>
                    <a:pt x="17142" y="106666"/>
                  </a:lnTo>
                  <a:lnTo>
                    <a:pt x="51428" y="120000"/>
                  </a:lnTo>
                  <a:lnTo>
                    <a:pt x="68571" y="120000"/>
                  </a:lnTo>
                  <a:lnTo>
                    <a:pt x="85714" y="120000"/>
                  </a:lnTo>
                  <a:lnTo>
                    <a:pt x="102857" y="113333"/>
                  </a:lnTo>
                  <a:lnTo>
                    <a:pt x="85714" y="113333"/>
                  </a:lnTo>
                  <a:lnTo>
                    <a:pt x="102857" y="106666"/>
                  </a:lnTo>
                  <a:lnTo>
                    <a:pt x="102857" y="106666"/>
                  </a:lnTo>
                  <a:lnTo>
                    <a:pt x="102857" y="100000"/>
                  </a:lnTo>
                  <a:lnTo>
                    <a:pt x="102857" y="100000"/>
                  </a:lnTo>
                  <a:lnTo>
                    <a:pt x="119999" y="86666"/>
                  </a:lnTo>
                  <a:lnTo>
                    <a:pt x="102857" y="73333"/>
                  </a:lnTo>
                  <a:lnTo>
                    <a:pt x="102857" y="73333"/>
                  </a:lnTo>
                  <a:lnTo>
                    <a:pt x="119999" y="66666"/>
                  </a:lnTo>
                  <a:lnTo>
                    <a:pt x="119999" y="60000"/>
                  </a:lnTo>
                  <a:lnTo>
                    <a:pt x="119999" y="60000"/>
                  </a:lnTo>
                  <a:lnTo>
                    <a:pt x="102857" y="40000"/>
                  </a:lnTo>
                  <a:lnTo>
                    <a:pt x="85714" y="13333"/>
                  </a:lnTo>
                  <a:lnTo>
                    <a:pt x="68571" y="6666"/>
                  </a:lnTo>
                  <a:lnTo>
                    <a:pt x="68571" y="6666"/>
                  </a:lnTo>
                  <a:lnTo>
                    <a:pt x="68571" y="0"/>
                  </a:lnTo>
                  <a:lnTo>
                    <a:pt x="51428" y="6666"/>
                  </a:lnTo>
                  <a:lnTo>
                    <a:pt x="51428" y="13333"/>
                  </a:lnTo>
                  <a:lnTo>
                    <a:pt x="51428" y="13333"/>
                  </a:lnTo>
                  <a:lnTo>
                    <a:pt x="34285" y="20000"/>
                  </a:lnTo>
                  <a:lnTo>
                    <a:pt x="34285" y="4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Shape 5427"/>
            <p:cNvSpPr/>
            <p:nvPr/>
          </p:nvSpPr>
          <p:spPr>
            <a:xfrm>
              <a:off x="8201282" y="7672732"/>
              <a:ext cx="6349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0000" y="102857"/>
                  </a:moveTo>
                  <a:lnTo>
                    <a:pt x="70000" y="94285"/>
                  </a:lnTo>
                  <a:lnTo>
                    <a:pt x="120000" y="59999"/>
                  </a:lnTo>
                  <a:lnTo>
                    <a:pt x="100000" y="17142"/>
                  </a:lnTo>
                  <a:lnTo>
                    <a:pt x="90000" y="0"/>
                  </a:lnTo>
                  <a:lnTo>
                    <a:pt x="80000" y="0"/>
                  </a:lnTo>
                  <a:lnTo>
                    <a:pt x="40000" y="34285"/>
                  </a:lnTo>
                  <a:lnTo>
                    <a:pt x="0" y="77142"/>
                  </a:lnTo>
                  <a:lnTo>
                    <a:pt x="0" y="119999"/>
                  </a:lnTo>
                  <a:lnTo>
                    <a:pt x="30000" y="119999"/>
                  </a:lnTo>
                  <a:lnTo>
                    <a:pt x="50000" y="1028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Shape 5428"/>
            <p:cNvSpPr/>
            <p:nvPr/>
          </p:nvSpPr>
          <p:spPr>
            <a:xfrm>
              <a:off x="8177470" y="7639393"/>
              <a:ext cx="6349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67500"/>
                  </a:moveTo>
                  <a:lnTo>
                    <a:pt x="10000" y="75000"/>
                  </a:lnTo>
                  <a:lnTo>
                    <a:pt x="10000" y="97500"/>
                  </a:lnTo>
                  <a:lnTo>
                    <a:pt x="20000" y="105000"/>
                  </a:lnTo>
                  <a:lnTo>
                    <a:pt x="30000" y="112500"/>
                  </a:lnTo>
                  <a:lnTo>
                    <a:pt x="70000" y="120000"/>
                  </a:lnTo>
                  <a:lnTo>
                    <a:pt x="100000" y="90000"/>
                  </a:lnTo>
                  <a:lnTo>
                    <a:pt x="120000" y="82500"/>
                  </a:lnTo>
                  <a:lnTo>
                    <a:pt x="100000" y="45000"/>
                  </a:lnTo>
                  <a:lnTo>
                    <a:pt x="90000" y="37500"/>
                  </a:lnTo>
                  <a:lnTo>
                    <a:pt x="70000" y="37500"/>
                  </a:lnTo>
                  <a:lnTo>
                    <a:pt x="40000" y="22500"/>
                  </a:lnTo>
                  <a:lnTo>
                    <a:pt x="20000" y="15000"/>
                  </a:lnTo>
                  <a:lnTo>
                    <a:pt x="10000" y="0"/>
                  </a:lnTo>
                  <a:lnTo>
                    <a:pt x="10000" y="7500"/>
                  </a:lnTo>
                  <a:lnTo>
                    <a:pt x="0" y="15000"/>
                  </a:lnTo>
                  <a:lnTo>
                    <a:pt x="0" y="15000"/>
                  </a:lnTo>
                  <a:lnTo>
                    <a:pt x="0" y="45000"/>
                  </a:lnTo>
                  <a:lnTo>
                    <a:pt x="0" y="675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Shape 5429"/>
            <p:cNvSpPr/>
            <p:nvPr/>
          </p:nvSpPr>
          <p:spPr>
            <a:xfrm>
              <a:off x="7928232" y="7374282"/>
              <a:ext cx="3174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96000"/>
                  </a:moveTo>
                  <a:lnTo>
                    <a:pt x="34285" y="120000"/>
                  </a:lnTo>
                  <a:lnTo>
                    <a:pt x="51428" y="112000"/>
                  </a:lnTo>
                  <a:lnTo>
                    <a:pt x="68571" y="88000"/>
                  </a:lnTo>
                  <a:lnTo>
                    <a:pt x="68571" y="80000"/>
                  </a:lnTo>
                  <a:lnTo>
                    <a:pt x="85714" y="64000"/>
                  </a:lnTo>
                  <a:lnTo>
                    <a:pt x="85714" y="40000"/>
                  </a:lnTo>
                  <a:lnTo>
                    <a:pt x="119999" y="40000"/>
                  </a:lnTo>
                  <a:lnTo>
                    <a:pt x="85714" y="32000"/>
                  </a:lnTo>
                  <a:lnTo>
                    <a:pt x="85714" y="32000"/>
                  </a:lnTo>
                  <a:lnTo>
                    <a:pt x="85714" y="16000"/>
                  </a:lnTo>
                  <a:lnTo>
                    <a:pt x="51428" y="8000"/>
                  </a:lnTo>
                  <a:lnTo>
                    <a:pt x="34285" y="0"/>
                  </a:lnTo>
                  <a:lnTo>
                    <a:pt x="0" y="0"/>
                  </a:lnTo>
                  <a:lnTo>
                    <a:pt x="0" y="24000"/>
                  </a:lnTo>
                  <a:lnTo>
                    <a:pt x="0" y="56000"/>
                  </a:lnTo>
                  <a:lnTo>
                    <a:pt x="0" y="88000"/>
                  </a:lnTo>
                  <a:lnTo>
                    <a:pt x="0" y="96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Shape 5430"/>
            <p:cNvSpPr/>
            <p:nvPr/>
          </p:nvSpPr>
          <p:spPr>
            <a:xfrm>
              <a:off x="8088570" y="7518743"/>
              <a:ext cx="25399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000" y="50000"/>
                  </a:moveTo>
                  <a:lnTo>
                    <a:pt x="102500" y="15000"/>
                  </a:lnTo>
                  <a:lnTo>
                    <a:pt x="97500" y="5000"/>
                  </a:lnTo>
                  <a:lnTo>
                    <a:pt x="72500" y="0"/>
                  </a:lnTo>
                  <a:lnTo>
                    <a:pt x="50000" y="0"/>
                  </a:lnTo>
                  <a:lnTo>
                    <a:pt x="17500" y="10000"/>
                  </a:lnTo>
                  <a:lnTo>
                    <a:pt x="7500" y="5000"/>
                  </a:lnTo>
                  <a:lnTo>
                    <a:pt x="0" y="10000"/>
                  </a:lnTo>
                  <a:lnTo>
                    <a:pt x="5000" y="35000"/>
                  </a:lnTo>
                  <a:lnTo>
                    <a:pt x="25000" y="65000"/>
                  </a:lnTo>
                  <a:lnTo>
                    <a:pt x="45000" y="80000"/>
                  </a:lnTo>
                  <a:lnTo>
                    <a:pt x="67500" y="115000"/>
                  </a:lnTo>
                  <a:lnTo>
                    <a:pt x="77500" y="120000"/>
                  </a:lnTo>
                  <a:lnTo>
                    <a:pt x="90000" y="120000"/>
                  </a:lnTo>
                  <a:lnTo>
                    <a:pt x="107500" y="120000"/>
                  </a:lnTo>
                  <a:lnTo>
                    <a:pt x="110000" y="115000"/>
                  </a:lnTo>
                  <a:lnTo>
                    <a:pt x="120000" y="110000"/>
                  </a:lnTo>
                  <a:lnTo>
                    <a:pt x="120000" y="95000"/>
                  </a:lnTo>
                  <a:lnTo>
                    <a:pt x="115000" y="75000"/>
                  </a:lnTo>
                  <a:lnTo>
                    <a:pt x="110000" y="65000"/>
                  </a:lnTo>
                  <a:lnTo>
                    <a:pt x="115000" y="55000"/>
                  </a:lnTo>
                  <a:lnTo>
                    <a:pt x="110000" y="5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Shape 5431"/>
            <p:cNvSpPr/>
            <p:nvPr/>
          </p:nvSpPr>
          <p:spPr>
            <a:xfrm>
              <a:off x="8020307" y="7474293"/>
              <a:ext cx="47625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6629" y="93333"/>
                  </a:moveTo>
                  <a:lnTo>
                    <a:pt x="59325" y="93333"/>
                  </a:lnTo>
                  <a:lnTo>
                    <a:pt x="91685" y="120000"/>
                  </a:lnTo>
                  <a:lnTo>
                    <a:pt x="94382" y="115555"/>
                  </a:lnTo>
                  <a:lnTo>
                    <a:pt x="101123" y="106666"/>
                  </a:lnTo>
                  <a:lnTo>
                    <a:pt x="106516" y="97777"/>
                  </a:lnTo>
                  <a:lnTo>
                    <a:pt x="109213" y="106666"/>
                  </a:lnTo>
                  <a:lnTo>
                    <a:pt x="111910" y="111111"/>
                  </a:lnTo>
                  <a:lnTo>
                    <a:pt x="114606" y="111111"/>
                  </a:lnTo>
                  <a:lnTo>
                    <a:pt x="120000" y="88888"/>
                  </a:lnTo>
                  <a:lnTo>
                    <a:pt x="114606" y="84444"/>
                  </a:lnTo>
                  <a:lnTo>
                    <a:pt x="111910" y="62222"/>
                  </a:lnTo>
                  <a:lnTo>
                    <a:pt x="107865" y="22222"/>
                  </a:lnTo>
                  <a:lnTo>
                    <a:pt x="97078" y="4444"/>
                  </a:lnTo>
                  <a:lnTo>
                    <a:pt x="94382" y="0"/>
                  </a:lnTo>
                  <a:lnTo>
                    <a:pt x="90337" y="4444"/>
                  </a:lnTo>
                  <a:lnTo>
                    <a:pt x="83595" y="22222"/>
                  </a:lnTo>
                  <a:lnTo>
                    <a:pt x="82247" y="26666"/>
                  </a:lnTo>
                  <a:lnTo>
                    <a:pt x="13483" y="4444"/>
                  </a:lnTo>
                  <a:lnTo>
                    <a:pt x="0" y="8888"/>
                  </a:lnTo>
                  <a:lnTo>
                    <a:pt x="47191" y="93333"/>
                  </a:lnTo>
                  <a:lnTo>
                    <a:pt x="56629" y="93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Shape 5432"/>
            <p:cNvSpPr/>
            <p:nvPr/>
          </p:nvSpPr>
          <p:spPr>
            <a:xfrm>
              <a:off x="8317170" y="7807668"/>
              <a:ext cx="17462" cy="126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636" y="72000"/>
                  </a:moveTo>
                  <a:lnTo>
                    <a:pt x="0" y="91200"/>
                  </a:lnTo>
                  <a:lnTo>
                    <a:pt x="0" y="100800"/>
                  </a:lnTo>
                  <a:lnTo>
                    <a:pt x="7272" y="110400"/>
                  </a:lnTo>
                  <a:lnTo>
                    <a:pt x="32727" y="120000"/>
                  </a:lnTo>
                  <a:lnTo>
                    <a:pt x="40000" y="120000"/>
                  </a:lnTo>
                  <a:lnTo>
                    <a:pt x="54545" y="115200"/>
                  </a:lnTo>
                  <a:lnTo>
                    <a:pt x="72727" y="100800"/>
                  </a:lnTo>
                  <a:lnTo>
                    <a:pt x="80000" y="91200"/>
                  </a:lnTo>
                  <a:lnTo>
                    <a:pt x="90909" y="81600"/>
                  </a:lnTo>
                  <a:lnTo>
                    <a:pt x="94545" y="62400"/>
                  </a:lnTo>
                  <a:lnTo>
                    <a:pt x="90909" y="62400"/>
                  </a:lnTo>
                  <a:lnTo>
                    <a:pt x="94545" y="57600"/>
                  </a:lnTo>
                  <a:lnTo>
                    <a:pt x="98181" y="52800"/>
                  </a:lnTo>
                  <a:lnTo>
                    <a:pt x="109090" y="38400"/>
                  </a:lnTo>
                  <a:lnTo>
                    <a:pt x="120000" y="14400"/>
                  </a:lnTo>
                  <a:lnTo>
                    <a:pt x="112727" y="0"/>
                  </a:lnTo>
                  <a:lnTo>
                    <a:pt x="90909" y="0"/>
                  </a:lnTo>
                  <a:lnTo>
                    <a:pt x="72727" y="0"/>
                  </a:lnTo>
                  <a:lnTo>
                    <a:pt x="58181" y="9600"/>
                  </a:lnTo>
                  <a:lnTo>
                    <a:pt x="21818" y="38400"/>
                  </a:lnTo>
                  <a:lnTo>
                    <a:pt x="10909" y="57600"/>
                  </a:lnTo>
                  <a:lnTo>
                    <a:pt x="3636" y="72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Shape 5433"/>
            <p:cNvSpPr/>
            <p:nvPr/>
          </p:nvSpPr>
          <p:spPr>
            <a:xfrm>
              <a:off x="8007607" y="7410793"/>
              <a:ext cx="38099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239" y="90000"/>
                  </a:moveTo>
                  <a:lnTo>
                    <a:pt x="106478" y="66666"/>
                  </a:lnTo>
                  <a:lnTo>
                    <a:pt x="106478" y="63333"/>
                  </a:lnTo>
                  <a:lnTo>
                    <a:pt x="104788" y="56666"/>
                  </a:lnTo>
                  <a:lnTo>
                    <a:pt x="104788" y="46666"/>
                  </a:lnTo>
                  <a:lnTo>
                    <a:pt x="99718" y="43333"/>
                  </a:lnTo>
                  <a:lnTo>
                    <a:pt x="98028" y="43333"/>
                  </a:lnTo>
                  <a:lnTo>
                    <a:pt x="94647" y="46666"/>
                  </a:lnTo>
                  <a:lnTo>
                    <a:pt x="89577" y="56666"/>
                  </a:lnTo>
                  <a:lnTo>
                    <a:pt x="82816" y="53333"/>
                  </a:lnTo>
                  <a:lnTo>
                    <a:pt x="50704" y="30000"/>
                  </a:lnTo>
                  <a:lnTo>
                    <a:pt x="45633" y="30000"/>
                  </a:lnTo>
                  <a:lnTo>
                    <a:pt x="43943" y="40000"/>
                  </a:lnTo>
                  <a:lnTo>
                    <a:pt x="37183" y="56666"/>
                  </a:lnTo>
                  <a:lnTo>
                    <a:pt x="33802" y="43333"/>
                  </a:lnTo>
                  <a:lnTo>
                    <a:pt x="33802" y="26666"/>
                  </a:lnTo>
                  <a:lnTo>
                    <a:pt x="32112" y="13333"/>
                  </a:lnTo>
                  <a:lnTo>
                    <a:pt x="20281" y="3333"/>
                  </a:lnTo>
                  <a:lnTo>
                    <a:pt x="11830" y="3333"/>
                  </a:lnTo>
                  <a:lnTo>
                    <a:pt x="6760" y="3333"/>
                  </a:lnTo>
                  <a:lnTo>
                    <a:pt x="1690" y="0"/>
                  </a:lnTo>
                  <a:lnTo>
                    <a:pt x="0" y="10000"/>
                  </a:lnTo>
                  <a:lnTo>
                    <a:pt x="5070" y="26666"/>
                  </a:lnTo>
                  <a:lnTo>
                    <a:pt x="10140" y="63333"/>
                  </a:lnTo>
                  <a:lnTo>
                    <a:pt x="28732" y="93333"/>
                  </a:lnTo>
                  <a:lnTo>
                    <a:pt x="33802" y="96666"/>
                  </a:lnTo>
                  <a:lnTo>
                    <a:pt x="37183" y="93333"/>
                  </a:lnTo>
                  <a:lnTo>
                    <a:pt x="40563" y="90000"/>
                  </a:lnTo>
                  <a:lnTo>
                    <a:pt x="42253" y="86666"/>
                  </a:lnTo>
                  <a:lnTo>
                    <a:pt x="42253" y="80000"/>
                  </a:lnTo>
                  <a:lnTo>
                    <a:pt x="43943" y="90000"/>
                  </a:lnTo>
                  <a:lnTo>
                    <a:pt x="47323" y="103333"/>
                  </a:lnTo>
                  <a:lnTo>
                    <a:pt x="49014" y="106666"/>
                  </a:lnTo>
                  <a:lnTo>
                    <a:pt x="77746" y="103333"/>
                  </a:lnTo>
                  <a:lnTo>
                    <a:pt x="91267" y="106666"/>
                  </a:lnTo>
                  <a:lnTo>
                    <a:pt x="99718" y="103333"/>
                  </a:lnTo>
                  <a:lnTo>
                    <a:pt x="106478" y="103333"/>
                  </a:lnTo>
                  <a:lnTo>
                    <a:pt x="109859" y="106666"/>
                  </a:lnTo>
                  <a:lnTo>
                    <a:pt x="114929" y="120000"/>
                  </a:lnTo>
                  <a:lnTo>
                    <a:pt x="120000" y="120000"/>
                  </a:lnTo>
                  <a:lnTo>
                    <a:pt x="116619" y="103333"/>
                  </a:lnTo>
                  <a:lnTo>
                    <a:pt x="113239" y="9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Shape 5434"/>
            <p:cNvSpPr/>
            <p:nvPr/>
          </p:nvSpPr>
          <p:spPr>
            <a:xfrm>
              <a:off x="8033007" y="7464768"/>
              <a:ext cx="23813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333" y="93333"/>
                  </a:moveTo>
                  <a:lnTo>
                    <a:pt x="26666" y="106666"/>
                  </a:lnTo>
                  <a:lnTo>
                    <a:pt x="34666" y="113333"/>
                  </a:lnTo>
                  <a:lnTo>
                    <a:pt x="56000" y="106666"/>
                  </a:lnTo>
                  <a:lnTo>
                    <a:pt x="66666" y="113333"/>
                  </a:lnTo>
                  <a:lnTo>
                    <a:pt x="72000" y="120000"/>
                  </a:lnTo>
                  <a:lnTo>
                    <a:pt x="106666" y="106666"/>
                  </a:lnTo>
                  <a:lnTo>
                    <a:pt x="120000" y="86666"/>
                  </a:lnTo>
                  <a:lnTo>
                    <a:pt x="109333" y="46666"/>
                  </a:lnTo>
                  <a:lnTo>
                    <a:pt x="98666" y="40000"/>
                  </a:lnTo>
                  <a:lnTo>
                    <a:pt x="58666" y="6666"/>
                  </a:lnTo>
                  <a:lnTo>
                    <a:pt x="10666" y="0"/>
                  </a:lnTo>
                  <a:lnTo>
                    <a:pt x="0" y="20000"/>
                  </a:lnTo>
                  <a:lnTo>
                    <a:pt x="5333" y="40000"/>
                  </a:lnTo>
                  <a:lnTo>
                    <a:pt x="10666" y="40000"/>
                  </a:lnTo>
                  <a:lnTo>
                    <a:pt x="8000" y="46666"/>
                  </a:lnTo>
                  <a:lnTo>
                    <a:pt x="16000" y="60000"/>
                  </a:lnTo>
                  <a:lnTo>
                    <a:pt x="24000" y="73333"/>
                  </a:lnTo>
                  <a:lnTo>
                    <a:pt x="24000" y="86666"/>
                  </a:lnTo>
                  <a:lnTo>
                    <a:pt x="21333" y="86666"/>
                  </a:lnTo>
                  <a:lnTo>
                    <a:pt x="21333" y="93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Shape 5435"/>
            <p:cNvSpPr/>
            <p:nvPr/>
          </p:nvSpPr>
          <p:spPr>
            <a:xfrm>
              <a:off x="8031420" y="7436193"/>
              <a:ext cx="53974" cy="317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339" y="33442"/>
                  </a:moveTo>
                  <a:lnTo>
                    <a:pt x="115339" y="23606"/>
                  </a:lnTo>
                  <a:lnTo>
                    <a:pt x="114174" y="17704"/>
                  </a:lnTo>
                  <a:lnTo>
                    <a:pt x="108349" y="3934"/>
                  </a:lnTo>
                  <a:lnTo>
                    <a:pt x="103689" y="1967"/>
                  </a:lnTo>
                  <a:lnTo>
                    <a:pt x="93203" y="3934"/>
                  </a:lnTo>
                  <a:lnTo>
                    <a:pt x="88543" y="3934"/>
                  </a:lnTo>
                  <a:lnTo>
                    <a:pt x="79223" y="0"/>
                  </a:lnTo>
                  <a:lnTo>
                    <a:pt x="73398" y="0"/>
                  </a:lnTo>
                  <a:lnTo>
                    <a:pt x="64077" y="3934"/>
                  </a:lnTo>
                  <a:lnTo>
                    <a:pt x="46601" y="21639"/>
                  </a:lnTo>
                  <a:lnTo>
                    <a:pt x="36116" y="27540"/>
                  </a:lnTo>
                  <a:lnTo>
                    <a:pt x="32621" y="23606"/>
                  </a:lnTo>
                  <a:lnTo>
                    <a:pt x="25631" y="27540"/>
                  </a:lnTo>
                  <a:lnTo>
                    <a:pt x="11650" y="43278"/>
                  </a:lnTo>
                  <a:lnTo>
                    <a:pt x="10485" y="51147"/>
                  </a:lnTo>
                  <a:lnTo>
                    <a:pt x="6990" y="57049"/>
                  </a:lnTo>
                  <a:lnTo>
                    <a:pt x="3495" y="59016"/>
                  </a:lnTo>
                  <a:lnTo>
                    <a:pt x="0" y="59016"/>
                  </a:lnTo>
                  <a:lnTo>
                    <a:pt x="1165" y="70819"/>
                  </a:lnTo>
                  <a:lnTo>
                    <a:pt x="5825" y="78688"/>
                  </a:lnTo>
                  <a:lnTo>
                    <a:pt x="22135" y="82622"/>
                  </a:lnTo>
                  <a:lnTo>
                    <a:pt x="24466" y="86557"/>
                  </a:lnTo>
                  <a:lnTo>
                    <a:pt x="27961" y="96393"/>
                  </a:lnTo>
                  <a:lnTo>
                    <a:pt x="32621" y="100327"/>
                  </a:lnTo>
                  <a:lnTo>
                    <a:pt x="36116" y="100327"/>
                  </a:lnTo>
                  <a:lnTo>
                    <a:pt x="38446" y="98360"/>
                  </a:lnTo>
                  <a:lnTo>
                    <a:pt x="38446" y="94426"/>
                  </a:lnTo>
                  <a:lnTo>
                    <a:pt x="37281" y="86557"/>
                  </a:lnTo>
                  <a:lnTo>
                    <a:pt x="45436" y="86557"/>
                  </a:lnTo>
                  <a:lnTo>
                    <a:pt x="62912" y="110163"/>
                  </a:lnTo>
                  <a:lnTo>
                    <a:pt x="79223" y="120000"/>
                  </a:lnTo>
                  <a:lnTo>
                    <a:pt x="86213" y="116065"/>
                  </a:lnTo>
                  <a:lnTo>
                    <a:pt x="87378" y="102295"/>
                  </a:lnTo>
                  <a:lnTo>
                    <a:pt x="97864" y="82622"/>
                  </a:lnTo>
                  <a:lnTo>
                    <a:pt x="103689" y="78688"/>
                  </a:lnTo>
                  <a:lnTo>
                    <a:pt x="116504" y="76721"/>
                  </a:lnTo>
                  <a:lnTo>
                    <a:pt x="120000" y="68852"/>
                  </a:lnTo>
                  <a:lnTo>
                    <a:pt x="120000" y="62950"/>
                  </a:lnTo>
                  <a:lnTo>
                    <a:pt x="115339" y="51147"/>
                  </a:lnTo>
                  <a:lnTo>
                    <a:pt x="115339" y="41311"/>
                  </a:lnTo>
                  <a:lnTo>
                    <a:pt x="115339" y="334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Shape 5436"/>
            <p:cNvSpPr/>
            <p:nvPr/>
          </p:nvSpPr>
          <p:spPr>
            <a:xfrm>
              <a:off x="7923470" y="6555132"/>
              <a:ext cx="25399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1111"/>
                  </a:moveTo>
                  <a:lnTo>
                    <a:pt x="7346" y="111111"/>
                  </a:lnTo>
                  <a:lnTo>
                    <a:pt x="22040" y="111111"/>
                  </a:lnTo>
                  <a:lnTo>
                    <a:pt x="29387" y="111111"/>
                  </a:lnTo>
                  <a:lnTo>
                    <a:pt x="44081" y="115555"/>
                  </a:lnTo>
                  <a:lnTo>
                    <a:pt x="51428" y="120000"/>
                  </a:lnTo>
                  <a:lnTo>
                    <a:pt x="75918" y="111111"/>
                  </a:lnTo>
                  <a:lnTo>
                    <a:pt x="90612" y="97777"/>
                  </a:lnTo>
                  <a:lnTo>
                    <a:pt x="102857" y="75555"/>
                  </a:lnTo>
                  <a:lnTo>
                    <a:pt x="105306" y="66666"/>
                  </a:lnTo>
                  <a:lnTo>
                    <a:pt x="112653" y="44444"/>
                  </a:lnTo>
                  <a:lnTo>
                    <a:pt x="117551" y="35555"/>
                  </a:lnTo>
                  <a:lnTo>
                    <a:pt x="107755" y="31111"/>
                  </a:lnTo>
                  <a:lnTo>
                    <a:pt x="105306" y="26666"/>
                  </a:lnTo>
                  <a:lnTo>
                    <a:pt x="107755" y="26666"/>
                  </a:lnTo>
                  <a:lnTo>
                    <a:pt x="115102" y="22222"/>
                  </a:lnTo>
                  <a:lnTo>
                    <a:pt x="117551" y="13333"/>
                  </a:lnTo>
                  <a:lnTo>
                    <a:pt x="119999" y="0"/>
                  </a:lnTo>
                  <a:lnTo>
                    <a:pt x="105306" y="8888"/>
                  </a:lnTo>
                  <a:lnTo>
                    <a:pt x="73469" y="44444"/>
                  </a:lnTo>
                  <a:lnTo>
                    <a:pt x="46530" y="53333"/>
                  </a:lnTo>
                  <a:lnTo>
                    <a:pt x="31836" y="66666"/>
                  </a:lnTo>
                  <a:lnTo>
                    <a:pt x="2448" y="102222"/>
                  </a:lnTo>
                  <a:lnTo>
                    <a:pt x="0" y="11111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Shape 5437"/>
            <p:cNvSpPr/>
            <p:nvPr/>
          </p:nvSpPr>
          <p:spPr>
            <a:xfrm>
              <a:off x="7904420" y="6544019"/>
              <a:ext cx="19049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714" y="0"/>
                  </a:moveTo>
                  <a:lnTo>
                    <a:pt x="89142" y="0"/>
                  </a:lnTo>
                  <a:lnTo>
                    <a:pt x="27428" y="17142"/>
                  </a:lnTo>
                  <a:lnTo>
                    <a:pt x="20571" y="20571"/>
                  </a:lnTo>
                  <a:lnTo>
                    <a:pt x="13714" y="17142"/>
                  </a:lnTo>
                  <a:lnTo>
                    <a:pt x="0" y="17142"/>
                  </a:lnTo>
                  <a:lnTo>
                    <a:pt x="0" y="30857"/>
                  </a:lnTo>
                  <a:lnTo>
                    <a:pt x="0" y="41142"/>
                  </a:lnTo>
                  <a:lnTo>
                    <a:pt x="6857" y="51428"/>
                  </a:lnTo>
                  <a:lnTo>
                    <a:pt x="6857" y="61714"/>
                  </a:lnTo>
                  <a:lnTo>
                    <a:pt x="17142" y="85714"/>
                  </a:lnTo>
                  <a:lnTo>
                    <a:pt x="17142" y="96000"/>
                  </a:lnTo>
                  <a:lnTo>
                    <a:pt x="24000" y="106285"/>
                  </a:lnTo>
                  <a:lnTo>
                    <a:pt x="30857" y="106285"/>
                  </a:lnTo>
                  <a:lnTo>
                    <a:pt x="44571" y="99428"/>
                  </a:lnTo>
                  <a:lnTo>
                    <a:pt x="48000" y="96000"/>
                  </a:lnTo>
                  <a:lnTo>
                    <a:pt x="61714" y="116571"/>
                  </a:lnTo>
                  <a:lnTo>
                    <a:pt x="75428" y="120000"/>
                  </a:lnTo>
                  <a:lnTo>
                    <a:pt x="85714" y="106285"/>
                  </a:lnTo>
                  <a:lnTo>
                    <a:pt x="89142" y="96000"/>
                  </a:lnTo>
                  <a:lnTo>
                    <a:pt x="113142" y="68571"/>
                  </a:lnTo>
                  <a:lnTo>
                    <a:pt x="120000" y="61714"/>
                  </a:lnTo>
                  <a:lnTo>
                    <a:pt x="120000" y="30857"/>
                  </a:lnTo>
                  <a:lnTo>
                    <a:pt x="120000" y="17142"/>
                  </a:lnTo>
                  <a:lnTo>
                    <a:pt x="109714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Shape 5438"/>
            <p:cNvSpPr/>
            <p:nvPr/>
          </p:nvSpPr>
          <p:spPr>
            <a:xfrm>
              <a:off x="8310820" y="7920382"/>
              <a:ext cx="19049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6666" y="77647"/>
                  </a:moveTo>
                  <a:lnTo>
                    <a:pt x="50000" y="60000"/>
                  </a:lnTo>
                  <a:lnTo>
                    <a:pt x="30000" y="31764"/>
                  </a:lnTo>
                  <a:lnTo>
                    <a:pt x="13333" y="10588"/>
                  </a:lnTo>
                  <a:lnTo>
                    <a:pt x="0" y="0"/>
                  </a:lnTo>
                  <a:lnTo>
                    <a:pt x="0" y="14117"/>
                  </a:lnTo>
                  <a:lnTo>
                    <a:pt x="3333" y="21176"/>
                  </a:lnTo>
                  <a:lnTo>
                    <a:pt x="6666" y="24705"/>
                  </a:lnTo>
                  <a:lnTo>
                    <a:pt x="6666" y="35294"/>
                  </a:lnTo>
                  <a:lnTo>
                    <a:pt x="3333" y="45882"/>
                  </a:lnTo>
                  <a:lnTo>
                    <a:pt x="3333" y="52941"/>
                  </a:lnTo>
                  <a:lnTo>
                    <a:pt x="0" y="63529"/>
                  </a:lnTo>
                  <a:lnTo>
                    <a:pt x="10000" y="84705"/>
                  </a:lnTo>
                  <a:lnTo>
                    <a:pt x="16666" y="91764"/>
                  </a:lnTo>
                  <a:lnTo>
                    <a:pt x="23333" y="102352"/>
                  </a:lnTo>
                  <a:lnTo>
                    <a:pt x="40000" y="105882"/>
                  </a:lnTo>
                  <a:lnTo>
                    <a:pt x="53333" y="112941"/>
                  </a:lnTo>
                  <a:lnTo>
                    <a:pt x="66666" y="120000"/>
                  </a:lnTo>
                  <a:lnTo>
                    <a:pt x="76666" y="116470"/>
                  </a:lnTo>
                  <a:lnTo>
                    <a:pt x="90000" y="105882"/>
                  </a:lnTo>
                  <a:lnTo>
                    <a:pt x="96666" y="102352"/>
                  </a:lnTo>
                  <a:lnTo>
                    <a:pt x="110000" y="102352"/>
                  </a:lnTo>
                  <a:lnTo>
                    <a:pt x="120000" y="102352"/>
                  </a:lnTo>
                  <a:lnTo>
                    <a:pt x="120000" y="98823"/>
                  </a:lnTo>
                  <a:lnTo>
                    <a:pt x="113333" y="88235"/>
                  </a:lnTo>
                  <a:lnTo>
                    <a:pt x="86666" y="7764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Shape 5439"/>
            <p:cNvSpPr/>
            <p:nvPr/>
          </p:nvSpPr>
          <p:spPr>
            <a:xfrm>
              <a:off x="7925057" y="6517032"/>
              <a:ext cx="44450" cy="38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647" y="120000"/>
                  </a:moveTo>
                  <a:lnTo>
                    <a:pt x="15529" y="116619"/>
                  </a:lnTo>
                  <a:lnTo>
                    <a:pt x="35294" y="108169"/>
                  </a:lnTo>
                  <a:lnTo>
                    <a:pt x="49411" y="103098"/>
                  </a:lnTo>
                  <a:lnTo>
                    <a:pt x="53647" y="101408"/>
                  </a:lnTo>
                  <a:lnTo>
                    <a:pt x="57882" y="98028"/>
                  </a:lnTo>
                  <a:lnTo>
                    <a:pt x="77647" y="76056"/>
                  </a:lnTo>
                  <a:lnTo>
                    <a:pt x="81882" y="70985"/>
                  </a:lnTo>
                  <a:lnTo>
                    <a:pt x="91764" y="65915"/>
                  </a:lnTo>
                  <a:lnTo>
                    <a:pt x="97411" y="62535"/>
                  </a:lnTo>
                  <a:lnTo>
                    <a:pt x="107294" y="50704"/>
                  </a:lnTo>
                  <a:lnTo>
                    <a:pt x="112941" y="38873"/>
                  </a:lnTo>
                  <a:lnTo>
                    <a:pt x="118588" y="27042"/>
                  </a:lnTo>
                  <a:lnTo>
                    <a:pt x="120000" y="11830"/>
                  </a:lnTo>
                  <a:lnTo>
                    <a:pt x="118588" y="0"/>
                  </a:lnTo>
                  <a:lnTo>
                    <a:pt x="110117" y="3380"/>
                  </a:lnTo>
                  <a:lnTo>
                    <a:pt x="87529" y="27042"/>
                  </a:lnTo>
                  <a:lnTo>
                    <a:pt x="15529" y="70985"/>
                  </a:lnTo>
                  <a:lnTo>
                    <a:pt x="1411" y="77746"/>
                  </a:lnTo>
                  <a:lnTo>
                    <a:pt x="0" y="82816"/>
                  </a:lnTo>
                  <a:lnTo>
                    <a:pt x="0" y="92957"/>
                  </a:lnTo>
                  <a:lnTo>
                    <a:pt x="0" y="99718"/>
                  </a:lnTo>
                  <a:lnTo>
                    <a:pt x="0" y="103098"/>
                  </a:lnTo>
                  <a:lnTo>
                    <a:pt x="1411" y="116619"/>
                  </a:lnTo>
                  <a:lnTo>
                    <a:pt x="1411" y="120000"/>
                  </a:lnTo>
                  <a:lnTo>
                    <a:pt x="5647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Shape 5440"/>
            <p:cNvSpPr/>
            <p:nvPr/>
          </p:nvSpPr>
          <p:spPr>
            <a:xfrm>
              <a:off x="8018720" y="7464768"/>
              <a:ext cx="17462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60000"/>
                  </a:moveTo>
                  <a:lnTo>
                    <a:pt x="7500" y="72000"/>
                  </a:lnTo>
                  <a:lnTo>
                    <a:pt x="30000" y="102000"/>
                  </a:lnTo>
                  <a:lnTo>
                    <a:pt x="60000" y="114000"/>
                  </a:lnTo>
                  <a:lnTo>
                    <a:pt x="97500" y="120000"/>
                  </a:lnTo>
                  <a:lnTo>
                    <a:pt x="105000" y="120000"/>
                  </a:lnTo>
                  <a:lnTo>
                    <a:pt x="112500" y="114000"/>
                  </a:lnTo>
                  <a:lnTo>
                    <a:pt x="120000" y="102000"/>
                  </a:lnTo>
                  <a:lnTo>
                    <a:pt x="112500" y="90000"/>
                  </a:lnTo>
                  <a:lnTo>
                    <a:pt x="105000" y="72000"/>
                  </a:lnTo>
                  <a:lnTo>
                    <a:pt x="75000" y="48000"/>
                  </a:lnTo>
                  <a:lnTo>
                    <a:pt x="71250" y="36000"/>
                  </a:lnTo>
                  <a:lnTo>
                    <a:pt x="71250" y="30000"/>
                  </a:lnTo>
                  <a:lnTo>
                    <a:pt x="63750" y="24000"/>
                  </a:lnTo>
                  <a:lnTo>
                    <a:pt x="52500" y="24000"/>
                  </a:lnTo>
                  <a:lnTo>
                    <a:pt x="37500" y="24000"/>
                  </a:lnTo>
                  <a:lnTo>
                    <a:pt x="11250" y="0"/>
                  </a:lnTo>
                  <a:lnTo>
                    <a:pt x="0" y="0"/>
                  </a:lnTo>
                  <a:lnTo>
                    <a:pt x="0" y="12000"/>
                  </a:lnTo>
                  <a:lnTo>
                    <a:pt x="11250" y="30000"/>
                  </a:lnTo>
                  <a:lnTo>
                    <a:pt x="11250" y="54000"/>
                  </a:lnTo>
                  <a:lnTo>
                    <a:pt x="0" y="6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Shape 5441"/>
            <p:cNvSpPr/>
            <p:nvPr/>
          </p:nvSpPr>
          <p:spPr>
            <a:xfrm>
              <a:off x="8209220" y="7591768"/>
              <a:ext cx="19049" cy="269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3333" y="51764"/>
                  </a:moveTo>
                  <a:lnTo>
                    <a:pt x="43333" y="70588"/>
                  </a:lnTo>
                  <a:lnTo>
                    <a:pt x="36666" y="80000"/>
                  </a:lnTo>
                  <a:lnTo>
                    <a:pt x="33333" y="96470"/>
                  </a:lnTo>
                  <a:lnTo>
                    <a:pt x="33333" y="105882"/>
                  </a:lnTo>
                  <a:lnTo>
                    <a:pt x="33333" y="110588"/>
                  </a:lnTo>
                  <a:lnTo>
                    <a:pt x="33333" y="117647"/>
                  </a:lnTo>
                  <a:lnTo>
                    <a:pt x="40000" y="120000"/>
                  </a:lnTo>
                  <a:lnTo>
                    <a:pt x="60000" y="117647"/>
                  </a:lnTo>
                  <a:lnTo>
                    <a:pt x="90000" y="103529"/>
                  </a:lnTo>
                  <a:lnTo>
                    <a:pt x="110000" y="80000"/>
                  </a:lnTo>
                  <a:lnTo>
                    <a:pt x="120000" y="47058"/>
                  </a:lnTo>
                  <a:lnTo>
                    <a:pt x="106666" y="21176"/>
                  </a:lnTo>
                  <a:lnTo>
                    <a:pt x="90000" y="2352"/>
                  </a:lnTo>
                  <a:lnTo>
                    <a:pt x="70000" y="0"/>
                  </a:lnTo>
                  <a:lnTo>
                    <a:pt x="63333" y="2352"/>
                  </a:lnTo>
                  <a:lnTo>
                    <a:pt x="46666" y="7058"/>
                  </a:lnTo>
                  <a:lnTo>
                    <a:pt x="33333" y="14117"/>
                  </a:lnTo>
                  <a:lnTo>
                    <a:pt x="23333" y="25882"/>
                  </a:lnTo>
                  <a:lnTo>
                    <a:pt x="0" y="40000"/>
                  </a:lnTo>
                  <a:lnTo>
                    <a:pt x="0" y="49411"/>
                  </a:lnTo>
                  <a:lnTo>
                    <a:pt x="3333" y="51764"/>
                  </a:lnTo>
                  <a:lnTo>
                    <a:pt x="13333" y="61176"/>
                  </a:lnTo>
                  <a:lnTo>
                    <a:pt x="23333" y="70588"/>
                  </a:lnTo>
                  <a:lnTo>
                    <a:pt x="33333" y="68235"/>
                  </a:lnTo>
                  <a:lnTo>
                    <a:pt x="63333" y="40000"/>
                  </a:lnTo>
                  <a:lnTo>
                    <a:pt x="73333" y="32941"/>
                  </a:lnTo>
                  <a:lnTo>
                    <a:pt x="76666" y="28235"/>
                  </a:lnTo>
                  <a:lnTo>
                    <a:pt x="80000" y="21176"/>
                  </a:lnTo>
                  <a:lnTo>
                    <a:pt x="80000" y="11764"/>
                  </a:lnTo>
                  <a:lnTo>
                    <a:pt x="86666" y="11764"/>
                  </a:lnTo>
                  <a:lnTo>
                    <a:pt x="90000" y="21176"/>
                  </a:lnTo>
                  <a:lnTo>
                    <a:pt x="93333" y="30588"/>
                  </a:lnTo>
                  <a:lnTo>
                    <a:pt x="86666" y="40000"/>
                  </a:lnTo>
                  <a:lnTo>
                    <a:pt x="63333" y="5176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Shape 5442"/>
            <p:cNvSpPr/>
            <p:nvPr/>
          </p:nvSpPr>
          <p:spPr>
            <a:xfrm>
              <a:off x="8269545" y="7852118"/>
              <a:ext cx="33338" cy="58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250" y="103928"/>
                  </a:moveTo>
                  <a:lnTo>
                    <a:pt x="103125" y="100714"/>
                  </a:lnTo>
                  <a:lnTo>
                    <a:pt x="95625" y="93214"/>
                  </a:lnTo>
                  <a:lnTo>
                    <a:pt x="80625" y="87857"/>
                  </a:lnTo>
                  <a:lnTo>
                    <a:pt x="69375" y="83571"/>
                  </a:lnTo>
                  <a:lnTo>
                    <a:pt x="63750" y="81428"/>
                  </a:lnTo>
                  <a:lnTo>
                    <a:pt x="41250" y="61071"/>
                  </a:lnTo>
                  <a:lnTo>
                    <a:pt x="35625" y="52499"/>
                  </a:lnTo>
                  <a:lnTo>
                    <a:pt x="13125" y="17142"/>
                  </a:lnTo>
                  <a:lnTo>
                    <a:pt x="9375" y="1071"/>
                  </a:lnTo>
                  <a:lnTo>
                    <a:pt x="5625" y="0"/>
                  </a:lnTo>
                  <a:lnTo>
                    <a:pt x="1875" y="3214"/>
                  </a:lnTo>
                  <a:lnTo>
                    <a:pt x="0" y="9642"/>
                  </a:lnTo>
                  <a:lnTo>
                    <a:pt x="7500" y="27857"/>
                  </a:lnTo>
                  <a:lnTo>
                    <a:pt x="7500" y="31071"/>
                  </a:lnTo>
                  <a:lnTo>
                    <a:pt x="13125" y="36428"/>
                  </a:lnTo>
                  <a:lnTo>
                    <a:pt x="41250" y="75000"/>
                  </a:lnTo>
                  <a:lnTo>
                    <a:pt x="73125" y="95357"/>
                  </a:lnTo>
                  <a:lnTo>
                    <a:pt x="84375" y="111428"/>
                  </a:lnTo>
                  <a:lnTo>
                    <a:pt x="93750" y="116785"/>
                  </a:lnTo>
                  <a:lnTo>
                    <a:pt x="105000" y="115714"/>
                  </a:lnTo>
                  <a:lnTo>
                    <a:pt x="110625" y="119999"/>
                  </a:lnTo>
                  <a:lnTo>
                    <a:pt x="116250" y="117857"/>
                  </a:lnTo>
                  <a:lnTo>
                    <a:pt x="120000" y="113571"/>
                  </a:lnTo>
                  <a:lnTo>
                    <a:pt x="120000" y="107142"/>
                  </a:lnTo>
                  <a:lnTo>
                    <a:pt x="116250" y="10392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Shape 5443"/>
            <p:cNvSpPr/>
            <p:nvPr/>
          </p:nvSpPr>
          <p:spPr>
            <a:xfrm>
              <a:off x="8318757" y="7783857"/>
              <a:ext cx="19049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647" y="94054"/>
                  </a:moveTo>
                  <a:lnTo>
                    <a:pt x="28235" y="90810"/>
                  </a:lnTo>
                  <a:lnTo>
                    <a:pt x="35294" y="87567"/>
                  </a:lnTo>
                  <a:lnTo>
                    <a:pt x="49411" y="81081"/>
                  </a:lnTo>
                  <a:lnTo>
                    <a:pt x="60000" y="81081"/>
                  </a:lnTo>
                  <a:lnTo>
                    <a:pt x="70588" y="90810"/>
                  </a:lnTo>
                  <a:lnTo>
                    <a:pt x="70588" y="100540"/>
                  </a:lnTo>
                  <a:lnTo>
                    <a:pt x="60000" y="116756"/>
                  </a:lnTo>
                  <a:lnTo>
                    <a:pt x="88235" y="120000"/>
                  </a:lnTo>
                  <a:lnTo>
                    <a:pt x="109411" y="100540"/>
                  </a:lnTo>
                  <a:lnTo>
                    <a:pt x="120000" y="77837"/>
                  </a:lnTo>
                  <a:lnTo>
                    <a:pt x="109411" y="48648"/>
                  </a:lnTo>
                  <a:lnTo>
                    <a:pt x="109411" y="12972"/>
                  </a:lnTo>
                  <a:lnTo>
                    <a:pt x="109411" y="3243"/>
                  </a:lnTo>
                  <a:lnTo>
                    <a:pt x="102352" y="0"/>
                  </a:lnTo>
                  <a:lnTo>
                    <a:pt x="95294" y="0"/>
                  </a:lnTo>
                  <a:lnTo>
                    <a:pt x="84705" y="3243"/>
                  </a:lnTo>
                  <a:lnTo>
                    <a:pt x="63529" y="3243"/>
                  </a:lnTo>
                  <a:lnTo>
                    <a:pt x="38823" y="6486"/>
                  </a:lnTo>
                  <a:lnTo>
                    <a:pt x="24705" y="22702"/>
                  </a:lnTo>
                  <a:lnTo>
                    <a:pt x="28235" y="38918"/>
                  </a:lnTo>
                  <a:lnTo>
                    <a:pt x="24705" y="48648"/>
                  </a:lnTo>
                  <a:lnTo>
                    <a:pt x="14117" y="55135"/>
                  </a:lnTo>
                  <a:lnTo>
                    <a:pt x="7058" y="64864"/>
                  </a:lnTo>
                  <a:lnTo>
                    <a:pt x="7058" y="77837"/>
                  </a:lnTo>
                  <a:lnTo>
                    <a:pt x="0" y="94054"/>
                  </a:lnTo>
                  <a:lnTo>
                    <a:pt x="17647" y="9405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Shape 5444"/>
            <p:cNvSpPr/>
            <p:nvPr/>
          </p:nvSpPr>
          <p:spPr>
            <a:xfrm>
              <a:off x="8213982" y="7750518"/>
              <a:ext cx="22225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26" y="43076"/>
                  </a:moveTo>
                  <a:lnTo>
                    <a:pt x="5853" y="52307"/>
                  </a:lnTo>
                  <a:lnTo>
                    <a:pt x="26341" y="70769"/>
                  </a:lnTo>
                  <a:lnTo>
                    <a:pt x="38048" y="83076"/>
                  </a:lnTo>
                  <a:lnTo>
                    <a:pt x="55609" y="92307"/>
                  </a:lnTo>
                  <a:lnTo>
                    <a:pt x="61463" y="92307"/>
                  </a:lnTo>
                  <a:lnTo>
                    <a:pt x="70243" y="92307"/>
                  </a:lnTo>
                  <a:lnTo>
                    <a:pt x="81951" y="95384"/>
                  </a:lnTo>
                  <a:lnTo>
                    <a:pt x="108292" y="120000"/>
                  </a:lnTo>
                  <a:lnTo>
                    <a:pt x="117073" y="113846"/>
                  </a:lnTo>
                  <a:lnTo>
                    <a:pt x="120000" y="101538"/>
                  </a:lnTo>
                  <a:lnTo>
                    <a:pt x="93658" y="55384"/>
                  </a:lnTo>
                  <a:lnTo>
                    <a:pt x="84878" y="43076"/>
                  </a:lnTo>
                  <a:lnTo>
                    <a:pt x="70243" y="36923"/>
                  </a:lnTo>
                  <a:lnTo>
                    <a:pt x="64390" y="30769"/>
                  </a:lnTo>
                  <a:lnTo>
                    <a:pt x="55609" y="24615"/>
                  </a:lnTo>
                  <a:lnTo>
                    <a:pt x="38048" y="21538"/>
                  </a:lnTo>
                  <a:lnTo>
                    <a:pt x="35121" y="18461"/>
                  </a:lnTo>
                  <a:lnTo>
                    <a:pt x="23414" y="0"/>
                  </a:lnTo>
                  <a:lnTo>
                    <a:pt x="17560" y="0"/>
                  </a:lnTo>
                  <a:lnTo>
                    <a:pt x="5853" y="3076"/>
                  </a:lnTo>
                  <a:lnTo>
                    <a:pt x="0" y="12307"/>
                  </a:lnTo>
                  <a:lnTo>
                    <a:pt x="0" y="21538"/>
                  </a:lnTo>
                  <a:lnTo>
                    <a:pt x="5853" y="27692"/>
                  </a:lnTo>
                  <a:lnTo>
                    <a:pt x="8780" y="33846"/>
                  </a:lnTo>
                  <a:lnTo>
                    <a:pt x="5853" y="40000"/>
                  </a:lnTo>
                  <a:lnTo>
                    <a:pt x="2926" y="4307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Shape 5445"/>
            <p:cNvSpPr/>
            <p:nvPr/>
          </p:nvSpPr>
          <p:spPr>
            <a:xfrm>
              <a:off x="8267957" y="7883868"/>
              <a:ext cx="22225" cy="492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100434"/>
                  </a:moveTo>
                  <a:lnTo>
                    <a:pt x="71428" y="67826"/>
                  </a:lnTo>
                  <a:lnTo>
                    <a:pt x="60000" y="57391"/>
                  </a:lnTo>
                  <a:lnTo>
                    <a:pt x="60000" y="56086"/>
                  </a:lnTo>
                  <a:lnTo>
                    <a:pt x="62857" y="53478"/>
                  </a:lnTo>
                  <a:lnTo>
                    <a:pt x="65714" y="49565"/>
                  </a:lnTo>
                  <a:lnTo>
                    <a:pt x="71428" y="49565"/>
                  </a:lnTo>
                  <a:lnTo>
                    <a:pt x="71428" y="53478"/>
                  </a:lnTo>
                  <a:lnTo>
                    <a:pt x="77142" y="57391"/>
                  </a:lnTo>
                  <a:lnTo>
                    <a:pt x="82857" y="61304"/>
                  </a:lnTo>
                  <a:lnTo>
                    <a:pt x="91428" y="62608"/>
                  </a:lnTo>
                  <a:lnTo>
                    <a:pt x="100000" y="65217"/>
                  </a:lnTo>
                  <a:lnTo>
                    <a:pt x="68571" y="35217"/>
                  </a:lnTo>
                  <a:lnTo>
                    <a:pt x="31428" y="10434"/>
                  </a:lnTo>
                  <a:lnTo>
                    <a:pt x="34285" y="5217"/>
                  </a:lnTo>
                  <a:lnTo>
                    <a:pt x="31428" y="2608"/>
                  </a:lnTo>
                  <a:lnTo>
                    <a:pt x="31428" y="0"/>
                  </a:lnTo>
                  <a:lnTo>
                    <a:pt x="20000" y="15652"/>
                  </a:lnTo>
                  <a:lnTo>
                    <a:pt x="17142" y="26086"/>
                  </a:lnTo>
                  <a:lnTo>
                    <a:pt x="20000" y="33913"/>
                  </a:lnTo>
                  <a:lnTo>
                    <a:pt x="34285" y="45652"/>
                  </a:lnTo>
                  <a:lnTo>
                    <a:pt x="11428" y="48260"/>
                  </a:lnTo>
                  <a:lnTo>
                    <a:pt x="8571" y="57391"/>
                  </a:lnTo>
                  <a:lnTo>
                    <a:pt x="14285" y="66521"/>
                  </a:lnTo>
                  <a:lnTo>
                    <a:pt x="20000" y="74347"/>
                  </a:lnTo>
                  <a:lnTo>
                    <a:pt x="20000" y="78260"/>
                  </a:lnTo>
                  <a:lnTo>
                    <a:pt x="8571" y="80869"/>
                  </a:lnTo>
                  <a:lnTo>
                    <a:pt x="0" y="86086"/>
                  </a:lnTo>
                  <a:lnTo>
                    <a:pt x="0" y="93913"/>
                  </a:lnTo>
                  <a:lnTo>
                    <a:pt x="0" y="97826"/>
                  </a:lnTo>
                  <a:lnTo>
                    <a:pt x="0" y="105652"/>
                  </a:lnTo>
                  <a:lnTo>
                    <a:pt x="8571" y="108260"/>
                  </a:lnTo>
                  <a:lnTo>
                    <a:pt x="14285" y="110869"/>
                  </a:lnTo>
                  <a:lnTo>
                    <a:pt x="20000" y="117391"/>
                  </a:lnTo>
                  <a:lnTo>
                    <a:pt x="25714" y="120000"/>
                  </a:lnTo>
                  <a:lnTo>
                    <a:pt x="42857" y="120000"/>
                  </a:lnTo>
                  <a:lnTo>
                    <a:pt x="60000" y="118695"/>
                  </a:lnTo>
                  <a:lnTo>
                    <a:pt x="68571" y="117391"/>
                  </a:lnTo>
                  <a:lnTo>
                    <a:pt x="71428" y="112173"/>
                  </a:lnTo>
                  <a:lnTo>
                    <a:pt x="62857" y="100434"/>
                  </a:lnTo>
                  <a:lnTo>
                    <a:pt x="60000" y="96521"/>
                  </a:lnTo>
                  <a:lnTo>
                    <a:pt x="88571" y="106956"/>
                  </a:lnTo>
                  <a:lnTo>
                    <a:pt x="105714" y="108260"/>
                  </a:lnTo>
                  <a:lnTo>
                    <a:pt x="120000" y="10043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Shape 5446"/>
            <p:cNvSpPr/>
            <p:nvPr/>
          </p:nvSpPr>
          <p:spPr>
            <a:xfrm>
              <a:off x="8255257" y="7829893"/>
              <a:ext cx="17462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285" y="80000"/>
                  </a:moveTo>
                  <a:lnTo>
                    <a:pt x="72000" y="58181"/>
                  </a:lnTo>
                  <a:lnTo>
                    <a:pt x="48000" y="29090"/>
                  </a:lnTo>
                  <a:lnTo>
                    <a:pt x="44571" y="21818"/>
                  </a:lnTo>
                  <a:lnTo>
                    <a:pt x="41142" y="7272"/>
                  </a:lnTo>
                  <a:lnTo>
                    <a:pt x="34285" y="0"/>
                  </a:lnTo>
                  <a:lnTo>
                    <a:pt x="10285" y="0"/>
                  </a:lnTo>
                  <a:lnTo>
                    <a:pt x="3428" y="3636"/>
                  </a:lnTo>
                  <a:lnTo>
                    <a:pt x="0" y="10909"/>
                  </a:lnTo>
                  <a:lnTo>
                    <a:pt x="3428" y="14545"/>
                  </a:lnTo>
                  <a:lnTo>
                    <a:pt x="3428" y="21818"/>
                  </a:lnTo>
                  <a:lnTo>
                    <a:pt x="0" y="25454"/>
                  </a:lnTo>
                  <a:lnTo>
                    <a:pt x="0" y="40000"/>
                  </a:lnTo>
                  <a:lnTo>
                    <a:pt x="10285" y="61818"/>
                  </a:lnTo>
                  <a:lnTo>
                    <a:pt x="51428" y="101818"/>
                  </a:lnTo>
                  <a:lnTo>
                    <a:pt x="72000" y="112727"/>
                  </a:lnTo>
                  <a:lnTo>
                    <a:pt x="85714" y="116363"/>
                  </a:lnTo>
                  <a:lnTo>
                    <a:pt x="99428" y="116363"/>
                  </a:lnTo>
                  <a:lnTo>
                    <a:pt x="102857" y="116363"/>
                  </a:lnTo>
                  <a:lnTo>
                    <a:pt x="106285" y="120000"/>
                  </a:lnTo>
                  <a:lnTo>
                    <a:pt x="113142" y="116363"/>
                  </a:lnTo>
                  <a:lnTo>
                    <a:pt x="120000" y="105454"/>
                  </a:lnTo>
                  <a:lnTo>
                    <a:pt x="116571" y="94545"/>
                  </a:lnTo>
                  <a:lnTo>
                    <a:pt x="106285" y="8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Shape 5447"/>
            <p:cNvSpPr/>
            <p:nvPr/>
          </p:nvSpPr>
          <p:spPr>
            <a:xfrm>
              <a:off x="8298120" y="7918793"/>
              <a:ext cx="12699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692" y="85263"/>
                  </a:moveTo>
                  <a:lnTo>
                    <a:pt x="69230" y="78947"/>
                  </a:lnTo>
                  <a:lnTo>
                    <a:pt x="55384" y="72631"/>
                  </a:lnTo>
                  <a:lnTo>
                    <a:pt x="69230" y="60000"/>
                  </a:lnTo>
                  <a:lnTo>
                    <a:pt x="73846" y="47368"/>
                  </a:lnTo>
                  <a:lnTo>
                    <a:pt x="60000" y="31578"/>
                  </a:lnTo>
                  <a:lnTo>
                    <a:pt x="41538" y="12631"/>
                  </a:lnTo>
                  <a:lnTo>
                    <a:pt x="32307" y="6315"/>
                  </a:lnTo>
                  <a:lnTo>
                    <a:pt x="18461" y="0"/>
                  </a:lnTo>
                  <a:lnTo>
                    <a:pt x="4615" y="3157"/>
                  </a:lnTo>
                  <a:lnTo>
                    <a:pt x="4615" y="12631"/>
                  </a:lnTo>
                  <a:lnTo>
                    <a:pt x="9230" y="25263"/>
                  </a:lnTo>
                  <a:lnTo>
                    <a:pt x="4615" y="31578"/>
                  </a:lnTo>
                  <a:lnTo>
                    <a:pt x="0" y="53684"/>
                  </a:lnTo>
                  <a:lnTo>
                    <a:pt x="0" y="60000"/>
                  </a:lnTo>
                  <a:lnTo>
                    <a:pt x="9230" y="75789"/>
                  </a:lnTo>
                  <a:lnTo>
                    <a:pt x="13846" y="82105"/>
                  </a:lnTo>
                  <a:lnTo>
                    <a:pt x="36923" y="97894"/>
                  </a:lnTo>
                  <a:lnTo>
                    <a:pt x="55384" y="107368"/>
                  </a:lnTo>
                  <a:lnTo>
                    <a:pt x="73846" y="113684"/>
                  </a:lnTo>
                  <a:lnTo>
                    <a:pt x="92307" y="120000"/>
                  </a:lnTo>
                  <a:lnTo>
                    <a:pt x="106153" y="120000"/>
                  </a:lnTo>
                  <a:lnTo>
                    <a:pt x="120000" y="113684"/>
                  </a:lnTo>
                  <a:lnTo>
                    <a:pt x="120000" y="94736"/>
                  </a:lnTo>
                  <a:lnTo>
                    <a:pt x="101538" y="91578"/>
                  </a:lnTo>
                  <a:lnTo>
                    <a:pt x="87692" y="8526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Shape 5448"/>
            <p:cNvSpPr/>
            <p:nvPr/>
          </p:nvSpPr>
          <p:spPr>
            <a:xfrm>
              <a:off x="8194932" y="7688607"/>
              <a:ext cx="49212" cy="761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13" y="13241"/>
                  </a:moveTo>
                  <a:lnTo>
                    <a:pt x="0" y="14896"/>
                  </a:lnTo>
                  <a:lnTo>
                    <a:pt x="6521" y="23172"/>
                  </a:lnTo>
                  <a:lnTo>
                    <a:pt x="9130" y="26482"/>
                  </a:lnTo>
                  <a:lnTo>
                    <a:pt x="20869" y="31448"/>
                  </a:lnTo>
                  <a:lnTo>
                    <a:pt x="30000" y="39724"/>
                  </a:lnTo>
                  <a:lnTo>
                    <a:pt x="32608" y="41379"/>
                  </a:lnTo>
                  <a:lnTo>
                    <a:pt x="32608" y="42206"/>
                  </a:lnTo>
                  <a:lnTo>
                    <a:pt x="37826" y="47172"/>
                  </a:lnTo>
                  <a:lnTo>
                    <a:pt x="39130" y="47172"/>
                  </a:lnTo>
                  <a:lnTo>
                    <a:pt x="43043" y="47172"/>
                  </a:lnTo>
                  <a:lnTo>
                    <a:pt x="44347" y="48000"/>
                  </a:lnTo>
                  <a:lnTo>
                    <a:pt x="44347" y="48827"/>
                  </a:lnTo>
                  <a:lnTo>
                    <a:pt x="44347" y="53793"/>
                  </a:lnTo>
                  <a:lnTo>
                    <a:pt x="46956" y="62068"/>
                  </a:lnTo>
                  <a:lnTo>
                    <a:pt x="46956" y="63724"/>
                  </a:lnTo>
                  <a:lnTo>
                    <a:pt x="44347" y="65379"/>
                  </a:lnTo>
                  <a:lnTo>
                    <a:pt x="44347" y="67034"/>
                  </a:lnTo>
                  <a:lnTo>
                    <a:pt x="60000" y="73655"/>
                  </a:lnTo>
                  <a:lnTo>
                    <a:pt x="100434" y="107586"/>
                  </a:lnTo>
                  <a:lnTo>
                    <a:pt x="108260" y="116689"/>
                  </a:lnTo>
                  <a:lnTo>
                    <a:pt x="112173" y="120000"/>
                  </a:lnTo>
                  <a:lnTo>
                    <a:pt x="120000" y="117517"/>
                  </a:lnTo>
                  <a:lnTo>
                    <a:pt x="118695" y="108413"/>
                  </a:lnTo>
                  <a:lnTo>
                    <a:pt x="112173" y="99310"/>
                  </a:lnTo>
                  <a:lnTo>
                    <a:pt x="93913" y="76137"/>
                  </a:lnTo>
                  <a:lnTo>
                    <a:pt x="92608" y="72000"/>
                  </a:lnTo>
                  <a:lnTo>
                    <a:pt x="92608" y="67862"/>
                  </a:lnTo>
                  <a:lnTo>
                    <a:pt x="92608" y="64551"/>
                  </a:lnTo>
                  <a:lnTo>
                    <a:pt x="86086" y="57103"/>
                  </a:lnTo>
                  <a:lnTo>
                    <a:pt x="86086" y="53793"/>
                  </a:lnTo>
                  <a:lnTo>
                    <a:pt x="84782" y="46344"/>
                  </a:lnTo>
                  <a:lnTo>
                    <a:pt x="74347" y="38896"/>
                  </a:lnTo>
                  <a:lnTo>
                    <a:pt x="48260" y="29793"/>
                  </a:lnTo>
                  <a:lnTo>
                    <a:pt x="41739" y="24000"/>
                  </a:lnTo>
                  <a:lnTo>
                    <a:pt x="31304" y="19034"/>
                  </a:lnTo>
                  <a:lnTo>
                    <a:pt x="28695" y="15724"/>
                  </a:lnTo>
                  <a:lnTo>
                    <a:pt x="24782" y="7448"/>
                  </a:lnTo>
                  <a:lnTo>
                    <a:pt x="22173" y="4965"/>
                  </a:lnTo>
                  <a:lnTo>
                    <a:pt x="20869" y="2482"/>
                  </a:lnTo>
                  <a:lnTo>
                    <a:pt x="18260" y="827"/>
                  </a:lnTo>
                  <a:lnTo>
                    <a:pt x="13043" y="0"/>
                  </a:lnTo>
                  <a:lnTo>
                    <a:pt x="10434" y="0"/>
                  </a:lnTo>
                  <a:lnTo>
                    <a:pt x="9130" y="2482"/>
                  </a:lnTo>
                  <a:lnTo>
                    <a:pt x="9130" y="3310"/>
                  </a:lnTo>
                  <a:lnTo>
                    <a:pt x="6521" y="5793"/>
                  </a:lnTo>
                  <a:lnTo>
                    <a:pt x="6521" y="7448"/>
                  </a:lnTo>
                  <a:lnTo>
                    <a:pt x="6521" y="9103"/>
                  </a:lnTo>
                  <a:lnTo>
                    <a:pt x="6521" y="10758"/>
                  </a:lnTo>
                  <a:lnTo>
                    <a:pt x="3913" y="1324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Shape 5449"/>
            <p:cNvSpPr/>
            <p:nvPr/>
          </p:nvSpPr>
          <p:spPr>
            <a:xfrm>
              <a:off x="8287007" y="7950543"/>
              <a:ext cx="4763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000" y="78260"/>
                  </a:moveTo>
                  <a:lnTo>
                    <a:pt x="60000" y="62608"/>
                  </a:lnTo>
                  <a:lnTo>
                    <a:pt x="48000" y="41739"/>
                  </a:lnTo>
                  <a:lnTo>
                    <a:pt x="36000" y="15652"/>
                  </a:lnTo>
                  <a:lnTo>
                    <a:pt x="12000" y="0"/>
                  </a:lnTo>
                  <a:lnTo>
                    <a:pt x="12000" y="0"/>
                  </a:lnTo>
                  <a:lnTo>
                    <a:pt x="12000" y="31304"/>
                  </a:lnTo>
                  <a:lnTo>
                    <a:pt x="0" y="36521"/>
                  </a:lnTo>
                  <a:lnTo>
                    <a:pt x="0" y="26086"/>
                  </a:lnTo>
                  <a:lnTo>
                    <a:pt x="0" y="31304"/>
                  </a:lnTo>
                  <a:lnTo>
                    <a:pt x="12000" y="57391"/>
                  </a:lnTo>
                  <a:lnTo>
                    <a:pt x="24000" y="83478"/>
                  </a:lnTo>
                  <a:lnTo>
                    <a:pt x="36000" y="104347"/>
                  </a:lnTo>
                  <a:lnTo>
                    <a:pt x="84000" y="120000"/>
                  </a:lnTo>
                  <a:lnTo>
                    <a:pt x="108000" y="104347"/>
                  </a:lnTo>
                  <a:lnTo>
                    <a:pt x="120000" y="88695"/>
                  </a:lnTo>
                  <a:lnTo>
                    <a:pt x="108000" y="83478"/>
                  </a:lnTo>
                  <a:lnTo>
                    <a:pt x="96000" y="7826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Shape 5450"/>
            <p:cNvSpPr/>
            <p:nvPr/>
          </p:nvSpPr>
          <p:spPr>
            <a:xfrm>
              <a:off x="8145720" y="7547318"/>
              <a:ext cx="34924" cy="619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076" y="36302"/>
                  </a:moveTo>
                  <a:lnTo>
                    <a:pt x="108923" y="27226"/>
                  </a:lnTo>
                  <a:lnTo>
                    <a:pt x="108923" y="24201"/>
                  </a:lnTo>
                  <a:lnTo>
                    <a:pt x="107076" y="23193"/>
                  </a:lnTo>
                  <a:lnTo>
                    <a:pt x="99692" y="23193"/>
                  </a:lnTo>
                  <a:lnTo>
                    <a:pt x="97846" y="22184"/>
                  </a:lnTo>
                  <a:lnTo>
                    <a:pt x="96000" y="20168"/>
                  </a:lnTo>
                  <a:lnTo>
                    <a:pt x="94153" y="16134"/>
                  </a:lnTo>
                  <a:lnTo>
                    <a:pt x="92307" y="13109"/>
                  </a:lnTo>
                  <a:lnTo>
                    <a:pt x="88615" y="12100"/>
                  </a:lnTo>
                  <a:lnTo>
                    <a:pt x="73846" y="0"/>
                  </a:lnTo>
                  <a:lnTo>
                    <a:pt x="64615" y="2016"/>
                  </a:lnTo>
                  <a:lnTo>
                    <a:pt x="57230" y="8067"/>
                  </a:lnTo>
                  <a:lnTo>
                    <a:pt x="53538" y="12100"/>
                  </a:lnTo>
                  <a:lnTo>
                    <a:pt x="49846" y="18151"/>
                  </a:lnTo>
                  <a:lnTo>
                    <a:pt x="46153" y="24201"/>
                  </a:lnTo>
                  <a:lnTo>
                    <a:pt x="42461" y="29243"/>
                  </a:lnTo>
                  <a:lnTo>
                    <a:pt x="35076" y="30252"/>
                  </a:lnTo>
                  <a:lnTo>
                    <a:pt x="20307" y="23193"/>
                  </a:lnTo>
                  <a:lnTo>
                    <a:pt x="9230" y="23193"/>
                  </a:lnTo>
                  <a:lnTo>
                    <a:pt x="3692" y="28235"/>
                  </a:lnTo>
                  <a:lnTo>
                    <a:pt x="0" y="37310"/>
                  </a:lnTo>
                  <a:lnTo>
                    <a:pt x="3692" y="42352"/>
                  </a:lnTo>
                  <a:lnTo>
                    <a:pt x="11076" y="44369"/>
                  </a:lnTo>
                  <a:lnTo>
                    <a:pt x="24000" y="43361"/>
                  </a:lnTo>
                  <a:lnTo>
                    <a:pt x="27692" y="42352"/>
                  </a:lnTo>
                  <a:lnTo>
                    <a:pt x="33230" y="40336"/>
                  </a:lnTo>
                  <a:lnTo>
                    <a:pt x="36923" y="39327"/>
                  </a:lnTo>
                  <a:lnTo>
                    <a:pt x="49846" y="40336"/>
                  </a:lnTo>
                  <a:lnTo>
                    <a:pt x="53538" y="39327"/>
                  </a:lnTo>
                  <a:lnTo>
                    <a:pt x="55384" y="40336"/>
                  </a:lnTo>
                  <a:lnTo>
                    <a:pt x="59076" y="43361"/>
                  </a:lnTo>
                  <a:lnTo>
                    <a:pt x="60923" y="46386"/>
                  </a:lnTo>
                  <a:lnTo>
                    <a:pt x="68307" y="46386"/>
                  </a:lnTo>
                  <a:lnTo>
                    <a:pt x="73846" y="44369"/>
                  </a:lnTo>
                  <a:lnTo>
                    <a:pt x="77538" y="46386"/>
                  </a:lnTo>
                  <a:lnTo>
                    <a:pt x="77538" y="47394"/>
                  </a:lnTo>
                  <a:lnTo>
                    <a:pt x="77538" y="68571"/>
                  </a:lnTo>
                  <a:lnTo>
                    <a:pt x="79384" y="75630"/>
                  </a:lnTo>
                  <a:lnTo>
                    <a:pt x="88615" y="82689"/>
                  </a:lnTo>
                  <a:lnTo>
                    <a:pt x="86769" y="89747"/>
                  </a:lnTo>
                  <a:lnTo>
                    <a:pt x="79384" y="97815"/>
                  </a:lnTo>
                  <a:lnTo>
                    <a:pt x="73846" y="103865"/>
                  </a:lnTo>
                  <a:lnTo>
                    <a:pt x="60923" y="113949"/>
                  </a:lnTo>
                  <a:lnTo>
                    <a:pt x="59076" y="115966"/>
                  </a:lnTo>
                  <a:lnTo>
                    <a:pt x="62769" y="120000"/>
                  </a:lnTo>
                  <a:lnTo>
                    <a:pt x="64615" y="120000"/>
                  </a:lnTo>
                  <a:lnTo>
                    <a:pt x="70153" y="117983"/>
                  </a:lnTo>
                  <a:lnTo>
                    <a:pt x="81230" y="115966"/>
                  </a:lnTo>
                  <a:lnTo>
                    <a:pt x="90461" y="109915"/>
                  </a:lnTo>
                  <a:lnTo>
                    <a:pt x="105230" y="96806"/>
                  </a:lnTo>
                  <a:lnTo>
                    <a:pt x="105230" y="98823"/>
                  </a:lnTo>
                  <a:lnTo>
                    <a:pt x="108923" y="101848"/>
                  </a:lnTo>
                  <a:lnTo>
                    <a:pt x="112615" y="101848"/>
                  </a:lnTo>
                  <a:lnTo>
                    <a:pt x="116307" y="98823"/>
                  </a:lnTo>
                  <a:lnTo>
                    <a:pt x="120000" y="93781"/>
                  </a:lnTo>
                  <a:lnTo>
                    <a:pt x="120000" y="89747"/>
                  </a:lnTo>
                  <a:lnTo>
                    <a:pt x="118153" y="85714"/>
                  </a:lnTo>
                  <a:lnTo>
                    <a:pt x="118153" y="81680"/>
                  </a:lnTo>
                  <a:lnTo>
                    <a:pt x="118153" y="76638"/>
                  </a:lnTo>
                  <a:lnTo>
                    <a:pt x="110769" y="61512"/>
                  </a:lnTo>
                  <a:lnTo>
                    <a:pt x="110769" y="52436"/>
                  </a:lnTo>
                  <a:lnTo>
                    <a:pt x="107076" y="42352"/>
                  </a:lnTo>
                  <a:lnTo>
                    <a:pt x="107076" y="39327"/>
                  </a:lnTo>
                  <a:lnTo>
                    <a:pt x="107076" y="3630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Shape 5451"/>
            <p:cNvSpPr/>
            <p:nvPr/>
          </p:nvSpPr>
          <p:spPr>
            <a:xfrm>
              <a:off x="8177470" y="7733057"/>
              <a:ext cx="12699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00" y="78000"/>
                  </a:moveTo>
                  <a:lnTo>
                    <a:pt x="20000" y="114000"/>
                  </a:lnTo>
                  <a:lnTo>
                    <a:pt x="30000" y="120000"/>
                  </a:lnTo>
                  <a:lnTo>
                    <a:pt x="45000" y="120000"/>
                  </a:lnTo>
                  <a:lnTo>
                    <a:pt x="60000" y="102000"/>
                  </a:lnTo>
                  <a:lnTo>
                    <a:pt x="70000" y="84000"/>
                  </a:lnTo>
                  <a:lnTo>
                    <a:pt x="90000" y="78000"/>
                  </a:lnTo>
                  <a:lnTo>
                    <a:pt x="110000" y="90000"/>
                  </a:lnTo>
                  <a:lnTo>
                    <a:pt x="120000" y="90000"/>
                  </a:lnTo>
                  <a:lnTo>
                    <a:pt x="115000" y="78000"/>
                  </a:lnTo>
                  <a:lnTo>
                    <a:pt x="110000" y="66000"/>
                  </a:lnTo>
                  <a:lnTo>
                    <a:pt x="70000" y="12000"/>
                  </a:lnTo>
                  <a:lnTo>
                    <a:pt x="40000" y="0"/>
                  </a:lnTo>
                  <a:lnTo>
                    <a:pt x="10000" y="12000"/>
                  </a:lnTo>
                  <a:lnTo>
                    <a:pt x="0" y="42000"/>
                  </a:lnTo>
                  <a:lnTo>
                    <a:pt x="10000" y="78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Shape 5452"/>
            <p:cNvSpPr/>
            <p:nvPr/>
          </p:nvSpPr>
          <p:spPr>
            <a:xfrm>
              <a:off x="8163182" y="7718768"/>
              <a:ext cx="12699" cy="269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200" y="23529"/>
                  </a:moveTo>
                  <a:lnTo>
                    <a:pt x="52800" y="18823"/>
                  </a:lnTo>
                  <a:lnTo>
                    <a:pt x="38400" y="0"/>
                  </a:lnTo>
                  <a:lnTo>
                    <a:pt x="28800" y="2352"/>
                  </a:lnTo>
                  <a:lnTo>
                    <a:pt x="9600" y="18823"/>
                  </a:lnTo>
                  <a:lnTo>
                    <a:pt x="0" y="32941"/>
                  </a:lnTo>
                  <a:lnTo>
                    <a:pt x="4800" y="49411"/>
                  </a:lnTo>
                  <a:lnTo>
                    <a:pt x="57600" y="105882"/>
                  </a:lnTo>
                  <a:lnTo>
                    <a:pt x="81600" y="115294"/>
                  </a:lnTo>
                  <a:lnTo>
                    <a:pt x="96000" y="120000"/>
                  </a:lnTo>
                  <a:lnTo>
                    <a:pt x="100800" y="120000"/>
                  </a:lnTo>
                  <a:lnTo>
                    <a:pt x="120000" y="120000"/>
                  </a:lnTo>
                  <a:lnTo>
                    <a:pt x="120000" y="112941"/>
                  </a:lnTo>
                  <a:lnTo>
                    <a:pt x="105600" y="103529"/>
                  </a:lnTo>
                  <a:lnTo>
                    <a:pt x="100800" y="101176"/>
                  </a:lnTo>
                  <a:lnTo>
                    <a:pt x="67200" y="2352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Shape 5453"/>
            <p:cNvSpPr/>
            <p:nvPr/>
          </p:nvSpPr>
          <p:spPr>
            <a:xfrm>
              <a:off x="8172707" y="7594943"/>
              <a:ext cx="19049" cy="41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8857" y="30769"/>
                  </a:moveTo>
                  <a:lnTo>
                    <a:pt x="34285" y="46153"/>
                  </a:lnTo>
                  <a:lnTo>
                    <a:pt x="10285" y="53846"/>
                  </a:lnTo>
                  <a:lnTo>
                    <a:pt x="0" y="56923"/>
                  </a:lnTo>
                  <a:lnTo>
                    <a:pt x="0" y="63076"/>
                  </a:lnTo>
                  <a:lnTo>
                    <a:pt x="20571" y="83076"/>
                  </a:lnTo>
                  <a:lnTo>
                    <a:pt x="20571" y="86153"/>
                  </a:lnTo>
                  <a:lnTo>
                    <a:pt x="20571" y="90769"/>
                  </a:lnTo>
                  <a:lnTo>
                    <a:pt x="10285" y="98461"/>
                  </a:lnTo>
                  <a:lnTo>
                    <a:pt x="6857" y="101538"/>
                  </a:lnTo>
                  <a:lnTo>
                    <a:pt x="0" y="107692"/>
                  </a:lnTo>
                  <a:lnTo>
                    <a:pt x="0" y="116923"/>
                  </a:lnTo>
                  <a:lnTo>
                    <a:pt x="10285" y="120000"/>
                  </a:lnTo>
                  <a:lnTo>
                    <a:pt x="24000" y="116923"/>
                  </a:lnTo>
                  <a:lnTo>
                    <a:pt x="41142" y="104615"/>
                  </a:lnTo>
                  <a:lnTo>
                    <a:pt x="58285" y="103076"/>
                  </a:lnTo>
                  <a:lnTo>
                    <a:pt x="78857" y="103076"/>
                  </a:lnTo>
                  <a:lnTo>
                    <a:pt x="106285" y="101538"/>
                  </a:lnTo>
                  <a:lnTo>
                    <a:pt x="102857" y="93846"/>
                  </a:lnTo>
                  <a:lnTo>
                    <a:pt x="102857" y="89230"/>
                  </a:lnTo>
                  <a:lnTo>
                    <a:pt x="102857" y="83076"/>
                  </a:lnTo>
                  <a:lnTo>
                    <a:pt x="109714" y="75384"/>
                  </a:lnTo>
                  <a:lnTo>
                    <a:pt x="106285" y="73846"/>
                  </a:lnTo>
                  <a:lnTo>
                    <a:pt x="102857" y="69230"/>
                  </a:lnTo>
                  <a:lnTo>
                    <a:pt x="102857" y="64615"/>
                  </a:lnTo>
                  <a:lnTo>
                    <a:pt x="106285" y="64615"/>
                  </a:lnTo>
                  <a:lnTo>
                    <a:pt x="109714" y="63076"/>
                  </a:lnTo>
                  <a:lnTo>
                    <a:pt x="113142" y="60000"/>
                  </a:lnTo>
                  <a:lnTo>
                    <a:pt x="120000" y="56923"/>
                  </a:lnTo>
                  <a:lnTo>
                    <a:pt x="120000" y="55384"/>
                  </a:lnTo>
                  <a:lnTo>
                    <a:pt x="120000" y="43076"/>
                  </a:lnTo>
                  <a:lnTo>
                    <a:pt x="99428" y="7692"/>
                  </a:lnTo>
                  <a:lnTo>
                    <a:pt x="96000" y="1538"/>
                  </a:lnTo>
                  <a:lnTo>
                    <a:pt x="92571" y="1538"/>
                  </a:lnTo>
                  <a:lnTo>
                    <a:pt x="82285" y="0"/>
                  </a:lnTo>
                  <a:lnTo>
                    <a:pt x="82285" y="7692"/>
                  </a:lnTo>
                  <a:lnTo>
                    <a:pt x="92571" y="21538"/>
                  </a:lnTo>
                  <a:lnTo>
                    <a:pt x="89142" y="27692"/>
                  </a:lnTo>
                  <a:lnTo>
                    <a:pt x="78857" y="3076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Shape 5454"/>
            <p:cNvSpPr/>
            <p:nvPr/>
          </p:nvSpPr>
          <p:spPr>
            <a:xfrm>
              <a:off x="8191757" y="7585418"/>
              <a:ext cx="19049" cy="38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666" y="23333"/>
                  </a:moveTo>
                  <a:lnTo>
                    <a:pt x="76666" y="13333"/>
                  </a:lnTo>
                  <a:lnTo>
                    <a:pt x="53333" y="0"/>
                  </a:lnTo>
                  <a:lnTo>
                    <a:pt x="43333" y="6666"/>
                  </a:lnTo>
                  <a:lnTo>
                    <a:pt x="33333" y="13333"/>
                  </a:lnTo>
                  <a:lnTo>
                    <a:pt x="16666" y="16666"/>
                  </a:lnTo>
                  <a:lnTo>
                    <a:pt x="6666" y="20000"/>
                  </a:lnTo>
                  <a:lnTo>
                    <a:pt x="0" y="26666"/>
                  </a:lnTo>
                  <a:lnTo>
                    <a:pt x="0" y="36666"/>
                  </a:lnTo>
                  <a:lnTo>
                    <a:pt x="10000" y="60000"/>
                  </a:lnTo>
                  <a:lnTo>
                    <a:pt x="16666" y="63333"/>
                  </a:lnTo>
                  <a:lnTo>
                    <a:pt x="33333" y="66666"/>
                  </a:lnTo>
                  <a:lnTo>
                    <a:pt x="56666" y="70000"/>
                  </a:lnTo>
                  <a:lnTo>
                    <a:pt x="70000" y="71666"/>
                  </a:lnTo>
                  <a:lnTo>
                    <a:pt x="73333" y="80000"/>
                  </a:lnTo>
                  <a:lnTo>
                    <a:pt x="63333" y="81666"/>
                  </a:lnTo>
                  <a:lnTo>
                    <a:pt x="46666" y="81666"/>
                  </a:lnTo>
                  <a:lnTo>
                    <a:pt x="36666" y="86666"/>
                  </a:lnTo>
                  <a:lnTo>
                    <a:pt x="36666" y="93333"/>
                  </a:lnTo>
                  <a:lnTo>
                    <a:pt x="36666" y="106666"/>
                  </a:lnTo>
                  <a:lnTo>
                    <a:pt x="40000" y="115000"/>
                  </a:lnTo>
                  <a:lnTo>
                    <a:pt x="43333" y="120000"/>
                  </a:lnTo>
                  <a:lnTo>
                    <a:pt x="63333" y="118333"/>
                  </a:lnTo>
                  <a:lnTo>
                    <a:pt x="86666" y="111666"/>
                  </a:lnTo>
                  <a:lnTo>
                    <a:pt x="110000" y="105000"/>
                  </a:lnTo>
                  <a:lnTo>
                    <a:pt x="120000" y="98333"/>
                  </a:lnTo>
                  <a:lnTo>
                    <a:pt x="120000" y="86666"/>
                  </a:lnTo>
                  <a:lnTo>
                    <a:pt x="106666" y="76666"/>
                  </a:lnTo>
                  <a:lnTo>
                    <a:pt x="96666" y="65000"/>
                  </a:lnTo>
                  <a:lnTo>
                    <a:pt x="103333" y="45000"/>
                  </a:lnTo>
                  <a:lnTo>
                    <a:pt x="113333" y="36666"/>
                  </a:lnTo>
                  <a:lnTo>
                    <a:pt x="116666" y="33333"/>
                  </a:lnTo>
                  <a:lnTo>
                    <a:pt x="116666" y="30000"/>
                  </a:lnTo>
                  <a:lnTo>
                    <a:pt x="106666" y="23333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Shape 5455"/>
            <p:cNvSpPr/>
            <p:nvPr/>
          </p:nvSpPr>
          <p:spPr>
            <a:xfrm>
              <a:off x="8144132" y="7574307"/>
              <a:ext cx="22225" cy="58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767" y="61592"/>
                  </a:moveTo>
                  <a:lnTo>
                    <a:pt x="86511" y="61592"/>
                  </a:lnTo>
                  <a:lnTo>
                    <a:pt x="86511" y="55221"/>
                  </a:lnTo>
                  <a:lnTo>
                    <a:pt x="94883" y="53097"/>
                  </a:lnTo>
                  <a:lnTo>
                    <a:pt x="103255" y="49911"/>
                  </a:lnTo>
                  <a:lnTo>
                    <a:pt x="114418" y="44601"/>
                  </a:lnTo>
                  <a:lnTo>
                    <a:pt x="120000" y="40353"/>
                  </a:lnTo>
                  <a:lnTo>
                    <a:pt x="120000" y="36106"/>
                  </a:lnTo>
                  <a:lnTo>
                    <a:pt x="117209" y="30796"/>
                  </a:lnTo>
                  <a:lnTo>
                    <a:pt x="106046" y="26548"/>
                  </a:lnTo>
                  <a:lnTo>
                    <a:pt x="103255" y="18053"/>
                  </a:lnTo>
                  <a:lnTo>
                    <a:pt x="97674" y="15929"/>
                  </a:lnTo>
                  <a:lnTo>
                    <a:pt x="94883" y="12743"/>
                  </a:lnTo>
                  <a:lnTo>
                    <a:pt x="94883" y="3185"/>
                  </a:lnTo>
                  <a:lnTo>
                    <a:pt x="89302" y="0"/>
                  </a:lnTo>
                  <a:lnTo>
                    <a:pt x="69767" y="0"/>
                  </a:lnTo>
                  <a:lnTo>
                    <a:pt x="50232" y="0"/>
                  </a:lnTo>
                  <a:lnTo>
                    <a:pt x="39069" y="2123"/>
                  </a:lnTo>
                  <a:lnTo>
                    <a:pt x="27906" y="6371"/>
                  </a:lnTo>
                  <a:lnTo>
                    <a:pt x="16744" y="12743"/>
                  </a:lnTo>
                  <a:lnTo>
                    <a:pt x="11162" y="21238"/>
                  </a:lnTo>
                  <a:lnTo>
                    <a:pt x="11162" y="31858"/>
                  </a:lnTo>
                  <a:lnTo>
                    <a:pt x="5581" y="42477"/>
                  </a:lnTo>
                  <a:lnTo>
                    <a:pt x="0" y="47787"/>
                  </a:lnTo>
                  <a:lnTo>
                    <a:pt x="0" y="50973"/>
                  </a:lnTo>
                  <a:lnTo>
                    <a:pt x="5581" y="55221"/>
                  </a:lnTo>
                  <a:lnTo>
                    <a:pt x="11162" y="58407"/>
                  </a:lnTo>
                  <a:lnTo>
                    <a:pt x="13953" y="59469"/>
                  </a:lnTo>
                  <a:lnTo>
                    <a:pt x="16744" y="63716"/>
                  </a:lnTo>
                  <a:lnTo>
                    <a:pt x="39069" y="78584"/>
                  </a:lnTo>
                  <a:lnTo>
                    <a:pt x="44651" y="84955"/>
                  </a:lnTo>
                  <a:lnTo>
                    <a:pt x="39069" y="86017"/>
                  </a:lnTo>
                  <a:lnTo>
                    <a:pt x="36279" y="86017"/>
                  </a:lnTo>
                  <a:lnTo>
                    <a:pt x="36279" y="90265"/>
                  </a:lnTo>
                  <a:lnTo>
                    <a:pt x="41860" y="99823"/>
                  </a:lnTo>
                  <a:lnTo>
                    <a:pt x="41860" y="103008"/>
                  </a:lnTo>
                  <a:lnTo>
                    <a:pt x="39069" y="111504"/>
                  </a:lnTo>
                  <a:lnTo>
                    <a:pt x="41860" y="115752"/>
                  </a:lnTo>
                  <a:lnTo>
                    <a:pt x="47441" y="120000"/>
                  </a:lnTo>
                  <a:lnTo>
                    <a:pt x="53023" y="115752"/>
                  </a:lnTo>
                  <a:lnTo>
                    <a:pt x="61395" y="100884"/>
                  </a:lnTo>
                  <a:lnTo>
                    <a:pt x="69767" y="89203"/>
                  </a:lnTo>
                  <a:lnTo>
                    <a:pt x="69767" y="84955"/>
                  </a:lnTo>
                  <a:lnTo>
                    <a:pt x="66976" y="81769"/>
                  </a:lnTo>
                  <a:lnTo>
                    <a:pt x="64186" y="79646"/>
                  </a:lnTo>
                  <a:lnTo>
                    <a:pt x="61395" y="78584"/>
                  </a:lnTo>
                  <a:lnTo>
                    <a:pt x="53023" y="74336"/>
                  </a:lnTo>
                  <a:lnTo>
                    <a:pt x="50232" y="67964"/>
                  </a:lnTo>
                  <a:lnTo>
                    <a:pt x="55813" y="63716"/>
                  </a:lnTo>
                  <a:lnTo>
                    <a:pt x="69767" y="6159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Shape 5456"/>
            <p:cNvSpPr/>
            <p:nvPr/>
          </p:nvSpPr>
          <p:spPr>
            <a:xfrm>
              <a:off x="8245732" y="7715593"/>
              <a:ext cx="26987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50000"/>
                  </a:moveTo>
                  <a:lnTo>
                    <a:pt x="81600" y="36666"/>
                  </a:lnTo>
                  <a:lnTo>
                    <a:pt x="115200" y="6666"/>
                  </a:lnTo>
                  <a:lnTo>
                    <a:pt x="115200" y="6666"/>
                  </a:lnTo>
                  <a:lnTo>
                    <a:pt x="117600" y="13333"/>
                  </a:lnTo>
                  <a:lnTo>
                    <a:pt x="117600" y="6666"/>
                  </a:lnTo>
                  <a:lnTo>
                    <a:pt x="120000" y="3333"/>
                  </a:lnTo>
                  <a:lnTo>
                    <a:pt x="105600" y="0"/>
                  </a:lnTo>
                  <a:lnTo>
                    <a:pt x="81600" y="0"/>
                  </a:lnTo>
                  <a:lnTo>
                    <a:pt x="74400" y="0"/>
                  </a:lnTo>
                  <a:lnTo>
                    <a:pt x="72000" y="6666"/>
                  </a:lnTo>
                  <a:lnTo>
                    <a:pt x="67200" y="23333"/>
                  </a:lnTo>
                  <a:lnTo>
                    <a:pt x="60000" y="13333"/>
                  </a:lnTo>
                  <a:lnTo>
                    <a:pt x="52800" y="6666"/>
                  </a:lnTo>
                  <a:lnTo>
                    <a:pt x="43200" y="13333"/>
                  </a:lnTo>
                  <a:lnTo>
                    <a:pt x="0" y="50000"/>
                  </a:lnTo>
                  <a:lnTo>
                    <a:pt x="2400" y="83333"/>
                  </a:lnTo>
                  <a:lnTo>
                    <a:pt x="12000" y="113333"/>
                  </a:lnTo>
                  <a:lnTo>
                    <a:pt x="24000" y="120000"/>
                  </a:lnTo>
                  <a:lnTo>
                    <a:pt x="43200" y="100000"/>
                  </a:lnTo>
                  <a:lnTo>
                    <a:pt x="69600" y="53333"/>
                  </a:lnTo>
                  <a:lnTo>
                    <a:pt x="72000" y="5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Shape 5457"/>
            <p:cNvSpPr/>
            <p:nvPr/>
          </p:nvSpPr>
          <p:spPr>
            <a:xfrm>
              <a:off x="8133020" y="7539382"/>
              <a:ext cx="28575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666" y="0"/>
                  </a:moveTo>
                  <a:lnTo>
                    <a:pt x="97777" y="0"/>
                  </a:lnTo>
                  <a:lnTo>
                    <a:pt x="93333" y="3750"/>
                  </a:lnTo>
                  <a:lnTo>
                    <a:pt x="84444" y="7500"/>
                  </a:lnTo>
                  <a:lnTo>
                    <a:pt x="48888" y="11250"/>
                  </a:lnTo>
                  <a:lnTo>
                    <a:pt x="37777" y="18750"/>
                  </a:lnTo>
                  <a:lnTo>
                    <a:pt x="37777" y="26250"/>
                  </a:lnTo>
                  <a:lnTo>
                    <a:pt x="28888" y="45000"/>
                  </a:lnTo>
                  <a:lnTo>
                    <a:pt x="17777" y="48750"/>
                  </a:lnTo>
                  <a:lnTo>
                    <a:pt x="6666" y="52500"/>
                  </a:lnTo>
                  <a:lnTo>
                    <a:pt x="0" y="60000"/>
                  </a:lnTo>
                  <a:lnTo>
                    <a:pt x="6666" y="67500"/>
                  </a:lnTo>
                  <a:lnTo>
                    <a:pt x="13333" y="82500"/>
                  </a:lnTo>
                  <a:lnTo>
                    <a:pt x="22222" y="101250"/>
                  </a:lnTo>
                  <a:lnTo>
                    <a:pt x="40000" y="120000"/>
                  </a:lnTo>
                  <a:lnTo>
                    <a:pt x="57777" y="120000"/>
                  </a:lnTo>
                  <a:lnTo>
                    <a:pt x="73333" y="116250"/>
                  </a:lnTo>
                  <a:lnTo>
                    <a:pt x="80000" y="112500"/>
                  </a:lnTo>
                  <a:lnTo>
                    <a:pt x="82222" y="97500"/>
                  </a:lnTo>
                  <a:lnTo>
                    <a:pt x="84444" y="90000"/>
                  </a:lnTo>
                  <a:lnTo>
                    <a:pt x="82222" y="86250"/>
                  </a:lnTo>
                  <a:lnTo>
                    <a:pt x="97777" y="86250"/>
                  </a:lnTo>
                  <a:lnTo>
                    <a:pt x="102222" y="82500"/>
                  </a:lnTo>
                  <a:lnTo>
                    <a:pt x="108888" y="75000"/>
                  </a:lnTo>
                  <a:lnTo>
                    <a:pt x="120000" y="48750"/>
                  </a:lnTo>
                  <a:lnTo>
                    <a:pt x="120000" y="18750"/>
                  </a:lnTo>
                  <a:lnTo>
                    <a:pt x="106666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Shape 5458"/>
            <p:cNvSpPr/>
            <p:nvPr/>
          </p:nvSpPr>
          <p:spPr>
            <a:xfrm>
              <a:off x="8106032" y="7533032"/>
              <a:ext cx="34924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076" y="22857"/>
                  </a:moveTo>
                  <a:lnTo>
                    <a:pt x="86769" y="17142"/>
                  </a:lnTo>
                  <a:lnTo>
                    <a:pt x="81230" y="17142"/>
                  </a:lnTo>
                  <a:lnTo>
                    <a:pt x="75692" y="22857"/>
                  </a:lnTo>
                  <a:lnTo>
                    <a:pt x="68307" y="22857"/>
                  </a:lnTo>
                  <a:lnTo>
                    <a:pt x="57230" y="28571"/>
                  </a:lnTo>
                  <a:lnTo>
                    <a:pt x="44307" y="28571"/>
                  </a:lnTo>
                  <a:lnTo>
                    <a:pt x="25846" y="11428"/>
                  </a:lnTo>
                  <a:lnTo>
                    <a:pt x="9230" y="0"/>
                  </a:lnTo>
                  <a:lnTo>
                    <a:pt x="5538" y="11428"/>
                  </a:lnTo>
                  <a:lnTo>
                    <a:pt x="1846" y="17142"/>
                  </a:lnTo>
                  <a:lnTo>
                    <a:pt x="1846" y="22857"/>
                  </a:lnTo>
                  <a:lnTo>
                    <a:pt x="0" y="28571"/>
                  </a:lnTo>
                  <a:lnTo>
                    <a:pt x="0" y="40000"/>
                  </a:lnTo>
                  <a:lnTo>
                    <a:pt x="5538" y="51428"/>
                  </a:lnTo>
                  <a:lnTo>
                    <a:pt x="5538" y="51428"/>
                  </a:lnTo>
                  <a:lnTo>
                    <a:pt x="14769" y="74285"/>
                  </a:lnTo>
                  <a:lnTo>
                    <a:pt x="57230" y="102857"/>
                  </a:lnTo>
                  <a:lnTo>
                    <a:pt x="66461" y="97142"/>
                  </a:lnTo>
                  <a:lnTo>
                    <a:pt x="70153" y="97142"/>
                  </a:lnTo>
                  <a:lnTo>
                    <a:pt x="75692" y="108571"/>
                  </a:lnTo>
                  <a:lnTo>
                    <a:pt x="116307" y="120000"/>
                  </a:lnTo>
                  <a:lnTo>
                    <a:pt x="118153" y="97142"/>
                  </a:lnTo>
                  <a:lnTo>
                    <a:pt x="120000" y="68571"/>
                  </a:lnTo>
                  <a:lnTo>
                    <a:pt x="116307" y="34285"/>
                  </a:lnTo>
                  <a:lnTo>
                    <a:pt x="107076" y="228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Shape 5459"/>
            <p:cNvSpPr/>
            <p:nvPr/>
          </p:nvSpPr>
          <p:spPr>
            <a:xfrm>
              <a:off x="7882195" y="6631332"/>
              <a:ext cx="23813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441" y="34736"/>
                  </a:moveTo>
                  <a:lnTo>
                    <a:pt x="39069" y="3157"/>
                  </a:lnTo>
                  <a:lnTo>
                    <a:pt x="27906" y="0"/>
                  </a:lnTo>
                  <a:lnTo>
                    <a:pt x="19534" y="3157"/>
                  </a:lnTo>
                  <a:lnTo>
                    <a:pt x="11162" y="9473"/>
                  </a:lnTo>
                  <a:lnTo>
                    <a:pt x="0" y="22105"/>
                  </a:lnTo>
                  <a:lnTo>
                    <a:pt x="5581" y="41052"/>
                  </a:lnTo>
                  <a:lnTo>
                    <a:pt x="19534" y="94736"/>
                  </a:lnTo>
                  <a:lnTo>
                    <a:pt x="27906" y="110526"/>
                  </a:lnTo>
                  <a:lnTo>
                    <a:pt x="27906" y="107368"/>
                  </a:lnTo>
                  <a:lnTo>
                    <a:pt x="30697" y="101052"/>
                  </a:lnTo>
                  <a:lnTo>
                    <a:pt x="33488" y="101052"/>
                  </a:lnTo>
                  <a:lnTo>
                    <a:pt x="39069" y="97894"/>
                  </a:lnTo>
                  <a:lnTo>
                    <a:pt x="44651" y="91578"/>
                  </a:lnTo>
                  <a:lnTo>
                    <a:pt x="47441" y="91578"/>
                  </a:lnTo>
                  <a:lnTo>
                    <a:pt x="47441" y="94736"/>
                  </a:lnTo>
                  <a:lnTo>
                    <a:pt x="47441" y="97894"/>
                  </a:lnTo>
                  <a:lnTo>
                    <a:pt x="50232" y="107368"/>
                  </a:lnTo>
                  <a:lnTo>
                    <a:pt x="69767" y="120000"/>
                  </a:lnTo>
                  <a:lnTo>
                    <a:pt x="97674" y="101052"/>
                  </a:lnTo>
                  <a:lnTo>
                    <a:pt x="120000" y="69473"/>
                  </a:lnTo>
                  <a:lnTo>
                    <a:pt x="111627" y="41052"/>
                  </a:lnTo>
                  <a:lnTo>
                    <a:pt x="100465" y="31578"/>
                  </a:lnTo>
                  <a:lnTo>
                    <a:pt x="78139" y="37894"/>
                  </a:lnTo>
                  <a:lnTo>
                    <a:pt x="55813" y="60000"/>
                  </a:lnTo>
                  <a:lnTo>
                    <a:pt x="47441" y="88421"/>
                  </a:lnTo>
                  <a:lnTo>
                    <a:pt x="47441" y="75789"/>
                  </a:lnTo>
                  <a:lnTo>
                    <a:pt x="47441" y="44210"/>
                  </a:lnTo>
                  <a:lnTo>
                    <a:pt x="47441" y="3473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Shape 5460"/>
            <p:cNvSpPr/>
            <p:nvPr/>
          </p:nvSpPr>
          <p:spPr>
            <a:xfrm>
              <a:off x="7945695" y="6832943"/>
              <a:ext cx="30162" cy="428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99" y="8888"/>
                  </a:moveTo>
                  <a:lnTo>
                    <a:pt x="119999" y="0"/>
                  </a:lnTo>
                  <a:lnTo>
                    <a:pt x="104999" y="4444"/>
                  </a:lnTo>
                  <a:lnTo>
                    <a:pt x="89999" y="13333"/>
                  </a:lnTo>
                  <a:lnTo>
                    <a:pt x="75000" y="22222"/>
                  </a:lnTo>
                  <a:lnTo>
                    <a:pt x="62142" y="38518"/>
                  </a:lnTo>
                  <a:lnTo>
                    <a:pt x="32142" y="54814"/>
                  </a:lnTo>
                  <a:lnTo>
                    <a:pt x="0" y="75555"/>
                  </a:lnTo>
                  <a:lnTo>
                    <a:pt x="0" y="99259"/>
                  </a:lnTo>
                  <a:lnTo>
                    <a:pt x="8571" y="100740"/>
                  </a:lnTo>
                  <a:lnTo>
                    <a:pt x="21428" y="97777"/>
                  </a:lnTo>
                  <a:lnTo>
                    <a:pt x="32142" y="97777"/>
                  </a:lnTo>
                  <a:lnTo>
                    <a:pt x="51428" y="100740"/>
                  </a:lnTo>
                  <a:lnTo>
                    <a:pt x="57857" y="105185"/>
                  </a:lnTo>
                  <a:lnTo>
                    <a:pt x="70714" y="115555"/>
                  </a:lnTo>
                  <a:lnTo>
                    <a:pt x="77142" y="120000"/>
                  </a:lnTo>
                  <a:lnTo>
                    <a:pt x="83571" y="117037"/>
                  </a:lnTo>
                  <a:lnTo>
                    <a:pt x="92142" y="114074"/>
                  </a:lnTo>
                  <a:lnTo>
                    <a:pt x="94285" y="108148"/>
                  </a:lnTo>
                  <a:lnTo>
                    <a:pt x="94285" y="102222"/>
                  </a:lnTo>
                  <a:lnTo>
                    <a:pt x="102857" y="97777"/>
                  </a:lnTo>
                  <a:lnTo>
                    <a:pt x="111428" y="94814"/>
                  </a:lnTo>
                  <a:lnTo>
                    <a:pt x="113571" y="87407"/>
                  </a:lnTo>
                  <a:lnTo>
                    <a:pt x="115714" y="80000"/>
                  </a:lnTo>
                  <a:lnTo>
                    <a:pt x="111428" y="35555"/>
                  </a:lnTo>
                  <a:lnTo>
                    <a:pt x="111428" y="23703"/>
                  </a:lnTo>
                  <a:lnTo>
                    <a:pt x="119999" y="888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Shape 5461"/>
            <p:cNvSpPr/>
            <p:nvPr/>
          </p:nvSpPr>
          <p:spPr>
            <a:xfrm>
              <a:off x="7909182" y="6859932"/>
              <a:ext cx="30162" cy="460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1428" y="24827"/>
                  </a:moveTo>
                  <a:lnTo>
                    <a:pt x="72857" y="31724"/>
                  </a:lnTo>
                  <a:lnTo>
                    <a:pt x="32142" y="46896"/>
                  </a:lnTo>
                  <a:lnTo>
                    <a:pt x="21428" y="55172"/>
                  </a:lnTo>
                  <a:lnTo>
                    <a:pt x="12857" y="64827"/>
                  </a:lnTo>
                  <a:lnTo>
                    <a:pt x="6428" y="75862"/>
                  </a:lnTo>
                  <a:lnTo>
                    <a:pt x="0" y="86896"/>
                  </a:lnTo>
                  <a:lnTo>
                    <a:pt x="2142" y="91034"/>
                  </a:lnTo>
                  <a:lnTo>
                    <a:pt x="8571" y="99310"/>
                  </a:lnTo>
                  <a:lnTo>
                    <a:pt x="10714" y="102068"/>
                  </a:lnTo>
                  <a:lnTo>
                    <a:pt x="10714" y="108965"/>
                  </a:lnTo>
                  <a:lnTo>
                    <a:pt x="12857" y="111724"/>
                  </a:lnTo>
                  <a:lnTo>
                    <a:pt x="14999" y="113103"/>
                  </a:lnTo>
                  <a:lnTo>
                    <a:pt x="21428" y="106206"/>
                  </a:lnTo>
                  <a:lnTo>
                    <a:pt x="29999" y="111724"/>
                  </a:lnTo>
                  <a:lnTo>
                    <a:pt x="62142" y="120000"/>
                  </a:lnTo>
                  <a:lnTo>
                    <a:pt x="75000" y="120000"/>
                  </a:lnTo>
                  <a:lnTo>
                    <a:pt x="81428" y="114482"/>
                  </a:lnTo>
                  <a:lnTo>
                    <a:pt x="85714" y="91034"/>
                  </a:lnTo>
                  <a:lnTo>
                    <a:pt x="92142" y="81379"/>
                  </a:lnTo>
                  <a:lnTo>
                    <a:pt x="96428" y="74482"/>
                  </a:lnTo>
                  <a:lnTo>
                    <a:pt x="102857" y="64827"/>
                  </a:lnTo>
                  <a:lnTo>
                    <a:pt x="104999" y="62068"/>
                  </a:lnTo>
                  <a:lnTo>
                    <a:pt x="107142" y="56551"/>
                  </a:lnTo>
                  <a:lnTo>
                    <a:pt x="104999" y="49655"/>
                  </a:lnTo>
                  <a:lnTo>
                    <a:pt x="107142" y="44137"/>
                  </a:lnTo>
                  <a:lnTo>
                    <a:pt x="111428" y="37241"/>
                  </a:lnTo>
                  <a:lnTo>
                    <a:pt x="117857" y="30344"/>
                  </a:lnTo>
                  <a:lnTo>
                    <a:pt x="119999" y="23448"/>
                  </a:lnTo>
                  <a:lnTo>
                    <a:pt x="119999" y="17931"/>
                  </a:lnTo>
                  <a:lnTo>
                    <a:pt x="115714" y="13793"/>
                  </a:lnTo>
                  <a:lnTo>
                    <a:pt x="111428" y="8275"/>
                  </a:lnTo>
                  <a:lnTo>
                    <a:pt x="100714" y="2758"/>
                  </a:lnTo>
                  <a:lnTo>
                    <a:pt x="94285" y="0"/>
                  </a:lnTo>
                  <a:lnTo>
                    <a:pt x="85714" y="0"/>
                  </a:lnTo>
                  <a:lnTo>
                    <a:pt x="83571" y="5517"/>
                  </a:lnTo>
                  <a:lnTo>
                    <a:pt x="85714" y="15172"/>
                  </a:lnTo>
                  <a:lnTo>
                    <a:pt x="85714" y="19310"/>
                  </a:lnTo>
                  <a:lnTo>
                    <a:pt x="81428" y="2482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Shape 5462"/>
            <p:cNvSpPr/>
            <p:nvPr/>
          </p:nvSpPr>
          <p:spPr>
            <a:xfrm>
              <a:off x="7837745" y="6637682"/>
              <a:ext cx="14288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3600" y="8571"/>
                  </a:moveTo>
                  <a:lnTo>
                    <a:pt x="19200" y="22857"/>
                  </a:lnTo>
                  <a:lnTo>
                    <a:pt x="0" y="31428"/>
                  </a:lnTo>
                  <a:lnTo>
                    <a:pt x="4800" y="48571"/>
                  </a:lnTo>
                  <a:lnTo>
                    <a:pt x="28800" y="82857"/>
                  </a:lnTo>
                  <a:lnTo>
                    <a:pt x="43200" y="85714"/>
                  </a:lnTo>
                  <a:lnTo>
                    <a:pt x="43200" y="102857"/>
                  </a:lnTo>
                  <a:lnTo>
                    <a:pt x="57600" y="114285"/>
                  </a:lnTo>
                  <a:lnTo>
                    <a:pt x="76800" y="120000"/>
                  </a:lnTo>
                  <a:lnTo>
                    <a:pt x="100800" y="120000"/>
                  </a:lnTo>
                  <a:lnTo>
                    <a:pt x="120000" y="94285"/>
                  </a:lnTo>
                  <a:lnTo>
                    <a:pt x="110400" y="62857"/>
                  </a:lnTo>
                  <a:lnTo>
                    <a:pt x="72000" y="2857"/>
                  </a:lnTo>
                  <a:lnTo>
                    <a:pt x="57600" y="0"/>
                  </a:lnTo>
                  <a:lnTo>
                    <a:pt x="33600" y="857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Shape 5463"/>
            <p:cNvSpPr/>
            <p:nvPr/>
          </p:nvSpPr>
          <p:spPr>
            <a:xfrm>
              <a:off x="7864732" y="6715468"/>
              <a:ext cx="57150" cy="1555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909" y="816"/>
                  </a:moveTo>
                  <a:lnTo>
                    <a:pt x="32727" y="0"/>
                  </a:lnTo>
                  <a:lnTo>
                    <a:pt x="21818" y="1224"/>
                  </a:lnTo>
                  <a:lnTo>
                    <a:pt x="16363" y="1224"/>
                  </a:lnTo>
                  <a:lnTo>
                    <a:pt x="13090" y="2040"/>
                  </a:lnTo>
                  <a:lnTo>
                    <a:pt x="7636" y="3673"/>
                  </a:lnTo>
                  <a:lnTo>
                    <a:pt x="0" y="7755"/>
                  </a:lnTo>
                  <a:lnTo>
                    <a:pt x="10909" y="11428"/>
                  </a:lnTo>
                  <a:lnTo>
                    <a:pt x="13090" y="12653"/>
                  </a:lnTo>
                  <a:lnTo>
                    <a:pt x="12000" y="15510"/>
                  </a:lnTo>
                  <a:lnTo>
                    <a:pt x="8727" y="17551"/>
                  </a:lnTo>
                  <a:lnTo>
                    <a:pt x="5454" y="19591"/>
                  </a:lnTo>
                  <a:lnTo>
                    <a:pt x="2181" y="21224"/>
                  </a:lnTo>
                  <a:lnTo>
                    <a:pt x="0" y="24081"/>
                  </a:lnTo>
                  <a:lnTo>
                    <a:pt x="1090" y="25306"/>
                  </a:lnTo>
                  <a:lnTo>
                    <a:pt x="7636" y="26938"/>
                  </a:lnTo>
                  <a:lnTo>
                    <a:pt x="18545" y="31836"/>
                  </a:lnTo>
                  <a:lnTo>
                    <a:pt x="18545" y="34285"/>
                  </a:lnTo>
                  <a:lnTo>
                    <a:pt x="12000" y="38367"/>
                  </a:lnTo>
                  <a:lnTo>
                    <a:pt x="10909" y="40408"/>
                  </a:lnTo>
                  <a:lnTo>
                    <a:pt x="13090" y="42448"/>
                  </a:lnTo>
                  <a:lnTo>
                    <a:pt x="17454" y="42857"/>
                  </a:lnTo>
                  <a:lnTo>
                    <a:pt x="25090" y="41632"/>
                  </a:lnTo>
                  <a:lnTo>
                    <a:pt x="34909" y="41632"/>
                  </a:lnTo>
                  <a:lnTo>
                    <a:pt x="44727" y="42857"/>
                  </a:lnTo>
                  <a:lnTo>
                    <a:pt x="53454" y="44897"/>
                  </a:lnTo>
                  <a:lnTo>
                    <a:pt x="56727" y="48979"/>
                  </a:lnTo>
                  <a:lnTo>
                    <a:pt x="54545" y="49387"/>
                  </a:lnTo>
                  <a:lnTo>
                    <a:pt x="48000" y="46938"/>
                  </a:lnTo>
                  <a:lnTo>
                    <a:pt x="34909" y="44897"/>
                  </a:lnTo>
                  <a:lnTo>
                    <a:pt x="21818" y="44489"/>
                  </a:lnTo>
                  <a:lnTo>
                    <a:pt x="12000" y="46938"/>
                  </a:lnTo>
                  <a:lnTo>
                    <a:pt x="10909" y="49795"/>
                  </a:lnTo>
                  <a:lnTo>
                    <a:pt x="14181" y="51428"/>
                  </a:lnTo>
                  <a:lnTo>
                    <a:pt x="24000" y="52653"/>
                  </a:lnTo>
                  <a:lnTo>
                    <a:pt x="28363" y="51836"/>
                  </a:lnTo>
                  <a:lnTo>
                    <a:pt x="34909" y="49795"/>
                  </a:lnTo>
                  <a:lnTo>
                    <a:pt x="39272" y="48979"/>
                  </a:lnTo>
                  <a:lnTo>
                    <a:pt x="43636" y="51428"/>
                  </a:lnTo>
                  <a:lnTo>
                    <a:pt x="37090" y="52244"/>
                  </a:lnTo>
                  <a:lnTo>
                    <a:pt x="36000" y="52244"/>
                  </a:lnTo>
                  <a:lnTo>
                    <a:pt x="34909" y="53061"/>
                  </a:lnTo>
                  <a:lnTo>
                    <a:pt x="38181" y="52653"/>
                  </a:lnTo>
                  <a:lnTo>
                    <a:pt x="40363" y="53469"/>
                  </a:lnTo>
                  <a:lnTo>
                    <a:pt x="44727" y="55918"/>
                  </a:lnTo>
                  <a:lnTo>
                    <a:pt x="39272" y="56326"/>
                  </a:lnTo>
                  <a:lnTo>
                    <a:pt x="36000" y="56734"/>
                  </a:lnTo>
                  <a:lnTo>
                    <a:pt x="32727" y="57551"/>
                  </a:lnTo>
                  <a:lnTo>
                    <a:pt x="37090" y="57959"/>
                  </a:lnTo>
                  <a:lnTo>
                    <a:pt x="40363" y="59183"/>
                  </a:lnTo>
                  <a:lnTo>
                    <a:pt x="42545" y="60408"/>
                  </a:lnTo>
                  <a:lnTo>
                    <a:pt x="40363" y="63265"/>
                  </a:lnTo>
                  <a:lnTo>
                    <a:pt x="37090" y="64897"/>
                  </a:lnTo>
                  <a:lnTo>
                    <a:pt x="27272" y="68979"/>
                  </a:lnTo>
                  <a:lnTo>
                    <a:pt x="26181" y="70612"/>
                  </a:lnTo>
                  <a:lnTo>
                    <a:pt x="28363" y="72653"/>
                  </a:lnTo>
                  <a:lnTo>
                    <a:pt x="33818" y="73061"/>
                  </a:lnTo>
                  <a:lnTo>
                    <a:pt x="38181" y="73061"/>
                  </a:lnTo>
                  <a:lnTo>
                    <a:pt x="40363" y="73469"/>
                  </a:lnTo>
                  <a:lnTo>
                    <a:pt x="39272" y="75510"/>
                  </a:lnTo>
                  <a:lnTo>
                    <a:pt x="36000" y="77551"/>
                  </a:lnTo>
                  <a:lnTo>
                    <a:pt x="29454" y="81224"/>
                  </a:lnTo>
                  <a:lnTo>
                    <a:pt x="29454" y="82857"/>
                  </a:lnTo>
                  <a:lnTo>
                    <a:pt x="29454" y="85714"/>
                  </a:lnTo>
                  <a:lnTo>
                    <a:pt x="31636" y="87346"/>
                  </a:lnTo>
                  <a:lnTo>
                    <a:pt x="39272" y="87346"/>
                  </a:lnTo>
                  <a:lnTo>
                    <a:pt x="39272" y="87755"/>
                  </a:lnTo>
                  <a:lnTo>
                    <a:pt x="38181" y="88571"/>
                  </a:lnTo>
                  <a:lnTo>
                    <a:pt x="37090" y="89387"/>
                  </a:lnTo>
                  <a:lnTo>
                    <a:pt x="37090" y="90204"/>
                  </a:lnTo>
                  <a:lnTo>
                    <a:pt x="40363" y="95102"/>
                  </a:lnTo>
                  <a:lnTo>
                    <a:pt x="43636" y="95918"/>
                  </a:lnTo>
                  <a:lnTo>
                    <a:pt x="46909" y="95918"/>
                  </a:lnTo>
                  <a:lnTo>
                    <a:pt x="50181" y="95918"/>
                  </a:lnTo>
                  <a:lnTo>
                    <a:pt x="54545" y="95510"/>
                  </a:lnTo>
                  <a:lnTo>
                    <a:pt x="55636" y="96734"/>
                  </a:lnTo>
                  <a:lnTo>
                    <a:pt x="51272" y="97142"/>
                  </a:lnTo>
                  <a:lnTo>
                    <a:pt x="50181" y="97959"/>
                  </a:lnTo>
                  <a:lnTo>
                    <a:pt x="55636" y="100816"/>
                  </a:lnTo>
                  <a:lnTo>
                    <a:pt x="54545" y="101224"/>
                  </a:lnTo>
                  <a:lnTo>
                    <a:pt x="51272" y="101224"/>
                  </a:lnTo>
                  <a:lnTo>
                    <a:pt x="50181" y="101224"/>
                  </a:lnTo>
                  <a:lnTo>
                    <a:pt x="50181" y="103673"/>
                  </a:lnTo>
                  <a:lnTo>
                    <a:pt x="54545" y="111020"/>
                  </a:lnTo>
                  <a:lnTo>
                    <a:pt x="54545" y="112653"/>
                  </a:lnTo>
                  <a:lnTo>
                    <a:pt x="53454" y="115918"/>
                  </a:lnTo>
                  <a:lnTo>
                    <a:pt x="55636" y="117551"/>
                  </a:lnTo>
                  <a:lnTo>
                    <a:pt x="60000" y="117551"/>
                  </a:lnTo>
                  <a:lnTo>
                    <a:pt x="66545" y="117142"/>
                  </a:lnTo>
                  <a:lnTo>
                    <a:pt x="69818" y="120000"/>
                  </a:lnTo>
                  <a:lnTo>
                    <a:pt x="75272" y="119183"/>
                  </a:lnTo>
                  <a:lnTo>
                    <a:pt x="78545" y="116326"/>
                  </a:lnTo>
                  <a:lnTo>
                    <a:pt x="77454" y="112244"/>
                  </a:lnTo>
                  <a:lnTo>
                    <a:pt x="79636" y="110204"/>
                  </a:lnTo>
                  <a:lnTo>
                    <a:pt x="80727" y="108163"/>
                  </a:lnTo>
                  <a:lnTo>
                    <a:pt x="81818" y="106122"/>
                  </a:lnTo>
                  <a:lnTo>
                    <a:pt x="85090" y="105306"/>
                  </a:lnTo>
                  <a:lnTo>
                    <a:pt x="88363" y="108979"/>
                  </a:lnTo>
                  <a:lnTo>
                    <a:pt x="90545" y="109795"/>
                  </a:lnTo>
                  <a:lnTo>
                    <a:pt x="97090" y="107346"/>
                  </a:lnTo>
                  <a:lnTo>
                    <a:pt x="99272" y="105306"/>
                  </a:lnTo>
                  <a:lnTo>
                    <a:pt x="100363" y="103673"/>
                  </a:lnTo>
                  <a:lnTo>
                    <a:pt x="101454" y="100816"/>
                  </a:lnTo>
                  <a:lnTo>
                    <a:pt x="104727" y="98775"/>
                  </a:lnTo>
                  <a:lnTo>
                    <a:pt x="108000" y="97142"/>
                  </a:lnTo>
                  <a:lnTo>
                    <a:pt x="112363" y="95918"/>
                  </a:lnTo>
                  <a:lnTo>
                    <a:pt x="115636" y="94285"/>
                  </a:lnTo>
                  <a:lnTo>
                    <a:pt x="120000" y="94285"/>
                  </a:lnTo>
                  <a:lnTo>
                    <a:pt x="120000" y="91836"/>
                  </a:lnTo>
                  <a:lnTo>
                    <a:pt x="117818" y="88571"/>
                  </a:lnTo>
                  <a:lnTo>
                    <a:pt x="113454" y="85306"/>
                  </a:lnTo>
                  <a:lnTo>
                    <a:pt x="110181" y="84081"/>
                  </a:lnTo>
                  <a:lnTo>
                    <a:pt x="97090" y="82040"/>
                  </a:lnTo>
                  <a:lnTo>
                    <a:pt x="91636" y="80816"/>
                  </a:lnTo>
                  <a:lnTo>
                    <a:pt x="88363" y="77959"/>
                  </a:lnTo>
                  <a:lnTo>
                    <a:pt x="87272" y="78775"/>
                  </a:lnTo>
                  <a:lnTo>
                    <a:pt x="81818" y="77959"/>
                  </a:lnTo>
                  <a:lnTo>
                    <a:pt x="86181" y="76326"/>
                  </a:lnTo>
                  <a:lnTo>
                    <a:pt x="89454" y="76734"/>
                  </a:lnTo>
                  <a:lnTo>
                    <a:pt x="98181" y="80408"/>
                  </a:lnTo>
                  <a:lnTo>
                    <a:pt x="100363" y="81224"/>
                  </a:lnTo>
                  <a:lnTo>
                    <a:pt x="103636" y="81224"/>
                  </a:lnTo>
                  <a:lnTo>
                    <a:pt x="109090" y="81224"/>
                  </a:lnTo>
                  <a:lnTo>
                    <a:pt x="109090" y="79591"/>
                  </a:lnTo>
                  <a:lnTo>
                    <a:pt x="109090" y="77959"/>
                  </a:lnTo>
                  <a:lnTo>
                    <a:pt x="91636" y="61632"/>
                  </a:lnTo>
                  <a:lnTo>
                    <a:pt x="86181" y="48163"/>
                  </a:lnTo>
                  <a:lnTo>
                    <a:pt x="85090" y="47346"/>
                  </a:lnTo>
                  <a:lnTo>
                    <a:pt x="85090" y="44897"/>
                  </a:lnTo>
                  <a:lnTo>
                    <a:pt x="80727" y="36734"/>
                  </a:lnTo>
                  <a:lnTo>
                    <a:pt x="79636" y="35918"/>
                  </a:lnTo>
                  <a:lnTo>
                    <a:pt x="75272" y="34693"/>
                  </a:lnTo>
                  <a:lnTo>
                    <a:pt x="74181" y="33061"/>
                  </a:lnTo>
                  <a:lnTo>
                    <a:pt x="74181" y="31020"/>
                  </a:lnTo>
                  <a:lnTo>
                    <a:pt x="72000" y="29387"/>
                  </a:lnTo>
                  <a:lnTo>
                    <a:pt x="66545" y="27346"/>
                  </a:lnTo>
                  <a:lnTo>
                    <a:pt x="60000" y="19183"/>
                  </a:lnTo>
                  <a:lnTo>
                    <a:pt x="56727" y="17142"/>
                  </a:lnTo>
                  <a:lnTo>
                    <a:pt x="55636" y="16326"/>
                  </a:lnTo>
                  <a:lnTo>
                    <a:pt x="56727" y="15102"/>
                  </a:lnTo>
                  <a:lnTo>
                    <a:pt x="55636" y="14285"/>
                  </a:lnTo>
                  <a:lnTo>
                    <a:pt x="49090" y="12244"/>
                  </a:lnTo>
                  <a:lnTo>
                    <a:pt x="48000" y="11428"/>
                  </a:lnTo>
                  <a:lnTo>
                    <a:pt x="45818" y="7755"/>
                  </a:lnTo>
                  <a:lnTo>
                    <a:pt x="37090" y="3673"/>
                  </a:lnTo>
                  <a:lnTo>
                    <a:pt x="34909" y="81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Shape 5464"/>
            <p:cNvSpPr/>
            <p:nvPr/>
          </p:nvSpPr>
          <p:spPr>
            <a:xfrm>
              <a:off x="7891720" y="6664668"/>
              <a:ext cx="11113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0"/>
                  </a:moveTo>
                  <a:lnTo>
                    <a:pt x="62857" y="0"/>
                  </a:lnTo>
                  <a:lnTo>
                    <a:pt x="51428" y="4285"/>
                  </a:lnTo>
                  <a:lnTo>
                    <a:pt x="28571" y="12857"/>
                  </a:lnTo>
                  <a:lnTo>
                    <a:pt x="0" y="51428"/>
                  </a:lnTo>
                  <a:lnTo>
                    <a:pt x="0" y="68571"/>
                  </a:lnTo>
                  <a:lnTo>
                    <a:pt x="0" y="85714"/>
                  </a:lnTo>
                  <a:lnTo>
                    <a:pt x="0" y="107142"/>
                  </a:lnTo>
                  <a:lnTo>
                    <a:pt x="11428" y="115714"/>
                  </a:lnTo>
                  <a:lnTo>
                    <a:pt x="28571" y="119999"/>
                  </a:lnTo>
                  <a:lnTo>
                    <a:pt x="114285" y="107142"/>
                  </a:lnTo>
                  <a:lnTo>
                    <a:pt x="120000" y="77142"/>
                  </a:lnTo>
                  <a:lnTo>
                    <a:pt x="114285" y="42857"/>
                  </a:lnTo>
                  <a:lnTo>
                    <a:pt x="85714" y="21428"/>
                  </a:lnTo>
                  <a:lnTo>
                    <a:pt x="85714" y="8571"/>
                  </a:lnTo>
                  <a:lnTo>
                    <a:pt x="8000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Shape 5465"/>
            <p:cNvSpPr/>
            <p:nvPr/>
          </p:nvSpPr>
          <p:spPr>
            <a:xfrm>
              <a:off x="7945695" y="6993282"/>
              <a:ext cx="39688" cy="761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210" y="1666"/>
                  </a:moveTo>
                  <a:lnTo>
                    <a:pt x="91578" y="6666"/>
                  </a:lnTo>
                  <a:lnTo>
                    <a:pt x="85263" y="12500"/>
                  </a:lnTo>
                  <a:lnTo>
                    <a:pt x="86842" y="16666"/>
                  </a:lnTo>
                  <a:lnTo>
                    <a:pt x="86842" y="20833"/>
                  </a:lnTo>
                  <a:lnTo>
                    <a:pt x="83684" y="25000"/>
                  </a:lnTo>
                  <a:lnTo>
                    <a:pt x="75789" y="29166"/>
                  </a:lnTo>
                  <a:lnTo>
                    <a:pt x="71052" y="31666"/>
                  </a:lnTo>
                  <a:lnTo>
                    <a:pt x="69473" y="38333"/>
                  </a:lnTo>
                  <a:lnTo>
                    <a:pt x="63157" y="40000"/>
                  </a:lnTo>
                  <a:lnTo>
                    <a:pt x="58421" y="42500"/>
                  </a:lnTo>
                  <a:lnTo>
                    <a:pt x="58421" y="45833"/>
                  </a:lnTo>
                  <a:lnTo>
                    <a:pt x="58421" y="47500"/>
                  </a:lnTo>
                  <a:lnTo>
                    <a:pt x="58421" y="49166"/>
                  </a:lnTo>
                  <a:lnTo>
                    <a:pt x="41052" y="73333"/>
                  </a:lnTo>
                  <a:lnTo>
                    <a:pt x="37894" y="85000"/>
                  </a:lnTo>
                  <a:lnTo>
                    <a:pt x="41052" y="92500"/>
                  </a:lnTo>
                  <a:lnTo>
                    <a:pt x="37894" y="95000"/>
                  </a:lnTo>
                  <a:lnTo>
                    <a:pt x="30000" y="100000"/>
                  </a:lnTo>
                  <a:lnTo>
                    <a:pt x="23684" y="103333"/>
                  </a:lnTo>
                  <a:lnTo>
                    <a:pt x="14210" y="105000"/>
                  </a:lnTo>
                  <a:lnTo>
                    <a:pt x="6315" y="106666"/>
                  </a:lnTo>
                  <a:lnTo>
                    <a:pt x="0" y="112500"/>
                  </a:lnTo>
                  <a:lnTo>
                    <a:pt x="7894" y="116666"/>
                  </a:lnTo>
                  <a:lnTo>
                    <a:pt x="20526" y="119166"/>
                  </a:lnTo>
                  <a:lnTo>
                    <a:pt x="28421" y="120000"/>
                  </a:lnTo>
                  <a:lnTo>
                    <a:pt x="60000" y="109166"/>
                  </a:lnTo>
                  <a:lnTo>
                    <a:pt x="63157" y="106666"/>
                  </a:lnTo>
                  <a:lnTo>
                    <a:pt x="75789" y="100000"/>
                  </a:lnTo>
                  <a:lnTo>
                    <a:pt x="78947" y="97500"/>
                  </a:lnTo>
                  <a:lnTo>
                    <a:pt x="83684" y="95000"/>
                  </a:lnTo>
                  <a:lnTo>
                    <a:pt x="85263" y="91666"/>
                  </a:lnTo>
                  <a:lnTo>
                    <a:pt x="86842" y="89166"/>
                  </a:lnTo>
                  <a:lnTo>
                    <a:pt x="88421" y="84166"/>
                  </a:lnTo>
                  <a:lnTo>
                    <a:pt x="88421" y="80833"/>
                  </a:lnTo>
                  <a:lnTo>
                    <a:pt x="91578" y="75000"/>
                  </a:lnTo>
                  <a:lnTo>
                    <a:pt x="93157" y="71666"/>
                  </a:lnTo>
                  <a:lnTo>
                    <a:pt x="93157" y="68333"/>
                  </a:lnTo>
                  <a:lnTo>
                    <a:pt x="93157" y="67500"/>
                  </a:lnTo>
                  <a:lnTo>
                    <a:pt x="93157" y="64166"/>
                  </a:lnTo>
                  <a:lnTo>
                    <a:pt x="105789" y="43333"/>
                  </a:lnTo>
                  <a:lnTo>
                    <a:pt x="107368" y="42500"/>
                  </a:lnTo>
                  <a:lnTo>
                    <a:pt x="110526" y="39166"/>
                  </a:lnTo>
                  <a:lnTo>
                    <a:pt x="115263" y="35000"/>
                  </a:lnTo>
                  <a:lnTo>
                    <a:pt x="110526" y="31666"/>
                  </a:lnTo>
                  <a:lnTo>
                    <a:pt x="108947" y="25000"/>
                  </a:lnTo>
                  <a:lnTo>
                    <a:pt x="116842" y="13333"/>
                  </a:lnTo>
                  <a:lnTo>
                    <a:pt x="120000" y="833"/>
                  </a:lnTo>
                  <a:lnTo>
                    <a:pt x="115263" y="0"/>
                  </a:lnTo>
                  <a:lnTo>
                    <a:pt x="104210" y="166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Shape 5466"/>
            <p:cNvSpPr/>
            <p:nvPr/>
          </p:nvSpPr>
          <p:spPr>
            <a:xfrm>
              <a:off x="7945695" y="6804368"/>
              <a:ext cx="60324" cy="507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789" y="51789"/>
                  </a:moveTo>
                  <a:lnTo>
                    <a:pt x="87368" y="65684"/>
                  </a:lnTo>
                  <a:lnTo>
                    <a:pt x="90526" y="59368"/>
                  </a:lnTo>
                  <a:lnTo>
                    <a:pt x="93684" y="46736"/>
                  </a:lnTo>
                  <a:lnTo>
                    <a:pt x="102105" y="35368"/>
                  </a:lnTo>
                  <a:lnTo>
                    <a:pt x="104210" y="27789"/>
                  </a:lnTo>
                  <a:lnTo>
                    <a:pt x="108421" y="22736"/>
                  </a:lnTo>
                  <a:lnTo>
                    <a:pt x="119999" y="13894"/>
                  </a:lnTo>
                  <a:lnTo>
                    <a:pt x="116842" y="10105"/>
                  </a:lnTo>
                  <a:lnTo>
                    <a:pt x="111578" y="10105"/>
                  </a:lnTo>
                  <a:lnTo>
                    <a:pt x="107368" y="10105"/>
                  </a:lnTo>
                  <a:lnTo>
                    <a:pt x="102105" y="10105"/>
                  </a:lnTo>
                  <a:lnTo>
                    <a:pt x="82105" y="1263"/>
                  </a:lnTo>
                  <a:lnTo>
                    <a:pt x="72631" y="0"/>
                  </a:lnTo>
                  <a:lnTo>
                    <a:pt x="67368" y="1263"/>
                  </a:lnTo>
                  <a:lnTo>
                    <a:pt x="63157" y="3789"/>
                  </a:lnTo>
                  <a:lnTo>
                    <a:pt x="59999" y="7578"/>
                  </a:lnTo>
                  <a:lnTo>
                    <a:pt x="49473" y="7578"/>
                  </a:lnTo>
                  <a:lnTo>
                    <a:pt x="46315" y="8842"/>
                  </a:lnTo>
                  <a:lnTo>
                    <a:pt x="37894" y="15157"/>
                  </a:lnTo>
                  <a:lnTo>
                    <a:pt x="34736" y="21473"/>
                  </a:lnTo>
                  <a:lnTo>
                    <a:pt x="30526" y="31578"/>
                  </a:lnTo>
                  <a:lnTo>
                    <a:pt x="24210" y="56842"/>
                  </a:lnTo>
                  <a:lnTo>
                    <a:pt x="15789" y="73263"/>
                  </a:lnTo>
                  <a:lnTo>
                    <a:pt x="8421" y="89684"/>
                  </a:lnTo>
                  <a:lnTo>
                    <a:pt x="3157" y="108631"/>
                  </a:lnTo>
                  <a:lnTo>
                    <a:pt x="0" y="120000"/>
                  </a:lnTo>
                  <a:lnTo>
                    <a:pt x="7368" y="111157"/>
                  </a:lnTo>
                  <a:lnTo>
                    <a:pt x="14736" y="103578"/>
                  </a:lnTo>
                  <a:lnTo>
                    <a:pt x="18947" y="101052"/>
                  </a:lnTo>
                  <a:lnTo>
                    <a:pt x="23157" y="101052"/>
                  </a:lnTo>
                  <a:lnTo>
                    <a:pt x="25263" y="98526"/>
                  </a:lnTo>
                  <a:lnTo>
                    <a:pt x="29473" y="90947"/>
                  </a:lnTo>
                  <a:lnTo>
                    <a:pt x="31578" y="79578"/>
                  </a:lnTo>
                  <a:lnTo>
                    <a:pt x="34736" y="73263"/>
                  </a:lnTo>
                  <a:lnTo>
                    <a:pt x="37894" y="72000"/>
                  </a:lnTo>
                  <a:lnTo>
                    <a:pt x="40000" y="70736"/>
                  </a:lnTo>
                  <a:lnTo>
                    <a:pt x="68421" y="51789"/>
                  </a:lnTo>
                  <a:lnTo>
                    <a:pt x="75789" y="5178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Shape 5467"/>
            <p:cNvSpPr/>
            <p:nvPr/>
          </p:nvSpPr>
          <p:spPr>
            <a:xfrm>
              <a:off x="7967920" y="7096468"/>
              <a:ext cx="26987" cy="269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551" y="62307"/>
                  </a:moveTo>
                  <a:lnTo>
                    <a:pt x="119999" y="23076"/>
                  </a:lnTo>
                  <a:lnTo>
                    <a:pt x="107755" y="11538"/>
                  </a:lnTo>
                  <a:lnTo>
                    <a:pt x="93061" y="2307"/>
                  </a:lnTo>
                  <a:lnTo>
                    <a:pt x="75918" y="0"/>
                  </a:lnTo>
                  <a:lnTo>
                    <a:pt x="58775" y="2307"/>
                  </a:lnTo>
                  <a:lnTo>
                    <a:pt x="41632" y="9230"/>
                  </a:lnTo>
                  <a:lnTo>
                    <a:pt x="0" y="13846"/>
                  </a:lnTo>
                  <a:lnTo>
                    <a:pt x="4897" y="25384"/>
                  </a:lnTo>
                  <a:lnTo>
                    <a:pt x="12244" y="32307"/>
                  </a:lnTo>
                  <a:lnTo>
                    <a:pt x="22040" y="39230"/>
                  </a:lnTo>
                  <a:lnTo>
                    <a:pt x="31836" y="41538"/>
                  </a:lnTo>
                  <a:lnTo>
                    <a:pt x="41632" y="41538"/>
                  </a:lnTo>
                  <a:lnTo>
                    <a:pt x="58775" y="39230"/>
                  </a:lnTo>
                  <a:lnTo>
                    <a:pt x="66122" y="41538"/>
                  </a:lnTo>
                  <a:lnTo>
                    <a:pt x="73469" y="46153"/>
                  </a:lnTo>
                  <a:lnTo>
                    <a:pt x="71020" y="53076"/>
                  </a:lnTo>
                  <a:lnTo>
                    <a:pt x="61224" y="57692"/>
                  </a:lnTo>
                  <a:lnTo>
                    <a:pt x="39183" y="57692"/>
                  </a:lnTo>
                  <a:lnTo>
                    <a:pt x="29387" y="62307"/>
                  </a:lnTo>
                  <a:lnTo>
                    <a:pt x="24489" y="69230"/>
                  </a:lnTo>
                  <a:lnTo>
                    <a:pt x="22040" y="78461"/>
                  </a:lnTo>
                  <a:lnTo>
                    <a:pt x="26938" y="92307"/>
                  </a:lnTo>
                  <a:lnTo>
                    <a:pt x="39183" y="96923"/>
                  </a:lnTo>
                  <a:lnTo>
                    <a:pt x="63673" y="101538"/>
                  </a:lnTo>
                  <a:lnTo>
                    <a:pt x="83265" y="115384"/>
                  </a:lnTo>
                  <a:lnTo>
                    <a:pt x="95510" y="120000"/>
                  </a:lnTo>
                  <a:lnTo>
                    <a:pt x="105306" y="120000"/>
                  </a:lnTo>
                  <a:lnTo>
                    <a:pt x="112653" y="108461"/>
                  </a:lnTo>
                  <a:lnTo>
                    <a:pt x="117551" y="94615"/>
                  </a:lnTo>
                  <a:lnTo>
                    <a:pt x="112653" y="80769"/>
                  </a:lnTo>
                  <a:lnTo>
                    <a:pt x="112653" y="71538"/>
                  </a:lnTo>
                  <a:lnTo>
                    <a:pt x="117551" y="6230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Shape 5468"/>
            <p:cNvSpPr/>
            <p:nvPr/>
          </p:nvSpPr>
          <p:spPr>
            <a:xfrm>
              <a:off x="7909182" y="6872632"/>
              <a:ext cx="77788" cy="144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3424" y="13626"/>
                  </a:moveTo>
                  <a:lnTo>
                    <a:pt x="48493" y="15384"/>
                  </a:lnTo>
                  <a:lnTo>
                    <a:pt x="47671" y="17142"/>
                  </a:lnTo>
                  <a:lnTo>
                    <a:pt x="45205" y="21098"/>
                  </a:lnTo>
                  <a:lnTo>
                    <a:pt x="42739" y="25054"/>
                  </a:lnTo>
                  <a:lnTo>
                    <a:pt x="39452" y="29010"/>
                  </a:lnTo>
                  <a:lnTo>
                    <a:pt x="35342" y="31648"/>
                  </a:lnTo>
                  <a:lnTo>
                    <a:pt x="27945" y="33406"/>
                  </a:lnTo>
                  <a:lnTo>
                    <a:pt x="27945" y="31208"/>
                  </a:lnTo>
                  <a:lnTo>
                    <a:pt x="24657" y="30769"/>
                  </a:lnTo>
                  <a:lnTo>
                    <a:pt x="22191" y="31208"/>
                  </a:lnTo>
                  <a:lnTo>
                    <a:pt x="18904" y="33406"/>
                  </a:lnTo>
                  <a:lnTo>
                    <a:pt x="16438" y="35164"/>
                  </a:lnTo>
                  <a:lnTo>
                    <a:pt x="11506" y="37802"/>
                  </a:lnTo>
                  <a:lnTo>
                    <a:pt x="7397" y="40439"/>
                  </a:lnTo>
                  <a:lnTo>
                    <a:pt x="4931" y="46153"/>
                  </a:lnTo>
                  <a:lnTo>
                    <a:pt x="3287" y="48791"/>
                  </a:lnTo>
                  <a:lnTo>
                    <a:pt x="3287" y="51428"/>
                  </a:lnTo>
                  <a:lnTo>
                    <a:pt x="4931" y="52747"/>
                  </a:lnTo>
                  <a:lnTo>
                    <a:pt x="10684" y="54065"/>
                  </a:lnTo>
                  <a:lnTo>
                    <a:pt x="11506" y="55384"/>
                  </a:lnTo>
                  <a:lnTo>
                    <a:pt x="11506" y="59340"/>
                  </a:lnTo>
                  <a:lnTo>
                    <a:pt x="20547" y="58461"/>
                  </a:lnTo>
                  <a:lnTo>
                    <a:pt x="31232" y="55824"/>
                  </a:lnTo>
                  <a:lnTo>
                    <a:pt x="37808" y="53186"/>
                  </a:lnTo>
                  <a:lnTo>
                    <a:pt x="38630" y="52307"/>
                  </a:lnTo>
                  <a:lnTo>
                    <a:pt x="41095" y="50549"/>
                  </a:lnTo>
                  <a:lnTo>
                    <a:pt x="43561" y="50109"/>
                  </a:lnTo>
                  <a:lnTo>
                    <a:pt x="45205" y="48791"/>
                  </a:lnTo>
                  <a:lnTo>
                    <a:pt x="49315" y="47472"/>
                  </a:lnTo>
                  <a:lnTo>
                    <a:pt x="51780" y="47032"/>
                  </a:lnTo>
                  <a:lnTo>
                    <a:pt x="55068" y="46593"/>
                  </a:lnTo>
                  <a:lnTo>
                    <a:pt x="59178" y="46593"/>
                  </a:lnTo>
                  <a:lnTo>
                    <a:pt x="64931" y="47472"/>
                  </a:lnTo>
                  <a:lnTo>
                    <a:pt x="65753" y="46593"/>
                  </a:lnTo>
                  <a:lnTo>
                    <a:pt x="64109" y="44835"/>
                  </a:lnTo>
                  <a:lnTo>
                    <a:pt x="63287" y="43956"/>
                  </a:lnTo>
                  <a:lnTo>
                    <a:pt x="62465" y="40000"/>
                  </a:lnTo>
                  <a:lnTo>
                    <a:pt x="61643" y="38681"/>
                  </a:lnTo>
                  <a:lnTo>
                    <a:pt x="59178" y="36043"/>
                  </a:lnTo>
                  <a:lnTo>
                    <a:pt x="57534" y="34285"/>
                  </a:lnTo>
                  <a:lnTo>
                    <a:pt x="56712" y="33846"/>
                  </a:lnTo>
                  <a:lnTo>
                    <a:pt x="55890" y="33406"/>
                  </a:lnTo>
                  <a:lnTo>
                    <a:pt x="55068" y="33406"/>
                  </a:lnTo>
                  <a:lnTo>
                    <a:pt x="51780" y="33846"/>
                  </a:lnTo>
                  <a:lnTo>
                    <a:pt x="51780" y="33406"/>
                  </a:lnTo>
                  <a:lnTo>
                    <a:pt x="51780" y="32527"/>
                  </a:lnTo>
                  <a:lnTo>
                    <a:pt x="51780" y="31208"/>
                  </a:lnTo>
                  <a:lnTo>
                    <a:pt x="51780" y="30329"/>
                  </a:lnTo>
                  <a:lnTo>
                    <a:pt x="51780" y="29010"/>
                  </a:lnTo>
                  <a:lnTo>
                    <a:pt x="52602" y="27252"/>
                  </a:lnTo>
                  <a:lnTo>
                    <a:pt x="53424" y="25934"/>
                  </a:lnTo>
                  <a:lnTo>
                    <a:pt x="59999" y="31648"/>
                  </a:lnTo>
                  <a:lnTo>
                    <a:pt x="61643" y="35164"/>
                  </a:lnTo>
                  <a:lnTo>
                    <a:pt x="64931" y="38241"/>
                  </a:lnTo>
                  <a:lnTo>
                    <a:pt x="68219" y="41758"/>
                  </a:lnTo>
                  <a:lnTo>
                    <a:pt x="69863" y="45714"/>
                  </a:lnTo>
                  <a:lnTo>
                    <a:pt x="69863" y="48351"/>
                  </a:lnTo>
                  <a:lnTo>
                    <a:pt x="55068" y="48351"/>
                  </a:lnTo>
                  <a:lnTo>
                    <a:pt x="47671" y="50109"/>
                  </a:lnTo>
                  <a:lnTo>
                    <a:pt x="45205" y="54065"/>
                  </a:lnTo>
                  <a:lnTo>
                    <a:pt x="41095" y="54505"/>
                  </a:lnTo>
                  <a:lnTo>
                    <a:pt x="32876" y="58461"/>
                  </a:lnTo>
                  <a:lnTo>
                    <a:pt x="29589" y="58901"/>
                  </a:lnTo>
                  <a:lnTo>
                    <a:pt x="22191" y="60659"/>
                  </a:lnTo>
                  <a:lnTo>
                    <a:pt x="14794" y="61538"/>
                  </a:lnTo>
                  <a:lnTo>
                    <a:pt x="19726" y="66373"/>
                  </a:lnTo>
                  <a:lnTo>
                    <a:pt x="20547" y="68571"/>
                  </a:lnTo>
                  <a:lnTo>
                    <a:pt x="17260" y="68571"/>
                  </a:lnTo>
                  <a:lnTo>
                    <a:pt x="9041" y="63736"/>
                  </a:lnTo>
                  <a:lnTo>
                    <a:pt x="6575" y="61978"/>
                  </a:lnTo>
                  <a:lnTo>
                    <a:pt x="3287" y="63736"/>
                  </a:lnTo>
                  <a:lnTo>
                    <a:pt x="821" y="67252"/>
                  </a:lnTo>
                  <a:lnTo>
                    <a:pt x="0" y="70769"/>
                  </a:lnTo>
                  <a:lnTo>
                    <a:pt x="0" y="73406"/>
                  </a:lnTo>
                  <a:lnTo>
                    <a:pt x="821" y="78241"/>
                  </a:lnTo>
                  <a:lnTo>
                    <a:pt x="2465" y="80439"/>
                  </a:lnTo>
                  <a:lnTo>
                    <a:pt x="5753" y="82197"/>
                  </a:lnTo>
                  <a:lnTo>
                    <a:pt x="4931" y="83516"/>
                  </a:lnTo>
                  <a:lnTo>
                    <a:pt x="4109" y="83516"/>
                  </a:lnTo>
                  <a:lnTo>
                    <a:pt x="2465" y="83516"/>
                  </a:lnTo>
                  <a:lnTo>
                    <a:pt x="821" y="84395"/>
                  </a:lnTo>
                  <a:lnTo>
                    <a:pt x="0" y="84835"/>
                  </a:lnTo>
                  <a:lnTo>
                    <a:pt x="821" y="86153"/>
                  </a:lnTo>
                  <a:lnTo>
                    <a:pt x="4109" y="90109"/>
                  </a:lnTo>
                  <a:lnTo>
                    <a:pt x="13150" y="99340"/>
                  </a:lnTo>
                  <a:lnTo>
                    <a:pt x="17260" y="102857"/>
                  </a:lnTo>
                  <a:lnTo>
                    <a:pt x="23835" y="104175"/>
                  </a:lnTo>
                  <a:lnTo>
                    <a:pt x="30410" y="103296"/>
                  </a:lnTo>
                  <a:lnTo>
                    <a:pt x="36986" y="99780"/>
                  </a:lnTo>
                  <a:lnTo>
                    <a:pt x="36986" y="101098"/>
                  </a:lnTo>
                  <a:lnTo>
                    <a:pt x="36986" y="103736"/>
                  </a:lnTo>
                  <a:lnTo>
                    <a:pt x="36986" y="105054"/>
                  </a:lnTo>
                  <a:lnTo>
                    <a:pt x="38630" y="106373"/>
                  </a:lnTo>
                  <a:lnTo>
                    <a:pt x="40273" y="106373"/>
                  </a:lnTo>
                  <a:lnTo>
                    <a:pt x="42739" y="104615"/>
                  </a:lnTo>
                  <a:lnTo>
                    <a:pt x="43561" y="103296"/>
                  </a:lnTo>
                  <a:lnTo>
                    <a:pt x="43561" y="98461"/>
                  </a:lnTo>
                  <a:lnTo>
                    <a:pt x="44383" y="96263"/>
                  </a:lnTo>
                  <a:lnTo>
                    <a:pt x="50958" y="90989"/>
                  </a:lnTo>
                  <a:lnTo>
                    <a:pt x="56712" y="84395"/>
                  </a:lnTo>
                  <a:lnTo>
                    <a:pt x="59999" y="81318"/>
                  </a:lnTo>
                  <a:lnTo>
                    <a:pt x="63287" y="80439"/>
                  </a:lnTo>
                  <a:lnTo>
                    <a:pt x="67397" y="79120"/>
                  </a:lnTo>
                  <a:lnTo>
                    <a:pt x="69863" y="76483"/>
                  </a:lnTo>
                  <a:lnTo>
                    <a:pt x="70684" y="72527"/>
                  </a:lnTo>
                  <a:lnTo>
                    <a:pt x="70684" y="69890"/>
                  </a:lnTo>
                  <a:lnTo>
                    <a:pt x="73150" y="69450"/>
                  </a:lnTo>
                  <a:lnTo>
                    <a:pt x="75616" y="70769"/>
                  </a:lnTo>
                  <a:lnTo>
                    <a:pt x="77260" y="72967"/>
                  </a:lnTo>
                  <a:lnTo>
                    <a:pt x="79726" y="74285"/>
                  </a:lnTo>
                  <a:lnTo>
                    <a:pt x="83013" y="73406"/>
                  </a:lnTo>
                  <a:lnTo>
                    <a:pt x="85479" y="70329"/>
                  </a:lnTo>
                  <a:lnTo>
                    <a:pt x="87945" y="64615"/>
                  </a:lnTo>
                  <a:lnTo>
                    <a:pt x="88767" y="63736"/>
                  </a:lnTo>
                  <a:lnTo>
                    <a:pt x="91232" y="64175"/>
                  </a:lnTo>
                  <a:lnTo>
                    <a:pt x="92876" y="65054"/>
                  </a:lnTo>
                  <a:lnTo>
                    <a:pt x="92876" y="66373"/>
                  </a:lnTo>
                  <a:lnTo>
                    <a:pt x="92876" y="67692"/>
                  </a:lnTo>
                  <a:lnTo>
                    <a:pt x="89589" y="70329"/>
                  </a:lnTo>
                  <a:lnTo>
                    <a:pt x="87123" y="72967"/>
                  </a:lnTo>
                  <a:lnTo>
                    <a:pt x="86301" y="73846"/>
                  </a:lnTo>
                  <a:lnTo>
                    <a:pt x="77260" y="79560"/>
                  </a:lnTo>
                  <a:lnTo>
                    <a:pt x="73150" y="80879"/>
                  </a:lnTo>
                  <a:lnTo>
                    <a:pt x="70684" y="81318"/>
                  </a:lnTo>
                  <a:lnTo>
                    <a:pt x="68219" y="82637"/>
                  </a:lnTo>
                  <a:lnTo>
                    <a:pt x="64931" y="86153"/>
                  </a:lnTo>
                  <a:lnTo>
                    <a:pt x="61643" y="88791"/>
                  </a:lnTo>
                  <a:lnTo>
                    <a:pt x="54246" y="92307"/>
                  </a:lnTo>
                  <a:lnTo>
                    <a:pt x="51780" y="94945"/>
                  </a:lnTo>
                  <a:lnTo>
                    <a:pt x="49315" y="98021"/>
                  </a:lnTo>
                  <a:lnTo>
                    <a:pt x="46849" y="103296"/>
                  </a:lnTo>
                  <a:lnTo>
                    <a:pt x="45205" y="106373"/>
                  </a:lnTo>
                  <a:lnTo>
                    <a:pt x="43561" y="108571"/>
                  </a:lnTo>
                  <a:lnTo>
                    <a:pt x="40273" y="111208"/>
                  </a:lnTo>
                  <a:lnTo>
                    <a:pt x="37808" y="113406"/>
                  </a:lnTo>
                  <a:lnTo>
                    <a:pt x="34520" y="116043"/>
                  </a:lnTo>
                  <a:lnTo>
                    <a:pt x="34520" y="116923"/>
                  </a:lnTo>
                  <a:lnTo>
                    <a:pt x="39452" y="116483"/>
                  </a:lnTo>
                  <a:lnTo>
                    <a:pt x="43561" y="116483"/>
                  </a:lnTo>
                  <a:lnTo>
                    <a:pt x="59999" y="119999"/>
                  </a:lnTo>
                  <a:lnTo>
                    <a:pt x="61643" y="119999"/>
                  </a:lnTo>
                  <a:lnTo>
                    <a:pt x="64109" y="118681"/>
                  </a:lnTo>
                  <a:lnTo>
                    <a:pt x="68219" y="115604"/>
                  </a:lnTo>
                  <a:lnTo>
                    <a:pt x="69863" y="113846"/>
                  </a:lnTo>
                  <a:lnTo>
                    <a:pt x="69863" y="112967"/>
                  </a:lnTo>
                  <a:lnTo>
                    <a:pt x="69041" y="112527"/>
                  </a:lnTo>
                  <a:lnTo>
                    <a:pt x="67397" y="112087"/>
                  </a:lnTo>
                  <a:lnTo>
                    <a:pt x="65753" y="112087"/>
                  </a:lnTo>
                  <a:lnTo>
                    <a:pt x="71506" y="109450"/>
                  </a:lnTo>
                  <a:lnTo>
                    <a:pt x="74794" y="107692"/>
                  </a:lnTo>
                  <a:lnTo>
                    <a:pt x="78082" y="101098"/>
                  </a:lnTo>
                  <a:lnTo>
                    <a:pt x="79726" y="102417"/>
                  </a:lnTo>
                  <a:lnTo>
                    <a:pt x="81369" y="101978"/>
                  </a:lnTo>
                  <a:lnTo>
                    <a:pt x="99452" y="87032"/>
                  </a:lnTo>
                  <a:lnTo>
                    <a:pt x="105205" y="80879"/>
                  </a:lnTo>
                  <a:lnTo>
                    <a:pt x="110136" y="74725"/>
                  </a:lnTo>
                  <a:lnTo>
                    <a:pt x="114246" y="67692"/>
                  </a:lnTo>
                  <a:lnTo>
                    <a:pt x="117534" y="61098"/>
                  </a:lnTo>
                  <a:lnTo>
                    <a:pt x="119178" y="47472"/>
                  </a:lnTo>
                  <a:lnTo>
                    <a:pt x="119999" y="46593"/>
                  </a:lnTo>
                  <a:lnTo>
                    <a:pt x="119999" y="45714"/>
                  </a:lnTo>
                  <a:lnTo>
                    <a:pt x="119178" y="38241"/>
                  </a:lnTo>
                  <a:lnTo>
                    <a:pt x="118356" y="36043"/>
                  </a:lnTo>
                  <a:lnTo>
                    <a:pt x="110958" y="34285"/>
                  </a:lnTo>
                  <a:lnTo>
                    <a:pt x="108493" y="32527"/>
                  </a:lnTo>
                  <a:lnTo>
                    <a:pt x="97808" y="22417"/>
                  </a:lnTo>
                  <a:lnTo>
                    <a:pt x="92876" y="11868"/>
                  </a:lnTo>
                  <a:lnTo>
                    <a:pt x="88767" y="7472"/>
                  </a:lnTo>
                  <a:lnTo>
                    <a:pt x="77260" y="4835"/>
                  </a:lnTo>
                  <a:lnTo>
                    <a:pt x="71506" y="879"/>
                  </a:lnTo>
                  <a:lnTo>
                    <a:pt x="68219" y="0"/>
                  </a:lnTo>
                  <a:lnTo>
                    <a:pt x="64109" y="0"/>
                  </a:lnTo>
                  <a:lnTo>
                    <a:pt x="61643" y="0"/>
                  </a:lnTo>
                  <a:lnTo>
                    <a:pt x="59178" y="1318"/>
                  </a:lnTo>
                  <a:lnTo>
                    <a:pt x="57534" y="3076"/>
                  </a:lnTo>
                  <a:lnTo>
                    <a:pt x="57534" y="4395"/>
                  </a:lnTo>
                  <a:lnTo>
                    <a:pt x="57534" y="6593"/>
                  </a:lnTo>
                  <a:lnTo>
                    <a:pt x="56712" y="8351"/>
                  </a:lnTo>
                  <a:lnTo>
                    <a:pt x="55890" y="11428"/>
                  </a:lnTo>
                  <a:lnTo>
                    <a:pt x="53424" y="1362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Shape 5469"/>
            <p:cNvSpPr/>
            <p:nvPr/>
          </p:nvSpPr>
          <p:spPr>
            <a:xfrm>
              <a:off x="7980620" y="6996457"/>
              <a:ext cx="28575" cy="365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444" y="106285"/>
                  </a:moveTo>
                  <a:lnTo>
                    <a:pt x="0" y="114857"/>
                  </a:lnTo>
                  <a:lnTo>
                    <a:pt x="4444" y="120000"/>
                  </a:lnTo>
                  <a:lnTo>
                    <a:pt x="20000" y="113142"/>
                  </a:lnTo>
                  <a:lnTo>
                    <a:pt x="22222" y="109714"/>
                  </a:lnTo>
                  <a:lnTo>
                    <a:pt x="40000" y="90857"/>
                  </a:lnTo>
                  <a:lnTo>
                    <a:pt x="48888" y="80571"/>
                  </a:lnTo>
                  <a:lnTo>
                    <a:pt x="53333" y="78857"/>
                  </a:lnTo>
                  <a:lnTo>
                    <a:pt x="55555" y="75428"/>
                  </a:lnTo>
                  <a:lnTo>
                    <a:pt x="66666" y="68571"/>
                  </a:lnTo>
                  <a:lnTo>
                    <a:pt x="68888" y="61714"/>
                  </a:lnTo>
                  <a:lnTo>
                    <a:pt x="75555" y="56571"/>
                  </a:lnTo>
                  <a:lnTo>
                    <a:pt x="84444" y="42857"/>
                  </a:lnTo>
                  <a:lnTo>
                    <a:pt x="86666" y="39428"/>
                  </a:lnTo>
                  <a:lnTo>
                    <a:pt x="100000" y="30857"/>
                  </a:lnTo>
                  <a:lnTo>
                    <a:pt x="104444" y="25714"/>
                  </a:lnTo>
                  <a:lnTo>
                    <a:pt x="106666" y="20571"/>
                  </a:lnTo>
                  <a:lnTo>
                    <a:pt x="113333" y="10285"/>
                  </a:lnTo>
                  <a:lnTo>
                    <a:pt x="120000" y="5142"/>
                  </a:lnTo>
                  <a:lnTo>
                    <a:pt x="111111" y="0"/>
                  </a:lnTo>
                  <a:lnTo>
                    <a:pt x="106666" y="3428"/>
                  </a:lnTo>
                  <a:lnTo>
                    <a:pt x="100000" y="10285"/>
                  </a:lnTo>
                  <a:lnTo>
                    <a:pt x="91111" y="13714"/>
                  </a:lnTo>
                  <a:lnTo>
                    <a:pt x="80000" y="17142"/>
                  </a:lnTo>
                  <a:lnTo>
                    <a:pt x="60000" y="12000"/>
                  </a:lnTo>
                  <a:lnTo>
                    <a:pt x="40000" y="10285"/>
                  </a:lnTo>
                  <a:lnTo>
                    <a:pt x="37777" y="10285"/>
                  </a:lnTo>
                  <a:lnTo>
                    <a:pt x="35555" y="12000"/>
                  </a:lnTo>
                  <a:lnTo>
                    <a:pt x="26666" y="27428"/>
                  </a:lnTo>
                  <a:lnTo>
                    <a:pt x="26666" y="30857"/>
                  </a:lnTo>
                  <a:lnTo>
                    <a:pt x="26666" y="42857"/>
                  </a:lnTo>
                  <a:lnTo>
                    <a:pt x="26666" y="60000"/>
                  </a:lnTo>
                  <a:lnTo>
                    <a:pt x="24444" y="72000"/>
                  </a:lnTo>
                  <a:lnTo>
                    <a:pt x="15555" y="78857"/>
                  </a:lnTo>
                  <a:lnTo>
                    <a:pt x="15555" y="90857"/>
                  </a:lnTo>
                  <a:lnTo>
                    <a:pt x="15555" y="94285"/>
                  </a:lnTo>
                  <a:lnTo>
                    <a:pt x="13333" y="97714"/>
                  </a:lnTo>
                  <a:lnTo>
                    <a:pt x="4444" y="10628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Shape 5470"/>
            <p:cNvSpPr/>
            <p:nvPr/>
          </p:nvSpPr>
          <p:spPr>
            <a:xfrm>
              <a:off x="7817107" y="6751982"/>
              <a:ext cx="57150" cy="1174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252" y="59728"/>
                  </a:moveTo>
                  <a:lnTo>
                    <a:pt x="40373" y="60814"/>
                  </a:lnTo>
                  <a:lnTo>
                    <a:pt x="40373" y="62986"/>
                  </a:lnTo>
                  <a:lnTo>
                    <a:pt x="40373" y="63529"/>
                  </a:lnTo>
                  <a:lnTo>
                    <a:pt x="45981" y="64072"/>
                  </a:lnTo>
                  <a:lnTo>
                    <a:pt x="47102" y="65158"/>
                  </a:lnTo>
                  <a:lnTo>
                    <a:pt x="47102" y="67330"/>
                  </a:lnTo>
                  <a:lnTo>
                    <a:pt x="45981" y="70045"/>
                  </a:lnTo>
                  <a:lnTo>
                    <a:pt x="47102" y="71674"/>
                  </a:lnTo>
                  <a:lnTo>
                    <a:pt x="53831" y="73846"/>
                  </a:lnTo>
                  <a:lnTo>
                    <a:pt x="56074" y="75475"/>
                  </a:lnTo>
                  <a:lnTo>
                    <a:pt x="56074" y="78190"/>
                  </a:lnTo>
                  <a:lnTo>
                    <a:pt x="54953" y="80904"/>
                  </a:lnTo>
                  <a:lnTo>
                    <a:pt x="50467" y="84162"/>
                  </a:lnTo>
                  <a:lnTo>
                    <a:pt x="51588" y="86334"/>
                  </a:lnTo>
                  <a:lnTo>
                    <a:pt x="54953" y="89049"/>
                  </a:lnTo>
                  <a:lnTo>
                    <a:pt x="62803" y="92850"/>
                  </a:lnTo>
                  <a:lnTo>
                    <a:pt x="60560" y="96108"/>
                  </a:lnTo>
                  <a:lnTo>
                    <a:pt x="60560" y="100452"/>
                  </a:lnTo>
                  <a:lnTo>
                    <a:pt x="66168" y="111312"/>
                  </a:lnTo>
                  <a:lnTo>
                    <a:pt x="67289" y="112398"/>
                  </a:lnTo>
                  <a:lnTo>
                    <a:pt x="69532" y="113484"/>
                  </a:lnTo>
                  <a:lnTo>
                    <a:pt x="74018" y="115656"/>
                  </a:lnTo>
                  <a:lnTo>
                    <a:pt x="81869" y="116199"/>
                  </a:lnTo>
                  <a:lnTo>
                    <a:pt x="84112" y="115656"/>
                  </a:lnTo>
                  <a:lnTo>
                    <a:pt x="88598" y="114027"/>
                  </a:lnTo>
                  <a:lnTo>
                    <a:pt x="91962" y="112941"/>
                  </a:lnTo>
                  <a:lnTo>
                    <a:pt x="95327" y="112941"/>
                  </a:lnTo>
                  <a:lnTo>
                    <a:pt x="96448" y="114570"/>
                  </a:lnTo>
                  <a:lnTo>
                    <a:pt x="98691" y="116742"/>
                  </a:lnTo>
                  <a:lnTo>
                    <a:pt x="98691" y="118914"/>
                  </a:lnTo>
                  <a:lnTo>
                    <a:pt x="102056" y="120000"/>
                  </a:lnTo>
                  <a:lnTo>
                    <a:pt x="107663" y="118914"/>
                  </a:lnTo>
                  <a:lnTo>
                    <a:pt x="113271" y="115656"/>
                  </a:lnTo>
                  <a:lnTo>
                    <a:pt x="117757" y="111312"/>
                  </a:lnTo>
                  <a:lnTo>
                    <a:pt x="120000" y="107511"/>
                  </a:lnTo>
                  <a:lnTo>
                    <a:pt x="120000" y="100995"/>
                  </a:lnTo>
                  <a:lnTo>
                    <a:pt x="113271" y="77104"/>
                  </a:lnTo>
                  <a:lnTo>
                    <a:pt x="113271" y="75475"/>
                  </a:lnTo>
                  <a:lnTo>
                    <a:pt x="115514" y="71131"/>
                  </a:lnTo>
                  <a:lnTo>
                    <a:pt x="114392" y="70045"/>
                  </a:lnTo>
                  <a:lnTo>
                    <a:pt x="113271" y="68416"/>
                  </a:lnTo>
                  <a:lnTo>
                    <a:pt x="111028" y="62986"/>
                  </a:lnTo>
                  <a:lnTo>
                    <a:pt x="104299" y="56470"/>
                  </a:lnTo>
                  <a:lnTo>
                    <a:pt x="88598" y="45067"/>
                  </a:lnTo>
                  <a:lnTo>
                    <a:pt x="84112" y="38552"/>
                  </a:lnTo>
                  <a:lnTo>
                    <a:pt x="71775" y="30950"/>
                  </a:lnTo>
                  <a:lnTo>
                    <a:pt x="66168" y="24434"/>
                  </a:lnTo>
                  <a:lnTo>
                    <a:pt x="61682" y="21176"/>
                  </a:lnTo>
                  <a:lnTo>
                    <a:pt x="51588" y="16832"/>
                  </a:lnTo>
                  <a:lnTo>
                    <a:pt x="44859" y="10316"/>
                  </a:lnTo>
                  <a:lnTo>
                    <a:pt x="39252" y="8687"/>
                  </a:lnTo>
                  <a:lnTo>
                    <a:pt x="37009" y="5429"/>
                  </a:lnTo>
                  <a:lnTo>
                    <a:pt x="30280" y="3257"/>
                  </a:lnTo>
                  <a:lnTo>
                    <a:pt x="21308" y="0"/>
                  </a:lnTo>
                  <a:lnTo>
                    <a:pt x="14579" y="542"/>
                  </a:lnTo>
                  <a:lnTo>
                    <a:pt x="10093" y="4343"/>
                  </a:lnTo>
                  <a:lnTo>
                    <a:pt x="3364" y="8687"/>
                  </a:lnTo>
                  <a:lnTo>
                    <a:pt x="0" y="12488"/>
                  </a:lnTo>
                  <a:lnTo>
                    <a:pt x="0" y="14117"/>
                  </a:lnTo>
                  <a:lnTo>
                    <a:pt x="1121" y="15203"/>
                  </a:lnTo>
                  <a:lnTo>
                    <a:pt x="3364" y="15203"/>
                  </a:lnTo>
                  <a:lnTo>
                    <a:pt x="4485" y="15746"/>
                  </a:lnTo>
                  <a:lnTo>
                    <a:pt x="6728" y="21719"/>
                  </a:lnTo>
                  <a:lnTo>
                    <a:pt x="7850" y="22805"/>
                  </a:lnTo>
                  <a:lnTo>
                    <a:pt x="11214" y="24434"/>
                  </a:lnTo>
                  <a:lnTo>
                    <a:pt x="13457" y="24977"/>
                  </a:lnTo>
                  <a:lnTo>
                    <a:pt x="21308" y="25520"/>
                  </a:lnTo>
                  <a:lnTo>
                    <a:pt x="25794" y="25520"/>
                  </a:lnTo>
                  <a:lnTo>
                    <a:pt x="30280" y="26063"/>
                  </a:lnTo>
                  <a:lnTo>
                    <a:pt x="34766" y="29864"/>
                  </a:lnTo>
                  <a:lnTo>
                    <a:pt x="24672" y="27692"/>
                  </a:lnTo>
                  <a:lnTo>
                    <a:pt x="19065" y="27692"/>
                  </a:lnTo>
                  <a:lnTo>
                    <a:pt x="15700" y="28778"/>
                  </a:lnTo>
                  <a:lnTo>
                    <a:pt x="14579" y="32036"/>
                  </a:lnTo>
                  <a:lnTo>
                    <a:pt x="14579" y="35294"/>
                  </a:lnTo>
                  <a:lnTo>
                    <a:pt x="16822" y="40723"/>
                  </a:lnTo>
                  <a:lnTo>
                    <a:pt x="17943" y="51583"/>
                  </a:lnTo>
                  <a:lnTo>
                    <a:pt x="19065" y="53212"/>
                  </a:lnTo>
                  <a:lnTo>
                    <a:pt x="38130" y="58642"/>
                  </a:lnTo>
                  <a:lnTo>
                    <a:pt x="39252" y="5972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Shape 5471"/>
            <p:cNvSpPr/>
            <p:nvPr/>
          </p:nvSpPr>
          <p:spPr>
            <a:xfrm>
              <a:off x="7571045" y="6745632"/>
              <a:ext cx="96838" cy="2460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022" y="22709"/>
                  </a:moveTo>
                  <a:lnTo>
                    <a:pt x="114696" y="22451"/>
                  </a:lnTo>
                  <a:lnTo>
                    <a:pt x="114696" y="21419"/>
                  </a:lnTo>
                  <a:lnTo>
                    <a:pt x="115359" y="20129"/>
                  </a:lnTo>
                  <a:lnTo>
                    <a:pt x="115359" y="19354"/>
                  </a:lnTo>
                  <a:lnTo>
                    <a:pt x="114033" y="18322"/>
                  </a:lnTo>
                  <a:lnTo>
                    <a:pt x="106740" y="15741"/>
                  </a:lnTo>
                  <a:lnTo>
                    <a:pt x="107403" y="15225"/>
                  </a:lnTo>
                  <a:lnTo>
                    <a:pt x="110718" y="14967"/>
                  </a:lnTo>
                  <a:lnTo>
                    <a:pt x="112707" y="13419"/>
                  </a:lnTo>
                  <a:lnTo>
                    <a:pt x="114033" y="8258"/>
                  </a:lnTo>
                  <a:lnTo>
                    <a:pt x="114033" y="7741"/>
                  </a:lnTo>
                  <a:lnTo>
                    <a:pt x="112707" y="7483"/>
                  </a:lnTo>
                  <a:lnTo>
                    <a:pt x="110718" y="7741"/>
                  </a:lnTo>
                  <a:lnTo>
                    <a:pt x="108729" y="8000"/>
                  </a:lnTo>
                  <a:lnTo>
                    <a:pt x="107403" y="8000"/>
                  </a:lnTo>
                  <a:lnTo>
                    <a:pt x="98121" y="6967"/>
                  </a:lnTo>
                  <a:lnTo>
                    <a:pt x="92817" y="6967"/>
                  </a:lnTo>
                  <a:lnTo>
                    <a:pt x="90165" y="7741"/>
                  </a:lnTo>
                  <a:lnTo>
                    <a:pt x="89502" y="7741"/>
                  </a:lnTo>
                  <a:lnTo>
                    <a:pt x="88839" y="7741"/>
                  </a:lnTo>
                  <a:lnTo>
                    <a:pt x="87513" y="7483"/>
                  </a:lnTo>
                  <a:lnTo>
                    <a:pt x="86850" y="7483"/>
                  </a:lnTo>
                  <a:lnTo>
                    <a:pt x="74917" y="8516"/>
                  </a:lnTo>
                  <a:lnTo>
                    <a:pt x="72265" y="9548"/>
                  </a:lnTo>
                  <a:lnTo>
                    <a:pt x="69613" y="10064"/>
                  </a:lnTo>
                  <a:lnTo>
                    <a:pt x="45082" y="6451"/>
                  </a:lnTo>
                  <a:lnTo>
                    <a:pt x="39779" y="4903"/>
                  </a:lnTo>
                  <a:lnTo>
                    <a:pt x="37790" y="4645"/>
                  </a:lnTo>
                  <a:lnTo>
                    <a:pt x="35801" y="4903"/>
                  </a:lnTo>
                  <a:lnTo>
                    <a:pt x="32486" y="5419"/>
                  </a:lnTo>
                  <a:lnTo>
                    <a:pt x="31160" y="5419"/>
                  </a:lnTo>
                  <a:lnTo>
                    <a:pt x="26519" y="5419"/>
                  </a:lnTo>
                  <a:lnTo>
                    <a:pt x="15911" y="3354"/>
                  </a:lnTo>
                  <a:lnTo>
                    <a:pt x="12596" y="2580"/>
                  </a:lnTo>
                  <a:lnTo>
                    <a:pt x="10607" y="1032"/>
                  </a:lnTo>
                  <a:lnTo>
                    <a:pt x="7292" y="0"/>
                  </a:lnTo>
                  <a:lnTo>
                    <a:pt x="3977" y="0"/>
                  </a:lnTo>
                  <a:lnTo>
                    <a:pt x="4640" y="2580"/>
                  </a:lnTo>
                  <a:lnTo>
                    <a:pt x="3977" y="3612"/>
                  </a:lnTo>
                  <a:lnTo>
                    <a:pt x="1988" y="3870"/>
                  </a:lnTo>
                  <a:lnTo>
                    <a:pt x="0" y="4129"/>
                  </a:lnTo>
                  <a:lnTo>
                    <a:pt x="662" y="5677"/>
                  </a:lnTo>
                  <a:lnTo>
                    <a:pt x="2651" y="7225"/>
                  </a:lnTo>
                  <a:lnTo>
                    <a:pt x="4640" y="8000"/>
                  </a:lnTo>
                  <a:lnTo>
                    <a:pt x="662" y="9032"/>
                  </a:lnTo>
                  <a:lnTo>
                    <a:pt x="0" y="10322"/>
                  </a:lnTo>
                  <a:lnTo>
                    <a:pt x="1988" y="11354"/>
                  </a:lnTo>
                  <a:lnTo>
                    <a:pt x="3977" y="12387"/>
                  </a:lnTo>
                  <a:lnTo>
                    <a:pt x="5966" y="12387"/>
                  </a:lnTo>
                  <a:lnTo>
                    <a:pt x="9944" y="12129"/>
                  </a:lnTo>
                  <a:lnTo>
                    <a:pt x="11270" y="12129"/>
                  </a:lnTo>
                  <a:lnTo>
                    <a:pt x="11933" y="13677"/>
                  </a:lnTo>
                  <a:lnTo>
                    <a:pt x="14585" y="13419"/>
                  </a:lnTo>
                  <a:lnTo>
                    <a:pt x="19226" y="13935"/>
                  </a:lnTo>
                  <a:lnTo>
                    <a:pt x="22541" y="13935"/>
                  </a:lnTo>
                  <a:lnTo>
                    <a:pt x="21878" y="14193"/>
                  </a:lnTo>
                  <a:lnTo>
                    <a:pt x="19226" y="14967"/>
                  </a:lnTo>
                  <a:lnTo>
                    <a:pt x="29834" y="16516"/>
                  </a:lnTo>
                  <a:lnTo>
                    <a:pt x="34475" y="17806"/>
                  </a:lnTo>
                  <a:lnTo>
                    <a:pt x="36464" y="20387"/>
                  </a:lnTo>
                  <a:lnTo>
                    <a:pt x="37790" y="21419"/>
                  </a:lnTo>
                  <a:lnTo>
                    <a:pt x="45082" y="21677"/>
                  </a:lnTo>
                  <a:lnTo>
                    <a:pt x="47071" y="22709"/>
                  </a:lnTo>
                  <a:lnTo>
                    <a:pt x="45082" y="23483"/>
                  </a:lnTo>
                  <a:lnTo>
                    <a:pt x="42430" y="24000"/>
                  </a:lnTo>
                  <a:lnTo>
                    <a:pt x="39116" y="24258"/>
                  </a:lnTo>
                  <a:lnTo>
                    <a:pt x="37127" y="24258"/>
                  </a:lnTo>
                  <a:lnTo>
                    <a:pt x="36464" y="25290"/>
                  </a:lnTo>
                  <a:lnTo>
                    <a:pt x="37127" y="25806"/>
                  </a:lnTo>
                  <a:lnTo>
                    <a:pt x="37790" y="26322"/>
                  </a:lnTo>
                  <a:lnTo>
                    <a:pt x="37127" y="26838"/>
                  </a:lnTo>
                  <a:lnTo>
                    <a:pt x="36464" y="27870"/>
                  </a:lnTo>
                  <a:lnTo>
                    <a:pt x="31823" y="23483"/>
                  </a:lnTo>
                  <a:lnTo>
                    <a:pt x="31160" y="24516"/>
                  </a:lnTo>
                  <a:lnTo>
                    <a:pt x="31823" y="25548"/>
                  </a:lnTo>
                  <a:lnTo>
                    <a:pt x="32486" y="26064"/>
                  </a:lnTo>
                  <a:lnTo>
                    <a:pt x="33149" y="26580"/>
                  </a:lnTo>
                  <a:lnTo>
                    <a:pt x="30497" y="27612"/>
                  </a:lnTo>
                  <a:lnTo>
                    <a:pt x="29171" y="26580"/>
                  </a:lnTo>
                  <a:lnTo>
                    <a:pt x="25856" y="24000"/>
                  </a:lnTo>
                  <a:lnTo>
                    <a:pt x="25193" y="23483"/>
                  </a:lnTo>
                  <a:lnTo>
                    <a:pt x="23867" y="23225"/>
                  </a:lnTo>
                  <a:lnTo>
                    <a:pt x="21878" y="22967"/>
                  </a:lnTo>
                  <a:lnTo>
                    <a:pt x="19889" y="23225"/>
                  </a:lnTo>
                  <a:lnTo>
                    <a:pt x="18563" y="23225"/>
                  </a:lnTo>
                  <a:lnTo>
                    <a:pt x="15911" y="21935"/>
                  </a:lnTo>
                  <a:lnTo>
                    <a:pt x="13259" y="21935"/>
                  </a:lnTo>
                  <a:lnTo>
                    <a:pt x="11933" y="22709"/>
                  </a:lnTo>
                  <a:lnTo>
                    <a:pt x="11270" y="22709"/>
                  </a:lnTo>
                  <a:lnTo>
                    <a:pt x="10607" y="24258"/>
                  </a:lnTo>
                  <a:lnTo>
                    <a:pt x="10607" y="25548"/>
                  </a:lnTo>
                  <a:lnTo>
                    <a:pt x="10607" y="27354"/>
                  </a:lnTo>
                  <a:lnTo>
                    <a:pt x="11933" y="28903"/>
                  </a:lnTo>
                  <a:lnTo>
                    <a:pt x="18563" y="32000"/>
                  </a:lnTo>
                  <a:lnTo>
                    <a:pt x="15248" y="32774"/>
                  </a:lnTo>
                  <a:lnTo>
                    <a:pt x="13259" y="34064"/>
                  </a:lnTo>
                  <a:lnTo>
                    <a:pt x="13259" y="35870"/>
                  </a:lnTo>
                  <a:lnTo>
                    <a:pt x="14585" y="37161"/>
                  </a:lnTo>
                  <a:lnTo>
                    <a:pt x="14585" y="37677"/>
                  </a:lnTo>
                  <a:lnTo>
                    <a:pt x="16574" y="38451"/>
                  </a:lnTo>
                  <a:lnTo>
                    <a:pt x="17237" y="38967"/>
                  </a:lnTo>
                  <a:lnTo>
                    <a:pt x="17237" y="38967"/>
                  </a:lnTo>
                  <a:lnTo>
                    <a:pt x="16574" y="39741"/>
                  </a:lnTo>
                  <a:lnTo>
                    <a:pt x="16574" y="40258"/>
                  </a:lnTo>
                  <a:lnTo>
                    <a:pt x="18563" y="43096"/>
                  </a:lnTo>
                  <a:lnTo>
                    <a:pt x="18563" y="43612"/>
                  </a:lnTo>
                  <a:lnTo>
                    <a:pt x="22541" y="43870"/>
                  </a:lnTo>
                  <a:lnTo>
                    <a:pt x="28508" y="41548"/>
                  </a:lnTo>
                  <a:lnTo>
                    <a:pt x="31823" y="41548"/>
                  </a:lnTo>
                  <a:lnTo>
                    <a:pt x="33149" y="41032"/>
                  </a:lnTo>
                  <a:lnTo>
                    <a:pt x="35138" y="39225"/>
                  </a:lnTo>
                  <a:lnTo>
                    <a:pt x="35801" y="35870"/>
                  </a:lnTo>
                  <a:lnTo>
                    <a:pt x="37790" y="36903"/>
                  </a:lnTo>
                  <a:lnTo>
                    <a:pt x="37790" y="40516"/>
                  </a:lnTo>
                  <a:lnTo>
                    <a:pt x="39116" y="41806"/>
                  </a:lnTo>
                  <a:lnTo>
                    <a:pt x="44419" y="44645"/>
                  </a:lnTo>
                  <a:lnTo>
                    <a:pt x="47071" y="46451"/>
                  </a:lnTo>
                  <a:lnTo>
                    <a:pt x="43756" y="48000"/>
                  </a:lnTo>
                  <a:lnTo>
                    <a:pt x="43756" y="48516"/>
                  </a:lnTo>
                  <a:lnTo>
                    <a:pt x="43756" y="48774"/>
                  </a:lnTo>
                  <a:lnTo>
                    <a:pt x="44419" y="49290"/>
                  </a:lnTo>
                  <a:lnTo>
                    <a:pt x="43756" y="49806"/>
                  </a:lnTo>
                  <a:lnTo>
                    <a:pt x="43756" y="50838"/>
                  </a:lnTo>
                  <a:lnTo>
                    <a:pt x="43093" y="49806"/>
                  </a:lnTo>
                  <a:lnTo>
                    <a:pt x="42430" y="49032"/>
                  </a:lnTo>
                  <a:lnTo>
                    <a:pt x="41767" y="47225"/>
                  </a:lnTo>
                  <a:lnTo>
                    <a:pt x="38453" y="44129"/>
                  </a:lnTo>
                  <a:lnTo>
                    <a:pt x="36464" y="44387"/>
                  </a:lnTo>
                  <a:lnTo>
                    <a:pt x="37790" y="45677"/>
                  </a:lnTo>
                  <a:lnTo>
                    <a:pt x="39116" y="49032"/>
                  </a:lnTo>
                  <a:lnTo>
                    <a:pt x="37790" y="49548"/>
                  </a:lnTo>
                  <a:lnTo>
                    <a:pt x="35138" y="46193"/>
                  </a:lnTo>
                  <a:lnTo>
                    <a:pt x="34475" y="45419"/>
                  </a:lnTo>
                  <a:lnTo>
                    <a:pt x="31823" y="44645"/>
                  </a:lnTo>
                  <a:lnTo>
                    <a:pt x="29171" y="44645"/>
                  </a:lnTo>
                  <a:lnTo>
                    <a:pt x="23204" y="46451"/>
                  </a:lnTo>
                  <a:lnTo>
                    <a:pt x="27845" y="52903"/>
                  </a:lnTo>
                  <a:lnTo>
                    <a:pt x="33149" y="56774"/>
                  </a:lnTo>
                  <a:lnTo>
                    <a:pt x="35138" y="57290"/>
                  </a:lnTo>
                  <a:lnTo>
                    <a:pt x="32486" y="59096"/>
                  </a:lnTo>
                  <a:lnTo>
                    <a:pt x="32486" y="59354"/>
                  </a:lnTo>
                  <a:lnTo>
                    <a:pt x="35138" y="59612"/>
                  </a:lnTo>
                  <a:lnTo>
                    <a:pt x="35801" y="60645"/>
                  </a:lnTo>
                  <a:lnTo>
                    <a:pt x="35138" y="61419"/>
                  </a:lnTo>
                  <a:lnTo>
                    <a:pt x="33149" y="62451"/>
                  </a:lnTo>
                  <a:lnTo>
                    <a:pt x="32486" y="63483"/>
                  </a:lnTo>
                  <a:lnTo>
                    <a:pt x="33149" y="64516"/>
                  </a:lnTo>
                  <a:lnTo>
                    <a:pt x="43093" y="73290"/>
                  </a:lnTo>
                  <a:lnTo>
                    <a:pt x="45082" y="74580"/>
                  </a:lnTo>
                  <a:lnTo>
                    <a:pt x="51049" y="76645"/>
                  </a:lnTo>
                  <a:lnTo>
                    <a:pt x="53701" y="78451"/>
                  </a:lnTo>
                  <a:lnTo>
                    <a:pt x="52375" y="80258"/>
                  </a:lnTo>
                  <a:lnTo>
                    <a:pt x="52375" y="80516"/>
                  </a:lnTo>
                  <a:lnTo>
                    <a:pt x="53701" y="83612"/>
                  </a:lnTo>
                  <a:lnTo>
                    <a:pt x="55027" y="84387"/>
                  </a:lnTo>
                  <a:lnTo>
                    <a:pt x="56353" y="84387"/>
                  </a:lnTo>
                  <a:lnTo>
                    <a:pt x="58342" y="84129"/>
                  </a:lnTo>
                  <a:lnTo>
                    <a:pt x="60331" y="84387"/>
                  </a:lnTo>
                  <a:lnTo>
                    <a:pt x="62320" y="84903"/>
                  </a:lnTo>
                  <a:lnTo>
                    <a:pt x="64309" y="86193"/>
                  </a:lnTo>
                  <a:lnTo>
                    <a:pt x="64972" y="87483"/>
                  </a:lnTo>
                  <a:lnTo>
                    <a:pt x="64972" y="89290"/>
                  </a:lnTo>
                  <a:lnTo>
                    <a:pt x="62983" y="88258"/>
                  </a:lnTo>
                  <a:lnTo>
                    <a:pt x="60331" y="87225"/>
                  </a:lnTo>
                  <a:lnTo>
                    <a:pt x="56353" y="86709"/>
                  </a:lnTo>
                  <a:lnTo>
                    <a:pt x="53701" y="87483"/>
                  </a:lnTo>
                  <a:lnTo>
                    <a:pt x="53701" y="88000"/>
                  </a:lnTo>
                  <a:lnTo>
                    <a:pt x="51712" y="90580"/>
                  </a:lnTo>
                  <a:lnTo>
                    <a:pt x="51049" y="91096"/>
                  </a:lnTo>
                  <a:lnTo>
                    <a:pt x="51712" y="91354"/>
                  </a:lnTo>
                  <a:lnTo>
                    <a:pt x="53701" y="91612"/>
                  </a:lnTo>
                  <a:lnTo>
                    <a:pt x="57016" y="91612"/>
                  </a:lnTo>
                  <a:lnTo>
                    <a:pt x="54364" y="92387"/>
                  </a:lnTo>
                  <a:lnTo>
                    <a:pt x="51049" y="93161"/>
                  </a:lnTo>
                  <a:lnTo>
                    <a:pt x="51712" y="94193"/>
                  </a:lnTo>
                  <a:lnTo>
                    <a:pt x="53701" y="94451"/>
                  </a:lnTo>
                  <a:lnTo>
                    <a:pt x="55027" y="94709"/>
                  </a:lnTo>
                  <a:lnTo>
                    <a:pt x="57016" y="94451"/>
                  </a:lnTo>
                  <a:lnTo>
                    <a:pt x="57016" y="95483"/>
                  </a:lnTo>
                  <a:lnTo>
                    <a:pt x="57016" y="96774"/>
                  </a:lnTo>
                  <a:lnTo>
                    <a:pt x="57016" y="98064"/>
                  </a:lnTo>
                  <a:lnTo>
                    <a:pt x="60331" y="99612"/>
                  </a:lnTo>
                  <a:lnTo>
                    <a:pt x="60331" y="100645"/>
                  </a:lnTo>
                  <a:lnTo>
                    <a:pt x="59005" y="102193"/>
                  </a:lnTo>
                  <a:lnTo>
                    <a:pt x="59005" y="103483"/>
                  </a:lnTo>
                  <a:lnTo>
                    <a:pt x="60994" y="105806"/>
                  </a:lnTo>
                  <a:lnTo>
                    <a:pt x="62320" y="108387"/>
                  </a:lnTo>
                  <a:lnTo>
                    <a:pt x="64972" y="109161"/>
                  </a:lnTo>
                  <a:lnTo>
                    <a:pt x="68950" y="106580"/>
                  </a:lnTo>
                  <a:lnTo>
                    <a:pt x="69613" y="106580"/>
                  </a:lnTo>
                  <a:lnTo>
                    <a:pt x="68950" y="108129"/>
                  </a:lnTo>
                  <a:lnTo>
                    <a:pt x="70276" y="110967"/>
                  </a:lnTo>
                  <a:lnTo>
                    <a:pt x="69613" y="112516"/>
                  </a:lnTo>
                  <a:lnTo>
                    <a:pt x="68950" y="113548"/>
                  </a:lnTo>
                  <a:lnTo>
                    <a:pt x="68287" y="115354"/>
                  </a:lnTo>
                  <a:lnTo>
                    <a:pt x="68950" y="116903"/>
                  </a:lnTo>
                  <a:lnTo>
                    <a:pt x="69613" y="117935"/>
                  </a:lnTo>
                  <a:lnTo>
                    <a:pt x="74917" y="117419"/>
                  </a:lnTo>
                  <a:lnTo>
                    <a:pt x="76906" y="114322"/>
                  </a:lnTo>
                  <a:lnTo>
                    <a:pt x="80220" y="107612"/>
                  </a:lnTo>
                  <a:lnTo>
                    <a:pt x="82209" y="109935"/>
                  </a:lnTo>
                  <a:lnTo>
                    <a:pt x="83535" y="110967"/>
                  </a:lnTo>
                  <a:lnTo>
                    <a:pt x="83535" y="112516"/>
                  </a:lnTo>
                  <a:lnTo>
                    <a:pt x="82872" y="113548"/>
                  </a:lnTo>
                  <a:lnTo>
                    <a:pt x="80220" y="116645"/>
                  </a:lnTo>
                  <a:lnTo>
                    <a:pt x="78895" y="117935"/>
                  </a:lnTo>
                  <a:lnTo>
                    <a:pt x="81546" y="120000"/>
                  </a:lnTo>
                  <a:lnTo>
                    <a:pt x="86850" y="118709"/>
                  </a:lnTo>
                  <a:lnTo>
                    <a:pt x="91491" y="116129"/>
                  </a:lnTo>
                  <a:lnTo>
                    <a:pt x="94143" y="112774"/>
                  </a:lnTo>
                  <a:lnTo>
                    <a:pt x="96132" y="113548"/>
                  </a:lnTo>
                  <a:lnTo>
                    <a:pt x="95469" y="114580"/>
                  </a:lnTo>
                  <a:lnTo>
                    <a:pt x="94806" y="115870"/>
                  </a:lnTo>
                  <a:lnTo>
                    <a:pt x="94806" y="117161"/>
                  </a:lnTo>
                  <a:lnTo>
                    <a:pt x="96132" y="117677"/>
                  </a:lnTo>
                  <a:lnTo>
                    <a:pt x="102099" y="118709"/>
                  </a:lnTo>
                  <a:lnTo>
                    <a:pt x="104751" y="118709"/>
                  </a:lnTo>
                  <a:lnTo>
                    <a:pt x="106740" y="118193"/>
                  </a:lnTo>
                  <a:lnTo>
                    <a:pt x="110055" y="117419"/>
                  </a:lnTo>
                  <a:lnTo>
                    <a:pt x="112707" y="115870"/>
                  </a:lnTo>
                  <a:lnTo>
                    <a:pt x="114033" y="114580"/>
                  </a:lnTo>
                  <a:lnTo>
                    <a:pt x="112707" y="113548"/>
                  </a:lnTo>
                  <a:lnTo>
                    <a:pt x="109392" y="113290"/>
                  </a:lnTo>
                  <a:lnTo>
                    <a:pt x="104088" y="113548"/>
                  </a:lnTo>
                  <a:lnTo>
                    <a:pt x="102099" y="112258"/>
                  </a:lnTo>
                  <a:lnTo>
                    <a:pt x="99447" y="111483"/>
                  </a:lnTo>
                  <a:lnTo>
                    <a:pt x="91491" y="110193"/>
                  </a:lnTo>
                  <a:lnTo>
                    <a:pt x="92817" y="109677"/>
                  </a:lnTo>
                  <a:lnTo>
                    <a:pt x="96132" y="109677"/>
                  </a:lnTo>
                  <a:lnTo>
                    <a:pt x="100773" y="110193"/>
                  </a:lnTo>
                  <a:lnTo>
                    <a:pt x="104751" y="110193"/>
                  </a:lnTo>
                  <a:lnTo>
                    <a:pt x="108729" y="108645"/>
                  </a:lnTo>
                  <a:lnTo>
                    <a:pt x="108066" y="107354"/>
                  </a:lnTo>
                  <a:lnTo>
                    <a:pt x="104751" y="105806"/>
                  </a:lnTo>
                  <a:lnTo>
                    <a:pt x="104751" y="105032"/>
                  </a:lnTo>
                  <a:lnTo>
                    <a:pt x="104751" y="104000"/>
                  </a:lnTo>
                  <a:lnTo>
                    <a:pt x="102762" y="102967"/>
                  </a:lnTo>
                  <a:lnTo>
                    <a:pt x="100110" y="102709"/>
                  </a:lnTo>
                  <a:lnTo>
                    <a:pt x="97458" y="102967"/>
                  </a:lnTo>
                  <a:lnTo>
                    <a:pt x="91491" y="104000"/>
                  </a:lnTo>
                  <a:lnTo>
                    <a:pt x="90828" y="102967"/>
                  </a:lnTo>
                  <a:lnTo>
                    <a:pt x="89502" y="102451"/>
                  </a:lnTo>
                  <a:lnTo>
                    <a:pt x="88839" y="102451"/>
                  </a:lnTo>
                  <a:lnTo>
                    <a:pt x="86850" y="103483"/>
                  </a:lnTo>
                  <a:lnTo>
                    <a:pt x="87513" y="104774"/>
                  </a:lnTo>
                  <a:lnTo>
                    <a:pt x="89502" y="107096"/>
                  </a:lnTo>
                  <a:lnTo>
                    <a:pt x="86850" y="106580"/>
                  </a:lnTo>
                  <a:lnTo>
                    <a:pt x="81546" y="102451"/>
                  </a:lnTo>
                  <a:lnTo>
                    <a:pt x="78232" y="102967"/>
                  </a:lnTo>
                  <a:lnTo>
                    <a:pt x="77569" y="101419"/>
                  </a:lnTo>
                  <a:lnTo>
                    <a:pt x="80220" y="97806"/>
                  </a:lnTo>
                  <a:lnTo>
                    <a:pt x="78895" y="96774"/>
                  </a:lnTo>
                  <a:lnTo>
                    <a:pt x="81546" y="95741"/>
                  </a:lnTo>
                  <a:lnTo>
                    <a:pt x="82872" y="96258"/>
                  </a:lnTo>
                  <a:lnTo>
                    <a:pt x="82872" y="97290"/>
                  </a:lnTo>
                  <a:lnTo>
                    <a:pt x="82209" y="98838"/>
                  </a:lnTo>
                  <a:lnTo>
                    <a:pt x="84198" y="98064"/>
                  </a:lnTo>
                  <a:lnTo>
                    <a:pt x="86187" y="97806"/>
                  </a:lnTo>
                  <a:lnTo>
                    <a:pt x="89502" y="97806"/>
                  </a:lnTo>
                  <a:lnTo>
                    <a:pt x="90828" y="97806"/>
                  </a:lnTo>
                  <a:lnTo>
                    <a:pt x="92817" y="98064"/>
                  </a:lnTo>
                  <a:lnTo>
                    <a:pt x="94143" y="98064"/>
                  </a:lnTo>
                  <a:lnTo>
                    <a:pt x="96132" y="96774"/>
                  </a:lnTo>
                  <a:lnTo>
                    <a:pt x="91491" y="96258"/>
                  </a:lnTo>
                  <a:lnTo>
                    <a:pt x="90165" y="96258"/>
                  </a:lnTo>
                  <a:lnTo>
                    <a:pt x="88176" y="96774"/>
                  </a:lnTo>
                  <a:lnTo>
                    <a:pt x="89502" y="94967"/>
                  </a:lnTo>
                  <a:lnTo>
                    <a:pt x="92817" y="93935"/>
                  </a:lnTo>
                  <a:lnTo>
                    <a:pt x="95469" y="92903"/>
                  </a:lnTo>
                  <a:lnTo>
                    <a:pt x="101436" y="92645"/>
                  </a:lnTo>
                  <a:lnTo>
                    <a:pt x="103425" y="91354"/>
                  </a:lnTo>
                  <a:lnTo>
                    <a:pt x="104088" y="90064"/>
                  </a:lnTo>
                  <a:lnTo>
                    <a:pt x="97458" y="90064"/>
                  </a:lnTo>
                  <a:lnTo>
                    <a:pt x="91491" y="89548"/>
                  </a:lnTo>
                  <a:lnTo>
                    <a:pt x="88839" y="89806"/>
                  </a:lnTo>
                  <a:lnTo>
                    <a:pt x="86850" y="90580"/>
                  </a:lnTo>
                  <a:lnTo>
                    <a:pt x="84861" y="91870"/>
                  </a:lnTo>
                  <a:lnTo>
                    <a:pt x="84198" y="93161"/>
                  </a:lnTo>
                  <a:lnTo>
                    <a:pt x="82209" y="94967"/>
                  </a:lnTo>
                  <a:lnTo>
                    <a:pt x="80883" y="94193"/>
                  </a:lnTo>
                  <a:lnTo>
                    <a:pt x="78232" y="94451"/>
                  </a:lnTo>
                  <a:lnTo>
                    <a:pt x="76243" y="94709"/>
                  </a:lnTo>
                  <a:lnTo>
                    <a:pt x="74254" y="94451"/>
                  </a:lnTo>
                  <a:lnTo>
                    <a:pt x="78232" y="92903"/>
                  </a:lnTo>
                  <a:lnTo>
                    <a:pt x="78232" y="91870"/>
                  </a:lnTo>
                  <a:lnTo>
                    <a:pt x="75580" y="91096"/>
                  </a:lnTo>
                  <a:lnTo>
                    <a:pt x="71602" y="90322"/>
                  </a:lnTo>
                  <a:lnTo>
                    <a:pt x="74254" y="89290"/>
                  </a:lnTo>
                  <a:lnTo>
                    <a:pt x="82872" y="85677"/>
                  </a:lnTo>
                  <a:lnTo>
                    <a:pt x="81546" y="84387"/>
                  </a:lnTo>
                  <a:lnTo>
                    <a:pt x="78232" y="82838"/>
                  </a:lnTo>
                  <a:lnTo>
                    <a:pt x="76906" y="81548"/>
                  </a:lnTo>
                  <a:lnTo>
                    <a:pt x="80883" y="80000"/>
                  </a:lnTo>
                  <a:lnTo>
                    <a:pt x="74254" y="78967"/>
                  </a:lnTo>
                  <a:lnTo>
                    <a:pt x="72265" y="77935"/>
                  </a:lnTo>
                  <a:lnTo>
                    <a:pt x="74254" y="76645"/>
                  </a:lnTo>
                  <a:lnTo>
                    <a:pt x="72265" y="75354"/>
                  </a:lnTo>
                  <a:lnTo>
                    <a:pt x="70276" y="75870"/>
                  </a:lnTo>
                  <a:lnTo>
                    <a:pt x="67624" y="76387"/>
                  </a:lnTo>
                  <a:lnTo>
                    <a:pt x="64972" y="76645"/>
                  </a:lnTo>
                  <a:lnTo>
                    <a:pt x="64309" y="76129"/>
                  </a:lnTo>
                  <a:lnTo>
                    <a:pt x="64309" y="75096"/>
                  </a:lnTo>
                  <a:lnTo>
                    <a:pt x="64309" y="74580"/>
                  </a:lnTo>
                  <a:lnTo>
                    <a:pt x="63646" y="74064"/>
                  </a:lnTo>
                  <a:lnTo>
                    <a:pt x="60994" y="73548"/>
                  </a:lnTo>
                  <a:lnTo>
                    <a:pt x="60331" y="73290"/>
                  </a:lnTo>
                  <a:lnTo>
                    <a:pt x="59005" y="72516"/>
                  </a:lnTo>
                  <a:lnTo>
                    <a:pt x="60331" y="72000"/>
                  </a:lnTo>
                  <a:lnTo>
                    <a:pt x="62983" y="72000"/>
                  </a:lnTo>
                  <a:lnTo>
                    <a:pt x="65635" y="71483"/>
                  </a:lnTo>
                  <a:lnTo>
                    <a:pt x="67624" y="70967"/>
                  </a:lnTo>
                  <a:lnTo>
                    <a:pt x="64972" y="69935"/>
                  </a:lnTo>
                  <a:lnTo>
                    <a:pt x="63646" y="69161"/>
                  </a:lnTo>
                  <a:lnTo>
                    <a:pt x="62320" y="65806"/>
                  </a:lnTo>
                  <a:lnTo>
                    <a:pt x="61657" y="64258"/>
                  </a:lnTo>
                  <a:lnTo>
                    <a:pt x="64309" y="64258"/>
                  </a:lnTo>
                  <a:lnTo>
                    <a:pt x="66961" y="62193"/>
                  </a:lnTo>
                  <a:lnTo>
                    <a:pt x="66961" y="59354"/>
                  </a:lnTo>
                  <a:lnTo>
                    <a:pt x="65635" y="57290"/>
                  </a:lnTo>
                  <a:lnTo>
                    <a:pt x="64309" y="55741"/>
                  </a:lnTo>
                  <a:lnTo>
                    <a:pt x="60994" y="54709"/>
                  </a:lnTo>
                  <a:lnTo>
                    <a:pt x="53701" y="53677"/>
                  </a:lnTo>
                  <a:lnTo>
                    <a:pt x="55690" y="52903"/>
                  </a:lnTo>
                  <a:lnTo>
                    <a:pt x="62320" y="51096"/>
                  </a:lnTo>
                  <a:lnTo>
                    <a:pt x="60331" y="49548"/>
                  </a:lnTo>
                  <a:lnTo>
                    <a:pt x="58342" y="49032"/>
                  </a:lnTo>
                  <a:lnTo>
                    <a:pt x="57016" y="48774"/>
                  </a:lnTo>
                  <a:lnTo>
                    <a:pt x="59005" y="48774"/>
                  </a:lnTo>
                  <a:lnTo>
                    <a:pt x="61657" y="49032"/>
                  </a:lnTo>
                  <a:lnTo>
                    <a:pt x="62983" y="49548"/>
                  </a:lnTo>
                  <a:lnTo>
                    <a:pt x="63646" y="50580"/>
                  </a:lnTo>
                  <a:lnTo>
                    <a:pt x="69613" y="49290"/>
                  </a:lnTo>
                  <a:lnTo>
                    <a:pt x="74917" y="49548"/>
                  </a:lnTo>
                  <a:lnTo>
                    <a:pt x="80883" y="50580"/>
                  </a:lnTo>
                  <a:lnTo>
                    <a:pt x="86187" y="50838"/>
                  </a:lnTo>
                  <a:lnTo>
                    <a:pt x="86187" y="49806"/>
                  </a:lnTo>
                  <a:lnTo>
                    <a:pt x="84198" y="49290"/>
                  </a:lnTo>
                  <a:lnTo>
                    <a:pt x="80220" y="49032"/>
                  </a:lnTo>
                  <a:lnTo>
                    <a:pt x="63646" y="46193"/>
                  </a:lnTo>
                  <a:lnTo>
                    <a:pt x="62983" y="45935"/>
                  </a:lnTo>
                  <a:lnTo>
                    <a:pt x="62983" y="43096"/>
                  </a:lnTo>
                  <a:lnTo>
                    <a:pt x="62320" y="42838"/>
                  </a:lnTo>
                  <a:lnTo>
                    <a:pt x="60994" y="42838"/>
                  </a:lnTo>
                  <a:lnTo>
                    <a:pt x="60331" y="42838"/>
                  </a:lnTo>
                  <a:lnTo>
                    <a:pt x="60994" y="41806"/>
                  </a:lnTo>
                  <a:lnTo>
                    <a:pt x="61657" y="41548"/>
                  </a:lnTo>
                  <a:lnTo>
                    <a:pt x="62320" y="41548"/>
                  </a:lnTo>
                  <a:lnTo>
                    <a:pt x="62983" y="41290"/>
                  </a:lnTo>
                  <a:lnTo>
                    <a:pt x="64309" y="40774"/>
                  </a:lnTo>
                  <a:lnTo>
                    <a:pt x="65635" y="40516"/>
                  </a:lnTo>
                  <a:lnTo>
                    <a:pt x="67624" y="40258"/>
                  </a:lnTo>
                  <a:lnTo>
                    <a:pt x="67624" y="39225"/>
                  </a:lnTo>
                  <a:lnTo>
                    <a:pt x="67624" y="38967"/>
                  </a:lnTo>
                  <a:lnTo>
                    <a:pt x="65635" y="38193"/>
                  </a:lnTo>
                  <a:lnTo>
                    <a:pt x="63646" y="36645"/>
                  </a:lnTo>
                  <a:lnTo>
                    <a:pt x="60331" y="36645"/>
                  </a:lnTo>
                  <a:lnTo>
                    <a:pt x="55690" y="36645"/>
                  </a:lnTo>
                  <a:lnTo>
                    <a:pt x="51049" y="36129"/>
                  </a:lnTo>
                  <a:lnTo>
                    <a:pt x="51712" y="35612"/>
                  </a:lnTo>
                  <a:lnTo>
                    <a:pt x="66961" y="35354"/>
                  </a:lnTo>
                  <a:lnTo>
                    <a:pt x="67624" y="34580"/>
                  </a:lnTo>
                  <a:lnTo>
                    <a:pt x="64972" y="34322"/>
                  </a:lnTo>
                  <a:lnTo>
                    <a:pt x="62983" y="33806"/>
                  </a:lnTo>
                  <a:lnTo>
                    <a:pt x="62320" y="33032"/>
                  </a:lnTo>
                  <a:lnTo>
                    <a:pt x="61657" y="32516"/>
                  </a:lnTo>
                  <a:lnTo>
                    <a:pt x="62983" y="32000"/>
                  </a:lnTo>
                  <a:lnTo>
                    <a:pt x="63646" y="32000"/>
                  </a:lnTo>
                  <a:lnTo>
                    <a:pt x="65635" y="32516"/>
                  </a:lnTo>
                  <a:lnTo>
                    <a:pt x="68950" y="33032"/>
                  </a:lnTo>
                  <a:lnTo>
                    <a:pt x="70276" y="34064"/>
                  </a:lnTo>
                  <a:lnTo>
                    <a:pt x="70939" y="35870"/>
                  </a:lnTo>
                  <a:lnTo>
                    <a:pt x="70939" y="37935"/>
                  </a:lnTo>
                  <a:lnTo>
                    <a:pt x="72265" y="39741"/>
                  </a:lnTo>
                  <a:lnTo>
                    <a:pt x="74917" y="40774"/>
                  </a:lnTo>
                  <a:lnTo>
                    <a:pt x="88839" y="43096"/>
                  </a:lnTo>
                  <a:lnTo>
                    <a:pt x="91491" y="42838"/>
                  </a:lnTo>
                  <a:lnTo>
                    <a:pt x="98121" y="41290"/>
                  </a:lnTo>
                  <a:lnTo>
                    <a:pt x="102762" y="40774"/>
                  </a:lnTo>
                  <a:lnTo>
                    <a:pt x="104088" y="40516"/>
                  </a:lnTo>
                  <a:lnTo>
                    <a:pt x="104751" y="39741"/>
                  </a:lnTo>
                  <a:lnTo>
                    <a:pt x="104751" y="39225"/>
                  </a:lnTo>
                  <a:lnTo>
                    <a:pt x="104088" y="38967"/>
                  </a:lnTo>
                  <a:lnTo>
                    <a:pt x="103425" y="38967"/>
                  </a:lnTo>
                  <a:lnTo>
                    <a:pt x="106740" y="37935"/>
                  </a:lnTo>
                  <a:lnTo>
                    <a:pt x="107403" y="37935"/>
                  </a:lnTo>
                  <a:lnTo>
                    <a:pt x="109392" y="37161"/>
                  </a:lnTo>
                  <a:lnTo>
                    <a:pt x="111381" y="36387"/>
                  </a:lnTo>
                  <a:lnTo>
                    <a:pt x="111381" y="35870"/>
                  </a:lnTo>
                  <a:lnTo>
                    <a:pt x="110718" y="35612"/>
                  </a:lnTo>
                  <a:lnTo>
                    <a:pt x="110055" y="33806"/>
                  </a:lnTo>
                  <a:lnTo>
                    <a:pt x="108729" y="33548"/>
                  </a:lnTo>
                  <a:lnTo>
                    <a:pt x="107403" y="33032"/>
                  </a:lnTo>
                  <a:lnTo>
                    <a:pt x="104088" y="31483"/>
                  </a:lnTo>
                  <a:lnTo>
                    <a:pt x="96132" y="28903"/>
                  </a:lnTo>
                  <a:lnTo>
                    <a:pt x="88176" y="24516"/>
                  </a:lnTo>
                  <a:lnTo>
                    <a:pt x="84861" y="24516"/>
                  </a:lnTo>
                  <a:lnTo>
                    <a:pt x="82872" y="25032"/>
                  </a:lnTo>
                  <a:lnTo>
                    <a:pt x="78895" y="25290"/>
                  </a:lnTo>
                  <a:lnTo>
                    <a:pt x="76906" y="25806"/>
                  </a:lnTo>
                  <a:lnTo>
                    <a:pt x="75580" y="26064"/>
                  </a:lnTo>
                  <a:lnTo>
                    <a:pt x="70276" y="28129"/>
                  </a:lnTo>
                  <a:lnTo>
                    <a:pt x="70276" y="27354"/>
                  </a:lnTo>
                  <a:lnTo>
                    <a:pt x="70276" y="26064"/>
                  </a:lnTo>
                  <a:lnTo>
                    <a:pt x="71602" y="24516"/>
                  </a:lnTo>
                  <a:lnTo>
                    <a:pt x="73591" y="23225"/>
                  </a:lnTo>
                  <a:lnTo>
                    <a:pt x="72265" y="22451"/>
                  </a:lnTo>
                  <a:lnTo>
                    <a:pt x="68287" y="20903"/>
                  </a:lnTo>
                  <a:lnTo>
                    <a:pt x="67624" y="19870"/>
                  </a:lnTo>
                  <a:lnTo>
                    <a:pt x="80883" y="21935"/>
                  </a:lnTo>
                  <a:lnTo>
                    <a:pt x="82872" y="22451"/>
                  </a:lnTo>
                  <a:lnTo>
                    <a:pt x="88839" y="22451"/>
                  </a:lnTo>
                  <a:lnTo>
                    <a:pt x="91491" y="22709"/>
                  </a:lnTo>
                  <a:lnTo>
                    <a:pt x="96795" y="23741"/>
                  </a:lnTo>
                  <a:lnTo>
                    <a:pt x="99447" y="24516"/>
                  </a:lnTo>
                  <a:lnTo>
                    <a:pt x="101436" y="26064"/>
                  </a:lnTo>
                  <a:lnTo>
                    <a:pt x="103425" y="26838"/>
                  </a:lnTo>
                  <a:lnTo>
                    <a:pt x="110055" y="28129"/>
                  </a:lnTo>
                  <a:lnTo>
                    <a:pt x="111381" y="29161"/>
                  </a:lnTo>
                  <a:lnTo>
                    <a:pt x="112707" y="30193"/>
                  </a:lnTo>
                  <a:lnTo>
                    <a:pt x="113370" y="30709"/>
                  </a:lnTo>
                  <a:lnTo>
                    <a:pt x="114696" y="30967"/>
                  </a:lnTo>
                  <a:lnTo>
                    <a:pt x="116022" y="31225"/>
                  </a:lnTo>
                  <a:lnTo>
                    <a:pt x="118011" y="30709"/>
                  </a:lnTo>
                  <a:lnTo>
                    <a:pt x="118011" y="30451"/>
                  </a:lnTo>
                  <a:lnTo>
                    <a:pt x="117348" y="30193"/>
                  </a:lnTo>
                  <a:lnTo>
                    <a:pt x="117348" y="29161"/>
                  </a:lnTo>
                  <a:lnTo>
                    <a:pt x="119337" y="25032"/>
                  </a:lnTo>
                  <a:lnTo>
                    <a:pt x="120000" y="23741"/>
                  </a:lnTo>
                  <a:lnTo>
                    <a:pt x="118011" y="23225"/>
                  </a:lnTo>
                  <a:lnTo>
                    <a:pt x="116022" y="2270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Shape 5472"/>
            <p:cNvSpPr/>
            <p:nvPr/>
          </p:nvSpPr>
          <p:spPr>
            <a:xfrm>
              <a:off x="7632957" y="6990107"/>
              <a:ext cx="25399" cy="396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127" y="37402"/>
                  </a:moveTo>
                  <a:lnTo>
                    <a:pt x="99574" y="37402"/>
                  </a:lnTo>
                  <a:lnTo>
                    <a:pt x="97021" y="38961"/>
                  </a:lnTo>
                  <a:lnTo>
                    <a:pt x="94468" y="38961"/>
                  </a:lnTo>
                  <a:lnTo>
                    <a:pt x="91914" y="37402"/>
                  </a:lnTo>
                  <a:lnTo>
                    <a:pt x="86808" y="29610"/>
                  </a:lnTo>
                  <a:lnTo>
                    <a:pt x="84255" y="28051"/>
                  </a:lnTo>
                  <a:lnTo>
                    <a:pt x="74042" y="18701"/>
                  </a:lnTo>
                  <a:lnTo>
                    <a:pt x="79148" y="14025"/>
                  </a:lnTo>
                  <a:lnTo>
                    <a:pt x="84255" y="10909"/>
                  </a:lnTo>
                  <a:lnTo>
                    <a:pt x="79148" y="7792"/>
                  </a:lnTo>
                  <a:lnTo>
                    <a:pt x="74042" y="6233"/>
                  </a:lnTo>
                  <a:lnTo>
                    <a:pt x="66382" y="0"/>
                  </a:lnTo>
                  <a:lnTo>
                    <a:pt x="61276" y="0"/>
                  </a:lnTo>
                  <a:lnTo>
                    <a:pt x="53617" y="4675"/>
                  </a:lnTo>
                  <a:lnTo>
                    <a:pt x="35744" y="20259"/>
                  </a:lnTo>
                  <a:lnTo>
                    <a:pt x="28085" y="26493"/>
                  </a:lnTo>
                  <a:lnTo>
                    <a:pt x="25531" y="40519"/>
                  </a:lnTo>
                  <a:lnTo>
                    <a:pt x="20425" y="49870"/>
                  </a:lnTo>
                  <a:lnTo>
                    <a:pt x="15319" y="57662"/>
                  </a:lnTo>
                  <a:lnTo>
                    <a:pt x="20425" y="65454"/>
                  </a:lnTo>
                  <a:lnTo>
                    <a:pt x="25531" y="68571"/>
                  </a:lnTo>
                  <a:lnTo>
                    <a:pt x="20425" y="73246"/>
                  </a:lnTo>
                  <a:lnTo>
                    <a:pt x="10212" y="76363"/>
                  </a:lnTo>
                  <a:lnTo>
                    <a:pt x="0" y="81038"/>
                  </a:lnTo>
                  <a:lnTo>
                    <a:pt x="10212" y="102857"/>
                  </a:lnTo>
                  <a:lnTo>
                    <a:pt x="15319" y="113766"/>
                  </a:lnTo>
                  <a:lnTo>
                    <a:pt x="25531" y="120000"/>
                  </a:lnTo>
                  <a:lnTo>
                    <a:pt x="25531" y="112207"/>
                  </a:lnTo>
                  <a:lnTo>
                    <a:pt x="25531" y="107532"/>
                  </a:lnTo>
                  <a:lnTo>
                    <a:pt x="25531" y="104415"/>
                  </a:lnTo>
                  <a:lnTo>
                    <a:pt x="45957" y="104415"/>
                  </a:lnTo>
                  <a:lnTo>
                    <a:pt x="45957" y="96623"/>
                  </a:lnTo>
                  <a:lnTo>
                    <a:pt x="43404" y="84155"/>
                  </a:lnTo>
                  <a:lnTo>
                    <a:pt x="45957" y="74805"/>
                  </a:lnTo>
                  <a:lnTo>
                    <a:pt x="53617" y="84155"/>
                  </a:lnTo>
                  <a:lnTo>
                    <a:pt x="63829" y="88831"/>
                  </a:lnTo>
                  <a:lnTo>
                    <a:pt x="68936" y="90389"/>
                  </a:lnTo>
                  <a:lnTo>
                    <a:pt x="63829" y="81038"/>
                  </a:lnTo>
                  <a:lnTo>
                    <a:pt x="48510" y="65454"/>
                  </a:lnTo>
                  <a:lnTo>
                    <a:pt x="45957" y="54545"/>
                  </a:lnTo>
                  <a:lnTo>
                    <a:pt x="58723" y="43636"/>
                  </a:lnTo>
                  <a:lnTo>
                    <a:pt x="53617" y="54545"/>
                  </a:lnTo>
                  <a:lnTo>
                    <a:pt x="58723" y="57662"/>
                  </a:lnTo>
                  <a:lnTo>
                    <a:pt x="74042" y="57662"/>
                  </a:lnTo>
                  <a:lnTo>
                    <a:pt x="91914" y="62337"/>
                  </a:lnTo>
                  <a:lnTo>
                    <a:pt x="99574" y="65454"/>
                  </a:lnTo>
                  <a:lnTo>
                    <a:pt x="112340" y="60779"/>
                  </a:lnTo>
                  <a:lnTo>
                    <a:pt x="120000" y="52987"/>
                  </a:lnTo>
                  <a:lnTo>
                    <a:pt x="117446" y="46753"/>
                  </a:lnTo>
                  <a:lnTo>
                    <a:pt x="102127" y="3740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Shape 5473"/>
            <p:cNvSpPr/>
            <p:nvPr/>
          </p:nvSpPr>
          <p:spPr>
            <a:xfrm>
              <a:off x="7628195" y="6859932"/>
              <a:ext cx="26987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55555"/>
                  </a:moveTo>
                  <a:lnTo>
                    <a:pt x="117647" y="37777"/>
                  </a:lnTo>
                  <a:lnTo>
                    <a:pt x="112941" y="33333"/>
                  </a:lnTo>
                  <a:lnTo>
                    <a:pt x="96470" y="33333"/>
                  </a:lnTo>
                  <a:lnTo>
                    <a:pt x="84705" y="37777"/>
                  </a:lnTo>
                  <a:lnTo>
                    <a:pt x="72941" y="48888"/>
                  </a:lnTo>
                  <a:lnTo>
                    <a:pt x="65882" y="48888"/>
                  </a:lnTo>
                  <a:lnTo>
                    <a:pt x="42352" y="37777"/>
                  </a:lnTo>
                  <a:lnTo>
                    <a:pt x="30588" y="37777"/>
                  </a:lnTo>
                  <a:lnTo>
                    <a:pt x="30588" y="26666"/>
                  </a:lnTo>
                  <a:lnTo>
                    <a:pt x="28235" y="22222"/>
                  </a:lnTo>
                  <a:lnTo>
                    <a:pt x="23529" y="20000"/>
                  </a:lnTo>
                  <a:lnTo>
                    <a:pt x="14117" y="20000"/>
                  </a:lnTo>
                  <a:lnTo>
                    <a:pt x="25882" y="11111"/>
                  </a:lnTo>
                  <a:lnTo>
                    <a:pt x="58823" y="26666"/>
                  </a:lnTo>
                  <a:lnTo>
                    <a:pt x="70588" y="26666"/>
                  </a:lnTo>
                  <a:lnTo>
                    <a:pt x="42352" y="4444"/>
                  </a:lnTo>
                  <a:lnTo>
                    <a:pt x="21176" y="0"/>
                  </a:lnTo>
                  <a:lnTo>
                    <a:pt x="4705" y="4444"/>
                  </a:lnTo>
                  <a:lnTo>
                    <a:pt x="0" y="22222"/>
                  </a:lnTo>
                  <a:lnTo>
                    <a:pt x="11764" y="55555"/>
                  </a:lnTo>
                  <a:lnTo>
                    <a:pt x="0" y="71111"/>
                  </a:lnTo>
                  <a:lnTo>
                    <a:pt x="2352" y="104444"/>
                  </a:lnTo>
                  <a:lnTo>
                    <a:pt x="7058" y="117777"/>
                  </a:lnTo>
                  <a:lnTo>
                    <a:pt x="18823" y="120000"/>
                  </a:lnTo>
                  <a:lnTo>
                    <a:pt x="37647" y="113333"/>
                  </a:lnTo>
                  <a:lnTo>
                    <a:pt x="25882" y="86666"/>
                  </a:lnTo>
                  <a:lnTo>
                    <a:pt x="37647" y="73333"/>
                  </a:lnTo>
                  <a:lnTo>
                    <a:pt x="37647" y="71111"/>
                  </a:lnTo>
                  <a:lnTo>
                    <a:pt x="37647" y="71111"/>
                  </a:lnTo>
                  <a:lnTo>
                    <a:pt x="37647" y="71111"/>
                  </a:lnTo>
                  <a:lnTo>
                    <a:pt x="37647" y="66666"/>
                  </a:lnTo>
                  <a:lnTo>
                    <a:pt x="44705" y="73333"/>
                  </a:lnTo>
                  <a:lnTo>
                    <a:pt x="56470" y="97777"/>
                  </a:lnTo>
                  <a:lnTo>
                    <a:pt x="63529" y="108888"/>
                  </a:lnTo>
                  <a:lnTo>
                    <a:pt x="70588" y="113333"/>
                  </a:lnTo>
                  <a:lnTo>
                    <a:pt x="84705" y="113333"/>
                  </a:lnTo>
                  <a:lnTo>
                    <a:pt x="94117" y="108888"/>
                  </a:lnTo>
                  <a:lnTo>
                    <a:pt x="94117" y="95555"/>
                  </a:lnTo>
                  <a:lnTo>
                    <a:pt x="110588" y="80000"/>
                  </a:lnTo>
                  <a:lnTo>
                    <a:pt x="117647" y="68888"/>
                  </a:lnTo>
                  <a:lnTo>
                    <a:pt x="120000" y="5555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Shape 5474"/>
            <p:cNvSpPr/>
            <p:nvPr/>
          </p:nvSpPr>
          <p:spPr>
            <a:xfrm>
              <a:off x="7613907" y="6526557"/>
              <a:ext cx="12699" cy="15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0000" y="55714"/>
                  </a:moveTo>
                  <a:lnTo>
                    <a:pt x="40000" y="64285"/>
                  </a:lnTo>
                  <a:lnTo>
                    <a:pt x="50000" y="72857"/>
                  </a:lnTo>
                  <a:lnTo>
                    <a:pt x="45000" y="89999"/>
                  </a:lnTo>
                  <a:lnTo>
                    <a:pt x="40000" y="102857"/>
                  </a:lnTo>
                  <a:lnTo>
                    <a:pt x="50000" y="119999"/>
                  </a:lnTo>
                  <a:lnTo>
                    <a:pt x="70000" y="119999"/>
                  </a:lnTo>
                  <a:lnTo>
                    <a:pt x="75000" y="115714"/>
                  </a:lnTo>
                  <a:lnTo>
                    <a:pt x="80000" y="102857"/>
                  </a:lnTo>
                  <a:lnTo>
                    <a:pt x="95000" y="85714"/>
                  </a:lnTo>
                  <a:lnTo>
                    <a:pt x="120000" y="64285"/>
                  </a:lnTo>
                  <a:lnTo>
                    <a:pt x="120000" y="55714"/>
                  </a:lnTo>
                  <a:lnTo>
                    <a:pt x="115000" y="42857"/>
                  </a:lnTo>
                  <a:lnTo>
                    <a:pt x="110000" y="29999"/>
                  </a:lnTo>
                  <a:lnTo>
                    <a:pt x="95000" y="21428"/>
                  </a:lnTo>
                  <a:lnTo>
                    <a:pt x="70000" y="4285"/>
                  </a:lnTo>
                  <a:lnTo>
                    <a:pt x="45000" y="0"/>
                  </a:lnTo>
                  <a:lnTo>
                    <a:pt x="25000" y="8571"/>
                  </a:lnTo>
                  <a:lnTo>
                    <a:pt x="10000" y="29999"/>
                  </a:lnTo>
                  <a:lnTo>
                    <a:pt x="0" y="38571"/>
                  </a:lnTo>
                  <a:lnTo>
                    <a:pt x="30000" y="51428"/>
                  </a:lnTo>
                  <a:lnTo>
                    <a:pt x="30000" y="5571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Shape 5475"/>
            <p:cNvSpPr/>
            <p:nvPr/>
          </p:nvSpPr>
          <p:spPr>
            <a:xfrm>
              <a:off x="7623432" y="6834532"/>
              <a:ext cx="20638" cy="9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594" y="24000"/>
                  </a:moveTo>
                  <a:lnTo>
                    <a:pt x="61621" y="6000"/>
                  </a:lnTo>
                  <a:lnTo>
                    <a:pt x="19459" y="0"/>
                  </a:lnTo>
                  <a:lnTo>
                    <a:pt x="6486" y="0"/>
                  </a:lnTo>
                  <a:lnTo>
                    <a:pt x="0" y="30000"/>
                  </a:lnTo>
                  <a:lnTo>
                    <a:pt x="9729" y="66000"/>
                  </a:lnTo>
                  <a:lnTo>
                    <a:pt x="25945" y="90000"/>
                  </a:lnTo>
                  <a:lnTo>
                    <a:pt x="48648" y="114000"/>
                  </a:lnTo>
                  <a:lnTo>
                    <a:pt x="81081" y="120000"/>
                  </a:lnTo>
                  <a:lnTo>
                    <a:pt x="94054" y="120000"/>
                  </a:lnTo>
                  <a:lnTo>
                    <a:pt x="103783" y="120000"/>
                  </a:lnTo>
                  <a:lnTo>
                    <a:pt x="113513" y="120000"/>
                  </a:lnTo>
                  <a:lnTo>
                    <a:pt x="120000" y="102000"/>
                  </a:lnTo>
                  <a:lnTo>
                    <a:pt x="113513" y="90000"/>
                  </a:lnTo>
                  <a:lnTo>
                    <a:pt x="103783" y="78000"/>
                  </a:lnTo>
                  <a:lnTo>
                    <a:pt x="77837" y="66000"/>
                  </a:lnTo>
                  <a:lnTo>
                    <a:pt x="61621" y="48000"/>
                  </a:lnTo>
                  <a:lnTo>
                    <a:pt x="61621" y="42000"/>
                  </a:lnTo>
                  <a:lnTo>
                    <a:pt x="74594" y="48000"/>
                  </a:lnTo>
                  <a:lnTo>
                    <a:pt x="74594" y="24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Shape 5476"/>
            <p:cNvSpPr/>
            <p:nvPr/>
          </p:nvSpPr>
          <p:spPr>
            <a:xfrm>
              <a:off x="7821870" y="6674193"/>
              <a:ext cx="58738" cy="492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62" y="67096"/>
                  </a:moveTo>
                  <a:lnTo>
                    <a:pt x="0" y="73548"/>
                  </a:lnTo>
                  <a:lnTo>
                    <a:pt x="1081" y="76129"/>
                  </a:lnTo>
                  <a:lnTo>
                    <a:pt x="2162" y="77419"/>
                  </a:lnTo>
                  <a:lnTo>
                    <a:pt x="5405" y="80000"/>
                  </a:lnTo>
                  <a:lnTo>
                    <a:pt x="8648" y="87741"/>
                  </a:lnTo>
                  <a:lnTo>
                    <a:pt x="10810" y="89032"/>
                  </a:lnTo>
                  <a:lnTo>
                    <a:pt x="15135" y="89032"/>
                  </a:lnTo>
                  <a:lnTo>
                    <a:pt x="18378" y="82580"/>
                  </a:lnTo>
                  <a:lnTo>
                    <a:pt x="19459" y="76129"/>
                  </a:lnTo>
                  <a:lnTo>
                    <a:pt x="19459" y="68387"/>
                  </a:lnTo>
                  <a:lnTo>
                    <a:pt x="17297" y="64516"/>
                  </a:lnTo>
                  <a:lnTo>
                    <a:pt x="15135" y="60645"/>
                  </a:lnTo>
                  <a:lnTo>
                    <a:pt x="12972" y="54193"/>
                  </a:lnTo>
                  <a:lnTo>
                    <a:pt x="12972" y="47741"/>
                  </a:lnTo>
                  <a:lnTo>
                    <a:pt x="16216" y="42580"/>
                  </a:lnTo>
                  <a:lnTo>
                    <a:pt x="19459" y="37419"/>
                  </a:lnTo>
                  <a:lnTo>
                    <a:pt x="24864" y="33548"/>
                  </a:lnTo>
                  <a:lnTo>
                    <a:pt x="28108" y="30967"/>
                  </a:lnTo>
                  <a:lnTo>
                    <a:pt x="27027" y="38709"/>
                  </a:lnTo>
                  <a:lnTo>
                    <a:pt x="28108" y="40000"/>
                  </a:lnTo>
                  <a:lnTo>
                    <a:pt x="32432" y="38709"/>
                  </a:lnTo>
                  <a:lnTo>
                    <a:pt x="34594" y="36129"/>
                  </a:lnTo>
                  <a:lnTo>
                    <a:pt x="36756" y="37419"/>
                  </a:lnTo>
                  <a:lnTo>
                    <a:pt x="38918" y="41290"/>
                  </a:lnTo>
                  <a:lnTo>
                    <a:pt x="42162" y="50322"/>
                  </a:lnTo>
                  <a:lnTo>
                    <a:pt x="44324" y="68387"/>
                  </a:lnTo>
                  <a:lnTo>
                    <a:pt x="46486" y="74838"/>
                  </a:lnTo>
                  <a:lnTo>
                    <a:pt x="54054" y="78709"/>
                  </a:lnTo>
                  <a:lnTo>
                    <a:pt x="58378" y="76129"/>
                  </a:lnTo>
                  <a:lnTo>
                    <a:pt x="64864" y="65806"/>
                  </a:lnTo>
                  <a:lnTo>
                    <a:pt x="70270" y="54193"/>
                  </a:lnTo>
                  <a:lnTo>
                    <a:pt x="75675" y="47741"/>
                  </a:lnTo>
                  <a:lnTo>
                    <a:pt x="78918" y="47741"/>
                  </a:lnTo>
                  <a:lnTo>
                    <a:pt x="89729" y="51612"/>
                  </a:lnTo>
                  <a:lnTo>
                    <a:pt x="96216" y="50322"/>
                  </a:lnTo>
                  <a:lnTo>
                    <a:pt x="98378" y="50322"/>
                  </a:lnTo>
                  <a:lnTo>
                    <a:pt x="100540" y="52903"/>
                  </a:lnTo>
                  <a:lnTo>
                    <a:pt x="97297" y="55483"/>
                  </a:lnTo>
                  <a:lnTo>
                    <a:pt x="96216" y="56774"/>
                  </a:lnTo>
                  <a:lnTo>
                    <a:pt x="96216" y="60645"/>
                  </a:lnTo>
                  <a:lnTo>
                    <a:pt x="98378" y="63225"/>
                  </a:lnTo>
                  <a:lnTo>
                    <a:pt x="97297" y="65806"/>
                  </a:lnTo>
                  <a:lnTo>
                    <a:pt x="89729" y="63225"/>
                  </a:lnTo>
                  <a:lnTo>
                    <a:pt x="82162" y="61935"/>
                  </a:lnTo>
                  <a:lnTo>
                    <a:pt x="78918" y="64516"/>
                  </a:lnTo>
                  <a:lnTo>
                    <a:pt x="60540" y="82580"/>
                  </a:lnTo>
                  <a:lnTo>
                    <a:pt x="58378" y="86451"/>
                  </a:lnTo>
                  <a:lnTo>
                    <a:pt x="55135" y="87741"/>
                  </a:lnTo>
                  <a:lnTo>
                    <a:pt x="50810" y="89032"/>
                  </a:lnTo>
                  <a:lnTo>
                    <a:pt x="49729" y="87741"/>
                  </a:lnTo>
                  <a:lnTo>
                    <a:pt x="49729" y="89032"/>
                  </a:lnTo>
                  <a:lnTo>
                    <a:pt x="47567" y="94193"/>
                  </a:lnTo>
                  <a:lnTo>
                    <a:pt x="46486" y="104516"/>
                  </a:lnTo>
                  <a:lnTo>
                    <a:pt x="50810" y="104516"/>
                  </a:lnTo>
                  <a:lnTo>
                    <a:pt x="57297" y="100645"/>
                  </a:lnTo>
                  <a:lnTo>
                    <a:pt x="61621" y="98064"/>
                  </a:lnTo>
                  <a:lnTo>
                    <a:pt x="61621" y="100645"/>
                  </a:lnTo>
                  <a:lnTo>
                    <a:pt x="60540" y="110967"/>
                  </a:lnTo>
                  <a:lnTo>
                    <a:pt x="60540" y="114838"/>
                  </a:lnTo>
                  <a:lnTo>
                    <a:pt x="61621" y="116129"/>
                  </a:lnTo>
                  <a:lnTo>
                    <a:pt x="69189" y="120000"/>
                  </a:lnTo>
                  <a:lnTo>
                    <a:pt x="72432" y="120000"/>
                  </a:lnTo>
                  <a:lnTo>
                    <a:pt x="75675" y="117419"/>
                  </a:lnTo>
                  <a:lnTo>
                    <a:pt x="77837" y="114838"/>
                  </a:lnTo>
                  <a:lnTo>
                    <a:pt x="80000" y="110967"/>
                  </a:lnTo>
                  <a:lnTo>
                    <a:pt x="83243" y="105806"/>
                  </a:lnTo>
                  <a:lnTo>
                    <a:pt x="92972" y="98064"/>
                  </a:lnTo>
                  <a:lnTo>
                    <a:pt x="98378" y="94193"/>
                  </a:lnTo>
                  <a:lnTo>
                    <a:pt x="111351" y="89032"/>
                  </a:lnTo>
                  <a:lnTo>
                    <a:pt x="116756" y="82580"/>
                  </a:lnTo>
                  <a:lnTo>
                    <a:pt x="118918" y="74838"/>
                  </a:lnTo>
                  <a:lnTo>
                    <a:pt x="120000" y="63225"/>
                  </a:lnTo>
                  <a:lnTo>
                    <a:pt x="118918" y="52903"/>
                  </a:lnTo>
                  <a:lnTo>
                    <a:pt x="117837" y="47741"/>
                  </a:lnTo>
                  <a:lnTo>
                    <a:pt x="116756" y="43870"/>
                  </a:lnTo>
                  <a:lnTo>
                    <a:pt x="112432" y="20645"/>
                  </a:lnTo>
                  <a:lnTo>
                    <a:pt x="105945" y="3870"/>
                  </a:lnTo>
                  <a:lnTo>
                    <a:pt x="99459" y="0"/>
                  </a:lnTo>
                  <a:lnTo>
                    <a:pt x="94054" y="5161"/>
                  </a:lnTo>
                  <a:lnTo>
                    <a:pt x="89729" y="7741"/>
                  </a:lnTo>
                  <a:lnTo>
                    <a:pt x="74594" y="2580"/>
                  </a:lnTo>
                  <a:lnTo>
                    <a:pt x="72432" y="9032"/>
                  </a:lnTo>
                  <a:lnTo>
                    <a:pt x="58378" y="12903"/>
                  </a:lnTo>
                  <a:lnTo>
                    <a:pt x="55135" y="12903"/>
                  </a:lnTo>
                  <a:lnTo>
                    <a:pt x="49729" y="12903"/>
                  </a:lnTo>
                  <a:lnTo>
                    <a:pt x="45405" y="15483"/>
                  </a:lnTo>
                  <a:lnTo>
                    <a:pt x="38918" y="20645"/>
                  </a:lnTo>
                  <a:lnTo>
                    <a:pt x="35675" y="23225"/>
                  </a:lnTo>
                  <a:lnTo>
                    <a:pt x="35675" y="23225"/>
                  </a:lnTo>
                  <a:lnTo>
                    <a:pt x="33513" y="21935"/>
                  </a:lnTo>
                  <a:lnTo>
                    <a:pt x="30270" y="20645"/>
                  </a:lnTo>
                  <a:lnTo>
                    <a:pt x="29189" y="20645"/>
                  </a:lnTo>
                  <a:lnTo>
                    <a:pt x="27027" y="23225"/>
                  </a:lnTo>
                  <a:lnTo>
                    <a:pt x="22702" y="29677"/>
                  </a:lnTo>
                  <a:lnTo>
                    <a:pt x="21621" y="30967"/>
                  </a:lnTo>
                  <a:lnTo>
                    <a:pt x="17297" y="33548"/>
                  </a:lnTo>
                  <a:lnTo>
                    <a:pt x="11891" y="38709"/>
                  </a:lnTo>
                  <a:lnTo>
                    <a:pt x="7567" y="46451"/>
                  </a:lnTo>
                  <a:lnTo>
                    <a:pt x="7567" y="49032"/>
                  </a:lnTo>
                  <a:lnTo>
                    <a:pt x="8648" y="52903"/>
                  </a:lnTo>
                  <a:lnTo>
                    <a:pt x="5405" y="60645"/>
                  </a:lnTo>
                  <a:lnTo>
                    <a:pt x="2162" y="6709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Shape 5477"/>
            <p:cNvSpPr/>
            <p:nvPr/>
          </p:nvSpPr>
          <p:spPr>
            <a:xfrm>
              <a:off x="7844095" y="6558307"/>
              <a:ext cx="36513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641" y="0"/>
                  </a:moveTo>
                  <a:lnTo>
                    <a:pt x="62686" y="0"/>
                  </a:lnTo>
                  <a:lnTo>
                    <a:pt x="57313" y="2222"/>
                  </a:lnTo>
                  <a:lnTo>
                    <a:pt x="53731" y="6666"/>
                  </a:lnTo>
                  <a:lnTo>
                    <a:pt x="51940" y="13333"/>
                  </a:lnTo>
                  <a:lnTo>
                    <a:pt x="51940" y="22222"/>
                  </a:lnTo>
                  <a:lnTo>
                    <a:pt x="50149" y="26666"/>
                  </a:lnTo>
                  <a:lnTo>
                    <a:pt x="48358" y="31111"/>
                  </a:lnTo>
                  <a:lnTo>
                    <a:pt x="39402" y="35555"/>
                  </a:lnTo>
                  <a:lnTo>
                    <a:pt x="35820" y="46666"/>
                  </a:lnTo>
                  <a:lnTo>
                    <a:pt x="26865" y="51111"/>
                  </a:lnTo>
                  <a:lnTo>
                    <a:pt x="23283" y="57777"/>
                  </a:lnTo>
                  <a:lnTo>
                    <a:pt x="8955" y="97777"/>
                  </a:lnTo>
                  <a:lnTo>
                    <a:pt x="5373" y="102222"/>
                  </a:lnTo>
                  <a:lnTo>
                    <a:pt x="1791" y="108888"/>
                  </a:lnTo>
                  <a:lnTo>
                    <a:pt x="0" y="115555"/>
                  </a:lnTo>
                  <a:lnTo>
                    <a:pt x="1791" y="120000"/>
                  </a:lnTo>
                  <a:lnTo>
                    <a:pt x="59104" y="100000"/>
                  </a:lnTo>
                  <a:lnTo>
                    <a:pt x="62686" y="95555"/>
                  </a:lnTo>
                  <a:lnTo>
                    <a:pt x="89552" y="84444"/>
                  </a:lnTo>
                  <a:lnTo>
                    <a:pt x="96716" y="77777"/>
                  </a:lnTo>
                  <a:lnTo>
                    <a:pt x="103880" y="68888"/>
                  </a:lnTo>
                  <a:lnTo>
                    <a:pt x="114626" y="48888"/>
                  </a:lnTo>
                  <a:lnTo>
                    <a:pt x="114626" y="46666"/>
                  </a:lnTo>
                  <a:lnTo>
                    <a:pt x="114626" y="44444"/>
                  </a:lnTo>
                  <a:lnTo>
                    <a:pt x="118208" y="35555"/>
                  </a:lnTo>
                  <a:lnTo>
                    <a:pt x="120000" y="26666"/>
                  </a:lnTo>
                  <a:lnTo>
                    <a:pt x="112835" y="26666"/>
                  </a:lnTo>
                  <a:lnTo>
                    <a:pt x="103880" y="31111"/>
                  </a:lnTo>
                  <a:lnTo>
                    <a:pt x="94925" y="33333"/>
                  </a:lnTo>
                  <a:lnTo>
                    <a:pt x="91343" y="26666"/>
                  </a:lnTo>
                  <a:lnTo>
                    <a:pt x="89552" y="17777"/>
                  </a:lnTo>
                  <a:lnTo>
                    <a:pt x="85970" y="11111"/>
                  </a:lnTo>
                  <a:lnTo>
                    <a:pt x="75223" y="13333"/>
                  </a:lnTo>
                  <a:lnTo>
                    <a:pt x="77014" y="4444"/>
                  </a:lnTo>
                  <a:lnTo>
                    <a:pt x="71641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Shape 5478"/>
            <p:cNvSpPr/>
            <p:nvPr/>
          </p:nvSpPr>
          <p:spPr>
            <a:xfrm>
              <a:off x="7964745" y="7120282"/>
              <a:ext cx="30162" cy="190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63" y="0"/>
                  </a:moveTo>
                  <a:lnTo>
                    <a:pt x="2181" y="16216"/>
                  </a:lnTo>
                  <a:lnTo>
                    <a:pt x="2181" y="32432"/>
                  </a:lnTo>
                  <a:lnTo>
                    <a:pt x="0" y="51891"/>
                  </a:lnTo>
                  <a:lnTo>
                    <a:pt x="0" y="71351"/>
                  </a:lnTo>
                  <a:lnTo>
                    <a:pt x="2181" y="81081"/>
                  </a:lnTo>
                  <a:lnTo>
                    <a:pt x="6545" y="94054"/>
                  </a:lnTo>
                  <a:lnTo>
                    <a:pt x="15272" y="107027"/>
                  </a:lnTo>
                  <a:lnTo>
                    <a:pt x="19636" y="103783"/>
                  </a:lnTo>
                  <a:lnTo>
                    <a:pt x="34909" y="97297"/>
                  </a:lnTo>
                  <a:lnTo>
                    <a:pt x="56727" y="120000"/>
                  </a:lnTo>
                  <a:lnTo>
                    <a:pt x="67636" y="116756"/>
                  </a:lnTo>
                  <a:lnTo>
                    <a:pt x="72000" y="110270"/>
                  </a:lnTo>
                  <a:lnTo>
                    <a:pt x="80727" y="97297"/>
                  </a:lnTo>
                  <a:lnTo>
                    <a:pt x="85090" y="90810"/>
                  </a:lnTo>
                  <a:lnTo>
                    <a:pt x="102545" y="77837"/>
                  </a:lnTo>
                  <a:lnTo>
                    <a:pt x="106909" y="71351"/>
                  </a:lnTo>
                  <a:lnTo>
                    <a:pt x="120000" y="42162"/>
                  </a:lnTo>
                  <a:lnTo>
                    <a:pt x="113454" y="42162"/>
                  </a:lnTo>
                  <a:lnTo>
                    <a:pt x="109090" y="45405"/>
                  </a:lnTo>
                  <a:lnTo>
                    <a:pt x="106909" y="48648"/>
                  </a:lnTo>
                  <a:lnTo>
                    <a:pt x="102545" y="48648"/>
                  </a:lnTo>
                  <a:lnTo>
                    <a:pt x="98181" y="45405"/>
                  </a:lnTo>
                  <a:lnTo>
                    <a:pt x="89454" y="38918"/>
                  </a:lnTo>
                  <a:lnTo>
                    <a:pt x="87272" y="32432"/>
                  </a:lnTo>
                  <a:lnTo>
                    <a:pt x="45818" y="9729"/>
                  </a:lnTo>
                  <a:lnTo>
                    <a:pt x="41454" y="12972"/>
                  </a:lnTo>
                  <a:lnTo>
                    <a:pt x="28363" y="19459"/>
                  </a:lnTo>
                  <a:lnTo>
                    <a:pt x="21818" y="22702"/>
                  </a:lnTo>
                  <a:lnTo>
                    <a:pt x="13090" y="9729"/>
                  </a:lnTo>
                  <a:lnTo>
                    <a:pt x="4363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Shape 5479"/>
            <p:cNvSpPr/>
            <p:nvPr/>
          </p:nvSpPr>
          <p:spPr>
            <a:xfrm>
              <a:off x="7856795" y="6604343"/>
              <a:ext cx="11113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00" y="18947"/>
                  </a:moveTo>
                  <a:lnTo>
                    <a:pt x="120000" y="6315"/>
                  </a:lnTo>
                  <a:lnTo>
                    <a:pt x="102000" y="18947"/>
                  </a:lnTo>
                  <a:lnTo>
                    <a:pt x="102000" y="0"/>
                  </a:lnTo>
                  <a:lnTo>
                    <a:pt x="78000" y="12631"/>
                  </a:lnTo>
                  <a:lnTo>
                    <a:pt x="36000" y="18947"/>
                  </a:lnTo>
                  <a:lnTo>
                    <a:pt x="6000" y="37894"/>
                  </a:lnTo>
                  <a:lnTo>
                    <a:pt x="0" y="82105"/>
                  </a:lnTo>
                  <a:lnTo>
                    <a:pt x="24000" y="101052"/>
                  </a:lnTo>
                  <a:lnTo>
                    <a:pt x="54000" y="120000"/>
                  </a:lnTo>
                  <a:lnTo>
                    <a:pt x="90000" y="113684"/>
                  </a:lnTo>
                  <a:lnTo>
                    <a:pt x="102000" y="69473"/>
                  </a:lnTo>
                  <a:lnTo>
                    <a:pt x="114000" y="56842"/>
                  </a:lnTo>
                  <a:lnTo>
                    <a:pt x="120000" y="37894"/>
                  </a:lnTo>
                  <a:lnTo>
                    <a:pt x="114000" y="37894"/>
                  </a:lnTo>
                  <a:lnTo>
                    <a:pt x="114000" y="25263"/>
                  </a:lnTo>
                  <a:lnTo>
                    <a:pt x="114000" y="1894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Shape 5480"/>
            <p:cNvSpPr/>
            <p:nvPr/>
          </p:nvSpPr>
          <p:spPr>
            <a:xfrm>
              <a:off x="7582157" y="6778968"/>
              <a:ext cx="15875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838" y="96000"/>
                  </a:moveTo>
                  <a:lnTo>
                    <a:pt x="108387" y="120000"/>
                  </a:lnTo>
                  <a:lnTo>
                    <a:pt x="120000" y="105600"/>
                  </a:lnTo>
                  <a:lnTo>
                    <a:pt x="112258" y="86400"/>
                  </a:lnTo>
                  <a:lnTo>
                    <a:pt x="108387" y="81600"/>
                  </a:lnTo>
                  <a:lnTo>
                    <a:pt x="15483" y="0"/>
                  </a:lnTo>
                  <a:lnTo>
                    <a:pt x="3870" y="0"/>
                  </a:lnTo>
                  <a:lnTo>
                    <a:pt x="0" y="0"/>
                  </a:lnTo>
                  <a:lnTo>
                    <a:pt x="23225" y="81600"/>
                  </a:lnTo>
                  <a:lnTo>
                    <a:pt x="34838" y="96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Shape 5481"/>
            <p:cNvSpPr/>
            <p:nvPr/>
          </p:nvSpPr>
          <p:spPr>
            <a:xfrm>
              <a:off x="7983795" y="7702893"/>
              <a:ext cx="22225" cy="28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439" y="106909"/>
                  </a:moveTo>
                  <a:lnTo>
                    <a:pt x="102439" y="93818"/>
                  </a:lnTo>
                  <a:lnTo>
                    <a:pt x="105365" y="85090"/>
                  </a:lnTo>
                  <a:lnTo>
                    <a:pt x="105365" y="74181"/>
                  </a:lnTo>
                  <a:lnTo>
                    <a:pt x="120000" y="58909"/>
                  </a:lnTo>
                  <a:lnTo>
                    <a:pt x="120000" y="39272"/>
                  </a:lnTo>
                  <a:lnTo>
                    <a:pt x="114146" y="19636"/>
                  </a:lnTo>
                  <a:lnTo>
                    <a:pt x="102439" y="4363"/>
                  </a:lnTo>
                  <a:lnTo>
                    <a:pt x="90731" y="2181"/>
                  </a:lnTo>
                  <a:lnTo>
                    <a:pt x="49756" y="2181"/>
                  </a:lnTo>
                  <a:lnTo>
                    <a:pt x="38048" y="0"/>
                  </a:lnTo>
                  <a:lnTo>
                    <a:pt x="32195" y="2181"/>
                  </a:lnTo>
                  <a:lnTo>
                    <a:pt x="29268" y="10909"/>
                  </a:lnTo>
                  <a:lnTo>
                    <a:pt x="26341" y="19636"/>
                  </a:lnTo>
                  <a:lnTo>
                    <a:pt x="14634" y="26181"/>
                  </a:lnTo>
                  <a:lnTo>
                    <a:pt x="14634" y="37090"/>
                  </a:lnTo>
                  <a:lnTo>
                    <a:pt x="11707" y="45818"/>
                  </a:lnTo>
                  <a:lnTo>
                    <a:pt x="8780" y="54545"/>
                  </a:lnTo>
                  <a:lnTo>
                    <a:pt x="0" y="58909"/>
                  </a:lnTo>
                  <a:lnTo>
                    <a:pt x="2926" y="80727"/>
                  </a:lnTo>
                  <a:lnTo>
                    <a:pt x="17560" y="89454"/>
                  </a:lnTo>
                  <a:lnTo>
                    <a:pt x="40975" y="93818"/>
                  </a:lnTo>
                  <a:lnTo>
                    <a:pt x="55609" y="104727"/>
                  </a:lnTo>
                  <a:lnTo>
                    <a:pt x="79024" y="117818"/>
                  </a:lnTo>
                  <a:lnTo>
                    <a:pt x="93658" y="120000"/>
                  </a:lnTo>
                  <a:lnTo>
                    <a:pt x="108292" y="115636"/>
                  </a:lnTo>
                  <a:lnTo>
                    <a:pt x="102439" y="10690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Shape 5482"/>
            <p:cNvSpPr/>
            <p:nvPr/>
          </p:nvSpPr>
          <p:spPr>
            <a:xfrm>
              <a:off x="7906007" y="7539382"/>
              <a:ext cx="11113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000" y="80000"/>
                  </a:moveTo>
                  <a:lnTo>
                    <a:pt x="114000" y="80000"/>
                  </a:lnTo>
                  <a:lnTo>
                    <a:pt x="120000" y="74285"/>
                  </a:lnTo>
                  <a:lnTo>
                    <a:pt x="120000" y="68571"/>
                  </a:lnTo>
                  <a:lnTo>
                    <a:pt x="114000" y="51428"/>
                  </a:lnTo>
                  <a:lnTo>
                    <a:pt x="90000" y="11428"/>
                  </a:lnTo>
                  <a:lnTo>
                    <a:pt x="66000" y="0"/>
                  </a:lnTo>
                  <a:lnTo>
                    <a:pt x="42000" y="0"/>
                  </a:lnTo>
                  <a:lnTo>
                    <a:pt x="24000" y="5714"/>
                  </a:lnTo>
                  <a:lnTo>
                    <a:pt x="18000" y="17142"/>
                  </a:lnTo>
                  <a:lnTo>
                    <a:pt x="12000" y="28571"/>
                  </a:lnTo>
                  <a:lnTo>
                    <a:pt x="6000" y="34285"/>
                  </a:lnTo>
                  <a:lnTo>
                    <a:pt x="0" y="57142"/>
                  </a:lnTo>
                  <a:lnTo>
                    <a:pt x="6000" y="74285"/>
                  </a:lnTo>
                  <a:lnTo>
                    <a:pt x="18000" y="85714"/>
                  </a:lnTo>
                  <a:lnTo>
                    <a:pt x="24000" y="114285"/>
                  </a:lnTo>
                  <a:lnTo>
                    <a:pt x="36000" y="120000"/>
                  </a:lnTo>
                  <a:lnTo>
                    <a:pt x="84000" y="85714"/>
                  </a:lnTo>
                  <a:lnTo>
                    <a:pt x="96000" y="8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Shape 5483"/>
            <p:cNvSpPr/>
            <p:nvPr/>
          </p:nvSpPr>
          <p:spPr>
            <a:xfrm>
              <a:off x="7840920" y="6731343"/>
              <a:ext cx="28575" cy="507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999" y="80842"/>
                  </a:moveTo>
                  <a:lnTo>
                    <a:pt x="109285" y="77052"/>
                  </a:lnTo>
                  <a:lnTo>
                    <a:pt x="113571" y="73263"/>
                  </a:lnTo>
                  <a:lnTo>
                    <a:pt x="119999" y="69473"/>
                  </a:lnTo>
                  <a:lnTo>
                    <a:pt x="119999" y="63157"/>
                  </a:lnTo>
                  <a:lnTo>
                    <a:pt x="117857" y="59368"/>
                  </a:lnTo>
                  <a:lnTo>
                    <a:pt x="100714" y="48000"/>
                  </a:lnTo>
                  <a:lnTo>
                    <a:pt x="96428" y="46736"/>
                  </a:lnTo>
                  <a:lnTo>
                    <a:pt x="87857" y="44210"/>
                  </a:lnTo>
                  <a:lnTo>
                    <a:pt x="85714" y="37894"/>
                  </a:lnTo>
                  <a:lnTo>
                    <a:pt x="87857" y="32842"/>
                  </a:lnTo>
                  <a:lnTo>
                    <a:pt x="92142" y="26526"/>
                  </a:lnTo>
                  <a:lnTo>
                    <a:pt x="98571" y="22736"/>
                  </a:lnTo>
                  <a:lnTo>
                    <a:pt x="104999" y="18947"/>
                  </a:lnTo>
                  <a:lnTo>
                    <a:pt x="102857" y="13894"/>
                  </a:lnTo>
                  <a:lnTo>
                    <a:pt x="96428" y="6315"/>
                  </a:lnTo>
                  <a:lnTo>
                    <a:pt x="89999" y="1263"/>
                  </a:lnTo>
                  <a:lnTo>
                    <a:pt x="81428" y="0"/>
                  </a:lnTo>
                  <a:lnTo>
                    <a:pt x="77142" y="3789"/>
                  </a:lnTo>
                  <a:lnTo>
                    <a:pt x="70714" y="12631"/>
                  </a:lnTo>
                  <a:lnTo>
                    <a:pt x="68571" y="21473"/>
                  </a:lnTo>
                  <a:lnTo>
                    <a:pt x="62142" y="24000"/>
                  </a:lnTo>
                  <a:lnTo>
                    <a:pt x="23571" y="31578"/>
                  </a:lnTo>
                  <a:lnTo>
                    <a:pt x="0" y="37894"/>
                  </a:lnTo>
                  <a:lnTo>
                    <a:pt x="0" y="40421"/>
                  </a:lnTo>
                  <a:lnTo>
                    <a:pt x="4285" y="46736"/>
                  </a:lnTo>
                  <a:lnTo>
                    <a:pt x="6428" y="49263"/>
                  </a:lnTo>
                  <a:lnTo>
                    <a:pt x="6428" y="54315"/>
                  </a:lnTo>
                  <a:lnTo>
                    <a:pt x="6428" y="65684"/>
                  </a:lnTo>
                  <a:lnTo>
                    <a:pt x="12857" y="72000"/>
                  </a:lnTo>
                  <a:lnTo>
                    <a:pt x="25714" y="78315"/>
                  </a:lnTo>
                  <a:lnTo>
                    <a:pt x="36428" y="93473"/>
                  </a:lnTo>
                  <a:lnTo>
                    <a:pt x="66428" y="102315"/>
                  </a:lnTo>
                  <a:lnTo>
                    <a:pt x="83571" y="116210"/>
                  </a:lnTo>
                  <a:lnTo>
                    <a:pt x="96428" y="120000"/>
                  </a:lnTo>
                  <a:lnTo>
                    <a:pt x="98571" y="103578"/>
                  </a:lnTo>
                  <a:lnTo>
                    <a:pt x="100714" y="97263"/>
                  </a:lnTo>
                  <a:lnTo>
                    <a:pt x="100714" y="89684"/>
                  </a:lnTo>
                  <a:lnTo>
                    <a:pt x="104999" y="87157"/>
                  </a:lnTo>
                  <a:lnTo>
                    <a:pt x="104999" y="80842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Shape 5484"/>
            <p:cNvSpPr/>
            <p:nvPr/>
          </p:nvSpPr>
          <p:spPr>
            <a:xfrm>
              <a:off x="7866320" y="6875807"/>
              <a:ext cx="12699" cy="17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6521" y="98181"/>
                  </a:moveTo>
                  <a:lnTo>
                    <a:pt x="78260" y="120000"/>
                  </a:lnTo>
                  <a:lnTo>
                    <a:pt x="109565" y="120000"/>
                  </a:lnTo>
                  <a:lnTo>
                    <a:pt x="120000" y="87272"/>
                  </a:lnTo>
                  <a:lnTo>
                    <a:pt x="104347" y="50909"/>
                  </a:lnTo>
                  <a:lnTo>
                    <a:pt x="93913" y="25454"/>
                  </a:lnTo>
                  <a:lnTo>
                    <a:pt x="83478" y="14545"/>
                  </a:lnTo>
                  <a:lnTo>
                    <a:pt x="52173" y="7272"/>
                  </a:lnTo>
                  <a:lnTo>
                    <a:pt x="20869" y="0"/>
                  </a:lnTo>
                  <a:lnTo>
                    <a:pt x="0" y="0"/>
                  </a:lnTo>
                  <a:lnTo>
                    <a:pt x="0" y="40000"/>
                  </a:lnTo>
                  <a:lnTo>
                    <a:pt x="10434" y="76363"/>
                  </a:lnTo>
                  <a:lnTo>
                    <a:pt x="36521" y="98181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Shape 5485"/>
            <p:cNvSpPr/>
            <p:nvPr/>
          </p:nvSpPr>
          <p:spPr>
            <a:xfrm>
              <a:off x="7926645" y="7588593"/>
              <a:ext cx="41275" cy="58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461" y="109189"/>
                  </a:moveTo>
                  <a:lnTo>
                    <a:pt x="103076" y="100540"/>
                  </a:lnTo>
                  <a:lnTo>
                    <a:pt x="106153" y="84324"/>
                  </a:lnTo>
                  <a:lnTo>
                    <a:pt x="113846" y="65945"/>
                  </a:lnTo>
                  <a:lnTo>
                    <a:pt x="115384" y="58378"/>
                  </a:lnTo>
                  <a:lnTo>
                    <a:pt x="115384" y="52972"/>
                  </a:lnTo>
                  <a:lnTo>
                    <a:pt x="115384" y="46486"/>
                  </a:lnTo>
                  <a:lnTo>
                    <a:pt x="118461" y="29189"/>
                  </a:lnTo>
                  <a:lnTo>
                    <a:pt x="120000" y="18378"/>
                  </a:lnTo>
                  <a:lnTo>
                    <a:pt x="113846" y="16216"/>
                  </a:lnTo>
                  <a:lnTo>
                    <a:pt x="106153" y="18378"/>
                  </a:lnTo>
                  <a:lnTo>
                    <a:pt x="100000" y="14054"/>
                  </a:lnTo>
                  <a:lnTo>
                    <a:pt x="98461" y="8648"/>
                  </a:lnTo>
                  <a:lnTo>
                    <a:pt x="96923" y="2162"/>
                  </a:lnTo>
                  <a:lnTo>
                    <a:pt x="87692" y="0"/>
                  </a:lnTo>
                  <a:lnTo>
                    <a:pt x="60000" y="4324"/>
                  </a:lnTo>
                  <a:lnTo>
                    <a:pt x="29230" y="4324"/>
                  </a:lnTo>
                  <a:lnTo>
                    <a:pt x="20000" y="3243"/>
                  </a:lnTo>
                  <a:lnTo>
                    <a:pt x="16923" y="4324"/>
                  </a:lnTo>
                  <a:lnTo>
                    <a:pt x="12307" y="9729"/>
                  </a:lnTo>
                  <a:lnTo>
                    <a:pt x="18461" y="12972"/>
                  </a:lnTo>
                  <a:lnTo>
                    <a:pt x="21538" y="14054"/>
                  </a:lnTo>
                  <a:lnTo>
                    <a:pt x="23076" y="15135"/>
                  </a:lnTo>
                  <a:lnTo>
                    <a:pt x="27692" y="20540"/>
                  </a:lnTo>
                  <a:lnTo>
                    <a:pt x="29230" y="22702"/>
                  </a:lnTo>
                  <a:lnTo>
                    <a:pt x="30769" y="22702"/>
                  </a:lnTo>
                  <a:lnTo>
                    <a:pt x="32307" y="27027"/>
                  </a:lnTo>
                  <a:lnTo>
                    <a:pt x="33846" y="29189"/>
                  </a:lnTo>
                  <a:lnTo>
                    <a:pt x="36923" y="29189"/>
                  </a:lnTo>
                  <a:lnTo>
                    <a:pt x="40000" y="29189"/>
                  </a:lnTo>
                  <a:lnTo>
                    <a:pt x="44615" y="29189"/>
                  </a:lnTo>
                  <a:lnTo>
                    <a:pt x="47692" y="30270"/>
                  </a:lnTo>
                  <a:lnTo>
                    <a:pt x="49230" y="33513"/>
                  </a:lnTo>
                  <a:lnTo>
                    <a:pt x="44615" y="34594"/>
                  </a:lnTo>
                  <a:lnTo>
                    <a:pt x="38461" y="35675"/>
                  </a:lnTo>
                  <a:lnTo>
                    <a:pt x="27692" y="34594"/>
                  </a:lnTo>
                  <a:lnTo>
                    <a:pt x="23076" y="35675"/>
                  </a:lnTo>
                  <a:lnTo>
                    <a:pt x="18461" y="37837"/>
                  </a:lnTo>
                  <a:lnTo>
                    <a:pt x="15384" y="42162"/>
                  </a:lnTo>
                  <a:lnTo>
                    <a:pt x="12307" y="35675"/>
                  </a:lnTo>
                  <a:lnTo>
                    <a:pt x="9230" y="32432"/>
                  </a:lnTo>
                  <a:lnTo>
                    <a:pt x="4615" y="32432"/>
                  </a:lnTo>
                  <a:lnTo>
                    <a:pt x="0" y="40000"/>
                  </a:lnTo>
                  <a:lnTo>
                    <a:pt x="12307" y="61621"/>
                  </a:lnTo>
                  <a:lnTo>
                    <a:pt x="27692" y="75675"/>
                  </a:lnTo>
                  <a:lnTo>
                    <a:pt x="29230" y="82162"/>
                  </a:lnTo>
                  <a:lnTo>
                    <a:pt x="32307" y="89729"/>
                  </a:lnTo>
                  <a:lnTo>
                    <a:pt x="35384" y="95135"/>
                  </a:lnTo>
                  <a:lnTo>
                    <a:pt x="70769" y="118918"/>
                  </a:lnTo>
                  <a:lnTo>
                    <a:pt x="84615" y="120000"/>
                  </a:lnTo>
                  <a:lnTo>
                    <a:pt x="98461" y="10918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Shape 5486"/>
            <p:cNvSpPr/>
            <p:nvPr/>
          </p:nvSpPr>
          <p:spPr>
            <a:xfrm>
              <a:off x="7866320" y="6899618"/>
              <a:ext cx="9524" cy="15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000" y="100000"/>
                  </a:moveTo>
                  <a:lnTo>
                    <a:pt x="54000" y="76000"/>
                  </a:lnTo>
                  <a:lnTo>
                    <a:pt x="72000" y="80000"/>
                  </a:lnTo>
                  <a:lnTo>
                    <a:pt x="78000" y="112000"/>
                  </a:lnTo>
                  <a:lnTo>
                    <a:pt x="96000" y="120000"/>
                  </a:lnTo>
                  <a:lnTo>
                    <a:pt x="114000" y="120000"/>
                  </a:lnTo>
                  <a:lnTo>
                    <a:pt x="120000" y="104000"/>
                  </a:lnTo>
                  <a:lnTo>
                    <a:pt x="114000" y="80000"/>
                  </a:lnTo>
                  <a:lnTo>
                    <a:pt x="114000" y="64000"/>
                  </a:lnTo>
                  <a:lnTo>
                    <a:pt x="114000" y="32000"/>
                  </a:lnTo>
                  <a:lnTo>
                    <a:pt x="84000" y="12000"/>
                  </a:lnTo>
                  <a:lnTo>
                    <a:pt x="18000" y="0"/>
                  </a:lnTo>
                  <a:lnTo>
                    <a:pt x="12000" y="20000"/>
                  </a:lnTo>
                  <a:lnTo>
                    <a:pt x="18000" y="48000"/>
                  </a:lnTo>
                  <a:lnTo>
                    <a:pt x="0" y="100000"/>
                  </a:lnTo>
                  <a:lnTo>
                    <a:pt x="18000" y="10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Shape 5487"/>
            <p:cNvSpPr/>
            <p:nvPr/>
          </p:nvSpPr>
          <p:spPr>
            <a:xfrm>
              <a:off x="7977445" y="7104407"/>
              <a:ext cx="103188" cy="63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781" y="14000"/>
                  </a:moveTo>
                  <a:lnTo>
                    <a:pt x="120000" y="6000"/>
                  </a:lnTo>
                  <a:lnTo>
                    <a:pt x="118781" y="1000"/>
                  </a:lnTo>
                  <a:lnTo>
                    <a:pt x="117563" y="0"/>
                  </a:lnTo>
                  <a:lnTo>
                    <a:pt x="112690" y="5000"/>
                  </a:lnTo>
                  <a:lnTo>
                    <a:pt x="110253" y="5000"/>
                  </a:lnTo>
                  <a:lnTo>
                    <a:pt x="95634" y="5000"/>
                  </a:lnTo>
                  <a:lnTo>
                    <a:pt x="93197" y="5000"/>
                  </a:lnTo>
                  <a:lnTo>
                    <a:pt x="90152" y="7000"/>
                  </a:lnTo>
                  <a:lnTo>
                    <a:pt x="88324" y="10000"/>
                  </a:lnTo>
                  <a:lnTo>
                    <a:pt x="86497" y="15000"/>
                  </a:lnTo>
                  <a:lnTo>
                    <a:pt x="83451" y="19000"/>
                  </a:lnTo>
                  <a:lnTo>
                    <a:pt x="80406" y="20000"/>
                  </a:lnTo>
                  <a:lnTo>
                    <a:pt x="77360" y="25000"/>
                  </a:lnTo>
                  <a:lnTo>
                    <a:pt x="75532" y="25000"/>
                  </a:lnTo>
                  <a:lnTo>
                    <a:pt x="72487" y="24000"/>
                  </a:lnTo>
                  <a:lnTo>
                    <a:pt x="71269" y="24000"/>
                  </a:lnTo>
                  <a:lnTo>
                    <a:pt x="67614" y="27000"/>
                  </a:lnTo>
                  <a:lnTo>
                    <a:pt x="61522" y="27000"/>
                  </a:lnTo>
                  <a:lnTo>
                    <a:pt x="52385" y="31000"/>
                  </a:lnTo>
                  <a:lnTo>
                    <a:pt x="47512" y="29000"/>
                  </a:lnTo>
                  <a:lnTo>
                    <a:pt x="42030" y="27000"/>
                  </a:lnTo>
                  <a:lnTo>
                    <a:pt x="36548" y="36000"/>
                  </a:lnTo>
                  <a:lnTo>
                    <a:pt x="34111" y="35000"/>
                  </a:lnTo>
                  <a:lnTo>
                    <a:pt x="29238" y="40000"/>
                  </a:lnTo>
                  <a:lnTo>
                    <a:pt x="23756" y="48000"/>
                  </a:lnTo>
                  <a:lnTo>
                    <a:pt x="21319" y="54000"/>
                  </a:lnTo>
                  <a:lnTo>
                    <a:pt x="20101" y="65000"/>
                  </a:lnTo>
                  <a:lnTo>
                    <a:pt x="20101" y="65000"/>
                  </a:lnTo>
                  <a:lnTo>
                    <a:pt x="19492" y="67000"/>
                  </a:lnTo>
                  <a:lnTo>
                    <a:pt x="17664" y="67000"/>
                  </a:lnTo>
                  <a:lnTo>
                    <a:pt x="17055" y="67000"/>
                  </a:lnTo>
                  <a:lnTo>
                    <a:pt x="16446" y="68000"/>
                  </a:lnTo>
                  <a:lnTo>
                    <a:pt x="14619" y="71000"/>
                  </a:lnTo>
                  <a:lnTo>
                    <a:pt x="13401" y="75000"/>
                  </a:lnTo>
                  <a:lnTo>
                    <a:pt x="3654" y="100000"/>
                  </a:lnTo>
                  <a:lnTo>
                    <a:pt x="0" y="112000"/>
                  </a:lnTo>
                  <a:lnTo>
                    <a:pt x="609" y="118000"/>
                  </a:lnTo>
                  <a:lnTo>
                    <a:pt x="3045" y="119000"/>
                  </a:lnTo>
                  <a:lnTo>
                    <a:pt x="8527" y="117000"/>
                  </a:lnTo>
                  <a:lnTo>
                    <a:pt x="10964" y="117000"/>
                  </a:lnTo>
                  <a:lnTo>
                    <a:pt x="17664" y="120000"/>
                  </a:lnTo>
                  <a:lnTo>
                    <a:pt x="20710" y="120000"/>
                  </a:lnTo>
                  <a:lnTo>
                    <a:pt x="25583" y="119000"/>
                  </a:lnTo>
                  <a:lnTo>
                    <a:pt x="28629" y="116000"/>
                  </a:lnTo>
                  <a:lnTo>
                    <a:pt x="29847" y="108000"/>
                  </a:lnTo>
                  <a:lnTo>
                    <a:pt x="31675" y="102000"/>
                  </a:lnTo>
                  <a:lnTo>
                    <a:pt x="34720" y="94000"/>
                  </a:lnTo>
                  <a:lnTo>
                    <a:pt x="46903" y="74000"/>
                  </a:lnTo>
                  <a:lnTo>
                    <a:pt x="49949" y="71000"/>
                  </a:lnTo>
                  <a:lnTo>
                    <a:pt x="52994" y="73000"/>
                  </a:lnTo>
                  <a:lnTo>
                    <a:pt x="54213" y="71000"/>
                  </a:lnTo>
                  <a:lnTo>
                    <a:pt x="57258" y="65000"/>
                  </a:lnTo>
                  <a:lnTo>
                    <a:pt x="59086" y="63000"/>
                  </a:lnTo>
                  <a:lnTo>
                    <a:pt x="60304" y="63000"/>
                  </a:lnTo>
                  <a:lnTo>
                    <a:pt x="63959" y="64000"/>
                  </a:lnTo>
                  <a:lnTo>
                    <a:pt x="65177" y="64000"/>
                  </a:lnTo>
                  <a:lnTo>
                    <a:pt x="71878" y="61000"/>
                  </a:lnTo>
                  <a:lnTo>
                    <a:pt x="76142" y="59000"/>
                  </a:lnTo>
                  <a:lnTo>
                    <a:pt x="77969" y="55000"/>
                  </a:lnTo>
                  <a:lnTo>
                    <a:pt x="85279" y="51000"/>
                  </a:lnTo>
                  <a:lnTo>
                    <a:pt x="85888" y="53000"/>
                  </a:lnTo>
                  <a:lnTo>
                    <a:pt x="87715" y="56000"/>
                  </a:lnTo>
                  <a:lnTo>
                    <a:pt x="88934" y="57000"/>
                  </a:lnTo>
                  <a:lnTo>
                    <a:pt x="89543" y="56000"/>
                  </a:lnTo>
                  <a:lnTo>
                    <a:pt x="90152" y="54000"/>
                  </a:lnTo>
                  <a:lnTo>
                    <a:pt x="91979" y="54000"/>
                  </a:lnTo>
                  <a:lnTo>
                    <a:pt x="104771" y="50000"/>
                  </a:lnTo>
                  <a:lnTo>
                    <a:pt x="111472" y="45000"/>
                  </a:lnTo>
                  <a:lnTo>
                    <a:pt x="118172" y="35000"/>
                  </a:lnTo>
                  <a:lnTo>
                    <a:pt x="115736" y="27000"/>
                  </a:lnTo>
                  <a:lnTo>
                    <a:pt x="116954" y="20000"/>
                  </a:lnTo>
                  <a:lnTo>
                    <a:pt x="118781" y="14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Shape 5488"/>
            <p:cNvSpPr/>
            <p:nvPr/>
          </p:nvSpPr>
          <p:spPr>
            <a:xfrm>
              <a:off x="7967920" y="7431432"/>
              <a:ext cx="34924" cy="206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538" y="47368"/>
                  </a:moveTo>
                  <a:lnTo>
                    <a:pt x="44307" y="53684"/>
                  </a:lnTo>
                  <a:lnTo>
                    <a:pt x="55384" y="72631"/>
                  </a:lnTo>
                  <a:lnTo>
                    <a:pt x="94153" y="104210"/>
                  </a:lnTo>
                  <a:lnTo>
                    <a:pt x="107076" y="107368"/>
                  </a:lnTo>
                  <a:lnTo>
                    <a:pt x="110769" y="104210"/>
                  </a:lnTo>
                  <a:lnTo>
                    <a:pt x="112615" y="107368"/>
                  </a:lnTo>
                  <a:lnTo>
                    <a:pt x="114461" y="116842"/>
                  </a:lnTo>
                  <a:lnTo>
                    <a:pt x="118153" y="120000"/>
                  </a:lnTo>
                  <a:lnTo>
                    <a:pt x="120000" y="120000"/>
                  </a:lnTo>
                  <a:lnTo>
                    <a:pt x="120000" y="104210"/>
                  </a:lnTo>
                  <a:lnTo>
                    <a:pt x="114461" y="88421"/>
                  </a:lnTo>
                  <a:lnTo>
                    <a:pt x="110769" y="69473"/>
                  </a:lnTo>
                  <a:lnTo>
                    <a:pt x="107076" y="60000"/>
                  </a:lnTo>
                  <a:lnTo>
                    <a:pt x="90461" y="56842"/>
                  </a:lnTo>
                  <a:lnTo>
                    <a:pt x="48000" y="28421"/>
                  </a:lnTo>
                  <a:lnTo>
                    <a:pt x="36923" y="9473"/>
                  </a:lnTo>
                  <a:lnTo>
                    <a:pt x="24000" y="0"/>
                  </a:lnTo>
                  <a:lnTo>
                    <a:pt x="16615" y="3157"/>
                  </a:lnTo>
                  <a:lnTo>
                    <a:pt x="5538" y="9473"/>
                  </a:lnTo>
                  <a:lnTo>
                    <a:pt x="0" y="25263"/>
                  </a:lnTo>
                  <a:lnTo>
                    <a:pt x="7384" y="41052"/>
                  </a:lnTo>
                  <a:lnTo>
                    <a:pt x="29538" y="47368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Shape 5489"/>
            <p:cNvSpPr/>
            <p:nvPr/>
          </p:nvSpPr>
          <p:spPr>
            <a:xfrm>
              <a:off x="7834570" y="7355232"/>
              <a:ext cx="447674" cy="649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433" y="115215"/>
                  </a:moveTo>
                  <a:lnTo>
                    <a:pt x="119150" y="114629"/>
                  </a:lnTo>
                  <a:lnTo>
                    <a:pt x="118867" y="114141"/>
                  </a:lnTo>
                  <a:lnTo>
                    <a:pt x="119292" y="112676"/>
                  </a:lnTo>
                  <a:lnTo>
                    <a:pt x="119150" y="110431"/>
                  </a:lnTo>
                  <a:lnTo>
                    <a:pt x="119150" y="110040"/>
                  </a:lnTo>
                  <a:lnTo>
                    <a:pt x="119433" y="109943"/>
                  </a:lnTo>
                  <a:lnTo>
                    <a:pt x="119433" y="109552"/>
                  </a:lnTo>
                  <a:lnTo>
                    <a:pt x="119575" y="109161"/>
                  </a:lnTo>
                  <a:lnTo>
                    <a:pt x="119575" y="108966"/>
                  </a:lnTo>
                  <a:lnTo>
                    <a:pt x="119716" y="108576"/>
                  </a:lnTo>
                  <a:lnTo>
                    <a:pt x="119716" y="108380"/>
                  </a:lnTo>
                  <a:lnTo>
                    <a:pt x="119575" y="108087"/>
                  </a:lnTo>
                  <a:lnTo>
                    <a:pt x="119292" y="107892"/>
                  </a:lnTo>
                  <a:lnTo>
                    <a:pt x="118867" y="107697"/>
                  </a:lnTo>
                  <a:lnTo>
                    <a:pt x="118301" y="107599"/>
                  </a:lnTo>
                  <a:lnTo>
                    <a:pt x="117877" y="107599"/>
                  </a:lnTo>
                  <a:lnTo>
                    <a:pt x="117311" y="107697"/>
                  </a:lnTo>
                  <a:lnTo>
                    <a:pt x="117169" y="108087"/>
                  </a:lnTo>
                  <a:lnTo>
                    <a:pt x="117311" y="108478"/>
                  </a:lnTo>
                  <a:lnTo>
                    <a:pt x="118018" y="109064"/>
                  </a:lnTo>
                  <a:lnTo>
                    <a:pt x="116462" y="109357"/>
                  </a:lnTo>
                  <a:lnTo>
                    <a:pt x="116462" y="109845"/>
                  </a:lnTo>
                  <a:lnTo>
                    <a:pt x="115754" y="110821"/>
                  </a:lnTo>
                  <a:lnTo>
                    <a:pt x="115754" y="111407"/>
                  </a:lnTo>
                  <a:lnTo>
                    <a:pt x="114056" y="112091"/>
                  </a:lnTo>
                  <a:lnTo>
                    <a:pt x="113066" y="112286"/>
                  </a:lnTo>
                  <a:lnTo>
                    <a:pt x="113207" y="111700"/>
                  </a:lnTo>
                  <a:lnTo>
                    <a:pt x="113632" y="111407"/>
                  </a:lnTo>
                  <a:lnTo>
                    <a:pt x="113915" y="111114"/>
                  </a:lnTo>
                  <a:lnTo>
                    <a:pt x="114339" y="110919"/>
                  </a:lnTo>
                  <a:lnTo>
                    <a:pt x="114622" y="110431"/>
                  </a:lnTo>
                  <a:lnTo>
                    <a:pt x="114764" y="109845"/>
                  </a:lnTo>
                  <a:lnTo>
                    <a:pt x="114622" y="109552"/>
                  </a:lnTo>
                  <a:lnTo>
                    <a:pt x="114481" y="109161"/>
                  </a:lnTo>
                  <a:lnTo>
                    <a:pt x="114481" y="108868"/>
                  </a:lnTo>
                  <a:lnTo>
                    <a:pt x="114622" y="108380"/>
                  </a:lnTo>
                  <a:lnTo>
                    <a:pt x="115047" y="108087"/>
                  </a:lnTo>
                  <a:lnTo>
                    <a:pt x="115330" y="107990"/>
                  </a:lnTo>
                  <a:lnTo>
                    <a:pt x="115613" y="107599"/>
                  </a:lnTo>
                  <a:lnTo>
                    <a:pt x="115613" y="107209"/>
                  </a:lnTo>
                  <a:lnTo>
                    <a:pt x="115188" y="106525"/>
                  </a:lnTo>
                  <a:lnTo>
                    <a:pt x="115047" y="106135"/>
                  </a:lnTo>
                  <a:lnTo>
                    <a:pt x="113207" y="104670"/>
                  </a:lnTo>
                  <a:lnTo>
                    <a:pt x="112783" y="104084"/>
                  </a:lnTo>
                  <a:lnTo>
                    <a:pt x="112924" y="103889"/>
                  </a:lnTo>
                  <a:lnTo>
                    <a:pt x="113349" y="103889"/>
                  </a:lnTo>
                  <a:lnTo>
                    <a:pt x="114056" y="103986"/>
                  </a:lnTo>
                  <a:lnTo>
                    <a:pt x="114481" y="104279"/>
                  </a:lnTo>
                  <a:lnTo>
                    <a:pt x="114764" y="104768"/>
                  </a:lnTo>
                  <a:lnTo>
                    <a:pt x="115188" y="104865"/>
                  </a:lnTo>
                  <a:lnTo>
                    <a:pt x="115613" y="104377"/>
                  </a:lnTo>
                  <a:lnTo>
                    <a:pt x="115896" y="103791"/>
                  </a:lnTo>
                  <a:lnTo>
                    <a:pt x="116037" y="103303"/>
                  </a:lnTo>
                  <a:lnTo>
                    <a:pt x="115896" y="103108"/>
                  </a:lnTo>
                  <a:lnTo>
                    <a:pt x="115613" y="103108"/>
                  </a:lnTo>
                  <a:lnTo>
                    <a:pt x="115330" y="103108"/>
                  </a:lnTo>
                  <a:lnTo>
                    <a:pt x="115047" y="103108"/>
                  </a:lnTo>
                  <a:lnTo>
                    <a:pt x="115047" y="103010"/>
                  </a:lnTo>
                  <a:lnTo>
                    <a:pt x="115188" y="102717"/>
                  </a:lnTo>
                  <a:lnTo>
                    <a:pt x="115471" y="102620"/>
                  </a:lnTo>
                  <a:lnTo>
                    <a:pt x="115613" y="102424"/>
                  </a:lnTo>
                  <a:lnTo>
                    <a:pt x="116037" y="102229"/>
                  </a:lnTo>
                  <a:lnTo>
                    <a:pt x="115896" y="101741"/>
                  </a:lnTo>
                  <a:lnTo>
                    <a:pt x="113207" y="97933"/>
                  </a:lnTo>
                  <a:lnTo>
                    <a:pt x="112924" y="97347"/>
                  </a:lnTo>
                  <a:lnTo>
                    <a:pt x="112924" y="97054"/>
                  </a:lnTo>
                  <a:lnTo>
                    <a:pt x="111650" y="95980"/>
                  </a:lnTo>
                  <a:lnTo>
                    <a:pt x="110801" y="94418"/>
                  </a:lnTo>
                  <a:lnTo>
                    <a:pt x="110943" y="94222"/>
                  </a:lnTo>
                  <a:lnTo>
                    <a:pt x="111509" y="94125"/>
                  </a:lnTo>
                  <a:lnTo>
                    <a:pt x="111792" y="94418"/>
                  </a:lnTo>
                  <a:lnTo>
                    <a:pt x="111933" y="95004"/>
                  </a:lnTo>
                  <a:lnTo>
                    <a:pt x="112358" y="95296"/>
                  </a:lnTo>
                  <a:lnTo>
                    <a:pt x="112783" y="95394"/>
                  </a:lnTo>
                  <a:lnTo>
                    <a:pt x="113066" y="95101"/>
                  </a:lnTo>
                  <a:lnTo>
                    <a:pt x="113066" y="94613"/>
                  </a:lnTo>
                  <a:lnTo>
                    <a:pt x="113066" y="94222"/>
                  </a:lnTo>
                  <a:lnTo>
                    <a:pt x="113915" y="94125"/>
                  </a:lnTo>
                  <a:lnTo>
                    <a:pt x="113915" y="93539"/>
                  </a:lnTo>
                  <a:lnTo>
                    <a:pt x="113349" y="92465"/>
                  </a:lnTo>
                  <a:lnTo>
                    <a:pt x="113207" y="91684"/>
                  </a:lnTo>
                  <a:lnTo>
                    <a:pt x="113349" y="91098"/>
                  </a:lnTo>
                  <a:lnTo>
                    <a:pt x="113207" y="90512"/>
                  </a:lnTo>
                  <a:lnTo>
                    <a:pt x="112924" y="90122"/>
                  </a:lnTo>
                  <a:lnTo>
                    <a:pt x="112641" y="90122"/>
                  </a:lnTo>
                  <a:lnTo>
                    <a:pt x="111367" y="89438"/>
                  </a:lnTo>
                  <a:lnTo>
                    <a:pt x="110518" y="89438"/>
                  </a:lnTo>
                  <a:lnTo>
                    <a:pt x="110235" y="89340"/>
                  </a:lnTo>
                  <a:lnTo>
                    <a:pt x="109952" y="88852"/>
                  </a:lnTo>
                  <a:lnTo>
                    <a:pt x="109952" y="87388"/>
                  </a:lnTo>
                  <a:lnTo>
                    <a:pt x="109811" y="86802"/>
                  </a:lnTo>
                  <a:lnTo>
                    <a:pt x="109811" y="86606"/>
                  </a:lnTo>
                  <a:lnTo>
                    <a:pt x="110518" y="86606"/>
                  </a:lnTo>
                  <a:lnTo>
                    <a:pt x="110518" y="86411"/>
                  </a:lnTo>
                  <a:lnTo>
                    <a:pt x="110518" y="86021"/>
                  </a:lnTo>
                  <a:lnTo>
                    <a:pt x="110518" y="85825"/>
                  </a:lnTo>
                  <a:lnTo>
                    <a:pt x="110094" y="85337"/>
                  </a:lnTo>
                  <a:lnTo>
                    <a:pt x="109103" y="84849"/>
                  </a:lnTo>
                  <a:lnTo>
                    <a:pt x="107122" y="84458"/>
                  </a:lnTo>
                  <a:lnTo>
                    <a:pt x="106839" y="84263"/>
                  </a:lnTo>
                  <a:lnTo>
                    <a:pt x="106132" y="83775"/>
                  </a:lnTo>
                  <a:lnTo>
                    <a:pt x="105707" y="83580"/>
                  </a:lnTo>
                  <a:lnTo>
                    <a:pt x="104716" y="83580"/>
                  </a:lnTo>
                  <a:lnTo>
                    <a:pt x="104292" y="83482"/>
                  </a:lnTo>
                  <a:lnTo>
                    <a:pt x="104009" y="83287"/>
                  </a:lnTo>
                  <a:lnTo>
                    <a:pt x="104716" y="82896"/>
                  </a:lnTo>
                  <a:lnTo>
                    <a:pt x="105849" y="83091"/>
                  </a:lnTo>
                  <a:lnTo>
                    <a:pt x="106415" y="82994"/>
                  </a:lnTo>
                  <a:lnTo>
                    <a:pt x="105424" y="81627"/>
                  </a:lnTo>
                  <a:lnTo>
                    <a:pt x="105000" y="81432"/>
                  </a:lnTo>
                  <a:lnTo>
                    <a:pt x="104575" y="81432"/>
                  </a:lnTo>
                  <a:lnTo>
                    <a:pt x="104150" y="81432"/>
                  </a:lnTo>
                  <a:lnTo>
                    <a:pt x="103867" y="81432"/>
                  </a:lnTo>
                  <a:lnTo>
                    <a:pt x="100754" y="79674"/>
                  </a:lnTo>
                  <a:lnTo>
                    <a:pt x="100471" y="79576"/>
                  </a:lnTo>
                  <a:lnTo>
                    <a:pt x="100330" y="79186"/>
                  </a:lnTo>
                  <a:lnTo>
                    <a:pt x="99905" y="78698"/>
                  </a:lnTo>
                  <a:lnTo>
                    <a:pt x="99056" y="78307"/>
                  </a:lnTo>
                  <a:lnTo>
                    <a:pt x="97216" y="77917"/>
                  </a:lnTo>
                  <a:lnTo>
                    <a:pt x="94386" y="76647"/>
                  </a:lnTo>
                  <a:lnTo>
                    <a:pt x="92971" y="75866"/>
                  </a:lnTo>
                  <a:lnTo>
                    <a:pt x="91981" y="74890"/>
                  </a:lnTo>
                  <a:lnTo>
                    <a:pt x="91981" y="74694"/>
                  </a:lnTo>
                  <a:lnTo>
                    <a:pt x="91839" y="73816"/>
                  </a:lnTo>
                  <a:lnTo>
                    <a:pt x="91556" y="73620"/>
                  </a:lnTo>
                  <a:lnTo>
                    <a:pt x="90849" y="73230"/>
                  </a:lnTo>
                  <a:lnTo>
                    <a:pt x="90707" y="72937"/>
                  </a:lnTo>
                  <a:lnTo>
                    <a:pt x="90283" y="72351"/>
                  </a:lnTo>
                  <a:lnTo>
                    <a:pt x="88584" y="72156"/>
                  </a:lnTo>
                  <a:lnTo>
                    <a:pt x="88018" y="71570"/>
                  </a:lnTo>
                  <a:lnTo>
                    <a:pt x="88018" y="71375"/>
                  </a:lnTo>
                  <a:lnTo>
                    <a:pt x="88160" y="70593"/>
                  </a:lnTo>
                  <a:lnTo>
                    <a:pt x="88160" y="70398"/>
                  </a:lnTo>
                  <a:lnTo>
                    <a:pt x="88018" y="70203"/>
                  </a:lnTo>
                  <a:lnTo>
                    <a:pt x="87452" y="69910"/>
                  </a:lnTo>
                  <a:lnTo>
                    <a:pt x="86886" y="65711"/>
                  </a:lnTo>
                  <a:lnTo>
                    <a:pt x="86745" y="65419"/>
                  </a:lnTo>
                  <a:lnTo>
                    <a:pt x="86320" y="64637"/>
                  </a:lnTo>
                  <a:lnTo>
                    <a:pt x="86320" y="64442"/>
                  </a:lnTo>
                  <a:lnTo>
                    <a:pt x="86037" y="64149"/>
                  </a:lnTo>
                  <a:lnTo>
                    <a:pt x="85896" y="64052"/>
                  </a:lnTo>
                  <a:lnTo>
                    <a:pt x="85613" y="63661"/>
                  </a:lnTo>
                  <a:lnTo>
                    <a:pt x="85613" y="63270"/>
                  </a:lnTo>
                  <a:lnTo>
                    <a:pt x="86037" y="63173"/>
                  </a:lnTo>
                  <a:lnTo>
                    <a:pt x="88301" y="64247"/>
                  </a:lnTo>
                  <a:lnTo>
                    <a:pt x="89009" y="64149"/>
                  </a:lnTo>
                  <a:lnTo>
                    <a:pt x="89433" y="63563"/>
                  </a:lnTo>
                  <a:lnTo>
                    <a:pt x="89575" y="62880"/>
                  </a:lnTo>
                  <a:lnTo>
                    <a:pt x="89433" y="62489"/>
                  </a:lnTo>
                  <a:lnTo>
                    <a:pt x="83632" y="53604"/>
                  </a:lnTo>
                  <a:lnTo>
                    <a:pt x="83632" y="53018"/>
                  </a:lnTo>
                  <a:lnTo>
                    <a:pt x="83632" y="51847"/>
                  </a:lnTo>
                  <a:lnTo>
                    <a:pt x="83490" y="51456"/>
                  </a:lnTo>
                  <a:lnTo>
                    <a:pt x="83490" y="51065"/>
                  </a:lnTo>
                  <a:lnTo>
                    <a:pt x="83773" y="50480"/>
                  </a:lnTo>
                  <a:lnTo>
                    <a:pt x="83773" y="50089"/>
                  </a:lnTo>
                  <a:lnTo>
                    <a:pt x="83207" y="48820"/>
                  </a:lnTo>
                  <a:lnTo>
                    <a:pt x="83490" y="48234"/>
                  </a:lnTo>
                  <a:lnTo>
                    <a:pt x="82783" y="47160"/>
                  </a:lnTo>
                  <a:lnTo>
                    <a:pt x="82783" y="46476"/>
                  </a:lnTo>
                  <a:lnTo>
                    <a:pt x="82500" y="46281"/>
                  </a:lnTo>
                  <a:lnTo>
                    <a:pt x="81792" y="45500"/>
                  </a:lnTo>
                  <a:lnTo>
                    <a:pt x="81226" y="45012"/>
                  </a:lnTo>
                  <a:lnTo>
                    <a:pt x="82075" y="44914"/>
                  </a:lnTo>
                  <a:lnTo>
                    <a:pt x="81792" y="42864"/>
                  </a:lnTo>
                  <a:lnTo>
                    <a:pt x="82075" y="40618"/>
                  </a:lnTo>
                  <a:lnTo>
                    <a:pt x="82075" y="40130"/>
                  </a:lnTo>
                  <a:lnTo>
                    <a:pt x="81933" y="39446"/>
                  </a:lnTo>
                  <a:lnTo>
                    <a:pt x="82358" y="39349"/>
                  </a:lnTo>
                  <a:lnTo>
                    <a:pt x="82216" y="38567"/>
                  </a:lnTo>
                  <a:lnTo>
                    <a:pt x="81933" y="37982"/>
                  </a:lnTo>
                  <a:lnTo>
                    <a:pt x="81367" y="37396"/>
                  </a:lnTo>
                  <a:lnTo>
                    <a:pt x="80235" y="36810"/>
                  </a:lnTo>
                  <a:lnTo>
                    <a:pt x="79245" y="35834"/>
                  </a:lnTo>
                  <a:lnTo>
                    <a:pt x="78537" y="35541"/>
                  </a:lnTo>
                  <a:lnTo>
                    <a:pt x="73726" y="34857"/>
                  </a:lnTo>
                  <a:lnTo>
                    <a:pt x="73443" y="34759"/>
                  </a:lnTo>
                  <a:lnTo>
                    <a:pt x="72594" y="33881"/>
                  </a:lnTo>
                  <a:lnTo>
                    <a:pt x="71179" y="33197"/>
                  </a:lnTo>
                  <a:lnTo>
                    <a:pt x="68349" y="32318"/>
                  </a:lnTo>
                  <a:lnTo>
                    <a:pt x="67783" y="32026"/>
                  </a:lnTo>
                  <a:lnTo>
                    <a:pt x="66367" y="30561"/>
                  </a:lnTo>
                  <a:lnTo>
                    <a:pt x="63962" y="28803"/>
                  </a:lnTo>
                  <a:lnTo>
                    <a:pt x="61839" y="27827"/>
                  </a:lnTo>
                  <a:lnTo>
                    <a:pt x="59433" y="27339"/>
                  </a:lnTo>
                  <a:lnTo>
                    <a:pt x="58726" y="27046"/>
                  </a:lnTo>
                  <a:lnTo>
                    <a:pt x="57594" y="26167"/>
                  </a:lnTo>
                  <a:lnTo>
                    <a:pt x="56886" y="25972"/>
                  </a:lnTo>
                  <a:lnTo>
                    <a:pt x="53915" y="25679"/>
                  </a:lnTo>
                  <a:lnTo>
                    <a:pt x="53207" y="25191"/>
                  </a:lnTo>
                  <a:lnTo>
                    <a:pt x="53066" y="24995"/>
                  </a:lnTo>
                  <a:lnTo>
                    <a:pt x="52216" y="24605"/>
                  </a:lnTo>
                  <a:lnTo>
                    <a:pt x="51933" y="24507"/>
                  </a:lnTo>
                  <a:lnTo>
                    <a:pt x="51792" y="24312"/>
                  </a:lnTo>
                  <a:lnTo>
                    <a:pt x="51650" y="24117"/>
                  </a:lnTo>
                  <a:lnTo>
                    <a:pt x="51367" y="24019"/>
                  </a:lnTo>
                  <a:lnTo>
                    <a:pt x="51226" y="24117"/>
                  </a:lnTo>
                  <a:lnTo>
                    <a:pt x="50801" y="24605"/>
                  </a:lnTo>
                  <a:lnTo>
                    <a:pt x="50518" y="24703"/>
                  </a:lnTo>
                  <a:lnTo>
                    <a:pt x="49811" y="24507"/>
                  </a:lnTo>
                  <a:lnTo>
                    <a:pt x="49103" y="23238"/>
                  </a:lnTo>
                  <a:lnTo>
                    <a:pt x="48679" y="22847"/>
                  </a:lnTo>
                  <a:lnTo>
                    <a:pt x="47830" y="22554"/>
                  </a:lnTo>
                  <a:lnTo>
                    <a:pt x="45849" y="20992"/>
                  </a:lnTo>
                  <a:lnTo>
                    <a:pt x="45141" y="20699"/>
                  </a:lnTo>
                  <a:lnTo>
                    <a:pt x="44150" y="20406"/>
                  </a:lnTo>
                  <a:lnTo>
                    <a:pt x="43867" y="20406"/>
                  </a:lnTo>
                  <a:lnTo>
                    <a:pt x="43584" y="20602"/>
                  </a:lnTo>
                  <a:lnTo>
                    <a:pt x="43160" y="20895"/>
                  </a:lnTo>
                  <a:lnTo>
                    <a:pt x="43018" y="20895"/>
                  </a:lnTo>
                  <a:lnTo>
                    <a:pt x="42452" y="20797"/>
                  </a:lnTo>
                  <a:lnTo>
                    <a:pt x="42735" y="20602"/>
                  </a:lnTo>
                  <a:lnTo>
                    <a:pt x="43160" y="20309"/>
                  </a:lnTo>
                  <a:lnTo>
                    <a:pt x="43301" y="20113"/>
                  </a:lnTo>
                  <a:lnTo>
                    <a:pt x="43301" y="19820"/>
                  </a:lnTo>
                  <a:lnTo>
                    <a:pt x="42877" y="19625"/>
                  </a:lnTo>
                  <a:lnTo>
                    <a:pt x="39622" y="18844"/>
                  </a:lnTo>
                  <a:lnTo>
                    <a:pt x="39339" y="18454"/>
                  </a:lnTo>
                  <a:lnTo>
                    <a:pt x="39481" y="18356"/>
                  </a:lnTo>
                  <a:lnTo>
                    <a:pt x="40047" y="18161"/>
                  </a:lnTo>
                  <a:lnTo>
                    <a:pt x="40188" y="18161"/>
                  </a:lnTo>
                  <a:lnTo>
                    <a:pt x="40047" y="18063"/>
                  </a:lnTo>
                  <a:lnTo>
                    <a:pt x="39764" y="17868"/>
                  </a:lnTo>
                  <a:lnTo>
                    <a:pt x="39622" y="17868"/>
                  </a:lnTo>
                  <a:lnTo>
                    <a:pt x="39481" y="17770"/>
                  </a:lnTo>
                  <a:lnTo>
                    <a:pt x="39622" y="17770"/>
                  </a:lnTo>
                  <a:lnTo>
                    <a:pt x="39481" y="17770"/>
                  </a:lnTo>
                  <a:lnTo>
                    <a:pt x="39198" y="17672"/>
                  </a:lnTo>
                  <a:lnTo>
                    <a:pt x="37783" y="16989"/>
                  </a:lnTo>
                  <a:lnTo>
                    <a:pt x="37500" y="16989"/>
                  </a:lnTo>
                  <a:lnTo>
                    <a:pt x="37216" y="16989"/>
                  </a:lnTo>
                  <a:lnTo>
                    <a:pt x="36933" y="16891"/>
                  </a:lnTo>
                  <a:lnTo>
                    <a:pt x="36650" y="16794"/>
                  </a:lnTo>
                  <a:lnTo>
                    <a:pt x="36650" y="16598"/>
                  </a:lnTo>
                  <a:lnTo>
                    <a:pt x="36650" y="16403"/>
                  </a:lnTo>
                  <a:lnTo>
                    <a:pt x="36650" y="16208"/>
                  </a:lnTo>
                  <a:lnTo>
                    <a:pt x="36650" y="16013"/>
                  </a:lnTo>
                  <a:lnTo>
                    <a:pt x="36226" y="15817"/>
                  </a:lnTo>
                  <a:lnTo>
                    <a:pt x="34669" y="15427"/>
                  </a:lnTo>
                  <a:lnTo>
                    <a:pt x="34103" y="15134"/>
                  </a:lnTo>
                  <a:lnTo>
                    <a:pt x="33820" y="14938"/>
                  </a:lnTo>
                  <a:lnTo>
                    <a:pt x="33679" y="14548"/>
                  </a:lnTo>
                  <a:lnTo>
                    <a:pt x="33396" y="14157"/>
                  </a:lnTo>
                  <a:lnTo>
                    <a:pt x="32688" y="13474"/>
                  </a:lnTo>
                  <a:lnTo>
                    <a:pt x="30566" y="12107"/>
                  </a:lnTo>
                  <a:lnTo>
                    <a:pt x="30000" y="11521"/>
                  </a:lnTo>
                  <a:lnTo>
                    <a:pt x="29433" y="10642"/>
                  </a:lnTo>
                  <a:lnTo>
                    <a:pt x="29433" y="9764"/>
                  </a:lnTo>
                  <a:lnTo>
                    <a:pt x="30283" y="9373"/>
                  </a:lnTo>
                  <a:lnTo>
                    <a:pt x="29575" y="9080"/>
                  </a:lnTo>
                  <a:lnTo>
                    <a:pt x="28867" y="9373"/>
                  </a:lnTo>
                  <a:lnTo>
                    <a:pt x="28018" y="9959"/>
                  </a:lnTo>
                  <a:lnTo>
                    <a:pt x="27169" y="10447"/>
                  </a:lnTo>
                  <a:lnTo>
                    <a:pt x="27169" y="10154"/>
                  </a:lnTo>
                  <a:lnTo>
                    <a:pt x="27169" y="9959"/>
                  </a:lnTo>
                  <a:lnTo>
                    <a:pt x="27169" y="9471"/>
                  </a:lnTo>
                  <a:lnTo>
                    <a:pt x="27169" y="9178"/>
                  </a:lnTo>
                  <a:lnTo>
                    <a:pt x="27452" y="8885"/>
                  </a:lnTo>
                  <a:lnTo>
                    <a:pt x="27594" y="8689"/>
                  </a:lnTo>
                  <a:lnTo>
                    <a:pt x="27735" y="8689"/>
                  </a:lnTo>
                  <a:lnTo>
                    <a:pt x="27735" y="8201"/>
                  </a:lnTo>
                  <a:lnTo>
                    <a:pt x="27735" y="7713"/>
                  </a:lnTo>
                  <a:lnTo>
                    <a:pt x="27452" y="7420"/>
                  </a:lnTo>
                  <a:lnTo>
                    <a:pt x="26886" y="7225"/>
                  </a:lnTo>
                  <a:lnTo>
                    <a:pt x="26886" y="7225"/>
                  </a:lnTo>
                  <a:lnTo>
                    <a:pt x="26179" y="6444"/>
                  </a:lnTo>
                  <a:lnTo>
                    <a:pt x="18113" y="1659"/>
                  </a:lnTo>
                  <a:lnTo>
                    <a:pt x="17122" y="1171"/>
                  </a:lnTo>
                  <a:lnTo>
                    <a:pt x="14009" y="781"/>
                  </a:lnTo>
                  <a:lnTo>
                    <a:pt x="12877" y="195"/>
                  </a:lnTo>
                  <a:lnTo>
                    <a:pt x="12452" y="0"/>
                  </a:lnTo>
                  <a:lnTo>
                    <a:pt x="11603" y="0"/>
                  </a:lnTo>
                  <a:lnTo>
                    <a:pt x="9481" y="585"/>
                  </a:lnTo>
                  <a:lnTo>
                    <a:pt x="8632" y="0"/>
                  </a:lnTo>
                  <a:lnTo>
                    <a:pt x="7216" y="97"/>
                  </a:lnTo>
                  <a:lnTo>
                    <a:pt x="5660" y="488"/>
                  </a:lnTo>
                  <a:lnTo>
                    <a:pt x="4386" y="488"/>
                  </a:lnTo>
                  <a:lnTo>
                    <a:pt x="3254" y="0"/>
                  </a:lnTo>
                  <a:lnTo>
                    <a:pt x="2971" y="0"/>
                  </a:lnTo>
                  <a:lnTo>
                    <a:pt x="2122" y="390"/>
                  </a:lnTo>
                  <a:lnTo>
                    <a:pt x="2122" y="488"/>
                  </a:lnTo>
                  <a:lnTo>
                    <a:pt x="1556" y="390"/>
                  </a:lnTo>
                  <a:lnTo>
                    <a:pt x="707" y="390"/>
                  </a:lnTo>
                  <a:lnTo>
                    <a:pt x="283" y="585"/>
                  </a:lnTo>
                  <a:lnTo>
                    <a:pt x="424" y="1074"/>
                  </a:lnTo>
                  <a:lnTo>
                    <a:pt x="141" y="1659"/>
                  </a:lnTo>
                  <a:lnTo>
                    <a:pt x="141" y="2929"/>
                  </a:lnTo>
                  <a:lnTo>
                    <a:pt x="0" y="3710"/>
                  </a:lnTo>
                  <a:lnTo>
                    <a:pt x="0" y="3905"/>
                  </a:lnTo>
                  <a:lnTo>
                    <a:pt x="141" y="4296"/>
                  </a:lnTo>
                  <a:lnTo>
                    <a:pt x="424" y="4589"/>
                  </a:lnTo>
                  <a:lnTo>
                    <a:pt x="566" y="4784"/>
                  </a:lnTo>
                  <a:lnTo>
                    <a:pt x="849" y="4784"/>
                  </a:lnTo>
                  <a:lnTo>
                    <a:pt x="1698" y="4784"/>
                  </a:lnTo>
                  <a:lnTo>
                    <a:pt x="1981" y="4882"/>
                  </a:lnTo>
                  <a:lnTo>
                    <a:pt x="2547" y="5174"/>
                  </a:lnTo>
                  <a:lnTo>
                    <a:pt x="2122" y="5370"/>
                  </a:lnTo>
                  <a:lnTo>
                    <a:pt x="1556" y="5467"/>
                  </a:lnTo>
                  <a:lnTo>
                    <a:pt x="707" y="5370"/>
                  </a:lnTo>
                  <a:lnTo>
                    <a:pt x="283" y="5467"/>
                  </a:lnTo>
                  <a:lnTo>
                    <a:pt x="141" y="5760"/>
                  </a:lnTo>
                  <a:lnTo>
                    <a:pt x="283" y="6444"/>
                  </a:lnTo>
                  <a:lnTo>
                    <a:pt x="141" y="6737"/>
                  </a:lnTo>
                  <a:lnTo>
                    <a:pt x="424" y="6932"/>
                  </a:lnTo>
                  <a:lnTo>
                    <a:pt x="1132" y="7127"/>
                  </a:lnTo>
                  <a:lnTo>
                    <a:pt x="1981" y="7811"/>
                  </a:lnTo>
                  <a:lnTo>
                    <a:pt x="1981" y="8201"/>
                  </a:lnTo>
                  <a:lnTo>
                    <a:pt x="1698" y="9080"/>
                  </a:lnTo>
                  <a:lnTo>
                    <a:pt x="1698" y="9666"/>
                  </a:lnTo>
                  <a:lnTo>
                    <a:pt x="1698" y="10056"/>
                  </a:lnTo>
                  <a:lnTo>
                    <a:pt x="1698" y="10252"/>
                  </a:lnTo>
                  <a:lnTo>
                    <a:pt x="1839" y="10447"/>
                  </a:lnTo>
                  <a:lnTo>
                    <a:pt x="2122" y="10545"/>
                  </a:lnTo>
                  <a:lnTo>
                    <a:pt x="2547" y="10740"/>
                  </a:lnTo>
                  <a:lnTo>
                    <a:pt x="2830" y="11228"/>
                  </a:lnTo>
                  <a:lnTo>
                    <a:pt x="2971" y="11423"/>
                  </a:lnTo>
                  <a:lnTo>
                    <a:pt x="2971" y="12107"/>
                  </a:lnTo>
                  <a:lnTo>
                    <a:pt x="3113" y="12302"/>
                  </a:lnTo>
                  <a:lnTo>
                    <a:pt x="3396" y="12497"/>
                  </a:lnTo>
                  <a:lnTo>
                    <a:pt x="4103" y="12986"/>
                  </a:lnTo>
                  <a:lnTo>
                    <a:pt x="4386" y="13474"/>
                  </a:lnTo>
                  <a:lnTo>
                    <a:pt x="4528" y="13864"/>
                  </a:lnTo>
                  <a:lnTo>
                    <a:pt x="4811" y="14060"/>
                  </a:lnTo>
                  <a:lnTo>
                    <a:pt x="4952" y="14157"/>
                  </a:lnTo>
                  <a:lnTo>
                    <a:pt x="5518" y="14157"/>
                  </a:lnTo>
                  <a:lnTo>
                    <a:pt x="5660" y="14060"/>
                  </a:lnTo>
                  <a:lnTo>
                    <a:pt x="5660" y="13669"/>
                  </a:lnTo>
                  <a:lnTo>
                    <a:pt x="5660" y="13376"/>
                  </a:lnTo>
                  <a:lnTo>
                    <a:pt x="5660" y="13279"/>
                  </a:lnTo>
                  <a:lnTo>
                    <a:pt x="5518" y="13181"/>
                  </a:lnTo>
                  <a:lnTo>
                    <a:pt x="6084" y="12693"/>
                  </a:lnTo>
                  <a:lnTo>
                    <a:pt x="6650" y="13083"/>
                  </a:lnTo>
                  <a:lnTo>
                    <a:pt x="6933" y="13474"/>
                  </a:lnTo>
                  <a:lnTo>
                    <a:pt x="7358" y="13962"/>
                  </a:lnTo>
                  <a:lnTo>
                    <a:pt x="8773" y="14157"/>
                  </a:lnTo>
                  <a:lnTo>
                    <a:pt x="10330" y="14157"/>
                  </a:lnTo>
                  <a:lnTo>
                    <a:pt x="11745" y="13962"/>
                  </a:lnTo>
                  <a:lnTo>
                    <a:pt x="12452" y="14060"/>
                  </a:lnTo>
                  <a:lnTo>
                    <a:pt x="12452" y="14548"/>
                  </a:lnTo>
                  <a:lnTo>
                    <a:pt x="18537" y="14450"/>
                  </a:lnTo>
                  <a:lnTo>
                    <a:pt x="19952" y="14841"/>
                  </a:lnTo>
                  <a:lnTo>
                    <a:pt x="20801" y="14646"/>
                  </a:lnTo>
                  <a:lnTo>
                    <a:pt x="21084" y="14255"/>
                  </a:lnTo>
                  <a:lnTo>
                    <a:pt x="20801" y="13669"/>
                  </a:lnTo>
                  <a:lnTo>
                    <a:pt x="20094" y="13181"/>
                  </a:lnTo>
                  <a:lnTo>
                    <a:pt x="18820" y="12497"/>
                  </a:lnTo>
                  <a:lnTo>
                    <a:pt x="15424" y="11521"/>
                  </a:lnTo>
                  <a:lnTo>
                    <a:pt x="15000" y="11326"/>
                  </a:lnTo>
                  <a:lnTo>
                    <a:pt x="14292" y="10740"/>
                  </a:lnTo>
                  <a:lnTo>
                    <a:pt x="14009" y="10154"/>
                  </a:lnTo>
                  <a:lnTo>
                    <a:pt x="13867" y="9568"/>
                  </a:lnTo>
                  <a:lnTo>
                    <a:pt x="15283" y="10642"/>
                  </a:lnTo>
                  <a:lnTo>
                    <a:pt x="21226" y="12497"/>
                  </a:lnTo>
                  <a:lnTo>
                    <a:pt x="21509" y="12693"/>
                  </a:lnTo>
                  <a:lnTo>
                    <a:pt x="21933" y="13083"/>
                  </a:lnTo>
                  <a:lnTo>
                    <a:pt x="22075" y="13572"/>
                  </a:lnTo>
                  <a:lnTo>
                    <a:pt x="22358" y="13669"/>
                  </a:lnTo>
                  <a:lnTo>
                    <a:pt x="22500" y="14060"/>
                  </a:lnTo>
                  <a:lnTo>
                    <a:pt x="22641" y="14157"/>
                  </a:lnTo>
                  <a:lnTo>
                    <a:pt x="23349" y="14060"/>
                  </a:lnTo>
                  <a:lnTo>
                    <a:pt x="24056" y="13864"/>
                  </a:lnTo>
                  <a:lnTo>
                    <a:pt x="27028" y="14060"/>
                  </a:lnTo>
                  <a:lnTo>
                    <a:pt x="26603" y="14841"/>
                  </a:lnTo>
                  <a:lnTo>
                    <a:pt x="24056" y="14646"/>
                  </a:lnTo>
                  <a:lnTo>
                    <a:pt x="22783" y="15329"/>
                  </a:lnTo>
                  <a:lnTo>
                    <a:pt x="22075" y="15036"/>
                  </a:lnTo>
                  <a:lnTo>
                    <a:pt x="21226" y="15622"/>
                  </a:lnTo>
                  <a:lnTo>
                    <a:pt x="20943" y="16598"/>
                  </a:lnTo>
                  <a:lnTo>
                    <a:pt x="21933" y="17965"/>
                  </a:lnTo>
                  <a:lnTo>
                    <a:pt x="22216" y="19235"/>
                  </a:lnTo>
                  <a:lnTo>
                    <a:pt x="22216" y="21383"/>
                  </a:lnTo>
                  <a:lnTo>
                    <a:pt x="21367" y="20992"/>
                  </a:lnTo>
                  <a:lnTo>
                    <a:pt x="21084" y="20211"/>
                  </a:lnTo>
                  <a:lnTo>
                    <a:pt x="20660" y="17770"/>
                  </a:lnTo>
                  <a:lnTo>
                    <a:pt x="20235" y="17087"/>
                  </a:lnTo>
                  <a:lnTo>
                    <a:pt x="19811" y="16598"/>
                  </a:lnTo>
                  <a:lnTo>
                    <a:pt x="15141" y="15427"/>
                  </a:lnTo>
                  <a:lnTo>
                    <a:pt x="14150" y="15329"/>
                  </a:lnTo>
                  <a:lnTo>
                    <a:pt x="13160" y="15524"/>
                  </a:lnTo>
                  <a:lnTo>
                    <a:pt x="12452" y="15524"/>
                  </a:lnTo>
                  <a:lnTo>
                    <a:pt x="11462" y="15036"/>
                  </a:lnTo>
                  <a:lnTo>
                    <a:pt x="11037" y="15427"/>
                  </a:lnTo>
                  <a:lnTo>
                    <a:pt x="10471" y="15329"/>
                  </a:lnTo>
                  <a:lnTo>
                    <a:pt x="9622" y="14841"/>
                  </a:lnTo>
                  <a:lnTo>
                    <a:pt x="9198" y="14938"/>
                  </a:lnTo>
                  <a:lnTo>
                    <a:pt x="8915" y="15134"/>
                  </a:lnTo>
                  <a:lnTo>
                    <a:pt x="8632" y="15524"/>
                  </a:lnTo>
                  <a:lnTo>
                    <a:pt x="8632" y="15915"/>
                  </a:lnTo>
                  <a:lnTo>
                    <a:pt x="8490" y="16110"/>
                  </a:lnTo>
                  <a:lnTo>
                    <a:pt x="7783" y="16305"/>
                  </a:lnTo>
                  <a:lnTo>
                    <a:pt x="7075" y="16989"/>
                  </a:lnTo>
                  <a:lnTo>
                    <a:pt x="6226" y="17868"/>
                  </a:lnTo>
                  <a:lnTo>
                    <a:pt x="5660" y="17965"/>
                  </a:lnTo>
                  <a:lnTo>
                    <a:pt x="5801" y="18454"/>
                  </a:lnTo>
                  <a:lnTo>
                    <a:pt x="6084" y="19235"/>
                  </a:lnTo>
                  <a:lnTo>
                    <a:pt x="6933" y="19625"/>
                  </a:lnTo>
                  <a:lnTo>
                    <a:pt x="7216" y="19625"/>
                  </a:lnTo>
                  <a:lnTo>
                    <a:pt x="8207" y="19235"/>
                  </a:lnTo>
                  <a:lnTo>
                    <a:pt x="8490" y="19235"/>
                  </a:lnTo>
                  <a:lnTo>
                    <a:pt x="8773" y="19430"/>
                  </a:lnTo>
                  <a:lnTo>
                    <a:pt x="9056" y="20309"/>
                  </a:lnTo>
                  <a:lnTo>
                    <a:pt x="9481" y="20309"/>
                  </a:lnTo>
                  <a:lnTo>
                    <a:pt x="9764" y="20309"/>
                  </a:lnTo>
                  <a:lnTo>
                    <a:pt x="10188" y="20406"/>
                  </a:lnTo>
                  <a:lnTo>
                    <a:pt x="10188" y="20797"/>
                  </a:lnTo>
                  <a:lnTo>
                    <a:pt x="9905" y="21187"/>
                  </a:lnTo>
                  <a:lnTo>
                    <a:pt x="9622" y="21285"/>
                  </a:lnTo>
                  <a:lnTo>
                    <a:pt x="8632" y="21187"/>
                  </a:lnTo>
                  <a:lnTo>
                    <a:pt x="8207" y="21578"/>
                  </a:lnTo>
                  <a:lnTo>
                    <a:pt x="8490" y="21871"/>
                  </a:lnTo>
                  <a:lnTo>
                    <a:pt x="8632" y="22066"/>
                  </a:lnTo>
                  <a:lnTo>
                    <a:pt x="8773" y="22750"/>
                  </a:lnTo>
                  <a:lnTo>
                    <a:pt x="8915" y="22847"/>
                  </a:lnTo>
                  <a:lnTo>
                    <a:pt x="9622" y="22945"/>
                  </a:lnTo>
                  <a:lnTo>
                    <a:pt x="10330" y="22945"/>
                  </a:lnTo>
                  <a:lnTo>
                    <a:pt x="10754" y="22945"/>
                  </a:lnTo>
                  <a:lnTo>
                    <a:pt x="10754" y="23238"/>
                  </a:lnTo>
                  <a:lnTo>
                    <a:pt x="10471" y="23628"/>
                  </a:lnTo>
                  <a:lnTo>
                    <a:pt x="10188" y="23726"/>
                  </a:lnTo>
                  <a:lnTo>
                    <a:pt x="9622" y="23726"/>
                  </a:lnTo>
                  <a:lnTo>
                    <a:pt x="6367" y="25093"/>
                  </a:lnTo>
                  <a:lnTo>
                    <a:pt x="4245" y="25777"/>
                  </a:lnTo>
                  <a:lnTo>
                    <a:pt x="3537" y="26069"/>
                  </a:lnTo>
                  <a:lnTo>
                    <a:pt x="3537" y="26753"/>
                  </a:lnTo>
                  <a:lnTo>
                    <a:pt x="4103" y="27144"/>
                  </a:lnTo>
                  <a:lnTo>
                    <a:pt x="5518" y="27632"/>
                  </a:lnTo>
                  <a:lnTo>
                    <a:pt x="5660" y="27827"/>
                  </a:lnTo>
                  <a:lnTo>
                    <a:pt x="5943" y="28413"/>
                  </a:lnTo>
                  <a:lnTo>
                    <a:pt x="6084" y="28608"/>
                  </a:lnTo>
                  <a:lnTo>
                    <a:pt x="6367" y="28608"/>
                  </a:lnTo>
                  <a:lnTo>
                    <a:pt x="6933" y="28510"/>
                  </a:lnTo>
                  <a:lnTo>
                    <a:pt x="9198" y="27436"/>
                  </a:lnTo>
                  <a:lnTo>
                    <a:pt x="10896" y="26851"/>
                  </a:lnTo>
                  <a:lnTo>
                    <a:pt x="12311" y="26558"/>
                  </a:lnTo>
                  <a:lnTo>
                    <a:pt x="13726" y="26655"/>
                  </a:lnTo>
                  <a:lnTo>
                    <a:pt x="13018" y="26851"/>
                  </a:lnTo>
                  <a:lnTo>
                    <a:pt x="12594" y="27339"/>
                  </a:lnTo>
                  <a:lnTo>
                    <a:pt x="12169" y="27729"/>
                  </a:lnTo>
                  <a:lnTo>
                    <a:pt x="11886" y="28315"/>
                  </a:lnTo>
                  <a:lnTo>
                    <a:pt x="12311" y="28803"/>
                  </a:lnTo>
                  <a:lnTo>
                    <a:pt x="12877" y="28901"/>
                  </a:lnTo>
                  <a:lnTo>
                    <a:pt x="14433" y="28901"/>
                  </a:lnTo>
                  <a:lnTo>
                    <a:pt x="15424" y="28706"/>
                  </a:lnTo>
                  <a:lnTo>
                    <a:pt x="16839" y="28022"/>
                  </a:lnTo>
                  <a:lnTo>
                    <a:pt x="18113" y="27729"/>
                  </a:lnTo>
                  <a:lnTo>
                    <a:pt x="19245" y="28315"/>
                  </a:lnTo>
                  <a:lnTo>
                    <a:pt x="17688" y="28706"/>
                  </a:lnTo>
                  <a:lnTo>
                    <a:pt x="16839" y="28999"/>
                  </a:lnTo>
                  <a:lnTo>
                    <a:pt x="16415" y="29389"/>
                  </a:lnTo>
                  <a:lnTo>
                    <a:pt x="18396" y="29877"/>
                  </a:lnTo>
                  <a:lnTo>
                    <a:pt x="16981" y="30073"/>
                  </a:lnTo>
                  <a:lnTo>
                    <a:pt x="16556" y="30366"/>
                  </a:lnTo>
                  <a:lnTo>
                    <a:pt x="16132" y="30951"/>
                  </a:lnTo>
                  <a:lnTo>
                    <a:pt x="16415" y="31537"/>
                  </a:lnTo>
                  <a:lnTo>
                    <a:pt x="16556" y="32026"/>
                  </a:lnTo>
                  <a:lnTo>
                    <a:pt x="17264" y="33002"/>
                  </a:lnTo>
                  <a:lnTo>
                    <a:pt x="17830" y="33393"/>
                  </a:lnTo>
                  <a:lnTo>
                    <a:pt x="18396" y="33685"/>
                  </a:lnTo>
                  <a:lnTo>
                    <a:pt x="19245" y="33783"/>
                  </a:lnTo>
                  <a:lnTo>
                    <a:pt x="19952" y="33685"/>
                  </a:lnTo>
                  <a:lnTo>
                    <a:pt x="20801" y="33588"/>
                  </a:lnTo>
                  <a:lnTo>
                    <a:pt x="21367" y="33295"/>
                  </a:lnTo>
                  <a:lnTo>
                    <a:pt x="21933" y="32807"/>
                  </a:lnTo>
                  <a:lnTo>
                    <a:pt x="22216" y="32318"/>
                  </a:lnTo>
                  <a:lnTo>
                    <a:pt x="22358" y="31733"/>
                  </a:lnTo>
                  <a:lnTo>
                    <a:pt x="22358" y="30951"/>
                  </a:lnTo>
                  <a:lnTo>
                    <a:pt x="22500" y="30463"/>
                  </a:lnTo>
                  <a:lnTo>
                    <a:pt x="22924" y="30366"/>
                  </a:lnTo>
                  <a:lnTo>
                    <a:pt x="23349" y="30561"/>
                  </a:lnTo>
                  <a:lnTo>
                    <a:pt x="23632" y="31244"/>
                  </a:lnTo>
                  <a:lnTo>
                    <a:pt x="23773" y="31830"/>
                  </a:lnTo>
                  <a:lnTo>
                    <a:pt x="23915" y="32221"/>
                  </a:lnTo>
                  <a:lnTo>
                    <a:pt x="24056" y="32514"/>
                  </a:lnTo>
                  <a:lnTo>
                    <a:pt x="24905" y="32807"/>
                  </a:lnTo>
                  <a:lnTo>
                    <a:pt x="25613" y="33002"/>
                  </a:lnTo>
                  <a:lnTo>
                    <a:pt x="26462" y="32709"/>
                  </a:lnTo>
                  <a:lnTo>
                    <a:pt x="27028" y="32709"/>
                  </a:lnTo>
                  <a:lnTo>
                    <a:pt x="27452" y="32709"/>
                  </a:lnTo>
                  <a:lnTo>
                    <a:pt x="27735" y="32514"/>
                  </a:lnTo>
                  <a:lnTo>
                    <a:pt x="28018" y="32221"/>
                  </a:lnTo>
                  <a:lnTo>
                    <a:pt x="28160" y="31928"/>
                  </a:lnTo>
                  <a:lnTo>
                    <a:pt x="28584" y="31733"/>
                  </a:lnTo>
                  <a:lnTo>
                    <a:pt x="28584" y="32514"/>
                  </a:lnTo>
                  <a:lnTo>
                    <a:pt x="28160" y="33197"/>
                  </a:lnTo>
                  <a:lnTo>
                    <a:pt x="27452" y="33490"/>
                  </a:lnTo>
                  <a:lnTo>
                    <a:pt x="26037" y="33588"/>
                  </a:lnTo>
                  <a:lnTo>
                    <a:pt x="25188" y="33881"/>
                  </a:lnTo>
                  <a:lnTo>
                    <a:pt x="24339" y="34369"/>
                  </a:lnTo>
                  <a:lnTo>
                    <a:pt x="23773" y="35052"/>
                  </a:lnTo>
                  <a:lnTo>
                    <a:pt x="23773" y="35150"/>
                  </a:lnTo>
                  <a:lnTo>
                    <a:pt x="23915" y="35345"/>
                  </a:lnTo>
                  <a:lnTo>
                    <a:pt x="23773" y="35443"/>
                  </a:lnTo>
                  <a:lnTo>
                    <a:pt x="23490" y="35638"/>
                  </a:lnTo>
                  <a:lnTo>
                    <a:pt x="23349" y="35736"/>
                  </a:lnTo>
                  <a:lnTo>
                    <a:pt x="23066" y="35638"/>
                  </a:lnTo>
                  <a:lnTo>
                    <a:pt x="22924" y="35736"/>
                  </a:lnTo>
                  <a:lnTo>
                    <a:pt x="21367" y="36517"/>
                  </a:lnTo>
                  <a:lnTo>
                    <a:pt x="20943" y="37005"/>
                  </a:lnTo>
                  <a:lnTo>
                    <a:pt x="20943" y="37591"/>
                  </a:lnTo>
                  <a:lnTo>
                    <a:pt x="22216" y="41008"/>
                  </a:lnTo>
                  <a:lnTo>
                    <a:pt x="22641" y="41399"/>
                  </a:lnTo>
                  <a:lnTo>
                    <a:pt x="23349" y="41497"/>
                  </a:lnTo>
                  <a:lnTo>
                    <a:pt x="24198" y="41594"/>
                  </a:lnTo>
                  <a:lnTo>
                    <a:pt x="28160" y="42571"/>
                  </a:lnTo>
                  <a:lnTo>
                    <a:pt x="28443" y="42473"/>
                  </a:lnTo>
                  <a:lnTo>
                    <a:pt x="29009" y="42082"/>
                  </a:lnTo>
                  <a:lnTo>
                    <a:pt x="29858" y="40325"/>
                  </a:lnTo>
                  <a:lnTo>
                    <a:pt x="30283" y="39641"/>
                  </a:lnTo>
                  <a:lnTo>
                    <a:pt x="30566" y="39544"/>
                  </a:lnTo>
                  <a:lnTo>
                    <a:pt x="30707" y="39251"/>
                  </a:lnTo>
                  <a:lnTo>
                    <a:pt x="30849" y="39056"/>
                  </a:lnTo>
                  <a:lnTo>
                    <a:pt x="30849" y="39641"/>
                  </a:lnTo>
                  <a:lnTo>
                    <a:pt x="30283" y="42082"/>
                  </a:lnTo>
                  <a:lnTo>
                    <a:pt x="30424" y="42375"/>
                  </a:lnTo>
                  <a:lnTo>
                    <a:pt x="30707" y="42473"/>
                  </a:lnTo>
                  <a:lnTo>
                    <a:pt x="31273" y="42571"/>
                  </a:lnTo>
                  <a:lnTo>
                    <a:pt x="31839" y="42473"/>
                  </a:lnTo>
                  <a:lnTo>
                    <a:pt x="32547" y="42278"/>
                  </a:lnTo>
                  <a:lnTo>
                    <a:pt x="33254" y="41887"/>
                  </a:lnTo>
                  <a:lnTo>
                    <a:pt x="33679" y="41497"/>
                  </a:lnTo>
                  <a:lnTo>
                    <a:pt x="33679" y="40911"/>
                  </a:lnTo>
                  <a:lnTo>
                    <a:pt x="33113" y="40130"/>
                  </a:lnTo>
                  <a:lnTo>
                    <a:pt x="33254" y="39641"/>
                  </a:lnTo>
                  <a:lnTo>
                    <a:pt x="34103" y="40520"/>
                  </a:lnTo>
                  <a:lnTo>
                    <a:pt x="34528" y="41106"/>
                  </a:lnTo>
                  <a:lnTo>
                    <a:pt x="34528" y="42278"/>
                  </a:lnTo>
                  <a:lnTo>
                    <a:pt x="34669" y="42961"/>
                  </a:lnTo>
                  <a:lnTo>
                    <a:pt x="35094" y="43547"/>
                  </a:lnTo>
                  <a:lnTo>
                    <a:pt x="35801" y="43938"/>
                  </a:lnTo>
                  <a:lnTo>
                    <a:pt x="36509" y="43840"/>
                  </a:lnTo>
                  <a:lnTo>
                    <a:pt x="37358" y="43547"/>
                  </a:lnTo>
                  <a:lnTo>
                    <a:pt x="37783" y="43742"/>
                  </a:lnTo>
                  <a:lnTo>
                    <a:pt x="37500" y="44524"/>
                  </a:lnTo>
                  <a:lnTo>
                    <a:pt x="36792" y="45890"/>
                  </a:lnTo>
                  <a:lnTo>
                    <a:pt x="36650" y="46476"/>
                  </a:lnTo>
                  <a:lnTo>
                    <a:pt x="36226" y="49601"/>
                  </a:lnTo>
                  <a:lnTo>
                    <a:pt x="36367" y="50187"/>
                  </a:lnTo>
                  <a:lnTo>
                    <a:pt x="36792" y="50675"/>
                  </a:lnTo>
                  <a:lnTo>
                    <a:pt x="37641" y="50968"/>
                  </a:lnTo>
                  <a:lnTo>
                    <a:pt x="38632" y="51065"/>
                  </a:lnTo>
                  <a:lnTo>
                    <a:pt x="39481" y="50870"/>
                  </a:lnTo>
                  <a:lnTo>
                    <a:pt x="40188" y="50480"/>
                  </a:lnTo>
                  <a:lnTo>
                    <a:pt x="40613" y="49991"/>
                  </a:lnTo>
                  <a:lnTo>
                    <a:pt x="41320" y="48820"/>
                  </a:lnTo>
                  <a:lnTo>
                    <a:pt x="41603" y="48624"/>
                  </a:lnTo>
                  <a:lnTo>
                    <a:pt x="42028" y="48820"/>
                  </a:lnTo>
                  <a:lnTo>
                    <a:pt x="42735" y="49308"/>
                  </a:lnTo>
                  <a:lnTo>
                    <a:pt x="43018" y="49503"/>
                  </a:lnTo>
                  <a:lnTo>
                    <a:pt x="42877" y="49698"/>
                  </a:lnTo>
                  <a:lnTo>
                    <a:pt x="39764" y="51163"/>
                  </a:lnTo>
                  <a:lnTo>
                    <a:pt x="39198" y="51749"/>
                  </a:lnTo>
                  <a:lnTo>
                    <a:pt x="39339" y="52139"/>
                  </a:lnTo>
                  <a:lnTo>
                    <a:pt x="39764" y="52725"/>
                  </a:lnTo>
                  <a:lnTo>
                    <a:pt x="43018" y="54385"/>
                  </a:lnTo>
                  <a:lnTo>
                    <a:pt x="43443" y="54580"/>
                  </a:lnTo>
                  <a:lnTo>
                    <a:pt x="44575" y="54385"/>
                  </a:lnTo>
                  <a:lnTo>
                    <a:pt x="47971" y="54385"/>
                  </a:lnTo>
                  <a:lnTo>
                    <a:pt x="50518" y="54873"/>
                  </a:lnTo>
                  <a:lnTo>
                    <a:pt x="50660" y="54971"/>
                  </a:lnTo>
                  <a:lnTo>
                    <a:pt x="51084" y="55166"/>
                  </a:lnTo>
                  <a:lnTo>
                    <a:pt x="51084" y="55557"/>
                  </a:lnTo>
                  <a:lnTo>
                    <a:pt x="50801" y="55850"/>
                  </a:lnTo>
                  <a:lnTo>
                    <a:pt x="49245" y="55850"/>
                  </a:lnTo>
                  <a:lnTo>
                    <a:pt x="48962" y="55752"/>
                  </a:lnTo>
                  <a:lnTo>
                    <a:pt x="48396" y="55362"/>
                  </a:lnTo>
                  <a:lnTo>
                    <a:pt x="47830" y="55166"/>
                  </a:lnTo>
                  <a:lnTo>
                    <a:pt x="47547" y="55362"/>
                  </a:lnTo>
                  <a:lnTo>
                    <a:pt x="46556" y="55459"/>
                  </a:lnTo>
                  <a:lnTo>
                    <a:pt x="42877" y="54971"/>
                  </a:lnTo>
                  <a:lnTo>
                    <a:pt x="40471" y="54092"/>
                  </a:lnTo>
                  <a:lnTo>
                    <a:pt x="39198" y="53995"/>
                  </a:lnTo>
                  <a:lnTo>
                    <a:pt x="37358" y="54483"/>
                  </a:lnTo>
                  <a:lnTo>
                    <a:pt x="36226" y="54580"/>
                  </a:lnTo>
                  <a:lnTo>
                    <a:pt x="35518" y="54580"/>
                  </a:lnTo>
                  <a:lnTo>
                    <a:pt x="34952" y="54776"/>
                  </a:lnTo>
                  <a:lnTo>
                    <a:pt x="34811" y="54873"/>
                  </a:lnTo>
                  <a:lnTo>
                    <a:pt x="34669" y="55069"/>
                  </a:lnTo>
                  <a:lnTo>
                    <a:pt x="34386" y="55459"/>
                  </a:lnTo>
                  <a:lnTo>
                    <a:pt x="34386" y="55655"/>
                  </a:lnTo>
                  <a:lnTo>
                    <a:pt x="34103" y="55850"/>
                  </a:lnTo>
                  <a:lnTo>
                    <a:pt x="33820" y="55947"/>
                  </a:lnTo>
                  <a:lnTo>
                    <a:pt x="33962" y="56533"/>
                  </a:lnTo>
                  <a:lnTo>
                    <a:pt x="33962" y="56631"/>
                  </a:lnTo>
                  <a:lnTo>
                    <a:pt x="34103" y="56826"/>
                  </a:lnTo>
                  <a:lnTo>
                    <a:pt x="33962" y="57021"/>
                  </a:lnTo>
                  <a:lnTo>
                    <a:pt x="33820" y="57021"/>
                  </a:lnTo>
                  <a:lnTo>
                    <a:pt x="33820" y="57412"/>
                  </a:lnTo>
                  <a:lnTo>
                    <a:pt x="33679" y="57705"/>
                  </a:lnTo>
                  <a:lnTo>
                    <a:pt x="33537" y="57900"/>
                  </a:lnTo>
                  <a:lnTo>
                    <a:pt x="33254" y="58291"/>
                  </a:lnTo>
                  <a:lnTo>
                    <a:pt x="32688" y="58974"/>
                  </a:lnTo>
                  <a:lnTo>
                    <a:pt x="32688" y="59170"/>
                  </a:lnTo>
                  <a:lnTo>
                    <a:pt x="32264" y="59755"/>
                  </a:lnTo>
                  <a:lnTo>
                    <a:pt x="31839" y="60146"/>
                  </a:lnTo>
                  <a:lnTo>
                    <a:pt x="31698" y="60537"/>
                  </a:lnTo>
                  <a:lnTo>
                    <a:pt x="31839" y="61318"/>
                  </a:lnTo>
                  <a:lnTo>
                    <a:pt x="32122" y="61708"/>
                  </a:lnTo>
                  <a:lnTo>
                    <a:pt x="32405" y="62099"/>
                  </a:lnTo>
                  <a:lnTo>
                    <a:pt x="32971" y="62294"/>
                  </a:lnTo>
                  <a:lnTo>
                    <a:pt x="33679" y="62294"/>
                  </a:lnTo>
                  <a:lnTo>
                    <a:pt x="34669" y="61903"/>
                  </a:lnTo>
                  <a:lnTo>
                    <a:pt x="34811" y="61611"/>
                  </a:lnTo>
                  <a:lnTo>
                    <a:pt x="34811" y="61220"/>
                  </a:lnTo>
                  <a:lnTo>
                    <a:pt x="34669" y="60439"/>
                  </a:lnTo>
                  <a:lnTo>
                    <a:pt x="35094" y="60146"/>
                  </a:lnTo>
                  <a:lnTo>
                    <a:pt x="35801" y="59755"/>
                  </a:lnTo>
                  <a:lnTo>
                    <a:pt x="36509" y="59560"/>
                  </a:lnTo>
                  <a:lnTo>
                    <a:pt x="36933" y="59658"/>
                  </a:lnTo>
                  <a:lnTo>
                    <a:pt x="37216" y="59951"/>
                  </a:lnTo>
                  <a:lnTo>
                    <a:pt x="37358" y="60829"/>
                  </a:lnTo>
                  <a:lnTo>
                    <a:pt x="37641" y="61415"/>
                  </a:lnTo>
                  <a:lnTo>
                    <a:pt x="36933" y="61611"/>
                  </a:lnTo>
                  <a:lnTo>
                    <a:pt x="37216" y="61903"/>
                  </a:lnTo>
                  <a:lnTo>
                    <a:pt x="37641" y="62294"/>
                  </a:lnTo>
                  <a:lnTo>
                    <a:pt x="37924" y="62587"/>
                  </a:lnTo>
                  <a:lnTo>
                    <a:pt x="38066" y="63075"/>
                  </a:lnTo>
                  <a:lnTo>
                    <a:pt x="38349" y="63270"/>
                  </a:lnTo>
                  <a:lnTo>
                    <a:pt x="39198" y="63759"/>
                  </a:lnTo>
                  <a:lnTo>
                    <a:pt x="39198" y="64052"/>
                  </a:lnTo>
                  <a:lnTo>
                    <a:pt x="39198" y="64247"/>
                  </a:lnTo>
                  <a:lnTo>
                    <a:pt x="39339" y="64344"/>
                  </a:lnTo>
                  <a:lnTo>
                    <a:pt x="39481" y="64442"/>
                  </a:lnTo>
                  <a:lnTo>
                    <a:pt x="39764" y="64344"/>
                  </a:lnTo>
                  <a:lnTo>
                    <a:pt x="40330" y="63856"/>
                  </a:lnTo>
                  <a:lnTo>
                    <a:pt x="41037" y="63368"/>
                  </a:lnTo>
                  <a:lnTo>
                    <a:pt x="41603" y="62880"/>
                  </a:lnTo>
                  <a:lnTo>
                    <a:pt x="41745" y="62392"/>
                  </a:lnTo>
                  <a:lnTo>
                    <a:pt x="41745" y="61806"/>
                  </a:lnTo>
                  <a:lnTo>
                    <a:pt x="42169" y="61708"/>
                  </a:lnTo>
                  <a:lnTo>
                    <a:pt x="42311" y="61903"/>
                  </a:lnTo>
                  <a:lnTo>
                    <a:pt x="42452" y="62392"/>
                  </a:lnTo>
                  <a:lnTo>
                    <a:pt x="42311" y="62880"/>
                  </a:lnTo>
                  <a:lnTo>
                    <a:pt x="42311" y="63270"/>
                  </a:lnTo>
                  <a:lnTo>
                    <a:pt x="42735" y="63466"/>
                  </a:lnTo>
                  <a:lnTo>
                    <a:pt x="43160" y="63661"/>
                  </a:lnTo>
                  <a:lnTo>
                    <a:pt x="43443" y="63759"/>
                  </a:lnTo>
                  <a:lnTo>
                    <a:pt x="43726" y="63759"/>
                  </a:lnTo>
                  <a:lnTo>
                    <a:pt x="43867" y="63661"/>
                  </a:lnTo>
                  <a:lnTo>
                    <a:pt x="44150" y="63563"/>
                  </a:lnTo>
                  <a:lnTo>
                    <a:pt x="44716" y="63563"/>
                  </a:lnTo>
                  <a:lnTo>
                    <a:pt x="45141" y="63466"/>
                  </a:lnTo>
                  <a:lnTo>
                    <a:pt x="45849" y="63563"/>
                  </a:lnTo>
                  <a:lnTo>
                    <a:pt x="47971" y="63368"/>
                  </a:lnTo>
                  <a:lnTo>
                    <a:pt x="48396" y="63368"/>
                  </a:lnTo>
                  <a:lnTo>
                    <a:pt x="48254" y="63661"/>
                  </a:lnTo>
                  <a:lnTo>
                    <a:pt x="47830" y="64247"/>
                  </a:lnTo>
                  <a:lnTo>
                    <a:pt x="47547" y="64540"/>
                  </a:lnTo>
                  <a:lnTo>
                    <a:pt x="46981" y="65028"/>
                  </a:lnTo>
                  <a:lnTo>
                    <a:pt x="46556" y="65321"/>
                  </a:lnTo>
                  <a:lnTo>
                    <a:pt x="46415" y="66688"/>
                  </a:lnTo>
                  <a:lnTo>
                    <a:pt x="46556" y="67078"/>
                  </a:lnTo>
                  <a:lnTo>
                    <a:pt x="47264" y="67567"/>
                  </a:lnTo>
                  <a:lnTo>
                    <a:pt x="47405" y="67860"/>
                  </a:lnTo>
                  <a:lnTo>
                    <a:pt x="48254" y="67664"/>
                  </a:lnTo>
                  <a:lnTo>
                    <a:pt x="48820" y="67469"/>
                  </a:lnTo>
                  <a:lnTo>
                    <a:pt x="49386" y="66981"/>
                  </a:lnTo>
                  <a:lnTo>
                    <a:pt x="49952" y="66297"/>
                  </a:lnTo>
                  <a:lnTo>
                    <a:pt x="50377" y="65907"/>
                  </a:lnTo>
                  <a:lnTo>
                    <a:pt x="51933" y="65223"/>
                  </a:lnTo>
                  <a:lnTo>
                    <a:pt x="52641" y="64637"/>
                  </a:lnTo>
                  <a:lnTo>
                    <a:pt x="52783" y="65321"/>
                  </a:lnTo>
                  <a:lnTo>
                    <a:pt x="51933" y="66102"/>
                  </a:lnTo>
                  <a:lnTo>
                    <a:pt x="51084" y="66883"/>
                  </a:lnTo>
                  <a:lnTo>
                    <a:pt x="49245" y="68445"/>
                  </a:lnTo>
                  <a:lnTo>
                    <a:pt x="48254" y="68836"/>
                  </a:lnTo>
                  <a:lnTo>
                    <a:pt x="47122" y="68934"/>
                  </a:lnTo>
                  <a:lnTo>
                    <a:pt x="46132" y="69422"/>
                  </a:lnTo>
                  <a:lnTo>
                    <a:pt x="46415" y="70203"/>
                  </a:lnTo>
                  <a:lnTo>
                    <a:pt x="46556" y="70789"/>
                  </a:lnTo>
                  <a:lnTo>
                    <a:pt x="47122" y="71082"/>
                  </a:lnTo>
                  <a:lnTo>
                    <a:pt x="47688" y="71277"/>
                  </a:lnTo>
                  <a:lnTo>
                    <a:pt x="48396" y="71179"/>
                  </a:lnTo>
                  <a:lnTo>
                    <a:pt x="50094" y="70301"/>
                  </a:lnTo>
                  <a:lnTo>
                    <a:pt x="51084" y="70301"/>
                  </a:lnTo>
                  <a:lnTo>
                    <a:pt x="51367" y="70496"/>
                  </a:lnTo>
                  <a:lnTo>
                    <a:pt x="51509" y="70984"/>
                  </a:lnTo>
                  <a:lnTo>
                    <a:pt x="51792" y="70984"/>
                  </a:lnTo>
                  <a:lnTo>
                    <a:pt x="52075" y="70886"/>
                  </a:lnTo>
                  <a:lnTo>
                    <a:pt x="52500" y="70496"/>
                  </a:lnTo>
                  <a:lnTo>
                    <a:pt x="52924" y="70203"/>
                  </a:lnTo>
                  <a:lnTo>
                    <a:pt x="53490" y="69227"/>
                  </a:lnTo>
                  <a:lnTo>
                    <a:pt x="54339" y="68641"/>
                  </a:lnTo>
                  <a:lnTo>
                    <a:pt x="54905" y="68250"/>
                  </a:lnTo>
                  <a:lnTo>
                    <a:pt x="55471" y="68055"/>
                  </a:lnTo>
                  <a:lnTo>
                    <a:pt x="55754" y="68055"/>
                  </a:lnTo>
                  <a:lnTo>
                    <a:pt x="55471" y="68445"/>
                  </a:lnTo>
                  <a:lnTo>
                    <a:pt x="54905" y="69031"/>
                  </a:lnTo>
                  <a:lnTo>
                    <a:pt x="54481" y="69519"/>
                  </a:lnTo>
                  <a:lnTo>
                    <a:pt x="54056" y="69910"/>
                  </a:lnTo>
                  <a:lnTo>
                    <a:pt x="53632" y="70203"/>
                  </a:lnTo>
                  <a:lnTo>
                    <a:pt x="52924" y="71472"/>
                  </a:lnTo>
                  <a:lnTo>
                    <a:pt x="52924" y="71765"/>
                  </a:lnTo>
                  <a:lnTo>
                    <a:pt x="53066" y="72058"/>
                  </a:lnTo>
                  <a:lnTo>
                    <a:pt x="53490" y="72156"/>
                  </a:lnTo>
                  <a:lnTo>
                    <a:pt x="54198" y="72058"/>
                  </a:lnTo>
                  <a:lnTo>
                    <a:pt x="54622" y="71863"/>
                  </a:lnTo>
                  <a:lnTo>
                    <a:pt x="54905" y="71765"/>
                  </a:lnTo>
                  <a:lnTo>
                    <a:pt x="54622" y="72253"/>
                  </a:lnTo>
                  <a:lnTo>
                    <a:pt x="53915" y="73132"/>
                  </a:lnTo>
                  <a:lnTo>
                    <a:pt x="52924" y="74987"/>
                  </a:lnTo>
                  <a:lnTo>
                    <a:pt x="52783" y="75768"/>
                  </a:lnTo>
                  <a:lnTo>
                    <a:pt x="53632" y="75573"/>
                  </a:lnTo>
                  <a:lnTo>
                    <a:pt x="54905" y="74987"/>
                  </a:lnTo>
                  <a:lnTo>
                    <a:pt x="58443" y="74109"/>
                  </a:lnTo>
                  <a:lnTo>
                    <a:pt x="58018" y="74792"/>
                  </a:lnTo>
                  <a:lnTo>
                    <a:pt x="57452" y="75085"/>
                  </a:lnTo>
                  <a:lnTo>
                    <a:pt x="57028" y="75183"/>
                  </a:lnTo>
                  <a:lnTo>
                    <a:pt x="56745" y="75671"/>
                  </a:lnTo>
                  <a:lnTo>
                    <a:pt x="56179" y="75964"/>
                  </a:lnTo>
                  <a:lnTo>
                    <a:pt x="54764" y="76159"/>
                  </a:lnTo>
                  <a:lnTo>
                    <a:pt x="54339" y="76647"/>
                  </a:lnTo>
                  <a:lnTo>
                    <a:pt x="54056" y="76550"/>
                  </a:lnTo>
                  <a:lnTo>
                    <a:pt x="52500" y="76940"/>
                  </a:lnTo>
                  <a:lnTo>
                    <a:pt x="52075" y="77038"/>
                  </a:lnTo>
                  <a:lnTo>
                    <a:pt x="51367" y="77038"/>
                  </a:lnTo>
                  <a:lnTo>
                    <a:pt x="50801" y="76940"/>
                  </a:lnTo>
                  <a:lnTo>
                    <a:pt x="50518" y="76647"/>
                  </a:lnTo>
                  <a:lnTo>
                    <a:pt x="50235" y="76061"/>
                  </a:lnTo>
                  <a:lnTo>
                    <a:pt x="49669" y="76257"/>
                  </a:lnTo>
                  <a:lnTo>
                    <a:pt x="48537" y="76159"/>
                  </a:lnTo>
                  <a:lnTo>
                    <a:pt x="48254" y="76354"/>
                  </a:lnTo>
                  <a:lnTo>
                    <a:pt x="47830" y="76842"/>
                  </a:lnTo>
                  <a:lnTo>
                    <a:pt x="47971" y="77135"/>
                  </a:lnTo>
                  <a:lnTo>
                    <a:pt x="48396" y="77526"/>
                  </a:lnTo>
                  <a:lnTo>
                    <a:pt x="48679" y="77819"/>
                  </a:lnTo>
                  <a:lnTo>
                    <a:pt x="51509" y="78991"/>
                  </a:lnTo>
                  <a:lnTo>
                    <a:pt x="52075" y="79772"/>
                  </a:lnTo>
                  <a:lnTo>
                    <a:pt x="52216" y="80065"/>
                  </a:lnTo>
                  <a:lnTo>
                    <a:pt x="52924" y="80748"/>
                  </a:lnTo>
                  <a:lnTo>
                    <a:pt x="53632" y="81822"/>
                  </a:lnTo>
                  <a:lnTo>
                    <a:pt x="53632" y="82017"/>
                  </a:lnTo>
                  <a:lnTo>
                    <a:pt x="53632" y="82506"/>
                  </a:lnTo>
                  <a:lnTo>
                    <a:pt x="53632" y="82799"/>
                  </a:lnTo>
                  <a:lnTo>
                    <a:pt x="54056" y="83091"/>
                  </a:lnTo>
                  <a:lnTo>
                    <a:pt x="54905" y="83580"/>
                  </a:lnTo>
                  <a:lnTo>
                    <a:pt x="55330" y="83873"/>
                  </a:lnTo>
                  <a:lnTo>
                    <a:pt x="55613" y="84263"/>
                  </a:lnTo>
                  <a:lnTo>
                    <a:pt x="55896" y="84654"/>
                  </a:lnTo>
                  <a:lnTo>
                    <a:pt x="56320" y="84947"/>
                  </a:lnTo>
                  <a:lnTo>
                    <a:pt x="56886" y="85240"/>
                  </a:lnTo>
                  <a:lnTo>
                    <a:pt x="56886" y="85337"/>
                  </a:lnTo>
                  <a:lnTo>
                    <a:pt x="57028" y="85435"/>
                  </a:lnTo>
                  <a:lnTo>
                    <a:pt x="57594" y="85630"/>
                  </a:lnTo>
                  <a:lnTo>
                    <a:pt x="58018" y="85532"/>
                  </a:lnTo>
                  <a:lnTo>
                    <a:pt x="58301" y="85435"/>
                  </a:lnTo>
                  <a:lnTo>
                    <a:pt x="58443" y="85240"/>
                  </a:lnTo>
                  <a:lnTo>
                    <a:pt x="58584" y="85044"/>
                  </a:lnTo>
                  <a:lnTo>
                    <a:pt x="59433" y="84947"/>
                  </a:lnTo>
                  <a:lnTo>
                    <a:pt x="60849" y="84263"/>
                  </a:lnTo>
                  <a:lnTo>
                    <a:pt x="61981" y="83970"/>
                  </a:lnTo>
                  <a:lnTo>
                    <a:pt x="62688" y="83482"/>
                  </a:lnTo>
                  <a:lnTo>
                    <a:pt x="63113" y="82701"/>
                  </a:lnTo>
                  <a:lnTo>
                    <a:pt x="63820" y="82408"/>
                  </a:lnTo>
                  <a:lnTo>
                    <a:pt x="63962" y="82408"/>
                  </a:lnTo>
                  <a:lnTo>
                    <a:pt x="64245" y="82603"/>
                  </a:lnTo>
                  <a:lnTo>
                    <a:pt x="64386" y="82896"/>
                  </a:lnTo>
                  <a:lnTo>
                    <a:pt x="64528" y="82994"/>
                  </a:lnTo>
                  <a:lnTo>
                    <a:pt x="64952" y="83091"/>
                  </a:lnTo>
                  <a:lnTo>
                    <a:pt x="65943" y="83482"/>
                  </a:lnTo>
                  <a:lnTo>
                    <a:pt x="65943" y="83677"/>
                  </a:lnTo>
                  <a:lnTo>
                    <a:pt x="65235" y="83677"/>
                  </a:lnTo>
                  <a:lnTo>
                    <a:pt x="64386" y="83873"/>
                  </a:lnTo>
                  <a:lnTo>
                    <a:pt x="62830" y="84751"/>
                  </a:lnTo>
                  <a:lnTo>
                    <a:pt x="63254" y="85044"/>
                  </a:lnTo>
                  <a:lnTo>
                    <a:pt x="64952" y="85532"/>
                  </a:lnTo>
                  <a:lnTo>
                    <a:pt x="65518" y="85923"/>
                  </a:lnTo>
                  <a:lnTo>
                    <a:pt x="66084" y="86216"/>
                  </a:lnTo>
                  <a:lnTo>
                    <a:pt x="66933" y="85825"/>
                  </a:lnTo>
                  <a:lnTo>
                    <a:pt x="68349" y="85240"/>
                  </a:lnTo>
                  <a:lnTo>
                    <a:pt x="69198" y="85240"/>
                  </a:lnTo>
                  <a:lnTo>
                    <a:pt x="69622" y="85532"/>
                  </a:lnTo>
                  <a:lnTo>
                    <a:pt x="70047" y="85923"/>
                  </a:lnTo>
                  <a:lnTo>
                    <a:pt x="70754" y="86314"/>
                  </a:lnTo>
                  <a:lnTo>
                    <a:pt x="71179" y="86314"/>
                  </a:lnTo>
                  <a:lnTo>
                    <a:pt x="72028" y="86216"/>
                  </a:lnTo>
                  <a:lnTo>
                    <a:pt x="72311" y="86216"/>
                  </a:lnTo>
                  <a:lnTo>
                    <a:pt x="73867" y="86704"/>
                  </a:lnTo>
                  <a:lnTo>
                    <a:pt x="74716" y="86899"/>
                  </a:lnTo>
                  <a:lnTo>
                    <a:pt x="76273" y="86704"/>
                  </a:lnTo>
                  <a:lnTo>
                    <a:pt x="76839" y="86704"/>
                  </a:lnTo>
                  <a:lnTo>
                    <a:pt x="77688" y="86606"/>
                  </a:lnTo>
                  <a:lnTo>
                    <a:pt x="78113" y="85923"/>
                  </a:lnTo>
                  <a:lnTo>
                    <a:pt x="79245" y="84654"/>
                  </a:lnTo>
                  <a:lnTo>
                    <a:pt x="79811" y="84263"/>
                  </a:lnTo>
                  <a:lnTo>
                    <a:pt x="80518" y="83873"/>
                  </a:lnTo>
                  <a:lnTo>
                    <a:pt x="81226" y="83384"/>
                  </a:lnTo>
                  <a:lnTo>
                    <a:pt x="81792" y="82799"/>
                  </a:lnTo>
                  <a:lnTo>
                    <a:pt x="82358" y="81432"/>
                  </a:lnTo>
                  <a:lnTo>
                    <a:pt x="82783" y="80065"/>
                  </a:lnTo>
                  <a:lnTo>
                    <a:pt x="83066" y="79772"/>
                  </a:lnTo>
                  <a:lnTo>
                    <a:pt x="83207" y="79674"/>
                  </a:lnTo>
                  <a:lnTo>
                    <a:pt x="83490" y="79479"/>
                  </a:lnTo>
                  <a:lnTo>
                    <a:pt x="83632" y="79283"/>
                  </a:lnTo>
                  <a:lnTo>
                    <a:pt x="83915" y="79186"/>
                  </a:lnTo>
                  <a:lnTo>
                    <a:pt x="83349" y="81334"/>
                  </a:lnTo>
                  <a:lnTo>
                    <a:pt x="83349" y="82701"/>
                  </a:lnTo>
                  <a:lnTo>
                    <a:pt x="82641" y="83287"/>
                  </a:lnTo>
                  <a:lnTo>
                    <a:pt x="82075" y="83677"/>
                  </a:lnTo>
                  <a:lnTo>
                    <a:pt x="81650" y="84263"/>
                  </a:lnTo>
                  <a:lnTo>
                    <a:pt x="80518" y="85532"/>
                  </a:lnTo>
                  <a:lnTo>
                    <a:pt x="79103" y="86606"/>
                  </a:lnTo>
                  <a:lnTo>
                    <a:pt x="77264" y="87388"/>
                  </a:lnTo>
                  <a:lnTo>
                    <a:pt x="75849" y="87778"/>
                  </a:lnTo>
                  <a:lnTo>
                    <a:pt x="74292" y="87778"/>
                  </a:lnTo>
                  <a:lnTo>
                    <a:pt x="73584" y="87778"/>
                  </a:lnTo>
                  <a:lnTo>
                    <a:pt x="72735" y="88266"/>
                  </a:lnTo>
                  <a:lnTo>
                    <a:pt x="72311" y="88559"/>
                  </a:lnTo>
                  <a:lnTo>
                    <a:pt x="72169" y="88755"/>
                  </a:lnTo>
                  <a:lnTo>
                    <a:pt x="72169" y="89145"/>
                  </a:lnTo>
                  <a:lnTo>
                    <a:pt x="72028" y="89536"/>
                  </a:lnTo>
                  <a:lnTo>
                    <a:pt x="71603" y="89829"/>
                  </a:lnTo>
                  <a:lnTo>
                    <a:pt x="71179" y="90024"/>
                  </a:lnTo>
                  <a:lnTo>
                    <a:pt x="70896" y="90024"/>
                  </a:lnTo>
                  <a:lnTo>
                    <a:pt x="70047" y="89731"/>
                  </a:lnTo>
                  <a:lnTo>
                    <a:pt x="69764" y="89731"/>
                  </a:lnTo>
                  <a:lnTo>
                    <a:pt x="69339" y="89829"/>
                  </a:lnTo>
                  <a:lnTo>
                    <a:pt x="68773" y="90024"/>
                  </a:lnTo>
                  <a:lnTo>
                    <a:pt x="68490" y="90219"/>
                  </a:lnTo>
                  <a:lnTo>
                    <a:pt x="68066" y="90610"/>
                  </a:lnTo>
                  <a:lnTo>
                    <a:pt x="67783" y="90805"/>
                  </a:lnTo>
                  <a:lnTo>
                    <a:pt x="65377" y="91293"/>
                  </a:lnTo>
                  <a:lnTo>
                    <a:pt x="64669" y="91586"/>
                  </a:lnTo>
                  <a:lnTo>
                    <a:pt x="65235" y="92367"/>
                  </a:lnTo>
                  <a:lnTo>
                    <a:pt x="65518" y="92758"/>
                  </a:lnTo>
                  <a:lnTo>
                    <a:pt x="66084" y="94320"/>
                  </a:lnTo>
                  <a:lnTo>
                    <a:pt x="66509" y="94711"/>
                  </a:lnTo>
                  <a:lnTo>
                    <a:pt x="73867" y="99495"/>
                  </a:lnTo>
                  <a:lnTo>
                    <a:pt x="74292" y="99983"/>
                  </a:lnTo>
                  <a:lnTo>
                    <a:pt x="74858" y="100960"/>
                  </a:lnTo>
                  <a:lnTo>
                    <a:pt x="75707" y="101936"/>
                  </a:lnTo>
                  <a:lnTo>
                    <a:pt x="77547" y="103108"/>
                  </a:lnTo>
                  <a:lnTo>
                    <a:pt x="81933" y="105061"/>
                  </a:lnTo>
                  <a:lnTo>
                    <a:pt x="82500" y="105451"/>
                  </a:lnTo>
                  <a:lnTo>
                    <a:pt x="82641" y="105549"/>
                  </a:lnTo>
                  <a:lnTo>
                    <a:pt x="83490" y="105158"/>
                  </a:lnTo>
                  <a:lnTo>
                    <a:pt x="83915" y="104963"/>
                  </a:lnTo>
                  <a:lnTo>
                    <a:pt x="84481" y="104865"/>
                  </a:lnTo>
                  <a:lnTo>
                    <a:pt x="84764" y="104963"/>
                  </a:lnTo>
                  <a:lnTo>
                    <a:pt x="85896" y="105256"/>
                  </a:lnTo>
                  <a:lnTo>
                    <a:pt x="86037" y="105549"/>
                  </a:lnTo>
                  <a:lnTo>
                    <a:pt x="85330" y="105744"/>
                  </a:lnTo>
                  <a:lnTo>
                    <a:pt x="84481" y="106037"/>
                  </a:lnTo>
                  <a:lnTo>
                    <a:pt x="83915" y="106427"/>
                  </a:lnTo>
                  <a:lnTo>
                    <a:pt x="84622" y="106720"/>
                  </a:lnTo>
                  <a:lnTo>
                    <a:pt x="85330" y="107013"/>
                  </a:lnTo>
                  <a:lnTo>
                    <a:pt x="92264" y="111700"/>
                  </a:lnTo>
                  <a:lnTo>
                    <a:pt x="99056" y="115606"/>
                  </a:lnTo>
                  <a:lnTo>
                    <a:pt x="100471" y="116192"/>
                  </a:lnTo>
                  <a:lnTo>
                    <a:pt x="102594" y="116582"/>
                  </a:lnTo>
                  <a:lnTo>
                    <a:pt x="103867" y="117266"/>
                  </a:lnTo>
                  <a:lnTo>
                    <a:pt x="104575" y="117851"/>
                  </a:lnTo>
                  <a:lnTo>
                    <a:pt x="105000" y="118242"/>
                  </a:lnTo>
                  <a:lnTo>
                    <a:pt x="105424" y="118828"/>
                  </a:lnTo>
                  <a:lnTo>
                    <a:pt x="105849" y="119121"/>
                  </a:lnTo>
                  <a:lnTo>
                    <a:pt x="106273" y="119121"/>
                  </a:lnTo>
                  <a:lnTo>
                    <a:pt x="107405" y="119023"/>
                  </a:lnTo>
                  <a:lnTo>
                    <a:pt x="107830" y="119023"/>
                  </a:lnTo>
                  <a:lnTo>
                    <a:pt x="107688" y="119609"/>
                  </a:lnTo>
                  <a:lnTo>
                    <a:pt x="108396" y="120000"/>
                  </a:lnTo>
                  <a:lnTo>
                    <a:pt x="109103" y="119804"/>
                  </a:lnTo>
                  <a:lnTo>
                    <a:pt x="109245" y="119316"/>
                  </a:lnTo>
                  <a:lnTo>
                    <a:pt x="109669" y="119121"/>
                  </a:lnTo>
                  <a:lnTo>
                    <a:pt x="110377" y="118730"/>
                  </a:lnTo>
                  <a:lnTo>
                    <a:pt x="110943" y="118633"/>
                  </a:lnTo>
                  <a:lnTo>
                    <a:pt x="111084" y="118340"/>
                  </a:lnTo>
                  <a:lnTo>
                    <a:pt x="111226" y="118047"/>
                  </a:lnTo>
                  <a:lnTo>
                    <a:pt x="111509" y="117754"/>
                  </a:lnTo>
                  <a:lnTo>
                    <a:pt x="111933" y="117754"/>
                  </a:lnTo>
                  <a:lnTo>
                    <a:pt x="112641" y="117558"/>
                  </a:lnTo>
                  <a:lnTo>
                    <a:pt x="114198" y="116387"/>
                  </a:lnTo>
                  <a:lnTo>
                    <a:pt x="114764" y="116192"/>
                  </a:lnTo>
                  <a:lnTo>
                    <a:pt x="116745" y="118242"/>
                  </a:lnTo>
                  <a:lnTo>
                    <a:pt x="117735" y="118242"/>
                  </a:lnTo>
                  <a:lnTo>
                    <a:pt x="118726" y="118144"/>
                  </a:lnTo>
                  <a:lnTo>
                    <a:pt x="119433" y="117754"/>
                  </a:lnTo>
                  <a:lnTo>
                    <a:pt x="119858" y="117070"/>
                  </a:lnTo>
                  <a:lnTo>
                    <a:pt x="120000" y="116387"/>
                  </a:lnTo>
                  <a:lnTo>
                    <a:pt x="119716" y="115703"/>
                  </a:lnTo>
                  <a:lnTo>
                    <a:pt x="119433" y="11521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Shape 5490"/>
            <p:cNvSpPr/>
            <p:nvPr/>
          </p:nvSpPr>
          <p:spPr>
            <a:xfrm>
              <a:off x="7945695" y="7336182"/>
              <a:ext cx="11113" cy="7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1578" y="102857"/>
                  </a:moveTo>
                  <a:lnTo>
                    <a:pt x="44210" y="111428"/>
                  </a:lnTo>
                  <a:lnTo>
                    <a:pt x="56842" y="119999"/>
                  </a:lnTo>
                  <a:lnTo>
                    <a:pt x="75789" y="119999"/>
                  </a:lnTo>
                  <a:lnTo>
                    <a:pt x="107368" y="94285"/>
                  </a:lnTo>
                  <a:lnTo>
                    <a:pt x="120000" y="34285"/>
                  </a:lnTo>
                  <a:lnTo>
                    <a:pt x="101052" y="8571"/>
                  </a:lnTo>
                  <a:lnTo>
                    <a:pt x="88421" y="0"/>
                  </a:lnTo>
                  <a:lnTo>
                    <a:pt x="25263" y="0"/>
                  </a:lnTo>
                  <a:lnTo>
                    <a:pt x="0" y="8571"/>
                  </a:lnTo>
                  <a:lnTo>
                    <a:pt x="0" y="17142"/>
                  </a:lnTo>
                  <a:lnTo>
                    <a:pt x="0" y="68571"/>
                  </a:lnTo>
                  <a:lnTo>
                    <a:pt x="12631" y="94285"/>
                  </a:lnTo>
                  <a:lnTo>
                    <a:pt x="31578" y="102857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Shape 5491"/>
            <p:cNvSpPr/>
            <p:nvPr/>
          </p:nvSpPr>
          <p:spPr>
            <a:xfrm>
              <a:off x="8001257" y="7742582"/>
              <a:ext cx="11113" cy="14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00" y="44444"/>
                  </a:moveTo>
                  <a:lnTo>
                    <a:pt x="102000" y="35555"/>
                  </a:lnTo>
                  <a:lnTo>
                    <a:pt x="72000" y="17777"/>
                  </a:lnTo>
                  <a:lnTo>
                    <a:pt x="48000" y="4444"/>
                  </a:lnTo>
                  <a:lnTo>
                    <a:pt x="18000" y="0"/>
                  </a:lnTo>
                  <a:lnTo>
                    <a:pt x="0" y="17777"/>
                  </a:lnTo>
                  <a:lnTo>
                    <a:pt x="0" y="35555"/>
                  </a:lnTo>
                  <a:lnTo>
                    <a:pt x="6000" y="48888"/>
                  </a:lnTo>
                  <a:lnTo>
                    <a:pt x="0" y="71111"/>
                  </a:lnTo>
                  <a:lnTo>
                    <a:pt x="0" y="84444"/>
                  </a:lnTo>
                  <a:lnTo>
                    <a:pt x="36000" y="115555"/>
                  </a:lnTo>
                  <a:lnTo>
                    <a:pt x="48000" y="120000"/>
                  </a:lnTo>
                  <a:lnTo>
                    <a:pt x="60000" y="115555"/>
                  </a:lnTo>
                  <a:lnTo>
                    <a:pt x="78000" y="84444"/>
                  </a:lnTo>
                  <a:lnTo>
                    <a:pt x="96000" y="75555"/>
                  </a:lnTo>
                  <a:lnTo>
                    <a:pt x="108000" y="71111"/>
                  </a:lnTo>
                  <a:lnTo>
                    <a:pt x="114000" y="71111"/>
                  </a:lnTo>
                  <a:lnTo>
                    <a:pt x="120000" y="66666"/>
                  </a:lnTo>
                  <a:lnTo>
                    <a:pt x="114000" y="48888"/>
                  </a:lnTo>
                  <a:lnTo>
                    <a:pt x="114000" y="4444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Shape 5492"/>
            <p:cNvSpPr/>
            <p:nvPr/>
          </p:nvSpPr>
          <p:spPr>
            <a:xfrm>
              <a:off x="7861557" y="742984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Shape 5493"/>
            <p:cNvSpPr/>
            <p:nvPr/>
          </p:nvSpPr>
          <p:spPr>
            <a:xfrm>
              <a:off x="7866320" y="6890093"/>
              <a:ext cx="15875" cy="15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0000" y="120000"/>
                  </a:moveTo>
                  <a:lnTo>
                    <a:pt x="96000" y="120000"/>
                  </a:lnTo>
                  <a:lnTo>
                    <a:pt x="104000" y="112000"/>
                  </a:lnTo>
                  <a:lnTo>
                    <a:pt x="112000" y="108000"/>
                  </a:lnTo>
                  <a:lnTo>
                    <a:pt x="120000" y="96000"/>
                  </a:lnTo>
                  <a:lnTo>
                    <a:pt x="108000" y="92000"/>
                  </a:lnTo>
                  <a:lnTo>
                    <a:pt x="100000" y="80000"/>
                  </a:lnTo>
                  <a:lnTo>
                    <a:pt x="96000" y="52000"/>
                  </a:lnTo>
                  <a:lnTo>
                    <a:pt x="88000" y="48000"/>
                  </a:lnTo>
                  <a:lnTo>
                    <a:pt x="48000" y="32000"/>
                  </a:lnTo>
                  <a:lnTo>
                    <a:pt x="12000" y="8000"/>
                  </a:lnTo>
                  <a:lnTo>
                    <a:pt x="0" y="0"/>
                  </a:lnTo>
                  <a:lnTo>
                    <a:pt x="4000" y="16000"/>
                  </a:lnTo>
                  <a:lnTo>
                    <a:pt x="28000" y="32000"/>
                  </a:lnTo>
                  <a:lnTo>
                    <a:pt x="32000" y="40000"/>
                  </a:lnTo>
                  <a:lnTo>
                    <a:pt x="32000" y="52000"/>
                  </a:lnTo>
                  <a:lnTo>
                    <a:pt x="44000" y="72000"/>
                  </a:lnTo>
                  <a:lnTo>
                    <a:pt x="48000" y="76000"/>
                  </a:lnTo>
                  <a:lnTo>
                    <a:pt x="60000" y="76000"/>
                  </a:lnTo>
                  <a:lnTo>
                    <a:pt x="64000" y="72000"/>
                  </a:lnTo>
                  <a:lnTo>
                    <a:pt x="68000" y="72000"/>
                  </a:lnTo>
                  <a:lnTo>
                    <a:pt x="76000" y="76000"/>
                  </a:lnTo>
                  <a:lnTo>
                    <a:pt x="80000" y="88000"/>
                  </a:lnTo>
                  <a:lnTo>
                    <a:pt x="84000" y="100000"/>
                  </a:lnTo>
                  <a:lnTo>
                    <a:pt x="84000" y="108000"/>
                  </a:lnTo>
                  <a:lnTo>
                    <a:pt x="80000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Shape 5494"/>
            <p:cNvSpPr/>
            <p:nvPr/>
          </p:nvSpPr>
          <p:spPr>
            <a:xfrm>
              <a:off x="7918707" y="7010743"/>
              <a:ext cx="39688" cy="428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736" y="49156"/>
                  </a:moveTo>
                  <a:lnTo>
                    <a:pt x="31578" y="49156"/>
                  </a:lnTo>
                  <a:lnTo>
                    <a:pt x="28421" y="52048"/>
                  </a:lnTo>
                  <a:lnTo>
                    <a:pt x="26842" y="52048"/>
                  </a:lnTo>
                  <a:lnTo>
                    <a:pt x="22105" y="50602"/>
                  </a:lnTo>
                  <a:lnTo>
                    <a:pt x="20526" y="47710"/>
                  </a:lnTo>
                  <a:lnTo>
                    <a:pt x="20526" y="41927"/>
                  </a:lnTo>
                  <a:lnTo>
                    <a:pt x="18947" y="39036"/>
                  </a:lnTo>
                  <a:lnTo>
                    <a:pt x="15789" y="33253"/>
                  </a:lnTo>
                  <a:lnTo>
                    <a:pt x="12631" y="28915"/>
                  </a:lnTo>
                  <a:lnTo>
                    <a:pt x="6315" y="31807"/>
                  </a:lnTo>
                  <a:lnTo>
                    <a:pt x="0" y="39036"/>
                  </a:lnTo>
                  <a:lnTo>
                    <a:pt x="4736" y="47710"/>
                  </a:lnTo>
                  <a:lnTo>
                    <a:pt x="9473" y="54939"/>
                  </a:lnTo>
                  <a:lnTo>
                    <a:pt x="12631" y="62168"/>
                  </a:lnTo>
                  <a:lnTo>
                    <a:pt x="20526" y="63614"/>
                  </a:lnTo>
                  <a:lnTo>
                    <a:pt x="25263" y="67951"/>
                  </a:lnTo>
                  <a:lnTo>
                    <a:pt x="30000" y="67951"/>
                  </a:lnTo>
                  <a:lnTo>
                    <a:pt x="33157" y="65060"/>
                  </a:lnTo>
                  <a:lnTo>
                    <a:pt x="31578" y="57831"/>
                  </a:lnTo>
                  <a:lnTo>
                    <a:pt x="39473" y="54939"/>
                  </a:lnTo>
                  <a:lnTo>
                    <a:pt x="41052" y="60722"/>
                  </a:lnTo>
                  <a:lnTo>
                    <a:pt x="41052" y="66506"/>
                  </a:lnTo>
                  <a:lnTo>
                    <a:pt x="44210" y="70843"/>
                  </a:lnTo>
                  <a:lnTo>
                    <a:pt x="47368" y="75180"/>
                  </a:lnTo>
                  <a:lnTo>
                    <a:pt x="55263" y="83855"/>
                  </a:lnTo>
                  <a:lnTo>
                    <a:pt x="60000" y="95421"/>
                  </a:lnTo>
                  <a:lnTo>
                    <a:pt x="67894" y="104096"/>
                  </a:lnTo>
                  <a:lnTo>
                    <a:pt x="71052" y="109879"/>
                  </a:lnTo>
                  <a:lnTo>
                    <a:pt x="72631" y="114216"/>
                  </a:lnTo>
                  <a:lnTo>
                    <a:pt x="77368" y="118554"/>
                  </a:lnTo>
                  <a:lnTo>
                    <a:pt x="83684" y="119999"/>
                  </a:lnTo>
                  <a:lnTo>
                    <a:pt x="90000" y="115662"/>
                  </a:lnTo>
                  <a:lnTo>
                    <a:pt x="104210" y="95421"/>
                  </a:lnTo>
                  <a:lnTo>
                    <a:pt x="110526" y="36144"/>
                  </a:lnTo>
                  <a:lnTo>
                    <a:pt x="120000" y="8674"/>
                  </a:lnTo>
                  <a:lnTo>
                    <a:pt x="118421" y="0"/>
                  </a:lnTo>
                  <a:lnTo>
                    <a:pt x="110526" y="5783"/>
                  </a:lnTo>
                  <a:lnTo>
                    <a:pt x="105789" y="15903"/>
                  </a:lnTo>
                  <a:lnTo>
                    <a:pt x="102631" y="24578"/>
                  </a:lnTo>
                  <a:lnTo>
                    <a:pt x="93157" y="27469"/>
                  </a:lnTo>
                  <a:lnTo>
                    <a:pt x="47368" y="13012"/>
                  </a:lnTo>
                  <a:lnTo>
                    <a:pt x="44210" y="13012"/>
                  </a:lnTo>
                  <a:lnTo>
                    <a:pt x="41052" y="14457"/>
                  </a:lnTo>
                  <a:lnTo>
                    <a:pt x="39473" y="15903"/>
                  </a:lnTo>
                  <a:lnTo>
                    <a:pt x="41052" y="18795"/>
                  </a:lnTo>
                  <a:lnTo>
                    <a:pt x="41052" y="20240"/>
                  </a:lnTo>
                  <a:lnTo>
                    <a:pt x="34736" y="26024"/>
                  </a:lnTo>
                  <a:lnTo>
                    <a:pt x="34736" y="31807"/>
                  </a:lnTo>
                  <a:lnTo>
                    <a:pt x="34736" y="33253"/>
                  </a:lnTo>
                  <a:lnTo>
                    <a:pt x="41052" y="37590"/>
                  </a:lnTo>
                  <a:lnTo>
                    <a:pt x="42631" y="39036"/>
                  </a:lnTo>
                  <a:lnTo>
                    <a:pt x="39473" y="39036"/>
                  </a:lnTo>
                  <a:lnTo>
                    <a:pt x="36315" y="40481"/>
                  </a:lnTo>
                  <a:lnTo>
                    <a:pt x="41052" y="49156"/>
                  </a:lnTo>
                  <a:lnTo>
                    <a:pt x="42631" y="50602"/>
                  </a:lnTo>
                  <a:lnTo>
                    <a:pt x="39473" y="53493"/>
                  </a:lnTo>
                  <a:lnTo>
                    <a:pt x="34736" y="4915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Shape 5495"/>
            <p:cNvSpPr/>
            <p:nvPr/>
          </p:nvSpPr>
          <p:spPr>
            <a:xfrm>
              <a:off x="7913945" y="7036143"/>
              <a:ext cx="20638" cy="396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3000" y="113684"/>
                  </a:moveTo>
                  <a:lnTo>
                    <a:pt x="66000" y="93157"/>
                  </a:lnTo>
                  <a:lnTo>
                    <a:pt x="93000" y="69473"/>
                  </a:lnTo>
                  <a:lnTo>
                    <a:pt x="105000" y="45789"/>
                  </a:lnTo>
                  <a:lnTo>
                    <a:pt x="108000" y="42631"/>
                  </a:lnTo>
                  <a:lnTo>
                    <a:pt x="114000" y="37894"/>
                  </a:lnTo>
                  <a:lnTo>
                    <a:pt x="120000" y="28421"/>
                  </a:lnTo>
                  <a:lnTo>
                    <a:pt x="120000" y="22105"/>
                  </a:lnTo>
                  <a:lnTo>
                    <a:pt x="120000" y="17368"/>
                  </a:lnTo>
                  <a:lnTo>
                    <a:pt x="111000" y="9473"/>
                  </a:lnTo>
                  <a:lnTo>
                    <a:pt x="105000" y="11052"/>
                  </a:lnTo>
                  <a:lnTo>
                    <a:pt x="96000" y="11052"/>
                  </a:lnTo>
                  <a:lnTo>
                    <a:pt x="90000" y="12631"/>
                  </a:lnTo>
                  <a:lnTo>
                    <a:pt x="84000" y="12631"/>
                  </a:lnTo>
                  <a:lnTo>
                    <a:pt x="93000" y="7894"/>
                  </a:lnTo>
                  <a:lnTo>
                    <a:pt x="102000" y="6315"/>
                  </a:lnTo>
                  <a:lnTo>
                    <a:pt x="105000" y="1578"/>
                  </a:lnTo>
                  <a:lnTo>
                    <a:pt x="75000" y="0"/>
                  </a:lnTo>
                  <a:lnTo>
                    <a:pt x="54000" y="0"/>
                  </a:lnTo>
                  <a:lnTo>
                    <a:pt x="45000" y="4736"/>
                  </a:lnTo>
                  <a:lnTo>
                    <a:pt x="30000" y="12631"/>
                  </a:lnTo>
                  <a:lnTo>
                    <a:pt x="24000" y="23684"/>
                  </a:lnTo>
                  <a:lnTo>
                    <a:pt x="18000" y="36315"/>
                  </a:lnTo>
                  <a:lnTo>
                    <a:pt x="18000" y="44210"/>
                  </a:lnTo>
                  <a:lnTo>
                    <a:pt x="15000" y="47368"/>
                  </a:lnTo>
                  <a:lnTo>
                    <a:pt x="9000" y="53684"/>
                  </a:lnTo>
                  <a:lnTo>
                    <a:pt x="6000" y="56842"/>
                  </a:lnTo>
                  <a:lnTo>
                    <a:pt x="18000" y="61578"/>
                  </a:lnTo>
                  <a:lnTo>
                    <a:pt x="15000" y="67894"/>
                  </a:lnTo>
                  <a:lnTo>
                    <a:pt x="3000" y="78947"/>
                  </a:lnTo>
                  <a:lnTo>
                    <a:pt x="0" y="85263"/>
                  </a:lnTo>
                  <a:lnTo>
                    <a:pt x="0" y="93157"/>
                  </a:lnTo>
                  <a:lnTo>
                    <a:pt x="9000" y="108947"/>
                  </a:lnTo>
                  <a:lnTo>
                    <a:pt x="6000" y="120000"/>
                  </a:lnTo>
                  <a:lnTo>
                    <a:pt x="33000" y="11368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Shape 5496"/>
            <p:cNvSpPr/>
            <p:nvPr/>
          </p:nvSpPr>
          <p:spPr>
            <a:xfrm>
              <a:off x="7932995" y="7139332"/>
              <a:ext cx="44450" cy="555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352" y="59439"/>
                  </a:moveTo>
                  <a:lnTo>
                    <a:pt x="101647" y="45981"/>
                  </a:lnTo>
                  <a:lnTo>
                    <a:pt x="108705" y="40373"/>
                  </a:lnTo>
                  <a:lnTo>
                    <a:pt x="110117" y="33644"/>
                  </a:lnTo>
                  <a:lnTo>
                    <a:pt x="112941" y="26915"/>
                  </a:lnTo>
                  <a:lnTo>
                    <a:pt x="120000" y="15700"/>
                  </a:lnTo>
                  <a:lnTo>
                    <a:pt x="117176" y="8971"/>
                  </a:lnTo>
                  <a:lnTo>
                    <a:pt x="110117" y="5607"/>
                  </a:lnTo>
                  <a:lnTo>
                    <a:pt x="87529" y="3364"/>
                  </a:lnTo>
                  <a:lnTo>
                    <a:pt x="80470" y="1121"/>
                  </a:lnTo>
                  <a:lnTo>
                    <a:pt x="76235" y="0"/>
                  </a:lnTo>
                  <a:lnTo>
                    <a:pt x="67764" y="2242"/>
                  </a:lnTo>
                  <a:lnTo>
                    <a:pt x="63529" y="2242"/>
                  </a:lnTo>
                  <a:lnTo>
                    <a:pt x="57882" y="3364"/>
                  </a:lnTo>
                  <a:lnTo>
                    <a:pt x="48000" y="8971"/>
                  </a:lnTo>
                  <a:lnTo>
                    <a:pt x="32470" y="22429"/>
                  </a:lnTo>
                  <a:lnTo>
                    <a:pt x="26823" y="25794"/>
                  </a:lnTo>
                  <a:lnTo>
                    <a:pt x="22588" y="29158"/>
                  </a:lnTo>
                  <a:lnTo>
                    <a:pt x="22588" y="33644"/>
                  </a:lnTo>
                  <a:lnTo>
                    <a:pt x="25411" y="41495"/>
                  </a:lnTo>
                  <a:lnTo>
                    <a:pt x="25411" y="45981"/>
                  </a:lnTo>
                  <a:lnTo>
                    <a:pt x="12705" y="45981"/>
                  </a:lnTo>
                  <a:lnTo>
                    <a:pt x="5647" y="51588"/>
                  </a:lnTo>
                  <a:lnTo>
                    <a:pt x="1411" y="56074"/>
                  </a:lnTo>
                  <a:lnTo>
                    <a:pt x="0" y="60560"/>
                  </a:lnTo>
                  <a:lnTo>
                    <a:pt x="2823" y="66168"/>
                  </a:lnTo>
                  <a:lnTo>
                    <a:pt x="8470" y="68411"/>
                  </a:lnTo>
                  <a:lnTo>
                    <a:pt x="22588" y="70654"/>
                  </a:lnTo>
                  <a:lnTo>
                    <a:pt x="25411" y="70654"/>
                  </a:lnTo>
                  <a:lnTo>
                    <a:pt x="29647" y="69532"/>
                  </a:lnTo>
                  <a:lnTo>
                    <a:pt x="31058" y="70654"/>
                  </a:lnTo>
                  <a:lnTo>
                    <a:pt x="31058" y="74018"/>
                  </a:lnTo>
                  <a:lnTo>
                    <a:pt x="29647" y="76261"/>
                  </a:lnTo>
                  <a:lnTo>
                    <a:pt x="28235" y="77383"/>
                  </a:lnTo>
                  <a:lnTo>
                    <a:pt x="26823" y="78504"/>
                  </a:lnTo>
                  <a:lnTo>
                    <a:pt x="28235" y="87476"/>
                  </a:lnTo>
                  <a:lnTo>
                    <a:pt x="28235" y="90841"/>
                  </a:lnTo>
                  <a:lnTo>
                    <a:pt x="25411" y="96448"/>
                  </a:lnTo>
                  <a:lnTo>
                    <a:pt x="21176" y="99813"/>
                  </a:lnTo>
                  <a:lnTo>
                    <a:pt x="18352" y="100934"/>
                  </a:lnTo>
                  <a:lnTo>
                    <a:pt x="16941" y="103177"/>
                  </a:lnTo>
                  <a:lnTo>
                    <a:pt x="15529" y="104299"/>
                  </a:lnTo>
                  <a:lnTo>
                    <a:pt x="12705" y="109906"/>
                  </a:lnTo>
                  <a:lnTo>
                    <a:pt x="8470" y="113271"/>
                  </a:lnTo>
                  <a:lnTo>
                    <a:pt x="8470" y="115514"/>
                  </a:lnTo>
                  <a:lnTo>
                    <a:pt x="16941" y="115514"/>
                  </a:lnTo>
                  <a:lnTo>
                    <a:pt x="25411" y="114392"/>
                  </a:lnTo>
                  <a:lnTo>
                    <a:pt x="31058" y="114392"/>
                  </a:lnTo>
                  <a:lnTo>
                    <a:pt x="32470" y="120000"/>
                  </a:lnTo>
                  <a:lnTo>
                    <a:pt x="43764" y="118878"/>
                  </a:lnTo>
                  <a:lnTo>
                    <a:pt x="48000" y="117757"/>
                  </a:lnTo>
                  <a:lnTo>
                    <a:pt x="53647" y="113271"/>
                  </a:lnTo>
                  <a:lnTo>
                    <a:pt x="56470" y="108785"/>
                  </a:lnTo>
                  <a:lnTo>
                    <a:pt x="56470" y="103177"/>
                  </a:lnTo>
                  <a:lnTo>
                    <a:pt x="55058" y="98691"/>
                  </a:lnTo>
                  <a:lnTo>
                    <a:pt x="55058" y="91962"/>
                  </a:lnTo>
                  <a:lnTo>
                    <a:pt x="57882" y="90841"/>
                  </a:lnTo>
                  <a:lnTo>
                    <a:pt x="56470" y="87476"/>
                  </a:lnTo>
                  <a:lnTo>
                    <a:pt x="84705" y="66168"/>
                  </a:lnTo>
                  <a:lnTo>
                    <a:pt x="90352" y="59439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Shape 5497"/>
            <p:cNvSpPr/>
            <p:nvPr/>
          </p:nvSpPr>
          <p:spPr>
            <a:xfrm>
              <a:off x="7944107" y="7109168"/>
              <a:ext cx="22225" cy="317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3636" y="2000"/>
                  </a:moveTo>
                  <a:lnTo>
                    <a:pt x="90000" y="0"/>
                  </a:lnTo>
                  <a:lnTo>
                    <a:pt x="79090" y="0"/>
                  </a:lnTo>
                  <a:lnTo>
                    <a:pt x="65454" y="2000"/>
                  </a:lnTo>
                  <a:lnTo>
                    <a:pt x="62727" y="2000"/>
                  </a:lnTo>
                  <a:lnTo>
                    <a:pt x="57272" y="6000"/>
                  </a:lnTo>
                  <a:lnTo>
                    <a:pt x="51818" y="10000"/>
                  </a:lnTo>
                  <a:lnTo>
                    <a:pt x="38181" y="18000"/>
                  </a:lnTo>
                  <a:lnTo>
                    <a:pt x="38181" y="20000"/>
                  </a:lnTo>
                  <a:lnTo>
                    <a:pt x="27272" y="26000"/>
                  </a:lnTo>
                  <a:lnTo>
                    <a:pt x="13636" y="36000"/>
                  </a:lnTo>
                  <a:lnTo>
                    <a:pt x="2727" y="48000"/>
                  </a:lnTo>
                  <a:lnTo>
                    <a:pt x="8181" y="60000"/>
                  </a:lnTo>
                  <a:lnTo>
                    <a:pt x="5454" y="94000"/>
                  </a:lnTo>
                  <a:lnTo>
                    <a:pt x="2727" y="100000"/>
                  </a:lnTo>
                  <a:lnTo>
                    <a:pt x="0" y="106000"/>
                  </a:lnTo>
                  <a:lnTo>
                    <a:pt x="0" y="108000"/>
                  </a:lnTo>
                  <a:lnTo>
                    <a:pt x="0" y="112000"/>
                  </a:lnTo>
                  <a:lnTo>
                    <a:pt x="2727" y="116000"/>
                  </a:lnTo>
                  <a:lnTo>
                    <a:pt x="8181" y="118000"/>
                  </a:lnTo>
                  <a:lnTo>
                    <a:pt x="13636" y="120000"/>
                  </a:lnTo>
                  <a:lnTo>
                    <a:pt x="21818" y="118000"/>
                  </a:lnTo>
                  <a:lnTo>
                    <a:pt x="27272" y="116000"/>
                  </a:lnTo>
                  <a:lnTo>
                    <a:pt x="35454" y="102000"/>
                  </a:lnTo>
                  <a:lnTo>
                    <a:pt x="40909" y="98000"/>
                  </a:lnTo>
                  <a:lnTo>
                    <a:pt x="49090" y="96000"/>
                  </a:lnTo>
                  <a:lnTo>
                    <a:pt x="60000" y="94000"/>
                  </a:lnTo>
                  <a:lnTo>
                    <a:pt x="65454" y="92000"/>
                  </a:lnTo>
                  <a:lnTo>
                    <a:pt x="79090" y="78000"/>
                  </a:lnTo>
                  <a:lnTo>
                    <a:pt x="111818" y="16000"/>
                  </a:lnTo>
                  <a:lnTo>
                    <a:pt x="120000" y="12000"/>
                  </a:lnTo>
                  <a:lnTo>
                    <a:pt x="114545" y="6000"/>
                  </a:lnTo>
                  <a:lnTo>
                    <a:pt x="103636" y="2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Shape 5498"/>
            <p:cNvSpPr/>
            <p:nvPr/>
          </p:nvSpPr>
          <p:spPr>
            <a:xfrm>
              <a:off x="7923470" y="7202832"/>
              <a:ext cx="25399" cy="58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99" y="55135"/>
                  </a:moveTo>
                  <a:lnTo>
                    <a:pt x="115102" y="40000"/>
                  </a:lnTo>
                  <a:lnTo>
                    <a:pt x="105306" y="29189"/>
                  </a:lnTo>
                  <a:lnTo>
                    <a:pt x="117551" y="25945"/>
                  </a:lnTo>
                  <a:lnTo>
                    <a:pt x="119999" y="18378"/>
                  </a:lnTo>
                  <a:lnTo>
                    <a:pt x="119999" y="10810"/>
                  </a:lnTo>
                  <a:lnTo>
                    <a:pt x="117551" y="0"/>
                  </a:lnTo>
                  <a:lnTo>
                    <a:pt x="105306" y="0"/>
                  </a:lnTo>
                  <a:lnTo>
                    <a:pt x="53877" y="7567"/>
                  </a:lnTo>
                  <a:lnTo>
                    <a:pt x="29387" y="12972"/>
                  </a:lnTo>
                  <a:lnTo>
                    <a:pt x="9795" y="22702"/>
                  </a:lnTo>
                  <a:lnTo>
                    <a:pt x="4897" y="37837"/>
                  </a:lnTo>
                  <a:lnTo>
                    <a:pt x="7346" y="58378"/>
                  </a:lnTo>
                  <a:lnTo>
                    <a:pt x="4897" y="62702"/>
                  </a:lnTo>
                  <a:lnTo>
                    <a:pt x="0" y="72432"/>
                  </a:lnTo>
                  <a:lnTo>
                    <a:pt x="0" y="81081"/>
                  </a:lnTo>
                  <a:lnTo>
                    <a:pt x="2448" y="89729"/>
                  </a:lnTo>
                  <a:lnTo>
                    <a:pt x="7346" y="94054"/>
                  </a:lnTo>
                  <a:lnTo>
                    <a:pt x="22040" y="96216"/>
                  </a:lnTo>
                  <a:lnTo>
                    <a:pt x="26938" y="95135"/>
                  </a:lnTo>
                  <a:lnTo>
                    <a:pt x="31836" y="95135"/>
                  </a:lnTo>
                  <a:lnTo>
                    <a:pt x="41632" y="103783"/>
                  </a:lnTo>
                  <a:lnTo>
                    <a:pt x="48979" y="109189"/>
                  </a:lnTo>
                  <a:lnTo>
                    <a:pt x="48979" y="112432"/>
                  </a:lnTo>
                  <a:lnTo>
                    <a:pt x="51428" y="114594"/>
                  </a:lnTo>
                  <a:lnTo>
                    <a:pt x="51428" y="116756"/>
                  </a:lnTo>
                  <a:lnTo>
                    <a:pt x="56326" y="118918"/>
                  </a:lnTo>
                  <a:lnTo>
                    <a:pt x="66122" y="120000"/>
                  </a:lnTo>
                  <a:lnTo>
                    <a:pt x="75918" y="117837"/>
                  </a:lnTo>
                  <a:lnTo>
                    <a:pt x="90612" y="115675"/>
                  </a:lnTo>
                  <a:lnTo>
                    <a:pt x="100408" y="111351"/>
                  </a:lnTo>
                  <a:lnTo>
                    <a:pt x="102857" y="103783"/>
                  </a:lnTo>
                  <a:lnTo>
                    <a:pt x="102857" y="95135"/>
                  </a:lnTo>
                  <a:lnTo>
                    <a:pt x="100408" y="86486"/>
                  </a:lnTo>
                  <a:lnTo>
                    <a:pt x="97959" y="83243"/>
                  </a:lnTo>
                  <a:lnTo>
                    <a:pt x="117551" y="70270"/>
                  </a:lnTo>
                  <a:lnTo>
                    <a:pt x="119999" y="55135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Shape 5499"/>
            <p:cNvSpPr/>
            <p:nvPr/>
          </p:nvSpPr>
          <p:spPr>
            <a:xfrm>
              <a:off x="7893307" y="7348882"/>
              <a:ext cx="15875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806" y="0"/>
                  </a:moveTo>
                  <a:lnTo>
                    <a:pt x="58064" y="12000"/>
                  </a:lnTo>
                  <a:lnTo>
                    <a:pt x="42580" y="18000"/>
                  </a:lnTo>
                  <a:lnTo>
                    <a:pt x="3870" y="12000"/>
                  </a:lnTo>
                  <a:lnTo>
                    <a:pt x="0" y="36000"/>
                  </a:lnTo>
                  <a:lnTo>
                    <a:pt x="23225" y="60000"/>
                  </a:lnTo>
                  <a:lnTo>
                    <a:pt x="34838" y="60000"/>
                  </a:lnTo>
                  <a:lnTo>
                    <a:pt x="42580" y="90000"/>
                  </a:lnTo>
                  <a:lnTo>
                    <a:pt x="65806" y="102000"/>
                  </a:lnTo>
                  <a:lnTo>
                    <a:pt x="73548" y="114000"/>
                  </a:lnTo>
                  <a:lnTo>
                    <a:pt x="77419" y="120000"/>
                  </a:lnTo>
                  <a:lnTo>
                    <a:pt x="92903" y="120000"/>
                  </a:lnTo>
                  <a:lnTo>
                    <a:pt x="104516" y="120000"/>
                  </a:lnTo>
                  <a:lnTo>
                    <a:pt x="112258" y="114000"/>
                  </a:lnTo>
                  <a:lnTo>
                    <a:pt x="120000" y="96000"/>
                  </a:lnTo>
                  <a:lnTo>
                    <a:pt x="120000" y="78000"/>
                  </a:lnTo>
                  <a:lnTo>
                    <a:pt x="120000" y="66000"/>
                  </a:lnTo>
                  <a:lnTo>
                    <a:pt x="120000" y="54000"/>
                  </a:lnTo>
                  <a:lnTo>
                    <a:pt x="112258" y="36000"/>
                  </a:lnTo>
                  <a:lnTo>
                    <a:pt x="73548" y="0"/>
                  </a:lnTo>
                  <a:lnTo>
                    <a:pt x="65806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Shape 5500"/>
            <p:cNvSpPr/>
            <p:nvPr/>
          </p:nvSpPr>
          <p:spPr>
            <a:xfrm>
              <a:off x="7886957" y="6874218"/>
              <a:ext cx="19049" cy="492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3956"/>
                  </a:moveTo>
                  <a:lnTo>
                    <a:pt x="54857" y="0"/>
                  </a:lnTo>
                  <a:lnTo>
                    <a:pt x="34285" y="0"/>
                  </a:lnTo>
                  <a:lnTo>
                    <a:pt x="13714" y="7912"/>
                  </a:lnTo>
                  <a:lnTo>
                    <a:pt x="0" y="18461"/>
                  </a:lnTo>
                  <a:lnTo>
                    <a:pt x="6857" y="22417"/>
                  </a:lnTo>
                  <a:lnTo>
                    <a:pt x="20571" y="26373"/>
                  </a:lnTo>
                  <a:lnTo>
                    <a:pt x="24000" y="34285"/>
                  </a:lnTo>
                  <a:lnTo>
                    <a:pt x="13714" y="35604"/>
                  </a:lnTo>
                  <a:lnTo>
                    <a:pt x="6857" y="36923"/>
                  </a:lnTo>
                  <a:lnTo>
                    <a:pt x="3428" y="40879"/>
                  </a:lnTo>
                  <a:lnTo>
                    <a:pt x="10285" y="43516"/>
                  </a:lnTo>
                  <a:lnTo>
                    <a:pt x="27428" y="38241"/>
                  </a:lnTo>
                  <a:lnTo>
                    <a:pt x="34285" y="38241"/>
                  </a:lnTo>
                  <a:lnTo>
                    <a:pt x="30857" y="44835"/>
                  </a:lnTo>
                  <a:lnTo>
                    <a:pt x="27428" y="54065"/>
                  </a:lnTo>
                  <a:lnTo>
                    <a:pt x="27428" y="60659"/>
                  </a:lnTo>
                  <a:lnTo>
                    <a:pt x="34285" y="67252"/>
                  </a:lnTo>
                  <a:lnTo>
                    <a:pt x="37714" y="75164"/>
                  </a:lnTo>
                  <a:lnTo>
                    <a:pt x="34285" y="90989"/>
                  </a:lnTo>
                  <a:lnTo>
                    <a:pt x="37714" y="98901"/>
                  </a:lnTo>
                  <a:lnTo>
                    <a:pt x="48000" y="102857"/>
                  </a:lnTo>
                  <a:lnTo>
                    <a:pt x="48000" y="104175"/>
                  </a:lnTo>
                  <a:lnTo>
                    <a:pt x="65142" y="116043"/>
                  </a:lnTo>
                  <a:lnTo>
                    <a:pt x="72000" y="117362"/>
                  </a:lnTo>
                  <a:lnTo>
                    <a:pt x="92571" y="120000"/>
                  </a:lnTo>
                  <a:lnTo>
                    <a:pt x="99428" y="117362"/>
                  </a:lnTo>
                  <a:lnTo>
                    <a:pt x="106285" y="109450"/>
                  </a:lnTo>
                  <a:lnTo>
                    <a:pt x="120000" y="90989"/>
                  </a:lnTo>
                  <a:lnTo>
                    <a:pt x="120000" y="83076"/>
                  </a:lnTo>
                  <a:lnTo>
                    <a:pt x="109714" y="77802"/>
                  </a:lnTo>
                  <a:lnTo>
                    <a:pt x="102857" y="73846"/>
                  </a:lnTo>
                  <a:lnTo>
                    <a:pt x="99428" y="67252"/>
                  </a:lnTo>
                  <a:lnTo>
                    <a:pt x="92571" y="34285"/>
                  </a:lnTo>
                  <a:lnTo>
                    <a:pt x="78857" y="22417"/>
                  </a:lnTo>
                  <a:lnTo>
                    <a:pt x="78857" y="17142"/>
                  </a:lnTo>
                  <a:lnTo>
                    <a:pt x="85714" y="7912"/>
                  </a:lnTo>
                  <a:lnTo>
                    <a:pt x="72000" y="3956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Shape 5501"/>
            <p:cNvSpPr/>
            <p:nvPr/>
          </p:nvSpPr>
          <p:spPr>
            <a:xfrm>
              <a:off x="7939345" y="7094882"/>
              <a:ext cx="20638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7894" y="17560"/>
                  </a:moveTo>
                  <a:lnTo>
                    <a:pt x="56842" y="0"/>
                  </a:lnTo>
                  <a:lnTo>
                    <a:pt x="37894" y="2926"/>
                  </a:lnTo>
                  <a:lnTo>
                    <a:pt x="28421" y="11707"/>
                  </a:lnTo>
                  <a:lnTo>
                    <a:pt x="18947" y="32195"/>
                  </a:lnTo>
                  <a:lnTo>
                    <a:pt x="9473" y="46829"/>
                  </a:lnTo>
                  <a:lnTo>
                    <a:pt x="6315" y="49756"/>
                  </a:lnTo>
                  <a:lnTo>
                    <a:pt x="3157" y="58536"/>
                  </a:lnTo>
                  <a:lnTo>
                    <a:pt x="0" y="64390"/>
                  </a:lnTo>
                  <a:lnTo>
                    <a:pt x="0" y="67317"/>
                  </a:lnTo>
                  <a:lnTo>
                    <a:pt x="3157" y="70243"/>
                  </a:lnTo>
                  <a:lnTo>
                    <a:pt x="6315" y="70243"/>
                  </a:lnTo>
                  <a:lnTo>
                    <a:pt x="18947" y="64390"/>
                  </a:lnTo>
                  <a:lnTo>
                    <a:pt x="22105" y="70243"/>
                  </a:lnTo>
                  <a:lnTo>
                    <a:pt x="22105" y="84878"/>
                  </a:lnTo>
                  <a:lnTo>
                    <a:pt x="22105" y="90731"/>
                  </a:lnTo>
                  <a:lnTo>
                    <a:pt x="25263" y="96585"/>
                  </a:lnTo>
                  <a:lnTo>
                    <a:pt x="28421" y="117073"/>
                  </a:lnTo>
                  <a:lnTo>
                    <a:pt x="34736" y="120000"/>
                  </a:lnTo>
                  <a:lnTo>
                    <a:pt x="60000" y="90731"/>
                  </a:lnTo>
                  <a:lnTo>
                    <a:pt x="63157" y="87804"/>
                  </a:lnTo>
                  <a:lnTo>
                    <a:pt x="72631" y="70243"/>
                  </a:lnTo>
                  <a:lnTo>
                    <a:pt x="88421" y="61463"/>
                  </a:lnTo>
                  <a:lnTo>
                    <a:pt x="101052" y="58536"/>
                  </a:lnTo>
                  <a:lnTo>
                    <a:pt x="120000" y="55609"/>
                  </a:lnTo>
                  <a:lnTo>
                    <a:pt x="113684" y="35121"/>
                  </a:lnTo>
                  <a:lnTo>
                    <a:pt x="97894" y="1756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Shape 5502"/>
            <p:cNvSpPr/>
            <p:nvPr/>
          </p:nvSpPr>
          <p:spPr>
            <a:xfrm>
              <a:off x="7959982" y="6975818"/>
              <a:ext cx="19049" cy="380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027" y="0"/>
                  </a:moveTo>
                  <a:lnTo>
                    <a:pt x="100540" y="3287"/>
                  </a:lnTo>
                  <a:lnTo>
                    <a:pt x="64864" y="36164"/>
                  </a:lnTo>
                  <a:lnTo>
                    <a:pt x="48648" y="47671"/>
                  </a:lnTo>
                  <a:lnTo>
                    <a:pt x="38918" y="54246"/>
                  </a:lnTo>
                  <a:lnTo>
                    <a:pt x="29189" y="72328"/>
                  </a:lnTo>
                  <a:lnTo>
                    <a:pt x="25945" y="75616"/>
                  </a:lnTo>
                  <a:lnTo>
                    <a:pt x="16216" y="77260"/>
                  </a:lnTo>
                  <a:lnTo>
                    <a:pt x="9729" y="85479"/>
                  </a:lnTo>
                  <a:lnTo>
                    <a:pt x="9729" y="93698"/>
                  </a:lnTo>
                  <a:lnTo>
                    <a:pt x="16216" y="100273"/>
                  </a:lnTo>
                  <a:lnTo>
                    <a:pt x="3243" y="103561"/>
                  </a:lnTo>
                  <a:lnTo>
                    <a:pt x="0" y="119999"/>
                  </a:lnTo>
                  <a:lnTo>
                    <a:pt x="6486" y="119999"/>
                  </a:lnTo>
                  <a:lnTo>
                    <a:pt x="19459" y="113424"/>
                  </a:lnTo>
                  <a:lnTo>
                    <a:pt x="38918" y="103561"/>
                  </a:lnTo>
                  <a:lnTo>
                    <a:pt x="51891" y="93698"/>
                  </a:lnTo>
                  <a:lnTo>
                    <a:pt x="84324" y="52602"/>
                  </a:lnTo>
                  <a:lnTo>
                    <a:pt x="94054" y="57534"/>
                  </a:lnTo>
                  <a:lnTo>
                    <a:pt x="100540" y="52602"/>
                  </a:lnTo>
                  <a:lnTo>
                    <a:pt x="107027" y="39452"/>
                  </a:lnTo>
                  <a:lnTo>
                    <a:pt x="120000" y="23013"/>
                  </a:lnTo>
                  <a:lnTo>
                    <a:pt x="120000" y="11506"/>
                  </a:lnTo>
                  <a:lnTo>
                    <a:pt x="116756" y="4931"/>
                  </a:lnTo>
                  <a:lnTo>
                    <a:pt x="107027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Shape 5503"/>
            <p:cNvSpPr/>
            <p:nvPr/>
          </p:nvSpPr>
          <p:spPr>
            <a:xfrm>
              <a:off x="7885370" y="6950418"/>
              <a:ext cx="28575" cy="793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333" y="87200"/>
                  </a:moveTo>
                  <a:lnTo>
                    <a:pt x="117777" y="82400"/>
                  </a:lnTo>
                  <a:lnTo>
                    <a:pt x="120000" y="79200"/>
                  </a:lnTo>
                  <a:lnTo>
                    <a:pt x="117777" y="74400"/>
                  </a:lnTo>
                  <a:lnTo>
                    <a:pt x="91111" y="46400"/>
                  </a:lnTo>
                  <a:lnTo>
                    <a:pt x="88888" y="37600"/>
                  </a:lnTo>
                  <a:lnTo>
                    <a:pt x="82222" y="32800"/>
                  </a:lnTo>
                  <a:lnTo>
                    <a:pt x="71111" y="28800"/>
                  </a:lnTo>
                  <a:lnTo>
                    <a:pt x="68888" y="24000"/>
                  </a:lnTo>
                  <a:lnTo>
                    <a:pt x="64444" y="15200"/>
                  </a:lnTo>
                  <a:lnTo>
                    <a:pt x="40000" y="0"/>
                  </a:lnTo>
                  <a:lnTo>
                    <a:pt x="31111" y="0"/>
                  </a:lnTo>
                  <a:lnTo>
                    <a:pt x="24444" y="3200"/>
                  </a:lnTo>
                  <a:lnTo>
                    <a:pt x="24444" y="9600"/>
                  </a:lnTo>
                  <a:lnTo>
                    <a:pt x="8888" y="12800"/>
                  </a:lnTo>
                  <a:lnTo>
                    <a:pt x="4444" y="16000"/>
                  </a:lnTo>
                  <a:lnTo>
                    <a:pt x="4444" y="19200"/>
                  </a:lnTo>
                  <a:lnTo>
                    <a:pt x="6666" y="24800"/>
                  </a:lnTo>
                  <a:lnTo>
                    <a:pt x="0" y="25600"/>
                  </a:lnTo>
                  <a:lnTo>
                    <a:pt x="4444" y="31200"/>
                  </a:lnTo>
                  <a:lnTo>
                    <a:pt x="17777" y="40000"/>
                  </a:lnTo>
                  <a:lnTo>
                    <a:pt x="22222" y="44800"/>
                  </a:lnTo>
                  <a:lnTo>
                    <a:pt x="17777" y="42400"/>
                  </a:lnTo>
                  <a:lnTo>
                    <a:pt x="15555" y="41600"/>
                  </a:lnTo>
                  <a:lnTo>
                    <a:pt x="11111" y="41600"/>
                  </a:lnTo>
                  <a:lnTo>
                    <a:pt x="6666" y="41600"/>
                  </a:lnTo>
                  <a:lnTo>
                    <a:pt x="8888" y="60000"/>
                  </a:lnTo>
                  <a:lnTo>
                    <a:pt x="15555" y="68000"/>
                  </a:lnTo>
                  <a:lnTo>
                    <a:pt x="33333" y="68000"/>
                  </a:lnTo>
                  <a:lnTo>
                    <a:pt x="24444" y="73600"/>
                  </a:lnTo>
                  <a:lnTo>
                    <a:pt x="17777" y="80000"/>
                  </a:lnTo>
                  <a:lnTo>
                    <a:pt x="24444" y="84800"/>
                  </a:lnTo>
                  <a:lnTo>
                    <a:pt x="35555" y="85600"/>
                  </a:lnTo>
                  <a:lnTo>
                    <a:pt x="31111" y="90400"/>
                  </a:lnTo>
                  <a:lnTo>
                    <a:pt x="33333" y="95200"/>
                  </a:lnTo>
                  <a:lnTo>
                    <a:pt x="37777" y="98400"/>
                  </a:lnTo>
                  <a:lnTo>
                    <a:pt x="48888" y="96800"/>
                  </a:lnTo>
                  <a:lnTo>
                    <a:pt x="55555" y="96800"/>
                  </a:lnTo>
                  <a:lnTo>
                    <a:pt x="55555" y="100800"/>
                  </a:lnTo>
                  <a:lnTo>
                    <a:pt x="53333" y="104800"/>
                  </a:lnTo>
                  <a:lnTo>
                    <a:pt x="44444" y="108800"/>
                  </a:lnTo>
                  <a:lnTo>
                    <a:pt x="51111" y="109600"/>
                  </a:lnTo>
                  <a:lnTo>
                    <a:pt x="51111" y="112000"/>
                  </a:lnTo>
                  <a:lnTo>
                    <a:pt x="48888" y="116000"/>
                  </a:lnTo>
                  <a:lnTo>
                    <a:pt x="46666" y="120000"/>
                  </a:lnTo>
                  <a:lnTo>
                    <a:pt x="66666" y="116800"/>
                  </a:lnTo>
                  <a:lnTo>
                    <a:pt x="82222" y="110400"/>
                  </a:lnTo>
                  <a:lnTo>
                    <a:pt x="93333" y="103200"/>
                  </a:lnTo>
                  <a:lnTo>
                    <a:pt x="108888" y="92000"/>
                  </a:lnTo>
                  <a:lnTo>
                    <a:pt x="113333" y="872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Shape 5504"/>
            <p:cNvSpPr/>
            <p:nvPr/>
          </p:nvSpPr>
          <p:spPr>
            <a:xfrm>
              <a:off x="8947407" y="5958232"/>
              <a:ext cx="1282700" cy="22780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711" y="120000"/>
                  </a:moveTo>
                  <a:lnTo>
                    <a:pt x="91225" y="119860"/>
                  </a:lnTo>
                  <a:lnTo>
                    <a:pt x="88699" y="119693"/>
                  </a:lnTo>
                  <a:lnTo>
                    <a:pt x="86075" y="119498"/>
                  </a:lnTo>
                  <a:lnTo>
                    <a:pt x="83549" y="119302"/>
                  </a:lnTo>
                  <a:lnTo>
                    <a:pt x="81023" y="119107"/>
                  </a:lnTo>
                  <a:lnTo>
                    <a:pt x="78398" y="118912"/>
                  </a:lnTo>
                  <a:lnTo>
                    <a:pt x="75872" y="118689"/>
                  </a:lnTo>
                  <a:lnTo>
                    <a:pt x="73297" y="118466"/>
                  </a:lnTo>
                  <a:lnTo>
                    <a:pt x="70771" y="118271"/>
                  </a:lnTo>
                  <a:lnTo>
                    <a:pt x="68196" y="118048"/>
                  </a:lnTo>
                  <a:lnTo>
                    <a:pt x="65621" y="117825"/>
                  </a:lnTo>
                  <a:lnTo>
                    <a:pt x="63095" y="117602"/>
                  </a:lnTo>
                  <a:lnTo>
                    <a:pt x="60569" y="117351"/>
                  </a:lnTo>
                  <a:lnTo>
                    <a:pt x="57994" y="117128"/>
                  </a:lnTo>
                  <a:lnTo>
                    <a:pt x="55418" y="116905"/>
                  </a:lnTo>
                  <a:lnTo>
                    <a:pt x="52893" y="116654"/>
                  </a:lnTo>
                  <a:lnTo>
                    <a:pt x="50367" y="116403"/>
                  </a:lnTo>
                  <a:lnTo>
                    <a:pt x="47791" y="116152"/>
                  </a:lnTo>
                  <a:lnTo>
                    <a:pt x="45513" y="115929"/>
                  </a:lnTo>
                  <a:lnTo>
                    <a:pt x="45563" y="115873"/>
                  </a:lnTo>
                  <a:lnTo>
                    <a:pt x="45662" y="115789"/>
                  </a:lnTo>
                  <a:lnTo>
                    <a:pt x="45761" y="115706"/>
                  </a:lnTo>
                  <a:lnTo>
                    <a:pt x="45910" y="115650"/>
                  </a:lnTo>
                  <a:lnTo>
                    <a:pt x="45910" y="115539"/>
                  </a:lnTo>
                  <a:lnTo>
                    <a:pt x="45810" y="115371"/>
                  </a:lnTo>
                  <a:lnTo>
                    <a:pt x="45662" y="115315"/>
                  </a:lnTo>
                  <a:lnTo>
                    <a:pt x="45414" y="115260"/>
                  </a:lnTo>
                  <a:lnTo>
                    <a:pt x="45216" y="115232"/>
                  </a:lnTo>
                  <a:lnTo>
                    <a:pt x="45117" y="115120"/>
                  </a:lnTo>
                  <a:lnTo>
                    <a:pt x="44969" y="114981"/>
                  </a:lnTo>
                  <a:lnTo>
                    <a:pt x="44820" y="114814"/>
                  </a:lnTo>
                  <a:lnTo>
                    <a:pt x="44770" y="114730"/>
                  </a:lnTo>
                  <a:lnTo>
                    <a:pt x="44770" y="114563"/>
                  </a:lnTo>
                  <a:lnTo>
                    <a:pt x="44820" y="114479"/>
                  </a:lnTo>
                  <a:lnTo>
                    <a:pt x="44869" y="114368"/>
                  </a:lnTo>
                  <a:lnTo>
                    <a:pt x="44969" y="114256"/>
                  </a:lnTo>
                  <a:lnTo>
                    <a:pt x="44820" y="114228"/>
                  </a:lnTo>
                  <a:lnTo>
                    <a:pt x="44671" y="114089"/>
                  </a:lnTo>
                  <a:lnTo>
                    <a:pt x="44523" y="113977"/>
                  </a:lnTo>
                  <a:lnTo>
                    <a:pt x="44374" y="113921"/>
                  </a:lnTo>
                  <a:lnTo>
                    <a:pt x="44226" y="113810"/>
                  </a:lnTo>
                  <a:lnTo>
                    <a:pt x="44077" y="113782"/>
                  </a:lnTo>
                  <a:lnTo>
                    <a:pt x="43829" y="113754"/>
                  </a:lnTo>
                  <a:lnTo>
                    <a:pt x="43681" y="113726"/>
                  </a:lnTo>
                  <a:lnTo>
                    <a:pt x="43532" y="113671"/>
                  </a:lnTo>
                  <a:lnTo>
                    <a:pt x="43384" y="113643"/>
                  </a:lnTo>
                  <a:lnTo>
                    <a:pt x="43285" y="113587"/>
                  </a:lnTo>
                  <a:lnTo>
                    <a:pt x="43136" y="113587"/>
                  </a:lnTo>
                  <a:lnTo>
                    <a:pt x="42988" y="113587"/>
                  </a:lnTo>
                  <a:lnTo>
                    <a:pt x="42740" y="113503"/>
                  </a:lnTo>
                  <a:lnTo>
                    <a:pt x="42591" y="113447"/>
                  </a:lnTo>
                  <a:lnTo>
                    <a:pt x="42492" y="113336"/>
                  </a:lnTo>
                  <a:lnTo>
                    <a:pt x="42542" y="113169"/>
                  </a:lnTo>
                  <a:lnTo>
                    <a:pt x="42641" y="113113"/>
                  </a:lnTo>
                  <a:lnTo>
                    <a:pt x="42690" y="113085"/>
                  </a:lnTo>
                  <a:lnTo>
                    <a:pt x="42789" y="112973"/>
                  </a:lnTo>
                  <a:lnTo>
                    <a:pt x="42690" y="112918"/>
                  </a:lnTo>
                  <a:lnTo>
                    <a:pt x="42542" y="112862"/>
                  </a:lnTo>
                  <a:lnTo>
                    <a:pt x="42344" y="112834"/>
                  </a:lnTo>
                  <a:lnTo>
                    <a:pt x="42195" y="112806"/>
                  </a:lnTo>
                  <a:lnTo>
                    <a:pt x="42146" y="112750"/>
                  </a:lnTo>
                  <a:lnTo>
                    <a:pt x="42146" y="112639"/>
                  </a:lnTo>
                  <a:lnTo>
                    <a:pt x="42146" y="112583"/>
                  </a:lnTo>
                  <a:lnTo>
                    <a:pt x="42146" y="112500"/>
                  </a:lnTo>
                  <a:lnTo>
                    <a:pt x="42096" y="112444"/>
                  </a:lnTo>
                  <a:lnTo>
                    <a:pt x="42047" y="112388"/>
                  </a:lnTo>
                  <a:lnTo>
                    <a:pt x="41947" y="112360"/>
                  </a:lnTo>
                  <a:lnTo>
                    <a:pt x="41898" y="112332"/>
                  </a:lnTo>
                  <a:lnTo>
                    <a:pt x="41898" y="112276"/>
                  </a:lnTo>
                  <a:lnTo>
                    <a:pt x="41898" y="112165"/>
                  </a:lnTo>
                  <a:lnTo>
                    <a:pt x="41898" y="112081"/>
                  </a:lnTo>
                  <a:lnTo>
                    <a:pt x="41898" y="112053"/>
                  </a:lnTo>
                  <a:lnTo>
                    <a:pt x="41799" y="111970"/>
                  </a:lnTo>
                  <a:lnTo>
                    <a:pt x="41700" y="111886"/>
                  </a:lnTo>
                  <a:lnTo>
                    <a:pt x="41551" y="111858"/>
                  </a:lnTo>
                  <a:lnTo>
                    <a:pt x="41403" y="111775"/>
                  </a:lnTo>
                  <a:lnTo>
                    <a:pt x="41353" y="111747"/>
                  </a:lnTo>
                  <a:lnTo>
                    <a:pt x="41353" y="111719"/>
                  </a:lnTo>
                  <a:lnTo>
                    <a:pt x="41353" y="111691"/>
                  </a:lnTo>
                  <a:lnTo>
                    <a:pt x="41304" y="111663"/>
                  </a:lnTo>
                  <a:lnTo>
                    <a:pt x="41254" y="111579"/>
                  </a:lnTo>
                  <a:lnTo>
                    <a:pt x="41205" y="111552"/>
                  </a:lnTo>
                  <a:lnTo>
                    <a:pt x="41155" y="111552"/>
                  </a:lnTo>
                  <a:lnTo>
                    <a:pt x="41106" y="111524"/>
                  </a:lnTo>
                  <a:lnTo>
                    <a:pt x="40858" y="111301"/>
                  </a:lnTo>
                  <a:lnTo>
                    <a:pt x="40808" y="111050"/>
                  </a:lnTo>
                  <a:lnTo>
                    <a:pt x="40808" y="110771"/>
                  </a:lnTo>
                  <a:lnTo>
                    <a:pt x="40957" y="110548"/>
                  </a:lnTo>
                  <a:lnTo>
                    <a:pt x="41205" y="110381"/>
                  </a:lnTo>
                  <a:lnTo>
                    <a:pt x="41403" y="110130"/>
                  </a:lnTo>
                  <a:lnTo>
                    <a:pt x="41551" y="109879"/>
                  </a:lnTo>
                  <a:lnTo>
                    <a:pt x="41452" y="109684"/>
                  </a:lnTo>
                  <a:lnTo>
                    <a:pt x="41353" y="109684"/>
                  </a:lnTo>
                  <a:lnTo>
                    <a:pt x="41205" y="109739"/>
                  </a:lnTo>
                  <a:lnTo>
                    <a:pt x="41056" y="109767"/>
                  </a:lnTo>
                  <a:lnTo>
                    <a:pt x="40858" y="109795"/>
                  </a:lnTo>
                  <a:lnTo>
                    <a:pt x="40808" y="109767"/>
                  </a:lnTo>
                  <a:lnTo>
                    <a:pt x="40709" y="109684"/>
                  </a:lnTo>
                  <a:lnTo>
                    <a:pt x="40610" y="109656"/>
                  </a:lnTo>
                  <a:lnTo>
                    <a:pt x="40462" y="109628"/>
                  </a:lnTo>
                  <a:lnTo>
                    <a:pt x="40412" y="109628"/>
                  </a:lnTo>
                  <a:lnTo>
                    <a:pt x="40313" y="109628"/>
                  </a:lnTo>
                  <a:lnTo>
                    <a:pt x="40214" y="109656"/>
                  </a:lnTo>
                  <a:lnTo>
                    <a:pt x="40165" y="109656"/>
                  </a:lnTo>
                  <a:lnTo>
                    <a:pt x="40115" y="109600"/>
                  </a:lnTo>
                  <a:lnTo>
                    <a:pt x="40115" y="109572"/>
                  </a:lnTo>
                  <a:lnTo>
                    <a:pt x="40115" y="109516"/>
                  </a:lnTo>
                  <a:lnTo>
                    <a:pt x="40115" y="109488"/>
                  </a:lnTo>
                  <a:lnTo>
                    <a:pt x="39966" y="109460"/>
                  </a:lnTo>
                  <a:lnTo>
                    <a:pt x="39917" y="109405"/>
                  </a:lnTo>
                  <a:lnTo>
                    <a:pt x="39867" y="109377"/>
                  </a:lnTo>
                  <a:lnTo>
                    <a:pt x="39818" y="109349"/>
                  </a:lnTo>
                  <a:lnTo>
                    <a:pt x="39719" y="109265"/>
                  </a:lnTo>
                  <a:lnTo>
                    <a:pt x="39669" y="109210"/>
                  </a:lnTo>
                  <a:lnTo>
                    <a:pt x="39719" y="109098"/>
                  </a:lnTo>
                  <a:lnTo>
                    <a:pt x="39818" y="108986"/>
                  </a:lnTo>
                  <a:lnTo>
                    <a:pt x="39917" y="108903"/>
                  </a:lnTo>
                  <a:lnTo>
                    <a:pt x="40066" y="108847"/>
                  </a:lnTo>
                  <a:lnTo>
                    <a:pt x="40214" y="108819"/>
                  </a:lnTo>
                  <a:lnTo>
                    <a:pt x="40363" y="108819"/>
                  </a:lnTo>
                  <a:lnTo>
                    <a:pt x="40462" y="108819"/>
                  </a:lnTo>
                  <a:lnTo>
                    <a:pt x="40561" y="108791"/>
                  </a:lnTo>
                  <a:lnTo>
                    <a:pt x="40610" y="108708"/>
                  </a:lnTo>
                  <a:lnTo>
                    <a:pt x="40660" y="108652"/>
                  </a:lnTo>
                  <a:lnTo>
                    <a:pt x="40759" y="108540"/>
                  </a:lnTo>
                  <a:lnTo>
                    <a:pt x="40808" y="108485"/>
                  </a:lnTo>
                  <a:lnTo>
                    <a:pt x="40858" y="108401"/>
                  </a:lnTo>
                  <a:lnTo>
                    <a:pt x="40907" y="108289"/>
                  </a:lnTo>
                  <a:lnTo>
                    <a:pt x="40907" y="108262"/>
                  </a:lnTo>
                  <a:lnTo>
                    <a:pt x="40907" y="108234"/>
                  </a:lnTo>
                  <a:lnTo>
                    <a:pt x="40907" y="108206"/>
                  </a:lnTo>
                  <a:lnTo>
                    <a:pt x="40957" y="108150"/>
                  </a:lnTo>
                  <a:lnTo>
                    <a:pt x="41056" y="108122"/>
                  </a:lnTo>
                  <a:lnTo>
                    <a:pt x="41155" y="108094"/>
                  </a:lnTo>
                  <a:lnTo>
                    <a:pt x="41254" y="108039"/>
                  </a:lnTo>
                  <a:lnTo>
                    <a:pt x="41304" y="107983"/>
                  </a:lnTo>
                  <a:lnTo>
                    <a:pt x="41353" y="107899"/>
                  </a:lnTo>
                  <a:lnTo>
                    <a:pt x="41353" y="107815"/>
                  </a:lnTo>
                  <a:lnTo>
                    <a:pt x="41353" y="107732"/>
                  </a:lnTo>
                  <a:lnTo>
                    <a:pt x="41304" y="107648"/>
                  </a:lnTo>
                  <a:lnTo>
                    <a:pt x="41304" y="107592"/>
                  </a:lnTo>
                  <a:lnTo>
                    <a:pt x="41353" y="107565"/>
                  </a:lnTo>
                  <a:lnTo>
                    <a:pt x="41403" y="107537"/>
                  </a:lnTo>
                  <a:lnTo>
                    <a:pt x="41452" y="107537"/>
                  </a:lnTo>
                  <a:lnTo>
                    <a:pt x="41601" y="107453"/>
                  </a:lnTo>
                  <a:lnTo>
                    <a:pt x="41700" y="107397"/>
                  </a:lnTo>
                  <a:lnTo>
                    <a:pt x="41700" y="107342"/>
                  </a:lnTo>
                  <a:lnTo>
                    <a:pt x="41749" y="107174"/>
                  </a:lnTo>
                  <a:lnTo>
                    <a:pt x="41700" y="106923"/>
                  </a:lnTo>
                  <a:lnTo>
                    <a:pt x="41601" y="106700"/>
                  </a:lnTo>
                  <a:lnTo>
                    <a:pt x="41452" y="106477"/>
                  </a:lnTo>
                  <a:lnTo>
                    <a:pt x="41403" y="106226"/>
                  </a:lnTo>
                  <a:lnTo>
                    <a:pt x="41403" y="106059"/>
                  </a:lnTo>
                  <a:lnTo>
                    <a:pt x="41452" y="105892"/>
                  </a:lnTo>
                  <a:lnTo>
                    <a:pt x="41551" y="105697"/>
                  </a:lnTo>
                  <a:lnTo>
                    <a:pt x="41650" y="105557"/>
                  </a:lnTo>
                  <a:lnTo>
                    <a:pt x="41749" y="105529"/>
                  </a:lnTo>
                  <a:lnTo>
                    <a:pt x="41898" y="105557"/>
                  </a:lnTo>
                  <a:lnTo>
                    <a:pt x="42047" y="105557"/>
                  </a:lnTo>
                  <a:lnTo>
                    <a:pt x="42146" y="105473"/>
                  </a:lnTo>
                  <a:lnTo>
                    <a:pt x="42146" y="105390"/>
                  </a:lnTo>
                  <a:lnTo>
                    <a:pt x="42146" y="105250"/>
                  </a:lnTo>
                  <a:lnTo>
                    <a:pt x="42096" y="105139"/>
                  </a:lnTo>
                  <a:lnTo>
                    <a:pt x="42096" y="105055"/>
                  </a:lnTo>
                  <a:lnTo>
                    <a:pt x="42096" y="104944"/>
                  </a:lnTo>
                  <a:lnTo>
                    <a:pt x="42146" y="104860"/>
                  </a:lnTo>
                  <a:lnTo>
                    <a:pt x="42146" y="104776"/>
                  </a:lnTo>
                  <a:lnTo>
                    <a:pt x="42195" y="104665"/>
                  </a:lnTo>
                  <a:lnTo>
                    <a:pt x="42195" y="104609"/>
                  </a:lnTo>
                  <a:lnTo>
                    <a:pt x="42245" y="104581"/>
                  </a:lnTo>
                  <a:lnTo>
                    <a:pt x="42245" y="104553"/>
                  </a:lnTo>
                  <a:lnTo>
                    <a:pt x="42245" y="104498"/>
                  </a:lnTo>
                  <a:lnTo>
                    <a:pt x="42195" y="104442"/>
                  </a:lnTo>
                  <a:lnTo>
                    <a:pt x="42146" y="104442"/>
                  </a:lnTo>
                  <a:lnTo>
                    <a:pt x="42096" y="104414"/>
                  </a:lnTo>
                  <a:lnTo>
                    <a:pt x="42047" y="104386"/>
                  </a:lnTo>
                  <a:lnTo>
                    <a:pt x="41947" y="104330"/>
                  </a:lnTo>
                  <a:lnTo>
                    <a:pt x="41947" y="104247"/>
                  </a:lnTo>
                  <a:lnTo>
                    <a:pt x="41898" y="104135"/>
                  </a:lnTo>
                  <a:lnTo>
                    <a:pt x="41898" y="104079"/>
                  </a:lnTo>
                  <a:lnTo>
                    <a:pt x="41848" y="104052"/>
                  </a:lnTo>
                  <a:lnTo>
                    <a:pt x="41848" y="104024"/>
                  </a:lnTo>
                  <a:lnTo>
                    <a:pt x="41799" y="103996"/>
                  </a:lnTo>
                  <a:lnTo>
                    <a:pt x="41749" y="103968"/>
                  </a:lnTo>
                  <a:lnTo>
                    <a:pt x="41749" y="103856"/>
                  </a:lnTo>
                  <a:lnTo>
                    <a:pt x="41749" y="103717"/>
                  </a:lnTo>
                  <a:lnTo>
                    <a:pt x="41749" y="103578"/>
                  </a:lnTo>
                  <a:lnTo>
                    <a:pt x="41749" y="103494"/>
                  </a:lnTo>
                  <a:lnTo>
                    <a:pt x="41848" y="103299"/>
                  </a:lnTo>
                  <a:lnTo>
                    <a:pt x="41898" y="103187"/>
                  </a:lnTo>
                  <a:lnTo>
                    <a:pt x="41898" y="103076"/>
                  </a:lnTo>
                  <a:lnTo>
                    <a:pt x="41848" y="102908"/>
                  </a:lnTo>
                  <a:lnTo>
                    <a:pt x="41799" y="102769"/>
                  </a:lnTo>
                  <a:lnTo>
                    <a:pt x="41799" y="102657"/>
                  </a:lnTo>
                  <a:lnTo>
                    <a:pt x="41848" y="102518"/>
                  </a:lnTo>
                  <a:lnTo>
                    <a:pt x="41848" y="102407"/>
                  </a:lnTo>
                  <a:lnTo>
                    <a:pt x="41898" y="102239"/>
                  </a:lnTo>
                  <a:lnTo>
                    <a:pt x="41898" y="102184"/>
                  </a:lnTo>
                  <a:lnTo>
                    <a:pt x="41898" y="102156"/>
                  </a:lnTo>
                  <a:lnTo>
                    <a:pt x="41799" y="102044"/>
                  </a:lnTo>
                  <a:lnTo>
                    <a:pt x="41749" y="101905"/>
                  </a:lnTo>
                  <a:lnTo>
                    <a:pt x="41700" y="101765"/>
                  </a:lnTo>
                  <a:lnTo>
                    <a:pt x="41749" y="101654"/>
                  </a:lnTo>
                  <a:lnTo>
                    <a:pt x="41898" y="101598"/>
                  </a:lnTo>
                  <a:lnTo>
                    <a:pt x="41947" y="101542"/>
                  </a:lnTo>
                  <a:lnTo>
                    <a:pt x="41848" y="101347"/>
                  </a:lnTo>
                  <a:lnTo>
                    <a:pt x="41650" y="101152"/>
                  </a:lnTo>
                  <a:lnTo>
                    <a:pt x="41452" y="101040"/>
                  </a:lnTo>
                  <a:lnTo>
                    <a:pt x="41353" y="100985"/>
                  </a:lnTo>
                  <a:lnTo>
                    <a:pt x="41304" y="100957"/>
                  </a:lnTo>
                  <a:lnTo>
                    <a:pt x="41254" y="100873"/>
                  </a:lnTo>
                  <a:lnTo>
                    <a:pt x="41205" y="100789"/>
                  </a:lnTo>
                  <a:lnTo>
                    <a:pt x="41155" y="100706"/>
                  </a:lnTo>
                  <a:lnTo>
                    <a:pt x="41155" y="100650"/>
                  </a:lnTo>
                  <a:lnTo>
                    <a:pt x="41106" y="100539"/>
                  </a:lnTo>
                  <a:lnTo>
                    <a:pt x="41056" y="100455"/>
                  </a:lnTo>
                  <a:lnTo>
                    <a:pt x="40858" y="100204"/>
                  </a:lnTo>
                  <a:lnTo>
                    <a:pt x="40709" y="100009"/>
                  </a:lnTo>
                  <a:lnTo>
                    <a:pt x="40561" y="99814"/>
                  </a:lnTo>
                  <a:lnTo>
                    <a:pt x="40412" y="99563"/>
                  </a:lnTo>
                  <a:lnTo>
                    <a:pt x="40363" y="99423"/>
                  </a:lnTo>
                  <a:lnTo>
                    <a:pt x="40264" y="99312"/>
                  </a:lnTo>
                  <a:lnTo>
                    <a:pt x="40214" y="99172"/>
                  </a:lnTo>
                  <a:lnTo>
                    <a:pt x="40115" y="99061"/>
                  </a:lnTo>
                  <a:lnTo>
                    <a:pt x="39917" y="99005"/>
                  </a:lnTo>
                  <a:lnTo>
                    <a:pt x="39768" y="98921"/>
                  </a:lnTo>
                  <a:lnTo>
                    <a:pt x="39620" y="98894"/>
                  </a:lnTo>
                  <a:lnTo>
                    <a:pt x="39422" y="98866"/>
                  </a:lnTo>
                  <a:lnTo>
                    <a:pt x="39224" y="98810"/>
                  </a:lnTo>
                  <a:lnTo>
                    <a:pt x="38827" y="98782"/>
                  </a:lnTo>
                  <a:lnTo>
                    <a:pt x="38431" y="98838"/>
                  </a:lnTo>
                  <a:lnTo>
                    <a:pt x="38233" y="98949"/>
                  </a:lnTo>
                  <a:lnTo>
                    <a:pt x="38184" y="99061"/>
                  </a:lnTo>
                  <a:lnTo>
                    <a:pt x="38035" y="99089"/>
                  </a:lnTo>
                  <a:lnTo>
                    <a:pt x="37886" y="99117"/>
                  </a:lnTo>
                  <a:lnTo>
                    <a:pt x="37787" y="99117"/>
                  </a:lnTo>
                  <a:lnTo>
                    <a:pt x="37688" y="99033"/>
                  </a:lnTo>
                  <a:lnTo>
                    <a:pt x="37639" y="98921"/>
                  </a:lnTo>
                  <a:lnTo>
                    <a:pt x="37639" y="98810"/>
                  </a:lnTo>
                  <a:lnTo>
                    <a:pt x="37639" y="98671"/>
                  </a:lnTo>
                  <a:lnTo>
                    <a:pt x="37441" y="98559"/>
                  </a:lnTo>
                  <a:lnTo>
                    <a:pt x="37193" y="98308"/>
                  </a:lnTo>
                  <a:lnTo>
                    <a:pt x="36945" y="98057"/>
                  </a:lnTo>
                  <a:lnTo>
                    <a:pt x="36945" y="97946"/>
                  </a:lnTo>
                  <a:lnTo>
                    <a:pt x="37144" y="97918"/>
                  </a:lnTo>
                  <a:lnTo>
                    <a:pt x="37243" y="97946"/>
                  </a:lnTo>
                  <a:lnTo>
                    <a:pt x="37292" y="97918"/>
                  </a:lnTo>
                  <a:lnTo>
                    <a:pt x="37342" y="97778"/>
                  </a:lnTo>
                  <a:lnTo>
                    <a:pt x="37342" y="97723"/>
                  </a:lnTo>
                  <a:lnTo>
                    <a:pt x="37342" y="97611"/>
                  </a:lnTo>
                  <a:lnTo>
                    <a:pt x="37292" y="97472"/>
                  </a:lnTo>
                  <a:lnTo>
                    <a:pt x="37243" y="97388"/>
                  </a:lnTo>
                  <a:lnTo>
                    <a:pt x="37193" y="97332"/>
                  </a:lnTo>
                  <a:lnTo>
                    <a:pt x="37144" y="97221"/>
                  </a:lnTo>
                  <a:lnTo>
                    <a:pt x="37044" y="97165"/>
                  </a:lnTo>
                  <a:lnTo>
                    <a:pt x="36945" y="97109"/>
                  </a:lnTo>
                  <a:lnTo>
                    <a:pt x="36846" y="97053"/>
                  </a:lnTo>
                  <a:lnTo>
                    <a:pt x="36698" y="97109"/>
                  </a:lnTo>
                  <a:lnTo>
                    <a:pt x="36500" y="97165"/>
                  </a:lnTo>
                  <a:lnTo>
                    <a:pt x="36401" y="97165"/>
                  </a:lnTo>
                  <a:lnTo>
                    <a:pt x="36302" y="97109"/>
                  </a:lnTo>
                  <a:lnTo>
                    <a:pt x="36252" y="96970"/>
                  </a:lnTo>
                  <a:lnTo>
                    <a:pt x="36252" y="96858"/>
                  </a:lnTo>
                  <a:lnTo>
                    <a:pt x="36252" y="96775"/>
                  </a:lnTo>
                  <a:lnTo>
                    <a:pt x="36054" y="96691"/>
                  </a:lnTo>
                  <a:lnTo>
                    <a:pt x="35905" y="96663"/>
                  </a:lnTo>
                  <a:lnTo>
                    <a:pt x="35757" y="96635"/>
                  </a:lnTo>
                  <a:lnTo>
                    <a:pt x="35608" y="96524"/>
                  </a:lnTo>
                  <a:lnTo>
                    <a:pt x="35559" y="96412"/>
                  </a:lnTo>
                  <a:lnTo>
                    <a:pt x="35460" y="96356"/>
                  </a:lnTo>
                  <a:lnTo>
                    <a:pt x="35311" y="96301"/>
                  </a:lnTo>
                  <a:lnTo>
                    <a:pt x="35113" y="96245"/>
                  </a:lnTo>
                  <a:lnTo>
                    <a:pt x="35014" y="96161"/>
                  </a:lnTo>
                  <a:lnTo>
                    <a:pt x="34915" y="96050"/>
                  </a:lnTo>
                  <a:lnTo>
                    <a:pt x="34865" y="95910"/>
                  </a:lnTo>
                  <a:lnTo>
                    <a:pt x="34816" y="95771"/>
                  </a:lnTo>
                  <a:lnTo>
                    <a:pt x="34568" y="95687"/>
                  </a:lnTo>
                  <a:lnTo>
                    <a:pt x="34271" y="95604"/>
                  </a:lnTo>
                  <a:lnTo>
                    <a:pt x="34023" y="95520"/>
                  </a:lnTo>
                  <a:lnTo>
                    <a:pt x="34122" y="95269"/>
                  </a:lnTo>
                  <a:lnTo>
                    <a:pt x="34321" y="95213"/>
                  </a:lnTo>
                  <a:lnTo>
                    <a:pt x="34519" y="95185"/>
                  </a:lnTo>
                  <a:lnTo>
                    <a:pt x="34766" y="95185"/>
                  </a:lnTo>
                  <a:lnTo>
                    <a:pt x="34915" y="95185"/>
                  </a:lnTo>
                  <a:lnTo>
                    <a:pt x="35063" y="95130"/>
                  </a:lnTo>
                  <a:lnTo>
                    <a:pt x="35014" y="95046"/>
                  </a:lnTo>
                  <a:lnTo>
                    <a:pt x="34915" y="94962"/>
                  </a:lnTo>
                  <a:lnTo>
                    <a:pt x="34865" y="94907"/>
                  </a:lnTo>
                  <a:lnTo>
                    <a:pt x="34816" y="94767"/>
                  </a:lnTo>
                  <a:lnTo>
                    <a:pt x="34816" y="94711"/>
                  </a:lnTo>
                  <a:lnTo>
                    <a:pt x="34816" y="94628"/>
                  </a:lnTo>
                  <a:lnTo>
                    <a:pt x="34816" y="94488"/>
                  </a:lnTo>
                  <a:lnTo>
                    <a:pt x="34816" y="94377"/>
                  </a:lnTo>
                  <a:lnTo>
                    <a:pt x="34618" y="94321"/>
                  </a:lnTo>
                  <a:lnTo>
                    <a:pt x="34519" y="94265"/>
                  </a:lnTo>
                  <a:lnTo>
                    <a:pt x="34370" y="94210"/>
                  </a:lnTo>
                  <a:lnTo>
                    <a:pt x="34321" y="94154"/>
                  </a:lnTo>
                  <a:lnTo>
                    <a:pt x="34321" y="94098"/>
                  </a:lnTo>
                  <a:lnTo>
                    <a:pt x="34321" y="93986"/>
                  </a:lnTo>
                  <a:lnTo>
                    <a:pt x="34321" y="93931"/>
                  </a:lnTo>
                  <a:lnTo>
                    <a:pt x="34122" y="93819"/>
                  </a:lnTo>
                  <a:lnTo>
                    <a:pt x="33924" y="93708"/>
                  </a:lnTo>
                  <a:lnTo>
                    <a:pt x="33677" y="93652"/>
                  </a:lnTo>
                  <a:lnTo>
                    <a:pt x="33528" y="93568"/>
                  </a:lnTo>
                  <a:lnTo>
                    <a:pt x="33479" y="93485"/>
                  </a:lnTo>
                  <a:lnTo>
                    <a:pt x="33429" y="93401"/>
                  </a:lnTo>
                  <a:lnTo>
                    <a:pt x="33479" y="93317"/>
                  </a:lnTo>
                  <a:lnTo>
                    <a:pt x="33479" y="93234"/>
                  </a:lnTo>
                  <a:lnTo>
                    <a:pt x="33429" y="93150"/>
                  </a:lnTo>
                  <a:lnTo>
                    <a:pt x="33330" y="93066"/>
                  </a:lnTo>
                  <a:lnTo>
                    <a:pt x="33132" y="93011"/>
                  </a:lnTo>
                  <a:lnTo>
                    <a:pt x="33033" y="92983"/>
                  </a:lnTo>
                  <a:lnTo>
                    <a:pt x="32785" y="92955"/>
                  </a:lnTo>
                  <a:lnTo>
                    <a:pt x="32439" y="92927"/>
                  </a:lnTo>
                  <a:lnTo>
                    <a:pt x="32092" y="92843"/>
                  </a:lnTo>
                  <a:lnTo>
                    <a:pt x="31844" y="92760"/>
                  </a:lnTo>
                  <a:lnTo>
                    <a:pt x="31646" y="92648"/>
                  </a:lnTo>
                  <a:lnTo>
                    <a:pt x="31399" y="92481"/>
                  </a:lnTo>
                  <a:lnTo>
                    <a:pt x="31151" y="92286"/>
                  </a:lnTo>
                  <a:lnTo>
                    <a:pt x="31052" y="92146"/>
                  </a:lnTo>
                  <a:lnTo>
                    <a:pt x="31052" y="91979"/>
                  </a:lnTo>
                  <a:lnTo>
                    <a:pt x="31151" y="91756"/>
                  </a:lnTo>
                  <a:lnTo>
                    <a:pt x="31200" y="91589"/>
                  </a:lnTo>
                  <a:lnTo>
                    <a:pt x="31200" y="91366"/>
                  </a:lnTo>
                  <a:lnTo>
                    <a:pt x="31052" y="91143"/>
                  </a:lnTo>
                  <a:lnTo>
                    <a:pt x="30705" y="91031"/>
                  </a:lnTo>
                  <a:lnTo>
                    <a:pt x="30408" y="90920"/>
                  </a:lnTo>
                  <a:lnTo>
                    <a:pt x="30111" y="90808"/>
                  </a:lnTo>
                  <a:lnTo>
                    <a:pt x="30061" y="90724"/>
                  </a:lnTo>
                  <a:lnTo>
                    <a:pt x="30061" y="90585"/>
                  </a:lnTo>
                  <a:lnTo>
                    <a:pt x="30061" y="90501"/>
                  </a:lnTo>
                  <a:lnTo>
                    <a:pt x="30012" y="90390"/>
                  </a:lnTo>
                  <a:lnTo>
                    <a:pt x="29913" y="90334"/>
                  </a:lnTo>
                  <a:lnTo>
                    <a:pt x="29665" y="90334"/>
                  </a:lnTo>
                  <a:lnTo>
                    <a:pt x="29467" y="90306"/>
                  </a:lnTo>
                  <a:lnTo>
                    <a:pt x="29269" y="90278"/>
                  </a:lnTo>
                  <a:lnTo>
                    <a:pt x="29170" y="90223"/>
                  </a:lnTo>
                  <a:lnTo>
                    <a:pt x="29071" y="90167"/>
                  </a:lnTo>
                  <a:lnTo>
                    <a:pt x="29021" y="90027"/>
                  </a:lnTo>
                  <a:lnTo>
                    <a:pt x="28972" y="89944"/>
                  </a:lnTo>
                  <a:lnTo>
                    <a:pt x="28972" y="89860"/>
                  </a:lnTo>
                  <a:lnTo>
                    <a:pt x="29021" y="89776"/>
                  </a:lnTo>
                  <a:lnTo>
                    <a:pt x="29021" y="89721"/>
                  </a:lnTo>
                  <a:lnTo>
                    <a:pt x="29071" y="89665"/>
                  </a:lnTo>
                  <a:lnTo>
                    <a:pt x="29021" y="89581"/>
                  </a:lnTo>
                  <a:lnTo>
                    <a:pt x="28972" y="89526"/>
                  </a:lnTo>
                  <a:lnTo>
                    <a:pt x="28922" y="89498"/>
                  </a:lnTo>
                  <a:lnTo>
                    <a:pt x="28823" y="89442"/>
                  </a:lnTo>
                  <a:lnTo>
                    <a:pt x="28972" y="89219"/>
                  </a:lnTo>
                  <a:lnTo>
                    <a:pt x="29120" y="88968"/>
                  </a:lnTo>
                  <a:lnTo>
                    <a:pt x="29170" y="88717"/>
                  </a:lnTo>
                  <a:lnTo>
                    <a:pt x="29071" y="88578"/>
                  </a:lnTo>
                  <a:lnTo>
                    <a:pt x="28774" y="88466"/>
                  </a:lnTo>
                  <a:lnTo>
                    <a:pt x="28526" y="88355"/>
                  </a:lnTo>
                  <a:lnTo>
                    <a:pt x="28328" y="88159"/>
                  </a:lnTo>
                  <a:lnTo>
                    <a:pt x="28328" y="87964"/>
                  </a:lnTo>
                  <a:lnTo>
                    <a:pt x="28328" y="87797"/>
                  </a:lnTo>
                  <a:lnTo>
                    <a:pt x="28427" y="87713"/>
                  </a:lnTo>
                  <a:lnTo>
                    <a:pt x="28328" y="87630"/>
                  </a:lnTo>
                  <a:lnTo>
                    <a:pt x="28278" y="87546"/>
                  </a:lnTo>
                  <a:lnTo>
                    <a:pt x="28130" y="87462"/>
                  </a:lnTo>
                  <a:lnTo>
                    <a:pt x="27981" y="87434"/>
                  </a:lnTo>
                  <a:lnTo>
                    <a:pt x="27833" y="87351"/>
                  </a:lnTo>
                  <a:lnTo>
                    <a:pt x="27734" y="87239"/>
                  </a:lnTo>
                  <a:lnTo>
                    <a:pt x="27734" y="87100"/>
                  </a:lnTo>
                  <a:lnTo>
                    <a:pt x="27734" y="87016"/>
                  </a:lnTo>
                  <a:lnTo>
                    <a:pt x="27734" y="86960"/>
                  </a:lnTo>
                  <a:lnTo>
                    <a:pt x="27684" y="86821"/>
                  </a:lnTo>
                  <a:lnTo>
                    <a:pt x="27536" y="86710"/>
                  </a:lnTo>
                  <a:lnTo>
                    <a:pt x="27288" y="86654"/>
                  </a:lnTo>
                  <a:lnTo>
                    <a:pt x="27090" y="86542"/>
                  </a:lnTo>
                  <a:lnTo>
                    <a:pt x="26941" y="86459"/>
                  </a:lnTo>
                  <a:lnTo>
                    <a:pt x="26793" y="86236"/>
                  </a:lnTo>
                  <a:lnTo>
                    <a:pt x="26842" y="85985"/>
                  </a:lnTo>
                  <a:lnTo>
                    <a:pt x="26941" y="85789"/>
                  </a:lnTo>
                  <a:lnTo>
                    <a:pt x="26842" y="85622"/>
                  </a:lnTo>
                  <a:lnTo>
                    <a:pt x="26793" y="85566"/>
                  </a:lnTo>
                  <a:lnTo>
                    <a:pt x="26743" y="85483"/>
                  </a:lnTo>
                  <a:lnTo>
                    <a:pt x="26743" y="85399"/>
                  </a:lnTo>
                  <a:lnTo>
                    <a:pt x="26694" y="85315"/>
                  </a:lnTo>
                  <a:lnTo>
                    <a:pt x="26595" y="85232"/>
                  </a:lnTo>
                  <a:lnTo>
                    <a:pt x="26595" y="85120"/>
                  </a:lnTo>
                  <a:lnTo>
                    <a:pt x="26644" y="85037"/>
                  </a:lnTo>
                  <a:lnTo>
                    <a:pt x="26644" y="84897"/>
                  </a:lnTo>
                  <a:lnTo>
                    <a:pt x="26595" y="84814"/>
                  </a:lnTo>
                  <a:lnTo>
                    <a:pt x="26545" y="84730"/>
                  </a:lnTo>
                  <a:lnTo>
                    <a:pt x="26347" y="84702"/>
                  </a:lnTo>
                  <a:lnTo>
                    <a:pt x="26248" y="84702"/>
                  </a:lnTo>
                  <a:lnTo>
                    <a:pt x="26050" y="84730"/>
                  </a:lnTo>
                  <a:lnTo>
                    <a:pt x="25901" y="84730"/>
                  </a:lnTo>
                  <a:lnTo>
                    <a:pt x="25753" y="84702"/>
                  </a:lnTo>
                  <a:lnTo>
                    <a:pt x="25604" y="84702"/>
                  </a:lnTo>
                  <a:lnTo>
                    <a:pt x="25505" y="84758"/>
                  </a:lnTo>
                  <a:lnTo>
                    <a:pt x="25257" y="84814"/>
                  </a:lnTo>
                  <a:lnTo>
                    <a:pt x="25109" y="84897"/>
                  </a:lnTo>
                  <a:lnTo>
                    <a:pt x="25010" y="85009"/>
                  </a:lnTo>
                  <a:lnTo>
                    <a:pt x="24911" y="85009"/>
                  </a:lnTo>
                  <a:lnTo>
                    <a:pt x="24812" y="85037"/>
                  </a:lnTo>
                  <a:lnTo>
                    <a:pt x="24762" y="85065"/>
                  </a:lnTo>
                  <a:lnTo>
                    <a:pt x="24713" y="85092"/>
                  </a:lnTo>
                  <a:lnTo>
                    <a:pt x="24663" y="85176"/>
                  </a:lnTo>
                  <a:lnTo>
                    <a:pt x="24663" y="85232"/>
                  </a:lnTo>
                  <a:lnTo>
                    <a:pt x="24713" y="85288"/>
                  </a:lnTo>
                  <a:lnTo>
                    <a:pt x="24762" y="85315"/>
                  </a:lnTo>
                  <a:lnTo>
                    <a:pt x="24515" y="85427"/>
                  </a:lnTo>
                  <a:lnTo>
                    <a:pt x="24168" y="85483"/>
                  </a:lnTo>
                  <a:lnTo>
                    <a:pt x="23772" y="85427"/>
                  </a:lnTo>
                  <a:lnTo>
                    <a:pt x="23475" y="85371"/>
                  </a:lnTo>
                  <a:lnTo>
                    <a:pt x="23276" y="85232"/>
                  </a:lnTo>
                  <a:lnTo>
                    <a:pt x="23227" y="85009"/>
                  </a:lnTo>
                  <a:lnTo>
                    <a:pt x="23177" y="84758"/>
                  </a:lnTo>
                  <a:lnTo>
                    <a:pt x="23177" y="84507"/>
                  </a:lnTo>
                  <a:lnTo>
                    <a:pt x="23128" y="84423"/>
                  </a:lnTo>
                  <a:lnTo>
                    <a:pt x="23128" y="84312"/>
                  </a:lnTo>
                  <a:lnTo>
                    <a:pt x="23128" y="84228"/>
                  </a:lnTo>
                  <a:lnTo>
                    <a:pt x="23177" y="84117"/>
                  </a:lnTo>
                  <a:lnTo>
                    <a:pt x="23177" y="84005"/>
                  </a:lnTo>
                  <a:lnTo>
                    <a:pt x="23078" y="83921"/>
                  </a:lnTo>
                  <a:lnTo>
                    <a:pt x="22930" y="83866"/>
                  </a:lnTo>
                  <a:lnTo>
                    <a:pt x="22880" y="83754"/>
                  </a:lnTo>
                  <a:lnTo>
                    <a:pt x="22880" y="83698"/>
                  </a:lnTo>
                  <a:lnTo>
                    <a:pt x="22880" y="83615"/>
                  </a:lnTo>
                  <a:lnTo>
                    <a:pt x="22930" y="83475"/>
                  </a:lnTo>
                  <a:lnTo>
                    <a:pt x="22930" y="83420"/>
                  </a:lnTo>
                  <a:lnTo>
                    <a:pt x="22930" y="83280"/>
                  </a:lnTo>
                  <a:lnTo>
                    <a:pt x="22880" y="83141"/>
                  </a:lnTo>
                  <a:lnTo>
                    <a:pt x="22781" y="83057"/>
                  </a:lnTo>
                  <a:lnTo>
                    <a:pt x="22682" y="82946"/>
                  </a:lnTo>
                  <a:lnTo>
                    <a:pt x="22633" y="82862"/>
                  </a:lnTo>
                  <a:lnTo>
                    <a:pt x="22583" y="82778"/>
                  </a:lnTo>
                  <a:lnTo>
                    <a:pt x="22484" y="82667"/>
                  </a:lnTo>
                  <a:lnTo>
                    <a:pt x="22385" y="82583"/>
                  </a:lnTo>
                  <a:lnTo>
                    <a:pt x="22286" y="82472"/>
                  </a:lnTo>
                  <a:lnTo>
                    <a:pt x="22088" y="82388"/>
                  </a:lnTo>
                  <a:lnTo>
                    <a:pt x="21890" y="82332"/>
                  </a:lnTo>
                  <a:lnTo>
                    <a:pt x="21741" y="82249"/>
                  </a:lnTo>
                  <a:lnTo>
                    <a:pt x="21642" y="82137"/>
                  </a:lnTo>
                  <a:lnTo>
                    <a:pt x="21494" y="82026"/>
                  </a:lnTo>
                  <a:lnTo>
                    <a:pt x="21394" y="81858"/>
                  </a:lnTo>
                  <a:lnTo>
                    <a:pt x="21345" y="81775"/>
                  </a:lnTo>
                  <a:lnTo>
                    <a:pt x="21295" y="81747"/>
                  </a:lnTo>
                  <a:lnTo>
                    <a:pt x="21246" y="81719"/>
                  </a:lnTo>
                  <a:lnTo>
                    <a:pt x="21246" y="81691"/>
                  </a:lnTo>
                  <a:lnTo>
                    <a:pt x="21196" y="81663"/>
                  </a:lnTo>
                  <a:lnTo>
                    <a:pt x="21196" y="81635"/>
                  </a:lnTo>
                  <a:lnTo>
                    <a:pt x="21147" y="81579"/>
                  </a:lnTo>
                  <a:lnTo>
                    <a:pt x="21097" y="81579"/>
                  </a:lnTo>
                  <a:lnTo>
                    <a:pt x="20998" y="81552"/>
                  </a:lnTo>
                  <a:lnTo>
                    <a:pt x="20998" y="81524"/>
                  </a:lnTo>
                  <a:lnTo>
                    <a:pt x="21097" y="81468"/>
                  </a:lnTo>
                  <a:lnTo>
                    <a:pt x="21147" y="81440"/>
                  </a:lnTo>
                  <a:lnTo>
                    <a:pt x="21147" y="81412"/>
                  </a:lnTo>
                  <a:lnTo>
                    <a:pt x="21097" y="81273"/>
                  </a:lnTo>
                  <a:lnTo>
                    <a:pt x="20998" y="81189"/>
                  </a:lnTo>
                  <a:lnTo>
                    <a:pt x="20949" y="81078"/>
                  </a:lnTo>
                  <a:lnTo>
                    <a:pt x="20998" y="80938"/>
                  </a:lnTo>
                  <a:lnTo>
                    <a:pt x="20998" y="80855"/>
                  </a:lnTo>
                  <a:lnTo>
                    <a:pt x="21097" y="80715"/>
                  </a:lnTo>
                  <a:lnTo>
                    <a:pt x="21147" y="80631"/>
                  </a:lnTo>
                  <a:lnTo>
                    <a:pt x="21196" y="80492"/>
                  </a:lnTo>
                  <a:lnTo>
                    <a:pt x="21196" y="80408"/>
                  </a:lnTo>
                  <a:lnTo>
                    <a:pt x="21196" y="80325"/>
                  </a:lnTo>
                  <a:lnTo>
                    <a:pt x="21147" y="80213"/>
                  </a:lnTo>
                  <a:lnTo>
                    <a:pt x="21097" y="80130"/>
                  </a:lnTo>
                  <a:lnTo>
                    <a:pt x="20949" y="80130"/>
                  </a:lnTo>
                  <a:lnTo>
                    <a:pt x="20850" y="80213"/>
                  </a:lnTo>
                  <a:lnTo>
                    <a:pt x="20751" y="80353"/>
                  </a:lnTo>
                  <a:lnTo>
                    <a:pt x="20652" y="80436"/>
                  </a:lnTo>
                  <a:lnTo>
                    <a:pt x="20305" y="80548"/>
                  </a:lnTo>
                  <a:lnTo>
                    <a:pt x="19859" y="80464"/>
                  </a:lnTo>
                  <a:lnTo>
                    <a:pt x="19413" y="80353"/>
                  </a:lnTo>
                  <a:lnTo>
                    <a:pt x="19067" y="80213"/>
                  </a:lnTo>
                  <a:lnTo>
                    <a:pt x="18770" y="80213"/>
                  </a:lnTo>
                  <a:lnTo>
                    <a:pt x="18324" y="80269"/>
                  </a:lnTo>
                  <a:lnTo>
                    <a:pt x="17977" y="80297"/>
                  </a:lnTo>
                  <a:lnTo>
                    <a:pt x="17730" y="80130"/>
                  </a:lnTo>
                  <a:lnTo>
                    <a:pt x="17531" y="79851"/>
                  </a:lnTo>
                  <a:lnTo>
                    <a:pt x="17383" y="79656"/>
                  </a:lnTo>
                  <a:lnTo>
                    <a:pt x="17135" y="79544"/>
                  </a:lnTo>
                  <a:lnTo>
                    <a:pt x="16838" y="79488"/>
                  </a:lnTo>
                  <a:lnTo>
                    <a:pt x="16491" y="79349"/>
                  </a:lnTo>
                  <a:lnTo>
                    <a:pt x="16343" y="79182"/>
                  </a:lnTo>
                  <a:lnTo>
                    <a:pt x="16244" y="78931"/>
                  </a:lnTo>
                  <a:lnTo>
                    <a:pt x="16046" y="78652"/>
                  </a:lnTo>
                  <a:lnTo>
                    <a:pt x="16145" y="78485"/>
                  </a:lnTo>
                  <a:lnTo>
                    <a:pt x="16491" y="78373"/>
                  </a:lnTo>
                  <a:lnTo>
                    <a:pt x="16888" y="78234"/>
                  </a:lnTo>
                  <a:lnTo>
                    <a:pt x="17234" y="78122"/>
                  </a:lnTo>
                  <a:lnTo>
                    <a:pt x="17432" y="77899"/>
                  </a:lnTo>
                  <a:lnTo>
                    <a:pt x="17531" y="77704"/>
                  </a:lnTo>
                  <a:lnTo>
                    <a:pt x="17531" y="77509"/>
                  </a:lnTo>
                  <a:lnTo>
                    <a:pt x="17383" y="77342"/>
                  </a:lnTo>
                  <a:lnTo>
                    <a:pt x="16937" y="77174"/>
                  </a:lnTo>
                  <a:lnTo>
                    <a:pt x="16491" y="77063"/>
                  </a:lnTo>
                  <a:lnTo>
                    <a:pt x="16046" y="76979"/>
                  </a:lnTo>
                  <a:lnTo>
                    <a:pt x="15650" y="76756"/>
                  </a:lnTo>
                  <a:lnTo>
                    <a:pt x="15501" y="76589"/>
                  </a:lnTo>
                  <a:lnTo>
                    <a:pt x="15402" y="76394"/>
                  </a:lnTo>
                  <a:lnTo>
                    <a:pt x="15204" y="76226"/>
                  </a:lnTo>
                  <a:lnTo>
                    <a:pt x="15006" y="76198"/>
                  </a:lnTo>
                  <a:lnTo>
                    <a:pt x="14907" y="76254"/>
                  </a:lnTo>
                  <a:lnTo>
                    <a:pt x="14857" y="76310"/>
                  </a:lnTo>
                  <a:lnTo>
                    <a:pt x="14709" y="76394"/>
                  </a:lnTo>
                  <a:lnTo>
                    <a:pt x="14659" y="76477"/>
                  </a:lnTo>
                  <a:lnTo>
                    <a:pt x="14609" y="76505"/>
                  </a:lnTo>
                  <a:lnTo>
                    <a:pt x="14560" y="76505"/>
                  </a:lnTo>
                  <a:lnTo>
                    <a:pt x="14461" y="76561"/>
                  </a:lnTo>
                  <a:lnTo>
                    <a:pt x="14461" y="76589"/>
                  </a:lnTo>
                  <a:lnTo>
                    <a:pt x="14461" y="76700"/>
                  </a:lnTo>
                  <a:lnTo>
                    <a:pt x="14461" y="76756"/>
                  </a:lnTo>
                  <a:lnTo>
                    <a:pt x="14411" y="76840"/>
                  </a:lnTo>
                  <a:lnTo>
                    <a:pt x="14362" y="76895"/>
                  </a:lnTo>
                  <a:lnTo>
                    <a:pt x="14065" y="76979"/>
                  </a:lnTo>
                  <a:lnTo>
                    <a:pt x="13718" y="76951"/>
                  </a:lnTo>
                  <a:lnTo>
                    <a:pt x="13421" y="76868"/>
                  </a:lnTo>
                  <a:lnTo>
                    <a:pt x="13074" y="76868"/>
                  </a:lnTo>
                  <a:lnTo>
                    <a:pt x="12876" y="76951"/>
                  </a:lnTo>
                  <a:lnTo>
                    <a:pt x="12628" y="77035"/>
                  </a:lnTo>
                  <a:lnTo>
                    <a:pt x="12381" y="77091"/>
                  </a:lnTo>
                  <a:lnTo>
                    <a:pt x="12232" y="77035"/>
                  </a:lnTo>
                  <a:lnTo>
                    <a:pt x="12232" y="76979"/>
                  </a:lnTo>
                  <a:lnTo>
                    <a:pt x="12232" y="76868"/>
                  </a:lnTo>
                  <a:lnTo>
                    <a:pt x="12282" y="76812"/>
                  </a:lnTo>
                  <a:lnTo>
                    <a:pt x="12282" y="76728"/>
                  </a:lnTo>
                  <a:lnTo>
                    <a:pt x="12232" y="76617"/>
                  </a:lnTo>
                  <a:lnTo>
                    <a:pt x="12183" y="76505"/>
                  </a:lnTo>
                  <a:lnTo>
                    <a:pt x="12133" y="76394"/>
                  </a:lnTo>
                  <a:lnTo>
                    <a:pt x="12183" y="76254"/>
                  </a:lnTo>
                  <a:lnTo>
                    <a:pt x="12381" y="76171"/>
                  </a:lnTo>
                  <a:lnTo>
                    <a:pt x="12529" y="76143"/>
                  </a:lnTo>
                  <a:lnTo>
                    <a:pt x="12678" y="76143"/>
                  </a:lnTo>
                  <a:lnTo>
                    <a:pt x="12876" y="76059"/>
                  </a:lnTo>
                  <a:lnTo>
                    <a:pt x="12926" y="75947"/>
                  </a:lnTo>
                  <a:lnTo>
                    <a:pt x="12827" y="75892"/>
                  </a:lnTo>
                  <a:lnTo>
                    <a:pt x="12678" y="75808"/>
                  </a:lnTo>
                  <a:lnTo>
                    <a:pt x="12579" y="75780"/>
                  </a:lnTo>
                  <a:lnTo>
                    <a:pt x="12529" y="75724"/>
                  </a:lnTo>
                  <a:lnTo>
                    <a:pt x="12430" y="75641"/>
                  </a:lnTo>
                  <a:lnTo>
                    <a:pt x="12381" y="75501"/>
                  </a:lnTo>
                  <a:lnTo>
                    <a:pt x="12282" y="75418"/>
                  </a:lnTo>
                  <a:lnTo>
                    <a:pt x="12381" y="75334"/>
                  </a:lnTo>
                  <a:lnTo>
                    <a:pt x="12430" y="75250"/>
                  </a:lnTo>
                  <a:lnTo>
                    <a:pt x="12480" y="75195"/>
                  </a:lnTo>
                  <a:lnTo>
                    <a:pt x="12529" y="75111"/>
                  </a:lnTo>
                  <a:lnTo>
                    <a:pt x="12480" y="74972"/>
                  </a:lnTo>
                  <a:lnTo>
                    <a:pt x="12381" y="74888"/>
                  </a:lnTo>
                  <a:lnTo>
                    <a:pt x="12183" y="74832"/>
                  </a:lnTo>
                  <a:lnTo>
                    <a:pt x="12084" y="74749"/>
                  </a:lnTo>
                  <a:lnTo>
                    <a:pt x="12084" y="74665"/>
                  </a:lnTo>
                  <a:lnTo>
                    <a:pt x="12084" y="74581"/>
                  </a:lnTo>
                  <a:lnTo>
                    <a:pt x="12084" y="74526"/>
                  </a:lnTo>
                  <a:lnTo>
                    <a:pt x="12034" y="74414"/>
                  </a:lnTo>
                  <a:lnTo>
                    <a:pt x="12034" y="74302"/>
                  </a:lnTo>
                  <a:lnTo>
                    <a:pt x="12183" y="74219"/>
                  </a:lnTo>
                  <a:lnTo>
                    <a:pt x="12381" y="74135"/>
                  </a:lnTo>
                  <a:lnTo>
                    <a:pt x="12529" y="74107"/>
                  </a:lnTo>
                  <a:lnTo>
                    <a:pt x="12678" y="73996"/>
                  </a:lnTo>
                  <a:lnTo>
                    <a:pt x="12728" y="73884"/>
                  </a:lnTo>
                  <a:lnTo>
                    <a:pt x="12678" y="73773"/>
                  </a:lnTo>
                  <a:lnTo>
                    <a:pt x="12628" y="73689"/>
                  </a:lnTo>
                  <a:lnTo>
                    <a:pt x="12579" y="73494"/>
                  </a:lnTo>
                  <a:lnTo>
                    <a:pt x="12579" y="73299"/>
                  </a:lnTo>
                  <a:lnTo>
                    <a:pt x="12529" y="73131"/>
                  </a:lnTo>
                  <a:lnTo>
                    <a:pt x="12430" y="72964"/>
                  </a:lnTo>
                  <a:lnTo>
                    <a:pt x="12232" y="72908"/>
                  </a:lnTo>
                  <a:lnTo>
                    <a:pt x="12084" y="72825"/>
                  </a:lnTo>
                  <a:lnTo>
                    <a:pt x="11985" y="72713"/>
                  </a:lnTo>
                  <a:lnTo>
                    <a:pt x="11935" y="72602"/>
                  </a:lnTo>
                  <a:lnTo>
                    <a:pt x="11985" y="72490"/>
                  </a:lnTo>
                  <a:lnTo>
                    <a:pt x="12034" y="72434"/>
                  </a:lnTo>
                  <a:lnTo>
                    <a:pt x="12133" y="72379"/>
                  </a:lnTo>
                  <a:lnTo>
                    <a:pt x="12232" y="72267"/>
                  </a:lnTo>
                  <a:lnTo>
                    <a:pt x="12232" y="72128"/>
                  </a:lnTo>
                  <a:lnTo>
                    <a:pt x="12183" y="72044"/>
                  </a:lnTo>
                  <a:lnTo>
                    <a:pt x="12084" y="71988"/>
                  </a:lnTo>
                  <a:lnTo>
                    <a:pt x="11935" y="71905"/>
                  </a:lnTo>
                  <a:lnTo>
                    <a:pt x="11787" y="71821"/>
                  </a:lnTo>
                  <a:lnTo>
                    <a:pt x="11886" y="71737"/>
                  </a:lnTo>
                  <a:lnTo>
                    <a:pt x="11886" y="71626"/>
                  </a:lnTo>
                  <a:lnTo>
                    <a:pt x="11886" y="71514"/>
                  </a:lnTo>
                  <a:lnTo>
                    <a:pt x="11687" y="71403"/>
                  </a:lnTo>
                  <a:lnTo>
                    <a:pt x="11539" y="71375"/>
                  </a:lnTo>
                  <a:lnTo>
                    <a:pt x="11291" y="71403"/>
                  </a:lnTo>
                  <a:lnTo>
                    <a:pt x="11143" y="71403"/>
                  </a:lnTo>
                  <a:lnTo>
                    <a:pt x="10994" y="71459"/>
                  </a:lnTo>
                  <a:lnTo>
                    <a:pt x="10796" y="71486"/>
                  </a:lnTo>
                  <a:lnTo>
                    <a:pt x="10598" y="71486"/>
                  </a:lnTo>
                  <a:lnTo>
                    <a:pt x="10499" y="71486"/>
                  </a:lnTo>
                  <a:lnTo>
                    <a:pt x="10301" y="71375"/>
                  </a:lnTo>
                  <a:lnTo>
                    <a:pt x="10400" y="71180"/>
                  </a:lnTo>
                  <a:lnTo>
                    <a:pt x="10400" y="70929"/>
                  </a:lnTo>
                  <a:lnTo>
                    <a:pt x="10301" y="70734"/>
                  </a:lnTo>
                  <a:lnTo>
                    <a:pt x="10152" y="70511"/>
                  </a:lnTo>
                  <a:lnTo>
                    <a:pt x="10251" y="70399"/>
                  </a:lnTo>
                  <a:lnTo>
                    <a:pt x="10400" y="70260"/>
                  </a:lnTo>
                  <a:lnTo>
                    <a:pt x="10499" y="70065"/>
                  </a:lnTo>
                  <a:lnTo>
                    <a:pt x="10499" y="69869"/>
                  </a:lnTo>
                  <a:lnTo>
                    <a:pt x="10400" y="69814"/>
                  </a:lnTo>
                  <a:lnTo>
                    <a:pt x="10251" y="69814"/>
                  </a:lnTo>
                  <a:lnTo>
                    <a:pt x="10103" y="69730"/>
                  </a:lnTo>
                  <a:lnTo>
                    <a:pt x="10103" y="69674"/>
                  </a:lnTo>
                  <a:lnTo>
                    <a:pt x="10103" y="69591"/>
                  </a:lnTo>
                  <a:lnTo>
                    <a:pt x="10053" y="69535"/>
                  </a:lnTo>
                  <a:lnTo>
                    <a:pt x="9954" y="69507"/>
                  </a:lnTo>
                  <a:lnTo>
                    <a:pt x="9756" y="69535"/>
                  </a:lnTo>
                  <a:lnTo>
                    <a:pt x="9607" y="69563"/>
                  </a:lnTo>
                  <a:lnTo>
                    <a:pt x="9508" y="69535"/>
                  </a:lnTo>
                  <a:lnTo>
                    <a:pt x="9558" y="69368"/>
                  </a:lnTo>
                  <a:lnTo>
                    <a:pt x="9607" y="69284"/>
                  </a:lnTo>
                  <a:lnTo>
                    <a:pt x="9756" y="69200"/>
                  </a:lnTo>
                  <a:lnTo>
                    <a:pt x="9855" y="69117"/>
                  </a:lnTo>
                  <a:lnTo>
                    <a:pt x="10004" y="69061"/>
                  </a:lnTo>
                  <a:lnTo>
                    <a:pt x="10053" y="68921"/>
                  </a:lnTo>
                  <a:lnTo>
                    <a:pt x="10004" y="68866"/>
                  </a:lnTo>
                  <a:lnTo>
                    <a:pt x="9954" y="68810"/>
                  </a:lnTo>
                  <a:lnTo>
                    <a:pt x="9806" y="68754"/>
                  </a:lnTo>
                  <a:lnTo>
                    <a:pt x="9657" y="68531"/>
                  </a:lnTo>
                  <a:lnTo>
                    <a:pt x="9508" y="68336"/>
                  </a:lnTo>
                  <a:lnTo>
                    <a:pt x="9310" y="68141"/>
                  </a:lnTo>
                  <a:lnTo>
                    <a:pt x="9112" y="67946"/>
                  </a:lnTo>
                  <a:lnTo>
                    <a:pt x="9013" y="67890"/>
                  </a:lnTo>
                  <a:lnTo>
                    <a:pt x="8815" y="67806"/>
                  </a:lnTo>
                  <a:lnTo>
                    <a:pt x="8716" y="67778"/>
                  </a:lnTo>
                  <a:lnTo>
                    <a:pt x="8617" y="67695"/>
                  </a:lnTo>
                  <a:lnTo>
                    <a:pt x="8518" y="67583"/>
                  </a:lnTo>
                  <a:lnTo>
                    <a:pt x="8369" y="67472"/>
                  </a:lnTo>
                  <a:lnTo>
                    <a:pt x="8221" y="67416"/>
                  </a:lnTo>
                  <a:lnTo>
                    <a:pt x="8072" y="67388"/>
                  </a:lnTo>
                  <a:lnTo>
                    <a:pt x="7973" y="67444"/>
                  </a:lnTo>
                  <a:lnTo>
                    <a:pt x="7825" y="67500"/>
                  </a:lnTo>
                  <a:lnTo>
                    <a:pt x="7825" y="67611"/>
                  </a:lnTo>
                  <a:lnTo>
                    <a:pt x="7775" y="67695"/>
                  </a:lnTo>
                  <a:lnTo>
                    <a:pt x="7676" y="67778"/>
                  </a:lnTo>
                  <a:lnTo>
                    <a:pt x="7626" y="67862"/>
                  </a:lnTo>
                  <a:lnTo>
                    <a:pt x="7577" y="67890"/>
                  </a:lnTo>
                  <a:lnTo>
                    <a:pt x="7478" y="67946"/>
                  </a:lnTo>
                  <a:lnTo>
                    <a:pt x="7478" y="68029"/>
                  </a:lnTo>
                  <a:lnTo>
                    <a:pt x="7478" y="68141"/>
                  </a:lnTo>
                  <a:lnTo>
                    <a:pt x="7478" y="68224"/>
                  </a:lnTo>
                  <a:lnTo>
                    <a:pt x="7379" y="68280"/>
                  </a:lnTo>
                  <a:lnTo>
                    <a:pt x="7230" y="68336"/>
                  </a:lnTo>
                  <a:lnTo>
                    <a:pt x="7082" y="68280"/>
                  </a:lnTo>
                  <a:lnTo>
                    <a:pt x="6933" y="68197"/>
                  </a:lnTo>
                  <a:lnTo>
                    <a:pt x="6834" y="68085"/>
                  </a:lnTo>
                  <a:lnTo>
                    <a:pt x="6735" y="68029"/>
                  </a:lnTo>
                  <a:lnTo>
                    <a:pt x="6636" y="68001"/>
                  </a:lnTo>
                  <a:lnTo>
                    <a:pt x="6438" y="67973"/>
                  </a:lnTo>
                  <a:lnTo>
                    <a:pt x="6339" y="67946"/>
                  </a:lnTo>
                  <a:lnTo>
                    <a:pt x="6240" y="67890"/>
                  </a:lnTo>
                  <a:lnTo>
                    <a:pt x="6190" y="67778"/>
                  </a:lnTo>
                  <a:lnTo>
                    <a:pt x="6141" y="67695"/>
                  </a:lnTo>
                  <a:lnTo>
                    <a:pt x="6042" y="67667"/>
                  </a:lnTo>
                  <a:lnTo>
                    <a:pt x="5794" y="67639"/>
                  </a:lnTo>
                  <a:lnTo>
                    <a:pt x="5744" y="67583"/>
                  </a:lnTo>
                  <a:lnTo>
                    <a:pt x="5645" y="67527"/>
                  </a:lnTo>
                  <a:lnTo>
                    <a:pt x="5546" y="67472"/>
                  </a:lnTo>
                  <a:lnTo>
                    <a:pt x="5348" y="67444"/>
                  </a:lnTo>
                  <a:lnTo>
                    <a:pt x="5200" y="67416"/>
                  </a:lnTo>
                  <a:lnTo>
                    <a:pt x="5101" y="67388"/>
                  </a:lnTo>
                  <a:lnTo>
                    <a:pt x="5051" y="67249"/>
                  </a:lnTo>
                  <a:lnTo>
                    <a:pt x="4903" y="67053"/>
                  </a:lnTo>
                  <a:lnTo>
                    <a:pt x="4754" y="66830"/>
                  </a:lnTo>
                  <a:lnTo>
                    <a:pt x="4655" y="66607"/>
                  </a:lnTo>
                  <a:lnTo>
                    <a:pt x="4605" y="66412"/>
                  </a:lnTo>
                  <a:lnTo>
                    <a:pt x="4506" y="66328"/>
                  </a:lnTo>
                  <a:lnTo>
                    <a:pt x="4506" y="66217"/>
                  </a:lnTo>
                  <a:lnTo>
                    <a:pt x="4506" y="66078"/>
                  </a:lnTo>
                  <a:lnTo>
                    <a:pt x="4506" y="65994"/>
                  </a:lnTo>
                  <a:lnTo>
                    <a:pt x="4605" y="65827"/>
                  </a:lnTo>
                  <a:lnTo>
                    <a:pt x="4655" y="65743"/>
                  </a:lnTo>
                  <a:lnTo>
                    <a:pt x="4655" y="65659"/>
                  </a:lnTo>
                  <a:lnTo>
                    <a:pt x="4506" y="65548"/>
                  </a:lnTo>
                  <a:lnTo>
                    <a:pt x="4407" y="65492"/>
                  </a:lnTo>
                  <a:lnTo>
                    <a:pt x="4209" y="65492"/>
                  </a:lnTo>
                  <a:lnTo>
                    <a:pt x="4011" y="65492"/>
                  </a:lnTo>
                  <a:lnTo>
                    <a:pt x="3862" y="65492"/>
                  </a:lnTo>
                  <a:lnTo>
                    <a:pt x="3664" y="65492"/>
                  </a:lnTo>
                  <a:lnTo>
                    <a:pt x="3466" y="65464"/>
                  </a:lnTo>
                  <a:lnTo>
                    <a:pt x="3268" y="65408"/>
                  </a:lnTo>
                  <a:lnTo>
                    <a:pt x="3120" y="65325"/>
                  </a:lnTo>
                  <a:lnTo>
                    <a:pt x="2921" y="65269"/>
                  </a:lnTo>
                  <a:lnTo>
                    <a:pt x="2773" y="65185"/>
                  </a:lnTo>
                  <a:lnTo>
                    <a:pt x="2624" y="65130"/>
                  </a:lnTo>
                  <a:lnTo>
                    <a:pt x="2426" y="65102"/>
                  </a:lnTo>
                  <a:lnTo>
                    <a:pt x="2327" y="65157"/>
                  </a:lnTo>
                  <a:lnTo>
                    <a:pt x="2179" y="65241"/>
                  </a:lnTo>
                  <a:lnTo>
                    <a:pt x="2030" y="65297"/>
                  </a:lnTo>
                  <a:lnTo>
                    <a:pt x="1931" y="65269"/>
                  </a:lnTo>
                  <a:lnTo>
                    <a:pt x="1733" y="65157"/>
                  </a:lnTo>
                  <a:lnTo>
                    <a:pt x="1485" y="64990"/>
                  </a:lnTo>
                  <a:lnTo>
                    <a:pt x="1287" y="64879"/>
                  </a:lnTo>
                  <a:lnTo>
                    <a:pt x="1089" y="64684"/>
                  </a:lnTo>
                  <a:lnTo>
                    <a:pt x="1040" y="64516"/>
                  </a:lnTo>
                  <a:lnTo>
                    <a:pt x="990" y="64321"/>
                  </a:lnTo>
                  <a:lnTo>
                    <a:pt x="990" y="64098"/>
                  </a:lnTo>
                  <a:lnTo>
                    <a:pt x="940" y="63903"/>
                  </a:lnTo>
                  <a:lnTo>
                    <a:pt x="891" y="63652"/>
                  </a:lnTo>
                  <a:lnTo>
                    <a:pt x="792" y="63513"/>
                  </a:lnTo>
                  <a:lnTo>
                    <a:pt x="544" y="63401"/>
                  </a:lnTo>
                  <a:lnTo>
                    <a:pt x="297" y="63457"/>
                  </a:lnTo>
                  <a:lnTo>
                    <a:pt x="198" y="63401"/>
                  </a:lnTo>
                  <a:lnTo>
                    <a:pt x="49" y="63345"/>
                  </a:lnTo>
                  <a:lnTo>
                    <a:pt x="0" y="63234"/>
                  </a:lnTo>
                  <a:lnTo>
                    <a:pt x="49" y="63122"/>
                  </a:lnTo>
                  <a:lnTo>
                    <a:pt x="99" y="63039"/>
                  </a:lnTo>
                  <a:lnTo>
                    <a:pt x="297" y="62983"/>
                  </a:lnTo>
                  <a:lnTo>
                    <a:pt x="396" y="62927"/>
                  </a:lnTo>
                  <a:lnTo>
                    <a:pt x="445" y="62815"/>
                  </a:lnTo>
                  <a:lnTo>
                    <a:pt x="396" y="62704"/>
                  </a:lnTo>
                  <a:lnTo>
                    <a:pt x="297" y="62620"/>
                  </a:lnTo>
                  <a:lnTo>
                    <a:pt x="247" y="62509"/>
                  </a:lnTo>
                  <a:lnTo>
                    <a:pt x="198" y="62397"/>
                  </a:lnTo>
                  <a:lnTo>
                    <a:pt x="297" y="62286"/>
                  </a:lnTo>
                  <a:lnTo>
                    <a:pt x="495" y="62286"/>
                  </a:lnTo>
                  <a:lnTo>
                    <a:pt x="742" y="62369"/>
                  </a:lnTo>
                  <a:lnTo>
                    <a:pt x="891" y="62397"/>
                  </a:lnTo>
                  <a:lnTo>
                    <a:pt x="1188" y="62509"/>
                  </a:lnTo>
                  <a:lnTo>
                    <a:pt x="1535" y="62620"/>
                  </a:lnTo>
                  <a:lnTo>
                    <a:pt x="1981" y="62676"/>
                  </a:lnTo>
                  <a:lnTo>
                    <a:pt x="2278" y="62509"/>
                  </a:lnTo>
                  <a:lnTo>
                    <a:pt x="2327" y="62314"/>
                  </a:lnTo>
                  <a:lnTo>
                    <a:pt x="2228" y="62146"/>
                  </a:lnTo>
                  <a:lnTo>
                    <a:pt x="2129" y="61979"/>
                  </a:lnTo>
                  <a:lnTo>
                    <a:pt x="1981" y="61868"/>
                  </a:lnTo>
                  <a:lnTo>
                    <a:pt x="1931" y="61756"/>
                  </a:lnTo>
                  <a:lnTo>
                    <a:pt x="1931" y="61672"/>
                  </a:lnTo>
                  <a:lnTo>
                    <a:pt x="1931" y="61617"/>
                  </a:lnTo>
                  <a:lnTo>
                    <a:pt x="1832" y="61561"/>
                  </a:lnTo>
                  <a:lnTo>
                    <a:pt x="1733" y="61561"/>
                  </a:lnTo>
                  <a:lnTo>
                    <a:pt x="1535" y="61589"/>
                  </a:lnTo>
                  <a:lnTo>
                    <a:pt x="1386" y="61589"/>
                  </a:lnTo>
                  <a:lnTo>
                    <a:pt x="1337" y="61561"/>
                  </a:lnTo>
                  <a:lnTo>
                    <a:pt x="1238" y="61449"/>
                  </a:lnTo>
                  <a:lnTo>
                    <a:pt x="1089" y="61421"/>
                  </a:lnTo>
                  <a:lnTo>
                    <a:pt x="940" y="61394"/>
                  </a:lnTo>
                  <a:lnTo>
                    <a:pt x="891" y="61338"/>
                  </a:lnTo>
                  <a:lnTo>
                    <a:pt x="841" y="61254"/>
                  </a:lnTo>
                  <a:lnTo>
                    <a:pt x="891" y="61171"/>
                  </a:lnTo>
                  <a:lnTo>
                    <a:pt x="940" y="61115"/>
                  </a:lnTo>
                  <a:lnTo>
                    <a:pt x="990" y="61031"/>
                  </a:lnTo>
                  <a:lnTo>
                    <a:pt x="1040" y="61003"/>
                  </a:lnTo>
                  <a:lnTo>
                    <a:pt x="1188" y="60920"/>
                  </a:lnTo>
                  <a:lnTo>
                    <a:pt x="1238" y="60836"/>
                  </a:lnTo>
                  <a:lnTo>
                    <a:pt x="1287" y="60780"/>
                  </a:lnTo>
                  <a:lnTo>
                    <a:pt x="1188" y="60641"/>
                  </a:lnTo>
                  <a:lnTo>
                    <a:pt x="940" y="60613"/>
                  </a:lnTo>
                  <a:lnTo>
                    <a:pt x="742" y="60557"/>
                  </a:lnTo>
                  <a:lnTo>
                    <a:pt x="544" y="60501"/>
                  </a:lnTo>
                  <a:lnTo>
                    <a:pt x="495" y="60334"/>
                  </a:lnTo>
                  <a:lnTo>
                    <a:pt x="495" y="60167"/>
                  </a:lnTo>
                  <a:lnTo>
                    <a:pt x="594" y="59972"/>
                  </a:lnTo>
                  <a:lnTo>
                    <a:pt x="742" y="59721"/>
                  </a:lnTo>
                  <a:lnTo>
                    <a:pt x="990" y="59219"/>
                  </a:lnTo>
                  <a:lnTo>
                    <a:pt x="1238" y="58717"/>
                  </a:lnTo>
                  <a:lnTo>
                    <a:pt x="1485" y="58243"/>
                  </a:lnTo>
                  <a:lnTo>
                    <a:pt x="1782" y="57713"/>
                  </a:lnTo>
                  <a:lnTo>
                    <a:pt x="2723" y="55845"/>
                  </a:lnTo>
                  <a:lnTo>
                    <a:pt x="3664" y="53949"/>
                  </a:lnTo>
                  <a:lnTo>
                    <a:pt x="4605" y="52081"/>
                  </a:lnTo>
                  <a:lnTo>
                    <a:pt x="5546" y="50185"/>
                  </a:lnTo>
                  <a:lnTo>
                    <a:pt x="6141" y="49042"/>
                  </a:lnTo>
                  <a:lnTo>
                    <a:pt x="7280" y="46784"/>
                  </a:lnTo>
                  <a:lnTo>
                    <a:pt x="8369" y="44526"/>
                  </a:lnTo>
                  <a:lnTo>
                    <a:pt x="9855" y="41710"/>
                  </a:lnTo>
                  <a:lnTo>
                    <a:pt x="11291" y="38866"/>
                  </a:lnTo>
                  <a:lnTo>
                    <a:pt x="12827" y="36022"/>
                  </a:lnTo>
                  <a:lnTo>
                    <a:pt x="14213" y="33206"/>
                  </a:lnTo>
                  <a:lnTo>
                    <a:pt x="15749" y="30362"/>
                  </a:lnTo>
                  <a:lnTo>
                    <a:pt x="17135" y="27546"/>
                  </a:lnTo>
                  <a:lnTo>
                    <a:pt x="18522" y="24897"/>
                  </a:lnTo>
                  <a:lnTo>
                    <a:pt x="19909" y="22249"/>
                  </a:lnTo>
                  <a:lnTo>
                    <a:pt x="21345" y="19600"/>
                  </a:lnTo>
                  <a:lnTo>
                    <a:pt x="22732" y="16979"/>
                  </a:lnTo>
                  <a:lnTo>
                    <a:pt x="24118" y="14330"/>
                  </a:lnTo>
                  <a:lnTo>
                    <a:pt x="25555" y="11710"/>
                  </a:lnTo>
                  <a:lnTo>
                    <a:pt x="26941" y="9061"/>
                  </a:lnTo>
                  <a:lnTo>
                    <a:pt x="28278" y="6440"/>
                  </a:lnTo>
                  <a:lnTo>
                    <a:pt x="28724" y="5631"/>
                  </a:lnTo>
                  <a:lnTo>
                    <a:pt x="29170" y="4823"/>
                  </a:lnTo>
                  <a:lnTo>
                    <a:pt x="29616" y="4042"/>
                  </a:lnTo>
                  <a:lnTo>
                    <a:pt x="30061" y="3234"/>
                  </a:lnTo>
                  <a:lnTo>
                    <a:pt x="30458" y="2425"/>
                  </a:lnTo>
                  <a:lnTo>
                    <a:pt x="30903" y="1617"/>
                  </a:lnTo>
                  <a:lnTo>
                    <a:pt x="31349" y="808"/>
                  </a:lnTo>
                  <a:lnTo>
                    <a:pt x="31795" y="0"/>
                  </a:lnTo>
                  <a:lnTo>
                    <a:pt x="37193" y="836"/>
                  </a:lnTo>
                  <a:lnTo>
                    <a:pt x="42641" y="1617"/>
                  </a:lnTo>
                  <a:lnTo>
                    <a:pt x="48039" y="2397"/>
                  </a:lnTo>
                  <a:lnTo>
                    <a:pt x="53487" y="3150"/>
                  </a:lnTo>
                  <a:lnTo>
                    <a:pt x="59034" y="3847"/>
                  </a:lnTo>
                  <a:lnTo>
                    <a:pt x="64482" y="4544"/>
                  </a:lnTo>
                  <a:lnTo>
                    <a:pt x="69979" y="5213"/>
                  </a:lnTo>
                  <a:lnTo>
                    <a:pt x="75476" y="5827"/>
                  </a:lnTo>
                  <a:lnTo>
                    <a:pt x="81023" y="6468"/>
                  </a:lnTo>
                  <a:lnTo>
                    <a:pt x="86570" y="7053"/>
                  </a:lnTo>
                  <a:lnTo>
                    <a:pt x="92117" y="7611"/>
                  </a:lnTo>
                  <a:lnTo>
                    <a:pt x="97664" y="8141"/>
                  </a:lnTo>
                  <a:lnTo>
                    <a:pt x="103210" y="8643"/>
                  </a:lnTo>
                  <a:lnTo>
                    <a:pt x="108807" y="9117"/>
                  </a:lnTo>
                  <a:lnTo>
                    <a:pt x="114354" y="9591"/>
                  </a:lnTo>
                  <a:lnTo>
                    <a:pt x="119999" y="10037"/>
                  </a:lnTo>
                  <a:lnTo>
                    <a:pt x="119059" y="13438"/>
                  </a:lnTo>
                  <a:lnTo>
                    <a:pt x="118167" y="16840"/>
                  </a:lnTo>
                  <a:lnTo>
                    <a:pt x="117276" y="20269"/>
                  </a:lnTo>
                  <a:lnTo>
                    <a:pt x="116434" y="23671"/>
                  </a:lnTo>
                  <a:lnTo>
                    <a:pt x="115493" y="27128"/>
                  </a:lnTo>
                  <a:lnTo>
                    <a:pt x="114601" y="30529"/>
                  </a:lnTo>
                  <a:lnTo>
                    <a:pt x="113710" y="33931"/>
                  </a:lnTo>
                  <a:lnTo>
                    <a:pt x="112818" y="37388"/>
                  </a:lnTo>
                  <a:lnTo>
                    <a:pt x="111976" y="40789"/>
                  </a:lnTo>
                  <a:lnTo>
                    <a:pt x="111134" y="44247"/>
                  </a:lnTo>
                  <a:lnTo>
                    <a:pt x="110243" y="47648"/>
                  </a:lnTo>
                  <a:lnTo>
                    <a:pt x="109352" y="51105"/>
                  </a:lnTo>
                  <a:lnTo>
                    <a:pt x="108510" y="54535"/>
                  </a:lnTo>
                  <a:lnTo>
                    <a:pt x="107668" y="57964"/>
                  </a:lnTo>
                  <a:lnTo>
                    <a:pt x="106776" y="61394"/>
                  </a:lnTo>
                  <a:lnTo>
                    <a:pt x="105934" y="64851"/>
                  </a:lnTo>
                  <a:lnTo>
                    <a:pt x="105043" y="68252"/>
                  </a:lnTo>
                  <a:lnTo>
                    <a:pt x="104201" y="71710"/>
                  </a:lnTo>
                  <a:lnTo>
                    <a:pt x="103408" y="75139"/>
                  </a:lnTo>
                  <a:lnTo>
                    <a:pt x="102567" y="78596"/>
                  </a:lnTo>
                  <a:lnTo>
                    <a:pt x="101675" y="82026"/>
                  </a:lnTo>
                  <a:lnTo>
                    <a:pt x="100883" y="85483"/>
                  </a:lnTo>
                  <a:lnTo>
                    <a:pt x="100041" y="88912"/>
                  </a:lnTo>
                  <a:lnTo>
                    <a:pt x="99199" y="92369"/>
                  </a:lnTo>
                  <a:lnTo>
                    <a:pt x="98357" y="95799"/>
                  </a:lnTo>
                  <a:lnTo>
                    <a:pt x="97565" y="99256"/>
                  </a:lnTo>
                  <a:lnTo>
                    <a:pt x="96723" y="102685"/>
                  </a:lnTo>
                  <a:lnTo>
                    <a:pt x="95930" y="106143"/>
                  </a:lnTo>
                  <a:lnTo>
                    <a:pt x="95138" y="109572"/>
                  </a:lnTo>
                  <a:lnTo>
                    <a:pt x="94296" y="113029"/>
                  </a:lnTo>
                  <a:lnTo>
                    <a:pt x="93503" y="116459"/>
                  </a:lnTo>
                  <a:lnTo>
                    <a:pt x="92711" y="119916"/>
                  </a:lnTo>
                  <a:lnTo>
                    <a:pt x="92711" y="1200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1" name="Rectangle 570">
            <a:extLst>
              <a:ext uri="{FF2B5EF4-FFF2-40B4-BE49-F238E27FC236}">
                <a16:creationId xmlns:a16="http://schemas.microsoft.com/office/drawing/2014/main" id="{8B739BB0-E326-48AF-AE16-1ACC2B3B9290}"/>
              </a:ext>
            </a:extLst>
          </p:cNvPr>
          <p:cNvSpPr/>
          <p:nvPr/>
        </p:nvSpPr>
        <p:spPr>
          <a:xfrm>
            <a:off x="798071" y="4142697"/>
            <a:ext cx="31092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875E3B16-A86B-4BF5-A1CE-0AB9D84EA016}"/>
              </a:ext>
            </a:extLst>
          </p:cNvPr>
          <p:cNvSpPr txBox="1"/>
          <p:nvPr/>
        </p:nvSpPr>
        <p:spPr>
          <a:xfrm>
            <a:off x="817771" y="3614403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142A1754-2077-4F03-AA4A-780241FD50B3}"/>
              </a:ext>
            </a:extLst>
          </p:cNvPr>
          <p:cNvSpPr/>
          <p:nvPr/>
        </p:nvSpPr>
        <p:spPr>
          <a:xfrm>
            <a:off x="814047" y="3162357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B685CBA5-DD8C-49A3-A309-42CA52AD9495}"/>
              </a:ext>
            </a:extLst>
          </p:cNvPr>
          <p:cNvSpPr/>
          <p:nvPr/>
        </p:nvSpPr>
        <p:spPr>
          <a:xfrm>
            <a:off x="4361352" y="4128536"/>
            <a:ext cx="31220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D2ABE42B-81AC-4830-94F3-9DB1708A6103}"/>
              </a:ext>
            </a:extLst>
          </p:cNvPr>
          <p:cNvSpPr txBox="1"/>
          <p:nvPr/>
        </p:nvSpPr>
        <p:spPr>
          <a:xfrm>
            <a:off x="4381052" y="3600242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BDA7F1D2-3417-4EE6-B448-665CAEE76CB1}"/>
              </a:ext>
            </a:extLst>
          </p:cNvPr>
          <p:cNvSpPr/>
          <p:nvPr/>
        </p:nvSpPr>
        <p:spPr>
          <a:xfrm>
            <a:off x="4381053" y="3168115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grpSp>
        <p:nvGrpSpPr>
          <p:cNvPr id="580" name="Shape 11006"/>
          <p:cNvGrpSpPr/>
          <p:nvPr/>
        </p:nvGrpSpPr>
        <p:grpSpPr>
          <a:xfrm>
            <a:off x="829379" y="2425282"/>
            <a:ext cx="1707335" cy="65667"/>
            <a:chOff x="-1033671" y="1470991"/>
            <a:chExt cx="3101007" cy="119270"/>
          </a:xfrm>
          <a:solidFill>
            <a:srgbClr val="FF0000"/>
          </a:solidFill>
        </p:grpSpPr>
        <p:sp>
          <p:nvSpPr>
            <p:cNvPr id="581" name="Shape 11007"/>
            <p:cNvSpPr/>
            <p:nvPr/>
          </p:nvSpPr>
          <p:spPr>
            <a:xfrm>
              <a:off x="-103367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82" name="Shape 11008"/>
            <p:cNvSpPr/>
            <p:nvPr/>
          </p:nvSpPr>
          <p:spPr>
            <a:xfrm>
              <a:off x="-384315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83" name="Shape 11009"/>
            <p:cNvSpPr/>
            <p:nvPr/>
          </p:nvSpPr>
          <p:spPr>
            <a:xfrm>
              <a:off x="26504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84" name="Shape 11010"/>
            <p:cNvSpPr/>
            <p:nvPr/>
          </p:nvSpPr>
          <p:spPr>
            <a:xfrm rot="10800000" flipH="1">
              <a:off x="914397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85" name="Shape 11011"/>
            <p:cNvSpPr/>
            <p:nvPr/>
          </p:nvSpPr>
          <p:spPr>
            <a:xfrm rot="10800000" flipH="1">
              <a:off x="1563753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586" name="Title 11"/>
          <p:cNvSpPr txBox="1">
            <a:spLocks/>
          </p:cNvSpPr>
          <p:nvPr/>
        </p:nvSpPr>
        <p:spPr>
          <a:xfrm>
            <a:off x="728228" y="1226258"/>
            <a:ext cx="4410115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3590925" algn="l"/>
              </a:tabLst>
            </a:pPr>
            <a:r>
              <a:rPr lang="id-ID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HOW TO RUN A SUCCESSFUL CANADA</a:t>
            </a:r>
          </a:p>
        </p:txBody>
      </p:sp>
    </p:spTree>
    <p:extLst>
      <p:ext uri="{BB962C8B-B14F-4D97-AF65-F5344CB8AC3E}">
        <p14:creationId xmlns:p14="http://schemas.microsoft.com/office/powerpoint/2010/main" val="7551763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696401" y="561375"/>
            <a:ext cx="7688436" cy="5182850"/>
            <a:chOff x="6113289" y="2094973"/>
            <a:chExt cx="10661995" cy="7187355"/>
          </a:xfrm>
          <a:solidFill>
            <a:schemeClr val="bg1">
              <a:lumMod val="85000"/>
            </a:schemeClr>
          </a:solidFill>
        </p:grpSpPr>
        <p:sp>
          <p:nvSpPr>
            <p:cNvPr id="3" name="Shape 6738"/>
            <p:cNvSpPr/>
            <p:nvPr/>
          </p:nvSpPr>
          <p:spPr>
            <a:xfrm>
              <a:off x="6611353" y="3963246"/>
              <a:ext cx="1906804" cy="214668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756" y="1392"/>
                  </a:moveTo>
                  <a:lnTo>
                    <a:pt x="18756" y="1392"/>
                  </a:lnTo>
                  <a:cubicBezTo>
                    <a:pt x="17989" y="1392"/>
                    <a:pt x="17606" y="711"/>
                    <a:pt x="16804" y="711"/>
                  </a:cubicBezTo>
                  <a:cubicBezTo>
                    <a:pt x="16420" y="340"/>
                    <a:pt x="17606" y="2104"/>
                    <a:pt x="17989" y="2444"/>
                  </a:cubicBezTo>
                  <a:cubicBezTo>
                    <a:pt x="18756" y="2784"/>
                    <a:pt x="19941" y="1392"/>
                    <a:pt x="20743" y="2104"/>
                  </a:cubicBezTo>
                  <a:cubicBezTo>
                    <a:pt x="21127" y="3125"/>
                    <a:pt x="20743" y="3837"/>
                    <a:pt x="20325" y="4177"/>
                  </a:cubicBezTo>
                  <a:cubicBezTo>
                    <a:pt x="19941" y="4858"/>
                    <a:pt x="20743" y="5198"/>
                    <a:pt x="21510" y="4858"/>
                  </a:cubicBezTo>
                  <a:cubicBezTo>
                    <a:pt x="21894" y="4858"/>
                    <a:pt x="21510" y="5910"/>
                    <a:pt x="22312" y="5569"/>
                  </a:cubicBezTo>
                  <a:cubicBezTo>
                    <a:pt x="23079" y="5198"/>
                    <a:pt x="23463" y="5910"/>
                    <a:pt x="23463" y="6250"/>
                  </a:cubicBezTo>
                  <a:cubicBezTo>
                    <a:pt x="23846" y="6591"/>
                    <a:pt x="24648" y="5910"/>
                    <a:pt x="25031" y="6591"/>
                  </a:cubicBezTo>
                  <a:cubicBezTo>
                    <a:pt x="25415" y="7302"/>
                    <a:pt x="23846" y="7302"/>
                    <a:pt x="23079" y="7643"/>
                  </a:cubicBezTo>
                  <a:cubicBezTo>
                    <a:pt x="22696" y="7983"/>
                    <a:pt x="21510" y="8323"/>
                    <a:pt x="21127" y="8323"/>
                  </a:cubicBezTo>
                  <a:cubicBezTo>
                    <a:pt x="20325" y="8323"/>
                    <a:pt x="20325" y="6250"/>
                    <a:pt x="19174" y="5910"/>
                  </a:cubicBezTo>
                  <a:cubicBezTo>
                    <a:pt x="17989" y="5569"/>
                    <a:pt x="17222" y="5569"/>
                    <a:pt x="17222" y="4858"/>
                  </a:cubicBezTo>
                  <a:cubicBezTo>
                    <a:pt x="16804" y="3837"/>
                    <a:pt x="16420" y="3496"/>
                    <a:pt x="15653" y="4517"/>
                  </a:cubicBezTo>
                  <a:cubicBezTo>
                    <a:pt x="15270" y="5569"/>
                    <a:pt x="13317" y="5910"/>
                    <a:pt x="12515" y="5569"/>
                  </a:cubicBezTo>
                  <a:cubicBezTo>
                    <a:pt x="11365" y="5198"/>
                    <a:pt x="8994" y="3125"/>
                    <a:pt x="7844" y="3125"/>
                  </a:cubicBezTo>
                  <a:cubicBezTo>
                    <a:pt x="6275" y="2784"/>
                    <a:pt x="4706" y="2784"/>
                    <a:pt x="3556" y="2444"/>
                  </a:cubicBezTo>
                  <a:cubicBezTo>
                    <a:pt x="1987" y="2104"/>
                    <a:pt x="801" y="1732"/>
                    <a:pt x="418" y="1732"/>
                  </a:cubicBezTo>
                  <a:cubicBezTo>
                    <a:pt x="0" y="1732"/>
                    <a:pt x="418" y="2784"/>
                    <a:pt x="1568" y="3125"/>
                  </a:cubicBezTo>
                  <a:cubicBezTo>
                    <a:pt x="2754" y="3837"/>
                    <a:pt x="3556" y="4858"/>
                    <a:pt x="3939" y="5569"/>
                  </a:cubicBezTo>
                  <a:cubicBezTo>
                    <a:pt x="3939" y="6250"/>
                    <a:pt x="5508" y="5910"/>
                    <a:pt x="6275" y="5910"/>
                  </a:cubicBezTo>
                  <a:cubicBezTo>
                    <a:pt x="7042" y="5910"/>
                    <a:pt x="7425" y="6931"/>
                    <a:pt x="7425" y="7643"/>
                  </a:cubicBezTo>
                  <a:cubicBezTo>
                    <a:pt x="7844" y="8664"/>
                    <a:pt x="8227" y="10056"/>
                    <a:pt x="9378" y="10428"/>
                  </a:cubicBezTo>
                  <a:cubicBezTo>
                    <a:pt x="10563" y="11108"/>
                    <a:pt x="12934" y="12160"/>
                    <a:pt x="13317" y="13522"/>
                  </a:cubicBezTo>
                  <a:cubicBezTo>
                    <a:pt x="13317" y="14914"/>
                    <a:pt x="12934" y="16988"/>
                    <a:pt x="13701" y="17699"/>
                  </a:cubicBezTo>
                  <a:cubicBezTo>
                    <a:pt x="14468" y="18380"/>
                    <a:pt x="15653" y="18380"/>
                    <a:pt x="16420" y="18040"/>
                  </a:cubicBezTo>
                  <a:cubicBezTo>
                    <a:pt x="17606" y="18040"/>
                    <a:pt x="17989" y="18380"/>
                    <a:pt x="17989" y="19092"/>
                  </a:cubicBezTo>
                  <a:cubicBezTo>
                    <a:pt x="17989" y="19773"/>
                    <a:pt x="19174" y="20113"/>
                    <a:pt x="19941" y="19773"/>
                  </a:cubicBezTo>
                  <a:cubicBezTo>
                    <a:pt x="20743" y="19092"/>
                    <a:pt x="20743" y="19092"/>
                    <a:pt x="20743" y="19773"/>
                  </a:cubicBezTo>
                  <a:cubicBezTo>
                    <a:pt x="20743" y="20825"/>
                    <a:pt x="21127" y="21165"/>
                    <a:pt x="21510" y="21165"/>
                  </a:cubicBezTo>
                  <a:cubicBezTo>
                    <a:pt x="22312" y="21165"/>
                    <a:pt x="22696" y="21846"/>
                    <a:pt x="22696" y="22186"/>
                  </a:cubicBezTo>
                  <a:cubicBezTo>
                    <a:pt x="22696" y="22898"/>
                    <a:pt x="23079" y="23238"/>
                    <a:pt x="24230" y="22898"/>
                  </a:cubicBezTo>
                  <a:cubicBezTo>
                    <a:pt x="25415" y="22558"/>
                    <a:pt x="26984" y="22558"/>
                    <a:pt x="27367" y="22898"/>
                  </a:cubicBezTo>
                  <a:cubicBezTo>
                    <a:pt x="27751" y="23238"/>
                    <a:pt x="26984" y="24631"/>
                    <a:pt x="27751" y="25312"/>
                  </a:cubicBezTo>
                  <a:cubicBezTo>
                    <a:pt x="28553" y="25683"/>
                    <a:pt x="29703" y="26704"/>
                    <a:pt x="30122" y="27756"/>
                  </a:cubicBezTo>
                  <a:cubicBezTo>
                    <a:pt x="30889" y="28437"/>
                    <a:pt x="31272" y="29489"/>
                    <a:pt x="32074" y="29489"/>
                  </a:cubicBezTo>
                  <a:cubicBezTo>
                    <a:pt x="32841" y="29489"/>
                    <a:pt x="33608" y="28808"/>
                    <a:pt x="34026" y="28096"/>
                  </a:cubicBezTo>
                  <a:cubicBezTo>
                    <a:pt x="34026" y="27416"/>
                    <a:pt x="35177" y="27756"/>
                    <a:pt x="35944" y="27075"/>
                  </a:cubicBezTo>
                  <a:cubicBezTo>
                    <a:pt x="36362" y="26704"/>
                    <a:pt x="36746" y="26704"/>
                    <a:pt x="36746" y="27756"/>
                  </a:cubicBezTo>
                  <a:cubicBezTo>
                    <a:pt x="36746" y="28808"/>
                    <a:pt x="37129" y="29149"/>
                    <a:pt x="38698" y="28808"/>
                  </a:cubicBezTo>
                  <a:cubicBezTo>
                    <a:pt x="40267" y="28808"/>
                    <a:pt x="39500" y="27756"/>
                    <a:pt x="40267" y="27756"/>
                  </a:cubicBezTo>
                  <a:cubicBezTo>
                    <a:pt x="41034" y="27756"/>
                    <a:pt x="41836" y="27416"/>
                    <a:pt x="41452" y="26364"/>
                  </a:cubicBezTo>
                  <a:cubicBezTo>
                    <a:pt x="41452" y="25312"/>
                    <a:pt x="41836" y="24631"/>
                    <a:pt x="42219" y="24971"/>
                  </a:cubicBezTo>
                  <a:cubicBezTo>
                    <a:pt x="42219" y="25312"/>
                    <a:pt x="42219" y="27075"/>
                    <a:pt x="42603" y="27756"/>
                  </a:cubicBezTo>
                  <a:cubicBezTo>
                    <a:pt x="42603" y="28437"/>
                    <a:pt x="43370" y="28437"/>
                    <a:pt x="42603" y="29149"/>
                  </a:cubicBezTo>
                  <a:cubicBezTo>
                    <a:pt x="42219" y="30170"/>
                    <a:pt x="41452" y="30510"/>
                    <a:pt x="41452" y="31222"/>
                  </a:cubicBezTo>
                  <a:cubicBezTo>
                    <a:pt x="41452" y="31903"/>
                    <a:pt x="41836" y="31903"/>
                    <a:pt x="42986" y="31562"/>
                  </a:cubicBezTo>
                  <a:cubicBezTo>
                    <a:pt x="44171" y="31562"/>
                    <a:pt x="44555" y="31562"/>
                    <a:pt x="44555" y="32243"/>
                  </a:cubicBezTo>
                  <a:cubicBezTo>
                    <a:pt x="44555" y="33295"/>
                    <a:pt x="44938" y="34007"/>
                    <a:pt x="45740" y="34687"/>
                  </a:cubicBezTo>
                  <a:cubicBezTo>
                    <a:pt x="46507" y="35028"/>
                    <a:pt x="49262" y="38153"/>
                    <a:pt x="50029" y="38494"/>
                  </a:cubicBezTo>
                  <a:cubicBezTo>
                    <a:pt x="50412" y="39205"/>
                    <a:pt x="51214" y="40226"/>
                    <a:pt x="51214" y="40567"/>
                  </a:cubicBezTo>
                  <a:cubicBezTo>
                    <a:pt x="51214" y="40938"/>
                    <a:pt x="51981" y="40938"/>
                    <a:pt x="53166" y="40567"/>
                  </a:cubicBezTo>
                  <a:cubicBezTo>
                    <a:pt x="53933" y="40226"/>
                    <a:pt x="55502" y="40226"/>
                    <a:pt x="56269" y="40567"/>
                  </a:cubicBezTo>
                  <a:cubicBezTo>
                    <a:pt x="57071" y="41279"/>
                    <a:pt x="58256" y="44063"/>
                    <a:pt x="58640" y="44744"/>
                  </a:cubicBezTo>
                  <a:cubicBezTo>
                    <a:pt x="58640" y="45425"/>
                    <a:pt x="58640" y="46137"/>
                    <a:pt x="59407" y="46137"/>
                  </a:cubicBezTo>
                  <a:cubicBezTo>
                    <a:pt x="60174" y="46137"/>
                    <a:pt x="60174" y="46477"/>
                    <a:pt x="60592" y="47870"/>
                  </a:cubicBezTo>
                  <a:cubicBezTo>
                    <a:pt x="60976" y="49262"/>
                    <a:pt x="62545" y="51335"/>
                    <a:pt x="62928" y="52016"/>
                  </a:cubicBezTo>
                  <a:cubicBezTo>
                    <a:pt x="63312" y="52728"/>
                    <a:pt x="63695" y="54801"/>
                    <a:pt x="63695" y="56874"/>
                  </a:cubicBezTo>
                  <a:cubicBezTo>
                    <a:pt x="63695" y="58978"/>
                    <a:pt x="63695" y="60000"/>
                    <a:pt x="62928" y="60711"/>
                  </a:cubicBezTo>
                  <a:cubicBezTo>
                    <a:pt x="62545" y="61392"/>
                    <a:pt x="61359" y="63465"/>
                    <a:pt x="61359" y="64858"/>
                  </a:cubicBezTo>
                  <a:cubicBezTo>
                    <a:pt x="61359" y="66250"/>
                    <a:pt x="62126" y="67302"/>
                    <a:pt x="61743" y="68323"/>
                  </a:cubicBezTo>
                  <a:cubicBezTo>
                    <a:pt x="60976" y="69375"/>
                    <a:pt x="60976" y="70397"/>
                    <a:pt x="61359" y="71449"/>
                  </a:cubicBezTo>
                  <a:cubicBezTo>
                    <a:pt x="61743" y="72470"/>
                    <a:pt x="61743" y="73862"/>
                    <a:pt x="62126" y="74234"/>
                  </a:cubicBezTo>
                  <a:cubicBezTo>
                    <a:pt x="62545" y="74914"/>
                    <a:pt x="63312" y="72841"/>
                    <a:pt x="63695" y="73522"/>
                  </a:cubicBezTo>
                  <a:cubicBezTo>
                    <a:pt x="63695" y="74234"/>
                    <a:pt x="64079" y="75595"/>
                    <a:pt x="64880" y="75255"/>
                  </a:cubicBezTo>
                  <a:cubicBezTo>
                    <a:pt x="65264" y="74914"/>
                    <a:pt x="66066" y="74574"/>
                    <a:pt x="66066" y="75255"/>
                  </a:cubicBezTo>
                  <a:cubicBezTo>
                    <a:pt x="66066" y="75966"/>
                    <a:pt x="65647" y="77699"/>
                    <a:pt x="66833" y="77699"/>
                  </a:cubicBezTo>
                  <a:cubicBezTo>
                    <a:pt x="68018" y="77699"/>
                    <a:pt x="68402" y="78720"/>
                    <a:pt x="68785" y="79401"/>
                  </a:cubicBezTo>
                  <a:cubicBezTo>
                    <a:pt x="68785" y="79773"/>
                    <a:pt x="69552" y="80794"/>
                    <a:pt x="70737" y="80113"/>
                  </a:cubicBezTo>
                  <a:cubicBezTo>
                    <a:pt x="71504" y="79773"/>
                    <a:pt x="71923" y="79773"/>
                    <a:pt x="71923" y="80453"/>
                  </a:cubicBezTo>
                  <a:cubicBezTo>
                    <a:pt x="71923" y="81165"/>
                    <a:pt x="73073" y="82898"/>
                    <a:pt x="75026" y="84290"/>
                  </a:cubicBezTo>
                  <a:cubicBezTo>
                    <a:pt x="76978" y="85652"/>
                    <a:pt x="81266" y="87725"/>
                    <a:pt x="82452" y="88437"/>
                  </a:cubicBezTo>
                  <a:cubicBezTo>
                    <a:pt x="84020" y="89118"/>
                    <a:pt x="85973" y="92243"/>
                    <a:pt x="87925" y="93264"/>
                  </a:cubicBezTo>
                  <a:cubicBezTo>
                    <a:pt x="89494" y="94285"/>
                    <a:pt x="89877" y="93945"/>
                    <a:pt x="90261" y="95337"/>
                  </a:cubicBezTo>
                  <a:cubicBezTo>
                    <a:pt x="91063" y="96730"/>
                    <a:pt x="91830" y="98122"/>
                    <a:pt x="93782" y="98803"/>
                  </a:cubicBezTo>
                  <a:cubicBezTo>
                    <a:pt x="95735" y="99855"/>
                    <a:pt x="96920" y="100536"/>
                    <a:pt x="98489" y="100536"/>
                  </a:cubicBezTo>
                  <a:cubicBezTo>
                    <a:pt x="99639" y="100876"/>
                    <a:pt x="100441" y="101928"/>
                    <a:pt x="101208" y="103661"/>
                  </a:cubicBezTo>
                  <a:cubicBezTo>
                    <a:pt x="102010" y="105394"/>
                    <a:pt x="102010" y="106787"/>
                    <a:pt x="102777" y="107127"/>
                  </a:cubicBezTo>
                  <a:cubicBezTo>
                    <a:pt x="103160" y="107127"/>
                    <a:pt x="103160" y="109571"/>
                    <a:pt x="103962" y="110593"/>
                  </a:cubicBezTo>
                  <a:cubicBezTo>
                    <a:pt x="104346" y="111985"/>
                    <a:pt x="104346" y="113037"/>
                    <a:pt x="103962" y="113378"/>
                  </a:cubicBezTo>
                  <a:cubicBezTo>
                    <a:pt x="103160" y="113718"/>
                    <a:pt x="103579" y="115791"/>
                    <a:pt x="104346" y="116162"/>
                  </a:cubicBezTo>
                  <a:cubicBezTo>
                    <a:pt x="105113" y="116503"/>
                    <a:pt x="105113" y="117864"/>
                    <a:pt x="105113" y="118236"/>
                  </a:cubicBezTo>
                  <a:cubicBezTo>
                    <a:pt x="105496" y="118916"/>
                    <a:pt x="106298" y="119969"/>
                    <a:pt x="108634" y="118236"/>
                  </a:cubicBezTo>
                  <a:cubicBezTo>
                    <a:pt x="110970" y="116843"/>
                    <a:pt x="114491" y="114770"/>
                    <a:pt x="115293" y="113718"/>
                  </a:cubicBezTo>
                  <a:cubicBezTo>
                    <a:pt x="116060" y="113037"/>
                    <a:pt x="118779" y="110252"/>
                    <a:pt x="119581" y="109200"/>
                  </a:cubicBezTo>
                  <a:cubicBezTo>
                    <a:pt x="119965" y="108179"/>
                    <a:pt x="119581" y="105394"/>
                    <a:pt x="118396" y="104002"/>
                  </a:cubicBezTo>
                  <a:cubicBezTo>
                    <a:pt x="117629" y="102609"/>
                    <a:pt x="116827" y="102269"/>
                    <a:pt x="116060" y="101588"/>
                  </a:cubicBezTo>
                  <a:cubicBezTo>
                    <a:pt x="114875" y="100876"/>
                    <a:pt x="114491" y="98803"/>
                    <a:pt x="113724" y="98122"/>
                  </a:cubicBezTo>
                  <a:cubicBezTo>
                    <a:pt x="113341" y="97411"/>
                    <a:pt x="111772" y="96018"/>
                    <a:pt x="111388" y="95337"/>
                  </a:cubicBezTo>
                  <a:cubicBezTo>
                    <a:pt x="110586" y="94657"/>
                    <a:pt x="110586" y="93604"/>
                    <a:pt x="109018" y="92924"/>
                  </a:cubicBezTo>
                  <a:cubicBezTo>
                    <a:pt x="107867" y="91903"/>
                    <a:pt x="107867" y="90881"/>
                    <a:pt x="105915" y="89829"/>
                  </a:cubicBezTo>
                  <a:cubicBezTo>
                    <a:pt x="104346" y="88437"/>
                    <a:pt x="103962" y="87385"/>
                    <a:pt x="103579" y="86704"/>
                  </a:cubicBezTo>
                  <a:cubicBezTo>
                    <a:pt x="103160" y="86364"/>
                    <a:pt x="102777" y="85652"/>
                    <a:pt x="102010" y="85992"/>
                  </a:cubicBezTo>
                  <a:cubicBezTo>
                    <a:pt x="101208" y="85992"/>
                    <a:pt x="101208" y="86364"/>
                    <a:pt x="101592" y="87385"/>
                  </a:cubicBezTo>
                  <a:cubicBezTo>
                    <a:pt x="102010" y="88437"/>
                    <a:pt x="101592" y="88437"/>
                    <a:pt x="100825" y="88777"/>
                  </a:cubicBezTo>
                  <a:cubicBezTo>
                    <a:pt x="100023" y="88777"/>
                    <a:pt x="99639" y="90170"/>
                    <a:pt x="100825" y="90170"/>
                  </a:cubicBezTo>
                  <a:cubicBezTo>
                    <a:pt x="102010" y="89829"/>
                    <a:pt x="102393" y="91222"/>
                    <a:pt x="101208" y="91903"/>
                  </a:cubicBezTo>
                  <a:cubicBezTo>
                    <a:pt x="100023" y="92583"/>
                    <a:pt x="98489" y="91903"/>
                    <a:pt x="98872" y="90881"/>
                  </a:cubicBezTo>
                  <a:cubicBezTo>
                    <a:pt x="98872" y="89829"/>
                    <a:pt x="98489" y="89118"/>
                    <a:pt x="97303" y="88096"/>
                  </a:cubicBezTo>
                  <a:cubicBezTo>
                    <a:pt x="96536" y="87385"/>
                    <a:pt x="94584" y="84971"/>
                    <a:pt x="93399" y="83579"/>
                  </a:cubicBezTo>
                  <a:cubicBezTo>
                    <a:pt x="92632" y="82186"/>
                    <a:pt x="91446" y="80453"/>
                    <a:pt x="91446" y="80453"/>
                  </a:cubicBezTo>
                  <a:cubicBezTo>
                    <a:pt x="91063" y="80113"/>
                    <a:pt x="91446" y="78720"/>
                    <a:pt x="91446" y="78380"/>
                  </a:cubicBezTo>
                  <a:cubicBezTo>
                    <a:pt x="91830" y="78040"/>
                    <a:pt x="93015" y="76647"/>
                    <a:pt x="93399" y="75255"/>
                  </a:cubicBezTo>
                  <a:cubicBezTo>
                    <a:pt x="93399" y="73862"/>
                    <a:pt x="91830" y="71108"/>
                    <a:pt x="90261" y="69375"/>
                  </a:cubicBezTo>
                  <a:cubicBezTo>
                    <a:pt x="88692" y="67983"/>
                    <a:pt x="87158" y="66250"/>
                    <a:pt x="87542" y="64146"/>
                  </a:cubicBezTo>
                  <a:cubicBezTo>
                    <a:pt x="87542" y="62413"/>
                    <a:pt x="87542" y="60340"/>
                    <a:pt x="86356" y="59319"/>
                  </a:cubicBezTo>
                  <a:cubicBezTo>
                    <a:pt x="85206" y="58607"/>
                    <a:pt x="83253" y="56874"/>
                    <a:pt x="82452" y="55482"/>
                  </a:cubicBezTo>
                  <a:cubicBezTo>
                    <a:pt x="81685" y="54461"/>
                    <a:pt x="81266" y="52016"/>
                    <a:pt x="80883" y="50995"/>
                  </a:cubicBezTo>
                  <a:cubicBezTo>
                    <a:pt x="80116" y="49602"/>
                    <a:pt x="80116" y="47498"/>
                    <a:pt x="81266" y="46817"/>
                  </a:cubicBezTo>
                  <a:cubicBezTo>
                    <a:pt x="82452" y="45796"/>
                    <a:pt x="82068" y="45425"/>
                    <a:pt x="81685" y="45425"/>
                  </a:cubicBezTo>
                  <a:cubicBezTo>
                    <a:pt x="80883" y="45425"/>
                    <a:pt x="80116" y="44404"/>
                    <a:pt x="80116" y="43352"/>
                  </a:cubicBezTo>
                  <a:cubicBezTo>
                    <a:pt x="79732" y="42331"/>
                    <a:pt x="79349" y="39886"/>
                    <a:pt x="78930" y="38834"/>
                  </a:cubicBezTo>
                  <a:cubicBezTo>
                    <a:pt x="78547" y="37472"/>
                    <a:pt x="78163" y="36080"/>
                    <a:pt x="76978" y="34687"/>
                  </a:cubicBezTo>
                  <a:cubicBezTo>
                    <a:pt x="75828" y="33295"/>
                    <a:pt x="75026" y="31903"/>
                    <a:pt x="74642" y="31222"/>
                  </a:cubicBezTo>
                  <a:cubicBezTo>
                    <a:pt x="73875" y="30510"/>
                    <a:pt x="73073" y="29489"/>
                    <a:pt x="71504" y="28437"/>
                  </a:cubicBezTo>
                  <a:cubicBezTo>
                    <a:pt x="69970" y="27756"/>
                    <a:pt x="69552" y="27756"/>
                    <a:pt x="69552" y="28437"/>
                  </a:cubicBezTo>
                  <a:cubicBezTo>
                    <a:pt x="69552" y="29149"/>
                    <a:pt x="69552" y="29489"/>
                    <a:pt x="70354" y="29829"/>
                  </a:cubicBezTo>
                  <a:cubicBezTo>
                    <a:pt x="71121" y="30170"/>
                    <a:pt x="71121" y="31222"/>
                    <a:pt x="70737" y="31903"/>
                  </a:cubicBezTo>
                  <a:cubicBezTo>
                    <a:pt x="70354" y="32614"/>
                    <a:pt x="70354" y="33635"/>
                    <a:pt x="71923" y="33635"/>
                  </a:cubicBezTo>
                  <a:cubicBezTo>
                    <a:pt x="73875" y="33635"/>
                    <a:pt x="74259" y="34687"/>
                    <a:pt x="74259" y="35399"/>
                  </a:cubicBezTo>
                  <a:cubicBezTo>
                    <a:pt x="73875" y="36080"/>
                    <a:pt x="71923" y="36420"/>
                    <a:pt x="71121" y="35399"/>
                  </a:cubicBezTo>
                  <a:cubicBezTo>
                    <a:pt x="69970" y="34007"/>
                    <a:pt x="69552" y="33295"/>
                    <a:pt x="68785" y="32955"/>
                  </a:cubicBezTo>
                  <a:cubicBezTo>
                    <a:pt x="68018" y="32614"/>
                    <a:pt x="67216" y="31562"/>
                    <a:pt x="67635" y="30510"/>
                  </a:cubicBezTo>
                  <a:cubicBezTo>
                    <a:pt x="68402" y="29489"/>
                    <a:pt x="68402" y="28808"/>
                    <a:pt x="68018" y="27756"/>
                  </a:cubicBezTo>
                  <a:cubicBezTo>
                    <a:pt x="67216" y="26704"/>
                    <a:pt x="66833" y="26364"/>
                    <a:pt x="66833" y="25683"/>
                  </a:cubicBezTo>
                  <a:cubicBezTo>
                    <a:pt x="66449" y="24631"/>
                    <a:pt x="66449" y="23579"/>
                    <a:pt x="65647" y="22898"/>
                  </a:cubicBezTo>
                  <a:cubicBezTo>
                    <a:pt x="64497" y="22186"/>
                    <a:pt x="62928" y="21165"/>
                    <a:pt x="62545" y="19432"/>
                  </a:cubicBezTo>
                  <a:cubicBezTo>
                    <a:pt x="61743" y="17699"/>
                    <a:pt x="61359" y="15966"/>
                    <a:pt x="61359" y="14914"/>
                  </a:cubicBezTo>
                  <a:cubicBezTo>
                    <a:pt x="60976" y="14234"/>
                    <a:pt x="60592" y="13522"/>
                    <a:pt x="59790" y="13182"/>
                  </a:cubicBezTo>
                  <a:cubicBezTo>
                    <a:pt x="59023" y="13182"/>
                    <a:pt x="56687" y="12501"/>
                    <a:pt x="55502" y="11449"/>
                  </a:cubicBezTo>
                  <a:cubicBezTo>
                    <a:pt x="54317" y="10056"/>
                    <a:pt x="53166" y="7643"/>
                    <a:pt x="53166" y="6250"/>
                  </a:cubicBezTo>
                  <a:cubicBezTo>
                    <a:pt x="52748" y="4858"/>
                    <a:pt x="52364" y="2444"/>
                    <a:pt x="52364" y="2444"/>
                  </a:cubicBezTo>
                  <a:lnTo>
                    <a:pt x="52364" y="2444"/>
                  </a:lnTo>
                  <a:cubicBezTo>
                    <a:pt x="20325" y="0"/>
                    <a:pt x="20325" y="0"/>
                    <a:pt x="20325" y="0"/>
                  </a:cubicBezTo>
                  <a:cubicBezTo>
                    <a:pt x="19941" y="711"/>
                    <a:pt x="19558" y="1052"/>
                    <a:pt x="18756" y="1392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Shape 6739"/>
            <p:cNvSpPr/>
            <p:nvPr/>
          </p:nvSpPr>
          <p:spPr>
            <a:xfrm>
              <a:off x="6113289" y="2094973"/>
              <a:ext cx="1328171" cy="19122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7382" y="114891"/>
                  </a:moveTo>
                  <a:lnTo>
                    <a:pt x="77382" y="114891"/>
                  </a:lnTo>
                  <a:cubicBezTo>
                    <a:pt x="76832" y="115273"/>
                    <a:pt x="77382" y="116837"/>
                    <a:pt x="76832" y="116837"/>
                  </a:cubicBezTo>
                  <a:cubicBezTo>
                    <a:pt x="76231" y="117219"/>
                    <a:pt x="75131" y="116837"/>
                    <a:pt x="73980" y="117219"/>
                  </a:cubicBezTo>
                  <a:cubicBezTo>
                    <a:pt x="119949" y="119965"/>
                    <a:pt x="119949" y="119965"/>
                    <a:pt x="119949" y="119965"/>
                  </a:cubicBezTo>
                  <a:cubicBezTo>
                    <a:pt x="119949" y="119165"/>
                    <a:pt x="119399" y="118019"/>
                    <a:pt x="118849" y="116837"/>
                  </a:cubicBezTo>
                  <a:cubicBezTo>
                    <a:pt x="117749" y="116072"/>
                    <a:pt x="117148" y="114509"/>
                    <a:pt x="117148" y="112945"/>
                  </a:cubicBezTo>
                  <a:cubicBezTo>
                    <a:pt x="117148" y="111381"/>
                    <a:pt x="116598" y="109817"/>
                    <a:pt x="115498" y="109435"/>
                  </a:cubicBezTo>
                  <a:cubicBezTo>
                    <a:pt x="114947" y="109052"/>
                    <a:pt x="112096" y="107871"/>
                    <a:pt x="110446" y="106724"/>
                  </a:cubicBezTo>
                  <a:cubicBezTo>
                    <a:pt x="108745" y="105543"/>
                    <a:pt x="108745" y="104778"/>
                    <a:pt x="108745" y="103596"/>
                  </a:cubicBezTo>
                  <a:cubicBezTo>
                    <a:pt x="108745" y="102832"/>
                    <a:pt x="108195" y="100086"/>
                    <a:pt x="107044" y="99704"/>
                  </a:cubicBezTo>
                  <a:cubicBezTo>
                    <a:pt x="106494" y="98905"/>
                    <a:pt x="105393" y="99322"/>
                    <a:pt x="105393" y="99704"/>
                  </a:cubicBezTo>
                  <a:cubicBezTo>
                    <a:pt x="105393" y="100469"/>
                    <a:pt x="104293" y="98523"/>
                    <a:pt x="104293" y="97758"/>
                  </a:cubicBezTo>
                  <a:cubicBezTo>
                    <a:pt x="104293" y="96993"/>
                    <a:pt x="102592" y="95430"/>
                    <a:pt x="101492" y="95430"/>
                  </a:cubicBezTo>
                  <a:cubicBezTo>
                    <a:pt x="100341" y="95047"/>
                    <a:pt x="100341" y="95430"/>
                    <a:pt x="100341" y="96194"/>
                  </a:cubicBezTo>
                  <a:cubicBezTo>
                    <a:pt x="100341" y="96576"/>
                    <a:pt x="99791" y="96194"/>
                    <a:pt x="98641" y="95430"/>
                  </a:cubicBezTo>
                  <a:cubicBezTo>
                    <a:pt x="98090" y="94630"/>
                    <a:pt x="97540" y="93866"/>
                    <a:pt x="98641" y="93483"/>
                  </a:cubicBezTo>
                  <a:cubicBezTo>
                    <a:pt x="100341" y="93101"/>
                    <a:pt x="100892" y="92302"/>
                    <a:pt x="100341" y="91920"/>
                  </a:cubicBezTo>
                  <a:cubicBezTo>
                    <a:pt x="100341" y="91537"/>
                    <a:pt x="99791" y="91537"/>
                    <a:pt x="98641" y="91120"/>
                  </a:cubicBezTo>
                  <a:cubicBezTo>
                    <a:pt x="98090" y="90738"/>
                    <a:pt x="96990" y="90356"/>
                    <a:pt x="96990" y="89174"/>
                  </a:cubicBezTo>
                  <a:cubicBezTo>
                    <a:pt x="96390" y="88027"/>
                    <a:pt x="96390" y="87228"/>
                    <a:pt x="95289" y="86463"/>
                  </a:cubicBezTo>
                  <a:cubicBezTo>
                    <a:pt x="94189" y="85699"/>
                    <a:pt x="90837" y="82189"/>
                    <a:pt x="89137" y="81007"/>
                  </a:cubicBezTo>
                  <a:cubicBezTo>
                    <a:pt x="88036" y="79443"/>
                    <a:pt x="82984" y="75968"/>
                    <a:pt x="81283" y="75551"/>
                  </a:cubicBezTo>
                  <a:cubicBezTo>
                    <a:pt x="80183" y="74787"/>
                    <a:pt x="79583" y="73987"/>
                    <a:pt x="77932" y="73987"/>
                  </a:cubicBezTo>
                  <a:cubicBezTo>
                    <a:pt x="76832" y="73987"/>
                    <a:pt x="75681" y="73987"/>
                    <a:pt x="74581" y="73605"/>
                  </a:cubicBezTo>
                  <a:cubicBezTo>
                    <a:pt x="73980" y="73605"/>
                    <a:pt x="73980" y="72841"/>
                    <a:pt x="73980" y="72041"/>
                  </a:cubicBezTo>
                  <a:cubicBezTo>
                    <a:pt x="74581" y="70894"/>
                    <a:pt x="75131" y="69713"/>
                    <a:pt x="73980" y="69713"/>
                  </a:cubicBezTo>
                  <a:cubicBezTo>
                    <a:pt x="73430" y="69713"/>
                    <a:pt x="72880" y="70095"/>
                    <a:pt x="72330" y="70477"/>
                  </a:cubicBezTo>
                  <a:cubicBezTo>
                    <a:pt x="71729" y="70894"/>
                    <a:pt x="71729" y="69713"/>
                    <a:pt x="71729" y="69331"/>
                  </a:cubicBezTo>
                  <a:cubicBezTo>
                    <a:pt x="71729" y="68566"/>
                    <a:pt x="71179" y="68149"/>
                    <a:pt x="70079" y="67767"/>
                  </a:cubicBezTo>
                  <a:cubicBezTo>
                    <a:pt x="68928" y="67384"/>
                    <a:pt x="67828" y="66585"/>
                    <a:pt x="68928" y="66203"/>
                  </a:cubicBezTo>
                  <a:cubicBezTo>
                    <a:pt x="70629" y="65821"/>
                    <a:pt x="71179" y="65056"/>
                    <a:pt x="70629" y="64639"/>
                  </a:cubicBezTo>
                  <a:cubicBezTo>
                    <a:pt x="70629" y="64257"/>
                    <a:pt x="68928" y="64257"/>
                    <a:pt x="68928" y="63874"/>
                  </a:cubicBezTo>
                  <a:cubicBezTo>
                    <a:pt x="68378" y="63075"/>
                    <a:pt x="68378" y="61164"/>
                    <a:pt x="68378" y="56854"/>
                  </a:cubicBezTo>
                  <a:cubicBezTo>
                    <a:pt x="67828" y="52962"/>
                    <a:pt x="67828" y="46359"/>
                    <a:pt x="67828" y="45178"/>
                  </a:cubicBezTo>
                  <a:cubicBezTo>
                    <a:pt x="67828" y="43614"/>
                    <a:pt x="67278" y="43996"/>
                    <a:pt x="66727" y="44413"/>
                  </a:cubicBezTo>
                  <a:cubicBezTo>
                    <a:pt x="66127" y="45178"/>
                    <a:pt x="65027" y="45560"/>
                    <a:pt x="64476" y="43231"/>
                  </a:cubicBezTo>
                  <a:cubicBezTo>
                    <a:pt x="63926" y="40521"/>
                    <a:pt x="63926" y="38158"/>
                    <a:pt x="64476" y="37011"/>
                  </a:cubicBezTo>
                  <a:cubicBezTo>
                    <a:pt x="64476" y="36211"/>
                    <a:pt x="63376" y="33119"/>
                    <a:pt x="65577" y="31555"/>
                  </a:cubicBezTo>
                  <a:cubicBezTo>
                    <a:pt x="67828" y="29991"/>
                    <a:pt x="68928" y="28427"/>
                    <a:pt x="70079" y="27662"/>
                  </a:cubicBezTo>
                  <a:cubicBezTo>
                    <a:pt x="69528" y="27245"/>
                    <a:pt x="68928" y="26863"/>
                    <a:pt x="67828" y="27245"/>
                  </a:cubicBezTo>
                  <a:cubicBezTo>
                    <a:pt x="66127" y="27662"/>
                    <a:pt x="66727" y="27245"/>
                    <a:pt x="66127" y="25716"/>
                  </a:cubicBezTo>
                  <a:cubicBezTo>
                    <a:pt x="66127" y="24535"/>
                    <a:pt x="66127" y="24535"/>
                    <a:pt x="64476" y="24535"/>
                  </a:cubicBezTo>
                  <a:cubicBezTo>
                    <a:pt x="62225" y="24535"/>
                    <a:pt x="63376" y="23770"/>
                    <a:pt x="63376" y="22589"/>
                  </a:cubicBezTo>
                  <a:cubicBezTo>
                    <a:pt x="63376" y="21025"/>
                    <a:pt x="61675" y="21442"/>
                    <a:pt x="61125" y="20642"/>
                  </a:cubicBezTo>
                  <a:cubicBezTo>
                    <a:pt x="59974" y="19461"/>
                    <a:pt x="60525" y="18696"/>
                    <a:pt x="62225" y="19461"/>
                  </a:cubicBezTo>
                  <a:cubicBezTo>
                    <a:pt x="62776" y="19878"/>
                    <a:pt x="63376" y="19878"/>
                    <a:pt x="63376" y="19461"/>
                  </a:cubicBezTo>
                  <a:cubicBezTo>
                    <a:pt x="63376" y="19461"/>
                    <a:pt x="63376" y="19461"/>
                    <a:pt x="63376" y="19079"/>
                  </a:cubicBezTo>
                  <a:lnTo>
                    <a:pt x="63376" y="19079"/>
                  </a:lnTo>
                  <a:lnTo>
                    <a:pt x="63376" y="19079"/>
                  </a:lnTo>
                  <a:cubicBezTo>
                    <a:pt x="63376" y="17932"/>
                    <a:pt x="63926" y="14804"/>
                    <a:pt x="63926" y="14039"/>
                  </a:cubicBezTo>
                  <a:cubicBezTo>
                    <a:pt x="63926" y="12858"/>
                    <a:pt x="61675" y="12858"/>
                    <a:pt x="61675" y="11294"/>
                  </a:cubicBezTo>
                  <a:cubicBezTo>
                    <a:pt x="61675" y="9730"/>
                    <a:pt x="68378" y="6255"/>
                    <a:pt x="70629" y="5838"/>
                  </a:cubicBezTo>
                  <a:cubicBezTo>
                    <a:pt x="71179" y="5838"/>
                    <a:pt x="71179" y="5838"/>
                    <a:pt x="71179" y="5838"/>
                  </a:cubicBezTo>
                  <a:lnTo>
                    <a:pt x="71179" y="5838"/>
                  </a:lnTo>
                  <a:lnTo>
                    <a:pt x="71729" y="5838"/>
                  </a:lnTo>
                  <a:lnTo>
                    <a:pt x="71729" y="5838"/>
                  </a:lnTo>
                  <a:lnTo>
                    <a:pt x="71729" y="5456"/>
                  </a:lnTo>
                  <a:lnTo>
                    <a:pt x="71729" y="5456"/>
                  </a:lnTo>
                  <a:cubicBezTo>
                    <a:pt x="73430" y="4691"/>
                    <a:pt x="73430" y="3509"/>
                    <a:pt x="73430" y="3509"/>
                  </a:cubicBezTo>
                  <a:cubicBezTo>
                    <a:pt x="73430" y="0"/>
                    <a:pt x="73430" y="0"/>
                    <a:pt x="73430" y="0"/>
                  </a:cubicBezTo>
                  <a:cubicBezTo>
                    <a:pt x="2250" y="0"/>
                    <a:pt x="2250" y="0"/>
                    <a:pt x="2250" y="0"/>
                  </a:cubicBezTo>
                  <a:cubicBezTo>
                    <a:pt x="2250" y="382"/>
                    <a:pt x="2250" y="382"/>
                    <a:pt x="1700" y="382"/>
                  </a:cubicBezTo>
                  <a:cubicBezTo>
                    <a:pt x="1700" y="764"/>
                    <a:pt x="550" y="1181"/>
                    <a:pt x="0" y="1181"/>
                  </a:cubicBezTo>
                  <a:cubicBezTo>
                    <a:pt x="0" y="1563"/>
                    <a:pt x="0" y="3892"/>
                    <a:pt x="550" y="3892"/>
                  </a:cubicBezTo>
                  <a:cubicBezTo>
                    <a:pt x="1100" y="4309"/>
                    <a:pt x="2250" y="5073"/>
                    <a:pt x="2250" y="5456"/>
                  </a:cubicBezTo>
                  <a:cubicBezTo>
                    <a:pt x="2250" y="5838"/>
                    <a:pt x="1700" y="6637"/>
                    <a:pt x="1700" y="7019"/>
                  </a:cubicBezTo>
                  <a:cubicBezTo>
                    <a:pt x="1100" y="7402"/>
                    <a:pt x="1100" y="8166"/>
                    <a:pt x="1700" y="8166"/>
                  </a:cubicBezTo>
                  <a:cubicBezTo>
                    <a:pt x="2250" y="8583"/>
                    <a:pt x="2250" y="7784"/>
                    <a:pt x="3351" y="7784"/>
                  </a:cubicBezTo>
                  <a:cubicBezTo>
                    <a:pt x="3901" y="7784"/>
                    <a:pt x="5052" y="7784"/>
                    <a:pt x="5052" y="8966"/>
                  </a:cubicBezTo>
                  <a:cubicBezTo>
                    <a:pt x="5052" y="9730"/>
                    <a:pt x="4501" y="11294"/>
                    <a:pt x="5052" y="11676"/>
                  </a:cubicBezTo>
                  <a:cubicBezTo>
                    <a:pt x="5052" y="12093"/>
                    <a:pt x="6152" y="13240"/>
                    <a:pt x="6702" y="13240"/>
                  </a:cubicBezTo>
                  <a:cubicBezTo>
                    <a:pt x="7303" y="13657"/>
                    <a:pt x="7303" y="14422"/>
                    <a:pt x="7303" y="15569"/>
                  </a:cubicBezTo>
                  <a:cubicBezTo>
                    <a:pt x="7303" y="16368"/>
                    <a:pt x="7303" y="16368"/>
                    <a:pt x="8403" y="16368"/>
                  </a:cubicBezTo>
                  <a:cubicBezTo>
                    <a:pt x="9553" y="15986"/>
                    <a:pt x="9553" y="16368"/>
                    <a:pt x="9553" y="17132"/>
                  </a:cubicBezTo>
                  <a:cubicBezTo>
                    <a:pt x="9553" y="17932"/>
                    <a:pt x="9553" y="18696"/>
                    <a:pt x="10654" y="18696"/>
                  </a:cubicBezTo>
                  <a:cubicBezTo>
                    <a:pt x="11804" y="18696"/>
                    <a:pt x="12905" y="19079"/>
                    <a:pt x="13455" y="19878"/>
                  </a:cubicBezTo>
                  <a:cubicBezTo>
                    <a:pt x="14005" y="20642"/>
                    <a:pt x="13455" y="21442"/>
                    <a:pt x="12905" y="21824"/>
                  </a:cubicBezTo>
                  <a:cubicBezTo>
                    <a:pt x="11804" y="21824"/>
                    <a:pt x="9553" y="20260"/>
                    <a:pt x="8403" y="19878"/>
                  </a:cubicBezTo>
                  <a:cubicBezTo>
                    <a:pt x="7303" y="19461"/>
                    <a:pt x="5602" y="19878"/>
                    <a:pt x="6702" y="20260"/>
                  </a:cubicBezTo>
                  <a:cubicBezTo>
                    <a:pt x="7303" y="21025"/>
                    <a:pt x="10654" y="22589"/>
                    <a:pt x="11204" y="23388"/>
                  </a:cubicBezTo>
                  <a:cubicBezTo>
                    <a:pt x="11804" y="23770"/>
                    <a:pt x="11204" y="24917"/>
                    <a:pt x="11804" y="24917"/>
                  </a:cubicBezTo>
                  <a:cubicBezTo>
                    <a:pt x="12905" y="24917"/>
                    <a:pt x="12355" y="25334"/>
                    <a:pt x="11204" y="26099"/>
                  </a:cubicBezTo>
                  <a:cubicBezTo>
                    <a:pt x="10654" y="26863"/>
                    <a:pt x="11204" y="27662"/>
                    <a:pt x="12905" y="28427"/>
                  </a:cubicBezTo>
                  <a:cubicBezTo>
                    <a:pt x="14556" y="29226"/>
                    <a:pt x="17357" y="30790"/>
                    <a:pt x="17357" y="31937"/>
                  </a:cubicBezTo>
                  <a:cubicBezTo>
                    <a:pt x="17357" y="33119"/>
                    <a:pt x="18507" y="34265"/>
                    <a:pt x="19608" y="35065"/>
                  </a:cubicBezTo>
                  <a:cubicBezTo>
                    <a:pt x="20158" y="35447"/>
                    <a:pt x="20158" y="38158"/>
                    <a:pt x="20158" y="39339"/>
                  </a:cubicBezTo>
                  <a:cubicBezTo>
                    <a:pt x="20158" y="40521"/>
                    <a:pt x="20158" y="40903"/>
                    <a:pt x="19608" y="41285"/>
                  </a:cubicBezTo>
                  <a:cubicBezTo>
                    <a:pt x="19057" y="41285"/>
                    <a:pt x="19057" y="42085"/>
                    <a:pt x="20758" y="42085"/>
                  </a:cubicBezTo>
                  <a:cubicBezTo>
                    <a:pt x="23009" y="41668"/>
                    <a:pt x="23009" y="42085"/>
                    <a:pt x="23559" y="42849"/>
                  </a:cubicBezTo>
                  <a:cubicBezTo>
                    <a:pt x="23559" y="43614"/>
                    <a:pt x="25810" y="45178"/>
                    <a:pt x="26911" y="45560"/>
                  </a:cubicBezTo>
                  <a:cubicBezTo>
                    <a:pt x="28011" y="46359"/>
                    <a:pt x="28011" y="47506"/>
                    <a:pt x="27461" y="48305"/>
                  </a:cubicBezTo>
                  <a:cubicBezTo>
                    <a:pt x="26911" y="48688"/>
                    <a:pt x="25810" y="49869"/>
                    <a:pt x="26911" y="49869"/>
                  </a:cubicBezTo>
                  <a:cubicBezTo>
                    <a:pt x="28011" y="50251"/>
                    <a:pt x="28611" y="51016"/>
                    <a:pt x="27461" y="51398"/>
                  </a:cubicBezTo>
                  <a:cubicBezTo>
                    <a:pt x="26360" y="52198"/>
                    <a:pt x="25210" y="53344"/>
                    <a:pt x="26360" y="53761"/>
                  </a:cubicBezTo>
                  <a:cubicBezTo>
                    <a:pt x="27461" y="54144"/>
                    <a:pt x="27461" y="56472"/>
                    <a:pt x="28611" y="56472"/>
                  </a:cubicBezTo>
                  <a:cubicBezTo>
                    <a:pt x="29162" y="56472"/>
                    <a:pt x="28611" y="55291"/>
                    <a:pt x="29162" y="55291"/>
                  </a:cubicBezTo>
                  <a:cubicBezTo>
                    <a:pt x="29712" y="55291"/>
                    <a:pt x="30262" y="56472"/>
                    <a:pt x="30812" y="56854"/>
                  </a:cubicBezTo>
                  <a:cubicBezTo>
                    <a:pt x="31363" y="56854"/>
                    <a:pt x="31363" y="58036"/>
                    <a:pt x="31363" y="58801"/>
                  </a:cubicBezTo>
                  <a:cubicBezTo>
                    <a:pt x="31963" y="59600"/>
                    <a:pt x="31963" y="60364"/>
                    <a:pt x="33063" y="60747"/>
                  </a:cubicBezTo>
                  <a:cubicBezTo>
                    <a:pt x="33614" y="61164"/>
                    <a:pt x="32513" y="63492"/>
                    <a:pt x="31363" y="64639"/>
                  </a:cubicBezTo>
                  <a:cubicBezTo>
                    <a:pt x="30812" y="65438"/>
                    <a:pt x="30262" y="65821"/>
                    <a:pt x="30262" y="66585"/>
                  </a:cubicBezTo>
                  <a:cubicBezTo>
                    <a:pt x="30812" y="67002"/>
                    <a:pt x="30262" y="67384"/>
                    <a:pt x="31963" y="67384"/>
                  </a:cubicBezTo>
                  <a:cubicBezTo>
                    <a:pt x="33614" y="67384"/>
                    <a:pt x="34764" y="67767"/>
                    <a:pt x="34764" y="68149"/>
                  </a:cubicBezTo>
                  <a:cubicBezTo>
                    <a:pt x="35314" y="68948"/>
                    <a:pt x="34764" y="70095"/>
                    <a:pt x="35314" y="70095"/>
                  </a:cubicBezTo>
                  <a:cubicBezTo>
                    <a:pt x="35864" y="69713"/>
                    <a:pt x="36465" y="70095"/>
                    <a:pt x="35864" y="70477"/>
                  </a:cubicBezTo>
                  <a:cubicBezTo>
                    <a:pt x="34764" y="71277"/>
                    <a:pt x="34214" y="72423"/>
                    <a:pt x="34214" y="73223"/>
                  </a:cubicBezTo>
                  <a:cubicBezTo>
                    <a:pt x="34214" y="73987"/>
                    <a:pt x="35314" y="74370"/>
                    <a:pt x="36465" y="73987"/>
                  </a:cubicBezTo>
                  <a:cubicBezTo>
                    <a:pt x="37565" y="73605"/>
                    <a:pt x="38115" y="73223"/>
                    <a:pt x="39266" y="73987"/>
                  </a:cubicBezTo>
                  <a:cubicBezTo>
                    <a:pt x="39816" y="74787"/>
                    <a:pt x="40917" y="76350"/>
                    <a:pt x="42017" y="77115"/>
                  </a:cubicBezTo>
                  <a:cubicBezTo>
                    <a:pt x="43718" y="77914"/>
                    <a:pt x="45418" y="79061"/>
                    <a:pt x="47069" y="79826"/>
                  </a:cubicBezTo>
                  <a:cubicBezTo>
                    <a:pt x="48770" y="80625"/>
                    <a:pt x="48770" y="81390"/>
                    <a:pt x="49920" y="81772"/>
                  </a:cubicBezTo>
                  <a:cubicBezTo>
                    <a:pt x="50471" y="82571"/>
                    <a:pt x="51021" y="82953"/>
                    <a:pt x="53272" y="82953"/>
                  </a:cubicBezTo>
                  <a:cubicBezTo>
                    <a:pt x="55473" y="82571"/>
                    <a:pt x="57173" y="82953"/>
                    <a:pt x="57724" y="83753"/>
                  </a:cubicBezTo>
                  <a:cubicBezTo>
                    <a:pt x="57724" y="84517"/>
                    <a:pt x="58274" y="86463"/>
                    <a:pt x="59424" y="87228"/>
                  </a:cubicBezTo>
                  <a:cubicBezTo>
                    <a:pt x="60525" y="88027"/>
                    <a:pt x="63376" y="89591"/>
                    <a:pt x="64476" y="90356"/>
                  </a:cubicBezTo>
                  <a:cubicBezTo>
                    <a:pt x="65027" y="91537"/>
                    <a:pt x="65027" y="92302"/>
                    <a:pt x="65027" y="93101"/>
                  </a:cubicBezTo>
                  <a:cubicBezTo>
                    <a:pt x="65577" y="93866"/>
                    <a:pt x="65577" y="94630"/>
                    <a:pt x="67828" y="94630"/>
                  </a:cubicBezTo>
                  <a:cubicBezTo>
                    <a:pt x="69528" y="95047"/>
                    <a:pt x="70079" y="95047"/>
                    <a:pt x="70629" y="96194"/>
                  </a:cubicBezTo>
                  <a:cubicBezTo>
                    <a:pt x="70629" y="96993"/>
                    <a:pt x="70629" y="98523"/>
                    <a:pt x="71729" y="98140"/>
                  </a:cubicBezTo>
                  <a:cubicBezTo>
                    <a:pt x="72880" y="98140"/>
                    <a:pt x="73980" y="98140"/>
                    <a:pt x="73980" y="99322"/>
                  </a:cubicBezTo>
                  <a:cubicBezTo>
                    <a:pt x="74581" y="100886"/>
                    <a:pt x="73980" y="101268"/>
                    <a:pt x="75681" y="101268"/>
                  </a:cubicBezTo>
                  <a:cubicBezTo>
                    <a:pt x="77932" y="101268"/>
                    <a:pt x="78482" y="102033"/>
                    <a:pt x="78482" y="102832"/>
                  </a:cubicBezTo>
                  <a:cubicBezTo>
                    <a:pt x="79032" y="103596"/>
                    <a:pt x="79032" y="105160"/>
                    <a:pt x="80183" y="105925"/>
                  </a:cubicBezTo>
                  <a:cubicBezTo>
                    <a:pt x="81283" y="106307"/>
                    <a:pt x="80733" y="107489"/>
                    <a:pt x="80183" y="108253"/>
                  </a:cubicBezTo>
                  <a:cubicBezTo>
                    <a:pt x="79032" y="109052"/>
                    <a:pt x="78482" y="109435"/>
                    <a:pt x="78482" y="109817"/>
                  </a:cubicBezTo>
                  <a:cubicBezTo>
                    <a:pt x="78482" y="110616"/>
                    <a:pt x="77382" y="110999"/>
                    <a:pt x="76832" y="111381"/>
                  </a:cubicBezTo>
                  <a:cubicBezTo>
                    <a:pt x="76231" y="111381"/>
                    <a:pt x="76231" y="112945"/>
                    <a:pt x="77382" y="112562"/>
                  </a:cubicBezTo>
                  <a:cubicBezTo>
                    <a:pt x="79032" y="112180"/>
                    <a:pt x="79032" y="112562"/>
                    <a:pt x="79032" y="113744"/>
                  </a:cubicBezTo>
                  <a:cubicBezTo>
                    <a:pt x="79032" y="114891"/>
                    <a:pt x="78482" y="114891"/>
                    <a:pt x="77382" y="114891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Shape 6740"/>
            <p:cNvSpPr/>
            <p:nvPr/>
          </p:nvSpPr>
          <p:spPr>
            <a:xfrm>
              <a:off x="8733010" y="2624927"/>
              <a:ext cx="1987375" cy="245683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832" y="72113"/>
                  </a:moveTo>
                  <a:lnTo>
                    <a:pt x="109832" y="72113"/>
                  </a:lnTo>
                  <a:cubicBezTo>
                    <a:pt x="119966" y="55457"/>
                    <a:pt x="119966" y="55457"/>
                    <a:pt x="119966" y="55457"/>
                  </a:cubicBezTo>
                  <a:cubicBezTo>
                    <a:pt x="119966" y="55457"/>
                    <a:pt x="119565" y="55132"/>
                    <a:pt x="118829" y="54240"/>
                  </a:cubicBezTo>
                  <a:cubicBezTo>
                    <a:pt x="118093" y="53618"/>
                    <a:pt x="116187" y="52726"/>
                    <a:pt x="114314" y="52401"/>
                  </a:cubicBezTo>
                  <a:cubicBezTo>
                    <a:pt x="112441" y="52401"/>
                    <a:pt x="111337" y="51509"/>
                    <a:pt x="110568" y="50292"/>
                  </a:cubicBezTo>
                  <a:cubicBezTo>
                    <a:pt x="109832" y="49076"/>
                    <a:pt x="109096" y="49373"/>
                    <a:pt x="107959" y="49373"/>
                  </a:cubicBezTo>
                  <a:cubicBezTo>
                    <a:pt x="106454" y="49373"/>
                    <a:pt x="104581" y="48481"/>
                    <a:pt x="103076" y="46967"/>
                  </a:cubicBezTo>
                  <a:cubicBezTo>
                    <a:pt x="101605" y="45750"/>
                    <a:pt x="100100" y="45750"/>
                    <a:pt x="98963" y="45128"/>
                  </a:cubicBezTo>
                  <a:cubicBezTo>
                    <a:pt x="98193" y="44533"/>
                    <a:pt x="95585" y="41505"/>
                    <a:pt x="94481" y="40288"/>
                  </a:cubicBezTo>
                  <a:cubicBezTo>
                    <a:pt x="93344" y="39071"/>
                    <a:pt x="93712" y="37854"/>
                    <a:pt x="93344" y="34853"/>
                  </a:cubicBezTo>
                  <a:cubicBezTo>
                    <a:pt x="93344" y="31798"/>
                    <a:pt x="92207" y="30905"/>
                    <a:pt x="91103" y="30905"/>
                  </a:cubicBezTo>
                  <a:cubicBezTo>
                    <a:pt x="90334" y="30905"/>
                    <a:pt x="89598" y="29067"/>
                    <a:pt x="89197" y="27579"/>
                  </a:cubicBezTo>
                  <a:cubicBezTo>
                    <a:pt x="89197" y="26038"/>
                    <a:pt x="87725" y="24849"/>
                    <a:pt x="86956" y="24524"/>
                  </a:cubicBezTo>
                  <a:cubicBezTo>
                    <a:pt x="85852" y="24227"/>
                    <a:pt x="83612" y="19981"/>
                    <a:pt x="82107" y="19684"/>
                  </a:cubicBezTo>
                  <a:cubicBezTo>
                    <a:pt x="80602" y="19684"/>
                    <a:pt x="78361" y="18792"/>
                    <a:pt x="76856" y="18170"/>
                  </a:cubicBezTo>
                  <a:cubicBezTo>
                    <a:pt x="75351" y="17251"/>
                    <a:pt x="73846" y="14844"/>
                    <a:pt x="72709" y="13925"/>
                  </a:cubicBezTo>
                  <a:cubicBezTo>
                    <a:pt x="71237" y="13330"/>
                    <a:pt x="69364" y="13330"/>
                    <a:pt x="67090" y="9680"/>
                  </a:cubicBezTo>
                  <a:cubicBezTo>
                    <a:pt x="64481" y="6354"/>
                    <a:pt x="55852" y="1189"/>
                    <a:pt x="55852" y="1189"/>
                  </a:cubicBezTo>
                  <a:cubicBezTo>
                    <a:pt x="21371" y="0"/>
                    <a:pt x="21371" y="0"/>
                    <a:pt x="21371" y="0"/>
                  </a:cubicBezTo>
                  <a:cubicBezTo>
                    <a:pt x="20234" y="8463"/>
                    <a:pt x="20234" y="8463"/>
                    <a:pt x="20234" y="8463"/>
                  </a:cubicBezTo>
                  <a:cubicBezTo>
                    <a:pt x="7892" y="8463"/>
                    <a:pt x="7892" y="8463"/>
                    <a:pt x="7892" y="8463"/>
                  </a:cubicBezTo>
                  <a:cubicBezTo>
                    <a:pt x="7892" y="20901"/>
                    <a:pt x="7892" y="20901"/>
                    <a:pt x="7892" y="20901"/>
                  </a:cubicBezTo>
                  <a:cubicBezTo>
                    <a:pt x="7892" y="20901"/>
                    <a:pt x="11237" y="20901"/>
                    <a:pt x="11237" y="21820"/>
                  </a:cubicBezTo>
                  <a:cubicBezTo>
                    <a:pt x="11237" y="22712"/>
                    <a:pt x="10869" y="23929"/>
                    <a:pt x="11638" y="24227"/>
                  </a:cubicBezTo>
                  <a:cubicBezTo>
                    <a:pt x="12742" y="24849"/>
                    <a:pt x="12742" y="32420"/>
                    <a:pt x="11638" y="34231"/>
                  </a:cubicBezTo>
                  <a:cubicBezTo>
                    <a:pt x="10869" y="36043"/>
                    <a:pt x="11638" y="36962"/>
                    <a:pt x="12006" y="37854"/>
                  </a:cubicBezTo>
                  <a:cubicBezTo>
                    <a:pt x="12374" y="38774"/>
                    <a:pt x="11237" y="41802"/>
                    <a:pt x="10869" y="42721"/>
                  </a:cubicBezTo>
                  <a:cubicBezTo>
                    <a:pt x="10133" y="43938"/>
                    <a:pt x="10501" y="44831"/>
                    <a:pt x="9364" y="44831"/>
                  </a:cubicBezTo>
                  <a:cubicBezTo>
                    <a:pt x="8628" y="45128"/>
                    <a:pt x="8628" y="45750"/>
                    <a:pt x="8996" y="46345"/>
                  </a:cubicBezTo>
                  <a:cubicBezTo>
                    <a:pt x="9364" y="46967"/>
                    <a:pt x="8996" y="47264"/>
                    <a:pt x="8260" y="47561"/>
                  </a:cubicBezTo>
                  <a:cubicBezTo>
                    <a:pt x="7892" y="47561"/>
                    <a:pt x="7892" y="48183"/>
                    <a:pt x="7892" y="48778"/>
                  </a:cubicBezTo>
                  <a:cubicBezTo>
                    <a:pt x="7892" y="50887"/>
                    <a:pt x="8260" y="53943"/>
                    <a:pt x="8260" y="54240"/>
                  </a:cubicBezTo>
                  <a:cubicBezTo>
                    <a:pt x="8260" y="54538"/>
                    <a:pt x="8260" y="55132"/>
                    <a:pt x="9364" y="55457"/>
                  </a:cubicBezTo>
                  <a:cubicBezTo>
                    <a:pt x="10501" y="55457"/>
                    <a:pt x="10501" y="57566"/>
                    <a:pt x="11237" y="57863"/>
                  </a:cubicBezTo>
                  <a:cubicBezTo>
                    <a:pt x="12374" y="58161"/>
                    <a:pt x="13143" y="65137"/>
                    <a:pt x="12374" y="65732"/>
                  </a:cubicBezTo>
                  <a:cubicBezTo>
                    <a:pt x="11638" y="66056"/>
                    <a:pt x="8996" y="65732"/>
                    <a:pt x="8260" y="66056"/>
                  </a:cubicBezTo>
                  <a:cubicBezTo>
                    <a:pt x="7892" y="66354"/>
                    <a:pt x="7525" y="67273"/>
                    <a:pt x="5652" y="66949"/>
                  </a:cubicBezTo>
                  <a:cubicBezTo>
                    <a:pt x="3745" y="66651"/>
                    <a:pt x="769" y="66354"/>
                    <a:pt x="367" y="66949"/>
                  </a:cubicBezTo>
                  <a:cubicBezTo>
                    <a:pt x="0" y="67570"/>
                    <a:pt x="1872" y="72113"/>
                    <a:pt x="2642" y="72708"/>
                  </a:cubicBezTo>
                  <a:cubicBezTo>
                    <a:pt x="3010" y="73627"/>
                    <a:pt x="4147" y="73330"/>
                    <a:pt x="4147" y="74547"/>
                  </a:cubicBezTo>
                  <a:cubicBezTo>
                    <a:pt x="4147" y="75736"/>
                    <a:pt x="3745" y="76061"/>
                    <a:pt x="5652" y="76358"/>
                  </a:cubicBezTo>
                  <a:cubicBezTo>
                    <a:pt x="7123" y="76656"/>
                    <a:pt x="7123" y="76953"/>
                    <a:pt x="7123" y="78467"/>
                  </a:cubicBezTo>
                  <a:cubicBezTo>
                    <a:pt x="7123" y="79684"/>
                    <a:pt x="8996" y="81820"/>
                    <a:pt x="8996" y="82712"/>
                  </a:cubicBezTo>
                  <a:cubicBezTo>
                    <a:pt x="8996" y="83929"/>
                    <a:pt x="8628" y="84821"/>
                    <a:pt x="8260" y="86038"/>
                  </a:cubicBezTo>
                  <a:cubicBezTo>
                    <a:pt x="7525" y="86958"/>
                    <a:pt x="7525" y="87877"/>
                    <a:pt x="8260" y="88174"/>
                  </a:cubicBezTo>
                  <a:cubicBezTo>
                    <a:pt x="8996" y="88472"/>
                    <a:pt x="8628" y="89689"/>
                    <a:pt x="9765" y="90283"/>
                  </a:cubicBezTo>
                  <a:cubicBezTo>
                    <a:pt x="10501" y="90608"/>
                    <a:pt x="10501" y="90905"/>
                    <a:pt x="10501" y="90905"/>
                  </a:cubicBezTo>
                  <a:cubicBezTo>
                    <a:pt x="11237" y="90905"/>
                    <a:pt x="11237" y="90905"/>
                    <a:pt x="11237" y="90905"/>
                  </a:cubicBezTo>
                  <a:cubicBezTo>
                    <a:pt x="16889" y="90905"/>
                    <a:pt x="16889" y="90905"/>
                    <a:pt x="16889" y="90905"/>
                  </a:cubicBezTo>
                  <a:cubicBezTo>
                    <a:pt x="16889" y="90905"/>
                    <a:pt x="16488" y="93014"/>
                    <a:pt x="17993" y="93014"/>
                  </a:cubicBezTo>
                  <a:cubicBezTo>
                    <a:pt x="19498" y="93312"/>
                    <a:pt x="21003" y="94231"/>
                    <a:pt x="21003" y="95150"/>
                  </a:cubicBezTo>
                  <a:cubicBezTo>
                    <a:pt x="21003" y="96043"/>
                    <a:pt x="20602" y="97260"/>
                    <a:pt x="20234" y="97557"/>
                  </a:cubicBezTo>
                  <a:cubicBezTo>
                    <a:pt x="19866" y="97854"/>
                    <a:pt x="20234" y="98179"/>
                    <a:pt x="21003" y="98179"/>
                  </a:cubicBezTo>
                  <a:cubicBezTo>
                    <a:pt x="21739" y="98476"/>
                    <a:pt x="21371" y="100288"/>
                    <a:pt x="21371" y="101505"/>
                  </a:cubicBezTo>
                  <a:cubicBezTo>
                    <a:pt x="21371" y="103019"/>
                    <a:pt x="21371" y="103938"/>
                    <a:pt x="22508" y="104831"/>
                  </a:cubicBezTo>
                  <a:cubicBezTo>
                    <a:pt x="23612" y="105750"/>
                    <a:pt x="25117" y="107561"/>
                    <a:pt x="25117" y="107561"/>
                  </a:cubicBezTo>
                  <a:cubicBezTo>
                    <a:pt x="25117" y="107561"/>
                    <a:pt x="29632" y="107561"/>
                    <a:pt x="30000" y="107859"/>
                  </a:cubicBezTo>
                  <a:cubicBezTo>
                    <a:pt x="30367" y="108156"/>
                    <a:pt x="30735" y="107859"/>
                    <a:pt x="31872" y="107859"/>
                  </a:cubicBezTo>
                  <a:cubicBezTo>
                    <a:pt x="32608" y="107859"/>
                    <a:pt x="32608" y="108156"/>
                    <a:pt x="33010" y="108778"/>
                  </a:cubicBezTo>
                  <a:cubicBezTo>
                    <a:pt x="33010" y="109373"/>
                    <a:pt x="33377" y="109373"/>
                    <a:pt x="34113" y="109076"/>
                  </a:cubicBezTo>
                  <a:cubicBezTo>
                    <a:pt x="34882" y="109076"/>
                    <a:pt x="34882" y="109076"/>
                    <a:pt x="34882" y="110292"/>
                  </a:cubicBezTo>
                  <a:cubicBezTo>
                    <a:pt x="35250" y="111509"/>
                    <a:pt x="35986" y="113321"/>
                    <a:pt x="37123" y="113321"/>
                  </a:cubicBezTo>
                  <a:cubicBezTo>
                    <a:pt x="38227" y="113618"/>
                    <a:pt x="38227" y="113321"/>
                    <a:pt x="38628" y="113916"/>
                  </a:cubicBezTo>
                  <a:cubicBezTo>
                    <a:pt x="39364" y="114538"/>
                    <a:pt x="40501" y="115132"/>
                    <a:pt x="40869" y="116349"/>
                  </a:cubicBezTo>
                  <a:cubicBezTo>
                    <a:pt x="41237" y="117566"/>
                    <a:pt x="41237" y="118161"/>
                    <a:pt x="41237" y="118161"/>
                  </a:cubicBezTo>
                  <a:cubicBezTo>
                    <a:pt x="41237" y="118161"/>
                    <a:pt x="41237" y="118161"/>
                    <a:pt x="40869" y="118161"/>
                  </a:cubicBezTo>
                  <a:cubicBezTo>
                    <a:pt x="40869" y="118161"/>
                    <a:pt x="43110" y="118783"/>
                    <a:pt x="44247" y="119080"/>
                  </a:cubicBezTo>
                  <a:cubicBezTo>
                    <a:pt x="44983" y="119378"/>
                    <a:pt x="47224" y="119972"/>
                    <a:pt x="47224" y="119972"/>
                  </a:cubicBezTo>
                  <a:cubicBezTo>
                    <a:pt x="47625" y="119972"/>
                    <a:pt x="50234" y="118161"/>
                    <a:pt x="51003" y="117863"/>
                  </a:cubicBezTo>
                  <a:cubicBezTo>
                    <a:pt x="51739" y="117566"/>
                    <a:pt x="51739" y="115430"/>
                    <a:pt x="51739" y="113916"/>
                  </a:cubicBezTo>
                  <a:cubicBezTo>
                    <a:pt x="51739" y="112401"/>
                    <a:pt x="52107" y="111509"/>
                    <a:pt x="52842" y="111509"/>
                  </a:cubicBezTo>
                  <a:cubicBezTo>
                    <a:pt x="53612" y="111212"/>
                    <a:pt x="53612" y="110590"/>
                    <a:pt x="53979" y="108778"/>
                  </a:cubicBezTo>
                  <a:cubicBezTo>
                    <a:pt x="53979" y="106940"/>
                    <a:pt x="55852" y="104831"/>
                    <a:pt x="56989" y="104533"/>
                  </a:cubicBezTo>
                  <a:cubicBezTo>
                    <a:pt x="57725" y="103938"/>
                    <a:pt x="58494" y="102424"/>
                    <a:pt x="58127" y="101207"/>
                  </a:cubicBezTo>
                  <a:cubicBezTo>
                    <a:pt x="57725" y="99990"/>
                    <a:pt x="58127" y="99369"/>
                    <a:pt x="59230" y="98774"/>
                  </a:cubicBezTo>
                  <a:cubicBezTo>
                    <a:pt x="60367" y="98179"/>
                    <a:pt x="61471" y="97557"/>
                    <a:pt x="62240" y="96665"/>
                  </a:cubicBezTo>
                  <a:cubicBezTo>
                    <a:pt x="62976" y="95448"/>
                    <a:pt x="64113" y="96043"/>
                    <a:pt x="64481" y="96665"/>
                  </a:cubicBezTo>
                  <a:cubicBezTo>
                    <a:pt x="64481" y="97260"/>
                    <a:pt x="65217" y="97557"/>
                    <a:pt x="66354" y="97260"/>
                  </a:cubicBezTo>
                  <a:cubicBezTo>
                    <a:pt x="67859" y="97260"/>
                    <a:pt x="69364" y="99071"/>
                    <a:pt x="70100" y="99693"/>
                  </a:cubicBezTo>
                  <a:cubicBezTo>
                    <a:pt x="70468" y="100585"/>
                    <a:pt x="71973" y="99990"/>
                    <a:pt x="72341" y="99693"/>
                  </a:cubicBezTo>
                  <a:cubicBezTo>
                    <a:pt x="73110" y="99369"/>
                    <a:pt x="73110" y="100585"/>
                    <a:pt x="73478" y="100883"/>
                  </a:cubicBezTo>
                  <a:cubicBezTo>
                    <a:pt x="73478" y="101505"/>
                    <a:pt x="74983" y="102100"/>
                    <a:pt x="76856" y="102424"/>
                  </a:cubicBezTo>
                  <a:cubicBezTo>
                    <a:pt x="78729" y="103019"/>
                    <a:pt x="80602" y="104831"/>
                    <a:pt x="81337" y="104831"/>
                  </a:cubicBezTo>
                  <a:cubicBezTo>
                    <a:pt x="82107" y="104831"/>
                    <a:pt x="81705" y="103019"/>
                    <a:pt x="82107" y="102721"/>
                  </a:cubicBezTo>
                  <a:cubicBezTo>
                    <a:pt x="82474" y="102100"/>
                    <a:pt x="83210" y="103019"/>
                    <a:pt x="83979" y="103614"/>
                  </a:cubicBezTo>
                  <a:cubicBezTo>
                    <a:pt x="85083" y="103938"/>
                    <a:pt x="86588" y="102424"/>
                    <a:pt x="88093" y="102100"/>
                  </a:cubicBezTo>
                  <a:cubicBezTo>
                    <a:pt x="89966" y="102100"/>
                    <a:pt x="91103" y="103938"/>
                    <a:pt x="91839" y="105128"/>
                  </a:cubicBezTo>
                  <a:cubicBezTo>
                    <a:pt x="92976" y="106047"/>
                    <a:pt x="95585" y="105452"/>
                    <a:pt x="95217" y="104236"/>
                  </a:cubicBezTo>
                  <a:cubicBezTo>
                    <a:pt x="94849" y="103316"/>
                    <a:pt x="95585" y="102100"/>
                    <a:pt x="95585" y="102100"/>
                  </a:cubicBezTo>
                  <a:cubicBezTo>
                    <a:pt x="101973" y="97854"/>
                    <a:pt x="101973" y="97854"/>
                    <a:pt x="101973" y="97854"/>
                  </a:cubicBezTo>
                  <a:cubicBezTo>
                    <a:pt x="112073" y="98476"/>
                    <a:pt x="112073" y="98476"/>
                    <a:pt x="112073" y="98476"/>
                  </a:cubicBezTo>
                  <a:cubicBezTo>
                    <a:pt x="107959" y="74844"/>
                    <a:pt x="107959" y="74844"/>
                    <a:pt x="107959" y="74844"/>
                  </a:cubicBezTo>
                  <a:lnTo>
                    <a:pt x="109832" y="72113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Shape 6741"/>
            <p:cNvSpPr/>
            <p:nvPr/>
          </p:nvSpPr>
          <p:spPr>
            <a:xfrm>
              <a:off x="10520182" y="3418637"/>
              <a:ext cx="1396532" cy="20734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905" y="45608"/>
                  </a:moveTo>
                  <a:lnTo>
                    <a:pt x="118905" y="45608"/>
                  </a:lnTo>
                  <a:cubicBezTo>
                    <a:pt x="118381" y="44551"/>
                    <a:pt x="119428" y="44198"/>
                    <a:pt x="118381" y="43461"/>
                  </a:cubicBezTo>
                  <a:cubicBezTo>
                    <a:pt x="117857" y="42756"/>
                    <a:pt x="116763" y="42019"/>
                    <a:pt x="113573" y="39166"/>
                  </a:cubicBezTo>
                  <a:cubicBezTo>
                    <a:pt x="110384" y="36634"/>
                    <a:pt x="106624" y="32692"/>
                    <a:pt x="105577" y="30897"/>
                  </a:cubicBezTo>
                  <a:cubicBezTo>
                    <a:pt x="105053" y="29102"/>
                    <a:pt x="101293" y="25865"/>
                    <a:pt x="98627" y="24070"/>
                  </a:cubicBezTo>
                  <a:cubicBezTo>
                    <a:pt x="96485" y="22275"/>
                    <a:pt x="95438" y="19775"/>
                    <a:pt x="94914" y="18685"/>
                  </a:cubicBezTo>
                  <a:cubicBezTo>
                    <a:pt x="94914" y="17243"/>
                    <a:pt x="94914" y="16153"/>
                    <a:pt x="93296" y="15448"/>
                  </a:cubicBezTo>
                  <a:cubicBezTo>
                    <a:pt x="91725" y="14711"/>
                    <a:pt x="89583" y="12948"/>
                    <a:pt x="87965" y="11506"/>
                  </a:cubicBezTo>
                  <a:cubicBezTo>
                    <a:pt x="86346" y="9711"/>
                    <a:pt x="84204" y="9711"/>
                    <a:pt x="83157" y="10064"/>
                  </a:cubicBezTo>
                  <a:cubicBezTo>
                    <a:pt x="82157" y="10416"/>
                    <a:pt x="81063" y="10769"/>
                    <a:pt x="80015" y="10416"/>
                  </a:cubicBezTo>
                  <a:cubicBezTo>
                    <a:pt x="78968" y="9711"/>
                    <a:pt x="76826" y="10064"/>
                    <a:pt x="75208" y="10416"/>
                  </a:cubicBezTo>
                  <a:cubicBezTo>
                    <a:pt x="73589" y="10416"/>
                    <a:pt x="74161" y="8269"/>
                    <a:pt x="75208" y="7916"/>
                  </a:cubicBezTo>
                  <a:cubicBezTo>
                    <a:pt x="76303" y="7532"/>
                    <a:pt x="76826" y="7179"/>
                    <a:pt x="75208" y="6474"/>
                  </a:cubicBezTo>
                  <a:cubicBezTo>
                    <a:pt x="73589" y="6121"/>
                    <a:pt x="74684" y="4679"/>
                    <a:pt x="75731" y="4679"/>
                  </a:cubicBezTo>
                  <a:cubicBezTo>
                    <a:pt x="76826" y="5032"/>
                    <a:pt x="77350" y="6826"/>
                    <a:pt x="78968" y="7179"/>
                  </a:cubicBezTo>
                  <a:cubicBezTo>
                    <a:pt x="80539" y="7916"/>
                    <a:pt x="80015" y="7179"/>
                    <a:pt x="78968" y="6121"/>
                  </a:cubicBezTo>
                  <a:cubicBezTo>
                    <a:pt x="77873" y="5032"/>
                    <a:pt x="76303" y="3589"/>
                    <a:pt x="73589" y="2884"/>
                  </a:cubicBezTo>
                  <a:cubicBezTo>
                    <a:pt x="71495" y="2179"/>
                    <a:pt x="66687" y="2179"/>
                    <a:pt x="65069" y="2532"/>
                  </a:cubicBezTo>
                  <a:cubicBezTo>
                    <a:pt x="62927" y="2532"/>
                    <a:pt x="61880" y="1442"/>
                    <a:pt x="60785" y="1442"/>
                  </a:cubicBezTo>
                  <a:cubicBezTo>
                    <a:pt x="59738" y="1089"/>
                    <a:pt x="49075" y="1794"/>
                    <a:pt x="47980" y="737"/>
                  </a:cubicBezTo>
                  <a:cubicBezTo>
                    <a:pt x="47457" y="0"/>
                    <a:pt x="44791" y="737"/>
                    <a:pt x="44791" y="1442"/>
                  </a:cubicBezTo>
                  <a:cubicBezTo>
                    <a:pt x="44268" y="2179"/>
                    <a:pt x="40555" y="3589"/>
                    <a:pt x="38936" y="3589"/>
                  </a:cubicBezTo>
                  <a:cubicBezTo>
                    <a:pt x="37318" y="3589"/>
                    <a:pt x="35747" y="3942"/>
                    <a:pt x="35747" y="4679"/>
                  </a:cubicBezTo>
                  <a:cubicBezTo>
                    <a:pt x="35747" y="5737"/>
                    <a:pt x="35176" y="6826"/>
                    <a:pt x="34129" y="6826"/>
                  </a:cubicBezTo>
                  <a:cubicBezTo>
                    <a:pt x="33082" y="7179"/>
                    <a:pt x="31463" y="7916"/>
                    <a:pt x="30940" y="9711"/>
                  </a:cubicBezTo>
                  <a:cubicBezTo>
                    <a:pt x="29892" y="11506"/>
                    <a:pt x="31463" y="16153"/>
                    <a:pt x="31463" y="16153"/>
                  </a:cubicBezTo>
                  <a:cubicBezTo>
                    <a:pt x="31463" y="16153"/>
                    <a:pt x="29892" y="15801"/>
                    <a:pt x="27227" y="16538"/>
                  </a:cubicBezTo>
                  <a:cubicBezTo>
                    <a:pt x="23990" y="17243"/>
                    <a:pt x="25085" y="18685"/>
                    <a:pt x="23466" y="19775"/>
                  </a:cubicBezTo>
                  <a:cubicBezTo>
                    <a:pt x="22372" y="20480"/>
                    <a:pt x="17088" y="19775"/>
                    <a:pt x="17088" y="19775"/>
                  </a:cubicBezTo>
                  <a:cubicBezTo>
                    <a:pt x="2665" y="39519"/>
                    <a:pt x="2665" y="39519"/>
                    <a:pt x="2665" y="39519"/>
                  </a:cubicBezTo>
                  <a:cubicBezTo>
                    <a:pt x="0" y="42756"/>
                    <a:pt x="0" y="42756"/>
                    <a:pt x="0" y="42756"/>
                  </a:cubicBezTo>
                  <a:cubicBezTo>
                    <a:pt x="5854" y="70769"/>
                    <a:pt x="5854" y="70769"/>
                    <a:pt x="5854" y="70769"/>
                  </a:cubicBezTo>
                  <a:cubicBezTo>
                    <a:pt x="15470" y="74006"/>
                    <a:pt x="15470" y="74006"/>
                    <a:pt x="15470" y="74006"/>
                  </a:cubicBezTo>
                  <a:cubicBezTo>
                    <a:pt x="19754" y="80801"/>
                    <a:pt x="19754" y="80801"/>
                    <a:pt x="19754" y="80801"/>
                  </a:cubicBezTo>
                  <a:cubicBezTo>
                    <a:pt x="17088" y="82628"/>
                    <a:pt x="17088" y="82628"/>
                    <a:pt x="17088" y="82628"/>
                  </a:cubicBezTo>
                  <a:cubicBezTo>
                    <a:pt x="17088" y="82628"/>
                    <a:pt x="17612" y="84775"/>
                    <a:pt x="16517" y="85480"/>
                  </a:cubicBezTo>
                  <a:cubicBezTo>
                    <a:pt x="15470" y="86217"/>
                    <a:pt x="14946" y="87275"/>
                    <a:pt x="15993" y="88365"/>
                  </a:cubicBezTo>
                  <a:cubicBezTo>
                    <a:pt x="16517" y="89070"/>
                    <a:pt x="17612" y="90160"/>
                    <a:pt x="17612" y="92692"/>
                  </a:cubicBezTo>
                  <a:cubicBezTo>
                    <a:pt x="17088" y="94839"/>
                    <a:pt x="17088" y="95192"/>
                    <a:pt x="15470" y="95897"/>
                  </a:cubicBezTo>
                  <a:cubicBezTo>
                    <a:pt x="14422" y="96250"/>
                    <a:pt x="13328" y="96250"/>
                    <a:pt x="13851" y="97692"/>
                  </a:cubicBezTo>
                  <a:cubicBezTo>
                    <a:pt x="14422" y="99134"/>
                    <a:pt x="13851" y="100224"/>
                    <a:pt x="14422" y="100224"/>
                  </a:cubicBezTo>
                  <a:cubicBezTo>
                    <a:pt x="14946" y="100576"/>
                    <a:pt x="13851" y="100929"/>
                    <a:pt x="13328" y="101314"/>
                  </a:cubicBezTo>
                  <a:cubicBezTo>
                    <a:pt x="12280" y="102019"/>
                    <a:pt x="12280" y="104871"/>
                    <a:pt x="12804" y="105256"/>
                  </a:cubicBezTo>
                  <a:cubicBezTo>
                    <a:pt x="13328" y="105608"/>
                    <a:pt x="14946" y="104871"/>
                    <a:pt x="15470" y="105961"/>
                  </a:cubicBezTo>
                  <a:cubicBezTo>
                    <a:pt x="15470" y="106666"/>
                    <a:pt x="15993" y="109551"/>
                    <a:pt x="18659" y="111346"/>
                  </a:cubicBezTo>
                  <a:cubicBezTo>
                    <a:pt x="21324" y="112788"/>
                    <a:pt x="22943" y="113141"/>
                    <a:pt x="25608" y="113141"/>
                  </a:cubicBezTo>
                  <a:cubicBezTo>
                    <a:pt x="27750" y="113141"/>
                    <a:pt x="28274" y="116378"/>
                    <a:pt x="30940" y="115673"/>
                  </a:cubicBezTo>
                  <a:cubicBezTo>
                    <a:pt x="33082" y="115288"/>
                    <a:pt x="33605" y="113493"/>
                    <a:pt x="34129" y="111698"/>
                  </a:cubicBezTo>
                  <a:cubicBezTo>
                    <a:pt x="35176" y="109551"/>
                    <a:pt x="37318" y="108108"/>
                    <a:pt x="38413" y="108108"/>
                  </a:cubicBezTo>
                  <a:cubicBezTo>
                    <a:pt x="39460" y="108108"/>
                    <a:pt x="43744" y="109551"/>
                    <a:pt x="44268" y="109551"/>
                  </a:cubicBezTo>
                  <a:lnTo>
                    <a:pt x="44791" y="107403"/>
                  </a:lnTo>
                  <a:cubicBezTo>
                    <a:pt x="44791" y="107403"/>
                    <a:pt x="49075" y="107051"/>
                    <a:pt x="53359" y="107403"/>
                  </a:cubicBezTo>
                  <a:cubicBezTo>
                    <a:pt x="58119" y="108108"/>
                    <a:pt x="61356" y="108846"/>
                    <a:pt x="62403" y="109551"/>
                  </a:cubicBezTo>
                  <a:cubicBezTo>
                    <a:pt x="62927" y="110288"/>
                    <a:pt x="66164" y="112788"/>
                    <a:pt x="66164" y="112788"/>
                  </a:cubicBezTo>
                  <a:cubicBezTo>
                    <a:pt x="66164" y="112788"/>
                    <a:pt x="68258" y="112083"/>
                    <a:pt x="69353" y="112083"/>
                  </a:cubicBezTo>
                  <a:cubicBezTo>
                    <a:pt x="70400" y="112435"/>
                    <a:pt x="70924" y="113493"/>
                    <a:pt x="70400" y="114230"/>
                  </a:cubicBezTo>
                  <a:cubicBezTo>
                    <a:pt x="70400" y="115288"/>
                    <a:pt x="70400" y="115288"/>
                    <a:pt x="73066" y="114583"/>
                  </a:cubicBezTo>
                  <a:cubicBezTo>
                    <a:pt x="75731" y="114230"/>
                    <a:pt x="76826" y="114230"/>
                    <a:pt x="76826" y="114230"/>
                  </a:cubicBezTo>
                  <a:cubicBezTo>
                    <a:pt x="76826" y="114230"/>
                    <a:pt x="76303" y="115673"/>
                    <a:pt x="77873" y="115288"/>
                  </a:cubicBezTo>
                  <a:cubicBezTo>
                    <a:pt x="79492" y="114935"/>
                    <a:pt x="82157" y="113846"/>
                    <a:pt x="82633" y="114583"/>
                  </a:cubicBezTo>
                  <a:cubicBezTo>
                    <a:pt x="83681" y="115288"/>
                    <a:pt x="82633" y="116730"/>
                    <a:pt x="83681" y="117115"/>
                  </a:cubicBezTo>
                  <a:cubicBezTo>
                    <a:pt x="84775" y="117467"/>
                    <a:pt x="85823" y="117820"/>
                    <a:pt x="86346" y="118525"/>
                  </a:cubicBezTo>
                  <a:cubicBezTo>
                    <a:pt x="86917" y="119262"/>
                    <a:pt x="87441" y="119967"/>
                    <a:pt x="89583" y="119615"/>
                  </a:cubicBezTo>
                  <a:cubicBezTo>
                    <a:pt x="91725" y="119262"/>
                    <a:pt x="92772" y="119262"/>
                    <a:pt x="93296" y="119615"/>
                  </a:cubicBezTo>
                  <a:cubicBezTo>
                    <a:pt x="93819" y="119967"/>
                    <a:pt x="93819" y="119967"/>
                    <a:pt x="94343" y="119967"/>
                  </a:cubicBezTo>
                  <a:cubicBezTo>
                    <a:pt x="94343" y="119262"/>
                    <a:pt x="94343" y="118525"/>
                    <a:pt x="94914" y="117820"/>
                  </a:cubicBezTo>
                  <a:cubicBezTo>
                    <a:pt x="95438" y="116378"/>
                    <a:pt x="95438" y="114935"/>
                    <a:pt x="94343" y="114230"/>
                  </a:cubicBezTo>
                  <a:cubicBezTo>
                    <a:pt x="92772" y="113846"/>
                    <a:pt x="92772" y="112788"/>
                    <a:pt x="93819" y="112083"/>
                  </a:cubicBezTo>
                  <a:cubicBezTo>
                    <a:pt x="94914" y="110993"/>
                    <a:pt x="95438" y="109903"/>
                    <a:pt x="93819" y="110288"/>
                  </a:cubicBezTo>
                  <a:cubicBezTo>
                    <a:pt x="92249" y="110641"/>
                    <a:pt x="93296" y="108493"/>
                    <a:pt x="93296" y="107756"/>
                  </a:cubicBezTo>
                  <a:cubicBezTo>
                    <a:pt x="93296" y="107403"/>
                    <a:pt x="95438" y="105608"/>
                    <a:pt x="97009" y="104519"/>
                  </a:cubicBezTo>
                  <a:cubicBezTo>
                    <a:pt x="98627" y="103461"/>
                    <a:pt x="99151" y="103461"/>
                    <a:pt x="99722" y="103814"/>
                  </a:cubicBezTo>
                  <a:cubicBezTo>
                    <a:pt x="100769" y="104519"/>
                    <a:pt x="100769" y="105256"/>
                    <a:pt x="102387" y="104871"/>
                  </a:cubicBezTo>
                  <a:cubicBezTo>
                    <a:pt x="103958" y="104519"/>
                    <a:pt x="104529" y="105256"/>
                    <a:pt x="105577" y="105608"/>
                  </a:cubicBezTo>
                  <a:cubicBezTo>
                    <a:pt x="106624" y="106314"/>
                    <a:pt x="108242" y="105608"/>
                    <a:pt x="110384" y="104871"/>
                  </a:cubicBezTo>
                  <a:cubicBezTo>
                    <a:pt x="112526" y="104519"/>
                    <a:pt x="111955" y="104519"/>
                    <a:pt x="111431" y="103461"/>
                  </a:cubicBezTo>
                  <a:cubicBezTo>
                    <a:pt x="111431" y="102724"/>
                    <a:pt x="110908" y="102371"/>
                    <a:pt x="109289" y="102371"/>
                  </a:cubicBezTo>
                  <a:cubicBezTo>
                    <a:pt x="107719" y="102724"/>
                    <a:pt x="107147" y="102724"/>
                    <a:pt x="106100" y="102019"/>
                  </a:cubicBezTo>
                  <a:cubicBezTo>
                    <a:pt x="105577" y="100929"/>
                    <a:pt x="104529" y="101666"/>
                    <a:pt x="103435" y="101314"/>
                  </a:cubicBezTo>
                  <a:cubicBezTo>
                    <a:pt x="102387" y="100929"/>
                    <a:pt x="101293" y="99134"/>
                    <a:pt x="101293" y="98044"/>
                  </a:cubicBezTo>
                  <a:cubicBezTo>
                    <a:pt x="100769" y="96634"/>
                    <a:pt x="100245" y="96250"/>
                    <a:pt x="98627" y="96634"/>
                  </a:cubicBezTo>
                  <a:cubicBezTo>
                    <a:pt x="96485" y="96634"/>
                    <a:pt x="96485" y="96250"/>
                    <a:pt x="97009" y="95544"/>
                  </a:cubicBezTo>
                  <a:cubicBezTo>
                    <a:pt x="97009" y="94487"/>
                    <a:pt x="96485" y="94487"/>
                    <a:pt x="94914" y="94839"/>
                  </a:cubicBezTo>
                  <a:cubicBezTo>
                    <a:pt x="93296" y="95192"/>
                    <a:pt x="93296" y="93750"/>
                    <a:pt x="93296" y="93044"/>
                  </a:cubicBezTo>
                  <a:cubicBezTo>
                    <a:pt x="93296" y="92307"/>
                    <a:pt x="91154" y="91955"/>
                    <a:pt x="91154" y="91602"/>
                  </a:cubicBezTo>
                  <a:cubicBezTo>
                    <a:pt x="91725" y="91250"/>
                    <a:pt x="90630" y="89807"/>
                    <a:pt x="91725" y="89070"/>
                  </a:cubicBezTo>
                  <a:cubicBezTo>
                    <a:pt x="92772" y="88365"/>
                    <a:pt x="92772" y="88012"/>
                    <a:pt x="91154" y="88012"/>
                  </a:cubicBezTo>
                  <a:cubicBezTo>
                    <a:pt x="89583" y="88365"/>
                    <a:pt x="89583" y="87275"/>
                    <a:pt x="90107" y="86923"/>
                  </a:cubicBezTo>
                  <a:cubicBezTo>
                    <a:pt x="91154" y="86217"/>
                    <a:pt x="90107" y="85865"/>
                    <a:pt x="90107" y="85865"/>
                  </a:cubicBezTo>
                  <a:cubicBezTo>
                    <a:pt x="81634" y="79038"/>
                    <a:pt x="81634" y="79038"/>
                    <a:pt x="81634" y="79038"/>
                  </a:cubicBezTo>
                  <a:cubicBezTo>
                    <a:pt x="88488" y="74711"/>
                    <a:pt x="88488" y="74711"/>
                    <a:pt x="88488" y="74711"/>
                  </a:cubicBezTo>
                  <a:cubicBezTo>
                    <a:pt x="95438" y="70032"/>
                    <a:pt x="95438" y="70032"/>
                    <a:pt x="95438" y="70032"/>
                  </a:cubicBezTo>
                  <a:cubicBezTo>
                    <a:pt x="95438" y="70032"/>
                    <a:pt x="95438" y="70769"/>
                    <a:pt x="95961" y="71826"/>
                  </a:cubicBezTo>
                  <a:cubicBezTo>
                    <a:pt x="95961" y="72916"/>
                    <a:pt x="96485" y="72916"/>
                    <a:pt x="97580" y="72916"/>
                  </a:cubicBezTo>
                  <a:cubicBezTo>
                    <a:pt x="98627" y="72916"/>
                    <a:pt x="98627" y="71474"/>
                    <a:pt x="98627" y="70416"/>
                  </a:cubicBezTo>
                  <a:cubicBezTo>
                    <a:pt x="98627" y="68974"/>
                    <a:pt x="101293" y="69326"/>
                    <a:pt x="101293" y="69326"/>
                  </a:cubicBezTo>
                  <a:cubicBezTo>
                    <a:pt x="101293" y="68974"/>
                    <a:pt x="101293" y="63942"/>
                    <a:pt x="101293" y="63589"/>
                  </a:cubicBezTo>
                  <a:cubicBezTo>
                    <a:pt x="100769" y="63589"/>
                    <a:pt x="98627" y="62852"/>
                    <a:pt x="97009" y="62147"/>
                  </a:cubicBezTo>
                  <a:cubicBezTo>
                    <a:pt x="95438" y="61794"/>
                    <a:pt x="95438" y="62500"/>
                    <a:pt x="94914" y="63205"/>
                  </a:cubicBezTo>
                  <a:cubicBezTo>
                    <a:pt x="94343" y="63942"/>
                    <a:pt x="93819" y="64294"/>
                    <a:pt x="92772" y="63942"/>
                  </a:cubicBezTo>
                  <a:cubicBezTo>
                    <a:pt x="92249" y="63205"/>
                    <a:pt x="92249" y="62500"/>
                    <a:pt x="93296" y="61794"/>
                  </a:cubicBezTo>
                  <a:cubicBezTo>
                    <a:pt x="93819" y="61442"/>
                    <a:pt x="93296" y="58910"/>
                    <a:pt x="93296" y="58910"/>
                  </a:cubicBezTo>
                  <a:cubicBezTo>
                    <a:pt x="93296" y="58910"/>
                    <a:pt x="95961" y="58910"/>
                    <a:pt x="97009" y="58557"/>
                  </a:cubicBezTo>
                  <a:cubicBezTo>
                    <a:pt x="98627" y="57820"/>
                    <a:pt x="98627" y="56378"/>
                    <a:pt x="99722" y="55673"/>
                  </a:cubicBezTo>
                  <a:cubicBezTo>
                    <a:pt x="100769" y="54967"/>
                    <a:pt x="104529" y="54583"/>
                    <a:pt x="104529" y="54583"/>
                  </a:cubicBezTo>
                  <a:cubicBezTo>
                    <a:pt x="104529" y="48846"/>
                    <a:pt x="104529" y="48846"/>
                    <a:pt x="104529" y="48846"/>
                  </a:cubicBezTo>
                  <a:cubicBezTo>
                    <a:pt x="111431" y="45608"/>
                    <a:pt x="111431" y="45608"/>
                    <a:pt x="111431" y="45608"/>
                  </a:cubicBezTo>
                  <a:cubicBezTo>
                    <a:pt x="111431" y="45608"/>
                    <a:pt x="111955" y="46698"/>
                    <a:pt x="113050" y="47051"/>
                  </a:cubicBezTo>
                  <a:cubicBezTo>
                    <a:pt x="114097" y="47756"/>
                    <a:pt x="115715" y="48141"/>
                    <a:pt x="116239" y="48846"/>
                  </a:cubicBezTo>
                  <a:cubicBezTo>
                    <a:pt x="117286" y="49583"/>
                    <a:pt x="117857" y="49198"/>
                    <a:pt x="118381" y="48846"/>
                  </a:cubicBezTo>
                  <a:cubicBezTo>
                    <a:pt x="118905" y="48493"/>
                    <a:pt x="119952" y="47403"/>
                    <a:pt x="119952" y="47403"/>
                  </a:cubicBezTo>
                  <a:cubicBezTo>
                    <a:pt x="119952" y="47403"/>
                    <a:pt x="119952" y="46698"/>
                    <a:pt x="118905" y="45608"/>
                  </a:cubicBezTo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Shape 6742"/>
            <p:cNvSpPr/>
            <p:nvPr/>
          </p:nvSpPr>
          <p:spPr>
            <a:xfrm>
              <a:off x="6796907" y="2182891"/>
              <a:ext cx="2153395" cy="254475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210" y="76657"/>
                  </a:moveTo>
                  <a:lnTo>
                    <a:pt x="118210" y="76657"/>
                  </a:lnTo>
                  <a:cubicBezTo>
                    <a:pt x="117532" y="76370"/>
                    <a:pt x="117532" y="74334"/>
                    <a:pt x="116483" y="74334"/>
                  </a:cubicBezTo>
                  <a:cubicBezTo>
                    <a:pt x="115465" y="74020"/>
                    <a:pt x="115465" y="73446"/>
                    <a:pt x="115465" y="73159"/>
                  </a:cubicBezTo>
                  <a:cubicBezTo>
                    <a:pt x="115465" y="72872"/>
                    <a:pt x="115125" y="69921"/>
                    <a:pt x="115125" y="67885"/>
                  </a:cubicBezTo>
                  <a:cubicBezTo>
                    <a:pt x="115125" y="67310"/>
                    <a:pt x="115125" y="66710"/>
                    <a:pt x="115465" y="66710"/>
                  </a:cubicBezTo>
                  <a:cubicBezTo>
                    <a:pt x="116143" y="66422"/>
                    <a:pt x="116483" y="66135"/>
                    <a:pt x="116143" y="65535"/>
                  </a:cubicBezTo>
                  <a:cubicBezTo>
                    <a:pt x="115804" y="64960"/>
                    <a:pt x="115804" y="64360"/>
                    <a:pt x="116483" y="64073"/>
                  </a:cubicBezTo>
                  <a:cubicBezTo>
                    <a:pt x="117532" y="64073"/>
                    <a:pt x="117192" y="63211"/>
                    <a:pt x="117871" y="62036"/>
                  </a:cubicBezTo>
                  <a:cubicBezTo>
                    <a:pt x="118210" y="61148"/>
                    <a:pt x="119259" y="58224"/>
                    <a:pt x="118920" y="57336"/>
                  </a:cubicBezTo>
                  <a:cubicBezTo>
                    <a:pt x="118580" y="56475"/>
                    <a:pt x="117871" y="55587"/>
                    <a:pt x="118580" y="53838"/>
                  </a:cubicBezTo>
                  <a:cubicBezTo>
                    <a:pt x="119598" y="52088"/>
                    <a:pt x="119598" y="44778"/>
                    <a:pt x="118580" y="44177"/>
                  </a:cubicBezTo>
                  <a:cubicBezTo>
                    <a:pt x="117871" y="43890"/>
                    <a:pt x="118210" y="42715"/>
                    <a:pt x="118210" y="41853"/>
                  </a:cubicBezTo>
                  <a:cubicBezTo>
                    <a:pt x="118210" y="40966"/>
                    <a:pt x="115125" y="40966"/>
                    <a:pt x="115125" y="40966"/>
                  </a:cubicBezTo>
                  <a:cubicBezTo>
                    <a:pt x="115125" y="28955"/>
                    <a:pt x="115125" y="28955"/>
                    <a:pt x="115125" y="28955"/>
                  </a:cubicBezTo>
                  <a:cubicBezTo>
                    <a:pt x="73634" y="26919"/>
                    <a:pt x="73634" y="26919"/>
                    <a:pt x="73634" y="26919"/>
                  </a:cubicBezTo>
                  <a:cubicBezTo>
                    <a:pt x="6200" y="0"/>
                    <a:pt x="6200" y="0"/>
                    <a:pt x="6200" y="0"/>
                  </a:cubicBezTo>
                  <a:lnTo>
                    <a:pt x="6200" y="0"/>
                  </a:lnTo>
                  <a:lnTo>
                    <a:pt x="6200" y="287"/>
                  </a:lnTo>
                  <a:lnTo>
                    <a:pt x="6200" y="287"/>
                  </a:lnTo>
                  <a:lnTo>
                    <a:pt x="5861" y="287"/>
                  </a:lnTo>
                  <a:lnTo>
                    <a:pt x="5861" y="287"/>
                  </a:lnTo>
                  <a:cubicBezTo>
                    <a:pt x="5861" y="287"/>
                    <a:pt x="5861" y="287"/>
                    <a:pt x="5521" y="287"/>
                  </a:cubicBezTo>
                  <a:cubicBezTo>
                    <a:pt x="4133" y="600"/>
                    <a:pt x="0" y="3211"/>
                    <a:pt x="0" y="4386"/>
                  </a:cubicBezTo>
                  <a:cubicBezTo>
                    <a:pt x="0" y="5561"/>
                    <a:pt x="1388" y="5561"/>
                    <a:pt x="1388" y="6449"/>
                  </a:cubicBezTo>
                  <a:cubicBezTo>
                    <a:pt x="1388" y="7023"/>
                    <a:pt x="1048" y="9373"/>
                    <a:pt x="1048" y="10234"/>
                  </a:cubicBezTo>
                  <a:lnTo>
                    <a:pt x="1048" y="10234"/>
                  </a:lnTo>
                  <a:lnTo>
                    <a:pt x="1048" y="10234"/>
                  </a:lnTo>
                  <a:cubicBezTo>
                    <a:pt x="1048" y="10522"/>
                    <a:pt x="1048" y="10522"/>
                    <a:pt x="1048" y="10522"/>
                  </a:cubicBezTo>
                  <a:lnTo>
                    <a:pt x="1048" y="10522"/>
                  </a:lnTo>
                  <a:lnTo>
                    <a:pt x="1048" y="10522"/>
                  </a:lnTo>
                  <a:cubicBezTo>
                    <a:pt x="1048" y="10522"/>
                    <a:pt x="3115" y="12297"/>
                    <a:pt x="3794" y="13472"/>
                  </a:cubicBezTo>
                  <a:cubicBezTo>
                    <a:pt x="4843" y="14934"/>
                    <a:pt x="5182" y="14621"/>
                    <a:pt x="6200" y="14046"/>
                  </a:cubicBezTo>
                  <a:cubicBezTo>
                    <a:pt x="7249" y="13759"/>
                    <a:pt x="7958" y="13759"/>
                    <a:pt x="7958" y="14334"/>
                  </a:cubicBezTo>
                  <a:cubicBezTo>
                    <a:pt x="7958" y="15221"/>
                    <a:pt x="7958" y="15796"/>
                    <a:pt x="7958" y="15796"/>
                  </a:cubicBezTo>
                  <a:cubicBezTo>
                    <a:pt x="8298" y="15796"/>
                    <a:pt x="8976" y="16083"/>
                    <a:pt x="10025" y="16971"/>
                  </a:cubicBezTo>
                  <a:cubicBezTo>
                    <a:pt x="11043" y="18146"/>
                    <a:pt x="11753" y="19321"/>
                    <a:pt x="13141" y="19033"/>
                  </a:cubicBezTo>
                  <a:cubicBezTo>
                    <a:pt x="14498" y="19033"/>
                    <a:pt x="14868" y="18720"/>
                    <a:pt x="15208" y="19608"/>
                  </a:cubicBezTo>
                  <a:cubicBezTo>
                    <a:pt x="15547" y="20182"/>
                    <a:pt x="16257" y="21644"/>
                    <a:pt x="17614" y="21070"/>
                  </a:cubicBezTo>
                  <a:cubicBezTo>
                    <a:pt x="19002" y="20783"/>
                    <a:pt x="18663" y="19321"/>
                    <a:pt x="19002" y="18720"/>
                  </a:cubicBezTo>
                  <a:cubicBezTo>
                    <a:pt x="19341" y="18146"/>
                    <a:pt x="19712" y="17258"/>
                    <a:pt x="21069" y="18146"/>
                  </a:cubicBezTo>
                  <a:cubicBezTo>
                    <a:pt x="22118" y="19033"/>
                    <a:pt x="24555" y="20182"/>
                    <a:pt x="24894" y="20783"/>
                  </a:cubicBezTo>
                  <a:cubicBezTo>
                    <a:pt x="24894" y="21357"/>
                    <a:pt x="24894" y="23107"/>
                    <a:pt x="25573" y="23994"/>
                  </a:cubicBezTo>
                  <a:cubicBezTo>
                    <a:pt x="25912" y="24569"/>
                    <a:pt x="27300" y="25169"/>
                    <a:pt x="29367" y="25169"/>
                  </a:cubicBezTo>
                  <a:cubicBezTo>
                    <a:pt x="30077" y="25456"/>
                    <a:pt x="30755" y="25456"/>
                    <a:pt x="31465" y="25456"/>
                  </a:cubicBezTo>
                  <a:cubicBezTo>
                    <a:pt x="33532" y="25456"/>
                    <a:pt x="35938" y="25744"/>
                    <a:pt x="35938" y="27206"/>
                  </a:cubicBezTo>
                  <a:cubicBezTo>
                    <a:pt x="36277" y="27519"/>
                    <a:pt x="36277" y="28093"/>
                    <a:pt x="35938" y="28668"/>
                  </a:cubicBezTo>
                  <a:cubicBezTo>
                    <a:pt x="35938" y="30731"/>
                    <a:pt x="34920" y="32767"/>
                    <a:pt x="34920" y="33368"/>
                  </a:cubicBezTo>
                  <a:cubicBezTo>
                    <a:pt x="34210" y="34229"/>
                    <a:pt x="33871" y="37154"/>
                    <a:pt x="35259" y="38328"/>
                  </a:cubicBezTo>
                  <a:cubicBezTo>
                    <a:pt x="36647" y="39791"/>
                    <a:pt x="37665" y="40966"/>
                    <a:pt x="37665" y="42715"/>
                  </a:cubicBezTo>
                  <a:cubicBezTo>
                    <a:pt x="38005" y="44778"/>
                    <a:pt x="38375" y="47101"/>
                    <a:pt x="39763" y="50026"/>
                  </a:cubicBezTo>
                  <a:cubicBezTo>
                    <a:pt x="41491" y="53263"/>
                    <a:pt x="43557" y="56187"/>
                    <a:pt x="44575" y="57336"/>
                  </a:cubicBezTo>
                  <a:cubicBezTo>
                    <a:pt x="45285" y="58511"/>
                    <a:pt x="45624" y="60574"/>
                    <a:pt x="45285" y="61436"/>
                  </a:cubicBezTo>
                  <a:cubicBezTo>
                    <a:pt x="44946" y="62036"/>
                    <a:pt x="43897" y="63211"/>
                    <a:pt x="45624" y="62898"/>
                  </a:cubicBezTo>
                  <a:cubicBezTo>
                    <a:pt x="47012" y="62323"/>
                    <a:pt x="49079" y="62323"/>
                    <a:pt x="48740" y="63785"/>
                  </a:cubicBezTo>
                  <a:cubicBezTo>
                    <a:pt x="48740" y="65535"/>
                    <a:pt x="48401" y="66997"/>
                    <a:pt x="49079" y="68172"/>
                  </a:cubicBezTo>
                  <a:cubicBezTo>
                    <a:pt x="49449" y="69347"/>
                    <a:pt x="51516" y="72558"/>
                    <a:pt x="52534" y="72872"/>
                  </a:cubicBezTo>
                  <a:cubicBezTo>
                    <a:pt x="53244" y="72872"/>
                    <a:pt x="53922" y="72271"/>
                    <a:pt x="54262" y="72872"/>
                  </a:cubicBezTo>
                  <a:cubicBezTo>
                    <a:pt x="54601" y="73733"/>
                    <a:pt x="53922" y="74334"/>
                    <a:pt x="53922" y="74908"/>
                  </a:cubicBezTo>
                  <a:cubicBezTo>
                    <a:pt x="53583" y="75195"/>
                    <a:pt x="54262" y="75770"/>
                    <a:pt x="54971" y="76083"/>
                  </a:cubicBezTo>
                  <a:cubicBezTo>
                    <a:pt x="55989" y="76370"/>
                    <a:pt x="56359" y="77232"/>
                    <a:pt x="56359" y="78407"/>
                  </a:cubicBezTo>
                  <a:cubicBezTo>
                    <a:pt x="56359" y="79295"/>
                    <a:pt x="57717" y="80182"/>
                    <a:pt x="59105" y="80469"/>
                  </a:cubicBezTo>
                  <a:cubicBezTo>
                    <a:pt x="60493" y="80757"/>
                    <a:pt x="61511" y="81644"/>
                    <a:pt x="62221" y="82219"/>
                  </a:cubicBezTo>
                  <a:cubicBezTo>
                    <a:pt x="62899" y="82506"/>
                    <a:pt x="64658" y="85744"/>
                    <a:pt x="66724" y="87206"/>
                  </a:cubicBezTo>
                  <a:cubicBezTo>
                    <a:pt x="68791" y="88668"/>
                    <a:pt x="71197" y="89242"/>
                    <a:pt x="71568" y="89242"/>
                  </a:cubicBezTo>
                  <a:cubicBezTo>
                    <a:pt x="72246" y="89242"/>
                    <a:pt x="71568" y="87780"/>
                    <a:pt x="72246" y="88067"/>
                  </a:cubicBezTo>
                  <a:cubicBezTo>
                    <a:pt x="73295" y="88355"/>
                    <a:pt x="75362" y="90130"/>
                    <a:pt x="76750" y="90704"/>
                  </a:cubicBezTo>
                  <a:cubicBezTo>
                    <a:pt x="77768" y="90992"/>
                    <a:pt x="79156" y="90992"/>
                    <a:pt x="78817" y="91279"/>
                  </a:cubicBezTo>
                  <a:cubicBezTo>
                    <a:pt x="78817" y="91592"/>
                    <a:pt x="77768" y="92167"/>
                    <a:pt x="77429" y="92767"/>
                  </a:cubicBezTo>
                  <a:cubicBezTo>
                    <a:pt x="76750" y="93342"/>
                    <a:pt x="77429" y="94229"/>
                    <a:pt x="77768" y="94229"/>
                  </a:cubicBezTo>
                  <a:cubicBezTo>
                    <a:pt x="78478" y="94516"/>
                    <a:pt x="78478" y="94804"/>
                    <a:pt x="78107" y="95091"/>
                  </a:cubicBezTo>
                  <a:cubicBezTo>
                    <a:pt x="77768" y="95378"/>
                    <a:pt x="78107" y="96553"/>
                    <a:pt x="78817" y="97127"/>
                  </a:cubicBezTo>
                  <a:cubicBezTo>
                    <a:pt x="79156" y="97728"/>
                    <a:pt x="79156" y="98903"/>
                    <a:pt x="79156" y="100078"/>
                  </a:cubicBezTo>
                  <a:cubicBezTo>
                    <a:pt x="79156" y="100939"/>
                    <a:pt x="80205" y="102114"/>
                    <a:pt x="80884" y="102689"/>
                  </a:cubicBezTo>
                  <a:cubicBezTo>
                    <a:pt x="81593" y="103002"/>
                    <a:pt x="85048" y="105639"/>
                    <a:pt x="86066" y="105926"/>
                  </a:cubicBezTo>
                  <a:cubicBezTo>
                    <a:pt x="86776" y="105926"/>
                    <a:pt x="87455" y="105039"/>
                    <a:pt x="88503" y="106214"/>
                  </a:cubicBezTo>
                  <a:cubicBezTo>
                    <a:pt x="89552" y="107389"/>
                    <a:pt x="90231" y="109425"/>
                    <a:pt x="91249" y="109712"/>
                  </a:cubicBezTo>
                  <a:cubicBezTo>
                    <a:pt x="92298" y="110026"/>
                    <a:pt x="92637" y="110887"/>
                    <a:pt x="92298" y="111488"/>
                  </a:cubicBezTo>
                  <a:cubicBezTo>
                    <a:pt x="91958" y="112062"/>
                    <a:pt x="91249" y="113237"/>
                    <a:pt x="92976" y="113838"/>
                  </a:cubicBezTo>
                  <a:cubicBezTo>
                    <a:pt x="94704" y="114412"/>
                    <a:pt x="95413" y="114699"/>
                    <a:pt x="95753" y="114125"/>
                  </a:cubicBezTo>
                  <a:cubicBezTo>
                    <a:pt x="96092" y="113524"/>
                    <a:pt x="97141" y="112950"/>
                    <a:pt x="97820" y="113237"/>
                  </a:cubicBezTo>
                  <a:cubicBezTo>
                    <a:pt x="98190" y="113838"/>
                    <a:pt x="100257" y="115587"/>
                    <a:pt x="101614" y="117624"/>
                  </a:cubicBezTo>
                  <a:cubicBezTo>
                    <a:pt x="101984" y="118511"/>
                    <a:pt x="102323" y="119086"/>
                    <a:pt x="102663" y="119686"/>
                  </a:cubicBezTo>
                  <a:cubicBezTo>
                    <a:pt x="104760" y="119973"/>
                    <a:pt x="104760" y="119973"/>
                    <a:pt x="104760" y="119973"/>
                  </a:cubicBezTo>
                  <a:cubicBezTo>
                    <a:pt x="110282" y="118198"/>
                    <a:pt x="110282" y="118198"/>
                    <a:pt x="110282" y="118198"/>
                  </a:cubicBezTo>
                  <a:cubicBezTo>
                    <a:pt x="110282" y="116736"/>
                    <a:pt x="110282" y="116736"/>
                    <a:pt x="110282" y="116736"/>
                  </a:cubicBezTo>
                  <a:lnTo>
                    <a:pt x="110282" y="116736"/>
                  </a:lnTo>
                  <a:cubicBezTo>
                    <a:pt x="114416" y="114699"/>
                    <a:pt x="114416" y="114699"/>
                    <a:pt x="114416" y="114699"/>
                  </a:cubicBezTo>
                  <a:cubicBezTo>
                    <a:pt x="118210" y="108563"/>
                    <a:pt x="118210" y="108563"/>
                    <a:pt x="118210" y="108563"/>
                  </a:cubicBezTo>
                  <a:cubicBezTo>
                    <a:pt x="117532" y="108563"/>
                    <a:pt x="117532" y="108563"/>
                    <a:pt x="117532" y="108563"/>
                  </a:cubicBezTo>
                  <a:cubicBezTo>
                    <a:pt x="117532" y="108563"/>
                    <a:pt x="117532" y="108276"/>
                    <a:pt x="116853" y="107963"/>
                  </a:cubicBezTo>
                  <a:cubicBezTo>
                    <a:pt x="115804" y="107389"/>
                    <a:pt x="116143" y="106214"/>
                    <a:pt x="115465" y="105926"/>
                  </a:cubicBezTo>
                  <a:cubicBezTo>
                    <a:pt x="114786" y="105639"/>
                    <a:pt x="114786" y="104751"/>
                    <a:pt x="115465" y="103864"/>
                  </a:cubicBezTo>
                  <a:cubicBezTo>
                    <a:pt x="115804" y="102689"/>
                    <a:pt x="116143" y="101827"/>
                    <a:pt x="116143" y="100652"/>
                  </a:cubicBezTo>
                  <a:cubicBezTo>
                    <a:pt x="116143" y="99791"/>
                    <a:pt x="114416" y="97728"/>
                    <a:pt x="114416" y="96553"/>
                  </a:cubicBezTo>
                  <a:cubicBezTo>
                    <a:pt x="114416" y="95091"/>
                    <a:pt x="114416" y="94804"/>
                    <a:pt x="113059" y="94516"/>
                  </a:cubicBezTo>
                  <a:cubicBezTo>
                    <a:pt x="111300" y="94229"/>
                    <a:pt x="111670" y="93916"/>
                    <a:pt x="111670" y="92767"/>
                  </a:cubicBezTo>
                  <a:cubicBezTo>
                    <a:pt x="111670" y="91592"/>
                    <a:pt x="110622" y="91879"/>
                    <a:pt x="110282" y="90992"/>
                  </a:cubicBezTo>
                  <a:cubicBezTo>
                    <a:pt x="109573" y="90417"/>
                    <a:pt x="107845" y="86031"/>
                    <a:pt x="108185" y="85430"/>
                  </a:cubicBezTo>
                  <a:cubicBezTo>
                    <a:pt x="108555" y="84856"/>
                    <a:pt x="111300" y="85143"/>
                    <a:pt x="113059" y="85430"/>
                  </a:cubicBezTo>
                  <a:cubicBezTo>
                    <a:pt x="114786" y="85744"/>
                    <a:pt x="115125" y="84856"/>
                    <a:pt x="115465" y="84569"/>
                  </a:cubicBezTo>
                  <a:cubicBezTo>
                    <a:pt x="116143" y="84255"/>
                    <a:pt x="118580" y="84569"/>
                    <a:pt x="119259" y="84255"/>
                  </a:cubicBezTo>
                  <a:cubicBezTo>
                    <a:pt x="119969" y="83681"/>
                    <a:pt x="119259" y="76945"/>
                    <a:pt x="118210" y="76657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Shape 6743"/>
            <p:cNvSpPr/>
            <p:nvPr/>
          </p:nvSpPr>
          <p:spPr>
            <a:xfrm>
              <a:off x="10886406" y="6302860"/>
              <a:ext cx="349134" cy="34190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4880" y="98217"/>
                  </a:moveTo>
                  <a:lnTo>
                    <a:pt x="14880" y="98217"/>
                  </a:lnTo>
                  <a:cubicBezTo>
                    <a:pt x="17170" y="91604"/>
                    <a:pt x="25755" y="91604"/>
                    <a:pt x="27853" y="98217"/>
                  </a:cubicBezTo>
                  <a:cubicBezTo>
                    <a:pt x="32050" y="106774"/>
                    <a:pt x="38537" y="98217"/>
                    <a:pt x="40635" y="102495"/>
                  </a:cubicBezTo>
                  <a:cubicBezTo>
                    <a:pt x="42734" y="106774"/>
                    <a:pt x="51319" y="106774"/>
                    <a:pt x="53418" y="113387"/>
                  </a:cubicBezTo>
                  <a:cubicBezTo>
                    <a:pt x="57806" y="119805"/>
                    <a:pt x="70588" y="117666"/>
                    <a:pt x="72686" y="109108"/>
                  </a:cubicBezTo>
                  <a:cubicBezTo>
                    <a:pt x="77074" y="98217"/>
                    <a:pt x="100540" y="91604"/>
                    <a:pt x="111224" y="80713"/>
                  </a:cubicBezTo>
                  <a:cubicBezTo>
                    <a:pt x="117519" y="74100"/>
                    <a:pt x="119809" y="65348"/>
                    <a:pt x="119809" y="58930"/>
                  </a:cubicBezTo>
                  <a:cubicBezTo>
                    <a:pt x="117519" y="58930"/>
                    <a:pt x="117519" y="58930"/>
                    <a:pt x="117519" y="58930"/>
                  </a:cubicBezTo>
                  <a:cubicBezTo>
                    <a:pt x="117519" y="58930"/>
                    <a:pt x="117519" y="50178"/>
                    <a:pt x="111224" y="50178"/>
                  </a:cubicBezTo>
                  <a:cubicBezTo>
                    <a:pt x="104737" y="50178"/>
                    <a:pt x="102639" y="48038"/>
                    <a:pt x="102639" y="41426"/>
                  </a:cubicBezTo>
                  <a:cubicBezTo>
                    <a:pt x="100540" y="37147"/>
                    <a:pt x="102639" y="28395"/>
                    <a:pt x="100540" y="26256"/>
                  </a:cubicBezTo>
                  <a:cubicBezTo>
                    <a:pt x="96152" y="23922"/>
                    <a:pt x="79173" y="8752"/>
                    <a:pt x="72686" y="4473"/>
                  </a:cubicBezTo>
                  <a:cubicBezTo>
                    <a:pt x="64101" y="0"/>
                    <a:pt x="53418" y="0"/>
                    <a:pt x="53418" y="8752"/>
                  </a:cubicBezTo>
                  <a:cubicBezTo>
                    <a:pt x="53418" y="17504"/>
                    <a:pt x="53418" y="17504"/>
                    <a:pt x="45023" y="19643"/>
                  </a:cubicBezTo>
                  <a:cubicBezTo>
                    <a:pt x="34340" y="21782"/>
                    <a:pt x="23465" y="19643"/>
                    <a:pt x="23465" y="21782"/>
                  </a:cubicBezTo>
                  <a:cubicBezTo>
                    <a:pt x="21367" y="23922"/>
                    <a:pt x="23465" y="41426"/>
                    <a:pt x="17170" y="45899"/>
                  </a:cubicBezTo>
                  <a:cubicBezTo>
                    <a:pt x="10683" y="48038"/>
                    <a:pt x="10683" y="63209"/>
                    <a:pt x="6486" y="67682"/>
                  </a:cubicBezTo>
                  <a:cubicBezTo>
                    <a:pt x="0" y="74100"/>
                    <a:pt x="2098" y="87131"/>
                    <a:pt x="6486" y="95883"/>
                  </a:cubicBezTo>
                  <a:cubicBezTo>
                    <a:pt x="8585" y="98217"/>
                    <a:pt x="8585" y="102495"/>
                    <a:pt x="8585" y="104635"/>
                  </a:cubicBezTo>
                  <a:cubicBezTo>
                    <a:pt x="12782" y="102495"/>
                    <a:pt x="14880" y="100356"/>
                    <a:pt x="14880" y="98217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Shape 6744"/>
            <p:cNvSpPr/>
            <p:nvPr/>
          </p:nvSpPr>
          <p:spPr>
            <a:xfrm>
              <a:off x="10351720" y="5267373"/>
              <a:ext cx="1264693" cy="161428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1784" y="88085"/>
                  </a:moveTo>
                  <a:lnTo>
                    <a:pt x="101784" y="88085"/>
                  </a:lnTo>
                  <a:cubicBezTo>
                    <a:pt x="102362" y="85778"/>
                    <a:pt x="101784" y="83019"/>
                    <a:pt x="101207" y="81166"/>
                  </a:cubicBezTo>
                  <a:cubicBezTo>
                    <a:pt x="100629" y="79313"/>
                    <a:pt x="102362" y="78860"/>
                    <a:pt x="103569" y="77007"/>
                  </a:cubicBezTo>
                  <a:cubicBezTo>
                    <a:pt x="104724" y="75648"/>
                    <a:pt x="102362" y="74248"/>
                    <a:pt x="102362" y="72395"/>
                  </a:cubicBezTo>
                  <a:cubicBezTo>
                    <a:pt x="102362" y="70089"/>
                    <a:pt x="101784" y="70089"/>
                    <a:pt x="100052" y="70089"/>
                  </a:cubicBezTo>
                  <a:cubicBezTo>
                    <a:pt x="98267" y="69636"/>
                    <a:pt x="95905" y="71489"/>
                    <a:pt x="94750" y="72395"/>
                  </a:cubicBezTo>
                  <a:cubicBezTo>
                    <a:pt x="93543" y="72848"/>
                    <a:pt x="94120" y="74248"/>
                    <a:pt x="92965" y="75154"/>
                  </a:cubicBezTo>
                  <a:cubicBezTo>
                    <a:pt x="91181" y="75648"/>
                    <a:pt x="88241" y="75648"/>
                    <a:pt x="86509" y="73795"/>
                  </a:cubicBezTo>
                  <a:cubicBezTo>
                    <a:pt x="84724" y="72395"/>
                    <a:pt x="80629" y="72395"/>
                    <a:pt x="78845" y="71942"/>
                  </a:cubicBezTo>
                  <a:cubicBezTo>
                    <a:pt x="76482" y="71942"/>
                    <a:pt x="76482" y="70542"/>
                    <a:pt x="75905" y="68689"/>
                  </a:cubicBezTo>
                  <a:cubicBezTo>
                    <a:pt x="74750" y="66424"/>
                    <a:pt x="72388" y="66424"/>
                    <a:pt x="70603" y="65477"/>
                  </a:cubicBezTo>
                  <a:cubicBezTo>
                    <a:pt x="68818" y="64571"/>
                    <a:pt x="68818" y="64076"/>
                    <a:pt x="68241" y="58105"/>
                  </a:cubicBezTo>
                  <a:cubicBezTo>
                    <a:pt x="67664" y="52093"/>
                    <a:pt x="68241" y="49787"/>
                    <a:pt x="69448" y="49787"/>
                  </a:cubicBezTo>
                  <a:cubicBezTo>
                    <a:pt x="70603" y="49334"/>
                    <a:pt x="72388" y="51146"/>
                    <a:pt x="73543" y="51640"/>
                  </a:cubicBezTo>
                  <a:cubicBezTo>
                    <a:pt x="74750" y="52093"/>
                    <a:pt x="77690" y="51640"/>
                    <a:pt x="79422" y="50693"/>
                  </a:cubicBezTo>
                  <a:cubicBezTo>
                    <a:pt x="81784" y="49787"/>
                    <a:pt x="81207" y="49334"/>
                    <a:pt x="81207" y="47481"/>
                  </a:cubicBezTo>
                  <a:cubicBezTo>
                    <a:pt x="81784" y="45628"/>
                    <a:pt x="83569" y="47028"/>
                    <a:pt x="84146" y="46080"/>
                  </a:cubicBezTo>
                  <a:cubicBezTo>
                    <a:pt x="84146" y="45175"/>
                    <a:pt x="85931" y="46080"/>
                    <a:pt x="87086" y="46575"/>
                  </a:cubicBezTo>
                  <a:cubicBezTo>
                    <a:pt x="87664" y="47028"/>
                    <a:pt x="88241" y="47028"/>
                    <a:pt x="88241" y="47028"/>
                  </a:cubicBezTo>
                  <a:cubicBezTo>
                    <a:pt x="88241" y="47028"/>
                    <a:pt x="94120" y="42868"/>
                    <a:pt x="96482" y="41015"/>
                  </a:cubicBezTo>
                  <a:cubicBezTo>
                    <a:pt x="99422" y="38709"/>
                    <a:pt x="105931" y="34097"/>
                    <a:pt x="106509" y="33191"/>
                  </a:cubicBezTo>
                  <a:cubicBezTo>
                    <a:pt x="107034" y="32244"/>
                    <a:pt x="107034" y="31338"/>
                    <a:pt x="106509" y="29485"/>
                  </a:cubicBezTo>
                  <a:cubicBezTo>
                    <a:pt x="106509" y="27632"/>
                    <a:pt x="109396" y="29032"/>
                    <a:pt x="111128" y="29032"/>
                  </a:cubicBezTo>
                  <a:cubicBezTo>
                    <a:pt x="112335" y="28538"/>
                    <a:pt x="114120" y="25367"/>
                    <a:pt x="117637" y="21207"/>
                  </a:cubicBezTo>
                  <a:cubicBezTo>
                    <a:pt x="118792" y="18901"/>
                    <a:pt x="119370" y="17501"/>
                    <a:pt x="119947" y="16595"/>
                  </a:cubicBezTo>
                  <a:cubicBezTo>
                    <a:pt x="119370" y="16595"/>
                    <a:pt x="119370" y="16595"/>
                    <a:pt x="118792" y="16142"/>
                  </a:cubicBezTo>
                  <a:cubicBezTo>
                    <a:pt x="118215" y="15689"/>
                    <a:pt x="117060" y="15689"/>
                    <a:pt x="114698" y="16142"/>
                  </a:cubicBezTo>
                  <a:cubicBezTo>
                    <a:pt x="112335" y="16595"/>
                    <a:pt x="111758" y="15689"/>
                    <a:pt x="111128" y="14742"/>
                  </a:cubicBezTo>
                  <a:cubicBezTo>
                    <a:pt x="110551" y="13836"/>
                    <a:pt x="109396" y="13383"/>
                    <a:pt x="108188" y="12930"/>
                  </a:cubicBezTo>
                  <a:cubicBezTo>
                    <a:pt x="107034" y="12436"/>
                    <a:pt x="108188" y="10583"/>
                    <a:pt x="107034" y="9677"/>
                  </a:cubicBezTo>
                  <a:cubicBezTo>
                    <a:pt x="106509" y="8730"/>
                    <a:pt x="103569" y="10130"/>
                    <a:pt x="101784" y="10583"/>
                  </a:cubicBezTo>
                  <a:cubicBezTo>
                    <a:pt x="100052" y="11077"/>
                    <a:pt x="100629" y="9224"/>
                    <a:pt x="100629" y="9224"/>
                  </a:cubicBezTo>
                  <a:cubicBezTo>
                    <a:pt x="100629" y="9224"/>
                    <a:pt x="99422" y="9224"/>
                    <a:pt x="96482" y="9677"/>
                  </a:cubicBezTo>
                  <a:cubicBezTo>
                    <a:pt x="93543" y="10583"/>
                    <a:pt x="93543" y="10583"/>
                    <a:pt x="93543" y="9224"/>
                  </a:cubicBezTo>
                  <a:cubicBezTo>
                    <a:pt x="94120" y="8277"/>
                    <a:pt x="93543" y="6918"/>
                    <a:pt x="92388" y="6465"/>
                  </a:cubicBezTo>
                  <a:cubicBezTo>
                    <a:pt x="91181" y="6465"/>
                    <a:pt x="88871" y="7371"/>
                    <a:pt x="88871" y="7371"/>
                  </a:cubicBezTo>
                  <a:cubicBezTo>
                    <a:pt x="88871" y="7371"/>
                    <a:pt x="85301" y="4159"/>
                    <a:pt x="84724" y="3212"/>
                  </a:cubicBezTo>
                  <a:cubicBezTo>
                    <a:pt x="83569" y="2306"/>
                    <a:pt x="80000" y="1358"/>
                    <a:pt x="74750" y="452"/>
                  </a:cubicBezTo>
                  <a:cubicBezTo>
                    <a:pt x="70026" y="0"/>
                    <a:pt x="65301" y="452"/>
                    <a:pt x="65301" y="452"/>
                  </a:cubicBezTo>
                  <a:lnTo>
                    <a:pt x="64724" y="3212"/>
                  </a:lnTo>
                  <a:cubicBezTo>
                    <a:pt x="64146" y="3212"/>
                    <a:pt x="59422" y="1358"/>
                    <a:pt x="58267" y="1358"/>
                  </a:cubicBezTo>
                  <a:cubicBezTo>
                    <a:pt x="57690" y="1358"/>
                    <a:pt x="57060" y="1853"/>
                    <a:pt x="55905" y="2306"/>
                  </a:cubicBezTo>
                  <a:cubicBezTo>
                    <a:pt x="56482" y="3212"/>
                    <a:pt x="57060" y="4159"/>
                    <a:pt x="58267" y="4612"/>
                  </a:cubicBezTo>
                  <a:cubicBezTo>
                    <a:pt x="60052" y="5065"/>
                    <a:pt x="61784" y="4612"/>
                    <a:pt x="61207" y="8277"/>
                  </a:cubicBezTo>
                  <a:cubicBezTo>
                    <a:pt x="60629" y="11530"/>
                    <a:pt x="60052" y="12930"/>
                    <a:pt x="61207" y="13383"/>
                  </a:cubicBezTo>
                  <a:cubicBezTo>
                    <a:pt x="62362" y="13836"/>
                    <a:pt x="65301" y="17995"/>
                    <a:pt x="64146" y="19807"/>
                  </a:cubicBezTo>
                  <a:cubicBezTo>
                    <a:pt x="62992" y="21207"/>
                    <a:pt x="58845" y="19354"/>
                    <a:pt x="58845" y="21207"/>
                  </a:cubicBezTo>
                  <a:cubicBezTo>
                    <a:pt x="58267" y="23061"/>
                    <a:pt x="57060" y="23061"/>
                    <a:pt x="55905" y="22155"/>
                  </a:cubicBezTo>
                  <a:cubicBezTo>
                    <a:pt x="54120" y="21660"/>
                    <a:pt x="52965" y="22608"/>
                    <a:pt x="51758" y="21660"/>
                  </a:cubicBezTo>
                  <a:cubicBezTo>
                    <a:pt x="50603" y="20301"/>
                    <a:pt x="48241" y="18901"/>
                    <a:pt x="46509" y="18901"/>
                  </a:cubicBezTo>
                  <a:cubicBezTo>
                    <a:pt x="44146" y="18448"/>
                    <a:pt x="42939" y="19354"/>
                    <a:pt x="42362" y="20301"/>
                  </a:cubicBezTo>
                  <a:cubicBezTo>
                    <a:pt x="42362" y="21660"/>
                    <a:pt x="40000" y="21660"/>
                    <a:pt x="37690" y="20301"/>
                  </a:cubicBezTo>
                  <a:cubicBezTo>
                    <a:pt x="34750" y="19354"/>
                    <a:pt x="32388" y="17995"/>
                    <a:pt x="32388" y="19807"/>
                  </a:cubicBezTo>
                  <a:cubicBezTo>
                    <a:pt x="32388" y="21660"/>
                    <a:pt x="30603" y="23514"/>
                    <a:pt x="29448" y="23514"/>
                  </a:cubicBezTo>
                  <a:cubicBezTo>
                    <a:pt x="28241" y="23514"/>
                    <a:pt x="27086" y="24008"/>
                    <a:pt x="26509" y="25820"/>
                  </a:cubicBezTo>
                  <a:cubicBezTo>
                    <a:pt x="25879" y="27632"/>
                    <a:pt x="26509" y="29485"/>
                    <a:pt x="24146" y="29032"/>
                  </a:cubicBezTo>
                  <a:cubicBezTo>
                    <a:pt x="21207" y="28085"/>
                    <a:pt x="19422" y="29032"/>
                    <a:pt x="19422" y="30391"/>
                  </a:cubicBezTo>
                  <a:cubicBezTo>
                    <a:pt x="19422" y="31338"/>
                    <a:pt x="18267" y="31791"/>
                    <a:pt x="17060" y="31791"/>
                  </a:cubicBezTo>
                  <a:cubicBezTo>
                    <a:pt x="16482" y="31791"/>
                    <a:pt x="16482" y="35044"/>
                    <a:pt x="17060" y="36403"/>
                  </a:cubicBezTo>
                  <a:cubicBezTo>
                    <a:pt x="17690" y="37803"/>
                    <a:pt x="17060" y="40562"/>
                    <a:pt x="17690" y="41468"/>
                  </a:cubicBezTo>
                  <a:cubicBezTo>
                    <a:pt x="18267" y="42415"/>
                    <a:pt x="18845" y="42868"/>
                    <a:pt x="16482" y="43321"/>
                  </a:cubicBezTo>
                  <a:cubicBezTo>
                    <a:pt x="14698" y="44269"/>
                    <a:pt x="15328" y="46575"/>
                    <a:pt x="12965" y="46575"/>
                  </a:cubicBezTo>
                  <a:cubicBezTo>
                    <a:pt x="10603" y="47028"/>
                    <a:pt x="8818" y="47934"/>
                    <a:pt x="8241" y="50240"/>
                  </a:cubicBezTo>
                  <a:cubicBezTo>
                    <a:pt x="7664" y="52999"/>
                    <a:pt x="8241" y="53493"/>
                    <a:pt x="7086" y="53946"/>
                  </a:cubicBezTo>
                  <a:cubicBezTo>
                    <a:pt x="6509" y="54399"/>
                    <a:pt x="8241" y="56252"/>
                    <a:pt x="6509" y="56252"/>
                  </a:cubicBezTo>
                  <a:cubicBezTo>
                    <a:pt x="4724" y="55799"/>
                    <a:pt x="3569" y="57158"/>
                    <a:pt x="4146" y="59011"/>
                  </a:cubicBezTo>
                  <a:cubicBezTo>
                    <a:pt x="5301" y="60864"/>
                    <a:pt x="4724" y="62717"/>
                    <a:pt x="5301" y="63170"/>
                  </a:cubicBezTo>
                  <a:cubicBezTo>
                    <a:pt x="6509" y="63623"/>
                    <a:pt x="7086" y="64571"/>
                    <a:pt x="7086" y="65929"/>
                  </a:cubicBezTo>
                  <a:cubicBezTo>
                    <a:pt x="7086" y="66877"/>
                    <a:pt x="5931" y="67330"/>
                    <a:pt x="4146" y="67330"/>
                  </a:cubicBezTo>
                  <a:cubicBezTo>
                    <a:pt x="1784" y="67783"/>
                    <a:pt x="1207" y="68236"/>
                    <a:pt x="1784" y="69636"/>
                  </a:cubicBezTo>
                  <a:cubicBezTo>
                    <a:pt x="1784" y="71489"/>
                    <a:pt x="1784" y="72395"/>
                    <a:pt x="577" y="72395"/>
                  </a:cubicBezTo>
                  <a:cubicBezTo>
                    <a:pt x="0" y="72848"/>
                    <a:pt x="0" y="76554"/>
                    <a:pt x="0" y="77954"/>
                  </a:cubicBezTo>
                  <a:lnTo>
                    <a:pt x="0" y="77954"/>
                  </a:lnTo>
                  <a:cubicBezTo>
                    <a:pt x="1207" y="77954"/>
                    <a:pt x="2362" y="77954"/>
                    <a:pt x="2939" y="77007"/>
                  </a:cubicBezTo>
                  <a:cubicBezTo>
                    <a:pt x="2939" y="76101"/>
                    <a:pt x="3569" y="74248"/>
                    <a:pt x="4724" y="74248"/>
                  </a:cubicBezTo>
                  <a:cubicBezTo>
                    <a:pt x="5931" y="74248"/>
                    <a:pt x="7086" y="77954"/>
                    <a:pt x="7664" y="78860"/>
                  </a:cubicBezTo>
                  <a:cubicBezTo>
                    <a:pt x="7664" y="79766"/>
                    <a:pt x="9448" y="78860"/>
                    <a:pt x="10026" y="77954"/>
                  </a:cubicBezTo>
                  <a:cubicBezTo>
                    <a:pt x="10603" y="77007"/>
                    <a:pt x="11758" y="76101"/>
                    <a:pt x="11181" y="74701"/>
                  </a:cubicBezTo>
                  <a:cubicBezTo>
                    <a:pt x="10603" y="73795"/>
                    <a:pt x="11758" y="72848"/>
                    <a:pt x="10603" y="71942"/>
                  </a:cubicBezTo>
                  <a:cubicBezTo>
                    <a:pt x="10026" y="70542"/>
                    <a:pt x="8241" y="68689"/>
                    <a:pt x="11181" y="68689"/>
                  </a:cubicBezTo>
                  <a:cubicBezTo>
                    <a:pt x="14120" y="68236"/>
                    <a:pt x="18267" y="68689"/>
                    <a:pt x="18267" y="69183"/>
                  </a:cubicBezTo>
                  <a:cubicBezTo>
                    <a:pt x="18845" y="69636"/>
                    <a:pt x="19422" y="71942"/>
                    <a:pt x="18267" y="72395"/>
                  </a:cubicBezTo>
                  <a:cubicBezTo>
                    <a:pt x="17690" y="72848"/>
                    <a:pt x="16482" y="73301"/>
                    <a:pt x="15328" y="73301"/>
                  </a:cubicBezTo>
                  <a:cubicBezTo>
                    <a:pt x="14120" y="73301"/>
                    <a:pt x="13543" y="75648"/>
                    <a:pt x="14120" y="79766"/>
                  </a:cubicBezTo>
                  <a:cubicBezTo>
                    <a:pt x="15328" y="83925"/>
                    <a:pt x="15905" y="82566"/>
                    <a:pt x="16482" y="80713"/>
                  </a:cubicBezTo>
                  <a:cubicBezTo>
                    <a:pt x="16482" y="78407"/>
                    <a:pt x="17690" y="75648"/>
                    <a:pt x="18267" y="74248"/>
                  </a:cubicBezTo>
                  <a:cubicBezTo>
                    <a:pt x="18845" y="73301"/>
                    <a:pt x="22939" y="73795"/>
                    <a:pt x="24146" y="74248"/>
                  </a:cubicBezTo>
                  <a:cubicBezTo>
                    <a:pt x="24724" y="75154"/>
                    <a:pt x="24724" y="76101"/>
                    <a:pt x="25879" y="76554"/>
                  </a:cubicBezTo>
                  <a:cubicBezTo>
                    <a:pt x="27086" y="77007"/>
                    <a:pt x="26509" y="77501"/>
                    <a:pt x="25301" y="79313"/>
                  </a:cubicBezTo>
                  <a:cubicBezTo>
                    <a:pt x="24146" y="81166"/>
                    <a:pt x="22362" y="84873"/>
                    <a:pt x="21784" y="85778"/>
                  </a:cubicBezTo>
                  <a:cubicBezTo>
                    <a:pt x="21207" y="87179"/>
                    <a:pt x="25879" y="86726"/>
                    <a:pt x="28241" y="86726"/>
                  </a:cubicBezTo>
                  <a:cubicBezTo>
                    <a:pt x="30603" y="86726"/>
                    <a:pt x="30026" y="84378"/>
                    <a:pt x="31811" y="84378"/>
                  </a:cubicBezTo>
                  <a:cubicBezTo>
                    <a:pt x="34120" y="83925"/>
                    <a:pt x="33543" y="83019"/>
                    <a:pt x="32965" y="82072"/>
                  </a:cubicBezTo>
                  <a:cubicBezTo>
                    <a:pt x="32388" y="81166"/>
                    <a:pt x="34120" y="78407"/>
                    <a:pt x="35328" y="77954"/>
                  </a:cubicBezTo>
                  <a:cubicBezTo>
                    <a:pt x="37060" y="77954"/>
                    <a:pt x="38267" y="78407"/>
                    <a:pt x="39422" y="79766"/>
                  </a:cubicBezTo>
                  <a:cubicBezTo>
                    <a:pt x="40577" y="80713"/>
                    <a:pt x="41207" y="82566"/>
                    <a:pt x="40577" y="83472"/>
                  </a:cubicBezTo>
                  <a:cubicBezTo>
                    <a:pt x="40000" y="84873"/>
                    <a:pt x="38845" y="86231"/>
                    <a:pt x="40577" y="87179"/>
                  </a:cubicBezTo>
                  <a:cubicBezTo>
                    <a:pt x="41784" y="88538"/>
                    <a:pt x="42362" y="89485"/>
                    <a:pt x="40000" y="89938"/>
                  </a:cubicBezTo>
                  <a:cubicBezTo>
                    <a:pt x="37690" y="90844"/>
                    <a:pt x="35328" y="90391"/>
                    <a:pt x="33543" y="91791"/>
                  </a:cubicBezTo>
                  <a:cubicBezTo>
                    <a:pt x="31811" y="93603"/>
                    <a:pt x="30026" y="94550"/>
                    <a:pt x="28241" y="95456"/>
                  </a:cubicBezTo>
                  <a:cubicBezTo>
                    <a:pt x="26509" y="95950"/>
                    <a:pt x="25301" y="96403"/>
                    <a:pt x="26509" y="97309"/>
                  </a:cubicBezTo>
                  <a:cubicBezTo>
                    <a:pt x="27664" y="97803"/>
                    <a:pt x="27664" y="99615"/>
                    <a:pt x="26509" y="101015"/>
                  </a:cubicBezTo>
                  <a:cubicBezTo>
                    <a:pt x="25301" y="102374"/>
                    <a:pt x="24724" y="101468"/>
                    <a:pt x="22939" y="102868"/>
                  </a:cubicBezTo>
                  <a:cubicBezTo>
                    <a:pt x="21207" y="104227"/>
                    <a:pt x="21207" y="106080"/>
                    <a:pt x="22939" y="105628"/>
                  </a:cubicBezTo>
                  <a:cubicBezTo>
                    <a:pt x="25301" y="105628"/>
                    <a:pt x="25879" y="106533"/>
                    <a:pt x="24724" y="107028"/>
                  </a:cubicBezTo>
                  <a:cubicBezTo>
                    <a:pt x="24146" y="107934"/>
                    <a:pt x="21784" y="107934"/>
                    <a:pt x="20629" y="107481"/>
                  </a:cubicBezTo>
                  <a:cubicBezTo>
                    <a:pt x="19422" y="107481"/>
                    <a:pt x="19422" y="108387"/>
                    <a:pt x="20629" y="109334"/>
                  </a:cubicBezTo>
                  <a:cubicBezTo>
                    <a:pt x="21784" y="110693"/>
                    <a:pt x="22362" y="112093"/>
                    <a:pt x="22362" y="112999"/>
                  </a:cubicBezTo>
                  <a:cubicBezTo>
                    <a:pt x="21784" y="113452"/>
                    <a:pt x="24724" y="112999"/>
                    <a:pt x="24146" y="114399"/>
                  </a:cubicBezTo>
                  <a:cubicBezTo>
                    <a:pt x="24146" y="115758"/>
                    <a:pt x="24724" y="116252"/>
                    <a:pt x="25879" y="115305"/>
                  </a:cubicBezTo>
                  <a:cubicBezTo>
                    <a:pt x="27086" y="114399"/>
                    <a:pt x="29448" y="114399"/>
                    <a:pt x="30603" y="116252"/>
                  </a:cubicBezTo>
                  <a:cubicBezTo>
                    <a:pt x="31181" y="118558"/>
                    <a:pt x="31811" y="119958"/>
                    <a:pt x="33543" y="119464"/>
                  </a:cubicBezTo>
                  <a:cubicBezTo>
                    <a:pt x="35328" y="118558"/>
                    <a:pt x="38267" y="118105"/>
                    <a:pt x="40000" y="118105"/>
                  </a:cubicBezTo>
                  <a:cubicBezTo>
                    <a:pt x="42362" y="117611"/>
                    <a:pt x="42939" y="118105"/>
                    <a:pt x="42362" y="116705"/>
                  </a:cubicBezTo>
                  <a:cubicBezTo>
                    <a:pt x="42362" y="114852"/>
                    <a:pt x="42939" y="112546"/>
                    <a:pt x="42939" y="112546"/>
                  </a:cubicBezTo>
                  <a:cubicBezTo>
                    <a:pt x="42939" y="112546"/>
                    <a:pt x="45301" y="111640"/>
                    <a:pt x="46509" y="112546"/>
                  </a:cubicBezTo>
                  <a:cubicBezTo>
                    <a:pt x="47664" y="113452"/>
                    <a:pt x="48871" y="112999"/>
                    <a:pt x="48871" y="112093"/>
                  </a:cubicBezTo>
                  <a:cubicBezTo>
                    <a:pt x="48871" y="110693"/>
                    <a:pt x="50603" y="111640"/>
                    <a:pt x="51758" y="110693"/>
                  </a:cubicBezTo>
                  <a:cubicBezTo>
                    <a:pt x="52388" y="109787"/>
                    <a:pt x="53543" y="109334"/>
                    <a:pt x="54698" y="109787"/>
                  </a:cubicBezTo>
                  <a:cubicBezTo>
                    <a:pt x="55905" y="109787"/>
                    <a:pt x="57060" y="109787"/>
                    <a:pt x="57060" y="108387"/>
                  </a:cubicBezTo>
                  <a:cubicBezTo>
                    <a:pt x="57060" y="107028"/>
                    <a:pt x="56482" y="104227"/>
                    <a:pt x="56482" y="104227"/>
                  </a:cubicBezTo>
                  <a:cubicBezTo>
                    <a:pt x="56482" y="104227"/>
                    <a:pt x="54698" y="102868"/>
                    <a:pt x="53543" y="101921"/>
                  </a:cubicBezTo>
                  <a:cubicBezTo>
                    <a:pt x="52388" y="101468"/>
                    <a:pt x="54120" y="99162"/>
                    <a:pt x="52388" y="97309"/>
                  </a:cubicBezTo>
                  <a:cubicBezTo>
                    <a:pt x="51181" y="95456"/>
                    <a:pt x="50603" y="92697"/>
                    <a:pt x="52388" y="91338"/>
                  </a:cubicBezTo>
                  <a:cubicBezTo>
                    <a:pt x="53543" y="90391"/>
                    <a:pt x="53543" y="87179"/>
                    <a:pt x="55328" y="86726"/>
                  </a:cubicBezTo>
                  <a:cubicBezTo>
                    <a:pt x="57060" y="85778"/>
                    <a:pt x="56482" y="82072"/>
                    <a:pt x="57060" y="81619"/>
                  </a:cubicBezTo>
                  <a:cubicBezTo>
                    <a:pt x="57060" y="81166"/>
                    <a:pt x="60052" y="81619"/>
                    <a:pt x="62992" y="81166"/>
                  </a:cubicBezTo>
                  <a:cubicBezTo>
                    <a:pt x="65301" y="80713"/>
                    <a:pt x="65301" y="80713"/>
                    <a:pt x="65301" y="78860"/>
                  </a:cubicBezTo>
                  <a:cubicBezTo>
                    <a:pt x="65301" y="77007"/>
                    <a:pt x="68241" y="77007"/>
                    <a:pt x="70603" y="77954"/>
                  </a:cubicBezTo>
                  <a:cubicBezTo>
                    <a:pt x="72388" y="78860"/>
                    <a:pt x="77060" y="82072"/>
                    <a:pt x="78267" y="82566"/>
                  </a:cubicBezTo>
                  <a:cubicBezTo>
                    <a:pt x="78845" y="83019"/>
                    <a:pt x="78267" y="84873"/>
                    <a:pt x="78845" y="85778"/>
                  </a:cubicBezTo>
                  <a:cubicBezTo>
                    <a:pt x="78845" y="87179"/>
                    <a:pt x="79422" y="87632"/>
                    <a:pt x="81207" y="87632"/>
                  </a:cubicBezTo>
                  <a:cubicBezTo>
                    <a:pt x="82939" y="87632"/>
                    <a:pt x="82939" y="89485"/>
                    <a:pt x="82939" y="89485"/>
                  </a:cubicBezTo>
                  <a:cubicBezTo>
                    <a:pt x="82939" y="89485"/>
                    <a:pt x="87664" y="88538"/>
                    <a:pt x="89448" y="90391"/>
                  </a:cubicBezTo>
                  <a:cubicBezTo>
                    <a:pt x="91181" y="91791"/>
                    <a:pt x="94750" y="94550"/>
                    <a:pt x="96482" y="95456"/>
                  </a:cubicBezTo>
                  <a:cubicBezTo>
                    <a:pt x="96482" y="95003"/>
                    <a:pt x="97060" y="94550"/>
                    <a:pt x="97060" y="94097"/>
                  </a:cubicBezTo>
                  <a:cubicBezTo>
                    <a:pt x="98267" y="92697"/>
                    <a:pt x="100629" y="89938"/>
                    <a:pt x="101784" y="8808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Shape 6745"/>
            <p:cNvSpPr/>
            <p:nvPr/>
          </p:nvSpPr>
          <p:spPr>
            <a:xfrm>
              <a:off x="8535250" y="4485873"/>
              <a:ext cx="1440479" cy="18487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53" y="101455"/>
                  </a:moveTo>
                  <a:lnTo>
                    <a:pt x="119953" y="101455"/>
                  </a:lnTo>
                  <a:cubicBezTo>
                    <a:pt x="119446" y="100628"/>
                    <a:pt x="118385" y="99442"/>
                    <a:pt x="116309" y="99838"/>
                  </a:cubicBezTo>
                  <a:cubicBezTo>
                    <a:pt x="114232" y="99838"/>
                    <a:pt x="114232" y="100233"/>
                    <a:pt x="113217" y="99442"/>
                  </a:cubicBezTo>
                  <a:cubicBezTo>
                    <a:pt x="112710" y="99047"/>
                    <a:pt x="112710" y="97430"/>
                    <a:pt x="112710" y="96603"/>
                  </a:cubicBezTo>
                  <a:cubicBezTo>
                    <a:pt x="112710" y="96208"/>
                    <a:pt x="110126" y="96603"/>
                    <a:pt x="109619" y="95381"/>
                  </a:cubicBezTo>
                  <a:cubicBezTo>
                    <a:pt x="109065" y="93800"/>
                    <a:pt x="109619" y="92578"/>
                    <a:pt x="109619" y="91392"/>
                  </a:cubicBezTo>
                  <a:cubicBezTo>
                    <a:pt x="109619" y="90170"/>
                    <a:pt x="107543" y="88948"/>
                    <a:pt x="106989" y="88158"/>
                  </a:cubicBezTo>
                  <a:cubicBezTo>
                    <a:pt x="105974" y="87331"/>
                    <a:pt x="104959" y="89380"/>
                    <a:pt x="104405" y="88158"/>
                  </a:cubicBezTo>
                  <a:cubicBezTo>
                    <a:pt x="103898" y="86936"/>
                    <a:pt x="103898" y="82911"/>
                    <a:pt x="103898" y="81329"/>
                  </a:cubicBezTo>
                  <a:cubicBezTo>
                    <a:pt x="103898" y="79712"/>
                    <a:pt x="105974" y="80107"/>
                    <a:pt x="105974" y="79281"/>
                  </a:cubicBezTo>
                  <a:cubicBezTo>
                    <a:pt x="106482" y="78885"/>
                    <a:pt x="105467" y="78490"/>
                    <a:pt x="103391" y="77268"/>
                  </a:cubicBezTo>
                  <a:cubicBezTo>
                    <a:pt x="101822" y="76082"/>
                    <a:pt x="101822" y="72884"/>
                    <a:pt x="101822" y="71698"/>
                  </a:cubicBezTo>
                  <a:cubicBezTo>
                    <a:pt x="101314" y="70476"/>
                    <a:pt x="99792" y="70080"/>
                    <a:pt x="98731" y="69649"/>
                  </a:cubicBezTo>
                  <a:cubicBezTo>
                    <a:pt x="97208" y="69254"/>
                    <a:pt x="95640" y="68032"/>
                    <a:pt x="95132" y="68032"/>
                  </a:cubicBezTo>
                  <a:cubicBezTo>
                    <a:pt x="94071" y="68032"/>
                    <a:pt x="94071" y="68463"/>
                    <a:pt x="93056" y="69254"/>
                  </a:cubicBezTo>
                  <a:cubicBezTo>
                    <a:pt x="91487" y="69649"/>
                    <a:pt x="91995" y="70080"/>
                    <a:pt x="90472" y="70476"/>
                  </a:cubicBezTo>
                  <a:cubicBezTo>
                    <a:pt x="89411" y="71266"/>
                    <a:pt x="88396" y="70871"/>
                    <a:pt x="87889" y="70476"/>
                  </a:cubicBezTo>
                  <a:cubicBezTo>
                    <a:pt x="87381" y="70080"/>
                    <a:pt x="86874" y="69649"/>
                    <a:pt x="85305" y="69649"/>
                  </a:cubicBezTo>
                  <a:cubicBezTo>
                    <a:pt x="84290" y="69649"/>
                    <a:pt x="84290" y="67637"/>
                    <a:pt x="84290" y="66019"/>
                  </a:cubicBezTo>
                  <a:cubicBezTo>
                    <a:pt x="84290" y="64833"/>
                    <a:pt x="83737" y="64833"/>
                    <a:pt x="82722" y="64438"/>
                  </a:cubicBezTo>
                  <a:cubicBezTo>
                    <a:pt x="81660" y="63611"/>
                    <a:pt x="83229" y="62030"/>
                    <a:pt x="81660" y="61599"/>
                  </a:cubicBezTo>
                  <a:cubicBezTo>
                    <a:pt x="80138" y="61203"/>
                    <a:pt x="81153" y="60413"/>
                    <a:pt x="80645" y="59191"/>
                  </a:cubicBezTo>
                  <a:cubicBezTo>
                    <a:pt x="80138" y="57969"/>
                    <a:pt x="80138" y="57574"/>
                    <a:pt x="78569" y="57574"/>
                  </a:cubicBezTo>
                  <a:cubicBezTo>
                    <a:pt x="77001" y="57178"/>
                    <a:pt x="77001" y="56388"/>
                    <a:pt x="76493" y="55561"/>
                  </a:cubicBezTo>
                  <a:cubicBezTo>
                    <a:pt x="76493" y="54770"/>
                    <a:pt x="74971" y="54770"/>
                    <a:pt x="74463" y="53548"/>
                  </a:cubicBezTo>
                  <a:cubicBezTo>
                    <a:pt x="73910" y="52758"/>
                    <a:pt x="70818" y="53153"/>
                    <a:pt x="70311" y="52758"/>
                  </a:cubicBezTo>
                  <a:cubicBezTo>
                    <a:pt x="69803" y="52758"/>
                    <a:pt x="69803" y="48733"/>
                    <a:pt x="69803" y="46720"/>
                  </a:cubicBezTo>
                  <a:cubicBezTo>
                    <a:pt x="69250" y="45103"/>
                    <a:pt x="69803" y="45103"/>
                    <a:pt x="67727" y="45498"/>
                  </a:cubicBezTo>
                  <a:cubicBezTo>
                    <a:pt x="65651" y="45498"/>
                    <a:pt x="66159" y="43881"/>
                    <a:pt x="67727" y="43090"/>
                  </a:cubicBezTo>
                  <a:cubicBezTo>
                    <a:pt x="69250" y="42264"/>
                    <a:pt x="68742" y="41473"/>
                    <a:pt x="68235" y="39856"/>
                  </a:cubicBezTo>
                  <a:cubicBezTo>
                    <a:pt x="67727" y="38634"/>
                    <a:pt x="67727" y="37053"/>
                    <a:pt x="69803" y="36657"/>
                  </a:cubicBezTo>
                  <a:cubicBezTo>
                    <a:pt x="71326" y="36226"/>
                    <a:pt x="72387" y="36226"/>
                    <a:pt x="72895" y="36226"/>
                  </a:cubicBezTo>
                  <a:cubicBezTo>
                    <a:pt x="73402" y="36226"/>
                    <a:pt x="73402" y="36226"/>
                    <a:pt x="73402" y="36226"/>
                  </a:cubicBezTo>
                  <a:cubicBezTo>
                    <a:pt x="73402" y="36226"/>
                    <a:pt x="73402" y="35435"/>
                    <a:pt x="72895" y="33818"/>
                  </a:cubicBezTo>
                  <a:cubicBezTo>
                    <a:pt x="72387" y="32201"/>
                    <a:pt x="70818" y="31410"/>
                    <a:pt x="69803" y="30584"/>
                  </a:cubicBezTo>
                  <a:cubicBezTo>
                    <a:pt x="69250" y="29793"/>
                    <a:pt x="69250" y="30188"/>
                    <a:pt x="67727" y="29793"/>
                  </a:cubicBezTo>
                  <a:cubicBezTo>
                    <a:pt x="66159" y="29793"/>
                    <a:pt x="65144" y="27385"/>
                    <a:pt x="64636" y="25768"/>
                  </a:cubicBezTo>
                  <a:cubicBezTo>
                    <a:pt x="64636" y="24150"/>
                    <a:pt x="64636" y="24150"/>
                    <a:pt x="63575" y="24150"/>
                  </a:cubicBezTo>
                  <a:cubicBezTo>
                    <a:pt x="62560" y="24546"/>
                    <a:pt x="62053" y="24546"/>
                    <a:pt x="62053" y="23755"/>
                  </a:cubicBezTo>
                  <a:cubicBezTo>
                    <a:pt x="61499" y="22929"/>
                    <a:pt x="61499" y="22533"/>
                    <a:pt x="60484" y="22533"/>
                  </a:cubicBezTo>
                  <a:cubicBezTo>
                    <a:pt x="58915" y="22533"/>
                    <a:pt x="58408" y="22929"/>
                    <a:pt x="57900" y="22533"/>
                  </a:cubicBezTo>
                  <a:cubicBezTo>
                    <a:pt x="57393" y="22138"/>
                    <a:pt x="51164" y="22138"/>
                    <a:pt x="51164" y="22138"/>
                  </a:cubicBezTo>
                  <a:cubicBezTo>
                    <a:pt x="51164" y="22138"/>
                    <a:pt x="49088" y="19730"/>
                    <a:pt x="47566" y="18508"/>
                  </a:cubicBezTo>
                  <a:cubicBezTo>
                    <a:pt x="45997" y="17322"/>
                    <a:pt x="45997" y="16100"/>
                    <a:pt x="45997" y="14088"/>
                  </a:cubicBezTo>
                  <a:cubicBezTo>
                    <a:pt x="45997" y="12470"/>
                    <a:pt x="46505" y="10062"/>
                    <a:pt x="45490" y="9667"/>
                  </a:cubicBezTo>
                  <a:cubicBezTo>
                    <a:pt x="44429" y="9667"/>
                    <a:pt x="43921" y="9236"/>
                    <a:pt x="44429" y="8840"/>
                  </a:cubicBezTo>
                  <a:cubicBezTo>
                    <a:pt x="44936" y="8445"/>
                    <a:pt x="45490" y="6828"/>
                    <a:pt x="45490" y="5642"/>
                  </a:cubicBezTo>
                  <a:cubicBezTo>
                    <a:pt x="45490" y="4420"/>
                    <a:pt x="43414" y="3198"/>
                    <a:pt x="41337" y="2803"/>
                  </a:cubicBezTo>
                  <a:cubicBezTo>
                    <a:pt x="39261" y="2803"/>
                    <a:pt x="39815" y="0"/>
                    <a:pt x="39815" y="0"/>
                  </a:cubicBezTo>
                  <a:cubicBezTo>
                    <a:pt x="32018" y="0"/>
                    <a:pt x="32018" y="0"/>
                    <a:pt x="32018" y="0"/>
                  </a:cubicBezTo>
                  <a:cubicBezTo>
                    <a:pt x="26343" y="8445"/>
                    <a:pt x="26343" y="8445"/>
                    <a:pt x="26343" y="8445"/>
                  </a:cubicBezTo>
                  <a:cubicBezTo>
                    <a:pt x="20161" y="11248"/>
                    <a:pt x="20161" y="11248"/>
                    <a:pt x="20161" y="11248"/>
                  </a:cubicBezTo>
                  <a:lnTo>
                    <a:pt x="20161" y="11248"/>
                  </a:lnTo>
                  <a:cubicBezTo>
                    <a:pt x="20161" y="13261"/>
                    <a:pt x="20161" y="13261"/>
                    <a:pt x="20161" y="13261"/>
                  </a:cubicBezTo>
                  <a:cubicBezTo>
                    <a:pt x="11903" y="15705"/>
                    <a:pt x="11903" y="15705"/>
                    <a:pt x="11903" y="15705"/>
                  </a:cubicBezTo>
                  <a:cubicBezTo>
                    <a:pt x="8765" y="15309"/>
                    <a:pt x="8765" y="15309"/>
                    <a:pt x="8765" y="15309"/>
                  </a:cubicBezTo>
                  <a:cubicBezTo>
                    <a:pt x="9273" y="16495"/>
                    <a:pt x="9826" y="16891"/>
                    <a:pt x="10334" y="16891"/>
                  </a:cubicBezTo>
                  <a:cubicBezTo>
                    <a:pt x="11349" y="16495"/>
                    <a:pt x="12410" y="17322"/>
                    <a:pt x="11903" y="18508"/>
                  </a:cubicBezTo>
                  <a:cubicBezTo>
                    <a:pt x="11349" y="19730"/>
                    <a:pt x="11349" y="20916"/>
                    <a:pt x="12410" y="21743"/>
                  </a:cubicBezTo>
                  <a:cubicBezTo>
                    <a:pt x="12918" y="22138"/>
                    <a:pt x="9826" y="22533"/>
                    <a:pt x="9826" y="20521"/>
                  </a:cubicBezTo>
                  <a:cubicBezTo>
                    <a:pt x="9826" y="18508"/>
                    <a:pt x="9273" y="17717"/>
                    <a:pt x="8258" y="17717"/>
                  </a:cubicBezTo>
                  <a:cubicBezTo>
                    <a:pt x="7750" y="17717"/>
                    <a:pt x="7750" y="20125"/>
                    <a:pt x="6689" y="20521"/>
                  </a:cubicBezTo>
                  <a:cubicBezTo>
                    <a:pt x="5167" y="20916"/>
                    <a:pt x="4659" y="22138"/>
                    <a:pt x="4659" y="22929"/>
                  </a:cubicBezTo>
                  <a:cubicBezTo>
                    <a:pt x="4659" y="23755"/>
                    <a:pt x="3598" y="23755"/>
                    <a:pt x="2076" y="24150"/>
                  </a:cubicBezTo>
                  <a:cubicBezTo>
                    <a:pt x="1014" y="24546"/>
                    <a:pt x="0" y="26558"/>
                    <a:pt x="1014" y="26990"/>
                  </a:cubicBezTo>
                  <a:cubicBezTo>
                    <a:pt x="1522" y="26990"/>
                    <a:pt x="2076" y="26163"/>
                    <a:pt x="2583" y="26990"/>
                  </a:cubicBezTo>
                  <a:cubicBezTo>
                    <a:pt x="3091" y="27385"/>
                    <a:pt x="2583" y="28571"/>
                    <a:pt x="1522" y="28966"/>
                  </a:cubicBezTo>
                  <a:cubicBezTo>
                    <a:pt x="0" y="29398"/>
                    <a:pt x="507" y="30188"/>
                    <a:pt x="1522" y="30188"/>
                  </a:cubicBezTo>
                  <a:cubicBezTo>
                    <a:pt x="2583" y="30584"/>
                    <a:pt x="2583" y="31805"/>
                    <a:pt x="1522" y="32201"/>
                  </a:cubicBezTo>
                  <a:cubicBezTo>
                    <a:pt x="0" y="32596"/>
                    <a:pt x="1014" y="33818"/>
                    <a:pt x="2076" y="33818"/>
                  </a:cubicBezTo>
                  <a:cubicBezTo>
                    <a:pt x="3598" y="33818"/>
                    <a:pt x="4106" y="33027"/>
                    <a:pt x="5167" y="33818"/>
                  </a:cubicBezTo>
                  <a:cubicBezTo>
                    <a:pt x="6689" y="35040"/>
                    <a:pt x="14486" y="37843"/>
                    <a:pt x="16516" y="39065"/>
                  </a:cubicBezTo>
                  <a:cubicBezTo>
                    <a:pt x="18085" y="39856"/>
                    <a:pt x="18592" y="40646"/>
                    <a:pt x="19100" y="40646"/>
                  </a:cubicBezTo>
                  <a:cubicBezTo>
                    <a:pt x="19607" y="40251"/>
                    <a:pt x="18592" y="38238"/>
                    <a:pt x="18085" y="37448"/>
                  </a:cubicBezTo>
                  <a:cubicBezTo>
                    <a:pt x="18085" y="36657"/>
                    <a:pt x="20161" y="36657"/>
                    <a:pt x="20668" y="38238"/>
                  </a:cubicBezTo>
                  <a:cubicBezTo>
                    <a:pt x="21683" y="39856"/>
                    <a:pt x="21683" y="41078"/>
                    <a:pt x="21683" y="41868"/>
                  </a:cubicBezTo>
                  <a:cubicBezTo>
                    <a:pt x="21683" y="42695"/>
                    <a:pt x="22745" y="43486"/>
                    <a:pt x="24821" y="43486"/>
                  </a:cubicBezTo>
                  <a:cubicBezTo>
                    <a:pt x="26897" y="43486"/>
                    <a:pt x="29434" y="44312"/>
                    <a:pt x="30495" y="44707"/>
                  </a:cubicBezTo>
                  <a:cubicBezTo>
                    <a:pt x="31510" y="45498"/>
                    <a:pt x="32572" y="48733"/>
                    <a:pt x="33079" y="48733"/>
                  </a:cubicBezTo>
                  <a:cubicBezTo>
                    <a:pt x="33587" y="48733"/>
                    <a:pt x="31510" y="45893"/>
                    <a:pt x="32572" y="45498"/>
                  </a:cubicBezTo>
                  <a:cubicBezTo>
                    <a:pt x="34094" y="44707"/>
                    <a:pt x="36170" y="47511"/>
                    <a:pt x="36724" y="49919"/>
                  </a:cubicBezTo>
                  <a:cubicBezTo>
                    <a:pt x="37231" y="51931"/>
                    <a:pt x="37231" y="54770"/>
                    <a:pt x="38754" y="55956"/>
                  </a:cubicBezTo>
                  <a:cubicBezTo>
                    <a:pt x="40830" y="57574"/>
                    <a:pt x="44936" y="59982"/>
                    <a:pt x="47012" y="61599"/>
                  </a:cubicBezTo>
                  <a:cubicBezTo>
                    <a:pt x="49088" y="63216"/>
                    <a:pt x="50149" y="65624"/>
                    <a:pt x="51672" y="67241"/>
                  </a:cubicBezTo>
                  <a:cubicBezTo>
                    <a:pt x="53748" y="68463"/>
                    <a:pt x="53748" y="68463"/>
                    <a:pt x="53748" y="67241"/>
                  </a:cubicBezTo>
                  <a:cubicBezTo>
                    <a:pt x="53241" y="65624"/>
                    <a:pt x="53241" y="63611"/>
                    <a:pt x="54809" y="63216"/>
                  </a:cubicBezTo>
                  <a:cubicBezTo>
                    <a:pt x="56332" y="62821"/>
                    <a:pt x="57900" y="65229"/>
                    <a:pt x="58915" y="66846"/>
                  </a:cubicBezTo>
                  <a:cubicBezTo>
                    <a:pt x="59469" y="68858"/>
                    <a:pt x="60991" y="71698"/>
                    <a:pt x="63068" y="72093"/>
                  </a:cubicBezTo>
                  <a:cubicBezTo>
                    <a:pt x="65144" y="72093"/>
                    <a:pt x="66666" y="72488"/>
                    <a:pt x="67174" y="74860"/>
                  </a:cubicBezTo>
                  <a:cubicBezTo>
                    <a:pt x="67174" y="77268"/>
                    <a:pt x="68742" y="79712"/>
                    <a:pt x="70311" y="79712"/>
                  </a:cubicBezTo>
                  <a:cubicBezTo>
                    <a:pt x="71880" y="79712"/>
                    <a:pt x="73402" y="80107"/>
                    <a:pt x="74463" y="82515"/>
                  </a:cubicBezTo>
                  <a:cubicBezTo>
                    <a:pt x="75478" y="84923"/>
                    <a:pt x="78062" y="90566"/>
                    <a:pt x="80645" y="91787"/>
                  </a:cubicBezTo>
                  <a:cubicBezTo>
                    <a:pt x="82722" y="93405"/>
                    <a:pt x="86320" y="93800"/>
                    <a:pt x="86320" y="94986"/>
                  </a:cubicBezTo>
                  <a:cubicBezTo>
                    <a:pt x="86874" y="96208"/>
                    <a:pt x="86874" y="98221"/>
                    <a:pt x="89411" y="99442"/>
                  </a:cubicBezTo>
                  <a:cubicBezTo>
                    <a:pt x="92549" y="100628"/>
                    <a:pt x="95132" y="103468"/>
                    <a:pt x="95132" y="104258"/>
                  </a:cubicBezTo>
                  <a:cubicBezTo>
                    <a:pt x="95640" y="105049"/>
                    <a:pt x="96147" y="107493"/>
                    <a:pt x="98223" y="107888"/>
                  </a:cubicBezTo>
                  <a:cubicBezTo>
                    <a:pt x="100299" y="108283"/>
                    <a:pt x="100807" y="107888"/>
                    <a:pt x="101314" y="109901"/>
                  </a:cubicBezTo>
                  <a:cubicBezTo>
                    <a:pt x="102376" y="111518"/>
                    <a:pt x="104959" y="114321"/>
                    <a:pt x="105467" y="114716"/>
                  </a:cubicBezTo>
                  <a:cubicBezTo>
                    <a:pt x="105974" y="115543"/>
                    <a:pt x="106482" y="117160"/>
                    <a:pt x="106482" y="118382"/>
                  </a:cubicBezTo>
                  <a:cubicBezTo>
                    <a:pt x="106989" y="119568"/>
                    <a:pt x="108558" y="119964"/>
                    <a:pt x="108558" y="118778"/>
                  </a:cubicBezTo>
                  <a:cubicBezTo>
                    <a:pt x="108558" y="117556"/>
                    <a:pt x="107543" y="113530"/>
                    <a:pt x="108050" y="111518"/>
                  </a:cubicBezTo>
                  <a:cubicBezTo>
                    <a:pt x="108050" y="109505"/>
                    <a:pt x="109065" y="108283"/>
                    <a:pt x="110126" y="110296"/>
                  </a:cubicBezTo>
                  <a:cubicBezTo>
                    <a:pt x="111141" y="111913"/>
                    <a:pt x="111649" y="113135"/>
                    <a:pt x="111141" y="114321"/>
                  </a:cubicBezTo>
                  <a:cubicBezTo>
                    <a:pt x="111141" y="114321"/>
                    <a:pt x="112710" y="114321"/>
                    <a:pt x="114232" y="115148"/>
                  </a:cubicBezTo>
                  <a:cubicBezTo>
                    <a:pt x="115801" y="115938"/>
                    <a:pt x="116309" y="115938"/>
                    <a:pt x="116816" y="115148"/>
                  </a:cubicBezTo>
                  <a:cubicBezTo>
                    <a:pt x="117877" y="114716"/>
                    <a:pt x="116816" y="112309"/>
                    <a:pt x="115801" y="111518"/>
                  </a:cubicBezTo>
                  <a:cubicBezTo>
                    <a:pt x="115294" y="111123"/>
                    <a:pt x="114786" y="109901"/>
                    <a:pt x="115294" y="108715"/>
                  </a:cubicBezTo>
                  <a:cubicBezTo>
                    <a:pt x="115801" y="107888"/>
                    <a:pt x="116309" y="106271"/>
                    <a:pt x="115801" y="105049"/>
                  </a:cubicBezTo>
                  <a:cubicBezTo>
                    <a:pt x="115801" y="103863"/>
                    <a:pt x="116309" y="103036"/>
                    <a:pt x="117877" y="102641"/>
                  </a:cubicBezTo>
                  <a:cubicBezTo>
                    <a:pt x="118892" y="102641"/>
                    <a:pt x="119953" y="102246"/>
                    <a:pt x="119953" y="10145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Shape 6746"/>
            <p:cNvSpPr/>
            <p:nvPr/>
          </p:nvSpPr>
          <p:spPr>
            <a:xfrm>
              <a:off x="9321410" y="4578676"/>
              <a:ext cx="1718809" cy="174372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46" y="59790"/>
                  </a:moveTo>
                  <a:lnTo>
                    <a:pt x="116946" y="59790"/>
                  </a:lnTo>
                  <a:cubicBezTo>
                    <a:pt x="116096" y="59371"/>
                    <a:pt x="116521" y="58075"/>
                    <a:pt x="116946" y="55065"/>
                  </a:cubicBezTo>
                  <a:cubicBezTo>
                    <a:pt x="117371" y="51673"/>
                    <a:pt x="116096" y="52092"/>
                    <a:pt x="114782" y="51673"/>
                  </a:cubicBezTo>
                  <a:cubicBezTo>
                    <a:pt x="113893" y="51254"/>
                    <a:pt x="113468" y="50377"/>
                    <a:pt x="113043" y="49539"/>
                  </a:cubicBezTo>
                  <a:cubicBezTo>
                    <a:pt x="112618" y="50377"/>
                    <a:pt x="111729" y="51673"/>
                    <a:pt x="111304" y="52931"/>
                  </a:cubicBezTo>
                  <a:cubicBezTo>
                    <a:pt x="110879" y="55065"/>
                    <a:pt x="110454" y="57199"/>
                    <a:pt x="108714" y="57656"/>
                  </a:cubicBezTo>
                  <a:cubicBezTo>
                    <a:pt x="106550" y="58494"/>
                    <a:pt x="106125" y="54645"/>
                    <a:pt x="104386" y="54645"/>
                  </a:cubicBezTo>
                  <a:cubicBezTo>
                    <a:pt x="102222" y="54645"/>
                    <a:pt x="100908" y="54226"/>
                    <a:pt x="98743" y="52511"/>
                  </a:cubicBezTo>
                  <a:cubicBezTo>
                    <a:pt x="96579" y="50377"/>
                    <a:pt x="96154" y="46948"/>
                    <a:pt x="96154" y="46109"/>
                  </a:cubicBezTo>
                  <a:cubicBezTo>
                    <a:pt x="95729" y="44814"/>
                    <a:pt x="94415" y="45690"/>
                    <a:pt x="93990" y="45271"/>
                  </a:cubicBezTo>
                  <a:cubicBezTo>
                    <a:pt x="93565" y="44814"/>
                    <a:pt x="93565" y="41422"/>
                    <a:pt x="94415" y="40584"/>
                  </a:cubicBezTo>
                  <a:cubicBezTo>
                    <a:pt x="94840" y="40127"/>
                    <a:pt x="95729" y="39707"/>
                    <a:pt x="95304" y="39288"/>
                  </a:cubicBezTo>
                  <a:cubicBezTo>
                    <a:pt x="94840" y="39288"/>
                    <a:pt x="95304" y="37993"/>
                    <a:pt x="94840" y="36278"/>
                  </a:cubicBezTo>
                  <a:cubicBezTo>
                    <a:pt x="94415" y="34563"/>
                    <a:pt x="95304" y="34563"/>
                    <a:pt x="96154" y="34144"/>
                  </a:cubicBezTo>
                  <a:cubicBezTo>
                    <a:pt x="97468" y="33305"/>
                    <a:pt x="97468" y="32886"/>
                    <a:pt x="97893" y="30333"/>
                  </a:cubicBezTo>
                  <a:cubicBezTo>
                    <a:pt x="97893" y="27322"/>
                    <a:pt x="97004" y="26027"/>
                    <a:pt x="96579" y="25188"/>
                  </a:cubicBezTo>
                  <a:cubicBezTo>
                    <a:pt x="95729" y="23893"/>
                    <a:pt x="96154" y="22635"/>
                    <a:pt x="97004" y="21759"/>
                  </a:cubicBezTo>
                  <a:cubicBezTo>
                    <a:pt x="97893" y="20920"/>
                    <a:pt x="97468" y="18367"/>
                    <a:pt x="97468" y="18367"/>
                  </a:cubicBezTo>
                  <a:cubicBezTo>
                    <a:pt x="99632" y="16195"/>
                    <a:pt x="99632" y="16195"/>
                    <a:pt x="99632" y="16195"/>
                  </a:cubicBezTo>
                  <a:cubicBezTo>
                    <a:pt x="96154" y="8116"/>
                    <a:pt x="96154" y="8116"/>
                    <a:pt x="96154" y="8116"/>
                  </a:cubicBezTo>
                  <a:cubicBezTo>
                    <a:pt x="88347" y="4268"/>
                    <a:pt x="88347" y="4268"/>
                    <a:pt x="88347" y="4268"/>
                  </a:cubicBezTo>
                  <a:cubicBezTo>
                    <a:pt x="76676" y="3391"/>
                    <a:pt x="76676" y="3391"/>
                    <a:pt x="76676" y="3391"/>
                  </a:cubicBezTo>
                  <a:cubicBezTo>
                    <a:pt x="69294" y="9374"/>
                    <a:pt x="69294" y="9374"/>
                    <a:pt x="69294" y="9374"/>
                  </a:cubicBezTo>
                  <a:cubicBezTo>
                    <a:pt x="69294" y="9374"/>
                    <a:pt x="68444" y="11089"/>
                    <a:pt x="68869" y="12384"/>
                  </a:cubicBezTo>
                  <a:cubicBezTo>
                    <a:pt x="69294" y="14099"/>
                    <a:pt x="66280" y="14938"/>
                    <a:pt x="64966" y="13642"/>
                  </a:cubicBezTo>
                  <a:cubicBezTo>
                    <a:pt x="64115" y="11965"/>
                    <a:pt x="62801" y="9374"/>
                    <a:pt x="60637" y="9374"/>
                  </a:cubicBezTo>
                  <a:cubicBezTo>
                    <a:pt x="58898" y="9831"/>
                    <a:pt x="57159" y="11965"/>
                    <a:pt x="55884" y="11508"/>
                  </a:cubicBezTo>
                  <a:cubicBezTo>
                    <a:pt x="54995" y="10670"/>
                    <a:pt x="54144" y="9374"/>
                    <a:pt x="53719" y="10250"/>
                  </a:cubicBezTo>
                  <a:cubicBezTo>
                    <a:pt x="53256" y="10670"/>
                    <a:pt x="53719" y="13223"/>
                    <a:pt x="52830" y="13223"/>
                  </a:cubicBezTo>
                  <a:cubicBezTo>
                    <a:pt x="51980" y="13223"/>
                    <a:pt x="49816" y="10670"/>
                    <a:pt x="47652" y="9831"/>
                  </a:cubicBezTo>
                  <a:cubicBezTo>
                    <a:pt x="45487" y="9374"/>
                    <a:pt x="43748" y="8536"/>
                    <a:pt x="43748" y="7659"/>
                  </a:cubicBezTo>
                  <a:cubicBezTo>
                    <a:pt x="43323" y="7240"/>
                    <a:pt x="43323" y="5525"/>
                    <a:pt x="42434" y="5982"/>
                  </a:cubicBezTo>
                  <a:cubicBezTo>
                    <a:pt x="42009" y="6402"/>
                    <a:pt x="40270" y="7240"/>
                    <a:pt x="39845" y="5982"/>
                  </a:cubicBezTo>
                  <a:cubicBezTo>
                    <a:pt x="38995" y="5106"/>
                    <a:pt x="37256" y="2553"/>
                    <a:pt x="35516" y="2553"/>
                  </a:cubicBezTo>
                  <a:cubicBezTo>
                    <a:pt x="34202" y="2972"/>
                    <a:pt x="33352" y="2553"/>
                    <a:pt x="33352" y="1714"/>
                  </a:cubicBezTo>
                  <a:cubicBezTo>
                    <a:pt x="32927" y="838"/>
                    <a:pt x="31613" y="0"/>
                    <a:pt x="30763" y="1714"/>
                  </a:cubicBezTo>
                  <a:cubicBezTo>
                    <a:pt x="29874" y="2972"/>
                    <a:pt x="28599" y="3848"/>
                    <a:pt x="27285" y="4687"/>
                  </a:cubicBezTo>
                  <a:cubicBezTo>
                    <a:pt x="26009" y="5525"/>
                    <a:pt x="25545" y="6402"/>
                    <a:pt x="26009" y="8116"/>
                  </a:cubicBezTo>
                  <a:cubicBezTo>
                    <a:pt x="26434" y="9831"/>
                    <a:pt x="25545" y="11965"/>
                    <a:pt x="24695" y="12804"/>
                  </a:cubicBezTo>
                  <a:cubicBezTo>
                    <a:pt x="23381" y="13223"/>
                    <a:pt x="21217" y="16195"/>
                    <a:pt x="21217" y="18786"/>
                  </a:cubicBezTo>
                  <a:cubicBezTo>
                    <a:pt x="20792" y="21340"/>
                    <a:pt x="20792" y="22216"/>
                    <a:pt x="19903" y="22635"/>
                  </a:cubicBezTo>
                  <a:cubicBezTo>
                    <a:pt x="19053" y="22635"/>
                    <a:pt x="18628" y="23893"/>
                    <a:pt x="18628" y="26027"/>
                  </a:cubicBezTo>
                  <a:cubicBezTo>
                    <a:pt x="18628" y="28161"/>
                    <a:pt x="18628" y="31171"/>
                    <a:pt x="17777" y="31590"/>
                  </a:cubicBezTo>
                  <a:cubicBezTo>
                    <a:pt x="16888" y="32010"/>
                    <a:pt x="13874" y="34563"/>
                    <a:pt x="13410" y="34563"/>
                  </a:cubicBezTo>
                  <a:cubicBezTo>
                    <a:pt x="13410" y="34563"/>
                    <a:pt x="10821" y="33724"/>
                    <a:pt x="9971" y="33305"/>
                  </a:cubicBezTo>
                  <a:cubicBezTo>
                    <a:pt x="8657" y="32886"/>
                    <a:pt x="6067" y="32010"/>
                    <a:pt x="6067" y="32010"/>
                  </a:cubicBezTo>
                  <a:lnTo>
                    <a:pt x="6067" y="32010"/>
                  </a:lnTo>
                  <a:lnTo>
                    <a:pt x="6067" y="32010"/>
                  </a:lnTo>
                  <a:cubicBezTo>
                    <a:pt x="6492" y="32010"/>
                    <a:pt x="6492" y="32010"/>
                    <a:pt x="6492" y="32010"/>
                  </a:cubicBezTo>
                  <a:cubicBezTo>
                    <a:pt x="6492" y="32010"/>
                    <a:pt x="5217" y="31590"/>
                    <a:pt x="3478" y="32467"/>
                  </a:cubicBezTo>
                  <a:cubicBezTo>
                    <a:pt x="1739" y="32886"/>
                    <a:pt x="1739" y="34563"/>
                    <a:pt x="2164" y="35859"/>
                  </a:cubicBezTo>
                  <a:cubicBezTo>
                    <a:pt x="2589" y="37573"/>
                    <a:pt x="3014" y="38412"/>
                    <a:pt x="1739" y="39288"/>
                  </a:cubicBezTo>
                  <a:cubicBezTo>
                    <a:pt x="425" y="40127"/>
                    <a:pt x="0" y="41841"/>
                    <a:pt x="1739" y="41841"/>
                  </a:cubicBezTo>
                  <a:cubicBezTo>
                    <a:pt x="3478" y="41422"/>
                    <a:pt x="3014" y="41422"/>
                    <a:pt x="3478" y="43137"/>
                  </a:cubicBezTo>
                  <a:cubicBezTo>
                    <a:pt x="3478" y="45271"/>
                    <a:pt x="3478" y="49539"/>
                    <a:pt x="3903" y="49539"/>
                  </a:cubicBezTo>
                  <a:cubicBezTo>
                    <a:pt x="4328" y="49958"/>
                    <a:pt x="6917" y="49539"/>
                    <a:pt x="7381" y="50377"/>
                  </a:cubicBezTo>
                  <a:cubicBezTo>
                    <a:pt x="7806" y="51673"/>
                    <a:pt x="9082" y="51673"/>
                    <a:pt x="9082" y="52511"/>
                  </a:cubicBezTo>
                  <a:cubicBezTo>
                    <a:pt x="9507" y="53388"/>
                    <a:pt x="9507" y="54226"/>
                    <a:pt x="10821" y="54645"/>
                  </a:cubicBezTo>
                  <a:cubicBezTo>
                    <a:pt x="12135" y="54645"/>
                    <a:pt x="12135" y="55065"/>
                    <a:pt x="12560" y="56360"/>
                  </a:cubicBezTo>
                  <a:cubicBezTo>
                    <a:pt x="12985" y="57656"/>
                    <a:pt x="12135" y="58494"/>
                    <a:pt x="13410" y="58913"/>
                  </a:cubicBezTo>
                  <a:cubicBezTo>
                    <a:pt x="14724" y="59371"/>
                    <a:pt x="13410" y="61047"/>
                    <a:pt x="14299" y="61924"/>
                  </a:cubicBezTo>
                  <a:cubicBezTo>
                    <a:pt x="15149" y="62343"/>
                    <a:pt x="15613" y="62343"/>
                    <a:pt x="15613" y="63601"/>
                  </a:cubicBezTo>
                  <a:cubicBezTo>
                    <a:pt x="15613" y="65315"/>
                    <a:pt x="15613" y="67449"/>
                    <a:pt x="16463" y="67449"/>
                  </a:cubicBezTo>
                  <a:cubicBezTo>
                    <a:pt x="17777" y="67449"/>
                    <a:pt x="18202" y="67907"/>
                    <a:pt x="18628" y="68326"/>
                  </a:cubicBezTo>
                  <a:cubicBezTo>
                    <a:pt x="19053" y="68745"/>
                    <a:pt x="19903" y="69164"/>
                    <a:pt x="20792" y="68326"/>
                  </a:cubicBezTo>
                  <a:cubicBezTo>
                    <a:pt x="22067" y="67907"/>
                    <a:pt x="21642" y="67449"/>
                    <a:pt x="22956" y="67030"/>
                  </a:cubicBezTo>
                  <a:cubicBezTo>
                    <a:pt x="23806" y="66192"/>
                    <a:pt x="23806" y="65735"/>
                    <a:pt x="24695" y="65735"/>
                  </a:cubicBezTo>
                  <a:cubicBezTo>
                    <a:pt x="25120" y="65735"/>
                    <a:pt x="26434" y="67030"/>
                    <a:pt x="27710" y="67449"/>
                  </a:cubicBezTo>
                  <a:cubicBezTo>
                    <a:pt x="28599" y="67907"/>
                    <a:pt x="29874" y="68326"/>
                    <a:pt x="30299" y="69622"/>
                  </a:cubicBezTo>
                  <a:cubicBezTo>
                    <a:pt x="30299" y="70879"/>
                    <a:pt x="30299" y="74271"/>
                    <a:pt x="31613" y="75528"/>
                  </a:cubicBezTo>
                  <a:cubicBezTo>
                    <a:pt x="33352" y="76824"/>
                    <a:pt x="34202" y="77243"/>
                    <a:pt x="33777" y="77662"/>
                  </a:cubicBezTo>
                  <a:cubicBezTo>
                    <a:pt x="33777" y="78539"/>
                    <a:pt x="32038" y="78120"/>
                    <a:pt x="32038" y="79834"/>
                  </a:cubicBezTo>
                  <a:cubicBezTo>
                    <a:pt x="32038" y="81511"/>
                    <a:pt x="32038" y="85779"/>
                    <a:pt x="32463" y="87075"/>
                  </a:cubicBezTo>
                  <a:cubicBezTo>
                    <a:pt x="32927" y="88370"/>
                    <a:pt x="33777" y="86198"/>
                    <a:pt x="34628" y="87075"/>
                  </a:cubicBezTo>
                  <a:cubicBezTo>
                    <a:pt x="35091" y="87913"/>
                    <a:pt x="36830" y="89209"/>
                    <a:pt x="36830" y="90504"/>
                  </a:cubicBezTo>
                  <a:cubicBezTo>
                    <a:pt x="36830" y="91762"/>
                    <a:pt x="36367" y="93058"/>
                    <a:pt x="36830" y="94734"/>
                  </a:cubicBezTo>
                  <a:cubicBezTo>
                    <a:pt x="37256" y="96030"/>
                    <a:pt x="39420" y="95611"/>
                    <a:pt x="39420" y="96030"/>
                  </a:cubicBezTo>
                  <a:cubicBezTo>
                    <a:pt x="39420" y="96906"/>
                    <a:pt x="39420" y="98621"/>
                    <a:pt x="39845" y="99040"/>
                  </a:cubicBezTo>
                  <a:cubicBezTo>
                    <a:pt x="40695" y="99879"/>
                    <a:pt x="40695" y="99460"/>
                    <a:pt x="42434" y="99460"/>
                  </a:cubicBezTo>
                  <a:cubicBezTo>
                    <a:pt x="44173" y="99040"/>
                    <a:pt x="45062" y="100298"/>
                    <a:pt x="45487" y="101174"/>
                  </a:cubicBezTo>
                  <a:cubicBezTo>
                    <a:pt x="45487" y="101174"/>
                    <a:pt x="45487" y="101594"/>
                    <a:pt x="45062" y="101594"/>
                  </a:cubicBezTo>
                  <a:cubicBezTo>
                    <a:pt x="45487" y="102013"/>
                    <a:pt x="45487" y="102013"/>
                    <a:pt x="45913" y="102432"/>
                  </a:cubicBezTo>
                  <a:cubicBezTo>
                    <a:pt x="46338" y="103728"/>
                    <a:pt x="45913" y="104566"/>
                    <a:pt x="47227" y="104147"/>
                  </a:cubicBezTo>
                  <a:cubicBezTo>
                    <a:pt x="48927" y="103728"/>
                    <a:pt x="54144" y="104147"/>
                    <a:pt x="54570" y="104566"/>
                  </a:cubicBezTo>
                  <a:cubicBezTo>
                    <a:pt x="54570" y="105442"/>
                    <a:pt x="54144" y="107577"/>
                    <a:pt x="55458" y="108415"/>
                  </a:cubicBezTo>
                  <a:cubicBezTo>
                    <a:pt x="56734" y="109291"/>
                    <a:pt x="57159" y="110968"/>
                    <a:pt x="55458" y="110968"/>
                  </a:cubicBezTo>
                  <a:cubicBezTo>
                    <a:pt x="53719" y="110968"/>
                    <a:pt x="52405" y="111425"/>
                    <a:pt x="52830" y="112683"/>
                  </a:cubicBezTo>
                  <a:cubicBezTo>
                    <a:pt x="53256" y="113559"/>
                    <a:pt x="55458" y="112683"/>
                    <a:pt x="55458" y="113979"/>
                  </a:cubicBezTo>
                  <a:cubicBezTo>
                    <a:pt x="54995" y="114817"/>
                    <a:pt x="54995" y="117408"/>
                    <a:pt x="56309" y="116532"/>
                  </a:cubicBezTo>
                  <a:cubicBezTo>
                    <a:pt x="57623" y="115693"/>
                    <a:pt x="59323" y="114817"/>
                    <a:pt x="58898" y="113979"/>
                  </a:cubicBezTo>
                  <a:cubicBezTo>
                    <a:pt x="58898" y="113102"/>
                    <a:pt x="60637" y="113102"/>
                    <a:pt x="60637" y="114398"/>
                  </a:cubicBezTo>
                  <a:cubicBezTo>
                    <a:pt x="60637" y="115693"/>
                    <a:pt x="60212" y="116113"/>
                    <a:pt x="61487" y="116113"/>
                  </a:cubicBezTo>
                  <a:cubicBezTo>
                    <a:pt x="62801" y="116113"/>
                    <a:pt x="63227" y="117827"/>
                    <a:pt x="63227" y="118666"/>
                  </a:cubicBezTo>
                  <a:cubicBezTo>
                    <a:pt x="63652" y="119961"/>
                    <a:pt x="64541" y="119961"/>
                    <a:pt x="67130" y="119542"/>
                  </a:cubicBezTo>
                  <a:cubicBezTo>
                    <a:pt x="68869" y="119542"/>
                    <a:pt x="71033" y="119542"/>
                    <a:pt x="71884" y="119542"/>
                  </a:cubicBezTo>
                  <a:cubicBezTo>
                    <a:pt x="71884" y="118247"/>
                    <a:pt x="71884" y="114817"/>
                    <a:pt x="72309" y="114398"/>
                  </a:cubicBezTo>
                  <a:cubicBezTo>
                    <a:pt x="73198" y="114398"/>
                    <a:pt x="73198" y="113559"/>
                    <a:pt x="73198" y="111845"/>
                  </a:cubicBezTo>
                  <a:cubicBezTo>
                    <a:pt x="72772" y="110549"/>
                    <a:pt x="73198" y="110130"/>
                    <a:pt x="74937" y="109711"/>
                  </a:cubicBezTo>
                  <a:cubicBezTo>
                    <a:pt x="76251" y="109711"/>
                    <a:pt x="77101" y="109291"/>
                    <a:pt x="77101" y="108415"/>
                  </a:cubicBezTo>
                  <a:cubicBezTo>
                    <a:pt x="77101" y="107157"/>
                    <a:pt x="76676" y="106281"/>
                    <a:pt x="75787" y="105862"/>
                  </a:cubicBezTo>
                  <a:cubicBezTo>
                    <a:pt x="75362" y="105442"/>
                    <a:pt x="75787" y="103728"/>
                    <a:pt x="74937" y="102013"/>
                  </a:cubicBezTo>
                  <a:cubicBezTo>
                    <a:pt x="74512" y="100298"/>
                    <a:pt x="75362" y="99040"/>
                    <a:pt x="76676" y="99460"/>
                  </a:cubicBezTo>
                  <a:cubicBezTo>
                    <a:pt x="77951" y="99460"/>
                    <a:pt x="76676" y="97745"/>
                    <a:pt x="77101" y="97326"/>
                  </a:cubicBezTo>
                  <a:cubicBezTo>
                    <a:pt x="77951" y="96906"/>
                    <a:pt x="77526" y="96449"/>
                    <a:pt x="77951" y="93896"/>
                  </a:cubicBezTo>
                  <a:cubicBezTo>
                    <a:pt x="78376" y="91762"/>
                    <a:pt x="79690" y="90924"/>
                    <a:pt x="81429" y="90504"/>
                  </a:cubicBezTo>
                  <a:cubicBezTo>
                    <a:pt x="83169" y="90504"/>
                    <a:pt x="82705" y="88370"/>
                    <a:pt x="84019" y="87494"/>
                  </a:cubicBezTo>
                  <a:cubicBezTo>
                    <a:pt x="85758" y="87075"/>
                    <a:pt x="85333" y="86656"/>
                    <a:pt x="84908" y="85779"/>
                  </a:cubicBezTo>
                  <a:cubicBezTo>
                    <a:pt x="84444" y="84941"/>
                    <a:pt x="84908" y="82388"/>
                    <a:pt x="84444" y="81092"/>
                  </a:cubicBezTo>
                  <a:cubicBezTo>
                    <a:pt x="84019" y="79834"/>
                    <a:pt x="84019" y="76824"/>
                    <a:pt x="84444" y="76824"/>
                  </a:cubicBezTo>
                  <a:cubicBezTo>
                    <a:pt x="85333" y="76824"/>
                    <a:pt x="86183" y="76405"/>
                    <a:pt x="86183" y="75528"/>
                  </a:cubicBezTo>
                  <a:cubicBezTo>
                    <a:pt x="86183" y="74271"/>
                    <a:pt x="87497" y="73394"/>
                    <a:pt x="89661" y="74271"/>
                  </a:cubicBezTo>
                  <a:cubicBezTo>
                    <a:pt x="91400" y="74690"/>
                    <a:pt x="90937" y="72975"/>
                    <a:pt x="91400" y="71298"/>
                  </a:cubicBezTo>
                  <a:cubicBezTo>
                    <a:pt x="91826" y="69622"/>
                    <a:pt x="92676" y="69164"/>
                    <a:pt x="93565" y="69164"/>
                  </a:cubicBezTo>
                  <a:cubicBezTo>
                    <a:pt x="94415" y="69164"/>
                    <a:pt x="95729" y="67449"/>
                    <a:pt x="95729" y="65735"/>
                  </a:cubicBezTo>
                  <a:cubicBezTo>
                    <a:pt x="95729" y="64058"/>
                    <a:pt x="97468" y="65315"/>
                    <a:pt x="99632" y="66192"/>
                  </a:cubicBezTo>
                  <a:cubicBezTo>
                    <a:pt x="101333" y="67449"/>
                    <a:pt x="103072" y="67449"/>
                    <a:pt x="103072" y="66192"/>
                  </a:cubicBezTo>
                  <a:cubicBezTo>
                    <a:pt x="103497" y="65315"/>
                    <a:pt x="104386" y="64477"/>
                    <a:pt x="106125" y="64896"/>
                  </a:cubicBezTo>
                  <a:cubicBezTo>
                    <a:pt x="107400" y="64896"/>
                    <a:pt x="109140" y="66192"/>
                    <a:pt x="109990" y="67449"/>
                  </a:cubicBezTo>
                  <a:cubicBezTo>
                    <a:pt x="110879" y="68326"/>
                    <a:pt x="111729" y="67449"/>
                    <a:pt x="113043" y="67907"/>
                  </a:cubicBezTo>
                  <a:cubicBezTo>
                    <a:pt x="113893" y="68745"/>
                    <a:pt x="114782" y="68745"/>
                    <a:pt x="115207" y="67030"/>
                  </a:cubicBezTo>
                  <a:cubicBezTo>
                    <a:pt x="115207" y="65315"/>
                    <a:pt x="118260" y="67030"/>
                    <a:pt x="119111" y="65735"/>
                  </a:cubicBezTo>
                  <a:cubicBezTo>
                    <a:pt x="119961" y="64058"/>
                    <a:pt x="117797" y="60209"/>
                    <a:pt x="116946" y="5979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Shape 6747"/>
            <p:cNvSpPr/>
            <p:nvPr/>
          </p:nvSpPr>
          <p:spPr>
            <a:xfrm>
              <a:off x="9836564" y="6056198"/>
              <a:ext cx="688501" cy="95733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7783" y="32727"/>
                  </a:moveTo>
                  <a:lnTo>
                    <a:pt x="77783" y="32727"/>
                  </a:lnTo>
                  <a:cubicBezTo>
                    <a:pt x="71325" y="33491"/>
                    <a:pt x="69108" y="33491"/>
                    <a:pt x="68048" y="31129"/>
                  </a:cubicBezTo>
                  <a:cubicBezTo>
                    <a:pt x="68048" y="29600"/>
                    <a:pt x="66987" y="26473"/>
                    <a:pt x="63710" y="26473"/>
                  </a:cubicBezTo>
                  <a:cubicBezTo>
                    <a:pt x="60530" y="26473"/>
                    <a:pt x="61590" y="25709"/>
                    <a:pt x="61590" y="23346"/>
                  </a:cubicBezTo>
                  <a:cubicBezTo>
                    <a:pt x="61590" y="20984"/>
                    <a:pt x="57253" y="20984"/>
                    <a:pt x="57253" y="22582"/>
                  </a:cubicBezTo>
                  <a:cubicBezTo>
                    <a:pt x="58313" y="24111"/>
                    <a:pt x="54072" y="25709"/>
                    <a:pt x="50795" y="27237"/>
                  </a:cubicBezTo>
                  <a:cubicBezTo>
                    <a:pt x="47518" y="28836"/>
                    <a:pt x="47518" y="24111"/>
                    <a:pt x="48674" y="22582"/>
                  </a:cubicBezTo>
                  <a:cubicBezTo>
                    <a:pt x="48674" y="20220"/>
                    <a:pt x="43180" y="21818"/>
                    <a:pt x="42120" y="20220"/>
                  </a:cubicBezTo>
                  <a:cubicBezTo>
                    <a:pt x="41060" y="17927"/>
                    <a:pt x="44337" y="17093"/>
                    <a:pt x="48674" y="17093"/>
                  </a:cubicBezTo>
                  <a:cubicBezTo>
                    <a:pt x="52915" y="17093"/>
                    <a:pt x="51855" y="14035"/>
                    <a:pt x="48674" y="12437"/>
                  </a:cubicBezTo>
                  <a:cubicBezTo>
                    <a:pt x="45397" y="10909"/>
                    <a:pt x="46457" y="7017"/>
                    <a:pt x="46457" y="5419"/>
                  </a:cubicBezTo>
                  <a:cubicBezTo>
                    <a:pt x="45397" y="4655"/>
                    <a:pt x="32385" y="3891"/>
                    <a:pt x="28144" y="4655"/>
                  </a:cubicBezTo>
                  <a:cubicBezTo>
                    <a:pt x="24867" y="5419"/>
                    <a:pt x="25927" y="3891"/>
                    <a:pt x="24867" y="1528"/>
                  </a:cubicBezTo>
                  <a:cubicBezTo>
                    <a:pt x="23807" y="764"/>
                    <a:pt x="23807" y="764"/>
                    <a:pt x="22746" y="0"/>
                  </a:cubicBezTo>
                  <a:cubicBezTo>
                    <a:pt x="22746" y="764"/>
                    <a:pt x="20530" y="1528"/>
                    <a:pt x="19469" y="1528"/>
                  </a:cubicBezTo>
                  <a:cubicBezTo>
                    <a:pt x="16192" y="2292"/>
                    <a:pt x="15132" y="3891"/>
                    <a:pt x="15132" y="6184"/>
                  </a:cubicBezTo>
                  <a:cubicBezTo>
                    <a:pt x="16192" y="8546"/>
                    <a:pt x="15132" y="11673"/>
                    <a:pt x="14072" y="13271"/>
                  </a:cubicBezTo>
                  <a:cubicBezTo>
                    <a:pt x="13012" y="15564"/>
                    <a:pt x="14072" y="17927"/>
                    <a:pt x="15132" y="18691"/>
                  </a:cubicBezTo>
                  <a:cubicBezTo>
                    <a:pt x="17253" y="20220"/>
                    <a:pt x="19469" y="24875"/>
                    <a:pt x="17253" y="25709"/>
                  </a:cubicBezTo>
                  <a:cubicBezTo>
                    <a:pt x="16192" y="27237"/>
                    <a:pt x="15132" y="27237"/>
                    <a:pt x="11855" y="25709"/>
                  </a:cubicBezTo>
                  <a:cubicBezTo>
                    <a:pt x="8674" y="24111"/>
                    <a:pt x="5397" y="24111"/>
                    <a:pt x="5397" y="24111"/>
                  </a:cubicBezTo>
                  <a:cubicBezTo>
                    <a:pt x="5397" y="24111"/>
                    <a:pt x="5397" y="24875"/>
                    <a:pt x="5397" y="25709"/>
                  </a:cubicBezTo>
                  <a:cubicBezTo>
                    <a:pt x="5397" y="28002"/>
                    <a:pt x="4337" y="37382"/>
                    <a:pt x="6457" y="42038"/>
                  </a:cubicBezTo>
                  <a:cubicBezTo>
                    <a:pt x="7614" y="45929"/>
                    <a:pt x="10795" y="47527"/>
                    <a:pt x="15132" y="48291"/>
                  </a:cubicBezTo>
                  <a:cubicBezTo>
                    <a:pt x="18409" y="49056"/>
                    <a:pt x="19469" y="50584"/>
                    <a:pt x="18409" y="52182"/>
                  </a:cubicBezTo>
                  <a:cubicBezTo>
                    <a:pt x="16192" y="52947"/>
                    <a:pt x="13012" y="52947"/>
                    <a:pt x="10795" y="51418"/>
                  </a:cubicBezTo>
                  <a:cubicBezTo>
                    <a:pt x="9734" y="49820"/>
                    <a:pt x="7614" y="49820"/>
                    <a:pt x="5397" y="50584"/>
                  </a:cubicBezTo>
                  <a:cubicBezTo>
                    <a:pt x="4337" y="51418"/>
                    <a:pt x="4337" y="50584"/>
                    <a:pt x="5397" y="49056"/>
                  </a:cubicBezTo>
                  <a:cubicBezTo>
                    <a:pt x="6457" y="47527"/>
                    <a:pt x="5397" y="45165"/>
                    <a:pt x="3277" y="44400"/>
                  </a:cubicBezTo>
                  <a:cubicBezTo>
                    <a:pt x="2216" y="42802"/>
                    <a:pt x="2216" y="37382"/>
                    <a:pt x="1060" y="37382"/>
                  </a:cubicBezTo>
                  <a:cubicBezTo>
                    <a:pt x="0" y="36618"/>
                    <a:pt x="0" y="41273"/>
                    <a:pt x="1060" y="43566"/>
                  </a:cubicBezTo>
                  <a:cubicBezTo>
                    <a:pt x="3277" y="46693"/>
                    <a:pt x="0" y="49056"/>
                    <a:pt x="2216" y="52947"/>
                  </a:cubicBezTo>
                  <a:cubicBezTo>
                    <a:pt x="4337" y="57602"/>
                    <a:pt x="6457" y="63856"/>
                    <a:pt x="9734" y="65385"/>
                  </a:cubicBezTo>
                  <a:cubicBezTo>
                    <a:pt x="13012" y="66983"/>
                    <a:pt x="15132" y="67747"/>
                    <a:pt x="18409" y="70874"/>
                  </a:cubicBezTo>
                  <a:cubicBezTo>
                    <a:pt x="20530" y="73167"/>
                    <a:pt x="28144" y="77822"/>
                    <a:pt x="29204" y="80185"/>
                  </a:cubicBezTo>
                  <a:cubicBezTo>
                    <a:pt x="29204" y="82547"/>
                    <a:pt x="24867" y="85674"/>
                    <a:pt x="25927" y="89565"/>
                  </a:cubicBezTo>
                  <a:cubicBezTo>
                    <a:pt x="26987" y="94221"/>
                    <a:pt x="29204" y="98112"/>
                    <a:pt x="28144" y="99640"/>
                  </a:cubicBezTo>
                  <a:cubicBezTo>
                    <a:pt x="26987" y="102003"/>
                    <a:pt x="22746" y="104365"/>
                    <a:pt x="19469" y="106658"/>
                  </a:cubicBezTo>
                  <a:cubicBezTo>
                    <a:pt x="16192" y="108257"/>
                    <a:pt x="10795" y="112148"/>
                    <a:pt x="10795" y="114441"/>
                  </a:cubicBezTo>
                  <a:cubicBezTo>
                    <a:pt x="10795" y="116803"/>
                    <a:pt x="15132" y="115205"/>
                    <a:pt x="19469" y="115205"/>
                  </a:cubicBezTo>
                  <a:cubicBezTo>
                    <a:pt x="22746" y="115205"/>
                    <a:pt x="23807" y="114441"/>
                    <a:pt x="24867" y="116803"/>
                  </a:cubicBezTo>
                  <a:cubicBezTo>
                    <a:pt x="24867" y="115205"/>
                    <a:pt x="25927" y="114441"/>
                    <a:pt x="25927" y="112912"/>
                  </a:cubicBezTo>
                  <a:cubicBezTo>
                    <a:pt x="26987" y="110550"/>
                    <a:pt x="32385" y="110550"/>
                    <a:pt x="33542" y="109021"/>
                  </a:cubicBezTo>
                  <a:cubicBezTo>
                    <a:pt x="34602" y="107423"/>
                    <a:pt x="42120" y="105130"/>
                    <a:pt x="44337" y="105130"/>
                  </a:cubicBezTo>
                  <a:cubicBezTo>
                    <a:pt x="46457" y="105894"/>
                    <a:pt x="48674" y="103601"/>
                    <a:pt x="49734" y="102003"/>
                  </a:cubicBezTo>
                  <a:cubicBezTo>
                    <a:pt x="51855" y="101239"/>
                    <a:pt x="60530" y="101239"/>
                    <a:pt x="62650" y="103601"/>
                  </a:cubicBezTo>
                  <a:cubicBezTo>
                    <a:pt x="63710" y="105130"/>
                    <a:pt x="64771" y="105130"/>
                    <a:pt x="68048" y="105130"/>
                  </a:cubicBezTo>
                  <a:cubicBezTo>
                    <a:pt x="71325" y="105894"/>
                    <a:pt x="71325" y="109021"/>
                    <a:pt x="75662" y="110550"/>
                  </a:cubicBezTo>
                  <a:cubicBezTo>
                    <a:pt x="78843" y="111314"/>
                    <a:pt x="81060" y="112148"/>
                    <a:pt x="83180" y="114441"/>
                  </a:cubicBezTo>
                  <a:cubicBezTo>
                    <a:pt x="85301" y="117568"/>
                    <a:pt x="85301" y="117568"/>
                    <a:pt x="88578" y="118332"/>
                  </a:cubicBezTo>
                  <a:cubicBezTo>
                    <a:pt x="90698" y="119166"/>
                    <a:pt x="91855" y="119930"/>
                    <a:pt x="91855" y="116803"/>
                  </a:cubicBezTo>
                  <a:cubicBezTo>
                    <a:pt x="91855" y="114441"/>
                    <a:pt x="87518" y="109785"/>
                    <a:pt x="87518" y="109785"/>
                  </a:cubicBezTo>
                  <a:cubicBezTo>
                    <a:pt x="87518" y="109785"/>
                    <a:pt x="90698" y="106658"/>
                    <a:pt x="92915" y="105130"/>
                  </a:cubicBezTo>
                  <a:cubicBezTo>
                    <a:pt x="93975" y="103601"/>
                    <a:pt x="92915" y="94985"/>
                    <a:pt x="93975" y="93456"/>
                  </a:cubicBezTo>
                  <a:cubicBezTo>
                    <a:pt x="93975" y="91858"/>
                    <a:pt x="97253" y="92623"/>
                    <a:pt x="101590" y="93456"/>
                  </a:cubicBezTo>
                  <a:cubicBezTo>
                    <a:pt x="105831" y="94221"/>
                    <a:pt x="106987" y="93456"/>
                    <a:pt x="108048" y="91094"/>
                  </a:cubicBezTo>
                  <a:cubicBezTo>
                    <a:pt x="110168" y="88731"/>
                    <a:pt x="113445" y="90330"/>
                    <a:pt x="115566" y="91094"/>
                  </a:cubicBezTo>
                  <a:cubicBezTo>
                    <a:pt x="116626" y="91858"/>
                    <a:pt x="117783" y="88731"/>
                    <a:pt x="117783" y="85674"/>
                  </a:cubicBezTo>
                  <a:cubicBezTo>
                    <a:pt x="117783" y="82547"/>
                    <a:pt x="119903" y="80185"/>
                    <a:pt x="119903" y="79420"/>
                  </a:cubicBezTo>
                  <a:cubicBezTo>
                    <a:pt x="119903" y="77822"/>
                    <a:pt x="114506" y="77058"/>
                    <a:pt x="112385" y="77058"/>
                  </a:cubicBezTo>
                  <a:cubicBezTo>
                    <a:pt x="111228" y="76294"/>
                    <a:pt x="111228" y="73167"/>
                    <a:pt x="112385" y="70110"/>
                  </a:cubicBezTo>
                  <a:cubicBezTo>
                    <a:pt x="112385" y="66983"/>
                    <a:pt x="109108" y="65385"/>
                    <a:pt x="105831" y="63092"/>
                  </a:cubicBezTo>
                  <a:cubicBezTo>
                    <a:pt x="102650" y="61493"/>
                    <a:pt x="100530" y="63092"/>
                    <a:pt x="97253" y="62258"/>
                  </a:cubicBezTo>
                  <a:cubicBezTo>
                    <a:pt x="95036" y="61493"/>
                    <a:pt x="96192" y="57602"/>
                    <a:pt x="98313" y="55309"/>
                  </a:cubicBezTo>
                  <a:cubicBezTo>
                    <a:pt x="99373" y="53711"/>
                    <a:pt x="96192" y="52182"/>
                    <a:pt x="90698" y="52182"/>
                  </a:cubicBezTo>
                  <a:cubicBezTo>
                    <a:pt x="85301" y="52947"/>
                    <a:pt x="83180" y="53711"/>
                    <a:pt x="83180" y="49820"/>
                  </a:cubicBezTo>
                  <a:cubicBezTo>
                    <a:pt x="83180" y="46693"/>
                    <a:pt x="85301" y="45165"/>
                    <a:pt x="86457" y="42038"/>
                  </a:cubicBezTo>
                  <a:cubicBezTo>
                    <a:pt x="87518" y="39675"/>
                    <a:pt x="89638" y="34255"/>
                    <a:pt x="89638" y="34255"/>
                  </a:cubicBezTo>
                  <a:cubicBezTo>
                    <a:pt x="89638" y="34255"/>
                    <a:pt x="89638" y="33491"/>
                    <a:pt x="89638" y="32727"/>
                  </a:cubicBezTo>
                  <a:cubicBezTo>
                    <a:pt x="87518" y="32727"/>
                    <a:pt x="82120" y="32727"/>
                    <a:pt x="77783" y="32727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Shape 6748"/>
            <p:cNvSpPr/>
            <p:nvPr/>
          </p:nvSpPr>
          <p:spPr>
            <a:xfrm>
              <a:off x="10222320" y="7453129"/>
              <a:ext cx="434585" cy="32969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286" y="51919"/>
                  </a:moveTo>
                  <a:lnTo>
                    <a:pt x="111286" y="51919"/>
                  </a:lnTo>
                  <a:cubicBezTo>
                    <a:pt x="114802" y="49696"/>
                    <a:pt x="118165" y="47474"/>
                    <a:pt x="116484" y="45252"/>
                  </a:cubicBezTo>
                  <a:cubicBezTo>
                    <a:pt x="114802" y="42828"/>
                    <a:pt x="113121" y="31515"/>
                    <a:pt x="116484" y="27070"/>
                  </a:cubicBezTo>
                  <a:cubicBezTo>
                    <a:pt x="119847" y="24848"/>
                    <a:pt x="116484" y="20202"/>
                    <a:pt x="113121" y="20202"/>
                  </a:cubicBezTo>
                  <a:cubicBezTo>
                    <a:pt x="109605" y="20202"/>
                    <a:pt x="106242" y="11111"/>
                    <a:pt x="106242" y="4444"/>
                  </a:cubicBezTo>
                  <a:cubicBezTo>
                    <a:pt x="104560" y="0"/>
                    <a:pt x="101044" y="0"/>
                    <a:pt x="97681" y="2222"/>
                  </a:cubicBezTo>
                  <a:cubicBezTo>
                    <a:pt x="92484" y="6666"/>
                    <a:pt x="89121" y="4444"/>
                    <a:pt x="87439" y="11111"/>
                  </a:cubicBezTo>
                  <a:cubicBezTo>
                    <a:pt x="85605" y="17979"/>
                    <a:pt x="82242" y="17979"/>
                    <a:pt x="80560" y="13535"/>
                  </a:cubicBezTo>
                  <a:cubicBezTo>
                    <a:pt x="78726" y="6666"/>
                    <a:pt x="73681" y="13535"/>
                    <a:pt x="72000" y="8888"/>
                  </a:cubicBezTo>
                  <a:cubicBezTo>
                    <a:pt x="68484" y="4444"/>
                    <a:pt x="66802" y="6666"/>
                    <a:pt x="59923" y="4444"/>
                  </a:cubicBezTo>
                  <a:cubicBezTo>
                    <a:pt x="54878" y="0"/>
                    <a:pt x="53197" y="13535"/>
                    <a:pt x="51363" y="17979"/>
                  </a:cubicBezTo>
                  <a:cubicBezTo>
                    <a:pt x="49681" y="24848"/>
                    <a:pt x="30878" y="29292"/>
                    <a:pt x="24000" y="27070"/>
                  </a:cubicBezTo>
                  <a:cubicBezTo>
                    <a:pt x="17121" y="27070"/>
                    <a:pt x="5197" y="40606"/>
                    <a:pt x="0" y="47474"/>
                  </a:cubicBezTo>
                  <a:cubicBezTo>
                    <a:pt x="3363" y="49696"/>
                    <a:pt x="5197" y="49696"/>
                    <a:pt x="6878" y="51919"/>
                  </a:cubicBezTo>
                  <a:cubicBezTo>
                    <a:pt x="18802" y="58787"/>
                    <a:pt x="30878" y="70101"/>
                    <a:pt x="34242" y="76767"/>
                  </a:cubicBezTo>
                  <a:cubicBezTo>
                    <a:pt x="39439" y="83636"/>
                    <a:pt x="46318" y="85858"/>
                    <a:pt x="54878" y="88080"/>
                  </a:cubicBezTo>
                  <a:cubicBezTo>
                    <a:pt x="61605" y="88080"/>
                    <a:pt x="68484" y="90505"/>
                    <a:pt x="70165" y="101818"/>
                  </a:cubicBezTo>
                  <a:cubicBezTo>
                    <a:pt x="73681" y="110909"/>
                    <a:pt x="73681" y="113131"/>
                    <a:pt x="80560" y="115353"/>
                  </a:cubicBezTo>
                  <a:cubicBezTo>
                    <a:pt x="83923" y="117575"/>
                    <a:pt x="85605" y="117575"/>
                    <a:pt x="89121" y="119797"/>
                  </a:cubicBezTo>
                  <a:lnTo>
                    <a:pt x="89121" y="119797"/>
                  </a:lnTo>
                  <a:cubicBezTo>
                    <a:pt x="89121" y="119797"/>
                    <a:pt x="89121" y="113131"/>
                    <a:pt x="92484" y="106262"/>
                  </a:cubicBezTo>
                  <a:cubicBezTo>
                    <a:pt x="96000" y="97171"/>
                    <a:pt x="109605" y="92727"/>
                    <a:pt x="113121" y="90505"/>
                  </a:cubicBezTo>
                  <a:cubicBezTo>
                    <a:pt x="116484" y="90505"/>
                    <a:pt x="118165" y="83636"/>
                    <a:pt x="119847" y="81414"/>
                  </a:cubicBezTo>
                  <a:cubicBezTo>
                    <a:pt x="118165" y="78989"/>
                    <a:pt x="116484" y="74545"/>
                    <a:pt x="114802" y="72323"/>
                  </a:cubicBezTo>
                  <a:cubicBezTo>
                    <a:pt x="113121" y="67878"/>
                    <a:pt x="107923" y="51919"/>
                    <a:pt x="111286" y="51919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Shape 6749"/>
            <p:cNvSpPr/>
            <p:nvPr/>
          </p:nvSpPr>
          <p:spPr>
            <a:xfrm>
              <a:off x="11684775" y="6588596"/>
              <a:ext cx="583516" cy="65206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1878" y="111945"/>
                  </a:moveTo>
                  <a:lnTo>
                    <a:pt x="31878" y="111945"/>
                  </a:lnTo>
                  <a:cubicBezTo>
                    <a:pt x="37001" y="115310"/>
                    <a:pt x="38254" y="116533"/>
                    <a:pt x="40759" y="117655"/>
                  </a:cubicBezTo>
                  <a:cubicBezTo>
                    <a:pt x="42125" y="118776"/>
                    <a:pt x="42125" y="118776"/>
                    <a:pt x="42125" y="119898"/>
                  </a:cubicBezTo>
                  <a:cubicBezTo>
                    <a:pt x="42125" y="119898"/>
                    <a:pt x="49753" y="119898"/>
                    <a:pt x="51005" y="116533"/>
                  </a:cubicBezTo>
                  <a:cubicBezTo>
                    <a:pt x="52258" y="114188"/>
                    <a:pt x="52258" y="111945"/>
                    <a:pt x="51005" y="109702"/>
                  </a:cubicBezTo>
                  <a:cubicBezTo>
                    <a:pt x="51005" y="107357"/>
                    <a:pt x="53510" y="101648"/>
                    <a:pt x="58633" y="102769"/>
                  </a:cubicBezTo>
                  <a:lnTo>
                    <a:pt x="60000" y="102769"/>
                  </a:lnTo>
                  <a:cubicBezTo>
                    <a:pt x="61252" y="86762"/>
                    <a:pt x="61252" y="86762"/>
                    <a:pt x="61252" y="86762"/>
                  </a:cubicBezTo>
                  <a:cubicBezTo>
                    <a:pt x="61252" y="86762"/>
                    <a:pt x="61252" y="84519"/>
                    <a:pt x="63757" y="85641"/>
                  </a:cubicBezTo>
                  <a:cubicBezTo>
                    <a:pt x="67628" y="85641"/>
                    <a:pt x="68880" y="83398"/>
                    <a:pt x="74003" y="81053"/>
                  </a:cubicBezTo>
                  <a:cubicBezTo>
                    <a:pt x="79127" y="79932"/>
                    <a:pt x="82884" y="76567"/>
                    <a:pt x="84136" y="75344"/>
                  </a:cubicBezTo>
                  <a:cubicBezTo>
                    <a:pt x="86755" y="74222"/>
                    <a:pt x="86755" y="69634"/>
                    <a:pt x="85502" y="63925"/>
                  </a:cubicBezTo>
                  <a:cubicBezTo>
                    <a:pt x="82884" y="59337"/>
                    <a:pt x="86755" y="59337"/>
                    <a:pt x="90626" y="59337"/>
                  </a:cubicBezTo>
                  <a:cubicBezTo>
                    <a:pt x="94383" y="60560"/>
                    <a:pt x="91878" y="55972"/>
                    <a:pt x="94383" y="54851"/>
                  </a:cubicBezTo>
                  <a:cubicBezTo>
                    <a:pt x="97001" y="53729"/>
                    <a:pt x="95635" y="49141"/>
                    <a:pt x="93130" y="47918"/>
                  </a:cubicBezTo>
                  <a:cubicBezTo>
                    <a:pt x="90626" y="46796"/>
                    <a:pt x="91878" y="42209"/>
                    <a:pt x="95635" y="41087"/>
                  </a:cubicBezTo>
                  <a:cubicBezTo>
                    <a:pt x="98254" y="41087"/>
                    <a:pt x="103377" y="44553"/>
                    <a:pt x="105882" y="43330"/>
                  </a:cubicBezTo>
                  <a:cubicBezTo>
                    <a:pt x="108387" y="43330"/>
                    <a:pt x="108387" y="39966"/>
                    <a:pt x="111005" y="39966"/>
                  </a:cubicBezTo>
                  <a:cubicBezTo>
                    <a:pt x="114762" y="39966"/>
                    <a:pt x="117381" y="39966"/>
                    <a:pt x="118633" y="37621"/>
                  </a:cubicBezTo>
                  <a:cubicBezTo>
                    <a:pt x="119886" y="36499"/>
                    <a:pt x="118633" y="31911"/>
                    <a:pt x="118633" y="29668"/>
                  </a:cubicBezTo>
                  <a:cubicBezTo>
                    <a:pt x="116129" y="30790"/>
                    <a:pt x="114762" y="27425"/>
                    <a:pt x="113510" y="25080"/>
                  </a:cubicBezTo>
                  <a:cubicBezTo>
                    <a:pt x="112258" y="21716"/>
                    <a:pt x="114762" y="12540"/>
                    <a:pt x="113510" y="11418"/>
                  </a:cubicBezTo>
                  <a:cubicBezTo>
                    <a:pt x="112258" y="10195"/>
                    <a:pt x="111005" y="5709"/>
                    <a:pt x="111005" y="3364"/>
                  </a:cubicBezTo>
                  <a:cubicBezTo>
                    <a:pt x="111005" y="0"/>
                    <a:pt x="104629" y="1121"/>
                    <a:pt x="104629" y="4587"/>
                  </a:cubicBezTo>
                  <a:cubicBezTo>
                    <a:pt x="104629" y="7952"/>
                    <a:pt x="102011" y="9073"/>
                    <a:pt x="98254" y="9073"/>
                  </a:cubicBezTo>
                  <a:cubicBezTo>
                    <a:pt x="94383" y="9073"/>
                    <a:pt x="95635" y="11418"/>
                    <a:pt x="94383" y="13661"/>
                  </a:cubicBezTo>
                  <a:cubicBezTo>
                    <a:pt x="93130" y="15904"/>
                    <a:pt x="84136" y="19371"/>
                    <a:pt x="84136" y="19371"/>
                  </a:cubicBezTo>
                  <a:cubicBezTo>
                    <a:pt x="84136" y="19371"/>
                    <a:pt x="75256" y="11418"/>
                    <a:pt x="72751" y="9073"/>
                  </a:cubicBezTo>
                  <a:cubicBezTo>
                    <a:pt x="70132" y="6830"/>
                    <a:pt x="66375" y="10195"/>
                    <a:pt x="63757" y="13661"/>
                  </a:cubicBezTo>
                  <a:cubicBezTo>
                    <a:pt x="62504" y="14783"/>
                    <a:pt x="62504" y="15904"/>
                    <a:pt x="61252" y="15904"/>
                  </a:cubicBezTo>
                  <a:cubicBezTo>
                    <a:pt x="63757" y="28547"/>
                    <a:pt x="63757" y="28547"/>
                    <a:pt x="63757" y="28547"/>
                  </a:cubicBezTo>
                  <a:cubicBezTo>
                    <a:pt x="63757" y="28547"/>
                    <a:pt x="70132" y="27425"/>
                    <a:pt x="72751" y="29668"/>
                  </a:cubicBezTo>
                  <a:cubicBezTo>
                    <a:pt x="74003" y="31911"/>
                    <a:pt x="72751" y="31911"/>
                    <a:pt x="68880" y="34256"/>
                  </a:cubicBezTo>
                  <a:cubicBezTo>
                    <a:pt x="65009" y="36499"/>
                    <a:pt x="63757" y="41087"/>
                    <a:pt x="61252" y="39966"/>
                  </a:cubicBezTo>
                  <a:cubicBezTo>
                    <a:pt x="58633" y="38844"/>
                    <a:pt x="57381" y="37621"/>
                    <a:pt x="56129" y="36499"/>
                  </a:cubicBezTo>
                  <a:cubicBezTo>
                    <a:pt x="54876" y="35378"/>
                    <a:pt x="52258" y="41087"/>
                    <a:pt x="48500" y="38844"/>
                  </a:cubicBezTo>
                  <a:cubicBezTo>
                    <a:pt x="45882" y="36499"/>
                    <a:pt x="44629" y="37621"/>
                    <a:pt x="44629" y="42209"/>
                  </a:cubicBezTo>
                  <a:cubicBezTo>
                    <a:pt x="45882" y="46796"/>
                    <a:pt x="47134" y="52506"/>
                    <a:pt x="44629" y="51384"/>
                  </a:cubicBezTo>
                  <a:cubicBezTo>
                    <a:pt x="42125" y="51384"/>
                    <a:pt x="39506" y="51384"/>
                    <a:pt x="39506" y="54851"/>
                  </a:cubicBezTo>
                  <a:cubicBezTo>
                    <a:pt x="39506" y="58215"/>
                    <a:pt x="39506" y="57094"/>
                    <a:pt x="35749" y="55972"/>
                  </a:cubicBezTo>
                  <a:cubicBezTo>
                    <a:pt x="31878" y="55972"/>
                    <a:pt x="30626" y="54851"/>
                    <a:pt x="29373" y="54851"/>
                  </a:cubicBezTo>
                  <a:cubicBezTo>
                    <a:pt x="26755" y="53729"/>
                    <a:pt x="26755" y="57094"/>
                    <a:pt x="24250" y="59337"/>
                  </a:cubicBezTo>
                  <a:cubicBezTo>
                    <a:pt x="21631" y="60560"/>
                    <a:pt x="16508" y="60560"/>
                    <a:pt x="14003" y="59337"/>
                  </a:cubicBezTo>
                  <a:cubicBezTo>
                    <a:pt x="12751" y="57094"/>
                    <a:pt x="12751" y="55972"/>
                    <a:pt x="12751" y="55972"/>
                  </a:cubicBezTo>
                  <a:cubicBezTo>
                    <a:pt x="12751" y="55972"/>
                    <a:pt x="7628" y="63925"/>
                    <a:pt x="3870" y="65046"/>
                  </a:cubicBezTo>
                  <a:cubicBezTo>
                    <a:pt x="1252" y="66270"/>
                    <a:pt x="0" y="73101"/>
                    <a:pt x="3870" y="73101"/>
                  </a:cubicBezTo>
                  <a:cubicBezTo>
                    <a:pt x="8880" y="73101"/>
                    <a:pt x="8880" y="75344"/>
                    <a:pt x="7628" y="76567"/>
                  </a:cubicBezTo>
                  <a:cubicBezTo>
                    <a:pt x="6375" y="77689"/>
                    <a:pt x="7628" y="79932"/>
                    <a:pt x="10246" y="81053"/>
                  </a:cubicBezTo>
                  <a:cubicBezTo>
                    <a:pt x="11499" y="81053"/>
                    <a:pt x="12751" y="95938"/>
                    <a:pt x="12751" y="97060"/>
                  </a:cubicBezTo>
                  <a:cubicBezTo>
                    <a:pt x="11499" y="98181"/>
                    <a:pt x="17874" y="97060"/>
                    <a:pt x="19127" y="99405"/>
                  </a:cubicBezTo>
                  <a:cubicBezTo>
                    <a:pt x="20379" y="100526"/>
                    <a:pt x="22884" y="107357"/>
                    <a:pt x="22884" y="107357"/>
                  </a:cubicBezTo>
                  <a:cubicBezTo>
                    <a:pt x="22884" y="103993"/>
                    <a:pt x="28007" y="108479"/>
                    <a:pt x="31878" y="11194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Shape 6750"/>
            <p:cNvSpPr/>
            <p:nvPr/>
          </p:nvSpPr>
          <p:spPr>
            <a:xfrm>
              <a:off x="11469924" y="4205021"/>
              <a:ext cx="1005894" cy="1836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752" y="58372"/>
                  </a:moveTo>
                  <a:lnTo>
                    <a:pt x="117752" y="58372"/>
                  </a:lnTo>
                  <a:cubicBezTo>
                    <a:pt x="116231" y="58372"/>
                    <a:pt x="112528" y="57974"/>
                    <a:pt x="112528" y="57974"/>
                  </a:cubicBezTo>
                  <a:cubicBezTo>
                    <a:pt x="111801" y="55153"/>
                    <a:pt x="111801" y="55153"/>
                    <a:pt x="111801" y="55153"/>
                  </a:cubicBezTo>
                  <a:cubicBezTo>
                    <a:pt x="111074" y="45424"/>
                    <a:pt x="111074" y="45424"/>
                    <a:pt x="111074" y="45424"/>
                  </a:cubicBezTo>
                  <a:cubicBezTo>
                    <a:pt x="111074" y="45424"/>
                    <a:pt x="109553" y="45424"/>
                    <a:pt x="106578" y="44990"/>
                  </a:cubicBezTo>
                  <a:cubicBezTo>
                    <a:pt x="103603" y="44593"/>
                    <a:pt x="103603" y="45424"/>
                    <a:pt x="101421" y="45424"/>
                  </a:cubicBezTo>
                  <a:cubicBezTo>
                    <a:pt x="99173" y="45424"/>
                    <a:pt x="98446" y="46618"/>
                    <a:pt x="96264" y="46220"/>
                  </a:cubicBezTo>
                  <a:cubicBezTo>
                    <a:pt x="94016" y="45822"/>
                    <a:pt x="93289" y="44990"/>
                    <a:pt x="91768" y="44195"/>
                  </a:cubicBezTo>
                  <a:cubicBezTo>
                    <a:pt x="91041" y="43797"/>
                    <a:pt x="88793" y="44195"/>
                    <a:pt x="89520" y="44990"/>
                  </a:cubicBezTo>
                  <a:cubicBezTo>
                    <a:pt x="90314" y="45822"/>
                    <a:pt x="85884" y="44195"/>
                    <a:pt x="85884" y="44195"/>
                  </a:cubicBezTo>
                  <a:cubicBezTo>
                    <a:pt x="85090" y="40144"/>
                    <a:pt x="85090" y="40144"/>
                    <a:pt x="85090" y="40144"/>
                  </a:cubicBezTo>
                  <a:cubicBezTo>
                    <a:pt x="73256" y="36491"/>
                    <a:pt x="73256" y="36491"/>
                    <a:pt x="73256" y="36491"/>
                  </a:cubicBezTo>
                  <a:cubicBezTo>
                    <a:pt x="75504" y="32043"/>
                    <a:pt x="75504" y="32043"/>
                    <a:pt x="75504" y="32043"/>
                  </a:cubicBezTo>
                  <a:cubicBezTo>
                    <a:pt x="71801" y="29186"/>
                    <a:pt x="71801" y="29186"/>
                    <a:pt x="71801" y="29186"/>
                  </a:cubicBezTo>
                  <a:cubicBezTo>
                    <a:pt x="65123" y="29186"/>
                    <a:pt x="65123" y="29186"/>
                    <a:pt x="65123" y="29186"/>
                  </a:cubicBezTo>
                  <a:cubicBezTo>
                    <a:pt x="68099" y="23942"/>
                    <a:pt x="68099" y="23942"/>
                    <a:pt x="68099" y="23942"/>
                  </a:cubicBezTo>
                  <a:cubicBezTo>
                    <a:pt x="60694" y="23942"/>
                    <a:pt x="60694" y="23942"/>
                    <a:pt x="60694" y="23942"/>
                  </a:cubicBezTo>
                  <a:cubicBezTo>
                    <a:pt x="60694" y="23942"/>
                    <a:pt x="62148" y="21880"/>
                    <a:pt x="62148" y="21084"/>
                  </a:cubicBezTo>
                  <a:cubicBezTo>
                    <a:pt x="62876" y="20289"/>
                    <a:pt x="64396" y="19855"/>
                    <a:pt x="65123" y="19457"/>
                  </a:cubicBezTo>
                  <a:cubicBezTo>
                    <a:pt x="65851" y="19059"/>
                    <a:pt x="62148" y="18264"/>
                    <a:pt x="62148" y="17034"/>
                  </a:cubicBezTo>
                  <a:cubicBezTo>
                    <a:pt x="62148" y="15840"/>
                    <a:pt x="62876" y="15009"/>
                    <a:pt x="60694" y="15009"/>
                  </a:cubicBezTo>
                  <a:cubicBezTo>
                    <a:pt x="59173" y="14611"/>
                    <a:pt x="59900" y="13381"/>
                    <a:pt x="59900" y="11754"/>
                  </a:cubicBezTo>
                  <a:cubicBezTo>
                    <a:pt x="60694" y="10126"/>
                    <a:pt x="61421" y="9728"/>
                    <a:pt x="59173" y="9728"/>
                  </a:cubicBezTo>
                  <a:cubicBezTo>
                    <a:pt x="56925" y="9728"/>
                    <a:pt x="54743" y="8137"/>
                    <a:pt x="54016" y="7703"/>
                  </a:cubicBezTo>
                  <a:cubicBezTo>
                    <a:pt x="53223" y="7305"/>
                    <a:pt x="55471" y="5678"/>
                    <a:pt x="55471" y="5678"/>
                  </a:cubicBezTo>
                  <a:cubicBezTo>
                    <a:pt x="57719" y="4484"/>
                    <a:pt x="57719" y="4484"/>
                    <a:pt x="57719" y="4484"/>
                  </a:cubicBezTo>
                  <a:lnTo>
                    <a:pt x="57719" y="4484"/>
                  </a:lnTo>
                  <a:cubicBezTo>
                    <a:pt x="56198" y="4050"/>
                    <a:pt x="53223" y="2025"/>
                    <a:pt x="53223" y="2025"/>
                  </a:cubicBezTo>
                  <a:cubicBezTo>
                    <a:pt x="53223" y="2025"/>
                    <a:pt x="51768" y="3254"/>
                    <a:pt x="51041" y="3652"/>
                  </a:cubicBezTo>
                  <a:cubicBezTo>
                    <a:pt x="50314" y="4050"/>
                    <a:pt x="49520" y="4484"/>
                    <a:pt x="48066" y="3652"/>
                  </a:cubicBezTo>
                  <a:cubicBezTo>
                    <a:pt x="47338" y="2857"/>
                    <a:pt x="45090" y="2423"/>
                    <a:pt x="43636" y="1627"/>
                  </a:cubicBezTo>
                  <a:cubicBezTo>
                    <a:pt x="42115" y="1229"/>
                    <a:pt x="41388" y="0"/>
                    <a:pt x="41388" y="0"/>
                  </a:cubicBezTo>
                  <a:cubicBezTo>
                    <a:pt x="31801" y="3652"/>
                    <a:pt x="31801" y="3652"/>
                    <a:pt x="31801" y="3652"/>
                  </a:cubicBezTo>
                  <a:cubicBezTo>
                    <a:pt x="31801" y="10126"/>
                    <a:pt x="31801" y="10126"/>
                    <a:pt x="31801" y="10126"/>
                  </a:cubicBezTo>
                  <a:cubicBezTo>
                    <a:pt x="31801" y="10126"/>
                    <a:pt x="26578" y="10560"/>
                    <a:pt x="25123" y="11356"/>
                  </a:cubicBezTo>
                  <a:cubicBezTo>
                    <a:pt x="23603" y="12151"/>
                    <a:pt x="23603" y="13779"/>
                    <a:pt x="21355" y="14611"/>
                  </a:cubicBezTo>
                  <a:cubicBezTo>
                    <a:pt x="19900" y="15009"/>
                    <a:pt x="16198" y="15009"/>
                    <a:pt x="16198" y="15009"/>
                  </a:cubicBezTo>
                  <a:cubicBezTo>
                    <a:pt x="16198" y="15009"/>
                    <a:pt x="16925" y="17866"/>
                    <a:pt x="16198" y="18264"/>
                  </a:cubicBezTo>
                  <a:cubicBezTo>
                    <a:pt x="14743" y="19059"/>
                    <a:pt x="14743" y="19855"/>
                    <a:pt x="15471" y="20687"/>
                  </a:cubicBezTo>
                  <a:cubicBezTo>
                    <a:pt x="16925" y="21084"/>
                    <a:pt x="17652" y="20687"/>
                    <a:pt x="18446" y="19855"/>
                  </a:cubicBezTo>
                  <a:cubicBezTo>
                    <a:pt x="19173" y="19059"/>
                    <a:pt x="19173" y="18264"/>
                    <a:pt x="21355" y="18661"/>
                  </a:cubicBezTo>
                  <a:cubicBezTo>
                    <a:pt x="23603" y="19457"/>
                    <a:pt x="26578" y="20289"/>
                    <a:pt x="27305" y="20289"/>
                  </a:cubicBezTo>
                  <a:cubicBezTo>
                    <a:pt x="27305" y="20687"/>
                    <a:pt x="27305" y="26365"/>
                    <a:pt x="27305" y="26763"/>
                  </a:cubicBezTo>
                  <a:cubicBezTo>
                    <a:pt x="27305" y="26763"/>
                    <a:pt x="23603" y="26365"/>
                    <a:pt x="23603" y="27992"/>
                  </a:cubicBezTo>
                  <a:cubicBezTo>
                    <a:pt x="23603" y="29186"/>
                    <a:pt x="23603" y="30813"/>
                    <a:pt x="22148" y="30813"/>
                  </a:cubicBezTo>
                  <a:cubicBezTo>
                    <a:pt x="20628" y="30813"/>
                    <a:pt x="19900" y="30813"/>
                    <a:pt x="19900" y="29584"/>
                  </a:cubicBezTo>
                  <a:cubicBezTo>
                    <a:pt x="19173" y="28390"/>
                    <a:pt x="19173" y="27558"/>
                    <a:pt x="19173" y="27558"/>
                  </a:cubicBezTo>
                  <a:cubicBezTo>
                    <a:pt x="0" y="37721"/>
                    <a:pt x="0" y="37721"/>
                    <a:pt x="0" y="37721"/>
                  </a:cubicBezTo>
                  <a:cubicBezTo>
                    <a:pt x="11768" y="45424"/>
                    <a:pt x="11768" y="45424"/>
                    <a:pt x="11768" y="45424"/>
                  </a:cubicBezTo>
                  <a:cubicBezTo>
                    <a:pt x="11768" y="45424"/>
                    <a:pt x="13223" y="45822"/>
                    <a:pt x="11768" y="46618"/>
                  </a:cubicBezTo>
                  <a:cubicBezTo>
                    <a:pt x="11041" y="47016"/>
                    <a:pt x="11041" y="48245"/>
                    <a:pt x="13223" y="47848"/>
                  </a:cubicBezTo>
                  <a:cubicBezTo>
                    <a:pt x="15471" y="47848"/>
                    <a:pt x="15471" y="48245"/>
                    <a:pt x="14016" y="49041"/>
                  </a:cubicBezTo>
                  <a:cubicBezTo>
                    <a:pt x="12495" y="49873"/>
                    <a:pt x="14016" y="51500"/>
                    <a:pt x="13223" y="51898"/>
                  </a:cubicBezTo>
                  <a:cubicBezTo>
                    <a:pt x="13223" y="52296"/>
                    <a:pt x="16198" y="52694"/>
                    <a:pt x="16198" y="53526"/>
                  </a:cubicBezTo>
                  <a:cubicBezTo>
                    <a:pt x="16198" y="54321"/>
                    <a:pt x="16198" y="55949"/>
                    <a:pt x="18446" y="55551"/>
                  </a:cubicBezTo>
                  <a:cubicBezTo>
                    <a:pt x="20628" y="55153"/>
                    <a:pt x="21355" y="55153"/>
                    <a:pt x="21355" y="56347"/>
                  </a:cubicBezTo>
                  <a:cubicBezTo>
                    <a:pt x="20628" y="57142"/>
                    <a:pt x="20628" y="57576"/>
                    <a:pt x="23603" y="57576"/>
                  </a:cubicBezTo>
                  <a:cubicBezTo>
                    <a:pt x="25851" y="57142"/>
                    <a:pt x="26578" y="57576"/>
                    <a:pt x="27305" y="59168"/>
                  </a:cubicBezTo>
                  <a:cubicBezTo>
                    <a:pt x="27305" y="60397"/>
                    <a:pt x="28826" y="62423"/>
                    <a:pt x="30280" y="62857"/>
                  </a:cubicBezTo>
                  <a:cubicBezTo>
                    <a:pt x="31801" y="63254"/>
                    <a:pt x="33256" y="62423"/>
                    <a:pt x="33983" y="63652"/>
                  </a:cubicBezTo>
                  <a:cubicBezTo>
                    <a:pt x="35438" y="64448"/>
                    <a:pt x="36231" y="64448"/>
                    <a:pt x="38413" y="64050"/>
                  </a:cubicBezTo>
                  <a:cubicBezTo>
                    <a:pt x="40661" y="64050"/>
                    <a:pt x="41388" y="64448"/>
                    <a:pt x="41388" y="65280"/>
                  </a:cubicBezTo>
                  <a:cubicBezTo>
                    <a:pt x="42115" y="66473"/>
                    <a:pt x="42909" y="66473"/>
                    <a:pt x="39933" y="66871"/>
                  </a:cubicBezTo>
                  <a:cubicBezTo>
                    <a:pt x="36958" y="67703"/>
                    <a:pt x="34710" y="68499"/>
                    <a:pt x="33256" y="67703"/>
                  </a:cubicBezTo>
                  <a:cubicBezTo>
                    <a:pt x="31801" y="67305"/>
                    <a:pt x="31008" y="66473"/>
                    <a:pt x="28826" y="66871"/>
                  </a:cubicBezTo>
                  <a:cubicBezTo>
                    <a:pt x="26578" y="67305"/>
                    <a:pt x="26578" y="66473"/>
                    <a:pt x="25123" y="65678"/>
                  </a:cubicBezTo>
                  <a:cubicBezTo>
                    <a:pt x="24330" y="65280"/>
                    <a:pt x="23603" y="65280"/>
                    <a:pt x="21355" y="66473"/>
                  </a:cubicBezTo>
                  <a:cubicBezTo>
                    <a:pt x="19173" y="67703"/>
                    <a:pt x="16198" y="69728"/>
                    <a:pt x="16198" y="70126"/>
                  </a:cubicBezTo>
                  <a:cubicBezTo>
                    <a:pt x="16198" y="70958"/>
                    <a:pt x="14743" y="73381"/>
                    <a:pt x="16925" y="72983"/>
                  </a:cubicBezTo>
                  <a:cubicBezTo>
                    <a:pt x="19173" y="72549"/>
                    <a:pt x="18446" y="73779"/>
                    <a:pt x="16925" y="75009"/>
                  </a:cubicBezTo>
                  <a:cubicBezTo>
                    <a:pt x="15471" y="75804"/>
                    <a:pt x="15471" y="76998"/>
                    <a:pt x="17652" y="77432"/>
                  </a:cubicBezTo>
                  <a:cubicBezTo>
                    <a:pt x="19173" y="77830"/>
                    <a:pt x="19173" y="79457"/>
                    <a:pt x="18446" y="81084"/>
                  </a:cubicBezTo>
                  <a:cubicBezTo>
                    <a:pt x="18446" y="81084"/>
                    <a:pt x="18446" y="81084"/>
                    <a:pt x="18446" y="81482"/>
                  </a:cubicBezTo>
                  <a:cubicBezTo>
                    <a:pt x="17652" y="81482"/>
                    <a:pt x="17652" y="81482"/>
                    <a:pt x="17652" y="81482"/>
                  </a:cubicBezTo>
                  <a:cubicBezTo>
                    <a:pt x="17652" y="81880"/>
                    <a:pt x="17652" y="81880"/>
                    <a:pt x="17652" y="81880"/>
                  </a:cubicBezTo>
                  <a:lnTo>
                    <a:pt x="17652" y="81880"/>
                  </a:lnTo>
                  <a:cubicBezTo>
                    <a:pt x="17652" y="81880"/>
                    <a:pt x="17652" y="81880"/>
                    <a:pt x="17652" y="82278"/>
                  </a:cubicBezTo>
                  <a:lnTo>
                    <a:pt x="17652" y="82278"/>
                  </a:lnTo>
                  <a:cubicBezTo>
                    <a:pt x="17652" y="82712"/>
                    <a:pt x="17652" y="83110"/>
                    <a:pt x="17652" y="83905"/>
                  </a:cubicBezTo>
                  <a:cubicBezTo>
                    <a:pt x="17652" y="83905"/>
                    <a:pt x="19900" y="84701"/>
                    <a:pt x="22876" y="85931"/>
                  </a:cubicBezTo>
                  <a:cubicBezTo>
                    <a:pt x="25851" y="87558"/>
                    <a:pt x="27305" y="88354"/>
                    <a:pt x="26578" y="89186"/>
                  </a:cubicBezTo>
                  <a:cubicBezTo>
                    <a:pt x="25851" y="89981"/>
                    <a:pt x="25123" y="91211"/>
                    <a:pt x="26578" y="92007"/>
                  </a:cubicBezTo>
                  <a:cubicBezTo>
                    <a:pt x="28826" y="92802"/>
                    <a:pt x="29553" y="93598"/>
                    <a:pt x="28826" y="94394"/>
                  </a:cubicBezTo>
                  <a:cubicBezTo>
                    <a:pt x="28099" y="95623"/>
                    <a:pt x="27305" y="100108"/>
                    <a:pt x="29553" y="101301"/>
                  </a:cubicBezTo>
                  <a:cubicBezTo>
                    <a:pt x="31801" y="102929"/>
                    <a:pt x="31801" y="102097"/>
                    <a:pt x="31801" y="103725"/>
                  </a:cubicBezTo>
                  <a:cubicBezTo>
                    <a:pt x="31801" y="104954"/>
                    <a:pt x="32528" y="104954"/>
                    <a:pt x="34710" y="105352"/>
                  </a:cubicBezTo>
                  <a:cubicBezTo>
                    <a:pt x="36231" y="105750"/>
                    <a:pt x="35438" y="106582"/>
                    <a:pt x="32528" y="106582"/>
                  </a:cubicBezTo>
                  <a:cubicBezTo>
                    <a:pt x="30280" y="106980"/>
                    <a:pt x="29553" y="107775"/>
                    <a:pt x="29553" y="109403"/>
                  </a:cubicBezTo>
                  <a:cubicBezTo>
                    <a:pt x="29553" y="110632"/>
                    <a:pt x="28826" y="113453"/>
                    <a:pt x="29553" y="113453"/>
                  </a:cubicBezTo>
                  <a:cubicBezTo>
                    <a:pt x="31008" y="113851"/>
                    <a:pt x="31801" y="114249"/>
                    <a:pt x="30280" y="115479"/>
                  </a:cubicBezTo>
                  <a:cubicBezTo>
                    <a:pt x="29553" y="116311"/>
                    <a:pt x="29553" y="117938"/>
                    <a:pt x="30280" y="117938"/>
                  </a:cubicBezTo>
                  <a:cubicBezTo>
                    <a:pt x="31801" y="117938"/>
                    <a:pt x="33983" y="117938"/>
                    <a:pt x="33983" y="118336"/>
                  </a:cubicBezTo>
                  <a:cubicBezTo>
                    <a:pt x="34710" y="119132"/>
                    <a:pt x="33256" y="119963"/>
                    <a:pt x="36958" y="119529"/>
                  </a:cubicBezTo>
                  <a:cubicBezTo>
                    <a:pt x="39933" y="119529"/>
                    <a:pt x="39140" y="119132"/>
                    <a:pt x="39140" y="117504"/>
                  </a:cubicBezTo>
                  <a:cubicBezTo>
                    <a:pt x="39140" y="116311"/>
                    <a:pt x="40661" y="115479"/>
                    <a:pt x="42115" y="116311"/>
                  </a:cubicBezTo>
                  <a:cubicBezTo>
                    <a:pt x="42909" y="117106"/>
                    <a:pt x="43636" y="117504"/>
                    <a:pt x="45090" y="117504"/>
                  </a:cubicBezTo>
                  <a:lnTo>
                    <a:pt x="45884" y="117106"/>
                  </a:lnTo>
                  <a:cubicBezTo>
                    <a:pt x="47338" y="116311"/>
                    <a:pt x="47338" y="113453"/>
                    <a:pt x="48793" y="112658"/>
                  </a:cubicBezTo>
                  <a:cubicBezTo>
                    <a:pt x="49520" y="111826"/>
                    <a:pt x="51768" y="111826"/>
                    <a:pt x="53223" y="112260"/>
                  </a:cubicBezTo>
                  <a:cubicBezTo>
                    <a:pt x="54743" y="112658"/>
                    <a:pt x="55471" y="111826"/>
                    <a:pt x="54743" y="110235"/>
                  </a:cubicBezTo>
                  <a:cubicBezTo>
                    <a:pt x="54743" y="108607"/>
                    <a:pt x="55471" y="103327"/>
                    <a:pt x="56925" y="102929"/>
                  </a:cubicBezTo>
                  <a:cubicBezTo>
                    <a:pt x="59173" y="102531"/>
                    <a:pt x="64396" y="102929"/>
                    <a:pt x="68826" y="102531"/>
                  </a:cubicBezTo>
                  <a:cubicBezTo>
                    <a:pt x="73256" y="101699"/>
                    <a:pt x="76958" y="100904"/>
                    <a:pt x="74710" y="99674"/>
                  </a:cubicBezTo>
                  <a:cubicBezTo>
                    <a:pt x="72528" y="98878"/>
                    <a:pt x="69553" y="97649"/>
                    <a:pt x="69553" y="96419"/>
                  </a:cubicBezTo>
                  <a:lnTo>
                    <a:pt x="69553" y="96419"/>
                  </a:lnTo>
                  <a:lnTo>
                    <a:pt x="69553" y="96419"/>
                  </a:lnTo>
                  <a:lnTo>
                    <a:pt x="69553" y="96419"/>
                  </a:lnTo>
                  <a:lnTo>
                    <a:pt x="69553" y="96419"/>
                  </a:lnTo>
                  <a:cubicBezTo>
                    <a:pt x="69553" y="96021"/>
                    <a:pt x="69553" y="96021"/>
                    <a:pt x="69553" y="96021"/>
                  </a:cubicBezTo>
                  <a:lnTo>
                    <a:pt x="69553" y="96021"/>
                  </a:lnTo>
                  <a:cubicBezTo>
                    <a:pt x="69553" y="96021"/>
                    <a:pt x="69553" y="96021"/>
                    <a:pt x="69553" y="95623"/>
                  </a:cubicBezTo>
                  <a:lnTo>
                    <a:pt x="69553" y="95623"/>
                  </a:lnTo>
                  <a:lnTo>
                    <a:pt x="69553" y="95623"/>
                  </a:lnTo>
                  <a:cubicBezTo>
                    <a:pt x="69553" y="95226"/>
                    <a:pt x="69553" y="95226"/>
                    <a:pt x="69553" y="95226"/>
                  </a:cubicBezTo>
                  <a:lnTo>
                    <a:pt x="69553" y="95226"/>
                  </a:lnTo>
                  <a:cubicBezTo>
                    <a:pt x="69553" y="95226"/>
                    <a:pt x="69553" y="95226"/>
                    <a:pt x="69553" y="94828"/>
                  </a:cubicBezTo>
                  <a:lnTo>
                    <a:pt x="69553" y="94394"/>
                  </a:lnTo>
                  <a:cubicBezTo>
                    <a:pt x="68826" y="91609"/>
                    <a:pt x="68826" y="87956"/>
                    <a:pt x="68099" y="87558"/>
                  </a:cubicBezTo>
                  <a:cubicBezTo>
                    <a:pt x="67305" y="86726"/>
                    <a:pt x="65123" y="85931"/>
                    <a:pt x="64396" y="84303"/>
                  </a:cubicBezTo>
                  <a:cubicBezTo>
                    <a:pt x="64396" y="82712"/>
                    <a:pt x="63603" y="81084"/>
                    <a:pt x="65851" y="81084"/>
                  </a:cubicBezTo>
                  <a:cubicBezTo>
                    <a:pt x="67305" y="81482"/>
                    <a:pt x="71801" y="81482"/>
                    <a:pt x="72528" y="80687"/>
                  </a:cubicBezTo>
                  <a:cubicBezTo>
                    <a:pt x="73256" y="79855"/>
                    <a:pt x="74710" y="78625"/>
                    <a:pt x="76231" y="79457"/>
                  </a:cubicBezTo>
                  <a:cubicBezTo>
                    <a:pt x="77685" y="79855"/>
                    <a:pt x="79206" y="78227"/>
                    <a:pt x="79206" y="76998"/>
                  </a:cubicBezTo>
                  <a:cubicBezTo>
                    <a:pt x="79206" y="76202"/>
                    <a:pt x="79933" y="76600"/>
                    <a:pt x="81388" y="77432"/>
                  </a:cubicBezTo>
                  <a:cubicBezTo>
                    <a:pt x="82909" y="77830"/>
                    <a:pt x="84363" y="77432"/>
                    <a:pt x="85090" y="76600"/>
                  </a:cubicBezTo>
                  <a:cubicBezTo>
                    <a:pt x="85884" y="75804"/>
                    <a:pt x="86611" y="76600"/>
                    <a:pt x="87338" y="75804"/>
                  </a:cubicBezTo>
                  <a:cubicBezTo>
                    <a:pt x="88066" y="75009"/>
                    <a:pt x="88793" y="74177"/>
                    <a:pt x="86611" y="73779"/>
                  </a:cubicBezTo>
                  <a:cubicBezTo>
                    <a:pt x="84363" y="73381"/>
                    <a:pt x="84363" y="72549"/>
                    <a:pt x="85884" y="72549"/>
                  </a:cubicBezTo>
                  <a:cubicBezTo>
                    <a:pt x="88066" y="72151"/>
                    <a:pt x="88793" y="71356"/>
                    <a:pt x="89520" y="70524"/>
                  </a:cubicBezTo>
                  <a:cubicBezTo>
                    <a:pt x="89520" y="69728"/>
                    <a:pt x="91041" y="70126"/>
                    <a:pt x="91041" y="69330"/>
                  </a:cubicBezTo>
                  <a:cubicBezTo>
                    <a:pt x="91768" y="68101"/>
                    <a:pt x="92495" y="68896"/>
                    <a:pt x="93289" y="69728"/>
                  </a:cubicBezTo>
                  <a:cubicBezTo>
                    <a:pt x="94016" y="70126"/>
                    <a:pt x="96264" y="69728"/>
                    <a:pt x="97719" y="68896"/>
                  </a:cubicBezTo>
                  <a:cubicBezTo>
                    <a:pt x="99966" y="67703"/>
                    <a:pt x="113256" y="61229"/>
                    <a:pt x="113256" y="61229"/>
                  </a:cubicBezTo>
                  <a:cubicBezTo>
                    <a:pt x="113256" y="61229"/>
                    <a:pt x="116231" y="61627"/>
                    <a:pt x="116958" y="60397"/>
                  </a:cubicBezTo>
                  <a:cubicBezTo>
                    <a:pt x="118479" y="59168"/>
                    <a:pt x="119933" y="58372"/>
                    <a:pt x="117752" y="58372"/>
                  </a:cubicBezTo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Shape 6751"/>
            <p:cNvSpPr/>
            <p:nvPr/>
          </p:nvSpPr>
          <p:spPr>
            <a:xfrm>
              <a:off x="11845913" y="4275846"/>
              <a:ext cx="1054724" cy="208562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37" y="38565"/>
                  </a:moveTo>
                  <a:lnTo>
                    <a:pt x="119937" y="38565"/>
                  </a:lnTo>
                  <a:cubicBezTo>
                    <a:pt x="119937" y="37832"/>
                    <a:pt x="119244" y="36780"/>
                    <a:pt x="119244" y="35697"/>
                  </a:cubicBezTo>
                  <a:cubicBezTo>
                    <a:pt x="117859" y="35697"/>
                    <a:pt x="115718" y="36079"/>
                    <a:pt x="114333" y="36430"/>
                  </a:cubicBezTo>
                  <a:cubicBezTo>
                    <a:pt x="112193" y="37131"/>
                    <a:pt x="111500" y="37482"/>
                    <a:pt x="110052" y="37482"/>
                  </a:cubicBezTo>
                  <a:cubicBezTo>
                    <a:pt x="107974" y="37482"/>
                    <a:pt x="107282" y="38565"/>
                    <a:pt x="105141" y="38565"/>
                  </a:cubicBezTo>
                  <a:cubicBezTo>
                    <a:pt x="103001" y="38565"/>
                    <a:pt x="100230" y="36079"/>
                    <a:pt x="98090" y="35697"/>
                  </a:cubicBezTo>
                  <a:cubicBezTo>
                    <a:pt x="96705" y="35346"/>
                    <a:pt x="81154" y="35697"/>
                    <a:pt x="76935" y="35697"/>
                  </a:cubicBezTo>
                  <a:cubicBezTo>
                    <a:pt x="72654" y="35697"/>
                    <a:pt x="73410" y="34996"/>
                    <a:pt x="71962" y="33912"/>
                  </a:cubicBezTo>
                  <a:cubicBezTo>
                    <a:pt x="70577" y="33211"/>
                    <a:pt x="69192" y="33561"/>
                    <a:pt x="67051" y="33561"/>
                  </a:cubicBezTo>
                  <a:cubicBezTo>
                    <a:pt x="64218" y="33561"/>
                    <a:pt x="65666" y="31776"/>
                    <a:pt x="64218" y="31776"/>
                  </a:cubicBezTo>
                  <a:cubicBezTo>
                    <a:pt x="62833" y="31776"/>
                    <a:pt x="61385" y="31043"/>
                    <a:pt x="59244" y="30342"/>
                  </a:cubicBezTo>
                  <a:cubicBezTo>
                    <a:pt x="56474" y="29641"/>
                    <a:pt x="55718" y="29641"/>
                    <a:pt x="51500" y="29290"/>
                  </a:cubicBezTo>
                  <a:cubicBezTo>
                    <a:pt x="47282" y="29290"/>
                    <a:pt x="43756" y="27856"/>
                    <a:pt x="42308" y="27505"/>
                  </a:cubicBezTo>
                  <a:cubicBezTo>
                    <a:pt x="41615" y="27123"/>
                    <a:pt x="40230" y="28207"/>
                    <a:pt x="38090" y="27856"/>
                  </a:cubicBezTo>
                  <a:cubicBezTo>
                    <a:pt x="36012" y="27123"/>
                    <a:pt x="33871" y="25338"/>
                    <a:pt x="33179" y="24637"/>
                  </a:cubicBezTo>
                  <a:cubicBezTo>
                    <a:pt x="32486" y="23904"/>
                    <a:pt x="30346" y="24286"/>
                    <a:pt x="29653" y="23904"/>
                  </a:cubicBezTo>
                  <a:cubicBezTo>
                    <a:pt x="29653" y="23203"/>
                    <a:pt x="31038" y="23203"/>
                    <a:pt x="31794" y="22501"/>
                  </a:cubicBezTo>
                  <a:cubicBezTo>
                    <a:pt x="31794" y="22119"/>
                    <a:pt x="30346" y="20717"/>
                    <a:pt x="29653" y="21067"/>
                  </a:cubicBezTo>
                  <a:cubicBezTo>
                    <a:pt x="29653" y="21418"/>
                    <a:pt x="27513" y="21768"/>
                    <a:pt x="26820" y="21067"/>
                  </a:cubicBezTo>
                  <a:cubicBezTo>
                    <a:pt x="25435" y="20334"/>
                    <a:pt x="26820" y="19984"/>
                    <a:pt x="26820" y="19633"/>
                  </a:cubicBezTo>
                  <a:cubicBezTo>
                    <a:pt x="26128" y="19282"/>
                    <a:pt x="24679" y="17498"/>
                    <a:pt x="23987" y="15713"/>
                  </a:cubicBezTo>
                  <a:cubicBezTo>
                    <a:pt x="23294" y="13928"/>
                    <a:pt x="25435" y="14980"/>
                    <a:pt x="24679" y="14278"/>
                  </a:cubicBezTo>
                  <a:cubicBezTo>
                    <a:pt x="23987" y="13545"/>
                    <a:pt x="22602" y="5354"/>
                    <a:pt x="21909" y="3920"/>
                  </a:cubicBezTo>
                  <a:cubicBezTo>
                    <a:pt x="20461" y="2836"/>
                    <a:pt x="12717" y="350"/>
                    <a:pt x="12025" y="0"/>
                  </a:cubicBezTo>
                  <a:cubicBezTo>
                    <a:pt x="9884" y="1051"/>
                    <a:pt x="9884" y="1051"/>
                    <a:pt x="9884" y="1051"/>
                  </a:cubicBezTo>
                  <a:cubicBezTo>
                    <a:pt x="9884" y="1051"/>
                    <a:pt x="7743" y="2486"/>
                    <a:pt x="8499" y="2836"/>
                  </a:cubicBezTo>
                  <a:cubicBezTo>
                    <a:pt x="9192" y="3219"/>
                    <a:pt x="11269" y="4621"/>
                    <a:pt x="13410" y="4621"/>
                  </a:cubicBezTo>
                  <a:cubicBezTo>
                    <a:pt x="15550" y="4621"/>
                    <a:pt x="14858" y="4972"/>
                    <a:pt x="14102" y="6406"/>
                  </a:cubicBezTo>
                  <a:cubicBezTo>
                    <a:pt x="14102" y="7840"/>
                    <a:pt x="13410" y="8924"/>
                    <a:pt x="14858" y="9274"/>
                  </a:cubicBezTo>
                  <a:cubicBezTo>
                    <a:pt x="16935" y="9274"/>
                    <a:pt x="16243" y="10007"/>
                    <a:pt x="16243" y="11059"/>
                  </a:cubicBezTo>
                  <a:cubicBezTo>
                    <a:pt x="16243" y="12143"/>
                    <a:pt x="19769" y="12844"/>
                    <a:pt x="19076" y="13195"/>
                  </a:cubicBezTo>
                  <a:cubicBezTo>
                    <a:pt x="18384" y="13545"/>
                    <a:pt x="16935" y="13928"/>
                    <a:pt x="16243" y="14629"/>
                  </a:cubicBezTo>
                  <a:cubicBezTo>
                    <a:pt x="16243" y="15330"/>
                    <a:pt x="14858" y="17147"/>
                    <a:pt x="14858" y="17147"/>
                  </a:cubicBezTo>
                  <a:cubicBezTo>
                    <a:pt x="21909" y="17147"/>
                    <a:pt x="21909" y="17147"/>
                    <a:pt x="21909" y="17147"/>
                  </a:cubicBezTo>
                  <a:cubicBezTo>
                    <a:pt x="19076" y="21768"/>
                    <a:pt x="19076" y="21768"/>
                    <a:pt x="19076" y="21768"/>
                  </a:cubicBezTo>
                  <a:cubicBezTo>
                    <a:pt x="25435" y="21768"/>
                    <a:pt x="25435" y="21768"/>
                    <a:pt x="25435" y="21768"/>
                  </a:cubicBezTo>
                  <a:cubicBezTo>
                    <a:pt x="28961" y="24286"/>
                    <a:pt x="28961" y="24286"/>
                    <a:pt x="28961" y="24286"/>
                  </a:cubicBezTo>
                  <a:cubicBezTo>
                    <a:pt x="26820" y="28207"/>
                    <a:pt x="26820" y="28207"/>
                    <a:pt x="26820" y="28207"/>
                  </a:cubicBezTo>
                  <a:cubicBezTo>
                    <a:pt x="38090" y="31426"/>
                    <a:pt x="38090" y="31426"/>
                    <a:pt x="38090" y="31426"/>
                  </a:cubicBezTo>
                  <a:cubicBezTo>
                    <a:pt x="38845" y="34996"/>
                    <a:pt x="38845" y="34996"/>
                    <a:pt x="38845" y="34996"/>
                  </a:cubicBezTo>
                  <a:cubicBezTo>
                    <a:pt x="38845" y="34996"/>
                    <a:pt x="43064" y="36430"/>
                    <a:pt x="42308" y="35697"/>
                  </a:cubicBezTo>
                  <a:cubicBezTo>
                    <a:pt x="41615" y="34996"/>
                    <a:pt x="43756" y="34645"/>
                    <a:pt x="44449" y="34996"/>
                  </a:cubicBezTo>
                  <a:cubicBezTo>
                    <a:pt x="45897" y="35697"/>
                    <a:pt x="46589" y="36430"/>
                    <a:pt x="48730" y="36780"/>
                  </a:cubicBezTo>
                  <a:cubicBezTo>
                    <a:pt x="50807" y="37131"/>
                    <a:pt x="51500" y="36079"/>
                    <a:pt x="53641" y="36079"/>
                  </a:cubicBezTo>
                  <a:cubicBezTo>
                    <a:pt x="55718" y="36079"/>
                    <a:pt x="55718" y="35346"/>
                    <a:pt x="58551" y="35697"/>
                  </a:cubicBezTo>
                  <a:cubicBezTo>
                    <a:pt x="61385" y="36079"/>
                    <a:pt x="62833" y="36079"/>
                    <a:pt x="62833" y="36079"/>
                  </a:cubicBezTo>
                  <a:cubicBezTo>
                    <a:pt x="63525" y="44653"/>
                    <a:pt x="63525" y="44653"/>
                    <a:pt x="63525" y="44653"/>
                  </a:cubicBezTo>
                  <a:cubicBezTo>
                    <a:pt x="64218" y="47139"/>
                    <a:pt x="64218" y="47139"/>
                    <a:pt x="64218" y="47139"/>
                  </a:cubicBezTo>
                  <a:cubicBezTo>
                    <a:pt x="64218" y="47139"/>
                    <a:pt x="67743" y="47490"/>
                    <a:pt x="69192" y="47490"/>
                  </a:cubicBezTo>
                  <a:cubicBezTo>
                    <a:pt x="71269" y="47490"/>
                    <a:pt x="69884" y="48191"/>
                    <a:pt x="68436" y="49274"/>
                  </a:cubicBezTo>
                  <a:cubicBezTo>
                    <a:pt x="67743" y="50358"/>
                    <a:pt x="64910" y="50007"/>
                    <a:pt x="64910" y="50007"/>
                  </a:cubicBezTo>
                  <a:cubicBezTo>
                    <a:pt x="64910" y="50007"/>
                    <a:pt x="52256" y="55713"/>
                    <a:pt x="50115" y="56764"/>
                  </a:cubicBezTo>
                  <a:cubicBezTo>
                    <a:pt x="48730" y="57498"/>
                    <a:pt x="46589" y="57848"/>
                    <a:pt x="45897" y="57498"/>
                  </a:cubicBezTo>
                  <a:cubicBezTo>
                    <a:pt x="45141" y="56764"/>
                    <a:pt x="44449" y="56063"/>
                    <a:pt x="43756" y="57147"/>
                  </a:cubicBezTo>
                  <a:cubicBezTo>
                    <a:pt x="43756" y="57848"/>
                    <a:pt x="42308" y="57498"/>
                    <a:pt x="42308" y="58199"/>
                  </a:cubicBezTo>
                  <a:cubicBezTo>
                    <a:pt x="41615" y="58932"/>
                    <a:pt x="40923" y="59633"/>
                    <a:pt x="38845" y="59984"/>
                  </a:cubicBezTo>
                  <a:cubicBezTo>
                    <a:pt x="37397" y="59984"/>
                    <a:pt x="37397" y="60717"/>
                    <a:pt x="39538" y="61067"/>
                  </a:cubicBezTo>
                  <a:cubicBezTo>
                    <a:pt x="41615" y="61418"/>
                    <a:pt x="40923" y="62151"/>
                    <a:pt x="40230" y="62852"/>
                  </a:cubicBezTo>
                  <a:cubicBezTo>
                    <a:pt x="39538" y="63553"/>
                    <a:pt x="38845" y="62852"/>
                    <a:pt x="38090" y="63553"/>
                  </a:cubicBezTo>
                  <a:cubicBezTo>
                    <a:pt x="37397" y="64286"/>
                    <a:pt x="36012" y="64637"/>
                    <a:pt x="34564" y="64286"/>
                  </a:cubicBezTo>
                  <a:cubicBezTo>
                    <a:pt x="33179" y="63553"/>
                    <a:pt x="32486" y="63203"/>
                    <a:pt x="32486" y="63904"/>
                  </a:cubicBezTo>
                  <a:cubicBezTo>
                    <a:pt x="32486" y="64988"/>
                    <a:pt x="31038" y="66422"/>
                    <a:pt x="29653" y="66071"/>
                  </a:cubicBezTo>
                  <a:cubicBezTo>
                    <a:pt x="28205" y="65338"/>
                    <a:pt x="26820" y="66422"/>
                    <a:pt x="26128" y="67155"/>
                  </a:cubicBezTo>
                  <a:cubicBezTo>
                    <a:pt x="25435" y="67856"/>
                    <a:pt x="21154" y="67856"/>
                    <a:pt x="19769" y="67505"/>
                  </a:cubicBezTo>
                  <a:cubicBezTo>
                    <a:pt x="17628" y="67505"/>
                    <a:pt x="18384" y="68940"/>
                    <a:pt x="18384" y="70342"/>
                  </a:cubicBezTo>
                  <a:cubicBezTo>
                    <a:pt x="19076" y="71776"/>
                    <a:pt x="21154" y="72478"/>
                    <a:pt x="21909" y="73211"/>
                  </a:cubicBezTo>
                  <a:cubicBezTo>
                    <a:pt x="22602" y="73561"/>
                    <a:pt x="22602" y="76780"/>
                    <a:pt x="23294" y="79235"/>
                  </a:cubicBezTo>
                  <a:cubicBezTo>
                    <a:pt x="23294" y="79617"/>
                    <a:pt x="23294" y="79968"/>
                    <a:pt x="23294" y="80318"/>
                  </a:cubicBezTo>
                  <a:lnTo>
                    <a:pt x="23294" y="80318"/>
                  </a:lnTo>
                  <a:cubicBezTo>
                    <a:pt x="23294" y="80669"/>
                    <a:pt x="23294" y="80669"/>
                    <a:pt x="23294" y="80669"/>
                  </a:cubicBezTo>
                  <a:lnTo>
                    <a:pt x="23294" y="80669"/>
                  </a:lnTo>
                  <a:lnTo>
                    <a:pt x="23294" y="80669"/>
                  </a:lnTo>
                  <a:cubicBezTo>
                    <a:pt x="23294" y="80669"/>
                    <a:pt x="23294" y="80669"/>
                    <a:pt x="23294" y="81019"/>
                  </a:cubicBezTo>
                  <a:lnTo>
                    <a:pt x="23294" y="81019"/>
                  </a:lnTo>
                  <a:lnTo>
                    <a:pt x="23294" y="81019"/>
                  </a:lnTo>
                  <a:lnTo>
                    <a:pt x="23294" y="81019"/>
                  </a:lnTo>
                  <a:lnTo>
                    <a:pt x="23294" y="81019"/>
                  </a:lnTo>
                  <a:lnTo>
                    <a:pt x="23294" y="81019"/>
                  </a:lnTo>
                  <a:cubicBezTo>
                    <a:pt x="23294" y="82103"/>
                    <a:pt x="26128" y="83187"/>
                    <a:pt x="28205" y="83888"/>
                  </a:cubicBezTo>
                  <a:cubicBezTo>
                    <a:pt x="30346" y="84972"/>
                    <a:pt x="26820" y="85673"/>
                    <a:pt x="22602" y="86406"/>
                  </a:cubicBezTo>
                  <a:cubicBezTo>
                    <a:pt x="18384" y="86756"/>
                    <a:pt x="13410" y="86406"/>
                    <a:pt x="11269" y="86756"/>
                  </a:cubicBezTo>
                  <a:cubicBezTo>
                    <a:pt x="9884" y="87107"/>
                    <a:pt x="9192" y="91760"/>
                    <a:pt x="9192" y="93195"/>
                  </a:cubicBezTo>
                  <a:cubicBezTo>
                    <a:pt x="9884" y="94597"/>
                    <a:pt x="9192" y="95330"/>
                    <a:pt x="7743" y="94980"/>
                  </a:cubicBezTo>
                  <a:cubicBezTo>
                    <a:pt x="6358" y="94597"/>
                    <a:pt x="4218" y="94597"/>
                    <a:pt x="3525" y="95330"/>
                  </a:cubicBezTo>
                  <a:cubicBezTo>
                    <a:pt x="2140" y="96031"/>
                    <a:pt x="2140" y="98549"/>
                    <a:pt x="755" y="99250"/>
                  </a:cubicBezTo>
                  <a:lnTo>
                    <a:pt x="0" y="99601"/>
                  </a:lnTo>
                  <a:cubicBezTo>
                    <a:pt x="0" y="99984"/>
                    <a:pt x="0" y="100685"/>
                    <a:pt x="1448" y="100685"/>
                  </a:cubicBezTo>
                  <a:cubicBezTo>
                    <a:pt x="2833" y="100685"/>
                    <a:pt x="2140" y="101386"/>
                    <a:pt x="2833" y="102119"/>
                  </a:cubicBezTo>
                  <a:cubicBezTo>
                    <a:pt x="3525" y="102820"/>
                    <a:pt x="4973" y="102119"/>
                    <a:pt x="5666" y="102820"/>
                  </a:cubicBezTo>
                  <a:cubicBezTo>
                    <a:pt x="6358" y="103171"/>
                    <a:pt x="3525" y="103904"/>
                    <a:pt x="2140" y="104605"/>
                  </a:cubicBezTo>
                  <a:cubicBezTo>
                    <a:pt x="755" y="105306"/>
                    <a:pt x="1448" y="107474"/>
                    <a:pt x="2833" y="107474"/>
                  </a:cubicBezTo>
                  <a:cubicBezTo>
                    <a:pt x="4218" y="107824"/>
                    <a:pt x="3525" y="108908"/>
                    <a:pt x="4218" y="109258"/>
                  </a:cubicBezTo>
                  <a:cubicBezTo>
                    <a:pt x="5666" y="109960"/>
                    <a:pt x="8499" y="109960"/>
                    <a:pt x="11269" y="109609"/>
                  </a:cubicBezTo>
                  <a:cubicBezTo>
                    <a:pt x="14102" y="109258"/>
                    <a:pt x="13410" y="110693"/>
                    <a:pt x="12717" y="111394"/>
                  </a:cubicBezTo>
                  <a:cubicBezTo>
                    <a:pt x="12717" y="112478"/>
                    <a:pt x="14102" y="112478"/>
                    <a:pt x="16935" y="112478"/>
                  </a:cubicBezTo>
                  <a:cubicBezTo>
                    <a:pt x="19076" y="112095"/>
                    <a:pt x="19076" y="112478"/>
                    <a:pt x="20461" y="111745"/>
                  </a:cubicBezTo>
                  <a:cubicBezTo>
                    <a:pt x="22602" y="111043"/>
                    <a:pt x="24679" y="112478"/>
                    <a:pt x="26128" y="112478"/>
                  </a:cubicBezTo>
                  <a:cubicBezTo>
                    <a:pt x="28205" y="112828"/>
                    <a:pt x="27513" y="111745"/>
                    <a:pt x="27513" y="110693"/>
                  </a:cubicBezTo>
                  <a:cubicBezTo>
                    <a:pt x="26820" y="109609"/>
                    <a:pt x="28205" y="110693"/>
                    <a:pt x="31038" y="111745"/>
                  </a:cubicBezTo>
                  <a:cubicBezTo>
                    <a:pt x="33179" y="112828"/>
                    <a:pt x="33179" y="113179"/>
                    <a:pt x="34564" y="112828"/>
                  </a:cubicBezTo>
                  <a:cubicBezTo>
                    <a:pt x="36705" y="112828"/>
                    <a:pt x="38090" y="113179"/>
                    <a:pt x="37397" y="113880"/>
                  </a:cubicBezTo>
                  <a:cubicBezTo>
                    <a:pt x="37397" y="114613"/>
                    <a:pt x="37397" y="115314"/>
                    <a:pt x="38845" y="115697"/>
                  </a:cubicBezTo>
                  <a:cubicBezTo>
                    <a:pt x="40230" y="115697"/>
                    <a:pt x="38845" y="116047"/>
                    <a:pt x="38845" y="116749"/>
                  </a:cubicBezTo>
                  <a:cubicBezTo>
                    <a:pt x="38090" y="117482"/>
                    <a:pt x="38845" y="117832"/>
                    <a:pt x="39538" y="117832"/>
                  </a:cubicBezTo>
                  <a:cubicBezTo>
                    <a:pt x="40230" y="117832"/>
                    <a:pt x="43064" y="117832"/>
                    <a:pt x="45897" y="117131"/>
                  </a:cubicBezTo>
                  <a:cubicBezTo>
                    <a:pt x="48730" y="116749"/>
                    <a:pt x="49422" y="117131"/>
                    <a:pt x="50115" y="117482"/>
                  </a:cubicBezTo>
                  <a:cubicBezTo>
                    <a:pt x="50807" y="118183"/>
                    <a:pt x="51500" y="118533"/>
                    <a:pt x="54333" y="118533"/>
                  </a:cubicBezTo>
                  <a:cubicBezTo>
                    <a:pt x="57166" y="118533"/>
                    <a:pt x="60000" y="118533"/>
                    <a:pt x="60692" y="117482"/>
                  </a:cubicBezTo>
                  <a:cubicBezTo>
                    <a:pt x="61385" y="116749"/>
                    <a:pt x="62833" y="117131"/>
                    <a:pt x="64910" y="117832"/>
                  </a:cubicBezTo>
                  <a:cubicBezTo>
                    <a:pt x="65666" y="118183"/>
                    <a:pt x="66358" y="118183"/>
                    <a:pt x="66358" y="118183"/>
                  </a:cubicBezTo>
                  <a:lnTo>
                    <a:pt x="66358" y="118183"/>
                  </a:lnTo>
                  <a:lnTo>
                    <a:pt x="66358" y="118183"/>
                  </a:lnTo>
                  <a:lnTo>
                    <a:pt x="66358" y="118183"/>
                  </a:lnTo>
                  <a:lnTo>
                    <a:pt x="66358" y="118183"/>
                  </a:lnTo>
                  <a:lnTo>
                    <a:pt x="66358" y="118183"/>
                  </a:lnTo>
                  <a:cubicBezTo>
                    <a:pt x="67051" y="118183"/>
                    <a:pt x="67051" y="118183"/>
                    <a:pt x="67051" y="118183"/>
                  </a:cubicBezTo>
                  <a:lnTo>
                    <a:pt x="67051" y="118183"/>
                  </a:lnTo>
                  <a:lnTo>
                    <a:pt x="67051" y="118183"/>
                  </a:lnTo>
                  <a:lnTo>
                    <a:pt x="67051" y="118183"/>
                  </a:lnTo>
                  <a:lnTo>
                    <a:pt x="67051" y="118183"/>
                  </a:lnTo>
                  <a:lnTo>
                    <a:pt x="67051" y="118183"/>
                  </a:lnTo>
                  <a:lnTo>
                    <a:pt x="67051" y="118183"/>
                  </a:lnTo>
                  <a:lnTo>
                    <a:pt x="67051" y="118183"/>
                  </a:lnTo>
                  <a:lnTo>
                    <a:pt x="67051" y="118183"/>
                  </a:lnTo>
                  <a:lnTo>
                    <a:pt x="67051" y="118183"/>
                  </a:lnTo>
                  <a:lnTo>
                    <a:pt x="67051" y="118183"/>
                  </a:lnTo>
                  <a:cubicBezTo>
                    <a:pt x="67743" y="117832"/>
                    <a:pt x="68436" y="117482"/>
                    <a:pt x="69192" y="117131"/>
                  </a:cubicBezTo>
                  <a:cubicBezTo>
                    <a:pt x="69884" y="116047"/>
                    <a:pt x="71269" y="117482"/>
                    <a:pt x="73410" y="117482"/>
                  </a:cubicBezTo>
                  <a:cubicBezTo>
                    <a:pt x="76180" y="117482"/>
                    <a:pt x="76935" y="116047"/>
                    <a:pt x="79013" y="115314"/>
                  </a:cubicBezTo>
                  <a:cubicBezTo>
                    <a:pt x="81846" y="114613"/>
                    <a:pt x="83294" y="116047"/>
                    <a:pt x="85372" y="118183"/>
                  </a:cubicBezTo>
                  <a:cubicBezTo>
                    <a:pt x="87513" y="119968"/>
                    <a:pt x="93116" y="119968"/>
                    <a:pt x="93116" y="119968"/>
                  </a:cubicBezTo>
                  <a:lnTo>
                    <a:pt x="93116" y="119968"/>
                  </a:lnTo>
                  <a:cubicBezTo>
                    <a:pt x="93871" y="119968"/>
                    <a:pt x="94564" y="119968"/>
                    <a:pt x="95257" y="119968"/>
                  </a:cubicBezTo>
                  <a:cubicBezTo>
                    <a:pt x="98090" y="119968"/>
                    <a:pt x="97397" y="118884"/>
                    <a:pt x="95949" y="118183"/>
                  </a:cubicBezTo>
                  <a:cubicBezTo>
                    <a:pt x="94564" y="117482"/>
                    <a:pt x="93871" y="117482"/>
                    <a:pt x="93871" y="114262"/>
                  </a:cubicBezTo>
                  <a:cubicBezTo>
                    <a:pt x="93871" y="111394"/>
                    <a:pt x="93871" y="110310"/>
                    <a:pt x="94564" y="109258"/>
                  </a:cubicBezTo>
                  <a:cubicBezTo>
                    <a:pt x="95257" y="108557"/>
                    <a:pt x="96705" y="106039"/>
                    <a:pt x="97397" y="104254"/>
                  </a:cubicBezTo>
                  <a:cubicBezTo>
                    <a:pt x="97397" y="102119"/>
                    <a:pt x="98090" y="101386"/>
                    <a:pt x="97397" y="100334"/>
                  </a:cubicBezTo>
                  <a:cubicBezTo>
                    <a:pt x="97397" y="98900"/>
                    <a:pt x="97397" y="97115"/>
                    <a:pt x="96705" y="97115"/>
                  </a:cubicBezTo>
                  <a:cubicBezTo>
                    <a:pt x="95949" y="96733"/>
                    <a:pt x="94564" y="96733"/>
                    <a:pt x="95949" y="96031"/>
                  </a:cubicBezTo>
                  <a:cubicBezTo>
                    <a:pt x="96705" y="95330"/>
                    <a:pt x="97397" y="94597"/>
                    <a:pt x="96705" y="91760"/>
                  </a:cubicBezTo>
                  <a:cubicBezTo>
                    <a:pt x="96705" y="89243"/>
                    <a:pt x="96705" y="88191"/>
                    <a:pt x="95257" y="87458"/>
                  </a:cubicBezTo>
                  <a:cubicBezTo>
                    <a:pt x="93116" y="86406"/>
                    <a:pt x="91731" y="86406"/>
                    <a:pt x="91731" y="85673"/>
                  </a:cubicBezTo>
                  <a:cubicBezTo>
                    <a:pt x="91731" y="84972"/>
                    <a:pt x="91731" y="84972"/>
                    <a:pt x="93871" y="84621"/>
                  </a:cubicBezTo>
                  <a:cubicBezTo>
                    <a:pt x="96705" y="84621"/>
                    <a:pt x="97397" y="84972"/>
                    <a:pt x="97397" y="84270"/>
                  </a:cubicBezTo>
                  <a:cubicBezTo>
                    <a:pt x="97397" y="83537"/>
                    <a:pt x="96705" y="82103"/>
                    <a:pt x="95949" y="81752"/>
                  </a:cubicBezTo>
                  <a:cubicBezTo>
                    <a:pt x="94564" y="81752"/>
                    <a:pt x="93871" y="81019"/>
                    <a:pt x="93871" y="80318"/>
                  </a:cubicBezTo>
                  <a:cubicBezTo>
                    <a:pt x="93871" y="79617"/>
                    <a:pt x="95257" y="79968"/>
                    <a:pt x="95257" y="79235"/>
                  </a:cubicBezTo>
                  <a:cubicBezTo>
                    <a:pt x="95257" y="78183"/>
                    <a:pt x="95257" y="77832"/>
                    <a:pt x="96705" y="77482"/>
                  </a:cubicBezTo>
                  <a:cubicBezTo>
                    <a:pt x="98090" y="77482"/>
                    <a:pt x="97397" y="76780"/>
                    <a:pt x="96705" y="75729"/>
                  </a:cubicBezTo>
                  <a:cubicBezTo>
                    <a:pt x="95949" y="74996"/>
                    <a:pt x="95257" y="73912"/>
                    <a:pt x="95257" y="73211"/>
                  </a:cubicBezTo>
                  <a:cubicBezTo>
                    <a:pt x="94564" y="72127"/>
                    <a:pt x="94564" y="71776"/>
                    <a:pt x="93116" y="72127"/>
                  </a:cubicBezTo>
                  <a:cubicBezTo>
                    <a:pt x="91731" y="72478"/>
                    <a:pt x="90346" y="71426"/>
                    <a:pt x="89590" y="71426"/>
                  </a:cubicBezTo>
                  <a:cubicBezTo>
                    <a:pt x="88898" y="71776"/>
                    <a:pt x="89590" y="70342"/>
                    <a:pt x="90346" y="69641"/>
                  </a:cubicBezTo>
                  <a:cubicBezTo>
                    <a:pt x="91038" y="68940"/>
                    <a:pt x="91731" y="68940"/>
                    <a:pt x="92423" y="69641"/>
                  </a:cubicBezTo>
                  <a:cubicBezTo>
                    <a:pt x="93116" y="70342"/>
                    <a:pt x="95949" y="69290"/>
                    <a:pt x="97397" y="69992"/>
                  </a:cubicBezTo>
                  <a:cubicBezTo>
                    <a:pt x="98090" y="70693"/>
                    <a:pt x="98782" y="69641"/>
                    <a:pt x="98090" y="68940"/>
                  </a:cubicBezTo>
                  <a:cubicBezTo>
                    <a:pt x="98090" y="68557"/>
                    <a:pt x="97397" y="68557"/>
                    <a:pt x="95949" y="68207"/>
                  </a:cubicBezTo>
                  <a:cubicBezTo>
                    <a:pt x="95257" y="67505"/>
                    <a:pt x="95257" y="66422"/>
                    <a:pt x="97397" y="65721"/>
                  </a:cubicBezTo>
                  <a:cubicBezTo>
                    <a:pt x="98782" y="65338"/>
                    <a:pt x="97397" y="63203"/>
                    <a:pt x="97397" y="61768"/>
                  </a:cubicBezTo>
                  <a:cubicBezTo>
                    <a:pt x="97397" y="60717"/>
                    <a:pt x="96705" y="59984"/>
                    <a:pt x="95949" y="60366"/>
                  </a:cubicBezTo>
                  <a:cubicBezTo>
                    <a:pt x="94564" y="60717"/>
                    <a:pt x="93871" y="59984"/>
                    <a:pt x="93871" y="59633"/>
                  </a:cubicBezTo>
                  <a:cubicBezTo>
                    <a:pt x="93871" y="59282"/>
                    <a:pt x="95949" y="58932"/>
                    <a:pt x="97397" y="57848"/>
                  </a:cubicBezTo>
                  <a:cubicBezTo>
                    <a:pt x="98782" y="56764"/>
                    <a:pt x="98782" y="56063"/>
                    <a:pt x="96705" y="56414"/>
                  </a:cubicBezTo>
                  <a:cubicBezTo>
                    <a:pt x="94564" y="56414"/>
                    <a:pt x="92423" y="56063"/>
                    <a:pt x="95257" y="55713"/>
                  </a:cubicBezTo>
                  <a:cubicBezTo>
                    <a:pt x="98090" y="55362"/>
                    <a:pt x="98090" y="54980"/>
                    <a:pt x="97397" y="54629"/>
                  </a:cubicBezTo>
                  <a:cubicBezTo>
                    <a:pt x="96705" y="54278"/>
                    <a:pt x="96705" y="53577"/>
                    <a:pt x="95257" y="53195"/>
                  </a:cubicBezTo>
                  <a:cubicBezTo>
                    <a:pt x="93871" y="53195"/>
                    <a:pt x="93871" y="53195"/>
                    <a:pt x="93116" y="53577"/>
                  </a:cubicBezTo>
                  <a:cubicBezTo>
                    <a:pt x="92423" y="53928"/>
                    <a:pt x="92423" y="52844"/>
                    <a:pt x="94564" y="52143"/>
                  </a:cubicBezTo>
                  <a:cubicBezTo>
                    <a:pt x="97397" y="51059"/>
                    <a:pt x="95949" y="50709"/>
                    <a:pt x="98090" y="50709"/>
                  </a:cubicBezTo>
                  <a:cubicBezTo>
                    <a:pt x="100230" y="50709"/>
                    <a:pt x="99475" y="52143"/>
                    <a:pt x="100923" y="52143"/>
                  </a:cubicBezTo>
                  <a:cubicBezTo>
                    <a:pt x="103001" y="52494"/>
                    <a:pt x="105141" y="51792"/>
                    <a:pt x="105141" y="51442"/>
                  </a:cubicBezTo>
                  <a:cubicBezTo>
                    <a:pt x="105141" y="51059"/>
                    <a:pt x="105834" y="50358"/>
                    <a:pt x="106526" y="50709"/>
                  </a:cubicBezTo>
                  <a:cubicBezTo>
                    <a:pt x="107974" y="51059"/>
                    <a:pt x="106526" y="51442"/>
                    <a:pt x="106526" y="52844"/>
                  </a:cubicBezTo>
                  <a:cubicBezTo>
                    <a:pt x="105834" y="54278"/>
                    <a:pt x="105834" y="55362"/>
                    <a:pt x="105141" y="56764"/>
                  </a:cubicBezTo>
                  <a:cubicBezTo>
                    <a:pt x="103756" y="58199"/>
                    <a:pt x="104449" y="58932"/>
                    <a:pt x="105834" y="57848"/>
                  </a:cubicBezTo>
                  <a:cubicBezTo>
                    <a:pt x="107282" y="56414"/>
                    <a:pt x="110052" y="53928"/>
                    <a:pt x="110807" y="52494"/>
                  </a:cubicBezTo>
                  <a:cubicBezTo>
                    <a:pt x="112193" y="51059"/>
                    <a:pt x="112885" y="49274"/>
                    <a:pt x="112885" y="47840"/>
                  </a:cubicBezTo>
                  <a:cubicBezTo>
                    <a:pt x="112193" y="46788"/>
                    <a:pt x="115718" y="44270"/>
                    <a:pt x="117166" y="43219"/>
                  </a:cubicBezTo>
                  <a:cubicBezTo>
                    <a:pt x="119244" y="41784"/>
                    <a:pt x="119937" y="40350"/>
                    <a:pt x="119937" y="38565"/>
                  </a:cubicBezTo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Shape 6752"/>
            <p:cNvSpPr/>
            <p:nvPr/>
          </p:nvSpPr>
          <p:spPr>
            <a:xfrm>
              <a:off x="9824357" y="6185635"/>
              <a:ext cx="1545463" cy="152148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011" y="30360"/>
                  </a:moveTo>
                  <a:lnTo>
                    <a:pt x="119011" y="30360"/>
                  </a:lnTo>
                  <a:cubicBezTo>
                    <a:pt x="119011" y="30360"/>
                    <a:pt x="119484" y="29879"/>
                    <a:pt x="119957" y="28875"/>
                  </a:cubicBezTo>
                  <a:cubicBezTo>
                    <a:pt x="118538" y="27914"/>
                    <a:pt x="115614" y="24987"/>
                    <a:pt x="114195" y="23502"/>
                  </a:cubicBezTo>
                  <a:cubicBezTo>
                    <a:pt x="112733" y="22060"/>
                    <a:pt x="110326" y="22540"/>
                    <a:pt x="109380" y="22540"/>
                  </a:cubicBezTo>
                  <a:cubicBezTo>
                    <a:pt x="109380" y="23982"/>
                    <a:pt x="108864" y="25948"/>
                    <a:pt x="107445" y="27433"/>
                  </a:cubicBezTo>
                  <a:cubicBezTo>
                    <a:pt x="105037" y="29879"/>
                    <a:pt x="99749" y="31365"/>
                    <a:pt x="98760" y="33811"/>
                  </a:cubicBezTo>
                  <a:cubicBezTo>
                    <a:pt x="98287" y="35733"/>
                    <a:pt x="95406" y="36214"/>
                    <a:pt x="94417" y="34772"/>
                  </a:cubicBezTo>
                  <a:cubicBezTo>
                    <a:pt x="93944" y="33287"/>
                    <a:pt x="92010" y="33287"/>
                    <a:pt x="91537" y="32326"/>
                  </a:cubicBezTo>
                  <a:cubicBezTo>
                    <a:pt x="91064" y="31365"/>
                    <a:pt x="89602" y="33287"/>
                    <a:pt x="88656" y="31365"/>
                  </a:cubicBezTo>
                  <a:cubicBezTo>
                    <a:pt x="88183" y="29879"/>
                    <a:pt x="86248" y="29879"/>
                    <a:pt x="85732" y="31365"/>
                  </a:cubicBezTo>
                  <a:cubicBezTo>
                    <a:pt x="85732" y="31845"/>
                    <a:pt x="85259" y="32326"/>
                    <a:pt x="84313" y="32806"/>
                  </a:cubicBezTo>
                  <a:cubicBezTo>
                    <a:pt x="84786" y="34291"/>
                    <a:pt x="84313" y="35253"/>
                    <a:pt x="84786" y="35733"/>
                  </a:cubicBezTo>
                  <a:cubicBezTo>
                    <a:pt x="85732" y="36738"/>
                    <a:pt x="87194" y="38179"/>
                    <a:pt x="87194" y="38179"/>
                  </a:cubicBezTo>
                  <a:cubicBezTo>
                    <a:pt x="87194" y="38179"/>
                    <a:pt x="87667" y="41150"/>
                    <a:pt x="87667" y="42591"/>
                  </a:cubicBezTo>
                  <a:cubicBezTo>
                    <a:pt x="87667" y="44077"/>
                    <a:pt x="86721" y="44077"/>
                    <a:pt x="85732" y="44077"/>
                  </a:cubicBezTo>
                  <a:cubicBezTo>
                    <a:pt x="84786" y="43596"/>
                    <a:pt x="83840" y="44077"/>
                    <a:pt x="83324" y="45038"/>
                  </a:cubicBezTo>
                  <a:cubicBezTo>
                    <a:pt x="82379" y="46042"/>
                    <a:pt x="80960" y="45038"/>
                    <a:pt x="80960" y="46523"/>
                  </a:cubicBezTo>
                  <a:cubicBezTo>
                    <a:pt x="80960" y="47484"/>
                    <a:pt x="79971" y="47965"/>
                    <a:pt x="79025" y="47004"/>
                  </a:cubicBezTo>
                  <a:cubicBezTo>
                    <a:pt x="78036" y="46042"/>
                    <a:pt x="76101" y="47004"/>
                    <a:pt x="76101" y="47004"/>
                  </a:cubicBezTo>
                  <a:cubicBezTo>
                    <a:pt x="76101" y="47004"/>
                    <a:pt x="75628" y="49450"/>
                    <a:pt x="75628" y="51416"/>
                  </a:cubicBezTo>
                  <a:cubicBezTo>
                    <a:pt x="76101" y="52901"/>
                    <a:pt x="75628" y="52377"/>
                    <a:pt x="73694" y="52901"/>
                  </a:cubicBezTo>
                  <a:cubicBezTo>
                    <a:pt x="72275" y="52901"/>
                    <a:pt x="69867" y="53381"/>
                    <a:pt x="68405" y="54342"/>
                  </a:cubicBezTo>
                  <a:cubicBezTo>
                    <a:pt x="66986" y="54867"/>
                    <a:pt x="66470" y="53381"/>
                    <a:pt x="65997" y="50935"/>
                  </a:cubicBezTo>
                  <a:cubicBezTo>
                    <a:pt x="65051" y="48969"/>
                    <a:pt x="63117" y="48969"/>
                    <a:pt x="62128" y="49930"/>
                  </a:cubicBezTo>
                  <a:cubicBezTo>
                    <a:pt x="61182" y="50935"/>
                    <a:pt x="60709" y="50411"/>
                    <a:pt x="60709" y="48969"/>
                  </a:cubicBezTo>
                  <a:cubicBezTo>
                    <a:pt x="61182" y="47484"/>
                    <a:pt x="58774" y="47965"/>
                    <a:pt x="59247" y="47484"/>
                  </a:cubicBezTo>
                  <a:cubicBezTo>
                    <a:pt x="59247" y="46523"/>
                    <a:pt x="58774" y="45038"/>
                    <a:pt x="57828" y="43596"/>
                  </a:cubicBezTo>
                  <a:cubicBezTo>
                    <a:pt x="56839" y="42591"/>
                    <a:pt x="56839" y="41630"/>
                    <a:pt x="57828" y="41630"/>
                  </a:cubicBezTo>
                  <a:cubicBezTo>
                    <a:pt x="58774" y="42111"/>
                    <a:pt x="60709" y="42111"/>
                    <a:pt x="61182" y="41150"/>
                  </a:cubicBezTo>
                  <a:cubicBezTo>
                    <a:pt x="62128" y="40626"/>
                    <a:pt x="61655" y="39665"/>
                    <a:pt x="59720" y="39665"/>
                  </a:cubicBezTo>
                  <a:cubicBezTo>
                    <a:pt x="58301" y="40145"/>
                    <a:pt x="58301" y="38179"/>
                    <a:pt x="59720" y="36738"/>
                  </a:cubicBezTo>
                  <a:cubicBezTo>
                    <a:pt x="61182" y="35253"/>
                    <a:pt x="61655" y="36214"/>
                    <a:pt x="62644" y="34772"/>
                  </a:cubicBezTo>
                  <a:cubicBezTo>
                    <a:pt x="63590" y="33287"/>
                    <a:pt x="63590" y="31365"/>
                    <a:pt x="62644" y="30840"/>
                  </a:cubicBezTo>
                  <a:cubicBezTo>
                    <a:pt x="61655" y="29879"/>
                    <a:pt x="62644" y="29399"/>
                    <a:pt x="64063" y="28875"/>
                  </a:cubicBezTo>
                  <a:cubicBezTo>
                    <a:pt x="65524" y="27914"/>
                    <a:pt x="66986" y="26909"/>
                    <a:pt x="68405" y="24987"/>
                  </a:cubicBezTo>
                  <a:cubicBezTo>
                    <a:pt x="69867" y="23502"/>
                    <a:pt x="71802" y="23982"/>
                    <a:pt x="73694" y="23021"/>
                  </a:cubicBezTo>
                  <a:cubicBezTo>
                    <a:pt x="75628" y="22540"/>
                    <a:pt x="75155" y="21536"/>
                    <a:pt x="74166" y="20094"/>
                  </a:cubicBezTo>
                  <a:cubicBezTo>
                    <a:pt x="72748" y="19089"/>
                    <a:pt x="73694" y="17648"/>
                    <a:pt x="74166" y="16163"/>
                  </a:cubicBezTo>
                  <a:cubicBezTo>
                    <a:pt x="74682" y="15202"/>
                    <a:pt x="74166" y="13236"/>
                    <a:pt x="73221" y="12231"/>
                  </a:cubicBezTo>
                  <a:cubicBezTo>
                    <a:pt x="72275" y="10789"/>
                    <a:pt x="71286" y="10309"/>
                    <a:pt x="69867" y="10309"/>
                  </a:cubicBezTo>
                  <a:cubicBezTo>
                    <a:pt x="68878" y="10789"/>
                    <a:pt x="67459" y="13716"/>
                    <a:pt x="67932" y="14677"/>
                  </a:cubicBezTo>
                  <a:cubicBezTo>
                    <a:pt x="68405" y="15682"/>
                    <a:pt x="68878" y="16643"/>
                    <a:pt x="66986" y="17124"/>
                  </a:cubicBezTo>
                  <a:cubicBezTo>
                    <a:pt x="65524" y="17124"/>
                    <a:pt x="65997" y="19614"/>
                    <a:pt x="64063" y="19614"/>
                  </a:cubicBezTo>
                  <a:cubicBezTo>
                    <a:pt x="62128" y="19614"/>
                    <a:pt x="58301" y="20094"/>
                    <a:pt x="58774" y="18609"/>
                  </a:cubicBezTo>
                  <a:cubicBezTo>
                    <a:pt x="59247" y="17648"/>
                    <a:pt x="60709" y="13716"/>
                    <a:pt x="61655" y="11751"/>
                  </a:cubicBezTo>
                  <a:cubicBezTo>
                    <a:pt x="62644" y="9828"/>
                    <a:pt x="63117" y="9304"/>
                    <a:pt x="62128" y="8824"/>
                  </a:cubicBezTo>
                  <a:cubicBezTo>
                    <a:pt x="61182" y="8343"/>
                    <a:pt x="61182" y="7338"/>
                    <a:pt x="60709" y="6377"/>
                  </a:cubicBezTo>
                  <a:cubicBezTo>
                    <a:pt x="59720" y="5897"/>
                    <a:pt x="56366" y="5373"/>
                    <a:pt x="55893" y="6377"/>
                  </a:cubicBezTo>
                  <a:cubicBezTo>
                    <a:pt x="55420" y="7863"/>
                    <a:pt x="54432" y="10789"/>
                    <a:pt x="54432" y="13236"/>
                  </a:cubicBezTo>
                  <a:cubicBezTo>
                    <a:pt x="53959" y="15202"/>
                    <a:pt x="53486" y="16643"/>
                    <a:pt x="52497" y="12231"/>
                  </a:cubicBezTo>
                  <a:cubicBezTo>
                    <a:pt x="52024" y="7863"/>
                    <a:pt x="52497" y="5373"/>
                    <a:pt x="53486" y="5373"/>
                  </a:cubicBezTo>
                  <a:cubicBezTo>
                    <a:pt x="54432" y="5373"/>
                    <a:pt x="55420" y="4892"/>
                    <a:pt x="55893" y="4412"/>
                  </a:cubicBezTo>
                  <a:cubicBezTo>
                    <a:pt x="56839" y="3931"/>
                    <a:pt x="56366" y="1485"/>
                    <a:pt x="55893" y="1004"/>
                  </a:cubicBezTo>
                  <a:cubicBezTo>
                    <a:pt x="55893" y="480"/>
                    <a:pt x="52497" y="0"/>
                    <a:pt x="50089" y="480"/>
                  </a:cubicBezTo>
                  <a:cubicBezTo>
                    <a:pt x="47681" y="480"/>
                    <a:pt x="49143" y="2446"/>
                    <a:pt x="49616" y="3931"/>
                  </a:cubicBezTo>
                  <a:cubicBezTo>
                    <a:pt x="50562" y="4892"/>
                    <a:pt x="49616" y="5897"/>
                    <a:pt x="50089" y="6858"/>
                  </a:cubicBezTo>
                  <a:cubicBezTo>
                    <a:pt x="50562" y="8343"/>
                    <a:pt x="49616" y="9304"/>
                    <a:pt x="49143" y="10309"/>
                  </a:cubicBezTo>
                  <a:cubicBezTo>
                    <a:pt x="48670" y="11270"/>
                    <a:pt x="47208" y="12231"/>
                    <a:pt x="47208" y="11270"/>
                  </a:cubicBezTo>
                  <a:cubicBezTo>
                    <a:pt x="46735" y="10309"/>
                    <a:pt x="45790" y="6377"/>
                    <a:pt x="44801" y="6377"/>
                  </a:cubicBezTo>
                  <a:cubicBezTo>
                    <a:pt x="43855" y="6377"/>
                    <a:pt x="43339" y="8343"/>
                    <a:pt x="43339" y="9304"/>
                  </a:cubicBezTo>
                  <a:cubicBezTo>
                    <a:pt x="42866" y="10309"/>
                    <a:pt x="41920" y="10309"/>
                    <a:pt x="40931" y="10309"/>
                  </a:cubicBezTo>
                  <a:lnTo>
                    <a:pt x="40931" y="10309"/>
                  </a:lnTo>
                  <a:cubicBezTo>
                    <a:pt x="40931" y="10789"/>
                    <a:pt x="40931" y="11270"/>
                    <a:pt x="40931" y="11270"/>
                  </a:cubicBezTo>
                  <a:cubicBezTo>
                    <a:pt x="40931" y="11270"/>
                    <a:pt x="39985" y="14677"/>
                    <a:pt x="39512" y="16163"/>
                  </a:cubicBezTo>
                  <a:cubicBezTo>
                    <a:pt x="38996" y="18128"/>
                    <a:pt x="38050" y="19089"/>
                    <a:pt x="38050" y="21055"/>
                  </a:cubicBezTo>
                  <a:cubicBezTo>
                    <a:pt x="38050" y="23502"/>
                    <a:pt x="38996" y="23021"/>
                    <a:pt x="41404" y="22540"/>
                  </a:cubicBezTo>
                  <a:cubicBezTo>
                    <a:pt x="43855" y="22540"/>
                    <a:pt x="45274" y="23502"/>
                    <a:pt x="44801" y="24506"/>
                  </a:cubicBezTo>
                  <a:cubicBezTo>
                    <a:pt x="43855" y="25948"/>
                    <a:pt x="43339" y="28394"/>
                    <a:pt x="44328" y="28875"/>
                  </a:cubicBezTo>
                  <a:cubicBezTo>
                    <a:pt x="45790" y="29399"/>
                    <a:pt x="46735" y="28394"/>
                    <a:pt x="48154" y="29399"/>
                  </a:cubicBezTo>
                  <a:cubicBezTo>
                    <a:pt x="49616" y="30840"/>
                    <a:pt x="51078" y="31845"/>
                    <a:pt x="51078" y="33811"/>
                  </a:cubicBezTo>
                  <a:cubicBezTo>
                    <a:pt x="50562" y="35733"/>
                    <a:pt x="50562" y="37699"/>
                    <a:pt x="51078" y="38179"/>
                  </a:cubicBezTo>
                  <a:cubicBezTo>
                    <a:pt x="52024" y="38179"/>
                    <a:pt x="54432" y="38660"/>
                    <a:pt x="54432" y="39665"/>
                  </a:cubicBezTo>
                  <a:cubicBezTo>
                    <a:pt x="54432" y="40145"/>
                    <a:pt x="53486" y="41630"/>
                    <a:pt x="53486" y="43596"/>
                  </a:cubicBezTo>
                  <a:cubicBezTo>
                    <a:pt x="53486" y="45518"/>
                    <a:pt x="52970" y="47484"/>
                    <a:pt x="52497" y="47004"/>
                  </a:cubicBezTo>
                  <a:cubicBezTo>
                    <a:pt x="51551" y="46523"/>
                    <a:pt x="50089" y="45518"/>
                    <a:pt x="49143" y="47004"/>
                  </a:cubicBezTo>
                  <a:cubicBezTo>
                    <a:pt x="48670" y="48489"/>
                    <a:pt x="48154" y="48969"/>
                    <a:pt x="46262" y="48489"/>
                  </a:cubicBezTo>
                  <a:cubicBezTo>
                    <a:pt x="44328" y="47965"/>
                    <a:pt x="42866" y="47484"/>
                    <a:pt x="42866" y="48489"/>
                  </a:cubicBezTo>
                  <a:cubicBezTo>
                    <a:pt x="42393" y="49450"/>
                    <a:pt x="42866" y="54867"/>
                    <a:pt x="42393" y="55828"/>
                  </a:cubicBezTo>
                  <a:cubicBezTo>
                    <a:pt x="41404" y="56789"/>
                    <a:pt x="39985" y="58755"/>
                    <a:pt x="39985" y="58755"/>
                  </a:cubicBezTo>
                  <a:cubicBezTo>
                    <a:pt x="39985" y="58755"/>
                    <a:pt x="41920" y="61681"/>
                    <a:pt x="41920" y="63167"/>
                  </a:cubicBezTo>
                  <a:cubicBezTo>
                    <a:pt x="41920" y="65132"/>
                    <a:pt x="41404" y="64652"/>
                    <a:pt x="40458" y="64128"/>
                  </a:cubicBezTo>
                  <a:cubicBezTo>
                    <a:pt x="38996" y="63647"/>
                    <a:pt x="38996" y="63647"/>
                    <a:pt x="38050" y="61681"/>
                  </a:cubicBezTo>
                  <a:cubicBezTo>
                    <a:pt x="37104" y="60240"/>
                    <a:pt x="36116" y="59716"/>
                    <a:pt x="34697" y="59235"/>
                  </a:cubicBezTo>
                  <a:cubicBezTo>
                    <a:pt x="32762" y="58274"/>
                    <a:pt x="32762" y="56308"/>
                    <a:pt x="31300" y="55828"/>
                  </a:cubicBezTo>
                  <a:cubicBezTo>
                    <a:pt x="29838" y="55828"/>
                    <a:pt x="29365" y="55828"/>
                    <a:pt x="28892" y="54867"/>
                  </a:cubicBezTo>
                  <a:cubicBezTo>
                    <a:pt x="27946" y="53381"/>
                    <a:pt x="24077" y="53381"/>
                    <a:pt x="23131" y="53862"/>
                  </a:cubicBezTo>
                  <a:cubicBezTo>
                    <a:pt x="22658" y="54867"/>
                    <a:pt x="21669" y="56308"/>
                    <a:pt x="20723" y="55828"/>
                  </a:cubicBezTo>
                  <a:cubicBezTo>
                    <a:pt x="19734" y="55828"/>
                    <a:pt x="16381" y="57269"/>
                    <a:pt x="15908" y="58274"/>
                  </a:cubicBezTo>
                  <a:cubicBezTo>
                    <a:pt x="15392" y="59235"/>
                    <a:pt x="12984" y="59235"/>
                    <a:pt x="12511" y="60720"/>
                  </a:cubicBezTo>
                  <a:cubicBezTo>
                    <a:pt x="12511" y="61681"/>
                    <a:pt x="12038" y="62162"/>
                    <a:pt x="12038" y="63167"/>
                  </a:cubicBezTo>
                  <a:cubicBezTo>
                    <a:pt x="12038" y="63167"/>
                    <a:pt x="12038" y="63647"/>
                    <a:pt x="12038" y="64652"/>
                  </a:cubicBezTo>
                  <a:cubicBezTo>
                    <a:pt x="12511" y="67579"/>
                    <a:pt x="12038" y="68540"/>
                    <a:pt x="10576" y="69020"/>
                  </a:cubicBezTo>
                  <a:cubicBezTo>
                    <a:pt x="9630" y="69544"/>
                    <a:pt x="4815" y="69544"/>
                    <a:pt x="3826" y="69544"/>
                  </a:cubicBezTo>
                  <a:cubicBezTo>
                    <a:pt x="2407" y="70025"/>
                    <a:pt x="472" y="70986"/>
                    <a:pt x="472" y="72471"/>
                  </a:cubicBezTo>
                  <a:cubicBezTo>
                    <a:pt x="0" y="73913"/>
                    <a:pt x="945" y="77844"/>
                    <a:pt x="1418" y="79810"/>
                  </a:cubicBezTo>
                  <a:cubicBezTo>
                    <a:pt x="2407" y="81252"/>
                    <a:pt x="4342" y="85183"/>
                    <a:pt x="4815" y="87149"/>
                  </a:cubicBezTo>
                  <a:cubicBezTo>
                    <a:pt x="5761" y="89115"/>
                    <a:pt x="5288" y="89595"/>
                    <a:pt x="6750" y="90076"/>
                  </a:cubicBezTo>
                  <a:cubicBezTo>
                    <a:pt x="7696" y="90556"/>
                    <a:pt x="13500" y="94008"/>
                    <a:pt x="14919" y="96454"/>
                  </a:cubicBezTo>
                  <a:cubicBezTo>
                    <a:pt x="16854" y="99381"/>
                    <a:pt x="17327" y="102832"/>
                    <a:pt x="19734" y="104273"/>
                  </a:cubicBezTo>
                  <a:cubicBezTo>
                    <a:pt x="21669" y="105278"/>
                    <a:pt x="27431" y="108205"/>
                    <a:pt x="30827" y="110171"/>
                  </a:cubicBezTo>
                  <a:cubicBezTo>
                    <a:pt x="32289" y="108685"/>
                    <a:pt x="35643" y="105759"/>
                    <a:pt x="37577" y="105759"/>
                  </a:cubicBezTo>
                  <a:cubicBezTo>
                    <a:pt x="39512" y="106239"/>
                    <a:pt x="44801" y="105278"/>
                    <a:pt x="45274" y="103793"/>
                  </a:cubicBezTo>
                  <a:cubicBezTo>
                    <a:pt x="45790" y="102832"/>
                    <a:pt x="46262" y="99905"/>
                    <a:pt x="47681" y="100866"/>
                  </a:cubicBezTo>
                  <a:cubicBezTo>
                    <a:pt x="49616" y="101346"/>
                    <a:pt x="50089" y="100866"/>
                    <a:pt x="51078" y="101827"/>
                  </a:cubicBezTo>
                  <a:cubicBezTo>
                    <a:pt x="51551" y="102832"/>
                    <a:pt x="52970" y="101346"/>
                    <a:pt x="53486" y="102832"/>
                  </a:cubicBezTo>
                  <a:cubicBezTo>
                    <a:pt x="53959" y="103793"/>
                    <a:pt x="54905" y="103793"/>
                    <a:pt x="55420" y="102307"/>
                  </a:cubicBezTo>
                  <a:cubicBezTo>
                    <a:pt x="55893" y="100866"/>
                    <a:pt x="56839" y="101346"/>
                    <a:pt x="58301" y="100385"/>
                  </a:cubicBezTo>
                  <a:cubicBezTo>
                    <a:pt x="59247" y="99905"/>
                    <a:pt x="60236" y="99905"/>
                    <a:pt x="60709" y="100866"/>
                  </a:cubicBezTo>
                  <a:cubicBezTo>
                    <a:pt x="60709" y="102307"/>
                    <a:pt x="61655" y="104273"/>
                    <a:pt x="62644" y="104273"/>
                  </a:cubicBezTo>
                  <a:cubicBezTo>
                    <a:pt x="63590" y="104273"/>
                    <a:pt x="64536" y="105278"/>
                    <a:pt x="63590" y="105759"/>
                  </a:cubicBezTo>
                  <a:cubicBezTo>
                    <a:pt x="62644" y="106720"/>
                    <a:pt x="63117" y="109166"/>
                    <a:pt x="63590" y="109690"/>
                  </a:cubicBezTo>
                  <a:cubicBezTo>
                    <a:pt x="64063" y="110171"/>
                    <a:pt x="63117" y="110651"/>
                    <a:pt x="62128" y="111132"/>
                  </a:cubicBezTo>
                  <a:cubicBezTo>
                    <a:pt x="61182" y="111132"/>
                    <a:pt x="62644" y="114583"/>
                    <a:pt x="63117" y="115544"/>
                  </a:cubicBezTo>
                  <a:cubicBezTo>
                    <a:pt x="63590" y="116024"/>
                    <a:pt x="64063" y="116985"/>
                    <a:pt x="64536" y="117510"/>
                  </a:cubicBezTo>
                  <a:lnTo>
                    <a:pt x="65051" y="117510"/>
                  </a:lnTo>
                  <a:cubicBezTo>
                    <a:pt x="65997" y="117510"/>
                    <a:pt x="67932" y="116985"/>
                    <a:pt x="68405" y="116024"/>
                  </a:cubicBezTo>
                  <a:cubicBezTo>
                    <a:pt x="68878" y="115063"/>
                    <a:pt x="70340" y="116024"/>
                    <a:pt x="71286" y="116024"/>
                  </a:cubicBezTo>
                  <a:cubicBezTo>
                    <a:pt x="72275" y="115544"/>
                    <a:pt x="72748" y="117990"/>
                    <a:pt x="72748" y="118951"/>
                  </a:cubicBezTo>
                  <a:cubicBezTo>
                    <a:pt x="72748" y="119956"/>
                    <a:pt x="74682" y="117990"/>
                    <a:pt x="74682" y="116985"/>
                  </a:cubicBezTo>
                  <a:cubicBezTo>
                    <a:pt x="74682" y="115544"/>
                    <a:pt x="75155" y="115063"/>
                    <a:pt x="76101" y="115063"/>
                  </a:cubicBezTo>
                  <a:cubicBezTo>
                    <a:pt x="77563" y="114583"/>
                    <a:pt x="78036" y="113097"/>
                    <a:pt x="78036" y="112136"/>
                  </a:cubicBezTo>
                  <a:cubicBezTo>
                    <a:pt x="78036" y="111132"/>
                    <a:pt x="79498" y="110651"/>
                    <a:pt x="80444" y="111132"/>
                  </a:cubicBezTo>
                  <a:cubicBezTo>
                    <a:pt x="81906" y="111132"/>
                    <a:pt x="82379" y="110651"/>
                    <a:pt x="82852" y="109690"/>
                  </a:cubicBezTo>
                  <a:cubicBezTo>
                    <a:pt x="83840" y="108685"/>
                    <a:pt x="84313" y="109166"/>
                    <a:pt x="85259" y="110171"/>
                  </a:cubicBezTo>
                  <a:cubicBezTo>
                    <a:pt x="85732" y="111132"/>
                    <a:pt x="87194" y="110171"/>
                    <a:pt x="87667" y="108685"/>
                  </a:cubicBezTo>
                  <a:cubicBezTo>
                    <a:pt x="88183" y="107200"/>
                    <a:pt x="89602" y="105278"/>
                    <a:pt x="90118" y="103312"/>
                  </a:cubicBezTo>
                  <a:cubicBezTo>
                    <a:pt x="90591" y="101346"/>
                    <a:pt x="90591" y="99905"/>
                    <a:pt x="89602" y="99381"/>
                  </a:cubicBezTo>
                  <a:cubicBezTo>
                    <a:pt x="88656" y="98900"/>
                    <a:pt x="87194" y="98900"/>
                    <a:pt x="86721" y="99905"/>
                  </a:cubicBezTo>
                  <a:cubicBezTo>
                    <a:pt x="85732" y="100866"/>
                    <a:pt x="85259" y="100866"/>
                    <a:pt x="84786" y="99381"/>
                  </a:cubicBezTo>
                  <a:cubicBezTo>
                    <a:pt x="84313" y="97939"/>
                    <a:pt x="83840" y="96454"/>
                    <a:pt x="82852" y="96454"/>
                  </a:cubicBezTo>
                  <a:cubicBezTo>
                    <a:pt x="81906" y="96454"/>
                    <a:pt x="82379" y="94969"/>
                    <a:pt x="82379" y="93003"/>
                  </a:cubicBezTo>
                  <a:cubicBezTo>
                    <a:pt x="82852" y="91081"/>
                    <a:pt x="82852" y="90556"/>
                    <a:pt x="83840" y="90556"/>
                  </a:cubicBezTo>
                  <a:cubicBezTo>
                    <a:pt x="84786" y="90556"/>
                    <a:pt x="85732" y="90556"/>
                    <a:pt x="85732" y="89595"/>
                  </a:cubicBezTo>
                  <a:cubicBezTo>
                    <a:pt x="85732" y="88634"/>
                    <a:pt x="85259" y="87149"/>
                    <a:pt x="83840" y="87630"/>
                  </a:cubicBezTo>
                  <a:cubicBezTo>
                    <a:pt x="82852" y="87630"/>
                    <a:pt x="81906" y="87630"/>
                    <a:pt x="80960" y="86669"/>
                  </a:cubicBezTo>
                  <a:cubicBezTo>
                    <a:pt x="79971" y="85664"/>
                    <a:pt x="79025" y="85664"/>
                    <a:pt x="78036" y="86669"/>
                  </a:cubicBezTo>
                  <a:cubicBezTo>
                    <a:pt x="76617" y="87630"/>
                    <a:pt x="76617" y="87630"/>
                    <a:pt x="75628" y="86669"/>
                  </a:cubicBezTo>
                  <a:cubicBezTo>
                    <a:pt x="74166" y="85664"/>
                    <a:pt x="76101" y="84222"/>
                    <a:pt x="76617" y="82257"/>
                  </a:cubicBezTo>
                  <a:cubicBezTo>
                    <a:pt x="77090" y="79810"/>
                    <a:pt x="78036" y="79330"/>
                    <a:pt x="79025" y="78849"/>
                  </a:cubicBezTo>
                  <a:cubicBezTo>
                    <a:pt x="80444" y="78325"/>
                    <a:pt x="81906" y="78849"/>
                    <a:pt x="83324" y="80291"/>
                  </a:cubicBezTo>
                  <a:cubicBezTo>
                    <a:pt x="84786" y="81252"/>
                    <a:pt x="86248" y="79810"/>
                    <a:pt x="87194" y="78325"/>
                  </a:cubicBezTo>
                  <a:cubicBezTo>
                    <a:pt x="88183" y="76883"/>
                    <a:pt x="89602" y="78325"/>
                    <a:pt x="89602" y="77364"/>
                  </a:cubicBezTo>
                  <a:cubicBezTo>
                    <a:pt x="90118" y="75879"/>
                    <a:pt x="91064" y="74437"/>
                    <a:pt x="91537" y="74437"/>
                  </a:cubicBezTo>
                  <a:cubicBezTo>
                    <a:pt x="92010" y="74437"/>
                    <a:pt x="92998" y="75398"/>
                    <a:pt x="94417" y="74918"/>
                  </a:cubicBezTo>
                  <a:cubicBezTo>
                    <a:pt x="95406" y="74918"/>
                    <a:pt x="96825" y="74437"/>
                    <a:pt x="98287" y="74437"/>
                  </a:cubicBezTo>
                  <a:cubicBezTo>
                    <a:pt x="99749" y="74437"/>
                    <a:pt x="99749" y="75879"/>
                    <a:pt x="101168" y="74437"/>
                  </a:cubicBezTo>
                  <a:cubicBezTo>
                    <a:pt x="102156" y="72952"/>
                    <a:pt x="103575" y="73913"/>
                    <a:pt x="103575" y="73432"/>
                  </a:cubicBezTo>
                  <a:cubicBezTo>
                    <a:pt x="103575" y="72952"/>
                    <a:pt x="104048" y="70506"/>
                    <a:pt x="105037" y="69020"/>
                  </a:cubicBezTo>
                  <a:cubicBezTo>
                    <a:pt x="105983" y="67579"/>
                    <a:pt x="106972" y="66574"/>
                    <a:pt x="106972" y="66093"/>
                  </a:cubicBezTo>
                  <a:cubicBezTo>
                    <a:pt x="106972" y="65132"/>
                    <a:pt x="105983" y="63167"/>
                    <a:pt x="105037" y="63167"/>
                  </a:cubicBezTo>
                  <a:cubicBezTo>
                    <a:pt x="104564" y="63167"/>
                    <a:pt x="103575" y="62162"/>
                    <a:pt x="104048" y="61201"/>
                  </a:cubicBezTo>
                  <a:cubicBezTo>
                    <a:pt x="105037" y="60720"/>
                    <a:pt x="104048" y="61201"/>
                    <a:pt x="105037" y="58755"/>
                  </a:cubicBezTo>
                  <a:cubicBezTo>
                    <a:pt x="105983" y="56789"/>
                    <a:pt x="107445" y="54867"/>
                    <a:pt x="108864" y="53862"/>
                  </a:cubicBezTo>
                  <a:cubicBezTo>
                    <a:pt x="110798" y="52901"/>
                    <a:pt x="111787" y="50411"/>
                    <a:pt x="112733" y="47965"/>
                  </a:cubicBezTo>
                  <a:cubicBezTo>
                    <a:pt x="114195" y="46042"/>
                    <a:pt x="115614" y="45518"/>
                    <a:pt x="116130" y="44077"/>
                  </a:cubicBezTo>
                  <a:cubicBezTo>
                    <a:pt x="117076" y="43072"/>
                    <a:pt x="118022" y="41150"/>
                    <a:pt x="117076" y="40145"/>
                  </a:cubicBezTo>
                  <a:cubicBezTo>
                    <a:pt x="116130" y="39184"/>
                    <a:pt x="116603" y="36214"/>
                    <a:pt x="117076" y="34772"/>
                  </a:cubicBezTo>
                  <a:cubicBezTo>
                    <a:pt x="118022" y="32806"/>
                    <a:pt x="119011" y="30840"/>
                    <a:pt x="119011" y="3036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Shape 6753"/>
            <p:cNvSpPr/>
            <p:nvPr/>
          </p:nvSpPr>
          <p:spPr>
            <a:xfrm>
              <a:off x="11064635" y="5492055"/>
              <a:ext cx="1445362" cy="13090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795" y="76718"/>
                  </a:moveTo>
                  <a:lnTo>
                    <a:pt x="113795" y="76718"/>
                  </a:lnTo>
                  <a:lnTo>
                    <a:pt x="113795" y="76718"/>
                  </a:lnTo>
                  <a:lnTo>
                    <a:pt x="113795" y="76718"/>
                  </a:lnTo>
                  <a:lnTo>
                    <a:pt x="113795" y="76718"/>
                  </a:lnTo>
                  <a:lnTo>
                    <a:pt x="113289" y="76718"/>
                  </a:lnTo>
                  <a:lnTo>
                    <a:pt x="113289" y="76718"/>
                  </a:lnTo>
                  <a:lnTo>
                    <a:pt x="113289" y="76718"/>
                  </a:lnTo>
                  <a:lnTo>
                    <a:pt x="113289" y="76718"/>
                  </a:lnTo>
                  <a:lnTo>
                    <a:pt x="113289" y="76718"/>
                  </a:lnTo>
                  <a:lnTo>
                    <a:pt x="112784" y="76718"/>
                  </a:lnTo>
                  <a:lnTo>
                    <a:pt x="112784" y="76718"/>
                  </a:lnTo>
                  <a:lnTo>
                    <a:pt x="112784" y="76718"/>
                  </a:lnTo>
                  <a:cubicBezTo>
                    <a:pt x="112784" y="76718"/>
                    <a:pt x="112784" y="76718"/>
                    <a:pt x="112232" y="76160"/>
                  </a:cubicBezTo>
                  <a:cubicBezTo>
                    <a:pt x="110716" y="75044"/>
                    <a:pt x="109659" y="74435"/>
                    <a:pt x="109153" y="75602"/>
                  </a:cubicBezTo>
                  <a:cubicBezTo>
                    <a:pt x="108648" y="77276"/>
                    <a:pt x="106579" y="77276"/>
                    <a:pt x="104511" y="77276"/>
                  </a:cubicBezTo>
                  <a:cubicBezTo>
                    <a:pt x="102443" y="77276"/>
                    <a:pt x="101937" y="76718"/>
                    <a:pt x="101432" y="75602"/>
                  </a:cubicBezTo>
                  <a:cubicBezTo>
                    <a:pt x="100926" y="75044"/>
                    <a:pt x="100421" y="74435"/>
                    <a:pt x="98353" y="75044"/>
                  </a:cubicBezTo>
                  <a:cubicBezTo>
                    <a:pt x="96284" y="76160"/>
                    <a:pt x="94216" y="76160"/>
                    <a:pt x="93711" y="76160"/>
                  </a:cubicBezTo>
                  <a:cubicBezTo>
                    <a:pt x="93205" y="76160"/>
                    <a:pt x="92654" y="75602"/>
                    <a:pt x="93205" y="74435"/>
                  </a:cubicBezTo>
                  <a:cubicBezTo>
                    <a:pt x="93205" y="73319"/>
                    <a:pt x="94216" y="72761"/>
                    <a:pt x="93205" y="72761"/>
                  </a:cubicBezTo>
                  <a:cubicBezTo>
                    <a:pt x="92148" y="72152"/>
                    <a:pt x="92148" y="71035"/>
                    <a:pt x="92148" y="69868"/>
                  </a:cubicBezTo>
                  <a:cubicBezTo>
                    <a:pt x="92654" y="68752"/>
                    <a:pt x="91643" y="68194"/>
                    <a:pt x="90080" y="68194"/>
                  </a:cubicBezTo>
                  <a:cubicBezTo>
                    <a:pt x="89069" y="68752"/>
                    <a:pt x="89069" y="68194"/>
                    <a:pt x="87506" y="66469"/>
                  </a:cubicBezTo>
                  <a:cubicBezTo>
                    <a:pt x="85438" y="64794"/>
                    <a:pt x="84427" y="63069"/>
                    <a:pt x="84932" y="64794"/>
                  </a:cubicBezTo>
                  <a:cubicBezTo>
                    <a:pt x="84932" y="66469"/>
                    <a:pt x="85438" y="68194"/>
                    <a:pt x="83921" y="67636"/>
                  </a:cubicBezTo>
                  <a:cubicBezTo>
                    <a:pt x="82864" y="67636"/>
                    <a:pt x="81348" y="65353"/>
                    <a:pt x="79785" y="66469"/>
                  </a:cubicBezTo>
                  <a:cubicBezTo>
                    <a:pt x="78774" y="67636"/>
                    <a:pt x="78774" y="67027"/>
                    <a:pt x="77211" y="67636"/>
                  </a:cubicBezTo>
                  <a:cubicBezTo>
                    <a:pt x="75143" y="67636"/>
                    <a:pt x="74132" y="67636"/>
                    <a:pt x="74132" y="65911"/>
                  </a:cubicBezTo>
                  <a:cubicBezTo>
                    <a:pt x="74638" y="64794"/>
                    <a:pt x="75143" y="62511"/>
                    <a:pt x="73075" y="63069"/>
                  </a:cubicBezTo>
                  <a:cubicBezTo>
                    <a:pt x="71053" y="63627"/>
                    <a:pt x="68985" y="63627"/>
                    <a:pt x="67927" y="62511"/>
                  </a:cubicBezTo>
                  <a:cubicBezTo>
                    <a:pt x="67422" y="61953"/>
                    <a:pt x="67927" y="60228"/>
                    <a:pt x="66916" y="59670"/>
                  </a:cubicBezTo>
                  <a:cubicBezTo>
                    <a:pt x="65905" y="59670"/>
                    <a:pt x="65400" y="56219"/>
                    <a:pt x="66411" y="55103"/>
                  </a:cubicBezTo>
                  <a:cubicBezTo>
                    <a:pt x="67422" y="53987"/>
                    <a:pt x="69490" y="52820"/>
                    <a:pt x="68985" y="52262"/>
                  </a:cubicBezTo>
                  <a:cubicBezTo>
                    <a:pt x="68479" y="51145"/>
                    <a:pt x="67422" y="52262"/>
                    <a:pt x="66916" y="51145"/>
                  </a:cubicBezTo>
                  <a:cubicBezTo>
                    <a:pt x="66411" y="49978"/>
                    <a:pt x="66916" y="48862"/>
                    <a:pt x="65905" y="48862"/>
                  </a:cubicBezTo>
                  <a:cubicBezTo>
                    <a:pt x="64848" y="48862"/>
                    <a:pt x="64848" y="47746"/>
                    <a:pt x="64848" y="47137"/>
                  </a:cubicBezTo>
                  <a:cubicBezTo>
                    <a:pt x="63837" y="47137"/>
                    <a:pt x="63332" y="46579"/>
                    <a:pt x="62780" y="45463"/>
                  </a:cubicBezTo>
                  <a:cubicBezTo>
                    <a:pt x="61769" y="44295"/>
                    <a:pt x="60712" y="45463"/>
                    <a:pt x="60712" y="47137"/>
                  </a:cubicBezTo>
                  <a:cubicBezTo>
                    <a:pt x="60712" y="49420"/>
                    <a:pt x="61263" y="49978"/>
                    <a:pt x="59195" y="49978"/>
                  </a:cubicBezTo>
                  <a:cubicBezTo>
                    <a:pt x="56621" y="50587"/>
                    <a:pt x="57633" y="49420"/>
                    <a:pt x="57127" y="48304"/>
                  </a:cubicBezTo>
                  <a:cubicBezTo>
                    <a:pt x="57127" y="47746"/>
                    <a:pt x="55610" y="47746"/>
                    <a:pt x="54553" y="47746"/>
                  </a:cubicBezTo>
                  <a:cubicBezTo>
                    <a:pt x="54048" y="47746"/>
                    <a:pt x="54048" y="45463"/>
                    <a:pt x="54553" y="44295"/>
                  </a:cubicBezTo>
                  <a:cubicBezTo>
                    <a:pt x="55610" y="42570"/>
                    <a:pt x="55059" y="42012"/>
                    <a:pt x="54048" y="41454"/>
                  </a:cubicBezTo>
                  <a:cubicBezTo>
                    <a:pt x="53542" y="41454"/>
                    <a:pt x="54048" y="37496"/>
                    <a:pt x="54048" y="35771"/>
                  </a:cubicBezTo>
                  <a:cubicBezTo>
                    <a:pt x="54048" y="33488"/>
                    <a:pt x="54553" y="32372"/>
                    <a:pt x="56116" y="31813"/>
                  </a:cubicBezTo>
                  <a:cubicBezTo>
                    <a:pt x="58138" y="31813"/>
                    <a:pt x="58690" y="30646"/>
                    <a:pt x="57633" y="30088"/>
                  </a:cubicBezTo>
                  <a:cubicBezTo>
                    <a:pt x="56116" y="29530"/>
                    <a:pt x="55610" y="29530"/>
                    <a:pt x="55610" y="27805"/>
                  </a:cubicBezTo>
                  <a:cubicBezTo>
                    <a:pt x="55610" y="25522"/>
                    <a:pt x="55610" y="26689"/>
                    <a:pt x="54048" y="24405"/>
                  </a:cubicBezTo>
                  <a:cubicBezTo>
                    <a:pt x="52485" y="22731"/>
                    <a:pt x="53037" y="16439"/>
                    <a:pt x="53542" y="14714"/>
                  </a:cubicBezTo>
                  <a:cubicBezTo>
                    <a:pt x="54048" y="13598"/>
                    <a:pt x="53542" y="12482"/>
                    <a:pt x="51980" y="11365"/>
                  </a:cubicBezTo>
                  <a:cubicBezTo>
                    <a:pt x="50968" y="10249"/>
                    <a:pt x="51474" y="8524"/>
                    <a:pt x="51980" y="7408"/>
                  </a:cubicBezTo>
                  <a:cubicBezTo>
                    <a:pt x="52485" y="6241"/>
                    <a:pt x="51474" y="5124"/>
                    <a:pt x="49406" y="2841"/>
                  </a:cubicBezTo>
                  <a:cubicBezTo>
                    <a:pt x="47338" y="1116"/>
                    <a:pt x="45775" y="0"/>
                    <a:pt x="45775" y="0"/>
                  </a:cubicBezTo>
                  <a:cubicBezTo>
                    <a:pt x="45270" y="1116"/>
                    <a:pt x="44764" y="2841"/>
                    <a:pt x="43753" y="5682"/>
                  </a:cubicBezTo>
                  <a:cubicBezTo>
                    <a:pt x="40674" y="10807"/>
                    <a:pt x="39111" y="14714"/>
                    <a:pt x="38054" y="15323"/>
                  </a:cubicBezTo>
                  <a:cubicBezTo>
                    <a:pt x="36537" y="15323"/>
                    <a:pt x="34009" y="13598"/>
                    <a:pt x="34009" y="15881"/>
                  </a:cubicBezTo>
                  <a:cubicBezTo>
                    <a:pt x="34469" y="18164"/>
                    <a:pt x="34469" y="19281"/>
                    <a:pt x="34009" y="20448"/>
                  </a:cubicBezTo>
                  <a:cubicBezTo>
                    <a:pt x="33504" y="21564"/>
                    <a:pt x="27805" y="27247"/>
                    <a:pt x="25231" y="30088"/>
                  </a:cubicBezTo>
                  <a:cubicBezTo>
                    <a:pt x="23163" y="32372"/>
                    <a:pt x="18016" y="37496"/>
                    <a:pt x="18016" y="37496"/>
                  </a:cubicBezTo>
                  <a:cubicBezTo>
                    <a:pt x="18016" y="37496"/>
                    <a:pt x="17510" y="37496"/>
                    <a:pt x="17004" y="36938"/>
                  </a:cubicBezTo>
                  <a:cubicBezTo>
                    <a:pt x="15993" y="36329"/>
                    <a:pt x="14431" y="35213"/>
                    <a:pt x="14431" y="36329"/>
                  </a:cubicBezTo>
                  <a:cubicBezTo>
                    <a:pt x="13925" y="37496"/>
                    <a:pt x="12363" y="35771"/>
                    <a:pt x="11857" y="38054"/>
                  </a:cubicBezTo>
                  <a:cubicBezTo>
                    <a:pt x="11857" y="40338"/>
                    <a:pt x="12363" y="40896"/>
                    <a:pt x="10294" y="42012"/>
                  </a:cubicBezTo>
                  <a:cubicBezTo>
                    <a:pt x="8778" y="43179"/>
                    <a:pt x="6204" y="43737"/>
                    <a:pt x="5147" y="43179"/>
                  </a:cubicBezTo>
                  <a:cubicBezTo>
                    <a:pt x="4136" y="42570"/>
                    <a:pt x="2573" y="40338"/>
                    <a:pt x="1562" y="40896"/>
                  </a:cubicBezTo>
                  <a:cubicBezTo>
                    <a:pt x="505" y="40896"/>
                    <a:pt x="0" y="43737"/>
                    <a:pt x="505" y="51145"/>
                  </a:cubicBezTo>
                  <a:cubicBezTo>
                    <a:pt x="1011" y="58503"/>
                    <a:pt x="1011" y="59112"/>
                    <a:pt x="2573" y="60228"/>
                  </a:cubicBezTo>
                  <a:cubicBezTo>
                    <a:pt x="4136" y="61395"/>
                    <a:pt x="6204" y="61395"/>
                    <a:pt x="7215" y="64186"/>
                  </a:cubicBezTo>
                  <a:cubicBezTo>
                    <a:pt x="7721" y="66469"/>
                    <a:pt x="7721" y="68194"/>
                    <a:pt x="9789" y="68194"/>
                  </a:cubicBezTo>
                  <a:cubicBezTo>
                    <a:pt x="11351" y="68752"/>
                    <a:pt x="14936" y="68752"/>
                    <a:pt x="16499" y="70477"/>
                  </a:cubicBezTo>
                  <a:cubicBezTo>
                    <a:pt x="18016" y="72761"/>
                    <a:pt x="20589" y="72761"/>
                    <a:pt x="22152" y="72152"/>
                  </a:cubicBezTo>
                  <a:cubicBezTo>
                    <a:pt x="23163" y="71035"/>
                    <a:pt x="22657" y="69310"/>
                    <a:pt x="23715" y="68752"/>
                  </a:cubicBezTo>
                  <a:cubicBezTo>
                    <a:pt x="24726" y="67636"/>
                    <a:pt x="26794" y="65353"/>
                    <a:pt x="28356" y="65911"/>
                  </a:cubicBezTo>
                  <a:cubicBezTo>
                    <a:pt x="29873" y="65911"/>
                    <a:pt x="30379" y="65911"/>
                    <a:pt x="30379" y="68752"/>
                  </a:cubicBezTo>
                  <a:cubicBezTo>
                    <a:pt x="30379" y="71035"/>
                    <a:pt x="32447" y="72761"/>
                    <a:pt x="31436" y="74435"/>
                  </a:cubicBezTo>
                  <a:cubicBezTo>
                    <a:pt x="30379" y="76718"/>
                    <a:pt x="28862" y="77276"/>
                    <a:pt x="29368" y="79560"/>
                  </a:cubicBezTo>
                  <a:cubicBezTo>
                    <a:pt x="29873" y="81843"/>
                    <a:pt x="30379" y="85243"/>
                    <a:pt x="29873" y="88084"/>
                  </a:cubicBezTo>
                  <a:cubicBezTo>
                    <a:pt x="28862" y="90367"/>
                    <a:pt x="26794" y="93767"/>
                    <a:pt x="25737" y="95492"/>
                  </a:cubicBezTo>
                  <a:cubicBezTo>
                    <a:pt x="25737" y="96050"/>
                    <a:pt x="25231" y="97167"/>
                    <a:pt x="24726" y="97775"/>
                  </a:cubicBezTo>
                  <a:lnTo>
                    <a:pt x="25231" y="97775"/>
                  </a:lnTo>
                  <a:cubicBezTo>
                    <a:pt x="25231" y="97775"/>
                    <a:pt x="37043" y="97167"/>
                    <a:pt x="39111" y="98334"/>
                  </a:cubicBezTo>
                  <a:cubicBezTo>
                    <a:pt x="40674" y="99450"/>
                    <a:pt x="48349" y="106300"/>
                    <a:pt x="49911" y="107416"/>
                  </a:cubicBezTo>
                  <a:cubicBezTo>
                    <a:pt x="50968" y="109141"/>
                    <a:pt x="52485" y="108532"/>
                    <a:pt x="54048" y="106858"/>
                  </a:cubicBezTo>
                  <a:cubicBezTo>
                    <a:pt x="56116" y="105133"/>
                    <a:pt x="61263" y="100059"/>
                    <a:pt x="62780" y="101175"/>
                  </a:cubicBezTo>
                  <a:cubicBezTo>
                    <a:pt x="64343" y="101733"/>
                    <a:pt x="64848" y="104016"/>
                    <a:pt x="65905" y="105133"/>
                  </a:cubicBezTo>
                  <a:cubicBezTo>
                    <a:pt x="66411" y="105691"/>
                    <a:pt x="69996" y="107974"/>
                    <a:pt x="73626" y="108532"/>
                  </a:cubicBezTo>
                  <a:cubicBezTo>
                    <a:pt x="76706" y="109141"/>
                    <a:pt x="76200" y="109141"/>
                    <a:pt x="77211" y="107416"/>
                  </a:cubicBezTo>
                  <a:cubicBezTo>
                    <a:pt x="78268" y="105691"/>
                    <a:pt x="79785" y="104016"/>
                    <a:pt x="80842" y="105133"/>
                  </a:cubicBezTo>
                  <a:cubicBezTo>
                    <a:pt x="81853" y="106300"/>
                    <a:pt x="85438" y="110257"/>
                    <a:pt x="85438" y="110257"/>
                  </a:cubicBezTo>
                  <a:cubicBezTo>
                    <a:pt x="85438" y="110257"/>
                    <a:pt x="89069" y="108532"/>
                    <a:pt x="89574" y="107416"/>
                  </a:cubicBezTo>
                  <a:cubicBezTo>
                    <a:pt x="90080" y="106300"/>
                    <a:pt x="89574" y="105133"/>
                    <a:pt x="91137" y="105133"/>
                  </a:cubicBezTo>
                  <a:cubicBezTo>
                    <a:pt x="92654" y="105133"/>
                    <a:pt x="93711" y="104575"/>
                    <a:pt x="93711" y="102900"/>
                  </a:cubicBezTo>
                  <a:cubicBezTo>
                    <a:pt x="93711" y="101175"/>
                    <a:pt x="96284" y="100617"/>
                    <a:pt x="96284" y="102291"/>
                  </a:cubicBezTo>
                  <a:cubicBezTo>
                    <a:pt x="96284" y="103458"/>
                    <a:pt x="96790" y="105691"/>
                    <a:pt x="97296" y="106300"/>
                  </a:cubicBezTo>
                  <a:cubicBezTo>
                    <a:pt x="97801" y="106858"/>
                    <a:pt x="96790" y="111424"/>
                    <a:pt x="97296" y="113099"/>
                  </a:cubicBezTo>
                  <a:cubicBezTo>
                    <a:pt x="97801" y="114824"/>
                    <a:pt x="98858" y="116498"/>
                    <a:pt x="99869" y="115382"/>
                  </a:cubicBezTo>
                  <a:cubicBezTo>
                    <a:pt x="100421" y="113657"/>
                    <a:pt x="102443" y="113657"/>
                    <a:pt x="102995" y="115940"/>
                  </a:cubicBezTo>
                  <a:cubicBezTo>
                    <a:pt x="104006" y="117665"/>
                    <a:pt x="104006" y="118782"/>
                    <a:pt x="106074" y="118782"/>
                  </a:cubicBezTo>
                  <a:cubicBezTo>
                    <a:pt x="108096" y="118782"/>
                    <a:pt x="109153" y="119949"/>
                    <a:pt x="110716" y="118782"/>
                  </a:cubicBezTo>
                  <a:cubicBezTo>
                    <a:pt x="112784" y="117665"/>
                    <a:pt x="113795" y="115940"/>
                    <a:pt x="112232" y="115940"/>
                  </a:cubicBezTo>
                  <a:cubicBezTo>
                    <a:pt x="111221" y="115382"/>
                    <a:pt x="109659" y="113099"/>
                    <a:pt x="110716" y="113099"/>
                  </a:cubicBezTo>
                  <a:cubicBezTo>
                    <a:pt x="112232" y="112541"/>
                    <a:pt x="116369" y="110816"/>
                    <a:pt x="116369" y="110816"/>
                  </a:cubicBezTo>
                  <a:cubicBezTo>
                    <a:pt x="116369" y="110816"/>
                    <a:pt x="115863" y="107416"/>
                    <a:pt x="114806" y="106858"/>
                  </a:cubicBezTo>
                  <a:cubicBezTo>
                    <a:pt x="113795" y="106300"/>
                    <a:pt x="112232" y="101175"/>
                    <a:pt x="112784" y="101175"/>
                  </a:cubicBezTo>
                  <a:cubicBezTo>
                    <a:pt x="113795" y="100617"/>
                    <a:pt x="116874" y="100059"/>
                    <a:pt x="116874" y="98334"/>
                  </a:cubicBezTo>
                  <a:cubicBezTo>
                    <a:pt x="116874" y="96608"/>
                    <a:pt x="117380" y="94883"/>
                    <a:pt x="116369" y="94883"/>
                  </a:cubicBezTo>
                  <a:cubicBezTo>
                    <a:pt x="114806" y="94883"/>
                    <a:pt x="114806" y="89251"/>
                    <a:pt x="116874" y="88084"/>
                  </a:cubicBezTo>
                  <a:cubicBezTo>
                    <a:pt x="118942" y="86410"/>
                    <a:pt x="119954" y="82401"/>
                    <a:pt x="119448" y="80676"/>
                  </a:cubicBezTo>
                  <a:cubicBezTo>
                    <a:pt x="118942" y="79560"/>
                    <a:pt x="117885" y="79560"/>
                    <a:pt x="116369" y="79002"/>
                  </a:cubicBezTo>
                  <a:cubicBezTo>
                    <a:pt x="115358" y="79002"/>
                    <a:pt x="114301" y="77835"/>
                    <a:pt x="113795" y="7671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Shape 6754"/>
            <p:cNvSpPr/>
            <p:nvPr/>
          </p:nvSpPr>
          <p:spPr>
            <a:xfrm>
              <a:off x="11157413" y="6551964"/>
              <a:ext cx="888703" cy="75707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650" y="89408"/>
                  </a:moveTo>
                  <a:lnTo>
                    <a:pt x="79650" y="89408"/>
                  </a:lnTo>
                  <a:cubicBezTo>
                    <a:pt x="79650" y="88444"/>
                    <a:pt x="78827" y="75646"/>
                    <a:pt x="78003" y="75646"/>
                  </a:cubicBezTo>
                  <a:cubicBezTo>
                    <a:pt x="76281" y="74682"/>
                    <a:pt x="75458" y="72753"/>
                    <a:pt x="76281" y="71789"/>
                  </a:cubicBezTo>
                  <a:cubicBezTo>
                    <a:pt x="77105" y="70737"/>
                    <a:pt x="77105" y="68809"/>
                    <a:pt x="73811" y="68809"/>
                  </a:cubicBezTo>
                  <a:cubicBezTo>
                    <a:pt x="71266" y="68809"/>
                    <a:pt x="72089" y="62936"/>
                    <a:pt x="73811" y="61884"/>
                  </a:cubicBezTo>
                  <a:cubicBezTo>
                    <a:pt x="76281" y="60920"/>
                    <a:pt x="79650" y="54083"/>
                    <a:pt x="79650" y="54083"/>
                  </a:cubicBezTo>
                  <a:cubicBezTo>
                    <a:pt x="79650" y="54083"/>
                    <a:pt x="79650" y="55047"/>
                    <a:pt x="80474" y="56975"/>
                  </a:cubicBezTo>
                  <a:cubicBezTo>
                    <a:pt x="82121" y="58027"/>
                    <a:pt x="85489" y="58027"/>
                    <a:pt x="87211" y="56975"/>
                  </a:cubicBezTo>
                  <a:cubicBezTo>
                    <a:pt x="88858" y="55047"/>
                    <a:pt x="88858" y="52154"/>
                    <a:pt x="90580" y="53119"/>
                  </a:cubicBezTo>
                  <a:cubicBezTo>
                    <a:pt x="91403" y="53119"/>
                    <a:pt x="92227" y="54083"/>
                    <a:pt x="94772" y="54083"/>
                  </a:cubicBezTo>
                  <a:cubicBezTo>
                    <a:pt x="97242" y="55047"/>
                    <a:pt x="97242" y="56011"/>
                    <a:pt x="97242" y="53119"/>
                  </a:cubicBezTo>
                  <a:cubicBezTo>
                    <a:pt x="97242" y="50138"/>
                    <a:pt x="98964" y="50138"/>
                    <a:pt x="100611" y="50138"/>
                  </a:cubicBezTo>
                  <a:cubicBezTo>
                    <a:pt x="102258" y="51102"/>
                    <a:pt x="101434" y="46194"/>
                    <a:pt x="100611" y="42249"/>
                  </a:cubicBezTo>
                  <a:cubicBezTo>
                    <a:pt x="100611" y="38305"/>
                    <a:pt x="101434" y="37341"/>
                    <a:pt x="103156" y="39357"/>
                  </a:cubicBezTo>
                  <a:cubicBezTo>
                    <a:pt x="105626" y="41285"/>
                    <a:pt x="107348" y="36376"/>
                    <a:pt x="108172" y="37341"/>
                  </a:cubicBezTo>
                  <a:cubicBezTo>
                    <a:pt x="108995" y="38305"/>
                    <a:pt x="109819" y="39357"/>
                    <a:pt x="111540" y="40321"/>
                  </a:cubicBezTo>
                  <a:cubicBezTo>
                    <a:pt x="113187" y="41285"/>
                    <a:pt x="114011" y="37341"/>
                    <a:pt x="116556" y="35412"/>
                  </a:cubicBezTo>
                  <a:cubicBezTo>
                    <a:pt x="119101" y="33396"/>
                    <a:pt x="119925" y="33396"/>
                    <a:pt x="119101" y="31468"/>
                  </a:cubicBezTo>
                  <a:cubicBezTo>
                    <a:pt x="117379" y="29539"/>
                    <a:pt x="113187" y="30504"/>
                    <a:pt x="113187" y="30504"/>
                  </a:cubicBezTo>
                  <a:cubicBezTo>
                    <a:pt x="111540" y="19634"/>
                    <a:pt x="111540" y="19634"/>
                    <a:pt x="111540" y="19634"/>
                  </a:cubicBezTo>
                  <a:cubicBezTo>
                    <a:pt x="110717" y="20686"/>
                    <a:pt x="109819" y="19634"/>
                    <a:pt x="107348" y="19634"/>
                  </a:cubicBezTo>
                  <a:cubicBezTo>
                    <a:pt x="101434" y="18670"/>
                    <a:pt x="95595" y="14726"/>
                    <a:pt x="94772" y="13761"/>
                  </a:cubicBezTo>
                  <a:cubicBezTo>
                    <a:pt x="93050" y="11833"/>
                    <a:pt x="92227" y="7888"/>
                    <a:pt x="89681" y="6924"/>
                  </a:cubicBezTo>
                  <a:cubicBezTo>
                    <a:pt x="87211" y="4996"/>
                    <a:pt x="78827" y="13761"/>
                    <a:pt x="75458" y="16742"/>
                  </a:cubicBezTo>
                  <a:cubicBezTo>
                    <a:pt x="72913" y="19634"/>
                    <a:pt x="70442" y="20686"/>
                    <a:pt x="68721" y="17706"/>
                  </a:cubicBezTo>
                  <a:cubicBezTo>
                    <a:pt x="66175" y="15777"/>
                    <a:pt x="53674" y="3944"/>
                    <a:pt x="51129" y="2016"/>
                  </a:cubicBezTo>
                  <a:cubicBezTo>
                    <a:pt x="47760" y="0"/>
                    <a:pt x="28521" y="1051"/>
                    <a:pt x="28521" y="1051"/>
                  </a:cubicBezTo>
                  <a:lnTo>
                    <a:pt x="27698" y="1051"/>
                  </a:lnTo>
                  <a:cubicBezTo>
                    <a:pt x="27698" y="2016"/>
                    <a:pt x="26874" y="2980"/>
                    <a:pt x="26874" y="2980"/>
                  </a:cubicBezTo>
                  <a:cubicBezTo>
                    <a:pt x="26874" y="3944"/>
                    <a:pt x="25152" y="7888"/>
                    <a:pt x="23505" y="11833"/>
                  </a:cubicBezTo>
                  <a:cubicBezTo>
                    <a:pt x="22682" y="14726"/>
                    <a:pt x="21859" y="20686"/>
                    <a:pt x="23505" y="22615"/>
                  </a:cubicBezTo>
                  <a:cubicBezTo>
                    <a:pt x="25152" y="24631"/>
                    <a:pt x="23505" y="28487"/>
                    <a:pt x="21859" y="30504"/>
                  </a:cubicBezTo>
                  <a:cubicBezTo>
                    <a:pt x="20960" y="33396"/>
                    <a:pt x="18490" y="34448"/>
                    <a:pt x="15945" y="38305"/>
                  </a:cubicBezTo>
                  <a:cubicBezTo>
                    <a:pt x="14298" y="43214"/>
                    <a:pt x="12576" y="48210"/>
                    <a:pt x="9207" y="50138"/>
                  </a:cubicBezTo>
                  <a:cubicBezTo>
                    <a:pt x="6737" y="52154"/>
                    <a:pt x="4192" y="56011"/>
                    <a:pt x="2545" y="59956"/>
                  </a:cubicBezTo>
                  <a:cubicBezTo>
                    <a:pt x="823" y="64864"/>
                    <a:pt x="2545" y="63900"/>
                    <a:pt x="823" y="64864"/>
                  </a:cubicBezTo>
                  <a:cubicBezTo>
                    <a:pt x="0" y="66793"/>
                    <a:pt x="1721" y="68809"/>
                    <a:pt x="2545" y="68809"/>
                  </a:cubicBezTo>
                  <a:cubicBezTo>
                    <a:pt x="4192" y="68809"/>
                    <a:pt x="5913" y="72753"/>
                    <a:pt x="5913" y="74682"/>
                  </a:cubicBezTo>
                  <a:cubicBezTo>
                    <a:pt x="5913" y="75646"/>
                    <a:pt x="4192" y="77662"/>
                    <a:pt x="2545" y="80555"/>
                  </a:cubicBezTo>
                  <a:cubicBezTo>
                    <a:pt x="823" y="83535"/>
                    <a:pt x="0" y="88444"/>
                    <a:pt x="0" y="89408"/>
                  </a:cubicBezTo>
                  <a:cubicBezTo>
                    <a:pt x="0" y="89408"/>
                    <a:pt x="5913" y="88444"/>
                    <a:pt x="5913" y="93352"/>
                  </a:cubicBezTo>
                  <a:cubicBezTo>
                    <a:pt x="6737" y="97297"/>
                    <a:pt x="6737" y="101241"/>
                    <a:pt x="10106" y="100277"/>
                  </a:cubicBezTo>
                  <a:cubicBezTo>
                    <a:pt x="13474" y="100277"/>
                    <a:pt x="18490" y="101241"/>
                    <a:pt x="20137" y="99225"/>
                  </a:cubicBezTo>
                  <a:cubicBezTo>
                    <a:pt x="20960" y="97297"/>
                    <a:pt x="24329" y="93352"/>
                    <a:pt x="28521" y="93352"/>
                  </a:cubicBezTo>
                  <a:cubicBezTo>
                    <a:pt x="33611" y="93352"/>
                    <a:pt x="35258" y="98261"/>
                    <a:pt x="34435" y="100277"/>
                  </a:cubicBezTo>
                  <a:cubicBezTo>
                    <a:pt x="34435" y="103170"/>
                    <a:pt x="31066" y="104134"/>
                    <a:pt x="32713" y="105098"/>
                  </a:cubicBezTo>
                  <a:cubicBezTo>
                    <a:pt x="33611" y="107114"/>
                    <a:pt x="34435" y="109043"/>
                    <a:pt x="34435" y="111059"/>
                  </a:cubicBezTo>
                  <a:cubicBezTo>
                    <a:pt x="33611" y="112987"/>
                    <a:pt x="38627" y="112023"/>
                    <a:pt x="40274" y="112987"/>
                  </a:cubicBezTo>
                  <a:cubicBezTo>
                    <a:pt x="41097" y="115003"/>
                    <a:pt x="43568" y="112023"/>
                    <a:pt x="45215" y="110007"/>
                  </a:cubicBezTo>
                  <a:cubicBezTo>
                    <a:pt x="46936" y="107114"/>
                    <a:pt x="49407" y="105098"/>
                    <a:pt x="51952" y="107114"/>
                  </a:cubicBezTo>
                  <a:cubicBezTo>
                    <a:pt x="54497" y="109043"/>
                    <a:pt x="52776" y="112987"/>
                    <a:pt x="55321" y="113951"/>
                  </a:cubicBezTo>
                  <a:cubicBezTo>
                    <a:pt x="57866" y="113951"/>
                    <a:pt x="58689" y="115967"/>
                    <a:pt x="60336" y="116932"/>
                  </a:cubicBezTo>
                  <a:cubicBezTo>
                    <a:pt x="61983" y="117896"/>
                    <a:pt x="63705" y="115967"/>
                    <a:pt x="65352" y="117896"/>
                  </a:cubicBezTo>
                  <a:cubicBezTo>
                    <a:pt x="66175" y="119912"/>
                    <a:pt x="67897" y="119912"/>
                    <a:pt x="69544" y="117896"/>
                  </a:cubicBezTo>
                  <a:cubicBezTo>
                    <a:pt x="71266" y="115967"/>
                    <a:pt x="76281" y="115003"/>
                    <a:pt x="78003" y="115967"/>
                  </a:cubicBezTo>
                  <a:cubicBezTo>
                    <a:pt x="79650" y="117896"/>
                    <a:pt x="81297" y="115967"/>
                    <a:pt x="83019" y="113951"/>
                  </a:cubicBezTo>
                  <a:cubicBezTo>
                    <a:pt x="83842" y="112987"/>
                    <a:pt x="86313" y="111059"/>
                    <a:pt x="85489" y="110007"/>
                  </a:cubicBezTo>
                  <a:cubicBezTo>
                    <a:pt x="84666" y="109043"/>
                    <a:pt x="84666" y="105098"/>
                    <a:pt x="85489" y="104134"/>
                  </a:cubicBezTo>
                  <a:cubicBezTo>
                    <a:pt x="85489" y="102205"/>
                    <a:pt x="86313" y="100277"/>
                    <a:pt x="86313" y="98261"/>
                  </a:cubicBezTo>
                  <a:cubicBezTo>
                    <a:pt x="86313" y="98261"/>
                    <a:pt x="84666" y="92388"/>
                    <a:pt x="83842" y="91424"/>
                  </a:cubicBezTo>
                  <a:cubicBezTo>
                    <a:pt x="83019" y="89408"/>
                    <a:pt x="78827" y="90372"/>
                    <a:pt x="79650" y="8940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Shape 6755"/>
            <p:cNvSpPr/>
            <p:nvPr/>
          </p:nvSpPr>
          <p:spPr>
            <a:xfrm>
              <a:off x="12126684" y="7614314"/>
              <a:ext cx="310070" cy="2930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534" y="20265"/>
                  </a:moveTo>
                  <a:lnTo>
                    <a:pt x="100534" y="20265"/>
                  </a:lnTo>
                  <a:cubicBezTo>
                    <a:pt x="93262" y="15256"/>
                    <a:pt x="88556" y="10246"/>
                    <a:pt x="86203" y="5009"/>
                  </a:cubicBezTo>
                  <a:cubicBezTo>
                    <a:pt x="81283" y="0"/>
                    <a:pt x="78930" y="0"/>
                    <a:pt x="76577" y="2504"/>
                  </a:cubicBezTo>
                  <a:cubicBezTo>
                    <a:pt x="74224" y="5009"/>
                    <a:pt x="69518" y="0"/>
                    <a:pt x="62245" y="5009"/>
                  </a:cubicBezTo>
                  <a:cubicBezTo>
                    <a:pt x="57540" y="10246"/>
                    <a:pt x="47914" y="0"/>
                    <a:pt x="38288" y="0"/>
                  </a:cubicBezTo>
                  <a:cubicBezTo>
                    <a:pt x="26310" y="0"/>
                    <a:pt x="23957" y="0"/>
                    <a:pt x="23957" y="0"/>
                  </a:cubicBezTo>
                  <a:cubicBezTo>
                    <a:pt x="23957" y="0"/>
                    <a:pt x="23957" y="22770"/>
                    <a:pt x="23957" y="25502"/>
                  </a:cubicBezTo>
                  <a:cubicBezTo>
                    <a:pt x="23957" y="30512"/>
                    <a:pt x="21390" y="33017"/>
                    <a:pt x="16684" y="30512"/>
                  </a:cubicBezTo>
                  <a:cubicBezTo>
                    <a:pt x="11978" y="28007"/>
                    <a:pt x="0" y="38254"/>
                    <a:pt x="0" y="43263"/>
                  </a:cubicBezTo>
                  <a:cubicBezTo>
                    <a:pt x="0" y="48500"/>
                    <a:pt x="0" y="58747"/>
                    <a:pt x="0" y="66261"/>
                  </a:cubicBezTo>
                  <a:cubicBezTo>
                    <a:pt x="2352" y="68766"/>
                    <a:pt x="4705" y="71271"/>
                    <a:pt x="4705" y="74003"/>
                  </a:cubicBezTo>
                  <a:cubicBezTo>
                    <a:pt x="7058" y="79013"/>
                    <a:pt x="14331" y="76508"/>
                    <a:pt x="14331" y="84022"/>
                  </a:cubicBezTo>
                  <a:cubicBezTo>
                    <a:pt x="14331" y="91764"/>
                    <a:pt x="16684" y="102011"/>
                    <a:pt x="23957" y="99506"/>
                  </a:cubicBezTo>
                  <a:cubicBezTo>
                    <a:pt x="31016" y="99506"/>
                    <a:pt x="28663" y="104516"/>
                    <a:pt x="35721" y="104516"/>
                  </a:cubicBezTo>
                  <a:cubicBezTo>
                    <a:pt x="42994" y="104516"/>
                    <a:pt x="54973" y="104516"/>
                    <a:pt x="59893" y="112258"/>
                  </a:cubicBezTo>
                  <a:cubicBezTo>
                    <a:pt x="62245" y="114762"/>
                    <a:pt x="62245" y="117267"/>
                    <a:pt x="62245" y="119772"/>
                  </a:cubicBezTo>
                  <a:cubicBezTo>
                    <a:pt x="64598" y="119772"/>
                    <a:pt x="66951" y="117267"/>
                    <a:pt x="66951" y="112258"/>
                  </a:cubicBezTo>
                  <a:cubicBezTo>
                    <a:pt x="69518" y="107248"/>
                    <a:pt x="83850" y="107248"/>
                    <a:pt x="86203" y="102011"/>
                  </a:cubicBezTo>
                  <a:cubicBezTo>
                    <a:pt x="88556" y="97001"/>
                    <a:pt x="88556" y="91764"/>
                    <a:pt x="95828" y="91764"/>
                  </a:cubicBezTo>
                  <a:cubicBezTo>
                    <a:pt x="100534" y="94269"/>
                    <a:pt x="112513" y="104516"/>
                    <a:pt x="115080" y="102011"/>
                  </a:cubicBezTo>
                  <a:cubicBezTo>
                    <a:pt x="117433" y="99506"/>
                    <a:pt x="117433" y="84022"/>
                    <a:pt x="112513" y="81518"/>
                  </a:cubicBezTo>
                  <a:cubicBezTo>
                    <a:pt x="107807" y="79013"/>
                    <a:pt x="112513" y="71271"/>
                    <a:pt x="107807" y="66261"/>
                  </a:cubicBezTo>
                  <a:cubicBezTo>
                    <a:pt x="102887" y="61252"/>
                    <a:pt x="105454" y="40759"/>
                    <a:pt x="110160" y="38254"/>
                  </a:cubicBezTo>
                  <a:cubicBezTo>
                    <a:pt x="115080" y="33017"/>
                    <a:pt x="117433" y="30512"/>
                    <a:pt x="117433" y="25502"/>
                  </a:cubicBezTo>
                  <a:cubicBezTo>
                    <a:pt x="119786" y="22770"/>
                    <a:pt x="119786" y="17760"/>
                    <a:pt x="119786" y="12751"/>
                  </a:cubicBezTo>
                  <a:cubicBezTo>
                    <a:pt x="115080" y="15256"/>
                    <a:pt x="107807" y="22770"/>
                    <a:pt x="100534" y="2026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Shape 6756"/>
            <p:cNvSpPr/>
            <p:nvPr/>
          </p:nvSpPr>
          <p:spPr>
            <a:xfrm>
              <a:off x="12151099" y="7382307"/>
              <a:ext cx="185552" cy="2564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810" y="87462"/>
                  </a:moveTo>
                  <a:lnTo>
                    <a:pt x="111810" y="87462"/>
                  </a:lnTo>
                  <a:cubicBezTo>
                    <a:pt x="119643" y="84598"/>
                    <a:pt x="119643" y="84598"/>
                    <a:pt x="115727" y="75748"/>
                  </a:cubicBezTo>
                  <a:cubicBezTo>
                    <a:pt x="111810" y="64295"/>
                    <a:pt x="119643" y="58308"/>
                    <a:pt x="103976" y="58308"/>
                  </a:cubicBezTo>
                  <a:cubicBezTo>
                    <a:pt x="91869" y="55444"/>
                    <a:pt x="84035" y="49718"/>
                    <a:pt x="84035" y="40867"/>
                  </a:cubicBezTo>
                  <a:cubicBezTo>
                    <a:pt x="84035" y="32277"/>
                    <a:pt x="80118" y="29154"/>
                    <a:pt x="71928" y="29154"/>
                  </a:cubicBezTo>
                  <a:cubicBezTo>
                    <a:pt x="64094" y="29154"/>
                    <a:pt x="71928" y="17440"/>
                    <a:pt x="71928" y="11713"/>
                  </a:cubicBezTo>
                  <a:cubicBezTo>
                    <a:pt x="68011" y="8850"/>
                    <a:pt x="51988" y="0"/>
                    <a:pt x="55905" y="8850"/>
                  </a:cubicBezTo>
                  <a:cubicBezTo>
                    <a:pt x="55905" y="17440"/>
                    <a:pt x="51988" y="26290"/>
                    <a:pt x="48071" y="26290"/>
                  </a:cubicBezTo>
                  <a:cubicBezTo>
                    <a:pt x="39881" y="29154"/>
                    <a:pt x="35964" y="26290"/>
                    <a:pt x="39881" y="35140"/>
                  </a:cubicBezTo>
                  <a:cubicBezTo>
                    <a:pt x="39881" y="46594"/>
                    <a:pt x="28130" y="55444"/>
                    <a:pt x="19940" y="55444"/>
                  </a:cubicBezTo>
                  <a:cubicBezTo>
                    <a:pt x="12106" y="58308"/>
                    <a:pt x="4272" y="61171"/>
                    <a:pt x="4272" y="67158"/>
                  </a:cubicBezTo>
                  <a:cubicBezTo>
                    <a:pt x="0" y="72885"/>
                    <a:pt x="0" y="75748"/>
                    <a:pt x="12106" y="84598"/>
                  </a:cubicBezTo>
                  <a:cubicBezTo>
                    <a:pt x="24213" y="90585"/>
                    <a:pt x="24213" y="108026"/>
                    <a:pt x="24213" y="108026"/>
                  </a:cubicBezTo>
                  <a:cubicBezTo>
                    <a:pt x="24213" y="108026"/>
                    <a:pt x="28130" y="108026"/>
                    <a:pt x="48071" y="108026"/>
                  </a:cubicBezTo>
                  <a:cubicBezTo>
                    <a:pt x="64094" y="108026"/>
                    <a:pt x="80118" y="119739"/>
                    <a:pt x="87952" y="113752"/>
                  </a:cubicBezTo>
                  <a:cubicBezTo>
                    <a:pt x="100059" y="108026"/>
                    <a:pt x="107893" y="113752"/>
                    <a:pt x="111810" y="110889"/>
                  </a:cubicBezTo>
                  <a:cubicBezTo>
                    <a:pt x="115727" y="108026"/>
                    <a:pt x="119643" y="108026"/>
                    <a:pt x="119643" y="108026"/>
                  </a:cubicBezTo>
                  <a:cubicBezTo>
                    <a:pt x="119643" y="108026"/>
                    <a:pt x="107893" y="93449"/>
                    <a:pt x="111810" y="87462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Shape 6757"/>
            <p:cNvSpPr/>
            <p:nvPr/>
          </p:nvSpPr>
          <p:spPr>
            <a:xfrm>
              <a:off x="10544596" y="7111224"/>
              <a:ext cx="1364795" cy="9988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1261" y="107301"/>
                  </a:moveTo>
                  <a:lnTo>
                    <a:pt x="51261" y="107301"/>
                  </a:lnTo>
                  <a:cubicBezTo>
                    <a:pt x="51845" y="105041"/>
                    <a:pt x="55643" y="106570"/>
                    <a:pt x="56178" y="105041"/>
                  </a:cubicBezTo>
                  <a:cubicBezTo>
                    <a:pt x="56713" y="104310"/>
                    <a:pt x="58369" y="102049"/>
                    <a:pt x="60559" y="102781"/>
                  </a:cubicBezTo>
                  <a:cubicBezTo>
                    <a:pt x="63286" y="103578"/>
                    <a:pt x="62750" y="99855"/>
                    <a:pt x="61630" y="98326"/>
                  </a:cubicBezTo>
                  <a:cubicBezTo>
                    <a:pt x="59975" y="96864"/>
                    <a:pt x="60559" y="93141"/>
                    <a:pt x="61095" y="89418"/>
                  </a:cubicBezTo>
                  <a:cubicBezTo>
                    <a:pt x="61095" y="85695"/>
                    <a:pt x="61630" y="84897"/>
                    <a:pt x="62750" y="85695"/>
                  </a:cubicBezTo>
                  <a:cubicBezTo>
                    <a:pt x="64356" y="85695"/>
                    <a:pt x="66012" y="84897"/>
                    <a:pt x="67083" y="84897"/>
                  </a:cubicBezTo>
                  <a:cubicBezTo>
                    <a:pt x="68738" y="84166"/>
                    <a:pt x="71464" y="87889"/>
                    <a:pt x="72535" y="90149"/>
                  </a:cubicBezTo>
                  <a:cubicBezTo>
                    <a:pt x="73070" y="91678"/>
                    <a:pt x="75845" y="90149"/>
                    <a:pt x="77987" y="88686"/>
                  </a:cubicBezTo>
                  <a:cubicBezTo>
                    <a:pt x="80178" y="86426"/>
                    <a:pt x="86117" y="87157"/>
                    <a:pt x="87772" y="87157"/>
                  </a:cubicBezTo>
                  <a:cubicBezTo>
                    <a:pt x="89427" y="87157"/>
                    <a:pt x="89427" y="90880"/>
                    <a:pt x="91034" y="91678"/>
                  </a:cubicBezTo>
                  <a:cubicBezTo>
                    <a:pt x="92154" y="92409"/>
                    <a:pt x="94880" y="90149"/>
                    <a:pt x="95951" y="90149"/>
                  </a:cubicBezTo>
                  <a:cubicBezTo>
                    <a:pt x="96486" y="90149"/>
                    <a:pt x="97606" y="92409"/>
                    <a:pt x="99212" y="94603"/>
                  </a:cubicBezTo>
                  <a:cubicBezTo>
                    <a:pt x="101403" y="96864"/>
                    <a:pt x="101987" y="94603"/>
                    <a:pt x="101987" y="91678"/>
                  </a:cubicBezTo>
                  <a:cubicBezTo>
                    <a:pt x="101987" y="89418"/>
                    <a:pt x="99797" y="88686"/>
                    <a:pt x="98141" y="87889"/>
                  </a:cubicBezTo>
                  <a:cubicBezTo>
                    <a:pt x="96486" y="86426"/>
                    <a:pt x="97606" y="83434"/>
                    <a:pt x="96486" y="81972"/>
                  </a:cubicBezTo>
                  <a:cubicBezTo>
                    <a:pt x="95415" y="80443"/>
                    <a:pt x="97022" y="78249"/>
                    <a:pt x="95951" y="77518"/>
                  </a:cubicBezTo>
                  <a:cubicBezTo>
                    <a:pt x="94296" y="76720"/>
                    <a:pt x="95415" y="73795"/>
                    <a:pt x="96486" y="73795"/>
                  </a:cubicBezTo>
                  <a:cubicBezTo>
                    <a:pt x="97606" y="73795"/>
                    <a:pt x="98677" y="75257"/>
                    <a:pt x="99212" y="73795"/>
                  </a:cubicBezTo>
                  <a:cubicBezTo>
                    <a:pt x="99797" y="72997"/>
                    <a:pt x="100868" y="73795"/>
                    <a:pt x="102523" y="71534"/>
                  </a:cubicBezTo>
                  <a:cubicBezTo>
                    <a:pt x="103594" y="69274"/>
                    <a:pt x="109046" y="59634"/>
                    <a:pt x="110117" y="58836"/>
                  </a:cubicBezTo>
                  <a:cubicBezTo>
                    <a:pt x="111772" y="58105"/>
                    <a:pt x="112308" y="55113"/>
                    <a:pt x="111237" y="52121"/>
                  </a:cubicBezTo>
                  <a:cubicBezTo>
                    <a:pt x="110701" y="49196"/>
                    <a:pt x="113427" y="46204"/>
                    <a:pt x="114498" y="45473"/>
                  </a:cubicBezTo>
                  <a:cubicBezTo>
                    <a:pt x="116154" y="44675"/>
                    <a:pt x="117225" y="42481"/>
                    <a:pt x="116154" y="40221"/>
                  </a:cubicBezTo>
                  <a:cubicBezTo>
                    <a:pt x="115618" y="38759"/>
                    <a:pt x="113427" y="37229"/>
                    <a:pt x="112892" y="35767"/>
                  </a:cubicBezTo>
                  <a:cubicBezTo>
                    <a:pt x="112308" y="33506"/>
                    <a:pt x="114498" y="32044"/>
                    <a:pt x="115618" y="32044"/>
                  </a:cubicBezTo>
                  <a:cubicBezTo>
                    <a:pt x="116689" y="32044"/>
                    <a:pt x="117760" y="30515"/>
                    <a:pt x="117225" y="29052"/>
                  </a:cubicBezTo>
                  <a:cubicBezTo>
                    <a:pt x="117225" y="28321"/>
                    <a:pt x="118344" y="26060"/>
                    <a:pt x="118880" y="25329"/>
                  </a:cubicBezTo>
                  <a:cubicBezTo>
                    <a:pt x="119951" y="24598"/>
                    <a:pt x="119951" y="22337"/>
                    <a:pt x="118880" y="21606"/>
                  </a:cubicBezTo>
                  <a:cubicBezTo>
                    <a:pt x="117225" y="20875"/>
                    <a:pt x="117225" y="17152"/>
                    <a:pt x="117760" y="17152"/>
                  </a:cubicBezTo>
                  <a:cubicBezTo>
                    <a:pt x="118880" y="16354"/>
                    <a:pt x="118880" y="15623"/>
                    <a:pt x="117760" y="14160"/>
                  </a:cubicBezTo>
                  <a:cubicBezTo>
                    <a:pt x="116689" y="13429"/>
                    <a:pt x="116154" y="12631"/>
                    <a:pt x="113963" y="10437"/>
                  </a:cubicBezTo>
                  <a:cubicBezTo>
                    <a:pt x="112308" y="8177"/>
                    <a:pt x="110117" y="5252"/>
                    <a:pt x="110117" y="7445"/>
                  </a:cubicBezTo>
                  <a:cubicBezTo>
                    <a:pt x="110117" y="8975"/>
                    <a:pt x="109582" y="10437"/>
                    <a:pt x="109582" y="11900"/>
                  </a:cubicBezTo>
                  <a:cubicBezTo>
                    <a:pt x="109046" y="12631"/>
                    <a:pt x="109046" y="15623"/>
                    <a:pt x="109582" y="16354"/>
                  </a:cubicBezTo>
                  <a:cubicBezTo>
                    <a:pt x="110117" y="17152"/>
                    <a:pt x="108511" y="18614"/>
                    <a:pt x="107975" y="19346"/>
                  </a:cubicBezTo>
                  <a:cubicBezTo>
                    <a:pt x="106855" y="20875"/>
                    <a:pt x="105784" y="22337"/>
                    <a:pt x="104713" y="20875"/>
                  </a:cubicBezTo>
                  <a:cubicBezTo>
                    <a:pt x="103594" y="20144"/>
                    <a:pt x="100332" y="20875"/>
                    <a:pt x="99212" y="22337"/>
                  </a:cubicBezTo>
                  <a:cubicBezTo>
                    <a:pt x="98141" y="23867"/>
                    <a:pt x="97022" y="23867"/>
                    <a:pt x="96486" y="22337"/>
                  </a:cubicBezTo>
                  <a:cubicBezTo>
                    <a:pt x="95415" y="20875"/>
                    <a:pt x="94296" y="22337"/>
                    <a:pt x="93225" y="21606"/>
                  </a:cubicBezTo>
                  <a:cubicBezTo>
                    <a:pt x="92154" y="20875"/>
                    <a:pt x="91618" y="19346"/>
                    <a:pt x="89963" y="19346"/>
                  </a:cubicBezTo>
                  <a:cubicBezTo>
                    <a:pt x="88308" y="18614"/>
                    <a:pt x="89427" y="15623"/>
                    <a:pt x="87772" y="14160"/>
                  </a:cubicBezTo>
                  <a:cubicBezTo>
                    <a:pt x="86117" y="12631"/>
                    <a:pt x="84511" y="14160"/>
                    <a:pt x="83391" y="16354"/>
                  </a:cubicBezTo>
                  <a:cubicBezTo>
                    <a:pt x="82320" y="17883"/>
                    <a:pt x="80713" y="20144"/>
                    <a:pt x="80178" y="18614"/>
                  </a:cubicBezTo>
                  <a:cubicBezTo>
                    <a:pt x="79107" y="17883"/>
                    <a:pt x="75845" y="18614"/>
                    <a:pt x="76381" y="17152"/>
                  </a:cubicBezTo>
                  <a:cubicBezTo>
                    <a:pt x="76381" y="15623"/>
                    <a:pt x="75845" y="14160"/>
                    <a:pt x="75261" y="12631"/>
                  </a:cubicBezTo>
                  <a:cubicBezTo>
                    <a:pt x="74190" y="11900"/>
                    <a:pt x="76381" y="11168"/>
                    <a:pt x="76381" y="8975"/>
                  </a:cubicBezTo>
                  <a:cubicBezTo>
                    <a:pt x="76916" y="7445"/>
                    <a:pt x="75845" y="3722"/>
                    <a:pt x="72535" y="3722"/>
                  </a:cubicBezTo>
                  <a:cubicBezTo>
                    <a:pt x="69809" y="3722"/>
                    <a:pt x="67618" y="6714"/>
                    <a:pt x="67083" y="8177"/>
                  </a:cubicBezTo>
                  <a:cubicBezTo>
                    <a:pt x="66012" y="9706"/>
                    <a:pt x="62750" y="8975"/>
                    <a:pt x="60559" y="8975"/>
                  </a:cubicBezTo>
                  <a:cubicBezTo>
                    <a:pt x="58369" y="9706"/>
                    <a:pt x="58369" y="6714"/>
                    <a:pt x="57833" y="3722"/>
                  </a:cubicBezTo>
                  <a:cubicBezTo>
                    <a:pt x="57833" y="0"/>
                    <a:pt x="53987" y="731"/>
                    <a:pt x="53987" y="731"/>
                  </a:cubicBezTo>
                  <a:cubicBezTo>
                    <a:pt x="53987" y="1462"/>
                    <a:pt x="52381" y="0"/>
                    <a:pt x="51261" y="2260"/>
                  </a:cubicBezTo>
                  <a:cubicBezTo>
                    <a:pt x="49655" y="4454"/>
                    <a:pt x="49655" y="2260"/>
                    <a:pt x="48000" y="2260"/>
                  </a:cubicBezTo>
                  <a:cubicBezTo>
                    <a:pt x="46344" y="2260"/>
                    <a:pt x="44738" y="2991"/>
                    <a:pt x="43618" y="2991"/>
                  </a:cubicBezTo>
                  <a:cubicBezTo>
                    <a:pt x="42012" y="3722"/>
                    <a:pt x="40892" y="2260"/>
                    <a:pt x="40356" y="2260"/>
                  </a:cubicBezTo>
                  <a:cubicBezTo>
                    <a:pt x="39821" y="2260"/>
                    <a:pt x="38750" y="4454"/>
                    <a:pt x="38166" y="6714"/>
                  </a:cubicBezTo>
                  <a:cubicBezTo>
                    <a:pt x="38166" y="8177"/>
                    <a:pt x="36559" y="5983"/>
                    <a:pt x="35440" y="8177"/>
                  </a:cubicBezTo>
                  <a:cubicBezTo>
                    <a:pt x="34369" y="10437"/>
                    <a:pt x="32713" y="12631"/>
                    <a:pt x="31058" y="11168"/>
                  </a:cubicBezTo>
                  <a:cubicBezTo>
                    <a:pt x="29452" y="8975"/>
                    <a:pt x="27797" y="8177"/>
                    <a:pt x="26190" y="8975"/>
                  </a:cubicBezTo>
                  <a:cubicBezTo>
                    <a:pt x="25070" y="9706"/>
                    <a:pt x="24000" y="10437"/>
                    <a:pt x="23464" y="14160"/>
                  </a:cubicBezTo>
                  <a:cubicBezTo>
                    <a:pt x="22880" y="17152"/>
                    <a:pt x="20689" y="19346"/>
                    <a:pt x="22344" y="20875"/>
                  </a:cubicBezTo>
                  <a:cubicBezTo>
                    <a:pt x="23464" y="22337"/>
                    <a:pt x="23464" y="22337"/>
                    <a:pt x="25070" y="20875"/>
                  </a:cubicBezTo>
                  <a:cubicBezTo>
                    <a:pt x="26190" y="19346"/>
                    <a:pt x="27261" y="19346"/>
                    <a:pt x="28381" y="20875"/>
                  </a:cubicBezTo>
                  <a:cubicBezTo>
                    <a:pt x="29452" y="22337"/>
                    <a:pt x="30523" y="22337"/>
                    <a:pt x="31643" y="22337"/>
                  </a:cubicBezTo>
                  <a:cubicBezTo>
                    <a:pt x="33249" y="21606"/>
                    <a:pt x="33784" y="23867"/>
                    <a:pt x="33784" y="25329"/>
                  </a:cubicBezTo>
                  <a:cubicBezTo>
                    <a:pt x="33784" y="26792"/>
                    <a:pt x="32713" y="26792"/>
                    <a:pt x="31643" y="26792"/>
                  </a:cubicBezTo>
                  <a:cubicBezTo>
                    <a:pt x="30523" y="26792"/>
                    <a:pt x="30523" y="27590"/>
                    <a:pt x="29987" y="30515"/>
                  </a:cubicBezTo>
                  <a:cubicBezTo>
                    <a:pt x="29987" y="33506"/>
                    <a:pt x="29452" y="35767"/>
                    <a:pt x="30523" y="35767"/>
                  </a:cubicBezTo>
                  <a:cubicBezTo>
                    <a:pt x="31643" y="35767"/>
                    <a:pt x="32178" y="38027"/>
                    <a:pt x="32713" y="40221"/>
                  </a:cubicBezTo>
                  <a:cubicBezTo>
                    <a:pt x="33249" y="42481"/>
                    <a:pt x="33784" y="42481"/>
                    <a:pt x="34904" y="41019"/>
                  </a:cubicBezTo>
                  <a:cubicBezTo>
                    <a:pt x="35440" y="39490"/>
                    <a:pt x="37095" y="39490"/>
                    <a:pt x="38166" y="40221"/>
                  </a:cubicBezTo>
                  <a:cubicBezTo>
                    <a:pt x="39286" y="41019"/>
                    <a:pt x="39286" y="43213"/>
                    <a:pt x="38750" y="46204"/>
                  </a:cubicBezTo>
                  <a:cubicBezTo>
                    <a:pt x="38166" y="49196"/>
                    <a:pt x="36559" y="52121"/>
                    <a:pt x="35975" y="54382"/>
                  </a:cubicBezTo>
                  <a:cubicBezTo>
                    <a:pt x="35440" y="56642"/>
                    <a:pt x="33784" y="58105"/>
                    <a:pt x="33249" y="56642"/>
                  </a:cubicBezTo>
                  <a:cubicBezTo>
                    <a:pt x="32178" y="55113"/>
                    <a:pt x="31643" y="54382"/>
                    <a:pt x="30523" y="55911"/>
                  </a:cubicBezTo>
                  <a:cubicBezTo>
                    <a:pt x="29987" y="57373"/>
                    <a:pt x="29452" y="58105"/>
                    <a:pt x="27797" y="58105"/>
                  </a:cubicBezTo>
                  <a:cubicBezTo>
                    <a:pt x="26726" y="57373"/>
                    <a:pt x="25070" y="58105"/>
                    <a:pt x="25070" y="59634"/>
                  </a:cubicBezTo>
                  <a:cubicBezTo>
                    <a:pt x="25070" y="61096"/>
                    <a:pt x="24535" y="63357"/>
                    <a:pt x="22880" y="64088"/>
                  </a:cubicBezTo>
                  <a:cubicBezTo>
                    <a:pt x="21809" y="64088"/>
                    <a:pt x="21273" y="64819"/>
                    <a:pt x="21273" y="67013"/>
                  </a:cubicBezTo>
                  <a:cubicBezTo>
                    <a:pt x="21273" y="68542"/>
                    <a:pt x="19083" y="71534"/>
                    <a:pt x="19083" y="70005"/>
                  </a:cubicBezTo>
                  <a:cubicBezTo>
                    <a:pt x="19083" y="68542"/>
                    <a:pt x="18547" y="64819"/>
                    <a:pt x="17427" y="65551"/>
                  </a:cubicBezTo>
                  <a:cubicBezTo>
                    <a:pt x="16356" y="65551"/>
                    <a:pt x="14701" y="64088"/>
                    <a:pt x="14166" y="65551"/>
                  </a:cubicBezTo>
                  <a:cubicBezTo>
                    <a:pt x="13630" y="67013"/>
                    <a:pt x="11440" y="67811"/>
                    <a:pt x="10369" y="67811"/>
                  </a:cubicBezTo>
                  <a:cubicBezTo>
                    <a:pt x="9784" y="67013"/>
                    <a:pt x="9249" y="70803"/>
                    <a:pt x="7643" y="70803"/>
                  </a:cubicBezTo>
                  <a:cubicBezTo>
                    <a:pt x="6523" y="71534"/>
                    <a:pt x="2190" y="72997"/>
                    <a:pt x="1070" y="75988"/>
                  </a:cubicBezTo>
                  <a:cubicBezTo>
                    <a:pt x="0" y="78249"/>
                    <a:pt x="0" y="80443"/>
                    <a:pt x="0" y="80443"/>
                  </a:cubicBezTo>
                  <a:lnTo>
                    <a:pt x="0" y="80443"/>
                  </a:lnTo>
                  <a:cubicBezTo>
                    <a:pt x="0" y="81174"/>
                    <a:pt x="535" y="81972"/>
                    <a:pt x="1070" y="83434"/>
                  </a:cubicBezTo>
                  <a:cubicBezTo>
                    <a:pt x="2190" y="85695"/>
                    <a:pt x="4916" y="95335"/>
                    <a:pt x="6523" y="96864"/>
                  </a:cubicBezTo>
                  <a:cubicBezTo>
                    <a:pt x="7643" y="97595"/>
                    <a:pt x="13095" y="101318"/>
                    <a:pt x="15821" y="102049"/>
                  </a:cubicBezTo>
                  <a:cubicBezTo>
                    <a:pt x="19083" y="103578"/>
                    <a:pt x="31643" y="108033"/>
                    <a:pt x="35975" y="111024"/>
                  </a:cubicBezTo>
                  <a:cubicBezTo>
                    <a:pt x="40892" y="114016"/>
                    <a:pt x="44738" y="116941"/>
                    <a:pt x="46880" y="118470"/>
                  </a:cubicBezTo>
                  <a:cubicBezTo>
                    <a:pt x="49655" y="119933"/>
                    <a:pt x="51261" y="119933"/>
                    <a:pt x="52381" y="117739"/>
                  </a:cubicBezTo>
                  <a:cubicBezTo>
                    <a:pt x="52916" y="117739"/>
                    <a:pt x="52916" y="117739"/>
                    <a:pt x="53452" y="116941"/>
                  </a:cubicBezTo>
                  <a:cubicBezTo>
                    <a:pt x="52916" y="116941"/>
                    <a:pt x="52381" y="116210"/>
                    <a:pt x="51845" y="115479"/>
                  </a:cubicBezTo>
                  <a:cubicBezTo>
                    <a:pt x="50726" y="114016"/>
                    <a:pt x="50726" y="108764"/>
                    <a:pt x="51261" y="107301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Shape 6758"/>
            <p:cNvSpPr/>
            <p:nvPr/>
          </p:nvSpPr>
          <p:spPr>
            <a:xfrm>
              <a:off x="11977753" y="6700935"/>
              <a:ext cx="683618" cy="7082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91" y="82095"/>
                  </a:moveTo>
                  <a:lnTo>
                    <a:pt x="7591" y="82095"/>
                  </a:lnTo>
                  <a:cubicBezTo>
                    <a:pt x="9732" y="82095"/>
                    <a:pt x="8661" y="85191"/>
                    <a:pt x="13041" y="83127"/>
                  </a:cubicBezTo>
                  <a:cubicBezTo>
                    <a:pt x="17420" y="82095"/>
                    <a:pt x="19562" y="83127"/>
                    <a:pt x="20632" y="86223"/>
                  </a:cubicBezTo>
                  <a:cubicBezTo>
                    <a:pt x="21800" y="89413"/>
                    <a:pt x="22871" y="94667"/>
                    <a:pt x="25012" y="94667"/>
                  </a:cubicBezTo>
                  <a:cubicBezTo>
                    <a:pt x="27250" y="94667"/>
                    <a:pt x="26180" y="96731"/>
                    <a:pt x="25012" y="98889"/>
                  </a:cubicBezTo>
                  <a:cubicBezTo>
                    <a:pt x="22871" y="99921"/>
                    <a:pt x="27250" y="102079"/>
                    <a:pt x="29391" y="105175"/>
                  </a:cubicBezTo>
                  <a:cubicBezTo>
                    <a:pt x="30462" y="108365"/>
                    <a:pt x="31630" y="112494"/>
                    <a:pt x="33771" y="110430"/>
                  </a:cubicBezTo>
                  <a:cubicBezTo>
                    <a:pt x="34841" y="108365"/>
                    <a:pt x="39221" y="105175"/>
                    <a:pt x="41362" y="106207"/>
                  </a:cubicBezTo>
                  <a:cubicBezTo>
                    <a:pt x="44671" y="107240"/>
                    <a:pt x="45742" y="105175"/>
                    <a:pt x="45742" y="102079"/>
                  </a:cubicBezTo>
                  <a:cubicBezTo>
                    <a:pt x="46812" y="98889"/>
                    <a:pt x="47980" y="94667"/>
                    <a:pt x="52360" y="94667"/>
                  </a:cubicBezTo>
                  <a:cubicBezTo>
                    <a:pt x="56642" y="94667"/>
                    <a:pt x="61021" y="97857"/>
                    <a:pt x="57810" y="99921"/>
                  </a:cubicBezTo>
                  <a:cubicBezTo>
                    <a:pt x="54501" y="102079"/>
                    <a:pt x="53430" y="106207"/>
                    <a:pt x="55571" y="107240"/>
                  </a:cubicBezTo>
                  <a:cubicBezTo>
                    <a:pt x="57810" y="108365"/>
                    <a:pt x="61021" y="103111"/>
                    <a:pt x="65401" y="103111"/>
                  </a:cubicBezTo>
                  <a:cubicBezTo>
                    <a:pt x="69781" y="102079"/>
                    <a:pt x="76301" y="100953"/>
                    <a:pt x="78540" y="103111"/>
                  </a:cubicBezTo>
                  <a:cubicBezTo>
                    <a:pt x="80681" y="105175"/>
                    <a:pt x="83990" y="110430"/>
                    <a:pt x="80681" y="110430"/>
                  </a:cubicBezTo>
                  <a:cubicBezTo>
                    <a:pt x="78540" y="111462"/>
                    <a:pt x="74160" y="115684"/>
                    <a:pt x="77372" y="114652"/>
                  </a:cubicBezTo>
                  <a:cubicBezTo>
                    <a:pt x="80681" y="114652"/>
                    <a:pt x="82822" y="117748"/>
                    <a:pt x="82822" y="118874"/>
                  </a:cubicBezTo>
                  <a:cubicBezTo>
                    <a:pt x="85060" y="118874"/>
                    <a:pt x="87201" y="119906"/>
                    <a:pt x="88272" y="118874"/>
                  </a:cubicBezTo>
                  <a:cubicBezTo>
                    <a:pt x="90510" y="117748"/>
                    <a:pt x="92652" y="115684"/>
                    <a:pt x="94793" y="116716"/>
                  </a:cubicBezTo>
                  <a:cubicBezTo>
                    <a:pt x="97031" y="117748"/>
                    <a:pt x="99172" y="115684"/>
                    <a:pt x="100340" y="113620"/>
                  </a:cubicBezTo>
                  <a:cubicBezTo>
                    <a:pt x="101411" y="111462"/>
                    <a:pt x="103552" y="110430"/>
                    <a:pt x="105790" y="110430"/>
                  </a:cubicBezTo>
                  <a:cubicBezTo>
                    <a:pt x="104720" y="108365"/>
                    <a:pt x="103552" y="104143"/>
                    <a:pt x="102481" y="103111"/>
                  </a:cubicBezTo>
                  <a:cubicBezTo>
                    <a:pt x="100340" y="99921"/>
                    <a:pt x="104720" y="95699"/>
                    <a:pt x="109002" y="92509"/>
                  </a:cubicBezTo>
                  <a:cubicBezTo>
                    <a:pt x="112311" y="88381"/>
                    <a:pt x="113381" y="82095"/>
                    <a:pt x="112311" y="80969"/>
                  </a:cubicBezTo>
                  <a:cubicBezTo>
                    <a:pt x="112311" y="79937"/>
                    <a:pt x="109002" y="75715"/>
                    <a:pt x="106861" y="76841"/>
                  </a:cubicBezTo>
                  <a:cubicBezTo>
                    <a:pt x="104720" y="77873"/>
                    <a:pt x="100340" y="78905"/>
                    <a:pt x="99172" y="76841"/>
                  </a:cubicBezTo>
                  <a:cubicBezTo>
                    <a:pt x="98102" y="73651"/>
                    <a:pt x="102481" y="71493"/>
                    <a:pt x="105790" y="72619"/>
                  </a:cubicBezTo>
                  <a:cubicBezTo>
                    <a:pt x="109002" y="72619"/>
                    <a:pt x="110072" y="71493"/>
                    <a:pt x="111240" y="68397"/>
                  </a:cubicBezTo>
                  <a:cubicBezTo>
                    <a:pt x="113381" y="64175"/>
                    <a:pt x="114452" y="62111"/>
                    <a:pt x="116690" y="60985"/>
                  </a:cubicBezTo>
                  <a:cubicBezTo>
                    <a:pt x="118832" y="60985"/>
                    <a:pt x="119902" y="57888"/>
                    <a:pt x="119902" y="55731"/>
                  </a:cubicBezTo>
                  <a:cubicBezTo>
                    <a:pt x="118832" y="54698"/>
                    <a:pt x="116690" y="52634"/>
                    <a:pt x="114452" y="51602"/>
                  </a:cubicBezTo>
                  <a:cubicBezTo>
                    <a:pt x="112311" y="50476"/>
                    <a:pt x="111240" y="53666"/>
                    <a:pt x="107931" y="56856"/>
                  </a:cubicBezTo>
                  <a:cubicBezTo>
                    <a:pt x="105790" y="59953"/>
                    <a:pt x="101411" y="63143"/>
                    <a:pt x="98102" y="63143"/>
                  </a:cubicBezTo>
                  <a:cubicBezTo>
                    <a:pt x="94793" y="64175"/>
                    <a:pt x="93722" y="66239"/>
                    <a:pt x="91581" y="69429"/>
                  </a:cubicBezTo>
                  <a:cubicBezTo>
                    <a:pt x="89343" y="71493"/>
                    <a:pt x="85060" y="71493"/>
                    <a:pt x="83990" y="67271"/>
                  </a:cubicBezTo>
                  <a:cubicBezTo>
                    <a:pt x="82822" y="64175"/>
                    <a:pt x="79610" y="56856"/>
                    <a:pt x="83990" y="55731"/>
                  </a:cubicBezTo>
                  <a:cubicBezTo>
                    <a:pt x="88272" y="54698"/>
                    <a:pt x="91581" y="49444"/>
                    <a:pt x="89343" y="48412"/>
                  </a:cubicBezTo>
                  <a:cubicBezTo>
                    <a:pt x="87201" y="47380"/>
                    <a:pt x="80681" y="45222"/>
                    <a:pt x="85060" y="43158"/>
                  </a:cubicBezTo>
                  <a:cubicBezTo>
                    <a:pt x="88272" y="41000"/>
                    <a:pt x="89343" y="45222"/>
                    <a:pt x="90510" y="39968"/>
                  </a:cubicBezTo>
                  <a:cubicBezTo>
                    <a:pt x="91581" y="34714"/>
                    <a:pt x="98102" y="34714"/>
                    <a:pt x="98102" y="37904"/>
                  </a:cubicBezTo>
                  <a:cubicBezTo>
                    <a:pt x="98102" y="42126"/>
                    <a:pt x="99172" y="45222"/>
                    <a:pt x="101411" y="42126"/>
                  </a:cubicBezTo>
                  <a:cubicBezTo>
                    <a:pt x="103552" y="39968"/>
                    <a:pt x="103552" y="36872"/>
                    <a:pt x="104720" y="33682"/>
                  </a:cubicBezTo>
                  <a:cubicBezTo>
                    <a:pt x="104720" y="30586"/>
                    <a:pt x="107931" y="29460"/>
                    <a:pt x="109002" y="25238"/>
                  </a:cubicBezTo>
                  <a:cubicBezTo>
                    <a:pt x="110072" y="22142"/>
                    <a:pt x="107931" y="17920"/>
                    <a:pt x="105790" y="15762"/>
                  </a:cubicBezTo>
                  <a:cubicBezTo>
                    <a:pt x="103552" y="13698"/>
                    <a:pt x="101411" y="15762"/>
                    <a:pt x="95961" y="15762"/>
                  </a:cubicBezTo>
                  <a:cubicBezTo>
                    <a:pt x="91581" y="15762"/>
                    <a:pt x="88272" y="13698"/>
                    <a:pt x="88272" y="10508"/>
                  </a:cubicBezTo>
                  <a:cubicBezTo>
                    <a:pt x="88272" y="7412"/>
                    <a:pt x="88272" y="2157"/>
                    <a:pt x="88272" y="2157"/>
                  </a:cubicBezTo>
                  <a:cubicBezTo>
                    <a:pt x="86131" y="0"/>
                    <a:pt x="86131" y="0"/>
                    <a:pt x="86131" y="0"/>
                  </a:cubicBezTo>
                  <a:cubicBezTo>
                    <a:pt x="86131" y="0"/>
                    <a:pt x="77372" y="3189"/>
                    <a:pt x="74160" y="4222"/>
                  </a:cubicBezTo>
                  <a:cubicBezTo>
                    <a:pt x="71922" y="4222"/>
                    <a:pt x="75231" y="8444"/>
                    <a:pt x="77372" y="9476"/>
                  </a:cubicBezTo>
                  <a:cubicBezTo>
                    <a:pt x="80681" y="9476"/>
                    <a:pt x="78540" y="12666"/>
                    <a:pt x="74160" y="14730"/>
                  </a:cubicBezTo>
                  <a:cubicBezTo>
                    <a:pt x="70851" y="16888"/>
                    <a:pt x="68613" y="14730"/>
                    <a:pt x="64330" y="14730"/>
                  </a:cubicBezTo>
                  <a:cubicBezTo>
                    <a:pt x="59951" y="14730"/>
                    <a:pt x="59951" y="12666"/>
                    <a:pt x="57810" y="9476"/>
                  </a:cubicBezTo>
                  <a:cubicBezTo>
                    <a:pt x="56642" y="5254"/>
                    <a:pt x="52360" y="5254"/>
                    <a:pt x="51192" y="8444"/>
                  </a:cubicBezTo>
                  <a:cubicBezTo>
                    <a:pt x="50121" y="8444"/>
                    <a:pt x="50121" y="8444"/>
                    <a:pt x="50121" y="8444"/>
                  </a:cubicBezTo>
                  <a:cubicBezTo>
                    <a:pt x="50121" y="10508"/>
                    <a:pt x="51192" y="14730"/>
                    <a:pt x="50121" y="15762"/>
                  </a:cubicBezTo>
                  <a:cubicBezTo>
                    <a:pt x="49051" y="17920"/>
                    <a:pt x="46812" y="17920"/>
                    <a:pt x="43600" y="17920"/>
                  </a:cubicBezTo>
                  <a:cubicBezTo>
                    <a:pt x="41362" y="17920"/>
                    <a:pt x="41362" y="21016"/>
                    <a:pt x="39221" y="21016"/>
                  </a:cubicBezTo>
                  <a:cubicBezTo>
                    <a:pt x="37080" y="22142"/>
                    <a:pt x="32700" y="18952"/>
                    <a:pt x="30462" y="18952"/>
                  </a:cubicBezTo>
                  <a:cubicBezTo>
                    <a:pt x="27250" y="19984"/>
                    <a:pt x="26180" y="24206"/>
                    <a:pt x="28321" y="25238"/>
                  </a:cubicBezTo>
                  <a:cubicBezTo>
                    <a:pt x="30462" y="26364"/>
                    <a:pt x="31630" y="30586"/>
                    <a:pt x="29391" y="31618"/>
                  </a:cubicBezTo>
                  <a:cubicBezTo>
                    <a:pt x="27250" y="32650"/>
                    <a:pt x="29391" y="36872"/>
                    <a:pt x="26180" y="35746"/>
                  </a:cubicBezTo>
                  <a:cubicBezTo>
                    <a:pt x="22871" y="35746"/>
                    <a:pt x="19562" y="35746"/>
                    <a:pt x="21800" y="39968"/>
                  </a:cubicBezTo>
                  <a:cubicBezTo>
                    <a:pt x="22871" y="45222"/>
                    <a:pt x="22871" y="49444"/>
                    <a:pt x="20632" y="50476"/>
                  </a:cubicBezTo>
                  <a:cubicBezTo>
                    <a:pt x="19562" y="51602"/>
                    <a:pt x="16350" y="54698"/>
                    <a:pt x="11970" y="55731"/>
                  </a:cubicBezTo>
                  <a:cubicBezTo>
                    <a:pt x="7591" y="57888"/>
                    <a:pt x="6520" y="59953"/>
                    <a:pt x="3211" y="59953"/>
                  </a:cubicBezTo>
                  <a:cubicBezTo>
                    <a:pt x="1070" y="58921"/>
                    <a:pt x="1070" y="60985"/>
                    <a:pt x="1070" y="60985"/>
                  </a:cubicBezTo>
                  <a:cubicBezTo>
                    <a:pt x="0" y="75715"/>
                    <a:pt x="0" y="75715"/>
                    <a:pt x="0" y="75715"/>
                  </a:cubicBezTo>
                  <a:cubicBezTo>
                    <a:pt x="3211" y="77873"/>
                    <a:pt x="5450" y="82095"/>
                    <a:pt x="7591" y="8209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Shape 6759"/>
            <p:cNvSpPr/>
            <p:nvPr/>
          </p:nvSpPr>
          <p:spPr>
            <a:xfrm>
              <a:off x="11692099" y="7140529"/>
              <a:ext cx="764187" cy="7766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913" y="40313"/>
                  </a:moveTo>
                  <a:lnTo>
                    <a:pt x="117913" y="40313"/>
                  </a:lnTo>
                  <a:lnTo>
                    <a:pt x="118869" y="40313"/>
                  </a:lnTo>
                  <a:cubicBezTo>
                    <a:pt x="118869" y="39286"/>
                    <a:pt x="116956" y="36462"/>
                    <a:pt x="114000" y="36462"/>
                  </a:cubicBezTo>
                  <a:cubicBezTo>
                    <a:pt x="111130" y="37403"/>
                    <a:pt x="115043" y="33552"/>
                    <a:pt x="116956" y="32610"/>
                  </a:cubicBezTo>
                  <a:cubicBezTo>
                    <a:pt x="119913" y="32610"/>
                    <a:pt x="116956" y="27817"/>
                    <a:pt x="115043" y="25934"/>
                  </a:cubicBezTo>
                  <a:cubicBezTo>
                    <a:pt x="113043" y="23965"/>
                    <a:pt x="107217" y="24992"/>
                    <a:pt x="103304" y="25934"/>
                  </a:cubicBezTo>
                  <a:cubicBezTo>
                    <a:pt x="99391" y="25934"/>
                    <a:pt x="96521" y="30727"/>
                    <a:pt x="94521" y="29700"/>
                  </a:cubicBezTo>
                  <a:cubicBezTo>
                    <a:pt x="92608" y="28758"/>
                    <a:pt x="93565" y="24992"/>
                    <a:pt x="96521" y="23024"/>
                  </a:cubicBezTo>
                  <a:cubicBezTo>
                    <a:pt x="99391" y="21141"/>
                    <a:pt x="95478" y="18231"/>
                    <a:pt x="91652" y="18231"/>
                  </a:cubicBezTo>
                  <a:cubicBezTo>
                    <a:pt x="87739" y="18231"/>
                    <a:pt x="86695" y="22082"/>
                    <a:pt x="85739" y="24992"/>
                  </a:cubicBezTo>
                  <a:cubicBezTo>
                    <a:pt x="85739" y="27817"/>
                    <a:pt x="84782" y="29700"/>
                    <a:pt x="81826" y="28758"/>
                  </a:cubicBezTo>
                  <a:cubicBezTo>
                    <a:pt x="79913" y="27817"/>
                    <a:pt x="76000" y="30727"/>
                    <a:pt x="75043" y="32610"/>
                  </a:cubicBezTo>
                  <a:cubicBezTo>
                    <a:pt x="73130" y="34493"/>
                    <a:pt x="72086" y="30727"/>
                    <a:pt x="71130" y="27817"/>
                  </a:cubicBezTo>
                  <a:cubicBezTo>
                    <a:pt x="69217" y="24992"/>
                    <a:pt x="65304" y="23024"/>
                    <a:pt x="67217" y="22082"/>
                  </a:cubicBezTo>
                  <a:cubicBezTo>
                    <a:pt x="68260" y="20114"/>
                    <a:pt x="69217" y="18231"/>
                    <a:pt x="67217" y="18231"/>
                  </a:cubicBezTo>
                  <a:cubicBezTo>
                    <a:pt x="65304" y="18231"/>
                    <a:pt x="64347" y="13437"/>
                    <a:pt x="63304" y="10527"/>
                  </a:cubicBezTo>
                  <a:cubicBezTo>
                    <a:pt x="62347" y="7703"/>
                    <a:pt x="60434" y="6761"/>
                    <a:pt x="56521" y="7703"/>
                  </a:cubicBezTo>
                  <a:cubicBezTo>
                    <a:pt x="52608" y="9586"/>
                    <a:pt x="53565" y="6761"/>
                    <a:pt x="51652" y="6761"/>
                  </a:cubicBezTo>
                  <a:cubicBezTo>
                    <a:pt x="49739" y="6761"/>
                    <a:pt x="47739" y="1968"/>
                    <a:pt x="43826" y="941"/>
                  </a:cubicBezTo>
                  <a:cubicBezTo>
                    <a:pt x="39913" y="0"/>
                    <a:pt x="38000" y="4793"/>
                    <a:pt x="38000" y="6761"/>
                  </a:cubicBezTo>
                  <a:cubicBezTo>
                    <a:pt x="38956" y="8644"/>
                    <a:pt x="38956" y="10527"/>
                    <a:pt x="38000" y="12496"/>
                  </a:cubicBezTo>
                  <a:cubicBezTo>
                    <a:pt x="37043" y="15320"/>
                    <a:pt x="31217" y="15320"/>
                    <a:pt x="31217" y="15320"/>
                  </a:cubicBezTo>
                  <a:cubicBezTo>
                    <a:pt x="32173" y="16262"/>
                    <a:pt x="31217" y="16262"/>
                    <a:pt x="30173" y="17289"/>
                  </a:cubicBezTo>
                  <a:cubicBezTo>
                    <a:pt x="29217" y="17289"/>
                    <a:pt x="29217" y="22082"/>
                    <a:pt x="32173" y="23024"/>
                  </a:cubicBezTo>
                  <a:cubicBezTo>
                    <a:pt x="34086" y="23965"/>
                    <a:pt x="34086" y="26875"/>
                    <a:pt x="32173" y="27817"/>
                  </a:cubicBezTo>
                  <a:cubicBezTo>
                    <a:pt x="31217" y="28758"/>
                    <a:pt x="29217" y="31669"/>
                    <a:pt x="29217" y="32610"/>
                  </a:cubicBezTo>
                  <a:cubicBezTo>
                    <a:pt x="30173" y="34493"/>
                    <a:pt x="28260" y="36462"/>
                    <a:pt x="26347" y="36462"/>
                  </a:cubicBezTo>
                  <a:cubicBezTo>
                    <a:pt x="24347" y="36462"/>
                    <a:pt x="20434" y="38345"/>
                    <a:pt x="21478" y="41255"/>
                  </a:cubicBezTo>
                  <a:cubicBezTo>
                    <a:pt x="22434" y="43138"/>
                    <a:pt x="26347" y="45106"/>
                    <a:pt x="27304" y="46990"/>
                  </a:cubicBezTo>
                  <a:cubicBezTo>
                    <a:pt x="29217" y="49900"/>
                    <a:pt x="27304" y="52724"/>
                    <a:pt x="24347" y="53751"/>
                  </a:cubicBezTo>
                  <a:cubicBezTo>
                    <a:pt x="22434" y="54693"/>
                    <a:pt x="17565" y="58544"/>
                    <a:pt x="18521" y="62310"/>
                  </a:cubicBezTo>
                  <a:cubicBezTo>
                    <a:pt x="20434" y="66162"/>
                    <a:pt x="19478" y="70014"/>
                    <a:pt x="16521" y="70955"/>
                  </a:cubicBezTo>
                  <a:cubicBezTo>
                    <a:pt x="14608" y="71982"/>
                    <a:pt x="4869" y="84393"/>
                    <a:pt x="2956" y="87303"/>
                  </a:cubicBezTo>
                  <a:cubicBezTo>
                    <a:pt x="2000" y="88245"/>
                    <a:pt x="956" y="88245"/>
                    <a:pt x="0" y="89186"/>
                  </a:cubicBezTo>
                  <a:cubicBezTo>
                    <a:pt x="2000" y="90213"/>
                    <a:pt x="2956" y="92097"/>
                    <a:pt x="4869" y="91155"/>
                  </a:cubicBezTo>
                  <a:cubicBezTo>
                    <a:pt x="6869" y="91155"/>
                    <a:pt x="6869" y="93980"/>
                    <a:pt x="8782" y="93980"/>
                  </a:cubicBezTo>
                  <a:cubicBezTo>
                    <a:pt x="10695" y="93980"/>
                    <a:pt x="11652" y="95948"/>
                    <a:pt x="10695" y="96890"/>
                  </a:cubicBezTo>
                  <a:cubicBezTo>
                    <a:pt x="8782" y="97831"/>
                    <a:pt x="7826" y="103566"/>
                    <a:pt x="10695" y="103566"/>
                  </a:cubicBezTo>
                  <a:cubicBezTo>
                    <a:pt x="13652" y="103566"/>
                    <a:pt x="16521" y="105534"/>
                    <a:pt x="14608" y="107417"/>
                  </a:cubicBezTo>
                  <a:cubicBezTo>
                    <a:pt x="12695" y="108359"/>
                    <a:pt x="12695" y="110328"/>
                    <a:pt x="14608" y="111269"/>
                  </a:cubicBezTo>
                  <a:cubicBezTo>
                    <a:pt x="16521" y="112211"/>
                    <a:pt x="17565" y="115121"/>
                    <a:pt x="18521" y="117004"/>
                  </a:cubicBezTo>
                  <a:cubicBezTo>
                    <a:pt x="19478" y="119914"/>
                    <a:pt x="21478" y="119914"/>
                    <a:pt x="22434" y="117945"/>
                  </a:cubicBezTo>
                  <a:cubicBezTo>
                    <a:pt x="23391" y="116062"/>
                    <a:pt x="24347" y="115121"/>
                    <a:pt x="26347" y="115121"/>
                  </a:cubicBezTo>
                  <a:cubicBezTo>
                    <a:pt x="28260" y="115121"/>
                    <a:pt x="29217" y="114179"/>
                    <a:pt x="29217" y="113238"/>
                  </a:cubicBezTo>
                  <a:cubicBezTo>
                    <a:pt x="28260" y="111269"/>
                    <a:pt x="29217" y="108359"/>
                    <a:pt x="31217" y="109386"/>
                  </a:cubicBezTo>
                  <a:cubicBezTo>
                    <a:pt x="32173" y="109386"/>
                    <a:pt x="34086" y="107417"/>
                    <a:pt x="34086" y="105534"/>
                  </a:cubicBezTo>
                  <a:cubicBezTo>
                    <a:pt x="34086" y="103566"/>
                    <a:pt x="35043" y="102624"/>
                    <a:pt x="36086" y="104507"/>
                  </a:cubicBezTo>
                  <a:cubicBezTo>
                    <a:pt x="38000" y="106476"/>
                    <a:pt x="38956" y="106476"/>
                    <a:pt x="39913" y="104507"/>
                  </a:cubicBezTo>
                  <a:cubicBezTo>
                    <a:pt x="40956" y="102624"/>
                    <a:pt x="44869" y="102624"/>
                    <a:pt x="46782" y="102624"/>
                  </a:cubicBezTo>
                  <a:cubicBezTo>
                    <a:pt x="47739" y="102624"/>
                    <a:pt x="51652" y="102624"/>
                    <a:pt x="51652" y="100741"/>
                  </a:cubicBezTo>
                  <a:cubicBezTo>
                    <a:pt x="52608" y="98773"/>
                    <a:pt x="51652" y="96890"/>
                    <a:pt x="53565" y="96890"/>
                  </a:cubicBezTo>
                  <a:cubicBezTo>
                    <a:pt x="56521" y="96890"/>
                    <a:pt x="57478" y="95948"/>
                    <a:pt x="57478" y="93038"/>
                  </a:cubicBezTo>
                  <a:cubicBezTo>
                    <a:pt x="56521" y="91155"/>
                    <a:pt x="59478" y="90213"/>
                    <a:pt x="60434" y="91155"/>
                  </a:cubicBezTo>
                  <a:cubicBezTo>
                    <a:pt x="61391" y="93038"/>
                    <a:pt x="64347" y="95948"/>
                    <a:pt x="65304" y="95948"/>
                  </a:cubicBezTo>
                  <a:cubicBezTo>
                    <a:pt x="66260" y="95948"/>
                    <a:pt x="67217" y="96890"/>
                    <a:pt x="68260" y="97831"/>
                  </a:cubicBezTo>
                  <a:cubicBezTo>
                    <a:pt x="68260" y="95007"/>
                    <a:pt x="68260" y="91155"/>
                    <a:pt x="68260" y="89186"/>
                  </a:cubicBezTo>
                  <a:cubicBezTo>
                    <a:pt x="68260" y="87303"/>
                    <a:pt x="73130" y="83452"/>
                    <a:pt x="75043" y="84393"/>
                  </a:cubicBezTo>
                  <a:cubicBezTo>
                    <a:pt x="76956" y="85335"/>
                    <a:pt x="78000" y="84393"/>
                    <a:pt x="78000" y="82510"/>
                  </a:cubicBezTo>
                  <a:cubicBezTo>
                    <a:pt x="78000" y="81483"/>
                    <a:pt x="78000" y="72924"/>
                    <a:pt x="78000" y="72924"/>
                  </a:cubicBezTo>
                  <a:cubicBezTo>
                    <a:pt x="78000" y="72924"/>
                    <a:pt x="78000" y="67189"/>
                    <a:pt x="75043" y="65221"/>
                  </a:cubicBezTo>
                  <a:cubicBezTo>
                    <a:pt x="72086" y="62310"/>
                    <a:pt x="72086" y="61369"/>
                    <a:pt x="73130" y="59486"/>
                  </a:cubicBezTo>
                  <a:cubicBezTo>
                    <a:pt x="73130" y="57517"/>
                    <a:pt x="75043" y="56576"/>
                    <a:pt x="76956" y="55634"/>
                  </a:cubicBezTo>
                  <a:cubicBezTo>
                    <a:pt x="78956" y="55634"/>
                    <a:pt x="81826" y="52724"/>
                    <a:pt x="81826" y="48958"/>
                  </a:cubicBezTo>
                  <a:cubicBezTo>
                    <a:pt x="80869" y="46048"/>
                    <a:pt x="81826" y="46990"/>
                    <a:pt x="83826" y="46048"/>
                  </a:cubicBezTo>
                  <a:cubicBezTo>
                    <a:pt x="84782" y="46048"/>
                    <a:pt x="85739" y="43138"/>
                    <a:pt x="85739" y="40313"/>
                  </a:cubicBezTo>
                  <a:cubicBezTo>
                    <a:pt x="84782" y="37403"/>
                    <a:pt x="88695" y="40313"/>
                    <a:pt x="89652" y="41255"/>
                  </a:cubicBezTo>
                  <a:cubicBezTo>
                    <a:pt x="89652" y="43138"/>
                    <a:pt x="87739" y="46990"/>
                    <a:pt x="89652" y="46990"/>
                  </a:cubicBezTo>
                  <a:cubicBezTo>
                    <a:pt x="91652" y="46990"/>
                    <a:pt x="92608" y="48017"/>
                    <a:pt x="92608" y="50841"/>
                  </a:cubicBezTo>
                  <a:cubicBezTo>
                    <a:pt x="92608" y="53751"/>
                    <a:pt x="94521" y="55634"/>
                    <a:pt x="97478" y="56576"/>
                  </a:cubicBezTo>
                  <a:cubicBezTo>
                    <a:pt x="101304" y="56576"/>
                    <a:pt x="99391" y="58544"/>
                    <a:pt x="100347" y="62310"/>
                  </a:cubicBezTo>
                  <a:cubicBezTo>
                    <a:pt x="101304" y="65221"/>
                    <a:pt x="101304" y="65221"/>
                    <a:pt x="99391" y="66162"/>
                  </a:cubicBezTo>
                  <a:cubicBezTo>
                    <a:pt x="98434" y="68131"/>
                    <a:pt x="101304" y="72924"/>
                    <a:pt x="101304" y="72924"/>
                  </a:cubicBezTo>
                  <a:cubicBezTo>
                    <a:pt x="102347" y="72924"/>
                    <a:pt x="102347" y="73865"/>
                    <a:pt x="103304" y="74807"/>
                  </a:cubicBezTo>
                  <a:cubicBezTo>
                    <a:pt x="104260" y="76776"/>
                    <a:pt x="106173" y="78659"/>
                    <a:pt x="109130" y="80542"/>
                  </a:cubicBezTo>
                  <a:cubicBezTo>
                    <a:pt x="112086" y="81483"/>
                    <a:pt x="115043" y="78659"/>
                    <a:pt x="116956" y="77717"/>
                  </a:cubicBezTo>
                  <a:cubicBezTo>
                    <a:pt x="117913" y="74807"/>
                    <a:pt x="117913" y="71982"/>
                    <a:pt x="116000" y="71982"/>
                  </a:cubicBezTo>
                  <a:cubicBezTo>
                    <a:pt x="114000" y="71982"/>
                    <a:pt x="116000" y="67189"/>
                    <a:pt x="116956" y="65221"/>
                  </a:cubicBezTo>
                  <a:cubicBezTo>
                    <a:pt x="117913" y="62310"/>
                    <a:pt x="116956" y="59486"/>
                    <a:pt x="115043" y="58544"/>
                  </a:cubicBezTo>
                  <a:cubicBezTo>
                    <a:pt x="113043" y="58544"/>
                    <a:pt x="115043" y="53751"/>
                    <a:pt x="115043" y="50841"/>
                  </a:cubicBezTo>
                  <a:cubicBezTo>
                    <a:pt x="115043" y="49900"/>
                    <a:pt x="115043" y="48958"/>
                    <a:pt x="116000" y="48958"/>
                  </a:cubicBezTo>
                  <a:lnTo>
                    <a:pt x="116000" y="48958"/>
                  </a:lnTo>
                  <a:cubicBezTo>
                    <a:pt x="116000" y="48958"/>
                    <a:pt x="114000" y="46048"/>
                    <a:pt x="113043" y="45106"/>
                  </a:cubicBezTo>
                  <a:cubicBezTo>
                    <a:pt x="112086" y="43138"/>
                    <a:pt x="115043" y="41255"/>
                    <a:pt x="117913" y="40313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Shape 6760"/>
            <p:cNvSpPr/>
            <p:nvPr/>
          </p:nvSpPr>
          <p:spPr>
            <a:xfrm>
              <a:off x="15886581" y="6359030"/>
              <a:ext cx="849638" cy="14970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343" y="9948"/>
                  </a:moveTo>
                  <a:lnTo>
                    <a:pt x="117343" y="9948"/>
                  </a:lnTo>
                  <a:cubicBezTo>
                    <a:pt x="115546" y="8482"/>
                    <a:pt x="112031" y="5462"/>
                    <a:pt x="109453" y="3464"/>
                  </a:cubicBezTo>
                  <a:cubicBezTo>
                    <a:pt x="106796" y="1509"/>
                    <a:pt x="103281" y="0"/>
                    <a:pt x="102421" y="488"/>
                  </a:cubicBezTo>
                  <a:cubicBezTo>
                    <a:pt x="101562" y="488"/>
                    <a:pt x="98906" y="3464"/>
                    <a:pt x="93671" y="3997"/>
                  </a:cubicBezTo>
                  <a:cubicBezTo>
                    <a:pt x="91015" y="4485"/>
                    <a:pt x="85781" y="4974"/>
                    <a:pt x="81406" y="4974"/>
                  </a:cubicBezTo>
                  <a:cubicBezTo>
                    <a:pt x="80546" y="12435"/>
                    <a:pt x="80546" y="12435"/>
                    <a:pt x="80546" y="12435"/>
                  </a:cubicBezTo>
                  <a:cubicBezTo>
                    <a:pt x="77031" y="12923"/>
                    <a:pt x="77031" y="12923"/>
                    <a:pt x="77031" y="12923"/>
                  </a:cubicBezTo>
                  <a:cubicBezTo>
                    <a:pt x="77031" y="17942"/>
                    <a:pt x="77031" y="17942"/>
                    <a:pt x="77031" y="17942"/>
                  </a:cubicBezTo>
                  <a:cubicBezTo>
                    <a:pt x="91015" y="17942"/>
                    <a:pt x="91015" y="17942"/>
                    <a:pt x="91015" y="17942"/>
                  </a:cubicBezTo>
                  <a:cubicBezTo>
                    <a:pt x="91015" y="20429"/>
                    <a:pt x="91015" y="20429"/>
                    <a:pt x="91015" y="20429"/>
                  </a:cubicBezTo>
                  <a:cubicBezTo>
                    <a:pt x="82265" y="20917"/>
                    <a:pt x="82265" y="20917"/>
                    <a:pt x="82265" y="20917"/>
                  </a:cubicBezTo>
                  <a:cubicBezTo>
                    <a:pt x="77031" y="28378"/>
                    <a:pt x="77031" y="28378"/>
                    <a:pt x="77031" y="28378"/>
                  </a:cubicBezTo>
                  <a:cubicBezTo>
                    <a:pt x="80546" y="28378"/>
                    <a:pt x="80546" y="28378"/>
                    <a:pt x="80546" y="28378"/>
                  </a:cubicBezTo>
                  <a:cubicBezTo>
                    <a:pt x="80546" y="34330"/>
                    <a:pt x="80546" y="34330"/>
                    <a:pt x="80546" y="34330"/>
                  </a:cubicBezTo>
                  <a:cubicBezTo>
                    <a:pt x="73515" y="34818"/>
                    <a:pt x="73515" y="34818"/>
                    <a:pt x="73515" y="34818"/>
                  </a:cubicBezTo>
                  <a:cubicBezTo>
                    <a:pt x="73515" y="37838"/>
                    <a:pt x="73515" y="37838"/>
                    <a:pt x="73515" y="37838"/>
                  </a:cubicBezTo>
                  <a:cubicBezTo>
                    <a:pt x="76171" y="40325"/>
                    <a:pt x="76171" y="40325"/>
                    <a:pt x="76171" y="40325"/>
                  </a:cubicBezTo>
                  <a:cubicBezTo>
                    <a:pt x="67421" y="40325"/>
                    <a:pt x="67421" y="40325"/>
                    <a:pt x="67421" y="40325"/>
                  </a:cubicBezTo>
                  <a:cubicBezTo>
                    <a:pt x="67421" y="37838"/>
                    <a:pt x="67421" y="37838"/>
                    <a:pt x="67421" y="37838"/>
                  </a:cubicBezTo>
                  <a:cubicBezTo>
                    <a:pt x="59531" y="41835"/>
                    <a:pt x="59531" y="41835"/>
                    <a:pt x="59531" y="41835"/>
                  </a:cubicBezTo>
                  <a:cubicBezTo>
                    <a:pt x="60390" y="43789"/>
                    <a:pt x="60390" y="43789"/>
                    <a:pt x="60390" y="43789"/>
                  </a:cubicBezTo>
                  <a:cubicBezTo>
                    <a:pt x="45546" y="43789"/>
                    <a:pt x="45546" y="43789"/>
                    <a:pt x="45546" y="43789"/>
                  </a:cubicBezTo>
                  <a:cubicBezTo>
                    <a:pt x="45546" y="46276"/>
                    <a:pt x="45546" y="46276"/>
                    <a:pt x="45546" y="46276"/>
                  </a:cubicBezTo>
                  <a:cubicBezTo>
                    <a:pt x="35000" y="46276"/>
                    <a:pt x="35000" y="46276"/>
                    <a:pt x="35000" y="46276"/>
                  </a:cubicBezTo>
                  <a:cubicBezTo>
                    <a:pt x="35000" y="49785"/>
                    <a:pt x="35000" y="49785"/>
                    <a:pt x="35000" y="49785"/>
                  </a:cubicBezTo>
                  <a:cubicBezTo>
                    <a:pt x="30625" y="50273"/>
                    <a:pt x="30625" y="50273"/>
                    <a:pt x="30625" y="50273"/>
                  </a:cubicBezTo>
                  <a:cubicBezTo>
                    <a:pt x="30625" y="53249"/>
                    <a:pt x="30625" y="53249"/>
                    <a:pt x="30625" y="53249"/>
                  </a:cubicBezTo>
                  <a:cubicBezTo>
                    <a:pt x="0" y="71680"/>
                    <a:pt x="0" y="71680"/>
                    <a:pt x="0" y="71680"/>
                  </a:cubicBezTo>
                  <a:cubicBezTo>
                    <a:pt x="6953" y="76165"/>
                    <a:pt x="6953" y="76165"/>
                    <a:pt x="6953" y="76165"/>
                  </a:cubicBezTo>
                  <a:cubicBezTo>
                    <a:pt x="13984" y="119955"/>
                    <a:pt x="13984" y="119955"/>
                    <a:pt x="13984" y="119955"/>
                  </a:cubicBezTo>
                  <a:cubicBezTo>
                    <a:pt x="13984" y="119955"/>
                    <a:pt x="24531" y="117957"/>
                    <a:pt x="27109" y="118445"/>
                  </a:cubicBezTo>
                  <a:cubicBezTo>
                    <a:pt x="30625" y="118934"/>
                    <a:pt x="31484" y="116935"/>
                    <a:pt x="33281" y="116447"/>
                  </a:cubicBezTo>
                  <a:cubicBezTo>
                    <a:pt x="35859" y="115958"/>
                    <a:pt x="38515" y="113471"/>
                    <a:pt x="38515" y="110495"/>
                  </a:cubicBezTo>
                  <a:cubicBezTo>
                    <a:pt x="37656" y="107520"/>
                    <a:pt x="37656" y="106010"/>
                    <a:pt x="40312" y="105521"/>
                  </a:cubicBezTo>
                  <a:cubicBezTo>
                    <a:pt x="42031" y="105521"/>
                    <a:pt x="44609" y="103034"/>
                    <a:pt x="45546" y="102013"/>
                  </a:cubicBezTo>
                  <a:cubicBezTo>
                    <a:pt x="46406" y="101036"/>
                    <a:pt x="50781" y="101036"/>
                    <a:pt x="52500" y="101036"/>
                  </a:cubicBezTo>
                  <a:cubicBezTo>
                    <a:pt x="53359" y="101036"/>
                    <a:pt x="54296" y="101524"/>
                    <a:pt x="55156" y="102013"/>
                  </a:cubicBezTo>
                  <a:cubicBezTo>
                    <a:pt x="55156" y="101524"/>
                    <a:pt x="55156" y="101524"/>
                    <a:pt x="55156" y="101524"/>
                  </a:cubicBezTo>
                  <a:cubicBezTo>
                    <a:pt x="57812" y="100059"/>
                    <a:pt x="59531" y="98549"/>
                    <a:pt x="61250" y="97572"/>
                  </a:cubicBezTo>
                  <a:cubicBezTo>
                    <a:pt x="63046" y="96062"/>
                    <a:pt x="61250" y="95040"/>
                    <a:pt x="59531" y="95573"/>
                  </a:cubicBezTo>
                  <a:cubicBezTo>
                    <a:pt x="56875" y="96062"/>
                    <a:pt x="54296" y="97572"/>
                    <a:pt x="53359" y="98060"/>
                  </a:cubicBezTo>
                  <a:cubicBezTo>
                    <a:pt x="51640" y="98549"/>
                    <a:pt x="48984" y="98549"/>
                    <a:pt x="51640" y="97039"/>
                  </a:cubicBezTo>
                  <a:cubicBezTo>
                    <a:pt x="53359" y="95573"/>
                    <a:pt x="55156" y="94063"/>
                    <a:pt x="55156" y="93575"/>
                  </a:cubicBezTo>
                  <a:cubicBezTo>
                    <a:pt x="55156" y="92553"/>
                    <a:pt x="56875" y="92553"/>
                    <a:pt x="57812" y="90599"/>
                  </a:cubicBezTo>
                  <a:cubicBezTo>
                    <a:pt x="58671" y="89089"/>
                    <a:pt x="58671" y="87623"/>
                    <a:pt x="59531" y="87091"/>
                  </a:cubicBezTo>
                  <a:cubicBezTo>
                    <a:pt x="60390" y="86602"/>
                    <a:pt x="61250" y="86602"/>
                    <a:pt x="61250" y="88601"/>
                  </a:cubicBezTo>
                  <a:cubicBezTo>
                    <a:pt x="61250" y="91088"/>
                    <a:pt x="60390" y="94063"/>
                    <a:pt x="62187" y="93575"/>
                  </a:cubicBezTo>
                  <a:cubicBezTo>
                    <a:pt x="63046" y="93575"/>
                    <a:pt x="64765" y="92553"/>
                    <a:pt x="63906" y="91088"/>
                  </a:cubicBezTo>
                  <a:cubicBezTo>
                    <a:pt x="63046" y="90066"/>
                    <a:pt x="62187" y="88601"/>
                    <a:pt x="64765" y="89089"/>
                  </a:cubicBezTo>
                  <a:cubicBezTo>
                    <a:pt x="67421" y="89578"/>
                    <a:pt x="71796" y="91088"/>
                    <a:pt x="70859" y="93086"/>
                  </a:cubicBezTo>
                  <a:cubicBezTo>
                    <a:pt x="70859" y="95573"/>
                    <a:pt x="66562" y="96062"/>
                    <a:pt x="66562" y="98549"/>
                  </a:cubicBezTo>
                  <a:cubicBezTo>
                    <a:pt x="66562" y="101036"/>
                    <a:pt x="69140" y="102546"/>
                    <a:pt x="73515" y="103034"/>
                  </a:cubicBezTo>
                  <a:cubicBezTo>
                    <a:pt x="77031" y="104011"/>
                    <a:pt x="78828" y="107520"/>
                    <a:pt x="78828" y="108497"/>
                  </a:cubicBezTo>
                  <a:cubicBezTo>
                    <a:pt x="77890" y="109518"/>
                    <a:pt x="81406" y="109518"/>
                    <a:pt x="81406" y="108008"/>
                  </a:cubicBezTo>
                  <a:cubicBezTo>
                    <a:pt x="81406" y="106498"/>
                    <a:pt x="82265" y="101524"/>
                    <a:pt x="82265" y="98549"/>
                  </a:cubicBezTo>
                  <a:cubicBezTo>
                    <a:pt x="82265" y="96062"/>
                    <a:pt x="83203" y="90599"/>
                    <a:pt x="84062" y="90066"/>
                  </a:cubicBezTo>
                  <a:cubicBezTo>
                    <a:pt x="84062" y="89089"/>
                    <a:pt x="85781" y="89089"/>
                    <a:pt x="87578" y="85625"/>
                  </a:cubicBezTo>
                  <a:cubicBezTo>
                    <a:pt x="90156" y="81628"/>
                    <a:pt x="91015" y="78652"/>
                    <a:pt x="91015" y="76165"/>
                  </a:cubicBezTo>
                  <a:cubicBezTo>
                    <a:pt x="90156" y="73678"/>
                    <a:pt x="90156" y="73145"/>
                    <a:pt x="89296" y="74167"/>
                  </a:cubicBezTo>
                  <a:cubicBezTo>
                    <a:pt x="87578" y="75144"/>
                    <a:pt x="85781" y="76654"/>
                    <a:pt x="84921" y="75677"/>
                  </a:cubicBezTo>
                  <a:cubicBezTo>
                    <a:pt x="84062" y="74655"/>
                    <a:pt x="84921" y="74167"/>
                    <a:pt x="83203" y="74167"/>
                  </a:cubicBezTo>
                  <a:cubicBezTo>
                    <a:pt x="81406" y="74167"/>
                    <a:pt x="80546" y="73678"/>
                    <a:pt x="83203" y="73145"/>
                  </a:cubicBezTo>
                  <a:cubicBezTo>
                    <a:pt x="84921" y="72657"/>
                    <a:pt x="85781" y="71147"/>
                    <a:pt x="85781" y="70658"/>
                  </a:cubicBezTo>
                  <a:cubicBezTo>
                    <a:pt x="85781" y="69681"/>
                    <a:pt x="91875" y="69193"/>
                    <a:pt x="93671" y="68171"/>
                  </a:cubicBezTo>
                  <a:cubicBezTo>
                    <a:pt x="96328" y="67194"/>
                    <a:pt x="96328" y="65684"/>
                    <a:pt x="95390" y="64219"/>
                  </a:cubicBezTo>
                  <a:cubicBezTo>
                    <a:pt x="95390" y="62709"/>
                    <a:pt x="93671" y="63197"/>
                    <a:pt x="91015" y="64219"/>
                  </a:cubicBezTo>
                  <a:cubicBezTo>
                    <a:pt x="87578" y="65196"/>
                    <a:pt x="86640" y="65684"/>
                    <a:pt x="86640" y="66706"/>
                  </a:cubicBezTo>
                  <a:cubicBezTo>
                    <a:pt x="87578" y="67683"/>
                    <a:pt x="84062" y="67683"/>
                    <a:pt x="83203" y="67194"/>
                  </a:cubicBezTo>
                  <a:cubicBezTo>
                    <a:pt x="82265" y="66706"/>
                    <a:pt x="82265" y="66217"/>
                    <a:pt x="83203" y="65196"/>
                  </a:cubicBezTo>
                  <a:cubicBezTo>
                    <a:pt x="84062" y="64707"/>
                    <a:pt x="82265" y="64707"/>
                    <a:pt x="80546" y="64219"/>
                  </a:cubicBezTo>
                  <a:cubicBezTo>
                    <a:pt x="79687" y="64219"/>
                    <a:pt x="80546" y="61732"/>
                    <a:pt x="82265" y="60222"/>
                  </a:cubicBezTo>
                  <a:cubicBezTo>
                    <a:pt x="84062" y="58712"/>
                    <a:pt x="85781" y="59200"/>
                    <a:pt x="87578" y="58712"/>
                  </a:cubicBezTo>
                  <a:cubicBezTo>
                    <a:pt x="88437" y="58223"/>
                    <a:pt x="87578" y="57246"/>
                    <a:pt x="90156" y="55736"/>
                  </a:cubicBezTo>
                  <a:cubicBezTo>
                    <a:pt x="91875" y="54759"/>
                    <a:pt x="92812" y="53249"/>
                    <a:pt x="91015" y="51783"/>
                  </a:cubicBezTo>
                  <a:cubicBezTo>
                    <a:pt x="89296" y="50273"/>
                    <a:pt x="88437" y="45299"/>
                    <a:pt x="91015" y="42812"/>
                  </a:cubicBezTo>
                  <a:cubicBezTo>
                    <a:pt x="93671" y="40325"/>
                    <a:pt x="99843" y="36817"/>
                    <a:pt x="103281" y="33841"/>
                  </a:cubicBezTo>
                  <a:cubicBezTo>
                    <a:pt x="107656" y="30377"/>
                    <a:pt x="105937" y="30377"/>
                    <a:pt x="110312" y="28378"/>
                  </a:cubicBezTo>
                  <a:cubicBezTo>
                    <a:pt x="113828" y="25891"/>
                    <a:pt x="114687" y="25891"/>
                    <a:pt x="114687" y="25358"/>
                  </a:cubicBezTo>
                  <a:cubicBezTo>
                    <a:pt x="114687" y="24381"/>
                    <a:pt x="115546" y="20917"/>
                    <a:pt x="117343" y="17409"/>
                  </a:cubicBezTo>
                  <a:cubicBezTo>
                    <a:pt x="119921" y="13945"/>
                    <a:pt x="119921" y="11946"/>
                    <a:pt x="117343" y="994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Shape 6761"/>
            <p:cNvSpPr/>
            <p:nvPr/>
          </p:nvSpPr>
          <p:spPr>
            <a:xfrm>
              <a:off x="15420257" y="6402989"/>
              <a:ext cx="1110877" cy="8523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3721" y="82290"/>
                  </a:moveTo>
                  <a:lnTo>
                    <a:pt x="73721" y="82290"/>
                  </a:lnTo>
                  <a:cubicBezTo>
                    <a:pt x="77070" y="81431"/>
                    <a:pt x="77070" y="81431"/>
                    <a:pt x="77070" y="81431"/>
                  </a:cubicBezTo>
                  <a:cubicBezTo>
                    <a:pt x="77070" y="75263"/>
                    <a:pt x="77070" y="75263"/>
                    <a:pt x="77070" y="75263"/>
                  </a:cubicBezTo>
                  <a:cubicBezTo>
                    <a:pt x="85142" y="75263"/>
                    <a:pt x="85142" y="75263"/>
                    <a:pt x="85142" y="75263"/>
                  </a:cubicBezTo>
                  <a:cubicBezTo>
                    <a:pt x="85142" y="70891"/>
                    <a:pt x="85142" y="70891"/>
                    <a:pt x="85142" y="70891"/>
                  </a:cubicBezTo>
                  <a:cubicBezTo>
                    <a:pt x="96502" y="70891"/>
                    <a:pt x="96502" y="70891"/>
                    <a:pt x="96502" y="70891"/>
                  </a:cubicBezTo>
                  <a:cubicBezTo>
                    <a:pt x="95844" y="67456"/>
                    <a:pt x="95844" y="67456"/>
                    <a:pt x="95844" y="67456"/>
                  </a:cubicBezTo>
                  <a:cubicBezTo>
                    <a:pt x="101883" y="60429"/>
                    <a:pt x="101883" y="60429"/>
                    <a:pt x="101883" y="60429"/>
                  </a:cubicBezTo>
                  <a:cubicBezTo>
                    <a:pt x="101883" y="64801"/>
                    <a:pt x="101883" y="64801"/>
                    <a:pt x="101883" y="64801"/>
                  </a:cubicBezTo>
                  <a:cubicBezTo>
                    <a:pt x="108579" y="64801"/>
                    <a:pt x="108579" y="64801"/>
                    <a:pt x="108579" y="64801"/>
                  </a:cubicBezTo>
                  <a:cubicBezTo>
                    <a:pt x="106547" y="60429"/>
                    <a:pt x="106547" y="60429"/>
                    <a:pt x="106547" y="60429"/>
                  </a:cubicBezTo>
                  <a:cubicBezTo>
                    <a:pt x="106547" y="55120"/>
                    <a:pt x="106547" y="55120"/>
                    <a:pt x="106547" y="55120"/>
                  </a:cubicBezTo>
                  <a:cubicBezTo>
                    <a:pt x="111928" y="54261"/>
                    <a:pt x="111928" y="54261"/>
                    <a:pt x="111928" y="54261"/>
                  </a:cubicBezTo>
                  <a:cubicBezTo>
                    <a:pt x="111928" y="43799"/>
                    <a:pt x="111928" y="43799"/>
                    <a:pt x="111928" y="43799"/>
                  </a:cubicBezTo>
                  <a:cubicBezTo>
                    <a:pt x="109237" y="43799"/>
                    <a:pt x="109237" y="43799"/>
                    <a:pt x="109237" y="43799"/>
                  </a:cubicBezTo>
                  <a:cubicBezTo>
                    <a:pt x="113243" y="30683"/>
                    <a:pt x="113243" y="30683"/>
                    <a:pt x="113243" y="30683"/>
                  </a:cubicBezTo>
                  <a:cubicBezTo>
                    <a:pt x="119940" y="29824"/>
                    <a:pt x="119940" y="29824"/>
                    <a:pt x="119940" y="29824"/>
                  </a:cubicBezTo>
                  <a:cubicBezTo>
                    <a:pt x="119940" y="25452"/>
                    <a:pt x="119940" y="25452"/>
                    <a:pt x="119940" y="25452"/>
                  </a:cubicBezTo>
                  <a:cubicBezTo>
                    <a:pt x="109237" y="25452"/>
                    <a:pt x="109237" y="25452"/>
                    <a:pt x="109237" y="25452"/>
                  </a:cubicBezTo>
                  <a:cubicBezTo>
                    <a:pt x="109237" y="16629"/>
                    <a:pt x="109237" y="16629"/>
                    <a:pt x="109237" y="16629"/>
                  </a:cubicBezTo>
                  <a:cubicBezTo>
                    <a:pt x="111928" y="15770"/>
                    <a:pt x="111928" y="15770"/>
                    <a:pt x="111928" y="15770"/>
                  </a:cubicBezTo>
                  <a:cubicBezTo>
                    <a:pt x="112585" y="2654"/>
                    <a:pt x="112585" y="2654"/>
                    <a:pt x="112585" y="2654"/>
                  </a:cubicBezTo>
                  <a:cubicBezTo>
                    <a:pt x="109895" y="2654"/>
                    <a:pt x="107922" y="2654"/>
                    <a:pt x="106547" y="2654"/>
                  </a:cubicBezTo>
                  <a:cubicBezTo>
                    <a:pt x="102541" y="2654"/>
                    <a:pt x="92496" y="1795"/>
                    <a:pt x="89147" y="1795"/>
                  </a:cubicBezTo>
                  <a:cubicBezTo>
                    <a:pt x="85142" y="936"/>
                    <a:pt x="74379" y="0"/>
                    <a:pt x="70373" y="3513"/>
                  </a:cubicBezTo>
                  <a:cubicBezTo>
                    <a:pt x="65710" y="6167"/>
                    <a:pt x="62301" y="11398"/>
                    <a:pt x="52316" y="15770"/>
                  </a:cubicBezTo>
                  <a:cubicBezTo>
                    <a:pt x="42212" y="20143"/>
                    <a:pt x="32884" y="22797"/>
                    <a:pt x="30852" y="23656"/>
                  </a:cubicBezTo>
                  <a:cubicBezTo>
                    <a:pt x="28819" y="24515"/>
                    <a:pt x="20149" y="24515"/>
                    <a:pt x="12735" y="31541"/>
                  </a:cubicBezTo>
                  <a:cubicBezTo>
                    <a:pt x="5381" y="38490"/>
                    <a:pt x="2690" y="41145"/>
                    <a:pt x="1375" y="43799"/>
                  </a:cubicBezTo>
                  <a:cubicBezTo>
                    <a:pt x="717" y="44658"/>
                    <a:pt x="717" y="45517"/>
                    <a:pt x="0" y="47312"/>
                  </a:cubicBezTo>
                  <a:cubicBezTo>
                    <a:pt x="0" y="47312"/>
                    <a:pt x="2032" y="46376"/>
                    <a:pt x="2690" y="53402"/>
                  </a:cubicBezTo>
                  <a:cubicBezTo>
                    <a:pt x="2690" y="60429"/>
                    <a:pt x="2690" y="65660"/>
                    <a:pt x="2690" y="65660"/>
                  </a:cubicBezTo>
                  <a:cubicBezTo>
                    <a:pt x="10762" y="65660"/>
                    <a:pt x="10762" y="65660"/>
                    <a:pt x="10762" y="65660"/>
                  </a:cubicBezTo>
                  <a:cubicBezTo>
                    <a:pt x="10762" y="72687"/>
                    <a:pt x="10762" y="72687"/>
                    <a:pt x="10762" y="72687"/>
                  </a:cubicBezTo>
                  <a:cubicBezTo>
                    <a:pt x="24155" y="72687"/>
                    <a:pt x="24155" y="72687"/>
                    <a:pt x="24155" y="72687"/>
                  </a:cubicBezTo>
                  <a:cubicBezTo>
                    <a:pt x="25470" y="81431"/>
                    <a:pt x="25470" y="81431"/>
                    <a:pt x="25470" y="81431"/>
                  </a:cubicBezTo>
                  <a:cubicBezTo>
                    <a:pt x="30194" y="86662"/>
                    <a:pt x="30194" y="86662"/>
                    <a:pt x="30194" y="86662"/>
                  </a:cubicBezTo>
                  <a:cubicBezTo>
                    <a:pt x="30194" y="86662"/>
                    <a:pt x="32167" y="84007"/>
                    <a:pt x="33542" y="83148"/>
                  </a:cubicBezTo>
                  <a:cubicBezTo>
                    <a:pt x="35515" y="83148"/>
                    <a:pt x="36233" y="84007"/>
                    <a:pt x="36233" y="84007"/>
                  </a:cubicBezTo>
                  <a:cubicBezTo>
                    <a:pt x="36890" y="99778"/>
                    <a:pt x="36890" y="99778"/>
                    <a:pt x="36890" y="99778"/>
                  </a:cubicBezTo>
                  <a:cubicBezTo>
                    <a:pt x="50284" y="119921"/>
                    <a:pt x="50284" y="119921"/>
                    <a:pt x="50284" y="119921"/>
                  </a:cubicBezTo>
                  <a:lnTo>
                    <a:pt x="50284" y="119921"/>
                  </a:lnTo>
                  <a:cubicBezTo>
                    <a:pt x="73721" y="87521"/>
                    <a:pt x="73721" y="87521"/>
                    <a:pt x="73721" y="87521"/>
                  </a:cubicBezTo>
                  <a:lnTo>
                    <a:pt x="73721" y="8229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Shape 6762"/>
            <p:cNvSpPr/>
            <p:nvPr/>
          </p:nvSpPr>
          <p:spPr>
            <a:xfrm>
              <a:off x="14700017" y="6732685"/>
              <a:ext cx="1279341" cy="121620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03" y="96687"/>
                  </a:moveTo>
                  <a:lnTo>
                    <a:pt x="4103" y="96687"/>
                  </a:lnTo>
                  <a:cubicBezTo>
                    <a:pt x="4675" y="98544"/>
                    <a:pt x="5818" y="100345"/>
                    <a:pt x="7584" y="100345"/>
                  </a:cubicBezTo>
                  <a:cubicBezTo>
                    <a:pt x="9922" y="100345"/>
                    <a:pt x="13402" y="100345"/>
                    <a:pt x="13402" y="100345"/>
                  </a:cubicBezTo>
                  <a:cubicBezTo>
                    <a:pt x="13402" y="100345"/>
                    <a:pt x="14597" y="108316"/>
                    <a:pt x="15168" y="109517"/>
                  </a:cubicBezTo>
                  <a:cubicBezTo>
                    <a:pt x="15740" y="110172"/>
                    <a:pt x="16311" y="113830"/>
                    <a:pt x="17506" y="113830"/>
                  </a:cubicBezTo>
                  <a:cubicBezTo>
                    <a:pt x="18649" y="113830"/>
                    <a:pt x="19792" y="112629"/>
                    <a:pt x="20987" y="114431"/>
                  </a:cubicBezTo>
                  <a:cubicBezTo>
                    <a:pt x="21558" y="116888"/>
                    <a:pt x="24467" y="114431"/>
                    <a:pt x="24467" y="116287"/>
                  </a:cubicBezTo>
                  <a:cubicBezTo>
                    <a:pt x="25038" y="117488"/>
                    <a:pt x="25038" y="117488"/>
                    <a:pt x="27376" y="117488"/>
                  </a:cubicBezTo>
                  <a:cubicBezTo>
                    <a:pt x="29142" y="117488"/>
                    <a:pt x="30285" y="118089"/>
                    <a:pt x="31480" y="118689"/>
                  </a:cubicBezTo>
                  <a:cubicBezTo>
                    <a:pt x="32623" y="119945"/>
                    <a:pt x="34389" y="118689"/>
                    <a:pt x="34389" y="118689"/>
                  </a:cubicBezTo>
                  <a:cubicBezTo>
                    <a:pt x="34389" y="110773"/>
                    <a:pt x="34389" y="110773"/>
                    <a:pt x="34389" y="110773"/>
                  </a:cubicBezTo>
                  <a:cubicBezTo>
                    <a:pt x="34389" y="110773"/>
                    <a:pt x="35532" y="111373"/>
                    <a:pt x="37870" y="110773"/>
                  </a:cubicBezTo>
                  <a:cubicBezTo>
                    <a:pt x="40207" y="110773"/>
                    <a:pt x="41922" y="113830"/>
                    <a:pt x="43116" y="113230"/>
                  </a:cubicBezTo>
                  <a:cubicBezTo>
                    <a:pt x="44831" y="113230"/>
                    <a:pt x="46597" y="112629"/>
                    <a:pt x="47168" y="114431"/>
                  </a:cubicBezTo>
                  <a:cubicBezTo>
                    <a:pt x="48311" y="116287"/>
                    <a:pt x="55896" y="115632"/>
                    <a:pt x="55896" y="115632"/>
                  </a:cubicBezTo>
                  <a:cubicBezTo>
                    <a:pt x="56467" y="119945"/>
                    <a:pt x="56467" y="119945"/>
                    <a:pt x="56467" y="119945"/>
                  </a:cubicBezTo>
                  <a:cubicBezTo>
                    <a:pt x="119948" y="115632"/>
                    <a:pt x="119948" y="115632"/>
                    <a:pt x="119948" y="115632"/>
                  </a:cubicBezTo>
                  <a:cubicBezTo>
                    <a:pt x="119948" y="109517"/>
                    <a:pt x="119948" y="109517"/>
                    <a:pt x="119948" y="109517"/>
                  </a:cubicBezTo>
                  <a:cubicBezTo>
                    <a:pt x="115844" y="56942"/>
                    <a:pt x="115844" y="56942"/>
                    <a:pt x="115844" y="56942"/>
                  </a:cubicBezTo>
                  <a:cubicBezTo>
                    <a:pt x="111220" y="51428"/>
                    <a:pt x="111220" y="51428"/>
                    <a:pt x="111220" y="51428"/>
                  </a:cubicBezTo>
                  <a:cubicBezTo>
                    <a:pt x="99584" y="37343"/>
                    <a:pt x="99584" y="37343"/>
                    <a:pt x="99584" y="37343"/>
                  </a:cubicBezTo>
                  <a:cubicBezTo>
                    <a:pt x="99012" y="26314"/>
                    <a:pt x="99012" y="26314"/>
                    <a:pt x="99012" y="26314"/>
                  </a:cubicBezTo>
                  <a:cubicBezTo>
                    <a:pt x="99012" y="26314"/>
                    <a:pt x="98389" y="25714"/>
                    <a:pt x="96675" y="25714"/>
                  </a:cubicBezTo>
                  <a:cubicBezTo>
                    <a:pt x="95480" y="26314"/>
                    <a:pt x="93766" y="28171"/>
                    <a:pt x="93766" y="28171"/>
                  </a:cubicBezTo>
                  <a:cubicBezTo>
                    <a:pt x="89662" y="24513"/>
                    <a:pt x="89662" y="24513"/>
                    <a:pt x="89662" y="24513"/>
                  </a:cubicBezTo>
                  <a:cubicBezTo>
                    <a:pt x="88519" y="18398"/>
                    <a:pt x="88519" y="18398"/>
                    <a:pt x="88519" y="18398"/>
                  </a:cubicBezTo>
                  <a:cubicBezTo>
                    <a:pt x="76883" y="18398"/>
                    <a:pt x="76883" y="18398"/>
                    <a:pt x="76883" y="18398"/>
                  </a:cubicBezTo>
                  <a:cubicBezTo>
                    <a:pt x="76883" y="13484"/>
                    <a:pt x="76883" y="13484"/>
                    <a:pt x="76883" y="13484"/>
                  </a:cubicBezTo>
                  <a:cubicBezTo>
                    <a:pt x="69870" y="13484"/>
                    <a:pt x="69870" y="13484"/>
                    <a:pt x="69870" y="13484"/>
                  </a:cubicBezTo>
                  <a:cubicBezTo>
                    <a:pt x="69870" y="13484"/>
                    <a:pt x="69870" y="9827"/>
                    <a:pt x="69870" y="4913"/>
                  </a:cubicBezTo>
                  <a:cubicBezTo>
                    <a:pt x="69298" y="0"/>
                    <a:pt x="67532" y="655"/>
                    <a:pt x="67532" y="655"/>
                  </a:cubicBezTo>
                  <a:cubicBezTo>
                    <a:pt x="66389" y="3057"/>
                    <a:pt x="65194" y="7370"/>
                    <a:pt x="64623" y="13484"/>
                  </a:cubicBezTo>
                  <a:cubicBezTo>
                    <a:pt x="63480" y="22056"/>
                    <a:pt x="64051" y="23257"/>
                    <a:pt x="65194" y="25714"/>
                  </a:cubicBezTo>
                  <a:cubicBezTo>
                    <a:pt x="66961" y="28171"/>
                    <a:pt x="68727" y="31828"/>
                    <a:pt x="67532" y="36087"/>
                  </a:cubicBezTo>
                  <a:cubicBezTo>
                    <a:pt x="66389" y="39799"/>
                    <a:pt x="62909" y="44058"/>
                    <a:pt x="61714" y="50773"/>
                  </a:cubicBezTo>
                  <a:cubicBezTo>
                    <a:pt x="60571" y="58143"/>
                    <a:pt x="60571" y="61801"/>
                    <a:pt x="58233" y="64258"/>
                  </a:cubicBezTo>
                  <a:cubicBezTo>
                    <a:pt x="56467" y="66715"/>
                    <a:pt x="49506" y="73430"/>
                    <a:pt x="46597" y="75887"/>
                  </a:cubicBezTo>
                  <a:cubicBezTo>
                    <a:pt x="43688" y="78944"/>
                    <a:pt x="40207" y="81401"/>
                    <a:pt x="39584" y="82001"/>
                  </a:cubicBezTo>
                  <a:cubicBezTo>
                    <a:pt x="38441" y="82602"/>
                    <a:pt x="38441" y="83858"/>
                    <a:pt x="40207" y="83858"/>
                  </a:cubicBezTo>
                  <a:cubicBezTo>
                    <a:pt x="42493" y="83858"/>
                    <a:pt x="42493" y="85059"/>
                    <a:pt x="43116" y="85659"/>
                  </a:cubicBezTo>
                  <a:cubicBezTo>
                    <a:pt x="43116" y="86915"/>
                    <a:pt x="45454" y="85659"/>
                    <a:pt x="47168" y="85659"/>
                  </a:cubicBezTo>
                  <a:cubicBezTo>
                    <a:pt x="49506" y="85659"/>
                    <a:pt x="47740" y="86314"/>
                    <a:pt x="45454" y="86915"/>
                  </a:cubicBezTo>
                  <a:cubicBezTo>
                    <a:pt x="43688" y="87515"/>
                    <a:pt x="43688" y="88717"/>
                    <a:pt x="43688" y="89972"/>
                  </a:cubicBezTo>
                  <a:cubicBezTo>
                    <a:pt x="43688" y="91173"/>
                    <a:pt x="45454" y="90573"/>
                    <a:pt x="46597" y="90573"/>
                  </a:cubicBezTo>
                  <a:cubicBezTo>
                    <a:pt x="47740" y="90573"/>
                    <a:pt x="46597" y="91173"/>
                    <a:pt x="44831" y="91173"/>
                  </a:cubicBezTo>
                  <a:cubicBezTo>
                    <a:pt x="43116" y="91774"/>
                    <a:pt x="43116" y="92374"/>
                    <a:pt x="41922" y="93630"/>
                  </a:cubicBezTo>
                  <a:cubicBezTo>
                    <a:pt x="40779" y="94831"/>
                    <a:pt x="40207" y="95486"/>
                    <a:pt x="39012" y="94831"/>
                  </a:cubicBezTo>
                  <a:cubicBezTo>
                    <a:pt x="37246" y="94831"/>
                    <a:pt x="36675" y="94831"/>
                    <a:pt x="36103" y="97288"/>
                  </a:cubicBezTo>
                  <a:cubicBezTo>
                    <a:pt x="35532" y="99144"/>
                    <a:pt x="34389" y="100345"/>
                    <a:pt x="33194" y="99745"/>
                  </a:cubicBezTo>
                  <a:cubicBezTo>
                    <a:pt x="32051" y="99144"/>
                    <a:pt x="30857" y="98544"/>
                    <a:pt x="29714" y="98544"/>
                  </a:cubicBezTo>
                  <a:cubicBezTo>
                    <a:pt x="29142" y="99144"/>
                    <a:pt x="28571" y="101000"/>
                    <a:pt x="28571" y="102202"/>
                  </a:cubicBezTo>
                  <a:cubicBezTo>
                    <a:pt x="28571" y="103403"/>
                    <a:pt x="26233" y="102802"/>
                    <a:pt x="24467" y="102802"/>
                  </a:cubicBezTo>
                  <a:cubicBezTo>
                    <a:pt x="23272" y="102802"/>
                    <a:pt x="21558" y="101601"/>
                    <a:pt x="22701" y="100345"/>
                  </a:cubicBezTo>
                  <a:cubicBezTo>
                    <a:pt x="24467" y="99745"/>
                    <a:pt x="25610" y="99745"/>
                    <a:pt x="24467" y="99144"/>
                  </a:cubicBezTo>
                  <a:cubicBezTo>
                    <a:pt x="23896" y="98544"/>
                    <a:pt x="24467" y="97943"/>
                    <a:pt x="23896" y="97288"/>
                  </a:cubicBezTo>
                  <a:cubicBezTo>
                    <a:pt x="23272" y="96687"/>
                    <a:pt x="23272" y="97943"/>
                    <a:pt x="22129" y="97288"/>
                  </a:cubicBezTo>
                  <a:cubicBezTo>
                    <a:pt x="20987" y="96087"/>
                    <a:pt x="20415" y="96087"/>
                    <a:pt x="19792" y="96687"/>
                  </a:cubicBezTo>
                  <a:cubicBezTo>
                    <a:pt x="18649" y="97943"/>
                    <a:pt x="17506" y="97288"/>
                    <a:pt x="16883" y="96087"/>
                  </a:cubicBezTo>
                  <a:cubicBezTo>
                    <a:pt x="15740" y="95486"/>
                    <a:pt x="15168" y="95486"/>
                    <a:pt x="14597" y="96087"/>
                  </a:cubicBezTo>
                  <a:cubicBezTo>
                    <a:pt x="13974" y="96687"/>
                    <a:pt x="12207" y="97288"/>
                    <a:pt x="11064" y="97288"/>
                  </a:cubicBezTo>
                  <a:cubicBezTo>
                    <a:pt x="9922" y="96687"/>
                    <a:pt x="8727" y="96087"/>
                    <a:pt x="11064" y="96087"/>
                  </a:cubicBezTo>
                  <a:cubicBezTo>
                    <a:pt x="12831" y="96087"/>
                    <a:pt x="12831" y="95486"/>
                    <a:pt x="12207" y="94231"/>
                  </a:cubicBezTo>
                  <a:cubicBezTo>
                    <a:pt x="12207" y="93030"/>
                    <a:pt x="12207" y="92374"/>
                    <a:pt x="13974" y="92374"/>
                  </a:cubicBezTo>
                  <a:cubicBezTo>
                    <a:pt x="15168" y="92374"/>
                    <a:pt x="16883" y="93630"/>
                    <a:pt x="19220" y="93030"/>
                  </a:cubicBezTo>
                  <a:cubicBezTo>
                    <a:pt x="20987" y="92374"/>
                    <a:pt x="20987" y="91774"/>
                    <a:pt x="19220" y="91173"/>
                  </a:cubicBezTo>
                  <a:cubicBezTo>
                    <a:pt x="17506" y="91173"/>
                    <a:pt x="16311" y="89372"/>
                    <a:pt x="14597" y="89972"/>
                  </a:cubicBezTo>
                  <a:cubicBezTo>
                    <a:pt x="12831" y="89972"/>
                    <a:pt x="12207" y="91774"/>
                    <a:pt x="10493" y="91774"/>
                  </a:cubicBezTo>
                  <a:cubicBezTo>
                    <a:pt x="9350" y="92374"/>
                    <a:pt x="5818" y="91774"/>
                    <a:pt x="4103" y="92374"/>
                  </a:cubicBezTo>
                  <a:cubicBezTo>
                    <a:pt x="3532" y="92374"/>
                    <a:pt x="1766" y="93030"/>
                    <a:pt x="0" y="93630"/>
                  </a:cubicBezTo>
                  <a:cubicBezTo>
                    <a:pt x="623" y="93630"/>
                    <a:pt x="1194" y="94231"/>
                    <a:pt x="1766" y="94231"/>
                  </a:cubicBezTo>
                  <a:cubicBezTo>
                    <a:pt x="3532" y="94831"/>
                    <a:pt x="4103" y="94831"/>
                    <a:pt x="4103" y="96687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Shape 6763"/>
            <p:cNvSpPr/>
            <p:nvPr/>
          </p:nvSpPr>
          <p:spPr>
            <a:xfrm>
              <a:off x="14136032" y="7680253"/>
              <a:ext cx="1167032" cy="566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52" y="61939"/>
                  </a:moveTo>
                  <a:lnTo>
                    <a:pt x="1252" y="61939"/>
                  </a:lnTo>
                  <a:cubicBezTo>
                    <a:pt x="1879" y="64524"/>
                    <a:pt x="1879" y="65817"/>
                    <a:pt x="1252" y="68521"/>
                  </a:cubicBezTo>
                  <a:cubicBezTo>
                    <a:pt x="626" y="69813"/>
                    <a:pt x="1879" y="73809"/>
                    <a:pt x="4442" y="72517"/>
                  </a:cubicBezTo>
                  <a:cubicBezTo>
                    <a:pt x="6378" y="71106"/>
                    <a:pt x="7005" y="77688"/>
                    <a:pt x="8258" y="80391"/>
                  </a:cubicBezTo>
                  <a:cubicBezTo>
                    <a:pt x="10194" y="84270"/>
                    <a:pt x="11447" y="85563"/>
                    <a:pt x="13383" y="85563"/>
                  </a:cubicBezTo>
                  <a:cubicBezTo>
                    <a:pt x="15320" y="86973"/>
                    <a:pt x="16573" y="90852"/>
                    <a:pt x="16573" y="93555"/>
                  </a:cubicBezTo>
                  <a:cubicBezTo>
                    <a:pt x="16573" y="96141"/>
                    <a:pt x="18509" y="96141"/>
                    <a:pt x="19136" y="98844"/>
                  </a:cubicBezTo>
                  <a:cubicBezTo>
                    <a:pt x="19762" y="102722"/>
                    <a:pt x="18509" y="109304"/>
                    <a:pt x="17826" y="112007"/>
                  </a:cubicBezTo>
                  <a:cubicBezTo>
                    <a:pt x="17199" y="113300"/>
                    <a:pt x="18509" y="119882"/>
                    <a:pt x="19762" y="119882"/>
                  </a:cubicBezTo>
                  <a:cubicBezTo>
                    <a:pt x="21015" y="118472"/>
                    <a:pt x="21699" y="115886"/>
                    <a:pt x="21699" y="113300"/>
                  </a:cubicBezTo>
                  <a:cubicBezTo>
                    <a:pt x="22325" y="109304"/>
                    <a:pt x="24205" y="106718"/>
                    <a:pt x="24831" y="101429"/>
                  </a:cubicBezTo>
                  <a:cubicBezTo>
                    <a:pt x="25514" y="94848"/>
                    <a:pt x="26767" y="96141"/>
                    <a:pt x="26767" y="92144"/>
                  </a:cubicBezTo>
                  <a:cubicBezTo>
                    <a:pt x="27394" y="89559"/>
                    <a:pt x="28704" y="86973"/>
                    <a:pt x="29957" y="84270"/>
                  </a:cubicBezTo>
                  <a:cubicBezTo>
                    <a:pt x="31267" y="80391"/>
                    <a:pt x="28704" y="80391"/>
                    <a:pt x="28020" y="77688"/>
                  </a:cubicBezTo>
                  <a:cubicBezTo>
                    <a:pt x="27394" y="73809"/>
                    <a:pt x="28704" y="63232"/>
                    <a:pt x="29957" y="60528"/>
                  </a:cubicBezTo>
                  <a:cubicBezTo>
                    <a:pt x="31893" y="57943"/>
                    <a:pt x="35083" y="57943"/>
                    <a:pt x="36336" y="59236"/>
                  </a:cubicBezTo>
                  <a:cubicBezTo>
                    <a:pt x="36962" y="61939"/>
                    <a:pt x="37645" y="65817"/>
                    <a:pt x="38898" y="65817"/>
                  </a:cubicBezTo>
                  <a:cubicBezTo>
                    <a:pt x="40151" y="65817"/>
                    <a:pt x="40835" y="67228"/>
                    <a:pt x="40835" y="69813"/>
                  </a:cubicBezTo>
                  <a:cubicBezTo>
                    <a:pt x="40151" y="72517"/>
                    <a:pt x="42088" y="75102"/>
                    <a:pt x="42088" y="75102"/>
                  </a:cubicBezTo>
                  <a:cubicBezTo>
                    <a:pt x="42088" y="75102"/>
                    <a:pt x="42088" y="90852"/>
                    <a:pt x="42714" y="90852"/>
                  </a:cubicBezTo>
                  <a:cubicBezTo>
                    <a:pt x="43341" y="90852"/>
                    <a:pt x="44024" y="92144"/>
                    <a:pt x="44024" y="94848"/>
                  </a:cubicBezTo>
                  <a:cubicBezTo>
                    <a:pt x="44651" y="97433"/>
                    <a:pt x="46587" y="97433"/>
                    <a:pt x="49150" y="96141"/>
                  </a:cubicBezTo>
                  <a:cubicBezTo>
                    <a:pt x="51029" y="96141"/>
                    <a:pt x="51029" y="98844"/>
                    <a:pt x="50403" y="102722"/>
                  </a:cubicBezTo>
                  <a:cubicBezTo>
                    <a:pt x="49776" y="105426"/>
                    <a:pt x="53592" y="105426"/>
                    <a:pt x="53592" y="109304"/>
                  </a:cubicBezTo>
                  <a:cubicBezTo>
                    <a:pt x="53592" y="112007"/>
                    <a:pt x="56155" y="110597"/>
                    <a:pt x="56155" y="109304"/>
                  </a:cubicBezTo>
                  <a:cubicBezTo>
                    <a:pt x="56155" y="106718"/>
                    <a:pt x="56782" y="100137"/>
                    <a:pt x="57408" y="98844"/>
                  </a:cubicBezTo>
                  <a:cubicBezTo>
                    <a:pt x="58718" y="98844"/>
                    <a:pt x="58035" y="92144"/>
                    <a:pt x="59345" y="92144"/>
                  </a:cubicBezTo>
                  <a:cubicBezTo>
                    <a:pt x="60598" y="93555"/>
                    <a:pt x="61907" y="92144"/>
                    <a:pt x="62534" y="89559"/>
                  </a:cubicBezTo>
                  <a:cubicBezTo>
                    <a:pt x="62534" y="85563"/>
                    <a:pt x="65723" y="85563"/>
                    <a:pt x="67603" y="85563"/>
                  </a:cubicBezTo>
                  <a:cubicBezTo>
                    <a:pt x="68913" y="85563"/>
                    <a:pt x="68913" y="78981"/>
                    <a:pt x="69539" y="77688"/>
                  </a:cubicBezTo>
                  <a:cubicBezTo>
                    <a:pt x="70792" y="75102"/>
                    <a:pt x="74038" y="72517"/>
                    <a:pt x="75291" y="69813"/>
                  </a:cubicBezTo>
                  <a:cubicBezTo>
                    <a:pt x="77228" y="65817"/>
                    <a:pt x="77854" y="63232"/>
                    <a:pt x="78481" y="63232"/>
                  </a:cubicBezTo>
                  <a:cubicBezTo>
                    <a:pt x="79734" y="63232"/>
                    <a:pt x="80417" y="57943"/>
                    <a:pt x="81670" y="56650"/>
                  </a:cubicBezTo>
                  <a:cubicBezTo>
                    <a:pt x="82923" y="55357"/>
                    <a:pt x="83550" y="63232"/>
                    <a:pt x="84233" y="60528"/>
                  </a:cubicBezTo>
                  <a:cubicBezTo>
                    <a:pt x="84233" y="56650"/>
                    <a:pt x="85486" y="59236"/>
                    <a:pt x="87422" y="59236"/>
                  </a:cubicBezTo>
                  <a:cubicBezTo>
                    <a:pt x="88675" y="60528"/>
                    <a:pt x="90612" y="67228"/>
                    <a:pt x="89985" y="71106"/>
                  </a:cubicBezTo>
                  <a:cubicBezTo>
                    <a:pt x="89359" y="73809"/>
                    <a:pt x="91238" y="75102"/>
                    <a:pt x="93175" y="75102"/>
                  </a:cubicBezTo>
                  <a:cubicBezTo>
                    <a:pt x="94428" y="73809"/>
                    <a:pt x="96990" y="80391"/>
                    <a:pt x="95738" y="81684"/>
                  </a:cubicBezTo>
                  <a:cubicBezTo>
                    <a:pt x="94428" y="82977"/>
                    <a:pt x="96990" y="86973"/>
                    <a:pt x="95738" y="90852"/>
                  </a:cubicBezTo>
                  <a:cubicBezTo>
                    <a:pt x="95054" y="93555"/>
                    <a:pt x="96364" y="97433"/>
                    <a:pt x="97617" y="94848"/>
                  </a:cubicBezTo>
                  <a:cubicBezTo>
                    <a:pt x="99553" y="93555"/>
                    <a:pt x="100806" y="98844"/>
                    <a:pt x="102116" y="97433"/>
                  </a:cubicBezTo>
                  <a:cubicBezTo>
                    <a:pt x="103369" y="96141"/>
                    <a:pt x="103369" y="101429"/>
                    <a:pt x="105306" y="101429"/>
                  </a:cubicBezTo>
                  <a:cubicBezTo>
                    <a:pt x="107185" y="100137"/>
                    <a:pt x="105306" y="109304"/>
                    <a:pt x="105306" y="109304"/>
                  </a:cubicBezTo>
                  <a:cubicBezTo>
                    <a:pt x="119943" y="108011"/>
                    <a:pt x="119943" y="108011"/>
                    <a:pt x="119943" y="108011"/>
                  </a:cubicBezTo>
                  <a:cubicBezTo>
                    <a:pt x="119943" y="56650"/>
                    <a:pt x="119943" y="56650"/>
                    <a:pt x="119943" y="56650"/>
                  </a:cubicBezTo>
                  <a:cubicBezTo>
                    <a:pt x="119316" y="47365"/>
                    <a:pt x="119316" y="47365"/>
                    <a:pt x="119316" y="47365"/>
                  </a:cubicBezTo>
                  <a:cubicBezTo>
                    <a:pt x="119316" y="47365"/>
                    <a:pt x="111001" y="48775"/>
                    <a:pt x="109748" y="44779"/>
                  </a:cubicBezTo>
                  <a:cubicBezTo>
                    <a:pt x="109121" y="40901"/>
                    <a:pt x="107185" y="42193"/>
                    <a:pt x="105306" y="42193"/>
                  </a:cubicBezTo>
                  <a:cubicBezTo>
                    <a:pt x="103996" y="43486"/>
                    <a:pt x="102116" y="36904"/>
                    <a:pt x="99553" y="36904"/>
                  </a:cubicBezTo>
                  <a:cubicBezTo>
                    <a:pt x="96990" y="38197"/>
                    <a:pt x="95738" y="36904"/>
                    <a:pt x="95738" y="36904"/>
                  </a:cubicBezTo>
                  <a:cubicBezTo>
                    <a:pt x="95738" y="53947"/>
                    <a:pt x="95738" y="53947"/>
                    <a:pt x="95738" y="53947"/>
                  </a:cubicBezTo>
                  <a:cubicBezTo>
                    <a:pt x="95738" y="53947"/>
                    <a:pt x="93801" y="56650"/>
                    <a:pt x="92548" y="53947"/>
                  </a:cubicBezTo>
                  <a:cubicBezTo>
                    <a:pt x="91238" y="52654"/>
                    <a:pt x="89985" y="51361"/>
                    <a:pt x="88049" y="51361"/>
                  </a:cubicBezTo>
                  <a:cubicBezTo>
                    <a:pt x="85486" y="51361"/>
                    <a:pt x="85486" y="51361"/>
                    <a:pt x="84859" y="48775"/>
                  </a:cubicBezTo>
                  <a:cubicBezTo>
                    <a:pt x="84859" y="44779"/>
                    <a:pt x="81670" y="50068"/>
                    <a:pt x="81044" y="44779"/>
                  </a:cubicBezTo>
                  <a:cubicBezTo>
                    <a:pt x="79734" y="40901"/>
                    <a:pt x="78481" y="43486"/>
                    <a:pt x="77228" y="43486"/>
                  </a:cubicBezTo>
                  <a:cubicBezTo>
                    <a:pt x="75918" y="43486"/>
                    <a:pt x="75291" y="35612"/>
                    <a:pt x="74665" y="34201"/>
                  </a:cubicBezTo>
                  <a:cubicBezTo>
                    <a:pt x="74038" y="31616"/>
                    <a:pt x="72728" y="14456"/>
                    <a:pt x="72728" y="14456"/>
                  </a:cubicBezTo>
                  <a:cubicBezTo>
                    <a:pt x="72728" y="14456"/>
                    <a:pt x="68913" y="14456"/>
                    <a:pt x="66350" y="14456"/>
                  </a:cubicBezTo>
                  <a:cubicBezTo>
                    <a:pt x="64413" y="14456"/>
                    <a:pt x="63160" y="10577"/>
                    <a:pt x="62534" y="6581"/>
                  </a:cubicBezTo>
                  <a:cubicBezTo>
                    <a:pt x="62534" y="2585"/>
                    <a:pt x="61907" y="2585"/>
                    <a:pt x="59971" y="1292"/>
                  </a:cubicBezTo>
                  <a:cubicBezTo>
                    <a:pt x="59345" y="1292"/>
                    <a:pt x="58718" y="0"/>
                    <a:pt x="58035" y="0"/>
                  </a:cubicBezTo>
                  <a:cubicBezTo>
                    <a:pt x="57408" y="0"/>
                    <a:pt x="56155" y="1292"/>
                    <a:pt x="55472" y="2585"/>
                  </a:cubicBezTo>
                  <a:cubicBezTo>
                    <a:pt x="52966" y="3996"/>
                    <a:pt x="47840" y="10577"/>
                    <a:pt x="45961" y="15866"/>
                  </a:cubicBezTo>
                  <a:cubicBezTo>
                    <a:pt x="44024" y="19745"/>
                    <a:pt x="40151" y="21038"/>
                    <a:pt x="38898" y="21038"/>
                  </a:cubicBezTo>
                  <a:cubicBezTo>
                    <a:pt x="36962" y="22331"/>
                    <a:pt x="38272" y="30323"/>
                    <a:pt x="35709" y="32908"/>
                  </a:cubicBezTo>
                  <a:cubicBezTo>
                    <a:pt x="33830" y="34201"/>
                    <a:pt x="32520" y="28912"/>
                    <a:pt x="33830" y="27619"/>
                  </a:cubicBezTo>
                  <a:cubicBezTo>
                    <a:pt x="35083" y="25034"/>
                    <a:pt x="33146" y="23741"/>
                    <a:pt x="29957" y="23741"/>
                  </a:cubicBezTo>
                  <a:cubicBezTo>
                    <a:pt x="26767" y="23741"/>
                    <a:pt x="22325" y="22331"/>
                    <a:pt x="19762" y="26327"/>
                  </a:cubicBezTo>
                  <a:cubicBezTo>
                    <a:pt x="17199" y="30323"/>
                    <a:pt x="13383" y="31616"/>
                    <a:pt x="9511" y="34201"/>
                  </a:cubicBezTo>
                  <a:cubicBezTo>
                    <a:pt x="5695" y="36904"/>
                    <a:pt x="1879" y="42193"/>
                    <a:pt x="0" y="46072"/>
                  </a:cubicBezTo>
                  <a:cubicBezTo>
                    <a:pt x="1879" y="50068"/>
                    <a:pt x="626" y="59236"/>
                    <a:pt x="1252" y="61939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Shape 6764"/>
            <p:cNvSpPr/>
            <p:nvPr/>
          </p:nvSpPr>
          <p:spPr>
            <a:xfrm>
              <a:off x="12417221" y="6266226"/>
              <a:ext cx="1911687" cy="204899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892" y="29067"/>
                  </a:moveTo>
                  <a:lnTo>
                    <a:pt x="3892" y="29067"/>
                  </a:lnTo>
                  <a:cubicBezTo>
                    <a:pt x="3892" y="30170"/>
                    <a:pt x="5073" y="30884"/>
                    <a:pt x="6637" y="30884"/>
                  </a:cubicBezTo>
                  <a:cubicBezTo>
                    <a:pt x="8583" y="30884"/>
                    <a:pt x="9348" y="30170"/>
                    <a:pt x="10147" y="30884"/>
                  </a:cubicBezTo>
                  <a:cubicBezTo>
                    <a:pt x="10912" y="31630"/>
                    <a:pt x="11676" y="33090"/>
                    <a:pt x="11294" y="34160"/>
                  </a:cubicBezTo>
                  <a:cubicBezTo>
                    <a:pt x="10912" y="35620"/>
                    <a:pt x="9765" y="36009"/>
                    <a:pt x="9765" y="37080"/>
                  </a:cubicBezTo>
                  <a:cubicBezTo>
                    <a:pt x="9348" y="38183"/>
                    <a:pt x="9348" y="39253"/>
                    <a:pt x="8583" y="40000"/>
                  </a:cubicBezTo>
                  <a:cubicBezTo>
                    <a:pt x="7784" y="41070"/>
                    <a:pt x="7402" y="40000"/>
                    <a:pt x="7402" y="38540"/>
                  </a:cubicBezTo>
                  <a:cubicBezTo>
                    <a:pt x="7402" y="37437"/>
                    <a:pt x="5073" y="37437"/>
                    <a:pt x="4691" y="39253"/>
                  </a:cubicBezTo>
                  <a:cubicBezTo>
                    <a:pt x="4274" y="41070"/>
                    <a:pt x="3892" y="39610"/>
                    <a:pt x="2745" y="40356"/>
                  </a:cubicBezTo>
                  <a:cubicBezTo>
                    <a:pt x="1181" y="41070"/>
                    <a:pt x="3509" y="41816"/>
                    <a:pt x="4274" y="42173"/>
                  </a:cubicBezTo>
                  <a:cubicBezTo>
                    <a:pt x="5073" y="42530"/>
                    <a:pt x="3892" y="44347"/>
                    <a:pt x="2363" y="44703"/>
                  </a:cubicBezTo>
                  <a:cubicBezTo>
                    <a:pt x="799" y="45093"/>
                    <a:pt x="1946" y="47623"/>
                    <a:pt x="2363" y="48694"/>
                  </a:cubicBezTo>
                  <a:cubicBezTo>
                    <a:pt x="2745" y="50154"/>
                    <a:pt x="4274" y="50154"/>
                    <a:pt x="5073" y="49440"/>
                  </a:cubicBezTo>
                  <a:cubicBezTo>
                    <a:pt x="5838" y="48337"/>
                    <a:pt x="6220" y="47623"/>
                    <a:pt x="7402" y="47266"/>
                  </a:cubicBezTo>
                  <a:cubicBezTo>
                    <a:pt x="8583" y="47266"/>
                    <a:pt x="10147" y="46163"/>
                    <a:pt x="10912" y="45093"/>
                  </a:cubicBezTo>
                  <a:cubicBezTo>
                    <a:pt x="12093" y="43990"/>
                    <a:pt x="12476" y="42887"/>
                    <a:pt x="13240" y="43276"/>
                  </a:cubicBezTo>
                  <a:cubicBezTo>
                    <a:pt x="14422" y="43633"/>
                    <a:pt x="15186" y="45093"/>
                    <a:pt x="15986" y="44703"/>
                  </a:cubicBezTo>
                  <a:cubicBezTo>
                    <a:pt x="16750" y="44703"/>
                    <a:pt x="17549" y="42887"/>
                    <a:pt x="17132" y="41816"/>
                  </a:cubicBezTo>
                  <a:cubicBezTo>
                    <a:pt x="16750" y="41070"/>
                    <a:pt x="17932" y="38540"/>
                    <a:pt x="18696" y="37793"/>
                  </a:cubicBezTo>
                  <a:cubicBezTo>
                    <a:pt x="19079" y="37437"/>
                    <a:pt x="21025" y="37437"/>
                    <a:pt x="21442" y="38540"/>
                  </a:cubicBezTo>
                  <a:cubicBezTo>
                    <a:pt x="22206" y="40000"/>
                    <a:pt x="21442" y="42173"/>
                    <a:pt x="21025" y="43276"/>
                  </a:cubicBezTo>
                  <a:cubicBezTo>
                    <a:pt x="20642" y="44347"/>
                    <a:pt x="24152" y="44703"/>
                    <a:pt x="25334" y="44703"/>
                  </a:cubicBezTo>
                  <a:cubicBezTo>
                    <a:pt x="26481" y="44347"/>
                    <a:pt x="26099" y="45450"/>
                    <a:pt x="25334" y="46520"/>
                  </a:cubicBezTo>
                  <a:cubicBezTo>
                    <a:pt x="24535" y="47623"/>
                    <a:pt x="24535" y="47980"/>
                    <a:pt x="24152" y="47980"/>
                  </a:cubicBezTo>
                  <a:cubicBezTo>
                    <a:pt x="23388" y="47980"/>
                    <a:pt x="22589" y="46909"/>
                    <a:pt x="21442" y="46909"/>
                  </a:cubicBezTo>
                  <a:cubicBezTo>
                    <a:pt x="20260" y="46909"/>
                    <a:pt x="21824" y="50900"/>
                    <a:pt x="22206" y="52003"/>
                  </a:cubicBezTo>
                  <a:cubicBezTo>
                    <a:pt x="22589" y="53073"/>
                    <a:pt x="24152" y="53430"/>
                    <a:pt x="25334" y="54176"/>
                  </a:cubicBezTo>
                  <a:cubicBezTo>
                    <a:pt x="26099" y="54890"/>
                    <a:pt x="26898" y="54533"/>
                    <a:pt x="27280" y="53430"/>
                  </a:cubicBezTo>
                  <a:cubicBezTo>
                    <a:pt x="27662" y="52716"/>
                    <a:pt x="28045" y="52003"/>
                    <a:pt x="28844" y="51613"/>
                  </a:cubicBezTo>
                  <a:cubicBezTo>
                    <a:pt x="29226" y="51257"/>
                    <a:pt x="29991" y="52003"/>
                    <a:pt x="30790" y="52716"/>
                  </a:cubicBezTo>
                  <a:cubicBezTo>
                    <a:pt x="31555" y="53073"/>
                    <a:pt x="33119" y="52716"/>
                    <a:pt x="34265" y="53430"/>
                  </a:cubicBezTo>
                  <a:cubicBezTo>
                    <a:pt x="35447" y="54176"/>
                    <a:pt x="35447" y="54890"/>
                    <a:pt x="34265" y="55247"/>
                  </a:cubicBezTo>
                  <a:cubicBezTo>
                    <a:pt x="33501" y="55604"/>
                    <a:pt x="33501" y="55993"/>
                    <a:pt x="33501" y="57064"/>
                  </a:cubicBezTo>
                  <a:cubicBezTo>
                    <a:pt x="33119" y="57810"/>
                    <a:pt x="32319" y="58880"/>
                    <a:pt x="31555" y="59983"/>
                  </a:cubicBezTo>
                  <a:cubicBezTo>
                    <a:pt x="31172" y="61443"/>
                    <a:pt x="31555" y="63260"/>
                    <a:pt x="31172" y="64330"/>
                  </a:cubicBezTo>
                  <a:cubicBezTo>
                    <a:pt x="31172" y="65433"/>
                    <a:pt x="29609" y="64720"/>
                    <a:pt x="29609" y="65433"/>
                  </a:cubicBezTo>
                  <a:cubicBezTo>
                    <a:pt x="29226" y="66536"/>
                    <a:pt x="29226" y="67996"/>
                    <a:pt x="30373" y="68710"/>
                  </a:cubicBezTo>
                  <a:cubicBezTo>
                    <a:pt x="31555" y="69456"/>
                    <a:pt x="31172" y="70527"/>
                    <a:pt x="32319" y="70527"/>
                  </a:cubicBezTo>
                  <a:cubicBezTo>
                    <a:pt x="33883" y="70527"/>
                    <a:pt x="33883" y="70527"/>
                    <a:pt x="34265" y="71630"/>
                  </a:cubicBezTo>
                  <a:cubicBezTo>
                    <a:pt x="34682" y="72700"/>
                    <a:pt x="37011" y="72700"/>
                    <a:pt x="37775" y="71987"/>
                  </a:cubicBezTo>
                  <a:cubicBezTo>
                    <a:pt x="38957" y="71240"/>
                    <a:pt x="38957" y="71630"/>
                    <a:pt x="39339" y="72343"/>
                  </a:cubicBezTo>
                  <a:cubicBezTo>
                    <a:pt x="39339" y="73446"/>
                    <a:pt x="39721" y="73803"/>
                    <a:pt x="38957" y="74517"/>
                  </a:cubicBezTo>
                  <a:cubicBezTo>
                    <a:pt x="37775" y="75263"/>
                    <a:pt x="38957" y="75620"/>
                    <a:pt x="38575" y="76334"/>
                  </a:cubicBezTo>
                  <a:cubicBezTo>
                    <a:pt x="38192" y="76723"/>
                    <a:pt x="37393" y="76723"/>
                    <a:pt x="36629" y="75620"/>
                  </a:cubicBezTo>
                  <a:cubicBezTo>
                    <a:pt x="35829" y="74874"/>
                    <a:pt x="35065" y="75977"/>
                    <a:pt x="35065" y="76723"/>
                  </a:cubicBezTo>
                  <a:cubicBezTo>
                    <a:pt x="34682" y="77793"/>
                    <a:pt x="34682" y="78150"/>
                    <a:pt x="33501" y="78540"/>
                  </a:cubicBezTo>
                  <a:cubicBezTo>
                    <a:pt x="32701" y="78896"/>
                    <a:pt x="32701" y="79967"/>
                    <a:pt x="33119" y="80713"/>
                  </a:cubicBezTo>
                  <a:cubicBezTo>
                    <a:pt x="33883" y="81427"/>
                    <a:pt x="33883" y="81784"/>
                    <a:pt x="33119" y="82141"/>
                  </a:cubicBezTo>
                  <a:cubicBezTo>
                    <a:pt x="32319" y="82141"/>
                    <a:pt x="33119" y="83600"/>
                    <a:pt x="32701" y="83990"/>
                  </a:cubicBezTo>
                  <a:cubicBezTo>
                    <a:pt x="31937" y="84347"/>
                    <a:pt x="31937" y="85450"/>
                    <a:pt x="32701" y="86520"/>
                  </a:cubicBezTo>
                  <a:cubicBezTo>
                    <a:pt x="33119" y="87623"/>
                    <a:pt x="33883" y="88337"/>
                    <a:pt x="35447" y="87980"/>
                  </a:cubicBezTo>
                  <a:cubicBezTo>
                    <a:pt x="36629" y="87623"/>
                    <a:pt x="37011" y="89797"/>
                    <a:pt x="37393" y="90867"/>
                  </a:cubicBezTo>
                  <a:cubicBezTo>
                    <a:pt x="37775" y="91970"/>
                    <a:pt x="38575" y="91613"/>
                    <a:pt x="39339" y="90510"/>
                  </a:cubicBezTo>
                  <a:cubicBezTo>
                    <a:pt x="40521" y="89440"/>
                    <a:pt x="41668" y="89797"/>
                    <a:pt x="42849" y="90510"/>
                  </a:cubicBezTo>
                  <a:cubicBezTo>
                    <a:pt x="44031" y="91257"/>
                    <a:pt x="45595" y="91970"/>
                    <a:pt x="45595" y="93073"/>
                  </a:cubicBezTo>
                  <a:cubicBezTo>
                    <a:pt x="45595" y="93787"/>
                    <a:pt x="46741" y="93430"/>
                    <a:pt x="47541" y="92327"/>
                  </a:cubicBezTo>
                  <a:cubicBezTo>
                    <a:pt x="48305" y="91257"/>
                    <a:pt x="47923" y="88694"/>
                    <a:pt x="47124" y="87980"/>
                  </a:cubicBezTo>
                  <a:cubicBezTo>
                    <a:pt x="46359" y="86877"/>
                    <a:pt x="46741" y="86163"/>
                    <a:pt x="47541" y="86163"/>
                  </a:cubicBezTo>
                  <a:cubicBezTo>
                    <a:pt x="48688" y="85806"/>
                    <a:pt x="48688" y="86520"/>
                    <a:pt x="51815" y="88694"/>
                  </a:cubicBezTo>
                  <a:cubicBezTo>
                    <a:pt x="54943" y="91257"/>
                    <a:pt x="54526" y="91970"/>
                    <a:pt x="54943" y="93073"/>
                  </a:cubicBezTo>
                  <a:cubicBezTo>
                    <a:pt x="55325" y="94176"/>
                    <a:pt x="56090" y="94533"/>
                    <a:pt x="57271" y="95247"/>
                  </a:cubicBezTo>
                  <a:cubicBezTo>
                    <a:pt x="58418" y="96350"/>
                    <a:pt x="58418" y="97777"/>
                    <a:pt x="58801" y="98523"/>
                  </a:cubicBezTo>
                  <a:cubicBezTo>
                    <a:pt x="59600" y="98880"/>
                    <a:pt x="61164" y="98167"/>
                    <a:pt x="62728" y="98523"/>
                  </a:cubicBezTo>
                  <a:cubicBezTo>
                    <a:pt x="63874" y="98880"/>
                    <a:pt x="65821" y="98167"/>
                    <a:pt x="66620" y="97777"/>
                  </a:cubicBezTo>
                  <a:cubicBezTo>
                    <a:pt x="67384" y="97420"/>
                    <a:pt x="68149" y="100340"/>
                    <a:pt x="68948" y="101800"/>
                  </a:cubicBezTo>
                  <a:cubicBezTo>
                    <a:pt x="69331" y="103260"/>
                    <a:pt x="68566" y="104687"/>
                    <a:pt x="67767" y="104687"/>
                  </a:cubicBezTo>
                  <a:cubicBezTo>
                    <a:pt x="67002" y="104687"/>
                    <a:pt x="67767" y="106893"/>
                    <a:pt x="66620" y="107250"/>
                  </a:cubicBezTo>
                  <a:cubicBezTo>
                    <a:pt x="65821" y="107607"/>
                    <a:pt x="66203" y="108710"/>
                    <a:pt x="67384" y="109067"/>
                  </a:cubicBezTo>
                  <a:cubicBezTo>
                    <a:pt x="68566" y="109424"/>
                    <a:pt x="70095" y="110884"/>
                    <a:pt x="70512" y="111597"/>
                  </a:cubicBezTo>
                  <a:cubicBezTo>
                    <a:pt x="71277" y="112700"/>
                    <a:pt x="72458" y="112343"/>
                    <a:pt x="73605" y="112343"/>
                  </a:cubicBezTo>
                  <a:cubicBezTo>
                    <a:pt x="74787" y="112343"/>
                    <a:pt x="74787" y="112700"/>
                    <a:pt x="75551" y="111987"/>
                  </a:cubicBezTo>
                  <a:cubicBezTo>
                    <a:pt x="76350" y="111597"/>
                    <a:pt x="76350" y="110527"/>
                    <a:pt x="77115" y="110527"/>
                  </a:cubicBezTo>
                  <a:cubicBezTo>
                    <a:pt x="77880" y="110170"/>
                    <a:pt x="79061" y="109424"/>
                    <a:pt x="79443" y="108710"/>
                  </a:cubicBezTo>
                  <a:cubicBezTo>
                    <a:pt x="79443" y="107607"/>
                    <a:pt x="79860" y="106504"/>
                    <a:pt x="81007" y="106893"/>
                  </a:cubicBezTo>
                  <a:cubicBezTo>
                    <a:pt x="81807" y="106893"/>
                    <a:pt x="82189" y="106147"/>
                    <a:pt x="82953" y="106147"/>
                  </a:cubicBezTo>
                  <a:cubicBezTo>
                    <a:pt x="83753" y="106147"/>
                    <a:pt x="83753" y="109424"/>
                    <a:pt x="82953" y="109781"/>
                  </a:cubicBezTo>
                  <a:cubicBezTo>
                    <a:pt x="82571" y="110170"/>
                    <a:pt x="82189" y="111240"/>
                    <a:pt x="82953" y="111240"/>
                  </a:cubicBezTo>
                  <a:cubicBezTo>
                    <a:pt x="84135" y="111240"/>
                    <a:pt x="84517" y="111240"/>
                    <a:pt x="84135" y="112343"/>
                  </a:cubicBezTo>
                  <a:cubicBezTo>
                    <a:pt x="84135" y="113414"/>
                    <a:pt x="84517" y="115231"/>
                    <a:pt x="84900" y="114874"/>
                  </a:cubicBezTo>
                  <a:cubicBezTo>
                    <a:pt x="85699" y="114874"/>
                    <a:pt x="86463" y="115231"/>
                    <a:pt x="86846" y="115977"/>
                  </a:cubicBezTo>
                  <a:cubicBezTo>
                    <a:pt x="87228" y="116334"/>
                    <a:pt x="90773" y="116334"/>
                    <a:pt x="90773" y="116334"/>
                  </a:cubicBezTo>
                  <a:cubicBezTo>
                    <a:pt x="90773" y="119967"/>
                    <a:pt x="90773" y="119967"/>
                    <a:pt x="90773" y="119967"/>
                  </a:cubicBezTo>
                  <a:cubicBezTo>
                    <a:pt x="114891" y="119610"/>
                    <a:pt x="114891" y="119610"/>
                    <a:pt x="114891" y="119610"/>
                  </a:cubicBezTo>
                  <a:cubicBezTo>
                    <a:pt x="114891" y="119610"/>
                    <a:pt x="116072" y="119253"/>
                    <a:pt x="116455" y="118150"/>
                  </a:cubicBezTo>
                  <a:cubicBezTo>
                    <a:pt x="116455" y="117047"/>
                    <a:pt x="117636" y="117047"/>
                    <a:pt x="118783" y="116690"/>
                  </a:cubicBezTo>
                  <a:cubicBezTo>
                    <a:pt x="119200" y="116690"/>
                    <a:pt x="119200" y="116334"/>
                    <a:pt x="119200" y="115587"/>
                  </a:cubicBezTo>
                  <a:cubicBezTo>
                    <a:pt x="118783" y="115231"/>
                    <a:pt x="118401" y="114160"/>
                    <a:pt x="118783" y="113803"/>
                  </a:cubicBezTo>
                  <a:cubicBezTo>
                    <a:pt x="119200" y="113057"/>
                    <a:pt x="119965" y="111240"/>
                    <a:pt x="119582" y="110170"/>
                  </a:cubicBezTo>
                  <a:cubicBezTo>
                    <a:pt x="119200" y="109424"/>
                    <a:pt x="118019" y="109424"/>
                    <a:pt x="118019" y="108710"/>
                  </a:cubicBezTo>
                  <a:cubicBezTo>
                    <a:pt x="118019" y="107964"/>
                    <a:pt x="117254" y="106893"/>
                    <a:pt x="116072" y="106504"/>
                  </a:cubicBezTo>
                  <a:cubicBezTo>
                    <a:pt x="114891" y="106504"/>
                    <a:pt x="114126" y="106147"/>
                    <a:pt x="112945" y="105077"/>
                  </a:cubicBezTo>
                  <a:cubicBezTo>
                    <a:pt x="112180" y="104330"/>
                    <a:pt x="111798" y="102514"/>
                    <a:pt x="110616" y="102903"/>
                  </a:cubicBezTo>
                  <a:cubicBezTo>
                    <a:pt x="109052" y="103260"/>
                    <a:pt x="108288" y="102157"/>
                    <a:pt x="108670" y="101800"/>
                  </a:cubicBezTo>
                  <a:cubicBezTo>
                    <a:pt x="109052" y="101054"/>
                    <a:pt x="109052" y="100697"/>
                    <a:pt x="108670" y="99983"/>
                  </a:cubicBezTo>
                  <a:cubicBezTo>
                    <a:pt x="108288" y="99237"/>
                    <a:pt x="109052" y="96707"/>
                    <a:pt x="107906" y="95604"/>
                  </a:cubicBezTo>
                  <a:cubicBezTo>
                    <a:pt x="106724" y="96350"/>
                    <a:pt x="103979" y="97064"/>
                    <a:pt x="102832" y="97064"/>
                  </a:cubicBezTo>
                  <a:cubicBezTo>
                    <a:pt x="101650" y="97064"/>
                    <a:pt x="100503" y="96707"/>
                    <a:pt x="99704" y="97420"/>
                  </a:cubicBezTo>
                  <a:cubicBezTo>
                    <a:pt x="98940" y="97777"/>
                    <a:pt x="96576" y="97777"/>
                    <a:pt x="95812" y="95961"/>
                  </a:cubicBezTo>
                  <a:cubicBezTo>
                    <a:pt x="95047" y="94176"/>
                    <a:pt x="94248" y="92716"/>
                    <a:pt x="93483" y="92327"/>
                  </a:cubicBezTo>
                  <a:cubicBezTo>
                    <a:pt x="92719" y="91970"/>
                    <a:pt x="91537" y="90510"/>
                    <a:pt x="90773" y="89440"/>
                  </a:cubicBezTo>
                  <a:cubicBezTo>
                    <a:pt x="90356" y="88694"/>
                    <a:pt x="89591" y="87980"/>
                    <a:pt x="88410" y="88337"/>
                  </a:cubicBezTo>
                  <a:cubicBezTo>
                    <a:pt x="86846" y="88337"/>
                    <a:pt x="86081" y="87980"/>
                    <a:pt x="84900" y="86877"/>
                  </a:cubicBezTo>
                  <a:cubicBezTo>
                    <a:pt x="83753" y="85450"/>
                    <a:pt x="83753" y="84703"/>
                    <a:pt x="80243" y="84703"/>
                  </a:cubicBezTo>
                  <a:cubicBezTo>
                    <a:pt x="76733" y="85060"/>
                    <a:pt x="70095" y="85060"/>
                    <a:pt x="68948" y="85060"/>
                  </a:cubicBezTo>
                  <a:cubicBezTo>
                    <a:pt x="67767" y="84703"/>
                    <a:pt x="67002" y="83990"/>
                    <a:pt x="65821" y="83244"/>
                  </a:cubicBezTo>
                  <a:cubicBezTo>
                    <a:pt x="64257" y="82887"/>
                    <a:pt x="62728" y="82530"/>
                    <a:pt x="63110" y="81427"/>
                  </a:cubicBezTo>
                  <a:cubicBezTo>
                    <a:pt x="63110" y="79967"/>
                    <a:pt x="62728" y="78896"/>
                    <a:pt x="62311" y="78150"/>
                  </a:cubicBezTo>
                  <a:cubicBezTo>
                    <a:pt x="61546" y="77437"/>
                    <a:pt x="58418" y="74517"/>
                    <a:pt x="57271" y="73803"/>
                  </a:cubicBezTo>
                  <a:cubicBezTo>
                    <a:pt x="56472" y="73446"/>
                    <a:pt x="55325" y="74160"/>
                    <a:pt x="54526" y="71987"/>
                  </a:cubicBezTo>
                  <a:cubicBezTo>
                    <a:pt x="53379" y="69456"/>
                    <a:pt x="52580" y="66893"/>
                    <a:pt x="52198" y="66147"/>
                  </a:cubicBezTo>
                  <a:cubicBezTo>
                    <a:pt x="51815" y="65433"/>
                    <a:pt x="50634" y="61443"/>
                    <a:pt x="49452" y="59270"/>
                  </a:cubicBezTo>
                  <a:cubicBezTo>
                    <a:pt x="48305" y="57420"/>
                    <a:pt x="44795" y="53430"/>
                    <a:pt x="42849" y="51613"/>
                  </a:cubicBezTo>
                  <a:cubicBezTo>
                    <a:pt x="40903" y="50154"/>
                    <a:pt x="37011" y="46163"/>
                    <a:pt x="36246" y="45450"/>
                  </a:cubicBezTo>
                  <a:cubicBezTo>
                    <a:pt x="35065" y="44703"/>
                    <a:pt x="31937" y="39610"/>
                    <a:pt x="30790" y="37437"/>
                  </a:cubicBezTo>
                  <a:cubicBezTo>
                    <a:pt x="29226" y="35263"/>
                    <a:pt x="27662" y="32343"/>
                    <a:pt x="27662" y="31630"/>
                  </a:cubicBezTo>
                  <a:cubicBezTo>
                    <a:pt x="27280" y="30884"/>
                    <a:pt x="24917" y="27250"/>
                    <a:pt x="24917" y="25823"/>
                  </a:cubicBezTo>
                  <a:cubicBezTo>
                    <a:pt x="24535" y="24720"/>
                    <a:pt x="24152" y="23617"/>
                    <a:pt x="23388" y="23260"/>
                  </a:cubicBezTo>
                  <a:cubicBezTo>
                    <a:pt x="22589" y="22903"/>
                    <a:pt x="21824" y="21443"/>
                    <a:pt x="21025" y="19626"/>
                  </a:cubicBezTo>
                  <a:cubicBezTo>
                    <a:pt x="20642" y="17810"/>
                    <a:pt x="18696" y="15247"/>
                    <a:pt x="19878" y="14890"/>
                  </a:cubicBezTo>
                  <a:cubicBezTo>
                    <a:pt x="20642" y="14533"/>
                    <a:pt x="21025" y="14533"/>
                    <a:pt x="20260" y="13819"/>
                  </a:cubicBezTo>
                  <a:cubicBezTo>
                    <a:pt x="19878" y="12716"/>
                    <a:pt x="18314" y="9829"/>
                    <a:pt x="17932" y="8369"/>
                  </a:cubicBezTo>
                  <a:cubicBezTo>
                    <a:pt x="17549" y="6909"/>
                    <a:pt x="16750" y="6163"/>
                    <a:pt x="15986" y="6163"/>
                  </a:cubicBezTo>
                  <a:cubicBezTo>
                    <a:pt x="15569" y="5806"/>
                    <a:pt x="15186" y="5806"/>
                    <a:pt x="15569" y="5450"/>
                  </a:cubicBezTo>
                  <a:lnTo>
                    <a:pt x="15569" y="5450"/>
                  </a:lnTo>
                  <a:cubicBezTo>
                    <a:pt x="15569" y="5450"/>
                    <a:pt x="12476" y="5450"/>
                    <a:pt x="11294" y="3633"/>
                  </a:cubicBezTo>
                  <a:cubicBezTo>
                    <a:pt x="10147" y="1459"/>
                    <a:pt x="9348" y="0"/>
                    <a:pt x="7784" y="713"/>
                  </a:cubicBezTo>
                  <a:cubicBezTo>
                    <a:pt x="6637" y="1459"/>
                    <a:pt x="6220" y="2919"/>
                    <a:pt x="4691" y="2919"/>
                  </a:cubicBezTo>
                  <a:cubicBezTo>
                    <a:pt x="3509" y="2919"/>
                    <a:pt x="2745" y="1459"/>
                    <a:pt x="2363" y="2562"/>
                  </a:cubicBezTo>
                  <a:cubicBezTo>
                    <a:pt x="1946" y="2919"/>
                    <a:pt x="1563" y="3276"/>
                    <a:pt x="1181" y="3633"/>
                  </a:cubicBezTo>
                  <a:cubicBezTo>
                    <a:pt x="1563" y="4347"/>
                    <a:pt x="2363" y="5093"/>
                    <a:pt x="3127" y="5093"/>
                  </a:cubicBezTo>
                  <a:cubicBezTo>
                    <a:pt x="4274" y="5450"/>
                    <a:pt x="5073" y="5450"/>
                    <a:pt x="5456" y="6163"/>
                  </a:cubicBezTo>
                  <a:cubicBezTo>
                    <a:pt x="5838" y="7266"/>
                    <a:pt x="5073" y="9829"/>
                    <a:pt x="3509" y="10900"/>
                  </a:cubicBezTo>
                  <a:cubicBezTo>
                    <a:pt x="1946" y="11646"/>
                    <a:pt x="1946" y="15247"/>
                    <a:pt x="3127" y="15247"/>
                  </a:cubicBezTo>
                  <a:cubicBezTo>
                    <a:pt x="3892" y="15247"/>
                    <a:pt x="3509" y="16350"/>
                    <a:pt x="3509" y="17453"/>
                  </a:cubicBezTo>
                  <a:cubicBezTo>
                    <a:pt x="3509" y="18556"/>
                    <a:pt x="1181" y="18913"/>
                    <a:pt x="417" y="19270"/>
                  </a:cubicBezTo>
                  <a:cubicBezTo>
                    <a:pt x="0" y="19270"/>
                    <a:pt x="1181" y="22546"/>
                    <a:pt x="1946" y="22903"/>
                  </a:cubicBezTo>
                  <a:cubicBezTo>
                    <a:pt x="2745" y="23260"/>
                    <a:pt x="3127" y="25433"/>
                    <a:pt x="3127" y="25433"/>
                  </a:cubicBezTo>
                  <a:cubicBezTo>
                    <a:pt x="3892" y="26180"/>
                    <a:pt x="3892" y="26180"/>
                    <a:pt x="3892" y="26180"/>
                  </a:cubicBezTo>
                  <a:cubicBezTo>
                    <a:pt x="3892" y="26180"/>
                    <a:pt x="3892" y="27996"/>
                    <a:pt x="3892" y="29067"/>
                  </a:cubicBezTo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Shape 6765"/>
            <p:cNvSpPr/>
            <p:nvPr/>
          </p:nvSpPr>
          <p:spPr>
            <a:xfrm>
              <a:off x="11120789" y="7719328"/>
              <a:ext cx="1569879" cy="95733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640" y="119166"/>
                  </a:moveTo>
                  <a:lnTo>
                    <a:pt x="107640" y="119166"/>
                  </a:lnTo>
                  <a:cubicBezTo>
                    <a:pt x="110010" y="119166"/>
                    <a:pt x="108571" y="116803"/>
                    <a:pt x="109079" y="116039"/>
                  </a:cubicBezTo>
                  <a:cubicBezTo>
                    <a:pt x="110010" y="116039"/>
                    <a:pt x="110476" y="112148"/>
                    <a:pt x="110010" y="111383"/>
                  </a:cubicBezTo>
                  <a:cubicBezTo>
                    <a:pt x="109079" y="109855"/>
                    <a:pt x="110476" y="107492"/>
                    <a:pt x="111915" y="109021"/>
                  </a:cubicBezTo>
                  <a:cubicBezTo>
                    <a:pt x="113312" y="109855"/>
                    <a:pt x="114285" y="109855"/>
                    <a:pt x="114751" y="108257"/>
                  </a:cubicBezTo>
                  <a:cubicBezTo>
                    <a:pt x="114751" y="106728"/>
                    <a:pt x="115216" y="104365"/>
                    <a:pt x="116190" y="102767"/>
                  </a:cubicBezTo>
                  <a:cubicBezTo>
                    <a:pt x="117121" y="102003"/>
                    <a:pt x="118052" y="101239"/>
                    <a:pt x="117587" y="99710"/>
                  </a:cubicBezTo>
                  <a:cubicBezTo>
                    <a:pt x="117587" y="98112"/>
                    <a:pt x="117587" y="88801"/>
                    <a:pt x="118052" y="88037"/>
                  </a:cubicBezTo>
                  <a:cubicBezTo>
                    <a:pt x="118560" y="86438"/>
                    <a:pt x="119957" y="85674"/>
                    <a:pt x="119492" y="84910"/>
                  </a:cubicBezTo>
                  <a:cubicBezTo>
                    <a:pt x="119026" y="84076"/>
                    <a:pt x="117587" y="84076"/>
                    <a:pt x="116656" y="83312"/>
                  </a:cubicBezTo>
                  <a:cubicBezTo>
                    <a:pt x="115682" y="82547"/>
                    <a:pt x="115682" y="80185"/>
                    <a:pt x="114751" y="80185"/>
                  </a:cubicBezTo>
                  <a:cubicBezTo>
                    <a:pt x="113820" y="80185"/>
                    <a:pt x="112380" y="79420"/>
                    <a:pt x="112380" y="78656"/>
                  </a:cubicBezTo>
                  <a:cubicBezTo>
                    <a:pt x="111915" y="77892"/>
                    <a:pt x="111449" y="66218"/>
                    <a:pt x="112380" y="64620"/>
                  </a:cubicBezTo>
                  <a:cubicBezTo>
                    <a:pt x="113312" y="63092"/>
                    <a:pt x="112380" y="61563"/>
                    <a:pt x="110984" y="61563"/>
                  </a:cubicBezTo>
                  <a:cubicBezTo>
                    <a:pt x="109544" y="61563"/>
                    <a:pt x="109079" y="61563"/>
                    <a:pt x="109079" y="59965"/>
                  </a:cubicBezTo>
                  <a:cubicBezTo>
                    <a:pt x="109079" y="57672"/>
                    <a:pt x="108105" y="57672"/>
                    <a:pt x="107174" y="56838"/>
                  </a:cubicBezTo>
                  <a:cubicBezTo>
                    <a:pt x="106666" y="56074"/>
                    <a:pt x="107174" y="53781"/>
                    <a:pt x="106666" y="52947"/>
                  </a:cubicBezTo>
                  <a:cubicBezTo>
                    <a:pt x="105735" y="51418"/>
                    <a:pt x="106201" y="49820"/>
                    <a:pt x="107640" y="49056"/>
                  </a:cubicBezTo>
                  <a:cubicBezTo>
                    <a:pt x="108571" y="48291"/>
                    <a:pt x="108571" y="45929"/>
                    <a:pt x="107640" y="45165"/>
                  </a:cubicBezTo>
                  <a:cubicBezTo>
                    <a:pt x="107174" y="44400"/>
                    <a:pt x="106666" y="40509"/>
                    <a:pt x="106201" y="39745"/>
                  </a:cubicBezTo>
                  <a:cubicBezTo>
                    <a:pt x="105735" y="38980"/>
                    <a:pt x="104804" y="40509"/>
                    <a:pt x="103830" y="40509"/>
                  </a:cubicBezTo>
                  <a:cubicBezTo>
                    <a:pt x="102899" y="40509"/>
                    <a:pt x="102433" y="41273"/>
                    <a:pt x="101460" y="42872"/>
                  </a:cubicBezTo>
                  <a:cubicBezTo>
                    <a:pt x="100063" y="43636"/>
                    <a:pt x="99597" y="41273"/>
                    <a:pt x="98624" y="41273"/>
                  </a:cubicBezTo>
                  <a:cubicBezTo>
                    <a:pt x="97693" y="41273"/>
                    <a:pt x="97185" y="38980"/>
                    <a:pt x="97185" y="37382"/>
                  </a:cubicBezTo>
                  <a:cubicBezTo>
                    <a:pt x="96719" y="35854"/>
                    <a:pt x="94814" y="37382"/>
                    <a:pt x="94814" y="36618"/>
                  </a:cubicBezTo>
                  <a:cubicBezTo>
                    <a:pt x="94349" y="35854"/>
                    <a:pt x="94349" y="33491"/>
                    <a:pt x="94349" y="31962"/>
                  </a:cubicBezTo>
                  <a:cubicBezTo>
                    <a:pt x="93883" y="30364"/>
                    <a:pt x="91978" y="29600"/>
                    <a:pt x="91047" y="28836"/>
                  </a:cubicBezTo>
                  <a:cubicBezTo>
                    <a:pt x="89608" y="27237"/>
                    <a:pt x="89608" y="27237"/>
                    <a:pt x="89608" y="25709"/>
                  </a:cubicBezTo>
                  <a:cubicBezTo>
                    <a:pt x="89608" y="23346"/>
                    <a:pt x="89608" y="22582"/>
                    <a:pt x="88677" y="21053"/>
                  </a:cubicBezTo>
                  <a:cubicBezTo>
                    <a:pt x="87703" y="18691"/>
                    <a:pt x="85333" y="18691"/>
                    <a:pt x="83894" y="18691"/>
                  </a:cubicBezTo>
                  <a:cubicBezTo>
                    <a:pt x="82497" y="18691"/>
                    <a:pt x="82962" y="17162"/>
                    <a:pt x="81566" y="17162"/>
                  </a:cubicBezTo>
                  <a:cubicBezTo>
                    <a:pt x="80126" y="17927"/>
                    <a:pt x="79661" y="14800"/>
                    <a:pt x="79661" y="12437"/>
                  </a:cubicBezTo>
                  <a:cubicBezTo>
                    <a:pt x="79661" y="10144"/>
                    <a:pt x="78222" y="10909"/>
                    <a:pt x="77756" y="9380"/>
                  </a:cubicBezTo>
                  <a:cubicBezTo>
                    <a:pt x="77291" y="7782"/>
                    <a:pt x="76317" y="5489"/>
                    <a:pt x="75386" y="5489"/>
                  </a:cubicBezTo>
                  <a:cubicBezTo>
                    <a:pt x="74920" y="5489"/>
                    <a:pt x="73481" y="3126"/>
                    <a:pt x="73015" y="1598"/>
                  </a:cubicBezTo>
                  <a:cubicBezTo>
                    <a:pt x="72550" y="833"/>
                    <a:pt x="71111" y="1598"/>
                    <a:pt x="71576" y="3126"/>
                  </a:cubicBezTo>
                  <a:cubicBezTo>
                    <a:pt x="71576" y="5489"/>
                    <a:pt x="71111" y="6253"/>
                    <a:pt x="69671" y="6253"/>
                  </a:cubicBezTo>
                  <a:cubicBezTo>
                    <a:pt x="68740" y="6253"/>
                    <a:pt x="69206" y="7782"/>
                    <a:pt x="68740" y="9380"/>
                  </a:cubicBezTo>
                  <a:cubicBezTo>
                    <a:pt x="68740" y="10909"/>
                    <a:pt x="66835" y="10909"/>
                    <a:pt x="66370" y="10909"/>
                  </a:cubicBezTo>
                  <a:cubicBezTo>
                    <a:pt x="65439" y="10909"/>
                    <a:pt x="63534" y="10909"/>
                    <a:pt x="63026" y="12437"/>
                  </a:cubicBezTo>
                  <a:cubicBezTo>
                    <a:pt x="62560" y="14035"/>
                    <a:pt x="62095" y="14035"/>
                    <a:pt x="61164" y="12437"/>
                  </a:cubicBezTo>
                  <a:cubicBezTo>
                    <a:pt x="60656" y="10909"/>
                    <a:pt x="60190" y="11673"/>
                    <a:pt x="60190" y="13271"/>
                  </a:cubicBezTo>
                  <a:cubicBezTo>
                    <a:pt x="60190" y="14800"/>
                    <a:pt x="59259" y="16398"/>
                    <a:pt x="58793" y="16398"/>
                  </a:cubicBezTo>
                  <a:cubicBezTo>
                    <a:pt x="57820" y="15564"/>
                    <a:pt x="57354" y="17927"/>
                    <a:pt x="57820" y="19525"/>
                  </a:cubicBezTo>
                  <a:cubicBezTo>
                    <a:pt x="57820" y="20289"/>
                    <a:pt x="57354" y="21053"/>
                    <a:pt x="56423" y="21053"/>
                  </a:cubicBezTo>
                  <a:cubicBezTo>
                    <a:pt x="55449" y="21053"/>
                    <a:pt x="54984" y="21818"/>
                    <a:pt x="54518" y="23346"/>
                  </a:cubicBezTo>
                  <a:cubicBezTo>
                    <a:pt x="54052" y="24944"/>
                    <a:pt x="53079" y="24944"/>
                    <a:pt x="52613" y="22582"/>
                  </a:cubicBezTo>
                  <a:cubicBezTo>
                    <a:pt x="52148" y="21053"/>
                    <a:pt x="51640" y="18691"/>
                    <a:pt x="50708" y="17927"/>
                  </a:cubicBezTo>
                  <a:cubicBezTo>
                    <a:pt x="49777" y="17162"/>
                    <a:pt x="49777" y="15564"/>
                    <a:pt x="50708" y="14800"/>
                  </a:cubicBezTo>
                  <a:cubicBezTo>
                    <a:pt x="51640" y="13271"/>
                    <a:pt x="50243" y="11673"/>
                    <a:pt x="48804" y="11673"/>
                  </a:cubicBezTo>
                  <a:cubicBezTo>
                    <a:pt x="47407" y="11673"/>
                    <a:pt x="47873" y="7017"/>
                    <a:pt x="48804" y="6253"/>
                  </a:cubicBezTo>
                  <a:cubicBezTo>
                    <a:pt x="49269" y="5489"/>
                    <a:pt x="48804" y="3891"/>
                    <a:pt x="47873" y="3891"/>
                  </a:cubicBezTo>
                  <a:cubicBezTo>
                    <a:pt x="46941" y="3891"/>
                    <a:pt x="46941" y="1598"/>
                    <a:pt x="45968" y="1598"/>
                  </a:cubicBezTo>
                  <a:cubicBezTo>
                    <a:pt x="45037" y="2362"/>
                    <a:pt x="44571" y="833"/>
                    <a:pt x="43597" y="0"/>
                  </a:cubicBezTo>
                  <a:cubicBezTo>
                    <a:pt x="43132" y="0"/>
                    <a:pt x="42666" y="833"/>
                    <a:pt x="42158" y="833"/>
                  </a:cubicBezTo>
                  <a:cubicBezTo>
                    <a:pt x="41693" y="2362"/>
                    <a:pt x="40761" y="833"/>
                    <a:pt x="39788" y="833"/>
                  </a:cubicBezTo>
                  <a:cubicBezTo>
                    <a:pt x="38857" y="833"/>
                    <a:pt x="37883" y="3891"/>
                    <a:pt x="39322" y="4724"/>
                  </a:cubicBezTo>
                  <a:cubicBezTo>
                    <a:pt x="40253" y="5489"/>
                    <a:pt x="38857" y="7782"/>
                    <a:pt x="39788" y="9380"/>
                  </a:cubicBezTo>
                  <a:cubicBezTo>
                    <a:pt x="40761" y="10909"/>
                    <a:pt x="39788" y="14035"/>
                    <a:pt x="41227" y="15564"/>
                  </a:cubicBezTo>
                  <a:cubicBezTo>
                    <a:pt x="42666" y="16398"/>
                    <a:pt x="44571" y="17162"/>
                    <a:pt x="44571" y="19525"/>
                  </a:cubicBezTo>
                  <a:cubicBezTo>
                    <a:pt x="44571" y="22582"/>
                    <a:pt x="44063" y="24944"/>
                    <a:pt x="42158" y="22582"/>
                  </a:cubicBezTo>
                  <a:cubicBezTo>
                    <a:pt x="40761" y="20289"/>
                    <a:pt x="39788" y="17927"/>
                    <a:pt x="39322" y="17927"/>
                  </a:cubicBezTo>
                  <a:cubicBezTo>
                    <a:pt x="38391" y="17927"/>
                    <a:pt x="36021" y="20289"/>
                    <a:pt x="35047" y="19525"/>
                  </a:cubicBezTo>
                  <a:cubicBezTo>
                    <a:pt x="33650" y="18691"/>
                    <a:pt x="33650" y="14800"/>
                    <a:pt x="32211" y="14800"/>
                  </a:cubicBezTo>
                  <a:cubicBezTo>
                    <a:pt x="30772" y="14800"/>
                    <a:pt x="25608" y="14035"/>
                    <a:pt x="23703" y="16398"/>
                  </a:cubicBezTo>
                  <a:cubicBezTo>
                    <a:pt x="21841" y="17927"/>
                    <a:pt x="19428" y="19525"/>
                    <a:pt x="18962" y="17927"/>
                  </a:cubicBezTo>
                  <a:cubicBezTo>
                    <a:pt x="18031" y="15564"/>
                    <a:pt x="15661" y="11673"/>
                    <a:pt x="14222" y="12437"/>
                  </a:cubicBezTo>
                  <a:cubicBezTo>
                    <a:pt x="13291" y="12437"/>
                    <a:pt x="11851" y="13271"/>
                    <a:pt x="10455" y="13271"/>
                  </a:cubicBezTo>
                  <a:cubicBezTo>
                    <a:pt x="9481" y="12437"/>
                    <a:pt x="9015" y="13271"/>
                    <a:pt x="9015" y="17162"/>
                  </a:cubicBezTo>
                  <a:cubicBezTo>
                    <a:pt x="8550" y="21053"/>
                    <a:pt x="8042" y="24944"/>
                    <a:pt x="9481" y="26473"/>
                  </a:cubicBezTo>
                  <a:cubicBezTo>
                    <a:pt x="10455" y="28071"/>
                    <a:pt x="10920" y="31962"/>
                    <a:pt x="8550" y="31129"/>
                  </a:cubicBezTo>
                  <a:cubicBezTo>
                    <a:pt x="6645" y="30364"/>
                    <a:pt x="5206" y="32727"/>
                    <a:pt x="4740" y="33491"/>
                  </a:cubicBezTo>
                  <a:cubicBezTo>
                    <a:pt x="4275" y="35089"/>
                    <a:pt x="973" y="33491"/>
                    <a:pt x="465" y="35854"/>
                  </a:cubicBezTo>
                  <a:cubicBezTo>
                    <a:pt x="0" y="37382"/>
                    <a:pt x="0" y="42872"/>
                    <a:pt x="973" y="44400"/>
                  </a:cubicBezTo>
                  <a:cubicBezTo>
                    <a:pt x="1439" y="45165"/>
                    <a:pt x="1904" y="45929"/>
                    <a:pt x="2370" y="45929"/>
                  </a:cubicBezTo>
                  <a:cubicBezTo>
                    <a:pt x="3809" y="44400"/>
                    <a:pt x="6645" y="42872"/>
                    <a:pt x="8550" y="45165"/>
                  </a:cubicBezTo>
                  <a:cubicBezTo>
                    <a:pt x="10920" y="47527"/>
                    <a:pt x="15195" y="58436"/>
                    <a:pt x="15195" y="58436"/>
                  </a:cubicBezTo>
                  <a:cubicBezTo>
                    <a:pt x="15195" y="59200"/>
                    <a:pt x="17566" y="63856"/>
                    <a:pt x="21333" y="66983"/>
                  </a:cubicBezTo>
                  <a:cubicBezTo>
                    <a:pt x="25608" y="70110"/>
                    <a:pt x="28867" y="74001"/>
                    <a:pt x="30306" y="76363"/>
                  </a:cubicBezTo>
                  <a:cubicBezTo>
                    <a:pt x="31746" y="79420"/>
                    <a:pt x="34582" y="84076"/>
                    <a:pt x="36952" y="84076"/>
                  </a:cubicBezTo>
                  <a:cubicBezTo>
                    <a:pt x="39788" y="84076"/>
                    <a:pt x="44063" y="84076"/>
                    <a:pt x="48338" y="87203"/>
                  </a:cubicBezTo>
                  <a:cubicBezTo>
                    <a:pt x="52613" y="90330"/>
                    <a:pt x="64465" y="97348"/>
                    <a:pt x="67301" y="101239"/>
                  </a:cubicBezTo>
                  <a:cubicBezTo>
                    <a:pt x="70645" y="105130"/>
                    <a:pt x="71111" y="105894"/>
                    <a:pt x="72042" y="106728"/>
                  </a:cubicBezTo>
                  <a:cubicBezTo>
                    <a:pt x="73481" y="106728"/>
                    <a:pt x="82031" y="107492"/>
                    <a:pt x="83894" y="108257"/>
                  </a:cubicBezTo>
                  <a:cubicBezTo>
                    <a:pt x="85333" y="108257"/>
                    <a:pt x="88677" y="108257"/>
                    <a:pt x="88677" y="109021"/>
                  </a:cubicBezTo>
                  <a:cubicBezTo>
                    <a:pt x="88677" y="110619"/>
                    <a:pt x="88677" y="111383"/>
                    <a:pt x="89608" y="111383"/>
                  </a:cubicBezTo>
                  <a:cubicBezTo>
                    <a:pt x="91047" y="110619"/>
                    <a:pt x="95280" y="111383"/>
                    <a:pt x="97185" y="112912"/>
                  </a:cubicBezTo>
                  <a:cubicBezTo>
                    <a:pt x="98158" y="114510"/>
                    <a:pt x="100529" y="117568"/>
                    <a:pt x="102433" y="119930"/>
                  </a:cubicBezTo>
                  <a:cubicBezTo>
                    <a:pt x="103365" y="118401"/>
                    <a:pt x="105735" y="118401"/>
                    <a:pt x="107640" y="119166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Shape 6766"/>
            <p:cNvSpPr/>
            <p:nvPr/>
          </p:nvSpPr>
          <p:spPr>
            <a:xfrm>
              <a:off x="14160448" y="7941567"/>
              <a:ext cx="1408739" cy="13407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243" y="57199"/>
                  </a:moveTo>
                  <a:lnTo>
                    <a:pt x="4243" y="57199"/>
                  </a:lnTo>
                  <a:cubicBezTo>
                    <a:pt x="4762" y="58884"/>
                    <a:pt x="4762" y="63296"/>
                    <a:pt x="3724" y="63841"/>
                  </a:cubicBezTo>
                  <a:cubicBezTo>
                    <a:pt x="2640" y="63841"/>
                    <a:pt x="2640" y="64981"/>
                    <a:pt x="2640" y="66617"/>
                  </a:cubicBezTo>
                  <a:cubicBezTo>
                    <a:pt x="2121" y="67757"/>
                    <a:pt x="2121" y="69442"/>
                    <a:pt x="1603" y="70532"/>
                  </a:cubicBezTo>
                  <a:cubicBezTo>
                    <a:pt x="2640" y="70532"/>
                    <a:pt x="3206" y="71078"/>
                    <a:pt x="3724" y="71078"/>
                  </a:cubicBezTo>
                  <a:cubicBezTo>
                    <a:pt x="5799" y="71078"/>
                    <a:pt x="8487" y="74399"/>
                    <a:pt x="12683" y="76629"/>
                  </a:cubicBezTo>
                  <a:cubicBezTo>
                    <a:pt x="17445" y="78859"/>
                    <a:pt x="22726" y="81635"/>
                    <a:pt x="24330" y="82775"/>
                  </a:cubicBezTo>
                  <a:cubicBezTo>
                    <a:pt x="25367" y="84411"/>
                    <a:pt x="34373" y="91648"/>
                    <a:pt x="39135" y="95514"/>
                  </a:cubicBezTo>
                  <a:cubicBezTo>
                    <a:pt x="44416" y="99429"/>
                    <a:pt x="49178" y="103296"/>
                    <a:pt x="50216" y="104981"/>
                  </a:cubicBezTo>
                  <a:cubicBezTo>
                    <a:pt x="51253" y="106071"/>
                    <a:pt x="60259" y="116629"/>
                    <a:pt x="62899" y="118859"/>
                  </a:cubicBezTo>
                  <a:cubicBezTo>
                    <a:pt x="63418" y="118859"/>
                    <a:pt x="63937" y="119405"/>
                    <a:pt x="64502" y="119950"/>
                  </a:cubicBezTo>
                  <a:cubicBezTo>
                    <a:pt x="64502" y="119950"/>
                    <a:pt x="66058" y="111623"/>
                    <a:pt x="66058" y="108847"/>
                  </a:cubicBezTo>
                  <a:cubicBezTo>
                    <a:pt x="66577" y="106617"/>
                    <a:pt x="68699" y="102750"/>
                    <a:pt x="68180" y="101065"/>
                  </a:cubicBezTo>
                  <a:cubicBezTo>
                    <a:pt x="67662" y="99975"/>
                    <a:pt x="62899" y="96654"/>
                    <a:pt x="62899" y="96654"/>
                  </a:cubicBezTo>
                  <a:cubicBezTo>
                    <a:pt x="78223" y="63296"/>
                    <a:pt x="78223" y="63296"/>
                    <a:pt x="78223" y="63296"/>
                  </a:cubicBezTo>
                  <a:cubicBezTo>
                    <a:pt x="118915" y="61660"/>
                    <a:pt x="118915" y="61660"/>
                    <a:pt x="118915" y="61660"/>
                  </a:cubicBezTo>
                  <a:cubicBezTo>
                    <a:pt x="118915" y="61660"/>
                    <a:pt x="117312" y="56109"/>
                    <a:pt x="118915" y="54423"/>
                  </a:cubicBezTo>
                  <a:cubicBezTo>
                    <a:pt x="119952" y="52738"/>
                    <a:pt x="119952" y="52193"/>
                    <a:pt x="118915" y="51648"/>
                  </a:cubicBezTo>
                  <a:cubicBezTo>
                    <a:pt x="117312" y="51102"/>
                    <a:pt x="117312" y="49417"/>
                    <a:pt x="115756" y="49962"/>
                  </a:cubicBezTo>
                  <a:cubicBezTo>
                    <a:pt x="113634" y="50508"/>
                    <a:pt x="113115" y="49962"/>
                    <a:pt x="112550" y="48872"/>
                  </a:cubicBezTo>
                  <a:cubicBezTo>
                    <a:pt x="112031" y="47732"/>
                    <a:pt x="110994" y="46641"/>
                    <a:pt x="110475" y="46641"/>
                  </a:cubicBezTo>
                  <a:cubicBezTo>
                    <a:pt x="109956" y="46096"/>
                    <a:pt x="109390" y="43866"/>
                    <a:pt x="109390" y="42775"/>
                  </a:cubicBezTo>
                  <a:cubicBezTo>
                    <a:pt x="108872" y="41090"/>
                    <a:pt x="106231" y="38859"/>
                    <a:pt x="104628" y="38859"/>
                  </a:cubicBezTo>
                  <a:cubicBezTo>
                    <a:pt x="103072" y="38859"/>
                    <a:pt x="100950" y="38859"/>
                    <a:pt x="100432" y="37769"/>
                  </a:cubicBezTo>
                  <a:cubicBezTo>
                    <a:pt x="99913" y="36629"/>
                    <a:pt x="97791" y="37769"/>
                    <a:pt x="97225" y="34993"/>
                  </a:cubicBezTo>
                  <a:cubicBezTo>
                    <a:pt x="96707" y="32763"/>
                    <a:pt x="96188" y="32763"/>
                    <a:pt x="95151" y="33308"/>
                  </a:cubicBezTo>
                  <a:cubicBezTo>
                    <a:pt x="93548" y="33308"/>
                    <a:pt x="94066" y="32218"/>
                    <a:pt x="93029" y="31078"/>
                  </a:cubicBezTo>
                  <a:cubicBezTo>
                    <a:pt x="91944" y="29987"/>
                    <a:pt x="90907" y="29442"/>
                    <a:pt x="90388" y="28302"/>
                  </a:cubicBezTo>
                  <a:cubicBezTo>
                    <a:pt x="89304" y="27211"/>
                    <a:pt x="89304" y="27757"/>
                    <a:pt x="87748" y="27211"/>
                  </a:cubicBezTo>
                  <a:cubicBezTo>
                    <a:pt x="86145" y="26071"/>
                    <a:pt x="84542" y="23296"/>
                    <a:pt x="84542" y="23296"/>
                  </a:cubicBezTo>
                  <a:cubicBezTo>
                    <a:pt x="84542" y="23296"/>
                    <a:pt x="84542" y="22750"/>
                    <a:pt x="85108" y="22750"/>
                  </a:cubicBezTo>
                  <a:lnTo>
                    <a:pt x="85108" y="22750"/>
                  </a:lnTo>
                  <a:cubicBezTo>
                    <a:pt x="85108" y="22750"/>
                    <a:pt x="86664" y="18884"/>
                    <a:pt x="85108" y="19429"/>
                  </a:cubicBezTo>
                  <a:cubicBezTo>
                    <a:pt x="83504" y="19429"/>
                    <a:pt x="83504" y="17199"/>
                    <a:pt x="82467" y="17744"/>
                  </a:cubicBezTo>
                  <a:cubicBezTo>
                    <a:pt x="81383" y="18339"/>
                    <a:pt x="80345" y="16109"/>
                    <a:pt x="78742" y="16654"/>
                  </a:cubicBezTo>
                  <a:cubicBezTo>
                    <a:pt x="77705" y="17744"/>
                    <a:pt x="76620" y="16109"/>
                    <a:pt x="77186" y="14969"/>
                  </a:cubicBezTo>
                  <a:cubicBezTo>
                    <a:pt x="78223" y="13333"/>
                    <a:pt x="76102" y="11648"/>
                    <a:pt x="77186" y="11102"/>
                  </a:cubicBezTo>
                  <a:cubicBezTo>
                    <a:pt x="78223" y="10557"/>
                    <a:pt x="76102" y="7781"/>
                    <a:pt x="75064" y="8327"/>
                  </a:cubicBezTo>
                  <a:cubicBezTo>
                    <a:pt x="73461" y="8327"/>
                    <a:pt x="71905" y="7781"/>
                    <a:pt x="72424" y="6641"/>
                  </a:cubicBezTo>
                  <a:cubicBezTo>
                    <a:pt x="72943" y="5006"/>
                    <a:pt x="71339" y="2180"/>
                    <a:pt x="70302" y="1635"/>
                  </a:cubicBezTo>
                  <a:cubicBezTo>
                    <a:pt x="68699" y="1635"/>
                    <a:pt x="67662" y="545"/>
                    <a:pt x="67662" y="2180"/>
                  </a:cubicBezTo>
                  <a:cubicBezTo>
                    <a:pt x="67096" y="3320"/>
                    <a:pt x="66577" y="0"/>
                    <a:pt x="65540" y="545"/>
                  </a:cubicBezTo>
                  <a:cubicBezTo>
                    <a:pt x="64502" y="1090"/>
                    <a:pt x="63937" y="3320"/>
                    <a:pt x="62899" y="3320"/>
                  </a:cubicBezTo>
                  <a:cubicBezTo>
                    <a:pt x="62381" y="3320"/>
                    <a:pt x="61862" y="4411"/>
                    <a:pt x="60259" y="6096"/>
                  </a:cubicBezTo>
                  <a:cubicBezTo>
                    <a:pt x="59222" y="7236"/>
                    <a:pt x="56534" y="8327"/>
                    <a:pt x="55497" y="9417"/>
                  </a:cubicBezTo>
                  <a:cubicBezTo>
                    <a:pt x="54978" y="9962"/>
                    <a:pt x="54978" y="12738"/>
                    <a:pt x="53893" y="12738"/>
                  </a:cubicBezTo>
                  <a:cubicBezTo>
                    <a:pt x="52337" y="12738"/>
                    <a:pt x="49697" y="12738"/>
                    <a:pt x="49697" y="14423"/>
                  </a:cubicBezTo>
                  <a:cubicBezTo>
                    <a:pt x="49178" y="15514"/>
                    <a:pt x="48094" y="16109"/>
                    <a:pt x="47056" y="15514"/>
                  </a:cubicBezTo>
                  <a:cubicBezTo>
                    <a:pt x="45972" y="15514"/>
                    <a:pt x="46538" y="18339"/>
                    <a:pt x="45453" y="18339"/>
                  </a:cubicBezTo>
                  <a:cubicBezTo>
                    <a:pt x="44935" y="18884"/>
                    <a:pt x="44416" y="21660"/>
                    <a:pt x="44416" y="22750"/>
                  </a:cubicBezTo>
                  <a:cubicBezTo>
                    <a:pt x="44416" y="23296"/>
                    <a:pt x="42294" y="23890"/>
                    <a:pt x="42294" y="22750"/>
                  </a:cubicBezTo>
                  <a:cubicBezTo>
                    <a:pt x="42294" y="21115"/>
                    <a:pt x="39135" y="21115"/>
                    <a:pt x="39654" y="19975"/>
                  </a:cubicBezTo>
                  <a:cubicBezTo>
                    <a:pt x="40172" y="18339"/>
                    <a:pt x="40172" y="17199"/>
                    <a:pt x="38616" y="17199"/>
                  </a:cubicBezTo>
                  <a:cubicBezTo>
                    <a:pt x="36495" y="17744"/>
                    <a:pt x="34891" y="17744"/>
                    <a:pt x="34373" y="16654"/>
                  </a:cubicBezTo>
                  <a:cubicBezTo>
                    <a:pt x="34373" y="15514"/>
                    <a:pt x="33807" y="14969"/>
                    <a:pt x="33288" y="14969"/>
                  </a:cubicBezTo>
                  <a:cubicBezTo>
                    <a:pt x="32770" y="14969"/>
                    <a:pt x="32770" y="8327"/>
                    <a:pt x="32770" y="8327"/>
                  </a:cubicBezTo>
                  <a:cubicBezTo>
                    <a:pt x="32770" y="8327"/>
                    <a:pt x="31166" y="7236"/>
                    <a:pt x="31732" y="6096"/>
                  </a:cubicBezTo>
                  <a:cubicBezTo>
                    <a:pt x="31732" y="5006"/>
                    <a:pt x="31166" y="4411"/>
                    <a:pt x="30129" y="4411"/>
                  </a:cubicBezTo>
                  <a:cubicBezTo>
                    <a:pt x="29092" y="4411"/>
                    <a:pt x="28526" y="2775"/>
                    <a:pt x="28007" y="1635"/>
                  </a:cubicBezTo>
                  <a:cubicBezTo>
                    <a:pt x="26970" y="1090"/>
                    <a:pt x="24330" y="1090"/>
                    <a:pt x="22726" y="2180"/>
                  </a:cubicBezTo>
                  <a:cubicBezTo>
                    <a:pt x="21689" y="3320"/>
                    <a:pt x="20605" y="7781"/>
                    <a:pt x="21123" y="9417"/>
                  </a:cubicBezTo>
                  <a:cubicBezTo>
                    <a:pt x="21689" y="10557"/>
                    <a:pt x="23811" y="10557"/>
                    <a:pt x="22726" y="12193"/>
                  </a:cubicBezTo>
                  <a:cubicBezTo>
                    <a:pt x="21689" y="13333"/>
                    <a:pt x="20605" y="14423"/>
                    <a:pt x="20086" y="15514"/>
                  </a:cubicBezTo>
                  <a:cubicBezTo>
                    <a:pt x="20086" y="17199"/>
                    <a:pt x="19049" y="16654"/>
                    <a:pt x="18483" y="19429"/>
                  </a:cubicBezTo>
                  <a:cubicBezTo>
                    <a:pt x="17964" y="21660"/>
                    <a:pt x="16408" y="22750"/>
                    <a:pt x="15889" y="24436"/>
                  </a:cubicBezTo>
                  <a:cubicBezTo>
                    <a:pt x="15889" y="25526"/>
                    <a:pt x="15324" y="26617"/>
                    <a:pt x="14286" y="27211"/>
                  </a:cubicBezTo>
                  <a:cubicBezTo>
                    <a:pt x="13768" y="27211"/>
                    <a:pt x="13768" y="26617"/>
                    <a:pt x="13249" y="26617"/>
                  </a:cubicBezTo>
                  <a:cubicBezTo>
                    <a:pt x="13249" y="27757"/>
                    <a:pt x="13249" y="28302"/>
                    <a:pt x="12683" y="28302"/>
                  </a:cubicBezTo>
                  <a:cubicBezTo>
                    <a:pt x="11127" y="28847"/>
                    <a:pt x="9524" y="28847"/>
                    <a:pt x="9524" y="30532"/>
                  </a:cubicBezTo>
                  <a:cubicBezTo>
                    <a:pt x="9005" y="32218"/>
                    <a:pt x="7402" y="32763"/>
                    <a:pt x="7402" y="32763"/>
                  </a:cubicBezTo>
                  <a:cubicBezTo>
                    <a:pt x="0" y="55514"/>
                    <a:pt x="0" y="55514"/>
                    <a:pt x="0" y="55514"/>
                  </a:cubicBezTo>
                  <a:cubicBezTo>
                    <a:pt x="0" y="55514"/>
                    <a:pt x="3724" y="54969"/>
                    <a:pt x="4243" y="57199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Shape 6767"/>
            <p:cNvSpPr/>
            <p:nvPr/>
          </p:nvSpPr>
          <p:spPr>
            <a:xfrm>
              <a:off x="12461168" y="7731539"/>
              <a:ext cx="1787171" cy="1199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572" y="37891"/>
                  </a:moveTo>
                  <a:lnTo>
                    <a:pt x="4572" y="37891"/>
                  </a:lnTo>
                  <a:cubicBezTo>
                    <a:pt x="3308" y="38502"/>
                    <a:pt x="2899" y="39778"/>
                    <a:pt x="3717" y="40998"/>
                  </a:cubicBezTo>
                  <a:cubicBezTo>
                    <a:pt x="4163" y="41664"/>
                    <a:pt x="3717" y="43495"/>
                    <a:pt x="4163" y="44105"/>
                  </a:cubicBezTo>
                  <a:cubicBezTo>
                    <a:pt x="4981" y="44771"/>
                    <a:pt x="5836" y="44771"/>
                    <a:pt x="5836" y="46601"/>
                  </a:cubicBezTo>
                  <a:cubicBezTo>
                    <a:pt x="5836" y="47877"/>
                    <a:pt x="6245" y="47877"/>
                    <a:pt x="7509" y="47877"/>
                  </a:cubicBezTo>
                  <a:cubicBezTo>
                    <a:pt x="8736" y="47877"/>
                    <a:pt x="9553" y="49098"/>
                    <a:pt x="8736" y="50319"/>
                  </a:cubicBezTo>
                  <a:cubicBezTo>
                    <a:pt x="7918" y="51595"/>
                    <a:pt x="8327" y="60915"/>
                    <a:pt x="8736" y="61525"/>
                  </a:cubicBezTo>
                  <a:cubicBezTo>
                    <a:pt x="8736" y="62135"/>
                    <a:pt x="10000" y="62746"/>
                    <a:pt x="10817" y="62746"/>
                  </a:cubicBezTo>
                  <a:cubicBezTo>
                    <a:pt x="11635" y="62746"/>
                    <a:pt x="11635" y="64632"/>
                    <a:pt x="12490" y="65242"/>
                  </a:cubicBezTo>
                  <a:cubicBezTo>
                    <a:pt x="13308" y="65852"/>
                    <a:pt x="14572" y="65852"/>
                    <a:pt x="14981" y="66518"/>
                  </a:cubicBezTo>
                  <a:cubicBezTo>
                    <a:pt x="15390" y="67128"/>
                    <a:pt x="14163" y="67739"/>
                    <a:pt x="13717" y="69015"/>
                  </a:cubicBezTo>
                  <a:cubicBezTo>
                    <a:pt x="13308" y="69625"/>
                    <a:pt x="13308" y="77059"/>
                    <a:pt x="13308" y="78335"/>
                  </a:cubicBezTo>
                  <a:cubicBezTo>
                    <a:pt x="13717" y="79556"/>
                    <a:pt x="12899" y="80166"/>
                    <a:pt x="12081" y="80776"/>
                  </a:cubicBezTo>
                  <a:cubicBezTo>
                    <a:pt x="11226" y="82052"/>
                    <a:pt x="10817" y="83938"/>
                    <a:pt x="10817" y="85159"/>
                  </a:cubicBezTo>
                  <a:cubicBezTo>
                    <a:pt x="10408" y="86435"/>
                    <a:pt x="9553" y="86435"/>
                    <a:pt x="8327" y="85769"/>
                  </a:cubicBezTo>
                  <a:cubicBezTo>
                    <a:pt x="7063" y="84549"/>
                    <a:pt x="5836" y="86435"/>
                    <a:pt x="6654" y="87656"/>
                  </a:cubicBezTo>
                  <a:cubicBezTo>
                    <a:pt x="7063" y="88266"/>
                    <a:pt x="6654" y="91373"/>
                    <a:pt x="5836" y="91373"/>
                  </a:cubicBezTo>
                  <a:cubicBezTo>
                    <a:pt x="5390" y="91983"/>
                    <a:pt x="6654" y="93869"/>
                    <a:pt x="4572" y="93869"/>
                  </a:cubicBezTo>
                  <a:cubicBezTo>
                    <a:pt x="2899" y="93259"/>
                    <a:pt x="817" y="93259"/>
                    <a:pt x="0" y="94479"/>
                  </a:cubicBezTo>
                  <a:cubicBezTo>
                    <a:pt x="0" y="95090"/>
                    <a:pt x="408" y="95090"/>
                    <a:pt x="817" y="95700"/>
                  </a:cubicBezTo>
                  <a:cubicBezTo>
                    <a:pt x="1635" y="97586"/>
                    <a:pt x="5390" y="101303"/>
                    <a:pt x="8327" y="101969"/>
                  </a:cubicBezTo>
                  <a:cubicBezTo>
                    <a:pt x="11226" y="102579"/>
                    <a:pt x="16654" y="105076"/>
                    <a:pt x="18736" y="106296"/>
                  </a:cubicBezTo>
                  <a:cubicBezTo>
                    <a:pt x="20408" y="108127"/>
                    <a:pt x="22490" y="111900"/>
                    <a:pt x="23717" y="112510"/>
                  </a:cubicBezTo>
                  <a:cubicBezTo>
                    <a:pt x="24572" y="113786"/>
                    <a:pt x="24981" y="113120"/>
                    <a:pt x="25390" y="112510"/>
                  </a:cubicBezTo>
                  <a:cubicBezTo>
                    <a:pt x="26245" y="111900"/>
                    <a:pt x="32044" y="111289"/>
                    <a:pt x="36245" y="111900"/>
                  </a:cubicBezTo>
                  <a:cubicBezTo>
                    <a:pt x="39962" y="113120"/>
                    <a:pt x="45390" y="117503"/>
                    <a:pt x="48327" y="118723"/>
                  </a:cubicBezTo>
                  <a:cubicBezTo>
                    <a:pt x="50817" y="119944"/>
                    <a:pt x="54572" y="119944"/>
                    <a:pt x="57063" y="118723"/>
                  </a:cubicBezTo>
                  <a:cubicBezTo>
                    <a:pt x="59553" y="117503"/>
                    <a:pt x="64572" y="116893"/>
                    <a:pt x="66245" y="115006"/>
                  </a:cubicBezTo>
                  <a:cubicBezTo>
                    <a:pt x="68327" y="113120"/>
                    <a:pt x="68736" y="111900"/>
                    <a:pt x="69962" y="111289"/>
                  </a:cubicBezTo>
                  <a:cubicBezTo>
                    <a:pt x="71226" y="110624"/>
                    <a:pt x="73717" y="110013"/>
                    <a:pt x="76245" y="108793"/>
                  </a:cubicBezTo>
                  <a:cubicBezTo>
                    <a:pt x="78327" y="106907"/>
                    <a:pt x="82899" y="104410"/>
                    <a:pt x="84572" y="101969"/>
                  </a:cubicBezTo>
                  <a:cubicBezTo>
                    <a:pt x="86654" y="99472"/>
                    <a:pt x="86654" y="99472"/>
                    <a:pt x="86654" y="98196"/>
                  </a:cubicBezTo>
                  <a:cubicBezTo>
                    <a:pt x="86654" y="96366"/>
                    <a:pt x="86654" y="96366"/>
                    <a:pt x="88289" y="95700"/>
                  </a:cubicBezTo>
                  <a:cubicBezTo>
                    <a:pt x="89962" y="95090"/>
                    <a:pt x="92490" y="95700"/>
                    <a:pt x="93717" y="96366"/>
                  </a:cubicBezTo>
                  <a:cubicBezTo>
                    <a:pt x="94981" y="96366"/>
                    <a:pt x="95390" y="95090"/>
                    <a:pt x="94572" y="95090"/>
                  </a:cubicBezTo>
                  <a:cubicBezTo>
                    <a:pt x="93717" y="95090"/>
                    <a:pt x="92044" y="93259"/>
                    <a:pt x="90817" y="93259"/>
                  </a:cubicBezTo>
                  <a:cubicBezTo>
                    <a:pt x="89962" y="92593"/>
                    <a:pt x="89144" y="91373"/>
                    <a:pt x="90817" y="91373"/>
                  </a:cubicBezTo>
                  <a:cubicBezTo>
                    <a:pt x="92044" y="91373"/>
                    <a:pt x="93308" y="91983"/>
                    <a:pt x="93717" y="91373"/>
                  </a:cubicBezTo>
                  <a:cubicBezTo>
                    <a:pt x="94163" y="91373"/>
                    <a:pt x="94163" y="90762"/>
                    <a:pt x="93308" y="90152"/>
                  </a:cubicBezTo>
                  <a:cubicBezTo>
                    <a:pt x="92899" y="88876"/>
                    <a:pt x="93717" y="87656"/>
                    <a:pt x="94572" y="87656"/>
                  </a:cubicBezTo>
                  <a:cubicBezTo>
                    <a:pt x="95390" y="88266"/>
                    <a:pt x="96654" y="88876"/>
                    <a:pt x="96654" y="89486"/>
                  </a:cubicBezTo>
                  <a:cubicBezTo>
                    <a:pt x="97063" y="90762"/>
                    <a:pt x="95799" y="91373"/>
                    <a:pt x="96245" y="92593"/>
                  </a:cubicBezTo>
                  <a:cubicBezTo>
                    <a:pt x="96245" y="93869"/>
                    <a:pt x="96654" y="94479"/>
                    <a:pt x="97472" y="93869"/>
                  </a:cubicBezTo>
                  <a:cubicBezTo>
                    <a:pt x="97881" y="93259"/>
                    <a:pt x="97881" y="91373"/>
                    <a:pt x="98289" y="90762"/>
                  </a:cubicBezTo>
                  <a:cubicBezTo>
                    <a:pt x="98736" y="90152"/>
                    <a:pt x="99553" y="90152"/>
                    <a:pt x="100371" y="89486"/>
                  </a:cubicBezTo>
                  <a:cubicBezTo>
                    <a:pt x="100817" y="88876"/>
                    <a:pt x="101635" y="88876"/>
                    <a:pt x="102044" y="90152"/>
                  </a:cubicBezTo>
                  <a:cubicBezTo>
                    <a:pt x="102490" y="90762"/>
                    <a:pt x="102490" y="91983"/>
                    <a:pt x="101226" y="93259"/>
                  </a:cubicBezTo>
                  <a:cubicBezTo>
                    <a:pt x="99962" y="95090"/>
                    <a:pt x="98736" y="95090"/>
                    <a:pt x="98289" y="95700"/>
                  </a:cubicBezTo>
                  <a:cubicBezTo>
                    <a:pt x="97472" y="96366"/>
                    <a:pt x="97472" y="96976"/>
                    <a:pt x="99144" y="96366"/>
                  </a:cubicBezTo>
                  <a:cubicBezTo>
                    <a:pt x="101226" y="96366"/>
                    <a:pt x="103308" y="95700"/>
                    <a:pt x="104981" y="95700"/>
                  </a:cubicBezTo>
                  <a:cubicBezTo>
                    <a:pt x="105799" y="95700"/>
                    <a:pt x="106208" y="95700"/>
                    <a:pt x="107063" y="95700"/>
                  </a:cubicBezTo>
                  <a:cubicBezTo>
                    <a:pt x="107881" y="96366"/>
                    <a:pt x="108736" y="96366"/>
                    <a:pt x="109144" y="96976"/>
                  </a:cubicBezTo>
                  <a:cubicBezTo>
                    <a:pt x="110371" y="97586"/>
                    <a:pt x="113308" y="99472"/>
                    <a:pt x="115390" y="100083"/>
                  </a:cubicBezTo>
                  <a:cubicBezTo>
                    <a:pt x="115799" y="98862"/>
                    <a:pt x="115799" y="96976"/>
                    <a:pt x="116208" y="95700"/>
                  </a:cubicBezTo>
                  <a:cubicBezTo>
                    <a:pt x="116208" y="93869"/>
                    <a:pt x="116208" y="92593"/>
                    <a:pt x="117063" y="92593"/>
                  </a:cubicBezTo>
                  <a:cubicBezTo>
                    <a:pt x="117881" y="91983"/>
                    <a:pt x="117881" y="87045"/>
                    <a:pt x="117472" y="85159"/>
                  </a:cubicBezTo>
                  <a:cubicBezTo>
                    <a:pt x="117063" y="82662"/>
                    <a:pt x="114126" y="83273"/>
                    <a:pt x="114126" y="83273"/>
                  </a:cubicBezTo>
                  <a:cubicBezTo>
                    <a:pt x="119962" y="57808"/>
                    <a:pt x="119962" y="57808"/>
                    <a:pt x="119962" y="57808"/>
                  </a:cubicBezTo>
                  <a:cubicBezTo>
                    <a:pt x="94163" y="58418"/>
                    <a:pt x="94163" y="58418"/>
                    <a:pt x="94163" y="58418"/>
                  </a:cubicBezTo>
                  <a:cubicBezTo>
                    <a:pt x="94163" y="52205"/>
                    <a:pt x="94163" y="52205"/>
                    <a:pt x="94163" y="52205"/>
                  </a:cubicBezTo>
                  <a:cubicBezTo>
                    <a:pt x="94163" y="52205"/>
                    <a:pt x="90371" y="52205"/>
                    <a:pt x="89962" y="51595"/>
                  </a:cubicBezTo>
                  <a:cubicBezTo>
                    <a:pt x="89553" y="50319"/>
                    <a:pt x="88736" y="49708"/>
                    <a:pt x="87881" y="49708"/>
                  </a:cubicBezTo>
                  <a:cubicBezTo>
                    <a:pt x="87472" y="50319"/>
                    <a:pt x="87063" y="47212"/>
                    <a:pt x="87063" y="45381"/>
                  </a:cubicBezTo>
                  <a:cubicBezTo>
                    <a:pt x="87472" y="43495"/>
                    <a:pt x="87063" y="43495"/>
                    <a:pt x="85799" y="43495"/>
                  </a:cubicBezTo>
                  <a:cubicBezTo>
                    <a:pt x="84981" y="43495"/>
                    <a:pt x="85390" y="41664"/>
                    <a:pt x="85799" y="40998"/>
                  </a:cubicBezTo>
                  <a:cubicBezTo>
                    <a:pt x="86654" y="40388"/>
                    <a:pt x="86654" y="34785"/>
                    <a:pt x="85799" y="34785"/>
                  </a:cubicBezTo>
                  <a:cubicBezTo>
                    <a:pt x="84981" y="34785"/>
                    <a:pt x="84572" y="36061"/>
                    <a:pt x="83717" y="36061"/>
                  </a:cubicBezTo>
                  <a:cubicBezTo>
                    <a:pt x="82490" y="35395"/>
                    <a:pt x="82044" y="37281"/>
                    <a:pt x="82044" y="39167"/>
                  </a:cubicBezTo>
                  <a:cubicBezTo>
                    <a:pt x="81635" y="40388"/>
                    <a:pt x="80371" y="41664"/>
                    <a:pt x="79553" y="42274"/>
                  </a:cubicBezTo>
                  <a:cubicBezTo>
                    <a:pt x="78736" y="42274"/>
                    <a:pt x="78736" y="44105"/>
                    <a:pt x="77881" y="44771"/>
                  </a:cubicBezTo>
                  <a:cubicBezTo>
                    <a:pt x="77063" y="45991"/>
                    <a:pt x="77063" y="45381"/>
                    <a:pt x="75799" y="45381"/>
                  </a:cubicBezTo>
                  <a:cubicBezTo>
                    <a:pt x="74572" y="45381"/>
                    <a:pt x="73308" y="45991"/>
                    <a:pt x="72490" y="44105"/>
                  </a:cubicBezTo>
                  <a:cubicBezTo>
                    <a:pt x="72044" y="42884"/>
                    <a:pt x="70408" y="40388"/>
                    <a:pt x="69144" y="39778"/>
                  </a:cubicBezTo>
                  <a:cubicBezTo>
                    <a:pt x="67881" y="39167"/>
                    <a:pt x="67472" y="37281"/>
                    <a:pt x="68327" y="36671"/>
                  </a:cubicBezTo>
                  <a:cubicBezTo>
                    <a:pt x="69553" y="36061"/>
                    <a:pt x="68736" y="32288"/>
                    <a:pt x="69553" y="32288"/>
                  </a:cubicBezTo>
                  <a:cubicBezTo>
                    <a:pt x="70408" y="32288"/>
                    <a:pt x="71226" y="29847"/>
                    <a:pt x="70817" y="27350"/>
                  </a:cubicBezTo>
                  <a:cubicBezTo>
                    <a:pt x="69962" y="24854"/>
                    <a:pt x="69144" y="19861"/>
                    <a:pt x="68327" y="20471"/>
                  </a:cubicBezTo>
                  <a:cubicBezTo>
                    <a:pt x="67472" y="21137"/>
                    <a:pt x="65390" y="22357"/>
                    <a:pt x="64163" y="21747"/>
                  </a:cubicBezTo>
                  <a:cubicBezTo>
                    <a:pt x="62490" y="21137"/>
                    <a:pt x="60817" y="22357"/>
                    <a:pt x="59962" y="21747"/>
                  </a:cubicBezTo>
                  <a:cubicBezTo>
                    <a:pt x="59553" y="20471"/>
                    <a:pt x="59553" y="18030"/>
                    <a:pt x="58327" y="16144"/>
                  </a:cubicBezTo>
                  <a:cubicBezTo>
                    <a:pt x="57063" y="14923"/>
                    <a:pt x="56245" y="14313"/>
                    <a:pt x="55836" y="12427"/>
                  </a:cubicBezTo>
                  <a:cubicBezTo>
                    <a:pt x="55390" y="10540"/>
                    <a:pt x="55836" y="9320"/>
                    <a:pt x="52490" y="4937"/>
                  </a:cubicBezTo>
                  <a:cubicBezTo>
                    <a:pt x="49144" y="1220"/>
                    <a:pt x="49144" y="0"/>
                    <a:pt x="47918" y="610"/>
                  </a:cubicBezTo>
                  <a:cubicBezTo>
                    <a:pt x="47063" y="610"/>
                    <a:pt x="46654" y="1830"/>
                    <a:pt x="47472" y="3717"/>
                  </a:cubicBezTo>
                  <a:cubicBezTo>
                    <a:pt x="48327" y="4937"/>
                    <a:pt x="48736" y="9320"/>
                    <a:pt x="47918" y="11151"/>
                  </a:cubicBezTo>
                  <a:cubicBezTo>
                    <a:pt x="47472" y="12427"/>
                    <a:pt x="46654" y="13037"/>
                    <a:pt x="46245" y="13037"/>
                  </a:cubicBezTo>
                  <a:cubicBezTo>
                    <a:pt x="46245" y="13647"/>
                    <a:pt x="45836" y="13647"/>
                    <a:pt x="45836" y="13647"/>
                  </a:cubicBezTo>
                  <a:cubicBezTo>
                    <a:pt x="44981" y="14923"/>
                    <a:pt x="44981" y="16144"/>
                    <a:pt x="44981" y="18030"/>
                  </a:cubicBezTo>
                  <a:cubicBezTo>
                    <a:pt x="44572" y="19861"/>
                    <a:pt x="44572" y="19861"/>
                    <a:pt x="42899" y="19251"/>
                  </a:cubicBezTo>
                  <a:cubicBezTo>
                    <a:pt x="41635" y="19251"/>
                    <a:pt x="40817" y="19861"/>
                    <a:pt x="40408" y="21747"/>
                  </a:cubicBezTo>
                  <a:cubicBezTo>
                    <a:pt x="39553" y="22968"/>
                    <a:pt x="37918" y="23578"/>
                    <a:pt x="36654" y="22968"/>
                  </a:cubicBezTo>
                  <a:cubicBezTo>
                    <a:pt x="34981" y="21747"/>
                    <a:pt x="35390" y="22357"/>
                    <a:pt x="33717" y="22968"/>
                  </a:cubicBezTo>
                  <a:cubicBezTo>
                    <a:pt x="32044" y="23578"/>
                    <a:pt x="30817" y="24244"/>
                    <a:pt x="30408" y="25464"/>
                  </a:cubicBezTo>
                  <a:cubicBezTo>
                    <a:pt x="29999" y="27350"/>
                    <a:pt x="29144" y="26740"/>
                    <a:pt x="29144" y="27961"/>
                  </a:cubicBezTo>
                  <a:cubicBezTo>
                    <a:pt x="28736" y="29237"/>
                    <a:pt x="27918" y="29237"/>
                    <a:pt x="27063" y="27350"/>
                  </a:cubicBezTo>
                  <a:cubicBezTo>
                    <a:pt x="26654" y="25464"/>
                    <a:pt x="25836" y="23578"/>
                    <a:pt x="24981" y="22968"/>
                  </a:cubicBezTo>
                  <a:cubicBezTo>
                    <a:pt x="24163" y="22357"/>
                    <a:pt x="23308" y="21137"/>
                    <a:pt x="23308" y="19861"/>
                  </a:cubicBezTo>
                  <a:cubicBezTo>
                    <a:pt x="23717" y="18640"/>
                    <a:pt x="22899" y="17364"/>
                    <a:pt x="21226" y="18030"/>
                  </a:cubicBezTo>
                  <a:cubicBezTo>
                    <a:pt x="19553" y="18640"/>
                    <a:pt x="18327" y="22357"/>
                    <a:pt x="17918" y="23578"/>
                  </a:cubicBezTo>
                  <a:cubicBezTo>
                    <a:pt x="17918" y="24854"/>
                    <a:pt x="18327" y="26074"/>
                    <a:pt x="19144" y="26074"/>
                  </a:cubicBezTo>
                  <a:cubicBezTo>
                    <a:pt x="20000" y="26074"/>
                    <a:pt x="20000" y="29237"/>
                    <a:pt x="21226" y="28571"/>
                  </a:cubicBezTo>
                  <a:cubicBezTo>
                    <a:pt x="22490" y="28571"/>
                    <a:pt x="20408" y="30457"/>
                    <a:pt x="19553" y="31678"/>
                  </a:cubicBezTo>
                  <a:cubicBezTo>
                    <a:pt x="19144" y="32954"/>
                    <a:pt x="18327" y="32954"/>
                    <a:pt x="17063" y="32288"/>
                  </a:cubicBezTo>
                  <a:cubicBezTo>
                    <a:pt x="15390" y="31067"/>
                    <a:pt x="11635" y="31067"/>
                    <a:pt x="11226" y="32288"/>
                  </a:cubicBezTo>
                  <a:cubicBezTo>
                    <a:pt x="10408" y="34174"/>
                    <a:pt x="9553" y="35395"/>
                    <a:pt x="8327" y="34785"/>
                  </a:cubicBezTo>
                  <a:cubicBezTo>
                    <a:pt x="7509" y="34174"/>
                    <a:pt x="5390" y="33564"/>
                    <a:pt x="4572" y="34785"/>
                  </a:cubicBezTo>
                  <a:lnTo>
                    <a:pt x="4572" y="34785"/>
                  </a:lnTo>
                  <a:cubicBezTo>
                    <a:pt x="5390" y="35395"/>
                    <a:pt x="5390" y="37281"/>
                    <a:pt x="4572" y="37891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Shape 6768"/>
            <p:cNvSpPr/>
            <p:nvPr/>
          </p:nvSpPr>
          <p:spPr>
            <a:xfrm>
              <a:off x="12287822" y="6906079"/>
              <a:ext cx="864288" cy="117957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6" y="103549"/>
                  </a:moveTo>
                  <a:lnTo>
                    <a:pt x="846" y="103549"/>
                  </a:lnTo>
                  <a:cubicBezTo>
                    <a:pt x="846" y="104788"/>
                    <a:pt x="846" y="104788"/>
                    <a:pt x="3463" y="106084"/>
                  </a:cubicBezTo>
                  <a:cubicBezTo>
                    <a:pt x="5157" y="106704"/>
                    <a:pt x="8620" y="107323"/>
                    <a:pt x="9467" y="108619"/>
                  </a:cubicBezTo>
                  <a:cubicBezTo>
                    <a:pt x="9467" y="109859"/>
                    <a:pt x="9467" y="111774"/>
                    <a:pt x="10314" y="112394"/>
                  </a:cubicBezTo>
                  <a:cubicBezTo>
                    <a:pt x="10314" y="113014"/>
                    <a:pt x="13778" y="111774"/>
                    <a:pt x="14624" y="113014"/>
                  </a:cubicBezTo>
                  <a:cubicBezTo>
                    <a:pt x="14624" y="114309"/>
                    <a:pt x="15548" y="116169"/>
                    <a:pt x="17241" y="116169"/>
                  </a:cubicBezTo>
                  <a:cubicBezTo>
                    <a:pt x="19012" y="116169"/>
                    <a:pt x="19858" y="118084"/>
                    <a:pt x="22398" y="117464"/>
                  </a:cubicBezTo>
                  <a:cubicBezTo>
                    <a:pt x="24169" y="116169"/>
                    <a:pt x="25016" y="115549"/>
                    <a:pt x="26709" y="115549"/>
                  </a:cubicBezTo>
                  <a:cubicBezTo>
                    <a:pt x="28479" y="115549"/>
                    <a:pt x="30173" y="114309"/>
                    <a:pt x="31019" y="114929"/>
                  </a:cubicBezTo>
                  <a:cubicBezTo>
                    <a:pt x="31866" y="115549"/>
                    <a:pt x="32790" y="118084"/>
                    <a:pt x="33636" y="119323"/>
                  </a:cubicBezTo>
                  <a:cubicBezTo>
                    <a:pt x="35330" y="118084"/>
                    <a:pt x="39717" y="118704"/>
                    <a:pt x="41411" y="119323"/>
                  </a:cubicBezTo>
                  <a:cubicBezTo>
                    <a:pt x="43951" y="119943"/>
                    <a:pt x="45721" y="118704"/>
                    <a:pt x="47415" y="116788"/>
                  </a:cubicBezTo>
                  <a:cubicBezTo>
                    <a:pt x="48261" y="115549"/>
                    <a:pt x="56035" y="115549"/>
                    <a:pt x="59499" y="116788"/>
                  </a:cubicBezTo>
                  <a:cubicBezTo>
                    <a:pt x="62116" y="117464"/>
                    <a:pt x="63810" y="117464"/>
                    <a:pt x="64656" y="116169"/>
                  </a:cubicBezTo>
                  <a:cubicBezTo>
                    <a:pt x="66427" y="114929"/>
                    <a:pt x="70737" y="113014"/>
                    <a:pt x="68120" y="113014"/>
                  </a:cubicBezTo>
                  <a:cubicBezTo>
                    <a:pt x="65580" y="113690"/>
                    <a:pt x="65580" y="110478"/>
                    <a:pt x="63810" y="110478"/>
                  </a:cubicBezTo>
                  <a:cubicBezTo>
                    <a:pt x="62116" y="110478"/>
                    <a:pt x="61270" y="109239"/>
                    <a:pt x="61270" y="107943"/>
                  </a:cubicBezTo>
                  <a:cubicBezTo>
                    <a:pt x="62116" y="106704"/>
                    <a:pt x="64656" y="102929"/>
                    <a:pt x="68120" y="102309"/>
                  </a:cubicBezTo>
                  <a:cubicBezTo>
                    <a:pt x="71584" y="101633"/>
                    <a:pt x="73277" y="102929"/>
                    <a:pt x="72431" y="104169"/>
                  </a:cubicBezTo>
                  <a:cubicBezTo>
                    <a:pt x="72431" y="105464"/>
                    <a:pt x="74201" y="106704"/>
                    <a:pt x="75894" y="107323"/>
                  </a:cubicBezTo>
                  <a:cubicBezTo>
                    <a:pt x="77665" y="107943"/>
                    <a:pt x="79358" y="109859"/>
                    <a:pt x="80205" y="111774"/>
                  </a:cubicBezTo>
                  <a:cubicBezTo>
                    <a:pt x="81975" y="113690"/>
                    <a:pt x="83669" y="113690"/>
                    <a:pt x="84515" y="112394"/>
                  </a:cubicBezTo>
                  <a:cubicBezTo>
                    <a:pt x="84515" y="111154"/>
                    <a:pt x="86286" y="111774"/>
                    <a:pt x="87132" y="109859"/>
                  </a:cubicBezTo>
                  <a:cubicBezTo>
                    <a:pt x="87979" y="108619"/>
                    <a:pt x="90519" y="107943"/>
                    <a:pt x="93983" y="107323"/>
                  </a:cubicBezTo>
                  <a:cubicBezTo>
                    <a:pt x="97447" y="106704"/>
                    <a:pt x="96600" y="106084"/>
                    <a:pt x="100064" y="107323"/>
                  </a:cubicBezTo>
                  <a:cubicBezTo>
                    <a:pt x="102681" y="107943"/>
                    <a:pt x="106067" y="107323"/>
                    <a:pt x="107838" y="106084"/>
                  </a:cubicBezTo>
                  <a:cubicBezTo>
                    <a:pt x="108685" y="104169"/>
                    <a:pt x="110378" y="103549"/>
                    <a:pt x="112995" y="103549"/>
                  </a:cubicBezTo>
                  <a:cubicBezTo>
                    <a:pt x="116459" y="104169"/>
                    <a:pt x="116459" y="104169"/>
                    <a:pt x="117305" y="102309"/>
                  </a:cubicBezTo>
                  <a:cubicBezTo>
                    <a:pt x="117305" y="100394"/>
                    <a:pt x="117305" y="99154"/>
                    <a:pt x="119076" y="97859"/>
                  </a:cubicBezTo>
                  <a:cubicBezTo>
                    <a:pt x="119076" y="97859"/>
                    <a:pt x="119923" y="97859"/>
                    <a:pt x="119923" y="97239"/>
                  </a:cubicBezTo>
                  <a:cubicBezTo>
                    <a:pt x="119076" y="97239"/>
                    <a:pt x="119076" y="97239"/>
                    <a:pt x="119076" y="96619"/>
                  </a:cubicBezTo>
                  <a:cubicBezTo>
                    <a:pt x="119076" y="94704"/>
                    <a:pt x="115612" y="93464"/>
                    <a:pt x="112995" y="92169"/>
                  </a:cubicBezTo>
                  <a:cubicBezTo>
                    <a:pt x="110378" y="90929"/>
                    <a:pt x="107838" y="90309"/>
                    <a:pt x="105221" y="92169"/>
                  </a:cubicBezTo>
                  <a:cubicBezTo>
                    <a:pt x="103527" y="94084"/>
                    <a:pt x="101757" y="94704"/>
                    <a:pt x="100910" y="92788"/>
                  </a:cubicBezTo>
                  <a:cubicBezTo>
                    <a:pt x="100064" y="90929"/>
                    <a:pt x="99217" y="87154"/>
                    <a:pt x="96600" y="87774"/>
                  </a:cubicBezTo>
                  <a:cubicBezTo>
                    <a:pt x="93136" y="88394"/>
                    <a:pt x="91443" y="87154"/>
                    <a:pt x="90519" y="85239"/>
                  </a:cubicBezTo>
                  <a:cubicBezTo>
                    <a:pt x="88826" y="83380"/>
                    <a:pt x="88826" y="81464"/>
                    <a:pt x="90519" y="80845"/>
                  </a:cubicBezTo>
                  <a:cubicBezTo>
                    <a:pt x="91443" y="80169"/>
                    <a:pt x="89672" y="77633"/>
                    <a:pt x="91443" y="77633"/>
                  </a:cubicBezTo>
                  <a:cubicBezTo>
                    <a:pt x="93136" y="77014"/>
                    <a:pt x="93136" y="76394"/>
                    <a:pt x="91443" y="75154"/>
                  </a:cubicBezTo>
                  <a:cubicBezTo>
                    <a:pt x="90519" y="73859"/>
                    <a:pt x="90519" y="72000"/>
                    <a:pt x="92289" y="71380"/>
                  </a:cubicBezTo>
                  <a:cubicBezTo>
                    <a:pt x="94906" y="70704"/>
                    <a:pt x="94906" y="70084"/>
                    <a:pt x="95753" y="68225"/>
                  </a:cubicBezTo>
                  <a:cubicBezTo>
                    <a:pt x="95753" y="66929"/>
                    <a:pt x="97447" y="65014"/>
                    <a:pt x="99217" y="66309"/>
                  </a:cubicBezTo>
                  <a:cubicBezTo>
                    <a:pt x="100910" y="68225"/>
                    <a:pt x="102681" y="68225"/>
                    <a:pt x="103527" y="67549"/>
                  </a:cubicBezTo>
                  <a:cubicBezTo>
                    <a:pt x="104374" y="66309"/>
                    <a:pt x="101757" y="65690"/>
                    <a:pt x="104374" y="64394"/>
                  </a:cubicBezTo>
                  <a:cubicBezTo>
                    <a:pt x="106067" y="63154"/>
                    <a:pt x="105221" y="62535"/>
                    <a:pt x="105221" y="60619"/>
                  </a:cubicBezTo>
                  <a:cubicBezTo>
                    <a:pt x="104374" y="59380"/>
                    <a:pt x="104374" y="58704"/>
                    <a:pt x="101757" y="60000"/>
                  </a:cubicBezTo>
                  <a:cubicBezTo>
                    <a:pt x="100064" y="61239"/>
                    <a:pt x="94906" y="61239"/>
                    <a:pt x="93983" y="59380"/>
                  </a:cubicBezTo>
                  <a:cubicBezTo>
                    <a:pt x="93136" y="57464"/>
                    <a:pt x="93136" y="57464"/>
                    <a:pt x="89672" y="57464"/>
                  </a:cubicBezTo>
                  <a:cubicBezTo>
                    <a:pt x="87132" y="57464"/>
                    <a:pt x="87979" y="55605"/>
                    <a:pt x="85362" y="54309"/>
                  </a:cubicBezTo>
                  <a:cubicBezTo>
                    <a:pt x="82822" y="53070"/>
                    <a:pt x="82822" y="50535"/>
                    <a:pt x="83669" y="48619"/>
                  </a:cubicBezTo>
                  <a:cubicBezTo>
                    <a:pt x="83669" y="47380"/>
                    <a:pt x="87132" y="48619"/>
                    <a:pt x="87132" y="46704"/>
                  </a:cubicBezTo>
                  <a:cubicBezTo>
                    <a:pt x="87979" y="44845"/>
                    <a:pt x="87132" y="41690"/>
                    <a:pt x="87979" y="39154"/>
                  </a:cubicBezTo>
                  <a:cubicBezTo>
                    <a:pt x="89672" y="37239"/>
                    <a:pt x="91443" y="35380"/>
                    <a:pt x="92289" y="34084"/>
                  </a:cubicBezTo>
                  <a:cubicBezTo>
                    <a:pt x="92289" y="32225"/>
                    <a:pt x="92289" y="31549"/>
                    <a:pt x="93983" y="30929"/>
                  </a:cubicBezTo>
                  <a:cubicBezTo>
                    <a:pt x="96600" y="30309"/>
                    <a:pt x="96600" y="29070"/>
                    <a:pt x="93983" y="27774"/>
                  </a:cubicBezTo>
                  <a:cubicBezTo>
                    <a:pt x="91443" y="26535"/>
                    <a:pt x="87979" y="27154"/>
                    <a:pt x="86286" y="26535"/>
                  </a:cubicBezTo>
                  <a:cubicBezTo>
                    <a:pt x="84515" y="25295"/>
                    <a:pt x="82822" y="24000"/>
                    <a:pt x="81975" y="24619"/>
                  </a:cubicBezTo>
                  <a:cubicBezTo>
                    <a:pt x="80205" y="25295"/>
                    <a:pt x="79358" y="26535"/>
                    <a:pt x="78511" y="27774"/>
                  </a:cubicBezTo>
                  <a:cubicBezTo>
                    <a:pt x="77665" y="29690"/>
                    <a:pt x="75894" y="30309"/>
                    <a:pt x="74201" y="29070"/>
                  </a:cubicBezTo>
                  <a:cubicBezTo>
                    <a:pt x="71584" y="27774"/>
                    <a:pt x="68120" y="27154"/>
                    <a:pt x="67273" y="25295"/>
                  </a:cubicBezTo>
                  <a:cubicBezTo>
                    <a:pt x="66427" y="23380"/>
                    <a:pt x="62963" y="16450"/>
                    <a:pt x="65580" y="16450"/>
                  </a:cubicBezTo>
                  <a:cubicBezTo>
                    <a:pt x="68120" y="16450"/>
                    <a:pt x="69890" y="18309"/>
                    <a:pt x="71584" y="18309"/>
                  </a:cubicBezTo>
                  <a:cubicBezTo>
                    <a:pt x="72431" y="18309"/>
                    <a:pt x="72431" y="17690"/>
                    <a:pt x="74201" y="15774"/>
                  </a:cubicBezTo>
                  <a:cubicBezTo>
                    <a:pt x="75894" y="13915"/>
                    <a:pt x="76741" y="12000"/>
                    <a:pt x="74201" y="12619"/>
                  </a:cubicBezTo>
                  <a:cubicBezTo>
                    <a:pt x="71584" y="12619"/>
                    <a:pt x="63810" y="12000"/>
                    <a:pt x="64656" y="10140"/>
                  </a:cubicBezTo>
                  <a:cubicBezTo>
                    <a:pt x="65580" y="8225"/>
                    <a:pt x="67273" y="4450"/>
                    <a:pt x="65580" y="1915"/>
                  </a:cubicBezTo>
                  <a:cubicBezTo>
                    <a:pt x="64656" y="0"/>
                    <a:pt x="60346" y="0"/>
                    <a:pt x="59499" y="619"/>
                  </a:cubicBezTo>
                  <a:cubicBezTo>
                    <a:pt x="57806" y="1915"/>
                    <a:pt x="55189" y="6309"/>
                    <a:pt x="56035" y="7605"/>
                  </a:cubicBezTo>
                  <a:cubicBezTo>
                    <a:pt x="56959" y="9464"/>
                    <a:pt x="55189" y="12619"/>
                    <a:pt x="53495" y="12619"/>
                  </a:cubicBezTo>
                  <a:cubicBezTo>
                    <a:pt x="52572" y="12619"/>
                    <a:pt x="52572" y="12619"/>
                    <a:pt x="51725" y="12619"/>
                  </a:cubicBezTo>
                  <a:cubicBezTo>
                    <a:pt x="51725" y="13915"/>
                    <a:pt x="50878" y="15774"/>
                    <a:pt x="49185" y="15774"/>
                  </a:cubicBezTo>
                  <a:cubicBezTo>
                    <a:pt x="47415" y="16450"/>
                    <a:pt x="46568" y="17690"/>
                    <a:pt x="44874" y="20225"/>
                  </a:cubicBezTo>
                  <a:cubicBezTo>
                    <a:pt x="43951" y="22084"/>
                    <a:pt x="43104" y="22760"/>
                    <a:pt x="40564" y="22760"/>
                  </a:cubicBezTo>
                  <a:cubicBezTo>
                    <a:pt x="37947" y="22084"/>
                    <a:pt x="34483" y="23380"/>
                    <a:pt x="35330" y="25295"/>
                  </a:cubicBezTo>
                  <a:cubicBezTo>
                    <a:pt x="36254" y="26535"/>
                    <a:pt x="39717" y="25915"/>
                    <a:pt x="41411" y="25295"/>
                  </a:cubicBezTo>
                  <a:cubicBezTo>
                    <a:pt x="43104" y="24619"/>
                    <a:pt x="45721" y="27154"/>
                    <a:pt x="45721" y="27774"/>
                  </a:cubicBezTo>
                  <a:cubicBezTo>
                    <a:pt x="46568" y="28450"/>
                    <a:pt x="45721" y="32225"/>
                    <a:pt x="43104" y="34704"/>
                  </a:cubicBezTo>
                  <a:cubicBezTo>
                    <a:pt x="39717" y="36619"/>
                    <a:pt x="36254" y="39154"/>
                    <a:pt x="37947" y="41070"/>
                  </a:cubicBezTo>
                  <a:cubicBezTo>
                    <a:pt x="39717" y="42309"/>
                    <a:pt x="41411" y="46084"/>
                    <a:pt x="42257" y="46704"/>
                  </a:cubicBezTo>
                  <a:cubicBezTo>
                    <a:pt x="42257" y="48000"/>
                    <a:pt x="46568" y="48000"/>
                    <a:pt x="47415" y="46704"/>
                  </a:cubicBezTo>
                  <a:cubicBezTo>
                    <a:pt x="47415" y="46084"/>
                    <a:pt x="52572" y="47380"/>
                    <a:pt x="54342" y="48000"/>
                  </a:cubicBezTo>
                  <a:cubicBezTo>
                    <a:pt x="56035" y="48619"/>
                    <a:pt x="54342" y="51154"/>
                    <a:pt x="56959" y="51154"/>
                  </a:cubicBezTo>
                  <a:cubicBezTo>
                    <a:pt x="58652" y="51154"/>
                    <a:pt x="58652" y="54929"/>
                    <a:pt x="61270" y="54309"/>
                  </a:cubicBezTo>
                  <a:cubicBezTo>
                    <a:pt x="63810" y="54309"/>
                    <a:pt x="65580" y="55605"/>
                    <a:pt x="65580" y="56845"/>
                  </a:cubicBezTo>
                  <a:cubicBezTo>
                    <a:pt x="65580" y="58084"/>
                    <a:pt x="68967" y="58704"/>
                    <a:pt x="71584" y="59380"/>
                  </a:cubicBezTo>
                  <a:cubicBezTo>
                    <a:pt x="74201" y="60000"/>
                    <a:pt x="76741" y="62535"/>
                    <a:pt x="71584" y="62535"/>
                  </a:cubicBezTo>
                  <a:cubicBezTo>
                    <a:pt x="65580" y="61859"/>
                    <a:pt x="61270" y="61239"/>
                    <a:pt x="62116" y="63154"/>
                  </a:cubicBezTo>
                  <a:cubicBezTo>
                    <a:pt x="62116" y="65014"/>
                    <a:pt x="59499" y="66929"/>
                    <a:pt x="57806" y="66929"/>
                  </a:cubicBezTo>
                  <a:cubicBezTo>
                    <a:pt x="56035" y="67549"/>
                    <a:pt x="54342" y="66929"/>
                    <a:pt x="54342" y="65690"/>
                  </a:cubicBezTo>
                  <a:cubicBezTo>
                    <a:pt x="53495" y="65014"/>
                    <a:pt x="50032" y="67549"/>
                    <a:pt x="47415" y="69464"/>
                  </a:cubicBezTo>
                  <a:cubicBezTo>
                    <a:pt x="44874" y="71380"/>
                    <a:pt x="43104" y="72000"/>
                    <a:pt x="42257" y="70704"/>
                  </a:cubicBezTo>
                  <a:cubicBezTo>
                    <a:pt x="40564" y="69464"/>
                    <a:pt x="38794" y="69464"/>
                    <a:pt x="37100" y="68225"/>
                  </a:cubicBezTo>
                  <a:cubicBezTo>
                    <a:pt x="35330" y="66309"/>
                    <a:pt x="32790" y="66309"/>
                    <a:pt x="31019" y="63774"/>
                  </a:cubicBezTo>
                  <a:cubicBezTo>
                    <a:pt x="29326" y="61859"/>
                    <a:pt x="28479" y="58704"/>
                    <a:pt x="25862" y="57464"/>
                  </a:cubicBezTo>
                  <a:cubicBezTo>
                    <a:pt x="22398" y="56225"/>
                    <a:pt x="19012" y="54929"/>
                    <a:pt x="19012" y="57464"/>
                  </a:cubicBezTo>
                  <a:cubicBezTo>
                    <a:pt x="19012" y="59380"/>
                    <a:pt x="17241" y="62535"/>
                    <a:pt x="19012" y="62535"/>
                  </a:cubicBezTo>
                  <a:cubicBezTo>
                    <a:pt x="20705" y="63154"/>
                    <a:pt x="21552" y="65014"/>
                    <a:pt x="20705" y="66929"/>
                  </a:cubicBezTo>
                  <a:cubicBezTo>
                    <a:pt x="19858" y="68225"/>
                    <a:pt x="18088" y="71380"/>
                    <a:pt x="19858" y="71380"/>
                  </a:cubicBezTo>
                  <a:cubicBezTo>
                    <a:pt x="22398" y="71380"/>
                    <a:pt x="20705" y="77014"/>
                    <a:pt x="19858" y="78309"/>
                  </a:cubicBezTo>
                  <a:cubicBezTo>
                    <a:pt x="19858" y="79549"/>
                    <a:pt x="19012" y="80169"/>
                    <a:pt x="17241" y="81464"/>
                  </a:cubicBezTo>
                  <a:cubicBezTo>
                    <a:pt x="15548" y="82084"/>
                    <a:pt x="14624" y="87154"/>
                    <a:pt x="16395" y="88394"/>
                  </a:cubicBezTo>
                  <a:cubicBezTo>
                    <a:pt x="18088" y="89633"/>
                    <a:pt x="16395" y="91549"/>
                    <a:pt x="18088" y="92169"/>
                  </a:cubicBezTo>
                  <a:cubicBezTo>
                    <a:pt x="19858" y="92788"/>
                    <a:pt x="19858" y="96619"/>
                    <a:pt x="19012" y="97239"/>
                  </a:cubicBezTo>
                  <a:cubicBezTo>
                    <a:pt x="18088" y="97859"/>
                    <a:pt x="13778" y="95323"/>
                    <a:pt x="12084" y="94704"/>
                  </a:cubicBezTo>
                  <a:cubicBezTo>
                    <a:pt x="9467" y="94704"/>
                    <a:pt x="9467" y="96000"/>
                    <a:pt x="8620" y="97239"/>
                  </a:cubicBezTo>
                  <a:cubicBezTo>
                    <a:pt x="7774" y="98535"/>
                    <a:pt x="2617" y="98535"/>
                    <a:pt x="1693" y="99774"/>
                  </a:cubicBezTo>
                  <a:cubicBezTo>
                    <a:pt x="1693" y="101014"/>
                    <a:pt x="846" y="101633"/>
                    <a:pt x="0" y="101633"/>
                  </a:cubicBezTo>
                  <a:cubicBezTo>
                    <a:pt x="846" y="102309"/>
                    <a:pt x="846" y="102929"/>
                    <a:pt x="846" y="103549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Shape 6769"/>
            <p:cNvSpPr/>
            <p:nvPr/>
          </p:nvSpPr>
          <p:spPr>
            <a:xfrm>
              <a:off x="12405014" y="7353000"/>
              <a:ext cx="434585" cy="2613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802" y="54152"/>
                  </a:moveTo>
                  <a:lnTo>
                    <a:pt x="18802" y="54152"/>
                  </a:lnTo>
                  <a:cubicBezTo>
                    <a:pt x="24000" y="59745"/>
                    <a:pt x="25681" y="73983"/>
                    <a:pt x="29044" y="82627"/>
                  </a:cubicBezTo>
                  <a:cubicBezTo>
                    <a:pt x="32560" y="94067"/>
                    <a:pt x="37605" y="94067"/>
                    <a:pt x="41121" y="102711"/>
                  </a:cubicBezTo>
                  <a:cubicBezTo>
                    <a:pt x="44484" y="108305"/>
                    <a:pt x="48000" y="108305"/>
                    <a:pt x="51363" y="113898"/>
                  </a:cubicBezTo>
                  <a:cubicBezTo>
                    <a:pt x="53044" y="119745"/>
                    <a:pt x="56560" y="116949"/>
                    <a:pt x="61605" y="108305"/>
                  </a:cubicBezTo>
                  <a:cubicBezTo>
                    <a:pt x="66802" y="99661"/>
                    <a:pt x="73681" y="88220"/>
                    <a:pt x="75363" y="91271"/>
                  </a:cubicBezTo>
                  <a:cubicBezTo>
                    <a:pt x="75363" y="96864"/>
                    <a:pt x="78726" y="99661"/>
                    <a:pt x="82242" y="96864"/>
                  </a:cubicBezTo>
                  <a:cubicBezTo>
                    <a:pt x="85605" y="96864"/>
                    <a:pt x="90802" y="88220"/>
                    <a:pt x="90802" y="79830"/>
                  </a:cubicBezTo>
                  <a:cubicBezTo>
                    <a:pt x="89121" y="71186"/>
                    <a:pt x="97681" y="73983"/>
                    <a:pt x="109605" y="77033"/>
                  </a:cubicBezTo>
                  <a:cubicBezTo>
                    <a:pt x="119847" y="77033"/>
                    <a:pt x="114802" y="65593"/>
                    <a:pt x="109605" y="62796"/>
                  </a:cubicBezTo>
                  <a:cubicBezTo>
                    <a:pt x="104407" y="59745"/>
                    <a:pt x="97681" y="56949"/>
                    <a:pt x="97681" y="51355"/>
                  </a:cubicBezTo>
                  <a:cubicBezTo>
                    <a:pt x="97681" y="45762"/>
                    <a:pt x="94165" y="39915"/>
                    <a:pt x="89121" y="39915"/>
                  </a:cubicBezTo>
                  <a:cubicBezTo>
                    <a:pt x="83923" y="42711"/>
                    <a:pt x="83923" y="25677"/>
                    <a:pt x="80560" y="25677"/>
                  </a:cubicBezTo>
                  <a:cubicBezTo>
                    <a:pt x="75363" y="25677"/>
                    <a:pt x="78726" y="14237"/>
                    <a:pt x="75363" y="11440"/>
                  </a:cubicBezTo>
                  <a:cubicBezTo>
                    <a:pt x="71847" y="8644"/>
                    <a:pt x="61605" y="2796"/>
                    <a:pt x="61605" y="5593"/>
                  </a:cubicBezTo>
                  <a:cubicBezTo>
                    <a:pt x="59923" y="11440"/>
                    <a:pt x="51363" y="11440"/>
                    <a:pt x="51363" y="5593"/>
                  </a:cubicBezTo>
                  <a:cubicBezTo>
                    <a:pt x="49681" y="5593"/>
                    <a:pt x="49681" y="2796"/>
                    <a:pt x="48000" y="0"/>
                  </a:cubicBezTo>
                  <a:cubicBezTo>
                    <a:pt x="44484" y="0"/>
                    <a:pt x="41121" y="2796"/>
                    <a:pt x="39439" y="8644"/>
                  </a:cubicBezTo>
                  <a:cubicBezTo>
                    <a:pt x="37605" y="14237"/>
                    <a:pt x="34242" y="19830"/>
                    <a:pt x="30726" y="17033"/>
                  </a:cubicBezTo>
                  <a:cubicBezTo>
                    <a:pt x="27363" y="14237"/>
                    <a:pt x="24000" y="19830"/>
                    <a:pt x="20484" y="22881"/>
                  </a:cubicBezTo>
                  <a:cubicBezTo>
                    <a:pt x="18802" y="28474"/>
                    <a:pt x="15439" y="19830"/>
                    <a:pt x="10242" y="22881"/>
                  </a:cubicBezTo>
                  <a:cubicBezTo>
                    <a:pt x="5197" y="25677"/>
                    <a:pt x="0" y="31271"/>
                    <a:pt x="1681" y="37118"/>
                  </a:cubicBezTo>
                  <a:cubicBezTo>
                    <a:pt x="3363" y="39915"/>
                    <a:pt x="6878" y="48559"/>
                    <a:pt x="6878" y="48559"/>
                  </a:cubicBezTo>
                  <a:lnTo>
                    <a:pt x="6878" y="48559"/>
                  </a:lnTo>
                  <a:cubicBezTo>
                    <a:pt x="8560" y="45762"/>
                    <a:pt x="13757" y="48559"/>
                    <a:pt x="18802" y="54152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Shape 6770"/>
            <p:cNvSpPr/>
            <p:nvPr/>
          </p:nvSpPr>
          <p:spPr>
            <a:xfrm>
              <a:off x="9409303" y="5045133"/>
              <a:ext cx="2441" cy="24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Shape 6771"/>
            <p:cNvSpPr/>
            <p:nvPr/>
          </p:nvSpPr>
          <p:spPr>
            <a:xfrm>
              <a:off x="11953339" y="4275846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Shape 6772"/>
            <p:cNvSpPr/>
            <p:nvPr/>
          </p:nvSpPr>
          <p:spPr>
            <a:xfrm>
              <a:off x="12050999" y="5658123"/>
              <a:ext cx="2441" cy="73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10000"/>
                    <a:pt x="0" y="110000"/>
                    <a:pt x="0" y="110000"/>
                  </a:cubicBezTo>
                  <a:cubicBezTo>
                    <a:pt x="0" y="110000"/>
                    <a:pt x="0" y="110000"/>
                    <a:pt x="0" y="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Shape 6773"/>
            <p:cNvSpPr/>
            <p:nvPr/>
          </p:nvSpPr>
          <p:spPr>
            <a:xfrm>
              <a:off x="12050999" y="5682544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Shape 6774"/>
            <p:cNvSpPr/>
            <p:nvPr/>
          </p:nvSpPr>
          <p:spPr>
            <a:xfrm>
              <a:off x="12050999" y="5677660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Shape 6775"/>
            <p:cNvSpPr/>
            <p:nvPr/>
          </p:nvSpPr>
          <p:spPr>
            <a:xfrm>
              <a:off x="12050999" y="5670333"/>
              <a:ext cx="2441" cy="24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Shape 6776"/>
            <p:cNvSpPr/>
            <p:nvPr/>
          </p:nvSpPr>
          <p:spPr>
            <a:xfrm>
              <a:off x="12050999" y="5682544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Shape 6777"/>
            <p:cNvSpPr/>
            <p:nvPr/>
          </p:nvSpPr>
          <p:spPr>
            <a:xfrm>
              <a:off x="12050999" y="5665448"/>
              <a:ext cx="2441" cy="732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11000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Shape 6778"/>
            <p:cNvSpPr/>
            <p:nvPr/>
          </p:nvSpPr>
          <p:spPr>
            <a:xfrm>
              <a:off x="11616413" y="5460305"/>
              <a:ext cx="2441" cy="732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0000"/>
                  </a:moveTo>
                  <a:lnTo>
                    <a:pt x="0" y="11000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1000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Shape 6779"/>
            <p:cNvSpPr/>
            <p:nvPr/>
          </p:nvSpPr>
          <p:spPr>
            <a:xfrm>
              <a:off x="11616413" y="5452980"/>
              <a:ext cx="2441" cy="73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0000"/>
                  </a:moveTo>
                  <a:lnTo>
                    <a:pt x="0" y="110000"/>
                  </a:lnTo>
                  <a:cubicBezTo>
                    <a:pt x="0" y="110000"/>
                    <a:pt x="0" y="110000"/>
                    <a:pt x="0" y="0"/>
                  </a:cubicBezTo>
                  <a:cubicBezTo>
                    <a:pt x="0" y="110000"/>
                    <a:pt x="0" y="110000"/>
                    <a:pt x="0" y="11000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Shape 6780"/>
            <p:cNvSpPr/>
            <p:nvPr/>
          </p:nvSpPr>
          <p:spPr>
            <a:xfrm>
              <a:off x="11616413" y="5465189"/>
              <a:ext cx="2441" cy="2442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7391"/>
                  </a:moveTo>
                  <a:lnTo>
                    <a:pt x="0" y="117391"/>
                  </a:lnTo>
                  <a:lnTo>
                    <a:pt x="0" y="117391"/>
                  </a:lnTo>
                  <a:cubicBezTo>
                    <a:pt x="0" y="60000"/>
                    <a:pt x="0" y="31304"/>
                    <a:pt x="0" y="0"/>
                  </a:cubicBezTo>
                  <a:cubicBezTo>
                    <a:pt x="0" y="31304"/>
                    <a:pt x="0" y="60000"/>
                    <a:pt x="0" y="117391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Shape 6781"/>
            <p:cNvSpPr/>
            <p:nvPr/>
          </p:nvSpPr>
          <p:spPr>
            <a:xfrm>
              <a:off x="11616413" y="5465189"/>
              <a:ext cx="2441" cy="24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Shape 6782"/>
            <p:cNvSpPr/>
            <p:nvPr/>
          </p:nvSpPr>
          <p:spPr>
            <a:xfrm>
              <a:off x="11616413" y="5452980"/>
              <a:ext cx="7324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110769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Shape 6783"/>
            <p:cNvSpPr/>
            <p:nvPr/>
          </p:nvSpPr>
          <p:spPr>
            <a:xfrm>
              <a:off x="11623736" y="5448096"/>
              <a:ext cx="2442" cy="73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11000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Shape 6784"/>
            <p:cNvSpPr/>
            <p:nvPr/>
          </p:nvSpPr>
          <p:spPr>
            <a:xfrm>
              <a:off x="11616413" y="5460305"/>
              <a:ext cx="2441" cy="24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Shape 6785"/>
            <p:cNvSpPr/>
            <p:nvPr/>
          </p:nvSpPr>
          <p:spPr>
            <a:xfrm>
              <a:off x="12424546" y="6327282"/>
              <a:ext cx="7324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10000" y="0"/>
                  </a:ln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Shape 6786"/>
            <p:cNvSpPr/>
            <p:nvPr/>
          </p:nvSpPr>
          <p:spPr>
            <a:xfrm>
              <a:off x="12436753" y="6327282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Shape 6787"/>
            <p:cNvSpPr/>
            <p:nvPr/>
          </p:nvSpPr>
          <p:spPr>
            <a:xfrm>
              <a:off x="12429428" y="6327282"/>
              <a:ext cx="2442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Shape 6788"/>
            <p:cNvSpPr/>
            <p:nvPr/>
          </p:nvSpPr>
          <p:spPr>
            <a:xfrm>
              <a:off x="12436753" y="6327282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Shape 6789"/>
            <p:cNvSpPr/>
            <p:nvPr/>
          </p:nvSpPr>
          <p:spPr>
            <a:xfrm>
              <a:off x="12429428" y="6327282"/>
              <a:ext cx="2442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Shape 6790"/>
            <p:cNvSpPr/>
            <p:nvPr/>
          </p:nvSpPr>
          <p:spPr>
            <a:xfrm>
              <a:off x="12436753" y="6327282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Shape 6791"/>
            <p:cNvSpPr/>
            <p:nvPr/>
          </p:nvSpPr>
          <p:spPr>
            <a:xfrm>
              <a:off x="12050999" y="5670333"/>
              <a:ext cx="2441" cy="732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10000"/>
                    <a:pt x="0" y="110000"/>
                    <a:pt x="0" y="110000"/>
                  </a:cubicBezTo>
                  <a:cubicBezTo>
                    <a:pt x="0" y="110000"/>
                    <a:pt x="0" y="110000"/>
                    <a:pt x="0" y="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Shape 6792"/>
            <p:cNvSpPr/>
            <p:nvPr/>
          </p:nvSpPr>
          <p:spPr>
            <a:xfrm>
              <a:off x="12050999" y="5682544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Shape 6793"/>
            <p:cNvSpPr/>
            <p:nvPr/>
          </p:nvSpPr>
          <p:spPr>
            <a:xfrm>
              <a:off x="12050999" y="5677660"/>
              <a:ext cx="2441" cy="73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11000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Shape 6794"/>
            <p:cNvSpPr/>
            <p:nvPr/>
          </p:nvSpPr>
          <p:spPr>
            <a:xfrm>
              <a:off x="12050999" y="5670333"/>
              <a:ext cx="2441" cy="24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Shape 6795"/>
            <p:cNvSpPr/>
            <p:nvPr/>
          </p:nvSpPr>
          <p:spPr>
            <a:xfrm>
              <a:off x="12050999" y="5665448"/>
              <a:ext cx="2441" cy="24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Shape 6796"/>
            <p:cNvSpPr/>
            <p:nvPr/>
          </p:nvSpPr>
          <p:spPr>
            <a:xfrm>
              <a:off x="12424546" y="6327282"/>
              <a:ext cx="2442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Shape 6797"/>
            <p:cNvSpPr/>
            <p:nvPr/>
          </p:nvSpPr>
          <p:spPr>
            <a:xfrm>
              <a:off x="12050999" y="5650796"/>
              <a:ext cx="2441" cy="732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10769"/>
                  </a:ln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Shape 6798"/>
            <p:cNvSpPr/>
            <p:nvPr/>
          </p:nvSpPr>
          <p:spPr>
            <a:xfrm>
              <a:off x="12050999" y="5682544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Shape 6799"/>
            <p:cNvSpPr/>
            <p:nvPr/>
          </p:nvSpPr>
          <p:spPr>
            <a:xfrm>
              <a:off x="16655653" y="6737570"/>
              <a:ext cx="112308" cy="1440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906" y="0"/>
                  </a:moveTo>
                  <a:lnTo>
                    <a:pt x="112906" y="0"/>
                  </a:lnTo>
                  <a:cubicBezTo>
                    <a:pt x="112906" y="0"/>
                    <a:pt x="99901" y="15289"/>
                    <a:pt x="73300" y="15289"/>
                  </a:cubicBezTo>
                  <a:cubicBezTo>
                    <a:pt x="46699" y="20386"/>
                    <a:pt x="20098" y="15289"/>
                    <a:pt x="13596" y="25945"/>
                  </a:cubicBezTo>
                  <a:cubicBezTo>
                    <a:pt x="7093" y="36138"/>
                    <a:pt x="0" y="46332"/>
                    <a:pt x="0" y="62084"/>
                  </a:cubicBezTo>
                  <a:cubicBezTo>
                    <a:pt x="7093" y="82934"/>
                    <a:pt x="20098" y="88030"/>
                    <a:pt x="26600" y="103783"/>
                  </a:cubicBezTo>
                  <a:cubicBezTo>
                    <a:pt x="33103" y="113976"/>
                    <a:pt x="53201" y="119536"/>
                    <a:pt x="53201" y="108880"/>
                  </a:cubicBezTo>
                  <a:cubicBezTo>
                    <a:pt x="59704" y="98687"/>
                    <a:pt x="59704" y="72277"/>
                    <a:pt x="79802" y="67181"/>
                  </a:cubicBezTo>
                  <a:cubicBezTo>
                    <a:pt x="99901" y="56988"/>
                    <a:pt x="106403" y="41235"/>
                    <a:pt x="106403" y="31042"/>
                  </a:cubicBezTo>
                  <a:cubicBezTo>
                    <a:pt x="106403" y="20386"/>
                    <a:pt x="119408" y="10193"/>
                    <a:pt x="112906" y="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Shape 6800"/>
            <p:cNvSpPr/>
            <p:nvPr/>
          </p:nvSpPr>
          <p:spPr>
            <a:xfrm>
              <a:off x="16643443" y="6713147"/>
              <a:ext cx="131841" cy="1733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1139" y="119619"/>
                  </a:moveTo>
                  <a:lnTo>
                    <a:pt x="51139" y="119619"/>
                  </a:lnTo>
                  <a:lnTo>
                    <a:pt x="51139" y="119619"/>
                  </a:lnTo>
                  <a:cubicBezTo>
                    <a:pt x="39493" y="119619"/>
                    <a:pt x="28354" y="115428"/>
                    <a:pt x="22784" y="106666"/>
                  </a:cubicBezTo>
                  <a:cubicBezTo>
                    <a:pt x="22784" y="102476"/>
                    <a:pt x="22784" y="98285"/>
                    <a:pt x="17215" y="93714"/>
                  </a:cubicBezTo>
                  <a:cubicBezTo>
                    <a:pt x="11139" y="89523"/>
                    <a:pt x="5569" y="85333"/>
                    <a:pt x="0" y="72380"/>
                  </a:cubicBezTo>
                  <a:cubicBezTo>
                    <a:pt x="0" y="55238"/>
                    <a:pt x="5569" y="46857"/>
                    <a:pt x="11139" y="38476"/>
                  </a:cubicBezTo>
                  <a:lnTo>
                    <a:pt x="11139" y="33904"/>
                  </a:lnTo>
                  <a:cubicBezTo>
                    <a:pt x="17215" y="25523"/>
                    <a:pt x="33924" y="25523"/>
                    <a:pt x="39493" y="25523"/>
                  </a:cubicBezTo>
                  <a:cubicBezTo>
                    <a:pt x="45569" y="25523"/>
                    <a:pt x="45569" y="25523"/>
                    <a:pt x="51139" y="25523"/>
                  </a:cubicBezTo>
                  <a:lnTo>
                    <a:pt x="56708" y="25523"/>
                  </a:lnTo>
                  <a:cubicBezTo>
                    <a:pt x="62278" y="25523"/>
                    <a:pt x="68354" y="25523"/>
                    <a:pt x="73924" y="25523"/>
                  </a:cubicBezTo>
                  <a:cubicBezTo>
                    <a:pt x="91139" y="21333"/>
                    <a:pt x="96708" y="12571"/>
                    <a:pt x="96708" y="12571"/>
                  </a:cubicBezTo>
                  <a:cubicBezTo>
                    <a:pt x="107848" y="0"/>
                    <a:pt x="107848" y="0"/>
                    <a:pt x="107848" y="0"/>
                  </a:cubicBezTo>
                  <a:cubicBezTo>
                    <a:pt x="113417" y="12571"/>
                    <a:pt x="113417" y="12571"/>
                    <a:pt x="113417" y="12571"/>
                  </a:cubicBezTo>
                  <a:cubicBezTo>
                    <a:pt x="119493" y="21333"/>
                    <a:pt x="119493" y="29714"/>
                    <a:pt x="113417" y="33904"/>
                  </a:cubicBezTo>
                  <a:cubicBezTo>
                    <a:pt x="113417" y="38476"/>
                    <a:pt x="113417" y="42666"/>
                    <a:pt x="113417" y="42666"/>
                  </a:cubicBezTo>
                  <a:cubicBezTo>
                    <a:pt x="113417" y="55238"/>
                    <a:pt x="102278" y="68190"/>
                    <a:pt x="85063" y="76571"/>
                  </a:cubicBezTo>
                  <a:cubicBezTo>
                    <a:pt x="79493" y="81142"/>
                    <a:pt x="73924" y="89523"/>
                    <a:pt x="73924" y="98285"/>
                  </a:cubicBezTo>
                  <a:cubicBezTo>
                    <a:pt x="73924" y="102476"/>
                    <a:pt x="73924" y="106666"/>
                    <a:pt x="68354" y="110857"/>
                  </a:cubicBezTo>
                  <a:cubicBezTo>
                    <a:pt x="68354" y="115428"/>
                    <a:pt x="56708" y="119619"/>
                    <a:pt x="51139" y="119619"/>
                  </a:cubicBezTo>
                  <a:close/>
                  <a:moveTo>
                    <a:pt x="33924" y="42666"/>
                  </a:moveTo>
                  <a:lnTo>
                    <a:pt x="33924" y="42666"/>
                  </a:lnTo>
                  <a:cubicBezTo>
                    <a:pt x="28354" y="42666"/>
                    <a:pt x="28354" y="42666"/>
                    <a:pt x="28354" y="46857"/>
                  </a:cubicBezTo>
                  <a:cubicBezTo>
                    <a:pt x="22784" y="51047"/>
                    <a:pt x="22784" y="59809"/>
                    <a:pt x="22784" y="68190"/>
                  </a:cubicBezTo>
                  <a:cubicBezTo>
                    <a:pt x="22784" y="76571"/>
                    <a:pt x="28354" y="81142"/>
                    <a:pt x="33924" y="85333"/>
                  </a:cubicBezTo>
                  <a:cubicBezTo>
                    <a:pt x="39493" y="89523"/>
                    <a:pt x="39493" y="93714"/>
                    <a:pt x="45569" y="98285"/>
                  </a:cubicBezTo>
                  <a:lnTo>
                    <a:pt x="51139" y="102476"/>
                  </a:lnTo>
                  <a:cubicBezTo>
                    <a:pt x="51139" y="102476"/>
                    <a:pt x="51139" y="98285"/>
                    <a:pt x="51139" y="93714"/>
                  </a:cubicBezTo>
                  <a:cubicBezTo>
                    <a:pt x="56708" y="85333"/>
                    <a:pt x="56708" y="68190"/>
                    <a:pt x="73924" y="64000"/>
                  </a:cubicBezTo>
                  <a:cubicBezTo>
                    <a:pt x="85063" y="59809"/>
                    <a:pt x="91139" y="51047"/>
                    <a:pt x="91139" y="46857"/>
                  </a:cubicBezTo>
                  <a:cubicBezTo>
                    <a:pt x="91139" y="42666"/>
                    <a:pt x="91139" y="38476"/>
                    <a:pt x="91139" y="33904"/>
                  </a:cubicBezTo>
                  <a:cubicBezTo>
                    <a:pt x="85063" y="38476"/>
                    <a:pt x="79493" y="38476"/>
                    <a:pt x="73924" y="38476"/>
                  </a:cubicBezTo>
                  <a:cubicBezTo>
                    <a:pt x="68354" y="42666"/>
                    <a:pt x="62278" y="42666"/>
                    <a:pt x="56708" y="42666"/>
                  </a:cubicBezTo>
                  <a:cubicBezTo>
                    <a:pt x="56708" y="42666"/>
                    <a:pt x="51139" y="42666"/>
                    <a:pt x="45569" y="42666"/>
                  </a:cubicBezTo>
                  <a:lnTo>
                    <a:pt x="39493" y="42666"/>
                  </a:lnTo>
                  <a:cubicBezTo>
                    <a:pt x="33924" y="42666"/>
                    <a:pt x="33924" y="42666"/>
                    <a:pt x="33924" y="42666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Shape 6801"/>
            <p:cNvSpPr/>
            <p:nvPr/>
          </p:nvSpPr>
          <p:spPr>
            <a:xfrm>
              <a:off x="16687390" y="6359030"/>
              <a:ext cx="51272" cy="634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164" y="71150"/>
                  </a:moveTo>
                  <a:lnTo>
                    <a:pt x="75164" y="71150"/>
                  </a:lnTo>
                  <a:cubicBezTo>
                    <a:pt x="59340" y="59469"/>
                    <a:pt x="59340" y="59469"/>
                    <a:pt x="59340" y="23362"/>
                  </a:cubicBezTo>
                  <a:cubicBezTo>
                    <a:pt x="44835" y="0"/>
                    <a:pt x="0" y="23362"/>
                    <a:pt x="15824" y="71150"/>
                  </a:cubicBezTo>
                  <a:cubicBezTo>
                    <a:pt x="30329" y="118938"/>
                    <a:pt x="118681" y="107256"/>
                    <a:pt x="75164" y="7115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Shape 6802"/>
            <p:cNvSpPr/>
            <p:nvPr/>
          </p:nvSpPr>
          <p:spPr>
            <a:xfrm>
              <a:off x="16680068" y="6354146"/>
              <a:ext cx="56154" cy="7570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882" y="119111"/>
                  </a:moveTo>
                  <a:lnTo>
                    <a:pt x="65882" y="119111"/>
                  </a:lnTo>
                  <a:lnTo>
                    <a:pt x="65882" y="119111"/>
                  </a:lnTo>
                  <a:cubicBezTo>
                    <a:pt x="40000" y="119111"/>
                    <a:pt x="12941" y="99555"/>
                    <a:pt x="0" y="69333"/>
                  </a:cubicBezTo>
                  <a:cubicBezTo>
                    <a:pt x="0" y="49777"/>
                    <a:pt x="0" y="29333"/>
                    <a:pt x="12941" y="19555"/>
                  </a:cubicBezTo>
                  <a:cubicBezTo>
                    <a:pt x="27058" y="9777"/>
                    <a:pt x="40000" y="0"/>
                    <a:pt x="52941" y="0"/>
                  </a:cubicBezTo>
                  <a:cubicBezTo>
                    <a:pt x="65882" y="0"/>
                    <a:pt x="80000" y="9777"/>
                    <a:pt x="80000" y="29333"/>
                  </a:cubicBezTo>
                  <a:cubicBezTo>
                    <a:pt x="92941" y="29333"/>
                    <a:pt x="92941" y="29333"/>
                    <a:pt x="92941" y="40000"/>
                  </a:cubicBezTo>
                  <a:cubicBezTo>
                    <a:pt x="92941" y="49777"/>
                    <a:pt x="92941" y="49777"/>
                    <a:pt x="105882" y="59555"/>
                  </a:cubicBezTo>
                  <a:cubicBezTo>
                    <a:pt x="118823" y="79111"/>
                    <a:pt x="118823" y="89777"/>
                    <a:pt x="118823" y="99555"/>
                  </a:cubicBezTo>
                  <a:cubicBezTo>
                    <a:pt x="105882" y="109333"/>
                    <a:pt x="92941" y="119111"/>
                    <a:pt x="65882" y="119111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Shape 6803"/>
            <p:cNvSpPr/>
            <p:nvPr/>
          </p:nvSpPr>
          <p:spPr>
            <a:xfrm>
              <a:off x="16406620" y="6354146"/>
              <a:ext cx="187993" cy="488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479" y="14666"/>
                  </a:moveTo>
                  <a:lnTo>
                    <a:pt x="111479" y="14666"/>
                  </a:lnTo>
                  <a:cubicBezTo>
                    <a:pt x="103668" y="14666"/>
                    <a:pt x="67810" y="60000"/>
                    <a:pt x="51834" y="60000"/>
                  </a:cubicBezTo>
                  <a:cubicBezTo>
                    <a:pt x="35857" y="74666"/>
                    <a:pt x="3905" y="60000"/>
                    <a:pt x="0" y="89333"/>
                  </a:cubicBezTo>
                  <a:cubicBezTo>
                    <a:pt x="0" y="118666"/>
                    <a:pt x="35857" y="104000"/>
                    <a:pt x="55739" y="104000"/>
                  </a:cubicBezTo>
                  <a:cubicBezTo>
                    <a:pt x="75621" y="118666"/>
                    <a:pt x="99408" y="74666"/>
                    <a:pt x="111479" y="44000"/>
                  </a:cubicBezTo>
                  <a:cubicBezTo>
                    <a:pt x="119644" y="29333"/>
                    <a:pt x="115384" y="0"/>
                    <a:pt x="111479" y="14666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Shape 6804"/>
            <p:cNvSpPr/>
            <p:nvPr/>
          </p:nvSpPr>
          <p:spPr>
            <a:xfrm>
              <a:off x="16394412" y="6339492"/>
              <a:ext cx="205085" cy="6838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1455" y="119040"/>
                  </a:moveTo>
                  <a:lnTo>
                    <a:pt x="61455" y="119040"/>
                  </a:lnTo>
                  <a:lnTo>
                    <a:pt x="61455" y="119040"/>
                  </a:lnTo>
                  <a:lnTo>
                    <a:pt x="57897" y="119040"/>
                  </a:lnTo>
                  <a:cubicBezTo>
                    <a:pt x="54339" y="119040"/>
                    <a:pt x="50781" y="119040"/>
                    <a:pt x="47223" y="119040"/>
                  </a:cubicBezTo>
                  <a:cubicBezTo>
                    <a:pt x="43342" y="119040"/>
                    <a:pt x="39784" y="119040"/>
                    <a:pt x="32668" y="119040"/>
                  </a:cubicBezTo>
                  <a:cubicBezTo>
                    <a:pt x="29110" y="119040"/>
                    <a:pt x="25229" y="119040"/>
                    <a:pt x="21671" y="119040"/>
                  </a:cubicBezTo>
                  <a:cubicBezTo>
                    <a:pt x="10673" y="119040"/>
                    <a:pt x="7115" y="119040"/>
                    <a:pt x="3557" y="107520"/>
                  </a:cubicBezTo>
                  <a:cubicBezTo>
                    <a:pt x="0" y="96960"/>
                    <a:pt x="0" y="86400"/>
                    <a:pt x="0" y="86400"/>
                  </a:cubicBezTo>
                  <a:cubicBezTo>
                    <a:pt x="3557" y="53760"/>
                    <a:pt x="18113" y="53760"/>
                    <a:pt x="39784" y="53760"/>
                  </a:cubicBezTo>
                  <a:cubicBezTo>
                    <a:pt x="43342" y="53760"/>
                    <a:pt x="50781" y="43200"/>
                    <a:pt x="54339" y="43200"/>
                  </a:cubicBezTo>
                  <a:cubicBezTo>
                    <a:pt x="65336" y="43200"/>
                    <a:pt x="79568" y="32640"/>
                    <a:pt x="90566" y="22080"/>
                  </a:cubicBezTo>
                  <a:cubicBezTo>
                    <a:pt x="97681" y="11520"/>
                    <a:pt x="105121" y="11520"/>
                    <a:pt x="105121" y="11520"/>
                  </a:cubicBezTo>
                  <a:cubicBezTo>
                    <a:pt x="112237" y="0"/>
                    <a:pt x="119676" y="11520"/>
                    <a:pt x="119676" y="32640"/>
                  </a:cubicBezTo>
                  <a:cubicBezTo>
                    <a:pt x="119676" y="43200"/>
                    <a:pt x="119676" y="53760"/>
                    <a:pt x="112237" y="75840"/>
                  </a:cubicBezTo>
                  <a:cubicBezTo>
                    <a:pt x="108679" y="86400"/>
                    <a:pt x="83126" y="119040"/>
                    <a:pt x="61455" y="11904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Shape 6805"/>
            <p:cNvSpPr/>
            <p:nvPr/>
          </p:nvSpPr>
          <p:spPr>
            <a:xfrm>
              <a:off x="16394412" y="7736422"/>
              <a:ext cx="63479" cy="12455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2831" y="47466"/>
                  </a:moveTo>
                  <a:lnTo>
                    <a:pt x="82831" y="47466"/>
                  </a:lnTo>
                  <a:cubicBezTo>
                    <a:pt x="95575" y="35733"/>
                    <a:pt x="118938" y="5866"/>
                    <a:pt x="95575" y="0"/>
                  </a:cubicBezTo>
                  <a:cubicBezTo>
                    <a:pt x="71150" y="0"/>
                    <a:pt x="71150" y="24000"/>
                    <a:pt x="71150" y="47466"/>
                  </a:cubicBezTo>
                  <a:cubicBezTo>
                    <a:pt x="71150" y="65600"/>
                    <a:pt x="23362" y="89600"/>
                    <a:pt x="11681" y="101333"/>
                  </a:cubicBezTo>
                  <a:cubicBezTo>
                    <a:pt x="0" y="119466"/>
                    <a:pt x="23362" y="119466"/>
                    <a:pt x="47787" y="95466"/>
                  </a:cubicBezTo>
                  <a:cubicBezTo>
                    <a:pt x="71150" y="71466"/>
                    <a:pt x="71150" y="59733"/>
                    <a:pt x="82831" y="47466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Shape 6806"/>
            <p:cNvSpPr/>
            <p:nvPr/>
          </p:nvSpPr>
          <p:spPr>
            <a:xfrm>
              <a:off x="16389529" y="7724213"/>
              <a:ext cx="75686" cy="1440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294" y="119534"/>
                  </a:moveTo>
                  <a:lnTo>
                    <a:pt x="20294" y="119534"/>
                  </a:lnTo>
                  <a:lnTo>
                    <a:pt x="20294" y="119534"/>
                  </a:lnTo>
                  <a:cubicBezTo>
                    <a:pt x="20294" y="119534"/>
                    <a:pt x="10588" y="119534"/>
                    <a:pt x="0" y="114418"/>
                  </a:cubicBezTo>
                  <a:cubicBezTo>
                    <a:pt x="0" y="114418"/>
                    <a:pt x="0" y="109302"/>
                    <a:pt x="0" y="98604"/>
                  </a:cubicBezTo>
                  <a:cubicBezTo>
                    <a:pt x="0" y="88372"/>
                    <a:pt x="10588" y="83255"/>
                    <a:pt x="20294" y="72558"/>
                  </a:cubicBezTo>
                  <a:cubicBezTo>
                    <a:pt x="39705" y="67441"/>
                    <a:pt x="50294" y="57209"/>
                    <a:pt x="50294" y="46511"/>
                  </a:cubicBezTo>
                  <a:lnTo>
                    <a:pt x="50294" y="46511"/>
                  </a:lnTo>
                  <a:cubicBezTo>
                    <a:pt x="50294" y="26046"/>
                    <a:pt x="50294" y="0"/>
                    <a:pt x="90000" y="0"/>
                  </a:cubicBezTo>
                  <a:cubicBezTo>
                    <a:pt x="90000" y="0"/>
                    <a:pt x="90000" y="0"/>
                    <a:pt x="99705" y="5116"/>
                  </a:cubicBezTo>
                  <a:cubicBezTo>
                    <a:pt x="99705" y="5116"/>
                    <a:pt x="109411" y="5116"/>
                    <a:pt x="109411" y="10232"/>
                  </a:cubicBezTo>
                  <a:cubicBezTo>
                    <a:pt x="119117" y="20465"/>
                    <a:pt x="119117" y="31162"/>
                    <a:pt x="99705" y="57209"/>
                  </a:cubicBezTo>
                  <a:cubicBezTo>
                    <a:pt x="90000" y="62325"/>
                    <a:pt x="90000" y="62325"/>
                    <a:pt x="90000" y="67441"/>
                  </a:cubicBezTo>
                  <a:cubicBezTo>
                    <a:pt x="90000" y="72558"/>
                    <a:pt x="79411" y="83255"/>
                    <a:pt x="69705" y="98604"/>
                  </a:cubicBezTo>
                  <a:cubicBezTo>
                    <a:pt x="50294" y="114418"/>
                    <a:pt x="39705" y="119534"/>
                    <a:pt x="20294" y="119534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Shape 6807"/>
            <p:cNvSpPr/>
            <p:nvPr/>
          </p:nvSpPr>
          <p:spPr>
            <a:xfrm>
              <a:off x="14968581" y="7582565"/>
              <a:ext cx="124517" cy="8059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600" y="55068"/>
                  </a:moveTo>
                  <a:lnTo>
                    <a:pt x="113600" y="55068"/>
                  </a:lnTo>
                  <a:cubicBezTo>
                    <a:pt x="119466" y="36986"/>
                    <a:pt x="119466" y="0"/>
                    <a:pt x="101866" y="27123"/>
                  </a:cubicBezTo>
                  <a:cubicBezTo>
                    <a:pt x="89600" y="46027"/>
                    <a:pt x="72000" y="64109"/>
                    <a:pt x="53866" y="64109"/>
                  </a:cubicBezTo>
                  <a:cubicBezTo>
                    <a:pt x="29866" y="64109"/>
                    <a:pt x="0" y="83013"/>
                    <a:pt x="5866" y="101095"/>
                  </a:cubicBezTo>
                  <a:cubicBezTo>
                    <a:pt x="12266" y="119178"/>
                    <a:pt x="53866" y="101095"/>
                    <a:pt x="72000" y="83013"/>
                  </a:cubicBezTo>
                  <a:cubicBezTo>
                    <a:pt x="83733" y="64109"/>
                    <a:pt x="113600" y="64109"/>
                    <a:pt x="113600" y="5506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Shape 6808"/>
            <p:cNvSpPr/>
            <p:nvPr/>
          </p:nvSpPr>
          <p:spPr>
            <a:xfrm>
              <a:off x="14961256" y="7582565"/>
              <a:ext cx="144046" cy="879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849" y="119235"/>
                  </a:moveTo>
                  <a:lnTo>
                    <a:pt x="20849" y="119235"/>
                  </a:lnTo>
                  <a:lnTo>
                    <a:pt x="20849" y="119235"/>
                  </a:lnTo>
                  <a:cubicBezTo>
                    <a:pt x="5096" y="119235"/>
                    <a:pt x="5096" y="110828"/>
                    <a:pt x="0" y="102420"/>
                  </a:cubicBezTo>
                  <a:cubicBezTo>
                    <a:pt x="0" y="94012"/>
                    <a:pt x="0" y="85605"/>
                    <a:pt x="0" y="77197"/>
                  </a:cubicBezTo>
                  <a:cubicBezTo>
                    <a:pt x="10193" y="59617"/>
                    <a:pt x="36602" y="42802"/>
                    <a:pt x="46795" y="42802"/>
                  </a:cubicBezTo>
                  <a:cubicBezTo>
                    <a:pt x="67644" y="42802"/>
                    <a:pt x="77837" y="25222"/>
                    <a:pt x="88494" y="8407"/>
                  </a:cubicBezTo>
                  <a:cubicBezTo>
                    <a:pt x="93590" y="0"/>
                    <a:pt x="98687" y="0"/>
                    <a:pt x="103783" y="0"/>
                  </a:cubicBezTo>
                  <a:cubicBezTo>
                    <a:pt x="103783" y="0"/>
                    <a:pt x="108880" y="0"/>
                    <a:pt x="113976" y="8407"/>
                  </a:cubicBezTo>
                  <a:cubicBezTo>
                    <a:pt x="119536" y="25222"/>
                    <a:pt x="113976" y="42802"/>
                    <a:pt x="113976" y="51210"/>
                  </a:cubicBezTo>
                  <a:cubicBezTo>
                    <a:pt x="108880" y="68025"/>
                    <a:pt x="103783" y="68025"/>
                    <a:pt x="93590" y="77197"/>
                  </a:cubicBezTo>
                  <a:cubicBezTo>
                    <a:pt x="82934" y="77197"/>
                    <a:pt x="77837" y="85605"/>
                    <a:pt x="72741" y="85605"/>
                  </a:cubicBezTo>
                  <a:cubicBezTo>
                    <a:pt x="62548" y="102420"/>
                    <a:pt x="36602" y="119235"/>
                    <a:pt x="20849" y="11923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Shape 6809"/>
            <p:cNvSpPr/>
            <p:nvPr/>
          </p:nvSpPr>
          <p:spPr>
            <a:xfrm>
              <a:off x="14700017" y="6757107"/>
              <a:ext cx="39063" cy="366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260" y="40588"/>
                  </a:moveTo>
                  <a:lnTo>
                    <a:pt x="118260" y="40588"/>
                  </a:lnTo>
                  <a:cubicBezTo>
                    <a:pt x="118260" y="0"/>
                    <a:pt x="78260" y="19411"/>
                    <a:pt x="40000" y="0"/>
                  </a:cubicBezTo>
                  <a:cubicBezTo>
                    <a:pt x="20869" y="0"/>
                    <a:pt x="0" y="118235"/>
                    <a:pt x="59130" y="98823"/>
                  </a:cubicBezTo>
                  <a:cubicBezTo>
                    <a:pt x="118260" y="98823"/>
                    <a:pt x="118260" y="60000"/>
                    <a:pt x="118260" y="4058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Shape 6810"/>
            <p:cNvSpPr/>
            <p:nvPr/>
          </p:nvSpPr>
          <p:spPr>
            <a:xfrm>
              <a:off x="14695134" y="6744896"/>
              <a:ext cx="24415" cy="5617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391" y="118823"/>
                  </a:moveTo>
                  <a:lnTo>
                    <a:pt x="117391" y="118823"/>
                  </a:lnTo>
                  <a:cubicBezTo>
                    <a:pt x="60000" y="118823"/>
                    <a:pt x="0" y="91764"/>
                    <a:pt x="0" y="65882"/>
                  </a:cubicBezTo>
                  <a:cubicBezTo>
                    <a:pt x="0" y="52941"/>
                    <a:pt x="0" y="38823"/>
                    <a:pt x="28695" y="25882"/>
                  </a:cubicBezTo>
                  <a:cubicBezTo>
                    <a:pt x="28695" y="12941"/>
                    <a:pt x="88695" y="0"/>
                    <a:pt x="88695" y="0"/>
                  </a:cubicBezTo>
                  <a:cubicBezTo>
                    <a:pt x="88695" y="52941"/>
                    <a:pt x="88695" y="52941"/>
                    <a:pt x="88695" y="52941"/>
                  </a:cubicBezTo>
                  <a:cubicBezTo>
                    <a:pt x="117391" y="52941"/>
                    <a:pt x="117391" y="52941"/>
                    <a:pt x="117391" y="52941"/>
                  </a:cubicBezTo>
                  <a:cubicBezTo>
                    <a:pt x="117391" y="52941"/>
                    <a:pt x="117391" y="52941"/>
                    <a:pt x="117391" y="65882"/>
                  </a:cubicBezTo>
                  <a:lnTo>
                    <a:pt x="117391" y="65882"/>
                  </a:lnTo>
                  <a:lnTo>
                    <a:pt x="117391" y="65882"/>
                  </a:lnTo>
                  <a:cubicBezTo>
                    <a:pt x="117391" y="118823"/>
                    <a:pt x="117391" y="118823"/>
                    <a:pt x="117391" y="118823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Shape 6811"/>
            <p:cNvSpPr/>
            <p:nvPr/>
          </p:nvSpPr>
          <p:spPr>
            <a:xfrm>
              <a:off x="14836740" y="7042842"/>
              <a:ext cx="51272" cy="488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351" y="60000"/>
                  </a:moveTo>
                  <a:lnTo>
                    <a:pt x="88351" y="60000"/>
                  </a:lnTo>
                  <a:cubicBezTo>
                    <a:pt x="88351" y="44000"/>
                    <a:pt x="88351" y="0"/>
                    <a:pt x="59340" y="14666"/>
                  </a:cubicBezTo>
                  <a:cubicBezTo>
                    <a:pt x="44835" y="14666"/>
                    <a:pt x="44835" y="60000"/>
                    <a:pt x="29010" y="74666"/>
                  </a:cubicBezTo>
                  <a:cubicBezTo>
                    <a:pt x="0" y="89333"/>
                    <a:pt x="73846" y="118666"/>
                    <a:pt x="88351" y="104000"/>
                  </a:cubicBezTo>
                  <a:cubicBezTo>
                    <a:pt x="118681" y="89333"/>
                    <a:pt x="88351" y="60000"/>
                    <a:pt x="88351" y="6000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Shape 6812"/>
            <p:cNvSpPr/>
            <p:nvPr/>
          </p:nvSpPr>
          <p:spPr>
            <a:xfrm>
              <a:off x="14831856" y="7035517"/>
              <a:ext cx="63479" cy="610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578" y="118928"/>
                  </a:moveTo>
                  <a:lnTo>
                    <a:pt x="71578" y="118928"/>
                  </a:lnTo>
                  <a:lnTo>
                    <a:pt x="71578" y="118928"/>
                  </a:lnTo>
                  <a:cubicBezTo>
                    <a:pt x="59999" y="118928"/>
                    <a:pt x="12631" y="118928"/>
                    <a:pt x="12631" y="83571"/>
                  </a:cubicBezTo>
                  <a:cubicBezTo>
                    <a:pt x="0" y="83571"/>
                    <a:pt x="12631" y="71785"/>
                    <a:pt x="12631" y="59999"/>
                  </a:cubicBezTo>
                  <a:cubicBezTo>
                    <a:pt x="24210" y="59999"/>
                    <a:pt x="24210" y="47142"/>
                    <a:pt x="24210" y="35357"/>
                  </a:cubicBezTo>
                  <a:cubicBezTo>
                    <a:pt x="35789" y="23571"/>
                    <a:pt x="35789" y="0"/>
                    <a:pt x="59999" y="0"/>
                  </a:cubicBezTo>
                  <a:cubicBezTo>
                    <a:pt x="59999" y="0"/>
                    <a:pt x="59999" y="0"/>
                    <a:pt x="71578" y="0"/>
                  </a:cubicBezTo>
                  <a:cubicBezTo>
                    <a:pt x="94736" y="0"/>
                    <a:pt x="107368" y="23571"/>
                    <a:pt x="107368" y="47142"/>
                  </a:cubicBezTo>
                  <a:lnTo>
                    <a:pt x="107368" y="59999"/>
                  </a:lnTo>
                  <a:cubicBezTo>
                    <a:pt x="118947" y="71785"/>
                    <a:pt x="118947" y="95357"/>
                    <a:pt x="107368" y="107142"/>
                  </a:cubicBezTo>
                  <a:cubicBezTo>
                    <a:pt x="94736" y="118928"/>
                    <a:pt x="83157" y="118928"/>
                    <a:pt x="71578" y="118928"/>
                  </a:cubicBezTo>
                  <a:close/>
                  <a:moveTo>
                    <a:pt x="59999" y="71785"/>
                  </a:moveTo>
                  <a:lnTo>
                    <a:pt x="59999" y="71785"/>
                  </a:lnTo>
                  <a:cubicBezTo>
                    <a:pt x="59999" y="71785"/>
                    <a:pt x="59999" y="71785"/>
                    <a:pt x="71578" y="71785"/>
                  </a:cubicBezTo>
                  <a:lnTo>
                    <a:pt x="71578" y="71785"/>
                  </a:lnTo>
                  <a:cubicBezTo>
                    <a:pt x="71578" y="71785"/>
                    <a:pt x="59999" y="71785"/>
                    <a:pt x="59999" y="59999"/>
                  </a:cubicBezTo>
                  <a:cubicBezTo>
                    <a:pt x="59999" y="71785"/>
                    <a:pt x="59999" y="71785"/>
                    <a:pt x="59999" y="71785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Shape 6813"/>
            <p:cNvSpPr/>
            <p:nvPr/>
          </p:nvSpPr>
          <p:spPr>
            <a:xfrm>
              <a:off x="7504939" y="5174571"/>
              <a:ext cx="205085" cy="3101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110" y="45561"/>
                  </a:moveTo>
                  <a:lnTo>
                    <a:pt x="29110" y="45561"/>
                  </a:lnTo>
                  <a:cubicBezTo>
                    <a:pt x="25552" y="42994"/>
                    <a:pt x="25552" y="28663"/>
                    <a:pt x="29110" y="19037"/>
                  </a:cubicBezTo>
                  <a:cubicBezTo>
                    <a:pt x="36226" y="11978"/>
                    <a:pt x="40107" y="4705"/>
                    <a:pt x="36226" y="2352"/>
                  </a:cubicBezTo>
                  <a:cubicBezTo>
                    <a:pt x="32668" y="0"/>
                    <a:pt x="21994" y="14331"/>
                    <a:pt x="18436" y="23957"/>
                  </a:cubicBezTo>
                  <a:cubicBezTo>
                    <a:pt x="18436" y="31016"/>
                    <a:pt x="10997" y="35935"/>
                    <a:pt x="7439" y="38288"/>
                  </a:cubicBezTo>
                  <a:cubicBezTo>
                    <a:pt x="0" y="42994"/>
                    <a:pt x="3881" y="45561"/>
                    <a:pt x="10997" y="45561"/>
                  </a:cubicBezTo>
                  <a:cubicBezTo>
                    <a:pt x="21994" y="45561"/>
                    <a:pt x="32668" y="62245"/>
                    <a:pt x="32668" y="66951"/>
                  </a:cubicBezTo>
                  <a:cubicBezTo>
                    <a:pt x="32668" y="71871"/>
                    <a:pt x="40107" y="81283"/>
                    <a:pt x="47223" y="81283"/>
                  </a:cubicBezTo>
                  <a:cubicBezTo>
                    <a:pt x="54339" y="83850"/>
                    <a:pt x="61778" y="90909"/>
                    <a:pt x="72452" y="90909"/>
                  </a:cubicBezTo>
                  <a:cubicBezTo>
                    <a:pt x="83450" y="90909"/>
                    <a:pt x="112560" y="110160"/>
                    <a:pt x="116118" y="115080"/>
                  </a:cubicBezTo>
                  <a:cubicBezTo>
                    <a:pt x="116118" y="119786"/>
                    <a:pt x="119676" y="105454"/>
                    <a:pt x="112560" y="103101"/>
                  </a:cubicBezTo>
                  <a:cubicBezTo>
                    <a:pt x="101563" y="98181"/>
                    <a:pt x="94447" y="90909"/>
                    <a:pt x="83450" y="88556"/>
                  </a:cubicBezTo>
                  <a:cubicBezTo>
                    <a:pt x="76334" y="86203"/>
                    <a:pt x="68894" y="76577"/>
                    <a:pt x="58221" y="74224"/>
                  </a:cubicBezTo>
                  <a:cubicBezTo>
                    <a:pt x="47223" y="74224"/>
                    <a:pt x="54339" y="62245"/>
                    <a:pt x="47223" y="59893"/>
                  </a:cubicBezTo>
                  <a:cubicBezTo>
                    <a:pt x="40107" y="59893"/>
                    <a:pt x="32668" y="47914"/>
                    <a:pt x="29110" y="45561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Shape 6814"/>
            <p:cNvSpPr/>
            <p:nvPr/>
          </p:nvSpPr>
          <p:spPr>
            <a:xfrm>
              <a:off x="7497614" y="5169685"/>
              <a:ext cx="217294" cy="32236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977" y="119794"/>
                  </a:moveTo>
                  <a:lnTo>
                    <a:pt x="112977" y="119794"/>
                  </a:lnTo>
                  <a:lnTo>
                    <a:pt x="112977" y="119794"/>
                  </a:lnTo>
                  <a:cubicBezTo>
                    <a:pt x="109618" y="119794"/>
                    <a:pt x="106259" y="117530"/>
                    <a:pt x="106259" y="115265"/>
                  </a:cubicBezTo>
                  <a:cubicBezTo>
                    <a:pt x="102900" y="110531"/>
                    <a:pt x="78778" y="94476"/>
                    <a:pt x="71755" y="94476"/>
                  </a:cubicBezTo>
                  <a:cubicBezTo>
                    <a:pt x="65038" y="94476"/>
                    <a:pt x="58320" y="89742"/>
                    <a:pt x="51297" y="87478"/>
                  </a:cubicBezTo>
                  <a:lnTo>
                    <a:pt x="47938" y="85214"/>
                  </a:lnTo>
                  <a:cubicBezTo>
                    <a:pt x="37557" y="82950"/>
                    <a:pt x="27480" y="73687"/>
                    <a:pt x="27480" y="66689"/>
                  </a:cubicBezTo>
                  <a:cubicBezTo>
                    <a:pt x="27480" y="64425"/>
                    <a:pt x="20763" y="52898"/>
                    <a:pt x="13740" y="50634"/>
                  </a:cubicBezTo>
                  <a:lnTo>
                    <a:pt x="13740" y="50634"/>
                  </a:lnTo>
                  <a:cubicBezTo>
                    <a:pt x="7022" y="50634"/>
                    <a:pt x="3358" y="48370"/>
                    <a:pt x="0" y="46106"/>
                  </a:cubicBezTo>
                  <a:cubicBezTo>
                    <a:pt x="0" y="41372"/>
                    <a:pt x="0" y="39108"/>
                    <a:pt x="7022" y="36843"/>
                  </a:cubicBezTo>
                  <a:cubicBezTo>
                    <a:pt x="10381" y="34373"/>
                    <a:pt x="13740" y="29845"/>
                    <a:pt x="17099" y="22847"/>
                  </a:cubicBezTo>
                  <a:cubicBezTo>
                    <a:pt x="17099" y="22847"/>
                    <a:pt x="24122" y="0"/>
                    <a:pt x="37557" y="0"/>
                  </a:cubicBezTo>
                  <a:lnTo>
                    <a:pt x="41221" y="0"/>
                  </a:lnTo>
                  <a:cubicBezTo>
                    <a:pt x="47938" y="4528"/>
                    <a:pt x="44580" y="11320"/>
                    <a:pt x="41221" y="20583"/>
                  </a:cubicBezTo>
                  <a:cubicBezTo>
                    <a:pt x="37557" y="20583"/>
                    <a:pt x="37557" y="22847"/>
                    <a:pt x="37557" y="22847"/>
                  </a:cubicBezTo>
                  <a:cubicBezTo>
                    <a:pt x="34198" y="29845"/>
                    <a:pt x="34198" y="41372"/>
                    <a:pt x="37557" y="43636"/>
                  </a:cubicBezTo>
                  <a:cubicBezTo>
                    <a:pt x="37557" y="43636"/>
                    <a:pt x="41221" y="46106"/>
                    <a:pt x="41221" y="48370"/>
                  </a:cubicBezTo>
                  <a:cubicBezTo>
                    <a:pt x="44580" y="50634"/>
                    <a:pt x="47938" y="55162"/>
                    <a:pt x="51297" y="57632"/>
                  </a:cubicBezTo>
                  <a:cubicBezTo>
                    <a:pt x="58320" y="57632"/>
                    <a:pt x="58320" y="64425"/>
                    <a:pt x="58320" y="66689"/>
                  </a:cubicBezTo>
                  <a:lnTo>
                    <a:pt x="58320" y="69159"/>
                  </a:lnTo>
                  <a:lnTo>
                    <a:pt x="58320" y="69159"/>
                  </a:lnTo>
                  <a:cubicBezTo>
                    <a:pt x="68396" y="71423"/>
                    <a:pt x="71755" y="73687"/>
                    <a:pt x="78778" y="78216"/>
                  </a:cubicBezTo>
                  <a:cubicBezTo>
                    <a:pt x="78778" y="80480"/>
                    <a:pt x="82137" y="82950"/>
                    <a:pt x="85496" y="82950"/>
                  </a:cubicBezTo>
                  <a:cubicBezTo>
                    <a:pt x="92519" y="85214"/>
                    <a:pt x="99236" y="89742"/>
                    <a:pt x="106259" y="92212"/>
                  </a:cubicBezTo>
                  <a:cubicBezTo>
                    <a:pt x="106259" y="94476"/>
                    <a:pt x="109618" y="96740"/>
                    <a:pt x="112977" y="96740"/>
                  </a:cubicBezTo>
                  <a:cubicBezTo>
                    <a:pt x="119694" y="101475"/>
                    <a:pt x="119694" y="110531"/>
                    <a:pt x="119694" y="115265"/>
                  </a:cubicBezTo>
                  <a:cubicBezTo>
                    <a:pt x="116335" y="117530"/>
                    <a:pt x="116335" y="119794"/>
                    <a:pt x="112977" y="119794"/>
                  </a:cubicBezTo>
                  <a:close/>
                  <a:moveTo>
                    <a:pt x="54656" y="78216"/>
                  </a:moveTo>
                  <a:lnTo>
                    <a:pt x="54656" y="78216"/>
                  </a:lnTo>
                  <a:cubicBezTo>
                    <a:pt x="58320" y="78216"/>
                    <a:pt x="58320" y="80480"/>
                    <a:pt x="61679" y="80480"/>
                  </a:cubicBezTo>
                  <a:cubicBezTo>
                    <a:pt x="61679" y="82950"/>
                    <a:pt x="65038" y="82950"/>
                    <a:pt x="68396" y="85214"/>
                  </a:cubicBezTo>
                  <a:cubicBezTo>
                    <a:pt x="65038" y="80480"/>
                    <a:pt x="61679" y="78216"/>
                    <a:pt x="58320" y="78216"/>
                  </a:cubicBezTo>
                  <a:cubicBezTo>
                    <a:pt x="54656" y="78216"/>
                    <a:pt x="54656" y="78216"/>
                    <a:pt x="54656" y="78216"/>
                  </a:cubicBezTo>
                  <a:close/>
                  <a:moveTo>
                    <a:pt x="37557" y="59897"/>
                  </a:moveTo>
                  <a:lnTo>
                    <a:pt x="37557" y="59897"/>
                  </a:lnTo>
                  <a:cubicBezTo>
                    <a:pt x="37557" y="62161"/>
                    <a:pt x="41221" y="66689"/>
                    <a:pt x="41221" y="66689"/>
                  </a:cubicBezTo>
                  <a:cubicBezTo>
                    <a:pt x="41221" y="69159"/>
                    <a:pt x="44580" y="73687"/>
                    <a:pt x="47938" y="75951"/>
                  </a:cubicBezTo>
                  <a:cubicBezTo>
                    <a:pt x="44580" y="73687"/>
                    <a:pt x="44580" y="69159"/>
                    <a:pt x="44580" y="66689"/>
                  </a:cubicBezTo>
                  <a:lnTo>
                    <a:pt x="44580" y="64425"/>
                  </a:lnTo>
                  <a:cubicBezTo>
                    <a:pt x="41221" y="64425"/>
                    <a:pt x="41221" y="62161"/>
                    <a:pt x="37557" y="59897"/>
                  </a:cubicBezTo>
                  <a:close/>
                  <a:moveTo>
                    <a:pt x="17099" y="41372"/>
                  </a:moveTo>
                  <a:lnTo>
                    <a:pt x="17099" y="41372"/>
                  </a:lnTo>
                  <a:cubicBezTo>
                    <a:pt x="20763" y="41372"/>
                    <a:pt x="20763" y="41372"/>
                    <a:pt x="24122" y="43636"/>
                  </a:cubicBezTo>
                  <a:cubicBezTo>
                    <a:pt x="24122" y="41372"/>
                    <a:pt x="20763" y="39108"/>
                    <a:pt x="20763" y="36843"/>
                  </a:cubicBezTo>
                  <a:cubicBezTo>
                    <a:pt x="20763" y="39108"/>
                    <a:pt x="17099" y="41372"/>
                    <a:pt x="17099" y="41372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Shape 6815"/>
            <p:cNvSpPr/>
            <p:nvPr/>
          </p:nvSpPr>
          <p:spPr>
            <a:xfrm>
              <a:off x="7727114" y="5452980"/>
              <a:ext cx="56155" cy="317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764" y="46315"/>
                  </a:moveTo>
                  <a:lnTo>
                    <a:pt x="91764" y="46315"/>
                  </a:lnTo>
                  <a:cubicBezTo>
                    <a:pt x="78823" y="23157"/>
                    <a:pt x="25882" y="0"/>
                    <a:pt x="12941" y="0"/>
                  </a:cubicBezTo>
                  <a:cubicBezTo>
                    <a:pt x="0" y="23157"/>
                    <a:pt x="25882" y="23157"/>
                    <a:pt x="52941" y="71578"/>
                  </a:cubicBezTo>
                  <a:cubicBezTo>
                    <a:pt x="78823" y="117894"/>
                    <a:pt x="118823" y="94736"/>
                    <a:pt x="91764" y="4631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Shape 6816"/>
            <p:cNvSpPr/>
            <p:nvPr/>
          </p:nvSpPr>
          <p:spPr>
            <a:xfrm>
              <a:off x="7722232" y="5440767"/>
              <a:ext cx="68361" cy="488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483" y="118666"/>
                  </a:moveTo>
                  <a:lnTo>
                    <a:pt x="75483" y="118666"/>
                  </a:lnTo>
                  <a:lnTo>
                    <a:pt x="75483" y="118666"/>
                  </a:lnTo>
                  <a:cubicBezTo>
                    <a:pt x="64838" y="118666"/>
                    <a:pt x="54193" y="118666"/>
                    <a:pt x="42580" y="104000"/>
                  </a:cubicBezTo>
                  <a:cubicBezTo>
                    <a:pt x="31935" y="89333"/>
                    <a:pt x="21290" y="89333"/>
                    <a:pt x="21290" y="74666"/>
                  </a:cubicBezTo>
                  <a:cubicBezTo>
                    <a:pt x="10645" y="74666"/>
                    <a:pt x="0" y="58666"/>
                    <a:pt x="0" y="44000"/>
                  </a:cubicBezTo>
                  <a:cubicBezTo>
                    <a:pt x="0" y="44000"/>
                    <a:pt x="0" y="29333"/>
                    <a:pt x="10645" y="14666"/>
                  </a:cubicBezTo>
                  <a:cubicBezTo>
                    <a:pt x="10645" y="0"/>
                    <a:pt x="21290" y="0"/>
                    <a:pt x="31935" y="0"/>
                  </a:cubicBezTo>
                  <a:cubicBezTo>
                    <a:pt x="54193" y="0"/>
                    <a:pt x="86129" y="14666"/>
                    <a:pt x="96774" y="29333"/>
                  </a:cubicBezTo>
                  <a:cubicBezTo>
                    <a:pt x="119032" y="58666"/>
                    <a:pt x="108387" y="89333"/>
                    <a:pt x="108387" y="89333"/>
                  </a:cubicBezTo>
                  <a:cubicBezTo>
                    <a:pt x="108387" y="104000"/>
                    <a:pt x="86129" y="118666"/>
                    <a:pt x="75483" y="118666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Shape 6817"/>
            <p:cNvSpPr/>
            <p:nvPr/>
          </p:nvSpPr>
          <p:spPr>
            <a:xfrm>
              <a:off x="8068924" y="5186780"/>
              <a:ext cx="75686" cy="10745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705" y="35000"/>
                  </a:moveTo>
                  <a:lnTo>
                    <a:pt x="69705" y="35000"/>
                  </a:lnTo>
                  <a:cubicBezTo>
                    <a:pt x="39705" y="35000"/>
                    <a:pt x="39705" y="21250"/>
                    <a:pt x="30000" y="13750"/>
                  </a:cubicBezTo>
                  <a:cubicBezTo>
                    <a:pt x="20294" y="0"/>
                    <a:pt x="0" y="21250"/>
                    <a:pt x="30000" y="35000"/>
                  </a:cubicBezTo>
                  <a:cubicBezTo>
                    <a:pt x="49411" y="56250"/>
                    <a:pt x="79411" y="83750"/>
                    <a:pt x="79411" y="98125"/>
                  </a:cubicBezTo>
                  <a:cubicBezTo>
                    <a:pt x="79411" y="111875"/>
                    <a:pt x="119117" y="119375"/>
                    <a:pt x="109411" y="83750"/>
                  </a:cubicBezTo>
                  <a:cubicBezTo>
                    <a:pt x="109411" y="48750"/>
                    <a:pt x="79411" y="41875"/>
                    <a:pt x="69705" y="3500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Shape 6818"/>
            <p:cNvSpPr/>
            <p:nvPr/>
          </p:nvSpPr>
          <p:spPr>
            <a:xfrm>
              <a:off x="8061600" y="5181896"/>
              <a:ext cx="87894" cy="1196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417" y="119439"/>
                  </a:moveTo>
                  <a:lnTo>
                    <a:pt x="93417" y="119439"/>
                  </a:lnTo>
                  <a:lnTo>
                    <a:pt x="93417" y="119439"/>
                  </a:lnTo>
                  <a:cubicBezTo>
                    <a:pt x="76708" y="119439"/>
                    <a:pt x="60000" y="106542"/>
                    <a:pt x="60000" y="94205"/>
                  </a:cubicBezTo>
                  <a:cubicBezTo>
                    <a:pt x="60000" y="81308"/>
                    <a:pt x="42531" y="62803"/>
                    <a:pt x="16708" y="49906"/>
                  </a:cubicBezTo>
                  <a:cubicBezTo>
                    <a:pt x="0" y="37570"/>
                    <a:pt x="0" y="25233"/>
                    <a:pt x="8354" y="12336"/>
                  </a:cubicBezTo>
                  <a:cubicBezTo>
                    <a:pt x="8354" y="6168"/>
                    <a:pt x="16708" y="0"/>
                    <a:pt x="25822" y="0"/>
                  </a:cubicBezTo>
                  <a:cubicBezTo>
                    <a:pt x="34177" y="0"/>
                    <a:pt x="42531" y="6168"/>
                    <a:pt x="50886" y="12336"/>
                  </a:cubicBezTo>
                  <a:lnTo>
                    <a:pt x="50886" y="18504"/>
                  </a:lnTo>
                  <a:cubicBezTo>
                    <a:pt x="60000" y="25233"/>
                    <a:pt x="60000" y="25233"/>
                    <a:pt x="68354" y="25233"/>
                  </a:cubicBezTo>
                  <a:cubicBezTo>
                    <a:pt x="85063" y="31401"/>
                    <a:pt x="110886" y="43738"/>
                    <a:pt x="119240" y="81308"/>
                  </a:cubicBezTo>
                  <a:cubicBezTo>
                    <a:pt x="119240" y="94205"/>
                    <a:pt x="119240" y="100373"/>
                    <a:pt x="110886" y="106542"/>
                  </a:cubicBezTo>
                  <a:cubicBezTo>
                    <a:pt x="102531" y="113271"/>
                    <a:pt x="102531" y="119439"/>
                    <a:pt x="93417" y="119439"/>
                  </a:cubicBezTo>
                  <a:close/>
                  <a:moveTo>
                    <a:pt x="76708" y="56635"/>
                  </a:moveTo>
                  <a:lnTo>
                    <a:pt x="76708" y="56635"/>
                  </a:lnTo>
                  <a:cubicBezTo>
                    <a:pt x="76708" y="62803"/>
                    <a:pt x="76708" y="62803"/>
                    <a:pt x="76708" y="68971"/>
                  </a:cubicBezTo>
                  <a:cubicBezTo>
                    <a:pt x="76708" y="62803"/>
                    <a:pt x="76708" y="56635"/>
                    <a:pt x="76708" y="56635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Shape 6819"/>
            <p:cNvSpPr/>
            <p:nvPr/>
          </p:nvSpPr>
          <p:spPr>
            <a:xfrm>
              <a:off x="8068924" y="5111073"/>
              <a:ext cx="39063" cy="390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118260"/>
                  </a:moveTo>
                  <a:lnTo>
                    <a:pt x="40000" y="118260"/>
                  </a:lnTo>
                  <a:cubicBezTo>
                    <a:pt x="19130" y="118260"/>
                    <a:pt x="40000" y="78260"/>
                    <a:pt x="19130" y="59130"/>
                  </a:cubicBezTo>
                  <a:cubicBezTo>
                    <a:pt x="19130" y="40000"/>
                    <a:pt x="0" y="0"/>
                    <a:pt x="40000" y="0"/>
                  </a:cubicBezTo>
                  <a:cubicBezTo>
                    <a:pt x="59130" y="0"/>
                    <a:pt x="78260" y="40000"/>
                    <a:pt x="97391" y="59130"/>
                  </a:cubicBezTo>
                  <a:cubicBezTo>
                    <a:pt x="118260" y="78260"/>
                    <a:pt x="78260" y="118260"/>
                    <a:pt x="40000" y="11826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Shape 6820"/>
            <p:cNvSpPr/>
            <p:nvPr/>
          </p:nvSpPr>
          <p:spPr>
            <a:xfrm>
              <a:off x="8056717" y="5098862"/>
              <a:ext cx="56154" cy="634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2941" y="118938"/>
                  </a:moveTo>
                  <a:lnTo>
                    <a:pt x="52941" y="118938"/>
                  </a:lnTo>
                  <a:cubicBezTo>
                    <a:pt x="38823" y="118938"/>
                    <a:pt x="38823" y="118938"/>
                    <a:pt x="25882" y="107256"/>
                  </a:cubicBezTo>
                  <a:cubicBezTo>
                    <a:pt x="12941" y="95575"/>
                    <a:pt x="12941" y="83893"/>
                    <a:pt x="12941" y="71150"/>
                  </a:cubicBezTo>
                  <a:lnTo>
                    <a:pt x="12941" y="71150"/>
                  </a:lnTo>
                  <a:cubicBezTo>
                    <a:pt x="12941" y="47787"/>
                    <a:pt x="0" y="23362"/>
                    <a:pt x="12941" y="11681"/>
                  </a:cubicBezTo>
                  <a:cubicBezTo>
                    <a:pt x="25882" y="11681"/>
                    <a:pt x="25882" y="0"/>
                    <a:pt x="52941" y="0"/>
                  </a:cubicBezTo>
                  <a:cubicBezTo>
                    <a:pt x="78823" y="0"/>
                    <a:pt x="91764" y="23362"/>
                    <a:pt x="105882" y="36106"/>
                  </a:cubicBezTo>
                  <a:lnTo>
                    <a:pt x="105882" y="36106"/>
                  </a:lnTo>
                  <a:cubicBezTo>
                    <a:pt x="118823" y="47787"/>
                    <a:pt x="118823" y="59469"/>
                    <a:pt x="118823" y="83893"/>
                  </a:cubicBezTo>
                  <a:cubicBezTo>
                    <a:pt x="105882" y="95575"/>
                    <a:pt x="91764" y="118938"/>
                    <a:pt x="65882" y="118938"/>
                  </a:cubicBezTo>
                  <a:cubicBezTo>
                    <a:pt x="52941" y="118938"/>
                    <a:pt x="52941" y="118938"/>
                    <a:pt x="52941" y="11893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Shape 6821"/>
            <p:cNvSpPr/>
            <p:nvPr/>
          </p:nvSpPr>
          <p:spPr>
            <a:xfrm>
              <a:off x="7951732" y="4937678"/>
              <a:ext cx="51272" cy="366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175" y="98823"/>
                  </a:moveTo>
                  <a:lnTo>
                    <a:pt x="104175" y="98823"/>
                  </a:lnTo>
                  <a:cubicBezTo>
                    <a:pt x="118681" y="77647"/>
                    <a:pt x="89670" y="58235"/>
                    <a:pt x="59340" y="38823"/>
                  </a:cubicBezTo>
                  <a:cubicBezTo>
                    <a:pt x="44835" y="0"/>
                    <a:pt x="0" y="38823"/>
                    <a:pt x="30329" y="58235"/>
                  </a:cubicBezTo>
                  <a:cubicBezTo>
                    <a:pt x="44835" y="98823"/>
                    <a:pt x="89670" y="118235"/>
                    <a:pt x="104175" y="98823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Shape 6822"/>
            <p:cNvSpPr/>
            <p:nvPr/>
          </p:nvSpPr>
          <p:spPr>
            <a:xfrm>
              <a:off x="7944409" y="4932792"/>
              <a:ext cx="63479" cy="5617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3893" y="118823"/>
                  </a:moveTo>
                  <a:lnTo>
                    <a:pt x="83893" y="118823"/>
                  </a:lnTo>
                  <a:lnTo>
                    <a:pt x="83893" y="118823"/>
                  </a:lnTo>
                  <a:cubicBezTo>
                    <a:pt x="59469" y="118823"/>
                    <a:pt x="24424" y="92941"/>
                    <a:pt x="11681" y="80000"/>
                  </a:cubicBezTo>
                  <a:cubicBezTo>
                    <a:pt x="0" y="65882"/>
                    <a:pt x="0" y="40000"/>
                    <a:pt x="11681" y="27058"/>
                  </a:cubicBezTo>
                  <a:cubicBezTo>
                    <a:pt x="11681" y="14117"/>
                    <a:pt x="36106" y="0"/>
                    <a:pt x="47787" y="0"/>
                  </a:cubicBezTo>
                  <a:cubicBezTo>
                    <a:pt x="59469" y="0"/>
                    <a:pt x="71150" y="0"/>
                    <a:pt x="83893" y="14117"/>
                  </a:cubicBezTo>
                  <a:cubicBezTo>
                    <a:pt x="95575" y="27058"/>
                    <a:pt x="118938" y="40000"/>
                    <a:pt x="118938" y="65882"/>
                  </a:cubicBezTo>
                  <a:cubicBezTo>
                    <a:pt x="118938" y="80000"/>
                    <a:pt x="118938" y="92941"/>
                    <a:pt x="107256" y="105882"/>
                  </a:cubicBezTo>
                  <a:cubicBezTo>
                    <a:pt x="107256" y="105882"/>
                    <a:pt x="95575" y="118823"/>
                    <a:pt x="83893" y="118823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Shape 6823"/>
            <p:cNvSpPr/>
            <p:nvPr/>
          </p:nvSpPr>
          <p:spPr>
            <a:xfrm>
              <a:off x="8037185" y="4949889"/>
              <a:ext cx="36621" cy="512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411" y="118681"/>
                  </a:moveTo>
                  <a:lnTo>
                    <a:pt x="79411" y="118681"/>
                  </a:lnTo>
                  <a:cubicBezTo>
                    <a:pt x="60000" y="104175"/>
                    <a:pt x="60000" y="73846"/>
                    <a:pt x="19411" y="88351"/>
                  </a:cubicBezTo>
                  <a:cubicBezTo>
                    <a:pt x="0" y="88351"/>
                    <a:pt x="60000" y="59340"/>
                    <a:pt x="60000" y="29010"/>
                  </a:cubicBezTo>
                  <a:cubicBezTo>
                    <a:pt x="79411" y="0"/>
                    <a:pt x="118235" y="59340"/>
                    <a:pt x="118235" y="73846"/>
                  </a:cubicBezTo>
                  <a:cubicBezTo>
                    <a:pt x="118235" y="104175"/>
                    <a:pt x="98823" y="118681"/>
                    <a:pt x="79411" y="118681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Shape 6824"/>
            <p:cNvSpPr/>
            <p:nvPr/>
          </p:nvSpPr>
          <p:spPr>
            <a:xfrm>
              <a:off x="8024978" y="4949889"/>
              <a:ext cx="63479" cy="634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150" y="118938"/>
                  </a:moveTo>
                  <a:lnTo>
                    <a:pt x="71150" y="118938"/>
                  </a:lnTo>
                  <a:cubicBezTo>
                    <a:pt x="71150" y="118938"/>
                    <a:pt x="59469" y="118938"/>
                    <a:pt x="59469" y="107256"/>
                  </a:cubicBezTo>
                  <a:cubicBezTo>
                    <a:pt x="46725" y="107256"/>
                    <a:pt x="46725" y="95575"/>
                    <a:pt x="35044" y="95575"/>
                  </a:cubicBezTo>
                  <a:lnTo>
                    <a:pt x="35044" y="95575"/>
                  </a:lnTo>
                  <a:cubicBezTo>
                    <a:pt x="23362" y="95575"/>
                    <a:pt x="11681" y="83893"/>
                    <a:pt x="11681" y="83893"/>
                  </a:cubicBezTo>
                  <a:cubicBezTo>
                    <a:pt x="0" y="59469"/>
                    <a:pt x="11681" y="47787"/>
                    <a:pt x="23362" y="36106"/>
                  </a:cubicBezTo>
                  <a:cubicBezTo>
                    <a:pt x="35044" y="36106"/>
                    <a:pt x="35044" y="23362"/>
                    <a:pt x="35044" y="11681"/>
                  </a:cubicBezTo>
                  <a:cubicBezTo>
                    <a:pt x="46725" y="0"/>
                    <a:pt x="59469" y="0"/>
                    <a:pt x="71150" y="0"/>
                  </a:cubicBezTo>
                  <a:cubicBezTo>
                    <a:pt x="71150" y="0"/>
                    <a:pt x="82831" y="0"/>
                    <a:pt x="94513" y="11681"/>
                  </a:cubicBezTo>
                  <a:cubicBezTo>
                    <a:pt x="107256" y="23362"/>
                    <a:pt x="118938" y="47787"/>
                    <a:pt x="118938" y="59469"/>
                  </a:cubicBezTo>
                  <a:cubicBezTo>
                    <a:pt x="107256" y="95575"/>
                    <a:pt x="94513" y="118938"/>
                    <a:pt x="71150" y="11893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Shape 6825"/>
            <p:cNvSpPr/>
            <p:nvPr/>
          </p:nvSpPr>
          <p:spPr>
            <a:xfrm>
              <a:off x="7932200" y="4813126"/>
              <a:ext cx="36622" cy="8059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8823" y="119183"/>
                  </a:moveTo>
                  <a:lnTo>
                    <a:pt x="38823" y="119183"/>
                  </a:lnTo>
                  <a:cubicBezTo>
                    <a:pt x="19411" y="119183"/>
                    <a:pt x="0" y="110204"/>
                    <a:pt x="19411" y="83265"/>
                  </a:cubicBezTo>
                  <a:cubicBezTo>
                    <a:pt x="38823" y="55510"/>
                    <a:pt x="58235" y="27755"/>
                    <a:pt x="58235" y="9795"/>
                  </a:cubicBezTo>
                  <a:cubicBezTo>
                    <a:pt x="58235" y="0"/>
                    <a:pt x="118235" y="9795"/>
                    <a:pt x="118235" y="36734"/>
                  </a:cubicBezTo>
                  <a:cubicBezTo>
                    <a:pt x="118235" y="73469"/>
                    <a:pt x="98823" y="119183"/>
                    <a:pt x="38823" y="119183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Shape 6826"/>
            <p:cNvSpPr/>
            <p:nvPr/>
          </p:nvSpPr>
          <p:spPr>
            <a:xfrm>
              <a:off x="7919993" y="4808242"/>
              <a:ext cx="63479" cy="1001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787" y="119337"/>
                  </a:moveTo>
                  <a:lnTo>
                    <a:pt x="47787" y="119337"/>
                  </a:lnTo>
                  <a:cubicBezTo>
                    <a:pt x="36106" y="119337"/>
                    <a:pt x="24424" y="112044"/>
                    <a:pt x="11681" y="112044"/>
                  </a:cubicBezTo>
                  <a:cubicBezTo>
                    <a:pt x="0" y="96795"/>
                    <a:pt x="0" y="82209"/>
                    <a:pt x="11681" y="74917"/>
                  </a:cubicBezTo>
                  <a:cubicBezTo>
                    <a:pt x="11681" y="59668"/>
                    <a:pt x="24424" y="52375"/>
                    <a:pt x="24424" y="37127"/>
                  </a:cubicBezTo>
                  <a:cubicBezTo>
                    <a:pt x="36106" y="29834"/>
                    <a:pt x="36106" y="22541"/>
                    <a:pt x="36106" y="15248"/>
                  </a:cubicBezTo>
                  <a:cubicBezTo>
                    <a:pt x="36106" y="7292"/>
                    <a:pt x="59469" y="0"/>
                    <a:pt x="72212" y="0"/>
                  </a:cubicBezTo>
                  <a:cubicBezTo>
                    <a:pt x="95575" y="0"/>
                    <a:pt x="118938" y="15248"/>
                    <a:pt x="118938" y="37127"/>
                  </a:cubicBezTo>
                  <a:cubicBezTo>
                    <a:pt x="118938" y="74917"/>
                    <a:pt x="107256" y="119337"/>
                    <a:pt x="59469" y="119337"/>
                  </a:cubicBezTo>
                  <a:cubicBezTo>
                    <a:pt x="47787" y="119337"/>
                    <a:pt x="47787" y="119337"/>
                    <a:pt x="47787" y="119337"/>
                  </a:cubicBezTo>
                  <a:close/>
                  <a:moveTo>
                    <a:pt x="72212" y="37127"/>
                  </a:moveTo>
                  <a:lnTo>
                    <a:pt x="72212" y="37127"/>
                  </a:lnTo>
                  <a:cubicBezTo>
                    <a:pt x="72212" y="45082"/>
                    <a:pt x="72212" y="45082"/>
                    <a:pt x="72212" y="52375"/>
                  </a:cubicBezTo>
                  <a:cubicBezTo>
                    <a:pt x="72212" y="59668"/>
                    <a:pt x="59469" y="66961"/>
                    <a:pt x="59469" y="82209"/>
                  </a:cubicBezTo>
                  <a:cubicBezTo>
                    <a:pt x="47787" y="82209"/>
                    <a:pt x="47787" y="89502"/>
                    <a:pt x="47787" y="89502"/>
                  </a:cubicBezTo>
                  <a:cubicBezTo>
                    <a:pt x="59469" y="89502"/>
                    <a:pt x="72212" y="66961"/>
                    <a:pt x="72212" y="37127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Shape 6827"/>
            <p:cNvSpPr/>
            <p:nvPr/>
          </p:nvSpPr>
          <p:spPr>
            <a:xfrm>
              <a:off x="8186115" y="5396808"/>
              <a:ext cx="43947" cy="879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000" y="34177"/>
                  </a:moveTo>
                  <a:lnTo>
                    <a:pt x="84000" y="34177"/>
                  </a:lnTo>
                  <a:cubicBezTo>
                    <a:pt x="51000" y="16708"/>
                    <a:pt x="51000" y="8354"/>
                    <a:pt x="33000" y="0"/>
                  </a:cubicBezTo>
                  <a:cubicBezTo>
                    <a:pt x="0" y="0"/>
                    <a:pt x="0" y="16708"/>
                    <a:pt x="0" y="42531"/>
                  </a:cubicBezTo>
                  <a:cubicBezTo>
                    <a:pt x="16500" y="60000"/>
                    <a:pt x="0" y="119240"/>
                    <a:pt x="33000" y="119240"/>
                  </a:cubicBezTo>
                  <a:cubicBezTo>
                    <a:pt x="67500" y="110886"/>
                    <a:pt x="67500" y="85063"/>
                    <a:pt x="100500" y="68354"/>
                  </a:cubicBezTo>
                  <a:cubicBezTo>
                    <a:pt x="118500" y="50886"/>
                    <a:pt x="84000" y="42531"/>
                    <a:pt x="84000" y="34177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Shape 6828"/>
            <p:cNvSpPr/>
            <p:nvPr/>
          </p:nvSpPr>
          <p:spPr>
            <a:xfrm>
              <a:off x="8173909" y="5384598"/>
              <a:ext cx="68361" cy="1123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2580" y="119408"/>
                  </a:moveTo>
                  <a:lnTo>
                    <a:pt x="42580" y="119408"/>
                  </a:lnTo>
                  <a:lnTo>
                    <a:pt x="42580" y="119408"/>
                  </a:lnTo>
                  <a:cubicBezTo>
                    <a:pt x="10645" y="119408"/>
                    <a:pt x="10645" y="93399"/>
                    <a:pt x="10645" y="66798"/>
                  </a:cubicBezTo>
                  <a:cubicBezTo>
                    <a:pt x="10645" y="60295"/>
                    <a:pt x="10645" y="53201"/>
                    <a:pt x="10645" y="46699"/>
                  </a:cubicBezTo>
                  <a:cubicBezTo>
                    <a:pt x="0" y="26600"/>
                    <a:pt x="0" y="20098"/>
                    <a:pt x="10645" y="7093"/>
                  </a:cubicBezTo>
                  <a:cubicBezTo>
                    <a:pt x="21290" y="7093"/>
                    <a:pt x="31935" y="0"/>
                    <a:pt x="42580" y="0"/>
                  </a:cubicBezTo>
                  <a:cubicBezTo>
                    <a:pt x="64838" y="7093"/>
                    <a:pt x="75483" y="13596"/>
                    <a:pt x="75483" y="20098"/>
                  </a:cubicBezTo>
                  <a:cubicBezTo>
                    <a:pt x="75483" y="26600"/>
                    <a:pt x="86129" y="26600"/>
                    <a:pt x="86129" y="33694"/>
                  </a:cubicBezTo>
                  <a:lnTo>
                    <a:pt x="86129" y="33694"/>
                  </a:lnTo>
                  <a:cubicBezTo>
                    <a:pt x="108387" y="46699"/>
                    <a:pt x="119032" y="60295"/>
                    <a:pt x="97741" y="73300"/>
                  </a:cubicBezTo>
                  <a:cubicBezTo>
                    <a:pt x="97741" y="79802"/>
                    <a:pt x="86129" y="86305"/>
                    <a:pt x="86129" y="86305"/>
                  </a:cubicBezTo>
                  <a:cubicBezTo>
                    <a:pt x="86129" y="99901"/>
                    <a:pt x="75483" y="112906"/>
                    <a:pt x="54193" y="119408"/>
                  </a:cubicBezTo>
                  <a:lnTo>
                    <a:pt x="42580" y="119408"/>
                  </a:lnTo>
                  <a:close/>
                  <a:moveTo>
                    <a:pt x="42580" y="40197"/>
                  </a:moveTo>
                  <a:lnTo>
                    <a:pt x="42580" y="40197"/>
                  </a:lnTo>
                  <a:cubicBezTo>
                    <a:pt x="54193" y="46699"/>
                    <a:pt x="54193" y="60295"/>
                    <a:pt x="54193" y="66798"/>
                  </a:cubicBezTo>
                  <a:lnTo>
                    <a:pt x="54193" y="73300"/>
                  </a:lnTo>
                  <a:cubicBezTo>
                    <a:pt x="54193" y="66798"/>
                    <a:pt x="54193" y="60295"/>
                    <a:pt x="64838" y="60295"/>
                  </a:cubicBezTo>
                  <a:lnTo>
                    <a:pt x="64838" y="60295"/>
                  </a:lnTo>
                  <a:cubicBezTo>
                    <a:pt x="64838" y="53201"/>
                    <a:pt x="64838" y="53201"/>
                    <a:pt x="64838" y="53201"/>
                  </a:cubicBezTo>
                  <a:cubicBezTo>
                    <a:pt x="54193" y="53201"/>
                    <a:pt x="54193" y="46699"/>
                    <a:pt x="54193" y="46699"/>
                  </a:cubicBezTo>
                  <a:cubicBezTo>
                    <a:pt x="54193" y="46699"/>
                    <a:pt x="54193" y="46699"/>
                    <a:pt x="42580" y="40197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Shape 6829"/>
            <p:cNvSpPr/>
            <p:nvPr/>
          </p:nvSpPr>
          <p:spPr>
            <a:xfrm>
              <a:off x="8335047" y="5484728"/>
              <a:ext cx="75684" cy="12455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705" y="35733"/>
                  </a:moveTo>
                  <a:lnTo>
                    <a:pt x="39705" y="35733"/>
                  </a:lnTo>
                  <a:cubicBezTo>
                    <a:pt x="30000" y="29866"/>
                    <a:pt x="30000" y="5866"/>
                    <a:pt x="9705" y="5866"/>
                  </a:cubicBezTo>
                  <a:cubicBezTo>
                    <a:pt x="0" y="0"/>
                    <a:pt x="0" y="53866"/>
                    <a:pt x="0" y="59733"/>
                  </a:cubicBezTo>
                  <a:cubicBezTo>
                    <a:pt x="0" y="71466"/>
                    <a:pt x="49411" y="83733"/>
                    <a:pt x="49411" y="95466"/>
                  </a:cubicBezTo>
                  <a:cubicBezTo>
                    <a:pt x="49411" y="107733"/>
                    <a:pt x="89117" y="119466"/>
                    <a:pt x="98823" y="113600"/>
                  </a:cubicBezTo>
                  <a:cubicBezTo>
                    <a:pt x="119117" y="101866"/>
                    <a:pt x="89117" y="83733"/>
                    <a:pt x="69705" y="77866"/>
                  </a:cubicBezTo>
                  <a:cubicBezTo>
                    <a:pt x="59117" y="65600"/>
                    <a:pt x="39705" y="35733"/>
                    <a:pt x="39705" y="35733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Shape 6830"/>
            <p:cNvSpPr/>
            <p:nvPr/>
          </p:nvSpPr>
          <p:spPr>
            <a:xfrm>
              <a:off x="8322839" y="5479842"/>
              <a:ext cx="92777" cy="1367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337" y="119514"/>
                  </a:moveTo>
                  <a:lnTo>
                    <a:pt x="87337" y="119514"/>
                  </a:lnTo>
                  <a:lnTo>
                    <a:pt x="87337" y="119514"/>
                  </a:lnTo>
                  <a:cubicBezTo>
                    <a:pt x="63195" y="119514"/>
                    <a:pt x="39763" y="108825"/>
                    <a:pt x="39763" y="92307"/>
                  </a:cubicBezTo>
                  <a:cubicBezTo>
                    <a:pt x="39763" y="92307"/>
                    <a:pt x="31242" y="86963"/>
                    <a:pt x="23431" y="81619"/>
                  </a:cubicBezTo>
                  <a:cubicBezTo>
                    <a:pt x="7810" y="76275"/>
                    <a:pt x="0" y="70445"/>
                    <a:pt x="0" y="65101"/>
                  </a:cubicBezTo>
                  <a:cubicBezTo>
                    <a:pt x="0" y="54412"/>
                    <a:pt x="0" y="16032"/>
                    <a:pt x="15621" y="5344"/>
                  </a:cubicBezTo>
                  <a:cubicBezTo>
                    <a:pt x="15621" y="0"/>
                    <a:pt x="23431" y="0"/>
                    <a:pt x="23431" y="0"/>
                  </a:cubicBezTo>
                  <a:cubicBezTo>
                    <a:pt x="31242" y="0"/>
                    <a:pt x="31242" y="0"/>
                    <a:pt x="31242" y="0"/>
                  </a:cubicBezTo>
                  <a:cubicBezTo>
                    <a:pt x="47573" y="0"/>
                    <a:pt x="47573" y="10688"/>
                    <a:pt x="55384" y="21376"/>
                  </a:cubicBezTo>
                  <a:cubicBezTo>
                    <a:pt x="55384" y="27206"/>
                    <a:pt x="55384" y="32550"/>
                    <a:pt x="63195" y="32550"/>
                  </a:cubicBezTo>
                  <a:lnTo>
                    <a:pt x="63195" y="32550"/>
                  </a:lnTo>
                  <a:lnTo>
                    <a:pt x="63195" y="32550"/>
                  </a:lnTo>
                  <a:cubicBezTo>
                    <a:pt x="71715" y="48582"/>
                    <a:pt x="79526" y="59757"/>
                    <a:pt x="79526" y="65101"/>
                  </a:cubicBezTo>
                  <a:cubicBezTo>
                    <a:pt x="87337" y="70445"/>
                    <a:pt x="119289" y="86963"/>
                    <a:pt x="119289" y="98137"/>
                  </a:cubicBezTo>
                  <a:cubicBezTo>
                    <a:pt x="119289" y="103481"/>
                    <a:pt x="119289" y="108825"/>
                    <a:pt x="111479" y="114170"/>
                  </a:cubicBezTo>
                  <a:cubicBezTo>
                    <a:pt x="103668" y="119514"/>
                    <a:pt x="95147" y="119514"/>
                    <a:pt x="87337" y="119514"/>
                  </a:cubicBezTo>
                  <a:close/>
                  <a:moveTo>
                    <a:pt x="63195" y="81619"/>
                  </a:moveTo>
                  <a:lnTo>
                    <a:pt x="63195" y="81619"/>
                  </a:lnTo>
                  <a:cubicBezTo>
                    <a:pt x="71715" y="86963"/>
                    <a:pt x="71715" y="92307"/>
                    <a:pt x="71715" y="92307"/>
                  </a:cubicBezTo>
                  <a:cubicBezTo>
                    <a:pt x="71715" y="98137"/>
                    <a:pt x="79526" y="98137"/>
                    <a:pt x="87337" y="98137"/>
                  </a:cubicBezTo>
                  <a:lnTo>
                    <a:pt x="87337" y="98137"/>
                  </a:lnTo>
                  <a:cubicBezTo>
                    <a:pt x="87337" y="98137"/>
                    <a:pt x="79526" y="92307"/>
                    <a:pt x="63195" y="81619"/>
                  </a:cubicBezTo>
                  <a:close/>
                  <a:moveTo>
                    <a:pt x="31242" y="59757"/>
                  </a:moveTo>
                  <a:lnTo>
                    <a:pt x="31242" y="59757"/>
                  </a:lnTo>
                  <a:lnTo>
                    <a:pt x="39763" y="65101"/>
                  </a:lnTo>
                  <a:cubicBezTo>
                    <a:pt x="47573" y="70445"/>
                    <a:pt x="47573" y="70445"/>
                    <a:pt x="47573" y="70445"/>
                  </a:cubicBezTo>
                  <a:cubicBezTo>
                    <a:pt x="39763" y="59757"/>
                    <a:pt x="39763" y="48582"/>
                    <a:pt x="31242" y="43238"/>
                  </a:cubicBezTo>
                  <a:lnTo>
                    <a:pt x="31242" y="37894"/>
                  </a:lnTo>
                  <a:cubicBezTo>
                    <a:pt x="31242" y="48582"/>
                    <a:pt x="31242" y="54412"/>
                    <a:pt x="31242" y="59757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Shape 6831"/>
            <p:cNvSpPr/>
            <p:nvPr/>
          </p:nvSpPr>
          <p:spPr>
            <a:xfrm>
              <a:off x="6542992" y="3777639"/>
              <a:ext cx="100099" cy="1733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254" y="8380"/>
                  </a:moveTo>
                  <a:lnTo>
                    <a:pt x="74254" y="8380"/>
                  </a:lnTo>
                  <a:cubicBezTo>
                    <a:pt x="74254" y="17142"/>
                    <a:pt x="81546" y="29714"/>
                    <a:pt x="96795" y="38476"/>
                  </a:cubicBezTo>
                  <a:cubicBezTo>
                    <a:pt x="119337" y="42666"/>
                    <a:pt x="89502" y="72761"/>
                    <a:pt x="89502" y="85333"/>
                  </a:cubicBezTo>
                  <a:cubicBezTo>
                    <a:pt x="89502" y="98285"/>
                    <a:pt x="96795" y="119619"/>
                    <a:pt x="74254" y="106666"/>
                  </a:cubicBezTo>
                  <a:cubicBezTo>
                    <a:pt x="52375" y="94095"/>
                    <a:pt x="37127" y="89904"/>
                    <a:pt x="22541" y="89904"/>
                  </a:cubicBezTo>
                  <a:cubicBezTo>
                    <a:pt x="0" y="89904"/>
                    <a:pt x="29834" y="76952"/>
                    <a:pt x="44419" y="68571"/>
                  </a:cubicBezTo>
                  <a:cubicBezTo>
                    <a:pt x="66961" y="55619"/>
                    <a:pt x="74254" y="38476"/>
                    <a:pt x="59668" y="25523"/>
                  </a:cubicBezTo>
                  <a:cubicBezTo>
                    <a:pt x="44419" y="8380"/>
                    <a:pt x="74254" y="0"/>
                    <a:pt x="74254" y="838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Shape 6832"/>
            <p:cNvSpPr/>
            <p:nvPr/>
          </p:nvSpPr>
          <p:spPr>
            <a:xfrm>
              <a:off x="6535667" y="3772755"/>
              <a:ext cx="119633" cy="18072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140" y="119631"/>
                  </a:moveTo>
                  <a:lnTo>
                    <a:pt x="75140" y="119631"/>
                  </a:lnTo>
                  <a:cubicBezTo>
                    <a:pt x="68971" y="119631"/>
                    <a:pt x="62803" y="115582"/>
                    <a:pt x="62803" y="115582"/>
                  </a:cubicBezTo>
                  <a:cubicBezTo>
                    <a:pt x="43738" y="103067"/>
                    <a:pt x="37570" y="99018"/>
                    <a:pt x="25233" y="99018"/>
                  </a:cubicBezTo>
                  <a:cubicBezTo>
                    <a:pt x="12897" y="99018"/>
                    <a:pt x="6168" y="94969"/>
                    <a:pt x="6168" y="90920"/>
                  </a:cubicBezTo>
                  <a:cubicBezTo>
                    <a:pt x="0" y="82453"/>
                    <a:pt x="19065" y="74355"/>
                    <a:pt x="37570" y="65889"/>
                  </a:cubicBezTo>
                  <a:cubicBezTo>
                    <a:pt x="37570" y="61840"/>
                    <a:pt x="37570" y="61840"/>
                    <a:pt x="37570" y="61840"/>
                  </a:cubicBezTo>
                  <a:cubicBezTo>
                    <a:pt x="50467" y="53374"/>
                    <a:pt x="56635" y="41226"/>
                    <a:pt x="43738" y="32760"/>
                  </a:cubicBezTo>
                  <a:cubicBezTo>
                    <a:pt x="37570" y="24662"/>
                    <a:pt x="37570" y="16564"/>
                    <a:pt x="43738" y="8098"/>
                  </a:cubicBezTo>
                  <a:cubicBezTo>
                    <a:pt x="50467" y="4049"/>
                    <a:pt x="56635" y="0"/>
                    <a:pt x="62803" y="0"/>
                  </a:cubicBezTo>
                  <a:cubicBezTo>
                    <a:pt x="75140" y="0"/>
                    <a:pt x="81869" y="4049"/>
                    <a:pt x="81869" y="8098"/>
                  </a:cubicBezTo>
                  <a:cubicBezTo>
                    <a:pt x="81869" y="12147"/>
                    <a:pt x="81869" y="12147"/>
                    <a:pt x="81869" y="12147"/>
                  </a:cubicBezTo>
                  <a:cubicBezTo>
                    <a:pt x="81869" y="20613"/>
                    <a:pt x="88037" y="28711"/>
                    <a:pt x="94205" y="32760"/>
                  </a:cubicBezTo>
                  <a:cubicBezTo>
                    <a:pt x="119439" y="41226"/>
                    <a:pt x="107102" y="57791"/>
                    <a:pt x="100373" y="70306"/>
                  </a:cubicBezTo>
                  <a:cubicBezTo>
                    <a:pt x="94205" y="78404"/>
                    <a:pt x="94205" y="82453"/>
                    <a:pt x="94205" y="86503"/>
                  </a:cubicBezTo>
                  <a:cubicBezTo>
                    <a:pt x="94205" y="90920"/>
                    <a:pt x="94205" y="94969"/>
                    <a:pt x="94205" y="99018"/>
                  </a:cubicBezTo>
                  <a:cubicBezTo>
                    <a:pt x="94205" y="107116"/>
                    <a:pt x="94205" y="111165"/>
                    <a:pt x="88037" y="115582"/>
                  </a:cubicBezTo>
                  <a:cubicBezTo>
                    <a:pt x="88037" y="119631"/>
                    <a:pt x="81869" y="119631"/>
                    <a:pt x="75140" y="119631"/>
                  </a:cubicBezTo>
                  <a:close/>
                  <a:moveTo>
                    <a:pt x="37570" y="82453"/>
                  </a:moveTo>
                  <a:lnTo>
                    <a:pt x="37570" y="82453"/>
                  </a:lnTo>
                  <a:cubicBezTo>
                    <a:pt x="50467" y="86503"/>
                    <a:pt x="56635" y="90920"/>
                    <a:pt x="68971" y="94969"/>
                  </a:cubicBezTo>
                  <a:cubicBezTo>
                    <a:pt x="68971" y="90920"/>
                    <a:pt x="68971" y="90920"/>
                    <a:pt x="68971" y="86503"/>
                  </a:cubicBezTo>
                  <a:cubicBezTo>
                    <a:pt x="68971" y="78404"/>
                    <a:pt x="75140" y="74355"/>
                    <a:pt x="75140" y="65889"/>
                  </a:cubicBezTo>
                  <a:cubicBezTo>
                    <a:pt x="81869" y="61840"/>
                    <a:pt x="88037" y="49325"/>
                    <a:pt x="81869" y="45276"/>
                  </a:cubicBezTo>
                  <a:cubicBezTo>
                    <a:pt x="81869" y="45276"/>
                    <a:pt x="75140" y="45276"/>
                    <a:pt x="75140" y="41226"/>
                  </a:cubicBezTo>
                  <a:cubicBezTo>
                    <a:pt x="75140" y="53374"/>
                    <a:pt x="68971" y="65889"/>
                    <a:pt x="56635" y="74355"/>
                  </a:cubicBezTo>
                  <a:cubicBezTo>
                    <a:pt x="50467" y="78404"/>
                    <a:pt x="50467" y="78404"/>
                    <a:pt x="50467" y="78404"/>
                  </a:cubicBezTo>
                  <a:cubicBezTo>
                    <a:pt x="50467" y="78404"/>
                    <a:pt x="43738" y="82453"/>
                    <a:pt x="37570" y="82453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Shape 6833"/>
            <p:cNvSpPr/>
            <p:nvPr/>
          </p:nvSpPr>
          <p:spPr>
            <a:xfrm>
              <a:off x="6442891" y="3797178"/>
              <a:ext cx="68361" cy="366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096" y="58235"/>
                  </a:moveTo>
                  <a:lnTo>
                    <a:pt x="87096" y="58235"/>
                  </a:lnTo>
                  <a:cubicBezTo>
                    <a:pt x="64838" y="118235"/>
                    <a:pt x="21290" y="0"/>
                    <a:pt x="10645" y="19411"/>
                  </a:cubicBezTo>
                  <a:cubicBezTo>
                    <a:pt x="0" y="38823"/>
                    <a:pt x="10645" y="77647"/>
                    <a:pt x="31935" y="98823"/>
                  </a:cubicBezTo>
                  <a:cubicBezTo>
                    <a:pt x="64838" y="118235"/>
                    <a:pt x="87096" y="118235"/>
                    <a:pt x="97741" y="98823"/>
                  </a:cubicBezTo>
                  <a:cubicBezTo>
                    <a:pt x="119032" y="58235"/>
                    <a:pt x="97741" y="38823"/>
                    <a:pt x="87096" y="5823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Shape 6834"/>
            <p:cNvSpPr/>
            <p:nvPr/>
          </p:nvSpPr>
          <p:spPr>
            <a:xfrm>
              <a:off x="6430683" y="3789850"/>
              <a:ext cx="87894" cy="5617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949" y="118823"/>
                  </a:moveTo>
                  <a:lnTo>
                    <a:pt x="75949" y="118823"/>
                  </a:lnTo>
                  <a:lnTo>
                    <a:pt x="75949" y="118823"/>
                  </a:lnTo>
                  <a:cubicBezTo>
                    <a:pt x="59240" y="118823"/>
                    <a:pt x="50886" y="118823"/>
                    <a:pt x="33417" y="105882"/>
                  </a:cubicBezTo>
                  <a:cubicBezTo>
                    <a:pt x="8354" y="80000"/>
                    <a:pt x="8354" y="65882"/>
                    <a:pt x="8354" y="52941"/>
                  </a:cubicBezTo>
                  <a:cubicBezTo>
                    <a:pt x="0" y="40000"/>
                    <a:pt x="8354" y="14117"/>
                    <a:pt x="16708" y="14117"/>
                  </a:cubicBezTo>
                  <a:cubicBezTo>
                    <a:pt x="16708" y="0"/>
                    <a:pt x="25063" y="0"/>
                    <a:pt x="33417" y="0"/>
                  </a:cubicBezTo>
                  <a:cubicBezTo>
                    <a:pt x="41772" y="0"/>
                    <a:pt x="50886" y="14117"/>
                    <a:pt x="59240" y="27058"/>
                  </a:cubicBezTo>
                  <a:cubicBezTo>
                    <a:pt x="59240" y="27058"/>
                    <a:pt x="67594" y="40000"/>
                    <a:pt x="75949" y="40000"/>
                  </a:cubicBezTo>
                  <a:cubicBezTo>
                    <a:pt x="75949" y="27058"/>
                    <a:pt x="85063" y="27058"/>
                    <a:pt x="93417" y="27058"/>
                  </a:cubicBezTo>
                  <a:cubicBezTo>
                    <a:pt x="101772" y="27058"/>
                    <a:pt x="110126" y="27058"/>
                    <a:pt x="119240" y="40000"/>
                  </a:cubicBezTo>
                  <a:cubicBezTo>
                    <a:pt x="119240" y="65882"/>
                    <a:pt x="119240" y="80000"/>
                    <a:pt x="110126" y="92941"/>
                  </a:cubicBezTo>
                  <a:cubicBezTo>
                    <a:pt x="93417" y="105882"/>
                    <a:pt x="85063" y="118823"/>
                    <a:pt x="75949" y="118823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Shape 6835"/>
            <p:cNvSpPr/>
            <p:nvPr/>
          </p:nvSpPr>
          <p:spPr>
            <a:xfrm>
              <a:off x="7194870" y="3382005"/>
              <a:ext cx="136723" cy="23689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587" y="28384"/>
                  </a:moveTo>
                  <a:lnTo>
                    <a:pt x="65587" y="28384"/>
                  </a:lnTo>
                  <a:cubicBezTo>
                    <a:pt x="54412" y="18829"/>
                    <a:pt x="43724" y="0"/>
                    <a:pt x="27206" y="3091"/>
                  </a:cubicBezTo>
                  <a:cubicBezTo>
                    <a:pt x="10688" y="3091"/>
                    <a:pt x="0" y="18829"/>
                    <a:pt x="16518" y="31475"/>
                  </a:cubicBezTo>
                  <a:cubicBezTo>
                    <a:pt x="32550" y="44121"/>
                    <a:pt x="54412" y="62950"/>
                    <a:pt x="70931" y="75597"/>
                  </a:cubicBezTo>
                  <a:cubicBezTo>
                    <a:pt x="86963" y="84871"/>
                    <a:pt x="98137" y="107072"/>
                    <a:pt x="103481" y="113255"/>
                  </a:cubicBezTo>
                  <a:cubicBezTo>
                    <a:pt x="103481" y="119718"/>
                    <a:pt x="119514" y="113255"/>
                    <a:pt x="114170" y="100889"/>
                  </a:cubicBezTo>
                  <a:cubicBezTo>
                    <a:pt x="103481" y="88243"/>
                    <a:pt x="114170" y="75597"/>
                    <a:pt x="114170" y="66042"/>
                  </a:cubicBezTo>
                  <a:cubicBezTo>
                    <a:pt x="114170" y="56768"/>
                    <a:pt x="108825" y="56768"/>
                    <a:pt x="92307" y="59859"/>
                  </a:cubicBezTo>
                  <a:cubicBezTo>
                    <a:pt x="76275" y="62950"/>
                    <a:pt x="65587" y="59859"/>
                    <a:pt x="70931" y="47213"/>
                  </a:cubicBezTo>
                  <a:cubicBezTo>
                    <a:pt x="76275" y="37939"/>
                    <a:pt x="65587" y="28384"/>
                    <a:pt x="65587" y="28384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Shape 6836"/>
            <p:cNvSpPr/>
            <p:nvPr/>
          </p:nvSpPr>
          <p:spPr>
            <a:xfrm>
              <a:off x="7187546" y="3374678"/>
              <a:ext cx="148930" cy="2491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555" y="119732"/>
                  </a:moveTo>
                  <a:lnTo>
                    <a:pt x="99555" y="119732"/>
                  </a:lnTo>
                  <a:cubicBezTo>
                    <a:pt x="94666" y="119732"/>
                    <a:pt x="89333" y="116792"/>
                    <a:pt x="89333" y="110645"/>
                  </a:cubicBezTo>
                  <a:cubicBezTo>
                    <a:pt x="89333" y="104766"/>
                    <a:pt x="74666" y="86859"/>
                    <a:pt x="64888" y="77772"/>
                  </a:cubicBezTo>
                  <a:cubicBezTo>
                    <a:pt x="49777" y="68685"/>
                    <a:pt x="34666" y="53719"/>
                    <a:pt x="20000" y="44899"/>
                  </a:cubicBezTo>
                  <a:cubicBezTo>
                    <a:pt x="14666" y="41959"/>
                    <a:pt x="14666" y="39020"/>
                    <a:pt x="9777" y="35812"/>
                  </a:cubicBezTo>
                  <a:cubicBezTo>
                    <a:pt x="4888" y="29933"/>
                    <a:pt x="0" y="20846"/>
                    <a:pt x="4888" y="11759"/>
                  </a:cubicBezTo>
                  <a:cubicBezTo>
                    <a:pt x="9777" y="5879"/>
                    <a:pt x="20000" y="0"/>
                    <a:pt x="29777" y="0"/>
                  </a:cubicBezTo>
                  <a:cubicBezTo>
                    <a:pt x="29777" y="0"/>
                    <a:pt x="29777" y="0"/>
                    <a:pt x="34666" y="0"/>
                  </a:cubicBezTo>
                  <a:cubicBezTo>
                    <a:pt x="49777" y="0"/>
                    <a:pt x="59555" y="8819"/>
                    <a:pt x="69777" y="20846"/>
                  </a:cubicBezTo>
                  <a:cubicBezTo>
                    <a:pt x="69777" y="20846"/>
                    <a:pt x="69777" y="23786"/>
                    <a:pt x="74666" y="26993"/>
                  </a:cubicBezTo>
                  <a:cubicBezTo>
                    <a:pt x="74666" y="26993"/>
                    <a:pt x="84444" y="39020"/>
                    <a:pt x="79555" y="50779"/>
                  </a:cubicBezTo>
                  <a:lnTo>
                    <a:pt x="79555" y="53719"/>
                  </a:lnTo>
                  <a:lnTo>
                    <a:pt x="84444" y="53719"/>
                  </a:lnTo>
                  <a:cubicBezTo>
                    <a:pt x="89333" y="50779"/>
                    <a:pt x="94666" y="50779"/>
                    <a:pt x="99555" y="50779"/>
                  </a:cubicBezTo>
                  <a:cubicBezTo>
                    <a:pt x="109333" y="50779"/>
                    <a:pt x="109333" y="53719"/>
                    <a:pt x="114222" y="53719"/>
                  </a:cubicBezTo>
                  <a:cubicBezTo>
                    <a:pt x="119555" y="56926"/>
                    <a:pt x="119555" y="59866"/>
                    <a:pt x="119555" y="65746"/>
                  </a:cubicBezTo>
                  <a:cubicBezTo>
                    <a:pt x="119555" y="68685"/>
                    <a:pt x="119555" y="71893"/>
                    <a:pt x="114222" y="74832"/>
                  </a:cubicBezTo>
                  <a:cubicBezTo>
                    <a:pt x="114222" y="80712"/>
                    <a:pt x="114222" y="89799"/>
                    <a:pt x="114222" y="95679"/>
                  </a:cubicBezTo>
                  <a:cubicBezTo>
                    <a:pt x="119555" y="104766"/>
                    <a:pt x="119555" y="110645"/>
                    <a:pt x="114222" y="113853"/>
                  </a:cubicBezTo>
                  <a:cubicBezTo>
                    <a:pt x="109333" y="116792"/>
                    <a:pt x="104444" y="119732"/>
                    <a:pt x="99555" y="119732"/>
                  </a:cubicBezTo>
                  <a:close/>
                  <a:moveTo>
                    <a:pt x="64888" y="62806"/>
                  </a:moveTo>
                  <a:lnTo>
                    <a:pt x="64888" y="62806"/>
                  </a:lnTo>
                  <a:cubicBezTo>
                    <a:pt x="69777" y="65746"/>
                    <a:pt x="74666" y="68685"/>
                    <a:pt x="74666" y="68685"/>
                  </a:cubicBezTo>
                  <a:cubicBezTo>
                    <a:pt x="84444" y="74832"/>
                    <a:pt x="89333" y="80712"/>
                    <a:pt x="94666" y="86859"/>
                  </a:cubicBezTo>
                  <a:cubicBezTo>
                    <a:pt x="94666" y="80712"/>
                    <a:pt x="94666" y="77772"/>
                    <a:pt x="99555" y="71893"/>
                  </a:cubicBezTo>
                  <a:cubicBezTo>
                    <a:pt x="99555" y="68685"/>
                    <a:pt x="99555" y="68685"/>
                    <a:pt x="99555" y="65746"/>
                  </a:cubicBezTo>
                  <a:lnTo>
                    <a:pt x="99555" y="62806"/>
                  </a:lnTo>
                  <a:cubicBezTo>
                    <a:pt x="99555" y="62806"/>
                    <a:pt x="94666" y="62806"/>
                    <a:pt x="94666" y="65746"/>
                  </a:cubicBezTo>
                  <a:cubicBezTo>
                    <a:pt x="79555" y="65746"/>
                    <a:pt x="74666" y="65746"/>
                    <a:pt x="64888" y="62806"/>
                  </a:cubicBezTo>
                  <a:close/>
                  <a:moveTo>
                    <a:pt x="34666" y="11759"/>
                  </a:moveTo>
                  <a:lnTo>
                    <a:pt x="34666" y="11759"/>
                  </a:lnTo>
                  <a:cubicBezTo>
                    <a:pt x="29777" y="11759"/>
                    <a:pt x="24888" y="11759"/>
                    <a:pt x="24888" y="17906"/>
                  </a:cubicBezTo>
                  <a:cubicBezTo>
                    <a:pt x="20000" y="17906"/>
                    <a:pt x="20000" y="23786"/>
                    <a:pt x="24888" y="29933"/>
                  </a:cubicBezTo>
                  <a:cubicBezTo>
                    <a:pt x="29777" y="32873"/>
                    <a:pt x="34666" y="32873"/>
                    <a:pt x="34666" y="35812"/>
                  </a:cubicBezTo>
                  <a:cubicBezTo>
                    <a:pt x="44888" y="44899"/>
                    <a:pt x="54666" y="50779"/>
                    <a:pt x="64888" y="59866"/>
                  </a:cubicBezTo>
                  <a:cubicBezTo>
                    <a:pt x="59555" y="56926"/>
                    <a:pt x="59555" y="50779"/>
                    <a:pt x="59555" y="47839"/>
                  </a:cubicBezTo>
                  <a:cubicBezTo>
                    <a:pt x="64888" y="39020"/>
                    <a:pt x="54666" y="32873"/>
                    <a:pt x="54666" y="32873"/>
                  </a:cubicBezTo>
                  <a:lnTo>
                    <a:pt x="54666" y="32873"/>
                  </a:lnTo>
                  <a:cubicBezTo>
                    <a:pt x="54666" y="29933"/>
                    <a:pt x="54666" y="26993"/>
                    <a:pt x="49777" y="26993"/>
                  </a:cubicBezTo>
                  <a:cubicBezTo>
                    <a:pt x="44888" y="20846"/>
                    <a:pt x="40000" y="11759"/>
                    <a:pt x="34666" y="11759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Shape 6837"/>
            <p:cNvSpPr/>
            <p:nvPr/>
          </p:nvSpPr>
          <p:spPr>
            <a:xfrm>
              <a:off x="7392632" y="3716585"/>
              <a:ext cx="80567" cy="10013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2191" y="44666"/>
                  </a:moveTo>
                  <a:lnTo>
                    <a:pt x="82191" y="44666"/>
                  </a:lnTo>
                  <a:cubicBezTo>
                    <a:pt x="64109" y="37333"/>
                    <a:pt x="46027" y="30000"/>
                    <a:pt x="36986" y="15333"/>
                  </a:cubicBezTo>
                  <a:cubicBezTo>
                    <a:pt x="27123" y="7333"/>
                    <a:pt x="0" y="0"/>
                    <a:pt x="0" y="15333"/>
                  </a:cubicBezTo>
                  <a:cubicBezTo>
                    <a:pt x="0" y="30000"/>
                    <a:pt x="46027" y="44666"/>
                    <a:pt x="46027" y="74666"/>
                  </a:cubicBezTo>
                  <a:cubicBezTo>
                    <a:pt x="55068" y="104666"/>
                    <a:pt x="82191" y="119333"/>
                    <a:pt x="101095" y="104666"/>
                  </a:cubicBezTo>
                  <a:cubicBezTo>
                    <a:pt x="119178" y="89333"/>
                    <a:pt x="92054" y="52666"/>
                    <a:pt x="82191" y="44666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Shape 6838"/>
            <p:cNvSpPr/>
            <p:nvPr/>
          </p:nvSpPr>
          <p:spPr>
            <a:xfrm>
              <a:off x="7380424" y="3709258"/>
              <a:ext cx="100101" cy="1050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2000" y="119371"/>
                  </a:moveTo>
                  <a:lnTo>
                    <a:pt x="82000" y="119371"/>
                  </a:lnTo>
                  <a:lnTo>
                    <a:pt x="82000" y="119371"/>
                  </a:lnTo>
                  <a:cubicBezTo>
                    <a:pt x="60000" y="119371"/>
                    <a:pt x="45333" y="105549"/>
                    <a:pt x="37333" y="77277"/>
                  </a:cubicBezTo>
                  <a:cubicBezTo>
                    <a:pt x="37333" y="70366"/>
                    <a:pt x="30000" y="56544"/>
                    <a:pt x="22666" y="49005"/>
                  </a:cubicBezTo>
                  <a:cubicBezTo>
                    <a:pt x="15333" y="42094"/>
                    <a:pt x="0" y="35183"/>
                    <a:pt x="0" y="21361"/>
                  </a:cubicBezTo>
                  <a:cubicBezTo>
                    <a:pt x="0" y="21361"/>
                    <a:pt x="0" y="13821"/>
                    <a:pt x="8000" y="6910"/>
                  </a:cubicBezTo>
                  <a:cubicBezTo>
                    <a:pt x="15333" y="0"/>
                    <a:pt x="15333" y="0"/>
                    <a:pt x="30000" y="0"/>
                  </a:cubicBezTo>
                  <a:cubicBezTo>
                    <a:pt x="37333" y="0"/>
                    <a:pt x="52666" y="6910"/>
                    <a:pt x="60000" y="13821"/>
                  </a:cubicBezTo>
                  <a:cubicBezTo>
                    <a:pt x="67333" y="21361"/>
                    <a:pt x="74666" y="35183"/>
                    <a:pt x="90000" y="42094"/>
                  </a:cubicBezTo>
                  <a:cubicBezTo>
                    <a:pt x="104666" y="42094"/>
                    <a:pt x="112000" y="70366"/>
                    <a:pt x="119333" y="84188"/>
                  </a:cubicBezTo>
                  <a:cubicBezTo>
                    <a:pt x="119333" y="98638"/>
                    <a:pt x="112000" y="105549"/>
                    <a:pt x="104666" y="112460"/>
                  </a:cubicBezTo>
                  <a:cubicBezTo>
                    <a:pt x="97333" y="119371"/>
                    <a:pt x="90000" y="119371"/>
                    <a:pt x="82000" y="119371"/>
                  </a:cubicBezTo>
                  <a:close/>
                  <a:moveTo>
                    <a:pt x="67333" y="56544"/>
                  </a:moveTo>
                  <a:lnTo>
                    <a:pt x="67333" y="56544"/>
                  </a:lnTo>
                  <a:cubicBezTo>
                    <a:pt x="67333" y="63455"/>
                    <a:pt x="67333" y="70366"/>
                    <a:pt x="67333" y="77277"/>
                  </a:cubicBezTo>
                  <a:cubicBezTo>
                    <a:pt x="74666" y="91099"/>
                    <a:pt x="82000" y="98638"/>
                    <a:pt x="82000" y="98638"/>
                  </a:cubicBezTo>
                  <a:cubicBezTo>
                    <a:pt x="82000" y="98638"/>
                    <a:pt x="82000" y="98638"/>
                    <a:pt x="90000" y="91099"/>
                  </a:cubicBezTo>
                  <a:lnTo>
                    <a:pt x="90000" y="91099"/>
                  </a:lnTo>
                  <a:cubicBezTo>
                    <a:pt x="90000" y="77277"/>
                    <a:pt x="82000" y="63455"/>
                    <a:pt x="74666" y="63455"/>
                  </a:cubicBezTo>
                  <a:lnTo>
                    <a:pt x="67333" y="56544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Shape 6839"/>
            <p:cNvSpPr/>
            <p:nvPr/>
          </p:nvSpPr>
          <p:spPr>
            <a:xfrm>
              <a:off x="7356009" y="3653087"/>
              <a:ext cx="56155" cy="5128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941" y="102857"/>
                  </a:moveTo>
                  <a:lnTo>
                    <a:pt x="92941" y="102857"/>
                  </a:lnTo>
                  <a:cubicBezTo>
                    <a:pt x="80000" y="118681"/>
                    <a:pt x="0" y="29010"/>
                    <a:pt x="27058" y="14505"/>
                  </a:cubicBezTo>
                  <a:cubicBezTo>
                    <a:pt x="52941" y="0"/>
                    <a:pt x="40000" y="14505"/>
                    <a:pt x="52941" y="59340"/>
                  </a:cubicBezTo>
                  <a:cubicBezTo>
                    <a:pt x="80000" y="88351"/>
                    <a:pt x="118823" y="73846"/>
                    <a:pt x="92941" y="102857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Shape 6840"/>
            <p:cNvSpPr/>
            <p:nvPr/>
          </p:nvSpPr>
          <p:spPr>
            <a:xfrm>
              <a:off x="7348685" y="3648203"/>
              <a:ext cx="68361" cy="634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6400" y="118938"/>
                  </a:moveTo>
                  <a:lnTo>
                    <a:pt x="86400" y="118938"/>
                  </a:lnTo>
                  <a:cubicBezTo>
                    <a:pt x="53760" y="118938"/>
                    <a:pt x="22080" y="71150"/>
                    <a:pt x="10560" y="46725"/>
                  </a:cubicBezTo>
                  <a:cubicBezTo>
                    <a:pt x="0" y="35044"/>
                    <a:pt x="10560" y="11681"/>
                    <a:pt x="22080" y="11681"/>
                  </a:cubicBezTo>
                  <a:cubicBezTo>
                    <a:pt x="22080" y="0"/>
                    <a:pt x="32640" y="0"/>
                    <a:pt x="43200" y="0"/>
                  </a:cubicBezTo>
                  <a:cubicBezTo>
                    <a:pt x="65280" y="0"/>
                    <a:pt x="65280" y="11681"/>
                    <a:pt x="65280" y="23362"/>
                  </a:cubicBezTo>
                  <a:cubicBezTo>
                    <a:pt x="75840" y="35044"/>
                    <a:pt x="75840" y="35044"/>
                    <a:pt x="75840" y="46725"/>
                  </a:cubicBezTo>
                  <a:cubicBezTo>
                    <a:pt x="75840" y="46725"/>
                    <a:pt x="75840" y="46725"/>
                    <a:pt x="86400" y="59469"/>
                  </a:cubicBezTo>
                  <a:cubicBezTo>
                    <a:pt x="96960" y="59469"/>
                    <a:pt x="107520" y="59469"/>
                    <a:pt x="107520" y="71150"/>
                  </a:cubicBezTo>
                  <a:cubicBezTo>
                    <a:pt x="119040" y="82831"/>
                    <a:pt x="107520" y="107256"/>
                    <a:pt x="107520" y="107256"/>
                  </a:cubicBezTo>
                  <a:cubicBezTo>
                    <a:pt x="96960" y="118938"/>
                    <a:pt x="86400" y="118938"/>
                    <a:pt x="86400" y="11893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Shape 6841"/>
            <p:cNvSpPr/>
            <p:nvPr/>
          </p:nvSpPr>
          <p:spPr>
            <a:xfrm>
              <a:off x="7509822" y="3728796"/>
              <a:ext cx="36621" cy="488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8235" y="89333"/>
                  </a:moveTo>
                  <a:lnTo>
                    <a:pt x="58235" y="89333"/>
                  </a:lnTo>
                  <a:cubicBezTo>
                    <a:pt x="38823" y="118666"/>
                    <a:pt x="0" y="74666"/>
                    <a:pt x="19411" y="44000"/>
                  </a:cubicBezTo>
                  <a:cubicBezTo>
                    <a:pt x="19411" y="14666"/>
                    <a:pt x="58235" y="0"/>
                    <a:pt x="98823" y="14666"/>
                  </a:cubicBezTo>
                  <a:cubicBezTo>
                    <a:pt x="118235" y="29333"/>
                    <a:pt x="79411" y="58666"/>
                    <a:pt x="58235" y="89333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Shape 6842"/>
            <p:cNvSpPr/>
            <p:nvPr/>
          </p:nvSpPr>
          <p:spPr>
            <a:xfrm>
              <a:off x="7497614" y="3721469"/>
              <a:ext cx="68361" cy="5617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548" y="118823"/>
                  </a:moveTo>
                  <a:lnTo>
                    <a:pt x="43548" y="118823"/>
                  </a:lnTo>
                  <a:cubicBezTo>
                    <a:pt x="32903" y="118823"/>
                    <a:pt x="22258" y="118823"/>
                    <a:pt x="10645" y="105882"/>
                  </a:cubicBezTo>
                  <a:cubicBezTo>
                    <a:pt x="0" y="80000"/>
                    <a:pt x="0" y="65882"/>
                    <a:pt x="10645" y="52941"/>
                  </a:cubicBezTo>
                  <a:cubicBezTo>
                    <a:pt x="10645" y="27058"/>
                    <a:pt x="32903" y="0"/>
                    <a:pt x="65806" y="0"/>
                  </a:cubicBezTo>
                  <a:cubicBezTo>
                    <a:pt x="65806" y="0"/>
                    <a:pt x="76451" y="0"/>
                    <a:pt x="87096" y="0"/>
                  </a:cubicBezTo>
                  <a:cubicBezTo>
                    <a:pt x="119032" y="40000"/>
                    <a:pt x="97741" y="80000"/>
                    <a:pt x="87096" y="92941"/>
                  </a:cubicBezTo>
                  <a:cubicBezTo>
                    <a:pt x="76451" y="92941"/>
                    <a:pt x="76451" y="92941"/>
                    <a:pt x="76451" y="105882"/>
                  </a:cubicBezTo>
                  <a:cubicBezTo>
                    <a:pt x="76451" y="118823"/>
                    <a:pt x="65806" y="118823"/>
                    <a:pt x="43548" y="118823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Shape 6843"/>
            <p:cNvSpPr/>
            <p:nvPr/>
          </p:nvSpPr>
          <p:spPr>
            <a:xfrm>
              <a:off x="7553770" y="3567612"/>
              <a:ext cx="100099" cy="1929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7333" y="34727"/>
                  </a:moveTo>
                  <a:lnTo>
                    <a:pt x="97333" y="34727"/>
                  </a:lnTo>
                  <a:cubicBezTo>
                    <a:pt x="89333" y="27163"/>
                    <a:pt x="82000" y="27163"/>
                    <a:pt x="89333" y="15472"/>
                  </a:cubicBezTo>
                  <a:cubicBezTo>
                    <a:pt x="89333" y="0"/>
                    <a:pt x="89333" y="0"/>
                    <a:pt x="52000" y="0"/>
                  </a:cubicBezTo>
                  <a:cubicBezTo>
                    <a:pt x="22666" y="0"/>
                    <a:pt x="22666" y="7908"/>
                    <a:pt x="30000" y="15472"/>
                  </a:cubicBezTo>
                  <a:cubicBezTo>
                    <a:pt x="44666" y="27163"/>
                    <a:pt x="14666" y="27163"/>
                    <a:pt x="30000" y="38510"/>
                  </a:cubicBezTo>
                  <a:cubicBezTo>
                    <a:pt x="37333" y="46418"/>
                    <a:pt x="37333" y="73237"/>
                    <a:pt x="22666" y="69455"/>
                  </a:cubicBezTo>
                  <a:cubicBezTo>
                    <a:pt x="0" y="65329"/>
                    <a:pt x="7333" y="77020"/>
                    <a:pt x="7333" y="80802"/>
                  </a:cubicBezTo>
                  <a:cubicBezTo>
                    <a:pt x="14666" y="84928"/>
                    <a:pt x="52000" y="77020"/>
                    <a:pt x="60000" y="92492"/>
                  </a:cubicBezTo>
                  <a:cubicBezTo>
                    <a:pt x="74666" y="107965"/>
                    <a:pt x="82000" y="119656"/>
                    <a:pt x="89333" y="107965"/>
                  </a:cubicBezTo>
                  <a:cubicBezTo>
                    <a:pt x="97333" y="92492"/>
                    <a:pt x="89333" y="77020"/>
                    <a:pt x="104666" y="65329"/>
                  </a:cubicBezTo>
                  <a:cubicBezTo>
                    <a:pt x="119333" y="53982"/>
                    <a:pt x="112000" y="46418"/>
                    <a:pt x="97333" y="34727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Shape 6844"/>
            <p:cNvSpPr/>
            <p:nvPr/>
          </p:nvSpPr>
          <p:spPr>
            <a:xfrm>
              <a:off x="7541561" y="3555400"/>
              <a:ext cx="131841" cy="20514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3728" y="119676"/>
                  </a:moveTo>
                  <a:lnTo>
                    <a:pt x="73728" y="119676"/>
                  </a:lnTo>
                  <a:lnTo>
                    <a:pt x="73728" y="119676"/>
                  </a:lnTo>
                  <a:cubicBezTo>
                    <a:pt x="62542" y="119676"/>
                    <a:pt x="56949" y="112237"/>
                    <a:pt x="50847" y="101563"/>
                  </a:cubicBezTo>
                  <a:lnTo>
                    <a:pt x="50847" y="97681"/>
                  </a:lnTo>
                  <a:cubicBezTo>
                    <a:pt x="45254" y="94123"/>
                    <a:pt x="39661" y="94123"/>
                    <a:pt x="28474" y="90566"/>
                  </a:cubicBezTo>
                  <a:cubicBezTo>
                    <a:pt x="22372" y="90566"/>
                    <a:pt x="11186" y="90566"/>
                    <a:pt x="11186" y="87008"/>
                  </a:cubicBezTo>
                  <a:cubicBezTo>
                    <a:pt x="5593" y="79568"/>
                    <a:pt x="0" y="72452"/>
                    <a:pt x="5593" y="68571"/>
                  </a:cubicBezTo>
                  <a:cubicBezTo>
                    <a:pt x="11186" y="65013"/>
                    <a:pt x="16779" y="65013"/>
                    <a:pt x="22372" y="65013"/>
                  </a:cubicBezTo>
                  <a:lnTo>
                    <a:pt x="22372" y="65013"/>
                  </a:lnTo>
                  <a:cubicBezTo>
                    <a:pt x="22372" y="65013"/>
                    <a:pt x="22372" y="65013"/>
                    <a:pt x="28474" y="65013"/>
                  </a:cubicBezTo>
                  <a:cubicBezTo>
                    <a:pt x="28474" y="61455"/>
                    <a:pt x="28474" y="50781"/>
                    <a:pt x="22372" y="46900"/>
                  </a:cubicBezTo>
                  <a:cubicBezTo>
                    <a:pt x="16779" y="36226"/>
                    <a:pt x="22372" y="32668"/>
                    <a:pt x="28474" y="28787"/>
                  </a:cubicBezTo>
                  <a:cubicBezTo>
                    <a:pt x="28474" y="28787"/>
                    <a:pt x="28474" y="28787"/>
                    <a:pt x="28474" y="25229"/>
                  </a:cubicBezTo>
                  <a:lnTo>
                    <a:pt x="28474" y="25229"/>
                  </a:lnTo>
                  <a:cubicBezTo>
                    <a:pt x="16779" y="18113"/>
                    <a:pt x="22372" y="10673"/>
                    <a:pt x="22372" y="7115"/>
                  </a:cubicBezTo>
                  <a:cubicBezTo>
                    <a:pt x="28474" y="0"/>
                    <a:pt x="39661" y="0"/>
                    <a:pt x="50847" y="0"/>
                  </a:cubicBezTo>
                  <a:cubicBezTo>
                    <a:pt x="68135" y="0"/>
                    <a:pt x="79322" y="0"/>
                    <a:pt x="85423" y="3557"/>
                  </a:cubicBezTo>
                  <a:cubicBezTo>
                    <a:pt x="91016" y="7115"/>
                    <a:pt x="91016" y="14555"/>
                    <a:pt x="91016" y="21671"/>
                  </a:cubicBezTo>
                  <a:cubicBezTo>
                    <a:pt x="85423" y="28787"/>
                    <a:pt x="85423" y="28787"/>
                    <a:pt x="91016" y="32668"/>
                  </a:cubicBezTo>
                  <a:cubicBezTo>
                    <a:pt x="91016" y="32668"/>
                    <a:pt x="96610" y="32668"/>
                    <a:pt x="96610" y="36226"/>
                  </a:cubicBezTo>
                  <a:lnTo>
                    <a:pt x="96610" y="36226"/>
                  </a:lnTo>
                  <a:cubicBezTo>
                    <a:pt x="108305" y="46900"/>
                    <a:pt x="119491" y="57897"/>
                    <a:pt x="102203" y="72452"/>
                  </a:cubicBezTo>
                  <a:cubicBezTo>
                    <a:pt x="96610" y="76010"/>
                    <a:pt x="96610" y="87008"/>
                    <a:pt x="91016" y="94123"/>
                  </a:cubicBezTo>
                  <a:cubicBezTo>
                    <a:pt x="91016" y="97681"/>
                    <a:pt x="91016" y="105121"/>
                    <a:pt x="91016" y="108679"/>
                  </a:cubicBezTo>
                  <a:cubicBezTo>
                    <a:pt x="91016" y="112237"/>
                    <a:pt x="85423" y="119676"/>
                    <a:pt x="73728" y="119676"/>
                  </a:cubicBezTo>
                  <a:close/>
                  <a:moveTo>
                    <a:pt x="34067" y="79568"/>
                  </a:moveTo>
                  <a:lnTo>
                    <a:pt x="34067" y="79568"/>
                  </a:lnTo>
                  <a:cubicBezTo>
                    <a:pt x="45254" y="79568"/>
                    <a:pt x="62542" y="79568"/>
                    <a:pt x="68135" y="90566"/>
                  </a:cubicBezTo>
                  <a:cubicBezTo>
                    <a:pt x="68135" y="90566"/>
                    <a:pt x="68135" y="94123"/>
                    <a:pt x="73728" y="94123"/>
                  </a:cubicBezTo>
                  <a:cubicBezTo>
                    <a:pt x="73728" y="94123"/>
                    <a:pt x="73728" y="94123"/>
                    <a:pt x="73728" y="90566"/>
                  </a:cubicBezTo>
                  <a:cubicBezTo>
                    <a:pt x="73728" y="83126"/>
                    <a:pt x="73728" y="72452"/>
                    <a:pt x="85423" y="65013"/>
                  </a:cubicBezTo>
                  <a:cubicBezTo>
                    <a:pt x="91016" y="57897"/>
                    <a:pt x="91016" y="54339"/>
                    <a:pt x="79322" y="46900"/>
                  </a:cubicBezTo>
                  <a:cubicBezTo>
                    <a:pt x="79322" y="43342"/>
                    <a:pt x="79322" y="43342"/>
                    <a:pt x="79322" y="43342"/>
                  </a:cubicBezTo>
                  <a:cubicBezTo>
                    <a:pt x="73728" y="43342"/>
                    <a:pt x="73728" y="39784"/>
                    <a:pt x="73728" y="39784"/>
                  </a:cubicBezTo>
                  <a:cubicBezTo>
                    <a:pt x="68135" y="36226"/>
                    <a:pt x="62542" y="32668"/>
                    <a:pt x="68135" y="18113"/>
                  </a:cubicBezTo>
                  <a:cubicBezTo>
                    <a:pt x="68135" y="14555"/>
                    <a:pt x="68135" y="14555"/>
                    <a:pt x="68135" y="14555"/>
                  </a:cubicBezTo>
                  <a:cubicBezTo>
                    <a:pt x="62542" y="14555"/>
                    <a:pt x="56949" y="14555"/>
                    <a:pt x="50847" y="14555"/>
                  </a:cubicBezTo>
                  <a:cubicBezTo>
                    <a:pt x="45254" y="14555"/>
                    <a:pt x="45254" y="14555"/>
                    <a:pt x="45254" y="14555"/>
                  </a:cubicBezTo>
                  <a:lnTo>
                    <a:pt x="45254" y="18113"/>
                  </a:lnTo>
                  <a:cubicBezTo>
                    <a:pt x="56949" y="28787"/>
                    <a:pt x="45254" y="36226"/>
                    <a:pt x="45254" y="36226"/>
                  </a:cubicBezTo>
                  <a:cubicBezTo>
                    <a:pt x="39661" y="36226"/>
                    <a:pt x="39661" y="39784"/>
                    <a:pt x="39661" y="39784"/>
                  </a:cubicBezTo>
                  <a:lnTo>
                    <a:pt x="39661" y="39784"/>
                  </a:lnTo>
                  <a:cubicBezTo>
                    <a:pt x="45254" y="46900"/>
                    <a:pt x="50847" y="65013"/>
                    <a:pt x="45254" y="72452"/>
                  </a:cubicBezTo>
                  <a:cubicBezTo>
                    <a:pt x="39661" y="76010"/>
                    <a:pt x="39661" y="76010"/>
                    <a:pt x="34067" y="79568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Shape 6845"/>
            <p:cNvSpPr/>
            <p:nvPr/>
          </p:nvSpPr>
          <p:spPr>
            <a:xfrm>
              <a:off x="9192010" y="5533571"/>
              <a:ext cx="56155" cy="6838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705" y="97920"/>
                  </a:moveTo>
                  <a:lnTo>
                    <a:pt x="104705" y="97920"/>
                  </a:lnTo>
                  <a:cubicBezTo>
                    <a:pt x="118823" y="75840"/>
                    <a:pt x="104705" y="65280"/>
                    <a:pt x="78823" y="54720"/>
                  </a:cubicBezTo>
                  <a:cubicBezTo>
                    <a:pt x="51764" y="43200"/>
                    <a:pt x="38823" y="0"/>
                    <a:pt x="12941" y="22080"/>
                  </a:cubicBezTo>
                  <a:cubicBezTo>
                    <a:pt x="0" y="43200"/>
                    <a:pt x="0" y="65280"/>
                    <a:pt x="25882" y="65280"/>
                  </a:cubicBezTo>
                  <a:cubicBezTo>
                    <a:pt x="65882" y="65280"/>
                    <a:pt x="104705" y="119040"/>
                    <a:pt x="104705" y="9792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Shape 6846"/>
            <p:cNvSpPr/>
            <p:nvPr/>
          </p:nvSpPr>
          <p:spPr>
            <a:xfrm>
              <a:off x="9179803" y="5533571"/>
              <a:ext cx="80567" cy="6838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428" y="119040"/>
                  </a:moveTo>
                  <a:lnTo>
                    <a:pt x="91428" y="119040"/>
                  </a:lnTo>
                  <a:lnTo>
                    <a:pt x="91428" y="119040"/>
                  </a:lnTo>
                  <a:cubicBezTo>
                    <a:pt x="73469" y="119040"/>
                    <a:pt x="64489" y="119040"/>
                    <a:pt x="54693" y="108480"/>
                  </a:cubicBezTo>
                  <a:cubicBezTo>
                    <a:pt x="54693" y="97920"/>
                    <a:pt x="45714" y="86400"/>
                    <a:pt x="36734" y="86400"/>
                  </a:cubicBezTo>
                  <a:cubicBezTo>
                    <a:pt x="18775" y="86400"/>
                    <a:pt x="8979" y="65280"/>
                    <a:pt x="0" y="54720"/>
                  </a:cubicBezTo>
                  <a:cubicBezTo>
                    <a:pt x="0" y="54720"/>
                    <a:pt x="0" y="32640"/>
                    <a:pt x="18775" y="11520"/>
                  </a:cubicBezTo>
                  <a:cubicBezTo>
                    <a:pt x="27755" y="0"/>
                    <a:pt x="36734" y="0"/>
                    <a:pt x="36734" y="0"/>
                  </a:cubicBezTo>
                  <a:cubicBezTo>
                    <a:pt x="54693" y="0"/>
                    <a:pt x="64489" y="11520"/>
                    <a:pt x="73469" y="22080"/>
                  </a:cubicBezTo>
                  <a:cubicBezTo>
                    <a:pt x="82448" y="32640"/>
                    <a:pt x="82448" y="32640"/>
                    <a:pt x="82448" y="43200"/>
                  </a:cubicBezTo>
                  <a:cubicBezTo>
                    <a:pt x="101224" y="54720"/>
                    <a:pt x="119183" y="75840"/>
                    <a:pt x="110204" y="97920"/>
                  </a:cubicBezTo>
                  <a:cubicBezTo>
                    <a:pt x="110204" y="119040"/>
                    <a:pt x="91428" y="119040"/>
                    <a:pt x="91428" y="119040"/>
                  </a:cubicBezTo>
                  <a:close/>
                  <a:moveTo>
                    <a:pt x="36734" y="43200"/>
                  </a:moveTo>
                  <a:lnTo>
                    <a:pt x="36734" y="43200"/>
                  </a:lnTo>
                  <a:cubicBezTo>
                    <a:pt x="36734" y="43200"/>
                    <a:pt x="36734" y="43200"/>
                    <a:pt x="45714" y="43200"/>
                  </a:cubicBezTo>
                  <a:lnTo>
                    <a:pt x="45714" y="43200"/>
                  </a:lnTo>
                  <a:lnTo>
                    <a:pt x="36734" y="43200"/>
                  </a:ln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Shape 6847"/>
            <p:cNvSpPr/>
            <p:nvPr/>
          </p:nvSpPr>
          <p:spPr>
            <a:xfrm>
              <a:off x="9743788" y="6508003"/>
              <a:ext cx="36622" cy="4395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411" y="118481"/>
                  </a:moveTo>
                  <a:lnTo>
                    <a:pt x="79411" y="118481"/>
                  </a:lnTo>
                  <a:cubicBezTo>
                    <a:pt x="98823" y="85063"/>
                    <a:pt x="118235" y="33417"/>
                    <a:pt x="79411" y="16708"/>
                  </a:cubicBezTo>
                  <a:cubicBezTo>
                    <a:pt x="38823" y="0"/>
                    <a:pt x="0" y="33417"/>
                    <a:pt x="19411" y="68354"/>
                  </a:cubicBezTo>
                  <a:cubicBezTo>
                    <a:pt x="38823" y="101772"/>
                    <a:pt x="60000" y="118481"/>
                    <a:pt x="79411" y="118481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Shape 6848"/>
            <p:cNvSpPr/>
            <p:nvPr/>
          </p:nvSpPr>
          <p:spPr>
            <a:xfrm>
              <a:off x="9738904" y="6503119"/>
              <a:ext cx="48830" cy="634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118938"/>
                  </a:moveTo>
                  <a:lnTo>
                    <a:pt x="60000" y="118938"/>
                  </a:lnTo>
                  <a:lnTo>
                    <a:pt x="60000" y="118938"/>
                  </a:lnTo>
                  <a:cubicBezTo>
                    <a:pt x="44000" y="118938"/>
                    <a:pt x="29333" y="94513"/>
                    <a:pt x="0" y="71150"/>
                  </a:cubicBezTo>
                  <a:cubicBezTo>
                    <a:pt x="0" y="46725"/>
                    <a:pt x="0" y="35044"/>
                    <a:pt x="0" y="23362"/>
                  </a:cubicBezTo>
                  <a:cubicBezTo>
                    <a:pt x="14666" y="0"/>
                    <a:pt x="29333" y="0"/>
                    <a:pt x="60000" y="0"/>
                  </a:cubicBezTo>
                  <a:cubicBezTo>
                    <a:pt x="60000" y="0"/>
                    <a:pt x="74666" y="0"/>
                    <a:pt x="89333" y="0"/>
                  </a:cubicBezTo>
                  <a:cubicBezTo>
                    <a:pt x="104000" y="11681"/>
                    <a:pt x="104000" y="11681"/>
                    <a:pt x="104000" y="23362"/>
                  </a:cubicBezTo>
                  <a:cubicBezTo>
                    <a:pt x="118666" y="59469"/>
                    <a:pt x="104000" y="82831"/>
                    <a:pt x="89333" y="107256"/>
                  </a:cubicBezTo>
                  <a:cubicBezTo>
                    <a:pt x="89333" y="107256"/>
                    <a:pt x="74666" y="118938"/>
                    <a:pt x="60000" y="11893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Shape 6849"/>
            <p:cNvSpPr/>
            <p:nvPr/>
          </p:nvSpPr>
          <p:spPr>
            <a:xfrm>
              <a:off x="9445925" y="6527542"/>
              <a:ext cx="51272" cy="512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351" y="118681"/>
                  </a:moveTo>
                  <a:lnTo>
                    <a:pt x="88351" y="118681"/>
                  </a:lnTo>
                  <a:cubicBezTo>
                    <a:pt x="102857" y="104175"/>
                    <a:pt x="118681" y="75164"/>
                    <a:pt x="88351" y="44835"/>
                  </a:cubicBezTo>
                  <a:cubicBezTo>
                    <a:pt x="73846" y="15824"/>
                    <a:pt x="44835" y="0"/>
                    <a:pt x="29010" y="30329"/>
                  </a:cubicBezTo>
                  <a:cubicBezTo>
                    <a:pt x="0" y="44835"/>
                    <a:pt x="59340" y="118681"/>
                    <a:pt x="88351" y="118681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Shape 6850"/>
            <p:cNvSpPr/>
            <p:nvPr/>
          </p:nvSpPr>
          <p:spPr>
            <a:xfrm>
              <a:off x="9441042" y="6520214"/>
              <a:ext cx="68361" cy="6838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4838" y="119040"/>
                  </a:moveTo>
                  <a:lnTo>
                    <a:pt x="64838" y="119040"/>
                  </a:lnTo>
                  <a:lnTo>
                    <a:pt x="64838" y="119040"/>
                  </a:lnTo>
                  <a:cubicBezTo>
                    <a:pt x="43548" y="119040"/>
                    <a:pt x="21290" y="86400"/>
                    <a:pt x="10645" y="65280"/>
                  </a:cubicBezTo>
                  <a:cubicBezTo>
                    <a:pt x="0" y="43200"/>
                    <a:pt x="0" y="32640"/>
                    <a:pt x="10645" y="10560"/>
                  </a:cubicBezTo>
                  <a:cubicBezTo>
                    <a:pt x="21290" y="0"/>
                    <a:pt x="43548" y="0"/>
                    <a:pt x="43548" y="0"/>
                  </a:cubicBezTo>
                  <a:cubicBezTo>
                    <a:pt x="64838" y="0"/>
                    <a:pt x="86129" y="10560"/>
                    <a:pt x="97741" y="22080"/>
                  </a:cubicBezTo>
                  <a:cubicBezTo>
                    <a:pt x="108387" y="43200"/>
                    <a:pt x="119032" y="65280"/>
                    <a:pt x="108387" y="86400"/>
                  </a:cubicBezTo>
                  <a:cubicBezTo>
                    <a:pt x="97741" y="96960"/>
                    <a:pt x="86129" y="108480"/>
                    <a:pt x="75483" y="119040"/>
                  </a:cubicBezTo>
                  <a:cubicBezTo>
                    <a:pt x="75483" y="119040"/>
                    <a:pt x="75483" y="119040"/>
                    <a:pt x="64838" y="119040"/>
                  </a:cubicBezTo>
                  <a:close/>
                  <a:moveTo>
                    <a:pt x="43548" y="43200"/>
                  </a:moveTo>
                  <a:lnTo>
                    <a:pt x="43548" y="43200"/>
                  </a:lnTo>
                  <a:cubicBezTo>
                    <a:pt x="43548" y="43200"/>
                    <a:pt x="54193" y="65280"/>
                    <a:pt x="64838" y="75840"/>
                  </a:cubicBezTo>
                  <a:cubicBezTo>
                    <a:pt x="64838" y="65280"/>
                    <a:pt x="64838" y="65280"/>
                    <a:pt x="64838" y="53760"/>
                  </a:cubicBezTo>
                  <a:cubicBezTo>
                    <a:pt x="54193" y="43200"/>
                    <a:pt x="54193" y="43200"/>
                    <a:pt x="54193" y="43200"/>
                  </a:cubicBezTo>
                  <a:cubicBezTo>
                    <a:pt x="43548" y="43200"/>
                    <a:pt x="43548" y="43200"/>
                    <a:pt x="43548" y="4320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Shape 6851"/>
            <p:cNvSpPr/>
            <p:nvPr/>
          </p:nvSpPr>
          <p:spPr>
            <a:xfrm>
              <a:off x="9470340" y="6588596"/>
              <a:ext cx="124517" cy="13187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600" y="0"/>
                  </a:moveTo>
                  <a:lnTo>
                    <a:pt x="41600" y="0"/>
                  </a:lnTo>
                  <a:cubicBezTo>
                    <a:pt x="24000" y="5593"/>
                    <a:pt x="0" y="5593"/>
                    <a:pt x="0" y="28474"/>
                  </a:cubicBezTo>
                  <a:cubicBezTo>
                    <a:pt x="5866" y="50847"/>
                    <a:pt x="24000" y="50847"/>
                    <a:pt x="29866" y="45254"/>
                  </a:cubicBezTo>
                  <a:cubicBezTo>
                    <a:pt x="41600" y="45254"/>
                    <a:pt x="59733" y="62542"/>
                    <a:pt x="59733" y="73728"/>
                  </a:cubicBezTo>
                  <a:cubicBezTo>
                    <a:pt x="59733" y="79322"/>
                    <a:pt x="59733" y="96610"/>
                    <a:pt x="77866" y="91016"/>
                  </a:cubicBezTo>
                  <a:cubicBezTo>
                    <a:pt x="89600" y="85423"/>
                    <a:pt x="77866" y="119491"/>
                    <a:pt x="89600" y="108305"/>
                  </a:cubicBezTo>
                  <a:cubicBezTo>
                    <a:pt x="101866" y="102203"/>
                    <a:pt x="119466" y="91016"/>
                    <a:pt x="113600" y="85423"/>
                  </a:cubicBezTo>
                  <a:cubicBezTo>
                    <a:pt x="101866" y="85423"/>
                    <a:pt x="101866" y="68135"/>
                    <a:pt x="89600" y="68135"/>
                  </a:cubicBezTo>
                  <a:cubicBezTo>
                    <a:pt x="72000" y="73728"/>
                    <a:pt x="59733" y="56949"/>
                    <a:pt x="59733" y="45254"/>
                  </a:cubicBezTo>
                  <a:cubicBezTo>
                    <a:pt x="65600" y="28474"/>
                    <a:pt x="53866" y="0"/>
                    <a:pt x="41600" y="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Shape 6852"/>
            <p:cNvSpPr/>
            <p:nvPr/>
          </p:nvSpPr>
          <p:spPr>
            <a:xfrm>
              <a:off x="9458134" y="6576385"/>
              <a:ext cx="144046" cy="1440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494" y="119536"/>
                  </a:moveTo>
                  <a:lnTo>
                    <a:pt x="88494" y="119536"/>
                  </a:lnTo>
                  <a:cubicBezTo>
                    <a:pt x="78301" y="119536"/>
                    <a:pt x="73204" y="109343"/>
                    <a:pt x="73204" y="103783"/>
                  </a:cubicBezTo>
                  <a:lnTo>
                    <a:pt x="73204" y="103783"/>
                  </a:lnTo>
                  <a:cubicBezTo>
                    <a:pt x="67644" y="103783"/>
                    <a:pt x="62548" y="103783"/>
                    <a:pt x="57451" y="98687"/>
                  </a:cubicBezTo>
                  <a:cubicBezTo>
                    <a:pt x="52355" y="88494"/>
                    <a:pt x="52355" y="77837"/>
                    <a:pt x="52355" y="72741"/>
                  </a:cubicBezTo>
                  <a:lnTo>
                    <a:pt x="41698" y="62548"/>
                  </a:lnTo>
                  <a:cubicBezTo>
                    <a:pt x="36602" y="62548"/>
                    <a:pt x="36602" y="67644"/>
                    <a:pt x="31505" y="67644"/>
                  </a:cubicBezTo>
                  <a:cubicBezTo>
                    <a:pt x="15752" y="67644"/>
                    <a:pt x="5559" y="56988"/>
                    <a:pt x="0" y="36602"/>
                  </a:cubicBezTo>
                  <a:cubicBezTo>
                    <a:pt x="0" y="31505"/>
                    <a:pt x="0" y="25945"/>
                    <a:pt x="5559" y="15752"/>
                  </a:cubicBezTo>
                  <a:cubicBezTo>
                    <a:pt x="15752" y="5559"/>
                    <a:pt x="31505" y="5559"/>
                    <a:pt x="41698" y="0"/>
                  </a:cubicBezTo>
                  <a:cubicBezTo>
                    <a:pt x="46795" y="0"/>
                    <a:pt x="46795" y="0"/>
                    <a:pt x="46795" y="0"/>
                  </a:cubicBezTo>
                  <a:lnTo>
                    <a:pt x="46795" y="0"/>
                  </a:lnTo>
                  <a:cubicBezTo>
                    <a:pt x="52355" y="0"/>
                    <a:pt x="57451" y="5559"/>
                    <a:pt x="62548" y="10656"/>
                  </a:cubicBezTo>
                  <a:cubicBezTo>
                    <a:pt x="73204" y="20849"/>
                    <a:pt x="78301" y="41698"/>
                    <a:pt x="73204" y="51891"/>
                  </a:cubicBezTo>
                  <a:cubicBezTo>
                    <a:pt x="73204" y="56988"/>
                    <a:pt x="78301" y="56988"/>
                    <a:pt x="78301" y="62548"/>
                  </a:cubicBezTo>
                  <a:cubicBezTo>
                    <a:pt x="83397" y="62548"/>
                    <a:pt x="83397" y="67644"/>
                    <a:pt x="83397" y="67644"/>
                  </a:cubicBezTo>
                  <a:cubicBezTo>
                    <a:pt x="88494" y="67644"/>
                    <a:pt x="88494" y="67644"/>
                    <a:pt x="88494" y="67644"/>
                  </a:cubicBezTo>
                  <a:cubicBezTo>
                    <a:pt x="99150" y="67644"/>
                    <a:pt x="104247" y="72741"/>
                    <a:pt x="109343" y="77837"/>
                  </a:cubicBezTo>
                  <a:lnTo>
                    <a:pt x="109343" y="77837"/>
                  </a:lnTo>
                  <a:cubicBezTo>
                    <a:pt x="114440" y="82934"/>
                    <a:pt x="119536" y="82934"/>
                    <a:pt x="119536" y="88494"/>
                  </a:cubicBezTo>
                  <a:cubicBezTo>
                    <a:pt x="119536" y="98687"/>
                    <a:pt x="114440" y="103783"/>
                    <a:pt x="93590" y="119536"/>
                  </a:cubicBezTo>
                  <a:lnTo>
                    <a:pt x="88494" y="119536"/>
                  </a:lnTo>
                  <a:close/>
                  <a:moveTo>
                    <a:pt x="88494" y="88494"/>
                  </a:moveTo>
                  <a:lnTo>
                    <a:pt x="88494" y="88494"/>
                  </a:lnTo>
                  <a:cubicBezTo>
                    <a:pt x="93590" y="88494"/>
                    <a:pt x="93590" y="93590"/>
                    <a:pt x="93590" y="93590"/>
                  </a:cubicBezTo>
                  <a:lnTo>
                    <a:pt x="93590" y="93590"/>
                  </a:lnTo>
                  <a:cubicBezTo>
                    <a:pt x="93590" y="93590"/>
                    <a:pt x="93590" y="88494"/>
                    <a:pt x="88494" y="88494"/>
                  </a:cubicBezTo>
                  <a:close/>
                  <a:moveTo>
                    <a:pt x="41698" y="41698"/>
                  </a:moveTo>
                  <a:lnTo>
                    <a:pt x="41698" y="41698"/>
                  </a:lnTo>
                  <a:cubicBezTo>
                    <a:pt x="46795" y="41698"/>
                    <a:pt x="52355" y="46795"/>
                    <a:pt x="57451" y="46795"/>
                  </a:cubicBezTo>
                  <a:cubicBezTo>
                    <a:pt x="57451" y="41698"/>
                    <a:pt x="52355" y="25945"/>
                    <a:pt x="46795" y="20849"/>
                  </a:cubicBezTo>
                  <a:lnTo>
                    <a:pt x="46795" y="20849"/>
                  </a:lnTo>
                  <a:cubicBezTo>
                    <a:pt x="36602" y="25945"/>
                    <a:pt x="25945" y="25945"/>
                    <a:pt x="20849" y="31505"/>
                  </a:cubicBezTo>
                  <a:cubicBezTo>
                    <a:pt x="20849" y="31505"/>
                    <a:pt x="20849" y="31505"/>
                    <a:pt x="20849" y="36602"/>
                  </a:cubicBezTo>
                  <a:cubicBezTo>
                    <a:pt x="25945" y="46795"/>
                    <a:pt x="25945" y="46795"/>
                    <a:pt x="31505" y="46795"/>
                  </a:cubicBezTo>
                  <a:lnTo>
                    <a:pt x="36602" y="46795"/>
                  </a:lnTo>
                  <a:cubicBezTo>
                    <a:pt x="36602" y="41698"/>
                    <a:pt x="41698" y="41698"/>
                    <a:pt x="41698" y="41698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Shape 6853"/>
            <p:cNvSpPr/>
            <p:nvPr/>
          </p:nvSpPr>
          <p:spPr>
            <a:xfrm>
              <a:off x="9589975" y="6708264"/>
              <a:ext cx="75684" cy="6838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10645"/>
                  </a:moveTo>
                  <a:lnTo>
                    <a:pt x="40000" y="10645"/>
                  </a:lnTo>
                  <a:cubicBezTo>
                    <a:pt x="40000" y="21290"/>
                    <a:pt x="40000" y="54193"/>
                    <a:pt x="19555" y="54193"/>
                  </a:cubicBezTo>
                  <a:cubicBezTo>
                    <a:pt x="0" y="54193"/>
                    <a:pt x="0" y="86129"/>
                    <a:pt x="19555" y="75483"/>
                  </a:cubicBezTo>
                  <a:cubicBezTo>
                    <a:pt x="49777" y="75483"/>
                    <a:pt x="29333" y="119032"/>
                    <a:pt x="69333" y="108387"/>
                  </a:cubicBezTo>
                  <a:cubicBezTo>
                    <a:pt x="99555" y="96774"/>
                    <a:pt x="119111" y="75483"/>
                    <a:pt x="99555" y="64838"/>
                  </a:cubicBezTo>
                  <a:cubicBezTo>
                    <a:pt x="79111" y="54193"/>
                    <a:pt x="79111" y="31935"/>
                    <a:pt x="69333" y="21290"/>
                  </a:cubicBezTo>
                  <a:cubicBezTo>
                    <a:pt x="69333" y="10645"/>
                    <a:pt x="40000" y="0"/>
                    <a:pt x="40000" y="1064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Shape 6854"/>
            <p:cNvSpPr/>
            <p:nvPr/>
          </p:nvSpPr>
          <p:spPr>
            <a:xfrm>
              <a:off x="9577765" y="6700935"/>
              <a:ext cx="92777" cy="8059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3195" y="119183"/>
                  </a:moveTo>
                  <a:lnTo>
                    <a:pt x="63195" y="119183"/>
                  </a:lnTo>
                  <a:lnTo>
                    <a:pt x="63195" y="119183"/>
                  </a:lnTo>
                  <a:cubicBezTo>
                    <a:pt x="39053" y="119183"/>
                    <a:pt x="39053" y="101224"/>
                    <a:pt x="31242" y="91428"/>
                  </a:cubicBezTo>
                  <a:lnTo>
                    <a:pt x="31242" y="91428"/>
                  </a:lnTo>
                  <a:cubicBezTo>
                    <a:pt x="15621" y="101224"/>
                    <a:pt x="7810" y="82448"/>
                    <a:pt x="0" y="73469"/>
                  </a:cubicBezTo>
                  <a:cubicBezTo>
                    <a:pt x="0" y="55510"/>
                    <a:pt x="15621" y="36734"/>
                    <a:pt x="31242" y="36734"/>
                  </a:cubicBezTo>
                  <a:lnTo>
                    <a:pt x="31242" y="27755"/>
                  </a:lnTo>
                  <a:cubicBezTo>
                    <a:pt x="31242" y="18775"/>
                    <a:pt x="31242" y="18775"/>
                    <a:pt x="31242" y="18775"/>
                  </a:cubicBezTo>
                  <a:cubicBezTo>
                    <a:pt x="39053" y="9795"/>
                    <a:pt x="47573" y="0"/>
                    <a:pt x="55384" y="0"/>
                  </a:cubicBezTo>
                  <a:cubicBezTo>
                    <a:pt x="71005" y="0"/>
                    <a:pt x="87337" y="9795"/>
                    <a:pt x="87337" y="18775"/>
                  </a:cubicBezTo>
                  <a:lnTo>
                    <a:pt x="87337" y="27755"/>
                  </a:lnTo>
                  <a:cubicBezTo>
                    <a:pt x="95147" y="36734"/>
                    <a:pt x="95147" y="45714"/>
                    <a:pt x="102958" y="45714"/>
                  </a:cubicBezTo>
                  <a:cubicBezTo>
                    <a:pt x="110769" y="55510"/>
                    <a:pt x="119289" y="64489"/>
                    <a:pt x="119289" y="73469"/>
                  </a:cubicBezTo>
                  <a:cubicBezTo>
                    <a:pt x="119289" y="91428"/>
                    <a:pt x="95147" y="110204"/>
                    <a:pt x="71005" y="119183"/>
                  </a:cubicBezTo>
                  <a:lnTo>
                    <a:pt x="63195" y="119183"/>
                  </a:lnTo>
                  <a:close/>
                  <a:moveTo>
                    <a:pt x="55384" y="64489"/>
                  </a:moveTo>
                  <a:lnTo>
                    <a:pt x="55384" y="64489"/>
                  </a:lnTo>
                  <a:cubicBezTo>
                    <a:pt x="55384" y="73469"/>
                    <a:pt x="63195" y="73469"/>
                    <a:pt x="63195" y="82448"/>
                  </a:cubicBezTo>
                  <a:lnTo>
                    <a:pt x="63195" y="82448"/>
                  </a:lnTo>
                  <a:lnTo>
                    <a:pt x="63195" y="82448"/>
                  </a:lnTo>
                  <a:cubicBezTo>
                    <a:pt x="71005" y="82448"/>
                    <a:pt x="78816" y="82448"/>
                    <a:pt x="78816" y="73469"/>
                  </a:cubicBezTo>
                  <a:cubicBezTo>
                    <a:pt x="71005" y="64489"/>
                    <a:pt x="63195" y="55510"/>
                    <a:pt x="63195" y="45714"/>
                  </a:cubicBezTo>
                  <a:cubicBezTo>
                    <a:pt x="63195" y="45714"/>
                    <a:pt x="55384" y="55510"/>
                    <a:pt x="55384" y="64489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Shape 6855"/>
            <p:cNvSpPr/>
            <p:nvPr/>
          </p:nvSpPr>
          <p:spPr>
            <a:xfrm>
              <a:off x="12746822" y="6508003"/>
              <a:ext cx="136723" cy="25398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451" y="8608"/>
                  </a:moveTo>
                  <a:lnTo>
                    <a:pt x="16451" y="8608"/>
                  </a:lnTo>
                  <a:cubicBezTo>
                    <a:pt x="16451" y="11739"/>
                    <a:pt x="32419" y="32086"/>
                    <a:pt x="54193" y="35217"/>
                  </a:cubicBezTo>
                  <a:cubicBezTo>
                    <a:pt x="75967" y="38086"/>
                    <a:pt x="103064" y="46695"/>
                    <a:pt x="103064" y="61304"/>
                  </a:cubicBezTo>
                  <a:cubicBezTo>
                    <a:pt x="97741" y="75913"/>
                    <a:pt x="87096" y="96521"/>
                    <a:pt x="103064" y="105130"/>
                  </a:cubicBezTo>
                  <a:cubicBezTo>
                    <a:pt x="119516" y="111130"/>
                    <a:pt x="114193" y="119739"/>
                    <a:pt x="103064" y="119739"/>
                  </a:cubicBezTo>
                  <a:cubicBezTo>
                    <a:pt x="92419" y="119739"/>
                    <a:pt x="70645" y="96521"/>
                    <a:pt x="75967" y="81913"/>
                  </a:cubicBezTo>
                  <a:cubicBezTo>
                    <a:pt x="87096" y="64173"/>
                    <a:pt x="81290" y="58434"/>
                    <a:pt x="59516" y="49826"/>
                  </a:cubicBezTo>
                  <a:cubicBezTo>
                    <a:pt x="32419" y="40956"/>
                    <a:pt x="21774" y="38086"/>
                    <a:pt x="11129" y="26347"/>
                  </a:cubicBezTo>
                  <a:cubicBezTo>
                    <a:pt x="0" y="11739"/>
                    <a:pt x="5322" y="0"/>
                    <a:pt x="16451" y="8608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Shape 6856"/>
            <p:cNvSpPr/>
            <p:nvPr/>
          </p:nvSpPr>
          <p:spPr>
            <a:xfrm>
              <a:off x="12734615" y="6508003"/>
              <a:ext cx="156255" cy="26863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355" y="119751"/>
                  </a:moveTo>
                  <a:lnTo>
                    <a:pt x="100355" y="119751"/>
                  </a:lnTo>
                  <a:cubicBezTo>
                    <a:pt x="95658" y="119751"/>
                    <a:pt x="86263" y="117018"/>
                    <a:pt x="81138" y="114037"/>
                  </a:cubicBezTo>
                  <a:cubicBezTo>
                    <a:pt x="71743" y="105838"/>
                    <a:pt x="61921" y="89192"/>
                    <a:pt x="71743" y="75031"/>
                  </a:cubicBezTo>
                  <a:cubicBezTo>
                    <a:pt x="76441" y="61118"/>
                    <a:pt x="71743" y="58385"/>
                    <a:pt x="57224" y="52919"/>
                  </a:cubicBezTo>
                  <a:cubicBezTo>
                    <a:pt x="33309" y="44472"/>
                    <a:pt x="19217" y="39006"/>
                    <a:pt x="9395" y="27826"/>
                  </a:cubicBezTo>
                  <a:cubicBezTo>
                    <a:pt x="0" y="16645"/>
                    <a:pt x="4697" y="8198"/>
                    <a:pt x="4697" y="5465"/>
                  </a:cubicBezTo>
                  <a:cubicBezTo>
                    <a:pt x="9395" y="2732"/>
                    <a:pt x="14092" y="0"/>
                    <a:pt x="19217" y="0"/>
                  </a:cubicBezTo>
                  <a:cubicBezTo>
                    <a:pt x="19217" y="0"/>
                    <a:pt x="28612" y="2732"/>
                    <a:pt x="33309" y="5465"/>
                  </a:cubicBezTo>
                  <a:cubicBezTo>
                    <a:pt x="33309" y="8198"/>
                    <a:pt x="33309" y="8198"/>
                    <a:pt x="33309" y="8198"/>
                  </a:cubicBezTo>
                  <a:cubicBezTo>
                    <a:pt x="43131" y="22360"/>
                    <a:pt x="52526" y="27826"/>
                    <a:pt x="61921" y="27826"/>
                  </a:cubicBezTo>
                  <a:cubicBezTo>
                    <a:pt x="86263" y="30559"/>
                    <a:pt x="114875" y="44472"/>
                    <a:pt x="110177" y="58385"/>
                  </a:cubicBezTo>
                  <a:cubicBezTo>
                    <a:pt x="110177" y="61118"/>
                    <a:pt x="105053" y="64099"/>
                    <a:pt x="105053" y="69565"/>
                  </a:cubicBezTo>
                  <a:cubicBezTo>
                    <a:pt x="100355" y="78012"/>
                    <a:pt x="95658" y="91925"/>
                    <a:pt x="105053" y="94658"/>
                  </a:cubicBezTo>
                  <a:cubicBezTo>
                    <a:pt x="119572" y="103105"/>
                    <a:pt x="119572" y="108571"/>
                    <a:pt x="119572" y="111304"/>
                  </a:cubicBezTo>
                  <a:cubicBezTo>
                    <a:pt x="114875" y="114037"/>
                    <a:pt x="110177" y="119751"/>
                    <a:pt x="100355" y="119751"/>
                  </a:cubicBezTo>
                  <a:close/>
                  <a:moveTo>
                    <a:pt x="95658" y="105838"/>
                  </a:moveTo>
                  <a:lnTo>
                    <a:pt x="95658" y="105838"/>
                  </a:lnTo>
                  <a:lnTo>
                    <a:pt x="100355" y="108571"/>
                  </a:lnTo>
                  <a:lnTo>
                    <a:pt x="100355" y="108571"/>
                  </a:lnTo>
                  <a:cubicBezTo>
                    <a:pt x="100355" y="108571"/>
                    <a:pt x="100355" y="105838"/>
                    <a:pt x="95658" y="105838"/>
                  </a:cubicBezTo>
                  <a:close/>
                  <a:moveTo>
                    <a:pt x="52526" y="39006"/>
                  </a:moveTo>
                  <a:lnTo>
                    <a:pt x="52526" y="39006"/>
                  </a:lnTo>
                  <a:cubicBezTo>
                    <a:pt x="57224" y="39006"/>
                    <a:pt x="61921" y="41739"/>
                    <a:pt x="67046" y="41739"/>
                  </a:cubicBezTo>
                  <a:cubicBezTo>
                    <a:pt x="76441" y="47453"/>
                    <a:pt x="86263" y="52919"/>
                    <a:pt x="90960" y="58385"/>
                  </a:cubicBezTo>
                  <a:lnTo>
                    <a:pt x="90960" y="58385"/>
                  </a:lnTo>
                  <a:cubicBezTo>
                    <a:pt x="90960" y="47453"/>
                    <a:pt x="71743" y="41739"/>
                    <a:pt x="57224" y="39006"/>
                  </a:cubicBezTo>
                  <a:cubicBezTo>
                    <a:pt x="52526" y="39006"/>
                    <a:pt x="52526" y="39006"/>
                    <a:pt x="52526" y="39006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Shape 6857"/>
            <p:cNvSpPr/>
            <p:nvPr/>
          </p:nvSpPr>
          <p:spPr>
            <a:xfrm>
              <a:off x="12907961" y="6644767"/>
              <a:ext cx="48830" cy="634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333" y="106315"/>
                  </a:moveTo>
                  <a:lnTo>
                    <a:pt x="89333" y="106315"/>
                  </a:lnTo>
                  <a:cubicBezTo>
                    <a:pt x="73333" y="118947"/>
                    <a:pt x="29333" y="118947"/>
                    <a:pt x="14666" y="71578"/>
                  </a:cubicBezTo>
                  <a:cubicBezTo>
                    <a:pt x="0" y="24210"/>
                    <a:pt x="44000" y="0"/>
                    <a:pt x="73333" y="12631"/>
                  </a:cubicBezTo>
                  <a:cubicBezTo>
                    <a:pt x="118666" y="12631"/>
                    <a:pt x="118666" y="83157"/>
                    <a:pt x="89333" y="106315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Shape 6858"/>
            <p:cNvSpPr/>
            <p:nvPr/>
          </p:nvSpPr>
          <p:spPr>
            <a:xfrm>
              <a:off x="12900638" y="6637439"/>
              <a:ext cx="68361" cy="8059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4320" y="119183"/>
                  </a:moveTo>
                  <a:lnTo>
                    <a:pt x="64320" y="119183"/>
                  </a:lnTo>
                  <a:cubicBezTo>
                    <a:pt x="53760" y="119183"/>
                    <a:pt x="22080" y="110204"/>
                    <a:pt x="0" y="73469"/>
                  </a:cubicBezTo>
                  <a:cubicBezTo>
                    <a:pt x="0" y="45714"/>
                    <a:pt x="0" y="27755"/>
                    <a:pt x="11520" y="18775"/>
                  </a:cubicBezTo>
                  <a:cubicBezTo>
                    <a:pt x="32640" y="0"/>
                    <a:pt x="43200" y="0"/>
                    <a:pt x="64320" y="0"/>
                  </a:cubicBezTo>
                  <a:lnTo>
                    <a:pt x="75840" y="0"/>
                  </a:lnTo>
                  <a:cubicBezTo>
                    <a:pt x="86400" y="0"/>
                    <a:pt x="96960" y="8979"/>
                    <a:pt x="107520" y="27755"/>
                  </a:cubicBezTo>
                  <a:cubicBezTo>
                    <a:pt x="119040" y="54693"/>
                    <a:pt x="107520" y="82448"/>
                    <a:pt x="96960" y="101224"/>
                  </a:cubicBezTo>
                  <a:cubicBezTo>
                    <a:pt x="86400" y="110204"/>
                    <a:pt x="75840" y="119183"/>
                    <a:pt x="64320" y="119183"/>
                  </a:cubicBezTo>
                  <a:close/>
                  <a:moveTo>
                    <a:pt x="64320" y="27755"/>
                  </a:moveTo>
                  <a:lnTo>
                    <a:pt x="64320" y="27755"/>
                  </a:lnTo>
                  <a:cubicBezTo>
                    <a:pt x="53760" y="27755"/>
                    <a:pt x="53760" y="36734"/>
                    <a:pt x="53760" y="36734"/>
                  </a:cubicBezTo>
                  <a:cubicBezTo>
                    <a:pt x="43200" y="45714"/>
                    <a:pt x="43200" y="54693"/>
                    <a:pt x="43200" y="64489"/>
                  </a:cubicBezTo>
                  <a:cubicBezTo>
                    <a:pt x="53760" y="73469"/>
                    <a:pt x="53760" y="82448"/>
                    <a:pt x="64320" y="82448"/>
                  </a:cubicBezTo>
                  <a:cubicBezTo>
                    <a:pt x="64320" y="101224"/>
                    <a:pt x="64320" y="101224"/>
                    <a:pt x="64320" y="101224"/>
                  </a:cubicBezTo>
                  <a:cubicBezTo>
                    <a:pt x="64320" y="82448"/>
                    <a:pt x="64320" y="82448"/>
                    <a:pt x="64320" y="82448"/>
                  </a:cubicBezTo>
                  <a:lnTo>
                    <a:pt x="64320" y="82448"/>
                  </a:lnTo>
                  <a:cubicBezTo>
                    <a:pt x="64320" y="73469"/>
                    <a:pt x="64320" y="64489"/>
                    <a:pt x="64320" y="45714"/>
                  </a:cubicBezTo>
                  <a:cubicBezTo>
                    <a:pt x="64320" y="36734"/>
                    <a:pt x="64320" y="36734"/>
                    <a:pt x="64320" y="27755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Shape 6859"/>
            <p:cNvSpPr/>
            <p:nvPr/>
          </p:nvSpPr>
          <p:spPr>
            <a:xfrm>
              <a:off x="7856514" y="7421382"/>
              <a:ext cx="75684" cy="634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117" y="72212"/>
                  </a:moveTo>
                  <a:lnTo>
                    <a:pt x="89117" y="72212"/>
                  </a:lnTo>
                  <a:cubicBezTo>
                    <a:pt x="98823" y="47787"/>
                    <a:pt x="119117" y="0"/>
                    <a:pt x="89117" y="0"/>
                  </a:cubicBezTo>
                  <a:cubicBezTo>
                    <a:pt x="59117" y="0"/>
                    <a:pt x="30000" y="0"/>
                    <a:pt x="30000" y="36106"/>
                  </a:cubicBezTo>
                  <a:cubicBezTo>
                    <a:pt x="30000" y="72212"/>
                    <a:pt x="0" y="83893"/>
                    <a:pt x="20294" y="95575"/>
                  </a:cubicBezTo>
                  <a:cubicBezTo>
                    <a:pt x="30000" y="118938"/>
                    <a:pt x="79411" y="95575"/>
                    <a:pt x="89117" y="72212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Shape 6860"/>
            <p:cNvSpPr/>
            <p:nvPr/>
          </p:nvSpPr>
          <p:spPr>
            <a:xfrm>
              <a:off x="7851632" y="7409170"/>
              <a:ext cx="87894" cy="8059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177" y="119183"/>
                  </a:moveTo>
                  <a:lnTo>
                    <a:pt x="34177" y="119183"/>
                  </a:lnTo>
                  <a:lnTo>
                    <a:pt x="34177" y="119183"/>
                  </a:lnTo>
                  <a:cubicBezTo>
                    <a:pt x="25822" y="119183"/>
                    <a:pt x="16708" y="109387"/>
                    <a:pt x="8354" y="100408"/>
                  </a:cubicBezTo>
                  <a:cubicBezTo>
                    <a:pt x="0" y="91428"/>
                    <a:pt x="8354" y="73469"/>
                    <a:pt x="16708" y="64489"/>
                  </a:cubicBezTo>
                  <a:cubicBezTo>
                    <a:pt x="16708" y="54693"/>
                    <a:pt x="16708" y="54693"/>
                    <a:pt x="16708" y="45714"/>
                  </a:cubicBezTo>
                  <a:cubicBezTo>
                    <a:pt x="16708" y="8979"/>
                    <a:pt x="50886" y="0"/>
                    <a:pt x="76708" y="0"/>
                  </a:cubicBezTo>
                  <a:cubicBezTo>
                    <a:pt x="85063" y="0"/>
                    <a:pt x="85063" y="0"/>
                    <a:pt x="85063" y="0"/>
                  </a:cubicBezTo>
                  <a:cubicBezTo>
                    <a:pt x="101772" y="0"/>
                    <a:pt x="110886" y="8979"/>
                    <a:pt x="110886" y="17959"/>
                  </a:cubicBezTo>
                  <a:cubicBezTo>
                    <a:pt x="119240" y="36734"/>
                    <a:pt x="110886" y="54693"/>
                    <a:pt x="101772" y="82448"/>
                  </a:cubicBezTo>
                  <a:cubicBezTo>
                    <a:pt x="85063" y="100408"/>
                    <a:pt x="59240" y="119183"/>
                    <a:pt x="34177" y="119183"/>
                  </a:cubicBezTo>
                  <a:close/>
                  <a:moveTo>
                    <a:pt x="50886" y="45714"/>
                  </a:moveTo>
                  <a:lnTo>
                    <a:pt x="50886" y="45714"/>
                  </a:lnTo>
                  <a:lnTo>
                    <a:pt x="50886" y="45714"/>
                  </a:lnTo>
                  <a:cubicBezTo>
                    <a:pt x="50886" y="64489"/>
                    <a:pt x="50886" y="73469"/>
                    <a:pt x="42531" y="82448"/>
                  </a:cubicBezTo>
                  <a:cubicBezTo>
                    <a:pt x="50886" y="73469"/>
                    <a:pt x="67594" y="73469"/>
                    <a:pt x="67594" y="64489"/>
                  </a:cubicBezTo>
                  <a:cubicBezTo>
                    <a:pt x="76708" y="54693"/>
                    <a:pt x="76708" y="45714"/>
                    <a:pt x="76708" y="36734"/>
                  </a:cubicBezTo>
                  <a:cubicBezTo>
                    <a:pt x="67594" y="36734"/>
                    <a:pt x="59240" y="36734"/>
                    <a:pt x="50886" y="45714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Shape 6861"/>
            <p:cNvSpPr/>
            <p:nvPr/>
          </p:nvSpPr>
          <p:spPr>
            <a:xfrm>
              <a:off x="6816439" y="2400247"/>
              <a:ext cx="2441" cy="73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10000"/>
                    <a:pt x="0" y="110000"/>
                    <a:pt x="0" y="110000"/>
                  </a:cubicBezTo>
                  <a:cubicBezTo>
                    <a:pt x="0" y="110000"/>
                    <a:pt x="0" y="110000"/>
                    <a:pt x="0" y="0"/>
                  </a:cubicBez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Shape 6862"/>
            <p:cNvSpPr/>
            <p:nvPr/>
          </p:nvSpPr>
          <p:spPr>
            <a:xfrm>
              <a:off x="6816439" y="2400247"/>
              <a:ext cx="2441" cy="2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Shape 6863"/>
            <p:cNvSpPr/>
            <p:nvPr/>
          </p:nvSpPr>
          <p:spPr>
            <a:xfrm>
              <a:off x="12400131" y="4901046"/>
              <a:ext cx="7324" cy="14897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000" y="119555"/>
                  </a:moveTo>
                  <a:lnTo>
                    <a:pt x="0" y="0"/>
                  </a:lnTo>
                  <a:lnTo>
                    <a:pt x="110000" y="119555"/>
                  </a:lnTo>
                </a:path>
              </a:pathLst>
            </a:custGeom>
            <a:grpFill/>
            <a:ln w="952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B739BB0-E326-48AF-AE16-1ACC2B3B9290}"/>
              </a:ext>
            </a:extLst>
          </p:cNvPr>
          <p:cNvSpPr/>
          <p:nvPr/>
        </p:nvSpPr>
        <p:spPr>
          <a:xfrm>
            <a:off x="771116" y="4895457"/>
            <a:ext cx="31092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75E3B16-A86B-4BF5-A1CE-0AB9D84EA016}"/>
              </a:ext>
            </a:extLst>
          </p:cNvPr>
          <p:cNvSpPr txBox="1"/>
          <p:nvPr/>
        </p:nvSpPr>
        <p:spPr>
          <a:xfrm>
            <a:off x="790816" y="4367163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42A1754-2077-4F03-AA4A-780241FD50B3}"/>
              </a:ext>
            </a:extLst>
          </p:cNvPr>
          <p:cNvSpPr/>
          <p:nvPr/>
        </p:nvSpPr>
        <p:spPr>
          <a:xfrm>
            <a:off x="787092" y="3915117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685CBA5-DD8C-49A3-A309-42CA52AD9495}"/>
              </a:ext>
            </a:extLst>
          </p:cNvPr>
          <p:cNvSpPr/>
          <p:nvPr/>
        </p:nvSpPr>
        <p:spPr>
          <a:xfrm>
            <a:off x="4334397" y="4881296"/>
            <a:ext cx="31220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2ABE42B-81AC-4830-94F3-9DB1708A6103}"/>
              </a:ext>
            </a:extLst>
          </p:cNvPr>
          <p:cNvSpPr txBox="1"/>
          <p:nvPr/>
        </p:nvSpPr>
        <p:spPr>
          <a:xfrm>
            <a:off x="4354097" y="4353002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DA7F1D2-3417-4EE6-B448-665CAEE76CB1}"/>
              </a:ext>
            </a:extLst>
          </p:cNvPr>
          <p:cNvSpPr/>
          <p:nvPr/>
        </p:nvSpPr>
        <p:spPr>
          <a:xfrm>
            <a:off x="4354097" y="3927612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grpSp>
        <p:nvGrpSpPr>
          <p:cNvPr id="143" name="Shape 11006"/>
          <p:cNvGrpSpPr/>
          <p:nvPr/>
        </p:nvGrpSpPr>
        <p:grpSpPr>
          <a:xfrm>
            <a:off x="802424" y="3178042"/>
            <a:ext cx="1707335" cy="65667"/>
            <a:chOff x="-1033671" y="1470991"/>
            <a:chExt cx="3101007" cy="119270"/>
          </a:xfrm>
          <a:solidFill>
            <a:srgbClr val="FF0000"/>
          </a:solidFill>
        </p:grpSpPr>
        <p:sp>
          <p:nvSpPr>
            <p:cNvPr id="144" name="Shape 11007"/>
            <p:cNvSpPr/>
            <p:nvPr/>
          </p:nvSpPr>
          <p:spPr>
            <a:xfrm>
              <a:off x="-103367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45" name="Shape 11008"/>
            <p:cNvSpPr/>
            <p:nvPr/>
          </p:nvSpPr>
          <p:spPr>
            <a:xfrm>
              <a:off x="-384315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46" name="Shape 11009"/>
            <p:cNvSpPr/>
            <p:nvPr/>
          </p:nvSpPr>
          <p:spPr>
            <a:xfrm>
              <a:off x="26504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47" name="Shape 11010"/>
            <p:cNvSpPr/>
            <p:nvPr/>
          </p:nvSpPr>
          <p:spPr>
            <a:xfrm rot="10800000" flipH="1">
              <a:off x="914397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48" name="Shape 11011"/>
            <p:cNvSpPr/>
            <p:nvPr/>
          </p:nvSpPr>
          <p:spPr>
            <a:xfrm rot="10800000" flipH="1">
              <a:off x="1563753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149" name="Title 11"/>
          <p:cNvSpPr txBox="1">
            <a:spLocks/>
          </p:cNvSpPr>
          <p:nvPr/>
        </p:nvSpPr>
        <p:spPr>
          <a:xfrm>
            <a:off x="701273" y="1979018"/>
            <a:ext cx="4410115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3590925" algn="l"/>
              </a:tabLst>
            </a:pPr>
            <a:r>
              <a:rPr lang="id-ID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HOW TO RUN A SUCCESSFUL MEXICO</a:t>
            </a:r>
          </a:p>
        </p:txBody>
      </p:sp>
    </p:spTree>
    <p:extLst>
      <p:ext uri="{BB962C8B-B14F-4D97-AF65-F5344CB8AC3E}">
        <p14:creationId xmlns:p14="http://schemas.microsoft.com/office/powerpoint/2010/main" val="4251978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5171118" y="-179642"/>
            <a:ext cx="7952675" cy="4172992"/>
            <a:chOff x="762" y="1755"/>
            <a:chExt cx="4362" cy="2567"/>
          </a:xfrm>
          <a:solidFill>
            <a:schemeClr val="bg1">
              <a:lumMod val="85000"/>
            </a:schemeClr>
          </a:solidFill>
        </p:grpSpPr>
        <p:sp>
          <p:nvSpPr>
            <p:cNvPr id="3" name="Freeform 9"/>
            <p:cNvSpPr>
              <a:spLocks/>
            </p:cNvSpPr>
            <p:nvPr/>
          </p:nvSpPr>
          <p:spPr bwMode="auto">
            <a:xfrm>
              <a:off x="1229" y="2907"/>
              <a:ext cx="31" cy="31"/>
            </a:xfrm>
            <a:custGeom>
              <a:avLst/>
              <a:gdLst>
                <a:gd name="T0" fmla="*/ 3 w 15"/>
                <a:gd name="T1" fmla="*/ 1 h 15"/>
                <a:gd name="T2" fmla="*/ 6 w 15"/>
                <a:gd name="T3" fmla="*/ 6 h 15"/>
                <a:gd name="T4" fmla="*/ 9 w 15"/>
                <a:gd name="T5" fmla="*/ 0 h 15"/>
                <a:gd name="T6" fmla="*/ 15 w 15"/>
                <a:gd name="T7" fmla="*/ 7 h 15"/>
                <a:gd name="T8" fmla="*/ 8 w 15"/>
                <a:gd name="T9" fmla="*/ 15 h 15"/>
                <a:gd name="T10" fmla="*/ 0 w 15"/>
                <a:gd name="T11" fmla="*/ 7 h 15"/>
                <a:gd name="T12" fmla="*/ 3 w 15"/>
                <a:gd name="T13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5">
                  <a:moveTo>
                    <a:pt x="3" y="1"/>
                  </a:moveTo>
                  <a:cubicBezTo>
                    <a:pt x="5" y="3"/>
                    <a:pt x="5" y="5"/>
                    <a:pt x="6" y="6"/>
                  </a:cubicBezTo>
                  <a:cubicBezTo>
                    <a:pt x="6" y="7"/>
                    <a:pt x="11" y="4"/>
                    <a:pt x="9" y="0"/>
                  </a:cubicBezTo>
                  <a:cubicBezTo>
                    <a:pt x="12" y="0"/>
                    <a:pt x="15" y="4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4" y="15"/>
                    <a:pt x="0" y="11"/>
                    <a:pt x="0" y="7"/>
                  </a:cubicBezTo>
                  <a:cubicBezTo>
                    <a:pt x="0" y="5"/>
                    <a:pt x="2" y="3"/>
                    <a:pt x="3" y="1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" name="Freeform 10"/>
            <p:cNvSpPr>
              <a:spLocks/>
            </p:cNvSpPr>
            <p:nvPr/>
          </p:nvSpPr>
          <p:spPr bwMode="auto">
            <a:xfrm>
              <a:off x="4234" y="2453"/>
              <a:ext cx="421" cy="565"/>
            </a:xfrm>
            <a:custGeom>
              <a:avLst/>
              <a:gdLst>
                <a:gd name="T0" fmla="*/ 193 w 202"/>
                <a:gd name="T1" fmla="*/ 56 h 271"/>
                <a:gd name="T2" fmla="*/ 200 w 202"/>
                <a:gd name="T3" fmla="*/ 95 h 271"/>
                <a:gd name="T4" fmla="*/ 181 w 202"/>
                <a:gd name="T5" fmla="*/ 88 h 271"/>
                <a:gd name="T6" fmla="*/ 164 w 202"/>
                <a:gd name="T7" fmla="*/ 88 h 271"/>
                <a:gd name="T8" fmla="*/ 155 w 202"/>
                <a:gd name="T9" fmla="*/ 104 h 271"/>
                <a:gd name="T10" fmla="*/ 154 w 202"/>
                <a:gd name="T11" fmla="*/ 124 h 271"/>
                <a:gd name="T12" fmla="*/ 164 w 202"/>
                <a:gd name="T13" fmla="*/ 144 h 271"/>
                <a:gd name="T14" fmla="*/ 167 w 202"/>
                <a:gd name="T15" fmla="*/ 169 h 271"/>
                <a:gd name="T16" fmla="*/ 176 w 202"/>
                <a:gd name="T17" fmla="*/ 184 h 271"/>
                <a:gd name="T18" fmla="*/ 193 w 202"/>
                <a:gd name="T19" fmla="*/ 181 h 271"/>
                <a:gd name="T20" fmla="*/ 187 w 202"/>
                <a:gd name="T21" fmla="*/ 198 h 271"/>
                <a:gd name="T22" fmla="*/ 178 w 202"/>
                <a:gd name="T23" fmla="*/ 213 h 271"/>
                <a:gd name="T24" fmla="*/ 163 w 202"/>
                <a:gd name="T25" fmla="*/ 231 h 271"/>
                <a:gd name="T26" fmla="*/ 161 w 202"/>
                <a:gd name="T27" fmla="*/ 217 h 271"/>
                <a:gd name="T28" fmla="*/ 147 w 202"/>
                <a:gd name="T29" fmla="*/ 227 h 271"/>
                <a:gd name="T30" fmla="*/ 127 w 202"/>
                <a:gd name="T31" fmla="*/ 241 h 271"/>
                <a:gd name="T32" fmla="*/ 130 w 202"/>
                <a:gd name="T33" fmla="*/ 255 h 271"/>
                <a:gd name="T34" fmla="*/ 113 w 202"/>
                <a:gd name="T35" fmla="*/ 269 h 271"/>
                <a:gd name="T36" fmla="*/ 103 w 202"/>
                <a:gd name="T37" fmla="*/ 260 h 271"/>
                <a:gd name="T38" fmla="*/ 89 w 202"/>
                <a:gd name="T39" fmla="*/ 260 h 271"/>
                <a:gd name="T40" fmla="*/ 74 w 202"/>
                <a:gd name="T41" fmla="*/ 266 h 271"/>
                <a:gd name="T42" fmla="*/ 75 w 202"/>
                <a:gd name="T43" fmla="*/ 253 h 271"/>
                <a:gd name="T44" fmla="*/ 75 w 202"/>
                <a:gd name="T45" fmla="*/ 245 h 271"/>
                <a:gd name="T46" fmla="*/ 59 w 202"/>
                <a:gd name="T47" fmla="*/ 230 h 271"/>
                <a:gd name="T48" fmla="*/ 36 w 202"/>
                <a:gd name="T49" fmla="*/ 238 h 271"/>
                <a:gd name="T50" fmla="*/ 30 w 202"/>
                <a:gd name="T51" fmla="*/ 227 h 271"/>
                <a:gd name="T52" fmla="*/ 10 w 202"/>
                <a:gd name="T53" fmla="*/ 208 h 271"/>
                <a:gd name="T54" fmla="*/ 4 w 202"/>
                <a:gd name="T55" fmla="*/ 189 h 271"/>
                <a:gd name="T56" fmla="*/ 7 w 202"/>
                <a:gd name="T57" fmla="*/ 176 h 271"/>
                <a:gd name="T58" fmla="*/ 18 w 202"/>
                <a:gd name="T59" fmla="*/ 171 h 271"/>
                <a:gd name="T60" fmla="*/ 9 w 202"/>
                <a:gd name="T61" fmla="*/ 159 h 271"/>
                <a:gd name="T62" fmla="*/ 22 w 202"/>
                <a:gd name="T63" fmla="*/ 149 h 271"/>
                <a:gd name="T64" fmla="*/ 30 w 202"/>
                <a:gd name="T65" fmla="*/ 142 h 271"/>
                <a:gd name="T66" fmla="*/ 39 w 202"/>
                <a:gd name="T67" fmla="*/ 131 h 271"/>
                <a:gd name="T68" fmla="*/ 48 w 202"/>
                <a:gd name="T69" fmla="*/ 119 h 271"/>
                <a:gd name="T70" fmla="*/ 34 w 202"/>
                <a:gd name="T71" fmla="*/ 101 h 271"/>
                <a:gd name="T72" fmla="*/ 25 w 202"/>
                <a:gd name="T73" fmla="*/ 79 h 271"/>
                <a:gd name="T74" fmla="*/ 25 w 202"/>
                <a:gd name="T75" fmla="*/ 69 h 271"/>
                <a:gd name="T76" fmla="*/ 29 w 202"/>
                <a:gd name="T77" fmla="*/ 61 h 271"/>
                <a:gd name="T78" fmla="*/ 38 w 202"/>
                <a:gd name="T79" fmla="*/ 51 h 271"/>
                <a:gd name="T80" fmla="*/ 50 w 202"/>
                <a:gd name="T81" fmla="*/ 43 h 271"/>
                <a:gd name="T82" fmla="*/ 50 w 202"/>
                <a:gd name="T83" fmla="*/ 26 h 271"/>
                <a:gd name="T84" fmla="*/ 55 w 202"/>
                <a:gd name="T85" fmla="*/ 17 h 271"/>
                <a:gd name="T86" fmla="*/ 72 w 202"/>
                <a:gd name="T87" fmla="*/ 27 h 271"/>
                <a:gd name="T88" fmla="*/ 94 w 202"/>
                <a:gd name="T89" fmla="*/ 24 h 271"/>
                <a:gd name="T90" fmla="*/ 109 w 202"/>
                <a:gd name="T91" fmla="*/ 14 h 271"/>
                <a:gd name="T92" fmla="*/ 131 w 202"/>
                <a:gd name="T93" fmla="*/ 2 h 271"/>
                <a:gd name="T94" fmla="*/ 139 w 202"/>
                <a:gd name="T95" fmla="*/ 16 h 271"/>
                <a:gd name="T96" fmla="*/ 147 w 202"/>
                <a:gd name="T97" fmla="*/ 20 h 271"/>
                <a:gd name="T98" fmla="*/ 157 w 202"/>
                <a:gd name="T99" fmla="*/ 32 h 271"/>
                <a:gd name="T100" fmla="*/ 174 w 202"/>
                <a:gd name="T101" fmla="*/ 35 h 271"/>
                <a:gd name="T102" fmla="*/ 179 w 202"/>
                <a:gd name="T103" fmla="*/ 52 h 271"/>
                <a:gd name="T104" fmla="*/ 187 w 202"/>
                <a:gd name="T105" fmla="*/ 54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2" h="271">
                  <a:moveTo>
                    <a:pt x="193" y="55"/>
                  </a:moveTo>
                  <a:cubicBezTo>
                    <a:pt x="193" y="55"/>
                    <a:pt x="193" y="55"/>
                    <a:pt x="193" y="56"/>
                  </a:cubicBezTo>
                  <a:cubicBezTo>
                    <a:pt x="194" y="58"/>
                    <a:pt x="199" y="80"/>
                    <a:pt x="200" y="84"/>
                  </a:cubicBezTo>
                  <a:cubicBezTo>
                    <a:pt x="201" y="89"/>
                    <a:pt x="202" y="94"/>
                    <a:pt x="200" y="95"/>
                  </a:cubicBezTo>
                  <a:cubicBezTo>
                    <a:pt x="199" y="95"/>
                    <a:pt x="195" y="89"/>
                    <a:pt x="192" y="90"/>
                  </a:cubicBezTo>
                  <a:cubicBezTo>
                    <a:pt x="189" y="92"/>
                    <a:pt x="184" y="91"/>
                    <a:pt x="181" y="88"/>
                  </a:cubicBezTo>
                  <a:cubicBezTo>
                    <a:pt x="178" y="86"/>
                    <a:pt x="175" y="76"/>
                    <a:pt x="171" y="78"/>
                  </a:cubicBezTo>
                  <a:cubicBezTo>
                    <a:pt x="168" y="81"/>
                    <a:pt x="166" y="88"/>
                    <a:pt x="164" y="88"/>
                  </a:cubicBezTo>
                  <a:cubicBezTo>
                    <a:pt x="162" y="88"/>
                    <a:pt x="160" y="90"/>
                    <a:pt x="158" y="93"/>
                  </a:cubicBezTo>
                  <a:cubicBezTo>
                    <a:pt x="156" y="95"/>
                    <a:pt x="158" y="101"/>
                    <a:pt x="155" y="104"/>
                  </a:cubicBezTo>
                  <a:cubicBezTo>
                    <a:pt x="152" y="107"/>
                    <a:pt x="151" y="109"/>
                    <a:pt x="151" y="114"/>
                  </a:cubicBezTo>
                  <a:cubicBezTo>
                    <a:pt x="152" y="118"/>
                    <a:pt x="149" y="119"/>
                    <a:pt x="154" y="124"/>
                  </a:cubicBezTo>
                  <a:cubicBezTo>
                    <a:pt x="160" y="128"/>
                    <a:pt x="159" y="129"/>
                    <a:pt x="160" y="133"/>
                  </a:cubicBezTo>
                  <a:cubicBezTo>
                    <a:pt x="160" y="137"/>
                    <a:pt x="161" y="140"/>
                    <a:pt x="164" y="144"/>
                  </a:cubicBezTo>
                  <a:cubicBezTo>
                    <a:pt x="166" y="149"/>
                    <a:pt x="163" y="151"/>
                    <a:pt x="163" y="155"/>
                  </a:cubicBezTo>
                  <a:cubicBezTo>
                    <a:pt x="162" y="159"/>
                    <a:pt x="164" y="164"/>
                    <a:pt x="167" y="169"/>
                  </a:cubicBezTo>
                  <a:cubicBezTo>
                    <a:pt x="170" y="173"/>
                    <a:pt x="171" y="175"/>
                    <a:pt x="171" y="178"/>
                  </a:cubicBezTo>
                  <a:cubicBezTo>
                    <a:pt x="171" y="182"/>
                    <a:pt x="175" y="184"/>
                    <a:pt x="176" y="184"/>
                  </a:cubicBezTo>
                  <a:cubicBezTo>
                    <a:pt x="178" y="184"/>
                    <a:pt x="181" y="181"/>
                    <a:pt x="182" y="178"/>
                  </a:cubicBezTo>
                  <a:cubicBezTo>
                    <a:pt x="182" y="174"/>
                    <a:pt x="191" y="175"/>
                    <a:pt x="193" y="181"/>
                  </a:cubicBezTo>
                  <a:cubicBezTo>
                    <a:pt x="194" y="186"/>
                    <a:pt x="189" y="186"/>
                    <a:pt x="187" y="189"/>
                  </a:cubicBezTo>
                  <a:cubicBezTo>
                    <a:pt x="186" y="193"/>
                    <a:pt x="191" y="197"/>
                    <a:pt x="187" y="198"/>
                  </a:cubicBezTo>
                  <a:cubicBezTo>
                    <a:pt x="183" y="199"/>
                    <a:pt x="180" y="200"/>
                    <a:pt x="179" y="203"/>
                  </a:cubicBezTo>
                  <a:cubicBezTo>
                    <a:pt x="178" y="206"/>
                    <a:pt x="178" y="209"/>
                    <a:pt x="178" y="213"/>
                  </a:cubicBezTo>
                  <a:cubicBezTo>
                    <a:pt x="177" y="216"/>
                    <a:pt x="173" y="214"/>
                    <a:pt x="172" y="218"/>
                  </a:cubicBezTo>
                  <a:cubicBezTo>
                    <a:pt x="171" y="223"/>
                    <a:pt x="168" y="231"/>
                    <a:pt x="163" y="231"/>
                  </a:cubicBezTo>
                  <a:cubicBezTo>
                    <a:pt x="158" y="230"/>
                    <a:pt x="155" y="228"/>
                    <a:pt x="158" y="224"/>
                  </a:cubicBezTo>
                  <a:cubicBezTo>
                    <a:pt x="161" y="221"/>
                    <a:pt x="165" y="217"/>
                    <a:pt x="161" y="217"/>
                  </a:cubicBezTo>
                  <a:cubicBezTo>
                    <a:pt x="158" y="217"/>
                    <a:pt x="155" y="216"/>
                    <a:pt x="150" y="219"/>
                  </a:cubicBezTo>
                  <a:cubicBezTo>
                    <a:pt x="145" y="222"/>
                    <a:pt x="152" y="227"/>
                    <a:pt x="147" y="227"/>
                  </a:cubicBezTo>
                  <a:cubicBezTo>
                    <a:pt x="142" y="227"/>
                    <a:pt x="133" y="229"/>
                    <a:pt x="130" y="232"/>
                  </a:cubicBezTo>
                  <a:cubicBezTo>
                    <a:pt x="127" y="235"/>
                    <a:pt x="126" y="236"/>
                    <a:pt x="127" y="241"/>
                  </a:cubicBezTo>
                  <a:cubicBezTo>
                    <a:pt x="128" y="246"/>
                    <a:pt x="131" y="245"/>
                    <a:pt x="129" y="247"/>
                  </a:cubicBezTo>
                  <a:cubicBezTo>
                    <a:pt x="127" y="249"/>
                    <a:pt x="136" y="251"/>
                    <a:pt x="130" y="255"/>
                  </a:cubicBezTo>
                  <a:cubicBezTo>
                    <a:pt x="125" y="259"/>
                    <a:pt x="121" y="255"/>
                    <a:pt x="120" y="260"/>
                  </a:cubicBezTo>
                  <a:cubicBezTo>
                    <a:pt x="119" y="265"/>
                    <a:pt x="117" y="266"/>
                    <a:pt x="113" y="269"/>
                  </a:cubicBezTo>
                  <a:cubicBezTo>
                    <a:pt x="111" y="270"/>
                    <a:pt x="110" y="271"/>
                    <a:pt x="108" y="271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98" y="264"/>
                    <a:pt x="98" y="264"/>
                    <a:pt x="98" y="264"/>
                  </a:cubicBezTo>
                  <a:cubicBezTo>
                    <a:pt x="89" y="260"/>
                    <a:pt x="89" y="260"/>
                    <a:pt x="89" y="260"/>
                  </a:cubicBezTo>
                  <a:cubicBezTo>
                    <a:pt x="81" y="268"/>
                    <a:pt x="81" y="268"/>
                    <a:pt x="81" y="268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72" y="259"/>
                    <a:pt x="72" y="259"/>
                    <a:pt x="72" y="259"/>
                  </a:cubicBezTo>
                  <a:cubicBezTo>
                    <a:pt x="75" y="253"/>
                    <a:pt x="75" y="253"/>
                    <a:pt x="75" y="253"/>
                  </a:cubicBezTo>
                  <a:cubicBezTo>
                    <a:pt x="80" y="251"/>
                    <a:pt x="80" y="251"/>
                    <a:pt x="80" y="251"/>
                  </a:cubicBezTo>
                  <a:cubicBezTo>
                    <a:pt x="75" y="245"/>
                    <a:pt x="75" y="245"/>
                    <a:pt x="75" y="245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59" y="230"/>
                    <a:pt x="59" y="230"/>
                    <a:pt x="59" y="230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36" y="238"/>
                    <a:pt x="36" y="238"/>
                    <a:pt x="36" y="238"/>
                  </a:cubicBezTo>
                  <a:cubicBezTo>
                    <a:pt x="32" y="238"/>
                    <a:pt x="32" y="238"/>
                    <a:pt x="32" y="238"/>
                  </a:cubicBezTo>
                  <a:cubicBezTo>
                    <a:pt x="30" y="227"/>
                    <a:pt x="30" y="227"/>
                    <a:pt x="30" y="227"/>
                  </a:cubicBezTo>
                  <a:cubicBezTo>
                    <a:pt x="21" y="220"/>
                    <a:pt x="21" y="220"/>
                    <a:pt x="21" y="220"/>
                  </a:cubicBezTo>
                  <a:cubicBezTo>
                    <a:pt x="10" y="208"/>
                    <a:pt x="10" y="208"/>
                    <a:pt x="10" y="208"/>
                  </a:cubicBezTo>
                  <a:cubicBezTo>
                    <a:pt x="5" y="197"/>
                    <a:pt x="5" y="197"/>
                    <a:pt x="5" y="197"/>
                  </a:cubicBezTo>
                  <a:cubicBezTo>
                    <a:pt x="4" y="189"/>
                    <a:pt x="4" y="189"/>
                    <a:pt x="4" y="189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7" y="176"/>
                    <a:pt x="7" y="176"/>
                    <a:pt x="7" y="176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8" y="171"/>
                    <a:pt x="18" y="171"/>
                    <a:pt x="18" y="171"/>
                  </a:cubicBezTo>
                  <a:cubicBezTo>
                    <a:pt x="22" y="165"/>
                    <a:pt x="22" y="165"/>
                    <a:pt x="22" y="165"/>
                  </a:cubicBezTo>
                  <a:cubicBezTo>
                    <a:pt x="9" y="159"/>
                    <a:pt x="9" y="159"/>
                    <a:pt x="9" y="159"/>
                  </a:cubicBezTo>
                  <a:cubicBezTo>
                    <a:pt x="15" y="154"/>
                    <a:pt x="15" y="154"/>
                    <a:pt x="15" y="154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3" y="141"/>
                    <a:pt x="23" y="141"/>
                    <a:pt x="23" y="141"/>
                  </a:cubicBezTo>
                  <a:cubicBezTo>
                    <a:pt x="30" y="142"/>
                    <a:pt x="30" y="142"/>
                    <a:pt x="30" y="142"/>
                  </a:cubicBezTo>
                  <a:cubicBezTo>
                    <a:pt x="37" y="142"/>
                    <a:pt x="37" y="142"/>
                    <a:pt x="37" y="142"/>
                  </a:cubicBezTo>
                  <a:cubicBezTo>
                    <a:pt x="39" y="131"/>
                    <a:pt x="39" y="131"/>
                    <a:pt x="39" y="131"/>
                  </a:cubicBezTo>
                  <a:cubicBezTo>
                    <a:pt x="42" y="122"/>
                    <a:pt x="42" y="122"/>
                    <a:pt x="42" y="122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46" y="111"/>
                    <a:pt x="46" y="111"/>
                    <a:pt x="46" y="111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5" y="88"/>
                    <a:pt x="35" y="88"/>
                    <a:pt x="35" y="88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72" y="27"/>
                    <a:pt x="72" y="27"/>
                    <a:pt x="72" y="27"/>
                  </a:cubicBezTo>
                  <a:cubicBezTo>
                    <a:pt x="76" y="22"/>
                    <a:pt x="76" y="22"/>
                    <a:pt x="76" y="22"/>
                  </a:cubicBezTo>
                  <a:cubicBezTo>
                    <a:pt x="94" y="24"/>
                    <a:pt x="94" y="24"/>
                    <a:pt x="94" y="24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31" y="2"/>
                    <a:pt x="131" y="2"/>
                    <a:pt x="131" y="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9" y="16"/>
                    <a:pt x="139" y="16"/>
                    <a:pt x="139" y="16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47" y="20"/>
                    <a:pt x="147" y="20"/>
                    <a:pt x="147" y="20"/>
                  </a:cubicBezTo>
                  <a:cubicBezTo>
                    <a:pt x="154" y="27"/>
                    <a:pt x="154" y="27"/>
                    <a:pt x="154" y="27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6" y="37"/>
                    <a:pt x="166" y="37"/>
                    <a:pt x="166" y="37"/>
                  </a:cubicBezTo>
                  <a:cubicBezTo>
                    <a:pt x="174" y="35"/>
                    <a:pt x="174" y="35"/>
                    <a:pt x="174" y="35"/>
                  </a:cubicBezTo>
                  <a:cubicBezTo>
                    <a:pt x="177" y="41"/>
                    <a:pt x="177" y="41"/>
                    <a:pt x="177" y="41"/>
                  </a:cubicBezTo>
                  <a:cubicBezTo>
                    <a:pt x="179" y="52"/>
                    <a:pt x="179" y="52"/>
                    <a:pt x="179" y="52"/>
                  </a:cubicBezTo>
                  <a:cubicBezTo>
                    <a:pt x="187" y="50"/>
                    <a:pt x="187" y="50"/>
                    <a:pt x="187" y="50"/>
                  </a:cubicBezTo>
                  <a:cubicBezTo>
                    <a:pt x="187" y="54"/>
                    <a:pt x="187" y="54"/>
                    <a:pt x="187" y="54"/>
                  </a:cubicBezTo>
                  <a:lnTo>
                    <a:pt x="193" y="55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" name="Freeform 11"/>
            <p:cNvSpPr>
              <a:spLocks/>
            </p:cNvSpPr>
            <p:nvPr/>
          </p:nvSpPr>
          <p:spPr bwMode="auto">
            <a:xfrm>
              <a:off x="4574" y="3326"/>
              <a:ext cx="375" cy="409"/>
            </a:xfrm>
            <a:custGeom>
              <a:avLst/>
              <a:gdLst>
                <a:gd name="T0" fmla="*/ 1 w 180"/>
                <a:gd name="T1" fmla="*/ 5 h 196"/>
                <a:gd name="T2" fmla="*/ 7 w 180"/>
                <a:gd name="T3" fmla="*/ 13 h 196"/>
                <a:gd name="T4" fmla="*/ 15 w 180"/>
                <a:gd name="T5" fmla="*/ 20 h 196"/>
                <a:gd name="T6" fmla="*/ 16 w 180"/>
                <a:gd name="T7" fmla="*/ 27 h 196"/>
                <a:gd name="T8" fmla="*/ 11 w 180"/>
                <a:gd name="T9" fmla="*/ 37 h 196"/>
                <a:gd name="T10" fmla="*/ 22 w 180"/>
                <a:gd name="T11" fmla="*/ 47 h 196"/>
                <a:gd name="T12" fmla="*/ 38 w 180"/>
                <a:gd name="T13" fmla="*/ 68 h 196"/>
                <a:gd name="T14" fmla="*/ 58 w 180"/>
                <a:gd name="T15" fmla="*/ 74 h 196"/>
                <a:gd name="T16" fmla="*/ 66 w 180"/>
                <a:gd name="T17" fmla="*/ 89 h 196"/>
                <a:gd name="T18" fmla="*/ 83 w 180"/>
                <a:gd name="T19" fmla="*/ 104 h 196"/>
                <a:gd name="T20" fmla="*/ 103 w 180"/>
                <a:gd name="T21" fmla="*/ 133 h 196"/>
                <a:gd name="T22" fmla="*/ 116 w 180"/>
                <a:gd name="T23" fmla="*/ 141 h 196"/>
                <a:gd name="T24" fmla="*/ 127 w 180"/>
                <a:gd name="T25" fmla="*/ 156 h 196"/>
                <a:gd name="T26" fmla="*/ 136 w 180"/>
                <a:gd name="T27" fmla="*/ 166 h 196"/>
                <a:gd name="T28" fmla="*/ 143 w 180"/>
                <a:gd name="T29" fmla="*/ 179 h 196"/>
                <a:gd name="T30" fmla="*/ 159 w 180"/>
                <a:gd name="T31" fmla="*/ 193 h 196"/>
                <a:gd name="T32" fmla="*/ 162 w 180"/>
                <a:gd name="T33" fmla="*/ 186 h 196"/>
                <a:gd name="T34" fmla="*/ 155 w 180"/>
                <a:gd name="T35" fmla="*/ 172 h 196"/>
                <a:gd name="T36" fmla="*/ 161 w 180"/>
                <a:gd name="T37" fmla="*/ 167 h 196"/>
                <a:gd name="T38" fmla="*/ 166 w 180"/>
                <a:gd name="T39" fmla="*/ 163 h 196"/>
                <a:gd name="T40" fmla="*/ 178 w 180"/>
                <a:gd name="T41" fmla="*/ 168 h 196"/>
                <a:gd name="T42" fmla="*/ 170 w 180"/>
                <a:gd name="T43" fmla="*/ 156 h 196"/>
                <a:gd name="T44" fmla="*/ 162 w 180"/>
                <a:gd name="T45" fmla="*/ 158 h 196"/>
                <a:gd name="T46" fmla="*/ 153 w 180"/>
                <a:gd name="T47" fmla="*/ 152 h 196"/>
                <a:gd name="T48" fmla="*/ 138 w 180"/>
                <a:gd name="T49" fmla="*/ 150 h 196"/>
                <a:gd name="T50" fmla="*/ 124 w 180"/>
                <a:gd name="T51" fmla="*/ 133 h 196"/>
                <a:gd name="T52" fmla="*/ 114 w 180"/>
                <a:gd name="T53" fmla="*/ 114 h 196"/>
                <a:gd name="T54" fmla="*/ 114 w 180"/>
                <a:gd name="T55" fmla="*/ 100 h 196"/>
                <a:gd name="T56" fmla="*/ 128 w 180"/>
                <a:gd name="T57" fmla="*/ 94 h 196"/>
                <a:gd name="T58" fmla="*/ 137 w 180"/>
                <a:gd name="T59" fmla="*/ 95 h 196"/>
                <a:gd name="T60" fmla="*/ 120 w 180"/>
                <a:gd name="T61" fmla="*/ 88 h 196"/>
                <a:gd name="T62" fmla="*/ 74 w 180"/>
                <a:gd name="T63" fmla="*/ 58 h 196"/>
                <a:gd name="T64" fmla="*/ 61 w 180"/>
                <a:gd name="T65" fmla="*/ 50 h 196"/>
                <a:gd name="T66" fmla="*/ 51 w 180"/>
                <a:gd name="T67" fmla="*/ 42 h 196"/>
                <a:gd name="T68" fmla="*/ 43 w 180"/>
                <a:gd name="T69" fmla="*/ 30 h 196"/>
                <a:gd name="T70" fmla="*/ 25 w 180"/>
                <a:gd name="T71" fmla="*/ 16 h 196"/>
                <a:gd name="T72" fmla="*/ 12 w 180"/>
                <a:gd name="T73" fmla="*/ 7 h 196"/>
                <a:gd name="T74" fmla="*/ 5 w 180"/>
                <a:gd name="T75" fmla="*/ 0 h 196"/>
                <a:gd name="T76" fmla="*/ 1 w 180"/>
                <a:gd name="T77" fmla="*/ 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0" h="196">
                  <a:moveTo>
                    <a:pt x="1" y="5"/>
                  </a:moveTo>
                  <a:cubicBezTo>
                    <a:pt x="0" y="7"/>
                    <a:pt x="3" y="13"/>
                    <a:pt x="7" y="13"/>
                  </a:cubicBezTo>
                  <a:cubicBezTo>
                    <a:pt x="10" y="13"/>
                    <a:pt x="12" y="15"/>
                    <a:pt x="15" y="20"/>
                  </a:cubicBezTo>
                  <a:cubicBezTo>
                    <a:pt x="18" y="24"/>
                    <a:pt x="20" y="27"/>
                    <a:pt x="16" y="27"/>
                  </a:cubicBezTo>
                  <a:cubicBezTo>
                    <a:pt x="12" y="27"/>
                    <a:pt x="9" y="33"/>
                    <a:pt x="11" y="37"/>
                  </a:cubicBezTo>
                  <a:cubicBezTo>
                    <a:pt x="13" y="41"/>
                    <a:pt x="20" y="44"/>
                    <a:pt x="22" y="47"/>
                  </a:cubicBezTo>
                  <a:cubicBezTo>
                    <a:pt x="25" y="50"/>
                    <a:pt x="33" y="64"/>
                    <a:pt x="38" y="68"/>
                  </a:cubicBezTo>
                  <a:cubicBezTo>
                    <a:pt x="42" y="72"/>
                    <a:pt x="51" y="70"/>
                    <a:pt x="58" y="74"/>
                  </a:cubicBezTo>
                  <a:cubicBezTo>
                    <a:pt x="64" y="77"/>
                    <a:pt x="65" y="84"/>
                    <a:pt x="66" y="89"/>
                  </a:cubicBezTo>
                  <a:cubicBezTo>
                    <a:pt x="67" y="95"/>
                    <a:pt x="79" y="99"/>
                    <a:pt x="83" y="104"/>
                  </a:cubicBezTo>
                  <a:cubicBezTo>
                    <a:pt x="87" y="108"/>
                    <a:pt x="101" y="128"/>
                    <a:pt x="103" y="133"/>
                  </a:cubicBezTo>
                  <a:cubicBezTo>
                    <a:pt x="105" y="139"/>
                    <a:pt x="112" y="138"/>
                    <a:pt x="116" y="141"/>
                  </a:cubicBezTo>
                  <a:cubicBezTo>
                    <a:pt x="121" y="143"/>
                    <a:pt x="126" y="153"/>
                    <a:pt x="127" y="156"/>
                  </a:cubicBezTo>
                  <a:cubicBezTo>
                    <a:pt x="128" y="160"/>
                    <a:pt x="132" y="162"/>
                    <a:pt x="136" y="166"/>
                  </a:cubicBezTo>
                  <a:cubicBezTo>
                    <a:pt x="141" y="170"/>
                    <a:pt x="142" y="172"/>
                    <a:pt x="143" y="179"/>
                  </a:cubicBezTo>
                  <a:cubicBezTo>
                    <a:pt x="143" y="187"/>
                    <a:pt x="155" y="190"/>
                    <a:pt x="159" y="193"/>
                  </a:cubicBezTo>
                  <a:cubicBezTo>
                    <a:pt x="162" y="196"/>
                    <a:pt x="165" y="189"/>
                    <a:pt x="162" y="186"/>
                  </a:cubicBezTo>
                  <a:cubicBezTo>
                    <a:pt x="160" y="183"/>
                    <a:pt x="155" y="175"/>
                    <a:pt x="155" y="172"/>
                  </a:cubicBezTo>
                  <a:cubicBezTo>
                    <a:pt x="155" y="168"/>
                    <a:pt x="158" y="167"/>
                    <a:pt x="161" y="167"/>
                  </a:cubicBezTo>
                  <a:cubicBezTo>
                    <a:pt x="163" y="166"/>
                    <a:pt x="161" y="162"/>
                    <a:pt x="166" y="163"/>
                  </a:cubicBezTo>
                  <a:cubicBezTo>
                    <a:pt x="172" y="164"/>
                    <a:pt x="177" y="172"/>
                    <a:pt x="178" y="168"/>
                  </a:cubicBezTo>
                  <a:cubicBezTo>
                    <a:pt x="180" y="164"/>
                    <a:pt x="172" y="159"/>
                    <a:pt x="170" y="156"/>
                  </a:cubicBezTo>
                  <a:cubicBezTo>
                    <a:pt x="167" y="153"/>
                    <a:pt x="165" y="160"/>
                    <a:pt x="162" y="158"/>
                  </a:cubicBezTo>
                  <a:cubicBezTo>
                    <a:pt x="159" y="156"/>
                    <a:pt x="155" y="154"/>
                    <a:pt x="153" y="152"/>
                  </a:cubicBezTo>
                  <a:cubicBezTo>
                    <a:pt x="151" y="150"/>
                    <a:pt x="142" y="153"/>
                    <a:pt x="138" y="150"/>
                  </a:cubicBezTo>
                  <a:cubicBezTo>
                    <a:pt x="134" y="147"/>
                    <a:pt x="128" y="139"/>
                    <a:pt x="124" y="133"/>
                  </a:cubicBezTo>
                  <a:cubicBezTo>
                    <a:pt x="119" y="127"/>
                    <a:pt x="117" y="119"/>
                    <a:pt x="114" y="114"/>
                  </a:cubicBezTo>
                  <a:cubicBezTo>
                    <a:pt x="112" y="109"/>
                    <a:pt x="111" y="103"/>
                    <a:pt x="114" y="100"/>
                  </a:cubicBezTo>
                  <a:cubicBezTo>
                    <a:pt x="117" y="97"/>
                    <a:pt x="121" y="91"/>
                    <a:pt x="128" y="94"/>
                  </a:cubicBezTo>
                  <a:cubicBezTo>
                    <a:pt x="136" y="97"/>
                    <a:pt x="139" y="96"/>
                    <a:pt x="137" y="95"/>
                  </a:cubicBezTo>
                  <a:cubicBezTo>
                    <a:pt x="136" y="93"/>
                    <a:pt x="125" y="91"/>
                    <a:pt x="120" y="88"/>
                  </a:cubicBezTo>
                  <a:cubicBezTo>
                    <a:pt x="116" y="85"/>
                    <a:pt x="78" y="62"/>
                    <a:pt x="74" y="58"/>
                  </a:cubicBezTo>
                  <a:cubicBezTo>
                    <a:pt x="70" y="54"/>
                    <a:pt x="64" y="53"/>
                    <a:pt x="61" y="50"/>
                  </a:cubicBezTo>
                  <a:cubicBezTo>
                    <a:pt x="57" y="47"/>
                    <a:pt x="55" y="48"/>
                    <a:pt x="51" y="42"/>
                  </a:cubicBezTo>
                  <a:cubicBezTo>
                    <a:pt x="47" y="36"/>
                    <a:pt x="46" y="34"/>
                    <a:pt x="43" y="30"/>
                  </a:cubicBezTo>
                  <a:cubicBezTo>
                    <a:pt x="39" y="26"/>
                    <a:pt x="29" y="19"/>
                    <a:pt x="25" y="16"/>
                  </a:cubicBezTo>
                  <a:cubicBezTo>
                    <a:pt x="20" y="13"/>
                    <a:pt x="16" y="12"/>
                    <a:pt x="12" y="7"/>
                  </a:cubicBezTo>
                  <a:cubicBezTo>
                    <a:pt x="8" y="2"/>
                    <a:pt x="8" y="0"/>
                    <a:pt x="5" y="0"/>
                  </a:cubicBezTo>
                  <a:cubicBezTo>
                    <a:pt x="1" y="1"/>
                    <a:pt x="1" y="5"/>
                    <a:pt x="1" y="5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" name="Freeform 12"/>
            <p:cNvSpPr>
              <a:spLocks/>
            </p:cNvSpPr>
            <p:nvPr/>
          </p:nvSpPr>
          <p:spPr bwMode="auto">
            <a:xfrm>
              <a:off x="4432" y="3782"/>
              <a:ext cx="163" cy="148"/>
            </a:xfrm>
            <a:custGeom>
              <a:avLst/>
              <a:gdLst>
                <a:gd name="T0" fmla="*/ 77 w 78"/>
                <a:gd name="T1" fmla="*/ 27 h 71"/>
                <a:gd name="T2" fmla="*/ 73 w 78"/>
                <a:gd name="T3" fmla="*/ 20 h 71"/>
                <a:gd name="T4" fmla="*/ 65 w 78"/>
                <a:gd name="T5" fmla="*/ 15 h 71"/>
                <a:gd name="T6" fmla="*/ 55 w 78"/>
                <a:gd name="T7" fmla="*/ 29 h 71"/>
                <a:gd name="T8" fmla="*/ 50 w 78"/>
                <a:gd name="T9" fmla="*/ 37 h 71"/>
                <a:gd name="T10" fmla="*/ 45 w 78"/>
                <a:gd name="T11" fmla="*/ 48 h 71"/>
                <a:gd name="T12" fmla="*/ 41 w 78"/>
                <a:gd name="T13" fmla="*/ 57 h 71"/>
                <a:gd name="T14" fmla="*/ 23 w 78"/>
                <a:gd name="T15" fmla="*/ 69 h 71"/>
                <a:gd name="T16" fmla="*/ 12 w 78"/>
                <a:gd name="T17" fmla="*/ 66 h 71"/>
                <a:gd name="T18" fmla="*/ 8 w 78"/>
                <a:gd name="T19" fmla="*/ 59 h 71"/>
                <a:gd name="T20" fmla="*/ 0 w 78"/>
                <a:gd name="T21" fmla="*/ 53 h 71"/>
                <a:gd name="T22" fmla="*/ 0 w 78"/>
                <a:gd name="T23" fmla="*/ 53 h 71"/>
                <a:gd name="T24" fmla="*/ 0 w 78"/>
                <a:gd name="T25" fmla="*/ 46 h 71"/>
                <a:gd name="T26" fmla="*/ 0 w 78"/>
                <a:gd name="T27" fmla="*/ 37 h 71"/>
                <a:gd name="T28" fmla="*/ 3 w 78"/>
                <a:gd name="T29" fmla="*/ 34 h 71"/>
                <a:gd name="T30" fmla="*/ 9 w 78"/>
                <a:gd name="T31" fmla="*/ 33 h 71"/>
                <a:gd name="T32" fmla="*/ 15 w 78"/>
                <a:gd name="T33" fmla="*/ 27 h 71"/>
                <a:gd name="T34" fmla="*/ 15 w 78"/>
                <a:gd name="T35" fmla="*/ 17 h 71"/>
                <a:gd name="T36" fmla="*/ 26 w 78"/>
                <a:gd name="T37" fmla="*/ 18 h 71"/>
                <a:gd name="T38" fmla="*/ 32 w 78"/>
                <a:gd name="T39" fmla="*/ 15 h 71"/>
                <a:gd name="T40" fmla="*/ 41 w 78"/>
                <a:gd name="T41" fmla="*/ 20 h 71"/>
                <a:gd name="T42" fmla="*/ 47 w 78"/>
                <a:gd name="T43" fmla="*/ 16 h 71"/>
                <a:gd name="T44" fmla="*/ 52 w 78"/>
                <a:gd name="T45" fmla="*/ 15 h 71"/>
                <a:gd name="T46" fmla="*/ 57 w 78"/>
                <a:gd name="T47" fmla="*/ 8 h 71"/>
                <a:gd name="T48" fmla="*/ 69 w 78"/>
                <a:gd name="T49" fmla="*/ 6 h 71"/>
                <a:gd name="T50" fmla="*/ 75 w 78"/>
                <a:gd name="T51" fmla="*/ 0 h 71"/>
                <a:gd name="T52" fmla="*/ 78 w 78"/>
                <a:gd name="T53" fmla="*/ 1 h 71"/>
                <a:gd name="T54" fmla="*/ 77 w 78"/>
                <a:gd name="T55" fmla="*/ 2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8" h="71">
                  <a:moveTo>
                    <a:pt x="77" y="27"/>
                  </a:moveTo>
                  <a:cubicBezTo>
                    <a:pt x="74" y="25"/>
                    <a:pt x="73" y="21"/>
                    <a:pt x="73" y="20"/>
                  </a:cubicBezTo>
                  <a:cubicBezTo>
                    <a:pt x="72" y="18"/>
                    <a:pt x="68" y="11"/>
                    <a:pt x="65" y="15"/>
                  </a:cubicBezTo>
                  <a:cubicBezTo>
                    <a:pt x="63" y="19"/>
                    <a:pt x="55" y="24"/>
                    <a:pt x="55" y="29"/>
                  </a:cubicBezTo>
                  <a:cubicBezTo>
                    <a:pt x="55" y="33"/>
                    <a:pt x="53" y="33"/>
                    <a:pt x="50" y="37"/>
                  </a:cubicBezTo>
                  <a:cubicBezTo>
                    <a:pt x="46" y="40"/>
                    <a:pt x="44" y="44"/>
                    <a:pt x="45" y="48"/>
                  </a:cubicBezTo>
                  <a:cubicBezTo>
                    <a:pt x="45" y="51"/>
                    <a:pt x="44" y="54"/>
                    <a:pt x="41" y="57"/>
                  </a:cubicBezTo>
                  <a:cubicBezTo>
                    <a:pt x="37" y="59"/>
                    <a:pt x="26" y="67"/>
                    <a:pt x="23" y="69"/>
                  </a:cubicBezTo>
                  <a:cubicBezTo>
                    <a:pt x="19" y="71"/>
                    <a:pt x="15" y="69"/>
                    <a:pt x="12" y="66"/>
                  </a:cubicBezTo>
                  <a:cubicBezTo>
                    <a:pt x="9" y="63"/>
                    <a:pt x="11" y="59"/>
                    <a:pt x="8" y="59"/>
                  </a:cubicBezTo>
                  <a:cubicBezTo>
                    <a:pt x="4" y="58"/>
                    <a:pt x="1" y="56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37"/>
                    <a:pt x="0" y="37"/>
                  </a:cubicBezTo>
                  <a:cubicBezTo>
                    <a:pt x="0" y="36"/>
                    <a:pt x="3" y="34"/>
                    <a:pt x="3" y="34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69" y="6"/>
                    <a:pt x="69" y="6"/>
                    <a:pt x="69" y="6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1"/>
                    <a:pt x="78" y="1"/>
                    <a:pt x="78" y="1"/>
                  </a:cubicBezTo>
                  <a:lnTo>
                    <a:pt x="77" y="27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" name="Freeform 13"/>
            <p:cNvSpPr>
              <a:spLocks/>
            </p:cNvSpPr>
            <p:nvPr/>
          </p:nvSpPr>
          <p:spPr bwMode="auto">
            <a:xfrm>
              <a:off x="3840" y="3505"/>
              <a:ext cx="600" cy="396"/>
            </a:xfrm>
            <a:custGeom>
              <a:avLst/>
              <a:gdLst>
                <a:gd name="T0" fmla="*/ 283 w 288"/>
                <a:gd name="T1" fmla="*/ 184 h 190"/>
                <a:gd name="T2" fmla="*/ 259 w 288"/>
                <a:gd name="T3" fmla="*/ 180 h 190"/>
                <a:gd name="T4" fmla="*/ 235 w 288"/>
                <a:gd name="T5" fmla="*/ 182 h 190"/>
                <a:gd name="T6" fmla="*/ 210 w 288"/>
                <a:gd name="T7" fmla="*/ 181 h 190"/>
                <a:gd name="T8" fmla="*/ 194 w 288"/>
                <a:gd name="T9" fmla="*/ 166 h 190"/>
                <a:gd name="T10" fmla="*/ 166 w 288"/>
                <a:gd name="T11" fmla="*/ 142 h 190"/>
                <a:gd name="T12" fmla="*/ 139 w 288"/>
                <a:gd name="T13" fmla="*/ 124 h 190"/>
                <a:gd name="T14" fmla="*/ 102 w 288"/>
                <a:gd name="T15" fmla="*/ 125 h 190"/>
                <a:gd name="T16" fmla="*/ 76 w 288"/>
                <a:gd name="T17" fmla="*/ 142 h 190"/>
                <a:gd name="T18" fmla="*/ 64 w 288"/>
                <a:gd name="T19" fmla="*/ 131 h 190"/>
                <a:gd name="T20" fmla="*/ 64 w 288"/>
                <a:gd name="T21" fmla="*/ 119 h 190"/>
                <a:gd name="T22" fmla="*/ 54 w 288"/>
                <a:gd name="T23" fmla="*/ 111 h 190"/>
                <a:gd name="T24" fmla="*/ 49 w 288"/>
                <a:gd name="T25" fmla="*/ 92 h 190"/>
                <a:gd name="T26" fmla="*/ 41 w 288"/>
                <a:gd name="T27" fmla="*/ 93 h 190"/>
                <a:gd name="T28" fmla="*/ 35 w 288"/>
                <a:gd name="T29" fmla="*/ 86 h 190"/>
                <a:gd name="T30" fmla="*/ 23 w 288"/>
                <a:gd name="T31" fmla="*/ 89 h 190"/>
                <a:gd name="T32" fmla="*/ 14 w 288"/>
                <a:gd name="T33" fmla="*/ 87 h 190"/>
                <a:gd name="T34" fmla="*/ 16 w 288"/>
                <a:gd name="T35" fmla="*/ 77 h 190"/>
                <a:gd name="T36" fmla="*/ 5 w 288"/>
                <a:gd name="T37" fmla="*/ 76 h 190"/>
                <a:gd name="T38" fmla="*/ 0 w 288"/>
                <a:gd name="T39" fmla="*/ 69 h 190"/>
                <a:gd name="T40" fmla="*/ 19 w 288"/>
                <a:gd name="T41" fmla="*/ 58 h 190"/>
                <a:gd name="T42" fmla="*/ 29 w 288"/>
                <a:gd name="T43" fmla="*/ 59 h 190"/>
                <a:gd name="T44" fmla="*/ 44 w 288"/>
                <a:gd name="T45" fmla="*/ 60 h 190"/>
                <a:gd name="T46" fmla="*/ 60 w 288"/>
                <a:gd name="T47" fmla="*/ 58 h 190"/>
                <a:gd name="T48" fmla="*/ 71 w 288"/>
                <a:gd name="T49" fmla="*/ 54 h 190"/>
                <a:gd name="T50" fmla="*/ 92 w 288"/>
                <a:gd name="T51" fmla="*/ 58 h 190"/>
                <a:gd name="T52" fmla="*/ 99 w 288"/>
                <a:gd name="T53" fmla="*/ 57 h 190"/>
                <a:gd name="T54" fmla="*/ 109 w 288"/>
                <a:gd name="T55" fmla="*/ 57 h 190"/>
                <a:gd name="T56" fmla="*/ 131 w 288"/>
                <a:gd name="T57" fmla="*/ 45 h 190"/>
                <a:gd name="T58" fmla="*/ 137 w 288"/>
                <a:gd name="T59" fmla="*/ 38 h 190"/>
                <a:gd name="T60" fmla="*/ 153 w 288"/>
                <a:gd name="T61" fmla="*/ 33 h 190"/>
                <a:gd name="T62" fmla="*/ 172 w 288"/>
                <a:gd name="T63" fmla="*/ 13 h 190"/>
                <a:gd name="T64" fmla="*/ 184 w 288"/>
                <a:gd name="T65" fmla="*/ 8 h 190"/>
                <a:gd name="T66" fmla="*/ 197 w 288"/>
                <a:gd name="T67" fmla="*/ 1 h 190"/>
                <a:gd name="T68" fmla="*/ 207 w 288"/>
                <a:gd name="T69" fmla="*/ 2 h 190"/>
                <a:gd name="T70" fmla="*/ 201 w 288"/>
                <a:gd name="T71" fmla="*/ 20 h 190"/>
                <a:gd name="T72" fmla="*/ 197 w 288"/>
                <a:gd name="T73" fmla="*/ 35 h 190"/>
                <a:gd name="T74" fmla="*/ 194 w 288"/>
                <a:gd name="T75" fmla="*/ 52 h 190"/>
                <a:gd name="T76" fmla="*/ 207 w 288"/>
                <a:gd name="T77" fmla="*/ 60 h 190"/>
                <a:gd name="T78" fmla="*/ 226 w 288"/>
                <a:gd name="T79" fmla="*/ 70 h 190"/>
                <a:gd name="T80" fmla="*/ 241 w 288"/>
                <a:gd name="T81" fmla="*/ 54 h 190"/>
                <a:gd name="T82" fmla="*/ 248 w 288"/>
                <a:gd name="T83" fmla="*/ 44 h 190"/>
                <a:gd name="T84" fmla="*/ 256 w 288"/>
                <a:gd name="T85" fmla="*/ 37 h 190"/>
                <a:gd name="T86" fmla="*/ 269 w 288"/>
                <a:gd name="T87" fmla="*/ 29 h 190"/>
                <a:gd name="T88" fmla="*/ 280 w 288"/>
                <a:gd name="T89" fmla="*/ 47 h 190"/>
                <a:gd name="T90" fmla="*/ 269 w 288"/>
                <a:gd name="T91" fmla="*/ 60 h 190"/>
                <a:gd name="T92" fmla="*/ 259 w 288"/>
                <a:gd name="T93" fmla="*/ 63 h 190"/>
                <a:gd name="T94" fmla="*/ 267 w 288"/>
                <a:gd name="T95" fmla="*/ 76 h 190"/>
                <a:gd name="T96" fmla="*/ 261 w 288"/>
                <a:gd name="T97" fmla="*/ 91 h 190"/>
                <a:gd name="T98" fmla="*/ 254 w 288"/>
                <a:gd name="T99" fmla="*/ 102 h 190"/>
                <a:gd name="T100" fmla="*/ 251 w 288"/>
                <a:gd name="T101" fmla="*/ 113 h 190"/>
                <a:gd name="T102" fmla="*/ 252 w 288"/>
                <a:gd name="T103" fmla="*/ 133 h 190"/>
                <a:gd name="T104" fmla="*/ 264 w 288"/>
                <a:gd name="T105" fmla="*/ 143 h 190"/>
                <a:gd name="T106" fmla="*/ 274 w 288"/>
                <a:gd name="T107" fmla="*/ 141 h 190"/>
                <a:gd name="T108" fmla="*/ 279 w 288"/>
                <a:gd name="T109" fmla="*/ 151 h 190"/>
                <a:gd name="T110" fmla="*/ 288 w 288"/>
                <a:gd name="T111" fmla="*/ 158 h 190"/>
                <a:gd name="T112" fmla="*/ 284 w 288"/>
                <a:gd name="T113" fmla="*/ 170 h 190"/>
                <a:gd name="T114" fmla="*/ 284 w 288"/>
                <a:gd name="T115" fmla="*/ 18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88" h="190">
                  <a:moveTo>
                    <a:pt x="284" y="186"/>
                  </a:moveTo>
                  <a:cubicBezTo>
                    <a:pt x="283" y="185"/>
                    <a:pt x="283" y="185"/>
                    <a:pt x="283" y="184"/>
                  </a:cubicBezTo>
                  <a:cubicBezTo>
                    <a:pt x="282" y="180"/>
                    <a:pt x="278" y="179"/>
                    <a:pt x="277" y="182"/>
                  </a:cubicBezTo>
                  <a:cubicBezTo>
                    <a:pt x="275" y="186"/>
                    <a:pt x="264" y="185"/>
                    <a:pt x="259" y="180"/>
                  </a:cubicBezTo>
                  <a:cubicBezTo>
                    <a:pt x="254" y="175"/>
                    <a:pt x="252" y="178"/>
                    <a:pt x="247" y="182"/>
                  </a:cubicBezTo>
                  <a:cubicBezTo>
                    <a:pt x="242" y="186"/>
                    <a:pt x="239" y="178"/>
                    <a:pt x="235" y="182"/>
                  </a:cubicBezTo>
                  <a:cubicBezTo>
                    <a:pt x="231" y="185"/>
                    <a:pt x="226" y="190"/>
                    <a:pt x="222" y="190"/>
                  </a:cubicBezTo>
                  <a:cubicBezTo>
                    <a:pt x="218" y="189"/>
                    <a:pt x="214" y="188"/>
                    <a:pt x="210" y="181"/>
                  </a:cubicBezTo>
                  <a:cubicBezTo>
                    <a:pt x="207" y="174"/>
                    <a:pt x="205" y="180"/>
                    <a:pt x="204" y="177"/>
                  </a:cubicBezTo>
                  <a:cubicBezTo>
                    <a:pt x="203" y="174"/>
                    <a:pt x="196" y="167"/>
                    <a:pt x="194" y="166"/>
                  </a:cubicBezTo>
                  <a:cubicBezTo>
                    <a:pt x="191" y="165"/>
                    <a:pt x="184" y="158"/>
                    <a:pt x="181" y="155"/>
                  </a:cubicBezTo>
                  <a:cubicBezTo>
                    <a:pt x="179" y="152"/>
                    <a:pt x="167" y="145"/>
                    <a:pt x="166" y="142"/>
                  </a:cubicBezTo>
                  <a:cubicBezTo>
                    <a:pt x="165" y="139"/>
                    <a:pt x="155" y="137"/>
                    <a:pt x="153" y="132"/>
                  </a:cubicBezTo>
                  <a:cubicBezTo>
                    <a:pt x="151" y="127"/>
                    <a:pt x="142" y="126"/>
                    <a:pt x="139" y="124"/>
                  </a:cubicBezTo>
                  <a:cubicBezTo>
                    <a:pt x="136" y="121"/>
                    <a:pt x="124" y="124"/>
                    <a:pt x="119" y="127"/>
                  </a:cubicBezTo>
                  <a:cubicBezTo>
                    <a:pt x="114" y="131"/>
                    <a:pt x="107" y="127"/>
                    <a:pt x="102" y="125"/>
                  </a:cubicBezTo>
                  <a:cubicBezTo>
                    <a:pt x="96" y="124"/>
                    <a:pt x="93" y="131"/>
                    <a:pt x="88" y="134"/>
                  </a:cubicBezTo>
                  <a:cubicBezTo>
                    <a:pt x="84" y="137"/>
                    <a:pt x="80" y="139"/>
                    <a:pt x="76" y="142"/>
                  </a:cubicBezTo>
                  <a:cubicBezTo>
                    <a:pt x="71" y="133"/>
                    <a:pt x="71" y="133"/>
                    <a:pt x="71" y="133"/>
                  </a:cubicBezTo>
                  <a:cubicBezTo>
                    <a:pt x="64" y="131"/>
                    <a:pt x="64" y="131"/>
                    <a:pt x="64" y="131"/>
                  </a:cubicBezTo>
                  <a:cubicBezTo>
                    <a:pt x="58" y="122"/>
                    <a:pt x="58" y="122"/>
                    <a:pt x="58" y="122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4" y="111"/>
                    <a:pt x="54" y="111"/>
                    <a:pt x="54" y="111"/>
                  </a:cubicBezTo>
                  <a:cubicBezTo>
                    <a:pt x="54" y="100"/>
                    <a:pt x="54" y="100"/>
                    <a:pt x="54" y="100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1" y="93"/>
                    <a:pt x="41" y="93"/>
                    <a:pt x="41" y="93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5" y="86"/>
                    <a:pt x="35" y="86"/>
                    <a:pt x="35" y="86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9" y="81"/>
                    <a:pt x="19" y="81"/>
                    <a:pt x="19" y="81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0" y="78"/>
                    <a:pt x="10" y="78"/>
                    <a:pt x="10" y="78"/>
                  </a:cubicBezTo>
                  <a:cubicBezTo>
                    <a:pt x="5" y="76"/>
                    <a:pt x="5" y="76"/>
                    <a:pt x="5" y="76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9" y="59"/>
                    <a:pt x="29" y="59"/>
                    <a:pt x="29" y="59"/>
                  </a:cubicBezTo>
                  <a:cubicBezTo>
                    <a:pt x="35" y="56"/>
                    <a:pt x="35" y="56"/>
                    <a:pt x="35" y="5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63" y="53"/>
                    <a:pt x="63" y="53"/>
                    <a:pt x="63" y="53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92" y="58"/>
                    <a:pt x="92" y="58"/>
                    <a:pt x="92" y="58"/>
                  </a:cubicBezTo>
                  <a:cubicBezTo>
                    <a:pt x="95" y="54"/>
                    <a:pt x="95" y="54"/>
                    <a:pt x="95" y="54"/>
                  </a:cubicBezTo>
                  <a:cubicBezTo>
                    <a:pt x="99" y="57"/>
                    <a:pt x="99" y="57"/>
                    <a:pt x="99" y="57"/>
                  </a:cubicBezTo>
                  <a:cubicBezTo>
                    <a:pt x="103" y="53"/>
                    <a:pt x="103" y="53"/>
                    <a:pt x="103" y="53"/>
                  </a:cubicBezTo>
                  <a:cubicBezTo>
                    <a:pt x="109" y="57"/>
                    <a:pt x="109" y="57"/>
                    <a:pt x="109" y="5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2" y="40"/>
                    <a:pt x="132" y="40"/>
                    <a:pt x="132" y="40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53" y="33"/>
                    <a:pt x="153" y="33"/>
                    <a:pt x="153" y="33"/>
                  </a:cubicBezTo>
                  <a:cubicBezTo>
                    <a:pt x="152" y="28"/>
                    <a:pt x="152" y="28"/>
                    <a:pt x="152" y="28"/>
                  </a:cubicBezTo>
                  <a:cubicBezTo>
                    <a:pt x="172" y="13"/>
                    <a:pt x="172" y="13"/>
                    <a:pt x="172" y="13"/>
                  </a:cubicBezTo>
                  <a:cubicBezTo>
                    <a:pt x="178" y="12"/>
                    <a:pt x="178" y="12"/>
                    <a:pt x="178" y="12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90" y="6"/>
                    <a:pt x="190" y="6"/>
                    <a:pt x="190" y="6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07" y="2"/>
                    <a:pt x="207" y="2"/>
                    <a:pt x="207" y="2"/>
                  </a:cubicBezTo>
                  <a:cubicBezTo>
                    <a:pt x="204" y="16"/>
                    <a:pt x="204" y="16"/>
                    <a:pt x="204" y="16"/>
                  </a:cubicBezTo>
                  <a:cubicBezTo>
                    <a:pt x="201" y="20"/>
                    <a:pt x="201" y="20"/>
                    <a:pt x="201" y="20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7" y="35"/>
                    <a:pt x="197" y="35"/>
                    <a:pt x="197" y="35"/>
                  </a:cubicBezTo>
                  <a:cubicBezTo>
                    <a:pt x="201" y="42"/>
                    <a:pt x="201" y="42"/>
                    <a:pt x="201" y="42"/>
                  </a:cubicBezTo>
                  <a:cubicBezTo>
                    <a:pt x="194" y="52"/>
                    <a:pt x="194" y="52"/>
                    <a:pt x="194" y="52"/>
                  </a:cubicBezTo>
                  <a:cubicBezTo>
                    <a:pt x="199" y="58"/>
                    <a:pt x="199" y="58"/>
                    <a:pt x="199" y="58"/>
                  </a:cubicBezTo>
                  <a:cubicBezTo>
                    <a:pt x="207" y="60"/>
                    <a:pt x="207" y="60"/>
                    <a:pt x="207" y="60"/>
                  </a:cubicBezTo>
                  <a:cubicBezTo>
                    <a:pt x="217" y="55"/>
                    <a:pt x="217" y="55"/>
                    <a:pt x="217" y="55"/>
                  </a:cubicBezTo>
                  <a:cubicBezTo>
                    <a:pt x="226" y="70"/>
                    <a:pt x="226" y="70"/>
                    <a:pt x="226" y="70"/>
                  </a:cubicBezTo>
                  <a:cubicBezTo>
                    <a:pt x="233" y="65"/>
                    <a:pt x="233" y="65"/>
                    <a:pt x="233" y="65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7" y="53"/>
                    <a:pt x="247" y="53"/>
                    <a:pt x="247" y="53"/>
                  </a:cubicBezTo>
                  <a:cubicBezTo>
                    <a:pt x="248" y="44"/>
                    <a:pt x="248" y="44"/>
                    <a:pt x="248" y="44"/>
                  </a:cubicBezTo>
                  <a:cubicBezTo>
                    <a:pt x="251" y="38"/>
                    <a:pt x="251" y="38"/>
                    <a:pt x="251" y="38"/>
                  </a:cubicBezTo>
                  <a:cubicBezTo>
                    <a:pt x="256" y="37"/>
                    <a:pt x="256" y="37"/>
                    <a:pt x="256" y="37"/>
                  </a:cubicBezTo>
                  <a:cubicBezTo>
                    <a:pt x="261" y="29"/>
                    <a:pt x="261" y="29"/>
                    <a:pt x="261" y="29"/>
                  </a:cubicBezTo>
                  <a:cubicBezTo>
                    <a:pt x="269" y="29"/>
                    <a:pt x="269" y="29"/>
                    <a:pt x="269" y="29"/>
                  </a:cubicBezTo>
                  <a:cubicBezTo>
                    <a:pt x="275" y="38"/>
                    <a:pt x="275" y="38"/>
                    <a:pt x="275" y="38"/>
                  </a:cubicBezTo>
                  <a:cubicBezTo>
                    <a:pt x="280" y="47"/>
                    <a:pt x="280" y="47"/>
                    <a:pt x="280" y="47"/>
                  </a:cubicBezTo>
                  <a:cubicBezTo>
                    <a:pt x="279" y="56"/>
                    <a:pt x="279" y="56"/>
                    <a:pt x="279" y="56"/>
                  </a:cubicBezTo>
                  <a:cubicBezTo>
                    <a:pt x="269" y="60"/>
                    <a:pt x="269" y="60"/>
                    <a:pt x="269" y="60"/>
                  </a:cubicBezTo>
                  <a:cubicBezTo>
                    <a:pt x="262" y="59"/>
                    <a:pt x="262" y="59"/>
                    <a:pt x="262" y="59"/>
                  </a:cubicBezTo>
                  <a:cubicBezTo>
                    <a:pt x="259" y="63"/>
                    <a:pt x="259" y="63"/>
                    <a:pt x="259" y="63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6"/>
                    <a:pt x="267" y="76"/>
                    <a:pt x="267" y="76"/>
                  </a:cubicBezTo>
                  <a:cubicBezTo>
                    <a:pt x="260" y="80"/>
                    <a:pt x="260" y="80"/>
                    <a:pt x="260" y="80"/>
                  </a:cubicBezTo>
                  <a:cubicBezTo>
                    <a:pt x="261" y="91"/>
                    <a:pt x="261" y="91"/>
                    <a:pt x="261" y="91"/>
                  </a:cubicBezTo>
                  <a:cubicBezTo>
                    <a:pt x="254" y="96"/>
                    <a:pt x="254" y="96"/>
                    <a:pt x="254" y="96"/>
                  </a:cubicBezTo>
                  <a:cubicBezTo>
                    <a:pt x="254" y="102"/>
                    <a:pt x="254" y="102"/>
                    <a:pt x="254" y="102"/>
                  </a:cubicBezTo>
                  <a:cubicBezTo>
                    <a:pt x="249" y="107"/>
                    <a:pt x="249" y="107"/>
                    <a:pt x="249" y="107"/>
                  </a:cubicBezTo>
                  <a:cubicBezTo>
                    <a:pt x="251" y="113"/>
                    <a:pt x="251" y="113"/>
                    <a:pt x="251" y="113"/>
                  </a:cubicBezTo>
                  <a:cubicBezTo>
                    <a:pt x="249" y="121"/>
                    <a:pt x="249" y="121"/>
                    <a:pt x="249" y="121"/>
                  </a:cubicBezTo>
                  <a:cubicBezTo>
                    <a:pt x="252" y="133"/>
                    <a:pt x="252" y="133"/>
                    <a:pt x="252" y="133"/>
                  </a:cubicBezTo>
                  <a:cubicBezTo>
                    <a:pt x="260" y="137"/>
                    <a:pt x="260" y="137"/>
                    <a:pt x="260" y="137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9" y="139"/>
                    <a:pt x="269" y="139"/>
                    <a:pt x="269" y="139"/>
                  </a:cubicBezTo>
                  <a:cubicBezTo>
                    <a:pt x="274" y="141"/>
                    <a:pt x="274" y="141"/>
                    <a:pt x="274" y="141"/>
                  </a:cubicBezTo>
                  <a:cubicBezTo>
                    <a:pt x="275" y="146"/>
                    <a:pt x="275" y="146"/>
                    <a:pt x="275" y="146"/>
                  </a:cubicBezTo>
                  <a:cubicBezTo>
                    <a:pt x="279" y="151"/>
                    <a:pt x="279" y="151"/>
                    <a:pt x="279" y="151"/>
                  </a:cubicBezTo>
                  <a:cubicBezTo>
                    <a:pt x="281" y="156"/>
                    <a:pt x="281" y="156"/>
                    <a:pt x="281" y="156"/>
                  </a:cubicBezTo>
                  <a:cubicBezTo>
                    <a:pt x="288" y="158"/>
                    <a:pt x="288" y="158"/>
                    <a:pt x="288" y="158"/>
                  </a:cubicBezTo>
                  <a:cubicBezTo>
                    <a:pt x="287" y="167"/>
                    <a:pt x="287" y="167"/>
                    <a:pt x="287" y="167"/>
                  </a:cubicBezTo>
                  <a:cubicBezTo>
                    <a:pt x="287" y="167"/>
                    <a:pt x="284" y="169"/>
                    <a:pt x="284" y="170"/>
                  </a:cubicBezTo>
                  <a:cubicBezTo>
                    <a:pt x="284" y="170"/>
                    <a:pt x="284" y="179"/>
                    <a:pt x="284" y="179"/>
                  </a:cubicBezTo>
                  <a:lnTo>
                    <a:pt x="284" y="186"/>
                  </a:lnTo>
                  <a:close/>
                </a:path>
              </a:pathLst>
            </a:custGeom>
            <a:solidFill>
              <a:srgbClr val="FF0000"/>
            </a:solidFill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8" name="Freeform 14"/>
            <p:cNvSpPr>
              <a:spLocks noEditPoints="1"/>
            </p:cNvSpPr>
            <p:nvPr/>
          </p:nvSpPr>
          <p:spPr bwMode="auto">
            <a:xfrm>
              <a:off x="2125" y="2153"/>
              <a:ext cx="477" cy="690"/>
            </a:xfrm>
            <a:custGeom>
              <a:avLst/>
              <a:gdLst>
                <a:gd name="T0" fmla="*/ 126 w 229"/>
                <a:gd name="T1" fmla="*/ 16 h 331"/>
                <a:gd name="T2" fmla="*/ 140 w 229"/>
                <a:gd name="T3" fmla="*/ 12 h 331"/>
                <a:gd name="T4" fmla="*/ 123 w 229"/>
                <a:gd name="T5" fmla="*/ 3 h 331"/>
                <a:gd name="T6" fmla="*/ 171 w 229"/>
                <a:gd name="T7" fmla="*/ 48 h 331"/>
                <a:gd name="T8" fmla="*/ 173 w 229"/>
                <a:gd name="T9" fmla="*/ 58 h 331"/>
                <a:gd name="T10" fmla="*/ 187 w 229"/>
                <a:gd name="T11" fmla="*/ 52 h 331"/>
                <a:gd name="T12" fmla="*/ 206 w 229"/>
                <a:gd name="T13" fmla="*/ 50 h 331"/>
                <a:gd name="T14" fmla="*/ 227 w 229"/>
                <a:gd name="T15" fmla="*/ 51 h 331"/>
                <a:gd name="T16" fmla="*/ 212 w 229"/>
                <a:gd name="T17" fmla="*/ 46 h 331"/>
                <a:gd name="T18" fmla="*/ 211 w 229"/>
                <a:gd name="T19" fmla="*/ 39 h 331"/>
                <a:gd name="T20" fmla="*/ 201 w 229"/>
                <a:gd name="T21" fmla="*/ 43 h 331"/>
                <a:gd name="T22" fmla="*/ 188 w 229"/>
                <a:gd name="T23" fmla="*/ 50 h 331"/>
                <a:gd name="T24" fmla="*/ 171 w 229"/>
                <a:gd name="T25" fmla="*/ 48 h 331"/>
                <a:gd name="T26" fmla="*/ 171 w 229"/>
                <a:gd name="T27" fmla="*/ 24 h 331"/>
                <a:gd name="T28" fmla="*/ 181 w 229"/>
                <a:gd name="T29" fmla="*/ 22 h 331"/>
                <a:gd name="T30" fmla="*/ 192 w 229"/>
                <a:gd name="T31" fmla="*/ 15 h 331"/>
                <a:gd name="T32" fmla="*/ 194 w 229"/>
                <a:gd name="T33" fmla="*/ 22 h 331"/>
                <a:gd name="T34" fmla="*/ 188 w 229"/>
                <a:gd name="T35" fmla="*/ 35 h 331"/>
                <a:gd name="T36" fmla="*/ 172 w 229"/>
                <a:gd name="T37" fmla="*/ 34 h 331"/>
                <a:gd name="T38" fmla="*/ 125 w 229"/>
                <a:gd name="T39" fmla="*/ 22 h 331"/>
                <a:gd name="T40" fmla="*/ 138 w 229"/>
                <a:gd name="T41" fmla="*/ 21 h 331"/>
                <a:gd name="T42" fmla="*/ 153 w 229"/>
                <a:gd name="T43" fmla="*/ 18 h 331"/>
                <a:gd name="T44" fmla="*/ 143 w 229"/>
                <a:gd name="T45" fmla="*/ 28 h 331"/>
                <a:gd name="T46" fmla="*/ 126 w 229"/>
                <a:gd name="T47" fmla="*/ 31 h 331"/>
                <a:gd name="T48" fmla="*/ 125 w 229"/>
                <a:gd name="T49" fmla="*/ 22 h 331"/>
                <a:gd name="T50" fmla="*/ 21 w 229"/>
                <a:gd name="T51" fmla="*/ 263 h 331"/>
                <a:gd name="T52" fmla="*/ 1 w 229"/>
                <a:gd name="T53" fmla="*/ 272 h 331"/>
                <a:gd name="T54" fmla="*/ 10 w 229"/>
                <a:gd name="T55" fmla="*/ 285 h 331"/>
                <a:gd name="T56" fmla="*/ 3 w 229"/>
                <a:gd name="T57" fmla="*/ 297 h 331"/>
                <a:gd name="T58" fmla="*/ 14 w 229"/>
                <a:gd name="T59" fmla="*/ 290 h 331"/>
                <a:gd name="T60" fmla="*/ 6 w 229"/>
                <a:gd name="T61" fmla="*/ 306 h 331"/>
                <a:gd name="T62" fmla="*/ 21 w 229"/>
                <a:gd name="T63" fmla="*/ 323 h 331"/>
                <a:gd name="T64" fmla="*/ 40 w 229"/>
                <a:gd name="T65" fmla="*/ 323 h 331"/>
                <a:gd name="T66" fmla="*/ 39 w 229"/>
                <a:gd name="T67" fmla="*/ 292 h 331"/>
                <a:gd name="T68" fmla="*/ 55 w 229"/>
                <a:gd name="T69" fmla="*/ 265 h 331"/>
                <a:gd name="T70" fmla="*/ 76 w 229"/>
                <a:gd name="T71" fmla="*/ 253 h 331"/>
                <a:gd name="T72" fmla="*/ 105 w 229"/>
                <a:gd name="T73" fmla="*/ 231 h 331"/>
                <a:gd name="T74" fmla="*/ 134 w 229"/>
                <a:gd name="T75" fmla="*/ 214 h 331"/>
                <a:gd name="T76" fmla="*/ 188 w 229"/>
                <a:gd name="T77" fmla="*/ 204 h 331"/>
                <a:gd name="T78" fmla="*/ 195 w 229"/>
                <a:gd name="T79" fmla="*/ 180 h 331"/>
                <a:gd name="T80" fmla="*/ 158 w 229"/>
                <a:gd name="T81" fmla="*/ 190 h 331"/>
                <a:gd name="T82" fmla="*/ 124 w 229"/>
                <a:gd name="T83" fmla="*/ 188 h 331"/>
                <a:gd name="T84" fmla="*/ 93 w 229"/>
                <a:gd name="T85" fmla="*/ 200 h 331"/>
                <a:gd name="T86" fmla="*/ 79 w 229"/>
                <a:gd name="T87" fmla="*/ 214 h 331"/>
                <a:gd name="T88" fmla="*/ 53 w 229"/>
                <a:gd name="T89" fmla="*/ 227 h 331"/>
                <a:gd name="T90" fmla="*/ 48 w 229"/>
                <a:gd name="T91" fmla="*/ 242 h 331"/>
                <a:gd name="T92" fmla="*/ 30 w 229"/>
                <a:gd name="T93" fmla="*/ 247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" h="331">
                  <a:moveTo>
                    <a:pt x="123" y="10"/>
                  </a:moveTo>
                  <a:cubicBezTo>
                    <a:pt x="124" y="12"/>
                    <a:pt x="122" y="18"/>
                    <a:pt x="126" y="16"/>
                  </a:cubicBezTo>
                  <a:cubicBezTo>
                    <a:pt x="130" y="15"/>
                    <a:pt x="134" y="12"/>
                    <a:pt x="135" y="14"/>
                  </a:cubicBezTo>
                  <a:cubicBezTo>
                    <a:pt x="136" y="16"/>
                    <a:pt x="143" y="16"/>
                    <a:pt x="140" y="12"/>
                  </a:cubicBezTo>
                  <a:cubicBezTo>
                    <a:pt x="138" y="8"/>
                    <a:pt x="132" y="7"/>
                    <a:pt x="129" y="7"/>
                  </a:cubicBezTo>
                  <a:cubicBezTo>
                    <a:pt x="127" y="7"/>
                    <a:pt x="124" y="0"/>
                    <a:pt x="123" y="3"/>
                  </a:cubicBezTo>
                  <a:cubicBezTo>
                    <a:pt x="122" y="6"/>
                    <a:pt x="123" y="10"/>
                    <a:pt x="123" y="10"/>
                  </a:cubicBezTo>
                  <a:close/>
                  <a:moveTo>
                    <a:pt x="171" y="48"/>
                  </a:moveTo>
                  <a:cubicBezTo>
                    <a:pt x="169" y="48"/>
                    <a:pt x="164" y="51"/>
                    <a:pt x="166" y="55"/>
                  </a:cubicBezTo>
                  <a:cubicBezTo>
                    <a:pt x="167" y="58"/>
                    <a:pt x="170" y="59"/>
                    <a:pt x="173" y="58"/>
                  </a:cubicBezTo>
                  <a:cubicBezTo>
                    <a:pt x="176" y="57"/>
                    <a:pt x="179" y="60"/>
                    <a:pt x="180" y="58"/>
                  </a:cubicBezTo>
                  <a:cubicBezTo>
                    <a:pt x="182" y="55"/>
                    <a:pt x="185" y="49"/>
                    <a:pt x="187" y="52"/>
                  </a:cubicBezTo>
                  <a:cubicBezTo>
                    <a:pt x="189" y="54"/>
                    <a:pt x="195" y="58"/>
                    <a:pt x="197" y="58"/>
                  </a:cubicBezTo>
                  <a:cubicBezTo>
                    <a:pt x="200" y="58"/>
                    <a:pt x="202" y="51"/>
                    <a:pt x="206" y="50"/>
                  </a:cubicBezTo>
                  <a:cubicBezTo>
                    <a:pt x="210" y="49"/>
                    <a:pt x="211" y="55"/>
                    <a:pt x="214" y="56"/>
                  </a:cubicBezTo>
                  <a:cubicBezTo>
                    <a:pt x="217" y="57"/>
                    <a:pt x="225" y="58"/>
                    <a:pt x="227" y="51"/>
                  </a:cubicBezTo>
                  <a:cubicBezTo>
                    <a:pt x="229" y="45"/>
                    <a:pt x="228" y="39"/>
                    <a:pt x="225" y="41"/>
                  </a:cubicBezTo>
                  <a:cubicBezTo>
                    <a:pt x="221" y="42"/>
                    <a:pt x="214" y="46"/>
                    <a:pt x="212" y="46"/>
                  </a:cubicBezTo>
                  <a:cubicBezTo>
                    <a:pt x="210" y="46"/>
                    <a:pt x="207" y="48"/>
                    <a:pt x="206" y="45"/>
                  </a:cubicBezTo>
                  <a:cubicBezTo>
                    <a:pt x="205" y="43"/>
                    <a:pt x="212" y="43"/>
                    <a:pt x="211" y="39"/>
                  </a:cubicBezTo>
                  <a:cubicBezTo>
                    <a:pt x="210" y="35"/>
                    <a:pt x="201" y="35"/>
                    <a:pt x="200" y="37"/>
                  </a:cubicBezTo>
                  <a:cubicBezTo>
                    <a:pt x="200" y="40"/>
                    <a:pt x="204" y="42"/>
                    <a:pt x="201" y="43"/>
                  </a:cubicBezTo>
                  <a:cubicBezTo>
                    <a:pt x="198" y="44"/>
                    <a:pt x="199" y="42"/>
                    <a:pt x="195" y="43"/>
                  </a:cubicBezTo>
                  <a:cubicBezTo>
                    <a:pt x="190" y="44"/>
                    <a:pt x="191" y="49"/>
                    <a:pt x="188" y="50"/>
                  </a:cubicBezTo>
                  <a:cubicBezTo>
                    <a:pt x="186" y="50"/>
                    <a:pt x="182" y="49"/>
                    <a:pt x="180" y="49"/>
                  </a:cubicBezTo>
                  <a:cubicBezTo>
                    <a:pt x="178" y="49"/>
                    <a:pt x="171" y="48"/>
                    <a:pt x="171" y="48"/>
                  </a:cubicBezTo>
                  <a:close/>
                  <a:moveTo>
                    <a:pt x="168" y="28"/>
                  </a:moveTo>
                  <a:cubicBezTo>
                    <a:pt x="168" y="28"/>
                    <a:pt x="172" y="27"/>
                    <a:pt x="171" y="24"/>
                  </a:cubicBezTo>
                  <a:cubicBezTo>
                    <a:pt x="170" y="21"/>
                    <a:pt x="176" y="21"/>
                    <a:pt x="176" y="21"/>
                  </a:cubicBezTo>
                  <a:cubicBezTo>
                    <a:pt x="176" y="21"/>
                    <a:pt x="177" y="23"/>
                    <a:pt x="181" y="22"/>
                  </a:cubicBezTo>
                  <a:cubicBezTo>
                    <a:pt x="184" y="20"/>
                    <a:pt x="181" y="18"/>
                    <a:pt x="183" y="18"/>
                  </a:cubicBezTo>
                  <a:cubicBezTo>
                    <a:pt x="185" y="18"/>
                    <a:pt x="191" y="17"/>
                    <a:pt x="192" y="15"/>
                  </a:cubicBezTo>
                  <a:cubicBezTo>
                    <a:pt x="193" y="12"/>
                    <a:pt x="196" y="13"/>
                    <a:pt x="199" y="18"/>
                  </a:cubicBezTo>
                  <a:cubicBezTo>
                    <a:pt x="201" y="23"/>
                    <a:pt x="196" y="23"/>
                    <a:pt x="194" y="22"/>
                  </a:cubicBezTo>
                  <a:cubicBezTo>
                    <a:pt x="192" y="21"/>
                    <a:pt x="191" y="24"/>
                    <a:pt x="189" y="27"/>
                  </a:cubicBezTo>
                  <a:cubicBezTo>
                    <a:pt x="187" y="30"/>
                    <a:pt x="189" y="31"/>
                    <a:pt x="188" y="35"/>
                  </a:cubicBezTo>
                  <a:cubicBezTo>
                    <a:pt x="186" y="38"/>
                    <a:pt x="182" y="41"/>
                    <a:pt x="178" y="41"/>
                  </a:cubicBezTo>
                  <a:cubicBezTo>
                    <a:pt x="175" y="41"/>
                    <a:pt x="174" y="38"/>
                    <a:pt x="172" y="34"/>
                  </a:cubicBezTo>
                  <a:cubicBezTo>
                    <a:pt x="171" y="30"/>
                    <a:pt x="165" y="29"/>
                    <a:pt x="168" y="28"/>
                  </a:cubicBezTo>
                  <a:close/>
                  <a:moveTo>
                    <a:pt x="125" y="22"/>
                  </a:moveTo>
                  <a:cubicBezTo>
                    <a:pt x="126" y="23"/>
                    <a:pt x="130" y="22"/>
                    <a:pt x="130" y="20"/>
                  </a:cubicBezTo>
                  <a:cubicBezTo>
                    <a:pt x="131" y="17"/>
                    <a:pt x="136" y="19"/>
                    <a:pt x="138" y="21"/>
                  </a:cubicBezTo>
                  <a:cubicBezTo>
                    <a:pt x="140" y="23"/>
                    <a:pt x="144" y="20"/>
                    <a:pt x="145" y="16"/>
                  </a:cubicBezTo>
                  <a:cubicBezTo>
                    <a:pt x="146" y="12"/>
                    <a:pt x="154" y="16"/>
                    <a:pt x="153" y="18"/>
                  </a:cubicBezTo>
                  <a:cubicBezTo>
                    <a:pt x="152" y="21"/>
                    <a:pt x="154" y="22"/>
                    <a:pt x="154" y="24"/>
                  </a:cubicBezTo>
                  <a:cubicBezTo>
                    <a:pt x="153" y="25"/>
                    <a:pt x="146" y="28"/>
                    <a:pt x="143" y="28"/>
                  </a:cubicBezTo>
                  <a:cubicBezTo>
                    <a:pt x="140" y="28"/>
                    <a:pt x="138" y="31"/>
                    <a:pt x="135" y="32"/>
                  </a:cubicBezTo>
                  <a:cubicBezTo>
                    <a:pt x="132" y="34"/>
                    <a:pt x="128" y="34"/>
                    <a:pt x="126" y="31"/>
                  </a:cubicBezTo>
                  <a:cubicBezTo>
                    <a:pt x="123" y="28"/>
                    <a:pt x="120" y="28"/>
                    <a:pt x="121" y="25"/>
                  </a:cubicBezTo>
                  <a:cubicBezTo>
                    <a:pt x="122" y="22"/>
                    <a:pt x="125" y="22"/>
                    <a:pt x="125" y="22"/>
                  </a:cubicBezTo>
                  <a:close/>
                  <a:moveTo>
                    <a:pt x="27" y="254"/>
                  </a:moveTo>
                  <a:cubicBezTo>
                    <a:pt x="24" y="257"/>
                    <a:pt x="25" y="261"/>
                    <a:pt x="21" y="263"/>
                  </a:cubicBezTo>
                  <a:cubicBezTo>
                    <a:pt x="16" y="265"/>
                    <a:pt x="16" y="265"/>
                    <a:pt x="11" y="263"/>
                  </a:cubicBezTo>
                  <a:cubicBezTo>
                    <a:pt x="7" y="261"/>
                    <a:pt x="3" y="269"/>
                    <a:pt x="1" y="272"/>
                  </a:cubicBezTo>
                  <a:cubicBezTo>
                    <a:pt x="0" y="276"/>
                    <a:pt x="1" y="281"/>
                    <a:pt x="3" y="281"/>
                  </a:cubicBezTo>
                  <a:cubicBezTo>
                    <a:pt x="6" y="281"/>
                    <a:pt x="10" y="284"/>
                    <a:pt x="10" y="285"/>
                  </a:cubicBezTo>
                  <a:cubicBezTo>
                    <a:pt x="11" y="286"/>
                    <a:pt x="7" y="282"/>
                    <a:pt x="4" y="286"/>
                  </a:cubicBezTo>
                  <a:cubicBezTo>
                    <a:pt x="1" y="291"/>
                    <a:pt x="2" y="296"/>
                    <a:pt x="3" y="297"/>
                  </a:cubicBezTo>
                  <a:cubicBezTo>
                    <a:pt x="4" y="299"/>
                    <a:pt x="10" y="293"/>
                    <a:pt x="11" y="290"/>
                  </a:cubicBezTo>
                  <a:cubicBezTo>
                    <a:pt x="11" y="287"/>
                    <a:pt x="13" y="287"/>
                    <a:pt x="14" y="290"/>
                  </a:cubicBezTo>
                  <a:cubicBezTo>
                    <a:pt x="14" y="293"/>
                    <a:pt x="15" y="299"/>
                    <a:pt x="12" y="301"/>
                  </a:cubicBezTo>
                  <a:cubicBezTo>
                    <a:pt x="9" y="302"/>
                    <a:pt x="6" y="304"/>
                    <a:pt x="6" y="306"/>
                  </a:cubicBezTo>
                  <a:cubicBezTo>
                    <a:pt x="7" y="309"/>
                    <a:pt x="10" y="314"/>
                    <a:pt x="11" y="315"/>
                  </a:cubicBezTo>
                  <a:cubicBezTo>
                    <a:pt x="13" y="316"/>
                    <a:pt x="18" y="320"/>
                    <a:pt x="21" y="323"/>
                  </a:cubicBezTo>
                  <a:cubicBezTo>
                    <a:pt x="25" y="326"/>
                    <a:pt x="31" y="328"/>
                    <a:pt x="33" y="330"/>
                  </a:cubicBezTo>
                  <a:cubicBezTo>
                    <a:pt x="36" y="331"/>
                    <a:pt x="44" y="329"/>
                    <a:pt x="40" y="323"/>
                  </a:cubicBezTo>
                  <a:cubicBezTo>
                    <a:pt x="36" y="318"/>
                    <a:pt x="36" y="310"/>
                    <a:pt x="37" y="306"/>
                  </a:cubicBezTo>
                  <a:cubicBezTo>
                    <a:pt x="37" y="303"/>
                    <a:pt x="38" y="298"/>
                    <a:pt x="39" y="292"/>
                  </a:cubicBezTo>
                  <a:cubicBezTo>
                    <a:pt x="39" y="287"/>
                    <a:pt x="39" y="282"/>
                    <a:pt x="43" y="277"/>
                  </a:cubicBezTo>
                  <a:cubicBezTo>
                    <a:pt x="47" y="273"/>
                    <a:pt x="50" y="269"/>
                    <a:pt x="55" y="265"/>
                  </a:cubicBezTo>
                  <a:cubicBezTo>
                    <a:pt x="59" y="260"/>
                    <a:pt x="63" y="259"/>
                    <a:pt x="65" y="256"/>
                  </a:cubicBezTo>
                  <a:cubicBezTo>
                    <a:pt x="67" y="254"/>
                    <a:pt x="74" y="255"/>
                    <a:pt x="76" y="253"/>
                  </a:cubicBezTo>
                  <a:cubicBezTo>
                    <a:pt x="77" y="251"/>
                    <a:pt x="90" y="241"/>
                    <a:pt x="93" y="239"/>
                  </a:cubicBezTo>
                  <a:cubicBezTo>
                    <a:pt x="96" y="237"/>
                    <a:pt x="103" y="232"/>
                    <a:pt x="105" y="231"/>
                  </a:cubicBezTo>
                  <a:cubicBezTo>
                    <a:pt x="108" y="230"/>
                    <a:pt x="117" y="227"/>
                    <a:pt x="120" y="224"/>
                  </a:cubicBezTo>
                  <a:cubicBezTo>
                    <a:pt x="123" y="222"/>
                    <a:pt x="121" y="217"/>
                    <a:pt x="134" y="214"/>
                  </a:cubicBezTo>
                  <a:cubicBezTo>
                    <a:pt x="147" y="210"/>
                    <a:pt x="155" y="210"/>
                    <a:pt x="163" y="211"/>
                  </a:cubicBezTo>
                  <a:cubicBezTo>
                    <a:pt x="171" y="211"/>
                    <a:pt x="185" y="204"/>
                    <a:pt x="188" y="204"/>
                  </a:cubicBezTo>
                  <a:cubicBezTo>
                    <a:pt x="191" y="204"/>
                    <a:pt x="199" y="201"/>
                    <a:pt x="201" y="195"/>
                  </a:cubicBezTo>
                  <a:cubicBezTo>
                    <a:pt x="203" y="188"/>
                    <a:pt x="203" y="179"/>
                    <a:pt x="195" y="180"/>
                  </a:cubicBezTo>
                  <a:cubicBezTo>
                    <a:pt x="187" y="181"/>
                    <a:pt x="185" y="184"/>
                    <a:pt x="176" y="188"/>
                  </a:cubicBezTo>
                  <a:cubicBezTo>
                    <a:pt x="168" y="192"/>
                    <a:pt x="162" y="193"/>
                    <a:pt x="158" y="190"/>
                  </a:cubicBezTo>
                  <a:cubicBezTo>
                    <a:pt x="153" y="187"/>
                    <a:pt x="146" y="179"/>
                    <a:pt x="141" y="183"/>
                  </a:cubicBezTo>
                  <a:cubicBezTo>
                    <a:pt x="135" y="187"/>
                    <a:pt x="132" y="188"/>
                    <a:pt x="124" y="188"/>
                  </a:cubicBezTo>
                  <a:cubicBezTo>
                    <a:pt x="116" y="188"/>
                    <a:pt x="107" y="191"/>
                    <a:pt x="102" y="195"/>
                  </a:cubicBezTo>
                  <a:cubicBezTo>
                    <a:pt x="98" y="199"/>
                    <a:pt x="96" y="202"/>
                    <a:pt x="93" y="200"/>
                  </a:cubicBezTo>
                  <a:cubicBezTo>
                    <a:pt x="90" y="198"/>
                    <a:pt x="89" y="202"/>
                    <a:pt x="88" y="207"/>
                  </a:cubicBezTo>
                  <a:cubicBezTo>
                    <a:pt x="87" y="213"/>
                    <a:pt x="84" y="212"/>
                    <a:pt x="79" y="214"/>
                  </a:cubicBezTo>
                  <a:cubicBezTo>
                    <a:pt x="74" y="217"/>
                    <a:pt x="73" y="221"/>
                    <a:pt x="67" y="223"/>
                  </a:cubicBezTo>
                  <a:cubicBezTo>
                    <a:pt x="62" y="225"/>
                    <a:pt x="55" y="224"/>
                    <a:pt x="53" y="227"/>
                  </a:cubicBezTo>
                  <a:cubicBezTo>
                    <a:pt x="52" y="231"/>
                    <a:pt x="56" y="234"/>
                    <a:pt x="53" y="236"/>
                  </a:cubicBezTo>
                  <a:cubicBezTo>
                    <a:pt x="49" y="238"/>
                    <a:pt x="56" y="241"/>
                    <a:pt x="48" y="242"/>
                  </a:cubicBezTo>
                  <a:cubicBezTo>
                    <a:pt x="40" y="242"/>
                    <a:pt x="37" y="243"/>
                    <a:pt x="36" y="244"/>
                  </a:cubicBezTo>
                  <a:cubicBezTo>
                    <a:pt x="35" y="246"/>
                    <a:pt x="32" y="246"/>
                    <a:pt x="30" y="247"/>
                  </a:cubicBezTo>
                  <a:cubicBezTo>
                    <a:pt x="28" y="249"/>
                    <a:pt x="27" y="254"/>
                    <a:pt x="27" y="254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9" name="Freeform 15"/>
            <p:cNvSpPr>
              <a:spLocks/>
            </p:cNvSpPr>
            <p:nvPr/>
          </p:nvSpPr>
          <p:spPr bwMode="auto">
            <a:xfrm>
              <a:off x="1460" y="2832"/>
              <a:ext cx="432" cy="421"/>
            </a:xfrm>
            <a:custGeom>
              <a:avLst/>
              <a:gdLst>
                <a:gd name="T0" fmla="*/ 50 w 207"/>
                <a:gd name="T1" fmla="*/ 36 h 202"/>
                <a:gd name="T2" fmla="*/ 66 w 207"/>
                <a:gd name="T3" fmla="*/ 31 h 202"/>
                <a:gd name="T4" fmla="*/ 62 w 207"/>
                <a:gd name="T5" fmla="*/ 9 h 202"/>
                <a:gd name="T6" fmla="*/ 77 w 207"/>
                <a:gd name="T7" fmla="*/ 8 h 202"/>
                <a:gd name="T8" fmla="*/ 84 w 207"/>
                <a:gd name="T9" fmla="*/ 34 h 202"/>
                <a:gd name="T10" fmla="*/ 100 w 207"/>
                <a:gd name="T11" fmla="*/ 43 h 202"/>
                <a:gd name="T12" fmla="*/ 109 w 207"/>
                <a:gd name="T13" fmla="*/ 20 h 202"/>
                <a:gd name="T14" fmla="*/ 138 w 207"/>
                <a:gd name="T15" fmla="*/ 20 h 202"/>
                <a:gd name="T16" fmla="*/ 158 w 207"/>
                <a:gd name="T17" fmla="*/ 30 h 202"/>
                <a:gd name="T18" fmla="*/ 166 w 207"/>
                <a:gd name="T19" fmla="*/ 34 h 202"/>
                <a:gd name="T20" fmla="*/ 172 w 207"/>
                <a:gd name="T21" fmla="*/ 54 h 202"/>
                <a:gd name="T22" fmla="*/ 182 w 207"/>
                <a:gd name="T23" fmla="*/ 69 h 202"/>
                <a:gd name="T24" fmla="*/ 196 w 207"/>
                <a:gd name="T25" fmla="*/ 76 h 202"/>
                <a:gd name="T26" fmla="*/ 207 w 207"/>
                <a:gd name="T27" fmla="*/ 77 h 202"/>
                <a:gd name="T28" fmla="*/ 195 w 207"/>
                <a:gd name="T29" fmla="*/ 96 h 202"/>
                <a:gd name="T30" fmla="*/ 198 w 207"/>
                <a:gd name="T31" fmla="*/ 112 h 202"/>
                <a:gd name="T32" fmla="*/ 195 w 207"/>
                <a:gd name="T33" fmla="*/ 127 h 202"/>
                <a:gd name="T34" fmla="*/ 171 w 207"/>
                <a:gd name="T35" fmla="*/ 123 h 202"/>
                <a:gd name="T36" fmla="*/ 157 w 207"/>
                <a:gd name="T37" fmla="*/ 109 h 202"/>
                <a:gd name="T38" fmla="*/ 141 w 207"/>
                <a:gd name="T39" fmla="*/ 100 h 202"/>
                <a:gd name="T40" fmla="*/ 139 w 207"/>
                <a:gd name="T41" fmla="*/ 110 h 202"/>
                <a:gd name="T42" fmla="*/ 144 w 207"/>
                <a:gd name="T43" fmla="*/ 126 h 202"/>
                <a:gd name="T44" fmla="*/ 138 w 207"/>
                <a:gd name="T45" fmla="*/ 134 h 202"/>
                <a:gd name="T46" fmla="*/ 141 w 207"/>
                <a:gd name="T47" fmla="*/ 144 h 202"/>
                <a:gd name="T48" fmla="*/ 129 w 207"/>
                <a:gd name="T49" fmla="*/ 152 h 202"/>
                <a:gd name="T50" fmla="*/ 126 w 207"/>
                <a:gd name="T51" fmla="*/ 163 h 202"/>
                <a:gd name="T52" fmla="*/ 140 w 207"/>
                <a:gd name="T53" fmla="*/ 161 h 202"/>
                <a:gd name="T54" fmla="*/ 154 w 207"/>
                <a:gd name="T55" fmla="*/ 159 h 202"/>
                <a:gd name="T56" fmla="*/ 135 w 207"/>
                <a:gd name="T57" fmla="*/ 187 h 202"/>
                <a:gd name="T58" fmla="*/ 129 w 207"/>
                <a:gd name="T59" fmla="*/ 202 h 202"/>
                <a:gd name="T60" fmla="*/ 113 w 207"/>
                <a:gd name="T61" fmla="*/ 202 h 202"/>
                <a:gd name="T62" fmla="*/ 112 w 207"/>
                <a:gd name="T63" fmla="*/ 196 h 202"/>
                <a:gd name="T64" fmla="*/ 98 w 207"/>
                <a:gd name="T65" fmla="*/ 193 h 202"/>
                <a:gd name="T66" fmla="*/ 95 w 207"/>
                <a:gd name="T67" fmla="*/ 184 h 202"/>
                <a:gd name="T68" fmla="*/ 88 w 207"/>
                <a:gd name="T69" fmla="*/ 175 h 202"/>
                <a:gd name="T70" fmla="*/ 78 w 207"/>
                <a:gd name="T71" fmla="*/ 176 h 202"/>
                <a:gd name="T72" fmla="*/ 68 w 207"/>
                <a:gd name="T73" fmla="*/ 163 h 202"/>
                <a:gd name="T74" fmla="*/ 54 w 207"/>
                <a:gd name="T75" fmla="*/ 165 h 202"/>
                <a:gd name="T76" fmla="*/ 44 w 207"/>
                <a:gd name="T77" fmla="*/ 150 h 202"/>
                <a:gd name="T78" fmla="*/ 35 w 207"/>
                <a:gd name="T79" fmla="*/ 143 h 202"/>
                <a:gd name="T80" fmla="*/ 22 w 207"/>
                <a:gd name="T81" fmla="*/ 137 h 202"/>
                <a:gd name="T82" fmla="*/ 10 w 207"/>
                <a:gd name="T83" fmla="*/ 129 h 202"/>
                <a:gd name="T84" fmla="*/ 5 w 207"/>
                <a:gd name="T85" fmla="*/ 122 h 202"/>
                <a:gd name="T86" fmla="*/ 0 w 207"/>
                <a:gd name="T87" fmla="*/ 110 h 202"/>
                <a:gd name="T88" fmla="*/ 8 w 207"/>
                <a:gd name="T89" fmla="*/ 95 h 202"/>
                <a:gd name="T90" fmla="*/ 19 w 207"/>
                <a:gd name="T91" fmla="*/ 83 h 202"/>
                <a:gd name="T92" fmla="*/ 25 w 207"/>
                <a:gd name="T93" fmla="*/ 70 h 202"/>
                <a:gd name="T94" fmla="*/ 22 w 207"/>
                <a:gd name="T95" fmla="*/ 60 h 202"/>
                <a:gd name="T96" fmla="*/ 30 w 207"/>
                <a:gd name="T97" fmla="*/ 43 h 202"/>
                <a:gd name="T98" fmla="*/ 38 w 207"/>
                <a:gd name="T99" fmla="*/ 37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7" h="202">
                  <a:moveTo>
                    <a:pt x="46" y="29"/>
                  </a:moveTo>
                  <a:cubicBezTo>
                    <a:pt x="47" y="32"/>
                    <a:pt x="49" y="34"/>
                    <a:pt x="50" y="36"/>
                  </a:cubicBezTo>
                  <a:cubicBezTo>
                    <a:pt x="52" y="41"/>
                    <a:pt x="55" y="42"/>
                    <a:pt x="59" y="40"/>
                  </a:cubicBezTo>
                  <a:cubicBezTo>
                    <a:pt x="64" y="39"/>
                    <a:pt x="68" y="34"/>
                    <a:pt x="66" y="31"/>
                  </a:cubicBezTo>
                  <a:cubicBezTo>
                    <a:pt x="64" y="28"/>
                    <a:pt x="59" y="29"/>
                    <a:pt x="60" y="22"/>
                  </a:cubicBezTo>
                  <a:cubicBezTo>
                    <a:pt x="62" y="16"/>
                    <a:pt x="62" y="11"/>
                    <a:pt x="62" y="9"/>
                  </a:cubicBezTo>
                  <a:cubicBezTo>
                    <a:pt x="61" y="8"/>
                    <a:pt x="66" y="5"/>
                    <a:pt x="69" y="7"/>
                  </a:cubicBezTo>
                  <a:cubicBezTo>
                    <a:pt x="73" y="8"/>
                    <a:pt x="75" y="0"/>
                    <a:pt x="77" y="8"/>
                  </a:cubicBezTo>
                  <a:cubicBezTo>
                    <a:pt x="79" y="15"/>
                    <a:pt x="78" y="21"/>
                    <a:pt x="79" y="24"/>
                  </a:cubicBezTo>
                  <a:cubicBezTo>
                    <a:pt x="80" y="27"/>
                    <a:pt x="84" y="30"/>
                    <a:pt x="84" y="34"/>
                  </a:cubicBezTo>
                  <a:cubicBezTo>
                    <a:pt x="85" y="39"/>
                    <a:pt x="89" y="44"/>
                    <a:pt x="90" y="44"/>
                  </a:cubicBezTo>
                  <a:cubicBezTo>
                    <a:pt x="91" y="45"/>
                    <a:pt x="99" y="50"/>
                    <a:pt x="100" y="43"/>
                  </a:cubicBezTo>
                  <a:cubicBezTo>
                    <a:pt x="102" y="37"/>
                    <a:pt x="101" y="32"/>
                    <a:pt x="104" y="27"/>
                  </a:cubicBezTo>
                  <a:cubicBezTo>
                    <a:pt x="106" y="21"/>
                    <a:pt x="104" y="20"/>
                    <a:pt x="109" y="20"/>
                  </a:cubicBezTo>
                  <a:cubicBezTo>
                    <a:pt x="115" y="20"/>
                    <a:pt x="123" y="20"/>
                    <a:pt x="127" y="20"/>
                  </a:cubicBezTo>
                  <a:cubicBezTo>
                    <a:pt x="131" y="21"/>
                    <a:pt x="136" y="22"/>
                    <a:pt x="138" y="20"/>
                  </a:cubicBezTo>
                  <a:cubicBezTo>
                    <a:pt x="141" y="19"/>
                    <a:pt x="146" y="15"/>
                    <a:pt x="150" y="18"/>
                  </a:cubicBezTo>
                  <a:cubicBezTo>
                    <a:pt x="154" y="22"/>
                    <a:pt x="157" y="27"/>
                    <a:pt x="158" y="30"/>
                  </a:cubicBezTo>
                  <a:cubicBezTo>
                    <a:pt x="159" y="33"/>
                    <a:pt x="157" y="35"/>
                    <a:pt x="157" y="38"/>
                  </a:cubicBezTo>
                  <a:cubicBezTo>
                    <a:pt x="158" y="40"/>
                    <a:pt x="162" y="38"/>
                    <a:pt x="166" y="34"/>
                  </a:cubicBezTo>
                  <a:cubicBezTo>
                    <a:pt x="171" y="48"/>
                    <a:pt x="171" y="48"/>
                    <a:pt x="171" y="48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81" y="63"/>
                    <a:pt x="181" y="63"/>
                    <a:pt x="181" y="63"/>
                  </a:cubicBezTo>
                  <a:cubicBezTo>
                    <a:pt x="182" y="69"/>
                    <a:pt x="182" y="69"/>
                    <a:pt x="182" y="69"/>
                  </a:cubicBezTo>
                  <a:cubicBezTo>
                    <a:pt x="190" y="76"/>
                    <a:pt x="190" y="76"/>
                    <a:pt x="190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8" y="71"/>
                    <a:pt x="198" y="71"/>
                    <a:pt x="198" y="71"/>
                  </a:cubicBezTo>
                  <a:cubicBezTo>
                    <a:pt x="207" y="77"/>
                    <a:pt x="207" y="77"/>
                    <a:pt x="207" y="77"/>
                  </a:cubicBezTo>
                  <a:cubicBezTo>
                    <a:pt x="201" y="86"/>
                    <a:pt x="201" y="86"/>
                    <a:pt x="201" y="86"/>
                  </a:cubicBezTo>
                  <a:cubicBezTo>
                    <a:pt x="195" y="96"/>
                    <a:pt x="195" y="96"/>
                    <a:pt x="195" y="96"/>
                  </a:cubicBezTo>
                  <a:cubicBezTo>
                    <a:pt x="200" y="105"/>
                    <a:pt x="200" y="105"/>
                    <a:pt x="200" y="105"/>
                  </a:cubicBezTo>
                  <a:cubicBezTo>
                    <a:pt x="198" y="112"/>
                    <a:pt x="198" y="112"/>
                    <a:pt x="198" y="112"/>
                  </a:cubicBezTo>
                  <a:cubicBezTo>
                    <a:pt x="202" y="119"/>
                    <a:pt x="202" y="119"/>
                    <a:pt x="202" y="119"/>
                  </a:cubicBezTo>
                  <a:cubicBezTo>
                    <a:pt x="195" y="127"/>
                    <a:pt x="195" y="127"/>
                    <a:pt x="195" y="127"/>
                  </a:cubicBezTo>
                  <a:cubicBezTo>
                    <a:pt x="181" y="119"/>
                    <a:pt x="181" y="119"/>
                    <a:pt x="181" y="119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57" y="109"/>
                    <a:pt x="157" y="109"/>
                    <a:pt x="157" y="109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1" y="100"/>
                    <a:pt x="141" y="100"/>
                    <a:pt x="141" y="100"/>
                  </a:cubicBezTo>
                  <a:cubicBezTo>
                    <a:pt x="138" y="100"/>
                    <a:pt x="138" y="100"/>
                    <a:pt x="138" y="100"/>
                  </a:cubicBezTo>
                  <a:cubicBezTo>
                    <a:pt x="139" y="110"/>
                    <a:pt x="139" y="110"/>
                    <a:pt x="139" y="110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4" y="126"/>
                    <a:pt x="144" y="126"/>
                    <a:pt x="144" y="126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8" y="134"/>
                    <a:pt x="138" y="134"/>
                    <a:pt x="138" y="134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29" y="152"/>
                    <a:pt x="129" y="152"/>
                    <a:pt x="129" y="152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35" y="166"/>
                    <a:pt x="135" y="166"/>
                    <a:pt x="135" y="166"/>
                  </a:cubicBezTo>
                  <a:cubicBezTo>
                    <a:pt x="140" y="161"/>
                    <a:pt x="140" y="161"/>
                    <a:pt x="140" y="161"/>
                  </a:cubicBezTo>
                  <a:cubicBezTo>
                    <a:pt x="145" y="158"/>
                    <a:pt x="145" y="158"/>
                    <a:pt x="145" y="158"/>
                  </a:cubicBezTo>
                  <a:cubicBezTo>
                    <a:pt x="154" y="159"/>
                    <a:pt x="154" y="159"/>
                    <a:pt x="154" y="159"/>
                  </a:cubicBezTo>
                  <a:cubicBezTo>
                    <a:pt x="159" y="166"/>
                    <a:pt x="159" y="166"/>
                    <a:pt x="159" y="166"/>
                  </a:cubicBezTo>
                  <a:cubicBezTo>
                    <a:pt x="135" y="187"/>
                    <a:pt x="135" y="187"/>
                    <a:pt x="135" y="187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29" y="202"/>
                    <a:pt x="129" y="202"/>
                    <a:pt x="129" y="202"/>
                  </a:cubicBezTo>
                  <a:cubicBezTo>
                    <a:pt x="124" y="198"/>
                    <a:pt x="124" y="198"/>
                    <a:pt x="124" y="198"/>
                  </a:cubicBezTo>
                  <a:cubicBezTo>
                    <a:pt x="113" y="202"/>
                    <a:pt x="113" y="202"/>
                    <a:pt x="113" y="202"/>
                  </a:cubicBezTo>
                  <a:cubicBezTo>
                    <a:pt x="111" y="201"/>
                    <a:pt x="111" y="201"/>
                    <a:pt x="111" y="201"/>
                  </a:cubicBezTo>
                  <a:cubicBezTo>
                    <a:pt x="112" y="196"/>
                    <a:pt x="112" y="196"/>
                    <a:pt x="112" y="196"/>
                  </a:cubicBezTo>
                  <a:cubicBezTo>
                    <a:pt x="103" y="188"/>
                    <a:pt x="103" y="188"/>
                    <a:pt x="103" y="188"/>
                  </a:cubicBezTo>
                  <a:cubicBezTo>
                    <a:pt x="98" y="193"/>
                    <a:pt x="98" y="193"/>
                    <a:pt x="98" y="193"/>
                  </a:cubicBezTo>
                  <a:cubicBezTo>
                    <a:pt x="96" y="188"/>
                    <a:pt x="96" y="188"/>
                    <a:pt x="96" y="188"/>
                  </a:cubicBezTo>
                  <a:cubicBezTo>
                    <a:pt x="95" y="184"/>
                    <a:pt x="95" y="184"/>
                    <a:pt x="95" y="184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8" y="175"/>
                    <a:pt x="88" y="175"/>
                    <a:pt x="88" y="175"/>
                  </a:cubicBezTo>
                  <a:cubicBezTo>
                    <a:pt x="81" y="170"/>
                    <a:pt x="81" y="170"/>
                    <a:pt x="81" y="170"/>
                  </a:cubicBezTo>
                  <a:cubicBezTo>
                    <a:pt x="78" y="176"/>
                    <a:pt x="78" y="176"/>
                    <a:pt x="78" y="176"/>
                  </a:cubicBezTo>
                  <a:cubicBezTo>
                    <a:pt x="70" y="170"/>
                    <a:pt x="70" y="170"/>
                    <a:pt x="70" y="170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2" y="158"/>
                    <a:pt x="52" y="158"/>
                    <a:pt x="52" y="158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48"/>
                    <a:pt x="39" y="148"/>
                    <a:pt x="39" y="148"/>
                  </a:cubicBezTo>
                  <a:cubicBezTo>
                    <a:pt x="35" y="143"/>
                    <a:pt x="35" y="143"/>
                    <a:pt x="35" y="143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37"/>
                    <a:pt x="22" y="137"/>
                    <a:pt x="22" y="137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19" y="83"/>
                    <a:pt x="19" y="83"/>
                    <a:pt x="19" y="83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8" y="37"/>
                    <a:pt x="38" y="37"/>
                    <a:pt x="38" y="37"/>
                  </a:cubicBezTo>
                  <a:lnTo>
                    <a:pt x="46" y="29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0" name="Freeform 16"/>
            <p:cNvSpPr>
              <a:spLocks/>
            </p:cNvSpPr>
            <p:nvPr/>
          </p:nvSpPr>
          <p:spPr bwMode="auto">
            <a:xfrm>
              <a:off x="1544" y="2528"/>
              <a:ext cx="252" cy="317"/>
            </a:xfrm>
            <a:custGeom>
              <a:avLst/>
              <a:gdLst>
                <a:gd name="T0" fmla="*/ 0 w 121"/>
                <a:gd name="T1" fmla="*/ 59 h 152"/>
                <a:gd name="T2" fmla="*/ 6 w 121"/>
                <a:gd name="T3" fmla="*/ 48 h 152"/>
                <a:gd name="T4" fmla="*/ 25 w 121"/>
                <a:gd name="T5" fmla="*/ 45 h 152"/>
                <a:gd name="T6" fmla="*/ 31 w 121"/>
                <a:gd name="T7" fmla="*/ 35 h 152"/>
                <a:gd name="T8" fmla="*/ 34 w 121"/>
                <a:gd name="T9" fmla="*/ 26 h 152"/>
                <a:gd name="T10" fmla="*/ 37 w 121"/>
                <a:gd name="T11" fmla="*/ 15 h 152"/>
                <a:gd name="T12" fmla="*/ 49 w 121"/>
                <a:gd name="T13" fmla="*/ 8 h 152"/>
                <a:gd name="T14" fmla="*/ 56 w 121"/>
                <a:gd name="T15" fmla="*/ 2 h 152"/>
                <a:gd name="T16" fmla="*/ 62 w 121"/>
                <a:gd name="T17" fmla="*/ 5 h 152"/>
                <a:gd name="T18" fmla="*/ 72 w 121"/>
                <a:gd name="T19" fmla="*/ 6 h 152"/>
                <a:gd name="T20" fmla="*/ 80 w 121"/>
                <a:gd name="T21" fmla="*/ 11 h 152"/>
                <a:gd name="T22" fmla="*/ 86 w 121"/>
                <a:gd name="T23" fmla="*/ 6 h 152"/>
                <a:gd name="T24" fmla="*/ 90 w 121"/>
                <a:gd name="T25" fmla="*/ 10 h 152"/>
                <a:gd name="T26" fmla="*/ 98 w 121"/>
                <a:gd name="T27" fmla="*/ 14 h 152"/>
                <a:gd name="T28" fmla="*/ 98 w 121"/>
                <a:gd name="T29" fmla="*/ 23 h 152"/>
                <a:gd name="T30" fmla="*/ 91 w 121"/>
                <a:gd name="T31" fmla="*/ 22 h 152"/>
                <a:gd name="T32" fmla="*/ 95 w 121"/>
                <a:gd name="T33" fmla="*/ 33 h 152"/>
                <a:gd name="T34" fmla="*/ 105 w 121"/>
                <a:gd name="T35" fmla="*/ 49 h 152"/>
                <a:gd name="T36" fmla="*/ 113 w 121"/>
                <a:gd name="T37" fmla="*/ 65 h 152"/>
                <a:gd name="T38" fmla="*/ 114 w 121"/>
                <a:gd name="T39" fmla="*/ 92 h 152"/>
                <a:gd name="T40" fmla="*/ 118 w 121"/>
                <a:gd name="T41" fmla="*/ 112 h 152"/>
                <a:gd name="T42" fmla="*/ 120 w 121"/>
                <a:gd name="T43" fmla="*/ 128 h 152"/>
                <a:gd name="T44" fmla="*/ 113 w 121"/>
                <a:gd name="T45" fmla="*/ 144 h 152"/>
                <a:gd name="T46" fmla="*/ 82 w 121"/>
                <a:gd name="T47" fmla="*/ 152 h 152"/>
                <a:gd name="T48" fmla="*/ 65 w 121"/>
                <a:gd name="T49" fmla="*/ 144 h 152"/>
                <a:gd name="T50" fmla="*/ 56 w 121"/>
                <a:gd name="T51" fmla="*/ 124 h 152"/>
                <a:gd name="T52" fmla="*/ 46 w 121"/>
                <a:gd name="T53" fmla="*/ 109 h 152"/>
                <a:gd name="T54" fmla="*/ 39 w 121"/>
                <a:gd name="T55" fmla="*/ 91 h 152"/>
                <a:gd name="T56" fmla="*/ 37 w 121"/>
                <a:gd name="T57" fmla="*/ 78 h 152"/>
                <a:gd name="T58" fmla="*/ 34 w 121"/>
                <a:gd name="T59" fmla="*/ 74 h 152"/>
                <a:gd name="T60" fmla="*/ 32 w 121"/>
                <a:gd name="T61" fmla="*/ 91 h 152"/>
                <a:gd name="T62" fmla="*/ 32 w 121"/>
                <a:gd name="T63" fmla="*/ 93 h 152"/>
                <a:gd name="T64" fmla="*/ 17 w 121"/>
                <a:gd name="T65" fmla="*/ 87 h 152"/>
                <a:gd name="T66" fmla="*/ 13 w 121"/>
                <a:gd name="T67" fmla="*/ 82 h 152"/>
                <a:gd name="T68" fmla="*/ 15 w 121"/>
                <a:gd name="T69" fmla="*/ 71 h 152"/>
                <a:gd name="T70" fmla="*/ 0 w 121"/>
                <a:gd name="T71" fmla="*/ 59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1" h="152">
                  <a:moveTo>
                    <a:pt x="0" y="59"/>
                  </a:moveTo>
                  <a:cubicBezTo>
                    <a:pt x="3" y="54"/>
                    <a:pt x="5" y="50"/>
                    <a:pt x="6" y="48"/>
                  </a:cubicBezTo>
                  <a:cubicBezTo>
                    <a:pt x="9" y="43"/>
                    <a:pt x="18" y="45"/>
                    <a:pt x="25" y="45"/>
                  </a:cubicBezTo>
                  <a:cubicBezTo>
                    <a:pt x="33" y="45"/>
                    <a:pt x="31" y="39"/>
                    <a:pt x="31" y="35"/>
                  </a:cubicBezTo>
                  <a:cubicBezTo>
                    <a:pt x="31" y="32"/>
                    <a:pt x="36" y="29"/>
                    <a:pt x="34" y="26"/>
                  </a:cubicBezTo>
                  <a:cubicBezTo>
                    <a:pt x="32" y="22"/>
                    <a:pt x="34" y="17"/>
                    <a:pt x="37" y="15"/>
                  </a:cubicBezTo>
                  <a:cubicBezTo>
                    <a:pt x="40" y="13"/>
                    <a:pt x="43" y="8"/>
                    <a:pt x="49" y="8"/>
                  </a:cubicBezTo>
                  <a:cubicBezTo>
                    <a:pt x="54" y="7"/>
                    <a:pt x="53" y="5"/>
                    <a:pt x="56" y="2"/>
                  </a:cubicBezTo>
                  <a:cubicBezTo>
                    <a:pt x="60" y="0"/>
                    <a:pt x="62" y="5"/>
                    <a:pt x="62" y="5"/>
                  </a:cubicBezTo>
                  <a:cubicBezTo>
                    <a:pt x="62" y="5"/>
                    <a:pt x="68" y="10"/>
                    <a:pt x="72" y="6"/>
                  </a:cubicBezTo>
                  <a:cubicBezTo>
                    <a:pt x="75" y="3"/>
                    <a:pt x="77" y="11"/>
                    <a:pt x="80" y="11"/>
                  </a:cubicBezTo>
                  <a:cubicBezTo>
                    <a:pt x="82" y="11"/>
                    <a:pt x="85" y="8"/>
                    <a:pt x="86" y="6"/>
                  </a:cubicBezTo>
                  <a:cubicBezTo>
                    <a:pt x="88" y="9"/>
                    <a:pt x="85" y="11"/>
                    <a:pt x="90" y="10"/>
                  </a:cubicBezTo>
                  <a:cubicBezTo>
                    <a:pt x="95" y="10"/>
                    <a:pt x="97" y="10"/>
                    <a:pt x="98" y="14"/>
                  </a:cubicBezTo>
                  <a:cubicBezTo>
                    <a:pt x="100" y="17"/>
                    <a:pt x="101" y="24"/>
                    <a:pt x="98" y="23"/>
                  </a:cubicBezTo>
                  <a:cubicBezTo>
                    <a:pt x="95" y="22"/>
                    <a:pt x="93" y="21"/>
                    <a:pt x="91" y="22"/>
                  </a:cubicBezTo>
                  <a:cubicBezTo>
                    <a:pt x="89" y="24"/>
                    <a:pt x="93" y="29"/>
                    <a:pt x="95" y="33"/>
                  </a:cubicBezTo>
                  <a:cubicBezTo>
                    <a:pt x="98" y="37"/>
                    <a:pt x="99" y="45"/>
                    <a:pt x="105" y="49"/>
                  </a:cubicBezTo>
                  <a:cubicBezTo>
                    <a:pt x="111" y="53"/>
                    <a:pt x="113" y="61"/>
                    <a:pt x="113" y="65"/>
                  </a:cubicBezTo>
                  <a:cubicBezTo>
                    <a:pt x="112" y="70"/>
                    <a:pt x="113" y="86"/>
                    <a:pt x="114" y="92"/>
                  </a:cubicBezTo>
                  <a:cubicBezTo>
                    <a:pt x="114" y="98"/>
                    <a:pt x="114" y="104"/>
                    <a:pt x="118" y="112"/>
                  </a:cubicBezTo>
                  <a:cubicBezTo>
                    <a:pt x="121" y="120"/>
                    <a:pt x="121" y="125"/>
                    <a:pt x="120" y="128"/>
                  </a:cubicBezTo>
                  <a:cubicBezTo>
                    <a:pt x="119" y="131"/>
                    <a:pt x="115" y="140"/>
                    <a:pt x="113" y="144"/>
                  </a:cubicBezTo>
                  <a:cubicBezTo>
                    <a:pt x="111" y="149"/>
                    <a:pt x="89" y="152"/>
                    <a:pt x="82" y="152"/>
                  </a:cubicBezTo>
                  <a:cubicBezTo>
                    <a:pt x="75" y="152"/>
                    <a:pt x="69" y="148"/>
                    <a:pt x="65" y="144"/>
                  </a:cubicBezTo>
                  <a:cubicBezTo>
                    <a:pt x="61" y="139"/>
                    <a:pt x="60" y="129"/>
                    <a:pt x="56" y="124"/>
                  </a:cubicBezTo>
                  <a:cubicBezTo>
                    <a:pt x="52" y="118"/>
                    <a:pt x="45" y="115"/>
                    <a:pt x="46" y="109"/>
                  </a:cubicBezTo>
                  <a:cubicBezTo>
                    <a:pt x="46" y="103"/>
                    <a:pt x="41" y="96"/>
                    <a:pt x="39" y="91"/>
                  </a:cubicBezTo>
                  <a:cubicBezTo>
                    <a:pt x="37" y="87"/>
                    <a:pt x="38" y="82"/>
                    <a:pt x="37" y="78"/>
                  </a:cubicBezTo>
                  <a:cubicBezTo>
                    <a:pt x="36" y="74"/>
                    <a:pt x="35" y="69"/>
                    <a:pt x="34" y="74"/>
                  </a:cubicBezTo>
                  <a:cubicBezTo>
                    <a:pt x="32" y="78"/>
                    <a:pt x="34" y="85"/>
                    <a:pt x="32" y="91"/>
                  </a:cubicBezTo>
                  <a:cubicBezTo>
                    <a:pt x="32" y="92"/>
                    <a:pt x="32" y="92"/>
                    <a:pt x="32" y="93"/>
                  </a:cubicBezTo>
                  <a:cubicBezTo>
                    <a:pt x="17" y="87"/>
                    <a:pt x="17" y="87"/>
                    <a:pt x="17" y="87"/>
                  </a:cubicBezTo>
                  <a:cubicBezTo>
                    <a:pt x="13" y="82"/>
                    <a:pt x="13" y="82"/>
                    <a:pt x="13" y="82"/>
                  </a:cubicBezTo>
                  <a:cubicBezTo>
                    <a:pt x="15" y="71"/>
                    <a:pt x="15" y="71"/>
                    <a:pt x="15" y="71"/>
                  </a:cubicBezTo>
                  <a:lnTo>
                    <a:pt x="0" y="59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1" name="Freeform 17"/>
            <p:cNvSpPr>
              <a:spLocks/>
            </p:cNvSpPr>
            <p:nvPr/>
          </p:nvSpPr>
          <p:spPr bwMode="auto">
            <a:xfrm>
              <a:off x="1298" y="2999"/>
              <a:ext cx="367" cy="300"/>
            </a:xfrm>
            <a:custGeom>
              <a:avLst/>
              <a:gdLst>
                <a:gd name="T0" fmla="*/ 344 w 367"/>
                <a:gd name="T1" fmla="*/ 258 h 300"/>
                <a:gd name="T2" fmla="*/ 321 w 367"/>
                <a:gd name="T3" fmla="*/ 258 h 300"/>
                <a:gd name="T4" fmla="*/ 327 w 367"/>
                <a:gd name="T5" fmla="*/ 281 h 300"/>
                <a:gd name="T6" fmla="*/ 323 w 367"/>
                <a:gd name="T7" fmla="*/ 298 h 300"/>
                <a:gd name="T8" fmla="*/ 296 w 367"/>
                <a:gd name="T9" fmla="*/ 298 h 300"/>
                <a:gd name="T10" fmla="*/ 275 w 367"/>
                <a:gd name="T11" fmla="*/ 300 h 300"/>
                <a:gd name="T12" fmla="*/ 241 w 367"/>
                <a:gd name="T13" fmla="*/ 271 h 300"/>
                <a:gd name="T14" fmla="*/ 223 w 367"/>
                <a:gd name="T15" fmla="*/ 246 h 300"/>
                <a:gd name="T16" fmla="*/ 191 w 367"/>
                <a:gd name="T17" fmla="*/ 219 h 300"/>
                <a:gd name="T18" fmla="*/ 158 w 367"/>
                <a:gd name="T19" fmla="*/ 221 h 300"/>
                <a:gd name="T20" fmla="*/ 112 w 367"/>
                <a:gd name="T21" fmla="*/ 212 h 300"/>
                <a:gd name="T22" fmla="*/ 104 w 367"/>
                <a:gd name="T23" fmla="*/ 175 h 300"/>
                <a:gd name="T24" fmla="*/ 73 w 367"/>
                <a:gd name="T25" fmla="*/ 160 h 300"/>
                <a:gd name="T26" fmla="*/ 46 w 367"/>
                <a:gd name="T27" fmla="*/ 133 h 300"/>
                <a:gd name="T28" fmla="*/ 16 w 367"/>
                <a:gd name="T29" fmla="*/ 131 h 300"/>
                <a:gd name="T30" fmla="*/ 14 w 367"/>
                <a:gd name="T31" fmla="*/ 104 h 300"/>
                <a:gd name="T32" fmla="*/ 8 w 367"/>
                <a:gd name="T33" fmla="*/ 79 h 300"/>
                <a:gd name="T34" fmla="*/ 19 w 367"/>
                <a:gd name="T35" fmla="*/ 75 h 300"/>
                <a:gd name="T36" fmla="*/ 62 w 367"/>
                <a:gd name="T37" fmla="*/ 33 h 300"/>
                <a:gd name="T38" fmla="*/ 89 w 367"/>
                <a:gd name="T39" fmla="*/ 8 h 300"/>
                <a:gd name="T40" fmla="*/ 112 w 367"/>
                <a:gd name="T41" fmla="*/ 4 h 300"/>
                <a:gd name="T42" fmla="*/ 139 w 367"/>
                <a:gd name="T43" fmla="*/ 8 h 300"/>
                <a:gd name="T44" fmla="*/ 166 w 367"/>
                <a:gd name="T45" fmla="*/ 8 h 300"/>
                <a:gd name="T46" fmla="*/ 169 w 367"/>
                <a:gd name="T47" fmla="*/ 46 h 300"/>
                <a:gd name="T48" fmla="*/ 162 w 367"/>
                <a:gd name="T49" fmla="*/ 77 h 300"/>
                <a:gd name="T50" fmla="*/ 173 w 367"/>
                <a:gd name="T51" fmla="*/ 98 h 300"/>
                <a:gd name="T52" fmla="*/ 191 w 367"/>
                <a:gd name="T53" fmla="*/ 117 h 300"/>
                <a:gd name="T54" fmla="*/ 210 w 367"/>
                <a:gd name="T55" fmla="*/ 133 h 300"/>
                <a:gd name="T56" fmla="*/ 244 w 367"/>
                <a:gd name="T57" fmla="*/ 142 h 300"/>
                <a:gd name="T58" fmla="*/ 271 w 367"/>
                <a:gd name="T59" fmla="*/ 162 h 300"/>
                <a:gd name="T60" fmla="*/ 289 w 367"/>
                <a:gd name="T61" fmla="*/ 173 h 300"/>
                <a:gd name="T62" fmla="*/ 308 w 367"/>
                <a:gd name="T63" fmla="*/ 187 h 300"/>
                <a:gd name="T64" fmla="*/ 331 w 367"/>
                <a:gd name="T65" fmla="*/ 187 h 300"/>
                <a:gd name="T66" fmla="*/ 339 w 367"/>
                <a:gd name="T67" fmla="*/ 204 h 300"/>
                <a:gd name="T68" fmla="*/ 362 w 367"/>
                <a:gd name="T69" fmla="*/ 225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67" h="300">
                  <a:moveTo>
                    <a:pt x="367" y="235"/>
                  </a:moveTo>
                  <a:lnTo>
                    <a:pt x="344" y="258"/>
                  </a:lnTo>
                  <a:lnTo>
                    <a:pt x="331" y="250"/>
                  </a:lnTo>
                  <a:lnTo>
                    <a:pt x="321" y="258"/>
                  </a:lnTo>
                  <a:lnTo>
                    <a:pt x="337" y="273"/>
                  </a:lnTo>
                  <a:lnTo>
                    <a:pt x="327" y="281"/>
                  </a:lnTo>
                  <a:lnTo>
                    <a:pt x="327" y="292"/>
                  </a:lnTo>
                  <a:lnTo>
                    <a:pt x="323" y="298"/>
                  </a:lnTo>
                  <a:lnTo>
                    <a:pt x="306" y="281"/>
                  </a:lnTo>
                  <a:lnTo>
                    <a:pt x="296" y="298"/>
                  </a:lnTo>
                  <a:lnTo>
                    <a:pt x="283" y="294"/>
                  </a:lnTo>
                  <a:lnTo>
                    <a:pt x="275" y="300"/>
                  </a:lnTo>
                  <a:lnTo>
                    <a:pt x="264" y="281"/>
                  </a:lnTo>
                  <a:lnTo>
                    <a:pt x="241" y="271"/>
                  </a:lnTo>
                  <a:lnTo>
                    <a:pt x="237" y="260"/>
                  </a:lnTo>
                  <a:lnTo>
                    <a:pt x="223" y="246"/>
                  </a:lnTo>
                  <a:lnTo>
                    <a:pt x="206" y="242"/>
                  </a:lnTo>
                  <a:lnTo>
                    <a:pt x="191" y="219"/>
                  </a:lnTo>
                  <a:lnTo>
                    <a:pt x="179" y="225"/>
                  </a:lnTo>
                  <a:lnTo>
                    <a:pt x="158" y="221"/>
                  </a:lnTo>
                  <a:lnTo>
                    <a:pt x="131" y="231"/>
                  </a:lnTo>
                  <a:lnTo>
                    <a:pt x="112" y="212"/>
                  </a:lnTo>
                  <a:lnTo>
                    <a:pt x="112" y="185"/>
                  </a:lnTo>
                  <a:lnTo>
                    <a:pt x="104" y="175"/>
                  </a:lnTo>
                  <a:lnTo>
                    <a:pt x="96" y="181"/>
                  </a:lnTo>
                  <a:lnTo>
                    <a:pt x="73" y="160"/>
                  </a:lnTo>
                  <a:lnTo>
                    <a:pt x="48" y="160"/>
                  </a:lnTo>
                  <a:lnTo>
                    <a:pt x="46" y="133"/>
                  </a:lnTo>
                  <a:lnTo>
                    <a:pt x="19" y="133"/>
                  </a:lnTo>
                  <a:lnTo>
                    <a:pt x="16" y="131"/>
                  </a:lnTo>
                  <a:lnTo>
                    <a:pt x="21" y="117"/>
                  </a:lnTo>
                  <a:lnTo>
                    <a:pt x="14" y="104"/>
                  </a:lnTo>
                  <a:lnTo>
                    <a:pt x="0" y="96"/>
                  </a:lnTo>
                  <a:lnTo>
                    <a:pt x="8" y="79"/>
                  </a:lnTo>
                  <a:lnTo>
                    <a:pt x="8" y="75"/>
                  </a:lnTo>
                  <a:lnTo>
                    <a:pt x="19" y="75"/>
                  </a:lnTo>
                  <a:lnTo>
                    <a:pt x="41" y="71"/>
                  </a:lnTo>
                  <a:lnTo>
                    <a:pt x="62" y="33"/>
                  </a:lnTo>
                  <a:lnTo>
                    <a:pt x="81" y="23"/>
                  </a:lnTo>
                  <a:lnTo>
                    <a:pt x="89" y="8"/>
                  </a:lnTo>
                  <a:lnTo>
                    <a:pt x="100" y="12"/>
                  </a:lnTo>
                  <a:lnTo>
                    <a:pt x="112" y="4"/>
                  </a:lnTo>
                  <a:lnTo>
                    <a:pt x="131" y="0"/>
                  </a:lnTo>
                  <a:lnTo>
                    <a:pt x="139" y="8"/>
                  </a:lnTo>
                  <a:lnTo>
                    <a:pt x="150" y="6"/>
                  </a:lnTo>
                  <a:lnTo>
                    <a:pt x="166" y="8"/>
                  </a:lnTo>
                  <a:lnTo>
                    <a:pt x="179" y="31"/>
                  </a:lnTo>
                  <a:lnTo>
                    <a:pt x="169" y="46"/>
                  </a:lnTo>
                  <a:lnTo>
                    <a:pt x="162" y="62"/>
                  </a:lnTo>
                  <a:lnTo>
                    <a:pt x="162" y="77"/>
                  </a:lnTo>
                  <a:lnTo>
                    <a:pt x="173" y="87"/>
                  </a:lnTo>
                  <a:lnTo>
                    <a:pt x="173" y="98"/>
                  </a:lnTo>
                  <a:lnTo>
                    <a:pt x="183" y="102"/>
                  </a:lnTo>
                  <a:lnTo>
                    <a:pt x="191" y="117"/>
                  </a:lnTo>
                  <a:lnTo>
                    <a:pt x="208" y="119"/>
                  </a:lnTo>
                  <a:lnTo>
                    <a:pt x="210" y="133"/>
                  </a:lnTo>
                  <a:lnTo>
                    <a:pt x="235" y="131"/>
                  </a:lnTo>
                  <a:lnTo>
                    <a:pt x="244" y="142"/>
                  </a:lnTo>
                  <a:lnTo>
                    <a:pt x="254" y="146"/>
                  </a:lnTo>
                  <a:lnTo>
                    <a:pt x="271" y="162"/>
                  </a:lnTo>
                  <a:lnTo>
                    <a:pt x="275" y="177"/>
                  </a:lnTo>
                  <a:lnTo>
                    <a:pt x="289" y="173"/>
                  </a:lnTo>
                  <a:lnTo>
                    <a:pt x="304" y="173"/>
                  </a:lnTo>
                  <a:lnTo>
                    <a:pt x="308" y="187"/>
                  </a:lnTo>
                  <a:lnTo>
                    <a:pt x="325" y="200"/>
                  </a:lnTo>
                  <a:lnTo>
                    <a:pt x="331" y="187"/>
                  </a:lnTo>
                  <a:lnTo>
                    <a:pt x="346" y="198"/>
                  </a:lnTo>
                  <a:lnTo>
                    <a:pt x="339" y="204"/>
                  </a:lnTo>
                  <a:lnTo>
                    <a:pt x="360" y="217"/>
                  </a:lnTo>
                  <a:lnTo>
                    <a:pt x="362" y="225"/>
                  </a:lnTo>
                  <a:lnTo>
                    <a:pt x="367" y="235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auto">
            <a:xfrm>
              <a:off x="1152" y="2855"/>
              <a:ext cx="208" cy="219"/>
            </a:xfrm>
            <a:custGeom>
              <a:avLst/>
              <a:gdLst>
                <a:gd name="T0" fmla="*/ 16 w 100"/>
                <a:gd name="T1" fmla="*/ 18 h 105"/>
                <a:gd name="T2" fmla="*/ 20 w 100"/>
                <a:gd name="T3" fmla="*/ 15 h 105"/>
                <a:gd name="T4" fmla="*/ 30 w 100"/>
                <a:gd name="T5" fmla="*/ 19 h 105"/>
                <a:gd name="T6" fmla="*/ 37 w 100"/>
                <a:gd name="T7" fmla="*/ 23 h 105"/>
                <a:gd name="T8" fmla="*/ 40 w 100"/>
                <a:gd name="T9" fmla="*/ 26 h 105"/>
                <a:gd name="T10" fmla="*/ 37 w 100"/>
                <a:gd name="T11" fmla="*/ 32 h 105"/>
                <a:gd name="T12" fmla="*/ 45 w 100"/>
                <a:gd name="T13" fmla="*/ 40 h 105"/>
                <a:gd name="T14" fmla="*/ 52 w 100"/>
                <a:gd name="T15" fmla="*/ 32 h 105"/>
                <a:gd name="T16" fmla="*/ 46 w 100"/>
                <a:gd name="T17" fmla="*/ 25 h 105"/>
                <a:gd name="T18" fmla="*/ 45 w 100"/>
                <a:gd name="T19" fmla="*/ 23 h 105"/>
                <a:gd name="T20" fmla="*/ 40 w 100"/>
                <a:gd name="T21" fmla="*/ 14 h 105"/>
                <a:gd name="T22" fmla="*/ 39 w 100"/>
                <a:gd name="T23" fmla="*/ 3 h 105"/>
                <a:gd name="T24" fmla="*/ 35 w 100"/>
                <a:gd name="T25" fmla="*/ 0 h 105"/>
                <a:gd name="T26" fmla="*/ 67 w 100"/>
                <a:gd name="T27" fmla="*/ 0 h 105"/>
                <a:gd name="T28" fmla="*/ 68 w 100"/>
                <a:gd name="T29" fmla="*/ 0 h 105"/>
                <a:gd name="T30" fmla="*/ 68 w 100"/>
                <a:gd name="T31" fmla="*/ 13 h 105"/>
                <a:gd name="T32" fmla="*/ 83 w 100"/>
                <a:gd name="T33" fmla="*/ 58 h 105"/>
                <a:gd name="T34" fmla="*/ 92 w 100"/>
                <a:gd name="T35" fmla="*/ 62 h 105"/>
                <a:gd name="T36" fmla="*/ 100 w 100"/>
                <a:gd name="T37" fmla="*/ 85 h 105"/>
                <a:gd name="T38" fmla="*/ 90 w 100"/>
                <a:gd name="T39" fmla="*/ 103 h 105"/>
                <a:gd name="T40" fmla="*/ 79 w 100"/>
                <a:gd name="T41" fmla="*/ 105 h 105"/>
                <a:gd name="T42" fmla="*/ 74 w 100"/>
                <a:gd name="T43" fmla="*/ 105 h 105"/>
                <a:gd name="T44" fmla="*/ 72 w 100"/>
                <a:gd name="T45" fmla="*/ 97 h 105"/>
                <a:gd name="T46" fmla="*/ 64 w 100"/>
                <a:gd name="T47" fmla="*/ 94 h 105"/>
                <a:gd name="T48" fmla="*/ 68 w 100"/>
                <a:gd name="T49" fmla="*/ 85 h 105"/>
                <a:gd name="T50" fmla="*/ 63 w 100"/>
                <a:gd name="T51" fmla="*/ 83 h 105"/>
                <a:gd name="T52" fmla="*/ 64 w 100"/>
                <a:gd name="T53" fmla="*/ 79 h 105"/>
                <a:gd name="T54" fmla="*/ 57 w 100"/>
                <a:gd name="T55" fmla="*/ 79 h 105"/>
                <a:gd name="T56" fmla="*/ 55 w 100"/>
                <a:gd name="T57" fmla="*/ 81 h 105"/>
                <a:gd name="T58" fmla="*/ 52 w 100"/>
                <a:gd name="T59" fmla="*/ 78 h 105"/>
                <a:gd name="T60" fmla="*/ 54 w 100"/>
                <a:gd name="T61" fmla="*/ 70 h 105"/>
                <a:gd name="T62" fmla="*/ 46 w 100"/>
                <a:gd name="T63" fmla="*/ 64 h 105"/>
                <a:gd name="T64" fmla="*/ 42 w 100"/>
                <a:gd name="T65" fmla="*/ 67 h 105"/>
                <a:gd name="T66" fmla="*/ 38 w 100"/>
                <a:gd name="T67" fmla="*/ 68 h 105"/>
                <a:gd name="T68" fmla="*/ 32 w 100"/>
                <a:gd name="T69" fmla="*/ 65 h 105"/>
                <a:gd name="T70" fmla="*/ 21 w 100"/>
                <a:gd name="T71" fmla="*/ 65 h 105"/>
                <a:gd name="T72" fmla="*/ 20 w 100"/>
                <a:gd name="T73" fmla="*/ 60 h 105"/>
                <a:gd name="T74" fmla="*/ 14 w 100"/>
                <a:gd name="T75" fmla="*/ 64 h 105"/>
                <a:gd name="T76" fmla="*/ 9 w 100"/>
                <a:gd name="T77" fmla="*/ 63 h 105"/>
                <a:gd name="T78" fmla="*/ 9 w 100"/>
                <a:gd name="T79" fmla="*/ 63 h 105"/>
                <a:gd name="T80" fmla="*/ 7 w 100"/>
                <a:gd name="T81" fmla="*/ 56 h 105"/>
                <a:gd name="T82" fmla="*/ 9 w 100"/>
                <a:gd name="T83" fmla="*/ 50 h 105"/>
                <a:gd name="T84" fmla="*/ 8 w 100"/>
                <a:gd name="T85" fmla="*/ 42 h 105"/>
                <a:gd name="T86" fmla="*/ 2 w 100"/>
                <a:gd name="T87" fmla="*/ 35 h 105"/>
                <a:gd name="T88" fmla="*/ 4 w 100"/>
                <a:gd name="T89" fmla="*/ 31 h 105"/>
                <a:gd name="T90" fmla="*/ 0 w 100"/>
                <a:gd name="T91" fmla="*/ 27 h 105"/>
                <a:gd name="T92" fmla="*/ 16 w 100"/>
                <a:gd name="T93" fmla="*/ 26 h 105"/>
                <a:gd name="T94" fmla="*/ 16 w 100"/>
                <a:gd name="T95" fmla="*/ 1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0" h="105">
                  <a:moveTo>
                    <a:pt x="16" y="18"/>
                  </a:moveTo>
                  <a:cubicBezTo>
                    <a:pt x="18" y="18"/>
                    <a:pt x="19" y="16"/>
                    <a:pt x="20" y="15"/>
                  </a:cubicBezTo>
                  <a:cubicBezTo>
                    <a:pt x="22" y="11"/>
                    <a:pt x="29" y="16"/>
                    <a:pt x="30" y="19"/>
                  </a:cubicBezTo>
                  <a:cubicBezTo>
                    <a:pt x="32" y="23"/>
                    <a:pt x="35" y="22"/>
                    <a:pt x="37" y="23"/>
                  </a:cubicBezTo>
                  <a:cubicBezTo>
                    <a:pt x="38" y="23"/>
                    <a:pt x="39" y="25"/>
                    <a:pt x="40" y="26"/>
                  </a:cubicBezTo>
                  <a:cubicBezTo>
                    <a:pt x="39" y="28"/>
                    <a:pt x="37" y="30"/>
                    <a:pt x="37" y="32"/>
                  </a:cubicBezTo>
                  <a:cubicBezTo>
                    <a:pt x="37" y="36"/>
                    <a:pt x="41" y="40"/>
                    <a:pt x="45" y="40"/>
                  </a:cubicBezTo>
                  <a:cubicBezTo>
                    <a:pt x="49" y="40"/>
                    <a:pt x="52" y="36"/>
                    <a:pt x="52" y="32"/>
                  </a:cubicBezTo>
                  <a:cubicBezTo>
                    <a:pt x="52" y="29"/>
                    <a:pt x="49" y="25"/>
                    <a:pt x="46" y="25"/>
                  </a:cubicBezTo>
                  <a:cubicBezTo>
                    <a:pt x="45" y="24"/>
                    <a:pt x="45" y="24"/>
                    <a:pt x="45" y="23"/>
                  </a:cubicBezTo>
                  <a:cubicBezTo>
                    <a:pt x="40" y="19"/>
                    <a:pt x="39" y="17"/>
                    <a:pt x="40" y="14"/>
                  </a:cubicBezTo>
                  <a:cubicBezTo>
                    <a:pt x="41" y="10"/>
                    <a:pt x="48" y="9"/>
                    <a:pt x="39" y="3"/>
                  </a:cubicBezTo>
                  <a:cubicBezTo>
                    <a:pt x="37" y="2"/>
                    <a:pt x="36" y="1"/>
                    <a:pt x="35" y="0"/>
                  </a:cubicBezTo>
                  <a:cubicBezTo>
                    <a:pt x="46" y="0"/>
                    <a:pt x="60" y="0"/>
                    <a:pt x="67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92" y="62"/>
                    <a:pt x="92" y="62"/>
                    <a:pt x="92" y="62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90" y="103"/>
                    <a:pt x="90" y="103"/>
                    <a:pt x="90" y="103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74" y="105"/>
                    <a:pt x="74" y="105"/>
                    <a:pt x="74" y="105"/>
                  </a:cubicBezTo>
                  <a:cubicBezTo>
                    <a:pt x="72" y="97"/>
                    <a:pt x="72" y="97"/>
                    <a:pt x="72" y="97"/>
                  </a:cubicBezTo>
                  <a:cubicBezTo>
                    <a:pt x="64" y="94"/>
                    <a:pt x="64" y="94"/>
                    <a:pt x="64" y="94"/>
                  </a:cubicBezTo>
                  <a:cubicBezTo>
                    <a:pt x="68" y="85"/>
                    <a:pt x="68" y="85"/>
                    <a:pt x="68" y="85"/>
                  </a:cubicBezTo>
                  <a:cubicBezTo>
                    <a:pt x="63" y="83"/>
                    <a:pt x="63" y="83"/>
                    <a:pt x="63" y="83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57" y="79"/>
                    <a:pt x="57" y="79"/>
                    <a:pt x="57" y="79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6" y="27"/>
                    <a:pt x="13" y="27"/>
                    <a:pt x="16" y="26"/>
                  </a:cubicBezTo>
                  <a:cubicBezTo>
                    <a:pt x="17" y="25"/>
                    <a:pt x="17" y="22"/>
                    <a:pt x="16" y="18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3" name="Freeform 19"/>
            <p:cNvSpPr>
              <a:spLocks/>
            </p:cNvSpPr>
            <p:nvPr/>
          </p:nvSpPr>
          <p:spPr bwMode="auto">
            <a:xfrm>
              <a:off x="1121" y="2980"/>
              <a:ext cx="198" cy="150"/>
            </a:xfrm>
            <a:custGeom>
              <a:avLst/>
              <a:gdLst>
                <a:gd name="T0" fmla="*/ 193 w 198"/>
                <a:gd name="T1" fmla="*/ 150 h 150"/>
                <a:gd name="T2" fmla="*/ 164 w 198"/>
                <a:gd name="T3" fmla="*/ 134 h 150"/>
                <a:gd name="T4" fmla="*/ 164 w 198"/>
                <a:gd name="T5" fmla="*/ 138 h 150"/>
                <a:gd name="T6" fmla="*/ 158 w 198"/>
                <a:gd name="T7" fmla="*/ 142 h 150"/>
                <a:gd name="T8" fmla="*/ 148 w 198"/>
                <a:gd name="T9" fmla="*/ 131 h 150"/>
                <a:gd name="T10" fmla="*/ 137 w 198"/>
                <a:gd name="T11" fmla="*/ 131 h 150"/>
                <a:gd name="T12" fmla="*/ 131 w 198"/>
                <a:gd name="T13" fmla="*/ 121 h 150"/>
                <a:gd name="T14" fmla="*/ 129 w 198"/>
                <a:gd name="T15" fmla="*/ 111 h 150"/>
                <a:gd name="T16" fmla="*/ 114 w 198"/>
                <a:gd name="T17" fmla="*/ 108 h 150"/>
                <a:gd name="T18" fmla="*/ 106 w 198"/>
                <a:gd name="T19" fmla="*/ 117 h 150"/>
                <a:gd name="T20" fmla="*/ 93 w 198"/>
                <a:gd name="T21" fmla="*/ 115 h 150"/>
                <a:gd name="T22" fmla="*/ 85 w 198"/>
                <a:gd name="T23" fmla="*/ 123 h 150"/>
                <a:gd name="T24" fmla="*/ 79 w 198"/>
                <a:gd name="T25" fmla="*/ 123 h 150"/>
                <a:gd name="T26" fmla="*/ 68 w 198"/>
                <a:gd name="T27" fmla="*/ 117 h 150"/>
                <a:gd name="T28" fmla="*/ 52 w 198"/>
                <a:gd name="T29" fmla="*/ 117 h 150"/>
                <a:gd name="T30" fmla="*/ 50 w 198"/>
                <a:gd name="T31" fmla="*/ 111 h 150"/>
                <a:gd name="T32" fmla="*/ 37 w 198"/>
                <a:gd name="T33" fmla="*/ 111 h 150"/>
                <a:gd name="T34" fmla="*/ 31 w 198"/>
                <a:gd name="T35" fmla="*/ 104 h 150"/>
                <a:gd name="T36" fmla="*/ 10 w 198"/>
                <a:gd name="T37" fmla="*/ 100 h 150"/>
                <a:gd name="T38" fmla="*/ 0 w 198"/>
                <a:gd name="T39" fmla="*/ 92 h 150"/>
                <a:gd name="T40" fmla="*/ 2 w 198"/>
                <a:gd name="T41" fmla="*/ 77 h 150"/>
                <a:gd name="T42" fmla="*/ 12 w 198"/>
                <a:gd name="T43" fmla="*/ 75 h 150"/>
                <a:gd name="T44" fmla="*/ 14 w 198"/>
                <a:gd name="T45" fmla="*/ 63 h 150"/>
                <a:gd name="T46" fmla="*/ 27 w 198"/>
                <a:gd name="T47" fmla="*/ 54 h 150"/>
                <a:gd name="T48" fmla="*/ 37 w 198"/>
                <a:gd name="T49" fmla="*/ 42 h 150"/>
                <a:gd name="T50" fmla="*/ 29 w 198"/>
                <a:gd name="T51" fmla="*/ 27 h 150"/>
                <a:gd name="T52" fmla="*/ 33 w 198"/>
                <a:gd name="T53" fmla="*/ 17 h 150"/>
                <a:gd name="T54" fmla="*/ 39 w 198"/>
                <a:gd name="T55" fmla="*/ 11 h 150"/>
                <a:gd name="T56" fmla="*/ 50 w 198"/>
                <a:gd name="T57" fmla="*/ 6 h 150"/>
                <a:gd name="T58" fmla="*/ 50 w 198"/>
                <a:gd name="T59" fmla="*/ 6 h 150"/>
                <a:gd name="T60" fmla="*/ 60 w 198"/>
                <a:gd name="T61" fmla="*/ 8 h 150"/>
                <a:gd name="T62" fmla="*/ 73 w 198"/>
                <a:gd name="T63" fmla="*/ 0 h 150"/>
                <a:gd name="T64" fmla="*/ 75 w 198"/>
                <a:gd name="T65" fmla="*/ 11 h 150"/>
                <a:gd name="T66" fmla="*/ 98 w 198"/>
                <a:gd name="T67" fmla="*/ 11 h 150"/>
                <a:gd name="T68" fmla="*/ 110 w 198"/>
                <a:gd name="T69" fmla="*/ 17 h 150"/>
                <a:gd name="T70" fmla="*/ 118 w 198"/>
                <a:gd name="T71" fmla="*/ 15 h 150"/>
                <a:gd name="T72" fmla="*/ 127 w 198"/>
                <a:gd name="T73" fmla="*/ 8 h 150"/>
                <a:gd name="T74" fmla="*/ 143 w 198"/>
                <a:gd name="T75" fmla="*/ 21 h 150"/>
                <a:gd name="T76" fmla="*/ 139 w 198"/>
                <a:gd name="T77" fmla="*/ 38 h 150"/>
                <a:gd name="T78" fmla="*/ 145 w 198"/>
                <a:gd name="T79" fmla="*/ 44 h 150"/>
                <a:gd name="T80" fmla="*/ 150 w 198"/>
                <a:gd name="T81" fmla="*/ 40 h 150"/>
                <a:gd name="T82" fmla="*/ 164 w 198"/>
                <a:gd name="T83" fmla="*/ 40 h 150"/>
                <a:gd name="T84" fmla="*/ 162 w 198"/>
                <a:gd name="T85" fmla="*/ 48 h 150"/>
                <a:gd name="T86" fmla="*/ 173 w 198"/>
                <a:gd name="T87" fmla="*/ 52 h 150"/>
                <a:gd name="T88" fmla="*/ 164 w 198"/>
                <a:gd name="T89" fmla="*/ 71 h 150"/>
                <a:gd name="T90" fmla="*/ 181 w 198"/>
                <a:gd name="T91" fmla="*/ 77 h 150"/>
                <a:gd name="T92" fmla="*/ 185 w 198"/>
                <a:gd name="T93" fmla="*/ 98 h 150"/>
                <a:gd name="T94" fmla="*/ 177 w 198"/>
                <a:gd name="T95" fmla="*/ 115 h 150"/>
                <a:gd name="T96" fmla="*/ 191 w 198"/>
                <a:gd name="T97" fmla="*/ 123 h 150"/>
                <a:gd name="T98" fmla="*/ 198 w 198"/>
                <a:gd name="T99" fmla="*/ 136 h 150"/>
                <a:gd name="T100" fmla="*/ 193 w 198"/>
                <a:gd name="T101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8" h="150">
                  <a:moveTo>
                    <a:pt x="193" y="150"/>
                  </a:moveTo>
                  <a:lnTo>
                    <a:pt x="164" y="134"/>
                  </a:lnTo>
                  <a:lnTo>
                    <a:pt x="164" y="138"/>
                  </a:lnTo>
                  <a:lnTo>
                    <a:pt x="158" y="142"/>
                  </a:lnTo>
                  <a:lnTo>
                    <a:pt x="148" y="131"/>
                  </a:lnTo>
                  <a:lnTo>
                    <a:pt x="137" y="131"/>
                  </a:lnTo>
                  <a:lnTo>
                    <a:pt x="131" y="121"/>
                  </a:lnTo>
                  <a:lnTo>
                    <a:pt x="129" y="111"/>
                  </a:lnTo>
                  <a:lnTo>
                    <a:pt x="114" y="108"/>
                  </a:lnTo>
                  <a:lnTo>
                    <a:pt x="106" y="117"/>
                  </a:lnTo>
                  <a:lnTo>
                    <a:pt x="93" y="115"/>
                  </a:lnTo>
                  <a:lnTo>
                    <a:pt x="85" y="123"/>
                  </a:lnTo>
                  <a:lnTo>
                    <a:pt x="79" y="123"/>
                  </a:lnTo>
                  <a:lnTo>
                    <a:pt x="68" y="117"/>
                  </a:lnTo>
                  <a:lnTo>
                    <a:pt x="52" y="117"/>
                  </a:lnTo>
                  <a:lnTo>
                    <a:pt x="50" y="111"/>
                  </a:lnTo>
                  <a:lnTo>
                    <a:pt x="37" y="111"/>
                  </a:lnTo>
                  <a:lnTo>
                    <a:pt x="31" y="104"/>
                  </a:lnTo>
                  <a:lnTo>
                    <a:pt x="10" y="100"/>
                  </a:lnTo>
                  <a:lnTo>
                    <a:pt x="0" y="92"/>
                  </a:lnTo>
                  <a:lnTo>
                    <a:pt x="2" y="77"/>
                  </a:lnTo>
                  <a:lnTo>
                    <a:pt x="12" y="75"/>
                  </a:lnTo>
                  <a:lnTo>
                    <a:pt x="14" y="63"/>
                  </a:lnTo>
                  <a:lnTo>
                    <a:pt x="27" y="54"/>
                  </a:lnTo>
                  <a:lnTo>
                    <a:pt x="37" y="42"/>
                  </a:lnTo>
                  <a:lnTo>
                    <a:pt x="29" y="27"/>
                  </a:lnTo>
                  <a:lnTo>
                    <a:pt x="33" y="17"/>
                  </a:lnTo>
                  <a:lnTo>
                    <a:pt x="39" y="11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60" y="8"/>
                  </a:lnTo>
                  <a:lnTo>
                    <a:pt x="73" y="0"/>
                  </a:lnTo>
                  <a:lnTo>
                    <a:pt x="75" y="11"/>
                  </a:lnTo>
                  <a:lnTo>
                    <a:pt x="98" y="11"/>
                  </a:lnTo>
                  <a:lnTo>
                    <a:pt x="110" y="17"/>
                  </a:lnTo>
                  <a:lnTo>
                    <a:pt x="118" y="15"/>
                  </a:lnTo>
                  <a:lnTo>
                    <a:pt x="127" y="8"/>
                  </a:lnTo>
                  <a:lnTo>
                    <a:pt x="143" y="21"/>
                  </a:lnTo>
                  <a:lnTo>
                    <a:pt x="139" y="38"/>
                  </a:lnTo>
                  <a:lnTo>
                    <a:pt x="145" y="44"/>
                  </a:lnTo>
                  <a:lnTo>
                    <a:pt x="150" y="40"/>
                  </a:lnTo>
                  <a:lnTo>
                    <a:pt x="164" y="40"/>
                  </a:lnTo>
                  <a:lnTo>
                    <a:pt x="162" y="48"/>
                  </a:lnTo>
                  <a:lnTo>
                    <a:pt x="173" y="52"/>
                  </a:lnTo>
                  <a:lnTo>
                    <a:pt x="164" y="71"/>
                  </a:lnTo>
                  <a:lnTo>
                    <a:pt x="181" y="77"/>
                  </a:lnTo>
                  <a:lnTo>
                    <a:pt x="185" y="98"/>
                  </a:lnTo>
                  <a:lnTo>
                    <a:pt x="177" y="115"/>
                  </a:lnTo>
                  <a:lnTo>
                    <a:pt x="191" y="123"/>
                  </a:lnTo>
                  <a:lnTo>
                    <a:pt x="198" y="136"/>
                  </a:lnTo>
                  <a:lnTo>
                    <a:pt x="193" y="15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4" name="Freeform 20"/>
            <p:cNvSpPr>
              <a:spLocks/>
            </p:cNvSpPr>
            <p:nvPr/>
          </p:nvSpPr>
          <p:spPr bwMode="auto">
            <a:xfrm>
              <a:off x="1029" y="2911"/>
              <a:ext cx="142" cy="225"/>
            </a:xfrm>
            <a:custGeom>
              <a:avLst/>
              <a:gdLst>
                <a:gd name="T0" fmla="*/ 44 w 68"/>
                <a:gd name="T1" fmla="*/ 77 h 108"/>
                <a:gd name="T2" fmla="*/ 42 w 68"/>
                <a:gd name="T3" fmla="*/ 83 h 108"/>
                <a:gd name="T4" fmla="*/ 37 w 68"/>
                <a:gd name="T5" fmla="*/ 86 h 108"/>
                <a:gd name="T6" fmla="*/ 38 w 68"/>
                <a:gd name="T7" fmla="*/ 93 h 108"/>
                <a:gd name="T8" fmla="*/ 34 w 68"/>
                <a:gd name="T9" fmla="*/ 100 h 108"/>
                <a:gd name="T10" fmla="*/ 29 w 68"/>
                <a:gd name="T11" fmla="*/ 102 h 108"/>
                <a:gd name="T12" fmla="*/ 26 w 68"/>
                <a:gd name="T13" fmla="*/ 108 h 108"/>
                <a:gd name="T14" fmla="*/ 23 w 68"/>
                <a:gd name="T15" fmla="*/ 102 h 108"/>
                <a:gd name="T16" fmla="*/ 18 w 68"/>
                <a:gd name="T17" fmla="*/ 102 h 108"/>
                <a:gd name="T18" fmla="*/ 17 w 68"/>
                <a:gd name="T19" fmla="*/ 95 h 108"/>
                <a:gd name="T20" fmla="*/ 10 w 68"/>
                <a:gd name="T21" fmla="*/ 85 h 108"/>
                <a:gd name="T22" fmla="*/ 8 w 68"/>
                <a:gd name="T23" fmla="*/ 79 h 108"/>
                <a:gd name="T24" fmla="*/ 3 w 68"/>
                <a:gd name="T25" fmla="*/ 69 h 108"/>
                <a:gd name="T26" fmla="*/ 1 w 68"/>
                <a:gd name="T27" fmla="*/ 60 h 108"/>
                <a:gd name="T28" fmla="*/ 11 w 68"/>
                <a:gd name="T29" fmla="*/ 49 h 108"/>
                <a:gd name="T30" fmla="*/ 13 w 68"/>
                <a:gd name="T31" fmla="*/ 37 h 108"/>
                <a:gd name="T32" fmla="*/ 24 w 68"/>
                <a:gd name="T33" fmla="*/ 34 h 108"/>
                <a:gd name="T34" fmla="*/ 26 w 68"/>
                <a:gd name="T35" fmla="*/ 21 h 108"/>
                <a:gd name="T36" fmla="*/ 38 w 68"/>
                <a:gd name="T37" fmla="*/ 20 h 108"/>
                <a:gd name="T38" fmla="*/ 44 w 68"/>
                <a:gd name="T39" fmla="*/ 11 h 108"/>
                <a:gd name="T40" fmla="*/ 56 w 68"/>
                <a:gd name="T41" fmla="*/ 1 h 108"/>
                <a:gd name="T42" fmla="*/ 59 w 68"/>
                <a:gd name="T43" fmla="*/ 0 h 108"/>
                <a:gd name="T44" fmla="*/ 63 w 68"/>
                <a:gd name="T45" fmla="*/ 4 h 108"/>
                <a:gd name="T46" fmla="*/ 61 w 68"/>
                <a:gd name="T47" fmla="*/ 8 h 108"/>
                <a:gd name="T48" fmla="*/ 67 w 68"/>
                <a:gd name="T49" fmla="*/ 15 h 108"/>
                <a:gd name="T50" fmla="*/ 68 w 68"/>
                <a:gd name="T51" fmla="*/ 23 h 108"/>
                <a:gd name="T52" fmla="*/ 66 w 68"/>
                <a:gd name="T53" fmla="*/ 29 h 108"/>
                <a:gd name="T54" fmla="*/ 68 w 68"/>
                <a:gd name="T55" fmla="*/ 36 h 108"/>
                <a:gd name="T56" fmla="*/ 63 w 68"/>
                <a:gd name="T57" fmla="*/ 38 h 108"/>
                <a:gd name="T58" fmla="*/ 60 w 68"/>
                <a:gd name="T59" fmla="*/ 41 h 108"/>
                <a:gd name="T60" fmla="*/ 58 w 68"/>
                <a:gd name="T61" fmla="*/ 46 h 108"/>
                <a:gd name="T62" fmla="*/ 62 w 68"/>
                <a:gd name="T63" fmla="*/ 53 h 108"/>
                <a:gd name="T64" fmla="*/ 57 w 68"/>
                <a:gd name="T65" fmla="*/ 59 h 108"/>
                <a:gd name="T66" fmla="*/ 51 w 68"/>
                <a:gd name="T67" fmla="*/ 63 h 108"/>
                <a:gd name="T68" fmla="*/ 50 w 68"/>
                <a:gd name="T69" fmla="*/ 69 h 108"/>
                <a:gd name="T70" fmla="*/ 45 w 68"/>
                <a:gd name="T71" fmla="*/ 70 h 108"/>
                <a:gd name="T72" fmla="*/ 44 w 68"/>
                <a:gd name="T73" fmla="*/ 7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8" h="108">
                  <a:moveTo>
                    <a:pt x="44" y="77"/>
                  </a:moveTo>
                  <a:cubicBezTo>
                    <a:pt x="42" y="83"/>
                    <a:pt x="42" y="83"/>
                    <a:pt x="42" y="83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38" y="93"/>
                    <a:pt x="38" y="93"/>
                    <a:pt x="38" y="93"/>
                  </a:cubicBezTo>
                  <a:cubicBezTo>
                    <a:pt x="34" y="100"/>
                    <a:pt x="34" y="100"/>
                    <a:pt x="34" y="100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23" y="102"/>
                    <a:pt x="23" y="102"/>
                    <a:pt x="23" y="102"/>
                  </a:cubicBezTo>
                  <a:cubicBezTo>
                    <a:pt x="18" y="102"/>
                    <a:pt x="18" y="102"/>
                    <a:pt x="18" y="102"/>
                  </a:cubicBezTo>
                  <a:cubicBezTo>
                    <a:pt x="18" y="101"/>
                    <a:pt x="17" y="98"/>
                    <a:pt x="17" y="95"/>
                  </a:cubicBezTo>
                  <a:cubicBezTo>
                    <a:pt x="17" y="88"/>
                    <a:pt x="15" y="86"/>
                    <a:pt x="10" y="85"/>
                  </a:cubicBezTo>
                  <a:cubicBezTo>
                    <a:pt x="6" y="84"/>
                    <a:pt x="5" y="82"/>
                    <a:pt x="8" y="79"/>
                  </a:cubicBezTo>
                  <a:cubicBezTo>
                    <a:pt x="12" y="75"/>
                    <a:pt x="6" y="72"/>
                    <a:pt x="3" y="69"/>
                  </a:cubicBezTo>
                  <a:cubicBezTo>
                    <a:pt x="1" y="66"/>
                    <a:pt x="2" y="62"/>
                    <a:pt x="1" y="60"/>
                  </a:cubicBezTo>
                  <a:cubicBezTo>
                    <a:pt x="0" y="57"/>
                    <a:pt x="7" y="53"/>
                    <a:pt x="11" y="49"/>
                  </a:cubicBezTo>
                  <a:cubicBezTo>
                    <a:pt x="14" y="44"/>
                    <a:pt x="12" y="40"/>
                    <a:pt x="13" y="37"/>
                  </a:cubicBezTo>
                  <a:cubicBezTo>
                    <a:pt x="14" y="35"/>
                    <a:pt x="22" y="36"/>
                    <a:pt x="24" y="34"/>
                  </a:cubicBezTo>
                  <a:cubicBezTo>
                    <a:pt x="25" y="32"/>
                    <a:pt x="26" y="21"/>
                    <a:pt x="26" y="21"/>
                  </a:cubicBezTo>
                  <a:cubicBezTo>
                    <a:pt x="26" y="21"/>
                    <a:pt x="34" y="20"/>
                    <a:pt x="38" y="20"/>
                  </a:cubicBezTo>
                  <a:cubicBezTo>
                    <a:pt x="42" y="19"/>
                    <a:pt x="43" y="16"/>
                    <a:pt x="44" y="11"/>
                  </a:cubicBezTo>
                  <a:cubicBezTo>
                    <a:pt x="44" y="6"/>
                    <a:pt x="50" y="2"/>
                    <a:pt x="56" y="1"/>
                  </a:cubicBezTo>
                  <a:cubicBezTo>
                    <a:pt x="57" y="1"/>
                    <a:pt x="58" y="0"/>
                    <a:pt x="59" y="0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62" y="53"/>
                    <a:pt x="62" y="53"/>
                    <a:pt x="62" y="53"/>
                  </a:cubicBezTo>
                  <a:cubicBezTo>
                    <a:pt x="57" y="59"/>
                    <a:pt x="57" y="59"/>
                    <a:pt x="57" y="59"/>
                  </a:cubicBezTo>
                  <a:cubicBezTo>
                    <a:pt x="51" y="63"/>
                    <a:pt x="51" y="63"/>
                    <a:pt x="51" y="63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45" y="70"/>
                    <a:pt x="45" y="70"/>
                    <a:pt x="45" y="70"/>
                  </a:cubicBezTo>
                  <a:lnTo>
                    <a:pt x="44" y="77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5" name="Freeform 22"/>
            <p:cNvSpPr>
              <a:spLocks/>
            </p:cNvSpPr>
            <p:nvPr/>
          </p:nvSpPr>
          <p:spPr bwMode="auto">
            <a:xfrm>
              <a:off x="1046" y="3595"/>
              <a:ext cx="256" cy="237"/>
            </a:xfrm>
            <a:custGeom>
              <a:avLst/>
              <a:gdLst>
                <a:gd name="T0" fmla="*/ 123 w 123"/>
                <a:gd name="T1" fmla="*/ 83 h 114"/>
                <a:gd name="T2" fmla="*/ 120 w 123"/>
                <a:gd name="T3" fmla="*/ 87 h 114"/>
                <a:gd name="T4" fmla="*/ 108 w 123"/>
                <a:gd name="T5" fmla="*/ 92 h 114"/>
                <a:gd name="T6" fmla="*/ 101 w 123"/>
                <a:gd name="T7" fmla="*/ 108 h 114"/>
                <a:gd name="T8" fmla="*/ 87 w 123"/>
                <a:gd name="T9" fmla="*/ 114 h 114"/>
                <a:gd name="T10" fmla="*/ 83 w 123"/>
                <a:gd name="T11" fmla="*/ 104 h 114"/>
                <a:gd name="T12" fmla="*/ 72 w 123"/>
                <a:gd name="T13" fmla="*/ 105 h 114"/>
                <a:gd name="T14" fmla="*/ 65 w 123"/>
                <a:gd name="T15" fmla="*/ 103 h 114"/>
                <a:gd name="T16" fmla="*/ 64 w 123"/>
                <a:gd name="T17" fmla="*/ 101 h 114"/>
                <a:gd name="T18" fmla="*/ 54 w 123"/>
                <a:gd name="T19" fmla="*/ 102 h 114"/>
                <a:gd name="T20" fmla="*/ 51 w 123"/>
                <a:gd name="T21" fmla="*/ 108 h 114"/>
                <a:gd name="T22" fmla="*/ 47 w 123"/>
                <a:gd name="T23" fmla="*/ 107 h 114"/>
                <a:gd name="T24" fmla="*/ 42 w 123"/>
                <a:gd name="T25" fmla="*/ 104 h 114"/>
                <a:gd name="T26" fmla="*/ 42 w 123"/>
                <a:gd name="T27" fmla="*/ 97 h 114"/>
                <a:gd name="T28" fmla="*/ 39 w 123"/>
                <a:gd name="T29" fmla="*/ 96 h 114"/>
                <a:gd name="T30" fmla="*/ 37 w 123"/>
                <a:gd name="T31" fmla="*/ 101 h 114"/>
                <a:gd name="T32" fmla="*/ 35 w 123"/>
                <a:gd name="T33" fmla="*/ 106 h 114"/>
                <a:gd name="T34" fmla="*/ 31 w 123"/>
                <a:gd name="T35" fmla="*/ 103 h 114"/>
                <a:gd name="T36" fmla="*/ 24 w 123"/>
                <a:gd name="T37" fmla="*/ 104 h 114"/>
                <a:gd name="T38" fmla="*/ 20 w 123"/>
                <a:gd name="T39" fmla="*/ 101 h 114"/>
                <a:gd name="T40" fmla="*/ 15 w 123"/>
                <a:gd name="T41" fmla="*/ 106 h 114"/>
                <a:gd name="T42" fmla="*/ 15 w 123"/>
                <a:gd name="T43" fmla="*/ 106 h 114"/>
                <a:gd name="T44" fmla="*/ 14 w 123"/>
                <a:gd name="T45" fmla="*/ 104 h 114"/>
                <a:gd name="T46" fmla="*/ 9 w 123"/>
                <a:gd name="T47" fmla="*/ 97 h 114"/>
                <a:gd name="T48" fmla="*/ 9 w 123"/>
                <a:gd name="T49" fmla="*/ 89 h 114"/>
                <a:gd name="T50" fmla="*/ 8 w 123"/>
                <a:gd name="T51" fmla="*/ 80 h 114"/>
                <a:gd name="T52" fmla="*/ 2 w 123"/>
                <a:gd name="T53" fmla="*/ 75 h 114"/>
                <a:gd name="T54" fmla="*/ 6 w 123"/>
                <a:gd name="T55" fmla="*/ 69 h 114"/>
                <a:gd name="T56" fmla="*/ 12 w 123"/>
                <a:gd name="T57" fmla="*/ 65 h 114"/>
                <a:gd name="T58" fmla="*/ 18 w 123"/>
                <a:gd name="T59" fmla="*/ 69 h 114"/>
                <a:gd name="T60" fmla="*/ 25 w 123"/>
                <a:gd name="T61" fmla="*/ 66 h 114"/>
                <a:gd name="T62" fmla="*/ 27 w 123"/>
                <a:gd name="T63" fmla="*/ 56 h 114"/>
                <a:gd name="T64" fmla="*/ 25 w 123"/>
                <a:gd name="T65" fmla="*/ 46 h 114"/>
                <a:gd name="T66" fmla="*/ 34 w 123"/>
                <a:gd name="T67" fmla="*/ 36 h 114"/>
                <a:gd name="T68" fmla="*/ 35 w 123"/>
                <a:gd name="T69" fmla="*/ 31 h 114"/>
                <a:gd name="T70" fmla="*/ 30 w 123"/>
                <a:gd name="T71" fmla="*/ 19 h 114"/>
                <a:gd name="T72" fmla="*/ 31 w 123"/>
                <a:gd name="T73" fmla="*/ 19 h 114"/>
                <a:gd name="T74" fmla="*/ 40 w 123"/>
                <a:gd name="T75" fmla="*/ 8 h 114"/>
                <a:gd name="T76" fmla="*/ 40 w 123"/>
                <a:gd name="T77" fmla="*/ 3 h 114"/>
                <a:gd name="T78" fmla="*/ 51 w 123"/>
                <a:gd name="T79" fmla="*/ 3 h 114"/>
                <a:gd name="T80" fmla="*/ 56 w 123"/>
                <a:gd name="T81" fmla="*/ 0 h 114"/>
                <a:gd name="T82" fmla="*/ 62 w 123"/>
                <a:gd name="T83" fmla="*/ 3 h 114"/>
                <a:gd name="T84" fmla="*/ 67 w 123"/>
                <a:gd name="T85" fmla="*/ 6 h 114"/>
                <a:gd name="T86" fmla="*/ 73 w 123"/>
                <a:gd name="T87" fmla="*/ 7 h 114"/>
                <a:gd name="T88" fmla="*/ 75 w 123"/>
                <a:gd name="T89" fmla="*/ 21 h 114"/>
                <a:gd name="T90" fmla="*/ 81 w 123"/>
                <a:gd name="T91" fmla="*/ 22 h 114"/>
                <a:gd name="T92" fmla="*/ 87 w 123"/>
                <a:gd name="T93" fmla="*/ 25 h 114"/>
                <a:gd name="T94" fmla="*/ 88 w 123"/>
                <a:gd name="T95" fmla="*/ 29 h 114"/>
                <a:gd name="T96" fmla="*/ 92 w 123"/>
                <a:gd name="T97" fmla="*/ 27 h 114"/>
                <a:gd name="T98" fmla="*/ 103 w 123"/>
                <a:gd name="T99" fmla="*/ 37 h 114"/>
                <a:gd name="T100" fmla="*/ 102 w 123"/>
                <a:gd name="T101" fmla="*/ 45 h 114"/>
                <a:gd name="T102" fmla="*/ 97 w 123"/>
                <a:gd name="T103" fmla="*/ 51 h 114"/>
                <a:gd name="T104" fmla="*/ 101 w 123"/>
                <a:gd name="T105" fmla="*/ 56 h 114"/>
                <a:gd name="T106" fmla="*/ 105 w 123"/>
                <a:gd name="T107" fmla="*/ 54 h 114"/>
                <a:gd name="T108" fmla="*/ 110 w 123"/>
                <a:gd name="T109" fmla="*/ 56 h 114"/>
                <a:gd name="T110" fmla="*/ 110 w 123"/>
                <a:gd name="T111" fmla="*/ 62 h 114"/>
                <a:gd name="T112" fmla="*/ 113 w 123"/>
                <a:gd name="T113" fmla="*/ 64 h 114"/>
                <a:gd name="T114" fmla="*/ 118 w 123"/>
                <a:gd name="T115" fmla="*/ 65 h 114"/>
                <a:gd name="T116" fmla="*/ 119 w 123"/>
                <a:gd name="T117" fmla="*/ 70 h 114"/>
                <a:gd name="T118" fmla="*/ 122 w 123"/>
                <a:gd name="T119" fmla="*/ 73 h 114"/>
                <a:gd name="T120" fmla="*/ 123 w 123"/>
                <a:gd name="T121" fmla="*/ 8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3" h="114">
                  <a:moveTo>
                    <a:pt x="123" y="83"/>
                  </a:moveTo>
                  <a:cubicBezTo>
                    <a:pt x="122" y="84"/>
                    <a:pt x="121" y="86"/>
                    <a:pt x="120" y="87"/>
                  </a:cubicBezTo>
                  <a:cubicBezTo>
                    <a:pt x="115" y="92"/>
                    <a:pt x="113" y="88"/>
                    <a:pt x="108" y="92"/>
                  </a:cubicBezTo>
                  <a:cubicBezTo>
                    <a:pt x="103" y="96"/>
                    <a:pt x="104" y="102"/>
                    <a:pt x="101" y="108"/>
                  </a:cubicBezTo>
                  <a:cubicBezTo>
                    <a:pt x="99" y="113"/>
                    <a:pt x="93" y="110"/>
                    <a:pt x="87" y="114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72" y="105"/>
                    <a:pt x="72" y="105"/>
                    <a:pt x="72" y="105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54" y="102"/>
                    <a:pt x="54" y="102"/>
                    <a:pt x="54" y="102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7" y="107"/>
                    <a:pt x="47" y="107"/>
                    <a:pt x="47" y="107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97"/>
                    <a:pt x="42" y="97"/>
                    <a:pt x="42" y="97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5" y="106"/>
                    <a:pt x="35" y="106"/>
                    <a:pt x="35" y="106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0" y="101"/>
                    <a:pt x="20" y="101"/>
                    <a:pt x="20" y="101"/>
                  </a:cubicBezTo>
                  <a:cubicBezTo>
                    <a:pt x="15" y="106"/>
                    <a:pt x="15" y="106"/>
                    <a:pt x="15" y="106"/>
                  </a:cubicBezTo>
                  <a:cubicBezTo>
                    <a:pt x="15" y="106"/>
                    <a:pt x="15" y="106"/>
                    <a:pt x="15" y="106"/>
                  </a:cubicBezTo>
                  <a:cubicBezTo>
                    <a:pt x="15" y="105"/>
                    <a:pt x="15" y="104"/>
                    <a:pt x="14" y="104"/>
                  </a:cubicBezTo>
                  <a:cubicBezTo>
                    <a:pt x="13" y="104"/>
                    <a:pt x="9" y="100"/>
                    <a:pt x="9" y="97"/>
                  </a:cubicBezTo>
                  <a:cubicBezTo>
                    <a:pt x="8" y="94"/>
                    <a:pt x="8" y="92"/>
                    <a:pt x="9" y="89"/>
                  </a:cubicBezTo>
                  <a:cubicBezTo>
                    <a:pt x="10" y="86"/>
                    <a:pt x="10" y="82"/>
                    <a:pt x="8" y="80"/>
                  </a:cubicBezTo>
                  <a:cubicBezTo>
                    <a:pt x="5" y="78"/>
                    <a:pt x="0" y="77"/>
                    <a:pt x="2" y="75"/>
                  </a:cubicBezTo>
                  <a:cubicBezTo>
                    <a:pt x="3" y="74"/>
                    <a:pt x="6" y="72"/>
                    <a:pt x="6" y="69"/>
                  </a:cubicBezTo>
                  <a:cubicBezTo>
                    <a:pt x="6" y="66"/>
                    <a:pt x="11" y="64"/>
                    <a:pt x="12" y="65"/>
                  </a:cubicBezTo>
                  <a:cubicBezTo>
                    <a:pt x="13" y="66"/>
                    <a:pt x="13" y="69"/>
                    <a:pt x="18" y="69"/>
                  </a:cubicBezTo>
                  <a:cubicBezTo>
                    <a:pt x="23" y="69"/>
                    <a:pt x="22" y="70"/>
                    <a:pt x="25" y="66"/>
                  </a:cubicBezTo>
                  <a:cubicBezTo>
                    <a:pt x="27" y="61"/>
                    <a:pt x="29" y="59"/>
                    <a:pt x="27" y="56"/>
                  </a:cubicBezTo>
                  <a:cubicBezTo>
                    <a:pt x="26" y="52"/>
                    <a:pt x="23" y="48"/>
                    <a:pt x="25" y="46"/>
                  </a:cubicBezTo>
                  <a:cubicBezTo>
                    <a:pt x="27" y="44"/>
                    <a:pt x="33" y="38"/>
                    <a:pt x="34" y="36"/>
                  </a:cubicBezTo>
                  <a:cubicBezTo>
                    <a:pt x="35" y="34"/>
                    <a:pt x="36" y="33"/>
                    <a:pt x="35" y="31"/>
                  </a:cubicBezTo>
                  <a:cubicBezTo>
                    <a:pt x="33" y="29"/>
                    <a:pt x="31" y="22"/>
                    <a:pt x="30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41" y="11"/>
                    <a:pt x="40" y="8"/>
                  </a:cubicBezTo>
                  <a:cubicBezTo>
                    <a:pt x="40" y="6"/>
                    <a:pt x="40" y="3"/>
                    <a:pt x="40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1" y="3"/>
                    <a:pt x="53" y="0"/>
                    <a:pt x="56" y="0"/>
                  </a:cubicBezTo>
                  <a:cubicBezTo>
                    <a:pt x="58" y="0"/>
                    <a:pt x="62" y="0"/>
                    <a:pt x="62" y="3"/>
                  </a:cubicBezTo>
                  <a:cubicBezTo>
                    <a:pt x="62" y="5"/>
                    <a:pt x="66" y="6"/>
                    <a:pt x="67" y="6"/>
                  </a:cubicBezTo>
                  <a:cubicBezTo>
                    <a:pt x="67" y="6"/>
                    <a:pt x="73" y="7"/>
                    <a:pt x="73" y="7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1"/>
                    <a:pt x="79" y="20"/>
                    <a:pt x="81" y="22"/>
                  </a:cubicBezTo>
                  <a:cubicBezTo>
                    <a:pt x="84" y="24"/>
                    <a:pt x="87" y="25"/>
                    <a:pt x="87" y="25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92" y="27"/>
                    <a:pt x="92" y="27"/>
                    <a:pt x="92" y="2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101" y="56"/>
                    <a:pt x="101" y="56"/>
                    <a:pt x="101" y="56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118" y="65"/>
                    <a:pt x="118" y="65"/>
                    <a:pt x="118" y="65"/>
                  </a:cubicBezTo>
                  <a:cubicBezTo>
                    <a:pt x="119" y="70"/>
                    <a:pt x="119" y="70"/>
                    <a:pt x="119" y="70"/>
                  </a:cubicBezTo>
                  <a:cubicBezTo>
                    <a:pt x="122" y="73"/>
                    <a:pt x="122" y="73"/>
                    <a:pt x="122" y="73"/>
                  </a:cubicBezTo>
                  <a:lnTo>
                    <a:pt x="123" y="83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6" name="Freeform 23"/>
            <p:cNvSpPr>
              <a:spLocks noEditPoints="1"/>
            </p:cNvSpPr>
            <p:nvPr/>
          </p:nvSpPr>
          <p:spPr bwMode="auto">
            <a:xfrm>
              <a:off x="1133" y="3805"/>
              <a:ext cx="115" cy="213"/>
            </a:xfrm>
            <a:custGeom>
              <a:avLst/>
              <a:gdLst>
                <a:gd name="T0" fmla="*/ 45 w 55"/>
                <a:gd name="T1" fmla="*/ 13 h 102"/>
                <a:gd name="T2" fmla="*/ 44 w 55"/>
                <a:gd name="T3" fmla="*/ 13 h 102"/>
                <a:gd name="T4" fmla="*/ 45 w 55"/>
                <a:gd name="T5" fmla="*/ 29 h 102"/>
                <a:gd name="T6" fmla="*/ 40 w 55"/>
                <a:gd name="T7" fmla="*/ 39 h 102"/>
                <a:gd name="T8" fmla="*/ 51 w 55"/>
                <a:gd name="T9" fmla="*/ 46 h 102"/>
                <a:gd name="T10" fmla="*/ 54 w 55"/>
                <a:gd name="T11" fmla="*/ 58 h 102"/>
                <a:gd name="T12" fmla="*/ 53 w 55"/>
                <a:gd name="T13" fmla="*/ 76 h 102"/>
                <a:gd name="T14" fmla="*/ 47 w 55"/>
                <a:gd name="T15" fmla="*/ 83 h 102"/>
                <a:gd name="T16" fmla="*/ 44 w 55"/>
                <a:gd name="T17" fmla="*/ 85 h 102"/>
                <a:gd name="T18" fmla="*/ 49 w 55"/>
                <a:gd name="T19" fmla="*/ 98 h 102"/>
                <a:gd name="T20" fmla="*/ 41 w 55"/>
                <a:gd name="T21" fmla="*/ 100 h 102"/>
                <a:gd name="T22" fmla="*/ 31 w 55"/>
                <a:gd name="T23" fmla="*/ 102 h 102"/>
                <a:gd name="T24" fmla="*/ 24 w 55"/>
                <a:gd name="T25" fmla="*/ 100 h 102"/>
                <a:gd name="T26" fmla="*/ 13 w 55"/>
                <a:gd name="T27" fmla="*/ 97 h 102"/>
                <a:gd name="T28" fmla="*/ 6 w 55"/>
                <a:gd name="T29" fmla="*/ 94 h 102"/>
                <a:gd name="T30" fmla="*/ 6 w 55"/>
                <a:gd name="T31" fmla="*/ 94 h 102"/>
                <a:gd name="T32" fmla="*/ 6 w 55"/>
                <a:gd name="T33" fmla="*/ 81 h 102"/>
                <a:gd name="T34" fmla="*/ 5 w 55"/>
                <a:gd name="T35" fmla="*/ 77 h 102"/>
                <a:gd name="T36" fmla="*/ 2 w 55"/>
                <a:gd name="T37" fmla="*/ 71 h 102"/>
                <a:gd name="T38" fmla="*/ 3 w 55"/>
                <a:gd name="T39" fmla="*/ 67 h 102"/>
                <a:gd name="T40" fmla="*/ 6 w 55"/>
                <a:gd name="T41" fmla="*/ 66 h 102"/>
                <a:gd name="T42" fmla="*/ 11 w 55"/>
                <a:gd name="T43" fmla="*/ 68 h 102"/>
                <a:gd name="T44" fmla="*/ 11 w 55"/>
                <a:gd name="T45" fmla="*/ 66 h 102"/>
                <a:gd name="T46" fmla="*/ 18 w 55"/>
                <a:gd name="T47" fmla="*/ 65 h 102"/>
                <a:gd name="T48" fmla="*/ 20 w 55"/>
                <a:gd name="T49" fmla="*/ 61 h 102"/>
                <a:gd name="T50" fmla="*/ 18 w 55"/>
                <a:gd name="T51" fmla="*/ 59 h 102"/>
                <a:gd name="T52" fmla="*/ 18 w 55"/>
                <a:gd name="T53" fmla="*/ 57 h 102"/>
                <a:gd name="T54" fmla="*/ 19 w 55"/>
                <a:gd name="T55" fmla="*/ 54 h 102"/>
                <a:gd name="T56" fmla="*/ 20 w 55"/>
                <a:gd name="T57" fmla="*/ 49 h 102"/>
                <a:gd name="T58" fmla="*/ 24 w 55"/>
                <a:gd name="T59" fmla="*/ 45 h 102"/>
                <a:gd name="T60" fmla="*/ 25 w 55"/>
                <a:gd name="T61" fmla="*/ 39 h 102"/>
                <a:gd name="T62" fmla="*/ 18 w 55"/>
                <a:gd name="T63" fmla="*/ 40 h 102"/>
                <a:gd name="T64" fmla="*/ 14 w 55"/>
                <a:gd name="T65" fmla="*/ 34 h 102"/>
                <a:gd name="T66" fmla="*/ 13 w 55"/>
                <a:gd name="T67" fmla="*/ 25 h 102"/>
                <a:gd name="T68" fmla="*/ 16 w 55"/>
                <a:gd name="T69" fmla="*/ 18 h 102"/>
                <a:gd name="T70" fmla="*/ 13 w 55"/>
                <a:gd name="T71" fmla="*/ 16 h 102"/>
                <a:gd name="T72" fmla="*/ 10 w 55"/>
                <a:gd name="T73" fmla="*/ 7 h 102"/>
                <a:gd name="T74" fmla="*/ 9 w 55"/>
                <a:gd name="T75" fmla="*/ 7 h 102"/>
                <a:gd name="T76" fmla="*/ 12 w 55"/>
                <a:gd name="T77" fmla="*/ 1 h 102"/>
                <a:gd name="T78" fmla="*/ 22 w 55"/>
                <a:gd name="T79" fmla="*/ 0 h 102"/>
                <a:gd name="T80" fmla="*/ 23 w 55"/>
                <a:gd name="T81" fmla="*/ 2 h 102"/>
                <a:gd name="T82" fmla="*/ 30 w 55"/>
                <a:gd name="T83" fmla="*/ 4 h 102"/>
                <a:gd name="T84" fmla="*/ 41 w 55"/>
                <a:gd name="T85" fmla="*/ 3 h 102"/>
                <a:gd name="T86" fmla="*/ 45 w 55"/>
                <a:gd name="T87" fmla="*/ 13 h 102"/>
                <a:gd name="T88" fmla="*/ 0 w 55"/>
                <a:gd name="T89" fmla="*/ 100 h 102"/>
                <a:gd name="T90" fmla="*/ 0 w 55"/>
                <a:gd name="T91" fmla="*/ 100 h 102"/>
                <a:gd name="T92" fmla="*/ 0 w 55"/>
                <a:gd name="T93" fmla="*/ 10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5" h="102">
                  <a:moveTo>
                    <a:pt x="45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37" y="18"/>
                    <a:pt x="42" y="23"/>
                    <a:pt x="45" y="29"/>
                  </a:cubicBezTo>
                  <a:cubicBezTo>
                    <a:pt x="47" y="35"/>
                    <a:pt x="38" y="35"/>
                    <a:pt x="40" y="39"/>
                  </a:cubicBezTo>
                  <a:cubicBezTo>
                    <a:pt x="41" y="44"/>
                    <a:pt x="48" y="44"/>
                    <a:pt x="51" y="46"/>
                  </a:cubicBezTo>
                  <a:cubicBezTo>
                    <a:pt x="55" y="48"/>
                    <a:pt x="54" y="54"/>
                    <a:pt x="54" y="58"/>
                  </a:cubicBezTo>
                  <a:cubicBezTo>
                    <a:pt x="54" y="62"/>
                    <a:pt x="53" y="65"/>
                    <a:pt x="53" y="76"/>
                  </a:cubicBezTo>
                  <a:cubicBezTo>
                    <a:pt x="53" y="87"/>
                    <a:pt x="48" y="85"/>
                    <a:pt x="47" y="83"/>
                  </a:cubicBezTo>
                  <a:cubicBezTo>
                    <a:pt x="47" y="81"/>
                    <a:pt x="41" y="79"/>
                    <a:pt x="44" y="85"/>
                  </a:cubicBezTo>
                  <a:cubicBezTo>
                    <a:pt x="46" y="88"/>
                    <a:pt x="48" y="94"/>
                    <a:pt x="49" y="98"/>
                  </a:cubicBezTo>
                  <a:cubicBezTo>
                    <a:pt x="47" y="100"/>
                    <a:pt x="43" y="100"/>
                    <a:pt x="41" y="100"/>
                  </a:cubicBezTo>
                  <a:cubicBezTo>
                    <a:pt x="38" y="99"/>
                    <a:pt x="36" y="101"/>
                    <a:pt x="31" y="102"/>
                  </a:cubicBezTo>
                  <a:cubicBezTo>
                    <a:pt x="27" y="102"/>
                    <a:pt x="32" y="100"/>
                    <a:pt x="24" y="100"/>
                  </a:cubicBezTo>
                  <a:cubicBezTo>
                    <a:pt x="17" y="99"/>
                    <a:pt x="15" y="99"/>
                    <a:pt x="13" y="97"/>
                  </a:cubicBezTo>
                  <a:cubicBezTo>
                    <a:pt x="11" y="95"/>
                    <a:pt x="11" y="93"/>
                    <a:pt x="6" y="94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6" y="81"/>
                    <a:pt x="6" y="81"/>
                    <a:pt x="6" y="81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5" y="13"/>
                    <a:pt x="45" y="13"/>
                    <a:pt x="45" y="13"/>
                  </a:cubicBezTo>
                  <a:close/>
                  <a:moveTo>
                    <a:pt x="0" y="10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auto">
            <a:xfrm>
              <a:off x="889" y="3622"/>
              <a:ext cx="232" cy="254"/>
            </a:xfrm>
            <a:custGeom>
              <a:avLst/>
              <a:gdLst>
                <a:gd name="T0" fmla="*/ 31 w 111"/>
                <a:gd name="T1" fmla="*/ 101 h 122"/>
                <a:gd name="T2" fmla="*/ 27 w 111"/>
                <a:gd name="T3" fmla="*/ 99 h 122"/>
                <a:gd name="T4" fmla="*/ 27 w 111"/>
                <a:gd name="T5" fmla="*/ 100 h 122"/>
                <a:gd name="T6" fmla="*/ 28 w 111"/>
                <a:gd name="T7" fmla="*/ 88 h 122"/>
                <a:gd name="T8" fmla="*/ 17 w 111"/>
                <a:gd name="T9" fmla="*/ 76 h 122"/>
                <a:gd name="T10" fmla="*/ 19 w 111"/>
                <a:gd name="T11" fmla="*/ 68 h 122"/>
                <a:gd name="T12" fmla="*/ 21 w 111"/>
                <a:gd name="T13" fmla="*/ 64 h 122"/>
                <a:gd name="T14" fmla="*/ 11 w 111"/>
                <a:gd name="T15" fmla="*/ 54 h 122"/>
                <a:gd name="T16" fmla="*/ 3 w 111"/>
                <a:gd name="T17" fmla="*/ 53 h 122"/>
                <a:gd name="T18" fmla="*/ 0 w 111"/>
                <a:gd name="T19" fmla="*/ 36 h 122"/>
                <a:gd name="T20" fmla="*/ 7 w 111"/>
                <a:gd name="T21" fmla="*/ 41 h 122"/>
                <a:gd name="T22" fmla="*/ 19 w 111"/>
                <a:gd name="T23" fmla="*/ 42 h 122"/>
                <a:gd name="T24" fmla="*/ 6 w 111"/>
                <a:gd name="T25" fmla="*/ 32 h 122"/>
                <a:gd name="T26" fmla="*/ 4 w 111"/>
                <a:gd name="T27" fmla="*/ 31 h 122"/>
                <a:gd name="T28" fmla="*/ 9 w 111"/>
                <a:gd name="T29" fmla="*/ 25 h 122"/>
                <a:gd name="T30" fmla="*/ 16 w 111"/>
                <a:gd name="T31" fmla="*/ 22 h 122"/>
                <a:gd name="T32" fmla="*/ 24 w 111"/>
                <a:gd name="T33" fmla="*/ 24 h 122"/>
                <a:gd name="T34" fmla="*/ 33 w 111"/>
                <a:gd name="T35" fmla="*/ 28 h 122"/>
                <a:gd name="T36" fmla="*/ 41 w 111"/>
                <a:gd name="T37" fmla="*/ 35 h 122"/>
                <a:gd name="T38" fmla="*/ 51 w 111"/>
                <a:gd name="T39" fmla="*/ 27 h 122"/>
                <a:gd name="T40" fmla="*/ 57 w 111"/>
                <a:gd name="T41" fmla="*/ 17 h 122"/>
                <a:gd name="T42" fmla="*/ 62 w 111"/>
                <a:gd name="T43" fmla="*/ 11 h 122"/>
                <a:gd name="T44" fmla="*/ 71 w 111"/>
                <a:gd name="T45" fmla="*/ 10 h 122"/>
                <a:gd name="T46" fmla="*/ 77 w 111"/>
                <a:gd name="T47" fmla="*/ 4 h 122"/>
                <a:gd name="T48" fmla="*/ 77 w 111"/>
                <a:gd name="T49" fmla="*/ 1 h 122"/>
                <a:gd name="T50" fmla="*/ 80 w 111"/>
                <a:gd name="T51" fmla="*/ 0 h 122"/>
                <a:gd name="T52" fmla="*/ 81 w 111"/>
                <a:gd name="T53" fmla="*/ 5 h 122"/>
                <a:gd name="T54" fmla="*/ 87 w 111"/>
                <a:gd name="T55" fmla="*/ 6 h 122"/>
                <a:gd name="T56" fmla="*/ 90 w 111"/>
                <a:gd name="T57" fmla="*/ 10 h 122"/>
                <a:gd name="T58" fmla="*/ 95 w 111"/>
                <a:gd name="T59" fmla="*/ 8 h 122"/>
                <a:gd name="T60" fmla="*/ 97 w 111"/>
                <a:gd name="T61" fmla="*/ 6 h 122"/>
                <a:gd name="T62" fmla="*/ 105 w 111"/>
                <a:gd name="T63" fmla="*/ 6 h 122"/>
                <a:gd name="T64" fmla="*/ 110 w 111"/>
                <a:gd name="T65" fmla="*/ 18 h 122"/>
                <a:gd name="T66" fmla="*/ 109 w 111"/>
                <a:gd name="T67" fmla="*/ 23 h 122"/>
                <a:gd name="T68" fmla="*/ 100 w 111"/>
                <a:gd name="T69" fmla="*/ 33 h 122"/>
                <a:gd name="T70" fmla="*/ 102 w 111"/>
                <a:gd name="T71" fmla="*/ 43 h 122"/>
                <a:gd name="T72" fmla="*/ 100 w 111"/>
                <a:gd name="T73" fmla="*/ 53 h 122"/>
                <a:gd name="T74" fmla="*/ 93 w 111"/>
                <a:gd name="T75" fmla="*/ 56 h 122"/>
                <a:gd name="T76" fmla="*/ 87 w 111"/>
                <a:gd name="T77" fmla="*/ 52 h 122"/>
                <a:gd name="T78" fmla="*/ 81 w 111"/>
                <a:gd name="T79" fmla="*/ 56 h 122"/>
                <a:gd name="T80" fmla="*/ 77 w 111"/>
                <a:gd name="T81" fmla="*/ 62 h 122"/>
                <a:gd name="T82" fmla="*/ 83 w 111"/>
                <a:gd name="T83" fmla="*/ 67 h 122"/>
                <a:gd name="T84" fmla="*/ 84 w 111"/>
                <a:gd name="T85" fmla="*/ 76 h 122"/>
                <a:gd name="T86" fmla="*/ 84 w 111"/>
                <a:gd name="T87" fmla="*/ 84 h 122"/>
                <a:gd name="T88" fmla="*/ 89 w 111"/>
                <a:gd name="T89" fmla="*/ 91 h 122"/>
                <a:gd name="T90" fmla="*/ 91 w 111"/>
                <a:gd name="T91" fmla="*/ 99 h 122"/>
                <a:gd name="T92" fmla="*/ 95 w 111"/>
                <a:gd name="T93" fmla="*/ 100 h 122"/>
                <a:gd name="T94" fmla="*/ 100 w 111"/>
                <a:gd name="T95" fmla="*/ 101 h 122"/>
                <a:gd name="T96" fmla="*/ 96 w 111"/>
                <a:gd name="T97" fmla="*/ 109 h 122"/>
                <a:gd name="T98" fmla="*/ 86 w 111"/>
                <a:gd name="T99" fmla="*/ 114 h 122"/>
                <a:gd name="T100" fmla="*/ 79 w 111"/>
                <a:gd name="T101" fmla="*/ 116 h 122"/>
                <a:gd name="T102" fmla="*/ 74 w 111"/>
                <a:gd name="T103" fmla="*/ 121 h 122"/>
                <a:gd name="T104" fmla="*/ 65 w 111"/>
                <a:gd name="T105" fmla="*/ 119 h 122"/>
                <a:gd name="T106" fmla="*/ 61 w 111"/>
                <a:gd name="T107" fmla="*/ 107 h 122"/>
                <a:gd name="T108" fmla="*/ 54 w 111"/>
                <a:gd name="T109" fmla="*/ 104 h 122"/>
                <a:gd name="T110" fmla="*/ 53 w 111"/>
                <a:gd name="T111" fmla="*/ 96 h 122"/>
                <a:gd name="T112" fmla="*/ 48 w 111"/>
                <a:gd name="T113" fmla="*/ 98 h 122"/>
                <a:gd name="T114" fmla="*/ 41 w 111"/>
                <a:gd name="T115" fmla="*/ 100 h 122"/>
                <a:gd name="T116" fmla="*/ 35 w 111"/>
                <a:gd name="T117" fmla="*/ 99 h 122"/>
                <a:gd name="T118" fmla="*/ 31 w 111"/>
                <a:gd name="T119" fmla="*/ 10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1" h="122">
                  <a:moveTo>
                    <a:pt x="31" y="101"/>
                  </a:moveTo>
                  <a:cubicBezTo>
                    <a:pt x="30" y="100"/>
                    <a:pt x="29" y="99"/>
                    <a:pt x="27" y="99"/>
                  </a:cubicBezTo>
                  <a:cubicBezTo>
                    <a:pt x="27" y="99"/>
                    <a:pt x="27" y="99"/>
                    <a:pt x="27" y="100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8"/>
                    <a:pt x="16" y="76"/>
                    <a:pt x="17" y="76"/>
                  </a:cubicBezTo>
                  <a:cubicBezTo>
                    <a:pt x="19" y="76"/>
                    <a:pt x="19" y="69"/>
                    <a:pt x="19" y="68"/>
                  </a:cubicBezTo>
                  <a:cubicBezTo>
                    <a:pt x="19" y="67"/>
                    <a:pt x="21" y="64"/>
                    <a:pt x="21" y="64"/>
                  </a:cubicBezTo>
                  <a:cubicBezTo>
                    <a:pt x="21" y="64"/>
                    <a:pt x="14" y="53"/>
                    <a:pt x="11" y="54"/>
                  </a:cubicBezTo>
                  <a:cubicBezTo>
                    <a:pt x="9" y="55"/>
                    <a:pt x="4" y="55"/>
                    <a:pt x="3" y="53"/>
                  </a:cubicBezTo>
                  <a:cubicBezTo>
                    <a:pt x="3" y="52"/>
                    <a:pt x="1" y="41"/>
                    <a:pt x="0" y="36"/>
                  </a:cubicBezTo>
                  <a:cubicBezTo>
                    <a:pt x="2" y="36"/>
                    <a:pt x="5" y="40"/>
                    <a:pt x="7" y="41"/>
                  </a:cubicBezTo>
                  <a:cubicBezTo>
                    <a:pt x="9" y="42"/>
                    <a:pt x="18" y="46"/>
                    <a:pt x="19" y="42"/>
                  </a:cubicBezTo>
                  <a:cubicBezTo>
                    <a:pt x="19" y="39"/>
                    <a:pt x="10" y="34"/>
                    <a:pt x="6" y="32"/>
                  </a:cubicBezTo>
                  <a:cubicBezTo>
                    <a:pt x="5" y="32"/>
                    <a:pt x="5" y="32"/>
                    <a:pt x="4" y="31"/>
                  </a:cubicBezTo>
                  <a:cubicBezTo>
                    <a:pt x="6" y="29"/>
                    <a:pt x="8" y="26"/>
                    <a:pt x="9" y="25"/>
                  </a:cubicBezTo>
                  <a:cubicBezTo>
                    <a:pt x="10" y="22"/>
                    <a:pt x="12" y="21"/>
                    <a:pt x="16" y="22"/>
                  </a:cubicBezTo>
                  <a:cubicBezTo>
                    <a:pt x="21" y="23"/>
                    <a:pt x="20" y="24"/>
                    <a:pt x="24" y="24"/>
                  </a:cubicBezTo>
                  <a:cubicBezTo>
                    <a:pt x="28" y="23"/>
                    <a:pt x="31" y="25"/>
                    <a:pt x="33" y="28"/>
                  </a:cubicBezTo>
                  <a:cubicBezTo>
                    <a:pt x="35" y="32"/>
                    <a:pt x="37" y="33"/>
                    <a:pt x="41" y="35"/>
                  </a:cubicBezTo>
                  <a:cubicBezTo>
                    <a:pt x="44" y="36"/>
                    <a:pt x="49" y="29"/>
                    <a:pt x="51" y="27"/>
                  </a:cubicBezTo>
                  <a:cubicBezTo>
                    <a:pt x="54" y="25"/>
                    <a:pt x="56" y="20"/>
                    <a:pt x="57" y="17"/>
                  </a:cubicBezTo>
                  <a:cubicBezTo>
                    <a:pt x="57" y="14"/>
                    <a:pt x="58" y="14"/>
                    <a:pt x="62" y="11"/>
                  </a:cubicBezTo>
                  <a:cubicBezTo>
                    <a:pt x="65" y="7"/>
                    <a:pt x="67" y="10"/>
                    <a:pt x="71" y="10"/>
                  </a:cubicBezTo>
                  <a:cubicBezTo>
                    <a:pt x="75" y="10"/>
                    <a:pt x="75" y="8"/>
                    <a:pt x="77" y="4"/>
                  </a:cubicBezTo>
                  <a:cubicBezTo>
                    <a:pt x="77" y="2"/>
                    <a:pt x="77" y="2"/>
                    <a:pt x="77" y="1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9" y="10"/>
                    <a:pt x="90" y="10"/>
                  </a:cubicBezTo>
                  <a:cubicBezTo>
                    <a:pt x="92" y="10"/>
                    <a:pt x="95" y="10"/>
                    <a:pt x="95" y="8"/>
                  </a:cubicBezTo>
                  <a:cubicBezTo>
                    <a:pt x="95" y="7"/>
                    <a:pt x="97" y="6"/>
                    <a:pt x="97" y="6"/>
                  </a:cubicBezTo>
                  <a:cubicBezTo>
                    <a:pt x="105" y="6"/>
                    <a:pt x="105" y="6"/>
                    <a:pt x="105" y="6"/>
                  </a:cubicBezTo>
                  <a:cubicBezTo>
                    <a:pt x="106" y="9"/>
                    <a:pt x="108" y="16"/>
                    <a:pt x="110" y="18"/>
                  </a:cubicBezTo>
                  <a:cubicBezTo>
                    <a:pt x="111" y="20"/>
                    <a:pt x="110" y="21"/>
                    <a:pt x="109" y="23"/>
                  </a:cubicBezTo>
                  <a:cubicBezTo>
                    <a:pt x="108" y="25"/>
                    <a:pt x="102" y="31"/>
                    <a:pt x="100" y="33"/>
                  </a:cubicBezTo>
                  <a:cubicBezTo>
                    <a:pt x="98" y="35"/>
                    <a:pt x="101" y="39"/>
                    <a:pt x="102" y="43"/>
                  </a:cubicBezTo>
                  <a:cubicBezTo>
                    <a:pt x="104" y="46"/>
                    <a:pt x="102" y="48"/>
                    <a:pt x="100" y="53"/>
                  </a:cubicBezTo>
                  <a:cubicBezTo>
                    <a:pt x="97" y="57"/>
                    <a:pt x="98" y="56"/>
                    <a:pt x="93" y="56"/>
                  </a:cubicBezTo>
                  <a:cubicBezTo>
                    <a:pt x="88" y="56"/>
                    <a:pt x="88" y="53"/>
                    <a:pt x="87" y="52"/>
                  </a:cubicBezTo>
                  <a:cubicBezTo>
                    <a:pt x="86" y="51"/>
                    <a:pt x="81" y="53"/>
                    <a:pt x="81" y="56"/>
                  </a:cubicBezTo>
                  <a:cubicBezTo>
                    <a:pt x="81" y="59"/>
                    <a:pt x="78" y="61"/>
                    <a:pt x="77" y="62"/>
                  </a:cubicBezTo>
                  <a:cubicBezTo>
                    <a:pt x="75" y="64"/>
                    <a:pt x="80" y="65"/>
                    <a:pt x="83" y="67"/>
                  </a:cubicBezTo>
                  <a:cubicBezTo>
                    <a:pt x="85" y="69"/>
                    <a:pt x="85" y="73"/>
                    <a:pt x="84" y="76"/>
                  </a:cubicBezTo>
                  <a:cubicBezTo>
                    <a:pt x="83" y="79"/>
                    <a:pt x="83" y="81"/>
                    <a:pt x="84" y="84"/>
                  </a:cubicBezTo>
                  <a:cubicBezTo>
                    <a:pt x="84" y="87"/>
                    <a:pt x="88" y="91"/>
                    <a:pt x="89" y="91"/>
                  </a:cubicBezTo>
                  <a:cubicBezTo>
                    <a:pt x="91" y="92"/>
                    <a:pt x="91" y="96"/>
                    <a:pt x="91" y="99"/>
                  </a:cubicBezTo>
                  <a:cubicBezTo>
                    <a:pt x="90" y="101"/>
                    <a:pt x="92" y="101"/>
                    <a:pt x="95" y="100"/>
                  </a:cubicBezTo>
                  <a:cubicBezTo>
                    <a:pt x="98" y="99"/>
                    <a:pt x="100" y="98"/>
                    <a:pt x="100" y="101"/>
                  </a:cubicBezTo>
                  <a:cubicBezTo>
                    <a:pt x="100" y="103"/>
                    <a:pt x="99" y="106"/>
                    <a:pt x="96" y="109"/>
                  </a:cubicBezTo>
                  <a:cubicBezTo>
                    <a:pt x="93" y="112"/>
                    <a:pt x="92" y="116"/>
                    <a:pt x="86" y="114"/>
                  </a:cubicBezTo>
                  <a:cubicBezTo>
                    <a:pt x="80" y="113"/>
                    <a:pt x="80" y="114"/>
                    <a:pt x="79" y="116"/>
                  </a:cubicBezTo>
                  <a:cubicBezTo>
                    <a:pt x="78" y="118"/>
                    <a:pt x="77" y="120"/>
                    <a:pt x="74" y="121"/>
                  </a:cubicBezTo>
                  <a:cubicBezTo>
                    <a:pt x="70" y="122"/>
                    <a:pt x="68" y="122"/>
                    <a:pt x="65" y="119"/>
                  </a:cubicBezTo>
                  <a:cubicBezTo>
                    <a:pt x="62" y="117"/>
                    <a:pt x="62" y="110"/>
                    <a:pt x="61" y="107"/>
                  </a:cubicBezTo>
                  <a:cubicBezTo>
                    <a:pt x="61" y="104"/>
                    <a:pt x="54" y="105"/>
                    <a:pt x="54" y="104"/>
                  </a:cubicBezTo>
                  <a:cubicBezTo>
                    <a:pt x="53" y="103"/>
                    <a:pt x="53" y="99"/>
                    <a:pt x="53" y="96"/>
                  </a:cubicBezTo>
                  <a:cubicBezTo>
                    <a:pt x="53" y="93"/>
                    <a:pt x="48" y="96"/>
                    <a:pt x="48" y="98"/>
                  </a:cubicBezTo>
                  <a:cubicBezTo>
                    <a:pt x="48" y="101"/>
                    <a:pt x="44" y="100"/>
                    <a:pt x="41" y="100"/>
                  </a:cubicBezTo>
                  <a:cubicBezTo>
                    <a:pt x="38" y="99"/>
                    <a:pt x="35" y="99"/>
                    <a:pt x="35" y="99"/>
                  </a:cubicBezTo>
                  <a:lnTo>
                    <a:pt x="31" y="101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8" name="Freeform 25"/>
            <p:cNvSpPr>
              <a:spLocks/>
            </p:cNvSpPr>
            <p:nvPr/>
          </p:nvSpPr>
          <p:spPr bwMode="auto">
            <a:xfrm>
              <a:off x="1519" y="3224"/>
              <a:ext cx="287" cy="317"/>
            </a:xfrm>
            <a:custGeom>
              <a:avLst/>
              <a:gdLst>
                <a:gd name="T0" fmla="*/ 39 w 287"/>
                <a:gd name="T1" fmla="*/ 121 h 317"/>
                <a:gd name="T2" fmla="*/ 62 w 287"/>
                <a:gd name="T3" fmla="*/ 121 h 317"/>
                <a:gd name="T4" fmla="*/ 93 w 287"/>
                <a:gd name="T5" fmla="*/ 115 h 317"/>
                <a:gd name="T6" fmla="*/ 106 w 287"/>
                <a:gd name="T7" fmla="*/ 67 h 317"/>
                <a:gd name="T8" fmla="*/ 116 w 287"/>
                <a:gd name="T9" fmla="*/ 48 h 317"/>
                <a:gd name="T10" fmla="*/ 110 w 287"/>
                <a:gd name="T11" fmla="*/ 25 h 317"/>
                <a:gd name="T12" fmla="*/ 156 w 287"/>
                <a:gd name="T13" fmla="*/ 0 h 317"/>
                <a:gd name="T14" fmla="*/ 173 w 287"/>
                <a:gd name="T15" fmla="*/ 27 h 317"/>
                <a:gd name="T16" fmla="*/ 173 w 287"/>
                <a:gd name="T17" fmla="*/ 46 h 317"/>
                <a:gd name="T18" fmla="*/ 158 w 287"/>
                <a:gd name="T19" fmla="*/ 62 h 317"/>
                <a:gd name="T20" fmla="*/ 148 w 287"/>
                <a:gd name="T21" fmla="*/ 85 h 317"/>
                <a:gd name="T22" fmla="*/ 156 w 287"/>
                <a:gd name="T23" fmla="*/ 104 h 317"/>
                <a:gd name="T24" fmla="*/ 154 w 287"/>
                <a:gd name="T25" fmla="*/ 133 h 317"/>
                <a:gd name="T26" fmla="*/ 171 w 287"/>
                <a:gd name="T27" fmla="*/ 127 h 317"/>
                <a:gd name="T28" fmla="*/ 185 w 287"/>
                <a:gd name="T29" fmla="*/ 110 h 317"/>
                <a:gd name="T30" fmla="*/ 206 w 287"/>
                <a:gd name="T31" fmla="*/ 125 h 317"/>
                <a:gd name="T32" fmla="*/ 227 w 287"/>
                <a:gd name="T33" fmla="*/ 129 h 317"/>
                <a:gd name="T34" fmla="*/ 241 w 287"/>
                <a:gd name="T35" fmla="*/ 121 h 317"/>
                <a:gd name="T36" fmla="*/ 275 w 287"/>
                <a:gd name="T37" fmla="*/ 137 h 317"/>
                <a:gd name="T38" fmla="*/ 287 w 287"/>
                <a:gd name="T39" fmla="*/ 162 h 317"/>
                <a:gd name="T40" fmla="*/ 254 w 287"/>
                <a:gd name="T41" fmla="*/ 196 h 317"/>
                <a:gd name="T42" fmla="*/ 258 w 287"/>
                <a:gd name="T43" fmla="*/ 213 h 317"/>
                <a:gd name="T44" fmla="*/ 243 w 287"/>
                <a:gd name="T45" fmla="*/ 242 h 317"/>
                <a:gd name="T46" fmla="*/ 231 w 287"/>
                <a:gd name="T47" fmla="*/ 225 h 317"/>
                <a:gd name="T48" fmla="*/ 193 w 287"/>
                <a:gd name="T49" fmla="*/ 210 h 317"/>
                <a:gd name="T50" fmla="*/ 168 w 287"/>
                <a:gd name="T51" fmla="*/ 254 h 317"/>
                <a:gd name="T52" fmla="*/ 143 w 287"/>
                <a:gd name="T53" fmla="*/ 248 h 317"/>
                <a:gd name="T54" fmla="*/ 127 w 287"/>
                <a:gd name="T55" fmla="*/ 281 h 317"/>
                <a:gd name="T56" fmla="*/ 102 w 287"/>
                <a:gd name="T57" fmla="*/ 317 h 317"/>
                <a:gd name="T58" fmla="*/ 85 w 287"/>
                <a:gd name="T59" fmla="*/ 279 h 317"/>
                <a:gd name="T60" fmla="*/ 87 w 287"/>
                <a:gd name="T61" fmla="*/ 242 h 317"/>
                <a:gd name="T62" fmla="*/ 71 w 287"/>
                <a:gd name="T63" fmla="*/ 221 h 317"/>
                <a:gd name="T64" fmla="*/ 46 w 287"/>
                <a:gd name="T65" fmla="*/ 208 h 317"/>
                <a:gd name="T66" fmla="*/ 31 w 287"/>
                <a:gd name="T67" fmla="*/ 213 h 317"/>
                <a:gd name="T68" fmla="*/ 0 w 287"/>
                <a:gd name="T69" fmla="*/ 198 h 317"/>
                <a:gd name="T70" fmla="*/ 27 w 287"/>
                <a:gd name="T71" fmla="*/ 177 h 317"/>
                <a:gd name="T72" fmla="*/ 62 w 287"/>
                <a:gd name="T73" fmla="*/ 165 h 317"/>
                <a:gd name="T74" fmla="*/ 29 w 287"/>
                <a:gd name="T75" fmla="*/ 13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7" h="317">
                  <a:moveTo>
                    <a:pt x="29" y="133"/>
                  </a:moveTo>
                  <a:lnTo>
                    <a:pt x="39" y="121"/>
                  </a:lnTo>
                  <a:lnTo>
                    <a:pt x="56" y="117"/>
                  </a:lnTo>
                  <a:lnTo>
                    <a:pt x="62" y="121"/>
                  </a:lnTo>
                  <a:lnTo>
                    <a:pt x="73" y="115"/>
                  </a:lnTo>
                  <a:lnTo>
                    <a:pt x="93" y="115"/>
                  </a:lnTo>
                  <a:lnTo>
                    <a:pt x="96" y="79"/>
                  </a:lnTo>
                  <a:lnTo>
                    <a:pt x="106" y="67"/>
                  </a:lnTo>
                  <a:lnTo>
                    <a:pt x="106" y="56"/>
                  </a:lnTo>
                  <a:lnTo>
                    <a:pt x="116" y="48"/>
                  </a:lnTo>
                  <a:lnTo>
                    <a:pt x="100" y="33"/>
                  </a:lnTo>
                  <a:lnTo>
                    <a:pt x="110" y="25"/>
                  </a:lnTo>
                  <a:lnTo>
                    <a:pt x="123" y="33"/>
                  </a:lnTo>
                  <a:lnTo>
                    <a:pt x="156" y="0"/>
                  </a:lnTo>
                  <a:lnTo>
                    <a:pt x="175" y="17"/>
                  </a:lnTo>
                  <a:lnTo>
                    <a:pt x="173" y="27"/>
                  </a:lnTo>
                  <a:lnTo>
                    <a:pt x="181" y="33"/>
                  </a:lnTo>
                  <a:lnTo>
                    <a:pt x="173" y="46"/>
                  </a:lnTo>
                  <a:lnTo>
                    <a:pt x="171" y="62"/>
                  </a:lnTo>
                  <a:lnTo>
                    <a:pt x="158" y="62"/>
                  </a:lnTo>
                  <a:lnTo>
                    <a:pt x="154" y="75"/>
                  </a:lnTo>
                  <a:lnTo>
                    <a:pt x="148" y="85"/>
                  </a:lnTo>
                  <a:lnTo>
                    <a:pt x="146" y="96"/>
                  </a:lnTo>
                  <a:lnTo>
                    <a:pt x="156" y="104"/>
                  </a:lnTo>
                  <a:lnTo>
                    <a:pt x="156" y="125"/>
                  </a:lnTo>
                  <a:lnTo>
                    <a:pt x="154" y="133"/>
                  </a:lnTo>
                  <a:lnTo>
                    <a:pt x="160" y="137"/>
                  </a:lnTo>
                  <a:lnTo>
                    <a:pt x="171" y="127"/>
                  </a:lnTo>
                  <a:lnTo>
                    <a:pt x="173" y="115"/>
                  </a:lnTo>
                  <a:lnTo>
                    <a:pt x="185" y="110"/>
                  </a:lnTo>
                  <a:lnTo>
                    <a:pt x="200" y="121"/>
                  </a:lnTo>
                  <a:lnTo>
                    <a:pt x="206" y="125"/>
                  </a:lnTo>
                  <a:lnTo>
                    <a:pt x="218" y="115"/>
                  </a:lnTo>
                  <a:lnTo>
                    <a:pt x="227" y="129"/>
                  </a:lnTo>
                  <a:lnTo>
                    <a:pt x="235" y="129"/>
                  </a:lnTo>
                  <a:lnTo>
                    <a:pt x="241" y="121"/>
                  </a:lnTo>
                  <a:lnTo>
                    <a:pt x="252" y="121"/>
                  </a:lnTo>
                  <a:lnTo>
                    <a:pt x="275" y="137"/>
                  </a:lnTo>
                  <a:lnTo>
                    <a:pt x="287" y="148"/>
                  </a:lnTo>
                  <a:lnTo>
                    <a:pt x="287" y="162"/>
                  </a:lnTo>
                  <a:lnTo>
                    <a:pt x="262" y="183"/>
                  </a:lnTo>
                  <a:lnTo>
                    <a:pt x="254" y="196"/>
                  </a:lnTo>
                  <a:lnTo>
                    <a:pt x="258" y="204"/>
                  </a:lnTo>
                  <a:lnTo>
                    <a:pt x="258" y="213"/>
                  </a:lnTo>
                  <a:lnTo>
                    <a:pt x="256" y="229"/>
                  </a:lnTo>
                  <a:lnTo>
                    <a:pt x="243" y="242"/>
                  </a:lnTo>
                  <a:lnTo>
                    <a:pt x="227" y="238"/>
                  </a:lnTo>
                  <a:lnTo>
                    <a:pt x="231" y="225"/>
                  </a:lnTo>
                  <a:lnTo>
                    <a:pt x="210" y="221"/>
                  </a:lnTo>
                  <a:lnTo>
                    <a:pt x="193" y="210"/>
                  </a:lnTo>
                  <a:lnTo>
                    <a:pt x="175" y="233"/>
                  </a:lnTo>
                  <a:lnTo>
                    <a:pt x="168" y="254"/>
                  </a:lnTo>
                  <a:lnTo>
                    <a:pt x="156" y="256"/>
                  </a:lnTo>
                  <a:lnTo>
                    <a:pt x="143" y="248"/>
                  </a:lnTo>
                  <a:lnTo>
                    <a:pt x="129" y="256"/>
                  </a:lnTo>
                  <a:lnTo>
                    <a:pt x="127" y="281"/>
                  </a:lnTo>
                  <a:lnTo>
                    <a:pt x="112" y="306"/>
                  </a:lnTo>
                  <a:lnTo>
                    <a:pt x="102" y="317"/>
                  </a:lnTo>
                  <a:lnTo>
                    <a:pt x="91" y="302"/>
                  </a:lnTo>
                  <a:lnTo>
                    <a:pt x="85" y="279"/>
                  </a:lnTo>
                  <a:lnTo>
                    <a:pt x="85" y="265"/>
                  </a:lnTo>
                  <a:lnTo>
                    <a:pt x="87" y="242"/>
                  </a:lnTo>
                  <a:lnTo>
                    <a:pt x="73" y="238"/>
                  </a:lnTo>
                  <a:lnTo>
                    <a:pt x="71" y="221"/>
                  </a:lnTo>
                  <a:lnTo>
                    <a:pt x="58" y="221"/>
                  </a:lnTo>
                  <a:lnTo>
                    <a:pt x="46" y="208"/>
                  </a:lnTo>
                  <a:lnTo>
                    <a:pt x="37" y="219"/>
                  </a:lnTo>
                  <a:lnTo>
                    <a:pt x="31" y="213"/>
                  </a:lnTo>
                  <a:lnTo>
                    <a:pt x="16" y="219"/>
                  </a:lnTo>
                  <a:lnTo>
                    <a:pt x="0" y="198"/>
                  </a:lnTo>
                  <a:lnTo>
                    <a:pt x="18" y="177"/>
                  </a:lnTo>
                  <a:lnTo>
                    <a:pt x="27" y="177"/>
                  </a:lnTo>
                  <a:lnTo>
                    <a:pt x="43" y="181"/>
                  </a:lnTo>
                  <a:lnTo>
                    <a:pt x="62" y="165"/>
                  </a:lnTo>
                  <a:lnTo>
                    <a:pt x="29" y="131"/>
                  </a:lnTo>
                  <a:lnTo>
                    <a:pt x="29" y="133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auto">
            <a:xfrm>
              <a:off x="1317" y="3332"/>
              <a:ext cx="264" cy="175"/>
            </a:xfrm>
            <a:custGeom>
              <a:avLst/>
              <a:gdLst>
                <a:gd name="T0" fmla="*/ 12 w 264"/>
                <a:gd name="T1" fmla="*/ 113 h 175"/>
                <a:gd name="T2" fmla="*/ 12 w 264"/>
                <a:gd name="T3" fmla="*/ 100 h 175"/>
                <a:gd name="T4" fmla="*/ 0 w 264"/>
                <a:gd name="T5" fmla="*/ 88 h 175"/>
                <a:gd name="T6" fmla="*/ 2 w 264"/>
                <a:gd name="T7" fmla="*/ 73 h 175"/>
                <a:gd name="T8" fmla="*/ 12 w 264"/>
                <a:gd name="T9" fmla="*/ 65 h 175"/>
                <a:gd name="T10" fmla="*/ 20 w 264"/>
                <a:gd name="T11" fmla="*/ 65 h 175"/>
                <a:gd name="T12" fmla="*/ 29 w 264"/>
                <a:gd name="T13" fmla="*/ 57 h 175"/>
                <a:gd name="T14" fmla="*/ 43 w 264"/>
                <a:gd name="T15" fmla="*/ 54 h 175"/>
                <a:gd name="T16" fmla="*/ 56 w 264"/>
                <a:gd name="T17" fmla="*/ 50 h 175"/>
                <a:gd name="T18" fmla="*/ 72 w 264"/>
                <a:gd name="T19" fmla="*/ 48 h 175"/>
                <a:gd name="T20" fmla="*/ 83 w 264"/>
                <a:gd name="T21" fmla="*/ 38 h 175"/>
                <a:gd name="T22" fmla="*/ 87 w 264"/>
                <a:gd name="T23" fmla="*/ 23 h 175"/>
                <a:gd name="T24" fmla="*/ 95 w 264"/>
                <a:gd name="T25" fmla="*/ 15 h 175"/>
                <a:gd name="T26" fmla="*/ 106 w 264"/>
                <a:gd name="T27" fmla="*/ 25 h 175"/>
                <a:gd name="T28" fmla="*/ 122 w 264"/>
                <a:gd name="T29" fmla="*/ 25 h 175"/>
                <a:gd name="T30" fmla="*/ 122 w 264"/>
                <a:gd name="T31" fmla="*/ 13 h 175"/>
                <a:gd name="T32" fmla="*/ 150 w 264"/>
                <a:gd name="T33" fmla="*/ 13 h 175"/>
                <a:gd name="T34" fmla="*/ 158 w 264"/>
                <a:gd name="T35" fmla="*/ 17 h 175"/>
                <a:gd name="T36" fmla="*/ 162 w 264"/>
                <a:gd name="T37" fmla="*/ 9 h 175"/>
                <a:gd name="T38" fmla="*/ 172 w 264"/>
                <a:gd name="T39" fmla="*/ 11 h 175"/>
                <a:gd name="T40" fmla="*/ 187 w 264"/>
                <a:gd name="T41" fmla="*/ 0 h 175"/>
                <a:gd name="T42" fmla="*/ 197 w 264"/>
                <a:gd name="T43" fmla="*/ 2 h 175"/>
                <a:gd name="T44" fmla="*/ 208 w 264"/>
                <a:gd name="T45" fmla="*/ 19 h 175"/>
                <a:gd name="T46" fmla="*/ 227 w 264"/>
                <a:gd name="T47" fmla="*/ 19 h 175"/>
                <a:gd name="T48" fmla="*/ 231 w 264"/>
                <a:gd name="T49" fmla="*/ 25 h 175"/>
                <a:gd name="T50" fmla="*/ 231 w 264"/>
                <a:gd name="T51" fmla="*/ 23 h 175"/>
                <a:gd name="T52" fmla="*/ 264 w 264"/>
                <a:gd name="T53" fmla="*/ 57 h 175"/>
                <a:gd name="T54" fmla="*/ 245 w 264"/>
                <a:gd name="T55" fmla="*/ 73 h 175"/>
                <a:gd name="T56" fmla="*/ 229 w 264"/>
                <a:gd name="T57" fmla="*/ 69 h 175"/>
                <a:gd name="T58" fmla="*/ 220 w 264"/>
                <a:gd name="T59" fmla="*/ 69 h 175"/>
                <a:gd name="T60" fmla="*/ 202 w 264"/>
                <a:gd name="T61" fmla="*/ 90 h 175"/>
                <a:gd name="T62" fmla="*/ 181 w 264"/>
                <a:gd name="T63" fmla="*/ 77 h 175"/>
                <a:gd name="T64" fmla="*/ 175 w 264"/>
                <a:gd name="T65" fmla="*/ 88 h 175"/>
                <a:gd name="T66" fmla="*/ 156 w 264"/>
                <a:gd name="T67" fmla="*/ 88 h 175"/>
                <a:gd name="T68" fmla="*/ 158 w 264"/>
                <a:gd name="T69" fmla="*/ 100 h 175"/>
                <a:gd name="T70" fmla="*/ 147 w 264"/>
                <a:gd name="T71" fmla="*/ 111 h 175"/>
                <a:gd name="T72" fmla="*/ 156 w 264"/>
                <a:gd name="T73" fmla="*/ 123 h 175"/>
                <a:gd name="T74" fmla="*/ 135 w 264"/>
                <a:gd name="T75" fmla="*/ 138 h 175"/>
                <a:gd name="T76" fmla="*/ 135 w 264"/>
                <a:gd name="T77" fmla="*/ 155 h 175"/>
                <a:gd name="T78" fmla="*/ 112 w 264"/>
                <a:gd name="T79" fmla="*/ 173 h 175"/>
                <a:gd name="T80" fmla="*/ 118 w 264"/>
                <a:gd name="T81" fmla="*/ 175 h 175"/>
                <a:gd name="T82" fmla="*/ 108 w 264"/>
                <a:gd name="T83" fmla="*/ 171 h 175"/>
                <a:gd name="T84" fmla="*/ 108 w 264"/>
                <a:gd name="T85" fmla="*/ 159 h 175"/>
                <a:gd name="T86" fmla="*/ 95 w 264"/>
                <a:gd name="T87" fmla="*/ 157 h 175"/>
                <a:gd name="T88" fmla="*/ 91 w 264"/>
                <a:gd name="T89" fmla="*/ 165 h 175"/>
                <a:gd name="T90" fmla="*/ 79 w 264"/>
                <a:gd name="T91" fmla="*/ 163 h 175"/>
                <a:gd name="T92" fmla="*/ 68 w 264"/>
                <a:gd name="T93" fmla="*/ 169 h 175"/>
                <a:gd name="T94" fmla="*/ 56 w 264"/>
                <a:gd name="T95" fmla="*/ 169 h 175"/>
                <a:gd name="T96" fmla="*/ 56 w 264"/>
                <a:gd name="T97" fmla="*/ 161 h 175"/>
                <a:gd name="T98" fmla="*/ 45 w 264"/>
                <a:gd name="T99" fmla="*/ 150 h 175"/>
                <a:gd name="T100" fmla="*/ 45 w 264"/>
                <a:gd name="T101" fmla="*/ 136 h 175"/>
                <a:gd name="T102" fmla="*/ 35 w 264"/>
                <a:gd name="T103" fmla="*/ 127 h 175"/>
                <a:gd name="T104" fmla="*/ 35 w 264"/>
                <a:gd name="T105" fmla="*/ 117 h 175"/>
                <a:gd name="T106" fmla="*/ 20 w 264"/>
                <a:gd name="T107" fmla="*/ 117 h 175"/>
                <a:gd name="T108" fmla="*/ 12 w 264"/>
                <a:gd name="T109" fmla="*/ 1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64" h="175">
                  <a:moveTo>
                    <a:pt x="12" y="113"/>
                  </a:moveTo>
                  <a:lnTo>
                    <a:pt x="12" y="100"/>
                  </a:lnTo>
                  <a:lnTo>
                    <a:pt x="0" y="88"/>
                  </a:lnTo>
                  <a:lnTo>
                    <a:pt x="2" y="73"/>
                  </a:lnTo>
                  <a:lnTo>
                    <a:pt x="12" y="65"/>
                  </a:lnTo>
                  <a:lnTo>
                    <a:pt x="20" y="65"/>
                  </a:lnTo>
                  <a:lnTo>
                    <a:pt x="29" y="57"/>
                  </a:lnTo>
                  <a:lnTo>
                    <a:pt x="43" y="54"/>
                  </a:lnTo>
                  <a:lnTo>
                    <a:pt x="56" y="50"/>
                  </a:lnTo>
                  <a:lnTo>
                    <a:pt x="72" y="48"/>
                  </a:lnTo>
                  <a:lnTo>
                    <a:pt x="83" y="38"/>
                  </a:lnTo>
                  <a:lnTo>
                    <a:pt x="87" y="23"/>
                  </a:lnTo>
                  <a:lnTo>
                    <a:pt x="95" y="15"/>
                  </a:lnTo>
                  <a:lnTo>
                    <a:pt x="106" y="25"/>
                  </a:lnTo>
                  <a:lnTo>
                    <a:pt x="122" y="25"/>
                  </a:lnTo>
                  <a:lnTo>
                    <a:pt x="122" y="13"/>
                  </a:lnTo>
                  <a:lnTo>
                    <a:pt x="150" y="13"/>
                  </a:lnTo>
                  <a:lnTo>
                    <a:pt x="158" y="17"/>
                  </a:lnTo>
                  <a:lnTo>
                    <a:pt x="162" y="9"/>
                  </a:lnTo>
                  <a:lnTo>
                    <a:pt x="172" y="11"/>
                  </a:lnTo>
                  <a:lnTo>
                    <a:pt x="187" y="0"/>
                  </a:lnTo>
                  <a:lnTo>
                    <a:pt x="197" y="2"/>
                  </a:lnTo>
                  <a:lnTo>
                    <a:pt x="208" y="19"/>
                  </a:lnTo>
                  <a:lnTo>
                    <a:pt x="227" y="19"/>
                  </a:lnTo>
                  <a:lnTo>
                    <a:pt x="231" y="25"/>
                  </a:lnTo>
                  <a:lnTo>
                    <a:pt x="231" y="23"/>
                  </a:lnTo>
                  <a:lnTo>
                    <a:pt x="264" y="57"/>
                  </a:lnTo>
                  <a:lnTo>
                    <a:pt x="245" y="73"/>
                  </a:lnTo>
                  <a:lnTo>
                    <a:pt x="229" y="69"/>
                  </a:lnTo>
                  <a:lnTo>
                    <a:pt x="220" y="69"/>
                  </a:lnTo>
                  <a:lnTo>
                    <a:pt x="202" y="90"/>
                  </a:lnTo>
                  <a:lnTo>
                    <a:pt x="181" y="77"/>
                  </a:lnTo>
                  <a:lnTo>
                    <a:pt x="175" y="88"/>
                  </a:lnTo>
                  <a:lnTo>
                    <a:pt x="156" y="88"/>
                  </a:lnTo>
                  <a:lnTo>
                    <a:pt x="158" y="100"/>
                  </a:lnTo>
                  <a:lnTo>
                    <a:pt x="147" y="111"/>
                  </a:lnTo>
                  <a:lnTo>
                    <a:pt x="156" y="123"/>
                  </a:lnTo>
                  <a:lnTo>
                    <a:pt x="135" y="138"/>
                  </a:lnTo>
                  <a:lnTo>
                    <a:pt x="135" y="155"/>
                  </a:lnTo>
                  <a:lnTo>
                    <a:pt x="112" y="173"/>
                  </a:lnTo>
                  <a:lnTo>
                    <a:pt x="118" y="175"/>
                  </a:lnTo>
                  <a:lnTo>
                    <a:pt x="108" y="171"/>
                  </a:lnTo>
                  <a:lnTo>
                    <a:pt x="108" y="159"/>
                  </a:lnTo>
                  <a:lnTo>
                    <a:pt x="95" y="157"/>
                  </a:lnTo>
                  <a:lnTo>
                    <a:pt x="91" y="165"/>
                  </a:lnTo>
                  <a:lnTo>
                    <a:pt x="79" y="163"/>
                  </a:lnTo>
                  <a:lnTo>
                    <a:pt x="68" y="169"/>
                  </a:lnTo>
                  <a:lnTo>
                    <a:pt x="56" y="169"/>
                  </a:lnTo>
                  <a:lnTo>
                    <a:pt x="56" y="161"/>
                  </a:lnTo>
                  <a:lnTo>
                    <a:pt x="45" y="150"/>
                  </a:lnTo>
                  <a:lnTo>
                    <a:pt x="45" y="136"/>
                  </a:lnTo>
                  <a:lnTo>
                    <a:pt x="35" y="127"/>
                  </a:lnTo>
                  <a:lnTo>
                    <a:pt x="35" y="117"/>
                  </a:lnTo>
                  <a:lnTo>
                    <a:pt x="20" y="117"/>
                  </a:lnTo>
                  <a:lnTo>
                    <a:pt x="12" y="113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0" name="Freeform 27"/>
            <p:cNvSpPr>
              <a:spLocks/>
            </p:cNvSpPr>
            <p:nvPr/>
          </p:nvSpPr>
          <p:spPr bwMode="auto">
            <a:xfrm>
              <a:off x="1248" y="3478"/>
              <a:ext cx="148" cy="156"/>
            </a:xfrm>
            <a:custGeom>
              <a:avLst/>
              <a:gdLst>
                <a:gd name="T0" fmla="*/ 0 w 71"/>
                <a:gd name="T1" fmla="*/ 37 h 75"/>
                <a:gd name="T2" fmla="*/ 0 w 71"/>
                <a:gd name="T3" fmla="*/ 36 h 75"/>
                <a:gd name="T4" fmla="*/ 8 w 71"/>
                <a:gd name="T5" fmla="*/ 37 h 75"/>
                <a:gd name="T6" fmla="*/ 8 w 71"/>
                <a:gd name="T7" fmla="*/ 27 h 75"/>
                <a:gd name="T8" fmla="*/ 5 w 71"/>
                <a:gd name="T9" fmla="*/ 22 h 75"/>
                <a:gd name="T10" fmla="*/ 7 w 71"/>
                <a:gd name="T11" fmla="*/ 12 h 75"/>
                <a:gd name="T12" fmla="*/ 6 w 71"/>
                <a:gd name="T13" fmla="*/ 6 h 75"/>
                <a:gd name="T14" fmla="*/ 12 w 71"/>
                <a:gd name="T15" fmla="*/ 0 h 75"/>
                <a:gd name="T16" fmla="*/ 16 w 71"/>
                <a:gd name="T17" fmla="*/ 0 h 75"/>
                <a:gd name="T18" fmla="*/ 18 w 71"/>
                <a:gd name="T19" fmla="*/ 5 h 75"/>
                <a:gd name="T20" fmla="*/ 22 w 71"/>
                <a:gd name="T21" fmla="*/ 5 h 75"/>
                <a:gd name="T22" fmla="*/ 27 w 71"/>
                <a:gd name="T23" fmla="*/ 9 h 75"/>
                <a:gd name="T24" fmla="*/ 34 w 71"/>
                <a:gd name="T25" fmla="*/ 10 h 75"/>
                <a:gd name="T26" fmla="*/ 39 w 71"/>
                <a:gd name="T27" fmla="*/ 14 h 75"/>
                <a:gd name="T28" fmla="*/ 39 w 71"/>
                <a:gd name="T29" fmla="*/ 22 h 75"/>
                <a:gd name="T30" fmla="*/ 45 w 71"/>
                <a:gd name="T31" fmla="*/ 28 h 75"/>
                <a:gd name="T32" fmla="*/ 49 w 71"/>
                <a:gd name="T33" fmla="*/ 27 h 75"/>
                <a:gd name="T34" fmla="*/ 56 w 71"/>
                <a:gd name="T35" fmla="*/ 28 h 75"/>
                <a:gd name="T36" fmla="*/ 62 w 71"/>
                <a:gd name="T37" fmla="*/ 34 h 75"/>
                <a:gd name="T38" fmla="*/ 69 w 71"/>
                <a:gd name="T39" fmla="*/ 36 h 75"/>
                <a:gd name="T40" fmla="*/ 71 w 71"/>
                <a:gd name="T41" fmla="*/ 43 h 75"/>
                <a:gd name="T42" fmla="*/ 69 w 71"/>
                <a:gd name="T43" fmla="*/ 49 h 75"/>
                <a:gd name="T44" fmla="*/ 67 w 71"/>
                <a:gd name="T45" fmla="*/ 55 h 75"/>
                <a:gd name="T46" fmla="*/ 71 w 71"/>
                <a:gd name="T47" fmla="*/ 58 h 75"/>
                <a:gd name="T48" fmla="*/ 68 w 71"/>
                <a:gd name="T49" fmla="*/ 64 h 75"/>
                <a:gd name="T50" fmla="*/ 59 w 71"/>
                <a:gd name="T51" fmla="*/ 75 h 75"/>
                <a:gd name="T52" fmla="*/ 55 w 71"/>
                <a:gd name="T53" fmla="*/ 71 h 75"/>
                <a:gd name="T54" fmla="*/ 52 w 71"/>
                <a:gd name="T55" fmla="*/ 72 h 75"/>
                <a:gd name="T56" fmla="*/ 46 w 71"/>
                <a:gd name="T57" fmla="*/ 73 h 75"/>
                <a:gd name="T58" fmla="*/ 28 w 71"/>
                <a:gd name="T59" fmla="*/ 62 h 75"/>
                <a:gd name="T60" fmla="*/ 24 w 71"/>
                <a:gd name="T61" fmla="*/ 56 h 75"/>
                <a:gd name="T62" fmla="*/ 17 w 71"/>
                <a:gd name="T63" fmla="*/ 56 h 75"/>
                <a:gd name="T64" fmla="*/ 6 w 71"/>
                <a:gd name="T65" fmla="*/ 49 h 75"/>
                <a:gd name="T66" fmla="*/ 6 w 71"/>
                <a:gd name="T67" fmla="*/ 44 h 75"/>
                <a:gd name="T68" fmla="*/ 3 w 71"/>
                <a:gd name="T69" fmla="*/ 42 h 75"/>
                <a:gd name="T70" fmla="*/ 0 w 71"/>
                <a:gd name="T71" fmla="*/ 3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" h="75">
                  <a:moveTo>
                    <a:pt x="0" y="37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69" y="36"/>
                    <a:pt x="71" y="42"/>
                    <a:pt x="71" y="43"/>
                  </a:cubicBezTo>
                  <a:cubicBezTo>
                    <a:pt x="71" y="43"/>
                    <a:pt x="69" y="49"/>
                    <a:pt x="69" y="49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59" y="75"/>
                    <a:pt x="59" y="75"/>
                    <a:pt x="59" y="75"/>
                  </a:cubicBezTo>
                  <a:cubicBezTo>
                    <a:pt x="55" y="71"/>
                    <a:pt x="55" y="71"/>
                    <a:pt x="55" y="71"/>
                  </a:cubicBezTo>
                  <a:cubicBezTo>
                    <a:pt x="52" y="72"/>
                    <a:pt x="52" y="72"/>
                    <a:pt x="52" y="72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3" y="42"/>
                    <a:pt x="3" y="42"/>
                    <a:pt x="3" y="42"/>
                  </a:cubicBezTo>
                  <a:lnTo>
                    <a:pt x="0" y="37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1" name="Freeform 28"/>
            <p:cNvSpPr>
              <a:spLocks/>
            </p:cNvSpPr>
            <p:nvPr/>
          </p:nvSpPr>
          <p:spPr bwMode="auto">
            <a:xfrm>
              <a:off x="1467" y="3662"/>
              <a:ext cx="352" cy="341"/>
            </a:xfrm>
            <a:custGeom>
              <a:avLst/>
              <a:gdLst>
                <a:gd name="T0" fmla="*/ 150 w 169"/>
                <a:gd name="T1" fmla="*/ 121 h 164"/>
                <a:gd name="T2" fmla="*/ 165 w 169"/>
                <a:gd name="T3" fmla="*/ 144 h 164"/>
                <a:gd name="T4" fmla="*/ 154 w 169"/>
                <a:gd name="T5" fmla="*/ 163 h 164"/>
                <a:gd name="T6" fmla="*/ 135 w 169"/>
                <a:gd name="T7" fmla="*/ 151 h 164"/>
                <a:gd name="T8" fmla="*/ 117 w 169"/>
                <a:gd name="T9" fmla="*/ 145 h 164"/>
                <a:gd name="T10" fmla="*/ 108 w 169"/>
                <a:gd name="T11" fmla="*/ 130 h 164"/>
                <a:gd name="T12" fmla="*/ 92 w 169"/>
                <a:gd name="T13" fmla="*/ 132 h 164"/>
                <a:gd name="T14" fmla="*/ 74 w 169"/>
                <a:gd name="T15" fmla="*/ 120 h 164"/>
                <a:gd name="T16" fmla="*/ 53 w 169"/>
                <a:gd name="T17" fmla="*/ 108 h 164"/>
                <a:gd name="T18" fmla="*/ 40 w 169"/>
                <a:gd name="T19" fmla="*/ 110 h 164"/>
                <a:gd name="T20" fmla="*/ 38 w 169"/>
                <a:gd name="T21" fmla="*/ 86 h 164"/>
                <a:gd name="T22" fmla="*/ 24 w 169"/>
                <a:gd name="T23" fmla="*/ 66 h 164"/>
                <a:gd name="T24" fmla="*/ 7 w 169"/>
                <a:gd name="T25" fmla="*/ 61 h 164"/>
                <a:gd name="T26" fmla="*/ 0 w 169"/>
                <a:gd name="T27" fmla="*/ 50 h 164"/>
                <a:gd name="T28" fmla="*/ 0 w 169"/>
                <a:gd name="T29" fmla="*/ 46 h 164"/>
                <a:gd name="T30" fmla="*/ 14 w 169"/>
                <a:gd name="T31" fmla="*/ 46 h 164"/>
                <a:gd name="T32" fmla="*/ 27 w 169"/>
                <a:gd name="T33" fmla="*/ 36 h 164"/>
                <a:gd name="T34" fmla="*/ 37 w 169"/>
                <a:gd name="T35" fmla="*/ 31 h 164"/>
                <a:gd name="T36" fmla="*/ 55 w 169"/>
                <a:gd name="T37" fmla="*/ 11 h 164"/>
                <a:gd name="T38" fmla="*/ 59 w 169"/>
                <a:gd name="T39" fmla="*/ 0 h 164"/>
                <a:gd name="T40" fmla="*/ 69 w 169"/>
                <a:gd name="T41" fmla="*/ 5 h 164"/>
                <a:gd name="T42" fmla="*/ 71 w 169"/>
                <a:gd name="T43" fmla="*/ 14 h 164"/>
                <a:gd name="T44" fmla="*/ 75 w 169"/>
                <a:gd name="T45" fmla="*/ 29 h 164"/>
                <a:gd name="T46" fmla="*/ 72 w 169"/>
                <a:gd name="T47" fmla="*/ 36 h 164"/>
                <a:gd name="T48" fmla="*/ 84 w 169"/>
                <a:gd name="T49" fmla="*/ 51 h 164"/>
                <a:gd name="T50" fmla="*/ 86 w 169"/>
                <a:gd name="T51" fmla="*/ 66 h 164"/>
                <a:gd name="T52" fmla="*/ 83 w 169"/>
                <a:gd name="T53" fmla="*/ 77 h 164"/>
                <a:gd name="T54" fmla="*/ 92 w 169"/>
                <a:gd name="T55" fmla="*/ 78 h 164"/>
                <a:gd name="T56" fmla="*/ 98 w 169"/>
                <a:gd name="T57" fmla="*/ 84 h 164"/>
                <a:gd name="T58" fmla="*/ 90 w 169"/>
                <a:gd name="T59" fmla="*/ 91 h 164"/>
                <a:gd name="T60" fmla="*/ 92 w 169"/>
                <a:gd name="T61" fmla="*/ 98 h 164"/>
                <a:gd name="T62" fmla="*/ 94 w 169"/>
                <a:gd name="T63" fmla="*/ 106 h 164"/>
                <a:gd name="T64" fmla="*/ 104 w 169"/>
                <a:gd name="T65" fmla="*/ 112 h 164"/>
                <a:gd name="T66" fmla="*/ 119 w 169"/>
                <a:gd name="T67" fmla="*/ 116 h 164"/>
                <a:gd name="T68" fmla="*/ 130 w 169"/>
                <a:gd name="T69" fmla="*/ 104 h 164"/>
                <a:gd name="T70" fmla="*/ 139 w 169"/>
                <a:gd name="T71" fmla="*/ 107 h 164"/>
                <a:gd name="T72" fmla="*/ 152 w 169"/>
                <a:gd name="T73" fmla="*/ 107 h 164"/>
                <a:gd name="T74" fmla="*/ 151 w 169"/>
                <a:gd name="T75" fmla="*/ 117 h 164"/>
                <a:gd name="T76" fmla="*/ 151 w 169"/>
                <a:gd name="T77" fmla="*/ 121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9" h="164">
                  <a:moveTo>
                    <a:pt x="151" y="121"/>
                  </a:moveTo>
                  <a:cubicBezTo>
                    <a:pt x="151" y="121"/>
                    <a:pt x="151" y="121"/>
                    <a:pt x="150" y="121"/>
                  </a:cubicBezTo>
                  <a:cubicBezTo>
                    <a:pt x="147" y="123"/>
                    <a:pt x="155" y="130"/>
                    <a:pt x="157" y="134"/>
                  </a:cubicBezTo>
                  <a:cubicBezTo>
                    <a:pt x="159" y="137"/>
                    <a:pt x="161" y="140"/>
                    <a:pt x="165" y="144"/>
                  </a:cubicBezTo>
                  <a:cubicBezTo>
                    <a:pt x="169" y="148"/>
                    <a:pt x="167" y="151"/>
                    <a:pt x="164" y="155"/>
                  </a:cubicBezTo>
                  <a:cubicBezTo>
                    <a:pt x="162" y="160"/>
                    <a:pt x="161" y="164"/>
                    <a:pt x="154" y="163"/>
                  </a:cubicBezTo>
                  <a:cubicBezTo>
                    <a:pt x="147" y="162"/>
                    <a:pt x="139" y="159"/>
                    <a:pt x="139" y="156"/>
                  </a:cubicBezTo>
                  <a:cubicBezTo>
                    <a:pt x="139" y="154"/>
                    <a:pt x="137" y="151"/>
                    <a:pt x="135" y="151"/>
                  </a:cubicBezTo>
                  <a:cubicBezTo>
                    <a:pt x="134" y="151"/>
                    <a:pt x="132" y="155"/>
                    <a:pt x="129" y="155"/>
                  </a:cubicBezTo>
                  <a:cubicBezTo>
                    <a:pt x="127" y="155"/>
                    <a:pt x="119" y="148"/>
                    <a:pt x="117" y="145"/>
                  </a:cubicBezTo>
                  <a:cubicBezTo>
                    <a:pt x="115" y="142"/>
                    <a:pt x="113" y="141"/>
                    <a:pt x="115" y="136"/>
                  </a:cubicBezTo>
                  <a:cubicBezTo>
                    <a:pt x="117" y="132"/>
                    <a:pt x="111" y="134"/>
                    <a:pt x="108" y="130"/>
                  </a:cubicBezTo>
                  <a:cubicBezTo>
                    <a:pt x="105" y="127"/>
                    <a:pt x="103" y="127"/>
                    <a:pt x="102" y="129"/>
                  </a:cubicBezTo>
                  <a:cubicBezTo>
                    <a:pt x="101" y="132"/>
                    <a:pt x="92" y="135"/>
                    <a:pt x="92" y="132"/>
                  </a:cubicBezTo>
                  <a:cubicBezTo>
                    <a:pt x="91" y="129"/>
                    <a:pt x="90" y="124"/>
                    <a:pt x="88" y="121"/>
                  </a:cubicBezTo>
                  <a:cubicBezTo>
                    <a:pt x="85" y="117"/>
                    <a:pt x="79" y="116"/>
                    <a:pt x="74" y="120"/>
                  </a:cubicBezTo>
                  <a:cubicBezTo>
                    <a:pt x="69" y="123"/>
                    <a:pt x="60" y="126"/>
                    <a:pt x="60" y="123"/>
                  </a:cubicBezTo>
                  <a:cubicBezTo>
                    <a:pt x="59" y="119"/>
                    <a:pt x="53" y="112"/>
                    <a:pt x="53" y="108"/>
                  </a:cubicBezTo>
                  <a:cubicBezTo>
                    <a:pt x="52" y="104"/>
                    <a:pt x="47" y="104"/>
                    <a:pt x="46" y="109"/>
                  </a:cubicBezTo>
                  <a:cubicBezTo>
                    <a:pt x="46" y="114"/>
                    <a:pt x="38" y="116"/>
                    <a:pt x="40" y="110"/>
                  </a:cubicBezTo>
                  <a:cubicBezTo>
                    <a:pt x="42" y="104"/>
                    <a:pt x="43" y="102"/>
                    <a:pt x="42" y="100"/>
                  </a:cubicBezTo>
                  <a:cubicBezTo>
                    <a:pt x="41" y="97"/>
                    <a:pt x="39" y="91"/>
                    <a:pt x="38" y="86"/>
                  </a:cubicBezTo>
                  <a:cubicBezTo>
                    <a:pt x="38" y="80"/>
                    <a:pt x="35" y="80"/>
                    <a:pt x="28" y="76"/>
                  </a:cubicBezTo>
                  <a:cubicBezTo>
                    <a:pt x="20" y="71"/>
                    <a:pt x="24" y="70"/>
                    <a:pt x="24" y="66"/>
                  </a:cubicBezTo>
                  <a:cubicBezTo>
                    <a:pt x="24" y="62"/>
                    <a:pt x="19" y="61"/>
                    <a:pt x="15" y="62"/>
                  </a:cubicBezTo>
                  <a:cubicBezTo>
                    <a:pt x="12" y="63"/>
                    <a:pt x="7" y="64"/>
                    <a:pt x="7" y="61"/>
                  </a:cubicBezTo>
                  <a:cubicBezTo>
                    <a:pt x="6" y="59"/>
                    <a:pt x="7" y="57"/>
                    <a:pt x="3" y="52"/>
                  </a:cubicBezTo>
                  <a:cubicBezTo>
                    <a:pt x="2" y="51"/>
                    <a:pt x="1" y="50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2" y="25"/>
                    <a:pt x="72" y="25"/>
                    <a:pt x="72" y="25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6"/>
                    <a:pt x="72" y="36"/>
                    <a:pt x="72" y="36"/>
                  </a:cubicBezTo>
                  <a:cubicBezTo>
                    <a:pt x="80" y="43"/>
                    <a:pt x="80" y="43"/>
                    <a:pt x="80" y="43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3" y="72"/>
                    <a:pt x="83" y="72"/>
                    <a:pt x="83" y="72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8" y="84"/>
                    <a:pt x="98" y="84"/>
                    <a:pt x="98" y="84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1"/>
                    <a:pt x="97" y="92"/>
                    <a:pt x="96" y="93"/>
                  </a:cubicBezTo>
                  <a:cubicBezTo>
                    <a:pt x="96" y="94"/>
                    <a:pt x="92" y="98"/>
                    <a:pt x="92" y="98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4" y="106"/>
                    <a:pt x="94" y="106"/>
                    <a:pt x="94" y="106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9" y="108"/>
                    <a:pt x="109" y="108"/>
                    <a:pt x="109" y="108"/>
                  </a:cubicBezTo>
                  <a:cubicBezTo>
                    <a:pt x="119" y="116"/>
                    <a:pt x="119" y="116"/>
                    <a:pt x="119" y="116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30" y="104"/>
                    <a:pt x="130" y="104"/>
                    <a:pt x="130" y="104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39" y="107"/>
                    <a:pt x="139" y="107"/>
                    <a:pt x="139" y="107"/>
                  </a:cubicBezTo>
                  <a:cubicBezTo>
                    <a:pt x="145" y="105"/>
                    <a:pt x="145" y="105"/>
                    <a:pt x="145" y="105"/>
                  </a:cubicBezTo>
                  <a:cubicBezTo>
                    <a:pt x="152" y="107"/>
                    <a:pt x="152" y="107"/>
                    <a:pt x="152" y="107"/>
                  </a:cubicBezTo>
                  <a:cubicBezTo>
                    <a:pt x="154" y="111"/>
                    <a:pt x="154" y="111"/>
                    <a:pt x="154" y="111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48" y="119"/>
                    <a:pt x="148" y="119"/>
                    <a:pt x="148" y="119"/>
                  </a:cubicBezTo>
                  <a:lnTo>
                    <a:pt x="151" y="121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2" name="Freeform 29"/>
            <p:cNvSpPr>
              <a:spLocks/>
            </p:cNvSpPr>
            <p:nvPr/>
          </p:nvSpPr>
          <p:spPr bwMode="auto">
            <a:xfrm>
              <a:off x="1198" y="3555"/>
              <a:ext cx="269" cy="271"/>
            </a:xfrm>
            <a:custGeom>
              <a:avLst/>
              <a:gdLst>
                <a:gd name="T0" fmla="*/ 129 w 129"/>
                <a:gd name="T1" fmla="*/ 101 h 130"/>
                <a:gd name="T2" fmla="*/ 119 w 129"/>
                <a:gd name="T3" fmla="*/ 105 h 130"/>
                <a:gd name="T4" fmla="*/ 102 w 129"/>
                <a:gd name="T5" fmla="*/ 105 h 130"/>
                <a:gd name="T6" fmla="*/ 95 w 129"/>
                <a:gd name="T7" fmla="*/ 105 h 130"/>
                <a:gd name="T8" fmla="*/ 83 w 129"/>
                <a:gd name="T9" fmla="*/ 107 h 130"/>
                <a:gd name="T10" fmla="*/ 73 w 129"/>
                <a:gd name="T11" fmla="*/ 121 h 130"/>
                <a:gd name="T12" fmla="*/ 58 w 129"/>
                <a:gd name="T13" fmla="*/ 119 h 130"/>
                <a:gd name="T14" fmla="*/ 58 w 129"/>
                <a:gd name="T15" fmla="*/ 100 h 130"/>
                <a:gd name="T16" fmla="*/ 50 w 129"/>
                <a:gd name="T17" fmla="*/ 102 h 130"/>
                <a:gd name="T18" fmla="*/ 49 w 129"/>
                <a:gd name="T19" fmla="*/ 92 h 130"/>
                <a:gd name="T20" fmla="*/ 46 w 129"/>
                <a:gd name="T21" fmla="*/ 89 h 130"/>
                <a:gd name="T22" fmla="*/ 45 w 129"/>
                <a:gd name="T23" fmla="*/ 84 h 130"/>
                <a:gd name="T24" fmla="*/ 40 w 129"/>
                <a:gd name="T25" fmla="*/ 83 h 130"/>
                <a:gd name="T26" fmla="*/ 37 w 129"/>
                <a:gd name="T27" fmla="*/ 81 h 130"/>
                <a:gd name="T28" fmla="*/ 37 w 129"/>
                <a:gd name="T29" fmla="*/ 75 h 130"/>
                <a:gd name="T30" fmla="*/ 32 w 129"/>
                <a:gd name="T31" fmla="*/ 73 h 130"/>
                <a:gd name="T32" fmla="*/ 28 w 129"/>
                <a:gd name="T33" fmla="*/ 75 h 130"/>
                <a:gd name="T34" fmla="*/ 24 w 129"/>
                <a:gd name="T35" fmla="*/ 70 h 130"/>
                <a:gd name="T36" fmla="*/ 29 w 129"/>
                <a:gd name="T37" fmla="*/ 64 h 130"/>
                <a:gd name="T38" fmla="*/ 30 w 129"/>
                <a:gd name="T39" fmla="*/ 56 h 130"/>
                <a:gd name="T40" fmla="*/ 19 w 129"/>
                <a:gd name="T41" fmla="*/ 46 h 130"/>
                <a:gd name="T42" fmla="*/ 15 w 129"/>
                <a:gd name="T43" fmla="*/ 48 h 130"/>
                <a:gd name="T44" fmla="*/ 14 w 129"/>
                <a:gd name="T45" fmla="*/ 44 h 130"/>
                <a:gd name="T46" fmla="*/ 8 w 129"/>
                <a:gd name="T47" fmla="*/ 41 h 130"/>
                <a:gd name="T48" fmla="*/ 2 w 129"/>
                <a:gd name="T49" fmla="*/ 40 h 130"/>
                <a:gd name="T50" fmla="*/ 0 w 129"/>
                <a:gd name="T51" fmla="*/ 26 h 130"/>
                <a:gd name="T52" fmla="*/ 0 w 129"/>
                <a:gd name="T53" fmla="*/ 26 h 130"/>
                <a:gd name="T54" fmla="*/ 3 w 129"/>
                <a:gd name="T55" fmla="*/ 23 h 130"/>
                <a:gd name="T56" fmla="*/ 0 w 129"/>
                <a:gd name="T57" fmla="*/ 17 h 130"/>
                <a:gd name="T58" fmla="*/ 7 w 129"/>
                <a:gd name="T59" fmla="*/ 15 h 130"/>
                <a:gd name="T60" fmla="*/ 22 w 129"/>
                <a:gd name="T61" fmla="*/ 4 h 130"/>
                <a:gd name="T62" fmla="*/ 24 w 129"/>
                <a:gd name="T63" fmla="*/ 0 h 130"/>
                <a:gd name="T64" fmla="*/ 27 w 129"/>
                <a:gd name="T65" fmla="*/ 5 h 130"/>
                <a:gd name="T66" fmla="*/ 30 w 129"/>
                <a:gd name="T67" fmla="*/ 7 h 130"/>
                <a:gd name="T68" fmla="*/ 30 w 129"/>
                <a:gd name="T69" fmla="*/ 12 h 130"/>
                <a:gd name="T70" fmla="*/ 41 w 129"/>
                <a:gd name="T71" fmla="*/ 19 h 130"/>
                <a:gd name="T72" fmla="*/ 48 w 129"/>
                <a:gd name="T73" fmla="*/ 19 h 130"/>
                <a:gd name="T74" fmla="*/ 52 w 129"/>
                <a:gd name="T75" fmla="*/ 25 h 130"/>
                <a:gd name="T76" fmla="*/ 70 w 129"/>
                <a:gd name="T77" fmla="*/ 36 h 130"/>
                <a:gd name="T78" fmla="*/ 76 w 129"/>
                <a:gd name="T79" fmla="*/ 35 h 130"/>
                <a:gd name="T80" fmla="*/ 79 w 129"/>
                <a:gd name="T81" fmla="*/ 34 h 130"/>
                <a:gd name="T82" fmla="*/ 83 w 129"/>
                <a:gd name="T83" fmla="*/ 38 h 130"/>
                <a:gd name="T84" fmla="*/ 90 w 129"/>
                <a:gd name="T85" fmla="*/ 49 h 130"/>
                <a:gd name="T86" fmla="*/ 102 w 129"/>
                <a:gd name="T87" fmla="*/ 49 h 130"/>
                <a:gd name="T88" fmla="*/ 108 w 129"/>
                <a:gd name="T89" fmla="*/ 56 h 130"/>
                <a:gd name="T90" fmla="*/ 110 w 129"/>
                <a:gd name="T91" fmla="*/ 65 h 130"/>
                <a:gd name="T92" fmla="*/ 115 w 129"/>
                <a:gd name="T93" fmla="*/ 67 h 130"/>
                <a:gd name="T94" fmla="*/ 119 w 129"/>
                <a:gd name="T95" fmla="*/ 76 h 130"/>
                <a:gd name="T96" fmla="*/ 124 w 129"/>
                <a:gd name="T97" fmla="*/ 82 h 130"/>
                <a:gd name="T98" fmla="*/ 123 w 129"/>
                <a:gd name="T99" fmla="*/ 87 h 130"/>
                <a:gd name="T100" fmla="*/ 129 w 129"/>
                <a:gd name="T101" fmla="*/ 97 h 130"/>
                <a:gd name="T102" fmla="*/ 129 w 129"/>
                <a:gd name="T103" fmla="*/ 10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130">
                  <a:moveTo>
                    <a:pt x="129" y="101"/>
                  </a:moveTo>
                  <a:cubicBezTo>
                    <a:pt x="126" y="100"/>
                    <a:pt x="122" y="103"/>
                    <a:pt x="119" y="105"/>
                  </a:cubicBezTo>
                  <a:cubicBezTo>
                    <a:pt x="114" y="107"/>
                    <a:pt x="103" y="107"/>
                    <a:pt x="102" y="105"/>
                  </a:cubicBezTo>
                  <a:cubicBezTo>
                    <a:pt x="101" y="103"/>
                    <a:pt x="97" y="101"/>
                    <a:pt x="95" y="105"/>
                  </a:cubicBezTo>
                  <a:cubicBezTo>
                    <a:pt x="93" y="110"/>
                    <a:pt x="90" y="108"/>
                    <a:pt x="83" y="107"/>
                  </a:cubicBezTo>
                  <a:cubicBezTo>
                    <a:pt x="76" y="105"/>
                    <a:pt x="74" y="112"/>
                    <a:pt x="73" y="121"/>
                  </a:cubicBezTo>
                  <a:cubicBezTo>
                    <a:pt x="71" y="130"/>
                    <a:pt x="58" y="123"/>
                    <a:pt x="58" y="119"/>
                  </a:cubicBezTo>
                  <a:cubicBezTo>
                    <a:pt x="59" y="115"/>
                    <a:pt x="59" y="106"/>
                    <a:pt x="58" y="100"/>
                  </a:cubicBezTo>
                  <a:cubicBezTo>
                    <a:pt x="57" y="96"/>
                    <a:pt x="54" y="99"/>
                    <a:pt x="50" y="102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46" y="89"/>
                    <a:pt x="46" y="89"/>
                    <a:pt x="46" y="89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0" y="83"/>
                    <a:pt x="40" y="83"/>
                    <a:pt x="40" y="83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1" y="43"/>
                    <a:pt x="8" y="41"/>
                  </a:cubicBezTo>
                  <a:cubicBezTo>
                    <a:pt x="6" y="39"/>
                    <a:pt x="2" y="40"/>
                    <a:pt x="2" y="4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8" y="19"/>
                    <a:pt x="48" y="19"/>
                    <a:pt x="48" y="19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9" y="34"/>
                    <a:pt x="79" y="34"/>
                    <a:pt x="79" y="34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90" y="49"/>
                    <a:pt x="90" y="49"/>
                    <a:pt x="90" y="49"/>
                  </a:cubicBezTo>
                  <a:cubicBezTo>
                    <a:pt x="102" y="49"/>
                    <a:pt x="102" y="49"/>
                    <a:pt x="102" y="49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10" y="65"/>
                    <a:pt x="110" y="65"/>
                    <a:pt x="110" y="65"/>
                  </a:cubicBezTo>
                  <a:cubicBezTo>
                    <a:pt x="115" y="67"/>
                    <a:pt x="115" y="67"/>
                    <a:pt x="115" y="67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4" y="82"/>
                    <a:pt x="124" y="82"/>
                    <a:pt x="124" y="82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9" y="97"/>
                    <a:pt x="129" y="97"/>
                    <a:pt x="129" y="97"/>
                  </a:cubicBezTo>
                  <a:lnTo>
                    <a:pt x="129" y="101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3" name="Freeform 30"/>
            <p:cNvSpPr>
              <a:spLocks/>
            </p:cNvSpPr>
            <p:nvPr/>
          </p:nvSpPr>
          <p:spPr bwMode="auto">
            <a:xfrm>
              <a:off x="1417" y="3614"/>
              <a:ext cx="173" cy="143"/>
            </a:xfrm>
            <a:custGeom>
              <a:avLst/>
              <a:gdLst>
                <a:gd name="T0" fmla="*/ 0 w 83"/>
                <a:gd name="T1" fmla="*/ 24 h 69"/>
                <a:gd name="T2" fmla="*/ 8 w 83"/>
                <a:gd name="T3" fmla="*/ 22 h 69"/>
                <a:gd name="T4" fmla="*/ 7 w 83"/>
                <a:gd name="T5" fmla="*/ 17 h 69"/>
                <a:gd name="T6" fmla="*/ 4 w 83"/>
                <a:gd name="T7" fmla="*/ 11 h 69"/>
                <a:gd name="T8" fmla="*/ 7 w 83"/>
                <a:gd name="T9" fmla="*/ 5 h 69"/>
                <a:gd name="T10" fmla="*/ 13 w 83"/>
                <a:gd name="T11" fmla="*/ 4 h 69"/>
                <a:gd name="T12" fmla="*/ 20 w 83"/>
                <a:gd name="T13" fmla="*/ 0 h 69"/>
                <a:gd name="T14" fmla="*/ 24 w 83"/>
                <a:gd name="T15" fmla="*/ 6 h 69"/>
                <a:gd name="T16" fmla="*/ 30 w 83"/>
                <a:gd name="T17" fmla="*/ 3 h 69"/>
                <a:gd name="T18" fmla="*/ 36 w 83"/>
                <a:gd name="T19" fmla="*/ 6 h 69"/>
                <a:gd name="T20" fmla="*/ 41 w 83"/>
                <a:gd name="T21" fmla="*/ 14 h 69"/>
                <a:gd name="T22" fmla="*/ 50 w 83"/>
                <a:gd name="T23" fmla="*/ 8 h 69"/>
                <a:gd name="T24" fmla="*/ 55 w 83"/>
                <a:gd name="T25" fmla="*/ 0 h 69"/>
                <a:gd name="T26" fmla="*/ 64 w 83"/>
                <a:gd name="T27" fmla="*/ 9 h 69"/>
                <a:gd name="T28" fmla="*/ 70 w 83"/>
                <a:gd name="T29" fmla="*/ 4 h 69"/>
                <a:gd name="T30" fmla="*/ 83 w 83"/>
                <a:gd name="T31" fmla="*/ 12 h 69"/>
                <a:gd name="T32" fmla="*/ 81 w 83"/>
                <a:gd name="T33" fmla="*/ 18 h 69"/>
                <a:gd name="T34" fmla="*/ 83 w 83"/>
                <a:gd name="T35" fmla="*/ 23 h 69"/>
                <a:gd name="T36" fmla="*/ 83 w 83"/>
                <a:gd name="T37" fmla="*/ 23 h 69"/>
                <a:gd name="T38" fmla="*/ 82 w 83"/>
                <a:gd name="T39" fmla="*/ 29 h 69"/>
                <a:gd name="T40" fmla="*/ 79 w 83"/>
                <a:gd name="T41" fmla="*/ 34 h 69"/>
                <a:gd name="T42" fmla="*/ 67 w 83"/>
                <a:gd name="T43" fmla="*/ 44 h 69"/>
                <a:gd name="T44" fmla="*/ 61 w 83"/>
                <a:gd name="T45" fmla="*/ 54 h 69"/>
                <a:gd name="T46" fmla="*/ 53 w 83"/>
                <a:gd name="T47" fmla="*/ 56 h 69"/>
                <a:gd name="T48" fmla="*/ 51 w 83"/>
                <a:gd name="T49" fmla="*/ 59 h 69"/>
                <a:gd name="T50" fmla="*/ 43 w 83"/>
                <a:gd name="T51" fmla="*/ 61 h 69"/>
                <a:gd name="T52" fmla="*/ 38 w 83"/>
                <a:gd name="T53" fmla="*/ 69 h 69"/>
                <a:gd name="T54" fmla="*/ 24 w 83"/>
                <a:gd name="T55" fmla="*/ 69 h 69"/>
                <a:gd name="T56" fmla="*/ 24 w 83"/>
                <a:gd name="T57" fmla="*/ 69 h 69"/>
                <a:gd name="T58" fmla="*/ 18 w 83"/>
                <a:gd name="T59" fmla="*/ 59 h 69"/>
                <a:gd name="T60" fmla="*/ 19 w 83"/>
                <a:gd name="T61" fmla="*/ 54 h 69"/>
                <a:gd name="T62" fmla="*/ 14 w 83"/>
                <a:gd name="T63" fmla="*/ 48 h 69"/>
                <a:gd name="T64" fmla="*/ 10 w 83"/>
                <a:gd name="T65" fmla="*/ 39 h 69"/>
                <a:gd name="T66" fmla="*/ 5 w 83"/>
                <a:gd name="T67" fmla="*/ 37 h 69"/>
                <a:gd name="T68" fmla="*/ 3 w 83"/>
                <a:gd name="T69" fmla="*/ 28 h 69"/>
                <a:gd name="T70" fmla="*/ 0 w 83"/>
                <a:gd name="T71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3" h="69">
                  <a:moveTo>
                    <a:pt x="0" y="24"/>
                  </a:moveTo>
                  <a:cubicBezTo>
                    <a:pt x="8" y="22"/>
                    <a:pt x="8" y="22"/>
                    <a:pt x="8" y="22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4" y="12"/>
                    <a:pt x="4" y="11"/>
                  </a:cubicBezTo>
                  <a:cubicBezTo>
                    <a:pt x="4" y="10"/>
                    <a:pt x="7" y="5"/>
                    <a:pt x="7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1" y="14"/>
                    <a:pt x="41" y="14"/>
                    <a:pt x="41" y="14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1" y="18"/>
                    <a:pt x="81" y="18"/>
                    <a:pt x="81" y="18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79" y="34"/>
                    <a:pt x="79" y="34"/>
                    <a:pt x="79" y="3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3" y="28"/>
                    <a:pt x="3" y="28"/>
                    <a:pt x="3" y="28"/>
                  </a:cubicBezTo>
                  <a:lnTo>
                    <a:pt x="0" y="24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4" name="Freeform 31"/>
            <p:cNvSpPr>
              <a:spLocks/>
            </p:cNvSpPr>
            <p:nvPr/>
          </p:nvSpPr>
          <p:spPr bwMode="auto">
            <a:xfrm>
              <a:off x="1371" y="3532"/>
              <a:ext cx="160" cy="132"/>
            </a:xfrm>
            <a:custGeom>
              <a:avLst/>
              <a:gdLst>
                <a:gd name="T0" fmla="*/ 7 w 77"/>
                <a:gd name="T1" fmla="*/ 9 h 63"/>
                <a:gd name="T2" fmla="*/ 12 w 77"/>
                <a:gd name="T3" fmla="*/ 4 h 63"/>
                <a:gd name="T4" fmla="*/ 18 w 77"/>
                <a:gd name="T5" fmla="*/ 9 h 63"/>
                <a:gd name="T6" fmla="*/ 28 w 77"/>
                <a:gd name="T7" fmla="*/ 8 h 63"/>
                <a:gd name="T8" fmla="*/ 27 w 77"/>
                <a:gd name="T9" fmla="*/ 2 h 63"/>
                <a:gd name="T10" fmla="*/ 30 w 77"/>
                <a:gd name="T11" fmla="*/ 0 h 63"/>
                <a:gd name="T12" fmla="*/ 39 w 77"/>
                <a:gd name="T13" fmla="*/ 6 h 63"/>
                <a:gd name="T14" fmla="*/ 39 w 77"/>
                <a:gd name="T15" fmla="*/ 11 h 63"/>
                <a:gd name="T16" fmla="*/ 45 w 77"/>
                <a:gd name="T17" fmla="*/ 10 h 63"/>
                <a:gd name="T18" fmla="*/ 49 w 77"/>
                <a:gd name="T19" fmla="*/ 11 h 63"/>
                <a:gd name="T20" fmla="*/ 61 w 77"/>
                <a:gd name="T21" fmla="*/ 22 h 63"/>
                <a:gd name="T22" fmla="*/ 64 w 77"/>
                <a:gd name="T23" fmla="*/ 21 h 63"/>
                <a:gd name="T24" fmla="*/ 67 w 77"/>
                <a:gd name="T25" fmla="*/ 19 h 63"/>
                <a:gd name="T26" fmla="*/ 70 w 77"/>
                <a:gd name="T27" fmla="*/ 24 h 63"/>
                <a:gd name="T28" fmla="*/ 71 w 77"/>
                <a:gd name="T29" fmla="*/ 30 h 63"/>
                <a:gd name="T30" fmla="*/ 77 w 77"/>
                <a:gd name="T31" fmla="*/ 37 h 63"/>
                <a:gd name="T32" fmla="*/ 77 w 77"/>
                <a:gd name="T33" fmla="*/ 40 h 63"/>
                <a:gd name="T34" fmla="*/ 77 w 77"/>
                <a:gd name="T35" fmla="*/ 39 h 63"/>
                <a:gd name="T36" fmla="*/ 72 w 77"/>
                <a:gd name="T37" fmla="*/ 47 h 63"/>
                <a:gd name="T38" fmla="*/ 63 w 77"/>
                <a:gd name="T39" fmla="*/ 53 h 63"/>
                <a:gd name="T40" fmla="*/ 58 w 77"/>
                <a:gd name="T41" fmla="*/ 45 h 63"/>
                <a:gd name="T42" fmla="*/ 52 w 77"/>
                <a:gd name="T43" fmla="*/ 42 h 63"/>
                <a:gd name="T44" fmla="*/ 46 w 77"/>
                <a:gd name="T45" fmla="*/ 45 h 63"/>
                <a:gd name="T46" fmla="*/ 42 w 77"/>
                <a:gd name="T47" fmla="*/ 39 h 63"/>
                <a:gd name="T48" fmla="*/ 35 w 77"/>
                <a:gd name="T49" fmla="*/ 43 h 63"/>
                <a:gd name="T50" fmla="*/ 29 w 77"/>
                <a:gd name="T51" fmla="*/ 44 h 63"/>
                <a:gd name="T52" fmla="*/ 26 w 77"/>
                <a:gd name="T53" fmla="*/ 50 h 63"/>
                <a:gd name="T54" fmla="*/ 29 w 77"/>
                <a:gd name="T55" fmla="*/ 56 h 63"/>
                <a:gd name="T56" fmla="*/ 30 w 77"/>
                <a:gd name="T57" fmla="*/ 61 h 63"/>
                <a:gd name="T58" fmla="*/ 22 w 77"/>
                <a:gd name="T59" fmla="*/ 63 h 63"/>
                <a:gd name="T60" fmla="*/ 19 w 77"/>
                <a:gd name="T61" fmla="*/ 60 h 63"/>
                <a:gd name="T62" fmla="*/ 7 w 77"/>
                <a:gd name="T63" fmla="*/ 60 h 63"/>
                <a:gd name="T64" fmla="*/ 0 w 77"/>
                <a:gd name="T65" fmla="*/ 49 h 63"/>
                <a:gd name="T66" fmla="*/ 0 w 77"/>
                <a:gd name="T67" fmla="*/ 49 h 63"/>
                <a:gd name="T68" fmla="*/ 9 w 77"/>
                <a:gd name="T69" fmla="*/ 38 h 63"/>
                <a:gd name="T70" fmla="*/ 12 w 77"/>
                <a:gd name="T71" fmla="*/ 32 h 63"/>
                <a:gd name="T72" fmla="*/ 8 w 77"/>
                <a:gd name="T73" fmla="*/ 29 h 63"/>
                <a:gd name="T74" fmla="*/ 10 w 77"/>
                <a:gd name="T75" fmla="*/ 23 h 63"/>
                <a:gd name="T76" fmla="*/ 12 w 77"/>
                <a:gd name="T77" fmla="*/ 17 h 63"/>
                <a:gd name="T78" fmla="*/ 10 w 77"/>
                <a:gd name="T79" fmla="*/ 10 h 63"/>
                <a:gd name="T80" fmla="*/ 7 w 77"/>
                <a:gd name="T81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7" h="63">
                  <a:moveTo>
                    <a:pt x="7" y="9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7" y="19"/>
                    <a:pt x="67" y="19"/>
                    <a:pt x="67" y="19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63" y="53"/>
                    <a:pt x="63" y="53"/>
                    <a:pt x="63" y="53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4"/>
                    <a:pt x="26" y="49"/>
                    <a:pt x="26" y="50"/>
                  </a:cubicBezTo>
                  <a:cubicBezTo>
                    <a:pt x="26" y="51"/>
                    <a:pt x="29" y="56"/>
                    <a:pt x="29" y="56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2" y="17"/>
                    <a:pt x="12" y="17"/>
                  </a:cubicBezTo>
                  <a:cubicBezTo>
                    <a:pt x="12" y="16"/>
                    <a:pt x="10" y="10"/>
                    <a:pt x="10" y="10"/>
                  </a:cubicBezTo>
                  <a:lnTo>
                    <a:pt x="7" y="9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5" name="Freeform 32"/>
            <p:cNvSpPr>
              <a:spLocks/>
            </p:cNvSpPr>
            <p:nvPr/>
          </p:nvSpPr>
          <p:spPr bwMode="auto">
            <a:xfrm>
              <a:off x="1373" y="3218"/>
              <a:ext cx="248" cy="139"/>
            </a:xfrm>
            <a:custGeom>
              <a:avLst/>
              <a:gdLst>
                <a:gd name="T0" fmla="*/ 56 w 248"/>
                <a:gd name="T1" fmla="*/ 12 h 139"/>
                <a:gd name="T2" fmla="*/ 83 w 248"/>
                <a:gd name="T3" fmla="*/ 2 h 139"/>
                <a:gd name="T4" fmla="*/ 104 w 248"/>
                <a:gd name="T5" fmla="*/ 6 h 139"/>
                <a:gd name="T6" fmla="*/ 116 w 248"/>
                <a:gd name="T7" fmla="*/ 0 h 139"/>
                <a:gd name="T8" fmla="*/ 131 w 248"/>
                <a:gd name="T9" fmla="*/ 23 h 139"/>
                <a:gd name="T10" fmla="*/ 148 w 248"/>
                <a:gd name="T11" fmla="*/ 27 h 139"/>
                <a:gd name="T12" fmla="*/ 162 w 248"/>
                <a:gd name="T13" fmla="*/ 41 h 139"/>
                <a:gd name="T14" fmla="*/ 166 w 248"/>
                <a:gd name="T15" fmla="*/ 52 h 139"/>
                <a:gd name="T16" fmla="*/ 189 w 248"/>
                <a:gd name="T17" fmla="*/ 62 h 139"/>
                <a:gd name="T18" fmla="*/ 200 w 248"/>
                <a:gd name="T19" fmla="*/ 81 h 139"/>
                <a:gd name="T20" fmla="*/ 208 w 248"/>
                <a:gd name="T21" fmla="*/ 75 h 139"/>
                <a:gd name="T22" fmla="*/ 221 w 248"/>
                <a:gd name="T23" fmla="*/ 79 h 139"/>
                <a:gd name="T24" fmla="*/ 231 w 248"/>
                <a:gd name="T25" fmla="*/ 62 h 139"/>
                <a:gd name="T26" fmla="*/ 248 w 248"/>
                <a:gd name="T27" fmla="*/ 79 h 139"/>
                <a:gd name="T28" fmla="*/ 242 w 248"/>
                <a:gd name="T29" fmla="*/ 85 h 139"/>
                <a:gd name="T30" fmla="*/ 239 w 248"/>
                <a:gd name="T31" fmla="*/ 121 h 139"/>
                <a:gd name="T32" fmla="*/ 219 w 248"/>
                <a:gd name="T33" fmla="*/ 121 h 139"/>
                <a:gd name="T34" fmla="*/ 208 w 248"/>
                <a:gd name="T35" fmla="*/ 127 h 139"/>
                <a:gd name="T36" fmla="*/ 202 w 248"/>
                <a:gd name="T37" fmla="*/ 123 h 139"/>
                <a:gd name="T38" fmla="*/ 185 w 248"/>
                <a:gd name="T39" fmla="*/ 127 h 139"/>
                <a:gd name="T40" fmla="*/ 175 w 248"/>
                <a:gd name="T41" fmla="*/ 139 h 139"/>
                <a:gd name="T42" fmla="*/ 171 w 248"/>
                <a:gd name="T43" fmla="*/ 133 h 139"/>
                <a:gd name="T44" fmla="*/ 152 w 248"/>
                <a:gd name="T45" fmla="*/ 133 h 139"/>
                <a:gd name="T46" fmla="*/ 141 w 248"/>
                <a:gd name="T47" fmla="*/ 116 h 139"/>
                <a:gd name="T48" fmla="*/ 131 w 248"/>
                <a:gd name="T49" fmla="*/ 114 h 139"/>
                <a:gd name="T50" fmla="*/ 116 w 248"/>
                <a:gd name="T51" fmla="*/ 125 h 139"/>
                <a:gd name="T52" fmla="*/ 106 w 248"/>
                <a:gd name="T53" fmla="*/ 123 h 139"/>
                <a:gd name="T54" fmla="*/ 102 w 248"/>
                <a:gd name="T55" fmla="*/ 131 h 139"/>
                <a:gd name="T56" fmla="*/ 94 w 248"/>
                <a:gd name="T57" fmla="*/ 127 h 139"/>
                <a:gd name="T58" fmla="*/ 83 w 248"/>
                <a:gd name="T59" fmla="*/ 127 h 139"/>
                <a:gd name="T60" fmla="*/ 85 w 248"/>
                <a:gd name="T61" fmla="*/ 112 h 139"/>
                <a:gd name="T62" fmla="*/ 69 w 248"/>
                <a:gd name="T63" fmla="*/ 102 h 139"/>
                <a:gd name="T64" fmla="*/ 73 w 248"/>
                <a:gd name="T65" fmla="*/ 87 h 139"/>
                <a:gd name="T66" fmla="*/ 58 w 248"/>
                <a:gd name="T67" fmla="*/ 87 h 139"/>
                <a:gd name="T68" fmla="*/ 44 w 248"/>
                <a:gd name="T69" fmla="*/ 75 h 139"/>
                <a:gd name="T70" fmla="*/ 41 w 248"/>
                <a:gd name="T71" fmla="*/ 64 h 139"/>
                <a:gd name="T72" fmla="*/ 35 w 248"/>
                <a:gd name="T73" fmla="*/ 64 h 139"/>
                <a:gd name="T74" fmla="*/ 27 w 248"/>
                <a:gd name="T75" fmla="*/ 73 h 139"/>
                <a:gd name="T76" fmla="*/ 19 w 248"/>
                <a:gd name="T77" fmla="*/ 68 h 139"/>
                <a:gd name="T78" fmla="*/ 8 w 248"/>
                <a:gd name="T79" fmla="*/ 68 h 139"/>
                <a:gd name="T80" fmla="*/ 0 w 248"/>
                <a:gd name="T81" fmla="*/ 54 h 139"/>
                <a:gd name="T82" fmla="*/ 2 w 248"/>
                <a:gd name="T83" fmla="*/ 50 h 139"/>
                <a:gd name="T84" fmla="*/ 12 w 248"/>
                <a:gd name="T85" fmla="*/ 50 h 139"/>
                <a:gd name="T86" fmla="*/ 27 w 248"/>
                <a:gd name="T87" fmla="*/ 33 h 139"/>
                <a:gd name="T88" fmla="*/ 35 w 248"/>
                <a:gd name="T89" fmla="*/ 35 h 139"/>
                <a:gd name="T90" fmla="*/ 39 w 248"/>
                <a:gd name="T91" fmla="*/ 25 h 139"/>
                <a:gd name="T92" fmla="*/ 54 w 248"/>
                <a:gd name="T93" fmla="*/ 25 h 139"/>
                <a:gd name="T94" fmla="*/ 56 w 248"/>
                <a:gd name="T95" fmla="*/ 1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8" h="139">
                  <a:moveTo>
                    <a:pt x="56" y="12"/>
                  </a:moveTo>
                  <a:lnTo>
                    <a:pt x="83" y="2"/>
                  </a:lnTo>
                  <a:lnTo>
                    <a:pt x="104" y="6"/>
                  </a:lnTo>
                  <a:lnTo>
                    <a:pt x="116" y="0"/>
                  </a:lnTo>
                  <a:lnTo>
                    <a:pt x="131" y="23"/>
                  </a:lnTo>
                  <a:lnTo>
                    <a:pt x="148" y="27"/>
                  </a:lnTo>
                  <a:lnTo>
                    <a:pt x="162" y="41"/>
                  </a:lnTo>
                  <a:lnTo>
                    <a:pt x="166" y="52"/>
                  </a:lnTo>
                  <a:lnTo>
                    <a:pt x="189" y="62"/>
                  </a:lnTo>
                  <a:lnTo>
                    <a:pt x="200" y="81"/>
                  </a:lnTo>
                  <a:lnTo>
                    <a:pt x="208" y="75"/>
                  </a:lnTo>
                  <a:lnTo>
                    <a:pt x="221" y="79"/>
                  </a:lnTo>
                  <a:lnTo>
                    <a:pt x="231" y="62"/>
                  </a:lnTo>
                  <a:lnTo>
                    <a:pt x="248" y="79"/>
                  </a:lnTo>
                  <a:lnTo>
                    <a:pt x="242" y="85"/>
                  </a:lnTo>
                  <a:lnTo>
                    <a:pt x="239" y="121"/>
                  </a:lnTo>
                  <a:lnTo>
                    <a:pt x="219" y="121"/>
                  </a:lnTo>
                  <a:lnTo>
                    <a:pt x="208" y="127"/>
                  </a:lnTo>
                  <a:lnTo>
                    <a:pt x="202" y="123"/>
                  </a:lnTo>
                  <a:lnTo>
                    <a:pt x="185" y="127"/>
                  </a:lnTo>
                  <a:lnTo>
                    <a:pt x="175" y="139"/>
                  </a:lnTo>
                  <a:lnTo>
                    <a:pt x="171" y="133"/>
                  </a:lnTo>
                  <a:lnTo>
                    <a:pt x="152" y="133"/>
                  </a:lnTo>
                  <a:lnTo>
                    <a:pt x="141" y="116"/>
                  </a:lnTo>
                  <a:lnTo>
                    <a:pt x="131" y="114"/>
                  </a:lnTo>
                  <a:lnTo>
                    <a:pt x="116" y="125"/>
                  </a:lnTo>
                  <a:lnTo>
                    <a:pt x="106" y="123"/>
                  </a:lnTo>
                  <a:lnTo>
                    <a:pt x="102" y="131"/>
                  </a:lnTo>
                  <a:lnTo>
                    <a:pt x="94" y="127"/>
                  </a:lnTo>
                  <a:lnTo>
                    <a:pt x="83" y="127"/>
                  </a:lnTo>
                  <a:lnTo>
                    <a:pt x="85" y="112"/>
                  </a:lnTo>
                  <a:lnTo>
                    <a:pt x="69" y="102"/>
                  </a:lnTo>
                  <a:lnTo>
                    <a:pt x="73" y="87"/>
                  </a:lnTo>
                  <a:lnTo>
                    <a:pt x="58" y="87"/>
                  </a:lnTo>
                  <a:lnTo>
                    <a:pt x="44" y="75"/>
                  </a:lnTo>
                  <a:lnTo>
                    <a:pt x="41" y="64"/>
                  </a:lnTo>
                  <a:lnTo>
                    <a:pt x="35" y="64"/>
                  </a:lnTo>
                  <a:lnTo>
                    <a:pt x="27" y="73"/>
                  </a:lnTo>
                  <a:lnTo>
                    <a:pt x="19" y="68"/>
                  </a:lnTo>
                  <a:lnTo>
                    <a:pt x="8" y="68"/>
                  </a:lnTo>
                  <a:lnTo>
                    <a:pt x="0" y="54"/>
                  </a:lnTo>
                  <a:lnTo>
                    <a:pt x="2" y="50"/>
                  </a:lnTo>
                  <a:lnTo>
                    <a:pt x="12" y="50"/>
                  </a:lnTo>
                  <a:lnTo>
                    <a:pt x="27" y="33"/>
                  </a:lnTo>
                  <a:lnTo>
                    <a:pt x="35" y="35"/>
                  </a:lnTo>
                  <a:lnTo>
                    <a:pt x="39" y="25"/>
                  </a:lnTo>
                  <a:lnTo>
                    <a:pt x="54" y="25"/>
                  </a:lnTo>
                  <a:lnTo>
                    <a:pt x="56" y="12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6" name="Freeform 33"/>
            <p:cNvSpPr>
              <a:spLocks/>
            </p:cNvSpPr>
            <p:nvPr/>
          </p:nvSpPr>
          <p:spPr bwMode="auto">
            <a:xfrm>
              <a:off x="1323" y="3268"/>
              <a:ext cx="135" cy="118"/>
            </a:xfrm>
            <a:custGeom>
              <a:avLst/>
              <a:gdLst>
                <a:gd name="T0" fmla="*/ 133 w 135"/>
                <a:gd name="T1" fmla="*/ 77 h 118"/>
                <a:gd name="T2" fmla="*/ 116 w 135"/>
                <a:gd name="T3" fmla="*/ 77 h 118"/>
                <a:gd name="T4" fmla="*/ 116 w 135"/>
                <a:gd name="T5" fmla="*/ 89 h 118"/>
                <a:gd name="T6" fmla="*/ 100 w 135"/>
                <a:gd name="T7" fmla="*/ 89 h 118"/>
                <a:gd name="T8" fmla="*/ 89 w 135"/>
                <a:gd name="T9" fmla="*/ 79 h 118"/>
                <a:gd name="T10" fmla="*/ 81 w 135"/>
                <a:gd name="T11" fmla="*/ 87 h 118"/>
                <a:gd name="T12" fmla="*/ 77 w 135"/>
                <a:gd name="T13" fmla="*/ 102 h 118"/>
                <a:gd name="T14" fmla="*/ 66 w 135"/>
                <a:gd name="T15" fmla="*/ 112 h 118"/>
                <a:gd name="T16" fmla="*/ 50 w 135"/>
                <a:gd name="T17" fmla="*/ 114 h 118"/>
                <a:gd name="T18" fmla="*/ 37 w 135"/>
                <a:gd name="T19" fmla="*/ 118 h 118"/>
                <a:gd name="T20" fmla="*/ 41 w 135"/>
                <a:gd name="T21" fmla="*/ 116 h 118"/>
                <a:gd name="T22" fmla="*/ 48 w 135"/>
                <a:gd name="T23" fmla="*/ 75 h 118"/>
                <a:gd name="T24" fmla="*/ 21 w 135"/>
                <a:gd name="T25" fmla="*/ 46 h 118"/>
                <a:gd name="T26" fmla="*/ 4 w 135"/>
                <a:gd name="T27" fmla="*/ 41 h 118"/>
                <a:gd name="T28" fmla="*/ 4 w 135"/>
                <a:gd name="T29" fmla="*/ 31 h 118"/>
                <a:gd name="T30" fmla="*/ 8 w 135"/>
                <a:gd name="T31" fmla="*/ 16 h 118"/>
                <a:gd name="T32" fmla="*/ 0 w 135"/>
                <a:gd name="T33" fmla="*/ 8 h 118"/>
                <a:gd name="T34" fmla="*/ 10 w 135"/>
                <a:gd name="T35" fmla="*/ 0 h 118"/>
                <a:gd name="T36" fmla="*/ 31 w 135"/>
                <a:gd name="T37" fmla="*/ 0 h 118"/>
                <a:gd name="T38" fmla="*/ 35 w 135"/>
                <a:gd name="T39" fmla="*/ 6 h 118"/>
                <a:gd name="T40" fmla="*/ 50 w 135"/>
                <a:gd name="T41" fmla="*/ 8 h 118"/>
                <a:gd name="T42" fmla="*/ 50 w 135"/>
                <a:gd name="T43" fmla="*/ 4 h 118"/>
                <a:gd name="T44" fmla="*/ 58 w 135"/>
                <a:gd name="T45" fmla="*/ 18 h 118"/>
                <a:gd name="T46" fmla="*/ 69 w 135"/>
                <a:gd name="T47" fmla="*/ 18 h 118"/>
                <a:gd name="T48" fmla="*/ 77 w 135"/>
                <a:gd name="T49" fmla="*/ 23 h 118"/>
                <a:gd name="T50" fmla="*/ 85 w 135"/>
                <a:gd name="T51" fmla="*/ 14 h 118"/>
                <a:gd name="T52" fmla="*/ 91 w 135"/>
                <a:gd name="T53" fmla="*/ 14 h 118"/>
                <a:gd name="T54" fmla="*/ 94 w 135"/>
                <a:gd name="T55" fmla="*/ 25 h 118"/>
                <a:gd name="T56" fmla="*/ 108 w 135"/>
                <a:gd name="T57" fmla="*/ 37 h 118"/>
                <a:gd name="T58" fmla="*/ 123 w 135"/>
                <a:gd name="T59" fmla="*/ 37 h 118"/>
                <a:gd name="T60" fmla="*/ 119 w 135"/>
                <a:gd name="T61" fmla="*/ 52 h 118"/>
                <a:gd name="T62" fmla="*/ 135 w 135"/>
                <a:gd name="T63" fmla="*/ 62 h 118"/>
                <a:gd name="T64" fmla="*/ 133 w 135"/>
                <a:gd name="T65" fmla="*/ 7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5" h="118">
                  <a:moveTo>
                    <a:pt x="133" y="77"/>
                  </a:moveTo>
                  <a:lnTo>
                    <a:pt x="116" y="77"/>
                  </a:lnTo>
                  <a:lnTo>
                    <a:pt x="116" y="89"/>
                  </a:lnTo>
                  <a:lnTo>
                    <a:pt x="100" y="89"/>
                  </a:lnTo>
                  <a:lnTo>
                    <a:pt x="89" y="79"/>
                  </a:lnTo>
                  <a:lnTo>
                    <a:pt x="81" y="87"/>
                  </a:lnTo>
                  <a:lnTo>
                    <a:pt x="77" y="102"/>
                  </a:lnTo>
                  <a:lnTo>
                    <a:pt x="66" y="112"/>
                  </a:lnTo>
                  <a:lnTo>
                    <a:pt x="50" y="114"/>
                  </a:lnTo>
                  <a:lnTo>
                    <a:pt x="37" y="118"/>
                  </a:lnTo>
                  <a:lnTo>
                    <a:pt x="41" y="116"/>
                  </a:lnTo>
                  <a:lnTo>
                    <a:pt x="48" y="75"/>
                  </a:lnTo>
                  <a:lnTo>
                    <a:pt x="21" y="46"/>
                  </a:lnTo>
                  <a:lnTo>
                    <a:pt x="4" y="41"/>
                  </a:lnTo>
                  <a:lnTo>
                    <a:pt x="4" y="31"/>
                  </a:lnTo>
                  <a:lnTo>
                    <a:pt x="8" y="16"/>
                  </a:lnTo>
                  <a:lnTo>
                    <a:pt x="0" y="8"/>
                  </a:lnTo>
                  <a:lnTo>
                    <a:pt x="10" y="0"/>
                  </a:lnTo>
                  <a:lnTo>
                    <a:pt x="31" y="0"/>
                  </a:lnTo>
                  <a:lnTo>
                    <a:pt x="35" y="6"/>
                  </a:lnTo>
                  <a:lnTo>
                    <a:pt x="50" y="8"/>
                  </a:lnTo>
                  <a:lnTo>
                    <a:pt x="50" y="4"/>
                  </a:lnTo>
                  <a:lnTo>
                    <a:pt x="58" y="18"/>
                  </a:lnTo>
                  <a:lnTo>
                    <a:pt x="69" y="18"/>
                  </a:lnTo>
                  <a:lnTo>
                    <a:pt x="77" y="23"/>
                  </a:lnTo>
                  <a:lnTo>
                    <a:pt x="85" y="14"/>
                  </a:lnTo>
                  <a:lnTo>
                    <a:pt x="91" y="14"/>
                  </a:lnTo>
                  <a:lnTo>
                    <a:pt x="94" y="25"/>
                  </a:lnTo>
                  <a:lnTo>
                    <a:pt x="108" y="37"/>
                  </a:lnTo>
                  <a:lnTo>
                    <a:pt x="123" y="37"/>
                  </a:lnTo>
                  <a:lnTo>
                    <a:pt x="119" y="52"/>
                  </a:lnTo>
                  <a:lnTo>
                    <a:pt x="135" y="62"/>
                  </a:lnTo>
                  <a:lnTo>
                    <a:pt x="133" y="77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7" name="Freeform 34"/>
            <p:cNvSpPr>
              <a:spLocks/>
            </p:cNvSpPr>
            <p:nvPr/>
          </p:nvSpPr>
          <p:spPr bwMode="auto">
            <a:xfrm>
              <a:off x="1262" y="3264"/>
              <a:ext cx="109" cy="139"/>
            </a:xfrm>
            <a:custGeom>
              <a:avLst/>
              <a:gdLst>
                <a:gd name="T0" fmla="*/ 102 w 109"/>
                <a:gd name="T1" fmla="*/ 120 h 139"/>
                <a:gd name="T2" fmla="*/ 98 w 109"/>
                <a:gd name="T3" fmla="*/ 122 h 139"/>
                <a:gd name="T4" fmla="*/ 84 w 109"/>
                <a:gd name="T5" fmla="*/ 125 h 139"/>
                <a:gd name="T6" fmla="*/ 75 w 109"/>
                <a:gd name="T7" fmla="*/ 133 h 139"/>
                <a:gd name="T8" fmla="*/ 67 w 109"/>
                <a:gd name="T9" fmla="*/ 133 h 139"/>
                <a:gd name="T10" fmla="*/ 59 w 109"/>
                <a:gd name="T11" fmla="*/ 139 h 139"/>
                <a:gd name="T12" fmla="*/ 50 w 109"/>
                <a:gd name="T13" fmla="*/ 135 h 139"/>
                <a:gd name="T14" fmla="*/ 38 w 109"/>
                <a:gd name="T15" fmla="*/ 125 h 139"/>
                <a:gd name="T16" fmla="*/ 36 w 109"/>
                <a:gd name="T17" fmla="*/ 116 h 139"/>
                <a:gd name="T18" fmla="*/ 27 w 109"/>
                <a:gd name="T19" fmla="*/ 110 h 139"/>
                <a:gd name="T20" fmla="*/ 21 w 109"/>
                <a:gd name="T21" fmla="*/ 100 h 139"/>
                <a:gd name="T22" fmla="*/ 19 w 109"/>
                <a:gd name="T23" fmla="*/ 100 h 139"/>
                <a:gd name="T24" fmla="*/ 21 w 109"/>
                <a:gd name="T25" fmla="*/ 87 h 139"/>
                <a:gd name="T26" fmla="*/ 27 w 109"/>
                <a:gd name="T27" fmla="*/ 75 h 139"/>
                <a:gd name="T28" fmla="*/ 27 w 109"/>
                <a:gd name="T29" fmla="*/ 64 h 139"/>
                <a:gd name="T30" fmla="*/ 13 w 109"/>
                <a:gd name="T31" fmla="*/ 58 h 139"/>
                <a:gd name="T32" fmla="*/ 13 w 109"/>
                <a:gd name="T33" fmla="*/ 41 h 139"/>
                <a:gd name="T34" fmla="*/ 4 w 109"/>
                <a:gd name="T35" fmla="*/ 43 h 139"/>
                <a:gd name="T36" fmla="*/ 0 w 109"/>
                <a:gd name="T37" fmla="*/ 33 h 139"/>
                <a:gd name="T38" fmla="*/ 9 w 109"/>
                <a:gd name="T39" fmla="*/ 27 h 139"/>
                <a:gd name="T40" fmla="*/ 11 w 109"/>
                <a:gd name="T41" fmla="*/ 18 h 139"/>
                <a:gd name="T42" fmla="*/ 15 w 109"/>
                <a:gd name="T43" fmla="*/ 10 h 139"/>
                <a:gd name="T44" fmla="*/ 21 w 109"/>
                <a:gd name="T45" fmla="*/ 0 h 139"/>
                <a:gd name="T46" fmla="*/ 44 w 109"/>
                <a:gd name="T47" fmla="*/ 16 h 139"/>
                <a:gd name="T48" fmla="*/ 61 w 109"/>
                <a:gd name="T49" fmla="*/ 12 h 139"/>
                <a:gd name="T50" fmla="*/ 69 w 109"/>
                <a:gd name="T51" fmla="*/ 20 h 139"/>
                <a:gd name="T52" fmla="*/ 65 w 109"/>
                <a:gd name="T53" fmla="*/ 35 h 139"/>
                <a:gd name="T54" fmla="*/ 65 w 109"/>
                <a:gd name="T55" fmla="*/ 45 h 139"/>
                <a:gd name="T56" fmla="*/ 82 w 109"/>
                <a:gd name="T57" fmla="*/ 50 h 139"/>
                <a:gd name="T58" fmla="*/ 109 w 109"/>
                <a:gd name="T59" fmla="*/ 79 h 139"/>
                <a:gd name="T60" fmla="*/ 102 w 109"/>
                <a:gd name="T61" fmla="*/ 12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9" h="139">
                  <a:moveTo>
                    <a:pt x="102" y="120"/>
                  </a:moveTo>
                  <a:lnTo>
                    <a:pt x="98" y="122"/>
                  </a:lnTo>
                  <a:lnTo>
                    <a:pt x="84" y="125"/>
                  </a:lnTo>
                  <a:lnTo>
                    <a:pt x="75" y="133"/>
                  </a:lnTo>
                  <a:lnTo>
                    <a:pt x="67" y="133"/>
                  </a:lnTo>
                  <a:lnTo>
                    <a:pt x="59" y="139"/>
                  </a:lnTo>
                  <a:lnTo>
                    <a:pt x="50" y="135"/>
                  </a:lnTo>
                  <a:lnTo>
                    <a:pt x="38" y="125"/>
                  </a:lnTo>
                  <a:lnTo>
                    <a:pt x="36" y="116"/>
                  </a:lnTo>
                  <a:lnTo>
                    <a:pt x="27" y="110"/>
                  </a:lnTo>
                  <a:lnTo>
                    <a:pt x="21" y="100"/>
                  </a:lnTo>
                  <a:lnTo>
                    <a:pt x="19" y="100"/>
                  </a:lnTo>
                  <a:lnTo>
                    <a:pt x="21" y="87"/>
                  </a:lnTo>
                  <a:lnTo>
                    <a:pt x="27" y="75"/>
                  </a:lnTo>
                  <a:lnTo>
                    <a:pt x="27" y="64"/>
                  </a:lnTo>
                  <a:lnTo>
                    <a:pt x="13" y="58"/>
                  </a:lnTo>
                  <a:lnTo>
                    <a:pt x="13" y="41"/>
                  </a:lnTo>
                  <a:lnTo>
                    <a:pt x="4" y="43"/>
                  </a:lnTo>
                  <a:lnTo>
                    <a:pt x="0" y="33"/>
                  </a:lnTo>
                  <a:lnTo>
                    <a:pt x="9" y="27"/>
                  </a:lnTo>
                  <a:lnTo>
                    <a:pt x="11" y="18"/>
                  </a:lnTo>
                  <a:lnTo>
                    <a:pt x="15" y="10"/>
                  </a:lnTo>
                  <a:lnTo>
                    <a:pt x="21" y="0"/>
                  </a:lnTo>
                  <a:lnTo>
                    <a:pt x="44" y="16"/>
                  </a:lnTo>
                  <a:lnTo>
                    <a:pt x="61" y="12"/>
                  </a:lnTo>
                  <a:lnTo>
                    <a:pt x="69" y="20"/>
                  </a:lnTo>
                  <a:lnTo>
                    <a:pt x="65" y="35"/>
                  </a:lnTo>
                  <a:lnTo>
                    <a:pt x="65" y="45"/>
                  </a:lnTo>
                  <a:lnTo>
                    <a:pt x="82" y="50"/>
                  </a:lnTo>
                  <a:lnTo>
                    <a:pt x="109" y="79"/>
                  </a:lnTo>
                  <a:lnTo>
                    <a:pt x="102" y="12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8" name="Freeform 35"/>
            <p:cNvSpPr>
              <a:spLocks/>
            </p:cNvSpPr>
            <p:nvPr/>
          </p:nvSpPr>
          <p:spPr bwMode="auto">
            <a:xfrm>
              <a:off x="1283" y="3159"/>
              <a:ext cx="146" cy="121"/>
            </a:xfrm>
            <a:custGeom>
              <a:avLst/>
              <a:gdLst>
                <a:gd name="T0" fmla="*/ 63 w 146"/>
                <a:gd name="T1" fmla="*/ 0 h 121"/>
                <a:gd name="T2" fmla="*/ 88 w 146"/>
                <a:gd name="T3" fmla="*/ 0 h 121"/>
                <a:gd name="T4" fmla="*/ 111 w 146"/>
                <a:gd name="T5" fmla="*/ 21 h 121"/>
                <a:gd name="T6" fmla="*/ 119 w 146"/>
                <a:gd name="T7" fmla="*/ 15 h 121"/>
                <a:gd name="T8" fmla="*/ 127 w 146"/>
                <a:gd name="T9" fmla="*/ 25 h 121"/>
                <a:gd name="T10" fmla="*/ 127 w 146"/>
                <a:gd name="T11" fmla="*/ 52 h 121"/>
                <a:gd name="T12" fmla="*/ 146 w 146"/>
                <a:gd name="T13" fmla="*/ 71 h 121"/>
                <a:gd name="T14" fmla="*/ 144 w 146"/>
                <a:gd name="T15" fmla="*/ 84 h 121"/>
                <a:gd name="T16" fmla="*/ 129 w 146"/>
                <a:gd name="T17" fmla="*/ 84 h 121"/>
                <a:gd name="T18" fmla="*/ 125 w 146"/>
                <a:gd name="T19" fmla="*/ 94 h 121"/>
                <a:gd name="T20" fmla="*/ 117 w 146"/>
                <a:gd name="T21" fmla="*/ 92 h 121"/>
                <a:gd name="T22" fmla="*/ 102 w 146"/>
                <a:gd name="T23" fmla="*/ 109 h 121"/>
                <a:gd name="T24" fmla="*/ 92 w 146"/>
                <a:gd name="T25" fmla="*/ 109 h 121"/>
                <a:gd name="T26" fmla="*/ 90 w 146"/>
                <a:gd name="T27" fmla="*/ 117 h 121"/>
                <a:gd name="T28" fmla="*/ 75 w 146"/>
                <a:gd name="T29" fmla="*/ 115 h 121"/>
                <a:gd name="T30" fmla="*/ 71 w 146"/>
                <a:gd name="T31" fmla="*/ 109 h 121"/>
                <a:gd name="T32" fmla="*/ 50 w 146"/>
                <a:gd name="T33" fmla="*/ 109 h 121"/>
                <a:gd name="T34" fmla="*/ 40 w 146"/>
                <a:gd name="T35" fmla="*/ 117 h 121"/>
                <a:gd name="T36" fmla="*/ 23 w 146"/>
                <a:gd name="T37" fmla="*/ 121 h 121"/>
                <a:gd name="T38" fmla="*/ 0 w 146"/>
                <a:gd name="T39" fmla="*/ 105 h 121"/>
                <a:gd name="T40" fmla="*/ 2 w 146"/>
                <a:gd name="T41" fmla="*/ 100 h 121"/>
                <a:gd name="T42" fmla="*/ 6 w 146"/>
                <a:gd name="T43" fmla="*/ 86 h 121"/>
                <a:gd name="T44" fmla="*/ 29 w 146"/>
                <a:gd name="T45" fmla="*/ 71 h 121"/>
                <a:gd name="T46" fmla="*/ 23 w 146"/>
                <a:gd name="T47" fmla="*/ 55 h 121"/>
                <a:gd name="T48" fmla="*/ 31 w 146"/>
                <a:gd name="T49" fmla="*/ 48 h 121"/>
                <a:gd name="T50" fmla="*/ 29 w 146"/>
                <a:gd name="T51" fmla="*/ 30 h 121"/>
                <a:gd name="T52" fmla="*/ 40 w 146"/>
                <a:gd name="T53" fmla="*/ 23 h 121"/>
                <a:gd name="T54" fmla="*/ 44 w 146"/>
                <a:gd name="T55" fmla="*/ 23 h 121"/>
                <a:gd name="T56" fmla="*/ 50 w 146"/>
                <a:gd name="T57" fmla="*/ 9 h 121"/>
                <a:gd name="T58" fmla="*/ 63 w 146"/>
                <a:gd name="T5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6" h="121">
                  <a:moveTo>
                    <a:pt x="63" y="0"/>
                  </a:moveTo>
                  <a:lnTo>
                    <a:pt x="88" y="0"/>
                  </a:lnTo>
                  <a:lnTo>
                    <a:pt x="111" y="21"/>
                  </a:lnTo>
                  <a:lnTo>
                    <a:pt x="119" y="15"/>
                  </a:lnTo>
                  <a:lnTo>
                    <a:pt x="127" y="25"/>
                  </a:lnTo>
                  <a:lnTo>
                    <a:pt x="127" y="52"/>
                  </a:lnTo>
                  <a:lnTo>
                    <a:pt x="146" y="71"/>
                  </a:lnTo>
                  <a:lnTo>
                    <a:pt x="144" y="84"/>
                  </a:lnTo>
                  <a:lnTo>
                    <a:pt x="129" y="84"/>
                  </a:lnTo>
                  <a:lnTo>
                    <a:pt x="125" y="94"/>
                  </a:lnTo>
                  <a:lnTo>
                    <a:pt x="117" y="92"/>
                  </a:lnTo>
                  <a:lnTo>
                    <a:pt x="102" y="109"/>
                  </a:lnTo>
                  <a:lnTo>
                    <a:pt x="92" y="109"/>
                  </a:lnTo>
                  <a:lnTo>
                    <a:pt x="90" y="117"/>
                  </a:lnTo>
                  <a:lnTo>
                    <a:pt x="75" y="115"/>
                  </a:lnTo>
                  <a:lnTo>
                    <a:pt x="71" y="109"/>
                  </a:lnTo>
                  <a:lnTo>
                    <a:pt x="50" y="109"/>
                  </a:lnTo>
                  <a:lnTo>
                    <a:pt x="40" y="117"/>
                  </a:lnTo>
                  <a:lnTo>
                    <a:pt x="23" y="121"/>
                  </a:lnTo>
                  <a:lnTo>
                    <a:pt x="0" y="105"/>
                  </a:lnTo>
                  <a:lnTo>
                    <a:pt x="2" y="100"/>
                  </a:lnTo>
                  <a:lnTo>
                    <a:pt x="6" y="86"/>
                  </a:lnTo>
                  <a:lnTo>
                    <a:pt x="29" y="71"/>
                  </a:lnTo>
                  <a:lnTo>
                    <a:pt x="23" y="55"/>
                  </a:lnTo>
                  <a:lnTo>
                    <a:pt x="31" y="48"/>
                  </a:lnTo>
                  <a:lnTo>
                    <a:pt x="29" y="30"/>
                  </a:lnTo>
                  <a:lnTo>
                    <a:pt x="40" y="23"/>
                  </a:lnTo>
                  <a:lnTo>
                    <a:pt x="44" y="23"/>
                  </a:lnTo>
                  <a:lnTo>
                    <a:pt x="50" y="9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9" name="Freeform 36"/>
            <p:cNvSpPr>
              <a:spLocks/>
            </p:cNvSpPr>
            <p:nvPr/>
          </p:nvSpPr>
          <p:spPr bwMode="auto">
            <a:xfrm>
              <a:off x="1083" y="3072"/>
              <a:ext cx="263" cy="173"/>
            </a:xfrm>
            <a:custGeom>
              <a:avLst/>
              <a:gdLst>
                <a:gd name="T0" fmla="*/ 0 w 263"/>
                <a:gd name="T1" fmla="*/ 64 h 173"/>
                <a:gd name="T2" fmla="*/ 6 w 263"/>
                <a:gd name="T3" fmla="*/ 52 h 173"/>
                <a:gd name="T4" fmla="*/ 17 w 263"/>
                <a:gd name="T5" fmla="*/ 48 h 173"/>
                <a:gd name="T6" fmla="*/ 25 w 263"/>
                <a:gd name="T7" fmla="*/ 33 h 173"/>
                <a:gd name="T8" fmla="*/ 23 w 263"/>
                <a:gd name="T9" fmla="*/ 19 h 173"/>
                <a:gd name="T10" fmla="*/ 33 w 263"/>
                <a:gd name="T11" fmla="*/ 12 h 173"/>
                <a:gd name="T12" fmla="*/ 38 w 263"/>
                <a:gd name="T13" fmla="*/ 0 h 173"/>
                <a:gd name="T14" fmla="*/ 48 w 263"/>
                <a:gd name="T15" fmla="*/ 8 h 173"/>
                <a:gd name="T16" fmla="*/ 69 w 263"/>
                <a:gd name="T17" fmla="*/ 12 h 173"/>
                <a:gd name="T18" fmla="*/ 75 w 263"/>
                <a:gd name="T19" fmla="*/ 19 h 173"/>
                <a:gd name="T20" fmla="*/ 88 w 263"/>
                <a:gd name="T21" fmla="*/ 19 h 173"/>
                <a:gd name="T22" fmla="*/ 90 w 263"/>
                <a:gd name="T23" fmla="*/ 25 h 173"/>
                <a:gd name="T24" fmla="*/ 106 w 263"/>
                <a:gd name="T25" fmla="*/ 25 h 173"/>
                <a:gd name="T26" fmla="*/ 117 w 263"/>
                <a:gd name="T27" fmla="*/ 31 h 173"/>
                <a:gd name="T28" fmla="*/ 123 w 263"/>
                <a:gd name="T29" fmla="*/ 31 h 173"/>
                <a:gd name="T30" fmla="*/ 131 w 263"/>
                <a:gd name="T31" fmla="*/ 23 h 173"/>
                <a:gd name="T32" fmla="*/ 144 w 263"/>
                <a:gd name="T33" fmla="*/ 25 h 173"/>
                <a:gd name="T34" fmla="*/ 152 w 263"/>
                <a:gd name="T35" fmla="*/ 16 h 173"/>
                <a:gd name="T36" fmla="*/ 167 w 263"/>
                <a:gd name="T37" fmla="*/ 19 h 173"/>
                <a:gd name="T38" fmla="*/ 169 w 263"/>
                <a:gd name="T39" fmla="*/ 29 h 173"/>
                <a:gd name="T40" fmla="*/ 175 w 263"/>
                <a:gd name="T41" fmla="*/ 39 h 173"/>
                <a:gd name="T42" fmla="*/ 186 w 263"/>
                <a:gd name="T43" fmla="*/ 39 h 173"/>
                <a:gd name="T44" fmla="*/ 196 w 263"/>
                <a:gd name="T45" fmla="*/ 50 h 173"/>
                <a:gd name="T46" fmla="*/ 202 w 263"/>
                <a:gd name="T47" fmla="*/ 46 h 173"/>
                <a:gd name="T48" fmla="*/ 202 w 263"/>
                <a:gd name="T49" fmla="*/ 42 h 173"/>
                <a:gd name="T50" fmla="*/ 234 w 263"/>
                <a:gd name="T51" fmla="*/ 60 h 173"/>
                <a:gd name="T52" fmla="*/ 261 w 263"/>
                <a:gd name="T53" fmla="*/ 60 h 173"/>
                <a:gd name="T54" fmla="*/ 263 w 263"/>
                <a:gd name="T55" fmla="*/ 87 h 173"/>
                <a:gd name="T56" fmla="*/ 250 w 263"/>
                <a:gd name="T57" fmla="*/ 96 h 173"/>
                <a:gd name="T58" fmla="*/ 244 w 263"/>
                <a:gd name="T59" fmla="*/ 110 h 173"/>
                <a:gd name="T60" fmla="*/ 240 w 263"/>
                <a:gd name="T61" fmla="*/ 110 h 173"/>
                <a:gd name="T62" fmla="*/ 229 w 263"/>
                <a:gd name="T63" fmla="*/ 117 h 173"/>
                <a:gd name="T64" fmla="*/ 231 w 263"/>
                <a:gd name="T65" fmla="*/ 135 h 173"/>
                <a:gd name="T66" fmla="*/ 223 w 263"/>
                <a:gd name="T67" fmla="*/ 142 h 173"/>
                <a:gd name="T68" fmla="*/ 229 w 263"/>
                <a:gd name="T69" fmla="*/ 158 h 173"/>
                <a:gd name="T70" fmla="*/ 206 w 263"/>
                <a:gd name="T71" fmla="*/ 173 h 173"/>
                <a:gd name="T72" fmla="*/ 190 w 263"/>
                <a:gd name="T73" fmla="*/ 169 h 173"/>
                <a:gd name="T74" fmla="*/ 171 w 263"/>
                <a:gd name="T75" fmla="*/ 160 h 173"/>
                <a:gd name="T76" fmla="*/ 163 w 263"/>
                <a:gd name="T77" fmla="*/ 160 h 173"/>
                <a:gd name="T78" fmla="*/ 146 w 263"/>
                <a:gd name="T79" fmla="*/ 152 h 173"/>
                <a:gd name="T80" fmla="*/ 133 w 263"/>
                <a:gd name="T81" fmla="*/ 150 h 173"/>
                <a:gd name="T82" fmla="*/ 125 w 263"/>
                <a:gd name="T83" fmla="*/ 133 h 173"/>
                <a:gd name="T84" fmla="*/ 113 w 263"/>
                <a:gd name="T85" fmla="*/ 144 h 173"/>
                <a:gd name="T86" fmla="*/ 100 w 263"/>
                <a:gd name="T87" fmla="*/ 144 h 173"/>
                <a:gd name="T88" fmla="*/ 100 w 263"/>
                <a:gd name="T89" fmla="*/ 146 h 173"/>
                <a:gd name="T90" fmla="*/ 90 w 263"/>
                <a:gd name="T91" fmla="*/ 131 h 173"/>
                <a:gd name="T92" fmla="*/ 77 w 263"/>
                <a:gd name="T93" fmla="*/ 121 h 173"/>
                <a:gd name="T94" fmla="*/ 75 w 263"/>
                <a:gd name="T95" fmla="*/ 110 h 173"/>
                <a:gd name="T96" fmla="*/ 69 w 263"/>
                <a:gd name="T97" fmla="*/ 108 h 173"/>
                <a:gd name="T98" fmla="*/ 58 w 263"/>
                <a:gd name="T99" fmla="*/ 110 h 173"/>
                <a:gd name="T100" fmla="*/ 46 w 263"/>
                <a:gd name="T101" fmla="*/ 112 h 173"/>
                <a:gd name="T102" fmla="*/ 15 w 263"/>
                <a:gd name="T103" fmla="*/ 87 h 173"/>
                <a:gd name="T104" fmla="*/ 15 w 263"/>
                <a:gd name="T105" fmla="*/ 75 h 173"/>
                <a:gd name="T106" fmla="*/ 0 w 263"/>
                <a:gd name="T107" fmla="*/ 64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3" h="173">
                  <a:moveTo>
                    <a:pt x="0" y="64"/>
                  </a:moveTo>
                  <a:lnTo>
                    <a:pt x="6" y="52"/>
                  </a:lnTo>
                  <a:lnTo>
                    <a:pt x="17" y="48"/>
                  </a:lnTo>
                  <a:lnTo>
                    <a:pt x="25" y="33"/>
                  </a:lnTo>
                  <a:lnTo>
                    <a:pt x="23" y="19"/>
                  </a:lnTo>
                  <a:lnTo>
                    <a:pt x="33" y="12"/>
                  </a:lnTo>
                  <a:lnTo>
                    <a:pt x="38" y="0"/>
                  </a:lnTo>
                  <a:lnTo>
                    <a:pt x="48" y="8"/>
                  </a:lnTo>
                  <a:lnTo>
                    <a:pt x="69" y="12"/>
                  </a:lnTo>
                  <a:lnTo>
                    <a:pt x="75" y="19"/>
                  </a:lnTo>
                  <a:lnTo>
                    <a:pt x="88" y="19"/>
                  </a:lnTo>
                  <a:lnTo>
                    <a:pt x="90" y="25"/>
                  </a:lnTo>
                  <a:lnTo>
                    <a:pt x="106" y="25"/>
                  </a:lnTo>
                  <a:lnTo>
                    <a:pt x="117" y="31"/>
                  </a:lnTo>
                  <a:lnTo>
                    <a:pt x="123" y="31"/>
                  </a:lnTo>
                  <a:lnTo>
                    <a:pt x="131" y="23"/>
                  </a:lnTo>
                  <a:lnTo>
                    <a:pt x="144" y="25"/>
                  </a:lnTo>
                  <a:lnTo>
                    <a:pt x="152" y="16"/>
                  </a:lnTo>
                  <a:lnTo>
                    <a:pt x="167" y="19"/>
                  </a:lnTo>
                  <a:lnTo>
                    <a:pt x="169" y="29"/>
                  </a:lnTo>
                  <a:lnTo>
                    <a:pt x="175" y="39"/>
                  </a:lnTo>
                  <a:lnTo>
                    <a:pt x="186" y="39"/>
                  </a:lnTo>
                  <a:lnTo>
                    <a:pt x="196" y="50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234" y="60"/>
                  </a:lnTo>
                  <a:lnTo>
                    <a:pt x="261" y="60"/>
                  </a:lnTo>
                  <a:lnTo>
                    <a:pt x="263" y="87"/>
                  </a:lnTo>
                  <a:lnTo>
                    <a:pt x="250" y="96"/>
                  </a:lnTo>
                  <a:lnTo>
                    <a:pt x="244" y="110"/>
                  </a:lnTo>
                  <a:lnTo>
                    <a:pt x="240" y="110"/>
                  </a:lnTo>
                  <a:lnTo>
                    <a:pt x="229" y="117"/>
                  </a:lnTo>
                  <a:lnTo>
                    <a:pt x="231" y="135"/>
                  </a:lnTo>
                  <a:lnTo>
                    <a:pt x="223" y="142"/>
                  </a:lnTo>
                  <a:lnTo>
                    <a:pt x="229" y="158"/>
                  </a:lnTo>
                  <a:lnTo>
                    <a:pt x="206" y="173"/>
                  </a:lnTo>
                  <a:lnTo>
                    <a:pt x="190" y="169"/>
                  </a:lnTo>
                  <a:lnTo>
                    <a:pt x="171" y="160"/>
                  </a:lnTo>
                  <a:lnTo>
                    <a:pt x="163" y="160"/>
                  </a:lnTo>
                  <a:lnTo>
                    <a:pt x="146" y="152"/>
                  </a:lnTo>
                  <a:lnTo>
                    <a:pt x="133" y="150"/>
                  </a:lnTo>
                  <a:lnTo>
                    <a:pt x="125" y="133"/>
                  </a:lnTo>
                  <a:lnTo>
                    <a:pt x="113" y="144"/>
                  </a:lnTo>
                  <a:lnTo>
                    <a:pt x="100" y="144"/>
                  </a:lnTo>
                  <a:lnTo>
                    <a:pt x="100" y="146"/>
                  </a:lnTo>
                  <a:lnTo>
                    <a:pt x="90" y="131"/>
                  </a:lnTo>
                  <a:lnTo>
                    <a:pt x="77" y="121"/>
                  </a:lnTo>
                  <a:lnTo>
                    <a:pt x="75" y="110"/>
                  </a:lnTo>
                  <a:lnTo>
                    <a:pt x="69" y="108"/>
                  </a:lnTo>
                  <a:lnTo>
                    <a:pt x="58" y="110"/>
                  </a:lnTo>
                  <a:lnTo>
                    <a:pt x="46" y="112"/>
                  </a:lnTo>
                  <a:lnTo>
                    <a:pt x="15" y="87"/>
                  </a:lnTo>
                  <a:lnTo>
                    <a:pt x="15" y="75"/>
                  </a:lnTo>
                  <a:lnTo>
                    <a:pt x="0" y="64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0" name="Freeform 37"/>
            <p:cNvSpPr>
              <a:spLocks/>
            </p:cNvSpPr>
            <p:nvPr/>
          </p:nvSpPr>
          <p:spPr bwMode="auto">
            <a:xfrm>
              <a:off x="1006" y="3124"/>
              <a:ext cx="177" cy="156"/>
            </a:xfrm>
            <a:custGeom>
              <a:avLst/>
              <a:gdLst>
                <a:gd name="T0" fmla="*/ 3 w 85"/>
                <a:gd name="T1" fmla="*/ 66 h 75"/>
                <a:gd name="T2" fmla="*/ 5 w 85"/>
                <a:gd name="T3" fmla="*/ 61 h 75"/>
                <a:gd name="T4" fmla="*/ 6 w 85"/>
                <a:gd name="T5" fmla="*/ 54 h 75"/>
                <a:gd name="T6" fmla="*/ 1 w 85"/>
                <a:gd name="T7" fmla="*/ 47 h 75"/>
                <a:gd name="T8" fmla="*/ 5 w 85"/>
                <a:gd name="T9" fmla="*/ 41 h 75"/>
                <a:gd name="T10" fmla="*/ 4 w 85"/>
                <a:gd name="T11" fmla="*/ 34 h 75"/>
                <a:gd name="T12" fmla="*/ 10 w 85"/>
                <a:gd name="T13" fmla="*/ 25 h 75"/>
                <a:gd name="T14" fmla="*/ 10 w 85"/>
                <a:gd name="T15" fmla="*/ 16 h 75"/>
                <a:gd name="T16" fmla="*/ 20 w 85"/>
                <a:gd name="T17" fmla="*/ 12 h 75"/>
                <a:gd name="T18" fmla="*/ 26 w 85"/>
                <a:gd name="T19" fmla="*/ 4 h 75"/>
                <a:gd name="T20" fmla="*/ 29 w 85"/>
                <a:gd name="T21" fmla="*/ 0 h 75"/>
                <a:gd name="T22" fmla="*/ 34 w 85"/>
                <a:gd name="T23" fmla="*/ 0 h 75"/>
                <a:gd name="T24" fmla="*/ 37 w 85"/>
                <a:gd name="T25" fmla="*/ 6 h 75"/>
                <a:gd name="T26" fmla="*/ 44 w 85"/>
                <a:gd name="T27" fmla="*/ 11 h 75"/>
                <a:gd name="T28" fmla="*/ 44 w 85"/>
                <a:gd name="T29" fmla="*/ 17 h 75"/>
                <a:gd name="T30" fmla="*/ 59 w 85"/>
                <a:gd name="T31" fmla="*/ 29 h 75"/>
                <a:gd name="T32" fmla="*/ 65 w 85"/>
                <a:gd name="T33" fmla="*/ 28 h 75"/>
                <a:gd name="T34" fmla="*/ 70 w 85"/>
                <a:gd name="T35" fmla="*/ 27 h 75"/>
                <a:gd name="T36" fmla="*/ 73 w 85"/>
                <a:gd name="T37" fmla="*/ 28 h 75"/>
                <a:gd name="T38" fmla="*/ 74 w 85"/>
                <a:gd name="T39" fmla="*/ 33 h 75"/>
                <a:gd name="T40" fmla="*/ 80 w 85"/>
                <a:gd name="T41" fmla="*/ 38 h 75"/>
                <a:gd name="T42" fmla="*/ 85 w 85"/>
                <a:gd name="T43" fmla="*/ 45 h 75"/>
                <a:gd name="T44" fmla="*/ 84 w 85"/>
                <a:gd name="T45" fmla="*/ 53 h 75"/>
                <a:gd name="T46" fmla="*/ 77 w 85"/>
                <a:gd name="T47" fmla="*/ 55 h 75"/>
                <a:gd name="T48" fmla="*/ 70 w 85"/>
                <a:gd name="T49" fmla="*/ 65 h 75"/>
                <a:gd name="T50" fmla="*/ 62 w 85"/>
                <a:gd name="T51" fmla="*/ 64 h 75"/>
                <a:gd name="T52" fmla="*/ 54 w 85"/>
                <a:gd name="T53" fmla="*/ 69 h 75"/>
                <a:gd name="T54" fmla="*/ 47 w 85"/>
                <a:gd name="T55" fmla="*/ 63 h 75"/>
                <a:gd name="T56" fmla="*/ 42 w 85"/>
                <a:gd name="T57" fmla="*/ 65 h 75"/>
                <a:gd name="T58" fmla="*/ 38 w 85"/>
                <a:gd name="T59" fmla="*/ 57 h 75"/>
                <a:gd name="T60" fmla="*/ 32 w 85"/>
                <a:gd name="T61" fmla="*/ 57 h 75"/>
                <a:gd name="T62" fmla="*/ 29 w 85"/>
                <a:gd name="T63" fmla="*/ 61 h 75"/>
                <a:gd name="T64" fmla="*/ 25 w 85"/>
                <a:gd name="T65" fmla="*/ 62 h 75"/>
                <a:gd name="T66" fmla="*/ 23 w 85"/>
                <a:gd name="T67" fmla="*/ 64 h 75"/>
                <a:gd name="T68" fmla="*/ 23 w 85"/>
                <a:gd name="T69" fmla="*/ 63 h 75"/>
                <a:gd name="T70" fmla="*/ 13 w 85"/>
                <a:gd name="T71" fmla="*/ 67 h 75"/>
                <a:gd name="T72" fmla="*/ 7 w 85"/>
                <a:gd name="T73" fmla="*/ 75 h 75"/>
                <a:gd name="T74" fmla="*/ 5 w 85"/>
                <a:gd name="T75" fmla="*/ 68 h 75"/>
                <a:gd name="T76" fmla="*/ 3 w 85"/>
                <a:gd name="T77" fmla="*/ 6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" h="75">
                  <a:moveTo>
                    <a:pt x="3" y="66"/>
                  </a:moveTo>
                  <a:cubicBezTo>
                    <a:pt x="4" y="65"/>
                    <a:pt x="4" y="64"/>
                    <a:pt x="5" y="61"/>
                  </a:cubicBezTo>
                  <a:cubicBezTo>
                    <a:pt x="5" y="56"/>
                    <a:pt x="6" y="57"/>
                    <a:pt x="6" y="54"/>
                  </a:cubicBezTo>
                  <a:cubicBezTo>
                    <a:pt x="6" y="51"/>
                    <a:pt x="2" y="50"/>
                    <a:pt x="1" y="47"/>
                  </a:cubicBezTo>
                  <a:cubicBezTo>
                    <a:pt x="0" y="43"/>
                    <a:pt x="5" y="43"/>
                    <a:pt x="5" y="41"/>
                  </a:cubicBezTo>
                  <a:cubicBezTo>
                    <a:pt x="6" y="39"/>
                    <a:pt x="4" y="36"/>
                    <a:pt x="4" y="34"/>
                  </a:cubicBezTo>
                  <a:cubicBezTo>
                    <a:pt x="3" y="31"/>
                    <a:pt x="8" y="27"/>
                    <a:pt x="10" y="25"/>
                  </a:cubicBezTo>
                  <a:cubicBezTo>
                    <a:pt x="11" y="23"/>
                    <a:pt x="10" y="18"/>
                    <a:pt x="10" y="16"/>
                  </a:cubicBezTo>
                  <a:cubicBezTo>
                    <a:pt x="11" y="13"/>
                    <a:pt x="17" y="13"/>
                    <a:pt x="20" y="12"/>
                  </a:cubicBezTo>
                  <a:cubicBezTo>
                    <a:pt x="24" y="11"/>
                    <a:pt x="21" y="6"/>
                    <a:pt x="26" y="4"/>
                  </a:cubicBezTo>
                  <a:cubicBezTo>
                    <a:pt x="28" y="3"/>
                    <a:pt x="29" y="2"/>
                    <a:pt x="2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74" y="33"/>
                    <a:pt x="74" y="33"/>
                    <a:pt x="74" y="33"/>
                  </a:cubicBezTo>
                  <a:cubicBezTo>
                    <a:pt x="80" y="38"/>
                    <a:pt x="80" y="38"/>
                    <a:pt x="80" y="38"/>
                  </a:cubicBezTo>
                  <a:cubicBezTo>
                    <a:pt x="85" y="45"/>
                    <a:pt x="85" y="45"/>
                    <a:pt x="85" y="45"/>
                  </a:cubicBezTo>
                  <a:cubicBezTo>
                    <a:pt x="84" y="53"/>
                    <a:pt x="84" y="53"/>
                    <a:pt x="84" y="53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5" y="68"/>
                    <a:pt x="5" y="68"/>
                    <a:pt x="5" y="68"/>
                  </a:cubicBezTo>
                  <a:lnTo>
                    <a:pt x="3" y="66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1" name="Freeform 38"/>
            <p:cNvSpPr>
              <a:spLocks/>
            </p:cNvSpPr>
            <p:nvPr/>
          </p:nvSpPr>
          <p:spPr bwMode="auto">
            <a:xfrm>
              <a:off x="931" y="3236"/>
              <a:ext cx="135" cy="132"/>
            </a:xfrm>
            <a:custGeom>
              <a:avLst/>
              <a:gdLst>
                <a:gd name="T0" fmla="*/ 28 w 65"/>
                <a:gd name="T1" fmla="*/ 59 h 63"/>
                <a:gd name="T2" fmla="*/ 29 w 65"/>
                <a:gd name="T3" fmla="*/ 47 h 63"/>
                <a:gd name="T4" fmla="*/ 23 w 65"/>
                <a:gd name="T5" fmla="*/ 40 h 63"/>
                <a:gd name="T6" fmla="*/ 14 w 65"/>
                <a:gd name="T7" fmla="*/ 37 h 63"/>
                <a:gd name="T8" fmla="*/ 11 w 65"/>
                <a:gd name="T9" fmla="*/ 31 h 63"/>
                <a:gd name="T10" fmla="*/ 5 w 65"/>
                <a:gd name="T11" fmla="*/ 31 h 63"/>
                <a:gd name="T12" fmla="*/ 1 w 65"/>
                <a:gd name="T13" fmla="*/ 27 h 63"/>
                <a:gd name="T14" fmla="*/ 5 w 65"/>
                <a:gd name="T15" fmla="*/ 18 h 63"/>
                <a:gd name="T16" fmla="*/ 12 w 65"/>
                <a:gd name="T17" fmla="*/ 7 h 63"/>
                <a:gd name="T18" fmla="*/ 18 w 65"/>
                <a:gd name="T19" fmla="*/ 1 h 63"/>
                <a:gd name="T20" fmla="*/ 23 w 65"/>
                <a:gd name="T21" fmla="*/ 8 h 63"/>
                <a:gd name="T22" fmla="*/ 34 w 65"/>
                <a:gd name="T23" fmla="*/ 13 h 63"/>
                <a:gd name="T24" fmla="*/ 39 w 65"/>
                <a:gd name="T25" fmla="*/ 12 h 63"/>
                <a:gd name="T26" fmla="*/ 41 w 65"/>
                <a:gd name="T27" fmla="*/ 14 h 63"/>
                <a:gd name="T28" fmla="*/ 43 w 65"/>
                <a:gd name="T29" fmla="*/ 21 h 63"/>
                <a:gd name="T30" fmla="*/ 49 w 65"/>
                <a:gd name="T31" fmla="*/ 13 h 63"/>
                <a:gd name="T32" fmla="*/ 59 w 65"/>
                <a:gd name="T33" fmla="*/ 9 h 63"/>
                <a:gd name="T34" fmla="*/ 61 w 65"/>
                <a:gd name="T35" fmla="*/ 10 h 63"/>
                <a:gd name="T36" fmla="*/ 62 w 65"/>
                <a:gd name="T37" fmla="*/ 18 h 63"/>
                <a:gd name="T38" fmla="*/ 63 w 65"/>
                <a:gd name="T39" fmla="*/ 23 h 63"/>
                <a:gd name="T40" fmla="*/ 63 w 65"/>
                <a:gd name="T41" fmla="*/ 29 h 63"/>
                <a:gd name="T42" fmla="*/ 59 w 65"/>
                <a:gd name="T43" fmla="*/ 32 h 63"/>
                <a:gd name="T44" fmla="*/ 60 w 65"/>
                <a:gd name="T45" fmla="*/ 36 h 63"/>
                <a:gd name="T46" fmla="*/ 65 w 65"/>
                <a:gd name="T47" fmla="*/ 41 h 63"/>
                <a:gd name="T48" fmla="*/ 65 w 65"/>
                <a:gd name="T49" fmla="*/ 45 h 63"/>
                <a:gd name="T50" fmla="*/ 62 w 65"/>
                <a:gd name="T51" fmla="*/ 46 h 63"/>
                <a:gd name="T52" fmla="*/ 62 w 65"/>
                <a:gd name="T53" fmla="*/ 51 h 63"/>
                <a:gd name="T54" fmla="*/ 59 w 65"/>
                <a:gd name="T55" fmla="*/ 53 h 63"/>
                <a:gd name="T56" fmla="*/ 56 w 65"/>
                <a:gd name="T57" fmla="*/ 49 h 63"/>
                <a:gd name="T58" fmla="*/ 50 w 65"/>
                <a:gd name="T59" fmla="*/ 51 h 63"/>
                <a:gd name="T60" fmla="*/ 50 w 65"/>
                <a:gd name="T61" fmla="*/ 57 h 63"/>
                <a:gd name="T62" fmla="*/ 44 w 65"/>
                <a:gd name="T63" fmla="*/ 59 h 63"/>
                <a:gd name="T64" fmla="*/ 43 w 65"/>
                <a:gd name="T65" fmla="*/ 63 h 63"/>
                <a:gd name="T66" fmla="*/ 38 w 65"/>
                <a:gd name="T67" fmla="*/ 61 h 63"/>
                <a:gd name="T68" fmla="*/ 32 w 65"/>
                <a:gd name="T69" fmla="*/ 60 h 63"/>
                <a:gd name="T70" fmla="*/ 27 w 65"/>
                <a:gd name="T71" fmla="*/ 60 h 63"/>
                <a:gd name="T72" fmla="*/ 28 w 65"/>
                <a:gd name="T73" fmla="*/ 5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5" h="63">
                  <a:moveTo>
                    <a:pt x="28" y="59"/>
                  </a:moveTo>
                  <a:cubicBezTo>
                    <a:pt x="30" y="56"/>
                    <a:pt x="30" y="51"/>
                    <a:pt x="29" y="47"/>
                  </a:cubicBezTo>
                  <a:cubicBezTo>
                    <a:pt x="29" y="43"/>
                    <a:pt x="25" y="43"/>
                    <a:pt x="23" y="40"/>
                  </a:cubicBezTo>
                  <a:cubicBezTo>
                    <a:pt x="21" y="37"/>
                    <a:pt x="15" y="40"/>
                    <a:pt x="14" y="37"/>
                  </a:cubicBezTo>
                  <a:cubicBezTo>
                    <a:pt x="14" y="34"/>
                    <a:pt x="12" y="31"/>
                    <a:pt x="11" y="31"/>
                  </a:cubicBezTo>
                  <a:cubicBezTo>
                    <a:pt x="10" y="31"/>
                    <a:pt x="8" y="31"/>
                    <a:pt x="5" y="31"/>
                  </a:cubicBezTo>
                  <a:cubicBezTo>
                    <a:pt x="2" y="32"/>
                    <a:pt x="0" y="31"/>
                    <a:pt x="1" y="27"/>
                  </a:cubicBezTo>
                  <a:cubicBezTo>
                    <a:pt x="1" y="23"/>
                    <a:pt x="4" y="21"/>
                    <a:pt x="5" y="18"/>
                  </a:cubicBezTo>
                  <a:cubicBezTo>
                    <a:pt x="5" y="15"/>
                    <a:pt x="12" y="14"/>
                    <a:pt x="12" y="7"/>
                  </a:cubicBezTo>
                  <a:cubicBezTo>
                    <a:pt x="12" y="0"/>
                    <a:pt x="15" y="1"/>
                    <a:pt x="18" y="1"/>
                  </a:cubicBezTo>
                  <a:cubicBezTo>
                    <a:pt x="21" y="1"/>
                    <a:pt x="23" y="2"/>
                    <a:pt x="23" y="8"/>
                  </a:cubicBezTo>
                  <a:cubicBezTo>
                    <a:pt x="23" y="14"/>
                    <a:pt x="29" y="13"/>
                    <a:pt x="34" y="13"/>
                  </a:cubicBezTo>
                  <a:cubicBezTo>
                    <a:pt x="36" y="13"/>
                    <a:pt x="38" y="13"/>
                    <a:pt x="39" y="12"/>
                  </a:cubicBezTo>
                  <a:cubicBezTo>
                    <a:pt x="41" y="14"/>
                    <a:pt x="41" y="14"/>
                    <a:pt x="41" y="1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5" y="41"/>
                    <a:pt x="65" y="41"/>
                    <a:pt x="65" y="41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44" y="59"/>
                    <a:pt x="44" y="59"/>
                    <a:pt x="44" y="59"/>
                  </a:cubicBezTo>
                  <a:cubicBezTo>
                    <a:pt x="43" y="63"/>
                    <a:pt x="43" y="63"/>
                    <a:pt x="43" y="63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27" y="60"/>
                    <a:pt x="27" y="60"/>
                    <a:pt x="27" y="60"/>
                  </a:cubicBezTo>
                  <a:lnTo>
                    <a:pt x="28" y="59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2" name="Freeform 39"/>
            <p:cNvSpPr>
              <a:spLocks/>
            </p:cNvSpPr>
            <p:nvPr/>
          </p:nvSpPr>
          <p:spPr bwMode="auto">
            <a:xfrm>
              <a:off x="958" y="3361"/>
              <a:ext cx="138" cy="138"/>
            </a:xfrm>
            <a:custGeom>
              <a:avLst/>
              <a:gdLst>
                <a:gd name="T0" fmla="*/ 4 w 66"/>
                <a:gd name="T1" fmla="*/ 42 h 66"/>
                <a:gd name="T2" fmla="*/ 6 w 66"/>
                <a:gd name="T3" fmla="*/ 40 h 66"/>
                <a:gd name="T4" fmla="*/ 8 w 66"/>
                <a:gd name="T5" fmla="*/ 28 h 66"/>
                <a:gd name="T6" fmla="*/ 2 w 66"/>
                <a:gd name="T7" fmla="*/ 20 h 66"/>
                <a:gd name="T8" fmla="*/ 5 w 66"/>
                <a:gd name="T9" fmla="*/ 8 h 66"/>
                <a:gd name="T10" fmla="*/ 11 w 66"/>
                <a:gd name="T11" fmla="*/ 7 h 66"/>
                <a:gd name="T12" fmla="*/ 14 w 66"/>
                <a:gd name="T13" fmla="*/ 0 h 66"/>
                <a:gd name="T14" fmla="*/ 19 w 66"/>
                <a:gd name="T15" fmla="*/ 0 h 66"/>
                <a:gd name="T16" fmla="*/ 25 w 66"/>
                <a:gd name="T17" fmla="*/ 1 h 66"/>
                <a:gd name="T18" fmla="*/ 30 w 66"/>
                <a:gd name="T19" fmla="*/ 3 h 66"/>
                <a:gd name="T20" fmla="*/ 37 w 66"/>
                <a:gd name="T21" fmla="*/ 7 h 66"/>
                <a:gd name="T22" fmla="*/ 39 w 66"/>
                <a:gd name="T23" fmla="*/ 15 h 66"/>
                <a:gd name="T24" fmla="*/ 43 w 66"/>
                <a:gd name="T25" fmla="*/ 15 h 66"/>
                <a:gd name="T26" fmla="*/ 46 w 66"/>
                <a:gd name="T27" fmla="*/ 22 h 66"/>
                <a:gd name="T28" fmla="*/ 50 w 66"/>
                <a:gd name="T29" fmla="*/ 31 h 66"/>
                <a:gd name="T30" fmla="*/ 51 w 66"/>
                <a:gd name="T31" fmla="*/ 38 h 66"/>
                <a:gd name="T32" fmla="*/ 59 w 66"/>
                <a:gd name="T33" fmla="*/ 43 h 66"/>
                <a:gd name="T34" fmla="*/ 58 w 66"/>
                <a:gd name="T35" fmla="*/ 48 h 66"/>
                <a:gd name="T36" fmla="*/ 66 w 66"/>
                <a:gd name="T37" fmla="*/ 55 h 66"/>
                <a:gd name="T38" fmla="*/ 62 w 66"/>
                <a:gd name="T39" fmla="*/ 57 h 66"/>
                <a:gd name="T40" fmla="*/ 58 w 66"/>
                <a:gd name="T41" fmla="*/ 56 h 66"/>
                <a:gd name="T42" fmla="*/ 55 w 66"/>
                <a:gd name="T43" fmla="*/ 58 h 66"/>
                <a:gd name="T44" fmla="*/ 54 w 66"/>
                <a:gd name="T45" fmla="*/ 64 h 66"/>
                <a:gd name="T46" fmla="*/ 52 w 66"/>
                <a:gd name="T47" fmla="*/ 64 h 66"/>
                <a:gd name="T48" fmla="*/ 51 w 66"/>
                <a:gd name="T49" fmla="*/ 66 h 66"/>
                <a:gd name="T50" fmla="*/ 45 w 66"/>
                <a:gd name="T51" fmla="*/ 57 h 66"/>
                <a:gd name="T52" fmla="*/ 34 w 66"/>
                <a:gd name="T53" fmla="*/ 50 h 66"/>
                <a:gd name="T54" fmla="*/ 24 w 66"/>
                <a:gd name="T55" fmla="*/ 50 h 66"/>
                <a:gd name="T56" fmla="*/ 22 w 66"/>
                <a:gd name="T57" fmla="*/ 44 h 66"/>
                <a:gd name="T58" fmla="*/ 17 w 66"/>
                <a:gd name="T59" fmla="*/ 39 h 66"/>
                <a:gd name="T60" fmla="*/ 16 w 66"/>
                <a:gd name="T61" fmla="*/ 43 h 66"/>
                <a:gd name="T62" fmla="*/ 10 w 66"/>
                <a:gd name="T63" fmla="*/ 43 h 66"/>
                <a:gd name="T64" fmla="*/ 4 w 66"/>
                <a:gd name="T65" fmla="*/ 4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6" h="66">
                  <a:moveTo>
                    <a:pt x="4" y="42"/>
                  </a:moveTo>
                  <a:cubicBezTo>
                    <a:pt x="5" y="41"/>
                    <a:pt x="6" y="40"/>
                    <a:pt x="6" y="40"/>
                  </a:cubicBezTo>
                  <a:cubicBezTo>
                    <a:pt x="8" y="38"/>
                    <a:pt x="8" y="31"/>
                    <a:pt x="8" y="28"/>
                  </a:cubicBezTo>
                  <a:cubicBezTo>
                    <a:pt x="8" y="25"/>
                    <a:pt x="4" y="22"/>
                    <a:pt x="2" y="20"/>
                  </a:cubicBezTo>
                  <a:cubicBezTo>
                    <a:pt x="0" y="18"/>
                    <a:pt x="3" y="12"/>
                    <a:pt x="5" y="8"/>
                  </a:cubicBezTo>
                  <a:cubicBezTo>
                    <a:pt x="7" y="4"/>
                    <a:pt x="8" y="5"/>
                    <a:pt x="11" y="7"/>
                  </a:cubicBezTo>
                  <a:cubicBezTo>
                    <a:pt x="14" y="9"/>
                    <a:pt x="12" y="3"/>
                    <a:pt x="14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0" y="43"/>
                    <a:pt x="10" y="43"/>
                    <a:pt x="10" y="43"/>
                  </a:cubicBezTo>
                  <a:lnTo>
                    <a:pt x="4" y="42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3" name="Freeform 40"/>
            <p:cNvSpPr>
              <a:spLocks/>
            </p:cNvSpPr>
            <p:nvPr/>
          </p:nvSpPr>
          <p:spPr bwMode="auto">
            <a:xfrm>
              <a:off x="1152" y="3455"/>
              <a:ext cx="123" cy="136"/>
            </a:xfrm>
            <a:custGeom>
              <a:avLst/>
              <a:gdLst>
                <a:gd name="T0" fmla="*/ 123 w 123"/>
                <a:gd name="T1" fmla="*/ 23 h 136"/>
                <a:gd name="T2" fmla="*/ 121 w 123"/>
                <a:gd name="T3" fmla="*/ 23 h 136"/>
                <a:gd name="T4" fmla="*/ 108 w 123"/>
                <a:gd name="T5" fmla="*/ 36 h 136"/>
                <a:gd name="T6" fmla="*/ 110 w 123"/>
                <a:gd name="T7" fmla="*/ 48 h 136"/>
                <a:gd name="T8" fmla="*/ 106 w 123"/>
                <a:gd name="T9" fmla="*/ 69 h 136"/>
                <a:gd name="T10" fmla="*/ 112 w 123"/>
                <a:gd name="T11" fmla="*/ 79 h 136"/>
                <a:gd name="T12" fmla="*/ 112 w 123"/>
                <a:gd name="T13" fmla="*/ 100 h 136"/>
                <a:gd name="T14" fmla="*/ 96 w 123"/>
                <a:gd name="T15" fmla="*/ 98 h 136"/>
                <a:gd name="T16" fmla="*/ 92 w 123"/>
                <a:gd name="T17" fmla="*/ 109 h 136"/>
                <a:gd name="T18" fmla="*/ 60 w 123"/>
                <a:gd name="T19" fmla="*/ 132 h 136"/>
                <a:gd name="T20" fmla="*/ 46 w 123"/>
                <a:gd name="T21" fmla="*/ 136 h 136"/>
                <a:gd name="T22" fmla="*/ 52 w 123"/>
                <a:gd name="T23" fmla="*/ 134 h 136"/>
                <a:gd name="T24" fmla="*/ 27 w 123"/>
                <a:gd name="T25" fmla="*/ 102 h 136"/>
                <a:gd name="T26" fmla="*/ 6 w 123"/>
                <a:gd name="T27" fmla="*/ 86 h 136"/>
                <a:gd name="T28" fmla="*/ 8 w 123"/>
                <a:gd name="T29" fmla="*/ 79 h 136"/>
                <a:gd name="T30" fmla="*/ 0 w 123"/>
                <a:gd name="T31" fmla="*/ 67 h 136"/>
                <a:gd name="T32" fmla="*/ 21 w 123"/>
                <a:gd name="T33" fmla="*/ 67 h 136"/>
                <a:gd name="T34" fmla="*/ 23 w 123"/>
                <a:gd name="T35" fmla="*/ 54 h 136"/>
                <a:gd name="T36" fmla="*/ 19 w 123"/>
                <a:gd name="T37" fmla="*/ 50 h 136"/>
                <a:gd name="T38" fmla="*/ 19 w 123"/>
                <a:gd name="T39" fmla="*/ 34 h 136"/>
                <a:gd name="T40" fmla="*/ 14 w 123"/>
                <a:gd name="T41" fmla="*/ 27 h 136"/>
                <a:gd name="T42" fmla="*/ 27 w 123"/>
                <a:gd name="T43" fmla="*/ 19 h 136"/>
                <a:gd name="T44" fmla="*/ 48 w 123"/>
                <a:gd name="T45" fmla="*/ 0 h 136"/>
                <a:gd name="T46" fmla="*/ 69 w 123"/>
                <a:gd name="T47" fmla="*/ 2 h 136"/>
                <a:gd name="T48" fmla="*/ 79 w 123"/>
                <a:gd name="T49" fmla="*/ 13 h 136"/>
                <a:gd name="T50" fmla="*/ 92 w 123"/>
                <a:gd name="T51" fmla="*/ 15 h 136"/>
                <a:gd name="T52" fmla="*/ 98 w 123"/>
                <a:gd name="T53" fmla="*/ 7 h 136"/>
                <a:gd name="T54" fmla="*/ 104 w 123"/>
                <a:gd name="T55" fmla="*/ 13 h 136"/>
                <a:gd name="T56" fmla="*/ 119 w 123"/>
                <a:gd name="T57" fmla="*/ 15 h 136"/>
                <a:gd name="T58" fmla="*/ 123 w 123"/>
                <a:gd name="T59" fmla="*/ 23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3" h="136">
                  <a:moveTo>
                    <a:pt x="123" y="23"/>
                  </a:moveTo>
                  <a:lnTo>
                    <a:pt x="121" y="23"/>
                  </a:lnTo>
                  <a:lnTo>
                    <a:pt x="108" y="36"/>
                  </a:lnTo>
                  <a:lnTo>
                    <a:pt x="110" y="48"/>
                  </a:lnTo>
                  <a:lnTo>
                    <a:pt x="106" y="69"/>
                  </a:lnTo>
                  <a:lnTo>
                    <a:pt x="112" y="79"/>
                  </a:lnTo>
                  <a:lnTo>
                    <a:pt x="112" y="100"/>
                  </a:lnTo>
                  <a:lnTo>
                    <a:pt x="96" y="98"/>
                  </a:lnTo>
                  <a:lnTo>
                    <a:pt x="92" y="109"/>
                  </a:lnTo>
                  <a:lnTo>
                    <a:pt x="60" y="132"/>
                  </a:lnTo>
                  <a:lnTo>
                    <a:pt x="46" y="136"/>
                  </a:lnTo>
                  <a:lnTo>
                    <a:pt x="52" y="134"/>
                  </a:lnTo>
                  <a:lnTo>
                    <a:pt x="27" y="102"/>
                  </a:lnTo>
                  <a:lnTo>
                    <a:pt x="6" y="86"/>
                  </a:lnTo>
                  <a:lnTo>
                    <a:pt x="8" y="79"/>
                  </a:lnTo>
                  <a:lnTo>
                    <a:pt x="0" y="67"/>
                  </a:lnTo>
                  <a:lnTo>
                    <a:pt x="21" y="67"/>
                  </a:lnTo>
                  <a:lnTo>
                    <a:pt x="23" y="54"/>
                  </a:lnTo>
                  <a:lnTo>
                    <a:pt x="19" y="50"/>
                  </a:lnTo>
                  <a:lnTo>
                    <a:pt x="19" y="34"/>
                  </a:lnTo>
                  <a:lnTo>
                    <a:pt x="14" y="27"/>
                  </a:lnTo>
                  <a:lnTo>
                    <a:pt x="27" y="19"/>
                  </a:lnTo>
                  <a:lnTo>
                    <a:pt x="48" y="0"/>
                  </a:lnTo>
                  <a:lnTo>
                    <a:pt x="69" y="2"/>
                  </a:lnTo>
                  <a:lnTo>
                    <a:pt x="79" y="13"/>
                  </a:lnTo>
                  <a:lnTo>
                    <a:pt x="92" y="15"/>
                  </a:lnTo>
                  <a:lnTo>
                    <a:pt x="98" y="7"/>
                  </a:lnTo>
                  <a:lnTo>
                    <a:pt x="104" y="13"/>
                  </a:lnTo>
                  <a:lnTo>
                    <a:pt x="119" y="15"/>
                  </a:lnTo>
                  <a:lnTo>
                    <a:pt x="123" y="23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4" name="Freeform 41"/>
            <p:cNvSpPr>
              <a:spLocks/>
            </p:cNvSpPr>
            <p:nvPr/>
          </p:nvSpPr>
          <p:spPr bwMode="auto">
            <a:xfrm>
              <a:off x="960" y="3443"/>
              <a:ext cx="109" cy="146"/>
            </a:xfrm>
            <a:custGeom>
              <a:avLst/>
              <a:gdLst>
                <a:gd name="T0" fmla="*/ 36 w 52"/>
                <a:gd name="T1" fmla="*/ 70 h 70"/>
                <a:gd name="T2" fmla="*/ 31 w 52"/>
                <a:gd name="T3" fmla="*/ 64 h 70"/>
                <a:gd name="T4" fmla="*/ 29 w 52"/>
                <a:gd name="T5" fmla="*/ 56 h 70"/>
                <a:gd name="T6" fmla="*/ 22 w 52"/>
                <a:gd name="T7" fmla="*/ 53 h 70"/>
                <a:gd name="T8" fmla="*/ 20 w 52"/>
                <a:gd name="T9" fmla="*/ 46 h 70"/>
                <a:gd name="T10" fmla="*/ 24 w 52"/>
                <a:gd name="T11" fmla="*/ 36 h 70"/>
                <a:gd name="T12" fmla="*/ 14 w 52"/>
                <a:gd name="T13" fmla="*/ 31 h 70"/>
                <a:gd name="T14" fmla="*/ 6 w 52"/>
                <a:gd name="T15" fmla="*/ 23 h 70"/>
                <a:gd name="T16" fmla="*/ 3 w 52"/>
                <a:gd name="T17" fmla="*/ 14 h 70"/>
                <a:gd name="T18" fmla="*/ 0 w 52"/>
                <a:gd name="T19" fmla="*/ 8 h 70"/>
                <a:gd name="T20" fmla="*/ 3 w 52"/>
                <a:gd name="T21" fmla="*/ 3 h 70"/>
                <a:gd name="T22" fmla="*/ 9 w 52"/>
                <a:gd name="T23" fmla="*/ 4 h 70"/>
                <a:gd name="T24" fmla="*/ 15 w 52"/>
                <a:gd name="T25" fmla="*/ 4 h 70"/>
                <a:gd name="T26" fmla="*/ 16 w 52"/>
                <a:gd name="T27" fmla="*/ 0 h 70"/>
                <a:gd name="T28" fmla="*/ 21 w 52"/>
                <a:gd name="T29" fmla="*/ 5 h 70"/>
                <a:gd name="T30" fmla="*/ 23 w 52"/>
                <a:gd name="T31" fmla="*/ 11 h 70"/>
                <a:gd name="T32" fmla="*/ 33 w 52"/>
                <a:gd name="T33" fmla="*/ 11 h 70"/>
                <a:gd name="T34" fmla="*/ 44 w 52"/>
                <a:gd name="T35" fmla="*/ 18 h 70"/>
                <a:gd name="T36" fmla="*/ 50 w 52"/>
                <a:gd name="T37" fmla="*/ 27 h 70"/>
                <a:gd name="T38" fmla="*/ 50 w 52"/>
                <a:gd name="T39" fmla="*/ 31 h 70"/>
                <a:gd name="T40" fmla="*/ 49 w 52"/>
                <a:gd name="T41" fmla="*/ 36 h 70"/>
                <a:gd name="T42" fmla="*/ 52 w 52"/>
                <a:gd name="T43" fmla="*/ 41 h 70"/>
                <a:gd name="T44" fmla="*/ 46 w 52"/>
                <a:gd name="T45" fmla="*/ 44 h 70"/>
                <a:gd name="T46" fmla="*/ 47 w 52"/>
                <a:gd name="T47" fmla="*/ 55 h 70"/>
                <a:gd name="T48" fmla="*/ 42 w 52"/>
                <a:gd name="T49" fmla="*/ 58 h 70"/>
                <a:gd name="T50" fmla="*/ 42 w 52"/>
                <a:gd name="T51" fmla="*/ 62 h 70"/>
                <a:gd name="T52" fmla="*/ 40 w 52"/>
                <a:gd name="T53" fmla="*/ 63 h 70"/>
                <a:gd name="T54" fmla="*/ 40 w 52"/>
                <a:gd name="T55" fmla="*/ 67 h 70"/>
                <a:gd name="T56" fmla="*/ 36 w 52"/>
                <a:gd name="T5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2" h="70">
                  <a:moveTo>
                    <a:pt x="36" y="70"/>
                  </a:moveTo>
                  <a:cubicBezTo>
                    <a:pt x="34" y="69"/>
                    <a:pt x="32" y="67"/>
                    <a:pt x="31" y="64"/>
                  </a:cubicBezTo>
                  <a:cubicBezTo>
                    <a:pt x="30" y="60"/>
                    <a:pt x="29" y="60"/>
                    <a:pt x="29" y="56"/>
                  </a:cubicBezTo>
                  <a:cubicBezTo>
                    <a:pt x="29" y="53"/>
                    <a:pt x="25" y="55"/>
                    <a:pt x="22" y="53"/>
                  </a:cubicBezTo>
                  <a:cubicBezTo>
                    <a:pt x="19" y="50"/>
                    <a:pt x="20" y="49"/>
                    <a:pt x="20" y="46"/>
                  </a:cubicBezTo>
                  <a:cubicBezTo>
                    <a:pt x="20" y="43"/>
                    <a:pt x="23" y="41"/>
                    <a:pt x="24" y="36"/>
                  </a:cubicBezTo>
                  <a:cubicBezTo>
                    <a:pt x="24" y="32"/>
                    <a:pt x="18" y="33"/>
                    <a:pt x="14" y="31"/>
                  </a:cubicBezTo>
                  <a:cubicBezTo>
                    <a:pt x="10" y="29"/>
                    <a:pt x="6" y="27"/>
                    <a:pt x="6" y="23"/>
                  </a:cubicBezTo>
                  <a:cubicBezTo>
                    <a:pt x="6" y="19"/>
                    <a:pt x="6" y="14"/>
                    <a:pt x="3" y="14"/>
                  </a:cubicBezTo>
                  <a:cubicBezTo>
                    <a:pt x="1" y="14"/>
                    <a:pt x="0" y="11"/>
                    <a:pt x="0" y="8"/>
                  </a:cubicBezTo>
                  <a:cubicBezTo>
                    <a:pt x="0" y="6"/>
                    <a:pt x="2" y="4"/>
                    <a:pt x="3" y="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7"/>
                    <a:pt x="40" y="67"/>
                    <a:pt x="40" y="67"/>
                  </a:cubicBezTo>
                  <a:lnTo>
                    <a:pt x="36" y="7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5" name="Freeform 42"/>
            <p:cNvSpPr>
              <a:spLocks/>
            </p:cNvSpPr>
            <p:nvPr/>
          </p:nvSpPr>
          <p:spPr bwMode="auto">
            <a:xfrm>
              <a:off x="1035" y="3474"/>
              <a:ext cx="169" cy="169"/>
            </a:xfrm>
            <a:custGeom>
              <a:avLst/>
              <a:gdLst>
                <a:gd name="T0" fmla="*/ 7 w 81"/>
                <a:gd name="T1" fmla="*/ 72 h 81"/>
                <a:gd name="T2" fmla="*/ 4 w 81"/>
                <a:gd name="T3" fmla="*/ 65 h 81"/>
                <a:gd name="T4" fmla="*/ 0 w 81"/>
                <a:gd name="T5" fmla="*/ 55 h 81"/>
                <a:gd name="T6" fmla="*/ 0 w 81"/>
                <a:gd name="T7" fmla="*/ 55 h 81"/>
                <a:gd name="T8" fmla="*/ 4 w 81"/>
                <a:gd name="T9" fmla="*/ 52 h 81"/>
                <a:gd name="T10" fmla="*/ 4 w 81"/>
                <a:gd name="T11" fmla="*/ 48 h 81"/>
                <a:gd name="T12" fmla="*/ 6 w 81"/>
                <a:gd name="T13" fmla="*/ 47 h 81"/>
                <a:gd name="T14" fmla="*/ 6 w 81"/>
                <a:gd name="T15" fmla="*/ 43 h 81"/>
                <a:gd name="T16" fmla="*/ 11 w 81"/>
                <a:gd name="T17" fmla="*/ 40 h 81"/>
                <a:gd name="T18" fmla="*/ 10 w 81"/>
                <a:gd name="T19" fmla="*/ 29 h 81"/>
                <a:gd name="T20" fmla="*/ 16 w 81"/>
                <a:gd name="T21" fmla="*/ 26 h 81"/>
                <a:gd name="T22" fmla="*/ 13 w 81"/>
                <a:gd name="T23" fmla="*/ 21 h 81"/>
                <a:gd name="T24" fmla="*/ 14 w 81"/>
                <a:gd name="T25" fmla="*/ 16 h 81"/>
                <a:gd name="T26" fmla="*/ 15 w 81"/>
                <a:gd name="T27" fmla="*/ 10 h 81"/>
                <a:gd name="T28" fmla="*/ 17 w 81"/>
                <a:gd name="T29" fmla="*/ 10 h 81"/>
                <a:gd name="T30" fmla="*/ 18 w 81"/>
                <a:gd name="T31" fmla="*/ 4 h 81"/>
                <a:gd name="T32" fmla="*/ 21 w 81"/>
                <a:gd name="T33" fmla="*/ 2 h 81"/>
                <a:gd name="T34" fmla="*/ 25 w 81"/>
                <a:gd name="T35" fmla="*/ 3 h 81"/>
                <a:gd name="T36" fmla="*/ 29 w 81"/>
                <a:gd name="T37" fmla="*/ 1 h 81"/>
                <a:gd name="T38" fmla="*/ 35 w 81"/>
                <a:gd name="T39" fmla="*/ 0 h 81"/>
                <a:gd name="T40" fmla="*/ 38 w 81"/>
                <a:gd name="T41" fmla="*/ 6 h 81"/>
                <a:gd name="T42" fmla="*/ 45 w 81"/>
                <a:gd name="T43" fmla="*/ 8 h 81"/>
                <a:gd name="T44" fmla="*/ 44 w 81"/>
                <a:gd name="T45" fmla="*/ 15 h 81"/>
                <a:gd name="T46" fmla="*/ 47 w 81"/>
                <a:gd name="T47" fmla="*/ 16 h 81"/>
                <a:gd name="T48" fmla="*/ 53 w 81"/>
                <a:gd name="T49" fmla="*/ 18 h 81"/>
                <a:gd name="T50" fmla="*/ 60 w 81"/>
                <a:gd name="T51" fmla="*/ 29 h 81"/>
                <a:gd name="T52" fmla="*/ 59 w 81"/>
                <a:gd name="T53" fmla="*/ 32 h 81"/>
                <a:gd name="T54" fmla="*/ 69 w 81"/>
                <a:gd name="T55" fmla="*/ 40 h 81"/>
                <a:gd name="T56" fmla="*/ 81 w 81"/>
                <a:gd name="T57" fmla="*/ 55 h 81"/>
                <a:gd name="T58" fmla="*/ 78 w 81"/>
                <a:gd name="T59" fmla="*/ 56 h 81"/>
                <a:gd name="T60" fmla="*/ 81 w 81"/>
                <a:gd name="T61" fmla="*/ 62 h 81"/>
                <a:gd name="T62" fmla="*/ 78 w 81"/>
                <a:gd name="T63" fmla="*/ 65 h 81"/>
                <a:gd name="T64" fmla="*/ 72 w 81"/>
                <a:gd name="T65" fmla="*/ 64 h 81"/>
                <a:gd name="T66" fmla="*/ 67 w 81"/>
                <a:gd name="T67" fmla="*/ 61 h 81"/>
                <a:gd name="T68" fmla="*/ 61 w 81"/>
                <a:gd name="T69" fmla="*/ 58 h 81"/>
                <a:gd name="T70" fmla="*/ 56 w 81"/>
                <a:gd name="T71" fmla="*/ 61 h 81"/>
                <a:gd name="T72" fmla="*/ 45 w 81"/>
                <a:gd name="T73" fmla="*/ 61 h 81"/>
                <a:gd name="T74" fmla="*/ 45 w 81"/>
                <a:gd name="T75" fmla="*/ 66 h 81"/>
                <a:gd name="T76" fmla="*/ 36 w 81"/>
                <a:gd name="T77" fmla="*/ 77 h 81"/>
                <a:gd name="T78" fmla="*/ 27 w 81"/>
                <a:gd name="T79" fmla="*/ 77 h 81"/>
                <a:gd name="T80" fmla="*/ 25 w 81"/>
                <a:gd name="T81" fmla="*/ 79 h 81"/>
                <a:gd name="T82" fmla="*/ 20 w 81"/>
                <a:gd name="T83" fmla="*/ 81 h 81"/>
                <a:gd name="T84" fmla="*/ 17 w 81"/>
                <a:gd name="T85" fmla="*/ 77 h 81"/>
                <a:gd name="T86" fmla="*/ 11 w 81"/>
                <a:gd name="T87" fmla="*/ 76 h 81"/>
                <a:gd name="T88" fmla="*/ 10 w 81"/>
                <a:gd name="T89" fmla="*/ 71 h 81"/>
                <a:gd name="T90" fmla="*/ 7 w 81"/>
                <a:gd name="T91" fmla="*/ 7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1" h="81">
                  <a:moveTo>
                    <a:pt x="7" y="72"/>
                  </a:moveTo>
                  <a:cubicBezTo>
                    <a:pt x="6" y="69"/>
                    <a:pt x="3" y="68"/>
                    <a:pt x="4" y="65"/>
                  </a:cubicBezTo>
                  <a:cubicBezTo>
                    <a:pt x="4" y="62"/>
                    <a:pt x="1" y="57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1" y="62"/>
                    <a:pt x="81" y="62"/>
                    <a:pt x="81" y="62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7" y="65"/>
                    <a:pt x="72" y="64"/>
                    <a:pt x="72" y="64"/>
                  </a:cubicBezTo>
                  <a:cubicBezTo>
                    <a:pt x="71" y="64"/>
                    <a:pt x="67" y="63"/>
                    <a:pt x="67" y="61"/>
                  </a:cubicBezTo>
                  <a:cubicBezTo>
                    <a:pt x="67" y="58"/>
                    <a:pt x="63" y="58"/>
                    <a:pt x="61" y="58"/>
                  </a:cubicBezTo>
                  <a:cubicBezTo>
                    <a:pt x="58" y="58"/>
                    <a:pt x="56" y="61"/>
                    <a:pt x="56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5" y="61"/>
                    <a:pt x="45" y="64"/>
                    <a:pt x="45" y="66"/>
                  </a:cubicBezTo>
                  <a:cubicBezTo>
                    <a:pt x="46" y="69"/>
                    <a:pt x="36" y="77"/>
                    <a:pt x="36" y="77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77"/>
                    <a:pt x="25" y="78"/>
                    <a:pt x="25" y="79"/>
                  </a:cubicBezTo>
                  <a:cubicBezTo>
                    <a:pt x="25" y="81"/>
                    <a:pt x="22" y="81"/>
                    <a:pt x="20" y="81"/>
                  </a:cubicBezTo>
                  <a:cubicBezTo>
                    <a:pt x="19" y="81"/>
                    <a:pt x="17" y="77"/>
                    <a:pt x="17" y="77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1"/>
                    <a:pt x="10" y="71"/>
                    <a:pt x="10" y="71"/>
                  </a:cubicBezTo>
                  <a:lnTo>
                    <a:pt x="7" y="72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6" name="Freeform 43"/>
            <p:cNvSpPr>
              <a:spLocks/>
            </p:cNvSpPr>
            <p:nvPr/>
          </p:nvSpPr>
          <p:spPr bwMode="auto">
            <a:xfrm>
              <a:off x="1175" y="3364"/>
              <a:ext cx="154" cy="114"/>
            </a:xfrm>
            <a:custGeom>
              <a:avLst/>
              <a:gdLst>
                <a:gd name="T0" fmla="*/ 146 w 154"/>
                <a:gd name="T1" fmla="*/ 39 h 114"/>
                <a:gd name="T2" fmla="*/ 144 w 154"/>
                <a:gd name="T3" fmla="*/ 41 h 114"/>
                <a:gd name="T4" fmla="*/ 142 w 154"/>
                <a:gd name="T5" fmla="*/ 56 h 114"/>
                <a:gd name="T6" fmla="*/ 154 w 154"/>
                <a:gd name="T7" fmla="*/ 68 h 114"/>
                <a:gd name="T8" fmla="*/ 154 w 154"/>
                <a:gd name="T9" fmla="*/ 85 h 114"/>
                <a:gd name="T10" fmla="*/ 137 w 154"/>
                <a:gd name="T11" fmla="*/ 87 h 114"/>
                <a:gd name="T12" fmla="*/ 129 w 154"/>
                <a:gd name="T13" fmla="*/ 100 h 114"/>
                <a:gd name="T14" fmla="*/ 121 w 154"/>
                <a:gd name="T15" fmla="*/ 100 h 114"/>
                <a:gd name="T16" fmla="*/ 121 w 154"/>
                <a:gd name="T17" fmla="*/ 106 h 114"/>
                <a:gd name="T18" fmla="*/ 110 w 154"/>
                <a:gd name="T19" fmla="*/ 114 h 114"/>
                <a:gd name="T20" fmla="*/ 100 w 154"/>
                <a:gd name="T21" fmla="*/ 114 h 114"/>
                <a:gd name="T22" fmla="*/ 96 w 154"/>
                <a:gd name="T23" fmla="*/ 106 h 114"/>
                <a:gd name="T24" fmla="*/ 81 w 154"/>
                <a:gd name="T25" fmla="*/ 104 h 114"/>
                <a:gd name="T26" fmla="*/ 75 w 154"/>
                <a:gd name="T27" fmla="*/ 98 h 114"/>
                <a:gd name="T28" fmla="*/ 69 w 154"/>
                <a:gd name="T29" fmla="*/ 106 h 114"/>
                <a:gd name="T30" fmla="*/ 56 w 154"/>
                <a:gd name="T31" fmla="*/ 104 h 114"/>
                <a:gd name="T32" fmla="*/ 46 w 154"/>
                <a:gd name="T33" fmla="*/ 93 h 114"/>
                <a:gd name="T34" fmla="*/ 29 w 154"/>
                <a:gd name="T35" fmla="*/ 91 h 114"/>
                <a:gd name="T36" fmla="*/ 27 w 154"/>
                <a:gd name="T37" fmla="*/ 73 h 114"/>
                <a:gd name="T38" fmla="*/ 16 w 154"/>
                <a:gd name="T39" fmla="*/ 62 h 114"/>
                <a:gd name="T40" fmla="*/ 6 w 154"/>
                <a:gd name="T41" fmla="*/ 68 h 114"/>
                <a:gd name="T42" fmla="*/ 4 w 154"/>
                <a:gd name="T43" fmla="*/ 60 h 114"/>
                <a:gd name="T44" fmla="*/ 4 w 154"/>
                <a:gd name="T45" fmla="*/ 50 h 114"/>
                <a:gd name="T46" fmla="*/ 0 w 154"/>
                <a:gd name="T47" fmla="*/ 48 h 114"/>
                <a:gd name="T48" fmla="*/ 4 w 154"/>
                <a:gd name="T49" fmla="*/ 41 h 114"/>
                <a:gd name="T50" fmla="*/ 19 w 154"/>
                <a:gd name="T51" fmla="*/ 31 h 114"/>
                <a:gd name="T52" fmla="*/ 19 w 154"/>
                <a:gd name="T53" fmla="*/ 18 h 114"/>
                <a:gd name="T54" fmla="*/ 33 w 154"/>
                <a:gd name="T55" fmla="*/ 10 h 114"/>
                <a:gd name="T56" fmla="*/ 37 w 154"/>
                <a:gd name="T57" fmla="*/ 2 h 114"/>
                <a:gd name="T58" fmla="*/ 46 w 154"/>
                <a:gd name="T59" fmla="*/ 2 h 114"/>
                <a:gd name="T60" fmla="*/ 50 w 154"/>
                <a:gd name="T61" fmla="*/ 6 h 114"/>
                <a:gd name="T62" fmla="*/ 64 w 154"/>
                <a:gd name="T63" fmla="*/ 0 h 114"/>
                <a:gd name="T64" fmla="*/ 79 w 154"/>
                <a:gd name="T65" fmla="*/ 6 h 114"/>
                <a:gd name="T66" fmla="*/ 91 w 154"/>
                <a:gd name="T67" fmla="*/ 0 h 114"/>
                <a:gd name="T68" fmla="*/ 108 w 154"/>
                <a:gd name="T69" fmla="*/ 0 h 114"/>
                <a:gd name="T70" fmla="*/ 114 w 154"/>
                <a:gd name="T71" fmla="*/ 10 h 114"/>
                <a:gd name="T72" fmla="*/ 123 w 154"/>
                <a:gd name="T73" fmla="*/ 16 h 114"/>
                <a:gd name="T74" fmla="*/ 125 w 154"/>
                <a:gd name="T75" fmla="*/ 25 h 114"/>
                <a:gd name="T76" fmla="*/ 137 w 154"/>
                <a:gd name="T77" fmla="*/ 35 h 114"/>
                <a:gd name="T78" fmla="*/ 146 w 154"/>
                <a:gd name="T79" fmla="*/ 3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4" h="114">
                  <a:moveTo>
                    <a:pt x="146" y="39"/>
                  </a:moveTo>
                  <a:lnTo>
                    <a:pt x="144" y="41"/>
                  </a:lnTo>
                  <a:lnTo>
                    <a:pt x="142" y="56"/>
                  </a:lnTo>
                  <a:lnTo>
                    <a:pt x="154" y="68"/>
                  </a:lnTo>
                  <a:lnTo>
                    <a:pt x="154" y="85"/>
                  </a:lnTo>
                  <a:lnTo>
                    <a:pt x="137" y="87"/>
                  </a:lnTo>
                  <a:lnTo>
                    <a:pt x="129" y="100"/>
                  </a:lnTo>
                  <a:lnTo>
                    <a:pt x="121" y="100"/>
                  </a:lnTo>
                  <a:lnTo>
                    <a:pt x="121" y="106"/>
                  </a:lnTo>
                  <a:lnTo>
                    <a:pt x="110" y="114"/>
                  </a:lnTo>
                  <a:lnTo>
                    <a:pt x="100" y="114"/>
                  </a:lnTo>
                  <a:lnTo>
                    <a:pt x="96" y="106"/>
                  </a:lnTo>
                  <a:lnTo>
                    <a:pt x="81" y="104"/>
                  </a:lnTo>
                  <a:lnTo>
                    <a:pt x="75" y="98"/>
                  </a:lnTo>
                  <a:lnTo>
                    <a:pt x="69" y="106"/>
                  </a:lnTo>
                  <a:lnTo>
                    <a:pt x="56" y="104"/>
                  </a:lnTo>
                  <a:lnTo>
                    <a:pt x="46" y="93"/>
                  </a:lnTo>
                  <a:lnTo>
                    <a:pt x="29" y="91"/>
                  </a:lnTo>
                  <a:lnTo>
                    <a:pt x="27" y="73"/>
                  </a:lnTo>
                  <a:lnTo>
                    <a:pt x="16" y="62"/>
                  </a:lnTo>
                  <a:lnTo>
                    <a:pt x="6" y="68"/>
                  </a:lnTo>
                  <a:lnTo>
                    <a:pt x="4" y="60"/>
                  </a:lnTo>
                  <a:lnTo>
                    <a:pt x="4" y="50"/>
                  </a:lnTo>
                  <a:lnTo>
                    <a:pt x="0" y="48"/>
                  </a:lnTo>
                  <a:lnTo>
                    <a:pt x="4" y="41"/>
                  </a:lnTo>
                  <a:lnTo>
                    <a:pt x="19" y="31"/>
                  </a:lnTo>
                  <a:lnTo>
                    <a:pt x="19" y="18"/>
                  </a:lnTo>
                  <a:lnTo>
                    <a:pt x="33" y="10"/>
                  </a:lnTo>
                  <a:lnTo>
                    <a:pt x="37" y="2"/>
                  </a:lnTo>
                  <a:lnTo>
                    <a:pt x="46" y="2"/>
                  </a:lnTo>
                  <a:lnTo>
                    <a:pt x="50" y="6"/>
                  </a:lnTo>
                  <a:lnTo>
                    <a:pt x="64" y="0"/>
                  </a:lnTo>
                  <a:lnTo>
                    <a:pt x="79" y="6"/>
                  </a:lnTo>
                  <a:lnTo>
                    <a:pt x="91" y="0"/>
                  </a:lnTo>
                  <a:lnTo>
                    <a:pt x="108" y="0"/>
                  </a:lnTo>
                  <a:lnTo>
                    <a:pt x="114" y="10"/>
                  </a:lnTo>
                  <a:lnTo>
                    <a:pt x="123" y="16"/>
                  </a:lnTo>
                  <a:lnTo>
                    <a:pt x="125" y="25"/>
                  </a:lnTo>
                  <a:lnTo>
                    <a:pt x="137" y="35"/>
                  </a:lnTo>
                  <a:lnTo>
                    <a:pt x="146" y="39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7" name="Freeform 44"/>
            <p:cNvSpPr>
              <a:spLocks/>
            </p:cNvSpPr>
            <p:nvPr/>
          </p:nvSpPr>
          <p:spPr bwMode="auto">
            <a:xfrm>
              <a:off x="1079" y="3412"/>
              <a:ext cx="125" cy="110"/>
            </a:xfrm>
            <a:custGeom>
              <a:avLst/>
              <a:gdLst>
                <a:gd name="T0" fmla="*/ 2 w 125"/>
                <a:gd name="T1" fmla="*/ 39 h 110"/>
                <a:gd name="T2" fmla="*/ 21 w 125"/>
                <a:gd name="T3" fmla="*/ 33 h 110"/>
                <a:gd name="T4" fmla="*/ 25 w 125"/>
                <a:gd name="T5" fmla="*/ 29 h 110"/>
                <a:gd name="T6" fmla="*/ 21 w 125"/>
                <a:gd name="T7" fmla="*/ 22 h 110"/>
                <a:gd name="T8" fmla="*/ 31 w 125"/>
                <a:gd name="T9" fmla="*/ 14 h 110"/>
                <a:gd name="T10" fmla="*/ 37 w 125"/>
                <a:gd name="T11" fmla="*/ 2 h 110"/>
                <a:gd name="T12" fmla="*/ 52 w 125"/>
                <a:gd name="T13" fmla="*/ 0 h 110"/>
                <a:gd name="T14" fmla="*/ 60 w 125"/>
                <a:gd name="T15" fmla="*/ 14 h 110"/>
                <a:gd name="T16" fmla="*/ 71 w 125"/>
                <a:gd name="T17" fmla="*/ 14 h 110"/>
                <a:gd name="T18" fmla="*/ 75 w 125"/>
                <a:gd name="T19" fmla="*/ 4 h 110"/>
                <a:gd name="T20" fmla="*/ 87 w 125"/>
                <a:gd name="T21" fmla="*/ 4 h 110"/>
                <a:gd name="T22" fmla="*/ 94 w 125"/>
                <a:gd name="T23" fmla="*/ 0 h 110"/>
                <a:gd name="T24" fmla="*/ 100 w 125"/>
                <a:gd name="T25" fmla="*/ 2 h 110"/>
                <a:gd name="T26" fmla="*/ 100 w 125"/>
                <a:gd name="T27" fmla="*/ 12 h 110"/>
                <a:gd name="T28" fmla="*/ 102 w 125"/>
                <a:gd name="T29" fmla="*/ 20 h 110"/>
                <a:gd name="T30" fmla="*/ 112 w 125"/>
                <a:gd name="T31" fmla="*/ 14 h 110"/>
                <a:gd name="T32" fmla="*/ 123 w 125"/>
                <a:gd name="T33" fmla="*/ 25 h 110"/>
                <a:gd name="T34" fmla="*/ 125 w 125"/>
                <a:gd name="T35" fmla="*/ 43 h 110"/>
                <a:gd name="T36" fmla="*/ 121 w 125"/>
                <a:gd name="T37" fmla="*/ 43 h 110"/>
                <a:gd name="T38" fmla="*/ 100 w 125"/>
                <a:gd name="T39" fmla="*/ 62 h 110"/>
                <a:gd name="T40" fmla="*/ 87 w 125"/>
                <a:gd name="T41" fmla="*/ 70 h 110"/>
                <a:gd name="T42" fmla="*/ 92 w 125"/>
                <a:gd name="T43" fmla="*/ 77 h 110"/>
                <a:gd name="T44" fmla="*/ 92 w 125"/>
                <a:gd name="T45" fmla="*/ 93 h 110"/>
                <a:gd name="T46" fmla="*/ 96 w 125"/>
                <a:gd name="T47" fmla="*/ 97 h 110"/>
                <a:gd name="T48" fmla="*/ 94 w 125"/>
                <a:gd name="T49" fmla="*/ 110 h 110"/>
                <a:gd name="T50" fmla="*/ 73 w 125"/>
                <a:gd name="T51" fmla="*/ 110 h 110"/>
                <a:gd name="T52" fmla="*/ 67 w 125"/>
                <a:gd name="T53" fmla="*/ 100 h 110"/>
                <a:gd name="T54" fmla="*/ 54 w 125"/>
                <a:gd name="T55" fmla="*/ 95 h 110"/>
                <a:gd name="T56" fmla="*/ 48 w 125"/>
                <a:gd name="T57" fmla="*/ 93 h 110"/>
                <a:gd name="T58" fmla="*/ 50 w 125"/>
                <a:gd name="T59" fmla="*/ 79 h 110"/>
                <a:gd name="T60" fmla="*/ 35 w 125"/>
                <a:gd name="T61" fmla="*/ 75 h 110"/>
                <a:gd name="T62" fmla="*/ 29 w 125"/>
                <a:gd name="T63" fmla="*/ 62 h 110"/>
                <a:gd name="T64" fmla="*/ 17 w 125"/>
                <a:gd name="T65" fmla="*/ 64 h 110"/>
                <a:gd name="T66" fmla="*/ 17 w 125"/>
                <a:gd name="T67" fmla="*/ 64 h 110"/>
                <a:gd name="T68" fmla="*/ 0 w 125"/>
                <a:gd name="T69" fmla="*/ 50 h 110"/>
                <a:gd name="T70" fmla="*/ 2 w 125"/>
                <a:gd name="T71" fmla="*/ 3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5" h="110">
                  <a:moveTo>
                    <a:pt x="2" y="39"/>
                  </a:moveTo>
                  <a:lnTo>
                    <a:pt x="21" y="33"/>
                  </a:lnTo>
                  <a:lnTo>
                    <a:pt x="25" y="29"/>
                  </a:lnTo>
                  <a:lnTo>
                    <a:pt x="21" y="22"/>
                  </a:lnTo>
                  <a:lnTo>
                    <a:pt x="31" y="14"/>
                  </a:lnTo>
                  <a:lnTo>
                    <a:pt x="37" y="2"/>
                  </a:lnTo>
                  <a:lnTo>
                    <a:pt x="52" y="0"/>
                  </a:lnTo>
                  <a:lnTo>
                    <a:pt x="60" y="14"/>
                  </a:lnTo>
                  <a:lnTo>
                    <a:pt x="71" y="14"/>
                  </a:lnTo>
                  <a:lnTo>
                    <a:pt x="75" y="4"/>
                  </a:lnTo>
                  <a:lnTo>
                    <a:pt x="87" y="4"/>
                  </a:lnTo>
                  <a:lnTo>
                    <a:pt x="94" y="0"/>
                  </a:lnTo>
                  <a:lnTo>
                    <a:pt x="100" y="2"/>
                  </a:lnTo>
                  <a:lnTo>
                    <a:pt x="100" y="12"/>
                  </a:lnTo>
                  <a:lnTo>
                    <a:pt x="102" y="20"/>
                  </a:lnTo>
                  <a:lnTo>
                    <a:pt x="112" y="14"/>
                  </a:lnTo>
                  <a:lnTo>
                    <a:pt x="123" y="25"/>
                  </a:lnTo>
                  <a:lnTo>
                    <a:pt x="125" y="43"/>
                  </a:lnTo>
                  <a:lnTo>
                    <a:pt x="121" y="43"/>
                  </a:lnTo>
                  <a:lnTo>
                    <a:pt x="100" y="62"/>
                  </a:lnTo>
                  <a:lnTo>
                    <a:pt x="87" y="70"/>
                  </a:lnTo>
                  <a:lnTo>
                    <a:pt x="92" y="77"/>
                  </a:lnTo>
                  <a:lnTo>
                    <a:pt x="92" y="93"/>
                  </a:lnTo>
                  <a:lnTo>
                    <a:pt x="96" y="97"/>
                  </a:lnTo>
                  <a:lnTo>
                    <a:pt x="94" y="110"/>
                  </a:lnTo>
                  <a:lnTo>
                    <a:pt x="73" y="110"/>
                  </a:lnTo>
                  <a:lnTo>
                    <a:pt x="67" y="100"/>
                  </a:lnTo>
                  <a:lnTo>
                    <a:pt x="54" y="95"/>
                  </a:lnTo>
                  <a:lnTo>
                    <a:pt x="48" y="93"/>
                  </a:lnTo>
                  <a:lnTo>
                    <a:pt x="50" y="79"/>
                  </a:lnTo>
                  <a:lnTo>
                    <a:pt x="35" y="75"/>
                  </a:lnTo>
                  <a:lnTo>
                    <a:pt x="29" y="62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0" y="50"/>
                  </a:lnTo>
                  <a:lnTo>
                    <a:pt x="2" y="39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8" name="Freeform 45"/>
            <p:cNvSpPr>
              <a:spLocks/>
            </p:cNvSpPr>
            <p:nvPr/>
          </p:nvSpPr>
          <p:spPr bwMode="auto">
            <a:xfrm>
              <a:off x="1021" y="3330"/>
              <a:ext cx="108" cy="121"/>
            </a:xfrm>
            <a:custGeom>
              <a:avLst/>
              <a:gdLst>
                <a:gd name="T0" fmla="*/ 0 w 108"/>
                <a:gd name="T1" fmla="*/ 38 h 121"/>
                <a:gd name="T2" fmla="*/ 2 w 108"/>
                <a:gd name="T3" fmla="*/ 29 h 121"/>
                <a:gd name="T4" fmla="*/ 14 w 108"/>
                <a:gd name="T5" fmla="*/ 25 h 121"/>
                <a:gd name="T6" fmla="*/ 14 w 108"/>
                <a:gd name="T7" fmla="*/ 13 h 121"/>
                <a:gd name="T8" fmla="*/ 27 w 108"/>
                <a:gd name="T9" fmla="*/ 9 h 121"/>
                <a:gd name="T10" fmla="*/ 33 w 108"/>
                <a:gd name="T11" fmla="*/ 17 h 121"/>
                <a:gd name="T12" fmla="*/ 39 w 108"/>
                <a:gd name="T13" fmla="*/ 13 h 121"/>
                <a:gd name="T14" fmla="*/ 39 w 108"/>
                <a:gd name="T15" fmla="*/ 2 h 121"/>
                <a:gd name="T16" fmla="*/ 45 w 108"/>
                <a:gd name="T17" fmla="*/ 0 h 121"/>
                <a:gd name="T18" fmla="*/ 60 w 108"/>
                <a:gd name="T19" fmla="*/ 6 h 121"/>
                <a:gd name="T20" fmla="*/ 75 w 108"/>
                <a:gd name="T21" fmla="*/ 6 h 121"/>
                <a:gd name="T22" fmla="*/ 79 w 108"/>
                <a:gd name="T23" fmla="*/ 11 h 121"/>
                <a:gd name="T24" fmla="*/ 81 w 108"/>
                <a:gd name="T25" fmla="*/ 27 h 121"/>
                <a:gd name="T26" fmla="*/ 95 w 108"/>
                <a:gd name="T27" fmla="*/ 50 h 121"/>
                <a:gd name="T28" fmla="*/ 108 w 108"/>
                <a:gd name="T29" fmla="*/ 59 h 121"/>
                <a:gd name="T30" fmla="*/ 108 w 108"/>
                <a:gd name="T31" fmla="*/ 82 h 121"/>
                <a:gd name="T32" fmla="*/ 95 w 108"/>
                <a:gd name="T33" fmla="*/ 84 h 121"/>
                <a:gd name="T34" fmla="*/ 89 w 108"/>
                <a:gd name="T35" fmla="*/ 96 h 121"/>
                <a:gd name="T36" fmla="*/ 79 w 108"/>
                <a:gd name="T37" fmla="*/ 104 h 121"/>
                <a:gd name="T38" fmla="*/ 83 w 108"/>
                <a:gd name="T39" fmla="*/ 111 h 121"/>
                <a:gd name="T40" fmla="*/ 79 w 108"/>
                <a:gd name="T41" fmla="*/ 115 h 121"/>
                <a:gd name="T42" fmla="*/ 60 w 108"/>
                <a:gd name="T43" fmla="*/ 121 h 121"/>
                <a:gd name="T44" fmla="*/ 60 w 108"/>
                <a:gd name="T45" fmla="*/ 121 h 121"/>
                <a:gd name="T46" fmla="*/ 43 w 108"/>
                <a:gd name="T47" fmla="*/ 111 h 121"/>
                <a:gd name="T48" fmla="*/ 41 w 108"/>
                <a:gd name="T49" fmla="*/ 96 h 121"/>
                <a:gd name="T50" fmla="*/ 33 w 108"/>
                <a:gd name="T51" fmla="*/ 77 h 121"/>
                <a:gd name="T52" fmla="*/ 27 w 108"/>
                <a:gd name="T53" fmla="*/ 63 h 121"/>
                <a:gd name="T54" fmla="*/ 18 w 108"/>
                <a:gd name="T55" fmla="*/ 63 h 121"/>
                <a:gd name="T56" fmla="*/ 14 w 108"/>
                <a:gd name="T57" fmla="*/ 46 h 121"/>
                <a:gd name="T58" fmla="*/ 0 w 108"/>
                <a:gd name="T59" fmla="*/ 38 h 121"/>
                <a:gd name="T60" fmla="*/ 0 w 108"/>
                <a:gd name="T61" fmla="*/ 3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8" h="121">
                  <a:moveTo>
                    <a:pt x="0" y="38"/>
                  </a:moveTo>
                  <a:lnTo>
                    <a:pt x="2" y="29"/>
                  </a:lnTo>
                  <a:lnTo>
                    <a:pt x="14" y="25"/>
                  </a:lnTo>
                  <a:lnTo>
                    <a:pt x="14" y="13"/>
                  </a:lnTo>
                  <a:lnTo>
                    <a:pt x="27" y="9"/>
                  </a:lnTo>
                  <a:lnTo>
                    <a:pt x="33" y="17"/>
                  </a:lnTo>
                  <a:lnTo>
                    <a:pt x="39" y="13"/>
                  </a:lnTo>
                  <a:lnTo>
                    <a:pt x="39" y="2"/>
                  </a:lnTo>
                  <a:lnTo>
                    <a:pt x="45" y="0"/>
                  </a:lnTo>
                  <a:lnTo>
                    <a:pt x="60" y="6"/>
                  </a:lnTo>
                  <a:lnTo>
                    <a:pt x="75" y="6"/>
                  </a:lnTo>
                  <a:lnTo>
                    <a:pt x="79" y="11"/>
                  </a:lnTo>
                  <a:lnTo>
                    <a:pt x="81" y="27"/>
                  </a:lnTo>
                  <a:lnTo>
                    <a:pt x="95" y="50"/>
                  </a:lnTo>
                  <a:lnTo>
                    <a:pt x="108" y="59"/>
                  </a:lnTo>
                  <a:lnTo>
                    <a:pt x="108" y="82"/>
                  </a:lnTo>
                  <a:lnTo>
                    <a:pt x="95" y="84"/>
                  </a:lnTo>
                  <a:lnTo>
                    <a:pt x="89" y="96"/>
                  </a:lnTo>
                  <a:lnTo>
                    <a:pt x="79" y="104"/>
                  </a:lnTo>
                  <a:lnTo>
                    <a:pt x="83" y="111"/>
                  </a:lnTo>
                  <a:lnTo>
                    <a:pt x="79" y="115"/>
                  </a:lnTo>
                  <a:lnTo>
                    <a:pt x="60" y="121"/>
                  </a:lnTo>
                  <a:lnTo>
                    <a:pt x="60" y="121"/>
                  </a:lnTo>
                  <a:lnTo>
                    <a:pt x="43" y="111"/>
                  </a:lnTo>
                  <a:lnTo>
                    <a:pt x="41" y="96"/>
                  </a:lnTo>
                  <a:lnTo>
                    <a:pt x="33" y="77"/>
                  </a:lnTo>
                  <a:lnTo>
                    <a:pt x="27" y="63"/>
                  </a:lnTo>
                  <a:lnTo>
                    <a:pt x="18" y="63"/>
                  </a:lnTo>
                  <a:lnTo>
                    <a:pt x="14" y="46"/>
                  </a:lnTo>
                  <a:lnTo>
                    <a:pt x="0" y="38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9" name="Freeform 46"/>
            <p:cNvSpPr>
              <a:spLocks noEditPoints="1"/>
            </p:cNvSpPr>
            <p:nvPr/>
          </p:nvSpPr>
          <p:spPr bwMode="auto">
            <a:xfrm>
              <a:off x="1098" y="3316"/>
              <a:ext cx="104" cy="112"/>
            </a:xfrm>
            <a:custGeom>
              <a:avLst/>
              <a:gdLst>
                <a:gd name="T0" fmla="*/ 0 w 104"/>
                <a:gd name="T1" fmla="*/ 23 h 112"/>
                <a:gd name="T2" fmla="*/ 10 w 104"/>
                <a:gd name="T3" fmla="*/ 10 h 112"/>
                <a:gd name="T4" fmla="*/ 23 w 104"/>
                <a:gd name="T5" fmla="*/ 12 h 112"/>
                <a:gd name="T6" fmla="*/ 27 w 104"/>
                <a:gd name="T7" fmla="*/ 4 h 112"/>
                <a:gd name="T8" fmla="*/ 37 w 104"/>
                <a:gd name="T9" fmla="*/ 2 h 112"/>
                <a:gd name="T10" fmla="*/ 54 w 104"/>
                <a:gd name="T11" fmla="*/ 14 h 112"/>
                <a:gd name="T12" fmla="*/ 60 w 104"/>
                <a:gd name="T13" fmla="*/ 14 h 112"/>
                <a:gd name="T14" fmla="*/ 60 w 104"/>
                <a:gd name="T15" fmla="*/ 2 h 112"/>
                <a:gd name="T16" fmla="*/ 68 w 104"/>
                <a:gd name="T17" fmla="*/ 0 h 112"/>
                <a:gd name="T18" fmla="*/ 79 w 104"/>
                <a:gd name="T19" fmla="*/ 10 h 112"/>
                <a:gd name="T20" fmla="*/ 83 w 104"/>
                <a:gd name="T21" fmla="*/ 4 h 112"/>
                <a:gd name="T22" fmla="*/ 91 w 104"/>
                <a:gd name="T23" fmla="*/ 10 h 112"/>
                <a:gd name="T24" fmla="*/ 104 w 104"/>
                <a:gd name="T25" fmla="*/ 14 h 112"/>
                <a:gd name="T26" fmla="*/ 100 w 104"/>
                <a:gd name="T27" fmla="*/ 35 h 112"/>
                <a:gd name="T28" fmla="*/ 100 w 104"/>
                <a:gd name="T29" fmla="*/ 48 h 112"/>
                <a:gd name="T30" fmla="*/ 102 w 104"/>
                <a:gd name="T31" fmla="*/ 62 h 112"/>
                <a:gd name="T32" fmla="*/ 96 w 104"/>
                <a:gd name="T33" fmla="*/ 66 h 112"/>
                <a:gd name="T34" fmla="*/ 96 w 104"/>
                <a:gd name="T35" fmla="*/ 79 h 112"/>
                <a:gd name="T36" fmla="*/ 81 w 104"/>
                <a:gd name="T37" fmla="*/ 89 h 112"/>
                <a:gd name="T38" fmla="*/ 77 w 104"/>
                <a:gd name="T39" fmla="*/ 96 h 112"/>
                <a:gd name="T40" fmla="*/ 75 w 104"/>
                <a:gd name="T41" fmla="*/ 96 h 112"/>
                <a:gd name="T42" fmla="*/ 68 w 104"/>
                <a:gd name="T43" fmla="*/ 100 h 112"/>
                <a:gd name="T44" fmla="*/ 56 w 104"/>
                <a:gd name="T45" fmla="*/ 100 h 112"/>
                <a:gd name="T46" fmla="*/ 52 w 104"/>
                <a:gd name="T47" fmla="*/ 110 h 112"/>
                <a:gd name="T48" fmla="*/ 41 w 104"/>
                <a:gd name="T49" fmla="*/ 110 h 112"/>
                <a:gd name="T50" fmla="*/ 33 w 104"/>
                <a:gd name="T51" fmla="*/ 96 h 112"/>
                <a:gd name="T52" fmla="*/ 18 w 104"/>
                <a:gd name="T53" fmla="*/ 98 h 112"/>
                <a:gd name="T54" fmla="*/ 31 w 104"/>
                <a:gd name="T55" fmla="*/ 96 h 112"/>
                <a:gd name="T56" fmla="*/ 31 w 104"/>
                <a:gd name="T57" fmla="*/ 73 h 112"/>
                <a:gd name="T58" fmla="*/ 18 w 104"/>
                <a:gd name="T59" fmla="*/ 64 h 112"/>
                <a:gd name="T60" fmla="*/ 4 w 104"/>
                <a:gd name="T61" fmla="*/ 41 h 112"/>
                <a:gd name="T62" fmla="*/ 2 w 104"/>
                <a:gd name="T63" fmla="*/ 25 h 112"/>
                <a:gd name="T64" fmla="*/ 0 w 104"/>
                <a:gd name="T65" fmla="*/ 23 h 112"/>
                <a:gd name="T66" fmla="*/ 0 w 104"/>
                <a:gd name="T67" fmla="*/ 23 h 112"/>
                <a:gd name="T68" fmla="*/ 10 w 104"/>
                <a:gd name="T69" fmla="*/ 112 h 112"/>
                <a:gd name="T70" fmla="*/ 10 w 104"/>
                <a:gd name="T71" fmla="*/ 112 h 112"/>
                <a:gd name="T72" fmla="*/ 12 w 104"/>
                <a:gd name="T73" fmla="*/ 110 h 112"/>
                <a:gd name="T74" fmla="*/ 10 w 104"/>
                <a:gd name="T75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4" h="112">
                  <a:moveTo>
                    <a:pt x="0" y="23"/>
                  </a:moveTo>
                  <a:lnTo>
                    <a:pt x="10" y="10"/>
                  </a:lnTo>
                  <a:lnTo>
                    <a:pt x="23" y="12"/>
                  </a:lnTo>
                  <a:lnTo>
                    <a:pt x="27" y="4"/>
                  </a:lnTo>
                  <a:lnTo>
                    <a:pt x="37" y="2"/>
                  </a:lnTo>
                  <a:lnTo>
                    <a:pt x="54" y="14"/>
                  </a:lnTo>
                  <a:lnTo>
                    <a:pt x="60" y="14"/>
                  </a:lnTo>
                  <a:lnTo>
                    <a:pt x="60" y="2"/>
                  </a:lnTo>
                  <a:lnTo>
                    <a:pt x="68" y="0"/>
                  </a:lnTo>
                  <a:lnTo>
                    <a:pt x="79" y="10"/>
                  </a:lnTo>
                  <a:lnTo>
                    <a:pt x="83" y="4"/>
                  </a:lnTo>
                  <a:lnTo>
                    <a:pt x="91" y="10"/>
                  </a:lnTo>
                  <a:lnTo>
                    <a:pt x="104" y="14"/>
                  </a:lnTo>
                  <a:lnTo>
                    <a:pt x="100" y="35"/>
                  </a:lnTo>
                  <a:lnTo>
                    <a:pt x="100" y="48"/>
                  </a:lnTo>
                  <a:lnTo>
                    <a:pt x="102" y="62"/>
                  </a:lnTo>
                  <a:lnTo>
                    <a:pt x="96" y="66"/>
                  </a:lnTo>
                  <a:lnTo>
                    <a:pt x="96" y="79"/>
                  </a:lnTo>
                  <a:lnTo>
                    <a:pt x="81" y="89"/>
                  </a:lnTo>
                  <a:lnTo>
                    <a:pt x="77" y="96"/>
                  </a:lnTo>
                  <a:lnTo>
                    <a:pt x="75" y="96"/>
                  </a:lnTo>
                  <a:lnTo>
                    <a:pt x="68" y="100"/>
                  </a:lnTo>
                  <a:lnTo>
                    <a:pt x="56" y="100"/>
                  </a:lnTo>
                  <a:lnTo>
                    <a:pt x="52" y="110"/>
                  </a:lnTo>
                  <a:lnTo>
                    <a:pt x="41" y="110"/>
                  </a:lnTo>
                  <a:lnTo>
                    <a:pt x="33" y="96"/>
                  </a:lnTo>
                  <a:lnTo>
                    <a:pt x="18" y="98"/>
                  </a:lnTo>
                  <a:lnTo>
                    <a:pt x="31" y="96"/>
                  </a:lnTo>
                  <a:lnTo>
                    <a:pt x="31" y="73"/>
                  </a:lnTo>
                  <a:lnTo>
                    <a:pt x="18" y="64"/>
                  </a:lnTo>
                  <a:lnTo>
                    <a:pt x="4" y="41"/>
                  </a:lnTo>
                  <a:lnTo>
                    <a:pt x="2" y="25"/>
                  </a:lnTo>
                  <a:lnTo>
                    <a:pt x="0" y="23"/>
                  </a:lnTo>
                  <a:lnTo>
                    <a:pt x="0" y="23"/>
                  </a:lnTo>
                  <a:close/>
                  <a:moveTo>
                    <a:pt x="10" y="112"/>
                  </a:moveTo>
                  <a:lnTo>
                    <a:pt x="10" y="112"/>
                  </a:lnTo>
                  <a:lnTo>
                    <a:pt x="12" y="110"/>
                  </a:lnTo>
                  <a:lnTo>
                    <a:pt x="10" y="112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0" name="Freeform 47"/>
            <p:cNvSpPr>
              <a:spLocks/>
            </p:cNvSpPr>
            <p:nvPr/>
          </p:nvSpPr>
          <p:spPr bwMode="auto">
            <a:xfrm>
              <a:off x="1054" y="3243"/>
              <a:ext cx="142" cy="96"/>
            </a:xfrm>
            <a:custGeom>
              <a:avLst/>
              <a:gdLst>
                <a:gd name="T0" fmla="*/ 0 w 142"/>
                <a:gd name="T1" fmla="*/ 14 h 96"/>
                <a:gd name="T2" fmla="*/ 4 w 142"/>
                <a:gd name="T3" fmla="*/ 10 h 96"/>
                <a:gd name="T4" fmla="*/ 12 w 142"/>
                <a:gd name="T5" fmla="*/ 8 h 96"/>
                <a:gd name="T6" fmla="*/ 19 w 142"/>
                <a:gd name="T7" fmla="*/ 0 h 96"/>
                <a:gd name="T8" fmla="*/ 31 w 142"/>
                <a:gd name="T9" fmla="*/ 0 h 96"/>
                <a:gd name="T10" fmla="*/ 40 w 142"/>
                <a:gd name="T11" fmla="*/ 16 h 96"/>
                <a:gd name="T12" fmla="*/ 50 w 142"/>
                <a:gd name="T13" fmla="*/ 12 h 96"/>
                <a:gd name="T14" fmla="*/ 65 w 142"/>
                <a:gd name="T15" fmla="*/ 25 h 96"/>
                <a:gd name="T16" fmla="*/ 81 w 142"/>
                <a:gd name="T17" fmla="*/ 14 h 96"/>
                <a:gd name="T18" fmla="*/ 104 w 142"/>
                <a:gd name="T19" fmla="*/ 16 h 96"/>
                <a:gd name="T20" fmla="*/ 121 w 142"/>
                <a:gd name="T21" fmla="*/ 33 h 96"/>
                <a:gd name="T22" fmla="*/ 133 w 142"/>
                <a:gd name="T23" fmla="*/ 35 h 96"/>
                <a:gd name="T24" fmla="*/ 142 w 142"/>
                <a:gd name="T25" fmla="*/ 50 h 96"/>
                <a:gd name="T26" fmla="*/ 131 w 142"/>
                <a:gd name="T27" fmla="*/ 62 h 96"/>
                <a:gd name="T28" fmla="*/ 131 w 142"/>
                <a:gd name="T29" fmla="*/ 81 h 96"/>
                <a:gd name="T30" fmla="*/ 127 w 142"/>
                <a:gd name="T31" fmla="*/ 77 h 96"/>
                <a:gd name="T32" fmla="*/ 123 w 142"/>
                <a:gd name="T33" fmla="*/ 83 h 96"/>
                <a:gd name="T34" fmla="*/ 112 w 142"/>
                <a:gd name="T35" fmla="*/ 73 h 96"/>
                <a:gd name="T36" fmla="*/ 104 w 142"/>
                <a:gd name="T37" fmla="*/ 75 h 96"/>
                <a:gd name="T38" fmla="*/ 104 w 142"/>
                <a:gd name="T39" fmla="*/ 87 h 96"/>
                <a:gd name="T40" fmla="*/ 98 w 142"/>
                <a:gd name="T41" fmla="*/ 87 h 96"/>
                <a:gd name="T42" fmla="*/ 81 w 142"/>
                <a:gd name="T43" fmla="*/ 75 h 96"/>
                <a:gd name="T44" fmla="*/ 71 w 142"/>
                <a:gd name="T45" fmla="*/ 77 h 96"/>
                <a:gd name="T46" fmla="*/ 67 w 142"/>
                <a:gd name="T47" fmla="*/ 85 h 96"/>
                <a:gd name="T48" fmla="*/ 54 w 142"/>
                <a:gd name="T49" fmla="*/ 83 h 96"/>
                <a:gd name="T50" fmla="*/ 44 w 142"/>
                <a:gd name="T51" fmla="*/ 96 h 96"/>
                <a:gd name="T52" fmla="*/ 42 w 142"/>
                <a:gd name="T53" fmla="*/ 93 h 96"/>
                <a:gd name="T54" fmla="*/ 27 w 142"/>
                <a:gd name="T55" fmla="*/ 93 h 96"/>
                <a:gd name="T56" fmla="*/ 12 w 142"/>
                <a:gd name="T57" fmla="*/ 87 h 96"/>
                <a:gd name="T58" fmla="*/ 12 w 142"/>
                <a:gd name="T59" fmla="*/ 79 h 96"/>
                <a:gd name="T60" fmla="*/ 2 w 142"/>
                <a:gd name="T61" fmla="*/ 68 h 96"/>
                <a:gd name="T62" fmla="*/ 0 w 142"/>
                <a:gd name="T63" fmla="*/ 60 h 96"/>
                <a:gd name="T64" fmla="*/ 8 w 142"/>
                <a:gd name="T65" fmla="*/ 54 h 96"/>
                <a:gd name="T66" fmla="*/ 8 w 142"/>
                <a:gd name="T67" fmla="*/ 41 h 96"/>
                <a:gd name="T68" fmla="*/ 6 w 142"/>
                <a:gd name="T69" fmla="*/ 31 h 96"/>
                <a:gd name="T70" fmla="*/ 4 w 142"/>
                <a:gd name="T71" fmla="*/ 14 h 96"/>
                <a:gd name="T72" fmla="*/ 0 w 142"/>
                <a:gd name="T73" fmla="*/ 1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2" h="96">
                  <a:moveTo>
                    <a:pt x="0" y="14"/>
                  </a:moveTo>
                  <a:lnTo>
                    <a:pt x="4" y="10"/>
                  </a:lnTo>
                  <a:lnTo>
                    <a:pt x="12" y="8"/>
                  </a:lnTo>
                  <a:lnTo>
                    <a:pt x="19" y="0"/>
                  </a:lnTo>
                  <a:lnTo>
                    <a:pt x="31" y="0"/>
                  </a:lnTo>
                  <a:lnTo>
                    <a:pt x="40" y="16"/>
                  </a:lnTo>
                  <a:lnTo>
                    <a:pt x="50" y="12"/>
                  </a:lnTo>
                  <a:lnTo>
                    <a:pt x="65" y="25"/>
                  </a:lnTo>
                  <a:lnTo>
                    <a:pt x="81" y="14"/>
                  </a:lnTo>
                  <a:lnTo>
                    <a:pt x="104" y="16"/>
                  </a:lnTo>
                  <a:lnTo>
                    <a:pt x="121" y="33"/>
                  </a:lnTo>
                  <a:lnTo>
                    <a:pt x="133" y="35"/>
                  </a:lnTo>
                  <a:lnTo>
                    <a:pt x="142" y="50"/>
                  </a:lnTo>
                  <a:lnTo>
                    <a:pt x="131" y="62"/>
                  </a:lnTo>
                  <a:lnTo>
                    <a:pt x="131" y="81"/>
                  </a:lnTo>
                  <a:lnTo>
                    <a:pt x="127" y="77"/>
                  </a:lnTo>
                  <a:lnTo>
                    <a:pt x="123" y="83"/>
                  </a:lnTo>
                  <a:lnTo>
                    <a:pt x="112" y="73"/>
                  </a:lnTo>
                  <a:lnTo>
                    <a:pt x="104" y="75"/>
                  </a:lnTo>
                  <a:lnTo>
                    <a:pt x="104" y="87"/>
                  </a:lnTo>
                  <a:lnTo>
                    <a:pt x="98" y="87"/>
                  </a:lnTo>
                  <a:lnTo>
                    <a:pt x="8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54" y="83"/>
                  </a:lnTo>
                  <a:lnTo>
                    <a:pt x="44" y="96"/>
                  </a:lnTo>
                  <a:lnTo>
                    <a:pt x="42" y="93"/>
                  </a:lnTo>
                  <a:lnTo>
                    <a:pt x="27" y="93"/>
                  </a:lnTo>
                  <a:lnTo>
                    <a:pt x="12" y="87"/>
                  </a:lnTo>
                  <a:lnTo>
                    <a:pt x="12" y="79"/>
                  </a:lnTo>
                  <a:lnTo>
                    <a:pt x="2" y="68"/>
                  </a:lnTo>
                  <a:lnTo>
                    <a:pt x="0" y="60"/>
                  </a:lnTo>
                  <a:lnTo>
                    <a:pt x="8" y="54"/>
                  </a:lnTo>
                  <a:lnTo>
                    <a:pt x="8" y="41"/>
                  </a:lnTo>
                  <a:lnTo>
                    <a:pt x="6" y="31"/>
                  </a:lnTo>
                  <a:lnTo>
                    <a:pt x="4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1" name="Freeform 48"/>
            <p:cNvSpPr>
              <a:spLocks noEditPoints="1"/>
            </p:cNvSpPr>
            <p:nvPr/>
          </p:nvSpPr>
          <p:spPr bwMode="auto">
            <a:xfrm>
              <a:off x="1152" y="3205"/>
              <a:ext cx="137" cy="173"/>
            </a:xfrm>
            <a:custGeom>
              <a:avLst/>
              <a:gdLst>
                <a:gd name="T0" fmla="*/ 31 w 137"/>
                <a:gd name="T1" fmla="*/ 11 h 173"/>
                <a:gd name="T2" fmla="*/ 44 w 137"/>
                <a:gd name="T3" fmla="*/ 11 h 173"/>
                <a:gd name="T4" fmla="*/ 56 w 137"/>
                <a:gd name="T5" fmla="*/ 0 h 173"/>
                <a:gd name="T6" fmla="*/ 64 w 137"/>
                <a:gd name="T7" fmla="*/ 17 h 173"/>
                <a:gd name="T8" fmla="*/ 77 w 137"/>
                <a:gd name="T9" fmla="*/ 19 h 173"/>
                <a:gd name="T10" fmla="*/ 94 w 137"/>
                <a:gd name="T11" fmla="*/ 27 h 173"/>
                <a:gd name="T12" fmla="*/ 102 w 137"/>
                <a:gd name="T13" fmla="*/ 27 h 173"/>
                <a:gd name="T14" fmla="*/ 121 w 137"/>
                <a:gd name="T15" fmla="*/ 36 h 173"/>
                <a:gd name="T16" fmla="*/ 137 w 137"/>
                <a:gd name="T17" fmla="*/ 40 h 173"/>
                <a:gd name="T18" fmla="*/ 133 w 137"/>
                <a:gd name="T19" fmla="*/ 54 h 173"/>
                <a:gd name="T20" fmla="*/ 125 w 137"/>
                <a:gd name="T21" fmla="*/ 69 h 173"/>
                <a:gd name="T22" fmla="*/ 121 w 137"/>
                <a:gd name="T23" fmla="*/ 77 h 173"/>
                <a:gd name="T24" fmla="*/ 119 w 137"/>
                <a:gd name="T25" fmla="*/ 86 h 173"/>
                <a:gd name="T26" fmla="*/ 110 w 137"/>
                <a:gd name="T27" fmla="*/ 92 h 173"/>
                <a:gd name="T28" fmla="*/ 114 w 137"/>
                <a:gd name="T29" fmla="*/ 102 h 173"/>
                <a:gd name="T30" fmla="*/ 123 w 137"/>
                <a:gd name="T31" fmla="*/ 100 h 173"/>
                <a:gd name="T32" fmla="*/ 123 w 137"/>
                <a:gd name="T33" fmla="*/ 117 h 173"/>
                <a:gd name="T34" fmla="*/ 137 w 137"/>
                <a:gd name="T35" fmla="*/ 123 h 173"/>
                <a:gd name="T36" fmla="*/ 137 w 137"/>
                <a:gd name="T37" fmla="*/ 134 h 173"/>
                <a:gd name="T38" fmla="*/ 131 w 137"/>
                <a:gd name="T39" fmla="*/ 146 h 173"/>
                <a:gd name="T40" fmla="*/ 129 w 137"/>
                <a:gd name="T41" fmla="*/ 159 h 173"/>
                <a:gd name="T42" fmla="*/ 114 w 137"/>
                <a:gd name="T43" fmla="*/ 159 h 173"/>
                <a:gd name="T44" fmla="*/ 102 w 137"/>
                <a:gd name="T45" fmla="*/ 165 h 173"/>
                <a:gd name="T46" fmla="*/ 87 w 137"/>
                <a:gd name="T47" fmla="*/ 159 h 173"/>
                <a:gd name="T48" fmla="*/ 73 w 137"/>
                <a:gd name="T49" fmla="*/ 165 h 173"/>
                <a:gd name="T50" fmla="*/ 69 w 137"/>
                <a:gd name="T51" fmla="*/ 161 h 173"/>
                <a:gd name="T52" fmla="*/ 60 w 137"/>
                <a:gd name="T53" fmla="*/ 161 h 173"/>
                <a:gd name="T54" fmla="*/ 56 w 137"/>
                <a:gd name="T55" fmla="*/ 169 h 173"/>
                <a:gd name="T56" fmla="*/ 48 w 137"/>
                <a:gd name="T57" fmla="*/ 173 h 173"/>
                <a:gd name="T58" fmla="*/ 46 w 137"/>
                <a:gd name="T59" fmla="*/ 159 h 173"/>
                <a:gd name="T60" fmla="*/ 46 w 137"/>
                <a:gd name="T61" fmla="*/ 146 h 173"/>
                <a:gd name="T62" fmla="*/ 50 w 137"/>
                <a:gd name="T63" fmla="*/ 125 h 173"/>
                <a:gd name="T64" fmla="*/ 37 w 137"/>
                <a:gd name="T65" fmla="*/ 121 h 173"/>
                <a:gd name="T66" fmla="*/ 33 w 137"/>
                <a:gd name="T67" fmla="*/ 119 h 173"/>
                <a:gd name="T68" fmla="*/ 33 w 137"/>
                <a:gd name="T69" fmla="*/ 100 h 173"/>
                <a:gd name="T70" fmla="*/ 44 w 137"/>
                <a:gd name="T71" fmla="*/ 88 h 173"/>
                <a:gd name="T72" fmla="*/ 35 w 137"/>
                <a:gd name="T73" fmla="*/ 73 h 173"/>
                <a:gd name="T74" fmla="*/ 23 w 137"/>
                <a:gd name="T75" fmla="*/ 71 h 173"/>
                <a:gd name="T76" fmla="*/ 6 w 137"/>
                <a:gd name="T77" fmla="*/ 54 h 173"/>
                <a:gd name="T78" fmla="*/ 0 w 137"/>
                <a:gd name="T79" fmla="*/ 54 h 173"/>
                <a:gd name="T80" fmla="*/ 14 w 137"/>
                <a:gd name="T81" fmla="*/ 34 h 173"/>
                <a:gd name="T82" fmla="*/ 29 w 137"/>
                <a:gd name="T83" fmla="*/ 29 h 173"/>
                <a:gd name="T84" fmla="*/ 31 w 137"/>
                <a:gd name="T85" fmla="*/ 13 h 173"/>
                <a:gd name="T86" fmla="*/ 31 w 137"/>
                <a:gd name="T87" fmla="*/ 11 h 173"/>
                <a:gd name="T88" fmla="*/ 31 w 137"/>
                <a:gd name="T89" fmla="*/ 11 h 173"/>
                <a:gd name="T90" fmla="*/ 60 w 137"/>
                <a:gd name="T91" fmla="*/ 73 h 173"/>
                <a:gd name="T92" fmla="*/ 62 w 137"/>
                <a:gd name="T93" fmla="*/ 81 h 173"/>
                <a:gd name="T94" fmla="*/ 60 w 137"/>
                <a:gd name="T95" fmla="*/ 88 h 173"/>
                <a:gd name="T96" fmla="*/ 58 w 137"/>
                <a:gd name="T97" fmla="*/ 98 h 173"/>
                <a:gd name="T98" fmla="*/ 69 w 137"/>
                <a:gd name="T99" fmla="*/ 98 h 173"/>
                <a:gd name="T100" fmla="*/ 75 w 137"/>
                <a:gd name="T101" fmla="*/ 92 h 173"/>
                <a:gd name="T102" fmla="*/ 81 w 137"/>
                <a:gd name="T103" fmla="*/ 98 h 173"/>
                <a:gd name="T104" fmla="*/ 89 w 137"/>
                <a:gd name="T105" fmla="*/ 98 h 173"/>
                <a:gd name="T106" fmla="*/ 89 w 137"/>
                <a:gd name="T107" fmla="*/ 86 h 173"/>
                <a:gd name="T108" fmla="*/ 98 w 137"/>
                <a:gd name="T109" fmla="*/ 77 h 173"/>
                <a:gd name="T110" fmla="*/ 87 w 137"/>
                <a:gd name="T111" fmla="*/ 69 h 173"/>
                <a:gd name="T112" fmla="*/ 85 w 137"/>
                <a:gd name="T113" fmla="*/ 56 h 173"/>
                <a:gd name="T114" fmla="*/ 73 w 137"/>
                <a:gd name="T115" fmla="*/ 61 h 173"/>
                <a:gd name="T116" fmla="*/ 73 w 137"/>
                <a:gd name="T117" fmla="*/ 73 h 173"/>
                <a:gd name="T118" fmla="*/ 60 w 137"/>
                <a:gd name="T119" fmla="*/ 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7" h="173">
                  <a:moveTo>
                    <a:pt x="31" y="11"/>
                  </a:moveTo>
                  <a:lnTo>
                    <a:pt x="44" y="11"/>
                  </a:lnTo>
                  <a:lnTo>
                    <a:pt x="56" y="0"/>
                  </a:lnTo>
                  <a:lnTo>
                    <a:pt x="64" y="17"/>
                  </a:lnTo>
                  <a:lnTo>
                    <a:pt x="77" y="19"/>
                  </a:lnTo>
                  <a:lnTo>
                    <a:pt x="94" y="27"/>
                  </a:lnTo>
                  <a:lnTo>
                    <a:pt x="102" y="27"/>
                  </a:lnTo>
                  <a:lnTo>
                    <a:pt x="121" y="36"/>
                  </a:lnTo>
                  <a:lnTo>
                    <a:pt x="137" y="40"/>
                  </a:lnTo>
                  <a:lnTo>
                    <a:pt x="133" y="54"/>
                  </a:lnTo>
                  <a:lnTo>
                    <a:pt x="125" y="69"/>
                  </a:lnTo>
                  <a:lnTo>
                    <a:pt x="121" y="77"/>
                  </a:lnTo>
                  <a:lnTo>
                    <a:pt x="119" y="86"/>
                  </a:lnTo>
                  <a:lnTo>
                    <a:pt x="110" y="92"/>
                  </a:lnTo>
                  <a:lnTo>
                    <a:pt x="114" y="102"/>
                  </a:lnTo>
                  <a:lnTo>
                    <a:pt x="123" y="100"/>
                  </a:lnTo>
                  <a:lnTo>
                    <a:pt x="123" y="117"/>
                  </a:lnTo>
                  <a:lnTo>
                    <a:pt x="137" y="123"/>
                  </a:lnTo>
                  <a:lnTo>
                    <a:pt x="137" y="134"/>
                  </a:lnTo>
                  <a:lnTo>
                    <a:pt x="131" y="146"/>
                  </a:lnTo>
                  <a:lnTo>
                    <a:pt x="129" y="159"/>
                  </a:lnTo>
                  <a:lnTo>
                    <a:pt x="114" y="159"/>
                  </a:lnTo>
                  <a:lnTo>
                    <a:pt x="102" y="165"/>
                  </a:lnTo>
                  <a:lnTo>
                    <a:pt x="87" y="159"/>
                  </a:lnTo>
                  <a:lnTo>
                    <a:pt x="73" y="165"/>
                  </a:lnTo>
                  <a:lnTo>
                    <a:pt x="69" y="161"/>
                  </a:lnTo>
                  <a:lnTo>
                    <a:pt x="60" y="161"/>
                  </a:lnTo>
                  <a:lnTo>
                    <a:pt x="56" y="169"/>
                  </a:lnTo>
                  <a:lnTo>
                    <a:pt x="48" y="173"/>
                  </a:lnTo>
                  <a:lnTo>
                    <a:pt x="46" y="159"/>
                  </a:lnTo>
                  <a:lnTo>
                    <a:pt x="46" y="146"/>
                  </a:lnTo>
                  <a:lnTo>
                    <a:pt x="50" y="125"/>
                  </a:lnTo>
                  <a:lnTo>
                    <a:pt x="37" y="121"/>
                  </a:lnTo>
                  <a:lnTo>
                    <a:pt x="33" y="119"/>
                  </a:lnTo>
                  <a:lnTo>
                    <a:pt x="33" y="100"/>
                  </a:lnTo>
                  <a:lnTo>
                    <a:pt x="44" y="88"/>
                  </a:lnTo>
                  <a:lnTo>
                    <a:pt x="35" y="73"/>
                  </a:lnTo>
                  <a:lnTo>
                    <a:pt x="23" y="71"/>
                  </a:lnTo>
                  <a:lnTo>
                    <a:pt x="6" y="54"/>
                  </a:lnTo>
                  <a:lnTo>
                    <a:pt x="0" y="54"/>
                  </a:lnTo>
                  <a:lnTo>
                    <a:pt x="14" y="34"/>
                  </a:lnTo>
                  <a:lnTo>
                    <a:pt x="29" y="29"/>
                  </a:lnTo>
                  <a:lnTo>
                    <a:pt x="31" y="13"/>
                  </a:lnTo>
                  <a:lnTo>
                    <a:pt x="31" y="11"/>
                  </a:lnTo>
                  <a:lnTo>
                    <a:pt x="31" y="11"/>
                  </a:lnTo>
                  <a:close/>
                  <a:moveTo>
                    <a:pt x="60" y="73"/>
                  </a:moveTo>
                  <a:lnTo>
                    <a:pt x="62" y="81"/>
                  </a:lnTo>
                  <a:lnTo>
                    <a:pt x="60" y="88"/>
                  </a:lnTo>
                  <a:lnTo>
                    <a:pt x="58" y="98"/>
                  </a:lnTo>
                  <a:lnTo>
                    <a:pt x="69" y="98"/>
                  </a:lnTo>
                  <a:lnTo>
                    <a:pt x="75" y="92"/>
                  </a:lnTo>
                  <a:lnTo>
                    <a:pt x="81" y="98"/>
                  </a:lnTo>
                  <a:lnTo>
                    <a:pt x="89" y="98"/>
                  </a:lnTo>
                  <a:lnTo>
                    <a:pt x="89" y="86"/>
                  </a:lnTo>
                  <a:lnTo>
                    <a:pt x="98" y="77"/>
                  </a:lnTo>
                  <a:lnTo>
                    <a:pt x="87" y="69"/>
                  </a:lnTo>
                  <a:lnTo>
                    <a:pt x="85" y="56"/>
                  </a:lnTo>
                  <a:lnTo>
                    <a:pt x="73" y="61"/>
                  </a:lnTo>
                  <a:lnTo>
                    <a:pt x="73" y="73"/>
                  </a:lnTo>
                  <a:lnTo>
                    <a:pt x="60" y="73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2" name="Freeform 49"/>
            <p:cNvSpPr>
              <a:spLocks/>
            </p:cNvSpPr>
            <p:nvPr/>
          </p:nvSpPr>
          <p:spPr bwMode="auto">
            <a:xfrm>
              <a:off x="1210" y="3261"/>
              <a:ext cx="40" cy="42"/>
            </a:xfrm>
            <a:custGeom>
              <a:avLst/>
              <a:gdLst>
                <a:gd name="T0" fmla="*/ 2 w 40"/>
                <a:gd name="T1" fmla="*/ 17 h 42"/>
                <a:gd name="T2" fmla="*/ 15 w 40"/>
                <a:gd name="T3" fmla="*/ 17 h 42"/>
                <a:gd name="T4" fmla="*/ 15 w 40"/>
                <a:gd name="T5" fmla="*/ 5 h 42"/>
                <a:gd name="T6" fmla="*/ 27 w 40"/>
                <a:gd name="T7" fmla="*/ 0 h 42"/>
                <a:gd name="T8" fmla="*/ 29 w 40"/>
                <a:gd name="T9" fmla="*/ 13 h 42"/>
                <a:gd name="T10" fmla="*/ 40 w 40"/>
                <a:gd name="T11" fmla="*/ 21 h 42"/>
                <a:gd name="T12" fmla="*/ 31 w 40"/>
                <a:gd name="T13" fmla="*/ 30 h 42"/>
                <a:gd name="T14" fmla="*/ 31 w 40"/>
                <a:gd name="T15" fmla="*/ 42 h 42"/>
                <a:gd name="T16" fmla="*/ 23 w 40"/>
                <a:gd name="T17" fmla="*/ 42 h 42"/>
                <a:gd name="T18" fmla="*/ 17 w 40"/>
                <a:gd name="T19" fmla="*/ 36 h 42"/>
                <a:gd name="T20" fmla="*/ 11 w 40"/>
                <a:gd name="T21" fmla="*/ 42 h 42"/>
                <a:gd name="T22" fmla="*/ 0 w 40"/>
                <a:gd name="T23" fmla="*/ 42 h 42"/>
                <a:gd name="T24" fmla="*/ 2 w 40"/>
                <a:gd name="T25" fmla="*/ 32 h 42"/>
                <a:gd name="T26" fmla="*/ 4 w 40"/>
                <a:gd name="T27" fmla="*/ 25 h 42"/>
                <a:gd name="T28" fmla="*/ 2 w 40"/>
                <a:gd name="T29" fmla="*/ 1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" h="42">
                  <a:moveTo>
                    <a:pt x="2" y="17"/>
                  </a:moveTo>
                  <a:lnTo>
                    <a:pt x="15" y="17"/>
                  </a:lnTo>
                  <a:lnTo>
                    <a:pt x="15" y="5"/>
                  </a:lnTo>
                  <a:lnTo>
                    <a:pt x="27" y="0"/>
                  </a:lnTo>
                  <a:lnTo>
                    <a:pt x="29" y="13"/>
                  </a:lnTo>
                  <a:lnTo>
                    <a:pt x="40" y="21"/>
                  </a:lnTo>
                  <a:lnTo>
                    <a:pt x="31" y="30"/>
                  </a:lnTo>
                  <a:lnTo>
                    <a:pt x="31" y="42"/>
                  </a:lnTo>
                  <a:lnTo>
                    <a:pt x="23" y="42"/>
                  </a:lnTo>
                  <a:lnTo>
                    <a:pt x="17" y="36"/>
                  </a:lnTo>
                  <a:lnTo>
                    <a:pt x="11" y="42"/>
                  </a:lnTo>
                  <a:lnTo>
                    <a:pt x="0" y="42"/>
                  </a:lnTo>
                  <a:lnTo>
                    <a:pt x="2" y="32"/>
                  </a:lnTo>
                  <a:lnTo>
                    <a:pt x="4" y="25"/>
                  </a:lnTo>
                  <a:lnTo>
                    <a:pt x="2" y="17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3" name="Freeform 50"/>
            <p:cNvSpPr>
              <a:spLocks/>
            </p:cNvSpPr>
            <p:nvPr/>
          </p:nvSpPr>
          <p:spPr bwMode="auto">
            <a:xfrm>
              <a:off x="2044" y="3574"/>
              <a:ext cx="354" cy="290"/>
            </a:xfrm>
            <a:custGeom>
              <a:avLst/>
              <a:gdLst>
                <a:gd name="T0" fmla="*/ 159 w 170"/>
                <a:gd name="T1" fmla="*/ 70 h 139"/>
                <a:gd name="T2" fmla="*/ 139 w 170"/>
                <a:gd name="T3" fmla="*/ 65 h 139"/>
                <a:gd name="T4" fmla="*/ 132 w 170"/>
                <a:gd name="T5" fmla="*/ 70 h 139"/>
                <a:gd name="T6" fmla="*/ 117 w 170"/>
                <a:gd name="T7" fmla="*/ 63 h 139"/>
                <a:gd name="T8" fmla="*/ 110 w 170"/>
                <a:gd name="T9" fmla="*/ 58 h 139"/>
                <a:gd name="T10" fmla="*/ 106 w 170"/>
                <a:gd name="T11" fmla="*/ 50 h 139"/>
                <a:gd name="T12" fmla="*/ 97 w 170"/>
                <a:gd name="T13" fmla="*/ 67 h 139"/>
                <a:gd name="T14" fmla="*/ 94 w 170"/>
                <a:gd name="T15" fmla="*/ 77 h 139"/>
                <a:gd name="T16" fmla="*/ 101 w 170"/>
                <a:gd name="T17" fmla="*/ 84 h 139"/>
                <a:gd name="T18" fmla="*/ 109 w 170"/>
                <a:gd name="T19" fmla="*/ 95 h 139"/>
                <a:gd name="T20" fmla="*/ 102 w 170"/>
                <a:gd name="T21" fmla="*/ 100 h 139"/>
                <a:gd name="T22" fmla="*/ 90 w 170"/>
                <a:gd name="T23" fmla="*/ 107 h 139"/>
                <a:gd name="T24" fmla="*/ 88 w 170"/>
                <a:gd name="T25" fmla="*/ 119 h 139"/>
                <a:gd name="T26" fmla="*/ 81 w 170"/>
                <a:gd name="T27" fmla="*/ 128 h 139"/>
                <a:gd name="T28" fmla="*/ 77 w 170"/>
                <a:gd name="T29" fmla="*/ 136 h 139"/>
                <a:gd name="T30" fmla="*/ 66 w 170"/>
                <a:gd name="T31" fmla="*/ 133 h 139"/>
                <a:gd name="T32" fmla="*/ 44 w 170"/>
                <a:gd name="T33" fmla="*/ 127 h 139"/>
                <a:gd name="T34" fmla="*/ 32 w 170"/>
                <a:gd name="T35" fmla="*/ 112 h 139"/>
                <a:gd name="T36" fmla="*/ 26 w 170"/>
                <a:gd name="T37" fmla="*/ 98 h 139"/>
                <a:gd name="T38" fmla="*/ 10 w 170"/>
                <a:gd name="T39" fmla="*/ 93 h 139"/>
                <a:gd name="T40" fmla="*/ 0 w 170"/>
                <a:gd name="T41" fmla="*/ 75 h 139"/>
                <a:gd name="T42" fmla="*/ 7 w 170"/>
                <a:gd name="T43" fmla="*/ 59 h 139"/>
                <a:gd name="T44" fmla="*/ 9 w 170"/>
                <a:gd name="T45" fmla="*/ 47 h 139"/>
                <a:gd name="T46" fmla="*/ 20 w 170"/>
                <a:gd name="T47" fmla="*/ 44 h 139"/>
                <a:gd name="T48" fmla="*/ 28 w 170"/>
                <a:gd name="T49" fmla="*/ 43 h 139"/>
                <a:gd name="T50" fmla="*/ 33 w 170"/>
                <a:gd name="T51" fmla="*/ 33 h 139"/>
                <a:gd name="T52" fmla="*/ 41 w 170"/>
                <a:gd name="T53" fmla="*/ 24 h 139"/>
                <a:gd name="T54" fmla="*/ 54 w 170"/>
                <a:gd name="T55" fmla="*/ 17 h 139"/>
                <a:gd name="T56" fmla="*/ 64 w 170"/>
                <a:gd name="T57" fmla="*/ 19 h 139"/>
                <a:gd name="T58" fmla="*/ 80 w 170"/>
                <a:gd name="T59" fmla="*/ 15 h 139"/>
                <a:gd name="T60" fmla="*/ 95 w 170"/>
                <a:gd name="T61" fmla="*/ 8 h 139"/>
                <a:gd name="T62" fmla="*/ 101 w 170"/>
                <a:gd name="T63" fmla="*/ 1 h 139"/>
                <a:gd name="T64" fmla="*/ 121 w 170"/>
                <a:gd name="T65" fmla="*/ 11 h 139"/>
                <a:gd name="T66" fmla="*/ 137 w 170"/>
                <a:gd name="T67" fmla="*/ 32 h 139"/>
                <a:gd name="T68" fmla="*/ 145 w 170"/>
                <a:gd name="T69" fmla="*/ 39 h 139"/>
                <a:gd name="T70" fmla="*/ 156 w 170"/>
                <a:gd name="T71" fmla="*/ 52 h 139"/>
                <a:gd name="T72" fmla="*/ 170 w 170"/>
                <a:gd name="T73" fmla="*/ 5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0" h="139">
                  <a:moveTo>
                    <a:pt x="170" y="61"/>
                  </a:moveTo>
                  <a:cubicBezTo>
                    <a:pt x="159" y="70"/>
                    <a:pt x="159" y="70"/>
                    <a:pt x="159" y="70"/>
                  </a:cubicBezTo>
                  <a:cubicBezTo>
                    <a:pt x="145" y="69"/>
                    <a:pt x="145" y="69"/>
                    <a:pt x="145" y="69"/>
                  </a:cubicBezTo>
                  <a:cubicBezTo>
                    <a:pt x="139" y="65"/>
                    <a:pt x="139" y="65"/>
                    <a:pt x="139" y="65"/>
                  </a:cubicBezTo>
                  <a:cubicBezTo>
                    <a:pt x="136" y="69"/>
                    <a:pt x="136" y="69"/>
                    <a:pt x="136" y="69"/>
                  </a:cubicBezTo>
                  <a:cubicBezTo>
                    <a:pt x="132" y="70"/>
                    <a:pt x="132" y="70"/>
                    <a:pt x="132" y="70"/>
                  </a:cubicBezTo>
                  <a:cubicBezTo>
                    <a:pt x="126" y="67"/>
                    <a:pt x="126" y="67"/>
                    <a:pt x="126" y="67"/>
                  </a:cubicBezTo>
                  <a:cubicBezTo>
                    <a:pt x="117" y="63"/>
                    <a:pt x="117" y="63"/>
                    <a:pt x="117" y="63"/>
                  </a:cubicBezTo>
                  <a:cubicBezTo>
                    <a:pt x="111" y="62"/>
                    <a:pt x="111" y="62"/>
                    <a:pt x="111" y="62"/>
                  </a:cubicBezTo>
                  <a:cubicBezTo>
                    <a:pt x="110" y="58"/>
                    <a:pt x="110" y="58"/>
                    <a:pt x="110" y="58"/>
                  </a:cubicBezTo>
                  <a:cubicBezTo>
                    <a:pt x="114" y="53"/>
                    <a:pt x="114" y="53"/>
                    <a:pt x="114" y="53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98" y="73"/>
                    <a:pt x="98" y="73"/>
                    <a:pt x="98" y="73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93" y="79"/>
                    <a:pt x="93" y="79"/>
                    <a:pt x="93" y="79"/>
                  </a:cubicBezTo>
                  <a:cubicBezTo>
                    <a:pt x="101" y="84"/>
                    <a:pt x="101" y="84"/>
                    <a:pt x="101" y="84"/>
                  </a:cubicBezTo>
                  <a:cubicBezTo>
                    <a:pt x="104" y="89"/>
                    <a:pt x="104" y="89"/>
                    <a:pt x="104" y="89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6" y="98"/>
                    <a:pt x="106" y="98"/>
                    <a:pt x="106" y="98"/>
                  </a:cubicBezTo>
                  <a:cubicBezTo>
                    <a:pt x="102" y="100"/>
                    <a:pt x="102" y="100"/>
                    <a:pt x="102" y="100"/>
                  </a:cubicBezTo>
                  <a:cubicBezTo>
                    <a:pt x="98" y="101"/>
                    <a:pt x="98" y="101"/>
                    <a:pt x="98" y="101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88" y="119"/>
                    <a:pt x="88" y="119"/>
                    <a:pt x="88" y="119"/>
                  </a:cubicBezTo>
                  <a:cubicBezTo>
                    <a:pt x="82" y="122"/>
                    <a:pt x="82" y="122"/>
                    <a:pt x="82" y="122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7" y="136"/>
                    <a:pt x="77" y="136"/>
                    <a:pt x="77" y="136"/>
                  </a:cubicBezTo>
                  <a:cubicBezTo>
                    <a:pt x="75" y="136"/>
                    <a:pt x="74" y="136"/>
                    <a:pt x="72" y="137"/>
                  </a:cubicBezTo>
                  <a:cubicBezTo>
                    <a:pt x="69" y="139"/>
                    <a:pt x="67" y="136"/>
                    <a:pt x="66" y="133"/>
                  </a:cubicBezTo>
                  <a:cubicBezTo>
                    <a:pt x="65" y="131"/>
                    <a:pt x="58" y="124"/>
                    <a:pt x="52" y="124"/>
                  </a:cubicBezTo>
                  <a:cubicBezTo>
                    <a:pt x="48" y="124"/>
                    <a:pt x="47" y="127"/>
                    <a:pt x="44" y="12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32" y="112"/>
                    <a:pt x="32" y="112"/>
                    <a:pt x="32" y="112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26" y="98"/>
                    <a:pt x="26" y="98"/>
                    <a:pt x="26" y="98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80" y="15"/>
                    <a:pt x="80" y="15"/>
                    <a:pt x="80" y="15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101" y="1"/>
                    <a:pt x="101" y="1"/>
                    <a:pt x="101" y="1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21" y="11"/>
                    <a:pt x="121" y="11"/>
                    <a:pt x="121" y="11"/>
                  </a:cubicBezTo>
                  <a:cubicBezTo>
                    <a:pt x="133" y="22"/>
                    <a:pt x="133" y="22"/>
                    <a:pt x="133" y="22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7" y="39"/>
                    <a:pt x="137" y="39"/>
                    <a:pt x="137" y="39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63" y="54"/>
                    <a:pt x="163" y="54"/>
                    <a:pt x="163" y="54"/>
                  </a:cubicBezTo>
                  <a:cubicBezTo>
                    <a:pt x="170" y="58"/>
                    <a:pt x="170" y="58"/>
                    <a:pt x="170" y="58"/>
                  </a:cubicBezTo>
                  <a:lnTo>
                    <a:pt x="170" y="61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4" name="Freeform 51"/>
            <p:cNvSpPr>
              <a:spLocks/>
            </p:cNvSpPr>
            <p:nvPr/>
          </p:nvSpPr>
          <p:spPr bwMode="auto">
            <a:xfrm>
              <a:off x="1913" y="3697"/>
              <a:ext cx="225" cy="160"/>
            </a:xfrm>
            <a:custGeom>
              <a:avLst/>
              <a:gdLst>
                <a:gd name="T0" fmla="*/ 107 w 108"/>
                <a:gd name="T1" fmla="*/ 68 h 77"/>
                <a:gd name="T2" fmla="*/ 106 w 108"/>
                <a:gd name="T3" fmla="*/ 68 h 77"/>
                <a:gd name="T4" fmla="*/ 100 w 108"/>
                <a:gd name="T5" fmla="*/ 73 h 77"/>
                <a:gd name="T6" fmla="*/ 87 w 108"/>
                <a:gd name="T7" fmla="*/ 74 h 77"/>
                <a:gd name="T8" fmla="*/ 73 w 108"/>
                <a:gd name="T9" fmla="*/ 73 h 77"/>
                <a:gd name="T10" fmla="*/ 59 w 108"/>
                <a:gd name="T11" fmla="*/ 69 h 77"/>
                <a:gd name="T12" fmla="*/ 47 w 108"/>
                <a:gd name="T13" fmla="*/ 73 h 77"/>
                <a:gd name="T14" fmla="*/ 35 w 108"/>
                <a:gd name="T15" fmla="*/ 70 h 77"/>
                <a:gd name="T16" fmla="*/ 20 w 108"/>
                <a:gd name="T17" fmla="*/ 68 h 77"/>
                <a:gd name="T18" fmla="*/ 14 w 108"/>
                <a:gd name="T19" fmla="*/ 67 h 77"/>
                <a:gd name="T20" fmla="*/ 18 w 108"/>
                <a:gd name="T21" fmla="*/ 60 h 77"/>
                <a:gd name="T22" fmla="*/ 14 w 108"/>
                <a:gd name="T23" fmla="*/ 53 h 77"/>
                <a:gd name="T24" fmla="*/ 7 w 108"/>
                <a:gd name="T25" fmla="*/ 51 h 77"/>
                <a:gd name="T26" fmla="*/ 1 w 108"/>
                <a:gd name="T27" fmla="*/ 49 h 77"/>
                <a:gd name="T28" fmla="*/ 0 w 108"/>
                <a:gd name="T29" fmla="*/ 42 h 77"/>
                <a:gd name="T30" fmla="*/ 4 w 108"/>
                <a:gd name="T31" fmla="*/ 42 h 77"/>
                <a:gd name="T32" fmla="*/ 8 w 108"/>
                <a:gd name="T33" fmla="*/ 37 h 77"/>
                <a:gd name="T34" fmla="*/ 6 w 108"/>
                <a:gd name="T35" fmla="*/ 33 h 77"/>
                <a:gd name="T36" fmla="*/ 9 w 108"/>
                <a:gd name="T37" fmla="*/ 28 h 77"/>
                <a:gd name="T38" fmla="*/ 17 w 108"/>
                <a:gd name="T39" fmla="*/ 28 h 77"/>
                <a:gd name="T40" fmla="*/ 19 w 108"/>
                <a:gd name="T41" fmla="*/ 22 h 77"/>
                <a:gd name="T42" fmla="*/ 18 w 108"/>
                <a:gd name="T43" fmla="*/ 7 h 77"/>
                <a:gd name="T44" fmla="*/ 16 w 108"/>
                <a:gd name="T45" fmla="*/ 5 h 77"/>
                <a:gd name="T46" fmla="*/ 25 w 108"/>
                <a:gd name="T47" fmla="*/ 0 h 77"/>
                <a:gd name="T48" fmla="*/ 36 w 108"/>
                <a:gd name="T49" fmla="*/ 4 h 77"/>
                <a:gd name="T50" fmla="*/ 45 w 108"/>
                <a:gd name="T51" fmla="*/ 4 h 77"/>
                <a:gd name="T52" fmla="*/ 49 w 108"/>
                <a:gd name="T53" fmla="*/ 11 h 77"/>
                <a:gd name="T54" fmla="*/ 61 w 108"/>
                <a:gd name="T55" fmla="*/ 4 h 77"/>
                <a:gd name="T56" fmla="*/ 68 w 108"/>
                <a:gd name="T57" fmla="*/ 8 h 77"/>
                <a:gd name="T58" fmla="*/ 63 w 108"/>
                <a:gd name="T59" fmla="*/ 16 h 77"/>
                <a:gd name="T60" fmla="*/ 71 w 108"/>
                <a:gd name="T61" fmla="*/ 25 h 77"/>
                <a:gd name="T62" fmla="*/ 73 w 108"/>
                <a:gd name="T63" fmla="*/ 34 h 77"/>
                <a:gd name="T64" fmla="*/ 81 w 108"/>
                <a:gd name="T65" fmla="*/ 37 h 77"/>
                <a:gd name="T66" fmla="*/ 89 w 108"/>
                <a:gd name="T67" fmla="*/ 39 h 77"/>
                <a:gd name="T68" fmla="*/ 95 w 108"/>
                <a:gd name="T69" fmla="*/ 45 h 77"/>
                <a:gd name="T70" fmla="*/ 95 w 108"/>
                <a:gd name="T71" fmla="*/ 53 h 77"/>
                <a:gd name="T72" fmla="*/ 108 w 108"/>
                <a:gd name="T73" fmla="*/ 58 h 77"/>
                <a:gd name="T74" fmla="*/ 107 w 108"/>
                <a:gd name="T75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77">
                  <a:moveTo>
                    <a:pt x="107" y="68"/>
                  </a:moveTo>
                  <a:cubicBezTo>
                    <a:pt x="107" y="68"/>
                    <a:pt x="106" y="68"/>
                    <a:pt x="106" y="68"/>
                  </a:cubicBezTo>
                  <a:cubicBezTo>
                    <a:pt x="102" y="69"/>
                    <a:pt x="102" y="73"/>
                    <a:pt x="100" y="73"/>
                  </a:cubicBezTo>
                  <a:cubicBezTo>
                    <a:pt x="99" y="74"/>
                    <a:pt x="89" y="75"/>
                    <a:pt x="87" y="74"/>
                  </a:cubicBezTo>
                  <a:cubicBezTo>
                    <a:pt x="85" y="73"/>
                    <a:pt x="77" y="73"/>
                    <a:pt x="73" y="73"/>
                  </a:cubicBezTo>
                  <a:cubicBezTo>
                    <a:pt x="68" y="73"/>
                    <a:pt x="64" y="73"/>
                    <a:pt x="59" y="69"/>
                  </a:cubicBezTo>
                  <a:cubicBezTo>
                    <a:pt x="55" y="66"/>
                    <a:pt x="51" y="69"/>
                    <a:pt x="47" y="73"/>
                  </a:cubicBezTo>
                  <a:cubicBezTo>
                    <a:pt x="43" y="77"/>
                    <a:pt x="39" y="70"/>
                    <a:pt x="35" y="70"/>
                  </a:cubicBezTo>
                  <a:cubicBezTo>
                    <a:pt x="31" y="69"/>
                    <a:pt x="25" y="69"/>
                    <a:pt x="20" y="68"/>
                  </a:cubicBezTo>
                  <a:cubicBezTo>
                    <a:pt x="18" y="67"/>
                    <a:pt x="16" y="67"/>
                    <a:pt x="14" y="67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3" y="16"/>
                    <a:pt x="63" y="16"/>
                    <a:pt x="63" y="16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108" y="58"/>
                    <a:pt x="108" y="58"/>
                    <a:pt x="108" y="58"/>
                  </a:cubicBezTo>
                  <a:lnTo>
                    <a:pt x="107" y="68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5" name="Freeform 52"/>
            <p:cNvSpPr>
              <a:spLocks/>
            </p:cNvSpPr>
            <p:nvPr/>
          </p:nvSpPr>
          <p:spPr bwMode="auto">
            <a:xfrm>
              <a:off x="1735" y="3664"/>
              <a:ext cx="217" cy="252"/>
            </a:xfrm>
            <a:custGeom>
              <a:avLst/>
              <a:gdLst>
                <a:gd name="T0" fmla="*/ 89 w 104"/>
                <a:gd name="T1" fmla="*/ 83 h 121"/>
                <a:gd name="T2" fmla="*/ 64 w 104"/>
                <a:gd name="T3" fmla="*/ 75 h 121"/>
                <a:gd name="T4" fmla="*/ 59 w 104"/>
                <a:gd name="T5" fmla="*/ 88 h 121"/>
                <a:gd name="T6" fmla="*/ 66 w 104"/>
                <a:gd name="T7" fmla="*/ 102 h 121"/>
                <a:gd name="T8" fmla="*/ 54 w 104"/>
                <a:gd name="T9" fmla="*/ 102 h 121"/>
                <a:gd name="T10" fmla="*/ 42 w 104"/>
                <a:gd name="T11" fmla="*/ 118 h 121"/>
                <a:gd name="T12" fmla="*/ 22 w 104"/>
                <a:gd name="T13" fmla="*/ 120 h 121"/>
                <a:gd name="T14" fmla="*/ 22 w 104"/>
                <a:gd name="T15" fmla="*/ 116 h 121"/>
                <a:gd name="T16" fmla="*/ 23 w 104"/>
                <a:gd name="T17" fmla="*/ 106 h 121"/>
                <a:gd name="T18" fmla="*/ 10 w 104"/>
                <a:gd name="T19" fmla="*/ 106 h 121"/>
                <a:gd name="T20" fmla="*/ 4 w 104"/>
                <a:gd name="T21" fmla="*/ 99 h 121"/>
                <a:gd name="T22" fmla="*/ 12 w 104"/>
                <a:gd name="T23" fmla="*/ 85 h 121"/>
                <a:gd name="T24" fmla="*/ 15 w 104"/>
                <a:gd name="T25" fmla="*/ 81 h 121"/>
                <a:gd name="T26" fmla="*/ 21 w 104"/>
                <a:gd name="T27" fmla="*/ 68 h 121"/>
                <a:gd name="T28" fmla="*/ 31 w 104"/>
                <a:gd name="T29" fmla="*/ 58 h 121"/>
                <a:gd name="T30" fmla="*/ 39 w 104"/>
                <a:gd name="T31" fmla="*/ 61 h 121"/>
                <a:gd name="T32" fmla="*/ 45 w 104"/>
                <a:gd name="T33" fmla="*/ 56 h 121"/>
                <a:gd name="T34" fmla="*/ 40 w 104"/>
                <a:gd name="T35" fmla="*/ 46 h 121"/>
                <a:gd name="T36" fmla="*/ 31 w 104"/>
                <a:gd name="T37" fmla="*/ 47 h 121"/>
                <a:gd name="T38" fmla="*/ 20 w 104"/>
                <a:gd name="T39" fmla="*/ 45 h 121"/>
                <a:gd name="T40" fmla="*/ 16 w 104"/>
                <a:gd name="T41" fmla="*/ 31 h 121"/>
                <a:gd name="T42" fmla="*/ 16 w 104"/>
                <a:gd name="T43" fmla="*/ 17 h 121"/>
                <a:gd name="T44" fmla="*/ 28 w 104"/>
                <a:gd name="T45" fmla="*/ 19 h 121"/>
                <a:gd name="T46" fmla="*/ 34 w 104"/>
                <a:gd name="T47" fmla="*/ 29 h 121"/>
                <a:gd name="T48" fmla="*/ 44 w 104"/>
                <a:gd name="T49" fmla="*/ 26 h 121"/>
                <a:gd name="T50" fmla="*/ 54 w 104"/>
                <a:gd name="T51" fmla="*/ 18 h 121"/>
                <a:gd name="T52" fmla="*/ 58 w 104"/>
                <a:gd name="T53" fmla="*/ 1 h 121"/>
                <a:gd name="T54" fmla="*/ 68 w 104"/>
                <a:gd name="T55" fmla="*/ 6 h 121"/>
                <a:gd name="T56" fmla="*/ 87 w 104"/>
                <a:gd name="T57" fmla="*/ 17 h 121"/>
                <a:gd name="T58" fmla="*/ 103 w 104"/>
                <a:gd name="T59" fmla="*/ 23 h 121"/>
                <a:gd name="T60" fmla="*/ 102 w 104"/>
                <a:gd name="T61" fmla="*/ 44 h 121"/>
                <a:gd name="T62" fmla="*/ 91 w 104"/>
                <a:gd name="T63" fmla="*/ 49 h 121"/>
                <a:gd name="T64" fmla="*/ 89 w 104"/>
                <a:gd name="T65" fmla="*/ 58 h 121"/>
                <a:gd name="T66" fmla="*/ 86 w 104"/>
                <a:gd name="T67" fmla="*/ 65 h 121"/>
                <a:gd name="T68" fmla="*/ 99 w 104"/>
                <a:gd name="T69" fmla="*/ 69 h 121"/>
                <a:gd name="T70" fmla="*/ 99 w 104"/>
                <a:gd name="T71" fmla="*/ 8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4" h="121">
                  <a:moveTo>
                    <a:pt x="99" y="83"/>
                  </a:moveTo>
                  <a:cubicBezTo>
                    <a:pt x="95" y="83"/>
                    <a:pt x="92" y="83"/>
                    <a:pt x="89" y="83"/>
                  </a:cubicBezTo>
                  <a:cubicBezTo>
                    <a:pt x="85" y="83"/>
                    <a:pt x="84" y="83"/>
                    <a:pt x="79" y="80"/>
                  </a:cubicBezTo>
                  <a:cubicBezTo>
                    <a:pt x="75" y="76"/>
                    <a:pt x="65" y="74"/>
                    <a:pt x="64" y="75"/>
                  </a:cubicBezTo>
                  <a:cubicBezTo>
                    <a:pt x="63" y="76"/>
                    <a:pt x="62" y="78"/>
                    <a:pt x="59" y="81"/>
                  </a:cubicBezTo>
                  <a:cubicBezTo>
                    <a:pt x="56" y="85"/>
                    <a:pt x="58" y="86"/>
                    <a:pt x="59" y="88"/>
                  </a:cubicBezTo>
                  <a:cubicBezTo>
                    <a:pt x="60" y="90"/>
                    <a:pt x="58" y="90"/>
                    <a:pt x="56" y="93"/>
                  </a:cubicBezTo>
                  <a:cubicBezTo>
                    <a:pt x="54" y="95"/>
                    <a:pt x="59" y="97"/>
                    <a:pt x="66" y="102"/>
                  </a:cubicBezTo>
                  <a:cubicBezTo>
                    <a:pt x="73" y="108"/>
                    <a:pt x="68" y="108"/>
                    <a:pt x="65" y="109"/>
                  </a:cubicBezTo>
                  <a:cubicBezTo>
                    <a:pt x="62" y="110"/>
                    <a:pt x="57" y="105"/>
                    <a:pt x="54" y="102"/>
                  </a:cubicBezTo>
                  <a:cubicBezTo>
                    <a:pt x="51" y="99"/>
                    <a:pt x="47" y="103"/>
                    <a:pt x="43" y="105"/>
                  </a:cubicBezTo>
                  <a:cubicBezTo>
                    <a:pt x="39" y="108"/>
                    <a:pt x="41" y="115"/>
                    <a:pt x="42" y="118"/>
                  </a:cubicBezTo>
                  <a:cubicBezTo>
                    <a:pt x="42" y="121"/>
                    <a:pt x="41" y="120"/>
                    <a:pt x="35" y="120"/>
                  </a:cubicBezTo>
                  <a:cubicBezTo>
                    <a:pt x="30" y="120"/>
                    <a:pt x="25" y="118"/>
                    <a:pt x="22" y="120"/>
                  </a:cubicBezTo>
                  <a:cubicBezTo>
                    <a:pt x="19" y="118"/>
                    <a:pt x="19" y="118"/>
                    <a:pt x="19" y="118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5" y="110"/>
                    <a:pt x="25" y="110"/>
                    <a:pt x="25" y="110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16" y="104"/>
                    <a:pt x="16" y="104"/>
                    <a:pt x="16" y="104"/>
                  </a:cubicBezTo>
                  <a:cubicBezTo>
                    <a:pt x="10" y="106"/>
                    <a:pt x="10" y="106"/>
                    <a:pt x="10" y="106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4" y="100"/>
                    <a:pt x="4" y="99"/>
                  </a:cubicBezTo>
                  <a:cubicBezTo>
                    <a:pt x="5" y="99"/>
                    <a:pt x="9" y="93"/>
                    <a:pt x="9" y="93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5" y="85"/>
                    <a:pt x="15" y="85"/>
                    <a:pt x="15" y="85"/>
                  </a:cubicBezTo>
                  <a:cubicBezTo>
                    <a:pt x="15" y="81"/>
                    <a:pt x="15" y="81"/>
                    <a:pt x="15" y="81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4"/>
                    <a:pt x="54" y="18"/>
                    <a:pt x="54" y="18"/>
                  </a:cubicBezTo>
                  <a:cubicBezTo>
                    <a:pt x="55" y="17"/>
                    <a:pt x="58" y="11"/>
                    <a:pt x="58" y="1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4" y="38"/>
                    <a:pt x="104" y="38"/>
                    <a:pt x="104" y="38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94" y="44"/>
                    <a:pt x="94" y="44"/>
                    <a:pt x="94" y="44"/>
                  </a:cubicBezTo>
                  <a:cubicBezTo>
                    <a:pt x="91" y="49"/>
                    <a:pt x="91" y="49"/>
                    <a:pt x="91" y="49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86" y="65"/>
                    <a:pt x="86" y="65"/>
                    <a:pt x="86" y="65"/>
                  </a:cubicBezTo>
                  <a:cubicBezTo>
                    <a:pt x="92" y="67"/>
                    <a:pt x="92" y="67"/>
                    <a:pt x="92" y="67"/>
                  </a:cubicBezTo>
                  <a:cubicBezTo>
                    <a:pt x="99" y="69"/>
                    <a:pt x="99" y="69"/>
                    <a:pt x="99" y="69"/>
                  </a:cubicBezTo>
                  <a:cubicBezTo>
                    <a:pt x="103" y="76"/>
                    <a:pt x="103" y="76"/>
                    <a:pt x="103" y="76"/>
                  </a:cubicBezTo>
                  <a:lnTo>
                    <a:pt x="99" y="83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6" name="Freeform 53"/>
            <p:cNvSpPr>
              <a:spLocks/>
            </p:cNvSpPr>
            <p:nvPr/>
          </p:nvSpPr>
          <p:spPr bwMode="auto">
            <a:xfrm>
              <a:off x="1802" y="3355"/>
              <a:ext cx="315" cy="365"/>
            </a:xfrm>
            <a:custGeom>
              <a:avLst/>
              <a:gdLst>
                <a:gd name="T0" fmla="*/ 225 w 315"/>
                <a:gd name="T1" fmla="*/ 9 h 365"/>
                <a:gd name="T2" fmla="*/ 261 w 315"/>
                <a:gd name="T3" fmla="*/ 50 h 365"/>
                <a:gd name="T4" fmla="*/ 279 w 315"/>
                <a:gd name="T5" fmla="*/ 77 h 365"/>
                <a:gd name="T6" fmla="*/ 273 w 315"/>
                <a:gd name="T7" fmla="*/ 109 h 365"/>
                <a:gd name="T8" fmla="*/ 271 w 315"/>
                <a:gd name="T9" fmla="*/ 146 h 365"/>
                <a:gd name="T10" fmla="*/ 279 w 315"/>
                <a:gd name="T11" fmla="*/ 171 h 365"/>
                <a:gd name="T12" fmla="*/ 275 w 315"/>
                <a:gd name="T13" fmla="*/ 196 h 365"/>
                <a:gd name="T14" fmla="*/ 296 w 315"/>
                <a:gd name="T15" fmla="*/ 223 h 365"/>
                <a:gd name="T16" fmla="*/ 306 w 315"/>
                <a:gd name="T17" fmla="*/ 242 h 365"/>
                <a:gd name="T18" fmla="*/ 315 w 315"/>
                <a:gd name="T19" fmla="*/ 265 h 365"/>
                <a:gd name="T20" fmla="*/ 315 w 315"/>
                <a:gd name="T21" fmla="*/ 300 h 365"/>
                <a:gd name="T22" fmla="*/ 288 w 315"/>
                <a:gd name="T23" fmla="*/ 302 h 365"/>
                <a:gd name="T24" fmla="*/ 271 w 315"/>
                <a:gd name="T25" fmla="*/ 307 h 365"/>
                <a:gd name="T26" fmla="*/ 261 w 315"/>
                <a:gd name="T27" fmla="*/ 327 h 365"/>
                <a:gd name="T28" fmla="*/ 252 w 315"/>
                <a:gd name="T29" fmla="*/ 359 h 365"/>
                <a:gd name="T30" fmla="*/ 213 w 315"/>
                <a:gd name="T31" fmla="*/ 365 h 365"/>
                <a:gd name="T32" fmla="*/ 186 w 315"/>
                <a:gd name="T33" fmla="*/ 350 h 365"/>
                <a:gd name="T34" fmla="*/ 144 w 315"/>
                <a:gd name="T35" fmla="*/ 352 h 365"/>
                <a:gd name="T36" fmla="*/ 115 w 315"/>
                <a:gd name="T37" fmla="*/ 344 h 365"/>
                <a:gd name="T38" fmla="*/ 75 w 315"/>
                <a:gd name="T39" fmla="*/ 321 h 365"/>
                <a:gd name="T40" fmla="*/ 54 w 315"/>
                <a:gd name="T41" fmla="*/ 311 h 365"/>
                <a:gd name="T42" fmla="*/ 36 w 315"/>
                <a:gd name="T43" fmla="*/ 309 h 365"/>
                <a:gd name="T44" fmla="*/ 0 w 315"/>
                <a:gd name="T45" fmla="*/ 284 h 365"/>
                <a:gd name="T46" fmla="*/ 19 w 315"/>
                <a:gd name="T47" fmla="*/ 248 h 365"/>
                <a:gd name="T48" fmla="*/ 50 w 315"/>
                <a:gd name="T49" fmla="*/ 244 h 365"/>
                <a:gd name="T50" fmla="*/ 67 w 315"/>
                <a:gd name="T51" fmla="*/ 221 h 365"/>
                <a:gd name="T52" fmla="*/ 92 w 315"/>
                <a:gd name="T53" fmla="*/ 221 h 365"/>
                <a:gd name="T54" fmla="*/ 98 w 315"/>
                <a:gd name="T55" fmla="*/ 200 h 365"/>
                <a:gd name="T56" fmla="*/ 127 w 315"/>
                <a:gd name="T57" fmla="*/ 186 h 365"/>
                <a:gd name="T58" fmla="*/ 129 w 315"/>
                <a:gd name="T59" fmla="*/ 161 h 365"/>
                <a:gd name="T60" fmla="*/ 121 w 315"/>
                <a:gd name="T61" fmla="*/ 136 h 365"/>
                <a:gd name="T62" fmla="*/ 131 w 315"/>
                <a:gd name="T63" fmla="*/ 107 h 365"/>
                <a:gd name="T64" fmla="*/ 177 w 315"/>
                <a:gd name="T65" fmla="*/ 67 h 365"/>
                <a:gd name="T66" fmla="*/ 188 w 315"/>
                <a:gd name="T67" fmla="*/ 36 h 365"/>
                <a:gd name="T68" fmla="*/ 200 w 315"/>
                <a:gd name="T69" fmla="*/ 15 h 365"/>
                <a:gd name="T70" fmla="*/ 213 w 315"/>
                <a:gd name="T71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15" h="365">
                  <a:moveTo>
                    <a:pt x="213" y="0"/>
                  </a:moveTo>
                  <a:lnTo>
                    <a:pt x="225" y="9"/>
                  </a:lnTo>
                  <a:lnTo>
                    <a:pt x="223" y="19"/>
                  </a:lnTo>
                  <a:lnTo>
                    <a:pt x="261" y="50"/>
                  </a:lnTo>
                  <a:lnTo>
                    <a:pt x="267" y="67"/>
                  </a:lnTo>
                  <a:lnTo>
                    <a:pt x="279" y="77"/>
                  </a:lnTo>
                  <a:lnTo>
                    <a:pt x="279" y="98"/>
                  </a:lnTo>
                  <a:lnTo>
                    <a:pt x="273" y="109"/>
                  </a:lnTo>
                  <a:lnTo>
                    <a:pt x="273" y="129"/>
                  </a:lnTo>
                  <a:lnTo>
                    <a:pt x="271" y="146"/>
                  </a:lnTo>
                  <a:lnTo>
                    <a:pt x="281" y="161"/>
                  </a:lnTo>
                  <a:lnTo>
                    <a:pt x="279" y="171"/>
                  </a:lnTo>
                  <a:lnTo>
                    <a:pt x="271" y="182"/>
                  </a:lnTo>
                  <a:lnTo>
                    <a:pt x="275" y="196"/>
                  </a:lnTo>
                  <a:lnTo>
                    <a:pt x="292" y="202"/>
                  </a:lnTo>
                  <a:lnTo>
                    <a:pt x="296" y="223"/>
                  </a:lnTo>
                  <a:lnTo>
                    <a:pt x="309" y="227"/>
                  </a:lnTo>
                  <a:lnTo>
                    <a:pt x="306" y="242"/>
                  </a:lnTo>
                  <a:lnTo>
                    <a:pt x="309" y="259"/>
                  </a:lnTo>
                  <a:lnTo>
                    <a:pt x="315" y="265"/>
                  </a:lnTo>
                  <a:lnTo>
                    <a:pt x="311" y="288"/>
                  </a:lnTo>
                  <a:lnTo>
                    <a:pt x="315" y="300"/>
                  </a:lnTo>
                  <a:lnTo>
                    <a:pt x="300" y="309"/>
                  </a:lnTo>
                  <a:lnTo>
                    <a:pt x="288" y="302"/>
                  </a:lnTo>
                  <a:lnTo>
                    <a:pt x="284" y="311"/>
                  </a:lnTo>
                  <a:lnTo>
                    <a:pt x="271" y="307"/>
                  </a:lnTo>
                  <a:lnTo>
                    <a:pt x="261" y="317"/>
                  </a:lnTo>
                  <a:lnTo>
                    <a:pt x="261" y="327"/>
                  </a:lnTo>
                  <a:lnTo>
                    <a:pt x="256" y="342"/>
                  </a:lnTo>
                  <a:lnTo>
                    <a:pt x="252" y="359"/>
                  </a:lnTo>
                  <a:lnTo>
                    <a:pt x="238" y="350"/>
                  </a:lnTo>
                  <a:lnTo>
                    <a:pt x="213" y="365"/>
                  </a:lnTo>
                  <a:lnTo>
                    <a:pt x="204" y="350"/>
                  </a:lnTo>
                  <a:lnTo>
                    <a:pt x="186" y="350"/>
                  </a:lnTo>
                  <a:lnTo>
                    <a:pt x="163" y="342"/>
                  </a:lnTo>
                  <a:lnTo>
                    <a:pt x="144" y="352"/>
                  </a:lnTo>
                  <a:lnTo>
                    <a:pt x="125" y="334"/>
                  </a:lnTo>
                  <a:lnTo>
                    <a:pt x="115" y="344"/>
                  </a:lnTo>
                  <a:lnTo>
                    <a:pt x="96" y="332"/>
                  </a:lnTo>
                  <a:lnTo>
                    <a:pt x="75" y="321"/>
                  </a:lnTo>
                  <a:lnTo>
                    <a:pt x="65" y="309"/>
                  </a:lnTo>
                  <a:lnTo>
                    <a:pt x="54" y="311"/>
                  </a:lnTo>
                  <a:lnTo>
                    <a:pt x="42" y="323"/>
                  </a:lnTo>
                  <a:lnTo>
                    <a:pt x="36" y="309"/>
                  </a:lnTo>
                  <a:lnTo>
                    <a:pt x="21" y="307"/>
                  </a:lnTo>
                  <a:lnTo>
                    <a:pt x="0" y="284"/>
                  </a:lnTo>
                  <a:lnTo>
                    <a:pt x="15" y="267"/>
                  </a:lnTo>
                  <a:lnTo>
                    <a:pt x="19" y="248"/>
                  </a:lnTo>
                  <a:lnTo>
                    <a:pt x="40" y="250"/>
                  </a:lnTo>
                  <a:lnTo>
                    <a:pt x="50" y="244"/>
                  </a:lnTo>
                  <a:lnTo>
                    <a:pt x="56" y="225"/>
                  </a:lnTo>
                  <a:lnTo>
                    <a:pt x="67" y="221"/>
                  </a:lnTo>
                  <a:lnTo>
                    <a:pt x="79" y="232"/>
                  </a:lnTo>
                  <a:lnTo>
                    <a:pt x="92" y="221"/>
                  </a:lnTo>
                  <a:lnTo>
                    <a:pt x="83" y="209"/>
                  </a:lnTo>
                  <a:lnTo>
                    <a:pt x="98" y="200"/>
                  </a:lnTo>
                  <a:lnTo>
                    <a:pt x="113" y="200"/>
                  </a:lnTo>
                  <a:lnTo>
                    <a:pt x="127" y="186"/>
                  </a:lnTo>
                  <a:lnTo>
                    <a:pt x="117" y="173"/>
                  </a:lnTo>
                  <a:lnTo>
                    <a:pt x="129" y="161"/>
                  </a:lnTo>
                  <a:lnTo>
                    <a:pt x="129" y="146"/>
                  </a:lnTo>
                  <a:lnTo>
                    <a:pt x="121" y="136"/>
                  </a:lnTo>
                  <a:lnTo>
                    <a:pt x="123" y="119"/>
                  </a:lnTo>
                  <a:lnTo>
                    <a:pt x="131" y="107"/>
                  </a:lnTo>
                  <a:lnTo>
                    <a:pt x="150" y="107"/>
                  </a:lnTo>
                  <a:lnTo>
                    <a:pt x="177" y="67"/>
                  </a:lnTo>
                  <a:lnTo>
                    <a:pt x="188" y="54"/>
                  </a:lnTo>
                  <a:lnTo>
                    <a:pt x="188" y="36"/>
                  </a:lnTo>
                  <a:lnTo>
                    <a:pt x="202" y="29"/>
                  </a:lnTo>
                  <a:lnTo>
                    <a:pt x="200" y="15"/>
                  </a:lnTo>
                  <a:lnTo>
                    <a:pt x="208" y="4"/>
                  </a:lnTo>
                  <a:lnTo>
                    <a:pt x="213" y="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7" name="Freeform 54"/>
            <p:cNvSpPr>
              <a:spLocks/>
            </p:cNvSpPr>
            <p:nvPr/>
          </p:nvSpPr>
          <p:spPr bwMode="auto">
            <a:xfrm>
              <a:off x="2398" y="3584"/>
              <a:ext cx="456" cy="334"/>
            </a:xfrm>
            <a:custGeom>
              <a:avLst/>
              <a:gdLst>
                <a:gd name="T0" fmla="*/ 31 w 456"/>
                <a:gd name="T1" fmla="*/ 207 h 334"/>
                <a:gd name="T2" fmla="*/ 69 w 456"/>
                <a:gd name="T3" fmla="*/ 219 h 334"/>
                <a:gd name="T4" fmla="*/ 146 w 456"/>
                <a:gd name="T5" fmla="*/ 278 h 334"/>
                <a:gd name="T6" fmla="*/ 192 w 456"/>
                <a:gd name="T7" fmla="*/ 292 h 334"/>
                <a:gd name="T8" fmla="*/ 231 w 456"/>
                <a:gd name="T9" fmla="*/ 278 h 334"/>
                <a:gd name="T10" fmla="*/ 244 w 456"/>
                <a:gd name="T11" fmla="*/ 313 h 334"/>
                <a:gd name="T12" fmla="*/ 244 w 456"/>
                <a:gd name="T13" fmla="*/ 326 h 334"/>
                <a:gd name="T14" fmla="*/ 269 w 456"/>
                <a:gd name="T15" fmla="*/ 313 h 334"/>
                <a:gd name="T16" fmla="*/ 300 w 456"/>
                <a:gd name="T17" fmla="*/ 307 h 334"/>
                <a:gd name="T18" fmla="*/ 352 w 456"/>
                <a:gd name="T19" fmla="*/ 290 h 334"/>
                <a:gd name="T20" fmla="*/ 377 w 456"/>
                <a:gd name="T21" fmla="*/ 294 h 334"/>
                <a:gd name="T22" fmla="*/ 398 w 456"/>
                <a:gd name="T23" fmla="*/ 290 h 334"/>
                <a:gd name="T24" fmla="*/ 427 w 456"/>
                <a:gd name="T25" fmla="*/ 271 h 334"/>
                <a:gd name="T26" fmla="*/ 442 w 456"/>
                <a:gd name="T27" fmla="*/ 232 h 334"/>
                <a:gd name="T28" fmla="*/ 452 w 456"/>
                <a:gd name="T29" fmla="*/ 213 h 334"/>
                <a:gd name="T30" fmla="*/ 421 w 456"/>
                <a:gd name="T31" fmla="*/ 205 h 334"/>
                <a:gd name="T32" fmla="*/ 411 w 456"/>
                <a:gd name="T33" fmla="*/ 171 h 334"/>
                <a:gd name="T34" fmla="*/ 429 w 456"/>
                <a:gd name="T35" fmla="*/ 128 h 334"/>
                <a:gd name="T36" fmla="*/ 406 w 456"/>
                <a:gd name="T37" fmla="*/ 111 h 334"/>
                <a:gd name="T38" fmla="*/ 338 w 456"/>
                <a:gd name="T39" fmla="*/ 82 h 334"/>
                <a:gd name="T40" fmla="*/ 313 w 456"/>
                <a:gd name="T41" fmla="*/ 82 h 334"/>
                <a:gd name="T42" fmla="*/ 319 w 456"/>
                <a:gd name="T43" fmla="*/ 55 h 334"/>
                <a:gd name="T44" fmla="*/ 275 w 456"/>
                <a:gd name="T45" fmla="*/ 7 h 334"/>
                <a:gd name="T46" fmla="*/ 244 w 456"/>
                <a:gd name="T47" fmla="*/ 36 h 334"/>
                <a:gd name="T48" fmla="*/ 213 w 456"/>
                <a:gd name="T49" fmla="*/ 28 h 334"/>
                <a:gd name="T50" fmla="*/ 181 w 456"/>
                <a:gd name="T51" fmla="*/ 17 h 334"/>
                <a:gd name="T52" fmla="*/ 150 w 456"/>
                <a:gd name="T53" fmla="*/ 7 h 334"/>
                <a:gd name="T54" fmla="*/ 113 w 456"/>
                <a:gd name="T55" fmla="*/ 0 h 334"/>
                <a:gd name="T56" fmla="*/ 71 w 456"/>
                <a:gd name="T57" fmla="*/ 40 h 334"/>
                <a:gd name="T58" fmla="*/ 52 w 456"/>
                <a:gd name="T59" fmla="*/ 67 h 334"/>
                <a:gd name="T60" fmla="*/ 27 w 456"/>
                <a:gd name="T61" fmla="*/ 96 h 334"/>
                <a:gd name="T62" fmla="*/ 2 w 456"/>
                <a:gd name="T63" fmla="*/ 115 h 334"/>
                <a:gd name="T64" fmla="*/ 0 w 456"/>
                <a:gd name="T65" fmla="*/ 151 h 334"/>
                <a:gd name="T66" fmla="*/ 8 w 456"/>
                <a:gd name="T67" fmla="*/ 173 h 334"/>
                <a:gd name="T68" fmla="*/ 19 w 456"/>
                <a:gd name="T69" fmla="*/ 205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6" h="334">
                  <a:moveTo>
                    <a:pt x="19" y="205"/>
                  </a:moveTo>
                  <a:lnTo>
                    <a:pt x="31" y="207"/>
                  </a:lnTo>
                  <a:lnTo>
                    <a:pt x="44" y="219"/>
                  </a:lnTo>
                  <a:lnTo>
                    <a:pt x="69" y="219"/>
                  </a:lnTo>
                  <a:lnTo>
                    <a:pt x="111" y="234"/>
                  </a:lnTo>
                  <a:lnTo>
                    <a:pt x="146" y="278"/>
                  </a:lnTo>
                  <a:lnTo>
                    <a:pt x="177" y="278"/>
                  </a:lnTo>
                  <a:lnTo>
                    <a:pt x="192" y="292"/>
                  </a:lnTo>
                  <a:lnTo>
                    <a:pt x="221" y="290"/>
                  </a:lnTo>
                  <a:lnTo>
                    <a:pt x="231" y="278"/>
                  </a:lnTo>
                  <a:lnTo>
                    <a:pt x="246" y="284"/>
                  </a:lnTo>
                  <a:lnTo>
                    <a:pt x="244" y="313"/>
                  </a:lnTo>
                  <a:lnTo>
                    <a:pt x="248" y="319"/>
                  </a:lnTo>
                  <a:lnTo>
                    <a:pt x="244" y="326"/>
                  </a:lnTo>
                  <a:lnTo>
                    <a:pt x="250" y="334"/>
                  </a:lnTo>
                  <a:lnTo>
                    <a:pt x="269" y="313"/>
                  </a:lnTo>
                  <a:lnTo>
                    <a:pt x="288" y="317"/>
                  </a:lnTo>
                  <a:lnTo>
                    <a:pt x="300" y="307"/>
                  </a:lnTo>
                  <a:lnTo>
                    <a:pt x="327" y="309"/>
                  </a:lnTo>
                  <a:lnTo>
                    <a:pt x="352" y="290"/>
                  </a:lnTo>
                  <a:lnTo>
                    <a:pt x="373" y="290"/>
                  </a:lnTo>
                  <a:lnTo>
                    <a:pt x="377" y="294"/>
                  </a:lnTo>
                  <a:lnTo>
                    <a:pt x="390" y="284"/>
                  </a:lnTo>
                  <a:lnTo>
                    <a:pt x="398" y="290"/>
                  </a:lnTo>
                  <a:lnTo>
                    <a:pt x="423" y="271"/>
                  </a:lnTo>
                  <a:lnTo>
                    <a:pt x="427" y="271"/>
                  </a:lnTo>
                  <a:lnTo>
                    <a:pt x="431" y="248"/>
                  </a:lnTo>
                  <a:lnTo>
                    <a:pt x="442" y="232"/>
                  </a:lnTo>
                  <a:lnTo>
                    <a:pt x="456" y="228"/>
                  </a:lnTo>
                  <a:lnTo>
                    <a:pt x="452" y="213"/>
                  </a:lnTo>
                  <a:lnTo>
                    <a:pt x="440" y="205"/>
                  </a:lnTo>
                  <a:lnTo>
                    <a:pt x="421" y="205"/>
                  </a:lnTo>
                  <a:lnTo>
                    <a:pt x="417" y="194"/>
                  </a:lnTo>
                  <a:lnTo>
                    <a:pt x="411" y="171"/>
                  </a:lnTo>
                  <a:lnTo>
                    <a:pt x="438" y="136"/>
                  </a:lnTo>
                  <a:lnTo>
                    <a:pt x="429" y="128"/>
                  </a:lnTo>
                  <a:lnTo>
                    <a:pt x="409" y="128"/>
                  </a:lnTo>
                  <a:lnTo>
                    <a:pt x="406" y="111"/>
                  </a:lnTo>
                  <a:lnTo>
                    <a:pt x="381" y="80"/>
                  </a:lnTo>
                  <a:lnTo>
                    <a:pt x="338" y="82"/>
                  </a:lnTo>
                  <a:lnTo>
                    <a:pt x="327" y="86"/>
                  </a:lnTo>
                  <a:lnTo>
                    <a:pt x="313" y="82"/>
                  </a:lnTo>
                  <a:lnTo>
                    <a:pt x="306" y="67"/>
                  </a:lnTo>
                  <a:lnTo>
                    <a:pt x="319" y="55"/>
                  </a:lnTo>
                  <a:lnTo>
                    <a:pt x="304" y="23"/>
                  </a:lnTo>
                  <a:lnTo>
                    <a:pt x="275" y="7"/>
                  </a:lnTo>
                  <a:lnTo>
                    <a:pt x="248" y="21"/>
                  </a:lnTo>
                  <a:lnTo>
                    <a:pt x="244" y="36"/>
                  </a:lnTo>
                  <a:lnTo>
                    <a:pt x="225" y="23"/>
                  </a:lnTo>
                  <a:lnTo>
                    <a:pt x="213" y="28"/>
                  </a:lnTo>
                  <a:lnTo>
                    <a:pt x="196" y="11"/>
                  </a:lnTo>
                  <a:lnTo>
                    <a:pt x="181" y="17"/>
                  </a:lnTo>
                  <a:lnTo>
                    <a:pt x="156" y="15"/>
                  </a:lnTo>
                  <a:lnTo>
                    <a:pt x="150" y="7"/>
                  </a:lnTo>
                  <a:lnTo>
                    <a:pt x="125" y="7"/>
                  </a:lnTo>
                  <a:lnTo>
                    <a:pt x="113" y="0"/>
                  </a:lnTo>
                  <a:lnTo>
                    <a:pt x="86" y="5"/>
                  </a:lnTo>
                  <a:lnTo>
                    <a:pt x="71" y="40"/>
                  </a:lnTo>
                  <a:lnTo>
                    <a:pt x="71" y="63"/>
                  </a:lnTo>
                  <a:lnTo>
                    <a:pt x="52" y="67"/>
                  </a:lnTo>
                  <a:lnTo>
                    <a:pt x="29" y="84"/>
                  </a:lnTo>
                  <a:lnTo>
                    <a:pt x="27" y="96"/>
                  </a:lnTo>
                  <a:lnTo>
                    <a:pt x="6" y="113"/>
                  </a:lnTo>
                  <a:lnTo>
                    <a:pt x="2" y="115"/>
                  </a:lnTo>
                  <a:lnTo>
                    <a:pt x="0" y="134"/>
                  </a:lnTo>
                  <a:lnTo>
                    <a:pt x="0" y="151"/>
                  </a:lnTo>
                  <a:lnTo>
                    <a:pt x="8" y="155"/>
                  </a:lnTo>
                  <a:lnTo>
                    <a:pt x="8" y="173"/>
                  </a:lnTo>
                  <a:lnTo>
                    <a:pt x="19" y="198"/>
                  </a:lnTo>
                  <a:lnTo>
                    <a:pt x="19" y="205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8" name="Freeform 55"/>
            <p:cNvSpPr>
              <a:spLocks/>
            </p:cNvSpPr>
            <p:nvPr/>
          </p:nvSpPr>
          <p:spPr bwMode="auto">
            <a:xfrm>
              <a:off x="3073" y="3349"/>
              <a:ext cx="715" cy="802"/>
            </a:xfrm>
            <a:custGeom>
              <a:avLst/>
              <a:gdLst>
                <a:gd name="T0" fmla="*/ 130 w 343"/>
                <a:gd name="T1" fmla="*/ 6 h 385"/>
                <a:gd name="T2" fmla="*/ 122 w 343"/>
                <a:gd name="T3" fmla="*/ 28 h 385"/>
                <a:gd name="T4" fmla="*/ 130 w 343"/>
                <a:gd name="T5" fmla="*/ 52 h 385"/>
                <a:gd name="T6" fmla="*/ 125 w 343"/>
                <a:gd name="T7" fmla="*/ 69 h 385"/>
                <a:gd name="T8" fmla="*/ 112 w 343"/>
                <a:gd name="T9" fmla="*/ 91 h 385"/>
                <a:gd name="T10" fmla="*/ 121 w 343"/>
                <a:gd name="T11" fmla="*/ 120 h 385"/>
                <a:gd name="T12" fmla="*/ 126 w 343"/>
                <a:gd name="T13" fmla="*/ 134 h 385"/>
                <a:gd name="T14" fmla="*/ 135 w 343"/>
                <a:gd name="T15" fmla="*/ 155 h 385"/>
                <a:gd name="T16" fmla="*/ 117 w 343"/>
                <a:gd name="T17" fmla="*/ 166 h 385"/>
                <a:gd name="T18" fmla="*/ 101 w 343"/>
                <a:gd name="T19" fmla="*/ 156 h 385"/>
                <a:gd name="T20" fmla="*/ 93 w 343"/>
                <a:gd name="T21" fmla="*/ 172 h 385"/>
                <a:gd name="T22" fmla="*/ 76 w 343"/>
                <a:gd name="T23" fmla="*/ 211 h 385"/>
                <a:gd name="T24" fmla="*/ 61 w 343"/>
                <a:gd name="T25" fmla="*/ 202 h 385"/>
                <a:gd name="T26" fmla="*/ 47 w 343"/>
                <a:gd name="T27" fmla="*/ 209 h 385"/>
                <a:gd name="T28" fmla="*/ 28 w 343"/>
                <a:gd name="T29" fmla="*/ 221 h 385"/>
                <a:gd name="T30" fmla="*/ 30 w 343"/>
                <a:gd name="T31" fmla="*/ 240 h 385"/>
                <a:gd name="T32" fmla="*/ 21 w 343"/>
                <a:gd name="T33" fmla="*/ 260 h 385"/>
                <a:gd name="T34" fmla="*/ 19 w 343"/>
                <a:gd name="T35" fmla="*/ 279 h 385"/>
                <a:gd name="T36" fmla="*/ 16 w 343"/>
                <a:gd name="T37" fmla="*/ 301 h 385"/>
                <a:gd name="T38" fmla="*/ 4 w 343"/>
                <a:gd name="T39" fmla="*/ 310 h 385"/>
                <a:gd name="T40" fmla="*/ 21 w 343"/>
                <a:gd name="T41" fmla="*/ 331 h 385"/>
                <a:gd name="T42" fmla="*/ 50 w 343"/>
                <a:gd name="T43" fmla="*/ 343 h 385"/>
                <a:gd name="T44" fmla="*/ 81 w 343"/>
                <a:gd name="T45" fmla="*/ 335 h 385"/>
                <a:gd name="T46" fmla="*/ 94 w 343"/>
                <a:gd name="T47" fmla="*/ 348 h 385"/>
                <a:gd name="T48" fmla="*/ 125 w 343"/>
                <a:gd name="T49" fmla="*/ 359 h 385"/>
                <a:gd name="T50" fmla="*/ 146 w 343"/>
                <a:gd name="T51" fmla="*/ 378 h 385"/>
                <a:gd name="T52" fmla="*/ 165 w 343"/>
                <a:gd name="T53" fmla="*/ 380 h 385"/>
                <a:gd name="T54" fmla="*/ 188 w 343"/>
                <a:gd name="T55" fmla="*/ 351 h 385"/>
                <a:gd name="T56" fmla="*/ 219 w 343"/>
                <a:gd name="T57" fmla="*/ 286 h 385"/>
                <a:gd name="T58" fmla="*/ 210 w 343"/>
                <a:gd name="T59" fmla="*/ 235 h 385"/>
                <a:gd name="T60" fmla="*/ 204 w 343"/>
                <a:gd name="T61" fmla="*/ 208 h 385"/>
                <a:gd name="T62" fmla="*/ 220 w 343"/>
                <a:gd name="T63" fmla="*/ 196 h 385"/>
                <a:gd name="T64" fmla="*/ 240 w 343"/>
                <a:gd name="T65" fmla="*/ 194 h 385"/>
                <a:gd name="T66" fmla="*/ 246 w 343"/>
                <a:gd name="T67" fmla="*/ 189 h 385"/>
                <a:gd name="T68" fmla="*/ 264 w 343"/>
                <a:gd name="T69" fmla="*/ 189 h 385"/>
                <a:gd name="T70" fmla="*/ 284 w 343"/>
                <a:gd name="T71" fmla="*/ 188 h 385"/>
                <a:gd name="T72" fmla="*/ 294 w 343"/>
                <a:gd name="T73" fmla="*/ 170 h 385"/>
                <a:gd name="T74" fmla="*/ 315 w 343"/>
                <a:gd name="T75" fmla="*/ 161 h 385"/>
                <a:gd name="T76" fmla="*/ 319 w 343"/>
                <a:gd name="T77" fmla="*/ 165 h 385"/>
                <a:gd name="T78" fmla="*/ 337 w 343"/>
                <a:gd name="T79" fmla="*/ 152 h 385"/>
                <a:gd name="T80" fmla="*/ 318 w 343"/>
                <a:gd name="T81" fmla="*/ 136 h 385"/>
                <a:gd name="T82" fmla="*/ 320 w 343"/>
                <a:gd name="T83" fmla="*/ 126 h 385"/>
                <a:gd name="T84" fmla="*/ 331 w 343"/>
                <a:gd name="T85" fmla="*/ 116 h 385"/>
                <a:gd name="T86" fmla="*/ 343 w 343"/>
                <a:gd name="T87" fmla="*/ 109 h 385"/>
                <a:gd name="T88" fmla="*/ 326 w 343"/>
                <a:gd name="T89" fmla="*/ 93 h 385"/>
                <a:gd name="T90" fmla="*/ 312 w 343"/>
                <a:gd name="T91" fmla="*/ 81 h 385"/>
                <a:gd name="T92" fmla="*/ 298 w 343"/>
                <a:gd name="T93" fmla="*/ 82 h 385"/>
                <a:gd name="T94" fmla="*/ 282 w 343"/>
                <a:gd name="T95" fmla="*/ 70 h 385"/>
                <a:gd name="T96" fmla="*/ 260 w 343"/>
                <a:gd name="T97" fmla="*/ 82 h 385"/>
                <a:gd name="T98" fmla="*/ 255 w 343"/>
                <a:gd name="T99" fmla="*/ 98 h 385"/>
                <a:gd name="T100" fmla="*/ 242 w 343"/>
                <a:gd name="T101" fmla="*/ 123 h 385"/>
                <a:gd name="T102" fmla="*/ 237 w 343"/>
                <a:gd name="T103" fmla="*/ 120 h 385"/>
                <a:gd name="T104" fmla="*/ 224 w 343"/>
                <a:gd name="T105" fmla="*/ 124 h 385"/>
                <a:gd name="T106" fmla="*/ 199 w 343"/>
                <a:gd name="T107" fmla="*/ 139 h 385"/>
                <a:gd name="T108" fmla="*/ 191 w 343"/>
                <a:gd name="T109" fmla="*/ 91 h 385"/>
                <a:gd name="T110" fmla="*/ 181 w 343"/>
                <a:gd name="T111" fmla="*/ 68 h 385"/>
                <a:gd name="T112" fmla="*/ 175 w 343"/>
                <a:gd name="T113" fmla="*/ 56 h 385"/>
                <a:gd name="T114" fmla="*/ 173 w 343"/>
                <a:gd name="T115" fmla="*/ 44 h 385"/>
                <a:gd name="T116" fmla="*/ 163 w 343"/>
                <a:gd name="T117" fmla="*/ 28 h 385"/>
                <a:gd name="T118" fmla="*/ 144 w 343"/>
                <a:gd name="T119" fmla="*/ 16 h 385"/>
                <a:gd name="T120" fmla="*/ 143 w 343"/>
                <a:gd name="T121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3" h="385">
                  <a:moveTo>
                    <a:pt x="143" y="0"/>
                  </a:moveTo>
                  <a:cubicBezTo>
                    <a:pt x="136" y="5"/>
                    <a:pt x="136" y="5"/>
                    <a:pt x="136" y="5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119" y="21"/>
                    <a:pt x="119" y="21"/>
                    <a:pt x="119" y="21"/>
                  </a:cubicBezTo>
                  <a:cubicBezTo>
                    <a:pt x="122" y="28"/>
                    <a:pt x="122" y="28"/>
                    <a:pt x="122" y="28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42"/>
                    <a:pt x="121" y="42"/>
                    <a:pt x="121" y="42"/>
                  </a:cubicBezTo>
                  <a:cubicBezTo>
                    <a:pt x="130" y="52"/>
                    <a:pt x="130" y="52"/>
                    <a:pt x="130" y="52"/>
                  </a:cubicBezTo>
                  <a:cubicBezTo>
                    <a:pt x="128" y="57"/>
                    <a:pt x="128" y="57"/>
                    <a:pt x="128" y="57"/>
                  </a:cubicBezTo>
                  <a:cubicBezTo>
                    <a:pt x="131" y="63"/>
                    <a:pt x="131" y="63"/>
                    <a:pt x="131" y="63"/>
                  </a:cubicBezTo>
                  <a:cubicBezTo>
                    <a:pt x="125" y="69"/>
                    <a:pt x="125" y="69"/>
                    <a:pt x="125" y="69"/>
                  </a:cubicBezTo>
                  <a:cubicBezTo>
                    <a:pt x="125" y="79"/>
                    <a:pt x="125" y="79"/>
                    <a:pt x="125" y="79"/>
                  </a:cubicBezTo>
                  <a:cubicBezTo>
                    <a:pt x="121" y="84"/>
                    <a:pt x="121" y="84"/>
                    <a:pt x="121" y="8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3" y="104"/>
                    <a:pt x="113" y="104"/>
                    <a:pt x="113" y="104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21" y="120"/>
                    <a:pt x="121" y="120"/>
                    <a:pt x="121" y="120"/>
                  </a:cubicBezTo>
                  <a:cubicBezTo>
                    <a:pt x="127" y="119"/>
                    <a:pt x="127" y="119"/>
                    <a:pt x="127" y="119"/>
                  </a:cubicBezTo>
                  <a:cubicBezTo>
                    <a:pt x="131" y="132"/>
                    <a:pt x="131" y="132"/>
                    <a:pt x="131" y="132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32" y="142"/>
                    <a:pt x="132" y="142"/>
                    <a:pt x="132" y="142"/>
                  </a:cubicBezTo>
                  <a:cubicBezTo>
                    <a:pt x="135" y="155"/>
                    <a:pt x="135" y="155"/>
                    <a:pt x="135" y="155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25" y="167"/>
                    <a:pt x="125" y="167"/>
                    <a:pt x="125" y="167"/>
                  </a:cubicBezTo>
                  <a:cubicBezTo>
                    <a:pt x="117" y="166"/>
                    <a:pt x="117" y="166"/>
                    <a:pt x="117" y="166"/>
                  </a:cubicBezTo>
                  <a:cubicBezTo>
                    <a:pt x="113" y="163"/>
                    <a:pt x="113" y="163"/>
                    <a:pt x="113" y="163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1" y="156"/>
                    <a:pt x="101" y="156"/>
                    <a:pt x="101" y="156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1" y="163"/>
                    <a:pt x="91" y="163"/>
                    <a:pt x="91" y="163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77" y="191"/>
                    <a:pt x="77" y="191"/>
                    <a:pt x="77" y="191"/>
                  </a:cubicBezTo>
                  <a:cubicBezTo>
                    <a:pt x="73" y="205"/>
                    <a:pt x="73" y="205"/>
                    <a:pt x="73" y="205"/>
                  </a:cubicBezTo>
                  <a:cubicBezTo>
                    <a:pt x="76" y="211"/>
                    <a:pt x="76" y="211"/>
                    <a:pt x="76" y="211"/>
                  </a:cubicBezTo>
                  <a:cubicBezTo>
                    <a:pt x="74" y="216"/>
                    <a:pt x="74" y="216"/>
                    <a:pt x="74" y="216"/>
                  </a:cubicBezTo>
                  <a:cubicBezTo>
                    <a:pt x="67" y="212"/>
                    <a:pt x="67" y="212"/>
                    <a:pt x="67" y="21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47" y="209"/>
                    <a:pt x="47" y="209"/>
                    <a:pt x="47" y="209"/>
                  </a:cubicBezTo>
                  <a:cubicBezTo>
                    <a:pt x="36" y="210"/>
                    <a:pt x="36" y="210"/>
                    <a:pt x="36" y="210"/>
                  </a:cubicBezTo>
                  <a:cubicBezTo>
                    <a:pt x="29" y="211"/>
                    <a:pt x="29" y="211"/>
                    <a:pt x="29" y="211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3" y="225"/>
                    <a:pt x="23" y="225"/>
                    <a:pt x="23" y="225"/>
                  </a:cubicBezTo>
                  <a:cubicBezTo>
                    <a:pt x="24" y="232"/>
                    <a:pt x="24" y="232"/>
                    <a:pt x="24" y="232"/>
                  </a:cubicBezTo>
                  <a:cubicBezTo>
                    <a:pt x="30" y="240"/>
                    <a:pt x="30" y="240"/>
                    <a:pt x="30" y="240"/>
                  </a:cubicBezTo>
                  <a:cubicBezTo>
                    <a:pt x="32" y="250"/>
                    <a:pt x="32" y="250"/>
                    <a:pt x="32" y="250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1" y="260"/>
                    <a:pt x="21" y="260"/>
                    <a:pt x="21" y="260"/>
                  </a:cubicBezTo>
                  <a:cubicBezTo>
                    <a:pt x="16" y="261"/>
                    <a:pt x="16" y="261"/>
                    <a:pt x="16" y="261"/>
                  </a:cubicBezTo>
                  <a:cubicBezTo>
                    <a:pt x="14" y="271"/>
                    <a:pt x="14" y="271"/>
                    <a:pt x="14" y="271"/>
                  </a:cubicBezTo>
                  <a:cubicBezTo>
                    <a:pt x="19" y="279"/>
                    <a:pt x="19" y="279"/>
                    <a:pt x="19" y="279"/>
                  </a:cubicBezTo>
                  <a:cubicBezTo>
                    <a:pt x="16" y="286"/>
                    <a:pt x="16" y="286"/>
                    <a:pt x="16" y="286"/>
                  </a:cubicBezTo>
                  <a:cubicBezTo>
                    <a:pt x="18" y="297"/>
                    <a:pt x="18" y="297"/>
                    <a:pt x="18" y="297"/>
                  </a:cubicBezTo>
                  <a:cubicBezTo>
                    <a:pt x="16" y="301"/>
                    <a:pt x="16" y="301"/>
                    <a:pt x="16" y="301"/>
                  </a:cubicBezTo>
                  <a:cubicBezTo>
                    <a:pt x="16" y="306"/>
                    <a:pt x="16" y="306"/>
                    <a:pt x="16" y="306"/>
                  </a:cubicBezTo>
                  <a:cubicBezTo>
                    <a:pt x="9" y="307"/>
                    <a:pt x="9" y="307"/>
                    <a:pt x="9" y="307"/>
                  </a:cubicBezTo>
                  <a:cubicBezTo>
                    <a:pt x="4" y="310"/>
                    <a:pt x="4" y="310"/>
                    <a:pt x="4" y="310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2" y="321"/>
                    <a:pt x="2" y="321"/>
                    <a:pt x="2" y="321"/>
                  </a:cubicBezTo>
                  <a:cubicBezTo>
                    <a:pt x="21" y="331"/>
                    <a:pt x="21" y="331"/>
                    <a:pt x="21" y="331"/>
                  </a:cubicBezTo>
                  <a:cubicBezTo>
                    <a:pt x="30" y="333"/>
                    <a:pt x="30" y="333"/>
                    <a:pt x="30" y="333"/>
                  </a:cubicBezTo>
                  <a:cubicBezTo>
                    <a:pt x="41" y="336"/>
                    <a:pt x="41" y="336"/>
                    <a:pt x="41" y="336"/>
                  </a:cubicBezTo>
                  <a:cubicBezTo>
                    <a:pt x="50" y="343"/>
                    <a:pt x="50" y="343"/>
                    <a:pt x="50" y="343"/>
                  </a:cubicBezTo>
                  <a:cubicBezTo>
                    <a:pt x="62" y="341"/>
                    <a:pt x="62" y="341"/>
                    <a:pt x="62" y="341"/>
                  </a:cubicBezTo>
                  <a:cubicBezTo>
                    <a:pt x="67" y="348"/>
                    <a:pt x="67" y="348"/>
                    <a:pt x="67" y="348"/>
                  </a:cubicBezTo>
                  <a:cubicBezTo>
                    <a:pt x="81" y="335"/>
                    <a:pt x="81" y="335"/>
                    <a:pt x="81" y="335"/>
                  </a:cubicBezTo>
                  <a:cubicBezTo>
                    <a:pt x="87" y="339"/>
                    <a:pt x="87" y="339"/>
                    <a:pt x="87" y="339"/>
                  </a:cubicBezTo>
                  <a:cubicBezTo>
                    <a:pt x="86" y="342"/>
                    <a:pt x="86" y="342"/>
                    <a:pt x="86" y="342"/>
                  </a:cubicBezTo>
                  <a:cubicBezTo>
                    <a:pt x="94" y="348"/>
                    <a:pt x="94" y="348"/>
                    <a:pt x="94" y="348"/>
                  </a:cubicBezTo>
                  <a:cubicBezTo>
                    <a:pt x="103" y="349"/>
                    <a:pt x="103" y="349"/>
                    <a:pt x="103" y="349"/>
                  </a:cubicBezTo>
                  <a:cubicBezTo>
                    <a:pt x="118" y="361"/>
                    <a:pt x="118" y="361"/>
                    <a:pt x="118" y="361"/>
                  </a:cubicBezTo>
                  <a:cubicBezTo>
                    <a:pt x="125" y="359"/>
                    <a:pt x="125" y="359"/>
                    <a:pt x="125" y="359"/>
                  </a:cubicBezTo>
                  <a:cubicBezTo>
                    <a:pt x="135" y="368"/>
                    <a:pt x="135" y="368"/>
                    <a:pt x="135" y="368"/>
                  </a:cubicBezTo>
                  <a:cubicBezTo>
                    <a:pt x="143" y="367"/>
                    <a:pt x="143" y="367"/>
                    <a:pt x="143" y="367"/>
                  </a:cubicBezTo>
                  <a:cubicBezTo>
                    <a:pt x="146" y="378"/>
                    <a:pt x="146" y="378"/>
                    <a:pt x="146" y="378"/>
                  </a:cubicBezTo>
                  <a:cubicBezTo>
                    <a:pt x="155" y="379"/>
                    <a:pt x="155" y="379"/>
                    <a:pt x="155" y="379"/>
                  </a:cubicBezTo>
                  <a:cubicBezTo>
                    <a:pt x="160" y="385"/>
                    <a:pt x="160" y="385"/>
                    <a:pt x="160" y="385"/>
                  </a:cubicBezTo>
                  <a:cubicBezTo>
                    <a:pt x="165" y="380"/>
                    <a:pt x="165" y="380"/>
                    <a:pt x="165" y="380"/>
                  </a:cubicBezTo>
                  <a:cubicBezTo>
                    <a:pt x="170" y="380"/>
                    <a:pt x="170" y="380"/>
                    <a:pt x="170" y="380"/>
                  </a:cubicBezTo>
                  <a:cubicBezTo>
                    <a:pt x="171" y="369"/>
                    <a:pt x="171" y="369"/>
                    <a:pt x="171" y="369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217" y="313"/>
                    <a:pt x="217" y="313"/>
                    <a:pt x="217" y="313"/>
                  </a:cubicBezTo>
                  <a:cubicBezTo>
                    <a:pt x="219" y="286"/>
                    <a:pt x="219" y="286"/>
                    <a:pt x="219" y="286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15" y="267"/>
                    <a:pt x="215" y="267"/>
                    <a:pt x="215" y="267"/>
                  </a:cubicBezTo>
                  <a:cubicBezTo>
                    <a:pt x="210" y="235"/>
                    <a:pt x="210" y="235"/>
                    <a:pt x="210" y="235"/>
                  </a:cubicBezTo>
                  <a:cubicBezTo>
                    <a:pt x="216" y="226"/>
                    <a:pt x="216" y="226"/>
                    <a:pt x="216" y="226"/>
                  </a:cubicBezTo>
                  <a:cubicBezTo>
                    <a:pt x="207" y="220"/>
                    <a:pt x="207" y="220"/>
                    <a:pt x="207" y="220"/>
                  </a:cubicBezTo>
                  <a:cubicBezTo>
                    <a:pt x="204" y="208"/>
                    <a:pt x="204" y="208"/>
                    <a:pt x="204" y="208"/>
                  </a:cubicBezTo>
                  <a:cubicBezTo>
                    <a:pt x="212" y="203"/>
                    <a:pt x="212" y="203"/>
                    <a:pt x="212" y="203"/>
                  </a:cubicBezTo>
                  <a:cubicBezTo>
                    <a:pt x="219" y="205"/>
                    <a:pt x="219" y="205"/>
                    <a:pt x="219" y="205"/>
                  </a:cubicBezTo>
                  <a:cubicBezTo>
                    <a:pt x="220" y="196"/>
                    <a:pt x="220" y="196"/>
                    <a:pt x="220" y="196"/>
                  </a:cubicBezTo>
                  <a:cubicBezTo>
                    <a:pt x="224" y="195"/>
                    <a:pt x="224" y="195"/>
                    <a:pt x="224" y="195"/>
                  </a:cubicBezTo>
                  <a:cubicBezTo>
                    <a:pt x="232" y="197"/>
                    <a:pt x="232" y="197"/>
                    <a:pt x="232" y="197"/>
                  </a:cubicBezTo>
                  <a:cubicBezTo>
                    <a:pt x="240" y="194"/>
                    <a:pt x="240" y="194"/>
                    <a:pt x="240" y="194"/>
                  </a:cubicBezTo>
                  <a:cubicBezTo>
                    <a:pt x="239" y="188"/>
                    <a:pt x="239" y="188"/>
                    <a:pt x="239" y="188"/>
                  </a:cubicBezTo>
                  <a:cubicBezTo>
                    <a:pt x="244" y="182"/>
                    <a:pt x="244" y="182"/>
                    <a:pt x="244" y="182"/>
                  </a:cubicBezTo>
                  <a:cubicBezTo>
                    <a:pt x="246" y="189"/>
                    <a:pt x="246" y="189"/>
                    <a:pt x="246" y="189"/>
                  </a:cubicBezTo>
                  <a:cubicBezTo>
                    <a:pt x="256" y="189"/>
                    <a:pt x="256" y="189"/>
                    <a:pt x="256" y="189"/>
                  </a:cubicBezTo>
                  <a:cubicBezTo>
                    <a:pt x="261" y="184"/>
                    <a:pt x="261" y="184"/>
                    <a:pt x="261" y="184"/>
                  </a:cubicBezTo>
                  <a:cubicBezTo>
                    <a:pt x="264" y="189"/>
                    <a:pt x="264" y="189"/>
                    <a:pt x="264" y="189"/>
                  </a:cubicBezTo>
                  <a:cubicBezTo>
                    <a:pt x="274" y="189"/>
                    <a:pt x="274" y="189"/>
                    <a:pt x="274" y="189"/>
                  </a:cubicBezTo>
                  <a:cubicBezTo>
                    <a:pt x="277" y="183"/>
                    <a:pt x="277" y="183"/>
                    <a:pt x="277" y="183"/>
                  </a:cubicBezTo>
                  <a:cubicBezTo>
                    <a:pt x="284" y="188"/>
                    <a:pt x="284" y="188"/>
                    <a:pt x="284" y="188"/>
                  </a:cubicBezTo>
                  <a:cubicBezTo>
                    <a:pt x="290" y="182"/>
                    <a:pt x="290" y="182"/>
                    <a:pt x="290" y="182"/>
                  </a:cubicBezTo>
                  <a:cubicBezTo>
                    <a:pt x="296" y="182"/>
                    <a:pt x="296" y="182"/>
                    <a:pt x="296" y="182"/>
                  </a:cubicBezTo>
                  <a:cubicBezTo>
                    <a:pt x="294" y="170"/>
                    <a:pt x="294" y="170"/>
                    <a:pt x="294" y="170"/>
                  </a:cubicBezTo>
                  <a:cubicBezTo>
                    <a:pt x="302" y="163"/>
                    <a:pt x="302" y="163"/>
                    <a:pt x="302" y="163"/>
                  </a:cubicBezTo>
                  <a:cubicBezTo>
                    <a:pt x="307" y="157"/>
                    <a:pt x="307" y="157"/>
                    <a:pt x="307" y="157"/>
                  </a:cubicBezTo>
                  <a:cubicBezTo>
                    <a:pt x="315" y="161"/>
                    <a:pt x="315" y="161"/>
                    <a:pt x="315" y="161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9" y="165"/>
                    <a:pt x="319" y="165"/>
                    <a:pt x="319" y="165"/>
                  </a:cubicBezTo>
                  <a:cubicBezTo>
                    <a:pt x="326" y="168"/>
                    <a:pt x="326" y="168"/>
                    <a:pt x="326" y="168"/>
                  </a:cubicBezTo>
                  <a:cubicBezTo>
                    <a:pt x="335" y="156"/>
                    <a:pt x="335" y="156"/>
                    <a:pt x="335" y="156"/>
                  </a:cubicBezTo>
                  <a:cubicBezTo>
                    <a:pt x="337" y="152"/>
                    <a:pt x="337" y="152"/>
                    <a:pt x="337" y="152"/>
                  </a:cubicBezTo>
                  <a:cubicBezTo>
                    <a:pt x="334" y="146"/>
                    <a:pt x="334" y="146"/>
                    <a:pt x="334" y="146"/>
                  </a:cubicBezTo>
                  <a:cubicBezTo>
                    <a:pt x="328" y="149"/>
                    <a:pt x="328" y="149"/>
                    <a:pt x="328" y="149"/>
                  </a:cubicBezTo>
                  <a:cubicBezTo>
                    <a:pt x="318" y="136"/>
                    <a:pt x="318" y="136"/>
                    <a:pt x="318" y="136"/>
                  </a:cubicBezTo>
                  <a:cubicBezTo>
                    <a:pt x="321" y="132"/>
                    <a:pt x="321" y="132"/>
                    <a:pt x="321" y="132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20" y="126"/>
                    <a:pt x="320" y="126"/>
                    <a:pt x="320" y="126"/>
                  </a:cubicBezTo>
                  <a:cubicBezTo>
                    <a:pt x="319" y="118"/>
                    <a:pt x="319" y="118"/>
                    <a:pt x="319" y="118"/>
                  </a:cubicBezTo>
                  <a:cubicBezTo>
                    <a:pt x="326" y="113"/>
                    <a:pt x="326" y="113"/>
                    <a:pt x="326" y="113"/>
                  </a:cubicBezTo>
                  <a:cubicBezTo>
                    <a:pt x="331" y="116"/>
                    <a:pt x="331" y="116"/>
                    <a:pt x="331" y="116"/>
                  </a:cubicBezTo>
                  <a:cubicBezTo>
                    <a:pt x="336" y="117"/>
                    <a:pt x="336" y="117"/>
                    <a:pt x="336" y="117"/>
                  </a:cubicBezTo>
                  <a:cubicBezTo>
                    <a:pt x="342" y="115"/>
                    <a:pt x="342" y="115"/>
                    <a:pt x="342" y="115"/>
                  </a:cubicBezTo>
                  <a:cubicBezTo>
                    <a:pt x="343" y="109"/>
                    <a:pt x="343" y="109"/>
                    <a:pt x="343" y="109"/>
                  </a:cubicBezTo>
                  <a:cubicBezTo>
                    <a:pt x="331" y="96"/>
                    <a:pt x="331" y="96"/>
                    <a:pt x="331" y="96"/>
                  </a:cubicBezTo>
                  <a:cubicBezTo>
                    <a:pt x="330" y="93"/>
                    <a:pt x="330" y="93"/>
                    <a:pt x="330" y="93"/>
                  </a:cubicBezTo>
                  <a:cubicBezTo>
                    <a:pt x="326" y="93"/>
                    <a:pt x="326" y="93"/>
                    <a:pt x="326" y="93"/>
                  </a:cubicBezTo>
                  <a:cubicBezTo>
                    <a:pt x="326" y="87"/>
                    <a:pt x="326" y="87"/>
                    <a:pt x="326" y="87"/>
                  </a:cubicBezTo>
                  <a:cubicBezTo>
                    <a:pt x="316" y="77"/>
                    <a:pt x="316" y="77"/>
                    <a:pt x="316" y="77"/>
                  </a:cubicBezTo>
                  <a:cubicBezTo>
                    <a:pt x="312" y="81"/>
                    <a:pt x="312" y="81"/>
                    <a:pt x="312" y="81"/>
                  </a:cubicBezTo>
                  <a:cubicBezTo>
                    <a:pt x="309" y="85"/>
                    <a:pt x="309" y="85"/>
                    <a:pt x="309" y="85"/>
                  </a:cubicBezTo>
                  <a:cubicBezTo>
                    <a:pt x="303" y="88"/>
                    <a:pt x="303" y="88"/>
                    <a:pt x="303" y="88"/>
                  </a:cubicBezTo>
                  <a:cubicBezTo>
                    <a:pt x="298" y="82"/>
                    <a:pt x="298" y="82"/>
                    <a:pt x="298" y="82"/>
                  </a:cubicBezTo>
                  <a:cubicBezTo>
                    <a:pt x="297" y="76"/>
                    <a:pt x="297" y="76"/>
                    <a:pt x="297" y="76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3"/>
                    <a:pt x="282" y="70"/>
                    <a:pt x="282" y="70"/>
                  </a:cubicBezTo>
                  <a:cubicBezTo>
                    <a:pt x="281" y="70"/>
                    <a:pt x="267" y="70"/>
                    <a:pt x="267" y="70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0" y="82"/>
                    <a:pt x="260" y="82"/>
                    <a:pt x="260" y="82"/>
                  </a:cubicBezTo>
                  <a:cubicBezTo>
                    <a:pt x="256" y="85"/>
                    <a:pt x="256" y="85"/>
                    <a:pt x="256" y="85"/>
                  </a:cubicBezTo>
                  <a:cubicBezTo>
                    <a:pt x="261" y="92"/>
                    <a:pt x="261" y="92"/>
                    <a:pt x="261" y="92"/>
                  </a:cubicBezTo>
                  <a:cubicBezTo>
                    <a:pt x="255" y="98"/>
                    <a:pt x="255" y="98"/>
                    <a:pt x="255" y="98"/>
                  </a:cubicBezTo>
                  <a:cubicBezTo>
                    <a:pt x="250" y="106"/>
                    <a:pt x="250" y="106"/>
                    <a:pt x="250" y="106"/>
                  </a:cubicBezTo>
                  <a:cubicBezTo>
                    <a:pt x="251" y="118"/>
                    <a:pt x="251" y="118"/>
                    <a:pt x="251" y="118"/>
                  </a:cubicBezTo>
                  <a:cubicBezTo>
                    <a:pt x="242" y="123"/>
                    <a:pt x="242" y="123"/>
                    <a:pt x="242" y="123"/>
                  </a:cubicBezTo>
                  <a:cubicBezTo>
                    <a:pt x="242" y="131"/>
                    <a:pt x="242" y="131"/>
                    <a:pt x="242" y="131"/>
                  </a:cubicBezTo>
                  <a:cubicBezTo>
                    <a:pt x="238" y="127"/>
                    <a:pt x="238" y="127"/>
                    <a:pt x="238" y="127"/>
                  </a:cubicBezTo>
                  <a:cubicBezTo>
                    <a:pt x="237" y="120"/>
                    <a:pt x="237" y="120"/>
                    <a:pt x="237" y="120"/>
                  </a:cubicBezTo>
                  <a:cubicBezTo>
                    <a:pt x="234" y="117"/>
                    <a:pt x="234" y="117"/>
                    <a:pt x="234" y="117"/>
                  </a:cubicBezTo>
                  <a:cubicBezTo>
                    <a:pt x="229" y="122"/>
                    <a:pt x="229" y="122"/>
                    <a:pt x="229" y="122"/>
                  </a:cubicBezTo>
                  <a:cubicBezTo>
                    <a:pt x="224" y="124"/>
                    <a:pt x="224" y="124"/>
                    <a:pt x="224" y="124"/>
                  </a:cubicBezTo>
                  <a:cubicBezTo>
                    <a:pt x="214" y="127"/>
                    <a:pt x="214" y="127"/>
                    <a:pt x="214" y="127"/>
                  </a:cubicBezTo>
                  <a:cubicBezTo>
                    <a:pt x="207" y="138"/>
                    <a:pt x="207" y="138"/>
                    <a:pt x="207" y="138"/>
                  </a:cubicBezTo>
                  <a:cubicBezTo>
                    <a:pt x="199" y="139"/>
                    <a:pt x="199" y="139"/>
                    <a:pt x="199" y="139"/>
                  </a:cubicBezTo>
                  <a:cubicBezTo>
                    <a:pt x="190" y="131"/>
                    <a:pt x="190" y="131"/>
                    <a:pt x="190" y="131"/>
                  </a:cubicBezTo>
                  <a:cubicBezTo>
                    <a:pt x="190" y="103"/>
                    <a:pt x="190" y="103"/>
                    <a:pt x="190" y="103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82" y="73"/>
                    <a:pt x="182" y="73"/>
                    <a:pt x="182" y="73"/>
                  </a:cubicBezTo>
                  <a:cubicBezTo>
                    <a:pt x="181" y="68"/>
                    <a:pt x="181" y="68"/>
                    <a:pt x="181" y="68"/>
                  </a:cubicBezTo>
                  <a:cubicBezTo>
                    <a:pt x="178" y="63"/>
                    <a:pt x="178" y="63"/>
                    <a:pt x="178" y="63"/>
                  </a:cubicBezTo>
                  <a:cubicBezTo>
                    <a:pt x="175" y="61"/>
                    <a:pt x="175" y="61"/>
                    <a:pt x="175" y="61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8" y="53"/>
                    <a:pt x="178" y="53"/>
                    <a:pt x="178" y="53"/>
                  </a:cubicBezTo>
                  <a:cubicBezTo>
                    <a:pt x="178" y="47"/>
                    <a:pt x="178" y="47"/>
                    <a:pt x="178" y="47"/>
                  </a:cubicBezTo>
                  <a:cubicBezTo>
                    <a:pt x="173" y="44"/>
                    <a:pt x="173" y="44"/>
                    <a:pt x="173" y="44"/>
                  </a:cubicBezTo>
                  <a:cubicBezTo>
                    <a:pt x="164" y="41"/>
                    <a:pt x="164" y="41"/>
                    <a:pt x="164" y="41"/>
                  </a:cubicBezTo>
                  <a:cubicBezTo>
                    <a:pt x="166" y="34"/>
                    <a:pt x="166" y="34"/>
                    <a:pt x="166" y="34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59" y="20"/>
                    <a:pt x="159" y="20"/>
                    <a:pt x="159" y="20"/>
                  </a:cubicBezTo>
                  <a:cubicBezTo>
                    <a:pt x="154" y="14"/>
                    <a:pt x="154" y="14"/>
                    <a:pt x="154" y="14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8" y="6"/>
                    <a:pt x="148" y="6"/>
                    <a:pt x="148" y="6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FF0000"/>
            </a:solidFill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9" name="Freeform 56"/>
            <p:cNvSpPr>
              <a:spLocks/>
            </p:cNvSpPr>
            <p:nvPr/>
          </p:nvSpPr>
          <p:spPr bwMode="auto">
            <a:xfrm>
              <a:off x="2202" y="3678"/>
              <a:ext cx="215" cy="315"/>
            </a:xfrm>
            <a:custGeom>
              <a:avLst/>
              <a:gdLst>
                <a:gd name="T0" fmla="*/ 94 w 103"/>
                <a:gd name="T1" fmla="*/ 19 h 151"/>
                <a:gd name="T2" fmla="*/ 98 w 103"/>
                <a:gd name="T3" fmla="*/ 29 h 151"/>
                <a:gd name="T4" fmla="*/ 103 w 103"/>
                <a:gd name="T5" fmla="*/ 50 h 151"/>
                <a:gd name="T6" fmla="*/ 98 w 103"/>
                <a:gd name="T7" fmla="*/ 72 h 151"/>
                <a:gd name="T8" fmla="*/ 89 w 103"/>
                <a:gd name="T9" fmla="*/ 86 h 151"/>
                <a:gd name="T10" fmla="*/ 77 w 103"/>
                <a:gd name="T11" fmla="*/ 103 h 151"/>
                <a:gd name="T12" fmla="*/ 81 w 103"/>
                <a:gd name="T13" fmla="*/ 126 h 151"/>
                <a:gd name="T14" fmla="*/ 76 w 103"/>
                <a:gd name="T15" fmla="*/ 139 h 151"/>
                <a:gd name="T16" fmla="*/ 65 w 103"/>
                <a:gd name="T17" fmla="*/ 146 h 151"/>
                <a:gd name="T18" fmla="*/ 49 w 103"/>
                <a:gd name="T19" fmla="*/ 149 h 151"/>
                <a:gd name="T20" fmla="*/ 35 w 103"/>
                <a:gd name="T21" fmla="*/ 147 h 151"/>
                <a:gd name="T22" fmla="*/ 40 w 103"/>
                <a:gd name="T23" fmla="*/ 136 h 151"/>
                <a:gd name="T24" fmla="*/ 26 w 103"/>
                <a:gd name="T25" fmla="*/ 132 h 151"/>
                <a:gd name="T26" fmla="*/ 18 w 103"/>
                <a:gd name="T27" fmla="*/ 121 h 151"/>
                <a:gd name="T28" fmla="*/ 2 w 103"/>
                <a:gd name="T29" fmla="*/ 117 h 151"/>
                <a:gd name="T30" fmla="*/ 7 w 103"/>
                <a:gd name="T31" fmla="*/ 104 h 151"/>
                <a:gd name="T32" fmla="*/ 5 w 103"/>
                <a:gd name="T33" fmla="*/ 89 h 151"/>
                <a:gd name="T34" fmla="*/ 1 w 103"/>
                <a:gd name="T35" fmla="*/ 81 h 151"/>
                <a:gd name="T36" fmla="*/ 6 w 103"/>
                <a:gd name="T37" fmla="*/ 72 h 151"/>
                <a:gd name="T38" fmla="*/ 14 w 103"/>
                <a:gd name="T39" fmla="*/ 66 h 151"/>
                <a:gd name="T40" fmla="*/ 22 w 103"/>
                <a:gd name="T41" fmla="*/ 51 h 151"/>
                <a:gd name="T42" fmla="*/ 30 w 103"/>
                <a:gd name="T43" fmla="*/ 48 h 151"/>
                <a:gd name="T44" fmla="*/ 28 w 103"/>
                <a:gd name="T45" fmla="*/ 39 h 151"/>
                <a:gd name="T46" fmla="*/ 17 w 103"/>
                <a:gd name="T47" fmla="*/ 29 h 151"/>
                <a:gd name="T48" fmla="*/ 22 w 103"/>
                <a:gd name="T49" fmla="*/ 23 h 151"/>
                <a:gd name="T50" fmla="*/ 21 w 103"/>
                <a:gd name="T51" fmla="*/ 12 h 151"/>
                <a:gd name="T52" fmla="*/ 38 w 103"/>
                <a:gd name="T53" fmla="*/ 3 h 151"/>
                <a:gd name="T54" fmla="*/ 35 w 103"/>
                <a:gd name="T55" fmla="*/ 12 h 151"/>
                <a:gd name="T56" fmla="*/ 50 w 103"/>
                <a:gd name="T57" fmla="*/ 17 h 151"/>
                <a:gd name="T58" fmla="*/ 60 w 103"/>
                <a:gd name="T59" fmla="*/ 19 h 151"/>
                <a:gd name="T60" fmla="*/ 69 w 103"/>
                <a:gd name="T61" fmla="*/ 19 h 151"/>
                <a:gd name="T62" fmla="*/ 95 w 103"/>
                <a:gd name="T63" fmla="*/ 1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3" h="151">
                  <a:moveTo>
                    <a:pt x="95" y="10"/>
                  </a:moveTo>
                  <a:cubicBezTo>
                    <a:pt x="94" y="19"/>
                    <a:pt x="94" y="19"/>
                    <a:pt x="94" y="19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67"/>
                    <a:pt x="103" y="67"/>
                    <a:pt x="103" y="67"/>
                  </a:cubicBezTo>
                  <a:cubicBezTo>
                    <a:pt x="98" y="72"/>
                    <a:pt x="98" y="72"/>
                    <a:pt x="98" y="72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89" y="86"/>
                    <a:pt x="89" y="86"/>
                    <a:pt x="89" y="86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8" y="120"/>
                    <a:pt x="78" y="120"/>
                    <a:pt x="78" y="120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9"/>
                    <a:pt x="76" y="139"/>
                    <a:pt x="76" y="139"/>
                  </a:cubicBezTo>
                  <a:cubicBezTo>
                    <a:pt x="74" y="139"/>
                    <a:pt x="72" y="140"/>
                    <a:pt x="71" y="141"/>
                  </a:cubicBezTo>
                  <a:cubicBezTo>
                    <a:pt x="69" y="144"/>
                    <a:pt x="65" y="146"/>
                    <a:pt x="65" y="146"/>
                  </a:cubicBezTo>
                  <a:cubicBezTo>
                    <a:pt x="64" y="146"/>
                    <a:pt x="58" y="146"/>
                    <a:pt x="56" y="149"/>
                  </a:cubicBezTo>
                  <a:cubicBezTo>
                    <a:pt x="53" y="151"/>
                    <a:pt x="49" y="151"/>
                    <a:pt x="49" y="149"/>
                  </a:cubicBezTo>
                  <a:cubicBezTo>
                    <a:pt x="48" y="147"/>
                    <a:pt x="45" y="146"/>
                    <a:pt x="43" y="148"/>
                  </a:cubicBezTo>
                  <a:cubicBezTo>
                    <a:pt x="41" y="150"/>
                    <a:pt x="36" y="149"/>
                    <a:pt x="35" y="147"/>
                  </a:cubicBezTo>
                  <a:cubicBezTo>
                    <a:pt x="35" y="145"/>
                    <a:pt x="33" y="143"/>
                    <a:pt x="35" y="141"/>
                  </a:cubicBezTo>
                  <a:cubicBezTo>
                    <a:pt x="36" y="139"/>
                    <a:pt x="40" y="136"/>
                    <a:pt x="40" y="136"/>
                  </a:cubicBezTo>
                  <a:cubicBezTo>
                    <a:pt x="40" y="136"/>
                    <a:pt x="35" y="133"/>
                    <a:pt x="33" y="131"/>
                  </a:cubicBezTo>
                  <a:cubicBezTo>
                    <a:pt x="31" y="129"/>
                    <a:pt x="28" y="130"/>
                    <a:pt x="26" y="132"/>
                  </a:cubicBezTo>
                  <a:cubicBezTo>
                    <a:pt x="23" y="134"/>
                    <a:pt x="23" y="126"/>
                    <a:pt x="23" y="124"/>
                  </a:cubicBezTo>
                  <a:cubicBezTo>
                    <a:pt x="23" y="122"/>
                    <a:pt x="20" y="118"/>
                    <a:pt x="18" y="121"/>
                  </a:cubicBezTo>
                  <a:cubicBezTo>
                    <a:pt x="16" y="124"/>
                    <a:pt x="9" y="123"/>
                    <a:pt x="9" y="122"/>
                  </a:cubicBezTo>
                  <a:cubicBezTo>
                    <a:pt x="8" y="120"/>
                    <a:pt x="4" y="120"/>
                    <a:pt x="2" y="117"/>
                  </a:cubicBezTo>
                  <a:cubicBezTo>
                    <a:pt x="0" y="115"/>
                    <a:pt x="3" y="115"/>
                    <a:pt x="4" y="112"/>
                  </a:cubicBezTo>
                  <a:cubicBezTo>
                    <a:pt x="6" y="110"/>
                    <a:pt x="7" y="108"/>
                    <a:pt x="7" y="104"/>
                  </a:cubicBezTo>
                  <a:cubicBezTo>
                    <a:pt x="8" y="101"/>
                    <a:pt x="6" y="99"/>
                    <a:pt x="7" y="97"/>
                  </a:cubicBezTo>
                  <a:cubicBezTo>
                    <a:pt x="8" y="95"/>
                    <a:pt x="6" y="92"/>
                    <a:pt x="5" y="89"/>
                  </a:cubicBezTo>
                  <a:cubicBezTo>
                    <a:pt x="5" y="88"/>
                    <a:pt x="3" y="86"/>
                    <a:pt x="1" y="86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83" y="20"/>
                    <a:pt x="83" y="20"/>
                    <a:pt x="83" y="20"/>
                  </a:cubicBezTo>
                  <a:lnTo>
                    <a:pt x="95" y="1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0" name="Freeform 57"/>
            <p:cNvSpPr>
              <a:spLocks noEditPoints="1"/>
            </p:cNvSpPr>
            <p:nvPr/>
          </p:nvSpPr>
          <p:spPr bwMode="auto">
            <a:xfrm>
              <a:off x="4484" y="2238"/>
              <a:ext cx="640" cy="1011"/>
            </a:xfrm>
            <a:custGeom>
              <a:avLst/>
              <a:gdLst>
                <a:gd name="T0" fmla="*/ 146 w 307"/>
                <a:gd name="T1" fmla="*/ 31 h 485"/>
                <a:gd name="T2" fmla="*/ 159 w 307"/>
                <a:gd name="T3" fmla="*/ 67 h 485"/>
                <a:gd name="T4" fmla="*/ 151 w 307"/>
                <a:gd name="T5" fmla="*/ 84 h 485"/>
                <a:gd name="T6" fmla="*/ 145 w 307"/>
                <a:gd name="T7" fmla="*/ 135 h 485"/>
                <a:gd name="T8" fmla="*/ 132 w 307"/>
                <a:gd name="T9" fmla="*/ 144 h 485"/>
                <a:gd name="T10" fmla="*/ 126 w 307"/>
                <a:gd name="T11" fmla="*/ 162 h 485"/>
                <a:gd name="T12" fmla="*/ 144 w 307"/>
                <a:gd name="T13" fmla="*/ 193 h 485"/>
                <a:gd name="T14" fmla="*/ 174 w 307"/>
                <a:gd name="T15" fmla="*/ 204 h 485"/>
                <a:gd name="T16" fmla="*/ 201 w 307"/>
                <a:gd name="T17" fmla="*/ 222 h 485"/>
                <a:gd name="T18" fmla="*/ 210 w 307"/>
                <a:gd name="T19" fmla="*/ 234 h 485"/>
                <a:gd name="T20" fmla="*/ 228 w 307"/>
                <a:gd name="T21" fmla="*/ 260 h 485"/>
                <a:gd name="T22" fmla="*/ 237 w 307"/>
                <a:gd name="T23" fmla="*/ 288 h 485"/>
                <a:gd name="T24" fmla="*/ 258 w 307"/>
                <a:gd name="T25" fmla="*/ 325 h 485"/>
                <a:gd name="T26" fmla="*/ 278 w 307"/>
                <a:gd name="T27" fmla="*/ 363 h 485"/>
                <a:gd name="T28" fmla="*/ 251 w 307"/>
                <a:gd name="T29" fmla="*/ 388 h 485"/>
                <a:gd name="T30" fmla="*/ 144 w 307"/>
                <a:gd name="T31" fmla="*/ 321 h 485"/>
                <a:gd name="T32" fmla="*/ 126 w 307"/>
                <a:gd name="T33" fmla="*/ 281 h 485"/>
                <a:gd name="T34" fmla="*/ 119 w 307"/>
                <a:gd name="T35" fmla="*/ 231 h 485"/>
                <a:gd name="T36" fmla="*/ 101 w 307"/>
                <a:gd name="T37" fmla="*/ 181 h 485"/>
                <a:gd name="T38" fmla="*/ 92 w 307"/>
                <a:gd name="T39" fmla="*/ 144 h 485"/>
                <a:gd name="T40" fmla="*/ 68 w 307"/>
                <a:gd name="T41" fmla="*/ 113 h 485"/>
                <a:gd name="T42" fmla="*/ 61 w 307"/>
                <a:gd name="T43" fmla="*/ 138 h 485"/>
                <a:gd name="T44" fmla="*/ 73 w 307"/>
                <a:gd name="T45" fmla="*/ 158 h 485"/>
                <a:gd name="T46" fmla="*/ 59 w 307"/>
                <a:gd name="T47" fmla="*/ 155 h 485"/>
                <a:gd name="T48" fmla="*/ 46 w 307"/>
                <a:gd name="T49" fmla="*/ 140 h 485"/>
                <a:gd name="T50" fmla="*/ 27 w 307"/>
                <a:gd name="T51" fmla="*/ 123 h 485"/>
                <a:gd name="T52" fmla="*/ 12 w 307"/>
                <a:gd name="T53" fmla="*/ 115 h 485"/>
                <a:gd name="T54" fmla="*/ 1 w 307"/>
                <a:gd name="T55" fmla="*/ 94 h 485"/>
                <a:gd name="T56" fmla="*/ 9 w 307"/>
                <a:gd name="T57" fmla="*/ 80 h 485"/>
                <a:gd name="T58" fmla="*/ 26 w 307"/>
                <a:gd name="T59" fmla="*/ 66 h 485"/>
                <a:gd name="T60" fmla="*/ 43 w 307"/>
                <a:gd name="T61" fmla="*/ 48 h 485"/>
                <a:gd name="T62" fmla="*/ 72 w 307"/>
                <a:gd name="T63" fmla="*/ 57 h 485"/>
                <a:gd name="T64" fmla="*/ 89 w 307"/>
                <a:gd name="T65" fmla="*/ 57 h 485"/>
                <a:gd name="T66" fmla="*/ 106 w 307"/>
                <a:gd name="T67" fmla="*/ 52 h 485"/>
                <a:gd name="T68" fmla="*/ 116 w 307"/>
                <a:gd name="T69" fmla="*/ 22 h 485"/>
                <a:gd name="T70" fmla="*/ 129 w 307"/>
                <a:gd name="T71" fmla="*/ 7 h 485"/>
                <a:gd name="T72" fmla="*/ 304 w 307"/>
                <a:gd name="T73" fmla="*/ 479 h 485"/>
                <a:gd name="T74" fmla="*/ 306 w 307"/>
                <a:gd name="T75" fmla="*/ 484 h 485"/>
                <a:gd name="T76" fmla="*/ 304 w 307"/>
                <a:gd name="T77" fmla="*/ 479 h 485"/>
                <a:gd name="T78" fmla="*/ 295 w 307"/>
                <a:gd name="T79" fmla="*/ 462 h 485"/>
                <a:gd name="T80" fmla="*/ 285 w 307"/>
                <a:gd name="T81" fmla="*/ 433 h 485"/>
                <a:gd name="T82" fmla="*/ 282 w 307"/>
                <a:gd name="T83" fmla="*/ 418 h 485"/>
                <a:gd name="T84" fmla="*/ 282 w 307"/>
                <a:gd name="T85" fmla="*/ 202 h 485"/>
                <a:gd name="T86" fmla="*/ 149 w 307"/>
                <a:gd name="T87" fmla="*/ 166 h 485"/>
                <a:gd name="T88" fmla="*/ 158 w 307"/>
                <a:gd name="T89" fmla="*/ 188 h 485"/>
                <a:gd name="T90" fmla="*/ 149 w 307"/>
                <a:gd name="T91" fmla="*/ 166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7" h="485">
                  <a:moveTo>
                    <a:pt x="140" y="0"/>
                  </a:moveTo>
                  <a:cubicBezTo>
                    <a:pt x="141" y="4"/>
                    <a:pt x="143" y="7"/>
                    <a:pt x="142" y="12"/>
                  </a:cubicBezTo>
                  <a:cubicBezTo>
                    <a:pt x="142" y="17"/>
                    <a:pt x="144" y="28"/>
                    <a:pt x="146" y="31"/>
                  </a:cubicBezTo>
                  <a:cubicBezTo>
                    <a:pt x="149" y="34"/>
                    <a:pt x="152" y="39"/>
                    <a:pt x="153" y="42"/>
                  </a:cubicBezTo>
                  <a:cubicBezTo>
                    <a:pt x="154" y="46"/>
                    <a:pt x="156" y="50"/>
                    <a:pt x="157" y="54"/>
                  </a:cubicBezTo>
                  <a:cubicBezTo>
                    <a:pt x="157" y="59"/>
                    <a:pt x="158" y="65"/>
                    <a:pt x="159" y="67"/>
                  </a:cubicBezTo>
                  <a:cubicBezTo>
                    <a:pt x="160" y="69"/>
                    <a:pt x="166" y="75"/>
                    <a:pt x="169" y="76"/>
                  </a:cubicBezTo>
                  <a:cubicBezTo>
                    <a:pt x="171" y="78"/>
                    <a:pt x="169" y="81"/>
                    <a:pt x="163" y="82"/>
                  </a:cubicBezTo>
                  <a:cubicBezTo>
                    <a:pt x="157" y="82"/>
                    <a:pt x="154" y="83"/>
                    <a:pt x="151" y="84"/>
                  </a:cubicBezTo>
                  <a:cubicBezTo>
                    <a:pt x="149" y="86"/>
                    <a:pt x="143" y="88"/>
                    <a:pt x="139" y="100"/>
                  </a:cubicBezTo>
                  <a:cubicBezTo>
                    <a:pt x="136" y="113"/>
                    <a:pt x="137" y="116"/>
                    <a:pt x="140" y="122"/>
                  </a:cubicBezTo>
                  <a:cubicBezTo>
                    <a:pt x="143" y="128"/>
                    <a:pt x="145" y="135"/>
                    <a:pt x="145" y="135"/>
                  </a:cubicBezTo>
                  <a:cubicBezTo>
                    <a:pt x="145" y="135"/>
                    <a:pt x="137" y="133"/>
                    <a:pt x="136" y="131"/>
                  </a:cubicBezTo>
                  <a:cubicBezTo>
                    <a:pt x="134" y="129"/>
                    <a:pt x="128" y="126"/>
                    <a:pt x="128" y="126"/>
                  </a:cubicBezTo>
                  <a:cubicBezTo>
                    <a:pt x="128" y="126"/>
                    <a:pt x="129" y="140"/>
                    <a:pt x="132" y="144"/>
                  </a:cubicBezTo>
                  <a:cubicBezTo>
                    <a:pt x="135" y="147"/>
                    <a:pt x="137" y="147"/>
                    <a:pt x="135" y="150"/>
                  </a:cubicBezTo>
                  <a:cubicBezTo>
                    <a:pt x="132" y="152"/>
                    <a:pt x="128" y="149"/>
                    <a:pt x="127" y="155"/>
                  </a:cubicBezTo>
                  <a:cubicBezTo>
                    <a:pt x="127" y="160"/>
                    <a:pt x="128" y="160"/>
                    <a:pt x="126" y="162"/>
                  </a:cubicBezTo>
                  <a:cubicBezTo>
                    <a:pt x="123" y="163"/>
                    <a:pt x="124" y="163"/>
                    <a:pt x="126" y="168"/>
                  </a:cubicBezTo>
                  <a:cubicBezTo>
                    <a:pt x="128" y="173"/>
                    <a:pt x="135" y="175"/>
                    <a:pt x="137" y="180"/>
                  </a:cubicBezTo>
                  <a:cubicBezTo>
                    <a:pt x="138" y="184"/>
                    <a:pt x="142" y="186"/>
                    <a:pt x="144" y="193"/>
                  </a:cubicBezTo>
                  <a:cubicBezTo>
                    <a:pt x="147" y="200"/>
                    <a:pt x="152" y="213"/>
                    <a:pt x="157" y="216"/>
                  </a:cubicBezTo>
                  <a:cubicBezTo>
                    <a:pt x="161" y="220"/>
                    <a:pt x="170" y="218"/>
                    <a:pt x="169" y="214"/>
                  </a:cubicBezTo>
                  <a:cubicBezTo>
                    <a:pt x="168" y="211"/>
                    <a:pt x="169" y="205"/>
                    <a:pt x="174" y="204"/>
                  </a:cubicBezTo>
                  <a:cubicBezTo>
                    <a:pt x="178" y="203"/>
                    <a:pt x="183" y="207"/>
                    <a:pt x="183" y="211"/>
                  </a:cubicBezTo>
                  <a:cubicBezTo>
                    <a:pt x="183" y="215"/>
                    <a:pt x="186" y="217"/>
                    <a:pt x="189" y="218"/>
                  </a:cubicBezTo>
                  <a:cubicBezTo>
                    <a:pt x="192" y="220"/>
                    <a:pt x="199" y="224"/>
                    <a:pt x="201" y="222"/>
                  </a:cubicBezTo>
                  <a:cubicBezTo>
                    <a:pt x="202" y="221"/>
                    <a:pt x="207" y="219"/>
                    <a:pt x="211" y="220"/>
                  </a:cubicBezTo>
                  <a:cubicBezTo>
                    <a:pt x="214" y="222"/>
                    <a:pt x="222" y="228"/>
                    <a:pt x="218" y="231"/>
                  </a:cubicBezTo>
                  <a:cubicBezTo>
                    <a:pt x="215" y="235"/>
                    <a:pt x="211" y="234"/>
                    <a:pt x="210" y="234"/>
                  </a:cubicBezTo>
                  <a:cubicBezTo>
                    <a:pt x="209" y="234"/>
                    <a:pt x="209" y="237"/>
                    <a:pt x="210" y="241"/>
                  </a:cubicBezTo>
                  <a:cubicBezTo>
                    <a:pt x="210" y="244"/>
                    <a:pt x="213" y="245"/>
                    <a:pt x="216" y="251"/>
                  </a:cubicBezTo>
                  <a:cubicBezTo>
                    <a:pt x="219" y="256"/>
                    <a:pt x="221" y="257"/>
                    <a:pt x="228" y="260"/>
                  </a:cubicBezTo>
                  <a:cubicBezTo>
                    <a:pt x="236" y="264"/>
                    <a:pt x="243" y="260"/>
                    <a:pt x="245" y="264"/>
                  </a:cubicBezTo>
                  <a:cubicBezTo>
                    <a:pt x="246" y="268"/>
                    <a:pt x="248" y="275"/>
                    <a:pt x="245" y="278"/>
                  </a:cubicBezTo>
                  <a:cubicBezTo>
                    <a:pt x="242" y="281"/>
                    <a:pt x="237" y="278"/>
                    <a:pt x="237" y="288"/>
                  </a:cubicBezTo>
                  <a:cubicBezTo>
                    <a:pt x="238" y="297"/>
                    <a:pt x="237" y="301"/>
                    <a:pt x="240" y="305"/>
                  </a:cubicBezTo>
                  <a:cubicBezTo>
                    <a:pt x="243" y="309"/>
                    <a:pt x="264" y="317"/>
                    <a:pt x="264" y="319"/>
                  </a:cubicBezTo>
                  <a:cubicBezTo>
                    <a:pt x="265" y="322"/>
                    <a:pt x="258" y="320"/>
                    <a:pt x="258" y="325"/>
                  </a:cubicBezTo>
                  <a:cubicBezTo>
                    <a:pt x="258" y="329"/>
                    <a:pt x="258" y="331"/>
                    <a:pt x="258" y="336"/>
                  </a:cubicBezTo>
                  <a:cubicBezTo>
                    <a:pt x="258" y="342"/>
                    <a:pt x="260" y="344"/>
                    <a:pt x="263" y="348"/>
                  </a:cubicBezTo>
                  <a:cubicBezTo>
                    <a:pt x="266" y="352"/>
                    <a:pt x="276" y="357"/>
                    <a:pt x="278" y="363"/>
                  </a:cubicBezTo>
                  <a:cubicBezTo>
                    <a:pt x="280" y="370"/>
                    <a:pt x="283" y="404"/>
                    <a:pt x="283" y="404"/>
                  </a:cubicBezTo>
                  <a:cubicBezTo>
                    <a:pt x="283" y="404"/>
                    <a:pt x="276" y="400"/>
                    <a:pt x="271" y="399"/>
                  </a:cubicBezTo>
                  <a:cubicBezTo>
                    <a:pt x="266" y="398"/>
                    <a:pt x="258" y="393"/>
                    <a:pt x="251" y="388"/>
                  </a:cubicBezTo>
                  <a:cubicBezTo>
                    <a:pt x="244" y="383"/>
                    <a:pt x="240" y="387"/>
                    <a:pt x="226" y="378"/>
                  </a:cubicBezTo>
                  <a:cubicBezTo>
                    <a:pt x="212" y="369"/>
                    <a:pt x="193" y="359"/>
                    <a:pt x="182" y="353"/>
                  </a:cubicBezTo>
                  <a:cubicBezTo>
                    <a:pt x="170" y="347"/>
                    <a:pt x="151" y="329"/>
                    <a:pt x="144" y="321"/>
                  </a:cubicBezTo>
                  <a:cubicBezTo>
                    <a:pt x="137" y="313"/>
                    <a:pt x="139" y="302"/>
                    <a:pt x="135" y="297"/>
                  </a:cubicBezTo>
                  <a:cubicBezTo>
                    <a:pt x="131" y="292"/>
                    <a:pt x="124" y="290"/>
                    <a:pt x="122" y="288"/>
                  </a:cubicBezTo>
                  <a:cubicBezTo>
                    <a:pt x="120" y="285"/>
                    <a:pt x="125" y="285"/>
                    <a:pt x="126" y="281"/>
                  </a:cubicBezTo>
                  <a:cubicBezTo>
                    <a:pt x="126" y="277"/>
                    <a:pt x="122" y="274"/>
                    <a:pt x="125" y="270"/>
                  </a:cubicBezTo>
                  <a:cubicBezTo>
                    <a:pt x="128" y="266"/>
                    <a:pt x="130" y="261"/>
                    <a:pt x="128" y="258"/>
                  </a:cubicBezTo>
                  <a:cubicBezTo>
                    <a:pt x="126" y="255"/>
                    <a:pt x="125" y="237"/>
                    <a:pt x="119" y="231"/>
                  </a:cubicBezTo>
                  <a:cubicBezTo>
                    <a:pt x="113" y="226"/>
                    <a:pt x="111" y="218"/>
                    <a:pt x="111" y="212"/>
                  </a:cubicBezTo>
                  <a:cubicBezTo>
                    <a:pt x="111" y="206"/>
                    <a:pt x="110" y="201"/>
                    <a:pt x="107" y="197"/>
                  </a:cubicBezTo>
                  <a:cubicBezTo>
                    <a:pt x="104" y="192"/>
                    <a:pt x="105" y="184"/>
                    <a:pt x="101" y="181"/>
                  </a:cubicBezTo>
                  <a:cubicBezTo>
                    <a:pt x="97" y="178"/>
                    <a:pt x="98" y="176"/>
                    <a:pt x="97" y="170"/>
                  </a:cubicBezTo>
                  <a:cubicBezTo>
                    <a:pt x="97" y="163"/>
                    <a:pt x="102" y="159"/>
                    <a:pt x="98" y="155"/>
                  </a:cubicBezTo>
                  <a:cubicBezTo>
                    <a:pt x="95" y="150"/>
                    <a:pt x="92" y="147"/>
                    <a:pt x="92" y="144"/>
                  </a:cubicBezTo>
                  <a:cubicBezTo>
                    <a:pt x="91" y="140"/>
                    <a:pt x="88" y="143"/>
                    <a:pt x="83" y="139"/>
                  </a:cubicBezTo>
                  <a:cubicBezTo>
                    <a:pt x="77" y="134"/>
                    <a:pt x="69" y="128"/>
                    <a:pt x="67" y="124"/>
                  </a:cubicBezTo>
                  <a:cubicBezTo>
                    <a:pt x="66" y="120"/>
                    <a:pt x="66" y="115"/>
                    <a:pt x="68" y="113"/>
                  </a:cubicBezTo>
                  <a:cubicBezTo>
                    <a:pt x="70" y="111"/>
                    <a:pt x="70" y="107"/>
                    <a:pt x="66" y="110"/>
                  </a:cubicBezTo>
                  <a:cubicBezTo>
                    <a:pt x="62" y="113"/>
                    <a:pt x="57" y="121"/>
                    <a:pt x="56" y="125"/>
                  </a:cubicBezTo>
                  <a:cubicBezTo>
                    <a:pt x="55" y="130"/>
                    <a:pt x="56" y="133"/>
                    <a:pt x="61" y="138"/>
                  </a:cubicBezTo>
                  <a:cubicBezTo>
                    <a:pt x="66" y="143"/>
                    <a:pt x="67" y="147"/>
                    <a:pt x="72" y="145"/>
                  </a:cubicBezTo>
                  <a:cubicBezTo>
                    <a:pt x="78" y="143"/>
                    <a:pt x="80" y="149"/>
                    <a:pt x="78" y="152"/>
                  </a:cubicBezTo>
                  <a:cubicBezTo>
                    <a:pt x="75" y="154"/>
                    <a:pt x="73" y="156"/>
                    <a:pt x="73" y="158"/>
                  </a:cubicBezTo>
                  <a:cubicBezTo>
                    <a:pt x="67" y="157"/>
                    <a:pt x="67" y="157"/>
                    <a:pt x="67" y="157"/>
                  </a:cubicBezTo>
                  <a:cubicBezTo>
                    <a:pt x="67" y="153"/>
                    <a:pt x="67" y="153"/>
                    <a:pt x="67" y="153"/>
                  </a:cubicBezTo>
                  <a:cubicBezTo>
                    <a:pt x="59" y="155"/>
                    <a:pt x="59" y="155"/>
                    <a:pt x="59" y="155"/>
                  </a:cubicBezTo>
                  <a:cubicBezTo>
                    <a:pt x="57" y="144"/>
                    <a:pt x="57" y="144"/>
                    <a:pt x="57" y="144"/>
                  </a:cubicBezTo>
                  <a:cubicBezTo>
                    <a:pt x="54" y="138"/>
                    <a:pt x="54" y="138"/>
                    <a:pt x="54" y="138"/>
                  </a:cubicBezTo>
                  <a:cubicBezTo>
                    <a:pt x="46" y="140"/>
                    <a:pt x="46" y="140"/>
                    <a:pt x="46" y="140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27" y="123"/>
                    <a:pt x="27" y="123"/>
                    <a:pt x="27" y="123"/>
                  </a:cubicBezTo>
                  <a:cubicBezTo>
                    <a:pt x="20" y="123"/>
                    <a:pt x="20" y="123"/>
                    <a:pt x="20" y="123"/>
                  </a:cubicBezTo>
                  <a:cubicBezTo>
                    <a:pt x="19" y="119"/>
                    <a:pt x="19" y="119"/>
                    <a:pt x="19" y="119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1" y="105"/>
                    <a:pt x="11" y="105"/>
                    <a:pt x="11" y="105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14" y="82"/>
                    <a:pt x="14" y="82"/>
                    <a:pt x="14" y="82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6" y="66"/>
                    <a:pt x="26" y="66"/>
                    <a:pt x="26" y="66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6" y="52"/>
                    <a:pt x="106" y="52"/>
                    <a:pt x="106" y="52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0" y="30"/>
                    <a:pt x="110" y="30"/>
                    <a:pt x="110" y="30"/>
                  </a:cubicBezTo>
                  <a:cubicBezTo>
                    <a:pt x="116" y="22"/>
                    <a:pt x="116" y="22"/>
                    <a:pt x="116" y="22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9" y="7"/>
                    <a:pt x="129" y="7"/>
                    <a:pt x="129" y="7"/>
                  </a:cubicBezTo>
                  <a:cubicBezTo>
                    <a:pt x="136" y="5"/>
                    <a:pt x="136" y="5"/>
                    <a:pt x="136" y="5"/>
                  </a:cubicBezTo>
                  <a:cubicBezTo>
                    <a:pt x="140" y="0"/>
                    <a:pt x="140" y="0"/>
                    <a:pt x="140" y="0"/>
                  </a:cubicBezTo>
                  <a:close/>
                  <a:moveTo>
                    <a:pt x="304" y="479"/>
                  </a:moveTo>
                  <a:cubicBezTo>
                    <a:pt x="304" y="478"/>
                    <a:pt x="304" y="478"/>
                    <a:pt x="305" y="478"/>
                  </a:cubicBezTo>
                  <a:cubicBezTo>
                    <a:pt x="306" y="478"/>
                    <a:pt x="306" y="478"/>
                    <a:pt x="306" y="479"/>
                  </a:cubicBezTo>
                  <a:cubicBezTo>
                    <a:pt x="307" y="481"/>
                    <a:pt x="306" y="484"/>
                    <a:pt x="306" y="484"/>
                  </a:cubicBezTo>
                  <a:cubicBezTo>
                    <a:pt x="306" y="485"/>
                    <a:pt x="306" y="485"/>
                    <a:pt x="305" y="485"/>
                  </a:cubicBezTo>
                  <a:cubicBezTo>
                    <a:pt x="305" y="485"/>
                    <a:pt x="304" y="484"/>
                    <a:pt x="304" y="484"/>
                  </a:cubicBezTo>
                  <a:cubicBezTo>
                    <a:pt x="304" y="484"/>
                    <a:pt x="305" y="481"/>
                    <a:pt x="304" y="479"/>
                  </a:cubicBezTo>
                  <a:close/>
                  <a:moveTo>
                    <a:pt x="295" y="455"/>
                  </a:moveTo>
                  <a:cubicBezTo>
                    <a:pt x="298" y="456"/>
                    <a:pt x="306" y="462"/>
                    <a:pt x="302" y="463"/>
                  </a:cubicBezTo>
                  <a:cubicBezTo>
                    <a:pt x="299" y="464"/>
                    <a:pt x="296" y="465"/>
                    <a:pt x="295" y="462"/>
                  </a:cubicBezTo>
                  <a:cubicBezTo>
                    <a:pt x="294" y="458"/>
                    <a:pt x="295" y="455"/>
                    <a:pt x="295" y="455"/>
                  </a:cubicBezTo>
                  <a:close/>
                  <a:moveTo>
                    <a:pt x="282" y="418"/>
                  </a:moveTo>
                  <a:cubicBezTo>
                    <a:pt x="282" y="422"/>
                    <a:pt x="287" y="427"/>
                    <a:pt x="285" y="433"/>
                  </a:cubicBezTo>
                  <a:cubicBezTo>
                    <a:pt x="283" y="440"/>
                    <a:pt x="289" y="443"/>
                    <a:pt x="290" y="437"/>
                  </a:cubicBezTo>
                  <a:cubicBezTo>
                    <a:pt x="292" y="431"/>
                    <a:pt x="294" y="426"/>
                    <a:pt x="289" y="421"/>
                  </a:cubicBezTo>
                  <a:cubicBezTo>
                    <a:pt x="285" y="415"/>
                    <a:pt x="282" y="418"/>
                    <a:pt x="282" y="418"/>
                  </a:cubicBezTo>
                  <a:close/>
                  <a:moveTo>
                    <a:pt x="263" y="195"/>
                  </a:moveTo>
                  <a:cubicBezTo>
                    <a:pt x="263" y="195"/>
                    <a:pt x="260" y="198"/>
                    <a:pt x="261" y="201"/>
                  </a:cubicBezTo>
                  <a:cubicBezTo>
                    <a:pt x="261" y="204"/>
                    <a:pt x="278" y="203"/>
                    <a:pt x="282" y="202"/>
                  </a:cubicBezTo>
                  <a:cubicBezTo>
                    <a:pt x="286" y="200"/>
                    <a:pt x="280" y="195"/>
                    <a:pt x="278" y="196"/>
                  </a:cubicBezTo>
                  <a:cubicBezTo>
                    <a:pt x="275" y="196"/>
                    <a:pt x="265" y="195"/>
                    <a:pt x="263" y="195"/>
                  </a:cubicBezTo>
                  <a:close/>
                  <a:moveTo>
                    <a:pt x="149" y="166"/>
                  </a:moveTo>
                  <a:cubicBezTo>
                    <a:pt x="148" y="169"/>
                    <a:pt x="149" y="176"/>
                    <a:pt x="151" y="179"/>
                  </a:cubicBezTo>
                  <a:cubicBezTo>
                    <a:pt x="151" y="180"/>
                    <a:pt x="153" y="180"/>
                    <a:pt x="154" y="181"/>
                  </a:cubicBezTo>
                  <a:cubicBezTo>
                    <a:pt x="157" y="183"/>
                    <a:pt x="155" y="188"/>
                    <a:pt x="158" y="188"/>
                  </a:cubicBezTo>
                  <a:cubicBezTo>
                    <a:pt x="160" y="189"/>
                    <a:pt x="159" y="181"/>
                    <a:pt x="159" y="174"/>
                  </a:cubicBezTo>
                  <a:cubicBezTo>
                    <a:pt x="158" y="168"/>
                    <a:pt x="159" y="167"/>
                    <a:pt x="157" y="167"/>
                  </a:cubicBezTo>
                  <a:cubicBezTo>
                    <a:pt x="154" y="166"/>
                    <a:pt x="149" y="166"/>
                    <a:pt x="149" y="166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1" name="Freeform 58"/>
            <p:cNvSpPr>
              <a:spLocks/>
            </p:cNvSpPr>
            <p:nvPr/>
          </p:nvSpPr>
          <p:spPr bwMode="auto">
            <a:xfrm>
              <a:off x="4565" y="3720"/>
              <a:ext cx="211" cy="488"/>
            </a:xfrm>
            <a:custGeom>
              <a:avLst/>
              <a:gdLst>
                <a:gd name="T0" fmla="*/ 92 w 101"/>
                <a:gd name="T1" fmla="*/ 20 h 234"/>
                <a:gd name="T2" fmla="*/ 100 w 101"/>
                <a:gd name="T3" fmla="*/ 54 h 234"/>
                <a:gd name="T4" fmla="*/ 99 w 101"/>
                <a:gd name="T5" fmla="*/ 114 h 234"/>
                <a:gd name="T6" fmla="*/ 99 w 101"/>
                <a:gd name="T7" fmla="*/ 150 h 234"/>
                <a:gd name="T8" fmla="*/ 89 w 101"/>
                <a:gd name="T9" fmla="*/ 180 h 234"/>
                <a:gd name="T10" fmla="*/ 77 w 101"/>
                <a:gd name="T11" fmla="*/ 198 h 234"/>
                <a:gd name="T12" fmla="*/ 64 w 101"/>
                <a:gd name="T13" fmla="*/ 201 h 234"/>
                <a:gd name="T14" fmla="*/ 53 w 101"/>
                <a:gd name="T15" fmla="*/ 197 h 234"/>
                <a:gd name="T16" fmla="*/ 43 w 101"/>
                <a:gd name="T17" fmla="*/ 206 h 234"/>
                <a:gd name="T18" fmla="*/ 43 w 101"/>
                <a:gd name="T19" fmla="*/ 223 h 234"/>
                <a:gd name="T20" fmla="*/ 38 w 101"/>
                <a:gd name="T21" fmla="*/ 234 h 234"/>
                <a:gd name="T22" fmla="*/ 36 w 101"/>
                <a:gd name="T23" fmla="*/ 218 h 234"/>
                <a:gd name="T24" fmla="*/ 28 w 101"/>
                <a:gd name="T25" fmla="*/ 198 h 234"/>
                <a:gd name="T26" fmla="*/ 3 w 101"/>
                <a:gd name="T27" fmla="*/ 172 h 234"/>
                <a:gd name="T28" fmla="*/ 9 w 101"/>
                <a:gd name="T29" fmla="*/ 150 h 234"/>
                <a:gd name="T30" fmla="*/ 31 w 101"/>
                <a:gd name="T31" fmla="*/ 135 h 234"/>
                <a:gd name="T32" fmla="*/ 30 w 101"/>
                <a:gd name="T33" fmla="*/ 116 h 234"/>
                <a:gd name="T34" fmla="*/ 26 w 101"/>
                <a:gd name="T35" fmla="*/ 97 h 234"/>
                <a:gd name="T36" fmla="*/ 31 w 101"/>
                <a:gd name="T37" fmla="*/ 89 h 234"/>
                <a:gd name="T38" fmla="*/ 31 w 101"/>
                <a:gd name="T39" fmla="*/ 73 h 234"/>
                <a:gd name="T40" fmla="*/ 43 w 101"/>
                <a:gd name="T41" fmla="*/ 71 h 234"/>
                <a:gd name="T42" fmla="*/ 56 w 101"/>
                <a:gd name="T43" fmla="*/ 70 h 234"/>
                <a:gd name="T44" fmla="*/ 67 w 101"/>
                <a:gd name="T45" fmla="*/ 60 h 234"/>
                <a:gd name="T46" fmla="*/ 63 w 101"/>
                <a:gd name="T47" fmla="*/ 50 h 234"/>
                <a:gd name="T48" fmla="*/ 74 w 101"/>
                <a:gd name="T49" fmla="*/ 39 h 234"/>
                <a:gd name="T50" fmla="*/ 74 w 101"/>
                <a:gd name="T51" fmla="*/ 21 h 234"/>
                <a:gd name="T52" fmla="*/ 68 w 101"/>
                <a:gd name="T53" fmla="*/ 26 h 234"/>
                <a:gd name="T54" fmla="*/ 59 w 101"/>
                <a:gd name="T55" fmla="*/ 21 h 234"/>
                <a:gd name="T56" fmla="*/ 53 w 101"/>
                <a:gd name="T57" fmla="*/ 16 h 234"/>
                <a:gd name="T58" fmla="*/ 62 w 101"/>
                <a:gd name="T59" fmla="*/ 1 h 234"/>
                <a:gd name="T60" fmla="*/ 74 w 101"/>
                <a:gd name="T61" fmla="*/ 6 h 234"/>
                <a:gd name="T62" fmla="*/ 81 w 101"/>
                <a:gd name="T63" fmla="*/ 15 h 234"/>
                <a:gd name="T64" fmla="*/ 92 w 101"/>
                <a:gd name="T65" fmla="*/ 17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1" h="234">
                  <a:moveTo>
                    <a:pt x="92" y="17"/>
                  </a:moveTo>
                  <a:cubicBezTo>
                    <a:pt x="92" y="18"/>
                    <a:pt x="92" y="19"/>
                    <a:pt x="92" y="20"/>
                  </a:cubicBezTo>
                  <a:cubicBezTo>
                    <a:pt x="94" y="31"/>
                    <a:pt x="91" y="32"/>
                    <a:pt x="95" y="37"/>
                  </a:cubicBezTo>
                  <a:cubicBezTo>
                    <a:pt x="99" y="43"/>
                    <a:pt x="99" y="49"/>
                    <a:pt x="100" y="54"/>
                  </a:cubicBezTo>
                  <a:cubicBezTo>
                    <a:pt x="100" y="60"/>
                    <a:pt x="97" y="83"/>
                    <a:pt x="98" y="93"/>
                  </a:cubicBezTo>
                  <a:cubicBezTo>
                    <a:pt x="99" y="103"/>
                    <a:pt x="101" y="104"/>
                    <a:pt x="99" y="114"/>
                  </a:cubicBezTo>
                  <a:cubicBezTo>
                    <a:pt x="96" y="124"/>
                    <a:pt x="95" y="123"/>
                    <a:pt x="97" y="127"/>
                  </a:cubicBezTo>
                  <a:cubicBezTo>
                    <a:pt x="99" y="131"/>
                    <a:pt x="99" y="145"/>
                    <a:pt x="99" y="150"/>
                  </a:cubicBezTo>
                  <a:cubicBezTo>
                    <a:pt x="98" y="156"/>
                    <a:pt x="96" y="165"/>
                    <a:pt x="94" y="171"/>
                  </a:cubicBezTo>
                  <a:cubicBezTo>
                    <a:pt x="91" y="177"/>
                    <a:pt x="89" y="175"/>
                    <a:pt x="89" y="180"/>
                  </a:cubicBezTo>
                  <a:cubicBezTo>
                    <a:pt x="88" y="184"/>
                    <a:pt x="84" y="189"/>
                    <a:pt x="82" y="191"/>
                  </a:cubicBezTo>
                  <a:cubicBezTo>
                    <a:pt x="81" y="193"/>
                    <a:pt x="79" y="198"/>
                    <a:pt x="77" y="198"/>
                  </a:cubicBezTo>
                  <a:cubicBezTo>
                    <a:pt x="75" y="198"/>
                    <a:pt x="71" y="197"/>
                    <a:pt x="69" y="199"/>
                  </a:cubicBezTo>
                  <a:cubicBezTo>
                    <a:pt x="67" y="201"/>
                    <a:pt x="66" y="200"/>
                    <a:pt x="64" y="201"/>
                  </a:cubicBezTo>
                  <a:cubicBezTo>
                    <a:pt x="62" y="202"/>
                    <a:pt x="60" y="204"/>
                    <a:pt x="59" y="202"/>
                  </a:cubicBezTo>
                  <a:cubicBezTo>
                    <a:pt x="58" y="199"/>
                    <a:pt x="54" y="195"/>
                    <a:pt x="53" y="197"/>
                  </a:cubicBezTo>
                  <a:cubicBezTo>
                    <a:pt x="52" y="200"/>
                    <a:pt x="50" y="202"/>
                    <a:pt x="48" y="200"/>
                  </a:cubicBezTo>
                  <a:cubicBezTo>
                    <a:pt x="46" y="199"/>
                    <a:pt x="43" y="203"/>
                    <a:pt x="43" y="206"/>
                  </a:cubicBezTo>
                  <a:cubicBezTo>
                    <a:pt x="44" y="208"/>
                    <a:pt x="44" y="212"/>
                    <a:pt x="43" y="213"/>
                  </a:cubicBezTo>
                  <a:cubicBezTo>
                    <a:pt x="41" y="215"/>
                    <a:pt x="44" y="223"/>
                    <a:pt x="43" y="223"/>
                  </a:cubicBezTo>
                  <a:cubicBezTo>
                    <a:pt x="41" y="224"/>
                    <a:pt x="39" y="225"/>
                    <a:pt x="38" y="227"/>
                  </a:cubicBezTo>
                  <a:cubicBezTo>
                    <a:pt x="38" y="228"/>
                    <a:pt x="39" y="231"/>
                    <a:pt x="38" y="234"/>
                  </a:cubicBezTo>
                  <a:cubicBezTo>
                    <a:pt x="34" y="232"/>
                    <a:pt x="31" y="230"/>
                    <a:pt x="30" y="228"/>
                  </a:cubicBezTo>
                  <a:cubicBezTo>
                    <a:pt x="29" y="225"/>
                    <a:pt x="32" y="222"/>
                    <a:pt x="36" y="218"/>
                  </a:cubicBezTo>
                  <a:cubicBezTo>
                    <a:pt x="40" y="214"/>
                    <a:pt x="36" y="214"/>
                    <a:pt x="35" y="210"/>
                  </a:cubicBezTo>
                  <a:cubicBezTo>
                    <a:pt x="33" y="207"/>
                    <a:pt x="30" y="203"/>
                    <a:pt x="28" y="198"/>
                  </a:cubicBezTo>
                  <a:cubicBezTo>
                    <a:pt x="25" y="193"/>
                    <a:pt x="21" y="187"/>
                    <a:pt x="17" y="182"/>
                  </a:cubicBezTo>
                  <a:cubicBezTo>
                    <a:pt x="14" y="176"/>
                    <a:pt x="6" y="175"/>
                    <a:pt x="3" y="172"/>
                  </a:cubicBezTo>
                  <a:cubicBezTo>
                    <a:pt x="0" y="169"/>
                    <a:pt x="4" y="166"/>
                    <a:pt x="9" y="162"/>
                  </a:cubicBezTo>
                  <a:cubicBezTo>
                    <a:pt x="13" y="158"/>
                    <a:pt x="7" y="156"/>
                    <a:pt x="9" y="150"/>
                  </a:cubicBezTo>
                  <a:cubicBezTo>
                    <a:pt x="12" y="144"/>
                    <a:pt x="26" y="147"/>
                    <a:pt x="31" y="145"/>
                  </a:cubicBezTo>
                  <a:cubicBezTo>
                    <a:pt x="37" y="142"/>
                    <a:pt x="33" y="139"/>
                    <a:pt x="31" y="135"/>
                  </a:cubicBezTo>
                  <a:cubicBezTo>
                    <a:pt x="29" y="132"/>
                    <a:pt x="30" y="129"/>
                    <a:pt x="32" y="126"/>
                  </a:cubicBezTo>
                  <a:cubicBezTo>
                    <a:pt x="34" y="124"/>
                    <a:pt x="30" y="118"/>
                    <a:pt x="30" y="116"/>
                  </a:cubicBezTo>
                  <a:cubicBezTo>
                    <a:pt x="29" y="115"/>
                    <a:pt x="29" y="110"/>
                    <a:pt x="29" y="107"/>
                  </a:cubicBezTo>
                  <a:cubicBezTo>
                    <a:pt x="29" y="104"/>
                    <a:pt x="27" y="100"/>
                    <a:pt x="26" y="97"/>
                  </a:cubicBezTo>
                  <a:cubicBezTo>
                    <a:pt x="25" y="96"/>
                    <a:pt x="24" y="94"/>
                    <a:pt x="23" y="92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51" y="68"/>
                    <a:pt x="51" y="68"/>
                    <a:pt x="51" y="68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60" y="67"/>
                    <a:pt x="60" y="67"/>
                    <a:pt x="60" y="67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63" y="50"/>
                    <a:pt x="63" y="50"/>
                    <a:pt x="63" y="50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3" y="26"/>
                    <a:pt x="63" y="26"/>
                    <a:pt x="63" y="26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1" y="15"/>
                    <a:pt x="81" y="15"/>
                    <a:pt x="81" y="15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92" y="17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2" name="Freeform 59"/>
            <p:cNvSpPr>
              <a:spLocks noEditPoints="1"/>
            </p:cNvSpPr>
            <p:nvPr/>
          </p:nvSpPr>
          <p:spPr bwMode="auto">
            <a:xfrm>
              <a:off x="4142" y="2930"/>
              <a:ext cx="615" cy="982"/>
            </a:xfrm>
            <a:custGeom>
              <a:avLst/>
              <a:gdLst>
                <a:gd name="T0" fmla="*/ 137 w 295"/>
                <a:gd name="T1" fmla="*/ 58 h 471"/>
                <a:gd name="T2" fmla="*/ 112 w 295"/>
                <a:gd name="T3" fmla="*/ 142 h 471"/>
                <a:gd name="T4" fmla="*/ 102 w 295"/>
                <a:gd name="T5" fmla="*/ 255 h 471"/>
                <a:gd name="T6" fmla="*/ 142 w 295"/>
                <a:gd name="T7" fmla="*/ 260 h 471"/>
                <a:gd name="T8" fmla="*/ 154 w 295"/>
                <a:gd name="T9" fmla="*/ 271 h 471"/>
                <a:gd name="T10" fmla="*/ 161 w 295"/>
                <a:gd name="T11" fmla="*/ 237 h 471"/>
                <a:gd name="T12" fmla="*/ 215 w 295"/>
                <a:gd name="T13" fmla="*/ 233 h 471"/>
                <a:gd name="T14" fmla="*/ 234 w 295"/>
                <a:gd name="T15" fmla="*/ 256 h 471"/>
                <a:gd name="T16" fmla="*/ 253 w 295"/>
                <a:gd name="T17" fmla="*/ 301 h 471"/>
                <a:gd name="T18" fmla="*/ 293 w 295"/>
                <a:gd name="T19" fmla="*/ 358 h 471"/>
                <a:gd name="T20" fmla="*/ 284 w 295"/>
                <a:gd name="T21" fmla="*/ 394 h 471"/>
                <a:gd name="T22" fmla="*/ 265 w 295"/>
                <a:gd name="T23" fmla="*/ 380 h 471"/>
                <a:gd name="T24" fmla="*/ 262 w 295"/>
                <a:gd name="T25" fmla="*/ 400 h 471"/>
                <a:gd name="T26" fmla="*/ 277 w 295"/>
                <a:gd name="T27" fmla="*/ 400 h 471"/>
                <a:gd name="T28" fmla="*/ 266 w 295"/>
                <a:gd name="T29" fmla="*/ 429 h 471"/>
                <a:gd name="T30" fmla="*/ 259 w 295"/>
                <a:gd name="T31" fmla="*/ 449 h 471"/>
                <a:gd name="T32" fmla="*/ 234 w 295"/>
                <a:gd name="T33" fmla="*/ 452 h 471"/>
                <a:gd name="T34" fmla="*/ 224 w 295"/>
                <a:gd name="T35" fmla="*/ 465 h 471"/>
                <a:gd name="T36" fmla="*/ 216 w 295"/>
                <a:gd name="T37" fmla="*/ 436 h 471"/>
                <a:gd name="T38" fmla="*/ 196 w 295"/>
                <a:gd name="T39" fmla="*/ 417 h 471"/>
                <a:gd name="T40" fmla="*/ 171 w 295"/>
                <a:gd name="T41" fmla="*/ 424 h 471"/>
                <a:gd name="T42" fmla="*/ 148 w 295"/>
                <a:gd name="T43" fmla="*/ 442 h 471"/>
                <a:gd name="T44" fmla="*/ 134 w 295"/>
                <a:gd name="T45" fmla="*/ 427 h 471"/>
                <a:gd name="T46" fmla="*/ 119 w 295"/>
                <a:gd name="T47" fmla="*/ 419 h 471"/>
                <a:gd name="T48" fmla="*/ 106 w 295"/>
                <a:gd name="T49" fmla="*/ 389 h 471"/>
                <a:gd name="T50" fmla="*/ 116 w 295"/>
                <a:gd name="T51" fmla="*/ 367 h 471"/>
                <a:gd name="T52" fmla="*/ 114 w 295"/>
                <a:gd name="T53" fmla="*/ 339 h 471"/>
                <a:gd name="T54" fmla="*/ 135 w 295"/>
                <a:gd name="T55" fmla="*/ 323 h 471"/>
                <a:gd name="T56" fmla="*/ 111 w 295"/>
                <a:gd name="T57" fmla="*/ 313 h 471"/>
                <a:gd name="T58" fmla="*/ 96 w 295"/>
                <a:gd name="T59" fmla="*/ 330 h 471"/>
                <a:gd name="T60" fmla="*/ 62 w 295"/>
                <a:gd name="T61" fmla="*/ 336 h 471"/>
                <a:gd name="T62" fmla="*/ 52 w 295"/>
                <a:gd name="T63" fmla="*/ 311 h 471"/>
                <a:gd name="T64" fmla="*/ 62 w 295"/>
                <a:gd name="T65" fmla="*/ 278 h 471"/>
                <a:gd name="T66" fmla="*/ 39 w 295"/>
                <a:gd name="T67" fmla="*/ 284 h 471"/>
                <a:gd name="T68" fmla="*/ 26 w 295"/>
                <a:gd name="T69" fmla="*/ 273 h 471"/>
                <a:gd name="T70" fmla="*/ 18 w 295"/>
                <a:gd name="T71" fmla="*/ 251 h 471"/>
                <a:gd name="T72" fmla="*/ 10 w 295"/>
                <a:gd name="T73" fmla="*/ 238 h 471"/>
                <a:gd name="T74" fmla="*/ 6 w 295"/>
                <a:gd name="T75" fmla="*/ 221 h 471"/>
                <a:gd name="T76" fmla="*/ 0 w 295"/>
                <a:gd name="T77" fmla="*/ 196 h 471"/>
                <a:gd name="T78" fmla="*/ 10 w 295"/>
                <a:gd name="T79" fmla="*/ 174 h 471"/>
                <a:gd name="T80" fmla="*/ 26 w 295"/>
                <a:gd name="T81" fmla="*/ 158 h 471"/>
                <a:gd name="T82" fmla="*/ 43 w 295"/>
                <a:gd name="T83" fmla="*/ 129 h 471"/>
                <a:gd name="T84" fmla="*/ 38 w 295"/>
                <a:gd name="T85" fmla="*/ 105 h 471"/>
                <a:gd name="T86" fmla="*/ 32 w 295"/>
                <a:gd name="T87" fmla="*/ 75 h 471"/>
                <a:gd name="T88" fmla="*/ 24 w 295"/>
                <a:gd name="T89" fmla="*/ 36 h 471"/>
                <a:gd name="T90" fmla="*/ 57 w 295"/>
                <a:gd name="T91" fmla="*/ 32 h 471"/>
                <a:gd name="T92" fmla="*/ 74 w 295"/>
                <a:gd name="T93" fmla="*/ 9 h 471"/>
                <a:gd name="T94" fmla="*/ 119 w 295"/>
                <a:gd name="T95" fmla="*/ 11 h 471"/>
                <a:gd name="T96" fmla="*/ 116 w 295"/>
                <a:gd name="T97" fmla="*/ 30 h 471"/>
                <a:gd name="T98" fmla="*/ 142 w 295"/>
                <a:gd name="T99" fmla="*/ 35 h 471"/>
                <a:gd name="T100" fmla="*/ 130 w 295"/>
                <a:gd name="T101" fmla="*/ 24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471">
                  <a:moveTo>
                    <a:pt x="152" y="42"/>
                  </a:moveTo>
                  <a:cubicBezTo>
                    <a:pt x="149" y="44"/>
                    <a:pt x="147" y="45"/>
                    <a:pt x="148" y="47"/>
                  </a:cubicBezTo>
                  <a:cubicBezTo>
                    <a:pt x="149" y="50"/>
                    <a:pt x="153" y="53"/>
                    <a:pt x="149" y="55"/>
                  </a:cubicBezTo>
                  <a:cubicBezTo>
                    <a:pt x="144" y="56"/>
                    <a:pt x="141" y="56"/>
                    <a:pt x="137" y="58"/>
                  </a:cubicBezTo>
                  <a:cubicBezTo>
                    <a:pt x="134" y="60"/>
                    <a:pt x="117" y="73"/>
                    <a:pt x="111" y="84"/>
                  </a:cubicBezTo>
                  <a:cubicBezTo>
                    <a:pt x="106" y="95"/>
                    <a:pt x="106" y="100"/>
                    <a:pt x="108" y="106"/>
                  </a:cubicBezTo>
                  <a:cubicBezTo>
                    <a:pt x="110" y="112"/>
                    <a:pt x="110" y="120"/>
                    <a:pt x="108" y="124"/>
                  </a:cubicBezTo>
                  <a:cubicBezTo>
                    <a:pt x="106" y="128"/>
                    <a:pt x="115" y="136"/>
                    <a:pt x="112" y="142"/>
                  </a:cubicBezTo>
                  <a:cubicBezTo>
                    <a:pt x="110" y="149"/>
                    <a:pt x="112" y="164"/>
                    <a:pt x="112" y="171"/>
                  </a:cubicBezTo>
                  <a:cubicBezTo>
                    <a:pt x="112" y="178"/>
                    <a:pt x="111" y="196"/>
                    <a:pt x="112" y="205"/>
                  </a:cubicBezTo>
                  <a:cubicBezTo>
                    <a:pt x="114" y="215"/>
                    <a:pt x="105" y="225"/>
                    <a:pt x="104" y="234"/>
                  </a:cubicBezTo>
                  <a:cubicBezTo>
                    <a:pt x="102" y="243"/>
                    <a:pt x="106" y="250"/>
                    <a:pt x="102" y="255"/>
                  </a:cubicBezTo>
                  <a:cubicBezTo>
                    <a:pt x="98" y="260"/>
                    <a:pt x="108" y="272"/>
                    <a:pt x="118" y="261"/>
                  </a:cubicBezTo>
                  <a:cubicBezTo>
                    <a:pt x="128" y="251"/>
                    <a:pt x="129" y="249"/>
                    <a:pt x="133" y="259"/>
                  </a:cubicBezTo>
                  <a:cubicBezTo>
                    <a:pt x="137" y="269"/>
                    <a:pt x="142" y="272"/>
                    <a:pt x="144" y="268"/>
                  </a:cubicBezTo>
                  <a:cubicBezTo>
                    <a:pt x="145" y="264"/>
                    <a:pt x="146" y="265"/>
                    <a:pt x="142" y="260"/>
                  </a:cubicBezTo>
                  <a:cubicBezTo>
                    <a:pt x="139" y="256"/>
                    <a:pt x="140" y="248"/>
                    <a:pt x="143" y="253"/>
                  </a:cubicBezTo>
                  <a:cubicBezTo>
                    <a:pt x="147" y="258"/>
                    <a:pt x="149" y="260"/>
                    <a:pt x="150" y="259"/>
                  </a:cubicBezTo>
                  <a:cubicBezTo>
                    <a:pt x="151" y="258"/>
                    <a:pt x="155" y="256"/>
                    <a:pt x="155" y="260"/>
                  </a:cubicBezTo>
                  <a:cubicBezTo>
                    <a:pt x="155" y="263"/>
                    <a:pt x="151" y="270"/>
                    <a:pt x="154" y="271"/>
                  </a:cubicBezTo>
                  <a:cubicBezTo>
                    <a:pt x="156" y="272"/>
                    <a:pt x="164" y="265"/>
                    <a:pt x="163" y="262"/>
                  </a:cubicBezTo>
                  <a:cubicBezTo>
                    <a:pt x="163" y="260"/>
                    <a:pt x="163" y="257"/>
                    <a:pt x="164" y="254"/>
                  </a:cubicBezTo>
                  <a:cubicBezTo>
                    <a:pt x="165" y="252"/>
                    <a:pt x="164" y="246"/>
                    <a:pt x="160" y="244"/>
                  </a:cubicBezTo>
                  <a:cubicBezTo>
                    <a:pt x="157" y="241"/>
                    <a:pt x="158" y="238"/>
                    <a:pt x="161" y="237"/>
                  </a:cubicBezTo>
                  <a:cubicBezTo>
                    <a:pt x="164" y="237"/>
                    <a:pt x="170" y="234"/>
                    <a:pt x="170" y="232"/>
                  </a:cubicBezTo>
                  <a:cubicBezTo>
                    <a:pt x="171" y="230"/>
                    <a:pt x="178" y="227"/>
                    <a:pt x="183" y="229"/>
                  </a:cubicBezTo>
                  <a:cubicBezTo>
                    <a:pt x="188" y="231"/>
                    <a:pt x="191" y="232"/>
                    <a:pt x="197" y="232"/>
                  </a:cubicBezTo>
                  <a:cubicBezTo>
                    <a:pt x="203" y="231"/>
                    <a:pt x="215" y="229"/>
                    <a:pt x="215" y="233"/>
                  </a:cubicBezTo>
                  <a:cubicBezTo>
                    <a:pt x="215" y="237"/>
                    <a:pt x="217" y="240"/>
                    <a:pt x="215" y="241"/>
                  </a:cubicBezTo>
                  <a:cubicBezTo>
                    <a:pt x="214" y="243"/>
                    <a:pt x="222" y="246"/>
                    <a:pt x="225" y="247"/>
                  </a:cubicBezTo>
                  <a:cubicBezTo>
                    <a:pt x="228" y="248"/>
                    <a:pt x="229" y="250"/>
                    <a:pt x="230" y="252"/>
                  </a:cubicBezTo>
                  <a:cubicBezTo>
                    <a:pt x="231" y="255"/>
                    <a:pt x="233" y="254"/>
                    <a:pt x="234" y="256"/>
                  </a:cubicBezTo>
                  <a:cubicBezTo>
                    <a:pt x="236" y="257"/>
                    <a:pt x="238" y="254"/>
                    <a:pt x="239" y="260"/>
                  </a:cubicBezTo>
                  <a:cubicBezTo>
                    <a:pt x="240" y="266"/>
                    <a:pt x="241" y="267"/>
                    <a:pt x="241" y="272"/>
                  </a:cubicBezTo>
                  <a:cubicBezTo>
                    <a:pt x="242" y="276"/>
                    <a:pt x="244" y="280"/>
                    <a:pt x="244" y="281"/>
                  </a:cubicBezTo>
                  <a:cubicBezTo>
                    <a:pt x="244" y="282"/>
                    <a:pt x="248" y="295"/>
                    <a:pt x="253" y="301"/>
                  </a:cubicBezTo>
                  <a:cubicBezTo>
                    <a:pt x="259" y="308"/>
                    <a:pt x="266" y="307"/>
                    <a:pt x="268" y="313"/>
                  </a:cubicBezTo>
                  <a:cubicBezTo>
                    <a:pt x="269" y="319"/>
                    <a:pt x="271" y="318"/>
                    <a:pt x="273" y="322"/>
                  </a:cubicBezTo>
                  <a:cubicBezTo>
                    <a:pt x="275" y="325"/>
                    <a:pt x="276" y="328"/>
                    <a:pt x="279" y="334"/>
                  </a:cubicBezTo>
                  <a:cubicBezTo>
                    <a:pt x="281" y="340"/>
                    <a:pt x="292" y="353"/>
                    <a:pt x="293" y="358"/>
                  </a:cubicBezTo>
                  <a:cubicBezTo>
                    <a:pt x="293" y="362"/>
                    <a:pt x="289" y="370"/>
                    <a:pt x="291" y="380"/>
                  </a:cubicBezTo>
                  <a:cubicBezTo>
                    <a:pt x="292" y="390"/>
                    <a:pt x="293" y="388"/>
                    <a:pt x="295" y="396"/>
                  </a:cubicBezTo>
                  <a:cubicBezTo>
                    <a:pt x="290" y="399"/>
                    <a:pt x="290" y="399"/>
                    <a:pt x="290" y="399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5" y="388"/>
                    <a:pt x="285" y="388"/>
                    <a:pt x="285" y="388"/>
                  </a:cubicBezTo>
                  <a:cubicBezTo>
                    <a:pt x="277" y="385"/>
                    <a:pt x="277" y="385"/>
                    <a:pt x="277" y="385"/>
                  </a:cubicBezTo>
                  <a:cubicBezTo>
                    <a:pt x="269" y="379"/>
                    <a:pt x="269" y="379"/>
                    <a:pt x="269" y="379"/>
                  </a:cubicBezTo>
                  <a:cubicBezTo>
                    <a:pt x="265" y="380"/>
                    <a:pt x="265" y="380"/>
                    <a:pt x="265" y="380"/>
                  </a:cubicBezTo>
                  <a:cubicBezTo>
                    <a:pt x="264" y="390"/>
                    <a:pt x="264" y="390"/>
                    <a:pt x="264" y="390"/>
                  </a:cubicBezTo>
                  <a:cubicBezTo>
                    <a:pt x="256" y="395"/>
                    <a:pt x="256" y="395"/>
                    <a:pt x="256" y="395"/>
                  </a:cubicBezTo>
                  <a:cubicBezTo>
                    <a:pt x="257" y="401"/>
                    <a:pt x="257" y="401"/>
                    <a:pt x="257" y="401"/>
                  </a:cubicBezTo>
                  <a:cubicBezTo>
                    <a:pt x="262" y="400"/>
                    <a:pt x="262" y="400"/>
                    <a:pt x="262" y="400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71" y="405"/>
                    <a:pt x="271" y="405"/>
                    <a:pt x="271" y="405"/>
                  </a:cubicBezTo>
                  <a:cubicBezTo>
                    <a:pt x="274" y="401"/>
                    <a:pt x="274" y="401"/>
                    <a:pt x="274" y="401"/>
                  </a:cubicBezTo>
                  <a:cubicBezTo>
                    <a:pt x="277" y="400"/>
                    <a:pt x="277" y="400"/>
                    <a:pt x="277" y="400"/>
                  </a:cubicBezTo>
                  <a:cubicBezTo>
                    <a:pt x="278" y="407"/>
                    <a:pt x="278" y="407"/>
                    <a:pt x="278" y="407"/>
                  </a:cubicBezTo>
                  <a:cubicBezTo>
                    <a:pt x="277" y="418"/>
                    <a:pt x="277" y="418"/>
                    <a:pt x="277" y="418"/>
                  </a:cubicBezTo>
                  <a:cubicBezTo>
                    <a:pt x="270" y="421"/>
                    <a:pt x="270" y="421"/>
                    <a:pt x="270" y="421"/>
                  </a:cubicBezTo>
                  <a:cubicBezTo>
                    <a:pt x="266" y="429"/>
                    <a:pt x="266" y="429"/>
                    <a:pt x="266" y="429"/>
                  </a:cubicBezTo>
                  <a:cubicBezTo>
                    <a:pt x="268" y="430"/>
                    <a:pt x="268" y="430"/>
                    <a:pt x="268" y="430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59" y="449"/>
                    <a:pt x="259" y="449"/>
                    <a:pt x="259" y="449"/>
                  </a:cubicBezTo>
                  <a:cubicBezTo>
                    <a:pt x="254" y="447"/>
                    <a:pt x="254" y="447"/>
                    <a:pt x="254" y="447"/>
                  </a:cubicBezTo>
                  <a:cubicBezTo>
                    <a:pt x="246" y="450"/>
                    <a:pt x="246" y="450"/>
                    <a:pt x="246" y="450"/>
                  </a:cubicBezTo>
                  <a:cubicBezTo>
                    <a:pt x="238" y="446"/>
                    <a:pt x="238" y="446"/>
                    <a:pt x="238" y="446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1" y="461"/>
                    <a:pt x="231" y="461"/>
                    <a:pt x="231" y="461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26" y="471"/>
                    <a:pt x="226" y="471"/>
                    <a:pt x="226" y="471"/>
                  </a:cubicBezTo>
                  <a:cubicBezTo>
                    <a:pt x="225" y="470"/>
                    <a:pt x="225" y="467"/>
                    <a:pt x="224" y="465"/>
                  </a:cubicBezTo>
                  <a:cubicBezTo>
                    <a:pt x="222" y="459"/>
                    <a:pt x="224" y="460"/>
                    <a:pt x="221" y="454"/>
                  </a:cubicBezTo>
                  <a:cubicBezTo>
                    <a:pt x="218" y="449"/>
                    <a:pt x="221" y="450"/>
                    <a:pt x="222" y="445"/>
                  </a:cubicBezTo>
                  <a:cubicBezTo>
                    <a:pt x="222" y="439"/>
                    <a:pt x="222" y="436"/>
                    <a:pt x="218" y="436"/>
                  </a:cubicBezTo>
                  <a:cubicBezTo>
                    <a:pt x="217" y="436"/>
                    <a:pt x="217" y="436"/>
                    <a:pt x="216" y="436"/>
                  </a:cubicBezTo>
                  <a:cubicBezTo>
                    <a:pt x="217" y="410"/>
                    <a:pt x="217" y="410"/>
                    <a:pt x="217" y="410"/>
                  </a:cubicBezTo>
                  <a:cubicBezTo>
                    <a:pt x="214" y="409"/>
                    <a:pt x="214" y="409"/>
                    <a:pt x="214" y="409"/>
                  </a:cubicBezTo>
                  <a:cubicBezTo>
                    <a:pt x="208" y="415"/>
                    <a:pt x="208" y="415"/>
                    <a:pt x="208" y="415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1" y="424"/>
                    <a:pt x="191" y="424"/>
                    <a:pt x="191" y="424"/>
                  </a:cubicBezTo>
                  <a:cubicBezTo>
                    <a:pt x="186" y="425"/>
                    <a:pt x="186" y="425"/>
                    <a:pt x="186" y="425"/>
                  </a:cubicBezTo>
                  <a:cubicBezTo>
                    <a:pt x="180" y="429"/>
                    <a:pt x="180" y="429"/>
                    <a:pt x="180" y="429"/>
                  </a:cubicBezTo>
                  <a:cubicBezTo>
                    <a:pt x="171" y="424"/>
                    <a:pt x="171" y="424"/>
                    <a:pt x="171" y="424"/>
                  </a:cubicBezTo>
                  <a:cubicBezTo>
                    <a:pt x="165" y="427"/>
                    <a:pt x="165" y="427"/>
                    <a:pt x="165" y="427"/>
                  </a:cubicBezTo>
                  <a:cubicBezTo>
                    <a:pt x="154" y="426"/>
                    <a:pt x="154" y="426"/>
                    <a:pt x="154" y="426"/>
                  </a:cubicBezTo>
                  <a:cubicBezTo>
                    <a:pt x="154" y="436"/>
                    <a:pt x="154" y="436"/>
                    <a:pt x="154" y="436"/>
                  </a:cubicBezTo>
                  <a:cubicBezTo>
                    <a:pt x="148" y="442"/>
                    <a:pt x="148" y="442"/>
                    <a:pt x="148" y="442"/>
                  </a:cubicBezTo>
                  <a:cubicBezTo>
                    <a:pt x="142" y="443"/>
                    <a:pt x="142" y="443"/>
                    <a:pt x="142" y="443"/>
                  </a:cubicBezTo>
                  <a:cubicBezTo>
                    <a:pt x="143" y="434"/>
                    <a:pt x="143" y="434"/>
                    <a:pt x="143" y="434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4" y="427"/>
                    <a:pt x="134" y="427"/>
                    <a:pt x="134" y="427"/>
                  </a:cubicBezTo>
                  <a:cubicBezTo>
                    <a:pt x="130" y="422"/>
                    <a:pt x="130" y="422"/>
                    <a:pt x="130" y="422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4" y="415"/>
                    <a:pt x="124" y="415"/>
                    <a:pt x="124" y="415"/>
                  </a:cubicBezTo>
                  <a:cubicBezTo>
                    <a:pt x="119" y="419"/>
                    <a:pt x="119" y="419"/>
                    <a:pt x="119" y="419"/>
                  </a:cubicBezTo>
                  <a:cubicBezTo>
                    <a:pt x="115" y="413"/>
                    <a:pt x="115" y="413"/>
                    <a:pt x="115" y="413"/>
                  </a:cubicBezTo>
                  <a:cubicBezTo>
                    <a:pt x="107" y="409"/>
                    <a:pt x="107" y="409"/>
                    <a:pt x="107" y="409"/>
                  </a:cubicBezTo>
                  <a:cubicBezTo>
                    <a:pt x="104" y="397"/>
                    <a:pt x="104" y="397"/>
                    <a:pt x="104" y="397"/>
                  </a:cubicBezTo>
                  <a:cubicBezTo>
                    <a:pt x="106" y="389"/>
                    <a:pt x="106" y="389"/>
                    <a:pt x="106" y="389"/>
                  </a:cubicBezTo>
                  <a:cubicBezTo>
                    <a:pt x="104" y="383"/>
                    <a:pt x="104" y="383"/>
                    <a:pt x="104" y="383"/>
                  </a:cubicBezTo>
                  <a:cubicBezTo>
                    <a:pt x="109" y="378"/>
                    <a:pt x="109" y="378"/>
                    <a:pt x="109" y="378"/>
                  </a:cubicBezTo>
                  <a:cubicBezTo>
                    <a:pt x="109" y="372"/>
                    <a:pt x="109" y="372"/>
                    <a:pt x="109" y="372"/>
                  </a:cubicBezTo>
                  <a:cubicBezTo>
                    <a:pt x="116" y="367"/>
                    <a:pt x="116" y="367"/>
                    <a:pt x="116" y="367"/>
                  </a:cubicBezTo>
                  <a:cubicBezTo>
                    <a:pt x="115" y="356"/>
                    <a:pt x="115" y="356"/>
                    <a:pt x="115" y="356"/>
                  </a:cubicBezTo>
                  <a:cubicBezTo>
                    <a:pt x="122" y="352"/>
                    <a:pt x="122" y="352"/>
                    <a:pt x="122" y="352"/>
                  </a:cubicBezTo>
                  <a:cubicBezTo>
                    <a:pt x="122" y="347"/>
                    <a:pt x="122" y="347"/>
                    <a:pt x="122" y="347"/>
                  </a:cubicBezTo>
                  <a:cubicBezTo>
                    <a:pt x="114" y="339"/>
                    <a:pt x="114" y="339"/>
                    <a:pt x="114" y="339"/>
                  </a:cubicBezTo>
                  <a:cubicBezTo>
                    <a:pt x="117" y="335"/>
                    <a:pt x="117" y="335"/>
                    <a:pt x="117" y="335"/>
                  </a:cubicBezTo>
                  <a:cubicBezTo>
                    <a:pt x="124" y="336"/>
                    <a:pt x="124" y="336"/>
                    <a:pt x="124" y="336"/>
                  </a:cubicBezTo>
                  <a:cubicBezTo>
                    <a:pt x="134" y="332"/>
                    <a:pt x="134" y="332"/>
                    <a:pt x="134" y="332"/>
                  </a:cubicBezTo>
                  <a:cubicBezTo>
                    <a:pt x="135" y="323"/>
                    <a:pt x="135" y="323"/>
                    <a:pt x="135" y="323"/>
                  </a:cubicBezTo>
                  <a:cubicBezTo>
                    <a:pt x="130" y="314"/>
                    <a:pt x="130" y="314"/>
                    <a:pt x="130" y="314"/>
                  </a:cubicBezTo>
                  <a:cubicBezTo>
                    <a:pt x="124" y="305"/>
                    <a:pt x="124" y="305"/>
                    <a:pt x="124" y="305"/>
                  </a:cubicBezTo>
                  <a:cubicBezTo>
                    <a:pt x="116" y="305"/>
                    <a:pt x="116" y="305"/>
                    <a:pt x="116" y="305"/>
                  </a:cubicBezTo>
                  <a:cubicBezTo>
                    <a:pt x="111" y="313"/>
                    <a:pt x="111" y="313"/>
                    <a:pt x="111" y="313"/>
                  </a:cubicBezTo>
                  <a:cubicBezTo>
                    <a:pt x="106" y="314"/>
                    <a:pt x="106" y="314"/>
                    <a:pt x="106" y="314"/>
                  </a:cubicBezTo>
                  <a:cubicBezTo>
                    <a:pt x="103" y="320"/>
                    <a:pt x="103" y="320"/>
                    <a:pt x="103" y="320"/>
                  </a:cubicBezTo>
                  <a:cubicBezTo>
                    <a:pt x="102" y="329"/>
                    <a:pt x="102" y="329"/>
                    <a:pt x="102" y="329"/>
                  </a:cubicBezTo>
                  <a:cubicBezTo>
                    <a:pt x="96" y="330"/>
                    <a:pt x="96" y="330"/>
                    <a:pt x="96" y="330"/>
                  </a:cubicBezTo>
                  <a:cubicBezTo>
                    <a:pt x="88" y="341"/>
                    <a:pt x="88" y="341"/>
                    <a:pt x="88" y="341"/>
                  </a:cubicBezTo>
                  <a:cubicBezTo>
                    <a:pt x="81" y="346"/>
                    <a:pt x="81" y="346"/>
                    <a:pt x="81" y="346"/>
                  </a:cubicBezTo>
                  <a:cubicBezTo>
                    <a:pt x="72" y="331"/>
                    <a:pt x="72" y="331"/>
                    <a:pt x="72" y="331"/>
                  </a:cubicBezTo>
                  <a:cubicBezTo>
                    <a:pt x="62" y="336"/>
                    <a:pt x="62" y="336"/>
                    <a:pt x="62" y="336"/>
                  </a:cubicBezTo>
                  <a:cubicBezTo>
                    <a:pt x="54" y="334"/>
                    <a:pt x="54" y="334"/>
                    <a:pt x="54" y="334"/>
                  </a:cubicBezTo>
                  <a:cubicBezTo>
                    <a:pt x="49" y="328"/>
                    <a:pt x="49" y="328"/>
                    <a:pt x="49" y="328"/>
                  </a:cubicBezTo>
                  <a:cubicBezTo>
                    <a:pt x="56" y="318"/>
                    <a:pt x="56" y="318"/>
                    <a:pt x="56" y="318"/>
                  </a:cubicBezTo>
                  <a:cubicBezTo>
                    <a:pt x="52" y="311"/>
                    <a:pt x="52" y="311"/>
                    <a:pt x="52" y="311"/>
                  </a:cubicBezTo>
                  <a:cubicBezTo>
                    <a:pt x="57" y="306"/>
                    <a:pt x="57" y="306"/>
                    <a:pt x="57" y="306"/>
                  </a:cubicBezTo>
                  <a:cubicBezTo>
                    <a:pt x="56" y="296"/>
                    <a:pt x="56" y="296"/>
                    <a:pt x="56" y="296"/>
                  </a:cubicBezTo>
                  <a:cubicBezTo>
                    <a:pt x="59" y="292"/>
                    <a:pt x="59" y="292"/>
                    <a:pt x="59" y="292"/>
                  </a:cubicBezTo>
                  <a:cubicBezTo>
                    <a:pt x="62" y="278"/>
                    <a:pt x="62" y="278"/>
                    <a:pt x="62" y="278"/>
                  </a:cubicBezTo>
                  <a:cubicBezTo>
                    <a:pt x="59" y="276"/>
                    <a:pt x="59" y="276"/>
                    <a:pt x="59" y="276"/>
                  </a:cubicBezTo>
                  <a:cubicBezTo>
                    <a:pt x="52" y="277"/>
                    <a:pt x="52" y="277"/>
                    <a:pt x="52" y="277"/>
                  </a:cubicBezTo>
                  <a:cubicBezTo>
                    <a:pt x="45" y="282"/>
                    <a:pt x="45" y="282"/>
                    <a:pt x="45" y="282"/>
                  </a:cubicBezTo>
                  <a:cubicBezTo>
                    <a:pt x="39" y="284"/>
                    <a:pt x="39" y="284"/>
                    <a:pt x="39" y="284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29" y="289"/>
                    <a:pt x="29" y="289"/>
                    <a:pt x="29" y="289"/>
                  </a:cubicBezTo>
                  <a:cubicBezTo>
                    <a:pt x="25" y="282"/>
                    <a:pt x="25" y="282"/>
                    <a:pt x="25" y="282"/>
                  </a:cubicBezTo>
                  <a:cubicBezTo>
                    <a:pt x="26" y="273"/>
                    <a:pt x="26" y="273"/>
                    <a:pt x="26" y="273"/>
                  </a:cubicBezTo>
                  <a:cubicBezTo>
                    <a:pt x="21" y="269"/>
                    <a:pt x="21" y="269"/>
                    <a:pt x="21" y="269"/>
                  </a:cubicBezTo>
                  <a:cubicBezTo>
                    <a:pt x="27" y="263"/>
                    <a:pt x="27" y="263"/>
                    <a:pt x="27" y="263"/>
                  </a:cubicBezTo>
                  <a:cubicBezTo>
                    <a:pt x="27" y="254"/>
                    <a:pt x="27" y="254"/>
                    <a:pt x="27" y="254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8" y="253"/>
                    <a:pt x="8" y="253"/>
                    <a:pt x="8" y="253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3" y="243"/>
                    <a:pt x="13" y="243"/>
                    <a:pt x="13" y="243"/>
                  </a:cubicBezTo>
                  <a:cubicBezTo>
                    <a:pt x="10" y="238"/>
                    <a:pt x="10" y="238"/>
                    <a:pt x="10" y="238"/>
                  </a:cubicBezTo>
                  <a:cubicBezTo>
                    <a:pt x="13" y="229"/>
                    <a:pt x="13" y="229"/>
                    <a:pt x="13" y="229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6" y="221"/>
                    <a:pt x="6" y="221"/>
                    <a:pt x="6" y="221"/>
                  </a:cubicBezTo>
                  <a:cubicBezTo>
                    <a:pt x="6" y="213"/>
                    <a:pt x="6" y="213"/>
                    <a:pt x="6" y="213"/>
                  </a:cubicBezTo>
                  <a:cubicBezTo>
                    <a:pt x="1" y="206"/>
                    <a:pt x="1" y="206"/>
                    <a:pt x="1" y="206"/>
                  </a:cubicBezTo>
                  <a:cubicBezTo>
                    <a:pt x="5" y="201"/>
                    <a:pt x="5" y="201"/>
                    <a:pt x="5" y="201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4" y="191"/>
                    <a:pt x="4" y="191"/>
                    <a:pt x="4" y="191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180"/>
                    <a:pt x="2" y="180"/>
                    <a:pt x="2" y="180"/>
                  </a:cubicBezTo>
                  <a:cubicBezTo>
                    <a:pt x="10" y="174"/>
                    <a:pt x="10" y="174"/>
                    <a:pt x="10" y="174"/>
                  </a:cubicBezTo>
                  <a:cubicBezTo>
                    <a:pt x="17" y="174"/>
                    <a:pt x="17" y="174"/>
                    <a:pt x="17" y="174"/>
                  </a:cubicBezTo>
                  <a:cubicBezTo>
                    <a:pt x="26" y="170"/>
                    <a:pt x="26" y="170"/>
                    <a:pt x="26" y="170"/>
                  </a:cubicBezTo>
                  <a:cubicBezTo>
                    <a:pt x="29" y="163"/>
                    <a:pt x="29" y="163"/>
                    <a:pt x="29" y="163"/>
                  </a:cubicBezTo>
                  <a:cubicBezTo>
                    <a:pt x="26" y="158"/>
                    <a:pt x="26" y="158"/>
                    <a:pt x="26" y="158"/>
                  </a:cubicBezTo>
                  <a:cubicBezTo>
                    <a:pt x="27" y="152"/>
                    <a:pt x="27" y="152"/>
                    <a:pt x="27" y="152"/>
                  </a:cubicBezTo>
                  <a:cubicBezTo>
                    <a:pt x="34" y="152"/>
                    <a:pt x="34" y="152"/>
                    <a:pt x="34" y="152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44" y="114"/>
                    <a:pt x="44" y="114"/>
                    <a:pt x="44" y="114"/>
                  </a:cubicBezTo>
                  <a:cubicBezTo>
                    <a:pt x="38" y="105"/>
                    <a:pt x="38" y="105"/>
                    <a:pt x="38" y="105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5" y="82"/>
                    <a:pt x="25" y="82"/>
                    <a:pt x="25" y="82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57" y="32"/>
                    <a:pt x="57" y="32"/>
                    <a:pt x="57" y="32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4" y="9"/>
                    <a:pt x="74" y="9"/>
                    <a:pt x="74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03" y="1"/>
                    <a:pt x="103" y="1"/>
                    <a:pt x="103" y="1"/>
                  </a:cubicBezTo>
                  <a:cubicBezTo>
                    <a:pt x="119" y="11"/>
                    <a:pt x="119" y="11"/>
                    <a:pt x="119" y="11"/>
                  </a:cubicBezTo>
                  <a:cubicBezTo>
                    <a:pt x="119" y="16"/>
                    <a:pt x="119" y="16"/>
                    <a:pt x="119" y="16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19" y="24"/>
                    <a:pt x="119" y="24"/>
                    <a:pt x="119" y="24"/>
                  </a:cubicBezTo>
                  <a:cubicBezTo>
                    <a:pt x="116" y="30"/>
                    <a:pt x="116" y="30"/>
                    <a:pt x="116" y="30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42" y="35"/>
                    <a:pt x="142" y="35"/>
                    <a:pt x="142" y="35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52" y="42"/>
                    <a:pt x="152" y="42"/>
                    <a:pt x="152" y="42"/>
                  </a:cubicBezTo>
                  <a:close/>
                  <a:moveTo>
                    <a:pt x="130" y="232"/>
                  </a:moveTo>
                  <a:cubicBezTo>
                    <a:pt x="129" y="236"/>
                    <a:pt x="128" y="238"/>
                    <a:pt x="130" y="240"/>
                  </a:cubicBezTo>
                  <a:cubicBezTo>
                    <a:pt x="133" y="243"/>
                    <a:pt x="135" y="239"/>
                    <a:pt x="137" y="241"/>
                  </a:cubicBezTo>
                  <a:cubicBezTo>
                    <a:pt x="139" y="244"/>
                    <a:pt x="141" y="239"/>
                    <a:pt x="139" y="235"/>
                  </a:cubicBezTo>
                  <a:cubicBezTo>
                    <a:pt x="136" y="229"/>
                    <a:pt x="136" y="227"/>
                    <a:pt x="130" y="232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3" name="Freeform 60"/>
            <p:cNvSpPr>
              <a:spLocks/>
            </p:cNvSpPr>
            <p:nvPr/>
          </p:nvSpPr>
          <p:spPr bwMode="auto">
            <a:xfrm>
              <a:off x="898" y="3826"/>
              <a:ext cx="160" cy="213"/>
            </a:xfrm>
            <a:custGeom>
              <a:avLst/>
              <a:gdLst>
                <a:gd name="T0" fmla="*/ 4 w 77"/>
                <a:gd name="T1" fmla="*/ 70 h 102"/>
                <a:gd name="T2" fmla="*/ 6 w 77"/>
                <a:gd name="T3" fmla="*/ 70 h 102"/>
                <a:gd name="T4" fmla="*/ 12 w 77"/>
                <a:gd name="T5" fmla="*/ 71 h 102"/>
                <a:gd name="T6" fmla="*/ 16 w 77"/>
                <a:gd name="T7" fmla="*/ 73 h 102"/>
                <a:gd name="T8" fmla="*/ 22 w 77"/>
                <a:gd name="T9" fmla="*/ 82 h 102"/>
                <a:gd name="T10" fmla="*/ 27 w 77"/>
                <a:gd name="T11" fmla="*/ 81 h 102"/>
                <a:gd name="T12" fmla="*/ 33 w 77"/>
                <a:gd name="T13" fmla="*/ 85 h 102"/>
                <a:gd name="T14" fmla="*/ 33 w 77"/>
                <a:gd name="T15" fmla="*/ 89 h 102"/>
                <a:gd name="T16" fmla="*/ 33 w 77"/>
                <a:gd name="T17" fmla="*/ 90 h 102"/>
                <a:gd name="T18" fmla="*/ 32 w 77"/>
                <a:gd name="T19" fmla="*/ 90 h 102"/>
                <a:gd name="T20" fmla="*/ 36 w 77"/>
                <a:gd name="T21" fmla="*/ 92 h 102"/>
                <a:gd name="T22" fmla="*/ 39 w 77"/>
                <a:gd name="T23" fmla="*/ 95 h 102"/>
                <a:gd name="T24" fmla="*/ 39 w 77"/>
                <a:gd name="T25" fmla="*/ 101 h 102"/>
                <a:gd name="T26" fmla="*/ 41 w 77"/>
                <a:gd name="T27" fmla="*/ 101 h 102"/>
                <a:gd name="T28" fmla="*/ 45 w 77"/>
                <a:gd name="T29" fmla="*/ 96 h 102"/>
                <a:gd name="T30" fmla="*/ 51 w 77"/>
                <a:gd name="T31" fmla="*/ 102 h 102"/>
                <a:gd name="T32" fmla="*/ 56 w 77"/>
                <a:gd name="T33" fmla="*/ 102 h 102"/>
                <a:gd name="T34" fmla="*/ 56 w 77"/>
                <a:gd name="T35" fmla="*/ 102 h 102"/>
                <a:gd name="T36" fmla="*/ 57 w 77"/>
                <a:gd name="T37" fmla="*/ 98 h 102"/>
                <a:gd name="T38" fmla="*/ 56 w 77"/>
                <a:gd name="T39" fmla="*/ 92 h 102"/>
                <a:gd name="T40" fmla="*/ 61 w 77"/>
                <a:gd name="T41" fmla="*/ 91 h 102"/>
                <a:gd name="T42" fmla="*/ 63 w 77"/>
                <a:gd name="T43" fmla="*/ 84 h 102"/>
                <a:gd name="T44" fmla="*/ 71 w 77"/>
                <a:gd name="T45" fmla="*/ 85 h 102"/>
                <a:gd name="T46" fmla="*/ 77 w 77"/>
                <a:gd name="T47" fmla="*/ 81 h 102"/>
                <a:gd name="T48" fmla="*/ 77 w 77"/>
                <a:gd name="T49" fmla="*/ 80 h 102"/>
                <a:gd name="T50" fmla="*/ 76 w 77"/>
                <a:gd name="T51" fmla="*/ 71 h 102"/>
                <a:gd name="T52" fmla="*/ 74 w 77"/>
                <a:gd name="T53" fmla="*/ 64 h 102"/>
                <a:gd name="T54" fmla="*/ 69 w 77"/>
                <a:gd name="T55" fmla="*/ 55 h 102"/>
                <a:gd name="T56" fmla="*/ 61 w 77"/>
                <a:gd name="T57" fmla="*/ 44 h 102"/>
                <a:gd name="T58" fmla="*/ 62 w 77"/>
                <a:gd name="T59" fmla="*/ 34 h 102"/>
                <a:gd name="T60" fmla="*/ 56 w 77"/>
                <a:gd name="T61" fmla="*/ 27 h 102"/>
                <a:gd name="T62" fmla="*/ 51 w 77"/>
                <a:gd name="T63" fmla="*/ 17 h 102"/>
                <a:gd name="T64" fmla="*/ 42 w 77"/>
                <a:gd name="T65" fmla="*/ 16 h 102"/>
                <a:gd name="T66" fmla="*/ 36 w 77"/>
                <a:gd name="T67" fmla="*/ 10 h 102"/>
                <a:gd name="T68" fmla="*/ 30 w 77"/>
                <a:gd name="T69" fmla="*/ 7 h 102"/>
                <a:gd name="T70" fmla="*/ 23 w 77"/>
                <a:gd name="T71" fmla="*/ 1 h 102"/>
                <a:gd name="T72" fmla="*/ 15 w 77"/>
                <a:gd name="T73" fmla="*/ 5 h 102"/>
                <a:gd name="T74" fmla="*/ 6 w 77"/>
                <a:gd name="T75" fmla="*/ 3 h 102"/>
                <a:gd name="T76" fmla="*/ 5 w 77"/>
                <a:gd name="T77" fmla="*/ 10 h 102"/>
                <a:gd name="T78" fmla="*/ 7 w 77"/>
                <a:gd name="T79" fmla="*/ 16 h 102"/>
                <a:gd name="T80" fmla="*/ 7 w 77"/>
                <a:gd name="T81" fmla="*/ 21 h 102"/>
                <a:gd name="T82" fmla="*/ 9 w 77"/>
                <a:gd name="T83" fmla="*/ 27 h 102"/>
                <a:gd name="T84" fmla="*/ 0 w 77"/>
                <a:gd name="T85" fmla="*/ 32 h 102"/>
                <a:gd name="T86" fmla="*/ 0 w 77"/>
                <a:gd name="T87" fmla="*/ 40 h 102"/>
                <a:gd name="T88" fmla="*/ 2 w 77"/>
                <a:gd name="T89" fmla="*/ 41 h 102"/>
                <a:gd name="T90" fmla="*/ 3 w 77"/>
                <a:gd name="T91" fmla="*/ 44 h 102"/>
                <a:gd name="T92" fmla="*/ 5 w 77"/>
                <a:gd name="T93" fmla="*/ 49 h 102"/>
                <a:gd name="T94" fmla="*/ 9 w 77"/>
                <a:gd name="T95" fmla="*/ 55 h 102"/>
                <a:gd name="T96" fmla="*/ 3 w 77"/>
                <a:gd name="T97" fmla="*/ 57 h 102"/>
                <a:gd name="T98" fmla="*/ 3 w 77"/>
                <a:gd name="T99" fmla="*/ 60 h 102"/>
                <a:gd name="T100" fmla="*/ 6 w 77"/>
                <a:gd name="T101" fmla="*/ 64 h 102"/>
                <a:gd name="T102" fmla="*/ 5 w 77"/>
                <a:gd name="T103" fmla="*/ 68 h 102"/>
                <a:gd name="T104" fmla="*/ 4 w 77"/>
                <a:gd name="T105" fmla="*/ 7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7" h="102">
                  <a:moveTo>
                    <a:pt x="4" y="70"/>
                  </a:moveTo>
                  <a:cubicBezTo>
                    <a:pt x="6" y="70"/>
                    <a:pt x="6" y="70"/>
                    <a:pt x="6" y="70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2" y="90"/>
                    <a:pt x="32" y="90"/>
                    <a:pt x="32" y="90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39" y="101"/>
                    <a:pt x="39" y="101"/>
                    <a:pt x="39" y="101"/>
                  </a:cubicBezTo>
                  <a:cubicBezTo>
                    <a:pt x="40" y="101"/>
                    <a:pt x="40" y="101"/>
                    <a:pt x="41" y="101"/>
                  </a:cubicBezTo>
                  <a:cubicBezTo>
                    <a:pt x="42" y="100"/>
                    <a:pt x="45" y="96"/>
                    <a:pt x="45" y="96"/>
                  </a:cubicBezTo>
                  <a:cubicBezTo>
                    <a:pt x="45" y="96"/>
                    <a:pt x="50" y="102"/>
                    <a:pt x="51" y="102"/>
                  </a:cubicBezTo>
                  <a:cubicBezTo>
                    <a:pt x="51" y="102"/>
                    <a:pt x="53" y="102"/>
                    <a:pt x="56" y="102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6" y="102"/>
                    <a:pt x="59" y="100"/>
                    <a:pt x="57" y="98"/>
                  </a:cubicBezTo>
                  <a:cubicBezTo>
                    <a:pt x="56" y="95"/>
                    <a:pt x="55" y="92"/>
                    <a:pt x="56" y="92"/>
                  </a:cubicBezTo>
                  <a:cubicBezTo>
                    <a:pt x="57" y="92"/>
                    <a:pt x="61" y="92"/>
                    <a:pt x="61" y="91"/>
                  </a:cubicBezTo>
                  <a:cubicBezTo>
                    <a:pt x="61" y="89"/>
                    <a:pt x="62" y="84"/>
                    <a:pt x="63" y="84"/>
                  </a:cubicBezTo>
                  <a:cubicBezTo>
                    <a:pt x="65" y="84"/>
                    <a:pt x="68" y="87"/>
                    <a:pt x="71" y="85"/>
                  </a:cubicBezTo>
                  <a:cubicBezTo>
                    <a:pt x="72" y="84"/>
                    <a:pt x="74" y="82"/>
                    <a:pt x="77" y="81"/>
                  </a:cubicBezTo>
                  <a:cubicBezTo>
                    <a:pt x="77" y="80"/>
                    <a:pt x="77" y="80"/>
                    <a:pt x="77" y="80"/>
                  </a:cubicBezTo>
                  <a:cubicBezTo>
                    <a:pt x="77" y="80"/>
                    <a:pt x="77" y="73"/>
                    <a:pt x="76" y="71"/>
                  </a:cubicBezTo>
                  <a:cubicBezTo>
                    <a:pt x="76" y="70"/>
                    <a:pt x="74" y="67"/>
                    <a:pt x="74" y="64"/>
                  </a:cubicBezTo>
                  <a:cubicBezTo>
                    <a:pt x="74" y="61"/>
                    <a:pt x="70" y="60"/>
                    <a:pt x="69" y="55"/>
                  </a:cubicBezTo>
                  <a:cubicBezTo>
                    <a:pt x="68" y="50"/>
                    <a:pt x="61" y="48"/>
                    <a:pt x="61" y="44"/>
                  </a:cubicBezTo>
                  <a:cubicBezTo>
                    <a:pt x="62" y="41"/>
                    <a:pt x="65" y="37"/>
                    <a:pt x="62" y="34"/>
                  </a:cubicBezTo>
                  <a:cubicBezTo>
                    <a:pt x="59" y="30"/>
                    <a:pt x="58" y="33"/>
                    <a:pt x="56" y="27"/>
                  </a:cubicBezTo>
                  <a:cubicBezTo>
                    <a:pt x="54" y="21"/>
                    <a:pt x="54" y="19"/>
                    <a:pt x="51" y="17"/>
                  </a:cubicBezTo>
                  <a:cubicBezTo>
                    <a:pt x="49" y="16"/>
                    <a:pt x="45" y="18"/>
                    <a:pt x="42" y="16"/>
                  </a:cubicBezTo>
                  <a:cubicBezTo>
                    <a:pt x="40" y="13"/>
                    <a:pt x="39" y="10"/>
                    <a:pt x="36" y="10"/>
                  </a:cubicBezTo>
                  <a:cubicBezTo>
                    <a:pt x="33" y="11"/>
                    <a:pt x="32" y="12"/>
                    <a:pt x="30" y="7"/>
                  </a:cubicBezTo>
                  <a:cubicBezTo>
                    <a:pt x="27" y="3"/>
                    <a:pt x="27" y="1"/>
                    <a:pt x="23" y="1"/>
                  </a:cubicBezTo>
                  <a:cubicBezTo>
                    <a:pt x="20" y="2"/>
                    <a:pt x="18" y="6"/>
                    <a:pt x="15" y="5"/>
                  </a:cubicBezTo>
                  <a:cubicBezTo>
                    <a:pt x="12" y="4"/>
                    <a:pt x="9" y="0"/>
                    <a:pt x="6" y="3"/>
                  </a:cubicBezTo>
                  <a:cubicBezTo>
                    <a:pt x="3" y="6"/>
                    <a:pt x="7" y="9"/>
                    <a:pt x="5" y="10"/>
                  </a:cubicBezTo>
                  <a:cubicBezTo>
                    <a:pt x="3" y="12"/>
                    <a:pt x="6" y="15"/>
                    <a:pt x="7" y="16"/>
                  </a:cubicBezTo>
                  <a:cubicBezTo>
                    <a:pt x="8" y="17"/>
                    <a:pt x="8" y="20"/>
                    <a:pt x="7" y="21"/>
                  </a:cubicBezTo>
                  <a:cubicBezTo>
                    <a:pt x="6" y="23"/>
                    <a:pt x="10" y="26"/>
                    <a:pt x="9" y="27"/>
                  </a:cubicBezTo>
                  <a:cubicBezTo>
                    <a:pt x="8" y="28"/>
                    <a:pt x="0" y="32"/>
                    <a:pt x="0" y="32"/>
                  </a:cubicBezTo>
                  <a:cubicBezTo>
                    <a:pt x="0" y="32"/>
                    <a:pt x="0" y="37"/>
                    <a:pt x="0" y="40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3" y="56"/>
                    <a:pt x="3" y="57"/>
                  </a:cubicBezTo>
                  <a:cubicBezTo>
                    <a:pt x="2" y="58"/>
                    <a:pt x="3" y="60"/>
                    <a:pt x="3" y="60"/>
                  </a:cubicBezTo>
                  <a:cubicBezTo>
                    <a:pt x="3" y="60"/>
                    <a:pt x="6" y="64"/>
                    <a:pt x="6" y="64"/>
                  </a:cubicBezTo>
                  <a:cubicBezTo>
                    <a:pt x="5" y="68"/>
                    <a:pt x="5" y="68"/>
                    <a:pt x="5" y="68"/>
                  </a:cubicBezTo>
                  <a:lnTo>
                    <a:pt x="4" y="7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4" name="Freeform 61"/>
            <p:cNvSpPr>
              <a:spLocks noEditPoints="1"/>
            </p:cNvSpPr>
            <p:nvPr/>
          </p:nvSpPr>
          <p:spPr bwMode="auto">
            <a:xfrm>
              <a:off x="762" y="3691"/>
              <a:ext cx="186" cy="231"/>
            </a:xfrm>
            <a:custGeom>
              <a:avLst/>
              <a:gdLst>
                <a:gd name="T0" fmla="*/ 88 w 89"/>
                <a:gd name="T1" fmla="*/ 67 h 111"/>
                <a:gd name="T2" fmla="*/ 80 w 89"/>
                <a:gd name="T3" fmla="*/ 70 h 111"/>
                <a:gd name="T4" fmla="*/ 71 w 89"/>
                <a:gd name="T5" fmla="*/ 68 h 111"/>
                <a:gd name="T6" fmla="*/ 70 w 89"/>
                <a:gd name="T7" fmla="*/ 75 h 111"/>
                <a:gd name="T8" fmla="*/ 72 w 89"/>
                <a:gd name="T9" fmla="*/ 81 h 111"/>
                <a:gd name="T10" fmla="*/ 72 w 89"/>
                <a:gd name="T11" fmla="*/ 86 h 111"/>
                <a:gd name="T12" fmla="*/ 74 w 89"/>
                <a:gd name="T13" fmla="*/ 92 h 111"/>
                <a:gd name="T14" fmla="*/ 65 w 89"/>
                <a:gd name="T15" fmla="*/ 97 h 111"/>
                <a:gd name="T16" fmla="*/ 64 w 89"/>
                <a:gd name="T17" fmla="*/ 106 h 111"/>
                <a:gd name="T18" fmla="*/ 59 w 89"/>
                <a:gd name="T19" fmla="*/ 111 h 111"/>
                <a:gd name="T20" fmla="*/ 51 w 89"/>
                <a:gd name="T21" fmla="*/ 109 h 111"/>
                <a:gd name="T22" fmla="*/ 46 w 89"/>
                <a:gd name="T23" fmla="*/ 103 h 111"/>
                <a:gd name="T24" fmla="*/ 39 w 89"/>
                <a:gd name="T25" fmla="*/ 107 h 111"/>
                <a:gd name="T26" fmla="*/ 33 w 89"/>
                <a:gd name="T27" fmla="*/ 110 h 111"/>
                <a:gd name="T28" fmla="*/ 31 w 89"/>
                <a:gd name="T29" fmla="*/ 111 h 111"/>
                <a:gd name="T30" fmla="*/ 22 w 89"/>
                <a:gd name="T31" fmla="*/ 103 h 111"/>
                <a:gd name="T32" fmla="*/ 18 w 89"/>
                <a:gd name="T33" fmla="*/ 104 h 111"/>
                <a:gd name="T34" fmla="*/ 18 w 89"/>
                <a:gd name="T35" fmla="*/ 98 h 111"/>
                <a:gd name="T36" fmla="*/ 17 w 89"/>
                <a:gd name="T37" fmla="*/ 74 h 111"/>
                <a:gd name="T38" fmla="*/ 8 w 89"/>
                <a:gd name="T39" fmla="*/ 55 h 111"/>
                <a:gd name="T40" fmla="*/ 7 w 89"/>
                <a:gd name="T41" fmla="*/ 42 h 111"/>
                <a:gd name="T42" fmla="*/ 2 w 89"/>
                <a:gd name="T43" fmla="*/ 32 h 111"/>
                <a:gd name="T44" fmla="*/ 3 w 89"/>
                <a:gd name="T45" fmla="*/ 22 h 111"/>
                <a:gd name="T46" fmla="*/ 6 w 89"/>
                <a:gd name="T47" fmla="*/ 14 h 111"/>
                <a:gd name="T48" fmla="*/ 13 w 89"/>
                <a:gd name="T49" fmla="*/ 21 h 111"/>
                <a:gd name="T50" fmla="*/ 21 w 89"/>
                <a:gd name="T51" fmla="*/ 25 h 111"/>
                <a:gd name="T52" fmla="*/ 26 w 89"/>
                <a:gd name="T53" fmla="*/ 19 h 111"/>
                <a:gd name="T54" fmla="*/ 38 w 89"/>
                <a:gd name="T55" fmla="*/ 18 h 111"/>
                <a:gd name="T56" fmla="*/ 47 w 89"/>
                <a:gd name="T57" fmla="*/ 18 h 111"/>
                <a:gd name="T58" fmla="*/ 43 w 89"/>
                <a:gd name="T59" fmla="*/ 4 h 111"/>
                <a:gd name="T60" fmla="*/ 54 w 89"/>
                <a:gd name="T61" fmla="*/ 5 h 111"/>
                <a:gd name="T62" fmla="*/ 61 w 89"/>
                <a:gd name="T63" fmla="*/ 3 h 111"/>
                <a:gd name="T64" fmla="*/ 61 w 89"/>
                <a:gd name="T65" fmla="*/ 3 h 111"/>
                <a:gd name="T66" fmla="*/ 64 w 89"/>
                <a:gd name="T67" fmla="*/ 20 h 111"/>
                <a:gd name="T68" fmla="*/ 72 w 89"/>
                <a:gd name="T69" fmla="*/ 21 h 111"/>
                <a:gd name="T70" fmla="*/ 82 w 89"/>
                <a:gd name="T71" fmla="*/ 31 h 111"/>
                <a:gd name="T72" fmla="*/ 80 w 89"/>
                <a:gd name="T73" fmla="*/ 35 h 111"/>
                <a:gd name="T74" fmla="*/ 78 w 89"/>
                <a:gd name="T75" fmla="*/ 43 h 111"/>
                <a:gd name="T76" fmla="*/ 89 w 89"/>
                <a:gd name="T77" fmla="*/ 55 h 111"/>
                <a:gd name="T78" fmla="*/ 88 w 89"/>
                <a:gd name="T79" fmla="*/ 67 h 111"/>
                <a:gd name="T80" fmla="*/ 28 w 89"/>
                <a:gd name="T81" fmla="*/ 53 h 111"/>
                <a:gd name="T82" fmla="*/ 29 w 89"/>
                <a:gd name="T83" fmla="*/ 62 h 111"/>
                <a:gd name="T84" fmla="*/ 36 w 89"/>
                <a:gd name="T85" fmla="*/ 67 h 111"/>
                <a:gd name="T86" fmla="*/ 44 w 89"/>
                <a:gd name="T87" fmla="*/ 71 h 111"/>
                <a:gd name="T88" fmla="*/ 38 w 89"/>
                <a:gd name="T89" fmla="*/ 76 h 111"/>
                <a:gd name="T90" fmla="*/ 36 w 89"/>
                <a:gd name="T91" fmla="*/ 84 h 111"/>
                <a:gd name="T92" fmla="*/ 34 w 89"/>
                <a:gd name="T93" fmla="*/ 90 h 111"/>
                <a:gd name="T94" fmla="*/ 24 w 89"/>
                <a:gd name="T95" fmla="*/ 91 h 111"/>
                <a:gd name="T96" fmla="*/ 30 w 89"/>
                <a:gd name="T97" fmla="*/ 101 h 111"/>
                <a:gd name="T98" fmla="*/ 39 w 89"/>
                <a:gd name="T99" fmla="*/ 94 h 111"/>
                <a:gd name="T100" fmla="*/ 50 w 89"/>
                <a:gd name="T101" fmla="*/ 85 h 111"/>
                <a:gd name="T102" fmla="*/ 54 w 89"/>
                <a:gd name="T103" fmla="*/ 79 h 111"/>
                <a:gd name="T104" fmla="*/ 50 w 89"/>
                <a:gd name="T105" fmla="*/ 67 h 111"/>
                <a:gd name="T106" fmla="*/ 43 w 89"/>
                <a:gd name="T107" fmla="*/ 60 h 111"/>
                <a:gd name="T108" fmla="*/ 34 w 89"/>
                <a:gd name="T109" fmla="*/ 55 h 111"/>
                <a:gd name="T110" fmla="*/ 28 w 89"/>
                <a:gd name="T111" fmla="*/ 5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" h="111">
                  <a:moveTo>
                    <a:pt x="88" y="67"/>
                  </a:moveTo>
                  <a:cubicBezTo>
                    <a:pt x="85" y="68"/>
                    <a:pt x="82" y="71"/>
                    <a:pt x="80" y="70"/>
                  </a:cubicBezTo>
                  <a:cubicBezTo>
                    <a:pt x="77" y="69"/>
                    <a:pt x="74" y="65"/>
                    <a:pt x="71" y="68"/>
                  </a:cubicBezTo>
                  <a:cubicBezTo>
                    <a:pt x="68" y="71"/>
                    <a:pt x="72" y="74"/>
                    <a:pt x="70" y="75"/>
                  </a:cubicBezTo>
                  <a:cubicBezTo>
                    <a:pt x="68" y="77"/>
                    <a:pt x="71" y="80"/>
                    <a:pt x="72" y="81"/>
                  </a:cubicBezTo>
                  <a:cubicBezTo>
                    <a:pt x="73" y="82"/>
                    <a:pt x="73" y="85"/>
                    <a:pt x="72" y="86"/>
                  </a:cubicBezTo>
                  <a:cubicBezTo>
                    <a:pt x="71" y="88"/>
                    <a:pt x="75" y="91"/>
                    <a:pt x="74" y="92"/>
                  </a:cubicBezTo>
                  <a:cubicBezTo>
                    <a:pt x="73" y="93"/>
                    <a:pt x="65" y="97"/>
                    <a:pt x="65" y="97"/>
                  </a:cubicBezTo>
                  <a:cubicBezTo>
                    <a:pt x="65" y="97"/>
                    <a:pt x="66" y="104"/>
                    <a:pt x="64" y="106"/>
                  </a:cubicBezTo>
                  <a:cubicBezTo>
                    <a:pt x="63" y="109"/>
                    <a:pt x="60" y="111"/>
                    <a:pt x="59" y="111"/>
                  </a:cubicBezTo>
                  <a:cubicBezTo>
                    <a:pt x="57" y="111"/>
                    <a:pt x="52" y="111"/>
                    <a:pt x="51" y="109"/>
                  </a:cubicBezTo>
                  <a:cubicBezTo>
                    <a:pt x="50" y="108"/>
                    <a:pt x="48" y="103"/>
                    <a:pt x="46" y="103"/>
                  </a:cubicBezTo>
                  <a:cubicBezTo>
                    <a:pt x="44" y="104"/>
                    <a:pt x="40" y="106"/>
                    <a:pt x="39" y="107"/>
                  </a:cubicBezTo>
                  <a:cubicBezTo>
                    <a:pt x="38" y="107"/>
                    <a:pt x="34" y="108"/>
                    <a:pt x="33" y="110"/>
                  </a:cubicBezTo>
                  <a:cubicBezTo>
                    <a:pt x="32" y="110"/>
                    <a:pt x="32" y="111"/>
                    <a:pt x="31" y="111"/>
                  </a:cubicBezTo>
                  <a:cubicBezTo>
                    <a:pt x="28" y="108"/>
                    <a:pt x="24" y="105"/>
                    <a:pt x="22" y="103"/>
                  </a:cubicBezTo>
                  <a:cubicBezTo>
                    <a:pt x="22" y="102"/>
                    <a:pt x="20" y="103"/>
                    <a:pt x="18" y="104"/>
                  </a:cubicBezTo>
                  <a:cubicBezTo>
                    <a:pt x="18" y="102"/>
                    <a:pt x="18" y="100"/>
                    <a:pt x="18" y="98"/>
                  </a:cubicBezTo>
                  <a:cubicBezTo>
                    <a:pt x="18" y="93"/>
                    <a:pt x="18" y="80"/>
                    <a:pt x="17" y="74"/>
                  </a:cubicBezTo>
                  <a:cubicBezTo>
                    <a:pt x="17" y="69"/>
                    <a:pt x="9" y="58"/>
                    <a:pt x="8" y="55"/>
                  </a:cubicBezTo>
                  <a:cubicBezTo>
                    <a:pt x="8" y="51"/>
                    <a:pt x="11" y="46"/>
                    <a:pt x="7" y="42"/>
                  </a:cubicBezTo>
                  <a:cubicBezTo>
                    <a:pt x="4" y="39"/>
                    <a:pt x="0" y="36"/>
                    <a:pt x="2" y="32"/>
                  </a:cubicBezTo>
                  <a:cubicBezTo>
                    <a:pt x="4" y="28"/>
                    <a:pt x="6" y="25"/>
                    <a:pt x="3" y="22"/>
                  </a:cubicBezTo>
                  <a:cubicBezTo>
                    <a:pt x="0" y="19"/>
                    <a:pt x="4" y="14"/>
                    <a:pt x="6" y="14"/>
                  </a:cubicBezTo>
                  <a:cubicBezTo>
                    <a:pt x="9" y="14"/>
                    <a:pt x="12" y="17"/>
                    <a:pt x="13" y="21"/>
                  </a:cubicBezTo>
                  <a:cubicBezTo>
                    <a:pt x="14" y="26"/>
                    <a:pt x="21" y="29"/>
                    <a:pt x="21" y="25"/>
                  </a:cubicBezTo>
                  <a:cubicBezTo>
                    <a:pt x="22" y="21"/>
                    <a:pt x="22" y="19"/>
                    <a:pt x="26" y="19"/>
                  </a:cubicBezTo>
                  <a:cubicBezTo>
                    <a:pt x="30" y="19"/>
                    <a:pt x="35" y="20"/>
                    <a:pt x="38" y="18"/>
                  </a:cubicBezTo>
                  <a:cubicBezTo>
                    <a:pt x="41" y="16"/>
                    <a:pt x="48" y="25"/>
                    <a:pt x="47" y="18"/>
                  </a:cubicBezTo>
                  <a:cubicBezTo>
                    <a:pt x="45" y="11"/>
                    <a:pt x="41" y="7"/>
                    <a:pt x="43" y="4"/>
                  </a:cubicBezTo>
                  <a:cubicBezTo>
                    <a:pt x="46" y="1"/>
                    <a:pt x="54" y="0"/>
                    <a:pt x="54" y="5"/>
                  </a:cubicBezTo>
                  <a:cubicBezTo>
                    <a:pt x="55" y="9"/>
                    <a:pt x="59" y="4"/>
                    <a:pt x="61" y="3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2" y="8"/>
                    <a:pt x="64" y="19"/>
                    <a:pt x="64" y="20"/>
                  </a:cubicBezTo>
                  <a:cubicBezTo>
                    <a:pt x="65" y="22"/>
                    <a:pt x="70" y="22"/>
                    <a:pt x="72" y="21"/>
                  </a:cubicBezTo>
                  <a:cubicBezTo>
                    <a:pt x="75" y="20"/>
                    <a:pt x="82" y="31"/>
                    <a:pt x="82" y="31"/>
                  </a:cubicBezTo>
                  <a:cubicBezTo>
                    <a:pt x="82" y="31"/>
                    <a:pt x="80" y="34"/>
                    <a:pt x="80" y="35"/>
                  </a:cubicBezTo>
                  <a:cubicBezTo>
                    <a:pt x="80" y="36"/>
                    <a:pt x="80" y="43"/>
                    <a:pt x="78" y="43"/>
                  </a:cubicBezTo>
                  <a:cubicBezTo>
                    <a:pt x="77" y="43"/>
                    <a:pt x="89" y="55"/>
                    <a:pt x="89" y="55"/>
                  </a:cubicBezTo>
                  <a:cubicBezTo>
                    <a:pt x="88" y="67"/>
                    <a:pt x="88" y="67"/>
                    <a:pt x="88" y="67"/>
                  </a:cubicBezTo>
                  <a:close/>
                  <a:moveTo>
                    <a:pt x="28" y="53"/>
                  </a:moveTo>
                  <a:cubicBezTo>
                    <a:pt x="27" y="59"/>
                    <a:pt x="28" y="60"/>
                    <a:pt x="29" y="62"/>
                  </a:cubicBezTo>
                  <a:cubicBezTo>
                    <a:pt x="30" y="65"/>
                    <a:pt x="32" y="66"/>
                    <a:pt x="36" y="67"/>
                  </a:cubicBezTo>
                  <a:cubicBezTo>
                    <a:pt x="40" y="68"/>
                    <a:pt x="45" y="67"/>
                    <a:pt x="44" y="71"/>
                  </a:cubicBezTo>
                  <a:cubicBezTo>
                    <a:pt x="43" y="75"/>
                    <a:pt x="41" y="73"/>
                    <a:pt x="38" y="76"/>
                  </a:cubicBezTo>
                  <a:cubicBezTo>
                    <a:pt x="36" y="79"/>
                    <a:pt x="36" y="83"/>
                    <a:pt x="36" y="84"/>
                  </a:cubicBezTo>
                  <a:cubicBezTo>
                    <a:pt x="37" y="85"/>
                    <a:pt x="39" y="90"/>
                    <a:pt x="34" y="90"/>
                  </a:cubicBezTo>
                  <a:cubicBezTo>
                    <a:pt x="29" y="90"/>
                    <a:pt x="24" y="88"/>
                    <a:pt x="24" y="91"/>
                  </a:cubicBezTo>
                  <a:cubicBezTo>
                    <a:pt x="24" y="93"/>
                    <a:pt x="30" y="101"/>
                    <a:pt x="30" y="101"/>
                  </a:cubicBezTo>
                  <a:cubicBezTo>
                    <a:pt x="30" y="101"/>
                    <a:pt x="37" y="98"/>
                    <a:pt x="39" y="94"/>
                  </a:cubicBezTo>
                  <a:cubicBezTo>
                    <a:pt x="41" y="89"/>
                    <a:pt x="49" y="81"/>
                    <a:pt x="50" y="85"/>
                  </a:cubicBezTo>
                  <a:cubicBezTo>
                    <a:pt x="51" y="88"/>
                    <a:pt x="54" y="84"/>
                    <a:pt x="54" y="79"/>
                  </a:cubicBezTo>
                  <a:cubicBezTo>
                    <a:pt x="55" y="73"/>
                    <a:pt x="55" y="72"/>
                    <a:pt x="50" y="67"/>
                  </a:cubicBezTo>
                  <a:cubicBezTo>
                    <a:pt x="45" y="62"/>
                    <a:pt x="49" y="61"/>
                    <a:pt x="43" y="60"/>
                  </a:cubicBezTo>
                  <a:cubicBezTo>
                    <a:pt x="38" y="59"/>
                    <a:pt x="34" y="57"/>
                    <a:pt x="34" y="55"/>
                  </a:cubicBezTo>
                  <a:cubicBezTo>
                    <a:pt x="34" y="53"/>
                    <a:pt x="28" y="53"/>
                    <a:pt x="28" y="53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5" name="Freeform 62"/>
            <p:cNvSpPr>
              <a:spLocks/>
            </p:cNvSpPr>
            <p:nvPr/>
          </p:nvSpPr>
          <p:spPr bwMode="auto">
            <a:xfrm>
              <a:off x="1715" y="3311"/>
              <a:ext cx="289" cy="330"/>
            </a:xfrm>
            <a:custGeom>
              <a:avLst/>
              <a:gdLst>
                <a:gd name="T0" fmla="*/ 64 w 289"/>
                <a:gd name="T1" fmla="*/ 32 h 330"/>
                <a:gd name="T2" fmla="*/ 68 w 289"/>
                <a:gd name="T3" fmla="*/ 19 h 330"/>
                <a:gd name="T4" fmla="*/ 68 w 289"/>
                <a:gd name="T5" fmla="*/ 3 h 330"/>
                <a:gd name="T6" fmla="*/ 89 w 289"/>
                <a:gd name="T7" fmla="*/ 5 h 330"/>
                <a:gd name="T8" fmla="*/ 100 w 289"/>
                <a:gd name="T9" fmla="*/ 0 h 330"/>
                <a:gd name="T10" fmla="*/ 110 w 289"/>
                <a:gd name="T11" fmla="*/ 23 h 330"/>
                <a:gd name="T12" fmla="*/ 131 w 289"/>
                <a:gd name="T13" fmla="*/ 25 h 330"/>
                <a:gd name="T14" fmla="*/ 162 w 289"/>
                <a:gd name="T15" fmla="*/ 36 h 330"/>
                <a:gd name="T16" fmla="*/ 183 w 289"/>
                <a:gd name="T17" fmla="*/ 34 h 330"/>
                <a:gd name="T18" fmla="*/ 198 w 289"/>
                <a:gd name="T19" fmla="*/ 42 h 330"/>
                <a:gd name="T20" fmla="*/ 225 w 289"/>
                <a:gd name="T21" fmla="*/ 36 h 330"/>
                <a:gd name="T22" fmla="*/ 287 w 289"/>
                <a:gd name="T23" fmla="*/ 59 h 330"/>
                <a:gd name="T24" fmla="*/ 275 w 289"/>
                <a:gd name="T25" fmla="*/ 80 h 330"/>
                <a:gd name="T26" fmla="*/ 264 w 289"/>
                <a:gd name="T27" fmla="*/ 111 h 330"/>
                <a:gd name="T28" fmla="*/ 218 w 289"/>
                <a:gd name="T29" fmla="*/ 151 h 330"/>
                <a:gd name="T30" fmla="*/ 208 w 289"/>
                <a:gd name="T31" fmla="*/ 180 h 330"/>
                <a:gd name="T32" fmla="*/ 216 w 289"/>
                <a:gd name="T33" fmla="*/ 205 h 330"/>
                <a:gd name="T34" fmla="*/ 214 w 289"/>
                <a:gd name="T35" fmla="*/ 230 h 330"/>
                <a:gd name="T36" fmla="*/ 185 w 289"/>
                <a:gd name="T37" fmla="*/ 244 h 330"/>
                <a:gd name="T38" fmla="*/ 179 w 289"/>
                <a:gd name="T39" fmla="*/ 265 h 330"/>
                <a:gd name="T40" fmla="*/ 154 w 289"/>
                <a:gd name="T41" fmla="*/ 265 h 330"/>
                <a:gd name="T42" fmla="*/ 137 w 289"/>
                <a:gd name="T43" fmla="*/ 288 h 330"/>
                <a:gd name="T44" fmla="*/ 106 w 289"/>
                <a:gd name="T45" fmla="*/ 292 h 330"/>
                <a:gd name="T46" fmla="*/ 87 w 289"/>
                <a:gd name="T47" fmla="*/ 328 h 330"/>
                <a:gd name="T48" fmla="*/ 68 w 289"/>
                <a:gd name="T49" fmla="*/ 328 h 330"/>
                <a:gd name="T50" fmla="*/ 50 w 289"/>
                <a:gd name="T51" fmla="*/ 307 h 330"/>
                <a:gd name="T52" fmla="*/ 31 w 289"/>
                <a:gd name="T53" fmla="*/ 294 h 330"/>
                <a:gd name="T54" fmla="*/ 16 w 289"/>
                <a:gd name="T55" fmla="*/ 273 h 330"/>
                <a:gd name="T56" fmla="*/ 6 w 289"/>
                <a:gd name="T57" fmla="*/ 276 h 330"/>
                <a:gd name="T58" fmla="*/ 0 w 289"/>
                <a:gd name="T59" fmla="*/ 248 h 330"/>
                <a:gd name="T60" fmla="*/ 29 w 289"/>
                <a:gd name="T61" fmla="*/ 213 h 330"/>
                <a:gd name="T62" fmla="*/ 41 w 289"/>
                <a:gd name="T63" fmla="*/ 186 h 330"/>
                <a:gd name="T64" fmla="*/ 31 w 289"/>
                <a:gd name="T65" fmla="*/ 151 h 330"/>
                <a:gd name="T66" fmla="*/ 60 w 289"/>
                <a:gd name="T67" fmla="*/ 142 h 330"/>
                <a:gd name="T68" fmla="*/ 62 w 289"/>
                <a:gd name="T69" fmla="*/ 117 h 330"/>
                <a:gd name="T70" fmla="*/ 66 w 289"/>
                <a:gd name="T71" fmla="*/ 96 h 330"/>
                <a:gd name="T72" fmla="*/ 91 w 289"/>
                <a:gd name="T73" fmla="*/ 61 h 330"/>
                <a:gd name="T74" fmla="*/ 56 w 289"/>
                <a:gd name="T75" fmla="*/ 3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9" h="330">
                  <a:moveTo>
                    <a:pt x="56" y="34"/>
                  </a:moveTo>
                  <a:lnTo>
                    <a:pt x="64" y="32"/>
                  </a:lnTo>
                  <a:lnTo>
                    <a:pt x="68" y="28"/>
                  </a:lnTo>
                  <a:lnTo>
                    <a:pt x="68" y="19"/>
                  </a:lnTo>
                  <a:lnTo>
                    <a:pt x="62" y="15"/>
                  </a:lnTo>
                  <a:lnTo>
                    <a:pt x="68" y="3"/>
                  </a:lnTo>
                  <a:lnTo>
                    <a:pt x="85" y="9"/>
                  </a:lnTo>
                  <a:lnTo>
                    <a:pt x="89" y="5"/>
                  </a:lnTo>
                  <a:lnTo>
                    <a:pt x="93" y="7"/>
                  </a:lnTo>
                  <a:lnTo>
                    <a:pt x="100" y="0"/>
                  </a:lnTo>
                  <a:lnTo>
                    <a:pt x="112" y="9"/>
                  </a:lnTo>
                  <a:lnTo>
                    <a:pt x="110" y="23"/>
                  </a:lnTo>
                  <a:lnTo>
                    <a:pt x="120" y="30"/>
                  </a:lnTo>
                  <a:lnTo>
                    <a:pt x="131" y="25"/>
                  </a:lnTo>
                  <a:lnTo>
                    <a:pt x="152" y="42"/>
                  </a:lnTo>
                  <a:lnTo>
                    <a:pt x="162" y="36"/>
                  </a:lnTo>
                  <a:lnTo>
                    <a:pt x="177" y="44"/>
                  </a:lnTo>
                  <a:lnTo>
                    <a:pt x="183" y="34"/>
                  </a:lnTo>
                  <a:lnTo>
                    <a:pt x="191" y="38"/>
                  </a:lnTo>
                  <a:lnTo>
                    <a:pt x="198" y="42"/>
                  </a:lnTo>
                  <a:lnTo>
                    <a:pt x="208" y="30"/>
                  </a:lnTo>
                  <a:lnTo>
                    <a:pt x="225" y="36"/>
                  </a:lnTo>
                  <a:lnTo>
                    <a:pt x="262" y="57"/>
                  </a:lnTo>
                  <a:lnTo>
                    <a:pt x="287" y="59"/>
                  </a:lnTo>
                  <a:lnTo>
                    <a:pt x="289" y="73"/>
                  </a:lnTo>
                  <a:lnTo>
                    <a:pt x="275" y="80"/>
                  </a:lnTo>
                  <a:lnTo>
                    <a:pt x="275" y="98"/>
                  </a:lnTo>
                  <a:lnTo>
                    <a:pt x="264" y="111"/>
                  </a:lnTo>
                  <a:lnTo>
                    <a:pt x="237" y="151"/>
                  </a:lnTo>
                  <a:lnTo>
                    <a:pt x="218" y="151"/>
                  </a:lnTo>
                  <a:lnTo>
                    <a:pt x="210" y="163"/>
                  </a:lnTo>
                  <a:lnTo>
                    <a:pt x="208" y="180"/>
                  </a:lnTo>
                  <a:lnTo>
                    <a:pt x="216" y="190"/>
                  </a:lnTo>
                  <a:lnTo>
                    <a:pt x="216" y="205"/>
                  </a:lnTo>
                  <a:lnTo>
                    <a:pt x="204" y="217"/>
                  </a:lnTo>
                  <a:lnTo>
                    <a:pt x="214" y="230"/>
                  </a:lnTo>
                  <a:lnTo>
                    <a:pt x="200" y="244"/>
                  </a:lnTo>
                  <a:lnTo>
                    <a:pt x="185" y="244"/>
                  </a:lnTo>
                  <a:lnTo>
                    <a:pt x="170" y="253"/>
                  </a:lnTo>
                  <a:lnTo>
                    <a:pt x="179" y="265"/>
                  </a:lnTo>
                  <a:lnTo>
                    <a:pt x="166" y="276"/>
                  </a:lnTo>
                  <a:lnTo>
                    <a:pt x="154" y="265"/>
                  </a:lnTo>
                  <a:lnTo>
                    <a:pt x="143" y="269"/>
                  </a:lnTo>
                  <a:lnTo>
                    <a:pt x="137" y="288"/>
                  </a:lnTo>
                  <a:lnTo>
                    <a:pt x="127" y="294"/>
                  </a:lnTo>
                  <a:lnTo>
                    <a:pt x="106" y="292"/>
                  </a:lnTo>
                  <a:lnTo>
                    <a:pt x="102" y="311"/>
                  </a:lnTo>
                  <a:lnTo>
                    <a:pt x="87" y="328"/>
                  </a:lnTo>
                  <a:lnTo>
                    <a:pt x="87" y="330"/>
                  </a:lnTo>
                  <a:lnTo>
                    <a:pt x="68" y="328"/>
                  </a:lnTo>
                  <a:lnTo>
                    <a:pt x="62" y="307"/>
                  </a:lnTo>
                  <a:lnTo>
                    <a:pt x="50" y="307"/>
                  </a:lnTo>
                  <a:lnTo>
                    <a:pt x="43" y="292"/>
                  </a:lnTo>
                  <a:lnTo>
                    <a:pt x="31" y="294"/>
                  </a:lnTo>
                  <a:lnTo>
                    <a:pt x="16" y="284"/>
                  </a:lnTo>
                  <a:lnTo>
                    <a:pt x="16" y="273"/>
                  </a:lnTo>
                  <a:lnTo>
                    <a:pt x="8" y="273"/>
                  </a:lnTo>
                  <a:lnTo>
                    <a:pt x="6" y="276"/>
                  </a:lnTo>
                  <a:lnTo>
                    <a:pt x="0" y="261"/>
                  </a:lnTo>
                  <a:lnTo>
                    <a:pt x="0" y="248"/>
                  </a:lnTo>
                  <a:lnTo>
                    <a:pt x="25" y="240"/>
                  </a:lnTo>
                  <a:lnTo>
                    <a:pt x="29" y="213"/>
                  </a:lnTo>
                  <a:lnTo>
                    <a:pt x="31" y="196"/>
                  </a:lnTo>
                  <a:lnTo>
                    <a:pt x="41" y="186"/>
                  </a:lnTo>
                  <a:lnTo>
                    <a:pt x="43" y="153"/>
                  </a:lnTo>
                  <a:lnTo>
                    <a:pt x="31" y="151"/>
                  </a:lnTo>
                  <a:lnTo>
                    <a:pt x="47" y="155"/>
                  </a:lnTo>
                  <a:lnTo>
                    <a:pt x="60" y="142"/>
                  </a:lnTo>
                  <a:lnTo>
                    <a:pt x="62" y="126"/>
                  </a:lnTo>
                  <a:lnTo>
                    <a:pt x="62" y="117"/>
                  </a:lnTo>
                  <a:lnTo>
                    <a:pt x="58" y="109"/>
                  </a:lnTo>
                  <a:lnTo>
                    <a:pt x="66" y="96"/>
                  </a:lnTo>
                  <a:lnTo>
                    <a:pt x="91" y="75"/>
                  </a:lnTo>
                  <a:lnTo>
                    <a:pt x="91" y="61"/>
                  </a:lnTo>
                  <a:lnTo>
                    <a:pt x="79" y="50"/>
                  </a:lnTo>
                  <a:lnTo>
                    <a:pt x="56" y="34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6" name="Freeform 63"/>
            <p:cNvSpPr>
              <a:spLocks noEditPoints="1"/>
            </p:cNvSpPr>
            <p:nvPr/>
          </p:nvSpPr>
          <p:spPr bwMode="auto">
            <a:xfrm>
              <a:off x="2632" y="2276"/>
              <a:ext cx="739" cy="1888"/>
            </a:xfrm>
            <a:custGeom>
              <a:avLst/>
              <a:gdLst>
                <a:gd name="T0" fmla="*/ 94 w 355"/>
                <a:gd name="T1" fmla="*/ 769 h 906"/>
                <a:gd name="T2" fmla="*/ 111 w 355"/>
                <a:gd name="T3" fmla="*/ 813 h 906"/>
                <a:gd name="T4" fmla="*/ 139 w 355"/>
                <a:gd name="T5" fmla="*/ 829 h 906"/>
                <a:gd name="T6" fmla="*/ 142 w 355"/>
                <a:gd name="T7" fmla="*/ 873 h 906"/>
                <a:gd name="T8" fmla="*/ 176 w 355"/>
                <a:gd name="T9" fmla="*/ 896 h 906"/>
                <a:gd name="T10" fmla="*/ 198 w 355"/>
                <a:gd name="T11" fmla="*/ 859 h 906"/>
                <a:gd name="T12" fmla="*/ 233 w 355"/>
                <a:gd name="T13" fmla="*/ 846 h 906"/>
                <a:gd name="T14" fmla="*/ 228 w 355"/>
                <a:gd name="T15" fmla="*/ 816 h 906"/>
                <a:gd name="T16" fmla="*/ 233 w 355"/>
                <a:gd name="T17" fmla="*/ 775 h 906"/>
                <a:gd name="T18" fmla="*/ 240 w 355"/>
                <a:gd name="T19" fmla="*/ 736 h 906"/>
                <a:gd name="T20" fmla="*/ 273 w 355"/>
                <a:gd name="T21" fmla="*/ 717 h 906"/>
                <a:gd name="T22" fmla="*/ 305 w 355"/>
                <a:gd name="T23" fmla="*/ 687 h 906"/>
                <a:gd name="T24" fmla="*/ 329 w 355"/>
                <a:gd name="T25" fmla="*/ 681 h 906"/>
                <a:gd name="T26" fmla="*/ 338 w 355"/>
                <a:gd name="T27" fmla="*/ 649 h 906"/>
                <a:gd name="T28" fmla="*/ 324 w 355"/>
                <a:gd name="T29" fmla="*/ 606 h 906"/>
                <a:gd name="T30" fmla="*/ 342 w 355"/>
                <a:gd name="T31" fmla="*/ 567 h 906"/>
                <a:gd name="T32" fmla="*/ 342 w 355"/>
                <a:gd name="T33" fmla="*/ 521 h 906"/>
                <a:gd name="T34" fmla="*/ 340 w 355"/>
                <a:gd name="T35" fmla="*/ 510 h 906"/>
                <a:gd name="T36" fmla="*/ 318 w 355"/>
                <a:gd name="T37" fmla="*/ 501 h 906"/>
                <a:gd name="T38" fmla="*/ 307 w 355"/>
                <a:gd name="T39" fmla="*/ 454 h 906"/>
                <a:gd name="T40" fmla="*/ 304 w 355"/>
                <a:gd name="T41" fmla="*/ 431 h 906"/>
                <a:gd name="T42" fmla="*/ 291 w 355"/>
                <a:gd name="T43" fmla="*/ 361 h 906"/>
                <a:gd name="T44" fmla="*/ 315 w 355"/>
                <a:gd name="T45" fmla="*/ 335 h 906"/>
                <a:gd name="T46" fmla="*/ 336 w 355"/>
                <a:gd name="T47" fmla="*/ 300 h 906"/>
                <a:gd name="T48" fmla="*/ 313 w 355"/>
                <a:gd name="T49" fmla="*/ 261 h 906"/>
                <a:gd name="T50" fmla="*/ 296 w 355"/>
                <a:gd name="T51" fmla="*/ 220 h 906"/>
                <a:gd name="T52" fmla="*/ 269 w 355"/>
                <a:gd name="T53" fmla="*/ 248 h 906"/>
                <a:gd name="T54" fmla="*/ 284 w 355"/>
                <a:gd name="T55" fmla="*/ 210 h 906"/>
                <a:gd name="T56" fmla="*/ 298 w 355"/>
                <a:gd name="T57" fmla="*/ 150 h 906"/>
                <a:gd name="T58" fmla="*/ 238 w 355"/>
                <a:gd name="T59" fmla="*/ 145 h 906"/>
                <a:gd name="T60" fmla="*/ 196 w 355"/>
                <a:gd name="T61" fmla="*/ 138 h 906"/>
                <a:gd name="T62" fmla="*/ 159 w 355"/>
                <a:gd name="T63" fmla="*/ 172 h 906"/>
                <a:gd name="T64" fmla="*/ 91 w 355"/>
                <a:gd name="T65" fmla="*/ 213 h 906"/>
                <a:gd name="T66" fmla="*/ 63 w 355"/>
                <a:gd name="T67" fmla="*/ 250 h 906"/>
                <a:gd name="T68" fmla="*/ 48 w 355"/>
                <a:gd name="T69" fmla="*/ 330 h 906"/>
                <a:gd name="T70" fmla="*/ 47 w 355"/>
                <a:gd name="T71" fmla="*/ 309 h 906"/>
                <a:gd name="T72" fmla="*/ 22 w 355"/>
                <a:gd name="T73" fmla="*/ 304 h 906"/>
                <a:gd name="T74" fmla="*/ 21 w 355"/>
                <a:gd name="T75" fmla="*/ 348 h 906"/>
                <a:gd name="T76" fmla="*/ 15 w 355"/>
                <a:gd name="T77" fmla="*/ 382 h 906"/>
                <a:gd name="T78" fmla="*/ 33 w 355"/>
                <a:gd name="T79" fmla="*/ 388 h 906"/>
                <a:gd name="T80" fmla="*/ 24 w 355"/>
                <a:gd name="T81" fmla="*/ 426 h 906"/>
                <a:gd name="T82" fmla="*/ 34 w 355"/>
                <a:gd name="T83" fmla="*/ 458 h 906"/>
                <a:gd name="T84" fmla="*/ 35 w 355"/>
                <a:gd name="T85" fmla="*/ 492 h 906"/>
                <a:gd name="T86" fmla="*/ 53 w 355"/>
                <a:gd name="T87" fmla="*/ 520 h 906"/>
                <a:gd name="T88" fmla="*/ 51 w 355"/>
                <a:gd name="T89" fmla="*/ 559 h 906"/>
                <a:gd name="T90" fmla="*/ 41 w 355"/>
                <a:gd name="T91" fmla="*/ 608 h 906"/>
                <a:gd name="T92" fmla="*/ 35 w 355"/>
                <a:gd name="T93" fmla="*/ 660 h 906"/>
                <a:gd name="T94" fmla="*/ 84 w 355"/>
                <a:gd name="T95" fmla="*/ 689 h 906"/>
                <a:gd name="T96" fmla="*/ 99 w 355"/>
                <a:gd name="T97" fmla="*/ 726 h 906"/>
                <a:gd name="T98" fmla="*/ 188 w 355"/>
                <a:gd name="T99" fmla="*/ 63 h 906"/>
                <a:gd name="T100" fmla="*/ 216 w 355"/>
                <a:gd name="T101" fmla="*/ 87 h 906"/>
                <a:gd name="T102" fmla="*/ 138 w 355"/>
                <a:gd name="T103" fmla="*/ 50 h 906"/>
                <a:gd name="T104" fmla="*/ 130 w 355"/>
                <a:gd name="T105" fmla="*/ 16 h 906"/>
                <a:gd name="T106" fmla="*/ 145 w 355"/>
                <a:gd name="T107" fmla="*/ 40 h 906"/>
                <a:gd name="T108" fmla="*/ 178 w 355"/>
                <a:gd name="T109" fmla="*/ 76 h 906"/>
                <a:gd name="T110" fmla="*/ 138 w 355"/>
                <a:gd name="T111" fmla="*/ 50 h 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55" h="906">
                  <a:moveTo>
                    <a:pt x="0" y="326"/>
                  </a:moveTo>
                  <a:cubicBezTo>
                    <a:pt x="0" y="326"/>
                    <a:pt x="0" y="326"/>
                    <a:pt x="0" y="326"/>
                  </a:cubicBezTo>
                  <a:cubicBezTo>
                    <a:pt x="0" y="326"/>
                    <a:pt x="0" y="326"/>
                    <a:pt x="0" y="326"/>
                  </a:cubicBezTo>
                  <a:cubicBezTo>
                    <a:pt x="0" y="326"/>
                    <a:pt x="0" y="326"/>
                    <a:pt x="0" y="326"/>
                  </a:cubicBezTo>
                  <a:close/>
                  <a:moveTo>
                    <a:pt x="93" y="758"/>
                  </a:moveTo>
                  <a:cubicBezTo>
                    <a:pt x="94" y="769"/>
                    <a:pt x="94" y="769"/>
                    <a:pt x="94" y="769"/>
                  </a:cubicBezTo>
                  <a:cubicBezTo>
                    <a:pt x="101" y="775"/>
                    <a:pt x="101" y="775"/>
                    <a:pt x="101" y="775"/>
                  </a:cubicBezTo>
                  <a:cubicBezTo>
                    <a:pt x="105" y="781"/>
                    <a:pt x="105" y="781"/>
                    <a:pt x="105" y="781"/>
                  </a:cubicBezTo>
                  <a:cubicBezTo>
                    <a:pt x="105" y="792"/>
                    <a:pt x="105" y="792"/>
                    <a:pt x="105" y="792"/>
                  </a:cubicBezTo>
                  <a:cubicBezTo>
                    <a:pt x="97" y="799"/>
                    <a:pt x="97" y="799"/>
                    <a:pt x="97" y="799"/>
                  </a:cubicBezTo>
                  <a:cubicBezTo>
                    <a:pt x="105" y="813"/>
                    <a:pt x="105" y="813"/>
                    <a:pt x="105" y="813"/>
                  </a:cubicBezTo>
                  <a:cubicBezTo>
                    <a:pt x="111" y="813"/>
                    <a:pt x="111" y="813"/>
                    <a:pt x="111" y="813"/>
                  </a:cubicBezTo>
                  <a:cubicBezTo>
                    <a:pt x="115" y="810"/>
                    <a:pt x="115" y="810"/>
                    <a:pt x="115" y="810"/>
                  </a:cubicBezTo>
                  <a:cubicBezTo>
                    <a:pt x="128" y="813"/>
                    <a:pt x="128" y="813"/>
                    <a:pt x="128" y="813"/>
                  </a:cubicBezTo>
                  <a:cubicBezTo>
                    <a:pt x="132" y="811"/>
                    <a:pt x="132" y="811"/>
                    <a:pt x="132" y="811"/>
                  </a:cubicBezTo>
                  <a:cubicBezTo>
                    <a:pt x="135" y="816"/>
                    <a:pt x="135" y="816"/>
                    <a:pt x="135" y="816"/>
                  </a:cubicBezTo>
                  <a:cubicBezTo>
                    <a:pt x="132" y="822"/>
                    <a:pt x="132" y="822"/>
                    <a:pt x="132" y="822"/>
                  </a:cubicBezTo>
                  <a:cubicBezTo>
                    <a:pt x="139" y="829"/>
                    <a:pt x="139" y="829"/>
                    <a:pt x="139" y="829"/>
                  </a:cubicBezTo>
                  <a:cubicBezTo>
                    <a:pt x="139" y="838"/>
                    <a:pt x="139" y="838"/>
                    <a:pt x="139" y="838"/>
                  </a:cubicBezTo>
                  <a:cubicBezTo>
                    <a:pt x="148" y="845"/>
                    <a:pt x="148" y="845"/>
                    <a:pt x="148" y="845"/>
                  </a:cubicBezTo>
                  <a:cubicBezTo>
                    <a:pt x="147" y="854"/>
                    <a:pt x="147" y="854"/>
                    <a:pt x="147" y="854"/>
                  </a:cubicBezTo>
                  <a:cubicBezTo>
                    <a:pt x="150" y="860"/>
                    <a:pt x="150" y="860"/>
                    <a:pt x="150" y="860"/>
                  </a:cubicBezTo>
                  <a:cubicBezTo>
                    <a:pt x="141" y="868"/>
                    <a:pt x="141" y="868"/>
                    <a:pt x="141" y="868"/>
                  </a:cubicBezTo>
                  <a:cubicBezTo>
                    <a:pt x="142" y="873"/>
                    <a:pt x="142" y="873"/>
                    <a:pt x="142" y="873"/>
                  </a:cubicBezTo>
                  <a:cubicBezTo>
                    <a:pt x="130" y="884"/>
                    <a:pt x="130" y="884"/>
                    <a:pt x="130" y="884"/>
                  </a:cubicBezTo>
                  <a:cubicBezTo>
                    <a:pt x="125" y="898"/>
                    <a:pt x="125" y="898"/>
                    <a:pt x="125" y="898"/>
                  </a:cubicBezTo>
                  <a:cubicBezTo>
                    <a:pt x="137" y="905"/>
                    <a:pt x="137" y="905"/>
                    <a:pt x="137" y="905"/>
                  </a:cubicBezTo>
                  <a:cubicBezTo>
                    <a:pt x="151" y="906"/>
                    <a:pt x="151" y="906"/>
                    <a:pt x="151" y="906"/>
                  </a:cubicBezTo>
                  <a:cubicBezTo>
                    <a:pt x="164" y="905"/>
                    <a:pt x="164" y="905"/>
                    <a:pt x="164" y="905"/>
                  </a:cubicBezTo>
                  <a:cubicBezTo>
                    <a:pt x="176" y="896"/>
                    <a:pt x="176" y="896"/>
                    <a:pt x="176" y="896"/>
                  </a:cubicBezTo>
                  <a:cubicBezTo>
                    <a:pt x="183" y="896"/>
                    <a:pt x="183" y="896"/>
                    <a:pt x="183" y="896"/>
                  </a:cubicBezTo>
                  <a:cubicBezTo>
                    <a:pt x="183" y="886"/>
                    <a:pt x="183" y="886"/>
                    <a:pt x="183" y="886"/>
                  </a:cubicBezTo>
                  <a:cubicBezTo>
                    <a:pt x="189" y="881"/>
                    <a:pt x="189" y="881"/>
                    <a:pt x="189" y="881"/>
                  </a:cubicBezTo>
                  <a:cubicBezTo>
                    <a:pt x="188" y="875"/>
                    <a:pt x="188" y="875"/>
                    <a:pt x="188" y="875"/>
                  </a:cubicBezTo>
                  <a:cubicBezTo>
                    <a:pt x="196" y="872"/>
                    <a:pt x="196" y="872"/>
                    <a:pt x="196" y="872"/>
                  </a:cubicBezTo>
                  <a:cubicBezTo>
                    <a:pt x="198" y="859"/>
                    <a:pt x="198" y="859"/>
                    <a:pt x="198" y="859"/>
                  </a:cubicBezTo>
                  <a:cubicBezTo>
                    <a:pt x="206" y="857"/>
                    <a:pt x="206" y="857"/>
                    <a:pt x="206" y="857"/>
                  </a:cubicBezTo>
                  <a:cubicBezTo>
                    <a:pt x="212" y="857"/>
                    <a:pt x="212" y="857"/>
                    <a:pt x="212" y="857"/>
                  </a:cubicBezTo>
                  <a:cubicBezTo>
                    <a:pt x="215" y="854"/>
                    <a:pt x="215" y="854"/>
                    <a:pt x="215" y="854"/>
                  </a:cubicBezTo>
                  <a:cubicBezTo>
                    <a:pt x="225" y="852"/>
                    <a:pt x="225" y="852"/>
                    <a:pt x="225" y="852"/>
                  </a:cubicBezTo>
                  <a:cubicBezTo>
                    <a:pt x="231" y="850"/>
                    <a:pt x="231" y="850"/>
                    <a:pt x="231" y="850"/>
                  </a:cubicBezTo>
                  <a:cubicBezTo>
                    <a:pt x="233" y="846"/>
                    <a:pt x="233" y="846"/>
                    <a:pt x="233" y="846"/>
                  </a:cubicBezTo>
                  <a:cubicBezTo>
                    <a:pt x="214" y="836"/>
                    <a:pt x="214" y="836"/>
                    <a:pt x="214" y="836"/>
                  </a:cubicBezTo>
                  <a:cubicBezTo>
                    <a:pt x="212" y="827"/>
                    <a:pt x="212" y="827"/>
                    <a:pt x="212" y="827"/>
                  </a:cubicBezTo>
                  <a:cubicBezTo>
                    <a:pt x="216" y="825"/>
                    <a:pt x="216" y="825"/>
                    <a:pt x="216" y="825"/>
                  </a:cubicBezTo>
                  <a:cubicBezTo>
                    <a:pt x="221" y="822"/>
                    <a:pt x="221" y="822"/>
                    <a:pt x="221" y="822"/>
                  </a:cubicBezTo>
                  <a:cubicBezTo>
                    <a:pt x="228" y="821"/>
                    <a:pt x="228" y="821"/>
                    <a:pt x="228" y="821"/>
                  </a:cubicBezTo>
                  <a:cubicBezTo>
                    <a:pt x="228" y="816"/>
                    <a:pt x="228" y="816"/>
                    <a:pt x="228" y="816"/>
                  </a:cubicBezTo>
                  <a:cubicBezTo>
                    <a:pt x="230" y="812"/>
                    <a:pt x="230" y="812"/>
                    <a:pt x="230" y="812"/>
                  </a:cubicBezTo>
                  <a:cubicBezTo>
                    <a:pt x="228" y="801"/>
                    <a:pt x="228" y="801"/>
                    <a:pt x="228" y="801"/>
                  </a:cubicBezTo>
                  <a:cubicBezTo>
                    <a:pt x="231" y="794"/>
                    <a:pt x="231" y="794"/>
                    <a:pt x="231" y="794"/>
                  </a:cubicBezTo>
                  <a:cubicBezTo>
                    <a:pt x="226" y="786"/>
                    <a:pt x="226" y="786"/>
                    <a:pt x="226" y="786"/>
                  </a:cubicBezTo>
                  <a:cubicBezTo>
                    <a:pt x="228" y="776"/>
                    <a:pt x="228" y="776"/>
                    <a:pt x="228" y="776"/>
                  </a:cubicBezTo>
                  <a:cubicBezTo>
                    <a:pt x="233" y="775"/>
                    <a:pt x="233" y="775"/>
                    <a:pt x="233" y="775"/>
                  </a:cubicBezTo>
                  <a:cubicBezTo>
                    <a:pt x="238" y="771"/>
                    <a:pt x="238" y="771"/>
                    <a:pt x="238" y="771"/>
                  </a:cubicBezTo>
                  <a:cubicBezTo>
                    <a:pt x="244" y="765"/>
                    <a:pt x="244" y="765"/>
                    <a:pt x="244" y="765"/>
                  </a:cubicBezTo>
                  <a:cubicBezTo>
                    <a:pt x="242" y="755"/>
                    <a:pt x="242" y="755"/>
                    <a:pt x="242" y="755"/>
                  </a:cubicBezTo>
                  <a:cubicBezTo>
                    <a:pt x="236" y="747"/>
                    <a:pt x="236" y="747"/>
                    <a:pt x="236" y="747"/>
                  </a:cubicBezTo>
                  <a:cubicBezTo>
                    <a:pt x="235" y="740"/>
                    <a:pt x="235" y="740"/>
                    <a:pt x="235" y="740"/>
                  </a:cubicBezTo>
                  <a:cubicBezTo>
                    <a:pt x="240" y="736"/>
                    <a:pt x="240" y="736"/>
                    <a:pt x="240" y="736"/>
                  </a:cubicBezTo>
                  <a:cubicBezTo>
                    <a:pt x="241" y="726"/>
                    <a:pt x="241" y="726"/>
                    <a:pt x="241" y="726"/>
                  </a:cubicBezTo>
                  <a:cubicBezTo>
                    <a:pt x="248" y="725"/>
                    <a:pt x="248" y="725"/>
                    <a:pt x="248" y="725"/>
                  </a:cubicBezTo>
                  <a:cubicBezTo>
                    <a:pt x="259" y="724"/>
                    <a:pt x="259" y="724"/>
                    <a:pt x="259" y="724"/>
                  </a:cubicBezTo>
                  <a:cubicBezTo>
                    <a:pt x="265" y="716"/>
                    <a:pt x="265" y="716"/>
                    <a:pt x="265" y="716"/>
                  </a:cubicBezTo>
                  <a:cubicBezTo>
                    <a:pt x="268" y="713"/>
                    <a:pt x="268" y="713"/>
                    <a:pt x="268" y="713"/>
                  </a:cubicBezTo>
                  <a:cubicBezTo>
                    <a:pt x="273" y="717"/>
                    <a:pt x="273" y="717"/>
                    <a:pt x="273" y="717"/>
                  </a:cubicBezTo>
                  <a:cubicBezTo>
                    <a:pt x="279" y="727"/>
                    <a:pt x="279" y="727"/>
                    <a:pt x="279" y="727"/>
                  </a:cubicBezTo>
                  <a:cubicBezTo>
                    <a:pt x="286" y="731"/>
                    <a:pt x="286" y="731"/>
                    <a:pt x="286" y="731"/>
                  </a:cubicBezTo>
                  <a:cubicBezTo>
                    <a:pt x="288" y="726"/>
                    <a:pt x="288" y="726"/>
                    <a:pt x="288" y="726"/>
                  </a:cubicBezTo>
                  <a:cubicBezTo>
                    <a:pt x="285" y="720"/>
                    <a:pt x="285" y="720"/>
                    <a:pt x="285" y="720"/>
                  </a:cubicBezTo>
                  <a:cubicBezTo>
                    <a:pt x="289" y="706"/>
                    <a:pt x="289" y="706"/>
                    <a:pt x="289" y="706"/>
                  </a:cubicBezTo>
                  <a:cubicBezTo>
                    <a:pt x="305" y="687"/>
                    <a:pt x="305" y="687"/>
                    <a:pt x="305" y="687"/>
                  </a:cubicBezTo>
                  <a:cubicBezTo>
                    <a:pt x="303" y="678"/>
                    <a:pt x="303" y="678"/>
                    <a:pt x="303" y="678"/>
                  </a:cubicBezTo>
                  <a:cubicBezTo>
                    <a:pt x="307" y="673"/>
                    <a:pt x="307" y="673"/>
                    <a:pt x="307" y="673"/>
                  </a:cubicBezTo>
                  <a:cubicBezTo>
                    <a:pt x="313" y="671"/>
                    <a:pt x="313" y="671"/>
                    <a:pt x="313" y="671"/>
                  </a:cubicBezTo>
                  <a:cubicBezTo>
                    <a:pt x="318" y="677"/>
                    <a:pt x="318" y="677"/>
                    <a:pt x="318" y="677"/>
                  </a:cubicBezTo>
                  <a:cubicBezTo>
                    <a:pt x="325" y="678"/>
                    <a:pt x="325" y="678"/>
                    <a:pt x="325" y="678"/>
                  </a:cubicBezTo>
                  <a:cubicBezTo>
                    <a:pt x="329" y="681"/>
                    <a:pt x="329" y="681"/>
                    <a:pt x="329" y="681"/>
                  </a:cubicBezTo>
                  <a:cubicBezTo>
                    <a:pt x="337" y="682"/>
                    <a:pt x="337" y="682"/>
                    <a:pt x="337" y="682"/>
                  </a:cubicBezTo>
                  <a:cubicBezTo>
                    <a:pt x="341" y="676"/>
                    <a:pt x="341" y="676"/>
                    <a:pt x="341" y="676"/>
                  </a:cubicBezTo>
                  <a:cubicBezTo>
                    <a:pt x="347" y="670"/>
                    <a:pt x="347" y="670"/>
                    <a:pt x="347" y="670"/>
                  </a:cubicBezTo>
                  <a:cubicBezTo>
                    <a:pt x="344" y="657"/>
                    <a:pt x="344" y="657"/>
                    <a:pt x="344" y="657"/>
                  </a:cubicBezTo>
                  <a:cubicBezTo>
                    <a:pt x="338" y="656"/>
                    <a:pt x="338" y="656"/>
                    <a:pt x="338" y="656"/>
                  </a:cubicBezTo>
                  <a:cubicBezTo>
                    <a:pt x="338" y="649"/>
                    <a:pt x="338" y="649"/>
                    <a:pt x="338" y="649"/>
                  </a:cubicBezTo>
                  <a:cubicBezTo>
                    <a:pt x="343" y="647"/>
                    <a:pt x="343" y="647"/>
                    <a:pt x="343" y="647"/>
                  </a:cubicBezTo>
                  <a:cubicBezTo>
                    <a:pt x="339" y="634"/>
                    <a:pt x="339" y="634"/>
                    <a:pt x="339" y="634"/>
                  </a:cubicBezTo>
                  <a:cubicBezTo>
                    <a:pt x="333" y="635"/>
                    <a:pt x="333" y="635"/>
                    <a:pt x="333" y="635"/>
                  </a:cubicBezTo>
                  <a:cubicBezTo>
                    <a:pt x="323" y="628"/>
                    <a:pt x="323" y="628"/>
                    <a:pt x="323" y="628"/>
                  </a:cubicBezTo>
                  <a:cubicBezTo>
                    <a:pt x="325" y="619"/>
                    <a:pt x="325" y="619"/>
                    <a:pt x="325" y="619"/>
                  </a:cubicBezTo>
                  <a:cubicBezTo>
                    <a:pt x="324" y="606"/>
                    <a:pt x="324" y="606"/>
                    <a:pt x="324" y="606"/>
                  </a:cubicBezTo>
                  <a:cubicBezTo>
                    <a:pt x="333" y="599"/>
                    <a:pt x="333" y="599"/>
                    <a:pt x="333" y="599"/>
                  </a:cubicBezTo>
                  <a:cubicBezTo>
                    <a:pt x="337" y="594"/>
                    <a:pt x="337" y="594"/>
                    <a:pt x="337" y="594"/>
                  </a:cubicBezTo>
                  <a:cubicBezTo>
                    <a:pt x="337" y="584"/>
                    <a:pt x="337" y="584"/>
                    <a:pt x="337" y="584"/>
                  </a:cubicBezTo>
                  <a:cubicBezTo>
                    <a:pt x="343" y="578"/>
                    <a:pt x="343" y="578"/>
                    <a:pt x="343" y="578"/>
                  </a:cubicBezTo>
                  <a:cubicBezTo>
                    <a:pt x="340" y="572"/>
                    <a:pt x="340" y="572"/>
                    <a:pt x="340" y="572"/>
                  </a:cubicBezTo>
                  <a:cubicBezTo>
                    <a:pt x="342" y="567"/>
                    <a:pt x="342" y="567"/>
                    <a:pt x="342" y="567"/>
                  </a:cubicBezTo>
                  <a:cubicBezTo>
                    <a:pt x="333" y="557"/>
                    <a:pt x="333" y="557"/>
                    <a:pt x="333" y="557"/>
                  </a:cubicBezTo>
                  <a:cubicBezTo>
                    <a:pt x="333" y="550"/>
                    <a:pt x="333" y="550"/>
                    <a:pt x="333" y="550"/>
                  </a:cubicBezTo>
                  <a:cubicBezTo>
                    <a:pt x="334" y="543"/>
                    <a:pt x="334" y="543"/>
                    <a:pt x="334" y="543"/>
                  </a:cubicBezTo>
                  <a:cubicBezTo>
                    <a:pt x="331" y="536"/>
                    <a:pt x="331" y="536"/>
                    <a:pt x="331" y="536"/>
                  </a:cubicBezTo>
                  <a:cubicBezTo>
                    <a:pt x="332" y="528"/>
                    <a:pt x="332" y="528"/>
                    <a:pt x="332" y="528"/>
                  </a:cubicBezTo>
                  <a:cubicBezTo>
                    <a:pt x="342" y="521"/>
                    <a:pt x="342" y="521"/>
                    <a:pt x="342" y="521"/>
                  </a:cubicBezTo>
                  <a:cubicBezTo>
                    <a:pt x="348" y="520"/>
                    <a:pt x="348" y="520"/>
                    <a:pt x="348" y="520"/>
                  </a:cubicBezTo>
                  <a:cubicBezTo>
                    <a:pt x="355" y="515"/>
                    <a:pt x="355" y="515"/>
                    <a:pt x="355" y="515"/>
                  </a:cubicBezTo>
                  <a:cubicBezTo>
                    <a:pt x="354" y="509"/>
                    <a:pt x="354" y="509"/>
                    <a:pt x="354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46" y="512"/>
                    <a:pt x="346" y="512"/>
                    <a:pt x="346" y="512"/>
                  </a:cubicBezTo>
                  <a:cubicBezTo>
                    <a:pt x="340" y="510"/>
                    <a:pt x="340" y="510"/>
                    <a:pt x="340" y="510"/>
                  </a:cubicBezTo>
                  <a:cubicBezTo>
                    <a:pt x="335" y="513"/>
                    <a:pt x="335" y="513"/>
                    <a:pt x="335" y="513"/>
                  </a:cubicBezTo>
                  <a:cubicBezTo>
                    <a:pt x="331" y="510"/>
                    <a:pt x="331" y="510"/>
                    <a:pt x="331" y="510"/>
                  </a:cubicBezTo>
                  <a:cubicBezTo>
                    <a:pt x="324" y="513"/>
                    <a:pt x="324" y="513"/>
                    <a:pt x="324" y="513"/>
                  </a:cubicBezTo>
                  <a:cubicBezTo>
                    <a:pt x="317" y="512"/>
                    <a:pt x="317" y="512"/>
                    <a:pt x="317" y="512"/>
                  </a:cubicBezTo>
                  <a:cubicBezTo>
                    <a:pt x="317" y="503"/>
                    <a:pt x="317" y="503"/>
                    <a:pt x="317" y="503"/>
                  </a:cubicBezTo>
                  <a:cubicBezTo>
                    <a:pt x="318" y="501"/>
                    <a:pt x="318" y="501"/>
                    <a:pt x="318" y="501"/>
                  </a:cubicBezTo>
                  <a:cubicBezTo>
                    <a:pt x="318" y="494"/>
                    <a:pt x="318" y="494"/>
                    <a:pt x="318" y="494"/>
                  </a:cubicBezTo>
                  <a:cubicBezTo>
                    <a:pt x="322" y="480"/>
                    <a:pt x="322" y="480"/>
                    <a:pt x="322" y="480"/>
                  </a:cubicBezTo>
                  <a:cubicBezTo>
                    <a:pt x="315" y="472"/>
                    <a:pt x="315" y="472"/>
                    <a:pt x="315" y="472"/>
                  </a:cubicBezTo>
                  <a:cubicBezTo>
                    <a:pt x="314" y="463"/>
                    <a:pt x="314" y="463"/>
                    <a:pt x="314" y="463"/>
                  </a:cubicBezTo>
                  <a:cubicBezTo>
                    <a:pt x="308" y="459"/>
                    <a:pt x="308" y="459"/>
                    <a:pt x="308" y="459"/>
                  </a:cubicBezTo>
                  <a:cubicBezTo>
                    <a:pt x="307" y="454"/>
                    <a:pt x="307" y="454"/>
                    <a:pt x="307" y="454"/>
                  </a:cubicBezTo>
                  <a:cubicBezTo>
                    <a:pt x="310" y="451"/>
                    <a:pt x="310" y="451"/>
                    <a:pt x="310" y="451"/>
                  </a:cubicBezTo>
                  <a:cubicBezTo>
                    <a:pt x="307" y="447"/>
                    <a:pt x="307" y="447"/>
                    <a:pt x="307" y="447"/>
                  </a:cubicBezTo>
                  <a:cubicBezTo>
                    <a:pt x="307" y="442"/>
                    <a:pt x="307" y="442"/>
                    <a:pt x="307" y="442"/>
                  </a:cubicBezTo>
                  <a:cubicBezTo>
                    <a:pt x="298" y="442"/>
                    <a:pt x="298" y="442"/>
                    <a:pt x="298" y="442"/>
                  </a:cubicBezTo>
                  <a:cubicBezTo>
                    <a:pt x="297" y="438"/>
                    <a:pt x="297" y="438"/>
                    <a:pt x="297" y="438"/>
                  </a:cubicBezTo>
                  <a:cubicBezTo>
                    <a:pt x="304" y="431"/>
                    <a:pt x="304" y="431"/>
                    <a:pt x="304" y="431"/>
                  </a:cubicBezTo>
                  <a:cubicBezTo>
                    <a:pt x="309" y="429"/>
                    <a:pt x="309" y="429"/>
                    <a:pt x="309" y="429"/>
                  </a:cubicBezTo>
                  <a:cubicBezTo>
                    <a:pt x="305" y="400"/>
                    <a:pt x="305" y="400"/>
                    <a:pt x="305" y="400"/>
                  </a:cubicBezTo>
                  <a:cubicBezTo>
                    <a:pt x="301" y="390"/>
                    <a:pt x="301" y="390"/>
                    <a:pt x="301" y="390"/>
                  </a:cubicBezTo>
                  <a:cubicBezTo>
                    <a:pt x="299" y="379"/>
                    <a:pt x="299" y="379"/>
                    <a:pt x="299" y="379"/>
                  </a:cubicBezTo>
                  <a:cubicBezTo>
                    <a:pt x="290" y="367"/>
                    <a:pt x="290" y="367"/>
                    <a:pt x="290" y="367"/>
                  </a:cubicBezTo>
                  <a:cubicBezTo>
                    <a:pt x="291" y="361"/>
                    <a:pt x="291" y="361"/>
                    <a:pt x="291" y="361"/>
                  </a:cubicBezTo>
                  <a:cubicBezTo>
                    <a:pt x="295" y="360"/>
                    <a:pt x="295" y="360"/>
                    <a:pt x="295" y="360"/>
                  </a:cubicBezTo>
                  <a:cubicBezTo>
                    <a:pt x="304" y="347"/>
                    <a:pt x="304" y="347"/>
                    <a:pt x="304" y="347"/>
                  </a:cubicBezTo>
                  <a:cubicBezTo>
                    <a:pt x="311" y="349"/>
                    <a:pt x="311" y="349"/>
                    <a:pt x="311" y="349"/>
                  </a:cubicBezTo>
                  <a:cubicBezTo>
                    <a:pt x="316" y="349"/>
                    <a:pt x="316" y="349"/>
                    <a:pt x="316" y="349"/>
                  </a:cubicBezTo>
                  <a:cubicBezTo>
                    <a:pt x="319" y="340"/>
                    <a:pt x="319" y="340"/>
                    <a:pt x="319" y="340"/>
                  </a:cubicBezTo>
                  <a:cubicBezTo>
                    <a:pt x="315" y="335"/>
                    <a:pt x="315" y="335"/>
                    <a:pt x="315" y="335"/>
                  </a:cubicBezTo>
                  <a:cubicBezTo>
                    <a:pt x="317" y="327"/>
                    <a:pt x="317" y="327"/>
                    <a:pt x="317" y="327"/>
                  </a:cubicBezTo>
                  <a:cubicBezTo>
                    <a:pt x="321" y="327"/>
                    <a:pt x="321" y="327"/>
                    <a:pt x="321" y="327"/>
                  </a:cubicBezTo>
                  <a:cubicBezTo>
                    <a:pt x="321" y="316"/>
                    <a:pt x="321" y="316"/>
                    <a:pt x="321" y="316"/>
                  </a:cubicBezTo>
                  <a:cubicBezTo>
                    <a:pt x="332" y="305"/>
                    <a:pt x="332" y="305"/>
                    <a:pt x="332" y="305"/>
                  </a:cubicBezTo>
                  <a:cubicBezTo>
                    <a:pt x="333" y="300"/>
                    <a:pt x="333" y="300"/>
                    <a:pt x="333" y="300"/>
                  </a:cubicBezTo>
                  <a:cubicBezTo>
                    <a:pt x="336" y="300"/>
                    <a:pt x="336" y="300"/>
                    <a:pt x="336" y="300"/>
                  </a:cubicBezTo>
                  <a:cubicBezTo>
                    <a:pt x="337" y="291"/>
                    <a:pt x="337" y="291"/>
                    <a:pt x="337" y="291"/>
                  </a:cubicBezTo>
                  <a:cubicBezTo>
                    <a:pt x="330" y="293"/>
                    <a:pt x="330" y="293"/>
                    <a:pt x="330" y="293"/>
                  </a:cubicBezTo>
                  <a:cubicBezTo>
                    <a:pt x="327" y="285"/>
                    <a:pt x="327" y="285"/>
                    <a:pt x="327" y="285"/>
                  </a:cubicBezTo>
                  <a:cubicBezTo>
                    <a:pt x="325" y="275"/>
                    <a:pt x="325" y="275"/>
                    <a:pt x="325" y="275"/>
                  </a:cubicBezTo>
                  <a:cubicBezTo>
                    <a:pt x="314" y="265"/>
                    <a:pt x="314" y="265"/>
                    <a:pt x="314" y="265"/>
                  </a:cubicBezTo>
                  <a:cubicBezTo>
                    <a:pt x="313" y="261"/>
                    <a:pt x="313" y="261"/>
                    <a:pt x="313" y="261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3" y="254"/>
                    <a:pt x="303" y="254"/>
                    <a:pt x="303" y="254"/>
                  </a:cubicBezTo>
                  <a:cubicBezTo>
                    <a:pt x="304" y="245"/>
                    <a:pt x="304" y="245"/>
                    <a:pt x="304" y="245"/>
                  </a:cubicBezTo>
                  <a:cubicBezTo>
                    <a:pt x="297" y="236"/>
                    <a:pt x="297" y="236"/>
                    <a:pt x="297" y="236"/>
                  </a:cubicBezTo>
                  <a:cubicBezTo>
                    <a:pt x="301" y="229"/>
                    <a:pt x="301" y="229"/>
                    <a:pt x="301" y="229"/>
                  </a:cubicBezTo>
                  <a:cubicBezTo>
                    <a:pt x="296" y="220"/>
                    <a:pt x="296" y="220"/>
                    <a:pt x="296" y="220"/>
                  </a:cubicBezTo>
                  <a:cubicBezTo>
                    <a:pt x="294" y="216"/>
                    <a:pt x="294" y="216"/>
                    <a:pt x="294" y="216"/>
                  </a:cubicBezTo>
                  <a:cubicBezTo>
                    <a:pt x="291" y="218"/>
                    <a:pt x="287" y="217"/>
                    <a:pt x="286" y="219"/>
                  </a:cubicBezTo>
                  <a:cubicBezTo>
                    <a:pt x="285" y="221"/>
                    <a:pt x="285" y="227"/>
                    <a:pt x="288" y="228"/>
                  </a:cubicBezTo>
                  <a:cubicBezTo>
                    <a:pt x="290" y="228"/>
                    <a:pt x="296" y="226"/>
                    <a:pt x="293" y="230"/>
                  </a:cubicBezTo>
                  <a:cubicBezTo>
                    <a:pt x="290" y="233"/>
                    <a:pt x="282" y="240"/>
                    <a:pt x="279" y="241"/>
                  </a:cubicBezTo>
                  <a:cubicBezTo>
                    <a:pt x="276" y="243"/>
                    <a:pt x="273" y="245"/>
                    <a:pt x="269" y="248"/>
                  </a:cubicBezTo>
                  <a:cubicBezTo>
                    <a:pt x="266" y="250"/>
                    <a:pt x="259" y="253"/>
                    <a:pt x="260" y="251"/>
                  </a:cubicBezTo>
                  <a:cubicBezTo>
                    <a:pt x="262" y="249"/>
                    <a:pt x="263" y="248"/>
                    <a:pt x="264" y="245"/>
                  </a:cubicBezTo>
                  <a:cubicBezTo>
                    <a:pt x="265" y="243"/>
                    <a:pt x="267" y="241"/>
                    <a:pt x="269" y="238"/>
                  </a:cubicBezTo>
                  <a:cubicBezTo>
                    <a:pt x="271" y="235"/>
                    <a:pt x="273" y="232"/>
                    <a:pt x="276" y="229"/>
                  </a:cubicBezTo>
                  <a:cubicBezTo>
                    <a:pt x="278" y="226"/>
                    <a:pt x="279" y="223"/>
                    <a:pt x="280" y="221"/>
                  </a:cubicBezTo>
                  <a:cubicBezTo>
                    <a:pt x="281" y="219"/>
                    <a:pt x="283" y="215"/>
                    <a:pt x="284" y="210"/>
                  </a:cubicBezTo>
                  <a:cubicBezTo>
                    <a:pt x="286" y="205"/>
                    <a:pt x="285" y="204"/>
                    <a:pt x="289" y="198"/>
                  </a:cubicBezTo>
                  <a:cubicBezTo>
                    <a:pt x="292" y="193"/>
                    <a:pt x="294" y="195"/>
                    <a:pt x="295" y="191"/>
                  </a:cubicBezTo>
                  <a:cubicBezTo>
                    <a:pt x="297" y="187"/>
                    <a:pt x="296" y="185"/>
                    <a:pt x="300" y="182"/>
                  </a:cubicBezTo>
                  <a:cubicBezTo>
                    <a:pt x="303" y="179"/>
                    <a:pt x="304" y="175"/>
                    <a:pt x="304" y="167"/>
                  </a:cubicBezTo>
                  <a:cubicBezTo>
                    <a:pt x="303" y="159"/>
                    <a:pt x="301" y="162"/>
                    <a:pt x="301" y="158"/>
                  </a:cubicBezTo>
                  <a:cubicBezTo>
                    <a:pt x="300" y="154"/>
                    <a:pt x="299" y="152"/>
                    <a:pt x="298" y="150"/>
                  </a:cubicBezTo>
                  <a:cubicBezTo>
                    <a:pt x="297" y="148"/>
                    <a:pt x="292" y="143"/>
                    <a:pt x="290" y="142"/>
                  </a:cubicBezTo>
                  <a:cubicBezTo>
                    <a:pt x="287" y="142"/>
                    <a:pt x="283" y="140"/>
                    <a:pt x="278" y="135"/>
                  </a:cubicBezTo>
                  <a:cubicBezTo>
                    <a:pt x="273" y="130"/>
                    <a:pt x="271" y="129"/>
                    <a:pt x="268" y="132"/>
                  </a:cubicBezTo>
                  <a:cubicBezTo>
                    <a:pt x="265" y="135"/>
                    <a:pt x="258" y="134"/>
                    <a:pt x="252" y="136"/>
                  </a:cubicBezTo>
                  <a:cubicBezTo>
                    <a:pt x="247" y="137"/>
                    <a:pt x="250" y="140"/>
                    <a:pt x="246" y="145"/>
                  </a:cubicBezTo>
                  <a:cubicBezTo>
                    <a:pt x="242" y="149"/>
                    <a:pt x="236" y="147"/>
                    <a:pt x="238" y="145"/>
                  </a:cubicBezTo>
                  <a:cubicBezTo>
                    <a:pt x="240" y="142"/>
                    <a:pt x="243" y="131"/>
                    <a:pt x="241" y="131"/>
                  </a:cubicBezTo>
                  <a:cubicBezTo>
                    <a:pt x="240" y="130"/>
                    <a:pt x="232" y="129"/>
                    <a:pt x="229" y="130"/>
                  </a:cubicBezTo>
                  <a:cubicBezTo>
                    <a:pt x="227" y="131"/>
                    <a:pt x="219" y="131"/>
                    <a:pt x="224" y="126"/>
                  </a:cubicBezTo>
                  <a:cubicBezTo>
                    <a:pt x="230" y="121"/>
                    <a:pt x="230" y="120"/>
                    <a:pt x="224" y="117"/>
                  </a:cubicBezTo>
                  <a:cubicBezTo>
                    <a:pt x="219" y="113"/>
                    <a:pt x="213" y="113"/>
                    <a:pt x="207" y="118"/>
                  </a:cubicBezTo>
                  <a:cubicBezTo>
                    <a:pt x="201" y="122"/>
                    <a:pt x="201" y="129"/>
                    <a:pt x="196" y="138"/>
                  </a:cubicBezTo>
                  <a:cubicBezTo>
                    <a:pt x="192" y="147"/>
                    <a:pt x="194" y="147"/>
                    <a:pt x="196" y="151"/>
                  </a:cubicBezTo>
                  <a:cubicBezTo>
                    <a:pt x="199" y="155"/>
                    <a:pt x="193" y="156"/>
                    <a:pt x="190" y="157"/>
                  </a:cubicBezTo>
                  <a:cubicBezTo>
                    <a:pt x="187" y="157"/>
                    <a:pt x="183" y="158"/>
                    <a:pt x="183" y="162"/>
                  </a:cubicBezTo>
                  <a:cubicBezTo>
                    <a:pt x="184" y="166"/>
                    <a:pt x="183" y="167"/>
                    <a:pt x="180" y="168"/>
                  </a:cubicBezTo>
                  <a:cubicBezTo>
                    <a:pt x="177" y="169"/>
                    <a:pt x="174" y="174"/>
                    <a:pt x="170" y="177"/>
                  </a:cubicBezTo>
                  <a:cubicBezTo>
                    <a:pt x="167" y="180"/>
                    <a:pt x="161" y="176"/>
                    <a:pt x="159" y="172"/>
                  </a:cubicBezTo>
                  <a:cubicBezTo>
                    <a:pt x="156" y="168"/>
                    <a:pt x="141" y="173"/>
                    <a:pt x="136" y="176"/>
                  </a:cubicBezTo>
                  <a:cubicBezTo>
                    <a:pt x="132" y="180"/>
                    <a:pt x="139" y="184"/>
                    <a:pt x="135" y="185"/>
                  </a:cubicBezTo>
                  <a:cubicBezTo>
                    <a:pt x="131" y="186"/>
                    <a:pt x="123" y="191"/>
                    <a:pt x="118" y="191"/>
                  </a:cubicBezTo>
                  <a:cubicBezTo>
                    <a:pt x="113" y="190"/>
                    <a:pt x="107" y="197"/>
                    <a:pt x="103" y="202"/>
                  </a:cubicBezTo>
                  <a:cubicBezTo>
                    <a:pt x="99" y="207"/>
                    <a:pt x="97" y="203"/>
                    <a:pt x="92" y="203"/>
                  </a:cubicBezTo>
                  <a:cubicBezTo>
                    <a:pt x="86" y="203"/>
                    <a:pt x="91" y="209"/>
                    <a:pt x="91" y="213"/>
                  </a:cubicBezTo>
                  <a:cubicBezTo>
                    <a:pt x="92" y="217"/>
                    <a:pt x="85" y="218"/>
                    <a:pt x="83" y="216"/>
                  </a:cubicBezTo>
                  <a:cubicBezTo>
                    <a:pt x="81" y="214"/>
                    <a:pt x="77" y="219"/>
                    <a:pt x="80" y="222"/>
                  </a:cubicBezTo>
                  <a:cubicBezTo>
                    <a:pt x="84" y="225"/>
                    <a:pt x="85" y="228"/>
                    <a:pt x="81" y="228"/>
                  </a:cubicBezTo>
                  <a:cubicBezTo>
                    <a:pt x="77" y="228"/>
                    <a:pt x="83" y="235"/>
                    <a:pt x="85" y="236"/>
                  </a:cubicBezTo>
                  <a:cubicBezTo>
                    <a:pt x="87" y="236"/>
                    <a:pt x="96" y="244"/>
                    <a:pt x="84" y="245"/>
                  </a:cubicBezTo>
                  <a:cubicBezTo>
                    <a:pt x="71" y="247"/>
                    <a:pt x="68" y="249"/>
                    <a:pt x="63" y="250"/>
                  </a:cubicBezTo>
                  <a:cubicBezTo>
                    <a:pt x="58" y="250"/>
                    <a:pt x="47" y="249"/>
                    <a:pt x="37" y="249"/>
                  </a:cubicBezTo>
                  <a:cubicBezTo>
                    <a:pt x="27" y="248"/>
                    <a:pt x="25" y="257"/>
                    <a:pt x="29" y="265"/>
                  </a:cubicBezTo>
                  <a:cubicBezTo>
                    <a:pt x="34" y="272"/>
                    <a:pt x="27" y="275"/>
                    <a:pt x="29" y="282"/>
                  </a:cubicBezTo>
                  <a:cubicBezTo>
                    <a:pt x="31" y="288"/>
                    <a:pt x="39" y="292"/>
                    <a:pt x="43" y="297"/>
                  </a:cubicBezTo>
                  <a:cubicBezTo>
                    <a:pt x="47" y="301"/>
                    <a:pt x="56" y="311"/>
                    <a:pt x="52" y="316"/>
                  </a:cubicBezTo>
                  <a:cubicBezTo>
                    <a:pt x="49" y="321"/>
                    <a:pt x="47" y="325"/>
                    <a:pt x="48" y="330"/>
                  </a:cubicBezTo>
                  <a:cubicBezTo>
                    <a:pt x="48" y="335"/>
                    <a:pt x="51" y="347"/>
                    <a:pt x="48" y="348"/>
                  </a:cubicBezTo>
                  <a:cubicBezTo>
                    <a:pt x="46" y="350"/>
                    <a:pt x="44" y="361"/>
                    <a:pt x="42" y="357"/>
                  </a:cubicBezTo>
                  <a:cubicBezTo>
                    <a:pt x="40" y="353"/>
                    <a:pt x="43" y="348"/>
                    <a:pt x="44" y="339"/>
                  </a:cubicBezTo>
                  <a:cubicBezTo>
                    <a:pt x="46" y="330"/>
                    <a:pt x="42" y="335"/>
                    <a:pt x="40" y="332"/>
                  </a:cubicBezTo>
                  <a:cubicBezTo>
                    <a:pt x="39" y="330"/>
                    <a:pt x="40" y="327"/>
                    <a:pt x="45" y="320"/>
                  </a:cubicBezTo>
                  <a:cubicBezTo>
                    <a:pt x="49" y="313"/>
                    <a:pt x="49" y="312"/>
                    <a:pt x="47" y="309"/>
                  </a:cubicBezTo>
                  <a:cubicBezTo>
                    <a:pt x="44" y="305"/>
                    <a:pt x="35" y="309"/>
                    <a:pt x="32" y="306"/>
                  </a:cubicBezTo>
                  <a:cubicBezTo>
                    <a:pt x="28" y="303"/>
                    <a:pt x="24" y="296"/>
                    <a:pt x="21" y="289"/>
                  </a:cubicBezTo>
                  <a:cubicBezTo>
                    <a:pt x="19" y="285"/>
                    <a:pt x="12" y="284"/>
                    <a:pt x="6" y="285"/>
                  </a:cubicBezTo>
                  <a:cubicBezTo>
                    <a:pt x="5" y="293"/>
                    <a:pt x="5" y="293"/>
                    <a:pt x="5" y="293"/>
                  </a:cubicBezTo>
                  <a:cubicBezTo>
                    <a:pt x="15" y="298"/>
                    <a:pt x="15" y="298"/>
                    <a:pt x="15" y="298"/>
                  </a:cubicBezTo>
                  <a:cubicBezTo>
                    <a:pt x="22" y="304"/>
                    <a:pt x="22" y="304"/>
                    <a:pt x="22" y="304"/>
                  </a:cubicBezTo>
                  <a:cubicBezTo>
                    <a:pt x="19" y="312"/>
                    <a:pt x="19" y="312"/>
                    <a:pt x="19" y="312"/>
                  </a:cubicBezTo>
                  <a:cubicBezTo>
                    <a:pt x="15" y="311"/>
                    <a:pt x="15" y="311"/>
                    <a:pt x="15" y="311"/>
                  </a:cubicBezTo>
                  <a:cubicBezTo>
                    <a:pt x="9" y="319"/>
                    <a:pt x="9" y="319"/>
                    <a:pt x="9" y="319"/>
                  </a:cubicBezTo>
                  <a:cubicBezTo>
                    <a:pt x="13" y="324"/>
                    <a:pt x="13" y="324"/>
                    <a:pt x="13" y="324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21" y="348"/>
                    <a:pt x="21" y="348"/>
                    <a:pt x="21" y="348"/>
                  </a:cubicBezTo>
                  <a:cubicBezTo>
                    <a:pt x="14" y="349"/>
                    <a:pt x="14" y="349"/>
                    <a:pt x="14" y="349"/>
                  </a:cubicBezTo>
                  <a:cubicBezTo>
                    <a:pt x="0" y="364"/>
                    <a:pt x="0" y="364"/>
                    <a:pt x="0" y="364"/>
                  </a:cubicBezTo>
                  <a:cubicBezTo>
                    <a:pt x="0" y="369"/>
                    <a:pt x="0" y="369"/>
                    <a:pt x="0" y="369"/>
                  </a:cubicBezTo>
                  <a:cubicBezTo>
                    <a:pt x="8" y="380"/>
                    <a:pt x="8" y="380"/>
                    <a:pt x="8" y="380"/>
                  </a:cubicBezTo>
                  <a:cubicBezTo>
                    <a:pt x="14" y="380"/>
                    <a:pt x="14" y="380"/>
                    <a:pt x="14" y="380"/>
                  </a:cubicBezTo>
                  <a:cubicBezTo>
                    <a:pt x="15" y="382"/>
                    <a:pt x="15" y="382"/>
                    <a:pt x="15" y="382"/>
                  </a:cubicBezTo>
                  <a:cubicBezTo>
                    <a:pt x="18" y="387"/>
                    <a:pt x="18" y="387"/>
                    <a:pt x="18" y="387"/>
                  </a:cubicBezTo>
                  <a:cubicBezTo>
                    <a:pt x="21" y="383"/>
                    <a:pt x="21" y="383"/>
                    <a:pt x="21" y="383"/>
                  </a:cubicBezTo>
                  <a:cubicBezTo>
                    <a:pt x="26" y="384"/>
                    <a:pt x="26" y="384"/>
                    <a:pt x="26" y="384"/>
                  </a:cubicBezTo>
                  <a:cubicBezTo>
                    <a:pt x="31" y="381"/>
                    <a:pt x="31" y="381"/>
                    <a:pt x="31" y="381"/>
                  </a:cubicBezTo>
                  <a:cubicBezTo>
                    <a:pt x="31" y="381"/>
                    <a:pt x="31" y="386"/>
                    <a:pt x="31" y="387"/>
                  </a:cubicBezTo>
                  <a:cubicBezTo>
                    <a:pt x="31" y="388"/>
                    <a:pt x="33" y="388"/>
                    <a:pt x="33" y="388"/>
                  </a:cubicBezTo>
                  <a:cubicBezTo>
                    <a:pt x="34" y="393"/>
                    <a:pt x="34" y="393"/>
                    <a:pt x="34" y="393"/>
                  </a:cubicBezTo>
                  <a:cubicBezTo>
                    <a:pt x="37" y="403"/>
                    <a:pt x="37" y="403"/>
                    <a:pt x="37" y="403"/>
                  </a:cubicBezTo>
                  <a:cubicBezTo>
                    <a:pt x="33" y="407"/>
                    <a:pt x="33" y="407"/>
                    <a:pt x="33" y="407"/>
                  </a:cubicBezTo>
                  <a:cubicBezTo>
                    <a:pt x="35" y="416"/>
                    <a:pt x="35" y="416"/>
                    <a:pt x="35" y="416"/>
                  </a:cubicBezTo>
                  <a:cubicBezTo>
                    <a:pt x="29" y="426"/>
                    <a:pt x="29" y="426"/>
                    <a:pt x="29" y="426"/>
                  </a:cubicBezTo>
                  <a:cubicBezTo>
                    <a:pt x="24" y="426"/>
                    <a:pt x="24" y="426"/>
                    <a:pt x="24" y="426"/>
                  </a:cubicBezTo>
                  <a:cubicBezTo>
                    <a:pt x="24" y="434"/>
                    <a:pt x="24" y="434"/>
                    <a:pt x="24" y="434"/>
                  </a:cubicBezTo>
                  <a:cubicBezTo>
                    <a:pt x="30" y="439"/>
                    <a:pt x="30" y="439"/>
                    <a:pt x="30" y="439"/>
                  </a:cubicBezTo>
                  <a:cubicBezTo>
                    <a:pt x="24" y="446"/>
                    <a:pt x="24" y="446"/>
                    <a:pt x="24" y="446"/>
                  </a:cubicBezTo>
                  <a:cubicBezTo>
                    <a:pt x="27" y="449"/>
                    <a:pt x="27" y="449"/>
                    <a:pt x="27" y="449"/>
                  </a:cubicBezTo>
                  <a:cubicBezTo>
                    <a:pt x="28" y="455"/>
                    <a:pt x="28" y="455"/>
                    <a:pt x="28" y="455"/>
                  </a:cubicBezTo>
                  <a:cubicBezTo>
                    <a:pt x="34" y="458"/>
                    <a:pt x="34" y="458"/>
                    <a:pt x="34" y="458"/>
                  </a:cubicBezTo>
                  <a:cubicBezTo>
                    <a:pt x="38" y="463"/>
                    <a:pt x="38" y="463"/>
                    <a:pt x="38" y="463"/>
                  </a:cubicBezTo>
                  <a:cubicBezTo>
                    <a:pt x="33" y="470"/>
                    <a:pt x="33" y="470"/>
                    <a:pt x="33" y="470"/>
                  </a:cubicBezTo>
                  <a:cubicBezTo>
                    <a:pt x="36" y="474"/>
                    <a:pt x="36" y="474"/>
                    <a:pt x="36" y="474"/>
                  </a:cubicBezTo>
                  <a:cubicBezTo>
                    <a:pt x="37" y="482"/>
                    <a:pt x="37" y="482"/>
                    <a:pt x="37" y="482"/>
                  </a:cubicBezTo>
                  <a:cubicBezTo>
                    <a:pt x="32" y="484"/>
                    <a:pt x="32" y="484"/>
                    <a:pt x="32" y="484"/>
                  </a:cubicBezTo>
                  <a:cubicBezTo>
                    <a:pt x="35" y="492"/>
                    <a:pt x="35" y="492"/>
                    <a:pt x="35" y="492"/>
                  </a:cubicBezTo>
                  <a:cubicBezTo>
                    <a:pt x="41" y="491"/>
                    <a:pt x="41" y="491"/>
                    <a:pt x="41" y="491"/>
                  </a:cubicBezTo>
                  <a:cubicBezTo>
                    <a:pt x="47" y="497"/>
                    <a:pt x="47" y="497"/>
                    <a:pt x="47" y="497"/>
                  </a:cubicBezTo>
                  <a:cubicBezTo>
                    <a:pt x="50" y="508"/>
                    <a:pt x="50" y="508"/>
                    <a:pt x="50" y="508"/>
                  </a:cubicBezTo>
                  <a:cubicBezTo>
                    <a:pt x="44" y="514"/>
                    <a:pt x="44" y="514"/>
                    <a:pt x="44" y="514"/>
                  </a:cubicBezTo>
                  <a:cubicBezTo>
                    <a:pt x="47" y="520"/>
                    <a:pt x="47" y="520"/>
                    <a:pt x="47" y="520"/>
                  </a:cubicBezTo>
                  <a:cubicBezTo>
                    <a:pt x="53" y="520"/>
                    <a:pt x="53" y="520"/>
                    <a:pt x="53" y="520"/>
                  </a:cubicBezTo>
                  <a:cubicBezTo>
                    <a:pt x="59" y="525"/>
                    <a:pt x="59" y="525"/>
                    <a:pt x="59" y="525"/>
                  </a:cubicBezTo>
                  <a:cubicBezTo>
                    <a:pt x="63" y="521"/>
                    <a:pt x="63" y="521"/>
                    <a:pt x="63" y="521"/>
                  </a:cubicBezTo>
                  <a:cubicBezTo>
                    <a:pt x="63" y="536"/>
                    <a:pt x="63" y="536"/>
                    <a:pt x="63" y="536"/>
                  </a:cubicBezTo>
                  <a:cubicBezTo>
                    <a:pt x="66" y="542"/>
                    <a:pt x="66" y="542"/>
                    <a:pt x="66" y="542"/>
                  </a:cubicBezTo>
                  <a:cubicBezTo>
                    <a:pt x="57" y="550"/>
                    <a:pt x="57" y="550"/>
                    <a:pt x="57" y="550"/>
                  </a:cubicBezTo>
                  <a:cubicBezTo>
                    <a:pt x="51" y="559"/>
                    <a:pt x="51" y="559"/>
                    <a:pt x="51" y="559"/>
                  </a:cubicBezTo>
                  <a:cubicBezTo>
                    <a:pt x="57" y="566"/>
                    <a:pt x="57" y="566"/>
                    <a:pt x="57" y="566"/>
                  </a:cubicBezTo>
                  <a:cubicBezTo>
                    <a:pt x="58" y="575"/>
                    <a:pt x="58" y="575"/>
                    <a:pt x="58" y="575"/>
                  </a:cubicBezTo>
                  <a:cubicBezTo>
                    <a:pt x="52" y="579"/>
                    <a:pt x="52" y="579"/>
                    <a:pt x="52" y="579"/>
                  </a:cubicBezTo>
                  <a:cubicBezTo>
                    <a:pt x="51" y="587"/>
                    <a:pt x="51" y="587"/>
                    <a:pt x="51" y="587"/>
                  </a:cubicBezTo>
                  <a:cubicBezTo>
                    <a:pt x="41" y="597"/>
                    <a:pt x="41" y="597"/>
                    <a:pt x="41" y="597"/>
                  </a:cubicBezTo>
                  <a:cubicBezTo>
                    <a:pt x="41" y="608"/>
                    <a:pt x="41" y="608"/>
                    <a:pt x="41" y="608"/>
                  </a:cubicBezTo>
                  <a:cubicBezTo>
                    <a:pt x="58" y="619"/>
                    <a:pt x="58" y="619"/>
                    <a:pt x="58" y="619"/>
                  </a:cubicBezTo>
                  <a:cubicBezTo>
                    <a:pt x="51" y="629"/>
                    <a:pt x="51" y="629"/>
                    <a:pt x="51" y="629"/>
                  </a:cubicBezTo>
                  <a:cubicBezTo>
                    <a:pt x="44" y="631"/>
                    <a:pt x="44" y="631"/>
                    <a:pt x="44" y="631"/>
                  </a:cubicBezTo>
                  <a:cubicBezTo>
                    <a:pt x="34" y="639"/>
                    <a:pt x="34" y="639"/>
                    <a:pt x="34" y="639"/>
                  </a:cubicBezTo>
                  <a:cubicBezTo>
                    <a:pt x="41" y="654"/>
                    <a:pt x="41" y="654"/>
                    <a:pt x="41" y="654"/>
                  </a:cubicBezTo>
                  <a:cubicBezTo>
                    <a:pt x="35" y="660"/>
                    <a:pt x="35" y="660"/>
                    <a:pt x="35" y="660"/>
                  </a:cubicBezTo>
                  <a:cubicBezTo>
                    <a:pt x="38" y="667"/>
                    <a:pt x="38" y="667"/>
                    <a:pt x="38" y="667"/>
                  </a:cubicBezTo>
                  <a:cubicBezTo>
                    <a:pt x="45" y="669"/>
                    <a:pt x="45" y="669"/>
                    <a:pt x="45" y="669"/>
                  </a:cubicBezTo>
                  <a:cubicBezTo>
                    <a:pt x="50" y="667"/>
                    <a:pt x="50" y="667"/>
                    <a:pt x="50" y="667"/>
                  </a:cubicBezTo>
                  <a:cubicBezTo>
                    <a:pt x="71" y="666"/>
                    <a:pt x="71" y="666"/>
                    <a:pt x="71" y="666"/>
                  </a:cubicBezTo>
                  <a:cubicBezTo>
                    <a:pt x="83" y="681"/>
                    <a:pt x="83" y="681"/>
                    <a:pt x="83" y="681"/>
                  </a:cubicBezTo>
                  <a:cubicBezTo>
                    <a:pt x="84" y="689"/>
                    <a:pt x="84" y="689"/>
                    <a:pt x="84" y="689"/>
                  </a:cubicBezTo>
                  <a:cubicBezTo>
                    <a:pt x="94" y="689"/>
                    <a:pt x="94" y="689"/>
                    <a:pt x="94" y="689"/>
                  </a:cubicBezTo>
                  <a:cubicBezTo>
                    <a:pt x="98" y="693"/>
                    <a:pt x="98" y="693"/>
                    <a:pt x="98" y="693"/>
                  </a:cubicBezTo>
                  <a:cubicBezTo>
                    <a:pt x="85" y="710"/>
                    <a:pt x="85" y="710"/>
                    <a:pt x="85" y="710"/>
                  </a:cubicBezTo>
                  <a:cubicBezTo>
                    <a:pt x="88" y="721"/>
                    <a:pt x="88" y="721"/>
                    <a:pt x="88" y="721"/>
                  </a:cubicBezTo>
                  <a:cubicBezTo>
                    <a:pt x="90" y="726"/>
                    <a:pt x="90" y="726"/>
                    <a:pt x="90" y="726"/>
                  </a:cubicBezTo>
                  <a:cubicBezTo>
                    <a:pt x="99" y="726"/>
                    <a:pt x="99" y="726"/>
                    <a:pt x="99" y="726"/>
                  </a:cubicBezTo>
                  <a:cubicBezTo>
                    <a:pt x="105" y="730"/>
                    <a:pt x="105" y="730"/>
                    <a:pt x="105" y="730"/>
                  </a:cubicBezTo>
                  <a:cubicBezTo>
                    <a:pt x="107" y="737"/>
                    <a:pt x="107" y="737"/>
                    <a:pt x="107" y="737"/>
                  </a:cubicBezTo>
                  <a:cubicBezTo>
                    <a:pt x="100" y="739"/>
                    <a:pt x="100" y="739"/>
                    <a:pt x="100" y="739"/>
                  </a:cubicBezTo>
                  <a:cubicBezTo>
                    <a:pt x="95" y="747"/>
                    <a:pt x="95" y="747"/>
                    <a:pt x="95" y="747"/>
                  </a:cubicBezTo>
                  <a:cubicBezTo>
                    <a:pt x="93" y="758"/>
                    <a:pt x="93" y="758"/>
                    <a:pt x="93" y="758"/>
                  </a:cubicBezTo>
                  <a:close/>
                  <a:moveTo>
                    <a:pt x="188" y="63"/>
                  </a:moveTo>
                  <a:cubicBezTo>
                    <a:pt x="184" y="67"/>
                    <a:pt x="185" y="71"/>
                    <a:pt x="185" y="74"/>
                  </a:cubicBezTo>
                  <a:cubicBezTo>
                    <a:pt x="185" y="76"/>
                    <a:pt x="184" y="86"/>
                    <a:pt x="182" y="91"/>
                  </a:cubicBezTo>
                  <a:cubicBezTo>
                    <a:pt x="180" y="97"/>
                    <a:pt x="179" y="105"/>
                    <a:pt x="179" y="109"/>
                  </a:cubicBezTo>
                  <a:cubicBezTo>
                    <a:pt x="179" y="112"/>
                    <a:pt x="186" y="111"/>
                    <a:pt x="190" y="106"/>
                  </a:cubicBezTo>
                  <a:cubicBezTo>
                    <a:pt x="194" y="101"/>
                    <a:pt x="198" y="100"/>
                    <a:pt x="203" y="100"/>
                  </a:cubicBezTo>
                  <a:cubicBezTo>
                    <a:pt x="207" y="100"/>
                    <a:pt x="216" y="90"/>
                    <a:pt x="216" y="87"/>
                  </a:cubicBezTo>
                  <a:cubicBezTo>
                    <a:pt x="217" y="83"/>
                    <a:pt x="209" y="73"/>
                    <a:pt x="206" y="70"/>
                  </a:cubicBezTo>
                  <a:cubicBezTo>
                    <a:pt x="203" y="66"/>
                    <a:pt x="199" y="68"/>
                    <a:pt x="198" y="68"/>
                  </a:cubicBezTo>
                  <a:cubicBezTo>
                    <a:pt x="198" y="69"/>
                    <a:pt x="196" y="69"/>
                    <a:pt x="196" y="66"/>
                  </a:cubicBezTo>
                  <a:cubicBezTo>
                    <a:pt x="195" y="63"/>
                    <a:pt x="193" y="62"/>
                    <a:pt x="191" y="62"/>
                  </a:cubicBezTo>
                  <a:cubicBezTo>
                    <a:pt x="189" y="61"/>
                    <a:pt x="188" y="63"/>
                    <a:pt x="188" y="63"/>
                  </a:cubicBezTo>
                  <a:close/>
                  <a:moveTo>
                    <a:pt x="138" y="50"/>
                  </a:moveTo>
                  <a:cubicBezTo>
                    <a:pt x="136" y="51"/>
                    <a:pt x="135" y="58"/>
                    <a:pt x="132" y="57"/>
                  </a:cubicBezTo>
                  <a:cubicBezTo>
                    <a:pt x="130" y="56"/>
                    <a:pt x="122" y="53"/>
                    <a:pt x="120" y="51"/>
                  </a:cubicBezTo>
                  <a:cubicBezTo>
                    <a:pt x="118" y="49"/>
                    <a:pt x="120" y="44"/>
                    <a:pt x="124" y="45"/>
                  </a:cubicBezTo>
                  <a:cubicBezTo>
                    <a:pt x="128" y="45"/>
                    <a:pt x="133" y="45"/>
                    <a:pt x="128" y="39"/>
                  </a:cubicBezTo>
                  <a:cubicBezTo>
                    <a:pt x="124" y="34"/>
                    <a:pt x="123" y="35"/>
                    <a:pt x="128" y="29"/>
                  </a:cubicBezTo>
                  <a:cubicBezTo>
                    <a:pt x="132" y="24"/>
                    <a:pt x="131" y="20"/>
                    <a:pt x="130" y="16"/>
                  </a:cubicBezTo>
                  <a:cubicBezTo>
                    <a:pt x="130" y="12"/>
                    <a:pt x="141" y="12"/>
                    <a:pt x="141" y="9"/>
                  </a:cubicBezTo>
                  <a:cubicBezTo>
                    <a:pt x="142" y="5"/>
                    <a:pt x="143" y="0"/>
                    <a:pt x="148" y="7"/>
                  </a:cubicBezTo>
                  <a:cubicBezTo>
                    <a:pt x="152" y="13"/>
                    <a:pt x="154" y="16"/>
                    <a:pt x="157" y="17"/>
                  </a:cubicBezTo>
                  <a:cubicBezTo>
                    <a:pt x="160" y="18"/>
                    <a:pt x="156" y="21"/>
                    <a:pt x="155" y="24"/>
                  </a:cubicBezTo>
                  <a:cubicBezTo>
                    <a:pt x="154" y="27"/>
                    <a:pt x="157" y="33"/>
                    <a:pt x="156" y="34"/>
                  </a:cubicBezTo>
                  <a:cubicBezTo>
                    <a:pt x="156" y="36"/>
                    <a:pt x="146" y="39"/>
                    <a:pt x="145" y="40"/>
                  </a:cubicBezTo>
                  <a:cubicBezTo>
                    <a:pt x="145" y="41"/>
                    <a:pt x="153" y="41"/>
                    <a:pt x="156" y="39"/>
                  </a:cubicBezTo>
                  <a:cubicBezTo>
                    <a:pt x="160" y="37"/>
                    <a:pt x="160" y="38"/>
                    <a:pt x="160" y="42"/>
                  </a:cubicBezTo>
                  <a:cubicBezTo>
                    <a:pt x="160" y="45"/>
                    <a:pt x="166" y="48"/>
                    <a:pt x="167" y="45"/>
                  </a:cubicBezTo>
                  <a:cubicBezTo>
                    <a:pt x="167" y="42"/>
                    <a:pt x="173" y="44"/>
                    <a:pt x="175" y="50"/>
                  </a:cubicBezTo>
                  <a:cubicBezTo>
                    <a:pt x="177" y="57"/>
                    <a:pt x="175" y="63"/>
                    <a:pt x="175" y="66"/>
                  </a:cubicBezTo>
                  <a:cubicBezTo>
                    <a:pt x="175" y="69"/>
                    <a:pt x="178" y="72"/>
                    <a:pt x="178" y="76"/>
                  </a:cubicBezTo>
                  <a:cubicBezTo>
                    <a:pt x="178" y="80"/>
                    <a:pt x="170" y="84"/>
                    <a:pt x="166" y="85"/>
                  </a:cubicBezTo>
                  <a:cubicBezTo>
                    <a:pt x="163" y="85"/>
                    <a:pt x="153" y="75"/>
                    <a:pt x="148" y="76"/>
                  </a:cubicBezTo>
                  <a:cubicBezTo>
                    <a:pt x="143" y="77"/>
                    <a:pt x="142" y="71"/>
                    <a:pt x="140" y="68"/>
                  </a:cubicBezTo>
                  <a:cubicBezTo>
                    <a:pt x="138" y="64"/>
                    <a:pt x="136" y="66"/>
                    <a:pt x="136" y="61"/>
                  </a:cubicBezTo>
                  <a:cubicBezTo>
                    <a:pt x="137" y="57"/>
                    <a:pt x="141" y="54"/>
                    <a:pt x="141" y="52"/>
                  </a:cubicBezTo>
                  <a:cubicBezTo>
                    <a:pt x="140" y="50"/>
                    <a:pt x="138" y="50"/>
                    <a:pt x="138" y="50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7" name="Freeform 64"/>
            <p:cNvSpPr>
              <a:spLocks/>
            </p:cNvSpPr>
            <p:nvPr/>
          </p:nvSpPr>
          <p:spPr bwMode="auto">
            <a:xfrm>
              <a:off x="3571" y="3584"/>
              <a:ext cx="428" cy="630"/>
            </a:xfrm>
            <a:custGeom>
              <a:avLst/>
              <a:gdLst>
                <a:gd name="T0" fmla="*/ 97 w 205"/>
                <a:gd name="T1" fmla="*/ 4 h 302"/>
                <a:gd name="T2" fmla="*/ 87 w 205"/>
                <a:gd name="T3" fmla="*/ 0 h 302"/>
                <a:gd name="T4" fmla="*/ 81 w 205"/>
                <a:gd name="T5" fmla="*/ 13 h 302"/>
                <a:gd name="T6" fmla="*/ 82 w 205"/>
                <a:gd name="T7" fmla="*/ 19 h 302"/>
                <a:gd name="T8" fmla="*/ 89 w 205"/>
                <a:gd name="T9" fmla="*/ 36 h 302"/>
                <a:gd name="T10" fmla="*/ 98 w 205"/>
                <a:gd name="T11" fmla="*/ 39 h 302"/>
                <a:gd name="T12" fmla="*/ 87 w 205"/>
                <a:gd name="T13" fmla="*/ 55 h 302"/>
                <a:gd name="T14" fmla="*/ 73 w 205"/>
                <a:gd name="T15" fmla="*/ 55 h 302"/>
                <a:gd name="T16" fmla="*/ 67 w 205"/>
                <a:gd name="T17" fmla="*/ 63 h 302"/>
                <a:gd name="T18" fmla="*/ 77 w 205"/>
                <a:gd name="T19" fmla="*/ 77 h 302"/>
                <a:gd name="T20" fmla="*/ 86 w 205"/>
                <a:gd name="T21" fmla="*/ 94 h 302"/>
                <a:gd name="T22" fmla="*/ 97 w 205"/>
                <a:gd name="T23" fmla="*/ 93 h 302"/>
                <a:gd name="T24" fmla="*/ 109 w 205"/>
                <a:gd name="T25" fmla="*/ 114 h 302"/>
                <a:gd name="T26" fmla="*/ 98 w 205"/>
                <a:gd name="T27" fmla="*/ 121 h 302"/>
                <a:gd name="T28" fmla="*/ 76 w 205"/>
                <a:gd name="T29" fmla="*/ 150 h 302"/>
                <a:gd name="T30" fmla="*/ 80 w 205"/>
                <a:gd name="T31" fmla="*/ 167 h 302"/>
                <a:gd name="T32" fmla="*/ 84 w 205"/>
                <a:gd name="T33" fmla="*/ 183 h 302"/>
                <a:gd name="T34" fmla="*/ 54 w 205"/>
                <a:gd name="T35" fmla="*/ 204 h 302"/>
                <a:gd name="T36" fmla="*/ 43 w 205"/>
                <a:gd name="T37" fmla="*/ 222 h 302"/>
                <a:gd name="T38" fmla="*/ 28 w 205"/>
                <a:gd name="T39" fmla="*/ 233 h 302"/>
                <a:gd name="T40" fmla="*/ 3 w 205"/>
                <a:gd name="T41" fmla="*/ 244 h 302"/>
                <a:gd name="T42" fmla="*/ 2 w 205"/>
                <a:gd name="T43" fmla="*/ 258 h 302"/>
                <a:gd name="T44" fmla="*/ 10 w 205"/>
                <a:gd name="T45" fmla="*/ 273 h 302"/>
                <a:gd name="T46" fmla="*/ 0 w 205"/>
                <a:gd name="T47" fmla="*/ 288 h 302"/>
                <a:gd name="T48" fmla="*/ 10 w 205"/>
                <a:gd name="T49" fmla="*/ 299 h 302"/>
                <a:gd name="T50" fmla="*/ 34 w 205"/>
                <a:gd name="T51" fmla="*/ 299 h 302"/>
                <a:gd name="T52" fmla="*/ 55 w 205"/>
                <a:gd name="T53" fmla="*/ 295 h 302"/>
                <a:gd name="T54" fmla="*/ 89 w 205"/>
                <a:gd name="T55" fmla="*/ 274 h 302"/>
                <a:gd name="T56" fmla="*/ 104 w 205"/>
                <a:gd name="T57" fmla="*/ 253 h 302"/>
                <a:gd name="T58" fmla="*/ 131 w 205"/>
                <a:gd name="T59" fmla="*/ 244 h 302"/>
                <a:gd name="T60" fmla="*/ 155 w 205"/>
                <a:gd name="T61" fmla="*/ 237 h 302"/>
                <a:gd name="T62" fmla="*/ 178 w 205"/>
                <a:gd name="T63" fmla="*/ 239 h 302"/>
                <a:gd name="T64" fmla="*/ 198 w 205"/>
                <a:gd name="T65" fmla="*/ 218 h 302"/>
                <a:gd name="T66" fmla="*/ 196 w 205"/>
                <a:gd name="T67" fmla="*/ 199 h 302"/>
                <a:gd name="T68" fmla="*/ 197 w 205"/>
                <a:gd name="T69" fmla="*/ 176 h 302"/>
                <a:gd name="T70" fmla="*/ 199 w 205"/>
                <a:gd name="T71" fmla="*/ 145 h 302"/>
                <a:gd name="T72" fmla="*/ 187 w 205"/>
                <a:gd name="T73" fmla="*/ 141 h 302"/>
                <a:gd name="T74" fmla="*/ 186 w 205"/>
                <a:gd name="T75" fmla="*/ 120 h 302"/>
                <a:gd name="T76" fmla="*/ 205 w 205"/>
                <a:gd name="T77" fmla="*/ 104 h 302"/>
                <a:gd name="T78" fmla="*/ 193 w 205"/>
                <a:gd name="T79" fmla="*/ 93 h 302"/>
                <a:gd name="T80" fmla="*/ 193 w 205"/>
                <a:gd name="T81" fmla="*/ 81 h 302"/>
                <a:gd name="T82" fmla="*/ 183 w 205"/>
                <a:gd name="T83" fmla="*/ 73 h 302"/>
                <a:gd name="T84" fmla="*/ 178 w 205"/>
                <a:gd name="T85" fmla="*/ 54 h 302"/>
                <a:gd name="T86" fmla="*/ 170 w 205"/>
                <a:gd name="T87" fmla="*/ 55 h 302"/>
                <a:gd name="T88" fmla="*/ 164 w 205"/>
                <a:gd name="T89" fmla="*/ 48 h 302"/>
                <a:gd name="T90" fmla="*/ 152 w 205"/>
                <a:gd name="T91" fmla="*/ 51 h 302"/>
                <a:gd name="T92" fmla="*/ 143 w 205"/>
                <a:gd name="T93" fmla="*/ 49 h 302"/>
                <a:gd name="T94" fmla="*/ 145 w 205"/>
                <a:gd name="T95" fmla="*/ 39 h 302"/>
                <a:gd name="T96" fmla="*/ 134 w 205"/>
                <a:gd name="T97" fmla="*/ 38 h 302"/>
                <a:gd name="T98" fmla="*/ 129 w 205"/>
                <a:gd name="T99" fmla="*/ 31 h 302"/>
                <a:gd name="T100" fmla="*/ 125 w 205"/>
                <a:gd name="T101" fmla="*/ 24 h 302"/>
                <a:gd name="T102" fmla="*/ 114 w 205"/>
                <a:gd name="T103" fmla="*/ 14 h 302"/>
                <a:gd name="T104" fmla="*/ 106 w 205"/>
                <a:gd name="T105" fmla="*/ 5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5" h="302">
                  <a:moveTo>
                    <a:pt x="103" y="2"/>
                  </a:moveTo>
                  <a:cubicBezTo>
                    <a:pt x="97" y="4"/>
                    <a:pt x="97" y="4"/>
                    <a:pt x="97" y="4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73" y="55"/>
                    <a:pt x="73" y="55"/>
                    <a:pt x="73" y="55"/>
                  </a:cubicBezTo>
                  <a:cubicBezTo>
                    <a:pt x="69" y="55"/>
                    <a:pt x="69" y="55"/>
                    <a:pt x="69" y="55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84" y="84"/>
                    <a:pt x="84" y="84"/>
                    <a:pt x="84" y="84"/>
                  </a:cubicBezTo>
                  <a:cubicBezTo>
                    <a:pt x="86" y="94"/>
                    <a:pt x="86" y="94"/>
                    <a:pt x="86" y="94"/>
                  </a:cubicBezTo>
                  <a:cubicBezTo>
                    <a:pt x="92" y="94"/>
                    <a:pt x="92" y="94"/>
                    <a:pt x="92" y="94"/>
                  </a:cubicBezTo>
                  <a:cubicBezTo>
                    <a:pt x="97" y="93"/>
                    <a:pt x="97" y="93"/>
                    <a:pt x="97" y="93"/>
                  </a:cubicBezTo>
                  <a:cubicBezTo>
                    <a:pt x="108" y="103"/>
                    <a:pt x="108" y="103"/>
                    <a:pt x="108" y="103"/>
                  </a:cubicBezTo>
                  <a:cubicBezTo>
                    <a:pt x="109" y="114"/>
                    <a:pt x="109" y="114"/>
                    <a:pt x="109" y="114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98" y="121"/>
                    <a:pt x="98" y="121"/>
                    <a:pt x="98" y="121"/>
                  </a:cubicBezTo>
                  <a:cubicBezTo>
                    <a:pt x="84" y="143"/>
                    <a:pt x="84" y="143"/>
                    <a:pt x="84" y="143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80" y="167"/>
                    <a:pt x="80" y="167"/>
                    <a:pt x="80" y="167"/>
                  </a:cubicBezTo>
                  <a:cubicBezTo>
                    <a:pt x="85" y="173"/>
                    <a:pt x="85" y="173"/>
                    <a:pt x="85" y="173"/>
                  </a:cubicBezTo>
                  <a:cubicBezTo>
                    <a:pt x="84" y="183"/>
                    <a:pt x="84" y="183"/>
                    <a:pt x="84" y="183"/>
                  </a:cubicBezTo>
                  <a:cubicBezTo>
                    <a:pt x="71" y="197"/>
                    <a:pt x="71" y="197"/>
                    <a:pt x="71" y="197"/>
                  </a:cubicBezTo>
                  <a:cubicBezTo>
                    <a:pt x="54" y="204"/>
                    <a:pt x="54" y="204"/>
                    <a:pt x="54" y="204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43" y="222"/>
                    <a:pt x="43" y="222"/>
                    <a:pt x="43" y="222"/>
                  </a:cubicBezTo>
                  <a:cubicBezTo>
                    <a:pt x="40" y="234"/>
                    <a:pt x="40" y="234"/>
                    <a:pt x="40" y="234"/>
                  </a:cubicBezTo>
                  <a:cubicBezTo>
                    <a:pt x="28" y="233"/>
                    <a:pt x="28" y="233"/>
                    <a:pt x="28" y="233"/>
                  </a:cubicBezTo>
                  <a:cubicBezTo>
                    <a:pt x="14" y="244"/>
                    <a:pt x="14" y="244"/>
                    <a:pt x="14" y="244"/>
                  </a:cubicBezTo>
                  <a:cubicBezTo>
                    <a:pt x="3" y="244"/>
                    <a:pt x="3" y="244"/>
                    <a:pt x="3" y="244"/>
                  </a:cubicBezTo>
                  <a:cubicBezTo>
                    <a:pt x="3" y="252"/>
                    <a:pt x="3" y="252"/>
                    <a:pt x="3" y="252"/>
                  </a:cubicBezTo>
                  <a:cubicBezTo>
                    <a:pt x="2" y="258"/>
                    <a:pt x="2" y="258"/>
                    <a:pt x="2" y="258"/>
                  </a:cubicBezTo>
                  <a:cubicBezTo>
                    <a:pt x="3" y="273"/>
                    <a:pt x="3" y="273"/>
                    <a:pt x="3" y="273"/>
                  </a:cubicBezTo>
                  <a:cubicBezTo>
                    <a:pt x="10" y="273"/>
                    <a:pt x="10" y="273"/>
                    <a:pt x="10" y="273"/>
                  </a:cubicBezTo>
                  <a:cubicBezTo>
                    <a:pt x="1" y="281"/>
                    <a:pt x="1" y="281"/>
                    <a:pt x="1" y="281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1" y="288"/>
                    <a:pt x="1" y="289"/>
                    <a:pt x="1" y="290"/>
                  </a:cubicBezTo>
                  <a:cubicBezTo>
                    <a:pt x="1" y="295"/>
                    <a:pt x="7" y="296"/>
                    <a:pt x="10" y="299"/>
                  </a:cubicBezTo>
                  <a:cubicBezTo>
                    <a:pt x="13" y="302"/>
                    <a:pt x="20" y="302"/>
                    <a:pt x="24" y="300"/>
                  </a:cubicBezTo>
                  <a:cubicBezTo>
                    <a:pt x="27" y="298"/>
                    <a:pt x="30" y="296"/>
                    <a:pt x="34" y="299"/>
                  </a:cubicBezTo>
                  <a:cubicBezTo>
                    <a:pt x="37" y="301"/>
                    <a:pt x="41" y="299"/>
                    <a:pt x="45" y="298"/>
                  </a:cubicBezTo>
                  <a:cubicBezTo>
                    <a:pt x="49" y="298"/>
                    <a:pt x="52" y="294"/>
                    <a:pt x="55" y="295"/>
                  </a:cubicBezTo>
                  <a:cubicBezTo>
                    <a:pt x="58" y="297"/>
                    <a:pt x="62" y="292"/>
                    <a:pt x="64" y="289"/>
                  </a:cubicBezTo>
                  <a:cubicBezTo>
                    <a:pt x="66" y="286"/>
                    <a:pt x="82" y="274"/>
                    <a:pt x="89" y="274"/>
                  </a:cubicBezTo>
                  <a:cubicBezTo>
                    <a:pt x="95" y="274"/>
                    <a:pt x="96" y="271"/>
                    <a:pt x="97" y="265"/>
                  </a:cubicBezTo>
                  <a:cubicBezTo>
                    <a:pt x="98" y="259"/>
                    <a:pt x="101" y="258"/>
                    <a:pt x="104" y="253"/>
                  </a:cubicBezTo>
                  <a:cubicBezTo>
                    <a:pt x="107" y="248"/>
                    <a:pt x="112" y="242"/>
                    <a:pt x="116" y="242"/>
                  </a:cubicBezTo>
                  <a:cubicBezTo>
                    <a:pt x="120" y="242"/>
                    <a:pt x="127" y="240"/>
                    <a:pt x="131" y="244"/>
                  </a:cubicBezTo>
                  <a:cubicBezTo>
                    <a:pt x="134" y="247"/>
                    <a:pt x="142" y="242"/>
                    <a:pt x="145" y="239"/>
                  </a:cubicBezTo>
                  <a:cubicBezTo>
                    <a:pt x="149" y="236"/>
                    <a:pt x="154" y="235"/>
                    <a:pt x="155" y="237"/>
                  </a:cubicBezTo>
                  <a:cubicBezTo>
                    <a:pt x="157" y="239"/>
                    <a:pt x="160" y="239"/>
                    <a:pt x="164" y="239"/>
                  </a:cubicBezTo>
                  <a:cubicBezTo>
                    <a:pt x="168" y="239"/>
                    <a:pt x="173" y="240"/>
                    <a:pt x="178" y="239"/>
                  </a:cubicBezTo>
                  <a:cubicBezTo>
                    <a:pt x="182" y="239"/>
                    <a:pt x="187" y="235"/>
                    <a:pt x="188" y="231"/>
                  </a:cubicBezTo>
                  <a:cubicBezTo>
                    <a:pt x="189" y="227"/>
                    <a:pt x="193" y="220"/>
                    <a:pt x="198" y="218"/>
                  </a:cubicBezTo>
                  <a:cubicBezTo>
                    <a:pt x="202" y="216"/>
                    <a:pt x="204" y="212"/>
                    <a:pt x="201" y="209"/>
                  </a:cubicBezTo>
                  <a:cubicBezTo>
                    <a:pt x="198" y="205"/>
                    <a:pt x="195" y="202"/>
                    <a:pt x="196" y="199"/>
                  </a:cubicBezTo>
                  <a:cubicBezTo>
                    <a:pt x="197" y="196"/>
                    <a:pt x="197" y="193"/>
                    <a:pt x="197" y="190"/>
                  </a:cubicBezTo>
                  <a:cubicBezTo>
                    <a:pt x="196" y="186"/>
                    <a:pt x="197" y="181"/>
                    <a:pt x="197" y="176"/>
                  </a:cubicBezTo>
                  <a:cubicBezTo>
                    <a:pt x="197" y="170"/>
                    <a:pt x="196" y="166"/>
                    <a:pt x="198" y="163"/>
                  </a:cubicBezTo>
                  <a:cubicBezTo>
                    <a:pt x="200" y="159"/>
                    <a:pt x="202" y="149"/>
                    <a:pt x="199" y="145"/>
                  </a:cubicBezTo>
                  <a:cubicBezTo>
                    <a:pt x="196" y="142"/>
                    <a:pt x="199" y="139"/>
                    <a:pt x="195" y="137"/>
                  </a:cubicBezTo>
                  <a:cubicBezTo>
                    <a:pt x="192" y="135"/>
                    <a:pt x="189" y="139"/>
                    <a:pt x="187" y="141"/>
                  </a:cubicBezTo>
                  <a:cubicBezTo>
                    <a:pt x="184" y="143"/>
                    <a:pt x="180" y="143"/>
                    <a:pt x="182" y="137"/>
                  </a:cubicBezTo>
                  <a:cubicBezTo>
                    <a:pt x="183" y="130"/>
                    <a:pt x="186" y="123"/>
                    <a:pt x="186" y="120"/>
                  </a:cubicBezTo>
                  <a:cubicBezTo>
                    <a:pt x="186" y="117"/>
                    <a:pt x="198" y="111"/>
                    <a:pt x="202" y="107"/>
                  </a:cubicBezTo>
                  <a:cubicBezTo>
                    <a:pt x="203" y="105"/>
                    <a:pt x="204" y="104"/>
                    <a:pt x="205" y="104"/>
                  </a:cubicBezTo>
                  <a:cubicBezTo>
                    <a:pt x="200" y="95"/>
                    <a:pt x="200" y="95"/>
                    <a:pt x="200" y="95"/>
                  </a:cubicBezTo>
                  <a:cubicBezTo>
                    <a:pt x="193" y="93"/>
                    <a:pt x="193" y="93"/>
                    <a:pt x="193" y="93"/>
                  </a:cubicBezTo>
                  <a:cubicBezTo>
                    <a:pt x="187" y="84"/>
                    <a:pt x="187" y="84"/>
                    <a:pt x="187" y="84"/>
                  </a:cubicBezTo>
                  <a:cubicBezTo>
                    <a:pt x="193" y="81"/>
                    <a:pt x="193" y="81"/>
                    <a:pt x="193" y="81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62"/>
                    <a:pt x="183" y="62"/>
                    <a:pt x="183" y="62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0" y="55"/>
                    <a:pt x="170" y="55"/>
                    <a:pt x="170" y="55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59" y="45"/>
                    <a:pt x="159" y="45"/>
                    <a:pt x="159" y="45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1" y="54"/>
                    <a:pt x="151" y="54"/>
                    <a:pt x="151" y="54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0" y="34"/>
                    <a:pt x="130" y="34"/>
                    <a:pt x="130" y="34"/>
                  </a:cubicBezTo>
                  <a:cubicBezTo>
                    <a:pt x="129" y="31"/>
                    <a:pt x="129" y="31"/>
                    <a:pt x="129" y="31"/>
                  </a:cubicBezTo>
                  <a:cubicBezTo>
                    <a:pt x="126" y="30"/>
                    <a:pt x="126" y="30"/>
                    <a:pt x="126" y="30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14" y="14"/>
                    <a:pt x="114" y="14"/>
                    <a:pt x="114" y="14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6" y="5"/>
                    <a:pt x="106" y="5"/>
                    <a:pt x="106" y="5"/>
                  </a:cubicBezTo>
                  <a:lnTo>
                    <a:pt x="103" y="2"/>
                  </a:lnTo>
                  <a:close/>
                </a:path>
              </a:pathLst>
            </a:custGeom>
            <a:solidFill>
              <a:srgbClr val="FF0000"/>
            </a:solidFill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8" name="Freeform 65"/>
            <p:cNvSpPr>
              <a:spLocks/>
            </p:cNvSpPr>
            <p:nvPr/>
          </p:nvSpPr>
          <p:spPr bwMode="auto">
            <a:xfrm>
              <a:off x="2429" y="3995"/>
              <a:ext cx="340" cy="233"/>
            </a:xfrm>
            <a:custGeom>
              <a:avLst/>
              <a:gdLst>
                <a:gd name="T0" fmla="*/ 132 w 163"/>
                <a:gd name="T1" fmla="*/ 0 h 112"/>
                <a:gd name="T2" fmla="*/ 135 w 163"/>
                <a:gd name="T3" fmla="*/ 8 h 112"/>
                <a:gd name="T4" fmla="*/ 143 w 163"/>
                <a:gd name="T5" fmla="*/ 10 h 112"/>
                <a:gd name="T6" fmla="*/ 146 w 163"/>
                <a:gd name="T7" fmla="*/ 18 h 112"/>
                <a:gd name="T8" fmla="*/ 150 w 163"/>
                <a:gd name="T9" fmla="*/ 27 h 112"/>
                <a:gd name="T10" fmla="*/ 163 w 163"/>
                <a:gd name="T11" fmla="*/ 31 h 112"/>
                <a:gd name="T12" fmla="*/ 161 w 163"/>
                <a:gd name="T13" fmla="*/ 36 h 112"/>
                <a:gd name="T14" fmla="*/ 154 w 163"/>
                <a:gd name="T15" fmla="*/ 37 h 112"/>
                <a:gd name="T16" fmla="*/ 159 w 163"/>
                <a:gd name="T17" fmla="*/ 47 h 112"/>
                <a:gd name="T18" fmla="*/ 161 w 163"/>
                <a:gd name="T19" fmla="*/ 55 h 112"/>
                <a:gd name="T20" fmla="*/ 154 w 163"/>
                <a:gd name="T21" fmla="*/ 60 h 112"/>
                <a:gd name="T22" fmla="*/ 158 w 163"/>
                <a:gd name="T23" fmla="*/ 66 h 112"/>
                <a:gd name="T24" fmla="*/ 152 w 163"/>
                <a:gd name="T25" fmla="*/ 73 h 112"/>
                <a:gd name="T26" fmla="*/ 147 w 163"/>
                <a:gd name="T27" fmla="*/ 75 h 112"/>
                <a:gd name="T28" fmla="*/ 142 w 163"/>
                <a:gd name="T29" fmla="*/ 71 h 112"/>
                <a:gd name="T30" fmla="*/ 138 w 163"/>
                <a:gd name="T31" fmla="*/ 74 h 112"/>
                <a:gd name="T32" fmla="*/ 137 w 163"/>
                <a:gd name="T33" fmla="*/ 81 h 112"/>
                <a:gd name="T34" fmla="*/ 128 w 163"/>
                <a:gd name="T35" fmla="*/ 89 h 112"/>
                <a:gd name="T36" fmla="*/ 121 w 163"/>
                <a:gd name="T37" fmla="*/ 89 h 112"/>
                <a:gd name="T38" fmla="*/ 104 w 163"/>
                <a:gd name="T39" fmla="*/ 96 h 112"/>
                <a:gd name="T40" fmla="*/ 111 w 163"/>
                <a:gd name="T41" fmla="*/ 104 h 112"/>
                <a:gd name="T42" fmla="*/ 113 w 163"/>
                <a:gd name="T43" fmla="*/ 111 h 112"/>
                <a:gd name="T44" fmla="*/ 105 w 163"/>
                <a:gd name="T45" fmla="*/ 112 h 112"/>
                <a:gd name="T46" fmla="*/ 100 w 163"/>
                <a:gd name="T47" fmla="*/ 104 h 112"/>
                <a:gd name="T48" fmla="*/ 84 w 163"/>
                <a:gd name="T49" fmla="*/ 99 h 112"/>
                <a:gd name="T50" fmla="*/ 71 w 163"/>
                <a:gd name="T51" fmla="*/ 104 h 112"/>
                <a:gd name="T52" fmla="*/ 59 w 163"/>
                <a:gd name="T53" fmla="*/ 101 h 112"/>
                <a:gd name="T54" fmla="*/ 50 w 163"/>
                <a:gd name="T55" fmla="*/ 96 h 112"/>
                <a:gd name="T56" fmla="*/ 49 w 163"/>
                <a:gd name="T57" fmla="*/ 87 h 112"/>
                <a:gd name="T58" fmla="*/ 41 w 163"/>
                <a:gd name="T59" fmla="*/ 85 h 112"/>
                <a:gd name="T60" fmla="*/ 38 w 163"/>
                <a:gd name="T61" fmla="*/ 93 h 112"/>
                <a:gd name="T62" fmla="*/ 29 w 163"/>
                <a:gd name="T63" fmla="*/ 96 h 112"/>
                <a:gd name="T64" fmla="*/ 9 w 163"/>
                <a:gd name="T65" fmla="*/ 40 h 112"/>
                <a:gd name="T66" fmla="*/ 0 w 163"/>
                <a:gd name="T67" fmla="*/ 17 h 112"/>
                <a:gd name="T68" fmla="*/ 7 w 163"/>
                <a:gd name="T69" fmla="*/ 10 h 112"/>
                <a:gd name="T70" fmla="*/ 12 w 163"/>
                <a:gd name="T71" fmla="*/ 15 h 112"/>
                <a:gd name="T72" fmla="*/ 17 w 163"/>
                <a:gd name="T73" fmla="*/ 13 h 112"/>
                <a:gd name="T74" fmla="*/ 23 w 163"/>
                <a:gd name="T75" fmla="*/ 11 h 112"/>
                <a:gd name="T76" fmla="*/ 34 w 163"/>
                <a:gd name="T77" fmla="*/ 11 h 112"/>
                <a:gd name="T78" fmla="*/ 42 w 163"/>
                <a:gd name="T79" fmla="*/ 4 h 112"/>
                <a:gd name="T80" fmla="*/ 53 w 163"/>
                <a:gd name="T81" fmla="*/ 0 h 112"/>
                <a:gd name="T82" fmla="*/ 62 w 163"/>
                <a:gd name="T83" fmla="*/ 0 h 112"/>
                <a:gd name="T84" fmla="*/ 70 w 163"/>
                <a:gd name="T85" fmla="*/ 9 h 112"/>
                <a:gd name="T86" fmla="*/ 70 w 163"/>
                <a:gd name="T87" fmla="*/ 16 h 112"/>
                <a:gd name="T88" fmla="*/ 84 w 163"/>
                <a:gd name="T89" fmla="*/ 26 h 112"/>
                <a:gd name="T90" fmla="*/ 88 w 163"/>
                <a:gd name="T91" fmla="*/ 18 h 112"/>
                <a:gd name="T92" fmla="*/ 95 w 163"/>
                <a:gd name="T93" fmla="*/ 8 h 112"/>
                <a:gd name="T94" fmla="*/ 100 w 163"/>
                <a:gd name="T95" fmla="*/ 13 h 112"/>
                <a:gd name="T96" fmla="*/ 104 w 163"/>
                <a:gd name="T97" fmla="*/ 8 h 112"/>
                <a:gd name="T98" fmla="*/ 109 w 163"/>
                <a:gd name="T99" fmla="*/ 11 h 112"/>
                <a:gd name="T100" fmla="*/ 114 w 163"/>
                <a:gd name="T101" fmla="*/ 7 h 112"/>
                <a:gd name="T102" fmla="*/ 123 w 163"/>
                <a:gd name="T103" fmla="*/ 7 h 112"/>
                <a:gd name="T104" fmla="*/ 132 w 163"/>
                <a:gd name="T105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3" h="112">
                  <a:moveTo>
                    <a:pt x="132" y="0"/>
                  </a:moveTo>
                  <a:cubicBezTo>
                    <a:pt x="135" y="8"/>
                    <a:pt x="135" y="8"/>
                    <a:pt x="135" y="8"/>
                  </a:cubicBezTo>
                  <a:cubicBezTo>
                    <a:pt x="143" y="10"/>
                    <a:pt x="143" y="10"/>
                    <a:pt x="143" y="10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50" y="27"/>
                    <a:pt x="150" y="27"/>
                    <a:pt x="150" y="27"/>
                  </a:cubicBezTo>
                  <a:cubicBezTo>
                    <a:pt x="163" y="31"/>
                    <a:pt x="163" y="31"/>
                    <a:pt x="163" y="31"/>
                  </a:cubicBezTo>
                  <a:cubicBezTo>
                    <a:pt x="161" y="36"/>
                    <a:pt x="161" y="36"/>
                    <a:pt x="161" y="36"/>
                  </a:cubicBezTo>
                  <a:cubicBezTo>
                    <a:pt x="154" y="37"/>
                    <a:pt x="154" y="37"/>
                    <a:pt x="154" y="3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1" y="55"/>
                    <a:pt x="161" y="55"/>
                    <a:pt x="161" y="55"/>
                  </a:cubicBezTo>
                  <a:cubicBezTo>
                    <a:pt x="154" y="60"/>
                    <a:pt x="154" y="60"/>
                    <a:pt x="154" y="60"/>
                  </a:cubicBezTo>
                  <a:cubicBezTo>
                    <a:pt x="158" y="66"/>
                    <a:pt x="158" y="66"/>
                    <a:pt x="158" y="66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47" y="75"/>
                    <a:pt x="147" y="75"/>
                    <a:pt x="147" y="75"/>
                  </a:cubicBezTo>
                  <a:cubicBezTo>
                    <a:pt x="142" y="71"/>
                    <a:pt x="142" y="71"/>
                    <a:pt x="142" y="71"/>
                  </a:cubicBezTo>
                  <a:cubicBezTo>
                    <a:pt x="138" y="74"/>
                    <a:pt x="138" y="74"/>
                    <a:pt x="138" y="74"/>
                  </a:cubicBezTo>
                  <a:cubicBezTo>
                    <a:pt x="137" y="81"/>
                    <a:pt x="137" y="81"/>
                    <a:pt x="137" y="81"/>
                  </a:cubicBezTo>
                  <a:cubicBezTo>
                    <a:pt x="128" y="89"/>
                    <a:pt x="128" y="89"/>
                    <a:pt x="128" y="89"/>
                  </a:cubicBezTo>
                  <a:cubicBezTo>
                    <a:pt x="121" y="89"/>
                    <a:pt x="121" y="89"/>
                    <a:pt x="121" y="89"/>
                  </a:cubicBezTo>
                  <a:cubicBezTo>
                    <a:pt x="104" y="96"/>
                    <a:pt x="104" y="96"/>
                    <a:pt x="104" y="96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3" y="111"/>
                    <a:pt x="113" y="111"/>
                    <a:pt x="113" y="111"/>
                  </a:cubicBezTo>
                  <a:cubicBezTo>
                    <a:pt x="105" y="112"/>
                    <a:pt x="105" y="112"/>
                    <a:pt x="105" y="112"/>
                  </a:cubicBezTo>
                  <a:cubicBezTo>
                    <a:pt x="104" y="110"/>
                    <a:pt x="103" y="107"/>
                    <a:pt x="100" y="104"/>
                  </a:cubicBezTo>
                  <a:cubicBezTo>
                    <a:pt x="93" y="98"/>
                    <a:pt x="86" y="96"/>
                    <a:pt x="84" y="99"/>
                  </a:cubicBezTo>
                  <a:cubicBezTo>
                    <a:pt x="82" y="101"/>
                    <a:pt x="75" y="105"/>
                    <a:pt x="71" y="104"/>
                  </a:cubicBezTo>
                  <a:cubicBezTo>
                    <a:pt x="67" y="102"/>
                    <a:pt x="63" y="105"/>
                    <a:pt x="59" y="101"/>
                  </a:cubicBezTo>
                  <a:cubicBezTo>
                    <a:pt x="55" y="98"/>
                    <a:pt x="52" y="99"/>
                    <a:pt x="50" y="96"/>
                  </a:cubicBezTo>
                  <a:cubicBezTo>
                    <a:pt x="49" y="93"/>
                    <a:pt x="49" y="90"/>
                    <a:pt x="49" y="87"/>
                  </a:cubicBezTo>
                  <a:cubicBezTo>
                    <a:pt x="50" y="84"/>
                    <a:pt x="45" y="84"/>
                    <a:pt x="41" y="85"/>
                  </a:cubicBezTo>
                  <a:cubicBezTo>
                    <a:pt x="37" y="85"/>
                    <a:pt x="38" y="93"/>
                    <a:pt x="38" y="93"/>
                  </a:cubicBezTo>
                  <a:cubicBezTo>
                    <a:pt x="29" y="96"/>
                    <a:pt x="29" y="96"/>
                    <a:pt x="29" y="96"/>
                  </a:cubicBezTo>
                  <a:cubicBezTo>
                    <a:pt x="29" y="96"/>
                    <a:pt x="11" y="50"/>
                    <a:pt x="9" y="40"/>
                  </a:cubicBezTo>
                  <a:cubicBezTo>
                    <a:pt x="7" y="33"/>
                    <a:pt x="3" y="23"/>
                    <a:pt x="0" y="17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84" y="26"/>
                    <a:pt x="84" y="26"/>
                    <a:pt x="84" y="26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100" y="13"/>
                    <a:pt x="100" y="13"/>
                    <a:pt x="100" y="13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23" y="7"/>
                    <a:pt x="123" y="7"/>
                    <a:pt x="123" y="7"/>
                  </a:cubicBezTo>
                  <a:lnTo>
                    <a:pt x="132" y="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9" name="Freeform 66"/>
            <p:cNvSpPr>
              <a:spLocks/>
            </p:cNvSpPr>
            <p:nvPr/>
          </p:nvSpPr>
          <p:spPr bwMode="auto">
            <a:xfrm>
              <a:off x="2361" y="3789"/>
              <a:ext cx="343" cy="260"/>
            </a:xfrm>
            <a:custGeom>
              <a:avLst/>
              <a:gdLst>
                <a:gd name="T0" fmla="*/ 27 w 165"/>
                <a:gd name="T1" fmla="*/ 0 h 125"/>
                <a:gd name="T2" fmla="*/ 33 w 165"/>
                <a:gd name="T3" fmla="*/ 1 h 125"/>
                <a:gd name="T4" fmla="*/ 39 w 165"/>
                <a:gd name="T5" fmla="*/ 7 h 125"/>
                <a:gd name="T6" fmla="*/ 51 w 165"/>
                <a:gd name="T7" fmla="*/ 7 h 125"/>
                <a:gd name="T8" fmla="*/ 71 w 165"/>
                <a:gd name="T9" fmla="*/ 14 h 125"/>
                <a:gd name="T10" fmla="*/ 88 w 165"/>
                <a:gd name="T11" fmla="*/ 35 h 125"/>
                <a:gd name="T12" fmla="*/ 103 w 165"/>
                <a:gd name="T13" fmla="*/ 35 h 125"/>
                <a:gd name="T14" fmla="*/ 110 w 165"/>
                <a:gd name="T15" fmla="*/ 42 h 125"/>
                <a:gd name="T16" fmla="*/ 124 w 165"/>
                <a:gd name="T17" fmla="*/ 41 h 125"/>
                <a:gd name="T18" fmla="*/ 129 w 165"/>
                <a:gd name="T19" fmla="*/ 35 h 125"/>
                <a:gd name="T20" fmla="*/ 136 w 165"/>
                <a:gd name="T21" fmla="*/ 38 h 125"/>
                <a:gd name="T22" fmla="*/ 135 w 165"/>
                <a:gd name="T23" fmla="*/ 52 h 125"/>
                <a:gd name="T24" fmla="*/ 137 w 165"/>
                <a:gd name="T25" fmla="*/ 55 h 125"/>
                <a:gd name="T26" fmla="*/ 135 w 165"/>
                <a:gd name="T27" fmla="*/ 58 h 125"/>
                <a:gd name="T28" fmla="*/ 138 w 165"/>
                <a:gd name="T29" fmla="*/ 62 h 125"/>
                <a:gd name="T30" fmla="*/ 147 w 165"/>
                <a:gd name="T31" fmla="*/ 52 h 125"/>
                <a:gd name="T32" fmla="*/ 156 w 165"/>
                <a:gd name="T33" fmla="*/ 54 h 125"/>
                <a:gd name="T34" fmla="*/ 158 w 165"/>
                <a:gd name="T35" fmla="*/ 64 h 125"/>
                <a:gd name="T36" fmla="*/ 161 w 165"/>
                <a:gd name="T37" fmla="*/ 76 h 125"/>
                <a:gd name="T38" fmla="*/ 159 w 165"/>
                <a:gd name="T39" fmla="*/ 88 h 125"/>
                <a:gd name="T40" fmla="*/ 165 w 165"/>
                <a:gd name="T41" fmla="*/ 99 h 125"/>
                <a:gd name="T42" fmla="*/ 156 w 165"/>
                <a:gd name="T43" fmla="*/ 106 h 125"/>
                <a:gd name="T44" fmla="*/ 147 w 165"/>
                <a:gd name="T45" fmla="*/ 106 h 125"/>
                <a:gd name="T46" fmla="*/ 142 w 165"/>
                <a:gd name="T47" fmla="*/ 110 h 125"/>
                <a:gd name="T48" fmla="*/ 137 w 165"/>
                <a:gd name="T49" fmla="*/ 107 h 125"/>
                <a:gd name="T50" fmla="*/ 133 w 165"/>
                <a:gd name="T51" fmla="*/ 112 h 125"/>
                <a:gd name="T52" fmla="*/ 128 w 165"/>
                <a:gd name="T53" fmla="*/ 107 h 125"/>
                <a:gd name="T54" fmla="*/ 121 w 165"/>
                <a:gd name="T55" fmla="*/ 117 h 125"/>
                <a:gd name="T56" fmla="*/ 117 w 165"/>
                <a:gd name="T57" fmla="*/ 125 h 125"/>
                <a:gd name="T58" fmla="*/ 103 w 165"/>
                <a:gd name="T59" fmla="*/ 115 h 125"/>
                <a:gd name="T60" fmla="*/ 103 w 165"/>
                <a:gd name="T61" fmla="*/ 108 h 125"/>
                <a:gd name="T62" fmla="*/ 95 w 165"/>
                <a:gd name="T63" fmla="*/ 99 h 125"/>
                <a:gd name="T64" fmla="*/ 86 w 165"/>
                <a:gd name="T65" fmla="*/ 99 h 125"/>
                <a:gd name="T66" fmla="*/ 75 w 165"/>
                <a:gd name="T67" fmla="*/ 103 h 125"/>
                <a:gd name="T68" fmla="*/ 67 w 165"/>
                <a:gd name="T69" fmla="*/ 110 h 125"/>
                <a:gd name="T70" fmla="*/ 56 w 165"/>
                <a:gd name="T71" fmla="*/ 110 h 125"/>
                <a:gd name="T72" fmla="*/ 50 w 165"/>
                <a:gd name="T73" fmla="*/ 112 h 125"/>
                <a:gd name="T74" fmla="*/ 45 w 165"/>
                <a:gd name="T75" fmla="*/ 114 h 125"/>
                <a:gd name="T76" fmla="*/ 40 w 165"/>
                <a:gd name="T77" fmla="*/ 109 h 125"/>
                <a:gd name="T78" fmla="*/ 33 w 165"/>
                <a:gd name="T79" fmla="*/ 116 h 125"/>
                <a:gd name="T80" fmla="*/ 28 w 165"/>
                <a:gd name="T81" fmla="*/ 109 h 125"/>
                <a:gd name="T82" fmla="*/ 16 w 165"/>
                <a:gd name="T83" fmla="*/ 91 h 125"/>
                <a:gd name="T84" fmla="*/ 21 w 165"/>
                <a:gd name="T85" fmla="*/ 87 h 125"/>
                <a:gd name="T86" fmla="*/ 20 w 165"/>
                <a:gd name="T87" fmla="*/ 82 h 125"/>
                <a:gd name="T88" fmla="*/ 11 w 165"/>
                <a:gd name="T89" fmla="*/ 84 h 125"/>
                <a:gd name="T90" fmla="*/ 3 w 165"/>
                <a:gd name="T91" fmla="*/ 86 h 125"/>
                <a:gd name="T92" fmla="*/ 0 w 165"/>
                <a:gd name="T93" fmla="*/ 86 h 125"/>
                <a:gd name="T94" fmla="*/ 1 w 165"/>
                <a:gd name="T95" fmla="*/ 81 h 125"/>
                <a:gd name="T96" fmla="*/ 5 w 165"/>
                <a:gd name="T97" fmla="*/ 73 h 125"/>
                <a:gd name="T98" fmla="*/ 2 w 165"/>
                <a:gd name="T99" fmla="*/ 67 h 125"/>
                <a:gd name="T100" fmla="*/ 1 w 165"/>
                <a:gd name="T101" fmla="*/ 50 h 125"/>
                <a:gd name="T102" fmla="*/ 4 w 165"/>
                <a:gd name="T103" fmla="*/ 38 h 125"/>
                <a:gd name="T104" fmla="*/ 13 w 165"/>
                <a:gd name="T105" fmla="*/ 33 h 125"/>
                <a:gd name="T106" fmla="*/ 20 w 165"/>
                <a:gd name="T107" fmla="*/ 29 h 125"/>
                <a:gd name="T108" fmla="*/ 22 w 165"/>
                <a:gd name="T109" fmla="*/ 19 h 125"/>
                <a:gd name="T110" fmla="*/ 27 w 165"/>
                <a:gd name="T111" fmla="*/ 14 h 125"/>
                <a:gd name="T112" fmla="*/ 27 w 165"/>
                <a:gd name="T1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5" h="125">
                  <a:moveTo>
                    <a:pt x="27" y="0"/>
                  </a:moveTo>
                  <a:cubicBezTo>
                    <a:pt x="33" y="1"/>
                    <a:pt x="33" y="1"/>
                    <a:pt x="33" y="1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88" y="35"/>
                    <a:pt x="88" y="35"/>
                    <a:pt x="88" y="35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36" y="38"/>
                    <a:pt x="136" y="38"/>
                    <a:pt x="136" y="38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37" y="55"/>
                    <a:pt x="137" y="55"/>
                    <a:pt x="137" y="55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38" y="62"/>
                    <a:pt x="138" y="62"/>
                    <a:pt x="138" y="6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8" y="64"/>
                    <a:pt x="158" y="64"/>
                    <a:pt x="158" y="64"/>
                  </a:cubicBezTo>
                  <a:cubicBezTo>
                    <a:pt x="158" y="64"/>
                    <a:pt x="161" y="76"/>
                    <a:pt x="161" y="76"/>
                  </a:cubicBezTo>
                  <a:cubicBezTo>
                    <a:pt x="161" y="77"/>
                    <a:pt x="159" y="88"/>
                    <a:pt x="159" y="88"/>
                  </a:cubicBezTo>
                  <a:cubicBezTo>
                    <a:pt x="165" y="99"/>
                    <a:pt x="165" y="99"/>
                    <a:pt x="165" y="99"/>
                  </a:cubicBezTo>
                  <a:cubicBezTo>
                    <a:pt x="156" y="106"/>
                    <a:pt x="156" y="106"/>
                    <a:pt x="156" y="106"/>
                  </a:cubicBezTo>
                  <a:cubicBezTo>
                    <a:pt x="147" y="106"/>
                    <a:pt x="147" y="106"/>
                    <a:pt x="147" y="106"/>
                  </a:cubicBezTo>
                  <a:cubicBezTo>
                    <a:pt x="142" y="110"/>
                    <a:pt x="142" y="110"/>
                    <a:pt x="142" y="110"/>
                  </a:cubicBezTo>
                  <a:cubicBezTo>
                    <a:pt x="137" y="107"/>
                    <a:pt x="137" y="107"/>
                    <a:pt x="137" y="107"/>
                  </a:cubicBezTo>
                  <a:cubicBezTo>
                    <a:pt x="133" y="112"/>
                    <a:pt x="133" y="112"/>
                    <a:pt x="133" y="112"/>
                  </a:cubicBezTo>
                  <a:cubicBezTo>
                    <a:pt x="128" y="107"/>
                    <a:pt x="128" y="107"/>
                    <a:pt x="128" y="107"/>
                  </a:cubicBezTo>
                  <a:cubicBezTo>
                    <a:pt x="121" y="117"/>
                    <a:pt x="121" y="117"/>
                    <a:pt x="121" y="117"/>
                  </a:cubicBezTo>
                  <a:cubicBezTo>
                    <a:pt x="117" y="125"/>
                    <a:pt x="117" y="125"/>
                    <a:pt x="117" y="125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86" y="99"/>
                    <a:pt x="86" y="99"/>
                    <a:pt x="86" y="99"/>
                  </a:cubicBezTo>
                  <a:cubicBezTo>
                    <a:pt x="75" y="103"/>
                    <a:pt x="75" y="103"/>
                    <a:pt x="75" y="103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56" y="110"/>
                    <a:pt x="56" y="110"/>
                    <a:pt x="56" y="110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45" y="114"/>
                    <a:pt x="45" y="114"/>
                    <a:pt x="45" y="114"/>
                  </a:cubicBezTo>
                  <a:cubicBezTo>
                    <a:pt x="40" y="109"/>
                    <a:pt x="40" y="109"/>
                    <a:pt x="40" y="109"/>
                  </a:cubicBezTo>
                  <a:cubicBezTo>
                    <a:pt x="33" y="116"/>
                    <a:pt x="33" y="116"/>
                    <a:pt x="33" y="116"/>
                  </a:cubicBezTo>
                  <a:cubicBezTo>
                    <a:pt x="31" y="113"/>
                    <a:pt x="29" y="110"/>
                    <a:pt x="28" y="109"/>
                  </a:cubicBezTo>
                  <a:cubicBezTo>
                    <a:pt x="23" y="105"/>
                    <a:pt x="16" y="94"/>
                    <a:pt x="16" y="91"/>
                  </a:cubicBezTo>
                  <a:cubicBezTo>
                    <a:pt x="16" y="87"/>
                    <a:pt x="18" y="88"/>
                    <a:pt x="21" y="87"/>
                  </a:cubicBezTo>
                  <a:cubicBezTo>
                    <a:pt x="23" y="85"/>
                    <a:pt x="21" y="82"/>
                    <a:pt x="20" y="82"/>
                  </a:cubicBezTo>
                  <a:cubicBezTo>
                    <a:pt x="18" y="82"/>
                    <a:pt x="13" y="83"/>
                    <a:pt x="11" y="84"/>
                  </a:cubicBezTo>
                  <a:cubicBezTo>
                    <a:pt x="9" y="84"/>
                    <a:pt x="6" y="86"/>
                    <a:pt x="3" y="86"/>
                  </a:cubicBezTo>
                  <a:cubicBezTo>
                    <a:pt x="2" y="85"/>
                    <a:pt x="1" y="85"/>
                    <a:pt x="0" y="86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7" y="14"/>
                    <a:pt x="27" y="14"/>
                    <a:pt x="27" y="14"/>
                  </a:cubicBezTo>
                  <a:lnTo>
                    <a:pt x="27" y="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0" name="Freeform 67"/>
            <p:cNvSpPr>
              <a:spLocks/>
            </p:cNvSpPr>
            <p:nvPr/>
          </p:nvSpPr>
          <p:spPr bwMode="auto">
            <a:xfrm>
              <a:off x="2686" y="3855"/>
              <a:ext cx="164" cy="288"/>
            </a:xfrm>
            <a:custGeom>
              <a:avLst/>
              <a:gdLst>
                <a:gd name="T0" fmla="*/ 0 w 79"/>
                <a:gd name="T1" fmla="*/ 22 h 138"/>
                <a:gd name="T2" fmla="*/ 6 w 79"/>
                <a:gd name="T3" fmla="*/ 17 h 138"/>
                <a:gd name="T4" fmla="*/ 19 w 79"/>
                <a:gd name="T5" fmla="*/ 18 h 138"/>
                <a:gd name="T6" fmla="*/ 31 w 79"/>
                <a:gd name="T7" fmla="*/ 9 h 138"/>
                <a:gd name="T8" fmla="*/ 41 w 79"/>
                <a:gd name="T9" fmla="*/ 9 h 138"/>
                <a:gd name="T10" fmla="*/ 43 w 79"/>
                <a:gd name="T11" fmla="*/ 11 h 138"/>
                <a:gd name="T12" fmla="*/ 49 w 79"/>
                <a:gd name="T13" fmla="*/ 6 h 138"/>
                <a:gd name="T14" fmla="*/ 53 w 79"/>
                <a:gd name="T15" fmla="*/ 9 h 138"/>
                <a:gd name="T16" fmla="*/ 65 w 79"/>
                <a:gd name="T17" fmla="*/ 0 h 138"/>
                <a:gd name="T18" fmla="*/ 67 w 79"/>
                <a:gd name="T19" fmla="*/ 0 h 138"/>
                <a:gd name="T20" fmla="*/ 68 w 79"/>
                <a:gd name="T21" fmla="*/ 11 h 138"/>
                <a:gd name="T22" fmla="*/ 75 w 79"/>
                <a:gd name="T23" fmla="*/ 17 h 138"/>
                <a:gd name="T24" fmla="*/ 79 w 79"/>
                <a:gd name="T25" fmla="*/ 23 h 138"/>
                <a:gd name="T26" fmla="*/ 79 w 79"/>
                <a:gd name="T27" fmla="*/ 34 h 138"/>
                <a:gd name="T28" fmla="*/ 65 w 79"/>
                <a:gd name="T29" fmla="*/ 45 h 138"/>
                <a:gd name="T30" fmla="*/ 69 w 79"/>
                <a:gd name="T31" fmla="*/ 57 h 138"/>
                <a:gd name="T32" fmla="*/ 69 w 79"/>
                <a:gd name="T33" fmla="*/ 69 h 138"/>
                <a:gd name="T34" fmla="*/ 62 w 79"/>
                <a:gd name="T35" fmla="*/ 74 h 138"/>
                <a:gd name="T36" fmla="*/ 65 w 79"/>
                <a:gd name="T37" fmla="*/ 76 h 138"/>
                <a:gd name="T38" fmla="*/ 71 w 79"/>
                <a:gd name="T39" fmla="*/ 74 h 138"/>
                <a:gd name="T40" fmla="*/ 79 w 79"/>
                <a:gd name="T41" fmla="*/ 75 h 138"/>
                <a:gd name="T42" fmla="*/ 75 w 79"/>
                <a:gd name="T43" fmla="*/ 80 h 138"/>
                <a:gd name="T44" fmla="*/ 75 w 79"/>
                <a:gd name="T45" fmla="*/ 91 h 138"/>
                <a:gd name="T46" fmla="*/ 68 w 79"/>
                <a:gd name="T47" fmla="*/ 100 h 138"/>
                <a:gd name="T48" fmla="*/ 75 w 79"/>
                <a:gd name="T49" fmla="*/ 107 h 138"/>
                <a:gd name="T50" fmla="*/ 72 w 79"/>
                <a:gd name="T51" fmla="*/ 114 h 138"/>
                <a:gd name="T52" fmla="*/ 77 w 79"/>
                <a:gd name="T53" fmla="*/ 122 h 138"/>
                <a:gd name="T54" fmla="*/ 67 w 79"/>
                <a:gd name="T55" fmla="*/ 130 h 138"/>
                <a:gd name="T56" fmla="*/ 67 w 79"/>
                <a:gd name="T57" fmla="*/ 138 h 138"/>
                <a:gd name="T58" fmla="*/ 62 w 79"/>
                <a:gd name="T59" fmla="*/ 136 h 138"/>
                <a:gd name="T60" fmla="*/ 62 w 79"/>
                <a:gd name="T61" fmla="*/ 131 h 138"/>
                <a:gd name="T62" fmla="*/ 57 w 79"/>
                <a:gd name="T63" fmla="*/ 130 h 138"/>
                <a:gd name="T64" fmla="*/ 50 w 79"/>
                <a:gd name="T65" fmla="*/ 126 h 138"/>
                <a:gd name="T66" fmla="*/ 44 w 79"/>
                <a:gd name="T67" fmla="*/ 127 h 138"/>
                <a:gd name="T68" fmla="*/ 38 w 79"/>
                <a:gd name="T69" fmla="*/ 122 h 138"/>
                <a:gd name="T70" fmla="*/ 36 w 79"/>
                <a:gd name="T71" fmla="*/ 114 h 138"/>
                <a:gd name="T72" fmla="*/ 31 w 79"/>
                <a:gd name="T73" fmla="*/ 104 h 138"/>
                <a:gd name="T74" fmla="*/ 38 w 79"/>
                <a:gd name="T75" fmla="*/ 103 h 138"/>
                <a:gd name="T76" fmla="*/ 40 w 79"/>
                <a:gd name="T77" fmla="*/ 98 h 138"/>
                <a:gd name="T78" fmla="*/ 27 w 79"/>
                <a:gd name="T79" fmla="*/ 94 h 138"/>
                <a:gd name="T80" fmla="*/ 23 w 79"/>
                <a:gd name="T81" fmla="*/ 85 h 138"/>
                <a:gd name="T82" fmla="*/ 20 w 79"/>
                <a:gd name="T83" fmla="*/ 77 h 138"/>
                <a:gd name="T84" fmla="*/ 12 w 79"/>
                <a:gd name="T85" fmla="*/ 75 h 138"/>
                <a:gd name="T86" fmla="*/ 9 w 79"/>
                <a:gd name="T87" fmla="*/ 67 h 138"/>
                <a:gd name="T88" fmla="*/ 3 w 79"/>
                <a:gd name="T89" fmla="*/ 56 h 138"/>
                <a:gd name="T90" fmla="*/ 5 w 79"/>
                <a:gd name="T91" fmla="*/ 44 h 138"/>
                <a:gd name="T92" fmla="*/ 2 w 79"/>
                <a:gd name="T93" fmla="*/ 32 h 138"/>
                <a:gd name="T94" fmla="*/ 0 w 79"/>
                <a:gd name="T95" fmla="*/ 2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9" h="138">
                  <a:moveTo>
                    <a:pt x="0" y="22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9" y="34"/>
                    <a:pt x="79" y="34"/>
                    <a:pt x="79" y="34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9" y="57"/>
                    <a:pt x="69" y="57"/>
                    <a:pt x="69" y="57"/>
                  </a:cubicBezTo>
                  <a:cubicBezTo>
                    <a:pt x="69" y="69"/>
                    <a:pt x="69" y="69"/>
                    <a:pt x="69" y="69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65" y="76"/>
                    <a:pt x="65" y="76"/>
                    <a:pt x="65" y="76"/>
                  </a:cubicBezTo>
                  <a:cubicBezTo>
                    <a:pt x="71" y="74"/>
                    <a:pt x="71" y="74"/>
                    <a:pt x="71" y="74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5" y="107"/>
                    <a:pt x="75" y="107"/>
                    <a:pt x="75" y="107"/>
                  </a:cubicBezTo>
                  <a:cubicBezTo>
                    <a:pt x="72" y="114"/>
                    <a:pt x="72" y="114"/>
                    <a:pt x="72" y="114"/>
                  </a:cubicBezTo>
                  <a:cubicBezTo>
                    <a:pt x="77" y="122"/>
                    <a:pt x="77" y="122"/>
                    <a:pt x="77" y="122"/>
                  </a:cubicBezTo>
                  <a:cubicBezTo>
                    <a:pt x="67" y="130"/>
                    <a:pt x="67" y="130"/>
                    <a:pt x="67" y="130"/>
                  </a:cubicBezTo>
                  <a:cubicBezTo>
                    <a:pt x="67" y="138"/>
                    <a:pt x="67" y="138"/>
                    <a:pt x="67" y="138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50" y="126"/>
                    <a:pt x="50" y="126"/>
                    <a:pt x="50" y="126"/>
                  </a:cubicBezTo>
                  <a:cubicBezTo>
                    <a:pt x="44" y="127"/>
                    <a:pt x="44" y="127"/>
                    <a:pt x="44" y="127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40" y="98"/>
                    <a:pt x="40" y="98"/>
                    <a:pt x="40" y="98"/>
                  </a:cubicBezTo>
                  <a:cubicBezTo>
                    <a:pt x="27" y="94"/>
                    <a:pt x="27" y="94"/>
                    <a:pt x="27" y="94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5" y="45"/>
                    <a:pt x="5" y="44"/>
                  </a:cubicBezTo>
                  <a:cubicBezTo>
                    <a:pt x="5" y="44"/>
                    <a:pt x="2" y="32"/>
                    <a:pt x="2" y="3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1" name="Freeform 68"/>
            <p:cNvSpPr>
              <a:spLocks noEditPoints="1"/>
            </p:cNvSpPr>
            <p:nvPr/>
          </p:nvSpPr>
          <p:spPr bwMode="auto">
            <a:xfrm>
              <a:off x="3236" y="2286"/>
              <a:ext cx="1104" cy="1363"/>
            </a:xfrm>
            <a:custGeom>
              <a:avLst/>
              <a:gdLst>
                <a:gd name="T0" fmla="*/ 30 w 530"/>
                <a:gd name="T1" fmla="*/ 215 h 654"/>
                <a:gd name="T2" fmla="*/ 118 w 530"/>
                <a:gd name="T3" fmla="*/ 199 h 654"/>
                <a:gd name="T4" fmla="*/ 163 w 530"/>
                <a:gd name="T5" fmla="*/ 171 h 654"/>
                <a:gd name="T6" fmla="*/ 171 w 530"/>
                <a:gd name="T7" fmla="*/ 197 h 654"/>
                <a:gd name="T8" fmla="*/ 222 w 530"/>
                <a:gd name="T9" fmla="*/ 187 h 654"/>
                <a:gd name="T10" fmla="*/ 272 w 530"/>
                <a:gd name="T11" fmla="*/ 151 h 654"/>
                <a:gd name="T12" fmla="*/ 251 w 530"/>
                <a:gd name="T13" fmla="*/ 113 h 654"/>
                <a:gd name="T14" fmla="*/ 302 w 530"/>
                <a:gd name="T15" fmla="*/ 92 h 654"/>
                <a:gd name="T16" fmla="*/ 336 w 530"/>
                <a:gd name="T17" fmla="*/ 79 h 654"/>
                <a:gd name="T18" fmla="*/ 407 w 530"/>
                <a:gd name="T19" fmla="*/ 23 h 654"/>
                <a:gd name="T20" fmla="*/ 465 w 530"/>
                <a:gd name="T21" fmla="*/ 20 h 654"/>
                <a:gd name="T22" fmla="*/ 490 w 530"/>
                <a:gd name="T23" fmla="*/ 46 h 654"/>
                <a:gd name="T24" fmla="*/ 490 w 530"/>
                <a:gd name="T25" fmla="*/ 91 h 654"/>
                <a:gd name="T26" fmla="*/ 529 w 530"/>
                <a:gd name="T27" fmla="*/ 123 h 654"/>
                <a:gd name="T28" fmla="*/ 504 w 530"/>
                <a:gd name="T29" fmla="*/ 149 h 654"/>
                <a:gd name="T30" fmla="*/ 527 w 530"/>
                <a:gd name="T31" fmla="*/ 199 h 654"/>
                <a:gd name="T32" fmla="*/ 501 w 530"/>
                <a:gd name="T33" fmla="*/ 229 h 654"/>
                <a:gd name="T34" fmla="*/ 486 w 530"/>
                <a:gd name="T35" fmla="*/ 256 h 654"/>
                <a:gd name="T36" fmla="*/ 509 w 530"/>
                <a:gd name="T37" fmla="*/ 307 h 654"/>
                <a:gd name="T38" fmla="*/ 492 w 530"/>
                <a:gd name="T39" fmla="*/ 341 h 654"/>
                <a:gd name="T40" fmla="*/ 462 w 530"/>
                <a:gd name="T41" fmla="*/ 358 h 654"/>
                <a:gd name="T42" fmla="*/ 473 w 530"/>
                <a:gd name="T43" fmla="*/ 414 h 654"/>
                <a:gd name="T44" fmla="*/ 469 w 530"/>
                <a:gd name="T45" fmla="*/ 461 h 654"/>
                <a:gd name="T46" fmla="*/ 445 w 530"/>
                <a:gd name="T47" fmla="*/ 483 h 654"/>
                <a:gd name="T48" fmla="*/ 436 w 530"/>
                <a:gd name="T49" fmla="*/ 515 h 654"/>
                <a:gd name="T50" fmla="*/ 445 w 530"/>
                <a:gd name="T51" fmla="*/ 547 h 654"/>
                <a:gd name="T52" fmla="*/ 462 w 530"/>
                <a:gd name="T53" fmla="*/ 572 h 654"/>
                <a:gd name="T54" fmla="*/ 462 w 530"/>
                <a:gd name="T55" fmla="*/ 598 h 654"/>
                <a:gd name="T56" fmla="*/ 421 w 530"/>
                <a:gd name="T57" fmla="*/ 630 h 654"/>
                <a:gd name="T58" fmla="*/ 382 w 530"/>
                <a:gd name="T59" fmla="*/ 643 h 654"/>
                <a:gd name="T60" fmla="*/ 334 w 530"/>
                <a:gd name="T61" fmla="*/ 645 h 654"/>
                <a:gd name="T62" fmla="*/ 290 w 530"/>
                <a:gd name="T63" fmla="*/ 654 h 654"/>
                <a:gd name="T64" fmla="*/ 267 w 530"/>
                <a:gd name="T65" fmla="*/ 628 h 654"/>
                <a:gd name="T66" fmla="*/ 248 w 530"/>
                <a:gd name="T67" fmla="*/ 597 h 654"/>
                <a:gd name="T68" fmla="*/ 219 w 530"/>
                <a:gd name="T69" fmla="*/ 586 h 654"/>
                <a:gd name="T70" fmla="*/ 178 w 530"/>
                <a:gd name="T71" fmla="*/ 595 h 654"/>
                <a:gd name="T72" fmla="*/ 164 w 530"/>
                <a:gd name="T73" fmla="*/ 641 h 654"/>
                <a:gd name="T74" fmla="*/ 136 w 530"/>
                <a:gd name="T75" fmla="*/ 637 h 654"/>
                <a:gd name="T76" fmla="*/ 114 w 530"/>
                <a:gd name="T77" fmla="*/ 589 h 654"/>
                <a:gd name="T78" fmla="*/ 100 w 530"/>
                <a:gd name="T79" fmla="*/ 563 h 654"/>
                <a:gd name="T80" fmla="*/ 81 w 530"/>
                <a:gd name="T81" fmla="*/ 530 h 654"/>
                <a:gd name="T82" fmla="*/ 64 w 530"/>
                <a:gd name="T83" fmla="*/ 504 h 654"/>
                <a:gd name="T84" fmla="*/ 34 w 530"/>
                <a:gd name="T85" fmla="*/ 508 h 654"/>
                <a:gd name="T86" fmla="*/ 25 w 530"/>
                <a:gd name="T87" fmla="*/ 467 h 654"/>
                <a:gd name="T88" fmla="*/ 17 w 530"/>
                <a:gd name="T89" fmla="*/ 437 h 654"/>
                <a:gd name="T90" fmla="*/ 11 w 530"/>
                <a:gd name="T91" fmla="*/ 385 h 654"/>
                <a:gd name="T92" fmla="*/ 21 w 530"/>
                <a:gd name="T93" fmla="*/ 344 h 654"/>
                <a:gd name="T94" fmla="*/ 31 w 530"/>
                <a:gd name="T95" fmla="*/ 311 h 654"/>
                <a:gd name="T96" fmla="*/ 37 w 530"/>
                <a:gd name="T97" fmla="*/ 280 h 654"/>
                <a:gd name="T98" fmla="*/ 14 w 530"/>
                <a:gd name="T99" fmla="*/ 240 h 654"/>
                <a:gd name="T100" fmla="*/ 234 w 530"/>
                <a:gd name="T101" fmla="*/ 26 h 654"/>
                <a:gd name="T102" fmla="*/ 251 w 530"/>
                <a:gd name="T103" fmla="*/ 6 h 654"/>
                <a:gd name="T104" fmla="*/ 223 w 530"/>
                <a:gd name="T105" fmla="*/ 53 h 654"/>
                <a:gd name="T106" fmla="*/ 203 w 530"/>
                <a:gd name="T107" fmla="*/ 27 h 654"/>
                <a:gd name="T108" fmla="*/ 169 w 530"/>
                <a:gd name="T109" fmla="*/ 47 h 654"/>
                <a:gd name="T110" fmla="*/ 217 w 530"/>
                <a:gd name="T111" fmla="*/ 54 h 654"/>
                <a:gd name="T112" fmla="*/ 235 w 530"/>
                <a:gd name="T113" fmla="*/ 98 h 654"/>
                <a:gd name="T114" fmla="*/ 234 w 530"/>
                <a:gd name="T115" fmla="*/ 90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0" h="654">
                  <a:moveTo>
                    <a:pt x="4" y="211"/>
                  </a:moveTo>
                  <a:cubicBezTo>
                    <a:pt x="4" y="211"/>
                    <a:pt x="4" y="211"/>
                    <a:pt x="4" y="211"/>
                  </a:cubicBezTo>
                  <a:cubicBezTo>
                    <a:pt x="7" y="209"/>
                    <a:pt x="10" y="207"/>
                    <a:pt x="11" y="211"/>
                  </a:cubicBezTo>
                  <a:cubicBezTo>
                    <a:pt x="12" y="215"/>
                    <a:pt x="16" y="217"/>
                    <a:pt x="19" y="214"/>
                  </a:cubicBezTo>
                  <a:cubicBezTo>
                    <a:pt x="22" y="211"/>
                    <a:pt x="22" y="206"/>
                    <a:pt x="25" y="207"/>
                  </a:cubicBezTo>
                  <a:cubicBezTo>
                    <a:pt x="28" y="209"/>
                    <a:pt x="29" y="215"/>
                    <a:pt x="30" y="215"/>
                  </a:cubicBezTo>
                  <a:cubicBezTo>
                    <a:pt x="32" y="215"/>
                    <a:pt x="38" y="212"/>
                    <a:pt x="41" y="209"/>
                  </a:cubicBezTo>
                  <a:cubicBezTo>
                    <a:pt x="43" y="206"/>
                    <a:pt x="52" y="204"/>
                    <a:pt x="61" y="203"/>
                  </a:cubicBezTo>
                  <a:cubicBezTo>
                    <a:pt x="70" y="201"/>
                    <a:pt x="74" y="197"/>
                    <a:pt x="74" y="201"/>
                  </a:cubicBezTo>
                  <a:cubicBezTo>
                    <a:pt x="74" y="205"/>
                    <a:pt x="75" y="207"/>
                    <a:pt x="81" y="210"/>
                  </a:cubicBezTo>
                  <a:cubicBezTo>
                    <a:pt x="87" y="212"/>
                    <a:pt x="99" y="207"/>
                    <a:pt x="103" y="204"/>
                  </a:cubicBezTo>
                  <a:cubicBezTo>
                    <a:pt x="107" y="201"/>
                    <a:pt x="116" y="202"/>
                    <a:pt x="118" y="199"/>
                  </a:cubicBezTo>
                  <a:cubicBezTo>
                    <a:pt x="119" y="195"/>
                    <a:pt x="117" y="191"/>
                    <a:pt x="114" y="189"/>
                  </a:cubicBezTo>
                  <a:cubicBezTo>
                    <a:pt x="111" y="187"/>
                    <a:pt x="108" y="182"/>
                    <a:pt x="110" y="178"/>
                  </a:cubicBezTo>
                  <a:cubicBezTo>
                    <a:pt x="111" y="174"/>
                    <a:pt x="116" y="169"/>
                    <a:pt x="120" y="172"/>
                  </a:cubicBezTo>
                  <a:cubicBezTo>
                    <a:pt x="124" y="174"/>
                    <a:pt x="132" y="174"/>
                    <a:pt x="135" y="171"/>
                  </a:cubicBezTo>
                  <a:cubicBezTo>
                    <a:pt x="138" y="169"/>
                    <a:pt x="144" y="165"/>
                    <a:pt x="148" y="166"/>
                  </a:cubicBezTo>
                  <a:cubicBezTo>
                    <a:pt x="151" y="167"/>
                    <a:pt x="162" y="168"/>
                    <a:pt x="163" y="171"/>
                  </a:cubicBezTo>
                  <a:cubicBezTo>
                    <a:pt x="164" y="174"/>
                    <a:pt x="165" y="176"/>
                    <a:pt x="164" y="177"/>
                  </a:cubicBezTo>
                  <a:cubicBezTo>
                    <a:pt x="162" y="179"/>
                    <a:pt x="170" y="178"/>
                    <a:pt x="171" y="178"/>
                  </a:cubicBezTo>
                  <a:cubicBezTo>
                    <a:pt x="172" y="179"/>
                    <a:pt x="168" y="185"/>
                    <a:pt x="165" y="187"/>
                  </a:cubicBezTo>
                  <a:cubicBezTo>
                    <a:pt x="163" y="188"/>
                    <a:pt x="172" y="183"/>
                    <a:pt x="176" y="186"/>
                  </a:cubicBezTo>
                  <a:cubicBezTo>
                    <a:pt x="180" y="190"/>
                    <a:pt x="183" y="190"/>
                    <a:pt x="181" y="193"/>
                  </a:cubicBezTo>
                  <a:cubicBezTo>
                    <a:pt x="179" y="195"/>
                    <a:pt x="173" y="195"/>
                    <a:pt x="171" y="197"/>
                  </a:cubicBezTo>
                  <a:cubicBezTo>
                    <a:pt x="170" y="198"/>
                    <a:pt x="175" y="198"/>
                    <a:pt x="182" y="203"/>
                  </a:cubicBezTo>
                  <a:cubicBezTo>
                    <a:pt x="189" y="208"/>
                    <a:pt x="201" y="217"/>
                    <a:pt x="203" y="218"/>
                  </a:cubicBezTo>
                  <a:cubicBezTo>
                    <a:pt x="205" y="219"/>
                    <a:pt x="219" y="223"/>
                    <a:pt x="218" y="216"/>
                  </a:cubicBezTo>
                  <a:cubicBezTo>
                    <a:pt x="218" y="210"/>
                    <a:pt x="215" y="202"/>
                    <a:pt x="212" y="196"/>
                  </a:cubicBezTo>
                  <a:cubicBezTo>
                    <a:pt x="209" y="191"/>
                    <a:pt x="208" y="183"/>
                    <a:pt x="210" y="183"/>
                  </a:cubicBezTo>
                  <a:cubicBezTo>
                    <a:pt x="212" y="182"/>
                    <a:pt x="218" y="186"/>
                    <a:pt x="222" y="187"/>
                  </a:cubicBezTo>
                  <a:cubicBezTo>
                    <a:pt x="226" y="189"/>
                    <a:pt x="236" y="186"/>
                    <a:pt x="236" y="184"/>
                  </a:cubicBezTo>
                  <a:cubicBezTo>
                    <a:pt x="237" y="182"/>
                    <a:pt x="236" y="174"/>
                    <a:pt x="243" y="171"/>
                  </a:cubicBezTo>
                  <a:cubicBezTo>
                    <a:pt x="249" y="167"/>
                    <a:pt x="251" y="166"/>
                    <a:pt x="257" y="168"/>
                  </a:cubicBezTo>
                  <a:cubicBezTo>
                    <a:pt x="263" y="170"/>
                    <a:pt x="265" y="164"/>
                    <a:pt x="261" y="163"/>
                  </a:cubicBezTo>
                  <a:cubicBezTo>
                    <a:pt x="258" y="162"/>
                    <a:pt x="258" y="159"/>
                    <a:pt x="261" y="156"/>
                  </a:cubicBezTo>
                  <a:cubicBezTo>
                    <a:pt x="265" y="154"/>
                    <a:pt x="273" y="154"/>
                    <a:pt x="272" y="151"/>
                  </a:cubicBezTo>
                  <a:cubicBezTo>
                    <a:pt x="271" y="148"/>
                    <a:pt x="262" y="142"/>
                    <a:pt x="261" y="139"/>
                  </a:cubicBezTo>
                  <a:cubicBezTo>
                    <a:pt x="261" y="136"/>
                    <a:pt x="262" y="131"/>
                    <a:pt x="260" y="132"/>
                  </a:cubicBezTo>
                  <a:cubicBezTo>
                    <a:pt x="258" y="134"/>
                    <a:pt x="255" y="139"/>
                    <a:pt x="252" y="134"/>
                  </a:cubicBezTo>
                  <a:cubicBezTo>
                    <a:pt x="248" y="129"/>
                    <a:pt x="252" y="127"/>
                    <a:pt x="255" y="126"/>
                  </a:cubicBezTo>
                  <a:cubicBezTo>
                    <a:pt x="259" y="125"/>
                    <a:pt x="259" y="120"/>
                    <a:pt x="258" y="118"/>
                  </a:cubicBezTo>
                  <a:cubicBezTo>
                    <a:pt x="257" y="117"/>
                    <a:pt x="250" y="114"/>
                    <a:pt x="251" y="113"/>
                  </a:cubicBezTo>
                  <a:cubicBezTo>
                    <a:pt x="252" y="112"/>
                    <a:pt x="253" y="109"/>
                    <a:pt x="257" y="109"/>
                  </a:cubicBezTo>
                  <a:cubicBezTo>
                    <a:pt x="260" y="110"/>
                    <a:pt x="267" y="105"/>
                    <a:pt x="271" y="102"/>
                  </a:cubicBezTo>
                  <a:cubicBezTo>
                    <a:pt x="275" y="98"/>
                    <a:pt x="281" y="96"/>
                    <a:pt x="286" y="92"/>
                  </a:cubicBezTo>
                  <a:cubicBezTo>
                    <a:pt x="290" y="89"/>
                    <a:pt x="298" y="83"/>
                    <a:pt x="299" y="86"/>
                  </a:cubicBezTo>
                  <a:cubicBezTo>
                    <a:pt x="301" y="88"/>
                    <a:pt x="295" y="92"/>
                    <a:pt x="294" y="95"/>
                  </a:cubicBezTo>
                  <a:cubicBezTo>
                    <a:pt x="293" y="98"/>
                    <a:pt x="300" y="94"/>
                    <a:pt x="302" y="92"/>
                  </a:cubicBezTo>
                  <a:cubicBezTo>
                    <a:pt x="304" y="90"/>
                    <a:pt x="305" y="95"/>
                    <a:pt x="306" y="97"/>
                  </a:cubicBezTo>
                  <a:cubicBezTo>
                    <a:pt x="307" y="99"/>
                    <a:pt x="310" y="95"/>
                    <a:pt x="307" y="90"/>
                  </a:cubicBezTo>
                  <a:cubicBezTo>
                    <a:pt x="304" y="85"/>
                    <a:pt x="305" y="82"/>
                    <a:pt x="308" y="78"/>
                  </a:cubicBezTo>
                  <a:cubicBezTo>
                    <a:pt x="312" y="75"/>
                    <a:pt x="319" y="71"/>
                    <a:pt x="325" y="69"/>
                  </a:cubicBezTo>
                  <a:cubicBezTo>
                    <a:pt x="331" y="67"/>
                    <a:pt x="336" y="69"/>
                    <a:pt x="335" y="72"/>
                  </a:cubicBezTo>
                  <a:cubicBezTo>
                    <a:pt x="333" y="75"/>
                    <a:pt x="331" y="81"/>
                    <a:pt x="336" y="79"/>
                  </a:cubicBezTo>
                  <a:cubicBezTo>
                    <a:pt x="341" y="78"/>
                    <a:pt x="345" y="74"/>
                    <a:pt x="347" y="76"/>
                  </a:cubicBezTo>
                  <a:cubicBezTo>
                    <a:pt x="349" y="78"/>
                    <a:pt x="353" y="78"/>
                    <a:pt x="356" y="74"/>
                  </a:cubicBezTo>
                  <a:cubicBezTo>
                    <a:pt x="359" y="70"/>
                    <a:pt x="366" y="69"/>
                    <a:pt x="368" y="72"/>
                  </a:cubicBezTo>
                  <a:cubicBezTo>
                    <a:pt x="370" y="75"/>
                    <a:pt x="381" y="71"/>
                    <a:pt x="383" y="64"/>
                  </a:cubicBezTo>
                  <a:cubicBezTo>
                    <a:pt x="385" y="56"/>
                    <a:pt x="385" y="49"/>
                    <a:pt x="391" y="43"/>
                  </a:cubicBezTo>
                  <a:cubicBezTo>
                    <a:pt x="396" y="37"/>
                    <a:pt x="399" y="30"/>
                    <a:pt x="407" y="23"/>
                  </a:cubicBezTo>
                  <a:cubicBezTo>
                    <a:pt x="415" y="15"/>
                    <a:pt x="428" y="16"/>
                    <a:pt x="434" y="19"/>
                  </a:cubicBezTo>
                  <a:cubicBezTo>
                    <a:pt x="440" y="22"/>
                    <a:pt x="438" y="25"/>
                    <a:pt x="443" y="29"/>
                  </a:cubicBezTo>
                  <a:cubicBezTo>
                    <a:pt x="447" y="32"/>
                    <a:pt x="452" y="26"/>
                    <a:pt x="453" y="23"/>
                  </a:cubicBezTo>
                  <a:cubicBezTo>
                    <a:pt x="455" y="20"/>
                    <a:pt x="460" y="24"/>
                    <a:pt x="464" y="27"/>
                  </a:cubicBezTo>
                  <a:cubicBezTo>
                    <a:pt x="468" y="31"/>
                    <a:pt x="474" y="32"/>
                    <a:pt x="474" y="30"/>
                  </a:cubicBezTo>
                  <a:cubicBezTo>
                    <a:pt x="474" y="28"/>
                    <a:pt x="468" y="26"/>
                    <a:pt x="465" y="20"/>
                  </a:cubicBezTo>
                  <a:cubicBezTo>
                    <a:pt x="462" y="15"/>
                    <a:pt x="462" y="14"/>
                    <a:pt x="464" y="9"/>
                  </a:cubicBezTo>
                  <a:cubicBezTo>
                    <a:pt x="476" y="16"/>
                    <a:pt x="476" y="16"/>
                    <a:pt x="476" y="16"/>
                  </a:cubicBezTo>
                  <a:cubicBezTo>
                    <a:pt x="489" y="23"/>
                    <a:pt x="489" y="23"/>
                    <a:pt x="489" y="23"/>
                  </a:cubicBezTo>
                  <a:cubicBezTo>
                    <a:pt x="494" y="27"/>
                    <a:pt x="494" y="27"/>
                    <a:pt x="494" y="27"/>
                  </a:cubicBezTo>
                  <a:cubicBezTo>
                    <a:pt x="501" y="36"/>
                    <a:pt x="501" y="36"/>
                    <a:pt x="501" y="36"/>
                  </a:cubicBezTo>
                  <a:cubicBezTo>
                    <a:pt x="490" y="46"/>
                    <a:pt x="490" y="46"/>
                    <a:pt x="490" y="46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86" y="62"/>
                    <a:pt x="486" y="62"/>
                    <a:pt x="486" y="62"/>
                  </a:cubicBezTo>
                  <a:cubicBezTo>
                    <a:pt x="484" y="67"/>
                    <a:pt x="484" y="67"/>
                    <a:pt x="484" y="67"/>
                  </a:cubicBezTo>
                  <a:cubicBezTo>
                    <a:pt x="483" y="75"/>
                    <a:pt x="483" y="75"/>
                    <a:pt x="483" y="75"/>
                  </a:cubicBezTo>
                  <a:cubicBezTo>
                    <a:pt x="490" y="83"/>
                    <a:pt x="490" y="83"/>
                    <a:pt x="490" y="83"/>
                  </a:cubicBezTo>
                  <a:cubicBezTo>
                    <a:pt x="490" y="91"/>
                    <a:pt x="490" y="91"/>
                    <a:pt x="490" y="91"/>
                  </a:cubicBezTo>
                  <a:cubicBezTo>
                    <a:pt x="503" y="91"/>
                    <a:pt x="503" y="91"/>
                    <a:pt x="503" y="91"/>
                  </a:cubicBezTo>
                  <a:cubicBezTo>
                    <a:pt x="513" y="90"/>
                    <a:pt x="513" y="90"/>
                    <a:pt x="513" y="90"/>
                  </a:cubicBezTo>
                  <a:cubicBezTo>
                    <a:pt x="523" y="99"/>
                    <a:pt x="523" y="99"/>
                    <a:pt x="523" y="99"/>
                  </a:cubicBezTo>
                  <a:cubicBezTo>
                    <a:pt x="529" y="106"/>
                    <a:pt x="529" y="106"/>
                    <a:pt x="529" y="106"/>
                  </a:cubicBezTo>
                  <a:cubicBezTo>
                    <a:pt x="530" y="116"/>
                    <a:pt x="530" y="116"/>
                    <a:pt x="530" y="116"/>
                  </a:cubicBezTo>
                  <a:cubicBezTo>
                    <a:pt x="529" y="123"/>
                    <a:pt x="529" y="123"/>
                    <a:pt x="529" y="123"/>
                  </a:cubicBezTo>
                  <a:cubicBezTo>
                    <a:pt x="517" y="123"/>
                    <a:pt x="517" y="123"/>
                    <a:pt x="517" y="123"/>
                  </a:cubicBezTo>
                  <a:cubicBezTo>
                    <a:pt x="517" y="131"/>
                    <a:pt x="517" y="131"/>
                    <a:pt x="517" y="131"/>
                  </a:cubicBezTo>
                  <a:cubicBezTo>
                    <a:pt x="509" y="131"/>
                    <a:pt x="509" y="131"/>
                    <a:pt x="509" y="131"/>
                  </a:cubicBezTo>
                  <a:cubicBezTo>
                    <a:pt x="508" y="141"/>
                    <a:pt x="508" y="141"/>
                    <a:pt x="508" y="141"/>
                  </a:cubicBezTo>
                  <a:cubicBezTo>
                    <a:pt x="502" y="144"/>
                    <a:pt x="502" y="144"/>
                    <a:pt x="502" y="144"/>
                  </a:cubicBezTo>
                  <a:cubicBezTo>
                    <a:pt x="504" y="149"/>
                    <a:pt x="504" y="149"/>
                    <a:pt x="504" y="149"/>
                  </a:cubicBezTo>
                  <a:cubicBezTo>
                    <a:pt x="512" y="153"/>
                    <a:pt x="512" y="153"/>
                    <a:pt x="512" y="153"/>
                  </a:cubicBezTo>
                  <a:cubicBezTo>
                    <a:pt x="504" y="159"/>
                    <a:pt x="504" y="159"/>
                    <a:pt x="504" y="159"/>
                  </a:cubicBezTo>
                  <a:cubicBezTo>
                    <a:pt x="514" y="168"/>
                    <a:pt x="514" y="168"/>
                    <a:pt x="514" y="168"/>
                  </a:cubicBezTo>
                  <a:cubicBezTo>
                    <a:pt x="513" y="181"/>
                    <a:pt x="513" y="181"/>
                    <a:pt x="513" y="181"/>
                  </a:cubicBezTo>
                  <a:cubicBezTo>
                    <a:pt x="525" y="191"/>
                    <a:pt x="525" y="191"/>
                    <a:pt x="525" y="191"/>
                  </a:cubicBezTo>
                  <a:cubicBezTo>
                    <a:pt x="527" y="199"/>
                    <a:pt x="527" y="199"/>
                    <a:pt x="527" y="199"/>
                  </a:cubicBezTo>
                  <a:cubicBezTo>
                    <a:pt x="521" y="202"/>
                    <a:pt x="521" y="202"/>
                    <a:pt x="521" y="202"/>
                  </a:cubicBezTo>
                  <a:cubicBezTo>
                    <a:pt x="518" y="211"/>
                    <a:pt x="518" y="211"/>
                    <a:pt x="518" y="211"/>
                  </a:cubicBezTo>
                  <a:cubicBezTo>
                    <a:pt x="516" y="222"/>
                    <a:pt x="516" y="222"/>
                    <a:pt x="516" y="222"/>
                  </a:cubicBezTo>
                  <a:cubicBezTo>
                    <a:pt x="509" y="222"/>
                    <a:pt x="509" y="222"/>
                    <a:pt x="509" y="222"/>
                  </a:cubicBezTo>
                  <a:cubicBezTo>
                    <a:pt x="502" y="221"/>
                    <a:pt x="502" y="221"/>
                    <a:pt x="502" y="221"/>
                  </a:cubicBezTo>
                  <a:cubicBezTo>
                    <a:pt x="501" y="229"/>
                    <a:pt x="501" y="229"/>
                    <a:pt x="501" y="229"/>
                  </a:cubicBezTo>
                  <a:cubicBezTo>
                    <a:pt x="494" y="234"/>
                    <a:pt x="494" y="234"/>
                    <a:pt x="494" y="234"/>
                  </a:cubicBezTo>
                  <a:cubicBezTo>
                    <a:pt x="488" y="239"/>
                    <a:pt x="488" y="239"/>
                    <a:pt x="488" y="239"/>
                  </a:cubicBezTo>
                  <a:cubicBezTo>
                    <a:pt x="501" y="245"/>
                    <a:pt x="501" y="245"/>
                    <a:pt x="501" y="245"/>
                  </a:cubicBezTo>
                  <a:cubicBezTo>
                    <a:pt x="497" y="251"/>
                    <a:pt x="497" y="251"/>
                    <a:pt x="497" y="251"/>
                  </a:cubicBezTo>
                  <a:cubicBezTo>
                    <a:pt x="494" y="252"/>
                    <a:pt x="494" y="252"/>
                    <a:pt x="494" y="252"/>
                  </a:cubicBezTo>
                  <a:cubicBezTo>
                    <a:pt x="486" y="256"/>
                    <a:pt x="486" y="256"/>
                    <a:pt x="486" y="256"/>
                  </a:cubicBezTo>
                  <a:cubicBezTo>
                    <a:pt x="479" y="263"/>
                    <a:pt x="479" y="263"/>
                    <a:pt x="479" y="263"/>
                  </a:cubicBezTo>
                  <a:cubicBezTo>
                    <a:pt x="483" y="269"/>
                    <a:pt x="483" y="269"/>
                    <a:pt x="483" y="269"/>
                  </a:cubicBezTo>
                  <a:cubicBezTo>
                    <a:pt x="484" y="277"/>
                    <a:pt x="484" y="277"/>
                    <a:pt x="484" y="277"/>
                  </a:cubicBezTo>
                  <a:cubicBezTo>
                    <a:pt x="489" y="288"/>
                    <a:pt x="489" y="288"/>
                    <a:pt x="489" y="288"/>
                  </a:cubicBezTo>
                  <a:cubicBezTo>
                    <a:pt x="500" y="300"/>
                    <a:pt x="500" y="300"/>
                    <a:pt x="500" y="300"/>
                  </a:cubicBezTo>
                  <a:cubicBezTo>
                    <a:pt x="509" y="307"/>
                    <a:pt x="509" y="307"/>
                    <a:pt x="509" y="307"/>
                  </a:cubicBezTo>
                  <a:cubicBezTo>
                    <a:pt x="511" y="318"/>
                    <a:pt x="511" y="318"/>
                    <a:pt x="511" y="318"/>
                  </a:cubicBezTo>
                  <a:cubicBezTo>
                    <a:pt x="509" y="318"/>
                    <a:pt x="509" y="318"/>
                    <a:pt x="509" y="318"/>
                  </a:cubicBezTo>
                  <a:cubicBezTo>
                    <a:pt x="512" y="336"/>
                    <a:pt x="512" y="336"/>
                    <a:pt x="512" y="336"/>
                  </a:cubicBezTo>
                  <a:cubicBezTo>
                    <a:pt x="504" y="332"/>
                    <a:pt x="504" y="332"/>
                    <a:pt x="504" y="332"/>
                  </a:cubicBezTo>
                  <a:cubicBezTo>
                    <a:pt x="499" y="333"/>
                    <a:pt x="499" y="333"/>
                    <a:pt x="499" y="333"/>
                  </a:cubicBezTo>
                  <a:cubicBezTo>
                    <a:pt x="492" y="341"/>
                    <a:pt x="492" y="341"/>
                    <a:pt x="492" y="341"/>
                  </a:cubicBezTo>
                  <a:cubicBezTo>
                    <a:pt x="484" y="348"/>
                    <a:pt x="484" y="348"/>
                    <a:pt x="484" y="348"/>
                  </a:cubicBezTo>
                  <a:cubicBezTo>
                    <a:pt x="478" y="350"/>
                    <a:pt x="478" y="350"/>
                    <a:pt x="478" y="350"/>
                  </a:cubicBezTo>
                  <a:cubicBezTo>
                    <a:pt x="467" y="345"/>
                    <a:pt x="467" y="345"/>
                    <a:pt x="467" y="345"/>
                  </a:cubicBezTo>
                  <a:cubicBezTo>
                    <a:pt x="459" y="345"/>
                    <a:pt x="459" y="345"/>
                    <a:pt x="459" y="345"/>
                  </a:cubicBezTo>
                  <a:cubicBezTo>
                    <a:pt x="457" y="353"/>
                    <a:pt x="457" y="353"/>
                    <a:pt x="457" y="353"/>
                  </a:cubicBezTo>
                  <a:cubicBezTo>
                    <a:pt x="462" y="358"/>
                    <a:pt x="462" y="358"/>
                    <a:pt x="462" y="358"/>
                  </a:cubicBezTo>
                  <a:cubicBezTo>
                    <a:pt x="465" y="366"/>
                    <a:pt x="465" y="366"/>
                    <a:pt x="465" y="366"/>
                  </a:cubicBezTo>
                  <a:cubicBezTo>
                    <a:pt x="467" y="384"/>
                    <a:pt x="467" y="384"/>
                    <a:pt x="467" y="384"/>
                  </a:cubicBezTo>
                  <a:cubicBezTo>
                    <a:pt x="460" y="391"/>
                    <a:pt x="460" y="391"/>
                    <a:pt x="460" y="391"/>
                  </a:cubicBezTo>
                  <a:cubicBezTo>
                    <a:pt x="463" y="397"/>
                    <a:pt x="463" y="397"/>
                    <a:pt x="463" y="397"/>
                  </a:cubicBezTo>
                  <a:cubicBezTo>
                    <a:pt x="463" y="411"/>
                    <a:pt x="463" y="411"/>
                    <a:pt x="463" y="411"/>
                  </a:cubicBezTo>
                  <a:cubicBezTo>
                    <a:pt x="473" y="414"/>
                    <a:pt x="473" y="414"/>
                    <a:pt x="473" y="414"/>
                  </a:cubicBezTo>
                  <a:cubicBezTo>
                    <a:pt x="479" y="423"/>
                    <a:pt x="479" y="423"/>
                    <a:pt x="479" y="423"/>
                  </a:cubicBezTo>
                  <a:cubicBezTo>
                    <a:pt x="486" y="432"/>
                    <a:pt x="486" y="432"/>
                    <a:pt x="486" y="432"/>
                  </a:cubicBezTo>
                  <a:cubicBezTo>
                    <a:pt x="486" y="436"/>
                    <a:pt x="486" y="436"/>
                    <a:pt x="486" y="436"/>
                  </a:cubicBezTo>
                  <a:cubicBezTo>
                    <a:pt x="478" y="438"/>
                    <a:pt x="478" y="438"/>
                    <a:pt x="478" y="438"/>
                  </a:cubicBezTo>
                  <a:cubicBezTo>
                    <a:pt x="479" y="452"/>
                    <a:pt x="479" y="452"/>
                    <a:pt x="479" y="452"/>
                  </a:cubicBezTo>
                  <a:cubicBezTo>
                    <a:pt x="469" y="461"/>
                    <a:pt x="469" y="461"/>
                    <a:pt x="469" y="461"/>
                  </a:cubicBezTo>
                  <a:cubicBezTo>
                    <a:pt x="462" y="461"/>
                    <a:pt x="462" y="461"/>
                    <a:pt x="462" y="461"/>
                  </a:cubicBezTo>
                  <a:cubicBezTo>
                    <a:pt x="461" y="467"/>
                    <a:pt x="461" y="467"/>
                    <a:pt x="461" y="467"/>
                  </a:cubicBezTo>
                  <a:cubicBezTo>
                    <a:pt x="464" y="472"/>
                    <a:pt x="464" y="472"/>
                    <a:pt x="464" y="472"/>
                  </a:cubicBezTo>
                  <a:cubicBezTo>
                    <a:pt x="461" y="479"/>
                    <a:pt x="461" y="479"/>
                    <a:pt x="461" y="479"/>
                  </a:cubicBezTo>
                  <a:cubicBezTo>
                    <a:pt x="452" y="483"/>
                    <a:pt x="452" y="483"/>
                    <a:pt x="452" y="483"/>
                  </a:cubicBezTo>
                  <a:cubicBezTo>
                    <a:pt x="445" y="483"/>
                    <a:pt x="445" y="483"/>
                    <a:pt x="445" y="483"/>
                  </a:cubicBezTo>
                  <a:cubicBezTo>
                    <a:pt x="437" y="489"/>
                    <a:pt x="437" y="489"/>
                    <a:pt x="437" y="489"/>
                  </a:cubicBezTo>
                  <a:cubicBezTo>
                    <a:pt x="436" y="498"/>
                    <a:pt x="436" y="498"/>
                    <a:pt x="436" y="498"/>
                  </a:cubicBezTo>
                  <a:cubicBezTo>
                    <a:pt x="439" y="500"/>
                    <a:pt x="439" y="500"/>
                    <a:pt x="439" y="500"/>
                  </a:cubicBezTo>
                  <a:cubicBezTo>
                    <a:pt x="435" y="505"/>
                    <a:pt x="435" y="505"/>
                    <a:pt x="435" y="505"/>
                  </a:cubicBezTo>
                  <a:cubicBezTo>
                    <a:pt x="440" y="510"/>
                    <a:pt x="440" y="510"/>
                    <a:pt x="440" y="510"/>
                  </a:cubicBezTo>
                  <a:cubicBezTo>
                    <a:pt x="436" y="515"/>
                    <a:pt x="436" y="515"/>
                    <a:pt x="436" y="515"/>
                  </a:cubicBezTo>
                  <a:cubicBezTo>
                    <a:pt x="441" y="522"/>
                    <a:pt x="441" y="522"/>
                    <a:pt x="441" y="522"/>
                  </a:cubicBezTo>
                  <a:cubicBezTo>
                    <a:pt x="441" y="530"/>
                    <a:pt x="441" y="530"/>
                    <a:pt x="441" y="530"/>
                  </a:cubicBezTo>
                  <a:cubicBezTo>
                    <a:pt x="435" y="530"/>
                    <a:pt x="435" y="530"/>
                    <a:pt x="435" y="530"/>
                  </a:cubicBezTo>
                  <a:cubicBezTo>
                    <a:pt x="442" y="537"/>
                    <a:pt x="442" y="537"/>
                    <a:pt x="442" y="537"/>
                  </a:cubicBezTo>
                  <a:cubicBezTo>
                    <a:pt x="448" y="538"/>
                    <a:pt x="448" y="538"/>
                    <a:pt x="448" y="538"/>
                  </a:cubicBezTo>
                  <a:cubicBezTo>
                    <a:pt x="445" y="547"/>
                    <a:pt x="445" y="547"/>
                    <a:pt x="445" y="547"/>
                  </a:cubicBezTo>
                  <a:cubicBezTo>
                    <a:pt x="448" y="552"/>
                    <a:pt x="448" y="552"/>
                    <a:pt x="448" y="552"/>
                  </a:cubicBezTo>
                  <a:cubicBezTo>
                    <a:pt x="442" y="557"/>
                    <a:pt x="442" y="557"/>
                    <a:pt x="442" y="557"/>
                  </a:cubicBezTo>
                  <a:cubicBezTo>
                    <a:pt x="443" y="562"/>
                    <a:pt x="443" y="562"/>
                    <a:pt x="443" y="562"/>
                  </a:cubicBezTo>
                  <a:cubicBezTo>
                    <a:pt x="453" y="560"/>
                    <a:pt x="453" y="560"/>
                    <a:pt x="453" y="560"/>
                  </a:cubicBezTo>
                  <a:cubicBezTo>
                    <a:pt x="462" y="563"/>
                    <a:pt x="462" y="563"/>
                    <a:pt x="462" y="563"/>
                  </a:cubicBezTo>
                  <a:cubicBezTo>
                    <a:pt x="462" y="572"/>
                    <a:pt x="462" y="572"/>
                    <a:pt x="462" y="572"/>
                  </a:cubicBezTo>
                  <a:cubicBezTo>
                    <a:pt x="456" y="578"/>
                    <a:pt x="456" y="578"/>
                    <a:pt x="456" y="578"/>
                  </a:cubicBezTo>
                  <a:cubicBezTo>
                    <a:pt x="461" y="582"/>
                    <a:pt x="461" y="582"/>
                    <a:pt x="461" y="582"/>
                  </a:cubicBezTo>
                  <a:cubicBezTo>
                    <a:pt x="460" y="591"/>
                    <a:pt x="460" y="591"/>
                    <a:pt x="460" y="591"/>
                  </a:cubicBezTo>
                  <a:cubicBezTo>
                    <a:pt x="464" y="598"/>
                    <a:pt x="464" y="598"/>
                    <a:pt x="464" y="598"/>
                  </a:cubicBezTo>
                  <a:cubicBezTo>
                    <a:pt x="468" y="597"/>
                    <a:pt x="468" y="597"/>
                    <a:pt x="468" y="597"/>
                  </a:cubicBezTo>
                  <a:cubicBezTo>
                    <a:pt x="462" y="598"/>
                    <a:pt x="462" y="598"/>
                    <a:pt x="462" y="598"/>
                  </a:cubicBezTo>
                  <a:cubicBezTo>
                    <a:pt x="442" y="613"/>
                    <a:pt x="442" y="613"/>
                    <a:pt x="442" y="613"/>
                  </a:cubicBezTo>
                  <a:cubicBezTo>
                    <a:pt x="443" y="618"/>
                    <a:pt x="443" y="618"/>
                    <a:pt x="443" y="618"/>
                  </a:cubicBezTo>
                  <a:cubicBezTo>
                    <a:pt x="435" y="623"/>
                    <a:pt x="435" y="623"/>
                    <a:pt x="435" y="623"/>
                  </a:cubicBezTo>
                  <a:cubicBezTo>
                    <a:pt x="427" y="623"/>
                    <a:pt x="427" y="623"/>
                    <a:pt x="427" y="623"/>
                  </a:cubicBezTo>
                  <a:cubicBezTo>
                    <a:pt x="422" y="625"/>
                    <a:pt x="422" y="625"/>
                    <a:pt x="422" y="625"/>
                  </a:cubicBezTo>
                  <a:cubicBezTo>
                    <a:pt x="421" y="630"/>
                    <a:pt x="421" y="630"/>
                    <a:pt x="421" y="630"/>
                  </a:cubicBezTo>
                  <a:cubicBezTo>
                    <a:pt x="411" y="628"/>
                    <a:pt x="411" y="628"/>
                    <a:pt x="411" y="628"/>
                  </a:cubicBezTo>
                  <a:cubicBezTo>
                    <a:pt x="399" y="642"/>
                    <a:pt x="399" y="642"/>
                    <a:pt x="399" y="642"/>
                  </a:cubicBezTo>
                  <a:cubicBezTo>
                    <a:pt x="393" y="638"/>
                    <a:pt x="393" y="638"/>
                    <a:pt x="393" y="638"/>
                  </a:cubicBezTo>
                  <a:cubicBezTo>
                    <a:pt x="389" y="642"/>
                    <a:pt x="389" y="642"/>
                    <a:pt x="389" y="642"/>
                  </a:cubicBezTo>
                  <a:cubicBezTo>
                    <a:pt x="385" y="639"/>
                    <a:pt x="385" y="639"/>
                    <a:pt x="385" y="639"/>
                  </a:cubicBezTo>
                  <a:cubicBezTo>
                    <a:pt x="382" y="643"/>
                    <a:pt x="382" y="643"/>
                    <a:pt x="382" y="643"/>
                  </a:cubicBezTo>
                  <a:cubicBezTo>
                    <a:pt x="372" y="648"/>
                    <a:pt x="372" y="648"/>
                    <a:pt x="372" y="648"/>
                  </a:cubicBezTo>
                  <a:cubicBezTo>
                    <a:pt x="361" y="639"/>
                    <a:pt x="361" y="639"/>
                    <a:pt x="361" y="639"/>
                  </a:cubicBezTo>
                  <a:cubicBezTo>
                    <a:pt x="353" y="638"/>
                    <a:pt x="353" y="638"/>
                    <a:pt x="353" y="638"/>
                  </a:cubicBezTo>
                  <a:cubicBezTo>
                    <a:pt x="350" y="643"/>
                    <a:pt x="350" y="643"/>
                    <a:pt x="350" y="643"/>
                  </a:cubicBezTo>
                  <a:cubicBezTo>
                    <a:pt x="339" y="639"/>
                    <a:pt x="339" y="639"/>
                    <a:pt x="339" y="639"/>
                  </a:cubicBezTo>
                  <a:cubicBezTo>
                    <a:pt x="334" y="645"/>
                    <a:pt x="334" y="645"/>
                    <a:pt x="334" y="645"/>
                  </a:cubicBezTo>
                  <a:cubicBezTo>
                    <a:pt x="325" y="641"/>
                    <a:pt x="325" y="641"/>
                    <a:pt x="325" y="641"/>
                  </a:cubicBezTo>
                  <a:cubicBezTo>
                    <a:pt x="319" y="644"/>
                    <a:pt x="319" y="644"/>
                    <a:pt x="319" y="644"/>
                  </a:cubicBezTo>
                  <a:cubicBezTo>
                    <a:pt x="312" y="638"/>
                    <a:pt x="312" y="638"/>
                    <a:pt x="312" y="638"/>
                  </a:cubicBezTo>
                  <a:cubicBezTo>
                    <a:pt x="309" y="643"/>
                    <a:pt x="309" y="643"/>
                    <a:pt x="309" y="643"/>
                  </a:cubicBezTo>
                  <a:cubicBezTo>
                    <a:pt x="301" y="643"/>
                    <a:pt x="301" y="643"/>
                    <a:pt x="301" y="643"/>
                  </a:cubicBezTo>
                  <a:cubicBezTo>
                    <a:pt x="290" y="654"/>
                    <a:pt x="290" y="654"/>
                    <a:pt x="290" y="654"/>
                  </a:cubicBezTo>
                  <a:cubicBezTo>
                    <a:pt x="287" y="653"/>
                    <a:pt x="287" y="653"/>
                    <a:pt x="287" y="653"/>
                  </a:cubicBezTo>
                  <a:cubicBezTo>
                    <a:pt x="286" y="647"/>
                    <a:pt x="286" y="647"/>
                    <a:pt x="286" y="647"/>
                  </a:cubicBezTo>
                  <a:cubicBezTo>
                    <a:pt x="281" y="643"/>
                    <a:pt x="281" y="643"/>
                    <a:pt x="281" y="643"/>
                  </a:cubicBezTo>
                  <a:cubicBezTo>
                    <a:pt x="275" y="637"/>
                    <a:pt x="275" y="637"/>
                    <a:pt x="275" y="637"/>
                  </a:cubicBezTo>
                  <a:cubicBezTo>
                    <a:pt x="269" y="636"/>
                    <a:pt x="269" y="636"/>
                    <a:pt x="269" y="636"/>
                  </a:cubicBezTo>
                  <a:cubicBezTo>
                    <a:pt x="267" y="628"/>
                    <a:pt x="267" y="628"/>
                    <a:pt x="267" y="628"/>
                  </a:cubicBezTo>
                  <a:cubicBezTo>
                    <a:pt x="264" y="625"/>
                    <a:pt x="264" y="625"/>
                    <a:pt x="264" y="625"/>
                  </a:cubicBezTo>
                  <a:cubicBezTo>
                    <a:pt x="265" y="619"/>
                    <a:pt x="265" y="619"/>
                    <a:pt x="265" y="619"/>
                  </a:cubicBezTo>
                  <a:cubicBezTo>
                    <a:pt x="253" y="606"/>
                    <a:pt x="253" y="606"/>
                    <a:pt x="253" y="606"/>
                  </a:cubicBezTo>
                  <a:cubicBezTo>
                    <a:pt x="252" y="603"/>
                    <a:pt x="252" y="603"/>
                    <a:pt x="252" y="603"/>
                  </a:cubicBezTo>
                  <a:cubicBezTo>
                    <a:pt x="248" y="603"/>
                    <a:pt x="248" y="603"/>
                    <a:pt x="248" y="603"/>
                  </a:cubicBezTo>
                  <a:cubicBezTo>
                    <a:pt x="248" y="597"/>
                    <a:pt x="248" y="597"/>
                    <a:pt x="248" y="597"/>
                  </a:cubicBezTo>
                  <a:cubicBezTo>
                    <a:pt x="238" y="587"/>
                    <a:pt x="238" y="587"/>
                    <a:pt x="238" y="587"/>
                  </a:cubicBezTo>
                  <a:cubicBezTo>
                    <a:pt x="234" y="591"/>
                    <a:pt x="234" y="591"/>
                    <a:pt x="234" y="591"/>
                  </a:cubicBezTo>
                  <a:cubicBezTo>
                    <a:pt x="231" y="595"/>
                    <a:pt x="231" y="595"/>
                    <a:pt x="231" y="595"/>
                  </a:cubicBezTo>
                  <a:cubicBezTo>
                    <a:pt x="225" y="598"/>
                    <a:pt x="225" y="598"/>
                    <a:pt x="225" y="598"/>
                  </a:cubicBezTo>
                  <a:cubicBezTo>
                    <a:pt x="220" y="592"/>
                    <a:pt x="220" y="592"/>
                    <a:pt x="220" y="592"/>
                  </a:cubicBezTo>
                  <a:cubicBezTo>
                    <a:pt x="219" y="586"/>
                    <a:pt x="219" y="586"/>
                    <a:pt x="219" y="586"/>
                  </a:cubicBezTo>
                  <a:cubicBezTo>
                    <a:pt x="211" y="583"/>
                    <a:pt x="211" y="583"/>
                    <a:pt x="211" y="583"/>
                  </a:cubicBezTo>
                  <a:cubicBezTo>
                    <a:pt x="211" y="583"/>
                    <a:pt x="204" y="580"/>
                    <a:pt x="204" y="580"/>
                  </a:cubicBezTo>
                  <a:cubicBezTo>
                    <a:pt x="203" y="580"/>
                    <a:pt x="189" y="580"/>
                    <a:pt x="189" y="580"/>
                  </a:cubicBezTo>
                  <a:cubicBezTo>
                    <a:pt x="184" y="586"/>
                    <a:pt x="184" y="586"/>
                    <a:pt x="184" y="586"/>
                  </a:cubicBezTo>
                  <a:cubicBezTo>
                    <a:pt x="182" y="592"/>
                    <a:pt x="182" y="592"/>
                    <a:pt x="182" y="592"/>
                  </a:cubicBezTo>
                  <a:cubicBezTo>
                    <a:pt x="178" y="595"/>
                    <a:pt x="178" y="595"/>
                    <a:pt x="178" y="595"/>
                  </a:cubicBezTo>
                  <a:cubicBezTo>
                    <a:pt x="183" y="602"/>
                    <a:pt x="183" y="602"/>
                    <a:pt x="183" y="602"/>
                  </a:cubicBezTo>
                  <a:cubicBezTo>
                    <a:pt x="177" y="608"/>
                    <a:pt x="177" y="608"/>
                    <a:pt x="177" y="608"/>
                  </a:cubicBezTo>
                  <a:cubicBezTo>
                    <a:pt x="172" y="616"/>
                    <a:pt x="172" y="616"/>
                    <a:pt x="172" y="616"/>
                  </a:cubicBezTo>
                  <a:cubicBezTo>
                    <a:pt x="173" y="628"/>
                    <a:pt x="173" y="628"/>
                    <a:pt x="173" y="628"/>
                  </a:cubicBezTo>
                  <a:cubicBezTo>
                    <a:pt x="164" y="633"/>
                    <a:pt x="164" y="633"/>
                    <a:pt x="164" y="633"/>
                  </a:cubicBezTo>
                  <a:cubicBezTo>
                    <a:pt x="164" y="641"/>
                    <a:pt x="164" y="641"/>
                    <a:pt x="164" y="641"/>
                  </a:cubicBezTo>
                  <a:cubicBezTo>
                    <a:pt x="160" y="637"/>
                    <a:pt x="160" y="637"/>
                    <a:pt x="160" y="637"/>
                  </a:cubicBezTo>
                  <a:cubicBezTo>
                    <a:pt x="159" y="630"/>
                    <a:pt x="159" y="630"/>
                    <a:pt x="159" y="630"/>
                  </a:cubicBezTo>
                  <a:cubicBezTo>
                    <a:pt x="156" y="627"/>
                    <a:pt x="156" y="627"/>
                    <a:pt x="156" y="627"/>
                  </a:cubicBezTo>
                  <a:cubicBezTo>
                    <a:pt x="151" y="632"/>
                    <a:pt x="151" y="632"/>
                    <a:pt x="151" y="632"/>
                  </a:cubicBezTo>
                  <a:cubicBezTo>
                    <a:pt x="146" y="634"/>
                    <a:pt x="146" y="634"/>
                    <a:pt x="146" y="634"/>
                  </a:cubicBezTo>
                  <a:cubicBezTo>
                    <a:pt x="136" y="637"/>
                    <a:pt x="136" y="637"/>
                    <a:pt x="136" y="637"/>
                  </a:cubicBezTo>
                  <a:cubicBezTo>
                    <a:pt x="129" y="648"/>
                    <a:pt x="129" y="648"/>
                    <a:pt x="129" y="648"/>
                  </a:cubicBezTo>
                  <a:cubicBezTo>
                    <a:pt x="121" y="649"/>
                    <a:pt x="121" y="649"/>
                    <a:pt x="121" y="649"/>
                  </a:cubicBezTo>
                  <a:cubicBezTo>
                    <a:pt x="112" y="641"/>
                    <a:pt x="112" y="641"/>
                    <a:pt x="112" y="641"/>
                  </a:cubicBezTo>
                  <a:cubicBezTo>
                    <a:pt x="112" y="613"/>
                    <a:pt x="112" y="613"/>
                    <a:pt x="112" y="613"/>
                  </a:cubicBezTo>
                  <a:cubicBezTo>
                    <a:pt x="113" y="601"/>
                    <a:pt x="113" y="601"/>
                    <a:pt x="113" y="601"/>
                  </a:cubicBezTo>
                  <a:cubicBezTo>
                    <a:pt x="114" y="589"/>
                    <a:pt x="114" y="589"/>
                    <a:pt x="114" y="589"/>
                  </a:cubicBezTo>
                  <a:cubicBezTo>
                    <a:pt x="104" y="583"/>
                    <a:pt x="104" y="583"/>
                    <a:pt x="104" y="583"/>
                  </a:cubicBezTo>
                  <a:cubicBezTo>
                    <a:pt x="103" y="578"/>
                    <a:pt x="103" y="578"/>
                    <a:pt x="103" y="578"/>
                  </a:cubicBezTo>
                  <a:cubicBezTo>
                    <a:pt x="100" y="573"/>
                    <a:pt x="100" y="573"/>
                    <a:pt x="100" y="573"/>
                  </a:cubicBezTo>
                  <a:cubicBezTo>
                    <a:pt x="97" y="571"/>
                    <a:pt x="97" y="571"/>
                    <a:pt x="97" y="571"/>
                  </a:cubicBezTo>
                  <a:cubicBezTo>
                    <a:pt x="97" y="566"/>
                    <a:pt x="97" y="566"/>
                    <a:pt x="97" y="566"/>
                  </a:cubicBezTo>
                  <a:cubicBezTo>
                    <a:pt x="100" y="563"/>
                    <a:pt x="100" y="563"/>
                    <a:pt x="100" y="563"/>
                  </a:cubicBezTo>
                  <a:cubicBezTo>
                    <a:pt x="100" y="557"/>
                    <a:pt x="100" y="557"/>
                    <a:pt x="100" y="557"/>
                  </a:cubicBezTo>
                  <a:cubicBezTo>
                    <a:pt x="95" y="554"/>
                    <a:pt x="95" y="554"/>
                    <a:pt x="95" y="554"/>
                  </a:cubicBezTo>
                  <a:cubicBezTo>
                    <a:pt x="86" y="551"/>
                    <a:pt x="86" y="551"/>
                    <a:pt x="86" y="551"/>
                  </a:cubicBezTo>
                  <a:cubicBezTo>
                    <a:pt x="88" y="544"/>
                    <a:pt x="88" y="544"/>
                    <a:pt x="88" y="544"/>
                  </a:cubicBezTo>
                  <a:cubicBezTo>
                    <a:pt x="85" y="538"/>
                    <a:pt x="85" y="538"/>
                    <a:pt x="85" y="538"/>
                  </a:cubicBezTo>
                  <a:cubicBezTo>
                    <a:pt x="81" y="530"/>
                    <a:pt x="81" y="530"/>
                    <a:pt x="81" y="530"/>
                  </a:cubicBezTo>
                  <a:cubicBezTo>
                    <a:pt x="76" y="524"/>
                    <a:pt x="76" y="524"/>
                    <a:pt x="76" y="524"/>
                  </a:cubicBezTo>
                  <a:cubicBezTo>
                    <a:pt x="66" y="526"/>
                    <a:pt x="66" y="526"/>
                    <a:pt x="66" y="526"/>
                  </a:cubicBezTo>
                  <a:cubicBezTo>
                    <a:pt x="63" y="520"/>
                    <a:pt x="63" y="520"/>
                    <a:pt x="63" y="520"/>
                  </a:cubicBezTo>
                  <a:cubicBezTo>
                    <a:pt x="70" y="516"/>
                    <a:pt x="70" y="516"/>
                    <a:pt x="70" y="516"/>
                  </a:cubicBezTo>
                  <a:cubicBezTo>
                    <a:pt x="65" y="510"/>
                    <a:pt x="65" y="510"/>
                    <a:pt x="65" y="510"/>
                  </a:cubicBezTo>
                  <a:cubicBezTo>
                    <a:pt x="64" y="504"/>
                    <a:pt x="64" y="504"/>
                    <a:pt x="64" y="504"/>
                  </a:cubicBezTo>
                  <a:cubicBezTo>
                    <a:pt x="60" y="504"/>
                    <a:pt x="60" y="504"/>
                    <a:pt x="60" y="504"/>
                  </a:cubicBezTo>
                  <a:cubicBezTo>
                    <a:pt x="56" y="507"/>
                    <a:pt x="56" y="507"/>
                    <a:pt x="56" y="507"/>
                  </a:cubicBezTo>
                  <a:cubicBezTo>
                    <a:pt x="50" y="505"/>
                    <a:pt x="50" y="505"/>
                    <a:pt x="50" y="505"/>
                  </a:cubicBezTo>
                  <a:cubicBezTo>
                    <a:pt x="45" y="508"/>
                    <a:pt x="45" y="508"/>
                    <a:pt x="45" y="508"/>
                  </a:cubicBezTo>
                  <a:cubicBezTo>
                    <a:pt x="41" y="505"/>
                    <a:pt x="41" y="505"/>
                    <a:pt x="41" y="505"/>
                  </a:cubicBezTo>
                  <a:cubicBezTo>
                    <a:pt x="34" y="508"/>
                    <a:pt x="34" y="508"/>
                    <a:pt x="34" y="508"/>
                  </a:cubicBezTo>
                  <a:cubicBezTo>
                    <a:pt x="27" y="507"/>
                    <a:pt x="27" y="507"/>
                    <a:pt x="27" y="507"/>
                  </a:cubicBezTo>
                  <a:cubicBezTo>
                    <a:pt x="27" y="498"/>
                    <a:pt x="27" y="498"/>
                    <a:pt x="27" y="498"/>
                  </a:cubicBezTo>
                  <a:cubicBezTo>
                    <a:pt x="28" y="496"/>
                    <a:pt x="28" y="496"/>
                    <a:pt x="28" y="496"/>
                  </a:cubicBezTo>
                  <a:cubicBezTo>
                    <a:pt x="28" y="489"/>
                    <a:pt x="28" y="489"/>
                    <a:pt x="28" y="489"/>
                  </a:cubicBezTo>
                  <a:cubicBezTo>
                    <a:pt x="32" y="475"/>
                    <a:pt x="32" y="475"/>
                    <a:pt x="32" y="475"/>
                  </a:cubicBezTo>
                  <a:cubicBezTo>
                    <a:pt x="25" y="467"/>
                    <a:pt x="25" y="467"/>
                    <a:pt x="25" y="467"/>
                  </a:cubicBezTo>
                  <a:cubicBezTo>
                    <a:pt x="24" y="458"/>
                    <a:pt x="24" y="458"/>
                    <a:pt x="24" y="458"/>
                  </a:cubicBezTo>
                  <a:cubicBezTo>
                    <a:pt x="18" y="454"/>
                    <a:pt x="18" y="454"/>
                    <a:pt x="18" y="454"/>
                  </a:cubicBezTo>
                  <a:cubicBezTo>
                    <a:pt x="17" y="449"/>
                    <a:pt x="17" y="449"/>
                    <a:pt x="17" y="449"/>
                  </a:cubicBezTo>
                  <a:cubicBezTo>
                    <a:pt x="20" y="446"/>
                    <a:pt x="20" y="446"/>
                    <a:pt x="20" y="446"/>
                  </a:cubicBezTo>
                  <a:cubicBezTo>
                    <a:pt x="17" y="442"/>
                    <a:pt x="17" y="442"/>
                    <a:pt x="17" y="442"/>
                  </a:cubicBezTo>
                  <a:cubicBezTo>
                    <a:pt x="17" y="437"/>
                    <a:pt x="17" y="437"/>
                    <a:pt x="17" y="437"/>
                  </a:cubicBezTo>
                  <a:cubicBezTo>
                    <a:pt x="8" y="437"/>
                    <a:pt x="8" y="437"/>
                    <a:pt x="8" y="437"/>
                  </a:cubicBezTo>
                  <a:cubicBezTo>
                    <a:pt x="7" y="433"/>
                    <a:pt x="7" y="433"/>
                    <a:pt x="7" y="433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19" y="424"/>
                    <a:pt x="19" y="424"/>
                    <a:pt x="19" y="424"/>
                  </a:cubicBezTo>
                  <a:cubicBezTo>
                    <a:pt x="15" y="395"/>
                    <a:pt x="15" y="395"/>
                    <a:pt x="15" y="395"/>
                  </a:cubicBezTo>
                  <a:cubicBezTo>
                    <a:pt x="11" y="385"/>
                    <a:pt x="11" y="385"/>
                    <a:pt x="11" y="38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62"/>
                    <a:pt x="0" y="362"/>
                    <a:pt x="0" y="362"/>
                  </a:cubicBezTo>
                  <a:cubicBezTo>
                    <a:pt x="1" y="356"/>
                    <a:pt x="1" y="356"/>
                    <a:pt x="1" y="356"/>
                  </a:cubicBezTo>
                  <a:cubicBezTo>
                    <a:pt x="5" y="355"/>
                    <a:pt x="5" y="355"/>
                    <a:pt x="5" y="355"/>
                  </a:cubicBezTo>
                  <a:cubicBezTo>
                    <a:pt x="14" y="342"/>
                    <a:pt x="14" y="342"/>
                    <a:pt x="14" y="342"/>
                  </a:cubicBezTo>
                  <a:cubicBezTo>
                    <a:pt x="21" y="344"/>
                    <a:pt x="21" y="344"/>
                    <a:pt x="21" y="344"/>
                  </a:cubicBezTo>
                  <a:cubicBezTo>
                    <a:pt x="26" y="344"/>
                    <a:pt x="26" y="344"/>
                    <a:pt x="26" y="344"/>
                  </a:cubicBezTo>
                  <a:cubicBezTo>
                    <a:pt x="29" y="335"/>
                    <a:pt x="29" y="335"/>
                    <a:pt x="29" y="335"/>
                  </a:cubicBezTo>
                  <a:cubicBezTo>
                    <a:pt x="25" y="330"/>
                    <a:pt x="25" y="330"/>
                    <a:pt x="25" y="330"/>
                  </a:cubicBezTo>
                  <a:cubicBezTo>
                    <a:pt x="27" y="322"/>
                    <a:pt x="27" y="322"/>
                    <a:pt x="27" y="322"/>
                  </a:cubicBezTo>
                  <a:cubicBezTo>
                    <a:pt x="31" y="322"/>
                    <a:pt x="31" y="322"/>
                    <a:pt x="31" y="322"/>
                  </a:cubicBezTo>
                  <a:cubicBezTo>
                    <a:pt x="31" y="311"/>
                    <a:pt x="31" y="311"/>
                    <a:pt x="31" y="311"/>
                  </a:cubicBezTo>
                  <a:cubicBezTo>
                    <a:pt x="42" y="300"/>
                    <a:pt x="42" y="300"/>
                    <a:pt x="42" y="300"/>
                  </a:cubicBezTo>
                  <a:cubicBezTo>
                    <a:pt x="43" y="295"/>
                    <a:pt x="43" y="295"/>
                    <a:pt x="43" y="295"/>
                  </a:cubicBezTo>
                  <a:cubicBezTo>
                    <a:pt x="46" y="295"/>
                    <a:pt x="46" y="295"/>
                    <a:pt x="46" y="295"/>
                  </a:cubicBezTo>
                  <a:cubicBezTo>
                    <a:pt x="47" y="286"/>
                    <a:pt x="47" y="286"/>
                    <a:pt x="47" y="286"/>
                  </a:cubicBezTo>
                  <a:cubicBezTo>
                    <a:pt x="40" y="288"/>
                    <a:pt x="40" y="288"/>
                    <a:pt x="40" y="288"/>
                  </a:cubicBezTo>
                  <a:cubicBezTo>
                    <a:pt x="37" y="280"/>
                    <a:pt x="37" y="280"/>
                    <a:pt x="37" y="280"/>
                  </a:cubicBezTo>
                  <a:cubicBezTo>
                    <a:pt x="35" y="270"/>
                    <a:pt x="35" y="270"/>
                    <a:pt x="35" y="270"/>
                  </a:cubicBezTo>
                  <a:cubicBezTo>
                    <a:pt x="24" y="260"/>
                    <a:pt x="24" y="260"/>
                    <a:pt x="24" y="260"/>
                  </a:cubicBezTo>
                  <a:cubicBezTo>
                    <a:pt x="23" y="256"/>
                    <a:pt x="23" y="256"/>
                    <a:pt x="23" y="256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13" y="249"/>
                    <a:pt x="13" y="249"/>
                    <a:pt x="13" y="249"/>
                  </a:cubicBezTo>
                  <a:cubicBezTo>
                    <a:pt x="14" y="240"/>
                    <a:pt x="14" y="240"/>
                    <a:pt x="14" y="240"/>
                  </a:cubicBezTo>
                  <a:cubicBezTo>
                    <a:pt x="7" y="231"/>
                    <a:pt x="7" y="231"/>
                    <a:pt x="7" y="231"/>
                  </a:cubicBezTo>
                  <a:cubicBezTo>
                    <a:pt x="11" y="224"/>
                    <a:pt x="11" y="224"/>
                    <a:pt x="11" y="224"/>
                  </a:cubicBezTo>
                  <a:cubicBezTo>
                    <a:pt x="6" y="215"/>
                    <a:pt x="6" y="215"/>
                    <a:pt x="6" y="215"/>
                  </a:cubicBezTo>
                  <a:cubicBezTo>
                    <a:pt x="4" y="211"/>
                    <a:pt x="4" y="211"/>
                    <a:pt x="4" y="211"/>
                  </a:cubicBezTo>
                  <a:close/>
                  <a:moveTo>
                    <a:pt x="229" y="18"/>
                  </a:moveTo>
                  <a:cubicBezTo>
                    <a:pt x="229" y="18"/>
                    <a:pt x="230" y="22"/>
                    <a:pt x="234" y="26"/>
                  </a:cubicBezTo>
                  <a:cubicBezTo>
                    <a:pt x="238" y="30"/>
                    <a:pt x="242" y="26"/>
                    <a:pt x="245" y="26"/>
                  </a:cubicBezTo>
                  <a:cubicBezTo>
                    <a:pt x="248" y="27"/>
                    <a:pt x="252" y="25"/>
                    <a:pt x="256" y="23"/>
                  </a:cubicBezTo>
                  <a:cubicBezTo>
                    <a:pt x="259" y="22"/>
                    <a:pt x="263" y="17"/>
                    <a:pt x="265" y="13"/>
                  </a:cubicBezTo>
                  <a:cubicBezTo>
                    <a:pt x="267" y="9"/>
                    <a:pt x="268" y="7"/>
                    <a:pt x="266" y="3"/>
                  </a:cubicBezTo>
                  <a:cubicBezTo>
                    <a:pt x="263" y="0"/>
                    <a:pt x="260" y="0"/>
                    <a:pt x="259" y="1"/>
                  </a:cubicBezTo>
                  <a:cubicBezTo>
                    <a:pt x="257" y="2"/>
                    <a:pt x="251" y="3"/>
                    <a:pt x="251" y="6"/>
                  </a:cubicBezTo>
                  <a:cubicBezTo>
                    <a:pt x="250" y="9"/>
                    <a:pt x="247" y="10"/>
                    <a:pt x="246" y="9"/>
                  </a:cubicBezTo>
                  <a:cubicBezTo>
                    <a:pt x="244" y="8"/>
                    <a:pt x="241" y="9"/>
                    <a:pt x="239" y="11"/>
                  </a:cubicBezTo>
                  <a:cubicBezTo>
                    <a:pt x="237" y="14"/>
                    <a:pt x="239" y="16"/>
                    <a:pt x="236" y="17"/>
                  </a:cubicBezTo>
                  <a:cubicBezTo>
                    <a:pt x="233" y="17"/>
                    <a:pt x="229" y="18"/>
                    <a:pt x="229" y="18"/>
                  </a:cubicBezTo>
                  <a:close/>
                  <a:moveTo>
                    <a:pt x="217" y="54"/>
                  </a:moveTo>
                  <a:cubicBezTo>
                    <a:pt x="217" y="54"/>
                    <a:pt x="221" y="54"/>
                    <a:pt x="223" y="53"/>
                  </a:cubicBezTo>
                  <a:cubicBezTo>
                    <a:pt x="224" y="53"/>
                    <a:pt x="225" y="49"/>
                    <a:pt x="225" y="48"/>
                  </a:cubicBezTo>
                  <a:cubicBezTo>
                    <a:pt x="224" y="46"/>
                    <a:pt x="220" y="45"/>
                    <a:pt x="222" y="45"/>
                  </a:cubicBezTo>
                  <a:cubicBezTo>
                    <a:pt x="224" y="45"/>
                    <a:pt x="226" y="44"/>
                    <a:pt x="228" y="41"/>
                  </a:cubicBezTo>
                  <a:cubicBezTo>
                    <a:pt x="230" y="38"/>
                    <a:pt x="227" y="36"/>
                    <a:pt x="225" y="32"/>
                  </a:cubicBezTo>
                  <a:cubicBezTo>
                    <a:pt x="223" y="29"/>
                    <a:pt x="221" y="24"/>
                    <a:pt x="217" y="23"/>
                  </a:cubicBezTo>
                  <a:cubicBezTo>
                    <a:pt x="213" y="21"/>
                    <a:pt x="205" y="25"/>
                    <a:pt x="203" y="27"/>
                  </a:cubicBezTo>
                  <a:cubicBezTo>
                    <a:pt x="201" y="29"/>
                    <a:pt x="199" y="32"/>
                    <a:pt x="197" y="31"/>
                  </a:cubicBezTo>
                  <a:cubicBezTo>
                    <a:pt x="195" y="30"/>
                    <a:pt x="189" y="30"/>
                    <a:pt x="188" y="32"/>
                  </a:cubicBezTo>
                  <a:cubicBezTo>
                    <a:pt x="187" y="35"/>
                    <a:pt x="192" y="40"/>
                    <a:pt x="193" y="42"/>
                  </a:cubicBezTo>
                  <a:cubicBezTo>
                    <a:pt x="193" y="43"/>
                    <a:pt x="190" y="46"/>
                    <a:pt x="188" y="44"/>
                  </a:cubicBezTo>
                  <a:cubicBezTo>
                    <a:pt x="186" y="42"/>
                    <a:pt x="183" y="49"/>
                    <a:pt x="179" y="45"/>
                  </a:cubicBezTo>
                  <a:cubicBezTo>
                    <a:pt x="175" y="40"/>
                    <a:pt x="169" y="44"/>
                    <a:pt x="169" y="47"/>
                  </a:cubicBezTo>
                  <a:cubicBezTo>
                    <a:pt x="168" y="50"/>
                    <a:pt x="168" y="62"/>
                    <a:pt x="173" y="67"/>
                  </a:cubicBezTo>
                  <a:cubicBezTo>
                    <a:pt x="178" y="71"/>
                    <a:pt x="177" y="74"/>
                    <a:pt x="180" y="76"/>
                  </a:cubicBezTo>
                  <a:cubicBezTo>
                    <a:pt x="183" y="78"/>
                    <a:pt x="202" y="79"/>
                    <a:pt x="204" y="79"/>
                  </a:cubicBezTo>
                  <a:cubicBezTo>
                    <a:pt x="207" y="78"/>
                    <a:pt x="201" y="72"/>
                    <a:pt x="202" y="68"/>
                  </a:cubicBezTo>
                  <a:cubicBezTo>
                    <a:pt x="202" y="64"/>
                    <a:pt x="206" y="66"/>
                    <a:pt x="208" y="63"/>
                  </a:cubicBezTo>
                  <a:cubicBezTo>
                    <a:pt x="210" y="60"/>
                    <a:pt x="217" y="54"/>
                    <a:pt x="217" y="54"/>
                  </a:cubicBezTo>
                  <a:close/>
                  <a:moveTo>
                    <a:pt x="222" y="79"/>
                  </a:moveTo>
                  <a:cubicBezTo>
                    <a:pt x="221" y="82"/>
                    <a:pt x="220" y="88"/>
                    <a:pt x="224" y="89"/>
                  </a:cubicBezTo>
                  <a:cubicBezTo>
                    <a:pt x="227" y="90"/>
                    <a:pt x="232" y="84"/>
                    <a:pt x="230" y="81"/>
                  </a:cubicBezTo>
                  <a:cubicBezTo>
                    <a:pt x="228" y="77"/>
                    <a:pt x="222" y="79"/>
                    <a:pt x="222" y="79"/>
                  </a:cubicBezTo>
                  <a:close/>
                  <a:moveTo>
                    <a:pt x="234" y="90"/>
                  </a:moveTo>
                  <a:cubicBezTo>
                    <a:pt x="234" y="90"/>
                    <a:pt x="237" y="95"/>
                    <a:pt x="235" y="98"/>
                  </a:cubicBezTo>
                  <a:cubicBezTo>
                    <a:pt x="233" y="100"/>
                    <a:pt x="235" y="107"/>
                    <a:pt x="237" y="103"/>
                  </a:cubicBezTo>
                  <a:cubicBezTo>
                    <a:pt x="239" y="100"/>
                    <a:pt x="244" y="98"/>
                    <a:pt x="246" y="98"/>
                  </a:cubicBezTo>
                  <a:cubicBezTo>
                    <a:pt x="248" y="98"/>
                    <a:pt x="262" y="91"/>
                    <a:pt x="261" y="86"/>
                  </a:cubicBezTo>
                  <a:cubicBezTo>
                    <a:pt x="261" y="82"/>
                    <a:pt x="258" y="81"/>
                    <a:pt x="250" y="80"/>
                  </a:cubicBezTo>
                  <a:cubicBezTo>
                    <a:pt x="243" y="79"/>
                    <a:pt x="239" y="80"/>
                    <a:pt x="236" y="82"/>
                  </a:cubicBezTo>
                  <a:cubicBezTo>
                    <a:pt x="234" y="83"/>
                    <a:pt x="234" y="90"/>
                    <a:pt x="234" y="90"/>
                  </a:cubicBezTo>
                  <a:close/>
                  <a:moveTo>
                    <a:pt x="15" y="190"/>
                  </a:moveTo>
                  <a:cubicBezTo>
                    <a:pt x="11" y="191"/>
                    <a:pt x="8" y="198"/>
                    <a:pt x="5" y="199"/>
                  </a:cubicBezTo>
                  <a:cubicBezTo>
                    <a:pt x="1" y="200"/>
                    <a:pt x="11" y="204"/>
                    <a:pt x="16" y="204"/>
                  </a:cubicBezTo>
                  <a:cubicBezTo>
                    <a:pt x="20" y="204"/>
                    <a:pt x="23" y="198"/>
                    <a:pt x="22" y="194"/>
                  </a:cubicBezTo>
                  <a:cubicBezTo>
                    <a:pt x="21" y="190"/>
                    <a:pt x="15" y="190"/>
                    <a:pt x="15" y="190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2" name="Freeform 69"/>
            <p:cNvSpPr>
              <a:spLocks/>
            </p:cNvSpPr>
            <p:nvPr/>
          </p:nvSpPr>
          <p:spPr bwMode="auto">
            <a:xfrm>
              <a:off x="1665" y="2986"/>
              <a:ext cx="654" cy="384"/>
            </a:xfrm>
            <a:custGeom>
              <a:avLst/>
              <a:gdLst>
                <a:gd name="T0" fmla="*/ 639 w 654"/>
                <a:gd name="T1" fmla="*/ 84 h 384"/>
                <a:gd name="T2" fmla="*/ 650 w 654"/>
                <a:gd name="T3" fmla="*/ 115 h 384"/>
                <a:gd name="T4" fmla="*/ 608 w 654"/>
                <a:gd name="T5" fmla="*/ 136 h 384"/>
                <a:gd name="T6" fmla="*/ 533 w 654"/>
                <a:gd name="T7" fmla="*/ 169 h 384"/>
                <a:gd name="T8" fmla="*/ 468 w 654"/>
                <a:gd name="T9" fmla="*/ 215 h 384"/>
                <a:gd name="T10" fmla="*/ 446 w 654"/>
                <a:gd name="T11" fmla="*/ 205 h 384"/>
                <a:gd name="T12" fmla="*/ 400 w 654"/>
                <a:gd name="T13" fmla="*/ 261 h 384"/>
                <a:gd name="T14" fmla="*/ 373 w 654"/>
                <a:gd name="T15" fmla="*/ 307 h 384"/>
                <a:gd name="T16" fmla="*/ 368 w 654"/>
                <a:gd name="T17" fmla="*/ 340 h 384"/>
                <a:gd name="T18" fmla="*/ 345 w 654"/>
                <a:gd name="T19" fmla="*/ 373 h 384"/>
                <a:gd name="T20" fmla="*/ 275 w 654"/>
                <a:gd name="T21" fmla="*/ 361 h 384"/>
                <a:gd name="T22" fmla="*/ 241 w 654"/>
                <a:gd name="T23" fmla="*/ 363 h 384"/>
                <a:gd name="T24" fmla="*/ 212 w 654"/>
                <a:gd name="T25" fmla="*/ 361 h 384"/>
                <a:gd name="T26" fmla="*/ 170 w 654"/>
                <a:gd name="T27" fmla="*/ 355 h 384"/>
                <a:gd name="T28" fmla="*/ 150 w 654"/>
                <a:gd name="T29" fmla="*/ 325 h 384"/>
                <a:gd name="T30" fmla="*/ 135 w 654"/>
                <a:gd name="T31" fmla="*/ 334 h 384"/>
                <a:gd name="T32" fmla="*/ 118 w 654"/>
                <a:gd name="T33" fmla="*/ 344 h 384"/>
                <a:gd name="T34" fmla="*/ 95 w 654"/>
                <a:gd name="T35" fmla="*/ 359 h 384"/>
                <a:gd name="T36" fmla="*/ 72 w 654"/>
                <a:gd name="T37" fmla="*/ 353 h 384"/>
                <a:gd name="T38" fmla="*/ 39 w 654"/>
                <a:gd name="T39" fmla="*/ 348 h 384"/>
                <a:gd name="T40" fmla="*/ 14 w 654"/>
                <a:gd name="T41" fmla="*/ 375 h 384"/>
                <a:gd name="T42" fmla="*/ 10 w 654"/>
                <a:gd name="T43" fmla="*/ 342 h 384"/>
                <a:gd name="T44" fmla="*/ 8 w 654"/>
                <a:gd name="T45" fmla="*/ 313 h 384"/>
                <a:gd name="T46" fmla="*/ 27 w 654"/>
                <a:gd name="T47" fmla="*/ 284 h 384"/>
                <a:gd name="T48" fmla="*/ 31 w 654"/>
                <a:gd name="T49" fmla="*/ 267 h 384"/>
                <a:gd name="T50" fmla="*/ 85 w 654"/>
                <a:gd name="T51" fmla="*/ 244 h 384"/>
                <a:gd name="T52" fmla="*/ 116 w 654"/>
                <a:gd name="T53" fmla="*/ 178 h 384"/>
                <a:gd name="T54" fmla="*/ 77 w 654"/>
                <a:gd name="T55" fmla="*/ 192 h 384"/>
                <a:gd name="T56" fmla="*/ 64 w 654"/>
                <a:gd name="T57" fmla="*/ 163 h 384"/>
                <a:gd name="T58" fmla="*/ 89 w 654"/>
                <a:gd name="T59" fmla="*/ 134 h 384"/>
                <a:gd name="T60" fmla="*/ 95 w 654"/>
                <a:gd name="T61" fmla="*/ 109 h 384"/>
                <a:gd name="T62" fmla="*/ 83 w 654"/>
                <a:gd name="T63" fmla="*/ 55 h 384"/>
                <a:gd name="T64" fmla="*/ 122 w 654"/>
                <a:gd name="T65" fmla="*/ 73 h 384"/>
                <a:gd name="T66" fmla="*/ 173 w 654"/>
                <a:gd name="T67" fmla="*/ 94 h 384"/>
                <a:gd name="T68" fmla="*/ 208 w 654"/>
                <a:gd name="T69" fmla="*/ 80 h 384"/>
                <a:gd name="T70" fmla="*/ 214 w 654"/>
                <a:gd name="T71" fmla="*/ 25 h 384"/>
                <a:gd name="T72" fmla="*/ 308 w 654"/>
                <a:gd name="T73" fmla="*/ 0 h 384"/>
                <a:gd name="T74" fmla="*/ 364 w 654"/>
                <a:gd name="T75" fmla="*/ 21 h 384"/>
                <a:gd name="T76" fmla="*/ 425 w 654"/>
                <a:gd name="T77" fmla="*/ 65 h 384"/>
                <a:gd name="T78" fmla="*/ 518 w 654"/>
                <a:gd name="T79" fmla="*/ 102 h 384"/>
                <a:gd name="T80" fmla="*/ 579 w 654"/>
                <a:gd name="T81" fmla="*/ 77 h 384"/>
                <a:gd name="T82" fmla="*/ 621 w 654"/>
                <a:gd name="T83" fmla="*/ 65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54" h="384">
                  <a:moveTo>
                    <a:pt x="654" y="61"/>
                  </a:moveTo>
                  <a:lnTo>
                    <a:pt x="643" y="67"/>
                  </a:lnTo>
                  <a:lnTo>
                    <a:pt x="639" y="84"/>
                  </a:lnTo>
                  <a:lnTo>
                    <a:pt x="652" y="96"/>
                  </a:lnTo>
                  <a:lnTo>
                    <a:pt x="637" y="107"/>
                  </a:lnTo>
                  <a:lnTo>
                    <a:pt x="650" y="115"/>
                  </a:lnTo>
                  <a:lnTo>
                    <a:pt x="633" y="123"/>
                  </a:lnTo>
                  <a:lnTo>
                    <a:pt x="618" y="136"/>
                  </a:lnTo>
                  <a:lnTo>
                    <a:pt x="608" y="136"/>
                  </a:lnTo>
                  <a:lnTo>
                    <a:pt x="604" y="153"/>
                  </a:lnTo>
                  <a:lnTo>
                    <a:pt x="566" y="153"/>
                  </a:lnTo>
                  <a:lnTo>
                    <a:pt x="533" y="169"/>
                  </a:lnTo>
                  <a:lnTo>
                    <a:pt x="531" y="184"/>
                  </a:lnTo>
                  <a:lnTo>
                    <a:pt x="502" y="184"/>
                  </a:lnTo>
                  <a:lnTo>
                    <a:pt x="468" y="215"/>
                  </a:lnTo>
                  <a:lnTo>
                    <a:pt x="454" y="217"/>
                  </a:lnTo>
                  <a:lnTo>
                    <a:pt x="458" y="209"/>
                  </a:lnTo>
                  <a:lnTo>
                    <a:pt x="446" y="205"/>
                  </a:lnTo>
                  <a:lnTo>
                    <a:pt x="414" y="236"/>
                  </a:lnTo>
                  <a:lnTo>
                    <a:pt x="416" y="255"/>
                  </a:lnTo>
                  <a:lnTo>
                    <a:pt x="400" y="261"/>
                  </a:lnTo>
                  <a:lnTo>
                    <a:pt x="400" y="280"/>
                  </a:lnTo>
                  <a:lnTo>
                    <a:pt x="379" y="288"/>
                  </a:lnTo>
                  <a:lnTo>
                    <a:pt x="373" y="307"/>
                  </a:lnTo>
                  <a:lnTo>
                    <a:pt x="375" y="321"/>
                  </a:lnTo>
                  <a:lnTo>
                    <a:pt x="373" y="325"/>
                  </a:lnTo>
                  <a:lnTo>
                    <a:pt x="368" y="340"/>
                  </a:lnTo>
                  <a:lnTo>
                    <a:pt x="350" y="359"/>
                  </a:lnTo>
                  <a:lnTo>
                    <a:pt x="352" y="369"/>
                  </a:lnTo>
                  <a:lnTo>
                    <a:pt x="345" y="373"/>
                  </a:lnTo>
                  <a:lnTo>
                    <a:pt x="337" y="384"/>
                  </a:lnTo>
                  <a:lnTo>
                    <a:pt x="312" y="382"/>
                  </a:lnTo>
                  <a:lnTo>
                    <a:pt x="275" y="361"/>
                  </a:lnTo>
                  <a:lnTo>
                    <a:pt x="258" y="355"/>
                  </a:lnTo>
                  <a:lnTo>
                    <a:pt x="248" y="367"/>
                  </a:lnTo>
                  <a:lnTo>
                    <a:pt x="241" y="363"/>
                  </a:lnTo>
                  <a:lnTo>
                    <a:pt x="233" y="359"/>
                  </a:lnTo>
                  <a:lnTo>
                    <a:pt x="227" y="369"/>
                  </a:lnTo>
                  <a:lnTo>
                    <a:pt x="212" y="361"/>
                  </a:lnTo>
                  <a:lnTo>
                    <a:pt x="202" y="367"/>
                  </a:lnTo>
                  <a:lnTo>
                    <a:pt x="181" y="350"/>
                  </a:lnTo>
                  <a:lnTo>
                    <a:pt x="170" y="355"/>
                  </a:lnTo>
                  <a:lnTo>
                    <a:pt x="160" y="348"/>
                  </a:lnTo>
                  <a:lnTo>
                    <a:pt x="162" y="334"/>
                  </a:lnTo>
                  <a:lnTo>
                    <a:pt x="150" y="325"/>
                  </a:lnTo>
                  <a:lnTo>
                    <a:pt x="143" y="332"/>
                  </a:lnTo>
                  <a:lnTo>
                    <a:pt x="139" y="330"/>
                  </a:lnTo>
                  <a:lnTo>
                    <a:pt x="135" y="334"/>
                  </a:lnTo>
                  <a:lnTo>
                    <a:pt x="118" y="328"/>
                  </a:lnTo>
                  <a:lnTo>
                    <a:pt x="112" y="340"/>
                  </a:lnTo>
                  <a:lnTo>
                    <a:pt x="118" y="344"/>
                  </a:lnTo>
                  <a:lnTo>
                    <a:pt x="118" y="353"/>
                  </a:lnTo>
                  <a:lnTo>
                    <a:pt x="114" y="357"/>
                  </a:lnTo>
                  <a:lnTo>
                    <a:pt x="95" y="359"/>
                  </a:lnTo>
                  <a:lnTo>
                    <a:pt x="89" y="367"/>
                  </a:lnTo>
                  <a:lnTo>
                    <a:pt x="81" y="367"/>
                  </a:lnTo>
                  <a:lnTo>
                    <a:pt x="72" y="353"/>
                  </a:lnTo>
                  <a:lnTo>
                    <a:pt x="60" y="363"/>
                  </a:lnTo>
                  <a:lnTo>
                    <a:pt x="54" y="359"/>
                  </a:lnTo>
                  <a:lnTo>
                    <a:pt x="39" y="348"/>
                  </a:lnTo>
                  <a:lnTo>
                    <a:pt x="27" y="353"/>
                  </a:lnTo>
                  <a:lnTo>
                    <a:pt x="25" y="365"/>
                  </a:lnTo>
                  <a:lnTo>
                    <a:pt x="14" y="375"/>
                  </a:lnTo>
                  <a:lnTo>
                    <a:pt x="8" y="371"/>
                  </a:lnTo>
                  <a:lnTo>
                    <a:pt x="10" y="363"/>
                  </a:lnTo>
                  <a:lnTo>
                    <a:pt x="10" y="342"/>
                  </a:lnTo>
                  <a:lnTo>
                    <a:pt x="0" y="334"/>
                  </a:lnTo>
                  <a:lnTo>
                    <a:pt x="2" y="323"/>
                  </a:lnTo>
                  <a:lnTo>
                    <a:pt x="8" y="313"/>
                  </a:lnTo>
                  <a:lnTo>
                    <a:pt x="12" y="300"/>
                  </a:lnTo>
                  <a:lnTo>
                    <a:pt x="25" y="300"/>
                  </a:lnTo>
                  <a:lnTo>
                    <a:pt x="27" y="284"/>
                  </a:lnTo>
                  <a:lnTo>
                    <a:pt x="35" y="271"/>
                  </a:lnTo>
                  <a:lnTo>
                    <a:pt x="27" y="265"/>
                  </a:lnTo>
                  <a:lnTo>
                    <a:pt x="31" y="267"/>
                  </a:lnTo>
                  <a:lnTo>
                    <a:pt x="54" y="259"/>
                  </a:lnTo>
                  <a:lnTo>
                    <a:pt x="64" y="267"/>
                  </a:lnTo>
                  <a:lnTo>
                    <a:pt x="85" y="244"/>
                  </a:lnTo>
                  <a:lnTo>
                    <a:pt x="77" y="236"/>
                  </a:lnTo>
                  <a:lnTo>
                    <a:pt x="127" y="192"/>
                  </a:lnTo>
                  <a:lnTo>
                    <a:pt x="116" y="178"/>
                  </a:lnTo>
                  <a:lnTo>
                    <a:pt x="97" y="175"/>
                  </a:lnTo>
                  <a:lnTo>
                    <a:pt x="87" y="182"/>
                  </a:lnTo>
                  <a:lnTo>
                    <a:pt x="77" y="192"/>
                  </a:lnTo>
                  <a:lnTo>
                    <a:pt x="58" y="186"/>
                  </a:lnTo>
                  <a:lnTo>
                    <a:pt x="56" y="173"/>
                  </a:lnTo>
                  <a:lnTo>
                    <a:pt x="64" y="163"/>
                  </a:lnTo>
                  <a:lnTo>
                    <a:pt x="70" y="148"/>
                  </a:lnTo>
                  <a:lnTo>
                    <a:pt x="89" y="146"/>
                  </a:lnTo>
                  <a:lnTo>
                    <a:pt x="89" y="134"/>
                  </a:lnTo>
                  <a:lnTo>
                    <a:pt x="83" y="125"/>
                  </a:lnTo>
                  <a:lnTo>
                    <a:pt x="83" y="117"/>
                  </a:lnTo>
                  <a:lnTo>
                    <a:pt x="95" y="109"/>
                  </a:lnTo>
                  <a:lnTo>
                    <a:pt x="97" y="86"/>
                  </a:lnTo>
                  <a:lnTo>
                    <a:pt x="85" y="75"/>
                  </a:lnTo>
                  <a:lnTo>
                    <a:pt x="83" y="55"/>
                  </a:lnTo>
                  <a:lnTo>
                    <a:pt x="89" y="55"/>
                  </a:lnTo>
                  <a:lnTo>
                    <a:pt x="104" y="61"/>
                  </a:lnTo>
                  <a:lnTo>
                    <a:pt x="122" y="73"/>
                  </a:lnTo>
                  <a:lnTo>
                    <a:pt x="143" y="84"/>
                  </a:lnTo>
                  <a:lnTo>
                    <a:pt x="152" y="102"/>
                  </a:lnTo>
                  <a:lnTo>
                    <a:pt x="173" y="94"/>
                  </a:lnTo>
                  <a:lnTo>
                    <a:pt x="202" y="111"/>
                  </a:lnTo>
                  <a:lnTo>
                    <a:pt x="216" y="94"/>
                  </a:lnTo>
                  <a:lnTo>
                    <a:pt x="208" y="80"/>
                  </a:lnTo>
                  <a:lnTo>
                    <a:pt x="212" y="65"/>
                  </a:lnTo>
                  <a:lnTo>
                    <a:pt x="202" y="46"/>
                  </a:lnTo>
                  <a:lnTo>
                    <a:pt x="214" y="25"/>
                  </a:lnTo>
                  <a:lnTo>
                    <a:pt x="227" y="7"/>
                  </a:lnTo>
                  <a:lnTo>
                    <a:pt x="302" y="9"/>
                  </a:lnTo>
                  <a:lnTo>
                    <a:pt x="308" y="0"/>
                  </a:lnTo>
                  <a:lnTo>
                    <a:pt x="335" y="2"/>
                  </a:lnTo>
                  <a:lnTo>
                    <a:pt x="348" y="17"/>
                  </a:lnTo>
                  <a:lnTo>
                    <a:pt x="364" y="21"/>
                  </a:lnTo>
                  <a:lnTo>
                    <a:pt x="395" y="44"/>
                  </a:lnTo>
                  <a:lnTo>
                    <a:pt x="412" y="50"/>
                  </a:lnTo>
                  <a:lnTo>
                    <a:pt x="425" y="65"/>
                  </a:lnTo>
                  <a:lnTo>
                    <a:pt x="452" y="69"/>
                  </a:lnTo>
                  <a:lnTo>
                    <a:pt x="500" y="102"/>
                  </a:lnTo>
                  <a:lnTo>
                    <a:pt x="518" y="102"/>
                  </a:lnTo>
                  <a:lnTo>
                    <a:pt x="527" y="109"/>
                  </a:lnTo>
                  <a:lnTo>
                    <a:pt x="560" y="100"/>
                  </a:lnTo>
                  <a:lnTo>
                    <a:pt x="579" y="77"/>
                  </a:lnTo>
                  <a:lnTo>
                    <a:pt x="600" y="82"/>
                  </a:lnTo>
                  <a:lnTo>
                    <a:pt x="606" y="67"/>
                  </a:lnTo>
                  <a:lnTo>
                    <a:pt x="621" y="65"/>
                  </a:lnTo>
                  <a:lnTo>
                    <a:pt x="637" y="52"/>
                  </a:lnTo>
                  <a:lnTo>
                    <a:pt x="654" y="61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3" name="Freeform 70"/>
            <p:cNvSpPr>
              <a:spLocks/>
            </p:cNvSpPr>
            <p:nvPr/>
          </p:nvSpPr>
          <p:spPr bwMode="auto">
            <a:xfrm>
              <a:off x="1294" y="2651"/>
              <a:ext cx="323" cy="381"/>
            </a:xfrm>
            <a:custGeom>
              <a:avLst/>
              <a:gdLst>
                <a:gd name="T0" fmla="*/ 0 w 155"/>
                <a:gd name="T1" fmla="*/ 98 h 183"/>
                <a:gd name="T2" fmla="*/ 32 w 155"/>
                <a:gd name="T3" fmla="*/ 98 h 183"/>
                <a:gd name="T4" fmla="*/ 55 w 155"/>
                <a:gd name="T5" fmla="*/ 94 h 183"/>
                <a:gd name="T6" fmla="*/ 60 w 155"/>
                <a:gd name="T7" fmla="*/ 81 h 183"/>
                <a:gd name="T8" fmla="*/ 61 w 155"/>
                <a:gd name="T9" fmla="*/ 62 h 183"/>
                <a:gd name="T10" fmla="*/ 71 w 155"/>
                <a:gd name="T11" fmla="*/ 59 h 183"/>
                <a:gd name="T12" fmla="*/ 77 w 155"/>
                <a:gd name="T13" fmla="*/ 49 h 183"/>
                <a:gd name="T14" fmla="*/ 81 w 155"/>
                <a:gd name="T15" fmla="*/ 41 h 183"/>
                <a:gd name="T16" fmla="*/ 83 w 155"/>
                <a:gd name="T17" fmla="*/ 36 h 183"/>
                <a:gd name="T18" fmla="*/ 91 w 155"/>
                <a:gd name="T19" fmla="*/ 30 h 183"/>
                <a:gd name="T20" fmla="*/ 101 w 155"/>
                <a:gd name="T21" fmla="*/ 21 h 183"/>
                <a:gd name="T22" fmla="*/ 108 w 155"/>
                <a:gd name="T23" fmla="*/ 22 h 183"/>
                <a:gd name="T24" fmla="*/ 120 w 155"/>
                <a:gd name="T25" fmla="*/ 0 h 183"/>
                <a:gd name="T26" fmla="*/ 135 w 155"/>
                <a:gd name="T27" fmla="*/ 12 h 183"/>
                <a:gd name="T28" fmla="*/ 133 w 155"/>
                <a:gd name="T29" fmla="*/ 23 h 183"/>
                <a:gd name="T30" fmla="*/ 137 w 155"/>
                <a:gd name="T31" fmla="*/ 28 h 183"/>
                <a:gd name="T32" fmla="*/ 152 w 155"/>
                <a:gd name="T33" fmla="*/ 33 h 183"/>
                <a:gd name="T34" fmla="*/ 151 w 155"/>
                <a:gd name="T35" fmla="*/ 43 h 183"/>
                <a:gd name="T36" fmla="*/ 151 w 155"/>
                <a:gd name="T37" fmla="*/ 58 h 183"/>
                <a:gd name="T38" fmla="*/ 140 w 155"/>
                <a:gd name="T39" fmla="*/ 65 h 183"/>
                <a:gd name="T40" fmla="*/ 133 w 155"/>
                <a:gd name="T41" fmla="*/ 70 h 183"/>
                <a:gd name="T42" fmla="*/ 126 w 155"/>
                <a:gd name="T43" fmla="*/ 85 h 183"/>
                <a:gd name="T44" fmla="*/ 121 w 155"/>
                <a:gd name="T45" fmla="*/ 93 h 183"/>
                <a:gd name="T46" fmla="*/ 126 w 155"/>
                <a:gd name="T47" fmla="*/ 103 h 183"/>
                <a:gd name="T48" fmla="*/ 125 w 155"/>
                <a:gd name="T49" fmla="*/ 113 h 183"/>
                <a:gd name="T50" fmla="*/ 126 w 155"/>
                <a:gd name="T51" fmla="*/ 116 h 183"/>
                <a:gd name="T52" fmla="*/ 118 w 155"/>
                <a:gd name="T53" fmla="*/ 124 h 183"/>
                <a:gd name="T54" fmla="*/ 109 w 155"/>
                <a:gd name="T55" fmla="*/ 120 h 183"/>
                <a:gd name="T56" fmla="*/ 110 w 155"/>
                <a:gd name="T57" fmla="*/ 130 h 183"/>
                <a:gd name="T58" fmla="*/ 101 w 155"/>
                <a:gd name="T59" fmla="*/ 137 h 183"/>
                <a:gd name="T60" fmla="*/ 102 w 155"/>
                <a:gd name="T61" fmla="*/ 147 h 183"/>
                <a:gd name="T62" fmla="*/ 108 w 155"/>
                <a:gd name="T63" fmla="*/ 152 h 183"/>
                <a:gd name="T64" fmla="*/ 105 w 155"/>
                <a:gd name="T65" fmla="*/ 157 h 183"/>
                <a:gd name="T66" fmla="*/ 98 w 155"/>
                <a:gd name="T67" fmla="*/ 161 h 183"/>
                <a:gd name="T68" fmla="*/ 99 w 155"/>
                <a:gd name="T69" fmla="*/ 170 h 183"/>
                <a:gd name="T70" fmla="*/ 86 w 155"/>
                <a:gd name="T71" fmla="*/ 179 h 183"/>
                <a:gd name="T72" fmla="*/ 82 w 155"/>
                <a:gd name="T73" fmla="*/ 171 h 183"/>
                <a:gd name="T74" fmla="*/ 74 w 155"/>
                <a:gd name="T75" fmla="*/ 170 h 183"/>
                <a:gd name="T76" fmla="*/ 69 w 155"/>
                <a:gd name="T77" fmla="*/ 171 h 183"/>
                <a:gd name="T78" fmla="*/ 65 w 155"/>
                <a:gd name="T79" fmla="*/ 167 h 183"/>
                <a:gd name="T80" fmla="*/ 56 w 155"/>
                <a:gd name="T81" fmla="*/ 169 h 183"/>
                <a:gd name="T82" fmla="*/ 50 w 155"/>
                <a:gd name="T83" fmla="*/ 173 h 183"/>
                <a:gd name="T84" fmla="*/ 45 w 155"/>
                <a:gd name="T85" fmla="*/ 171 h 183"/>
                <a:gd name="T86" fmla="*/ 41 w 155"/>
                <a:gd name="T87" fmla="*/ 178 h 183"/>
                <a:gd name="T88" fmla="*/ 32 w 155"/>
                <a:gd name="T89" fmla="*/ 183 h 183"/>
                <a:gd name="T90" fmla="*/ 24 w 155"/>
                <a:gd name="T91" fmla="*/ 160 h 183"/>
                <a:gd name="T92" fmla="*/ 15 w 155"/>
                <a:gd name="T93" fmla="*/ 156 h 183"/>
                <a:gd name="T94" fmla="*/ 0 w 155"/>
                <a:gd name="T95" fmla="*/ 111 h 183"/>
                <a:gd name="T96" fmla="*/ 0 w 155"/>
                <a:gd name="T97" fmla="*/ 98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5" h="183">
                  <a:moveTo>
                    <a:pt x="0" y="98"/>
                  </a:moveTo>
                  <a:cubicBezTo>
                    <a:pt x="32" y="98"/>
                    <a:pt x="32" y="98"/>
                    <a:pt x="32" y="98"/>
                  </a:cubicBezTo>
                  <a:cubicBezTo>
                    <a:pt x="43" y="98"/>
                    <a:pt x="47" y="95"/>
                    <a:pt x="55" y="94"/>
                  </a:cubicBezTo>
                  <a:cubicBezTo>
                    <a:pt x="62" y="93"/>
                    <a:pt x="59" y="87"/>
                    <a:pt x="60" y="81"/>
                  </a:cubicBezTo>
                  <a:cubicBezTo>
                    <a:pt x="60" y="75"/>
                    <a:pt x="61" y="65"/>
                    <a:pt x="61" y="62"/>
                  </a:cubicBezTo>
                  <a:cubicBezTo>
                    <a:pt x="61" y="59"/>
                    <a:pt x="65" y="59"/>
                    <a:pt x="71" y="59"/>
                  </a:cubicBezTo>
                  <a:cubicBezTo>
                    <a:pt x="77" y="59"/>
                    <a:pt x="77" y="56"/>
                    <a:pt x="77" y="49"/>
                  </a:cubicBezTo>
                  <a:cubicBezTo>
                    <a:pt x="77" y="42"/>
                    <a:pt x="77" y="41"/>
                    <a:pt x="81" y="41"/>
                  </a:cubicBezTo>
                  <a:cubicBezTo>
                    <a:pt x="86" y="42"/>
                    <a:pt x="84" y="40"/>
                    <a:pt x="83" y="36"/>
                  </a:cubicBezTo>
                  <a:cubicBezTo>
                    <a:pt x="83" y="33"/>
                    <a:pt x="89" y="33"/>
                    <a:pt x="91" y="30"/>
                  </a:cubicBezTo>
                  <a:cubicBezTo>
                    <a:pt x="93" y="28"/>
                    <a:pt x="98" y="23"/>
                    <a:pt x="101" y="21"/>
                  </a:cubicBezTo>
                  <a:cubicBezTo>
                    <a:pt x="105" y="19"/>
                    <a:pt x="106" y="23"/>
                    <a:pt x="108" y="22"/>
                  </a:cubicBezTo>
                  <a:cubicBezTo>
                    <a:pt x="109" y="21"/>
                    <a:pt x="115" y="9"/>
                    <a:pt x="120" y="0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7" y="28"/>
                    <a:pt x="137" y="28"/>
                    <a:pt x="137" y="28"/>
                  </a:cubicBezTo>
                  <a:cubicBezTo>
                    <a:pt x="152" y="33"/>
                    <a:pt x="152" y="33"/>
                    <a:pt x="152" y="33"/>
                  </a:cubicBezTo>
                  <a:cubicBezTo>
                    <a:pt x="150" y="37"/>
                    <a:pt x="148" y="35"/>
                    <a:pt x="151" y="43"/>
                  </a:cubicBezTo>
                  <a:cubicBezTo>
                    <a:pt x="155" y="53"/>
                    <a:pt x="153" y="56"/>
                    <a:pt x="151" y="58"/>
                  </a:cubicBezTo>
                  <a:cubicBezTo>
                    <a:pt x="149" y="60"/>
                    <a:pt x="143" y="65"/>
                    <a:pt x="140" y="65"/>
                  </a:cubicBezTo>
                  <a:cubicBezTo>
                    <a:pt x="137" y="66"/>
                    <a:pt x="133" y="66"/>
                    <a:pt x="133" y="70"/>
                  </a:cubicBezTo>
                  <a:cubicBezTo>
                    <a:pt x="133" y="75"/>
                    <a:pt x="130" y="83"/>
                    <a:pt x="126" y="85"/>
                  </a:cubicBezTo>
                  <a:cubicBezTo>
                    <a:pt x="121" y="87"/>
                    <a:pt x="122" y="91"/>
                    <a:pt x="121" y="93"/>
                  </a:cubicBezTo>
                  <a:cubicBezTo>
                    <a:pt x="120" y="95"/>
                    <a:pt x="126" y="98"/>
                    <a:pt x="126" y="103"/>
                  </a:cubicBezTo>
                  <a:cubicBezTo>
                    <a:pt x="126" y="107"/>
                    <a:pt x="124" y="109"/>
                    <a:pt x="125" y="113"/>
                  </a:cubicBezTo>
                  <a:cubicBezTo>
                    <a:pt x="125" y="115"/>
                    <a:pt x="125" y="115"/>
                    <a:pt x="126" y="116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09" y="120"/>
                    <a:pt x="109" y="120"/>
                    <a:pt x="109" y="120"/>
                  </a:cubicBezTo>
                  <a:cubicBezTo>
                    <a:pt x="110" y="130"/>
                    <a:pt x="110" y="130"/>
                    <a:pt x="110" y="130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2" y="147"/>
                    <a:pt x="102" y="147"/>
                    <a:pt x="102" y="147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5" y="157"/>
                    <a:pt x="105" y="157"/>
                    <a:pt x="105" y="157"/>
                  </a:cubicBezTo>
                  <a:cubicBezTo>
                    <a:pt x="98" y="161"/>
                    <a:pt x="98" y="161"/>
                    <a:pt x="98" y="161"/>
                  </a:cubicBezTo>
                  <a:cubicBezTo>
                    <a:pt x="99" y="170"/>
                    <a:pt x="99" y="170"/>
                    <a:pt x="99" y="170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2" y="171"/>
                    <a:pt x="82" y="171"/>
                    <a:pt x="82" y="171"/>
                  </a:cubicBezTo>
                  <a:cubicBezTo>
                    <a:pt x="74" y="170"/>
                    <a:pt x="74" y="170"/>
                    <a:pt x="74" y="170"/>
                  </a:cubicBezTo>
                  <a:cubicBezTo>
                    <a:pt x="69" y="171"/>
                    <a:pt x="69" y="171"/>
                    <a:pt x="69" y="171"/>
                  </a:cubicBezTo>
                  <a:cubicBezTo>
                    <a:pt x="65" y="167"/>
                    <a:pt x="65" y="167"/>
                    <a:pt x="65" y="167"/>
                  </a:cubicBezTo>
                  <a:cubicBezTo>
                    <a:pt x="56" y="169"/>
                    <a:pt x="56" y="169"/>
                    <a:pt x="56" y="169"/>
                  </a:cubicBezTo>
                  <a:cubicBezTo>
                    <a:pt x="50" y="173"/>
                    <a:pt x="50" y="173"/>
                    <a:pt x="50" y="173"/>
                  </a:cubicBezTo>
                  <a:cubicBezTo>
                    <a:pt x="45" y="171"/>
                    <a:pt x="45" y="171"/>
                    <a:pt x="45" y="171"/>
                  </a:cubicBezTo>
                  <a:cubicBezTo>
                    <a:pt x="41" y="178"/>
                    <a:pt x="41" y="178"/>
                    <a:pt x="41" y="178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24" y="160"/>
                    <a:pt x="24" y="160"/>
                    <a:pt x="24" y="160"/>
                  </a:cubicBezTo>
                  <a:cubicBezTo>
                    <a:pt x="15" y="156"/>
                    <a:pt x="15" y="156"/>
                    <a:pt x="15" y="156"/>
                  </a:cubicBezTo>
                  <a:cubicBezTo>
                    <a:pt x="0" y="111"/>
                    <a:pt x="0" y="111"/>
                    <a:pt x="0" y="111"/>
                  </a:cubicBezTo>
                  <a:lnTo>
                    <a:pt x="0" y="98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4" name="Freeform 71"/>
            <p:cNvSpPr>
              <a:spLocks/>
            </p:cNvSpPr>
            <p:nvPr/>
          </p:nvSpPr>
          <p:spPr bwMode="auto">
            <a:xfrm>
              <a:off x="827" y="3905"/>
              <a:ext cx="89" cy="77"/>
            </a:xfrm>
            <a:custGeom>
              <a:avLst/>
              <a:gdLst>
                <a:gd name="T0" fmla="*/ 34 w 43"/>
                <a:gd name="T1" fmla="*/ 2 h 37"/>
                <a:gd name="T2" fmla="*/ 36 w 43"/>
                <a:gd name="T3" fmla="*/ 3 h 37"/>
                <a:gd name="T4" fmla="*/ 37 w 43"/>
                <a:gd name="T5" fmla="*/ 6 h 37"/>
                <a:gd name="T6" fmla="*/ 39 w 43"/>
                <a:gd name="T7" fmla="*/ 11 h 37"/>
                <a:gd name="T8" fmla="*/ 43 w 43"/>
                <a:gd name="T9" fmla="*/ 17 h 37"/>
                <a:gd name="T10" fmla="*/ 37 w 43"/>
                <a:gd name="T11" fmla="*/ 19 h 37"/>
                <a:gd name="T12" fmla="*/ 37 w 43"/>
                <a:gd name="T13" fmla="*/ 22 h 37"/>
                <a:gd name="T14" fmla="*/ 40 w 43"/>
                <a:gd name="T15" fmla="*/ 26 h 37"/>
                <a:gd name="T16" fmla="*/ 39 w 43"/>
                <a:gd name="T17" fmla="*/ 30 h 37"/>
                <a:gd name="T18" fmla="*/ 38 w 43"/>
                <a:gd name="T19" fmla="*/ 32 h 37"/>
                <a:gd name="T20" fmla="*/ 37 w 43"/>
                <a:gd name="T21" fmla="*/ 32 h 37"/>
                <a:gd name="T22" fmla="*/ 29 w 43"/>
                <a:gd name="T23" fmla="*/ 35 h 37"/>
                <a:gd name="T24" fmla="*/ 24 w 43"/>
                <a:gd name="T25" fmla="*/ 37 h 37"/>
                <a:gd name="T26" fmla="*/ 24 w 43"/>
                <a:gd name="T27" fmla="*/ 37 h 37"/>
                <a:gd name="T28" fmla="*/ 14 w 43"/>
                <a:gd name="T29" fmla="*/ 31 h 37"/>
                <a:gd name="T30" fmla="*/ 5 w 43"/>
                <a:gd name="T31" fmla="*/ 15 h 37"/>
                <a:gd name="T32" fmla="*/ 0 w 43"/>
                <a:gd name="T33" fmla="*/ 8 h 37"/>
                <a:gd name="T34" fmla="*/ 2 w 43"/>
                <a:gd name="T35" fmla="*/ 7 h 37"/>
                <a:gd name="T36" fmla="*/ 8 w 43"/>
                <a:gd name="T37" fmla="*/ 4 h 37"/>
                <a:gd name="T38" fmla="*/ 15 w 43"/>
                <a:gd name="T39" fmla="*/ 0 h 37"/>
                <a:gd name="T40" fmla="*/ 20 w 43"/>
                <a:gd name="T41" fmla="*/ 6 h 37"/>
                <a:gd name="T42" fmla="*/ 28 w 43"/>
                <a:gd name="T43" fmla="*/ 8 h 37"/>
                <a:gd name="T44" fmla="*/ 33 w 43"/>
                <a:gd name="T45" fmla="*/ 3 h 37"/>
                <a:gd name="T46" fmla="*/ 34 w 43"/>
                <a:gd name="T47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37">
                  <a:moveTo>
                    <a:pt x="34" y="2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37" y="18"/>
                    <a:pt x="37" y="19"/>
                  </a:cubicBezTo>
                  <a:cubicBezTo>
                    <a:pt x="36" y="20"/>
                    <a:pt x="37" y="22"/>
                    <a:pt x="37" y="22"/>
                  </a:cubicBezTo>
                  <a:cubicBezTo>
                    <a:pt x="37" y="22"/>
                    <a:pt x="40" y="26"/>
                    <a:pt x="40" y="26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7" y="36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1" y="34"/>
                    <a:pt x="17" y="34"/>
                    <a:pt x="14" y="31"/>
                  </a:cubicBezTo>
                  <a:cubicBezTo>
                    <a:pt x="11" y="28"/>
                    <a:pt x="7" y="22"/>
                    <a:pt x="5" y="15"/>
                  </a:cubicBezTo>
                  <a:cubicBezTo>
                    <a:pt x="4" y="12"/>
                    <a:pt x="2" y="10"/>
                    <a:pt x="0" y="8"/>
                  </a:cubicBezTo>
                  <a:cubicBezTo>
                    <a:pt x="1" y="8"/>
                    <a:pt x="1" y="7"/>
                    <a:pt x="2" y="7"/>
                  </a:cubicBezTo>
                  <a:cubicBezTo>
                    <a:pt x="3" y="5"/>
                    <a:pt x="7" y="4"/>
                    <a:pt x="8" y="4"/>
                  </a:cubicBezTo>
                  <a:cubicBezTo>
                    <a:pt x="9" y="3"/>
                    <a:pt x="13" y="1"/>
                    <a:pt x="15" y="0"/>
                  </a:cubicBezTo>
                  <a:cubicBezTo>
                    <a:pt x="17" y="0"/>
                    <a:pt x="19" y="5"/>
                    <a:pt x="20" y="6"/>
                  </a:cubicBezTo>
                  <a:cubicBezTo>
                    <a:pt x="21" y="8"/>
                    <a:pt x="26" y="8"/>
                    <a:pt x="28" y="8"/>
                  </a:cubicBezTo>
                  <a:cubicBezTo>
                    <a:pt x="29" y="8"/>
                    <a:pt x="32" y="6"/>
                    <a:pt x="33" y="3"/>
                  </a:cubicBezTo>
                  <a:cubicBezTo>
                    <a:pt x="34" y="3"/>
                    <a:pt x="34" y="2"/>
                    <a:pt x="34" y="2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5" name="Freeform 72"/>
            <p:cNvSpPr>
              <a:spLocks/>
            </p:cNvSpPr>
            <p:nvPr/>
          </p:nvSpPr>
          <p:spPr bwMode="auto">
            <a:xfrm>
              <a:off x="877" y="3972"/>
              <a:ext cx="89" cy="63"/>
            </a:xfrm>
            <a:custGeom>
              <a:avLst/>
              <a:gdLst>
                <a:gd name="T0" fmla="*/ 0 w 43"/>
                <a:gd name="T1" fmla="*/ 5 h 30"/>
                <a:gd name="T2" fmla="*/ 5 w 43"/>
                <a:gd name="T3" fmla="*/ 3 h 30"/>
                <a:gd name="T4" fmla="*/ 13 w 43"/>
                <a:gd name="T5" fmla="*/ 0 h 30"/>
                <a:gd name="T6" fmla="*/ 16 w 43"/>
                <a:gd name="T7" fmla="*/ 0 h 30"/>
                <a:gd name="T8" fmla="*/ 22 w 43"/>
                <a:gd name="T9" fmla="*/ 1 h 30"/>
                <a:gd name="T10" fmla="*/ 26 w 43"/>
                <a:gd name="T11" fmla="*/ 3 h 30"/>
                <a:gd name="T12" fmla="*/ 32 w 43"/>
                <a:gd name="T13" fmla="*/ 12 h 30"/>
                <a:gd name="T14" fmla="*/ 37 w 43"/>
                <a:gd name="T15" fmla="*/ 11 h 30"/>
                <a:gd name="T16" fmla="*/ 43 w 43"/>
                <a:gd name="T17" fmla="*/ 15 h 30"/>
                <a:gd name="T18" fmla="*/ 43 w 43"/>
                <a:gd name="T19" fmla="*/ 19 h 30"/>
                <a:gd name="T20" fmla="*/ 43 w 43"/>
                <a:gd name="T21" fmla="*/ 20 h 30"/>
                <a:gd name="T22" fmla="*/ 42 w 43"/>
                <a:gd name="T23" fmla="*/ 20 h 30"/>
                <a:gd name="T24" fmla="*/ 38 w 43"/>
                <a:gd name="T25" fmla="*/ 21 h 30"/>
                <a:gd name="T26" fmla="*/ 38 w 43"/>
                <a:gd name="T27" fmla="*/ 27 h 30"/>
                <a:gd name="T28" fmla="*/ 35 w 43"/>
                <a:gd name="T29" fmla="*/ 27 h 30"/>
                <a:gd name="T30" fmla="*/ 29 w 43"/>
                <a:gd name="T31" fmla="*/ 30 h 30"/>
                <a:gd name="T32" fmla="*/ 26 w 43"/>
                <a:gd name="T33" fmla="*/ 28 h 30"/>
                <a:gd name="T34" fmla="*/ 20 w 43"/>
                <a:gd name="T35" fmla="*/ 27 h 30"/>
                <a:gd name="T36" fmla="*/ 12 w 43"/>
                <a:gd name="T37" fmla="*/ 29 h 30"/>
                <a:gd name="T38" fmla="*/ 11 w 43"/>
                <a:gd name="T39" fmla="*/ 26 h 30"/>
                <a:gd name="T40" fmla="*/ 10 w 43"/>
                <a:gd name="T41" fmla="*/ 18 h 30"/>
                <a:gd name="T42" fmla="*/ 0 w 43"/>
                <a:gd name="T43" fmla="*/ 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" h="30">
                  <a:moveTo>
                    <a:pt x="0" y="5"/>
                  </a:moveTo>
                  <a:cubicBezTo>
                    <a:pt x="3" y="4"/>
                    <a:pt x="5" y="3"/>
                    <a:pt x="5" y="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8"/>
                    <a:pt x="11" y="27"/>
                    <a:pt x="11" y="26"/>
                  </a:cubicBezTo>
                  <a:cubicBezTo>
                    <a:pt x="8" y="23"/>
                    <a:pt x="8" y="22"/>
                    <a:pt x="10" y="18"/>
                  </a:cubicBezTo>
                  <a:cubicBezTo>
                    <a:pt x="11" y="13"/>
                    <a:pt x="2" y="9"/>
                    <a:pt x="0" y="5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6" name="Freeform 73"/>
            <p:cNvSpPr>
              <a:spLocks/>
            </p:cNvSpPr>
            <p:nvPr/>
          </p:nvSpPr>
          <p:spPr bwMode="auto">
            <a:xfrm>
              <a:off x="902" y="4014"/>
              <a:ext cx="77" cy="62"/>
            </a:xfrm>
            <a:custGeom>
              <a:avLst/>
              <a:gdLst>
                <a:gd name="T0" fmla="*/ 0 w 37"/>
                <a:gd name="T1" fmla="*/ 9 h 30"/>
                <a:gd name="T2" fmla="*/ 8 w 37"/>
                <a:gd name="T3" fmla="*/ 7 h 30"/>
                <a:gd name="T4" fmla="*/ 14 w 37"/>
                <a:gd name="T5" fmla="*/ 8 h 30"/>
                <a:gd name="T6" fmla="*/ 17 w 37"/>
                <a:gd name="T7" fmla="*/ 10 h 30"/>
                <a:gd name="T8" fmla="*/ 23 w 37"/>
                <a:gd name="T9" fmla="*/ 7 h 30"/>
                <a:gd name="T10" fmla="*/ 26 w 37"/>
                <a:gd name="T11" fmla="*/ 7 h 30"/>
                <a:gd name="T12" fmla="*/ 26 w 37"/>
                <a:gd name="T13" fmla="*/ 1 h 30"/>
                <a:gd name="T14" fmla="*/ 30 w 37"/>
                <a:gd name="T15" fmla="*/ 0 h 30"/>
                <a:gd name="T16" fmla="*/ 34 w 37"/>
                <a:gd name="T17" fmla="*/ 2 h 30"/>
                <a:gd name="T18" fmla="*/ 37 w 37"/>
                <a:gd name="T19" fmla="*/ 5 h 30"/>
                <a:gd name="T20" fmla="*/ 37 w 37"/>
                <a:gd name="T21" fmla="*/ 11 h 30"/>
                <a:gd name="T22" fmla="*/ 32 w 37"/>
                <a:gd name="T23" fmla="*/ 12 h 30"/>
                <a:gd name="T24" fmla="*/ 32 w 37"/>
                <a:gd name="T25" fmla="*/ 13 h 30"/>
                <a:gd name="T26" fmla="*/ 27 w 37"/>
                <a:gd name="T27" fmla="*/ 11 h 30"/>
                <a:gd name="T28" fmla="*/ 25 w 37"/>
                <a:gd name="T29" fmla="*/ 17 h 30"/>
                <a:gd name="T30" fmla="*/ 25 w 37"/>
                <a:gd name="T31" fmla="*/ 24 h 30"/>
                <a:gd name="T32" fmla="*/ 23 w 37"/>
                <a:gd name="T33" fmla="*/ 28 h 30"/>
                <a:gd name="T34" fmla="*/ 20 w 37"/>
                <a:gd name="T35" fmla="*/ 30 h 30"/>
                <a:gd name="T36" fmla="*/ 15 w 37"/>
                <a:gd name="T37" fmla="*/ 26 h 30"/>
                <a:gd name="T38" fmla="*/ 3 w 37"/>
                <a:gd name="T39" fmla="*/ 22 h 30"/>
                <a:gd name="T40" fmla="*/ 4 w 37"/>
                <a:gd name="T41" fmla="*/ 15 h 30"/>
                <a:gd name="T42" fmla="*/ 0 w 37"/>
                <a:gd name="T43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30">
                  <a:moveTo>
                    <a:pt x="0" y="9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5" y="11"/>
                    <a:pt x="32" y="11"/>
                    <a:pt x="32" y="12"/>
                  </a:cubicBezTo>
                  <a:cubicBezTo>
                    <a:pt x="32" y="12"/>
                    <a:pt x="32" y="13"/>
                    <a:pt x="32" y="13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11"/>
                    <a:pt x="25" y="16"/>
                    <a:pt x="25" y="17"/>
                  </a:cubicBezTo>
                  <a:cubicBezTo>
                    <a:pt x="25" y="18"/>
                    <a:pt x="25" y="24"/>
                    <a:pt x="25" y="24"/>
                  </a:cubicBezTo>
                  <a:cubicBezTo>
                    <a:pt x="25" y="24"/>
                    <a:pt x="24" y="28"/>
                    <a:pt x="23" y="28"/>
                  </a:cubicBezTo>
                  <a:cubicBezTo>
                    <a:pt x="23" y="28"/>
                    <a:pt x="21" y="29"/>
                    <a:pt x="20" y="30"/>
                  </a:cubicBezTo>
                  <a:cubicBezTo>
                    <a:pt x="18" y="28"/>
                    <a:pt x="16" y="27"/>
                    <a:pt x="15" y="26"/>
                  </a:cubicBezTo>
                  <a:cubicBezTo>
                    <a:pt x="12" y="24"/>
                    <a:pt x="5" y="25"/>
                    <a:pt x="3" y="22"/>
                  </a:cubicBezTo>
                  <a:cubicBezTo>
                    <a:pt x="2" y="19"/>
                    <a:pt x="3" y="18"/>
                    <a:pt x="4" y="15"/>
                  </a:cubicBezTo>
                  <a:cubicBezTo>
                    <a:pt x="4" y="13"/>
                    <a:pt x="2" y="11"/>
                    <a:pt x="0" y="9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7" name="Freeform 74"/>
            <p:cNvSpPr>
              <a:spLocks/>
            </p:cNvSpPr>
            <p:nvPr/>
          </p:nvSpPr>
          <p:spPr bwMode="auto">
            <a:xfrm>
              <a:off x="943" y="4037"/>
              <a:ext cx="40" cy="64"/>
            </a:xfrm>
            <a:custGeom>
              <a:avLst/>
              <a:gdLst>
                <a:gd name="T0" fmla="*/ 12 w 19"/>
                <a:gd name="T1" fmla="*/ 2 h 31"/>
                <a:gd name="T2" fmla="*/ 7 w 19"/>
                <a:gd name="T3" fmla="*/ 0 h 31"/>
                <a:gd name="T4" fmla="*/ 5 w 19"/>
                <a:gd name="T5" fmla="*/ 6 h 31"/>
                <a:gd name="T6" fmla="*/ 5 w 19"/>
                <a:gd name="T7" fmla="*/ 13 h 31"/>
                <a:gd name="T8" fmla="*/ 3 w 19"/>
                <a:gd name="T9" fmla="*/ 17 h 31"/>
                <a:gd name="T10" fmla="*/ 0 w 19"/>
                <a:gd name="T11" fmla="*/ 19 h 31"/>
                <a:gd name="T12" fmla="*/ 1 w 19"/>
                <a:gd name="T13" fmla="*/ 20 h 31"/>
                <a:gd name="T14" fmla="*/ 5 w 19"/>
                <a:gd name="T15" fmla="*/ 31 h 31"/>
                <a:gd name="T16" fmla="*/ 14 w 19"/>
                <a:gd name="T17" fmla="*/ 24 h 31"/>
                <a:gd name="T18" fmla="*/ 19 w 19"/>
                <a:gd name="T19" fmla="*/ 10 h 31"/>
                <a:gd name="T20" fmla="*/ 12 w 19"/>
                <a:gd name="T2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31">
                  <a:moveTo>
                    <a:pt x="12" y="2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5" y="5"/>
                    <a:pt x="5" y="6"/>
                  </a:cubicBezTo>
                  <a:cubicBezTo>
                    <a:pt x="5" y="7"/>
                    <a:pt x="5" y="13"/>
                    <a:pt x="5" y="13"/>
                  </a:cubicBezTo>
                  <a:cubicBezTo>
                    <a:pt x="5" y="13"/>
                    <a:pt x="4" y="17"/>
                    <a:pt x="3" y="17"/>
                  </a:cubicBezTo>
                  <a:cubicBezTo>
                    <a:pt x="3" y="17"/>
                    <a:pt x="1" y="18"/>
                    <a:pt x="0" y="19"/>
                  </a:cubicBezTo>
                  <a:cubicBezTo>
                    <a:pt x="0" y="19"/>
                    <a:pt x="1" y="20"/>
                    <a:pt x="1" y="20"/>
                  </a:cubicBezTo>
                  <a:cubicBezTo>
                    <a:pt x="2" y="22"/>
                    <a:pt x="4" y="26"/>
                    <a:pt x="5" y="31"/>
                  </a:cubicBezTo>
                  <a:cubicBezTo>
                    <a:pt x="9" y="29"/>
                    <a:pt x="13" y="26"/>
                    <a:pt x="14" y="24"/>
                  </a:cubicBezTo>
                  <a:cubicBezTo>
                    <a:pt x="15" y="19"/>
                    <a:pt x="19" y="10"/>
                    <a:pt x="19" y="10"/>
                  </a:cubicBezTo>
                  <a:cubicBezTo>
                    <a:pt x="19" y="10"/>
                    <a:pt x="13" y="4"/>
                    <a:pt x="12" y="2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8" name="Freeform 75"/>
            <p:cNvSpPr>
              <a:spLocks/>
            </p:cNvSpPr>
            <p:nvPr/>
          </p:nvSpPr>
          <p:spPr bwMode="auto">
            <a:xfrm>
              <a:off x="956" y="3995"/>
              <a:ext cx="131" cy="246"/>
            </a:xfrm>
            <a:custGeom>
              <a:avLst/>
              <a:gdLst>
                <a:gd name="T0" fmla="*/ 0 w 63"/>
                <a:gd name="T1" fmla="*/ 65 h 118"/>
                <a:gd name="T2" fmla="*/ 7 w 63"/>
                <a:gd name="T3" fmla="*/ 61 h 118"/>
                <a:gd name="T4" fmla="*/ 17 w 63"/>
                <a:gd name="T5" fmla="*/ 58 h 118"/>
                <a:gd name="T6" fmla="*/ 21 w 63"/>
                <a:gd name="T7" fmla="*/ 55 h 118"/>
                <a:gd name="T8" fmla="*/ 26 w 63"/>
                <a:gd name="T9" fmla="*/ 60 h 118"/>
                <a:gd name="T10" fmla="*/ 29 w 63"/>
                <a:gd name="T11" fmla="*/ 50 h 118"/>
                <a:gd name="T12" fmla="*/ 44 w 63"/>
                <a:gd name="T13" fmla="*/ 40 h 118"/>
                <a:gd name="T14" fmla="*/ 44 w 63"/>
                <a:gd name="T15" fmla="*/ 31 h 118"/>
                <a:gd name="T16" fmla="*/ 37 w 63"/>
                <a:gd name="T17" fmla="*/ 31 h 118"/>
                <a:gd name="T18" fmla="*/ 34 w 63"/>
                <a:gd name="T19" fmla="*/ 27 h 118"/>
                <a:gd name="T20" fmla="*/ 28 w 63"/>
                <a:gd name="T21" fmla="*/ 21 h 118"/>
                <a:gd name="T22" fmla="*/ 29 w 63"/>
                <a:gd name="T23" fmla="*/ 17 h 118"/>
                <a:gd name="T24" fmla="*/ 28 w 63"/>
                <a:gd name="T25" fmla="*/ 11 h 118"/>
                <a:gd name="T26" fmla="*/ 33 w 63"/>
                <a:gd name="T27" fmla="*/ 10 h 118"/>
                <a:gd name="T28" fmla="*/ 35 w 63"/>
                <a:gd name="T29" fmla="*/ 3 h 118"/>
                <a:gd name="T30" fmla="*/ 43 w 63"/>
                <a:gd name="T31" fmla="*/ 4 h 118"/>
                <a:gd name="T32" fmla="*/ 49 w 63"/>
                <a:gd name="T33" fmla="*/ 0 h 118"/>
                <a:gd name="T34" fmla="*/ 60 w 63"/>
                <a:gd name="T35" fmla="*/ 8 h 118"/>
                <a:gd name="T36" fmla="*/ 61 w 63"/>
                <a:gd name="T37" fmla="*/ 14 h 118"/>
                <a:gd name="T38" fmla="*/ 62 w 63"/>
                <a:gd name="T39" fmla="*/ 17 h 118"/>
                <a:gd name="T40" fmla="*/ 60 w 63"/>
                <a:gd name="T41" fmla="*/ 24 h 118"/>
                <a:gd name="T42" fmla="*/ 61 w 63"/>
                <a:gd name="T43" fmla="*/ 43 h 118"/>
                <a:gd name="T44" fmla="*/ 57 w 63"/>
                <a:gd name="T45" fmla="*/ 52 h 118"/>
                <a:gd name="T46" fmla="*/ 49 w 63"/>
                <a:gd name="T47" fmla="*/ 68 h 118"/>
                <a:gd name="T48" fmla="*/ 45 w 63"/>
                <a:gd name="T49" fmla="*/ 83 h 118"/>
                <a:gd name="T50" fmla="*/ 48 w 63"/>
                <a:gd name="T51" fmla="*/ 102 h 118"/>
                <a:gd name="T52" fmla="*/ 49 w 63"/>
                <a:gd name="T53" fmla="*/ 112 h 118"/>
                <a:gd name="T54" fmla="*/ 41 w 63"/>
                <a:gd name="T55" fmla="*/ 113 h 118"/>
                <a:gd name="T56" fmla="*/ 29 w 63"/>
                <a:gd name="T57" fmla="*/ 115 h 118"/>
                <a:gd name="T58" fmla="*/ 18 w 63"/>
                <a:gd name="T59" fmla="*/ 111 h 118"/>
                <a:gd name="T60" fmla="*/ 14 w 63"/>
                <a:gd name="T61" fmla="*/ 97 h 118"/>
                <a:gd name="T62" fmla="*/ 12 w 63"/>
                <a:gd name="T63" fmla="*/ 84 h 118"/>
                <a:gd name="T64" fmla="*/ 2 w 63"/>
                <a:gd name="T65" fmla="*/ 70 h 118"/>
                <a:gd name="T66" fmla="*/ 0 w 63"/>
                <a:gd name="T67" fmla="*/ 6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" h="118">
                  <a:moveTo>
                    <a:pt x="0" y="65"/>
                  </a:moveTo>
                  <a:cubicBezTo>
                    <a:pt x="2" y="63"/>
                    <a:pt x="4" y="61"/>
                    <a:pt x="7" y="61"/>
                  </a:cubicBezTo>
                  <a:cubicBezTo>
                    <a:pt x="14" y="60"/>
                    <a:pt x="16" y="58"/>
                    <a:pt x="17" y="58"/>
                  </a:cubicBezTo>
                  <a:cubicBezTo>
                    <a:pt x="17" y="57"/>
                    <a:pt x="21" y="55"/>
                    <a:pt x="21" y="55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6" y="60"/>
                    <a:pt x="27" y="54"/>
                    <a:pt x="29" y="50"/>
                  </a:cubicBezTo>
                  <a:cubicBezTo>
                    <a:pt x="32" y="46"/>
                    <a:pt x="44" y="40"/>
                    <a:pt x="44" y="4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6" y="29"/>
                    <a:pt x="34" y="27"/>
                  </a:cubicBezTo>
                  <a:cubicBezTo>
                    <a:pt x="32" y="25"/>
                    <a:pt x="28" y="21"/>
                    <a:pt x="28" y="21"/>
                  </a:cubicBezTo>
                  <a:cubicBezTo>
                    <a:pt x="28" y="21"/>
                    <a:pt x="31" y="19"/>
                    <a:pt x="29" y="17"/>
                  </a:cubicBezTo>
                  <a:cubicBezTo>
                    <a:pt x="28" y="14"/>
                    <a:pt x="27" y="11"/>
                    <a:pt x="28" y="11"/>
                  </a:cubicBezTo>
                  <a:cubicBezTo>
                    <a:pt x="29" y="11"/>
                    <a:pt x="33" y="11"/>
                    <a:pt x="33" y="10"/>
                  </a:cubicBezTo>
                  <a:cubicBezTo>
                    <a:pt x="33" y="8"/>
                    <a:pt x="34" y="3"/>
                    <a:pt x="35" y="3"/>
                  </a:cubicBezTo>
                  <a:cubicBezTo>
                    <a:pt x="37" y="3"/>
                    <a:pt x="40" y="6"/>
                    <a:pt x="43" y="4"/>
                  </a:cubicBezTo>
                  <a:cubicBezTo>
                    <a:pt x="44" y="3"/>
                    <a:pt x="46" y="1"/>
                    <a:pt x="49" y="0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2" y="17"/>
                    <a:pt x="62" y="17"/>
                    <a:pt x="62" y="17"/>
                  </a:cubicBezTo>
                  <a:cubicBezTo>
                    <a:pt x="60" y="19"/>
                    <a:pt x="60" y="20"/>
                    <a:pt x="60" y="24"/>
                  </a:cubicBezTo>
                  <a:cubicBezTo>
                    <a:pt x="61" y="29"/>
                    <a:pt x="62" y="39"/>
                    <a:pt x="61" y="43"/>
                  </a:cubicBezTo>
                  <a:cubicBezTo>
                    <a:pt x="61" y="48"/>
                    <a:pt x="63" y="48"/>
                    <a:pt x="57" y="52"/>
                  </a:cubicBezTo>
                  <a:cubicBezTo>
                    <a:pt x="50" y="56"/>
                    <a:pt x="49" y="63"/>
                    <a:pt x="49" y="68"/>
                  </a:cubicBezTo>
                  <a:cubicBezTo>
                    <a:pt x="49" y="73"/>
                    <a:pt x="45" y="78"/>
                    <a:pt x="45" y="83"/>
                  </a:cubicBezTo>
                  <a:cubicBezTo>
                    <a:pt x="45" y="87"/>
                    <a:pt x="48" y="95"/>
                    <a:pt x="48" y="102"/>
                  </a:cubicBezTo>
                  <a:cubicBezTo>
                    <a:pt x="48" y="106"/>
                    <a:pt x="49" y="109"/>
                    <a:pt x="49" y="112"/>
                  </a:cubicBezTo>
                  <a:cubicBezTo>
                    <a:pt x="46" y="113"/>
                    <a:pt x="43" y="113"/>
                    <a:pt x="41" y="113"/>
                  </a:cubicBezTo>
                  <a:cubicBezTo>
                    <a:pt x="35" y="113"/>
                    <a:pt x="31" y="113"/>
                    <a:pt x="29" y="115"/>
                  </a:cubicBezTo>
                  <a:cubicBezTo>
                    <a:pt x="26" y="118"/>
                    <a:pt x="20" y="114"/>
                    <a:pt x="18" y="111"/>
                  </a:cubicBezTo>
                  <a:cubicBezTo>
                    <a:pt x="16" y="107"/>
                    <a:pt x="14" y="100"/>
                    <a:pt x="14" y="97"/>
                  </a:cubicBezTo>
                  <a:cubicBezTo>
                    <a:pt x="14" y="94"/>
                    <a:pt x="13" y="88"/>
                    <a:pt x="12" y="84"/>
                  </a:cubicBezTo>
                  <a:cubicBezTo>
                    <a:pt x="12" y="80"/>
                    <a:pt x="3" y="74"/>
                    <a:pt x="2" y="70"/>
                  </a:cubicBezTo>
                  <a:cubicBezTo>
                    <a:pt x="1" y="68"/>
                    <a:pt x="0" y="67"/>
                    <a:pt x="0" y="65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9" name="Freeform 76"/>
            <p:cNvSpPr>
              <a:spLocks/>
            </p:cNvSpPr>
            <p:nvPr/>
          </p:nvSpPr>
          <p:spPr bwMode="auto">
            <a:xfrm>
              <a:off x="954" y="4026"/>
              <a:ext cx="94" cy="104"/>
            </a:xfrm>
            <a:custGeom>
              <a:avLst/>
              <a:gdLst>
                <a:gd name="T0" fmla="*/ 0 w 45"/>
                <a:gd name="T1" fmla="*/ 36 h 50"/>
                <a:gd name="T2" fmla="*/ 9 w 45"/>
                <a:gd name="T3" fmla="*/ 29 h 50"/>
                <a:gd name="T4" fmla="*/ 14 w 45"/>
                <a:gd name="T5" fmla="*/ 15 h 50"/>
                <a:gd name="T6" fmla="*/ 7 w 45"/>
                <a:gd name="T7" fmla="*/ 6 h 50"/>
                <a:gd name="T8" fmla="*/ 14 w 45"/>
                <a:gd name="T9" fmla="*/ 5 h 50"/>
                <a:gd name="T10" fmla="*/ 18 w 45"/>
                <a:gd name="T11" fmla="*/ 0 h 50"/>
                <a:gd name="T12" fmla="*/ 24 w 45"/>
                <a:gd name="T13" fmla="*/ 6 h 50"/>
                <a:gd name="T14" fmla="*/ 29 w 45"/>
                <a:gd name="T15" fmla="*/ 6 h 50"/>
                <a:gd name="T16" fmla="*/ 35 w 45"/>
                <a:gd name="T17" fmla="*/ 12 h 50"/>
                <a:gd name="T18" fmla="*/ 38 w 45"/>
                <a:gd name="T19" fmla="*/ 16 h 50"/>
                <a:gd name="T20" fmla="*/ 45 w 45"/>
                <a:gd name="T21" fmla="*/ 16 h 50"/>
                <a:gd name="T22" fmla="*/ 45 w 45"/>
                <a:gd name="T23" fmla="*/ 25 h 50"/>
                <a:gd name="T24" fmla="*/ 30 w 45"/>
                <a:gd name="T25" fmla="*/ 35 h 50"/>
                <a:gd name="T26" fmla="*/ 27 w 45"/>
                <a:gd name="T27" fmla="*/ 45 h 50"/>
                <a:gd name="T28" fmla="*/ 22 w 45"/>
                <a:gd name="T29" fmla="*/ 40 h 50"/>
                <a:gd name="T30" fmla="*/ 18 w 45"/>
                <a:gd name="T31" fmla="*/ 43 h 50"/>
                <a:gd name="T32" fmla="*/ 8 w 45"/>
                <a:gd name="T33" fmla="*/ 46 h 50"/>
                <a:gd name="T34" fmla="*/ 1 w 45"/>
                <a:gd name="T35" fmla="*/ 50 h 50"/>
                <a:gd name="T36" fmla="*/ 1 w 45"/>
                <a:gd name="T37" fmla="*/ 43 h 50"/>
                <a:gd name="T38" fmla="*/ 0 w 45"/>
                <a:gd name="T39" fmla="*/ 3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5" h="50">
                  <a:moveTo>
                    <a:pt x="0" y="36"/>
                  </a:moveTo>
                  <a:cubicBezTo>
                    <a:pt x="4" y="34"/>
                    <a:pt x="8" y="31"/>
                    <a:pt x="9" y="29"/>
                  </a:cubicBezTo>
                  <a:cubicBezTo>
                    <a:pt x="10" y="24"/>
                    <a:pt x="14" y="15"/>
                    <a:pt x="14" y="15"/>
                  </a:cubicBezTo>
                  <a:cubicBezTo>
                    <a:pt x="14" y="15"/>
                    <a:pt x="7" y="8"/>
                    <a:pt x="7" y="6"/>
                  </a:cubicBezTo>
                  <a:cubicBezTo>
                    <a:pt x="7" y="4"/>
                    <a:pt x="13" y="6"/>
                    <a:pt x="14" y="5"/>
                  </a:cubicBezTo>
                  <a:cubicBezTo>
                    <a:pt x="15" y="4"/>
                    <a:pt x="18" y="0"/>
                    <a:pt x="18" y="0"/>
                  </a:cubicBezTo>
                  <a:cubicBezTo>
                    <a:pt x="18" y="0"/>
                    <a:pt x="23" y="6"/>
                    <a:pt x="24" y="6"/>
                  </a:cubicBezTo>
                  <a:cubicBezTo>
                    <a:pt x="24" y="6"/>
                    <a:pt x="26" y="6"/>
                    <a:pt x="29" y="6"/>
                  </a:cubicBezTo>
                  <a:cubicBezTo>
                    <a:pt x="30" y="7"/>
                    <a:pt x="33" y="10"/>
                    <a:pt x="35" y="12"/>
                  </a:cubicBezTo>
                  <a:cubicBezTo>
                    <a:pt x="37" y="14"/>
                    <a:pt x="38" y="16"/>
                    <a:pt x="38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33" y="31"/>
                    <a:pt x="30" y="35"/>
                  </a:cubicBezTo>
                  <a:cubicBezTo>
                    <a:pt x="28" y="39"/>
                    <a:pt x="27" y="45"/>
                    <a:pt x="27" y="45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2" y="40"/>
                    <a:pt x="18" y="42"/>
                    <a:pt x="18" y="43"/>
                  </a:cubicBezTo>
                  <a:cubicBezTo>
                    <a:pt x="17" y="43"/>
                    <a:pt x="15" y="45"/>
                    <a:pt x="8" y="46"/>
                  </a:cubicBezTo>
                  <a:cubicBezTo>
                    <a:pt x="5" y="46"/>
                    <a:pt x="3" y="48"/>
                    <a:pt x="1" y="50"/>
                  </a:cubicBezTo>
                  <a:cubicBezTo>
                    <a:pt x="1" y="48"/>
                    <a:pt x="1" y="46"/>
                    <a:pt x="1" y="43"/>
                  </a:cubicBezTo>
                  <a:cubicBezTo>
                    <a:pt x="1" y="41"/>
                    <a:pt x="1" y="38"/>
                    <a:pt x="0" y="36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0" name="Freeform 77"/>
            <p:cNvSpPr>
              <a:spLocks/>
            </p:cNvSpPr>
            <p:nvPr/>
          </p:nvSpPr>
          <p:spPr bwMode="auto">
            <a:xfrm>
              <a:off x="954" y="3795"/>
              <a:ext cx="231" cy="235"/>
            </a:xfrm>
            <a:custGeom>
              <a:avLst/>
              <a:gdLst>
                <a:gd name="T0" fmla="*/ 86 w 111"/>
                <a:gd name="T1" fmla="*/ 105 h 113"/>
                <a:gd name="T2" fmla="*/ 63 w 111"/>
                <a:gd name="T3" fmla="*/ 113 h 113"/>
                <a:gd name="T4" fmla="*/ 61 w 111"/>
                <a:gd name="T5" fmla="*/ 104 h 113"/>
                <a:gd name="T6" fmla="*/ 49 w 111"/>
                <a:gd name="T7" fmla="*/ 86 h 113"/>
                <a:gd name="T8" fmla="*/ 42 w 111"/>
                <a:gd name="T9" fmla="*/ 70 h 113"/>
                <a:gd name="T10" fmla="*/ 35 w 111"/>
                <a:gd name="T11" fmla="*/ 49 h 113"/>
                <a:gd name="T12" fmla="*/ 24 w 111"/>
                <a:gd name="T13" fmla="*/ 32 h 113"/>
                <a:gd name="T14" fmla="*/ 9 w 111"/>
                <a:gd name="T15" fmla="*/ 25 h 113"/>
                <a:gd name="T16" fmla="*/ 0 w 111"/>
                <a:gd name="T17" fmla="*/ 18 h 113"/>
                <a:gd name="T18" fmla="*/ 10 w 111"/>
                <a:gd name="T19" fmla="*/ 17 h 113"/>
                <a:gd name="T20" fmla="*/ 22 w 111"/>
                <a:gd name="T21" fmla="*/ 13 h 113"/>
                <a:gd name="T22" fmla="*/ 30 w 111"/>
                <a:gd name="T23" fmla="*/ 24 h 113"/>
                <a:gd name="T24" fmla="*/ 43 w 111"/>
                <a:gd name="T25" fmla="*/ 38 h 113"/>
                <a:gd name="T26" fmla="*/ 55 w 111"/>
                <a:gd name="T27" fmla="*/ 31 h 113"/>
                <a:gd name="T28" fmla="*/ 69 w 111"/>
                <a:gd name="T29" fmla="*/ 18 h 113"/>
                <a:gd name="T30" fmla="*/ 60 w 111"/>
                <a:gd name="T31" fmla="*/ 16 h 113"/>
                <a:gd name="T32" fmla="*/ 64 w 111"/>
                <a:gd name="T33" fmla="*/ 5 h 113"/>
                <a:gd name="T34" fmla="*/ 75 w 111"/>
                <a:gd name="T35" fmla="*/ 7 h 113"/>
                <a:gd name="T36" fmla="*/ 81 w 111"/>
                <a:gd name="T37" fmla="*/ 5 h 113"/>
                <a:gd name="T38" fmla="*/ 86 w 111"/>
                <a:gd name="T39" fmla="*/ 1 h 113"/>
                <a:gd name="T40" fmla="*/ 91 w 111"/>
                <a:gd name="T41" fmla="*/ 11 h 113"/>
                <a:gd name="T42" fmla="*/ 99 w 111"/>
                <a:gd name="T43" fmla="*/ 21 h 113"/>
                <a:gd name="T44" fmla="*/ 99 w 111"/>
                <a:gd name="T45" fmla="*/ 30 h 113"/>
                <a:gd name="T46" fmla="*/ 104 w 111"/>
                <a:gd name="T47" fmla="*/ 45 h 113"/>
                <a:gd name="T48" fmla="*/ 110 w 111"/>
                <a:gd name="T49" fmla="*/ 50 h 113"/>
                <a:gd name="T50" fmla="*/ 105 w 111"/>
                <a:gd name="T51" fmla="*/ 59 h 113"/>
                <a:gd name="T52" fmla="*/ 104 w 111"/>
                <a:gd name="T53" fmla="*/ 64 h 113"/>
                <a:gd name="T54" fmla="*/ 104 w 111"/>
                <a:gd name="T55" fmla="*/ 70 h 113"/>
                <a:gd name="T56" fmla="*/ 97 w 111"/>
                <a:gd name="T57" fmla="*/ 73 h 113"/>
                <a:gd name="T58" fmla="*/ 89 w 111"/>
                <a:gd name="T59" fmla="*/ 72 h 113"/>
                <a:gd name="T60" fmla="*/ 91 w 111"/>
                <a:gd name="T61" fmla="*/ 82 h 113"/>
                <a:gd name="T62" fmla="*/ 92 w 111"/>
                <a:gd name="T63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1" h="113">
                  <a:moveTo>
                    <a:pt x="92" y="99"/>
                  </a:moveTo>
                  <a:cubicBezTo>
                    <a:pt x="88" y="100"/>
                    <a:pt x="86" y="105"/>
                    <a:pt x="86" y="105"/>
                  </a:cubicBezTo>
                  <a:cubicBezTo>
                    <a:pt x="79" y="106"/>
                    <a:pt x="74" y="110"/>
                    <a:pt x="68" y="111"/>
                  </a:cubicBezTo>
                  <a:cubicBezTo>
                    <a:pt x="66" y="112"/>
                    <a:pt x="64" y="112"/>
                    <a:pt x="63" y="113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1" y="104"/>
                    <a:pt x="61" y="104"/>
                    <a:pt x="61" y="104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5"/>
                    <a:pt x="50" y="88"/>
                    <a:pt x="49" y="86"/>
                  </a:cubicBezTo>
                  <a:cubicBezTo>
                    <a:pt x="49" y="85"/>
                    <a:pt x="47" y="82"/>
                    <a:pt x="47" y="79"/>
                  </a:cubicBezTo>
                  <a:cubicBezTo>
                    <a:pt x="47" y="76"/>
                    <a:pt x="43" y="75"/>
                    <a:pt x="42" y="70"/>
                  </a:cubicBezTo>
                  <a:cubicBezTo>
                    <a:pt x="41" y="65"/>
                    <a:pt x="34" y="63"/>
                    <a:pt x="34" y="59"/>
                  </a:cubicBezTo>
                  <a:cubicBezTo>
                    <a:pt x="35" y="56"/>
                    <a:pt x="38" y="52"/>
                    <a:pt x="35" y="49"/>
                  </a:cubicBezTo>
                  <a:cubicBezTo>
                    <a:pt x="32" y="45"/>
                    <a:pt x="31" y="48"/>
                    <a:pt x="29" y="42"/>
                  </a:cubicBezTo>
                  <a:cubicBezTo>
                    <a:pt x="27" y="36"/>
                    <a:pt x="27" y="34"/>
                    <a:pt x="24" y="32"/>
                  </a:cubicBezTo>
                  <a:cubicBezTo>
                    <a:pt x="22" y="31"/>
                    <a:pt x="18" y="33"/>
                    <a:pt x="15" y="31"/>
                  </a:cubicBezTo>
                  <a:cubicBezTo>
                    <a:pt x="13" y="28"/>
                    <a:pt x="12" y="25"/>
                    <a:pt x="9" y="25"/>
                  </a:cubicBezTo>
                  <a:cubicBezTo>
                    <a:pt x="6" y="26"/>
                    <a:pt x="5" y="27"/>
                    <a:pt x="3" y="22"/>
                  </a:cubicBezTo>
                  <a:cubicBezTo>
                    <a:pt x="2" y="21"/>
                    <a:pt x="1" y="19"/>
                    <a:pt x="0" y="1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7" y="16"/>
                    <a:pt x="10" y="17"/>
                  </a:cubicBezTo>
                  <a:cubicBezTo>
                    <a:pt x="13" y="17"/>
                    <a:pt x="17" y="18"/>
                    <a:pt x="17" y="15"/>
                  </a:cubicBezTo>
                  <a:cubicBezTo>
                    <a:pt x="17" y="13"/>
                    <a:pt x="22" y="10"/>
                    <a:pt x="22" y="13"/>
                  </a:cubicBezTo>
                  <a:cubicBezTo>
                    <a:pt x="22" y="16"/>
                    <a:pt x="22" y="20"/>
                    <a:pt x="23" y="21"/>
                  </a:cubicBezTo>
                  <a:cubicBezTo>
                    <a:pt x="23" y="22"/>
                    <a:pt x="30" y="21"/>
                    <a:pt x="30" y="24"/>
                  </a:cubicBezTo>
                  <a:cubicBezTo>
                    <a:pt x="31" y="27"/>
                    <a:pt x="31" y="34"/>
                    <a:pt x="34" y="36"/>
                  </a:cubicBezTo>
                  <a:cubicBezTo>
                    <a:pt x="37" y="39"/>
                    <a:pt x="39" y="39"/>
                    <a:pt x="43" y="38"/>
                  </a:cubicBezTo>
                  <a:cubicBezTo>
                    <a:pt x="46" y="37"/>
                    <a:pt x="47" y="35"/>
                    <a:pt x="48" y="33"/>
                  </a:cubicBezTo>
                  <a:cubicBezTo>
                    <a:pt x="49" y="31"/>
                    <a:pt x="49" y="30"/>
                    <a:pt x="55" y="31"/>
                  </a:cubicBezTo>
                  <a:cubicBezTo>
                    <a:pt x="61" y="33"/>
                    <a:pt x="62" y="29"/>
                    <a:pt x="65" y="26"/>
                  </a:cubicBezTo>
                  <a:cubicBezTo>
                    <a:pt x="68" y="23"/>
                    <a:pt x="69" y="20"/>
                    <a:pt x="69" y="18"/>
                  </a:cubicBezTo>
                  <a:cubicBezTo>
                    <a:pt x="69" y="15"/>
                    <a:pt x="67" y="16"/>
                    <a:pt x="64" y="17"/>
                  </a:cubicBezTo>
                  <a:cubicBezTo>
                    <a:pt x="61" y="18"/>
                    <a:pt x="59" y="18"/>
                    <a:pt x="60" y="16"/>
                  </a:cubicBezTo>
                  <a:cubicBezTo>
                    <a:pt x="60" y="14"/>
                    <a:pt x="60" y="11"/>
                    <a:pt x="59" y="10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4" y="45"/>
                    <a:pt x="104" y="45"/>
                    <a:pt x="104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6" y="66"/>
                    <a:pt x="106" y="66"/>
                    <a:pt x="106" y="66"/>
                  </a:cubicBezTo>
                  <a:cubicBezTo>
                    <a:pt x="104" y="70"/>
                    <a:pt x="104" y="70"/>
                    <a:pt x="104" y="70"/>
                  </a:cubicBezTo>
                  <a:cubicBezTo>
                    <a:pt x="97" y="71"/>
                    <a:pt x="97" y="71"/>
                    <a:pt x="97" y="71"/>
                  </a:cubicBezTo>
                  <a:cubicBezTo>
                    <a:pt x="97" y="73"/>
                    <a:pt x="97" y="73"/>
                    <a:pt x="97" y="73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88" y="76"/>
                    <a:pt x="88" y="76"/>
                    <a:pt x="88" y="76"/>
                  </a:cubicBezTo>
                  <a:cubicBezTo>
                    <a:pt x="91" y="82"/>
                    <a:pt x="91" y="82"/>
                    <a:pt x="91" y="82"/>
                  </a:cubicBezTo>
                  <a:cubicBezTo>
                    <a:pt x="92" y="86"/>
                    <a:pt x="92" y="86"/>
                    <a:pt x="92" y="86"/>
                  </a:cubicBezTo>
                  <a:lnTo>
                    <a:pt x="92" y="99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1" name="Freeform 78"/>
            <p:cNvSpPr>
              <a:spLocks/>
            </p:cNvSpPr>
            <p:nvPr/>
          </p:nvSpPr>
          <p:spPr bwMode="auto">
            <a:xfrm>
              <a:off x="812" y="3801"/>
              <a:ext cx="65" cy="100"/>
            </a:xfrm>
            <a:custGeom>
              <a:avLst/>
              <a:gdLst>
                <a:gd name="T0" fmla="*/ 4 w 31"/>
                <a:gd name="T1" fmla="*/ 0 h 48"/>
                <a:gd name="T2" fmla="*/ 5 w 31"/>
                <a:gd name="T3" fmla="*/ 9 h 48"/>
                <a:gd name="T4" fmla="*/ 12 w 31"/>
                <a:gd name="T5" fmla="*/ 14 h 48"/>
                <a:gd name="T6" fmla="*/ 20 w 31"/>
                <a:gd name="T7" fmla="*/ 18 h 48"/>
                <a:gd name="T8" fmla="*/ 14 w 31"/>
                <a:gd name="T9" fmla="*/ 23 h 48"/>
                <a:gd name="T10" fmla="*/ 12 w 31"/>
                <a:gd name="T11" fmla="*/ 31 h 48"/>
                <a:gd name="T12" fmla="*/ 10 w 31"/>
                <a:gd name="T13" fmla="*/ 37 h 48"/>
                <a:gd name="T14" fmla="*/ 0 w 31"/>
                <a:gd name="T15" fmla="*/ 38 h 48"/>
                <a:gd name="T16" fmla="*/ 6 w 31"/>
                <a:gd name="T17" fmla="*/ 48 h 48"/>
                <a:gd name="T18" fmla="*/ 15 w 31"/>
                <a:gd name="T19" fmla="*/ 41 h 48"/>
                <a:gd name="T20" fmla="*/ 26 w 31"/>
                <a:gd name="T21" fmla="*/ 32 h 48"/>
                <a:gd name="T22" fmla="*/ 30 w 31"/>
                <a:gd name="T23" fmla="*/ 26 h 48"/>
                <a:gd name="T24" fmla="*/ 26 w 31"/>
                <a:gd name="T25" fmla="*/ 14 h 48"/>
                <a:gd name="T26" fmla="*/ 19 w 31"/>
                <a:gd name="T27" fmla="*/ 7 h 48"/>
                <a:gd name="T28" fmla="*/ 10 w 31"/>
                <a:gd name="T29" fmla="*/ 2 h 48"/>
                <a:gd name="T30" fmla="*/ 4 w 31"/>
                <a:gd name="T3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48">
                  <a:moveTo>
                    <a:pt x="4" y="0"/>
                  </a:moveTo>
                  <a:cubicBezTo>
                    <a:pt x="3" y="6"/>
                    <a:pt x="4" y="7"/>
                    <a:pt x="5" y="9"/>
                  </a:cubicBezTo>
                  <a:cubicBezTo>
                    <a:pt x="6" y="12"/>
                    <a:pt x="8" y="13"/>
                    <a:pt x="12" y="14"/>
                  </a:cubicBezTo>
                  <a:cubicBezTo>
                    <a:pt x="16" y="15"/>
                    <a:pt x="21" y="14"/>
                    <a:pt x="20" y="18"/>
                  </a:cubicBezTo>
                  <a:cubicBezTo>
                    <a:pt x="19" y="22"/>
                    <a:pt x="17" y="20"/>
                    <a:pt x="14" y="23"/>
                  </a:cubicBezTo>
                  <a:cubicBezTo>
                    <a:pt x="12" y="26"/>
                    <a:pt x="12" y="30"/>
                    <a:pt x="12" y="31"/>
                  </a:cubicBezTo>
                  <a:cubicBezTo>
                    <a:pt x="13" y="32"/>
                    <a:pt x="15" y="37"/>
                    <a:pt x="10" y="37"/>
                  </a:cubicBezTo>
                  <a:cubicBezTo>
                    <a:pt x="5" y="37"/>
                    <a:pt x="0" y="35"/>
                    <a:pt x="0" y="38"/>
                  </a:cubicBezTo>
                  <a:cubicBezTo>
                    <a:pt x="0" y="40"/>
                    <a:pt x="6" y="48"/>
                    <a:pt x="6" y="48"/>
                  </a:cubicBezTo>
                  <a:cubicBezTo>
                    <a:pt x="6" y="48"/>
                    <a:pt x="13" y="45"/>
                    <a:pt x="15" y="41"/>
                  </a:cubicBezTo>
                  <a:cubicBezTo>
                    <a:pt x="17" y="36"/>
                    <a:pt x="25" y="28"/>
                    <a:pt x="26" y="32"/>
                  </a:cubicBezTo>
                  <a:cubicBezTo>
                    <a:pt x="27" y="35"/>
                    <a:pt x="30" y="31"/>
                    <a:pt x="30" y="26"/>
                  </a:cubicBezTo>
                  <a:cubicBezTo>
                    <a:pt x="31" y="20"/>
                    <a:pt x="31" y="19"/>
                    <a:pt x="26" y="14"/>
                  </a:cubicBezTo>
                  <a:cubicBezTo>
                    <a:pt x="21" y="9"/>
                    <a:pt x="25" y="8"/>
                    <a:pt x="19" y="7"/>
                  </a:cubicBezTo>
                  <a:cubicBezTo>
                    <a:pt x="14" y="6"/>
                    <a:pt x="10" y="4"/>
                    <a:pt x="10" y="2"/>
                  </a:cubicBezTo>
                  <a:cubicBezTo>
                    <a:pt x="10" y="0"/>
                    <a:pt x="4" y="0"/>
                    <a:pt x="4" y="0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2" name="Freeform 79"/>
            <p:cNvSpPr>
              <a:spLocks/>
            </p:cNvSpPr>
            <p:nvPr/>
          </p:nvSpPr>
          <p:spPr bwMode="auto">
            <a:xfrm>
              <a:off x="1615" y="3584"/>
              <a:ext cx="241" cy="319"/>
            </a:xfrm>
            <a:custGeom>
              <a:avLst/>
              <a:gdLst>
                <a:gd name="T0" fmla="*/ 100 w 116"/>
                <a:gd name="T1" fmla="*/ 37 h 153"/>
                <a:gd name="T2" fmla="*/ 110 w 116"/>
                <a:gd name="T3" fmla="*/ 45 h 153"/>
                <a:gd name="T4" fmla="*/ 116 w 116"/>
                <a:gd name="T5" fmla="*/ 49 h 153"/>
                <a:gd name="T6" fmla="*/ 110 w 116"/>
                <a:gd name="T7" fmla="*/ 62 h 153"/>
                <a:gd name="T8" fmla="*/ 99 w 116"/>
                <a:gd name="T9" fmla="*/ 69 h 153"/>
                <a:gd name="T10" fmla="*/ 92 w 116"/>
                <a:gd name="T11" fmla="*/ 61 h 153"/>
                <a:gd name="T12" fmla="*/ 80 w 116"/>
                <a:gd name="T13" fmla="*/ 53 h 153"/>
                <a:gd name="T14" fmla="*/ 70 w 116"/>
                <a:gd name="T15" fmla="*/ 60 h 153"/>
                <a:gd name="T16" fmla="*/ 74 w 116"/>
                <a:gd name="T17" fmla="*/ 77 h 153"/>
                <a:gd name="T18" fmla="*/ 84 w 116"/>
                <a:gd name="T19" fmla="*/ 85 h 153"/>
                <a:gd name="T20" fmla="*/ 91 w 116"/>
                <a:gd name="T21" fmla="*/ 83 h 153"/>
                <a:gd name="T22" fmla="*/ 101 w 116"/>
                <a:gd name="T23" fmla="*/ 88 h 153"/>
                <a:gd name="T24" fmla="*/ 102 w 116"/>
                <a:gd name="T25" fmla="*/ 100 h 153"/>
                <a:gd name="T26" fmla="*/ 94 w 116"/>
                <a:gd name="T27" fmla="*/ 95 h 153"/>
                <a:gd name="T28" fmla="*/ 86 w 116"/>
                <a:gd name="T29" fmla="*/ 100 h 153"/>
                <a:gd name="T30" fmla="*/ 78 w 116"/>
                <a:gd name="T31" fmla="*/ 113 h 153"/>
                <a:gd name="T32" fmla="*/ 73 w 116"/>
                <a:gd name="T33" fmla="*/ 123 h 153"/>
                <a:gd name="T34" fmla="*/ 67 w 116"/>
                <a:gd name="T35" fmla="*/ 131 h 153"/>
                <a:gd name="T36" fmla="*/ 59 w 116"/>
                <a:gd name="T37" fmla="*/ 141 h 153"/>
                <a:gd name="T38" fmla="*/ 48 w 116"/>
                <a:gd name="T39" fmla="*/ 153 h 153"/>
                <a:gd name="T40" fmla="*/ 33 w 116"/>
                <a:gd name="T41" fmla="*/ 149 h 153"/>
                <a:gd name="T42" fmla="*/ 23 w 116"/>
                <a:gd name="T43" fmla="*/ 143 h 153"/>
                <a:gd name="T44" fmla="*/ 21 w 116"/>
                <a:gd name="T45" fmla="*/ 135 h 153"/>
                <a:gd name="T46" fmla="*/ 19 w 116"/>
                <a:gd name="T47" fmla="*/ 128 h 153"/>
                <a:gd name="T48" fmla="*/ 27 w 116"/>
                <a:gd name="T49" fmla="*/ 121 h 153"/>
                <a:gd name="T50" fmla="*/ 21 w 116"/>
                <a:gd name="T51" fmla="*/ 115 h 153"/>
                <a:gd name="T52" fmla="*/ 12 w 116"/>
                <a:gd name="T53" fmla="*/ 114 h 153"/>
                <a:gd name="T54" fmla="*/ 15 w 116"/>
                <a:gd name="T55" fmla="*/ 103 h 153"/>
                <a:gd name="T56" fmla="*/ 13 w 116"/>
                <a:gd name="T57" fmla="*/ 88 h 153"/>
                <a:gd name="T58" fmla="*/ 1 w 116"/>
                <a:gd name="T59" fmla="*/ 73 h 153"/>
                <a:gd name="T60" fmla="*/ 4 w 116"/>
                <a:gd name="T61" fmla="*/ 66 h 153"/>
                <a:gd name="T62" fmla="*/ 0 w 116"/>
                <a:gd name="T63" fmla="*/ 52 h 153"/>
                <a:gd name="T64" fmla="*/ 6 w 116"/>
                <a:gd name="T65" fmla="*/ 41 h 153"/>
                <a:gd name="T66" fmla="*/ 17 w 116"/>
                <a:gd name="T67" fmla="*/ 35 h 153"/>
                <a:gd name="T68" fmla="*/ 24 w 116"/>
                <a:gd name="T69" fmla="*/ 24 h 153"/>
                <a:gd name="T70" fmla="*/ 36 w 116"/>
                <a:gd name="T71" fmla="*/ 17 h 153"/>
                <a:gd name="T72" fmla="*/ 33 w 116"/>
                <a:gd name="T73" fmla="*/ 9 h 153"/>
                <a:gd name="T74" fmla="*/ 56 w 116"/>
                <a:gd name="T75" fmla="*/ 0 h 153"/>
                <a:gd name="T76" fmla="*/ 63 w 116"/>
                <a:gd name="T77" fmla="*/ 10 h 153"/>
                <a:gd name="T78" fmla="*/ 72 w 116"/>
                <a:gd name="T79" fmla="*/ 16 h 153"/>
                <a:gd name="T80" fmla="*/ 81 w 116"/>
                <a:gd name="T81" fmla="*/ 2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6" h="153">
                  <a:moveTo>
                    <a:pt x="90" y="27"/>
                  </a:moveTo>
                  <a:cubicBezTo>
                    <a:pt x="100" y="37"/>
                    <a:pt x="100" y="37"/>
                    <a:pt x="100" y="37"/>
                  </a:cubicBezTo>
                  <a:cubicBezTo>
                    <a:pt x="107" y="38"/>
                    <a:pt x="107" y="38"/>
                    <a:pt x="107" y="38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3" y="55"/>
                    <a:pt x="112" y="56"/>
                  </a:cubicBezTo>
                  <a:cubicBezTo>
                    <a:pt x="112" y="56"/>
                    <a:pt x="110" y="62"/>
                    <a:pt x="110" y="62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99" y="69"/>
                    <a:pt x="99" y="69"/>
                    <a:pt x="99" y="69"/>
                  </a:cubicBezTo>
                  <a:cubicBezTo>
                    <a:pt x="92" y="67"/>
                    <a:pt x="92" y="67"/>
                    <a:pt x="92" y="67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9" y="85"/>
                    <a:pt x="89" y="85"/>
                    <a:pt x="89" y="85"/>
                  </a:cubicBezTo>
                  <a:cubicBezTo>
                    <a:pt x="91" y="83"/>
                    <a:pt x="91" y="83"/>
                    <a:pt x="91" y="83"/>
                  </a:cubicBezTo>
                  <a:cubicBezTo>
                    <a:pt x="98" y="84"/>
                    <a:pt x="98" y="84"/>
                    <a:pt x="98" y="84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103" y="94"/>
                    <a:pt x="103" y="94"/>
                    <a:pt x="103" y="94"/>
                  </a:cubicBezTo>
                  <a:cubicBezTo>
                    <a:pt x="102" y="100"/>
                    <a:pt x="102" y="100"/>
                    <a:pt x="102" y="100"/>
                  </a:cubicBezTo>
                  <a:cubicBezTo>
                    <a:pt x="97" y="99"/>
                    <a:pt x="97" y="99"/>
                    <a:pt x="97" y="99"/>
                  </a:cubicBezTo>
                  <a:cubicBezTo>
                    <a:pt x="94" y="95"/>
                    <a:pt x="94" y="95"/>
                    <a:pt x="94" y="95"/>
                  </a:cubicBezTo>
                  <a:cubicBezTo>
                    <a:pt x="89" y="96"/>
                    <a:pt x="89" y="96"/>
                    <a:pt x="89" y="96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73" y="119"/>
                    <a:pt x="73" y="119"/>
                    <a:pt x="73" y="119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67" y="131"/>
                    <a:pt x="63" y="137"/>
                    <a:pt x="62" y="137"/>
                  </a:cubicBezTo>
                  <a:cubicBezTo>
                    <a:pt x="62" y="138"/>
                    <a:pt x="60" y="140"/>
                    <a:pt x="59" y="141"/>
                  </a:cubicBezTo>
                  <a:cubicBezTo>
                    <a:pt x="58" y="141"/>
                    <a:pt x="58" y="141"/>
                    <a:pt x="58" y="141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38" y="145"/>
                    <a:pt x="38" y="145"/>
                    <a:pt x="38" y="145"/>
                  </a:cubicBezTo>
                  <a:cubicBezTo>
                    <a:pt x="33" y="149"/>
                    <a:pt x="33" y="149"/>
                    <a:pt x="33" y="149"/>
                  </a:cubicBezTo>
                  <a:cubicBezTo>
                    <a:pt x="25" y="145"/>
                    <a:pt x="25" y="145"/>
                    <a:pt x="25" y="145"/>
                  </a:cubicBezTo>
                  <a:cubicBezTo>
                    <a:pt x="23" y="143"/>
                    <a:pt x="23" y="143"/>
                    <a:pt x="23" y="143"/>
                  </a:cubicBezTo>
                  <a:cubicBezTo>
                    <a:pt x="21" y="141"/>
                    <a:pt x="21" y="141"/>
                    <a:pt x="21" y="141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21" y="135"/>
                    <a:pt x="25" y="131"/>
                    <a:pt x="25" y="130"/>
                  </a:cubicBezTo>
                  <a:cubicBezTo>
                    <a:pt x="26" y="129"/>
                    <a:pt x="19" y="128"/>
                    <a:pt x="19" y="128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7" y="121"/>
                    <a:pt x="27" y="121"/>
                    <a:pt x="27" y="121"/>
                  </a:cubicBezTo>
                  <a:cubicBezTo>
                    <a:pt x="27" y="115"/>
                    <a:pt x="27" y="115"/>
                    <a:pt x="27" y="115"/>
                  </a:cubicBezTo>
                  <a:cubicBezTo>
                    <a:pt x="21" y="115"/>
                    <a:pt x="21" y="115"/>
                    <a:pt x="21" y="115"/>
                  </a:cubicBezTo>
                  <a:cubicBezTo>
                    <a:pt x="17" y="117"/>
                    <a:pt x="17" y="117"/>
                    <a:pt x="17" y="117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03"/>
                    <a:pt x="15" y="103"/>
                    <a:pt x="15" y="103"/>
                  </a:cubicBezTo>
                  <a:cubicBezTo>
                    <a:pt x="12" y="97"/>
                    <a:pt x="12" y="97"/>
                    <a:pt x="12" y="97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81" y="26"/>
                    <a:pt x="81" y="26"/>
                    <a:pt x="81" y="26"/>
                  </a:cubicBezTo>
                  <a:lnTo>
                    <a:pt x="90" y="27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3" name="Freeform 80"/>
            <p:cNvSpPr>
              <a:spLocks/>
            </p:cNvSpPr>
            <p:nvPr/>
          </p:nvSpPr>
          <p:spPr bwMode="auto">
            <a:xfrm>
              <a:off x="1281" y="3445"/>
              <a:ext cx="154" cy="106"/>
            </a:xfrm>
            <a:custGeom>
              <a:avLst/>
              <a:gdLst>
                <a:gd name="T0" fmla="*/ 0 w 154"/>
                <a:gd name="T1" fmla="*/ 33 h 106"/>
                <a:gd name="T2" fmla="*/ 4 w 154"/>
                <a:gd name="T3" fmla="*/ 33 h 106"/>
                <a:gd name="T4" fmla="*/ 15 w 154"/>
                <a:gd name="T5" fmla="*/ 25 h 106"/>
                <a:gd name="T6" fmla="*/ 15 w 154"/>
                <a:gd name="T7" fmla="*/ 19 h 106"/>
                <a:gd name="T8" fmla="*/ 23 w 154"/>
                <a:gd name="T9" fmla="*/ 19 h 106"/>
                <a:gd name="T10" fmla="*/ 31 w 154"/>
                <a:gd name="T11" fmla="*/ 6 h 106"/>
                <a:gd name="T12" fmla="*/ 48 w 154"/>
                <a:gd name="T13" fmla="*/ 4 h 106"/>
                <a:gd name="T14" fmla="*/ 48 w 154"/>
                <a:gd name="T15" fmla="*/ 0 h 106"/>
                <a:gd name="T16" fmla="*/ 56 w 154"/>
                <a:gd name="T17" fmla="*/ 4 h 106"/>
                <a:gd name="T18" fmla="*/ 71 w 154"/>
                <a:gd name="T19" fmla="*/ 4 h 106"/>
                <a:gd name="T20" fmla="*/ 71 w 154"/>
                <a:gd name="T21" fmla="*/ 14 h 106"/>
                <a:gd name="T22" fmla="*/ 81 w 154"/>
                <a:gd name="T23" fmla="*/ 23 h 106"/>
                <a:gd name="T24" fmla="*/ 81 w 154"/>
                <a:gd name="T25" fmla="*/ 37 h 106"/>
                <a:gd name="T26" fmla="*/ 92 w 154"/>
                <a:gd name="T27" fmla="*/ 48 h 106"/>
                <a:gd name="T28" fmla="*/ 92 w 154"/>
                <a:gd name="T29" fmla="*/ 56 h 106"/>
                <a:gd name="T30" fmla="*/ 104 w 154"/>
                <a:gd name="T31" fmla="*/ 56 h 106"/>
                <a:gd name="T32" fmla="*/ 115 w 154"/>
                <a:gd name="T33" fmla="*/ 50 h 106"/>
                <a:gd name="T34" fmla="*/ 127 w 154"/>
                <a:gd name="T35" fmla="*/ 52 h 106"/>
                <a:gd name="T36" fmla="*/ 131 w 154"/>
                <a:gd name="T37" fmla="*/ 44 h 106"/>
                <a:gd name="T38" fmla="*/ 144 w 154"/>
                <a:gd name="T39" fmla="*/ 46 h 106"/>
                <a:gd name="T40" fmla="*/ 144 w 154"/>
                <a:gd name="T41" fmla="*/ 58 h 106"/>
                <a:gd name="T42" fmla="*/ 154 w 154"/>
                <a:gd name="T43" fmla="*/ 62 h 106"/>
                <a:gd name="T44" fmla="*/ 154 w 154"/>
                <a:gd name="T45" fmla="*/ 75 h 106"/>
                <a:gd name="T46" fmla="*/ 150 w 154"/>
                <a:gd name="T47" fmla="*/ 77 h 106"/>
                <a:gd name="T48" fmla="*/ 152 w 154"/>
                <a:gd name="T49" fmla="*/ 87 h 106"/>
                <a:gd name="T50" fmla="*/ 146 w 154"/>
                <a:gd name="T51" fmla="*/ 92 h 106"/>
                <a:gd name="T52" fmla="*/ 148 w 154"/>
                <a:gd name="T53" fmla="*/ 104 h 106"/>
                <a:gd name="T54" fmla="*/ 127 w 154"/>
                <a:gd name="T55" fmla="*/ 106 h 106"/>
                <a:gd name="T56" fmla="*/ 115 w 154"/>
                <a:gd name="T57" fmla="*/ 96 h 106"/>
                <a:gd name="T58" fmla="*/ 104 w 154"/>
                <a:gd name="T59" fmla="*/ 106 h 106"/>
                <a:gd name="T60" fmla="*/ 96 w 154"/>
                <a:gd name="T61" fmla="*/ 104 h 106"/>
                <a:gd name="T62" fmla="*/ 83 w 154"/>
                <a:gd name="T63" fmla="*/ 92 h 106"/>
                <a:gd name="T64" fmla="*/ 69 w 154"/>
                <a:gd name="T65" fmla="*/ 89 h 106"/>
                <a:gd name="T66" fmla="*/ 61 w 154"/>
                <a:gd name="T67" fmla="*/ 92 h 106"/>
                <a:gd name="T68" fmla="*/ 48 w 154"/>
                <a:gd name="T69" fmla="*/ 79 h 106"/>
                <a:gd name="T70" fmla="*/ 48 w 154"/>
                <a:gd name="T71" fmla="*/ 62 h 106"/>
                <a:gd name="T72" fmla="*/ 38 w 154"/>
                <a:gd name="T73" fmla="*/ 54 h 106"/>
                <a:gd name="T74" fmla="*/ 23 w 154"/>
                <a:gd name="T75" fmla="*/ 52 h 106"/>
                <a:gd name="T76" fmla="*/ 13 w 154"/>
                <a:gd name="T77" fmla="*/ 44 h 106"/>
                <a:gd name="T78" fmla="*/ 4 w 154"/>
                <a:gd name="T79" fmla="*/ 44 h 106"/>
                <a:gd name="T80" fmla="*/ 0 w 154"/>
                <a:gd name="T81" fmla="*/ 3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4" h="106">
                  <a:moveTo>
                    <a:pt x="0" y="33"/>
                  </a:moveTo>
                  <a:lnTo>
                    <a:pt x="4" y="33"/>
                  </a:lnTo>
                  <a:lnTo>
                    <a:pt x="15" y="25"/>
                  </a:lnTo>
                  <a:lnTo>
                    <a:pt x="15" y="19"/>
                  </a:lnTo>
                  <a:lnTo>
                    <a:pt x="23" y="19"/>
                  </a:lnTo>
                  <a:lnTo>
                    <a:pt x="31" y="6"/>
                  </a:lnTo>
                  <a:lnTo>
                    <a:pt x="48" y="4"/>
                  </a:lnTo>
                  <a:lnTo>
                    <a:pt x="48" y="0"/>
                  </a:lnTo>
                  <a:lnTo>
                    <a:pt x="56" y="4"/>
                  </a:lnTo>
                  <a:lnTo>
                    <a:pt x="71" y="4"/>
                  </a:lnTo>
                  <a:lnTo>
                    <a:pt x="71" y="14"/>
                  </a:lnTo>
                  <a:lnTo>
                    <a:pt x="81" y="23"/>
                  </a:lnTo>
                  <a:lnTo>
                    <a:pt x="81" y="37"/>
                  </a:lnTo>
                  <a:lnTo>
                    <a:pt x="92" y="48"/>
                  </a:lnTo>
                  <a:lnTo>
                    <a:pt x="92" y="56"/>
                  </a:lnTo>
                  <a:lnTo>
                    <a:pt x="104" y="56"/>
                  </a:lnTo>
                  <a:lnTo>
                    <a:pt x="115" y="50"/>
                  </a:lnTo>
                  <a:lnTo>
                    <a:pt x="127" y="52"/>
                  </a:lnTo>
                  <a:lnTo>
                    <a:pt x="131" y="44"/>
                  </a:lnTo>
                  <a:lnTo>
                    <a:pt x="144" y="46"/>
                  </a:lnTo>
                  <a:lnTo>
                    <a:pt x="144" y="58"/>
                  </a:lnTo>
                  <a:lnTo>
                    <a:pt x="154" y="62"/>
                  </a:lnTo>
                  <a:lnTo>
                    <a:pt x="154" y="75"/>
                  </a:lnTo>
                  <a:lnTo>
                    <a:pt x="150" y="77"/>
                  </a:lnTo>
                  <a:lnTo>
                    <a:pt x="152" y="87"/>
                  </a:lnTo>
                  <a:lnTo>
                    <a:pt x="146" y="92"/>
                  </a:lnTo>
                  <a:lnTo>
                    <a:pt x="148" y="104"/>
                  </a:lnTo>
                  <a:lnTo>
                    <a:pt x="127" y="106"/>
                  </a:lnTo>
                  <a:lnTo>
                    <a:pt x="115" y="96"/>
                  </a:lnTo>
                  <a:lnTo>
                    <a:pt x="104" y="106"/>
                  </a:lnTo>
                  <a:lnTo>
                    <a:pt x="96" y="104"/>
                  </a:lnTo>
                  <a:lnTo>
                    <a:pt x="83" y="92"/>
                  </a:lnTo>
                  <a:lnTo>
                    <a:pt x="69" y="89"/>
                  </a:lnTo>
                  <a:lnTo>
                    <a:pt x="61" y="92"/>
                  </a:lnTo>
                  <a:lnTo>
                    <a:pt x="48" y="79"/>
                  </a:lnTo>
                  <a:lnTo>
                    <a:pt x="48" y="62"/>
                  </a:lnTo>
                  <a:lnTo>
                    <a:pt x="38" y="54"/>
                  </a:lnTo>
                  <a:lnTo>
                    <a:pt x="23" y="52"/>
                  </a:lnTo>
                  <a:lnTo>
                    <a:pt x="13" y="44"/>
                  </a:lnTo>
                  <a:lnTo>
                    <a:pt x="4" y="44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4" name="Freeform 81"/>
            <p:cNvSpPr>
              <a:spLocks/>
            </p:cNvSpPr>
            <p:nvPr/>
          </p:nvSpPr>
          <p:spPr bwMode="auto">
            <a:xfrm>
              <a:off x="1450" y="3491"/>
              <a:ext cx="240" cy="202"/>
            </a:xfrm>
            <a:custGeom>
              <a:avLst/>
              <a:gdLst>
                <a:gd name="T0" fmla="*/ 0 w 240"/>
                <a:gd name="T1" fmla="*/ 52 h 202"/>
                <a:gd name="T2" fmla="*/ 12 w 240"/>
                <a:gd name="T3" fmla="*/ 48 h 202"/>
                <a:gd name="T4" fmla="*/ 27 w 240"/>
                <a:gd name="T5" fmla="*/ 54 h 202"/>
                <a:gd name="T6" fmla="*/ 44 w 240"/>
                <a:gd name="T7" fmla="*/ 48 h 202"/>
                <a:gd name="T8" fmla="*/ 44 w 240"/>
                <a:gd name="T9" fmla="*/ 29 h 202"/>
                <a:gd name="T10" fmla="*/ 69 w 240"/>
                <a:gd name="T11" fmla="*/ 21 h 202"/>
                <a:gd name="T12" fmla="*/ 83 w 240"/>
                <a:gd name="T13" fmla="*/ 16 h 202"/>
                <a:gd name="T14" fmla="*/ 102 w 240"/>
                <a:gd name="T15" fmla="*/ 8 h 202"/>
                <a:gd name="T16" fmla="*/ 112 w 240"/>
                <a:gd name="T17" fmla="*/ 0 h 202"/>
                <a:gd name="T18" fmla="*/ 121 w 240"/>
                <a:gd name="T19" fmla="*/ 6 h 202"/>
                <a:gd name="T20" fmla="*/ 140 w 240"/>
                <a:gd name="T21" fmla="*/ 6 h 202"/>
                <a:gd name="T22" fmla="*/ 144 w 240"/>
                <a:gd name="T23" fmla="*/ 14 h 202"/>
                <a:gd name="T24" fmla="*/ 154 w 240"/>
                <a:gd name="T25" fmla="*/ 12 h 202"/>
                <a:gd name="T26" fmla="*/ 160 w 240"/>
                <a:gd name="T27" fmla="*/ 35 h 202"/>
                <a:gd name="T28" fmla="*/ 171 w 240"/>
                <a:gd name="T29" fmla="*/ 50 h 202"/>
                <a:gd name="T30" fmla="*/ 187 w 240"/>
                <a:gd name="T31" fmla="*/ 56 h 202"/>
                <a:gd name="T32" fmla="*/ 200 w 240"/>
                <a:gd name="T33" fmla="*/ 68 h 202"/>
                <a:gd name="T34" fmla="*/ 212 w 240"/>
                <a:gd name="T35" fmla="*/ 75 h 202"/>
                <a:gd name="T36" fmla="*/ 223 w 240"/>
                <a:gd name="T37" fmla="*/ 79 h 202"/>
                <a:gd name="T38" fmla="*/ 223 w 240"/>
                <a:gd name="T39" fmla="*/ 87 h 202"/>
                <a:gd name="T40" fmla="*/ 231 w 240"/>
                <a:gd name="T41" fmla="*/ 93 h 202"/>
                <a:gd name="T42" fmla="*/ 221 w 240"/>
                <a:gd name="T43" fmla="*/ 104 h 202"/>
                <a:gd name="T44" fmla="*/ 237 w 240"/>
                <a:gd name="T45" fmla="*/ 110 h 202"/>
                <a:gd name="T46" fmla="*/ 233 w 240"/>
                <a:gd name="T47" fmla="*/ 112 h 202"/>
                <a:gd name="T48" fmla="*/ 237 w 240"/>
                <a:gd name="T49" fmla="*/ 118 h 202"/>
                <a:gd name="T50" fmla="*/ 240 w 240"/>
                <a:gd name="T51" fmla="*/ 129 h 202"/>
                <a:gd name="T52" fmla="*/ 227 w 240"/>
                <a:gd name="T53" fmla="*/ 139 h 202"/>
                <a:gd name="T54" fmla="*/ 215 w 240"/>
                <a:gd name="T55" fmla="*/ 143 h 202"/>
                <a:gd name="T56" fmla="*/ 194 w 240"/>
                <a:gd name="T57" fmla="*/ 143 h 202"/>
                <a:gd name="T58" fmla="*/ 200 w 240"/>
                <a:gd name="T59" fmla="*/ 166 h 202"/>
                <a:gd name="T60" fmla="*/ 187 w 240"/>
                <a:gd name="T61" fmla="*/ 177 h 202"/>
                <a:gd name="T62" fmla="*/ 177 w 240"/>
                <a:gd name="T63" fmla="*/ 179 h 202"/>
                <a:gd name="T64" fmla="*/ 177 w 240"/>
                <a:gd name="T65" fmla="*/ 189 h 202"/>
                <a:gd name="T66" fmla="*/ 165 w 240"/>
                <a:gd name="T67" fmla="*/ 202 h 202"/>
                <a:gd name="T68" fmla="*/ 165 w 240"/>
                <a:gd name="T69" fmla="*/ 200 h 202"/>
                <a:gd name="T70" fmla="*/ 154 w 240"/>
                <a:gd name="T71" fmla="*/ 191 h 202"/>
                <a:gd name="T72" fmla="*/ 160 w 240"/>
                <a:gd name="T73" fmla="*/ 181 h 202"/>
                <a:gd name="T74" fmla="*/ 154 w 240"/>
                <a:gd name="T75" fmla="*/ 171 h 202"/>
                <a:gd name="T76" fmla="*/ 140 w 240"/>
                <a:gd name="T77" fmla="*/ 171 h 202"/>
                <a:gd name="T78" fmla="*/ 135 w 240"/>
                <a:gd name="T79" fmla="*/ 160 h 202"/>
                <a:gd name="T80" fmla="*/ 140 w 240"/>
                <a:gd name="T81" fmla="*/ 148 h 202"/>
                <a:gd name="T82" fmla="*/ 112 w 240"/>
                <a:gd name="T83" fmla="*/ 131 h 202"/>
                <a:gd name="T84" fmla="*/ 100 w 240"/>
                <a:gd name="T85" fmla="*/ 141 h 202"/>
                <a:gd name="T86" fmla="*/ 81 w 240"/>
                <a:gd name="T87" fmla="*/ 123 h 202"/>
                <a:gd name="T88" fmla="*/ 81 w 240"/>
                <a:gd name="T89" fmla="*/ 125 h 202"/>
                <a:gd name="T90" fmla="*/ 81 w 240"/>
                <a:gd name="T91" fmla="*/ 118 h 202"/>
                <a:gd name="T92" fmla="*/ 69 w 240"/>
                <a:gd name="T93" fmla="*/ 104 h 202"/>
                <a:gd name="T94" fmla="*/ 67 w 240"/>
                <a:gd name="T95" fmla="*/ 91 h 202"/>
                <a:gd name="T96" fmla="*/ 60 w 240"/>
                <a:gd name="T97" fmla="*/ 81 h 202"/>
                <a:gd name="T98" fmla="*/ 54 w 240"/>
                <a:gd name="T99" fmla="*/ 85 h 202"/>
                <a:gd name="T100" fmla="*/ 48 w 240"/>
                <a:gd name="T101" fmla="*/ 87 h 202"/>
                <a:gd name="T102" fmla="*/ 23 w 240"/>
                <a:gd name="T103" fmla="*/ 64 h 202"/>
                <a:gd name="T104" fmla="*/ 14 w 240"/>
                <a:gd name="T105" fmla="*/ 62 h 202"/>
                <a:gd name="T106" fmla="*/ 2 w 240"/>
                <a:gd name="T107" fmla="*/ 64 h 202"/>
                <a:gd name="T108" fmla="*/ 2 w 240"/>
                <a:gd name="T109" fmla="*/ 54 h 202"/>
                <a:gd name="T110" fmla="*/ 0 w 240"/>
                <a:gd name="T111" fmla="*/ 5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40" h="202">
                  <a:moveTo>
                    <a:pt x="0" y="52"/>
                  </a:moveTo>
                  <a:lnTo>
                    <a:pt x="12" y="48"/>
                  </a:lnTo>
                  <a:lnTo>
                    <a:pt x="27" y="54"/>
                  </a:lnTo>
                  <a:lnTo>
                    <a:pt x="44" y="48"/>
                  </a:lnTo>
                  <a:lnTo>
                    <a:pt x="44" y="29"/>
                  </a:lnTo>
                  <a:lnTo>
                    <a:pt x="69" y="21"/>
                  </a:lnTo>
                  <a:lnTo>
                    <a:pt x="83" y="16"/>
                  </a:lnTo>
                  <a:lnTo>
                    <a:pt x="102" y="8"/>
                  </a:lnTo>
                  <a:lnTo>
                    <a:pt x="112" y="0"/>
                  </a:lnTo>
                  <a:lnTo>
                    <a:pt x="121" y="6"/>
                  </a:lnTo>
                  <a:lnTo>
                    <a:pt x="140" y="6"/>
                  </a:lnTo>
                  <a:lnTo>
                    <a:pt x="144" y="14"/>
                  </a:lnTo>
                  <a:lnTo>
                    <a:pt x="154" y="12"/>
                  </a:lnTo>
                  <a:lnTo>
                    <a:pt x="160" y="35"/>
                  </a:lnTo>
                  <a:lnTo>
                    <a:pt x="171" y="50"/>
                  </a:lnTo>
                  <a:lnTo>
                    <a:pt x="187" y="56"/>
                  </a:lnTo>
                  <a:lnTo>
                    <a:pt x="200" y="68"/>
                  </a:lnTo>
                  <a:lnTo>
                    <a:pt x="212" y="75"/>
                  </a:lnTo>
                  <a:lnTo>
                    <a:pt x="223" y="79"/>
                  </a:lnTo>
                  <a:lnTo>
                    <a:pt x="223" y="87"/>
                  </a:lnTo>
                  <a:lnTo>
                    <a:pt x="231" y="93"/>
                  </a:lnTo>
                  <a:lnTo>
                    <a:pt x="221" y="104"/>
                  </a:lnTo>
                  <a:lnTo>
                    <a:pt x="237" y="110"/>
                  </a:lnTo>
                  <a:lnTo>
                    <a:pt x="233" y="112"/>
                  </a:lnTo>
                  <a:lnTo>
                    <a:pt x="237" y="118"/>
                  </a:lnTo>
                  <a:lnTo>
                    <a:pt x="240" y="129"/>
                  </a:lnTo>
                  <a:lnTo>
                    <a:pt x="227" y="139"/>
                  </a:lnTo>
                  <a:lnTo>
                    <a:pt x="215" y="143"/>
                  </a:lnTo>
                  <a:lnTo>
                    <a:pt x="194" y="143"/>
                  </a:lnTo>
                  <a:lnTo>
                    <a:pt x="200" y="166"/>
                  </a:lnTo>
                  <a:lnTo>
                    <a:pt x="187" y="177"/>
                  </a:lnTo>
                  <a:lnTo>
                    <a:pt x="177" y="179"/>
                  </a:lnTo>
                  <a:lnTo>
                    <a:pt x="177" y="189"/>
                  </a:lnTo>
                  <a:lnTo>
                    <a:pt x="165" y="202"/>
                  </a:lnTo>
                  <a:lnTo>
                    <a:pt x="165" y="200"/>
                  </a:lnTo>
                  <a:lnTo>
                    <a:pt x="154" y="191"/>
                  </a:lnTo>
                  <a:lnTo>
                    <a:pt x="160" y="181"/>
                  </a:lnTo>
                  <a:lnTo>
                    <a:pt x="154" y="171"/>
                  </a:lnTo>
                  <a:lnTo>
                    <a:pt x="140" y="171"/>
                  </a:lnTo>
                  <a:lnTo>
                    <a:pt x="135" y="160"/>
                  </a:lnTo>
                  <a:lnTo>
                    <a:pt x="140" y="148"/>
                  </a:lnTo>
                  <a:lnTo>
                    <a:pt x="112" y="131"/>
                  </a:lnTo>
                  <a:lnTo>
                    <a:pt x="100" y="141"/>
                  </a:lnTo>
                  <a:lnTo>
                    <a:pt x="81" y="123"/>
                  </a:lnTo>
                  <a:lnTo>
                    <a:pt x="81" y="125"/>
                  </a:lnTo>
                  <a:lnTo>
                    <a:pt x="81" y="118"/>
                  </a:lnTo>
                  <a:lnTo>
                    <a:pt x="69" y="104"/>
                  </a:lnTo>
                  <a:lnTo>
                    <a:pt x="67" y="91"/>
                  </a:lnTo>
                  <a:lnTo>
                    <a:pt x="60" y="81"/>
                  </a:lnTo>
                  <a:lnTo>
                    <a:pt x="54" y="85"/>
                  </a:lnTo>
                  <a:lnTo>
                    <a:pt x="48" y="87"/>
                  </a:lnTo>
                  <a:lnTo>
                    <a:pt x="23" y="64"/>
                  </a:lnTo>
                  <a:lnTo>
                    <a:pt x="14" y="62"/>
                  </a:lnTo>
                  <a:lnTo>
                    <a:pt x="2" y="64"/>
                  </a:lnTo>
                  <a:lnTo>
                    <a:pt x="2" y="54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5" name="Freeform 82"/>
            <p:cNvSpPr>
              <a:spLocks/>
            </p:cNvSpPr>
            <p:nvPr/>
          </p:nvSpPr>
          <p:spPr bwMode="auto">
            <a:xfrm>
              <a:off x="1429" y="3455"/>
              <a:ext cx="94" cy="90"/>
            </a:xfrm>
            <a:custGeom>
              <a:avLst/>
              <a:gdLst>
                <a:gd name="T0" fmla="*/ 0 w 94"/>
                <a:gd name="T1" fmla="*/ 50 h 90"/>
                <a:gd name="T2" fmla="*/ 23 w 94"/>
                <a:gd name="T3" fmla="*/ 32 h 90"/>
                <a:gd name="T4" fmla="*/ 23 w 94"/>
                <a:gd name="T5" fmla="*/ 15 h 90"/>
                <a:gd name="T6" fmla="*/ 44 w 94"/>
                <a:gd name="T7" fmla="*/ 0 h 90"/>
                <a:gd name="T8" fmla="*/ 56 w 94"/>
                <a:gd name="T9" fmla="*/ 7 h 90"/>
                <a:gd name="T10" fmla="*/ 83 w 94"/>
                <a:gd name="T11" fmla="*/ 7 h 90"/>
                <a:gd name="T12" fmla="*/ 83 w 94"/>
                <a:gd name="T13" fmla="*/ 17 h 90"/>
                <a:gd name="T14" fmla="*/ 94 w 94"/>
                <a:gd name="T15" fmla="*/ 27 h 90"/>
                <a:gd name="T16" fmla="*/ 85 w 94"/>
                <a:gd name="T17" fmla="*/ 40 h 90"/>
                <a:gd name="T18" fmla="*/ 94 w 94"/>
                <a:gd name="T19" fmla="*/ 54 h 90"/>
                <a:gd name="T20" fmla="*/ 90 w 94"/>
                <a:gd name="T21" fmla="*/ 57 h 90"/>
                <a:gd name="T22" fmla="*/ 65 w 94"/>
                <a:gd name="T23" fmla="*/ 65 h 90"/>
                <a:gd name="T24" fmla="*/ 65 w 94"/>
                <a:gd name="T25" fmla="*/ 84 h 90"/>
                <a:gd name="T26" fmla="*/ 48 w 94"/>
                <a:gd name="T27" fmla="*/ 90 h 90"/>
                <a:gd name="T28" fmla="*/ 33 w 94"/>
                <a:gd name="T29" fmla="*/ 84 h 90"/>
                <a:gd name="T30" fmla="*/ 21 w 94"/>
                <a:gd name="T31" fmla="*/ 88 h 90"/>
                <a:gd name="T32" fmla="*/ 4 w 94"/>
                <a:gd name="T33" fmla="*/ 77 h 90"/>
                <a:gd name="T34" fmla="*/ 4 w 94"/>
                <a:gd name="T35" fmla="*/ 77 h 90"/>
                <a:gd name="T36" fmla="*/ 2 w 94"/>
                <a:gd name="T37" fmla="*/ 67 h 90"/>
                <a:gd name="T38" fmla="*/ 6 w 94"/>
                <a:gd name="T39" fmla="*/ 65 h 90"/>
                <a:gd name="T40" fmla="*/ 6 w 94"/>
                <a:gd name="T41" fmla="*/ 52 h 90"/>
                <a:gd name="T42" fmla="*/ 0 w 94"/>
                <a:gd name="T43" fmla="*/ 5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4" h="90">
                  <a:moveTo>
                    <a:pt x="0" y="50"/>
                  </a:moveTo>
                  <a:lnTo>
                    <a:pt x="23" y="32"/>
                  </a:lnTo>
                  <a:lnTo>
                    <a:pt x="23" y="15"/>
                  </a:lnTo>
                  <a:lnTo>
                    <a:pt x="44" y="0"/>
                  </a:lnTo>
                  <a:lnTo>
                    <a:pt x="56" y="7"/>
                  </a:lnTo>
                  <a:lnTo>
                    <a:pt x="83" y="7"/>
                  </a:lnTo>
                  <a:lnTo>
                    <a:pt x="83" y="17"/>
                  </a:lnTo>
                  <a:lnTo>
                    <a:pt x="94" y="27"/>
                  </a:lnTo>
                  <a:lnTo>
                    <a:pt x="85" y="40"/>
                  </a:lnTo>
                  <a:lnTo>
                    <a:pt x="94" y="54"/>
                  </a:lnTo>
                  <a:lnTo>
                    <a:pt x="90" y="57"/>
                  </a:lnTo>
                  <a:lnTo>
                    <a:pt x="65" y="65"/>
                  </a:lnTo>
                  <a:lnTo>
                    <a:pt x="65" y="84"/>
                  </a:lnTo>
                  <a:lnTo>
                    <a:pt x="48" y="90"/>
                  </a:lnTo>
                  <a:lnTo>
                    <a:pt x="33" y="84"/>
                  </a:lnTo>
                  <a:lnTo>
                    <a:pt x="21" y="88"/>
                  </a:lnTo>
                  <a:lnTo>
                    <a:pt x="4" y="77"/>
                  </a:lnTo>
                  <a:lnTo>
                    <a:pt x="4" y="77"/>
                  </a:lnTo>
                  <a:lnTo>
                    <a:pt x="2" y="67"/>
                  </a:lnTo>
                  <a:lnTo>
                    <a:pt x="6" y="65"/>
                  </a:lnTo>
                  <a:lnTo>
                    <a:pt x="6" y="52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6" name="Freeform 83"/>
            <p:cNvSpPr>
              <a:spLocks/>
            </p:cNvSpPr>
            <p:nvPr/>
          </p:nvSpPr>
          <p:spPr bwMode="auto">
            <a:xfrm>
              <a:off x="1464" y="3409"/>
              <a:ext cx="142" cy="103"/>
            </a:xfrm>
            <a:custGeom>
              <a:avLst/>
              <a:gdLst>
                <a:gd name="T0" fmla="*/ 55 w 142"/>
                <a:gd name="T1" fmla="*/ 13 h 103"/>
                <a:gd name="T2" fmla="*/ 71 w 142"/>
                <a:gd name="T3" fmla="*/ 34 h 103"/>
                <a:gd name="T4" fmla="*/ 86 w 142"/>
                <a:gd name="T5" fmla="*/ 28 h 103"/>
                <a:gd name="T6" fmla="*/ 92 w 142"/>
                <a:gd name="T7" fmla="*/ 34 h 103"/>
                <a:gd name="T8" fmla="*/ 101 w 142"/>
                <a:gd name="T9" fmla="*/ 23 h 103"/>
                <a:gd name="T10" fmla="*/ 113 w 142"/>
                <a:gd name="T11" fmla="*/ 36 h 103"/>
                <a:gd name="T12" fmla="*/ 126 w 142"/>
                <a:gd name="T13" fmla="*/ 36 h 103"/>
                <a:gd name="T14" fmla="*/ 128 w 142"/>
                <a:gd name="T15" fmla="*/ 53 h 103"/>
                <a:gd name="T16" fmla="*/ 142 w 142"/>
                <a:gd name="T17" fmla="*/ 57 h 103"/>
                <a:gd name="T18" fmla="*/ 140 w 142"/>
                <a:gd name="T19" fmla="*/ 80 h 103"/>
                <a:gd name="T20" fmla="*/ 140 w 142"/>
                <a:gd name="T21" fmla="*/ 94 h 103"/>
                <a:gd name="T22" fmla="*/ 130 w 142"/>
                <a:gd name="T23" fmla="*/ 96 h 103"/>
                <a:gd name="T24" fmla="*/ 126 w 142"/>
                <a:gd name="T25" fmla="*/ 88 h 103"/>
                <a:gd name="T26" fmla="*/ 107 w 142"/>
                <a:gd name="T27" fmla="*/ 88 h 103"/>
                <a:gd name="T28" fmla="*/ 98 w 142"/>
                <a:gd name="T29" fmla="*/ 82 h 103"/>
                <a:gd name="T30" fmla="*/ 88 w 142"/>
                <a:gd name="T31" fmla="*/ 90 h 103"/>
                <a:gd name="T32" fmla="*/ 69 w 142"/>
                <a:gd name="T33" fmla="*/ 98 h 103"/>
                <a:gd name="T34" fmla="*/ 55 w 142"/>
                <a:gd name="T35" fmla="*/ 103 h 103"/>
                <a:gd name="T36" fmla="*/ 59 w 142"/>
                <a:gd name="T37" fmla="*/ 100 h 103"/>
                <a:gd name="T38" fmla="*/ 50 w 142"/>
                <a:gd name="T39" fmla="*/ 86 h 103"/>
                <a:gd name="T40" fmla="*/ 59 w 142"/>
                <a:gd name="T41" fmla="*/ 73 h 103"/>
                <a:gd name="T42" fmla="*/ 48 w 142"/>
                <a:gd name="T43" fmla="*/ 63 h 103"/>
                <a:gd name="T44" fmla="*/ 48 w 142"/>
                <a:gd name="T45" fmla="*/ 53 h 103"/>
                <a:gd name="T46" fmla="*/ 21 w 142"/>
                <a:gd name="T47" fmla="*/ 53 h 103"/>
                <a:gd name="T48" fmla="*/ 9 w 142"/>
                <a:gd name="T49" fmla="*/ 46 h 103"/>
                <a:gd name="T50" fmla="*/ 0 w 142"/>
                <a:gd name="T51" fmla="*/ 34 h 103"/>
                <a:gd name="T52" fmla="*/ 11 w 142"/>
                <a:gd name="T53" fmla="*/ 23 h 103"/>
                <a:gd name="T54" fmla="*/ 9 w 142"/>
                <a:gd name="T55" fmla="*/ 11 h 103"/>
                <a:gd name="T56" fmla="*/ 28 w 142"/>
                <a:gd name="T57" fmla="*/ 11 h 103"/>
                <a:gd name="T58" fmla="*/ 34 w 142"/>
                <a:gd name="T59" fmla="*/ 0 h 103"/>
                <a:gd name="T60" fmla="*/ 55 w 142"/>
                <a:gd name="T61" fmla="*/ 1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42" h="103">
                  <a:moveTo>
                    <a:pt x="55" y="13"/>
                  </a:moveTo>
                  <a:lnTo>
                    <a:pt x="71" y="34"/>
                  </a:lnTo>
                  <a:lnTo>
                    <a:pt x="86" y="28"/>
                  </a:lnTo>
                  <a:lnTo>
                    <a:pt x="92" y="34"/>
                  </a:lnTo>
                  <a:lnTo>
                    <a:pt x="101" y="23"/>
                  </a:lnTo>
                  <a:lnTo>
                    <a:pt x="113" y="36"/>
                  </a:lnTo>
                  <a:lnTo>
                    <a:pt x="126" y="36"/>
                  </a:lnTo>
                  <a:lnTo>
                    <a:pt x="128" y="53"/>
                  </a:lnTo>
                  <a:lnTo>
                    <a:pt x="142" y="57"/>
                  </a:lnTo>
                  <a:lnTo>
                    <a:pt x="140" y="80"/>
                  </a:lnTo>
                  <a:lnTo>
                    <a:pt x="140" y="94"/>
                  </a:lnTo>
                  <a:lnTo>
                    <a:pt x="130" y="96"/>
                  </a:lnTo>
                  <a:lnTo>
                    <a:pt x="126" y="88"/>
                  </a:lnTo>
                  <a:lnTo>
                    <a:pt x="107" y="88"/>
                  </a:lnTo>
                  <a:lnTo>
                    <a:pt x="98" y="82"/>
                  </a:lnTo>
                  <a:lnTo>
                    <a:pt x="88" y="90"/>
                  </a:lnTo>
                  <a:lnTo>
                    <a:pt x="69" y="98"/>
                  </a:lnTo>
                  <a:lnTo>
                    <a:pt x="55" y="103"/>
                  </a:lnTo>
                  <a:lnTo>
                    <a:pt x="59" y="100"/>
                  </a:lnTo>
                  <a:lnTo>
                    <a:pt x="50" y="86"/>
                  </a:lnTo>
                  <a:lnTo>
                    <a:pt x="59" y="73"/>
                  </a:lnTo>
                  <a:lnTo>
                    <a:pt x="48" y="63"/>
                  </a:lnTo>
                  <a:lnTo>
                    <a:pt x="48" y="53"/>
                  </a:lnTo>
                  <a:lnTo>
                    <a:pt x="21" y="53"/>
                  </a:lnTo>
                  <a:lnTo>
                    <a:pt x="9" y="46"/>
                  </a:lnTo>
                  <a:lnTo>
                    <a:pt x="0" y="34"/>
                  </a:lnTo>
                  <a:lnTo>
                    <a:pt x="11" y="23"/>
                  </a:lnTo>
                  <a:lnTo>
                    <a:pt x="9" y="11"/>
                  </a:lnTo>
                  <a:lnTo>
                    <a:pt x="28" y="11"/>
                  </a:lnTo>
                  <a:lnTo>
                    <a:pt x="34" y="0"/>
                  </a:lnTo>
                  <a:lnTo>
                    <a:pt x="55" y="13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7" name="Freeform 84"/>
            <p:cNvSpPr>
              <a:spLocks/>
            </p:cNvSpPr>
            <p:nvPr/>
          </p:nvSpPr>
          <p:spPr bwMode="auto">
            <a:xfrm>
              <a:off x="1621" y="3434"/>
              <a:ext cx="137" cy="167"/>
            </a:xfrm>
            <a:custGeom>
              <a:avLst/>
              <a:gdLst>
                <a:gd name="T0" fmla="*/ 100 w 137"/>
                <a:gd name="T1" fmla="*/ 153 h 167"/>
                <a:gd name="T2" fmla="*/ 94 w 137"/>
                <a:gd name="T3" fmla="*/ 138 h 167"/>
                <a:gd name="T4" fmla="*/ 94 w 137"/>
                <a:gd name="T5" fmla="*/ 125 h 167"/>
                <a:gd name="T6" fmla="*/ 119 w 137"/>
                <a:gd name="T7" fmla="*/ 117 h 167"/>
                <a:gd name="T8" fmla="*/ 123 w 137"/>
                <a:gd name="T9" fmla="*/ 90 h 167"/>
                <a:gd name="T10" fmla="*/ 125 w 137"/>
                <a:gd name="T11" fmla="*/ 73 h 167"/>
                <a:gd name="T12" fmla="*/ 135 w 137"/>
                <a:gd name="T13" fmla="*/ 63 h 167"/>
                <a:gd name="T14" fmla="*/ 137 w 137"/>
                <a:gd name="T15" fmla="*/ 30 h 167"/>
                <a:gd name="T16" fmla="*/ 125 w 137"/>
                <a:gd name="T17" fmla="*/ 28 h 167"/>
                <a:gd name="T18" fmla="*/ 129 w 137"/>
                <a:gd name="T19" fmla="*/ 15 h 167"/>
                <a:gd name="T20" fmla="*/ 108 w 137"/>
                <a:gd name="T21" fmla="*/ 11 h 167"/>
                <a:gd name="T22" fmla="*/ 91 w 137"/>
                <a:gd name="T23" fmla="*/ 0 h 167"/>
                <a:gd name="T24" fmla="*/ 73 w 137"/>
                <a:gd name="T25" fmla="*/ 23 h 167"/>
                <a:gd name="T26" fmla="*/ 66 w 137"/>
                <a:gd name="T27" fmla="*/ 44 h 167"/>
                <a:gd name="T28" fmla="*/ 54 w 137"/>
                <a:gd name="T29" fmla="*/ 46 h 167"/>
                <a:gd name="T30" fmla="*/ 41 w 137"/>
                <a:gd name="T31" fmla="*/ 38 h 167"/>
                <a:gd name="T32" fmla="*/ 27 w 137"/>
                <a:gd name="T33" fmla="*/ 46 h 167"/>
                <a:gd name="T34" fmla="*/ 25 w 137"/>
                <a:gd name="T35" fmla="*/ 71 h 167"/>
                <a:gd name="T36" fmla="*/ 10 w 137"/>
                <a:gd name="T37" fmla="*/ 96 h 167"/>
                <a:gd name="T38" fmla="*/ 0 w 137"/>
                <a:gd name="T39" fmla="*/ 107 h 167"/>
                <a:gd name="T40" fmla="*/ 0 w 137"/>
                <a:gd name="T41" fmla="*/ 107 h 167"/>
                <a:gd name="T42" fmla="*/ 16 w 137"/>
                <a:gd name="T43" fmla="*/ 113 h 167"/>
                <a:gd name="T44" fmla="*/ 29 w 137"/>
                <a:gd name="T45" fmla="*/ 125 h 167"/>
                <a:gd name="T46" fmla="*/ 41 w 137"/>
                <a:gd name="T47" fmla="*/ 132 h 167"/>
                <a:gd name="T48" fmla="*/ 52 w 137"/>
                <a:gd name="T49" fmla="*/ 136 h 167"/>
                <a:gd name="T50" fmla="*/ 52 w 137"/>
                <a:gd name="T51" fmla="*/ 144 h 167"/>
                <a:gd name="T52" fmla="*/ 60 w 137"/>
                <a:gd name="T53" fmla="*/ 150 h 167"/>
                <a:gd name="T54" fmla="*/ 50 w 137"/>
                <a:gd name="T55" fmla="*/ 161 h 167"/>
                <a:gd name="T56" fmla="*/ 66 w 137"/>
                <a:gd name="T57" fmla="*/ 167 h 167"/>
                <a:gd name="T58" fmla="*/ 100 w 137"/>
                <a:gd name="T59" fmla="*/ 15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7" h="167">
                  <a:moveTo>
                    <a:pt x="100" y="153"/>
                  </a:moveTo>
                  <a:lnTo>
                    <a:pt x="94" y="138"/>
                  </a:lnTo>
                  <a:lnTo>
                    <a:pt x="94" y="125"/>
                  </a:lnTo>
                  <a:lnTo>
                    <a:pt x="119" y="117"/>
                  </a:lnTo>
                  <a:lnTo>
                    <a:pt x="123" y="90"/>
                  </a:lnTo>
                  <a:lnTo>
                    <a:pt x="125" y="73"/>
                  </a:lnTo>
                  <a:lnTo>
                    <a:pt x="135" y="63"/>
                  </a:lnTo>
                  <a:lnTo>
                    <a:pt x="137" y="30"/>
                  </a:lnTo>
                  <a:lnTo>
                    <a:pt x="125" y="28"/>
                  </a:lnTo>
                  <a:lnTo>
                    <a:pt x="129" y="15"/>
                  </a:lnTo>
                  <a:lnTo>
                    <a:pt x="108" y="11"/>
                  </a:lnTo>
                  <a:lnTo>
                    <a:pt x="91" y="0"/>
                  </a:lnTo>
                  <a:lnTo>
                    <a:pt x="73" y="23"/>
                  </a:lnTo>
                  <a:lnTo>
                    <a:pt x="66" y="44"/>
                  </a:lnTo>
                  <a:lnTo>
                    <a:pt x="54" y="46"/>
                  </a:lnTo>
                  <a:lnTo>
                    <a:pt x="41" y="38"/>
                  </a:lnTo>
                  <a:lnTo>
                    <a:pt x="27" y="46"/>
                  </a:lnTo>
                  <a:lnTo>
                    <a:pt x="25" y="71"/>
                  </a:lnTo>
                  <a:lnTo>
                    <a:pt x="10" y="96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16" y="113"/>
                  </a:lnTo>
                  <a:lnTo>
                    <a:pt x="29" y="125"/>
                  </a:lnTo>
                  <a:lnTo>
                    <a:pt x="41" y="132"/>
                  </a:lnTo>
                  <a:lnTo>
                    <a:pt x="52" y="136"/>
                  </a:lnTo>
                  <a:lnTo>
                    <a:pt x="52" y="144"/>
                  </a:lnTo>
                  <a:lnTo>
                    <a:pt x="60" y="150"/>
                  </a:lnTo>
                  <a:lnTo>
                    <a:pt x="50" y="161"/>
                  </a:lnTo>
                  <a:lnTo>
                    <a:pt x="66" y="167"/>
                  </a:lnTo>
                  <a:lnTo>
                    <a:pt x="100" y="153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8" name="Freeform 85"/>
            <p:cNvSpPr>
              <a:spLocks/>
            </p:cNvSpPr>
            <p:nvPr/>
          </p:nvSpPr>
          <p:spPr bwMode="auto">
            <a:xfrm>
              <a:off x="3194" y="3676"/>
              <a:ext cx="605" cy="538"/>
            </a:xfrm>
            <a:custGeom>
              <a:avLst/>
              <a:gdLst>
                <a:gd name="T0" fmla="*/ 23 w 290"/>
                <a:gd name="T1" fmla="*/ 178 h 258"/>
                <a:gd name="T2" fmla="*/ 28 w 290"/>
                <a:gd name="T3" fmla="*/ 185 h 258"/>
                <a:gd name="T4" fmla="*/ 45 w 290"/>
                <a:gd name="T5" fmla="*/ 192 h 258"/>
                <a:gd name="T6" fmla="*/ 67 w 290"/>
                <a:gd name="T7" fmla="*/ 202 h 258"/>
                <a:gd name="T8" fmla="*/ 85 w 290"/>
                <a:gd name="T9" fmla="*/ 210 h 258"/>
                <a:gd name="T10" fmla="*/ 97 w 290"/>
                <a:gd name="T11" fmla="*/ 222 h 258"/>
                <a:gd name="T12" fmla="*/ 107 w 290"/>
                <a:gd name="T13" fmla="*/ 223 h 258"/>
                <a:gd name="T14" fmla="*/ 113 w 290"/>
                <a:gd name="T15" fmla="*/ 212 h 258"/>
                <a:gd name="T16" fmla="*/ 133 w 290"/>
                <a:gd name="T17" fmla="*/ 184 h 258"/>
                <a:gd name="T18" fmla="*/ 161 w 290"/>
                <a:gd name="T19" fmla="*/ 129 h 258"/>
                <a:gd name="T20" fmla="*/ 157 w 290"/>
                <a:gd name="T21" fmla="*/ 110 h 258"/>
                <a:gd name="T22" fmla="*/ 158 w 290"/>
                <a:gd name="T23" fmla="*/ 69 h 258"/>
                <a:gd name="T24" fmla="*/ 146 w 290"/>
                <a:gd name="T25" fmla="*/ 51 h 258"/>
                <a:gd name="T26" fmla="*/ 161 w 290"/>
                <a:gd name="T27" fmla="*/ 48 h 258"/>
                <a:gd name="T28" fmla="*/ 166 w 290"/>
                <a:gd name="T29" fmla="*/ 38 h 258"/>
                <a:gd name="T30" fmla="*/ 182 w 290"/>
                <a:gd name="T31" fmla="*/ 37 h 258"/>
                <a:gd name="T32" fmla="*/ 186 w 290"/>
                <a:gd name="T33" fmla="*/ 25 h 258"/>
                <a:gd name="T34" fmla="*/ 198 w 290"/>
                <a:gd name="T35" fmla="*/ 32 h 258"/>
                <a:gd name="T36" fmla="*/ 206 w 290"/>
                <a:gd name="T37" fmla="*/ 32 h 258"/>
                <a:gd name="T38" fmla="*/ 219 w 290"/>
                <a:gd name="T39" fmla="*/ 26 h 258"/>
                <a:gd name="T40" fmla="*/ 232 w 290"/>
                <a:gd name="T41" fmla="*/ 25 h 258"/>
                <a:gd name="T42" fmla="*/ 236 w 290"/>
                <a:gd name="T43" fmla="*/ 13 h 258"/>
                <a:gd name="T44" fmla="*/ 249 w 290"/>
                <a:gd name="T45" fmla="*/ 0 h 258"/>
                <a:gd name="T46" fmla="*/ 250 w 290"/>
                <a:gd name="T47" fmla="*/ 11 h 258"/>
                <a:gd name="T48" fmla="*/ 255 w 290"/>
                <a:gd name="T49" fmla="*/ 23 h 258"/>
                <a:gd name="T50" fmla="*/ 265 w 290"/>
                <a:gd name="T51" fmla="*/ 40 h 258"/>
                <a:gd name="T52" fmla="*/ 273 w 290"/>
                <a:gd name="T53" fmla="*/ 50 h 258"/>
                <a:gd name="T54" fmla="*/ 289 w 290"/>
                <a:gd name="T55" fmla="*/ 59 h 258"/>
                <a:gd name="T56" fmla="*/ 288 w 290"/>
                <a:gd name="T57" fmla="*/ 75 h 258"/>
                <a:gd name="T58" fmla="*/ 265 w 290"/>
                <a:gd name="T59" fmla="*/ 99 h 258"/>
                <a:gd name="T60" fmla="*/ 255 w 290"/>
                <a:gd name="T61" fmla="*/ 114 h 258"/>
                <a:gd name="T62" fmla="*/ 266 w 290"/>
                <a:gd name="T63" fmla="*/ 129 h 258"/>
                <a:gd name="T64" fmla="*/ 252 w 290"/>
                <a:gd name="T65" fmla="*/ 153 h 258"/>
                <a:gd name="T66" fmla="*/ 233 w 290"/>
                <a:gd name="T67" fmla="*/ 170 h 258"/>
                <a:gd name="T68" fmla="*/ 221 w 290"/>
                <a:gd name="T69" fmla="*/ 190 h 258"/>
                <a:gd name="T70" fmla="*/ 195 w 290"/>
                <a:gd name="T71" fmla="*/ 200 h 258"/>
                <a:gd name="T72" fmla="*/ 184 w 290"/>
                <a:gd name="T73" fmla="*/ 208 h 258"/>
                <a:gd name="T74" fmla="*/ 184 w 290"/>
                <a:gd name="T75" fmla="*/ 229 h 258"/>
                <a:gd name="T76" fmla="*/ 182 w 290"/>
                <a:gd name="T77" fmla="*/ 237 h 258"/>
                <a:gd name="T78" fmla="*/ 176 w 290"/>
                <a:gd name="T79" fmla="*/ 246 h 258"/>
                <a:gd name="T80" fmla="*/ 156 w 290"/>
                <a:gd name="T81" fmla="*/ 238 h 258"/>
                <a:gd name="T82" fmla="*/ 122 w 290"/>
                <a:gd name="T83" fmla="*/ 245 h 258"/>
                <a:gd name="T84" fmla="*/ 102 w 290"/>
                <a:gd name="T85" fmla="*/ 257 h 258"/>
                <a:gd name="T86" fmla="*/ 73 w 290"/>
                <a:gd name="T87" fmla="*/ 243 h 258"/>
                <a:gd name="T88" fmla="*/ 58 w 290"/>
                <a:gd name="T89" fmla="*/ 225 h 258"/>
                <a:gd name="T90" fmla="*/ 35 w 290"/>
                <a:gd name="T91" fmla="*/ 219 h 258"/>
                <a:gd name="T92" fmla="*/ 11 w 290"/>
                <a:gd name="T93" fmla="*/ 215 h 258"/>
                <a:gd name="T94" fmla="*/ 0 w 290"/>
                <a:gd name="T95" fmla="*/ 205 h 258"/>
                <a:gd name="T96" fmla="*/ 9 w 290"/>
                <a:gd name="T97" fmla="*/ 191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0" h="258">
                  <a:moveTo>
                    <a:pt x="9" y="191"/>
                  </a:moveTo>
                  <a:cubicBezTo>
                    <a:pt x="23" y="178"/>
                    <a:pt x="23" y="178"/>
                    <a:pt x="23" y="178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8" y="185"/>
                    <a:pt x="28" y="185"/>
                    <a:pt x="28" y="185"/>
                  </a:cubicBezTo>
                  <a:cubicBezTo>
                    <a:pt x="36" y="191"/>
                    <a:pt x="36" y="191"/>
                    <a:pt x="36" y="191"/>
                  </a:cubicBezTo>
                  <a:cubicBezTo>
                    <a:pt x="45" y="192"/>
                    <a:pt x="45" y="192"/>
                    <a:pt x="45" y="192"/>
                  </a:cubicBezTo>
                  <a:cubicBezTo>
                    <a:pt x="60" y="204"/>
                    <a:pt x="60" y="204"/>
                    <a:pt x="60" y="204"/>
                  </a:cubicBezTo>
                  <a:cubicBezTo>
                    <a:pt x="67" y="202"/>
                    <a:pt x="67" y="202"/>
                    <a:pt x="67" y="202"/>
                  </a:cubicBezTo>
                  <a:cubicBezTo>
                    <a:pt x="77" y="211"/>
                    <a:pt x="77" y="211"/>
                    <a:pt x="77" y="211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97" y="222"/>
                    <a:pt x="97" y="222"/>
                    <a:pt x="97" y="222"/>
                  </a:cubicBezTo>
                  <a:cubicBezTo>
                    <a:pt x="102" y="228"/>
                    <a:pt x="102" y="228"/>
                    <a:pt x="102" y="228"/>
                  </a:cubicBezTo>
                  <a:cubicBezTo>
                    <a:pt x="107" y="223"/>
                    <a:pt x="107" y="223"/>
                    <a:pt x="107" y="223"/>
                  </a:cubicBezTo>
                  <a:cubicBezTo>
                    <a:pt x="112" y="223"/>
                    <a:pt x="112" y="223"/>
                    <a:pt x="112" y="223"/>
                  </a:cubicBezTo>
                  <a:cubicBezTo>
                    <a:pt x="113" y="212"/>
                    <a:pt x="113" y="212"/>
                    <a:pt x="113" y="212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3" y="184"/>
                    <a:pt x="133" y="184"/>
                    <a:pt x="133" y="184"/>
                  </a:cubicBezTo>
                  <a:cubicBezTo>
                    <a:pt x="159" y="156"/>
                    <a:pt x="159" y="156"/>
                    <a:pt x="159" y="156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6" y="113"/>
                    <a:pt x="166" y="113"/>
                    <a:pt x="166" y="113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2" y="78"/>
                    <a:pt x="152" y="78"/>
                    <a:pt x="152" y="78"/>
                  </a:cubicBezTo>
                  <a:cubicBezTo>
                    <a:pt x="158" y="69"/>
                    <a:pt x="158" y="69"/>
                    <a:pt x="158" y="69"/>
                  </a:cubicBezTo>
                  <a:cubicBezTo>
                    <a:pt x="149" y="63"/>
                    <a:pt x="149" y="63"/>
                    <a:pt x="149" y="63"/>
                  </a:cubicBezTo>
                  <a:cubicBezTo>
                    <a:pt x="146" y="51"/>
                    <a:pt x="146" y="51"/>
                    <a:pt x="146" y="51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39"/>
                    <a:pt x="162" y="39"/>
                    <a:pt x="162" y="39"/>
                  </a:cubicBezTo>
                  <a:cubicBezTo>
                    <a:pt x="166" y="38"/>
                    <a:pt x="166" y="38"/>
                    <a:pt x="166" y="38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82" y="37"/>
                    <a:pt x="182" y="37"/>
                    <a:pt x="182" y="37"/>
                  </a:cubicBezTo>
                  <a:cubicBezTo>
                    <a:pt x="181" y="31"/>
                    <a:pt x="181" y="31"/>
                    <a:pt x="181" y="31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98" y="32"/>
                    <a:pt x="198" y="32"/>
                    <a:pt x="198" y="32"/>
                  </a:cubicBezTo>
                  <a:cubicBezTo>
                    <a:pt x="203" y="27"/>
                    <a:pt x="203" y="27"/>
                    <a:pt x="203" y="27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9" y="26"/>
                    <a:pt x="219" y="26"/>
                    <a:pt x="219" y="26"/>
                  </a:cubicBezTo>
                  <a:cubicBezTo>
                    <a:pt x="226" y="31"/>
                    <a:pt x="226" y="31"/>
                    <a:pt x="226" y="31"/>
                  </a:cubicBezTo>
                  <a:cubicBezTo>
                    <a:pt x="232" y="25"/>
                    <a:pt x="232" y="25"/>
                    <a:pt x="232" y="25"/>
                  </a:cubicBezTo>
                  <a:cubicBezTo>
                    <a:pt x="238" y="25"/>
                    <a:pt x="238" y="25"/>
                    <a:pt x="238" y="25"/>
                  </a:cubicBezTo>
                  <a:cubicBezTo>
                    <a:pt x="236" y="13"/>
                    <a:pt x="236" y="13"/>
                    <a:pt x="236" y="13"/>
                  </a:cubicBezTo>
                  <a:cubicBezTo>
                    <a:pt x="244" y="6"/>
                    <a:pt x="244" y="6"/>
                    <a:pt x="244" y="6"/>
                  </a:cubicBezTo>
                  <a:cubicBezTo>
                    <a:pt x="249" y="0"/>
                    <a:pt x="249" y="0"/>
                    <a:pt x="249" y="0"/>
                  </a:cubicBezTo>
                  <a:cubicBezTo>
                    <a:pt x="257" y="4"/>
                    <a:pt x="257" y="4"/>
                    <a:pt x="257" y="4"/>
                  </a:cubicBezTo>
                  <a:cubicBezTo>
                    <a:pt x="250" y="11"/>
                    <a:pt x="250" y="11"/>
                    <a:pt x="250" y="11"/>
                  </a:cubicBezTo>
                  <a:cubicBezTo>
                    <a:pt x="248" y="19"/>
                    <a:pt x="248" y="19"/>
                    <a:pt x="248" y="19"/>
                  </a:cubicBezTo>
                  <a:cubicBezTo>
                    <a:pt x="255" y="23"/>
                    <a:pt x="255" y="23"/>
                    <a:pt x="255" y="2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65" y="40"/>
                    <a:pt x="265" y="40"/>
                    <a:pt x="265" y="40"/>
                  </a:cubicBezTo>
                  <a:cubicBezTo>
                    <a:pt x="267" y="50"/>
                    <a:pt x="267" y="50"/>
                    <a:pt x="267" y="50"/>
                  </a:cubicBezTo>
                  <a:cubicBezTo>
                    <a:pt x="273" y="50"/>
                    <a:pt x="273" y="50"/>
                    <a:pt x="273" y="50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89" y="59"/>
                    <a:pt x="289" y="59"/>
                    <a:pt x="289" y="59"/>
                  </a:cubicBezTo>
                  <a:cubicBezTo>
                    <a:pt x="290" y="70"/>
                    <a:pt x="290" y="70"/>
                    <a:pt x="290" y="70"/>
                  </a:cubicBezTo>
                  <a:cubicBezTo>
                    <a:pt x="288" y="75"/>
                    <a:pt x="288" y="75"/>
                    <a:pt x="288" y="75"/>
                  </a:cubicBezTo>
                  <a:cubicBezTo>
                    <a:pt x="279" y="77"/>
                    <a:pt x="279" y="77"/>
                    <a:pt x="279" y="77"/>
                  </a:cubicBezTo>
                  <a:cubicBezTo>
                    <a:pt x="265" y="99"/>
                    <a:pt x="265" y="99"/>
                    <a:pt x="265" y="99"/>
                  </a:cubicBezTo>
                  <a:cubicBezTo>
                    <a:pt x="257" y="106"/>
                    <a:pt x="257" y="106"/>
                    <a:pt x="257" y="106"/>
                  </a:cubicBezTo>
                  <a:cubicBezTo>
                    <a:pt x="255" y="114"/>
                    <a:pt x="255" y="114"/>
                    <a:pt x="255" y="114"/>
                  </a:cubicBezTo>
                  <a:cubicBezTo>
                    <a:pt x="261" y="123"/>
                    <a:pt x="261" y="123"/>
                    <a:pt x="261" y="123"/>
                  </a:cubicBezTo>
                  <a:cubicBezTo>
                    <a:pt x="266" y="129"/>
                    <a:pt x="266" y="129"/>
                    <a:pt x="266" y="129"/>
                  </a:cubicBezTo>
                  <a:cubicBezTo>
                    <a:pt x="265" y="139"/>
                    <a:pt x="265" y="139"/>
                    <a:pt x="265" y="139"/>
                  </a:cubicBezTo>
                  <a:cubicBezTo>
                    <a:pt x="252" y="153"/>
                    <a:pt x="252" y="153"/>
                    <a:pt x="252" y="153"/>
                  </a:cubicBezTo>
                  <a:cubicBezTo>
                    <a:pt x="235" y="160"/>
                    <a:pt x="235" y="160"/>
                    <a:pt x="235" y="160"/>
                  </a:cubicBezTo>
                  <a:cubicBezTo>
                    <a:pt x="233" y="170"/>
                    <a:pt x="233" y="170"/>
                    <a:pt x="233" y="170"/>
                  </a:cubicBezTo>
                  <a:cubicBezTo>
                    <a:pt x="224" y="178"/>
                    <a:pt x="224" y="178"/>
                    <a:pt x="224" y="178"/>
                  </a:cubicBezTo>
                  <a:cubicBezTo>
                    <a:pt x="221" y="190"/>
                    <a:pt x="221" y="190"/>
                    <a:pt x="221" y="190"/>
                  </a:cubicBezTo>
                  <a:cubicBezTo>
                    <a:pt x="209" y="189"/>
                    <a:pt x="209" y="189"/>
                    <a:pt x="209" y="189"/>
                  </a:cubicBezTo>
                  <a:cubicBezTo>
                    <a:pt x="195" y="200"/>
                    <a:pt x="195" y="200"/>
                    <a:pt x="195" y="200"/>
                  </a:cubicBezTo>
                  <a:cubicBezTo>
                    <a:pt x="184" y="200"/>
                    <a:pt x="184" y="200"/>
                    <a:pt x="184" y="200"/>
                  </a:cubicBezTo>
                  <a:cubicBezTo>
                    <a:pt x="184" y="208"/>
                    <a:pt x="184" y="208"/>
                    <a:pt x="184" y="208"/>
                  </a:cubicBezTo>
                  <a:cubicBezTo>
                    <a:pt x="183" y="214"/>
                    <a:pt x="183" y="214"/>
                    <a:pt x="183" y="214"/>
                  </a:cubicBezTo>
                  <a:cubicBezTo>
                    <a:pt x="184" y="229"/>
                    <a:pt x="184" y="229"/>
                    <a:pt x="184" y="229"/>
                  </a:cubicBezTo>
                  <a:cubicBezTo>
                    <a:pt x="191" y="229"/>
                    <a:pt x="191" y="229"/>
                    <a:pt x="191" y="229"/>
                  </a:cubicBezTo>
                  <a:cubicBezTo>
                    <a:pt x="182" y="237"/>
                    <a:pt x="182" y="237"/>
                    <a:pt x="182" y="237"/>
                  </a:cubicBezTo>
                  <a:cubicBezTo>
                    <a:pt x="181" y="244"/>
                    <a:pt x="181" y="244"/>
                    <a:pt x="181" y="244"/>
                  </a:cubicBezTo>
                  <a:cubicBezTo>
                    <a:pt x="180" y="243"/>
                    <a:pt x="177" y="245"/>
                    <a:pt x="176" y="246"/>
                  </a:cubicBezTo>
                  <a:cubicBezTo>
                    <a:pt x="173" y="247"/>
                    <a:pt x="165" y="248"/>
                    <a:pt x="164" y="244"/>
                  </a:cubicBezTo>
                  <a:cubicBezTo>
                    <a:pt x="164" y="239"/>
                    <a:pt x="159" y="238"/>
                    <a:pt x="156" y="238"/>
                  </a:cubicBezTo>
                  <a:cubicBezTo>
                    <a:pt x="153" y="237"/>
                    <a:pt x="152" y="244"/>
                    <a:pt x="146" y="241"/>
                  </a:cubicBezTo>
                  <a:cubicBezTo>
                    <a:pt x="139" y="237"/>
                    <a:pt x="127" y="243"/>
                    <a:pt x="122" y="245"/>
                  </a:cubicBezTo>
                  <a:cubicBezTo>
                    <a:pt x="117" y="246"/>
                    <a:pt x="115" y="252"/>
                    <a:pt x="112" y="253"/>
                  </a:cubicBezTo>
                  <a:cubicBezTo>
                    <a:pt x="109" y="253"/>
                    <a:pt x="104" y="258"/>
                    <a:pt x="102" y="257"/>
                  </a:cubicBezTo>
                  <a:cubicBezTo>
                    <a:pt x="100" y="257"/>
                    <a:pt x="86" y="254"/>
                    <a:pt x="80" y="251"/>
                  </a:cubicBezTo>
                  <a:cubicBezTo>
                    <a:pt x="74" y="247"/>
                    <a:pt x="74" y="247"/>
                    <a:pt x="73" y="243"/>
                  </a:cubicBezTo>
                  <a:cubicBezTo>
                    <a:pt x="72" y="239"/>
                    <a:pt x="70" y="234"/>
                    <a:pt x="68" y="228"/>
                  </a:cubicBezTo>
                  <a:cubicBezTo>
                    <a:pt x="67" y="223"/>
                    <a:pt x="63" y="225"/>
                    <a:pt x="58" y="225"/>
                  </a:cubicBezTo>
                  <a:cubicBezTo>
                    <a:pt x="52" y="225"/>
                    <a:pt x="48" y="224"/>
                    <a:pt x="47" y="223"/>
                  </a:cubicBezTo>
                  <a:cubicBezTo>
                    <a:pt x="47" y="222"/>
                    <a:pt x="41" y="219"/>
                    <a:pt x="35" y="219"/>
                  </a:cubicBezTo>
                  <a:cubicBezTo>
                    <a:pt x="29" y="220"/>
                    <a:pt x="27" y="220"/>
                    <a:pt x="22" y="219"/>
                  </a:cubicBezTo>
                  <a:cubicBezTo>
                    <a:pt x="16" y="218"/>
                    <a:pt x="15" y="218"/>
                    <a:pt x="11" y="215"/>
                  </a:cubicBezTo>
                  <a:cubicBezTo>
                    <a:pt x="9" y="213"/>
                    <a:pt x="7" y="214"/>
                    <a:pt x="6" y="21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4" y="198"/>
                    <a:pt x="4" y="198"/>
                    <a:pt x="4" y="198"/>
                  </a:cubicBezTo>
                  <a:lnTo>
                    <a:pt x="9" y="191"/>
                  </a:lnTo>
                  <a:close/>
                </a:path>
              </a:pathLst>
            </a:custGeom>
            <a:solidFill>
              <a:srgbClr val="FF0000"/>
            </a:solidFill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9" name="Freeform 86"/>
            <p:cNvSpPr>
              <a:spLocks noEditPoints="1"/>
            </p:cNvSpPr>
            <p:nvPr/>
          </p:nvSpPr>
          <p:spPr bwMode="auto">
            <a:xfrm>
              <a:off x="2836" y="4039"/>
              <a:ext cx="377" cy="248"/>
            </a:xfrm>
            <a:custGeom>
              <a:avLst/>
              <a:gdLst>
                <a:gd name="T0" fmla="*/ 0 w 181"/>
                <a:gd name="T1" fmla="*/ 67 h 119"/>
                <a:gd name="T2" fmla="*/ 13 w 181"/>
                <a:gd name="T3" fmla="*/ 68 h 119"/>
                <a:gd name="T4" fmla="*/ 21 w 181"/>
                <a:gd name="T5" fmla="*/ 62 h 119"/>
                <a:gd name="T6" fmla="*/ 21 w 181"/>
                <a:gd name="T7" fmla="*/ 53 h 119"/>
                <a:gd name="T8" fmla="*/ 27 w 181"/>
                <a:gd name="T9" fmla="*/ 52 h 119"/>
                <a:gd name="T10" fmla="*/ 39 w 181"/>
                <a:gd name="T11" fmla="*/ 59 h 119"/>
                <a:gd name="T12" fmla="*/ 53 w 181"/>
                <a:gd name="T13" fmla="*/ 60 h 119"/>
                <a:gd name="T14" fmla="*/ 66 w 181"/>
                <a:gd name="T15" fmla="*/ 59 h 119"/>
                <a:gd name="T16" fmla="*/ 78 w 181"/>
                <a:gd name="T17" fmla="*/ 50 h 119"/>
                <a:gd name="T18" fmla="*/ 85 w 181"/>
                <a:gd name="T19" fmla="*/ 50 h 119"/>
                <a:gd name="T20" fmla="*/ 85 w 181"/>
                <a:gd name="T21" fmla="*/ 40 h 119"/>
                <a:gd name="T22" fmla="*/ 91 w 181"/>
                <a:gd name="T23" fmla="*/ 35 h 119"/>
                <a:gd name="T24" fmla="*/ 90 w 181"/>
                <a:gd name="T25" fmla="*/ 29 h 119"/>
                <a:gd name="T26" fmla="*/ 98 w 181"/>
                <a:gd name="T27" fmla="*/ 26 h 119"/>
                <a:gd name="T28" fmla="*/ 100 w 181"/>
                <a:gd name="T29" fmla="*/ 13 h 119"/>
                <a:gd name="T30" fmla="*/ 108 w 181"/>
                <a:gd name="T31" fmla="*/ 11 h 119"/>
                <a:gd name="T32" fmla="*/ 114 w 181"/>
                <a:gd name="T33" fmla="*/ 11 h 119"/>
                <a:gd name="T34" fmla="*/ 117 w 181"/>
                <a:gd name="T35" fmla="*/ 8 h 119"/>
                <a:gd name="T36" fmla="*/ 127 w 181"/>
                <a:gd name="T37" fmla="*/ 6 h 119"/>
                <a:gd name="T38" fmla="*/ 133 w 181"/>
                <a:gd name="T39" fmla="*/ 4 h 119"/>
                <a:gd name="T40" fmla="*/ 135 w 181"/>
                <a:gd name="T41" fmla="*/ 0 h 119"/>
                <a:gd name="T42" fmla="*/ 144 w 181"/>
                <a:gd name="T43" fmla="*/ 2 h 119"/>
                <a:gd name="T44" fmla="*/ 155 w 181"/>
                <a:gd name="T45" fmla="*/ 5 h 119"/>
                <a:gd name="T46" fmla="*/ 164 w 181"/>
                <a:gd name="T47" fmla="*/ 12 h 119"/>
                <a:gd name="T48" fmla="*/ 176 w 181"/>
                <a:gd name="T49" fmla="*/ 10 h 119"/>
                <a:gd name="T50" fmla="*/ 181 w 181"/>
                <a:gd name="T51" fmla="*/ 17 h 119"/>
                <a:gd name="T52" fmla="*/ 176 w 181"/>
                <a:gd name="T53" fmla="*/ 24 h 119"/>
                <a:gd name="T54" fmla="*/ 172 w 181"/>
                <a:gd name="T55" fmla="*/ 31 h 119"/>
                <a:gd name="T56" fmla="*/ 178 w 181"/>
                <a:gd name="T57" fmla="*/ 42 h 119"/>
                <a:gd name="T58" fmla="*/ 178 w 181"/>
                <a:gd name="T59" fmla="*/ 45 h 119"/>
                <a:gd name="T60" fmla="*/ 172 w 181"/>
                <a:gd name="T61" fmla="*/ 51 h 119"/>
                <a:gd name="T62" fmla="*/ 167 w 181"/>
                <a:gd name="T63" fmla="*/ 59 h 119"/>
                <a:gd name="T64" fmla="*/ 162 w 181"/>
                <a:gd name="T65" fmla="*/ 72 h 119"/>
                <a:gd name="T66" fmla="*/ 169 w 181"/>
                <a:gd name="T67" fmla="*/ 85 h 119"/>
                <a:gd name="T68" fmla="*/ 171 w 181"/>
                <a:gd name="T69" fmla="*/ 99 h 119"/>
                <a:gd name="T70" fmla="*/ 163 w 181"/>
                <a:gd name="T71" fmla="*/ 107 h 119"/>
                <a:gd name="T72" fmla="*/ 152 w 181"/>
                <a:gd name="T73" fmla="*/ 109 h 119"/>
                <a:gd name="T74" fmla="*/ 144 w 181"/>
                <a:gd name="T75" fmla="*/ 108 h 119"/>
                <a:gd name="T76" fmla="*/ 135 w 181"/>
                <a:gd name="T77" fmla="*/ 106 h 119"/>
                <a:gd name="T78" fmla="*/ 126 w 181"/>
                <a:gd name="T79" fmla="*/ 109 h 119"/>
                <a:gd name="T80" fmla="*/ 114 w 181"/>
                <a:gd name="T81" fmla="*/ 108 h 119"/>
                <a:gd name="T82" fmla="*/ 101 w 181"/>
                <a:gd name="T83" fmla="*/ 101 h 119"/>
                <a:gd name="T84" fmla="*/ 99 w 181"/>
                <a:gd name="T85" fmla="*/ 92 h 119"/>
                <a:gd name="T86" fmla="*/ 88 w 181"/>
                <a:gd name="T87" fmla="*/ 91 h 119"/>
                <a:gd name="T88" fmla="*/ 80 w 181"/>
                <a:gd name="T89" fmla="*/ 92 h 119"/>
                <a:gd name="T90" fmla="*/ 69 w 181"/>
                <a:gd name="T91" fmla="*/ 88 h 119"/>
                <a:gd name="T92" fmla="*/ 61 w 181"/>
                <a:gd name="T93" fmla="*/ 87 h 119"/>
                <a:gd name="T94" fmla="*/ 55 w 181"/>
                <a:gd name="T95" fmla="*/ 90 h 119"/>
                <a:gd name="T96" fmla="*/ 47 w 181"/>
                <a:gd name="T97" fmla="*/ 94 h 119"/>
                <a:gd name="T98" fmla="*/ 41 w 181"/>
                <a:gd name="T99" fmla="*/ 97 h 119"/>
                <a:gd name="T100" fmla="*/ 34 w 181"/>
                <a:gd name="T101" fmla="*/ 102 h 119"/>
                <a:gd name="T102" fmla="*/ 24 w 181"/>
                <a:gd name="T103" fmla="*/ 107 h 119"/>
                <a:gd name="T104" fmla="*/ 16 w 181"/>
                <a:gd name="T105" fmla="*/ 112 h 119"/>
                <a:gd name="T106" fmla="*/ 13 w 181"/>
                <a:gd name="T107" fmla="*/ 114 h 119"/>
                <a:gd name="T108" fmla="*/ 11 w 181"/>
                <a:gd name="T109" fmla="*/ 112 h 119"/>
                <a:gd name="T110" fmla="*/ 5 w 181"/>
                <a:gd name="T111" fmla="*/ 105 h 119"/>
                <a:gd name="T112" fmla="*/ 14 w 181"/>
                <a:gd name="T113" fmla="*/ 101 h 119"/>
                <a:gd name="T114" fmla="*/ 14 w 181"/>
                <a:gd name="T115" fmla="*/ 96 h 119"/>
                <a:gd name="T116" fmla="*/ 2 w 181"/>
                <a:gd name="T117" fmla="*/ 83 h 119"/>
                <a:gd name="T118" fmla="*/ 0 w 181"/>
                <a:gd name="T119" fmla="*/ 67 h 119"/>
                <a:gd name="T120" fmla="*/ 13 w 181"/>
                <a:gd name="T121" fmla="*/ 119 h 119"/>
                <a:gd name="T122" fmla="*/ 13 w 181"/>
                <a:gd name="T123" fmla="*/ 119 h 119"/>
                <a:gd name="T124" fmla="*/ 13 w 181"/>
                <a:gd name="T12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1" h="119">
                  <a:moveTo>
                    <a:pt x="0" y="67"/>
                  </a:moveTo>
                  <a:cubicBezTo>
                    <a:pt x="13" y="68"/>
                    <a:pt x="13" y="68"/>
                    <a:pt x="13" y="68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91" y="35"/>
                    <a:pt x="91" y="35"/>
                    <a:pt x="91" y="35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8" y="26"/>
                    <a:pt x="98" y="26"/>
                    <a:pt x="98" y="26"/>
                  </a:cubicBezTo>
                  <a:cubicBezTo>
                    <a:pt x="100" y="13"/>
                    <a:pt x="100" y="13"/>
                    <a:pt x="100" y="13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14" y="11"/>
                    <a:pt x="114" y="11"/>
                    <a:pt x="114" y="11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27" y="6"/>
                    <a:pt x="127" y="6"/>
                    <a:pt x="127" y="6"/>
                  </a:cubicBezTo>
                  <a:cubicBezTo>
                    <a:pt x="133" y="4"/>
                    <a:pt x="133" y="4"/>
                    <a:pt x="133" y="4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4" y="2"/>
                    <a:pt x="144" y="2"/>
                    <a:pt x="144" y="2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4" y="12"/>
                    <a:pt x="164" y="12"/>
                    <a:pt x="164" y="12"/>
                  </a:cubicBezTo>
                  <a:cubicBezTo>
                    <a:pt x="176" y="10"/>
                    <a:pt x="176" y="10"/>
                    <a:pt x="176" y="10"/>
                  </a:cubicBezTo>
                  <a:cubicBezTo>
                    <a:pt x="181" y="17"/>
                    <a:pt x="181" y="17"/>
                    <a:pt x="181" y="17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72" y="31"/>
                    <a:pt x="172" y="31"/>
                    <a:pt x="172" y="31"/>
                  </a:cubicBezTo>
                  <a:cubicBezTo>
                    <a:pt x="178" y="42"/>
                    <a:pt x="178" y="42"/>
                    <a:pt x="178" y="42"/>
                  </a:cubicBezTo>
                  <a:cubicBezTo>
                    <a:pt x="178" y="43"/>
                    <a:pt x="178" y="44"/>
                    <a:pt x="178" y="45"/>
                  </a:cubicBezTo>
                  <a:cubicBezTo>
                    <a:pt x="178" y="48"/>
                    <a:pt x="175" y="48"/>
                    <a:pt x="172" y="51"/>
                  </a:cubicBezTo>
                  <a:cubicBezTo>
                    <a:pt x="168" y="53"/>
                    <a:pt x="170" y="58"/>
                    <a:pt x="167" y="59"/>
                  </a:cubicBezTo>
                  <a:cubicBezTo>
                    <a:pt x="164" y="60"/>
                    <a:pt x="162" y="68"/>
                    <a:pt x="162" y="72"/>
                  </a:cubicBezTo>
                  <a:cubicBezTo>
                    <a:pt x="162" y="77"/>
                    <a:pt x="164" y="80"/>
                    <a:pt x="169" y="85"/>
                  </a:cubicBezTo>
                  <a:cubicBezTo>
                    <a:pt x="173" y="91"/>
                    <a:pt x="175" y="97"/>
                    <a:pt x="171" y="99"/>
                  </a:cubicBezTo>
                  <a:cubicBezTo>
                    <a:pt x="167" y="101"/>
                    <a:pt x="168" y="102"/>
                    <a:pt x="163" y="107"/>
                  </a:cubicBezTo>
                  <a:cubicBezTo>
                    <a:pt x="158" y="112"/>
                    <a:pt x="154" y="112"/>
                    <a:pt x="152" y="109"/>
                  </a:cubicBezTo>
                  <a:cubicBezTo>
                    <a:pt x="150" y="106"/>
                    <a:pt x="146" y="108"/>
                    <a:pt x="144" y="108"/>
                  </a:cubicBezTo>
                  <a:cubicBezTo>
                    <a:pt x="142" y="108"/>
                    <a:pt x="136" y="108"/>
                    <a:pt x="135" y="106"/>
                  </a:cubicBezTo>
                  <a:cubicBezTo>
                    <a:pt x="133" y="104"/>
                    <a:pt x="128" y="106"/>
                    <a:pt x="126" y="109"/>
                  </a:cubicBezTo>
                  <a:cubicBezTo>
                    <a:pt x="123" y="111"/>
                    <a:pt x="119" y="109"/>
                    <a:pt x="114" y="108"/>
                  </a:cubicBezTo>
                  <a:cubicBezTo>
                    <a:pt x="110" y="108"/>
                    <a:pt x="103" y="104"/>
                    <a:pt x="101" y="101"/>
                  </a:cubicBezTo>
                  <a:cubicBezTo>
                    <a:pt x="100" y="98"/>
                    <a:pt x="100" y="94"/>
                    <a:pt x="99" y="92"/>
                  </a:cubicBezTo>
                  <a:cubicBezTo>
                    <a:pt x="99" y="91"/>
                    <a:pt x="90" y="92"/>
                    <a:pt x="88" y="91"/>
                  </a:cubicBezTo>
                  <a:cubicBezTo>
                    <a:pt x="87" y="90"/>
                    <a:pt x="82" y="92"/>
                    <a:pt x="80" y="92"/>
                  </a:cubicBezTo>
                  <a:cubicBezTo>
                    <a:pt x="79" y="92"/>
                    <a:pt x="71" y="90"/>
                    <a:pt x="69" y="88"/>
                  </a:cubicBezTo>
                  <a:cubicBezTo>
                    <a:pt x="66" y="85"/>
                    <a:pt x="65" y="87"/>
                    <a:pt x="61" y="87"/>
                  </a:cubicBezTo>
                  <a:cubicBezTo>
                    <a:pt x="58" y="87"/>
                    <a:pt x="57" y="90"/>
                    <a:pt x="55" y="90"/>
                  </a:cubicBezTo>
                  <a:cubicBezTo>
                    <a:pt x="53" y="90"/>
                    <a:pt x="48" y="92"/>
                    <a:pt x="47" y="94"/>
                  </a:cubicBezTo>
                  <a:cubicBezTo>
                    <a:pt x="45" y="96"/>
                    <a:pt x="44" y="97"/>
                    <a:pt x="41" y="97"/>
                  </a:cubicBezTo>
                  <a:cubicBezTo>
                    <a:pt x="38" y="98"/>
                    <a:pt x="37" y="101"/>
                    <a:pt x="34" y="102"/>
                  </a:cubicBezTo>
                  <a:cubicBezTo>
                    <a:pt x="32" y="103"/>
                    <a:pt x="27" y="105"/>
                    <a:pt x="24" y="107"/>
                  </a:cubicBezTo>
                  <a:cubicBezTo>
                    <a:pt x="22" y="108"/>
                    <a:pt x="20" y="112"/>
                    <a:pt x="16" y="112"/>
                  </a:cubicBezTo>
                  <a:cubicBezTo>
                    <a:pt x="15" y="112"/>
                    <a:pt x="14" y="113"/>
                    <a:pt x="13" y="114"/>
                  </a:cubicBezTo>
                  <a:cubicBezTo>
                    <a:pt x="11" y="112"/>
                    <a:pt x="11" y="112"/>
                    <a:pt x="11" y="11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14" y="101"/>
                    <a:pt x="14" y="101"/>
                    <a:pt x="14" y="101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0" y="67"/>
                    <a:pt x="0" y="67"/>
                    <a:pt x="0" y="67"/>
                  </a:cubicBezTo>
                  <a:close/>
                  <a:moveTo>
                    <a:pt x="13" y="119"/>
                  </a:moveTo>
                  <a:cubicBezTo>
                    <a:pt x="13" y="119"/>
                    <a:pt x="13" y="119"/>
                    <a:pt x="13" y="119"/>
                  </a:cubicBezTo>
                  <a:cubicBezTo>
                    <a:pt x="13" y="119"/>
                    <a:pt x="13" y="119"/>
                    <a:pt x="13" y="119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80" name="Freeform 87"/>
            <p:cNvSpPr>
              <a:spLocks/>
            </p:cNvSpPr>
            <p:nvPr/>
          </p:nvSpPr>
          <p:spPr bwMode="auto">
            <a:xfrm>
              <a:off x="2646" y="4110"/>
              <a:ext cx="219" cy="212"/>
            </a:xfrm>
            <a:custGeom>
              <a:avLst/>
              <a:gdLst>
                <a:gd name="T0" fmla="*/ 1 w 105"/>
                <a:gd name="T1" fmla="*/ 57 h 102"/>
                <a:gd name="T2" fmla="*/ 0 w 105"/>
                <a:gd name="T3" fmla="*/ 65 h 102"/>
                <a:gd name="T4" fmla="*/ 8 w 105"/>
                <a:gd name="T5" fmla="*/ 69 h 102"/>
                <a:gd name="T6" fmla="*/ 16 w 105"/>
                <a:gd name="T7" fmla="*/ 78 h 102"/>
                <a:gd name="T8" fmla="*/ 18 w 105"/>
                <a:gd name="T9" fmla="*/ 86 h 102"/>
                <a:gd name="T10" fmla="*/ 29 w 105"/>
                <a:gd name="T11" fmla="*/ 88 h 102"/>
                <a:gd name="T12" fmla="*/ 38 w 105"/>
                <a:gd name="T13" fmla="*/ 88 h 102"/>
                <a:gd name="T14" fmla="*/ 46 w 105"/>
                <a:gd name="T15" fmla="*/ 82 h 102"/>
                <a:gd name="T16" fmla="*/ 46 w 105"/>
                <a:gd name="T17" fmla="*/ 88 h 102"/>
                <a:gd name="T18" fmla="*/ 52 w 105"/>
                <a:gd name="T19" fmla="*/ 95 h 102"/>
                <a:gd name="T20" fmla="*/ 62 w 105"/>
                <a:gd name="T21" fmla="*/ 102 h 102"/>
                <a:gd name="T22" fmla="*/ 72 w 105"/>
                <a:gd name="T23" fmla="*/ 99 h 102"/>
                <a:gd name="T24" fmla="*/ 79 w 105"/>
                <a:gd name="T25" fmla="*/ 92 h 102"/>
                <a:gd name="T26" fmla="*/ 91 w 105"/>
                <a:gd name="T27" fmla="*/ 92 h 102"/>
                <a:gd name="T28" fmla="*/ 104 w 105"/>
                <a:gd name="T29" fmla="*/ 85 h 102"/>
                <a:gd name="T30" fmla="*/ 104 w 105"/>
                <a:gd name="T31" fmla="*/ 80 h 102"/>
                <a:gd name="T32" fmla="*/ 102 w 105"/>
                <a:gd name="T33" fmla="*/ 78 h 102"/>
                <a:gd name="T34" fmla="*/ 96 w 105"/>
                <a:gd name="T35" fmla="*/ 71 h 102"/>
                <a:gd name="T36" fmla="*/ 105 w 105"/>
                <a:gd name="T37" fmla="*/ 67 h 102"/>
                <a:gd name="T38" fmla="*/ 105 w 105"/>
                <a:gd name="T39" fmla="*/ 62 h 102"/>
                <a:gd name="T40" fmla="*/ 93 w 105"/>
                <a:gd name="T41" fmla="*/ 49 h 102"/>
                <a:gd name="T42" fmla="*/ 91 w 105"/>
                <a:gd name="T43" fmla="*/ 33 h 102"/>
                <a:gd name="T44" fmla="*/ 85 w 105"/>
                <a:gd name="T45" fmla="*/ 33 h 102"/>
                <a:gd name="T46" fmla="*/ 82 w 105"/>
                <a:gd name="T47" fmla="*/ 41 h 102"/>
                <a:gd name="T48" fmla="*/ 76 w 105"/>
                <a:gd name="T49" fmla="*/ 40 h 102"/>
                <a:gd name="T50" fmla="*/ 70 w 105"/>
                <a:gd name="T51" fmla="*/ 34 h 102"/>
                <a:gd name="T52" fmla="*/ 73 w 105"/>
                <a:gd name="T53" fmla="*/ 31 h 102"/>
                <a:gd name="T54" fmla="*/ 73 w 105"/>
                <a:gd name="T55" fmla="*/ 24 h 102"/>
                <a:gd name="T56" fmla="*/ 81 w 105"/>
                <a:gd name="T57" fmla="*/ 14 h 102"/>
                <a:gd name="T58" fmla="*/ 81 w 105"/>
                <a:gd name="T59" fmla="*/ 9 h 102"/>
                <a:gd name="T60" fmla="*/ 76 w 105"/>
                <a:gd name="T61" fmla="*/ 8 h 102"/>
                <a:gd name="T62" fmla="*/ 69 w 105"/>
                <a:gd name="T63" fmla="*/ 4 h 102"/>
                <a:gd name="T64" fmla="*/ 63 w 105"/>
                <a:gd name="T65" fmla="*/ 5 h 102"/>
                <a:gd name="T66" fmla="*/ 57 w 105"/>
                <a:gd name="T67" fmla="*/ 0 h 102"/>
                <a:gd name="T68" fmla="*/ 50 w 105"/>
                <a:gd name="T69" fmla="*/ 5 h 102"/>
                <a:gd name="T70" fmla="*/ 54 w 105"/>
                <a:gd name="T71" fmla="*/ 11 h 102"/>
                <a:gd name="T72" fmla="*/ 48 w 105"/>
                <a:gd name="T73" fmla="*/ 18 h 102"/>
                <a:gd name="T74" fmla="*/ 43 w 105"/>
                <a:gd name="T75" fmla="*/ 20 h 102"/>
                <a:gd name="T76" fmla="*/ 38 w 105"/>
                <a:gd name="T77" fmla="*/ 16 h 102"/>
                <a:gd name="T78" fmla="*/ 34 w 105"/>
                <a:gd name="T79" fmla="*/ 19 h 102"/>
                <a:gd name="T80" fmla="*/ 33 w 105"/>
                <a:gd name="T81" fmla="*/ 26 h 102"/>
                <a:gd name="T82" fmla="*/ 24 w 105"/>
                <a:gd name="T83" fmla="*/ 34 h 102"/>
                <a:gd name="T84" fmla="*/ 17 w 105"/>
                <a:gd name="T85" fmla="*/ 34 h 102"/>
                <a:gd name="T86" fmla="*/ 0 w 105"/>
                <a:gd name="T87" fmla="*/ 41 h 102"/>
                <a:gd name="T88" fmla="*/ 7 w 105"/>
                <a:gd name="T89" fmla="*/ 49 h 102"/>
                <a:gd name="T90" fmla="*/ 9 w 105"/>
                <a:gd name="T91" fmla="*/ 56 h 102"/>
                <a:gd name="T92" fmla="*/ 1 w 105"/>
                <a:gd name="T93" fmla="*/ 5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5" h="102">
                  <a:moveTo>
                    <a:pt x="1" y="57"/>
                  </a:moveTo>
                  <a:cubicBezTo>
                    <a:pt x="1" y="61"/>
                    <a:pt x="0" y="64"/>
                    <a:pt x="0" y="65"/>
                  </a:cubicBezTo>
                  <a:cubicBezTo>
                    <a:pt x="0" y="67"/>
                    <a:pt x="6" y="67"/>
                    <a:pt x="8" y="69"/>
                  </a:cubicBezTo>
                  <a:cubicBezTo>
                    <a:pt x="11" y="71"/>
                    <a:pt x="15" y="74"/>
                    <a:pt x="16" y="78"/>
                  </a:cubicBezTo>
                  <a:cubicBezTo>
                    <a:pt x="16" y="81"/>
                    <a:pt x="18" y="86"/>
                    <a:pt x="18" y="86"/>
                  </a:cubicBezTo>
                  <a:cubicBezTo>
                    <a:pt x="18" y="86"/>
                    <a:pt x="28" y="86"/>
                    <a:pt x="29" y="88"/>
                  </a:cubicBezTo>
                  <a:cubicBezTo>
                    <a:pt x="30" y="89"/>
                    <a:pt x="36" y="91"/>
                    <a:pt x="38" y="88"/>
                  </a:cubicBezTo>
                  <a:cubicBezTo>
                    <a:pt x="40" y="85"/>
                    <a:pt x="45" y="81"/>
                    <a:pt x="46" y="82"/>
                  </a:cubicBezTo>
                  <a:cubicBezTo>
                    <a:pt x="46" y="83"/>
                    <a:pt x="46" y="86"/>
                    <a:pt x="46" y="88"/>
                  </a:cubicBezTo>
                  <a:cubicBezTo>
                    <a:pt x="46" y="89"/>
                    <a:pt x="50" y="92"/>
                    <a:pt x="52" y="95"/>
                  </a:cubicBezTo>
                  <a:cubicBezTo>
                    <a:pt x="54" y="98"/>
                    <a:pt x="58" y="102"/>
                    <a:pt x="62" y="102"/>
                  </a:cubicBezTo>
                  <a:cubicBezTo>
                    <a:pt x="65" y="102"/>
                    <a:pt x="71" y="101"/>
                    <a:pt x="72" y="99"/>
                  </a:cubicBezTo>
                  <a:cubicBezTo>
                    <a:pt x="74" y="96"/>
                    <a:pt x="76" y="92"/>
                    <a:pt x="79" y="92"/>
                  </a:cubicBezTo>
                  <a:cubicBezTo>
                    <a:pt x="83" y="92"/>
                    <a:pt x="87" y="92"/>
                    <a:pt x="91" y="92"/>
                  </a:cubicBezTo>
                  <a:cubicBezTo>
                    <a:pt x="94" y="92"/>
                    <a:pt x="104" y="87"/>
                    <a:pt x="104" y="85"/>
                  </a:cubicBezTo>
                  <a:cubicBezTo>
                    <a:pt x="104" y="84"/>
                    <a:pt x="104" y="82"/>
                    <a:pt x="104" y="80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96" y="71"/>
                    <a:pt x="96" y="71"/>
                    <a:pt x="96" y="71"/>
                  </a:cubicBezTo>
                  <a:cubicBezTo>
                    <a:pt x="105" y="67"/>
                    <a:pt x="105" y="67"/>
                    <a:pt x="105" y="67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85" y="33"/>
                    <a:pt x="85" y="33"/>
                    <a:pt x="85" y="33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76" y="40"/>
                    <a:pt x="76" y="40"/>
                    <a:pt x="76" y="40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3" y="24"/>
                    <a:pt x="73" y="24"/>
                    <a:pt x="73" y="24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9" y="56"/>
                    <a:pt x="9" y="56"/>
                    <a:pt x="9" y="56"/>
                  </a:cubicBezTo>
                  <a:lnTo>
                    <a:pt x="1" y="57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81" name="Freeform 88"/>
            <p:cNvSpPr>
              <a:spLocks/>
            </p:cNvSpPr>
            <p:nvPr/>
          </p:nvSpPr>
          <p:spPr bwMode="auto">
            <a:xfrm>
              <a:off x="2792" y="3941"/>
              <a:ext cx="152" cy="254"/>
            </a:xfrm>
            <a:custGeom>
              <a:avLst/>
              <a:gdLst>
                <a:gd name="T0" fmla="*/ 42 w 152"/>
                <a:gd name="T1" fmla="*/ 0 h 254"/>
                <a:gd name="T2" fmla="*/ 58 w 152"/>
                <a:gd name="T3" fmla="*/ 29 h 254"/>
                <a:gd name="T4" fmla="*/ 71 w 152"/>
                <a:gd name="T5" fmla="*/ 29 h 254"/>
                <a:gd name="T6" fmla="*/ 79 w 152"/>
                <a:gd name="T7" fmla="*/ 23 h 254"/>
                <a:gd name="T8" fmla="*/ 106 w 152"/>
                <a:gd name="T9" fmla="*/ 29 h 254"/>
                <a:gd name="T10" fmla="*/ 115 w 152"/>
                <a:gd name="T11" fmla="*/ 25 h 254"/>
                <a:gd name="T12" fmla="*/ 121 w 152"/>
                <a:gd name="T13" fmla="*/ 35 h 254"/>
                <a:gd name="T14" fmla="*/ 115 w 152"/>
                <a:gd name="T15" fmla="*/ 48 h 254"/>
                <a:gd name="T16" fmla="*/ 129 w 152"/>
                <a:gd name="T17" fmla="*/ 62 h 254"/>
                <a:gd name="T18" fmla="*/ 129 w 152"/>
                <a:gd name="T19" fmla="*/ 81 h 254"/>
                <a:gd name="T20" fmla="*/ 148 w 152"/>
                <a:gd name="T21" fmla="*/ 96 h 254"/>
                <a:gd name="T22" fmla="*/ 146 w 152"/>
                <a:gd name="T23" fmla="*/ 114 h 254"/>
                <a:gd name="T24" fmla="*/ 152 w 152"/>
                <a:gd name="T25" fmla="*/ 127 h 254"/>
                <a:gd name="T26" fmla="*/ 133 w 152"/>
                <a:gd name="T27" fmla="*/ 144 h 254"/>
                <a:gd name="T28" fmla="*/ 135 w 152"/>
                <a:gd name="T29" fmla="*/ 154 h 254"/>
                <a:gd name="T30" fmla="*/ 110 w 152"/>
                <a:gd name="T31" fmla="*/ 177 h 254"/>
                <a:gd name="T32" fmla="*/ 100 w 152"/>
                <a:gd name="T33" fmla="*/ 206 h 254"/>
                <a:gd name="T34" fmla="*/ 87 w 152"/>
                <a:gd name="T35" fmla="*/ 208 h 254"/>
                <a:gd name="T36" fmla="*/ 87 w 152"/>
                <a:gd name="T37" fmla="*/ 227 h 254"/>
                <a:gd name="T38" fmla="*/ 71 w 152"/>
                <a:gd name="T39" fmla="*/ 239 h 254"/>
                <a:gd name="T40" fmla="*/ 44 w 152"/>
                <a:gd name="T41" fmla="*/ 237 h 254"/>
                <a:gd name="T42" fmla="*/ 31 w 152"/>
                <a:gd name="T43" fmla="*/ 237 h 254"/>
                <a:gd name="T44" fmla="*/ 25 w 152"/>
                <a:gd name="T45" fmla="*/ 254 h 254"/>
                <a:gd name="T46" fmla="*/ 12 w 152"/>
                <a:gd name="T47" fmla="*/ 252 h 254"/>
                <a:gd name="T48" fmla="*/ 0 w 152"/>
                <a:gd name="T49" fmla="*/ 239 h 254"/>
                <a:gd name="T50" fmla="*/ 6 w 152"/>
                <a:gd name="T51" fmla="*/ 233 h 254"/>
                <a:gd name="T52" fmla="*/ 6 w 152"/>
                <a:gd name="T53" fmla="*/ 219 h 254"/>
                <a:gd name="T54" fmla="*/ 23 w 152"/>
                <a:gd name="T55" fmla="*/ 198 h 254"/>
                <a:gd name="T56" fmla="*/ 33 w 152"/>
                <a:gd name="T57" fmla="*/ 202 h 254"/>
                <a:gd name="T58" fmla="*/ 33 w 152"/>
                <a:gd name="T59" fmla="*/ 185 h 254"/>
                <a:gd name="T60" fmla="*/ 54 w 152"/>
                <a:gd name="T61" fmla="*/ 169 h 254"/>
                <a:gd name="T62" fmla="*/ 44 w 152"/>
                <a:gd name="T63" fmla="*/ 152 h 254"/>
                <a:gd name="T64" fmla="*/ 50 w 152"/>
                <a:gd name="T65" fmla="*/ 137 h 254"/>
                <a:gd name="T66" fmla="*/ 35 w 152"/>
                <a:gd name="T67" fmla="*/ 123 h 254"/>
                <a:gd name="T68" fmla="*/ 50 w 152"/>
                <a:gd name="T69" fmla="*/ 104 h 254"/>
                <a:gd name="T70" fmla="*/ 50 w 152"/>
                <a:gd name="T71" fmla="*/ 81 h 254"/>
                <a:gd name="T72" fmla="*/ 58 w 152"/>
                <a:gd name="T73" fmla="*/ 71 h 254"/>
                <a:gd name="T74" fmla="*/ 42 w 152"/>
                <a:gd name="T75" fmla="*/ 69 h 254"/>
                <a:gd name="T76" fmla="*/ 29 w 152"/>
                <a:gd name="T77" fmla="*/ 73 h 254"/>
                <a:gd name="T78" fmla="*/ 23 w 152"/>
                <a:gd name="T79" fmla="*/ 69 h 254"/>
                <a:gd name="T80" fmla="*/ 37 w 152"/>
                <a:gd name="T81" fmla="*/ 58 h 254"/>
                <a:gd name="T82" fmla="*/ 37 w 152"/>
                <a:gd name="T83" fmla="*/ 33 h 254"/>
                <a:gd name="T84" fmla="*/ 29 w 152"/>
                <a:gd name="T85" fmla="*/ 8 h 254"/>
                <a:gd name="T86" fmla="*/ 42 w 152"/>
                <a:gd name="T87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2" h="254">
                  <a:moveTo>
                    <a:pt x="42" y="0"/>
                  </a:moveTo>
                  <a:lnTo>
                    <a:pt x="58" y="29"/>
                  </a:lnTo>
                  <a:lnTo>
                    <a:pt x="71" y="29"/>
                  </a:lnTo>
                  <a:lnTo>
                    <a:pt x="79" y="23"/>
                  </a:lnTo>
                  <a:lnTo>
                    <a:pt x="106" y="29"/>
                  </a:lnTo>
                  <a:lnTo>
                    <a:pt x="115" y="25"/>
                  </a:lnTo>
                  <a:lnTo>
                    <a:pt x="121" y="35"/>
                  </a:lnTo>
                  <a:lnTo>
                    <a:pt x="115" y="48"/>
                  </a:lnTo>
                  <a:lnTo>
                    <a:pt x="129" y="62"/>
                  </a:lnTo>
                  <a:lnTo>
                    <a:pt x="129" y="81"/>
                  </a:lnTo>
                  <a:lnTo>
                    <a:pt x="148" y="96"/>
                  </a:lnTo>
                  <a:lnTo>
                    <a:pt x="146" y="114"/>
                  </a:lnTo>
                  <a:lnTo>
                    <a:pt x="152" y="127"/>
                  </a:lnTo>
                  <a:lnTo>
                    <a:pt x="133" y="144"/>
                  </a:lnTo>
                  <a:lnTo>
                    <a:pt x="135" y="154"/>
                  </a:lnTo>
                  <a:lnTo>
                    <a:pt x="110" y="177"/>
                  </a:lnTo>
                  <a:lnTo>
                    <a:pt x="100" y="206"/>
                  </a:lnTo>
                  <a:lnTo>
                    <a:pt x="87" y="208"/>
                  </a:lnTo>
                  <a:lnTo>
                    <a:pt x="87" y="227"/>
                  </a:lnTo>
                  <a:lnTo>
                    <a:pt x="71" y="239"/>
                  </a:lnTo>
                  <a:lnTo>
                    <a:pt x="44" y="237"/>
                  </a:lnTo>
                  <a:lnTo>
                    <a:pt x="31" y="237"/>
                  </a:lnTo>
                  <a:lnTo>
                    <a:pt x="25" y="254"/>
                  </a:lnTo>
                  <a:lnTo>
                    <a:pt x="12" y="252"/>
                  </a:lnTo>
                  <a:lnTo>
                    <a:pt x="0" y="239"/>
                  </a:lnTo>
                  <a:lnTo>
                    <a:pt x="6" y="233"/>
                  </a:lnTo>
                  <a:lnTo>
                    <a:pt x="6" y="219"/>
                  </a:lnTo>
                  <a:lnTo>
                    <a:pt x="23" y="198"/>
                  </a:lnTo>
                  <a:lnTo>
                    <a:pt x="33" y="202"/>
                  </a:lnTo>
                  <a:lnTo>
                    <a:pt x="33" y="185"/>
                  </a:lnTo>
                  <a:lnTo>
                    <a:pt x="54" y="169"/>
                  </a:lnTo>
                  <a:lnTo>
                    <a:pt x="44" y="152"/>
                  </a:lnTo>
                  <a:lnTo>
                    <a:pt x="50" y="137"/>
                  </a:lnTo>
                  <a:lnTo>
                    <a:pt x="35" y="123"/>
                  </a:lnTo>
                  <a:lnTo>
                    <a:pt x="50" y="104"/>
                  </a:lnTo>
                  <a:lnTo>
                    <a:pt x="50" y="81"/>
                  </a:lnTo>
                  <a:lnTo>
                    <a:pt x="58" y="71"/>
                  </a:lnTo>
                  <a:lnTo>
                    <a:pt x="42" y="69"/>
                  </a:lnTo>
                  <a:lnTo>
                    <a:pt x="29" y="73"/>
                  </a:lnTo>
                  <a:lnTo>
                    <a:pt x="23" y="69"/>
                  </a:lnTo>
                  <a:lnTo>
                    <a:pt x="37" y="58"/>
                  </a:lnTo>
                  <a:lnTo>
                    <a:pt x="37" y="33"/>
                  </a:lnTo>
                  <a:lnTo>
                    <a:pt x="29" y="8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82" name="Freeform 89"/>
            <p:cNvSpPr>
              <a:spLocks noEditPoints="1"/>
            </p:cNvSpPr>
            <p:nvPr/>
          </p:nvSpPr>
          <p:spPr bwMode="auto">
            <a:xfrm>
              <a:off x="4203" y="1755"/>
              <a:ext cx="598" cy="756"/>
            </a:xfrm>
            <a:custGeom>
              <a:avLst/>
              <a:gdLst>
                <a:gd name="T0" fmla="*/ 7 w 287"/>
                <a:gd name="T1" fmla="*/ 247 h 363"/>
                <a:gd name="T2" fmla="*/ 23 w 287"/>
                <a:gd name="T3" fmla="*/ 214 h 363"/>
                <a:gd name="T4" fmla="*/ 38 w 287"/>
                <a:gd name="T5" fmla="*/ 203 h 363"/>
                <a:gd name="T6" fmla="*/ 42 w 287"/>
                <a:gd name="T7" fmla="*/ 213 h 363"/>
                <a:gd name="T8" fmla="*/ 54 w 287"/>
                <a:gd name="T9" fmla="*/ 191 h 363"/>
                <a:gd name="T10" fmla="*/ 27 w 287"/>
                <a:gd name="T11" fmla="*/ 181 h 363"/>
                <a:gd name="T12" fmla="*/ 47 w 287"/>
                <a:gd name="T13" fmla="*/ 153 h 363"/>
                <a:gd name="T14" fmla="*/ 76 w 287"/>
                <a:gd name="T15" fmla="*/ 114 h 363"/>
                <a:gd name="T16" fmla="*/ 117 w 287"/>
                <a:gd name="T17" fmla="*/ 85 h 363"/>
                <a:gd name="T18" fmla="*/ 155 w 287"/>
                <a:gd name="T19" fmla="*/ 58 h 363"/>
                <a:gd name="T20" fmla="*/ 179 w 287"/>
                <a:gd name="T21" fmla="*/ 61 h 363"/>
                <a:gd name="T22" fmla="*/ 168 w 287"/>
                <a:gd name="T23" fmla="*/ 53 h 363"/>
                <a:gd name="T24" fmla="*/ 172 w 287"/>
                <a:gd name="T25" fmla="*/ 34 h 363"/>
                <a:gd name="T26" fmla="*/ 205 w 287"/>
                <a:gd name="T27" fmla="*/ 2 h 363"/>
                <a:gd name="T28" fmla="*/ 218 w 287"/>
                <a:gd name="T29" fmla="*/ 18 h 363"/>
                <a:gd name="T30" fmla="*/ 224 w 287"/>
                <a:gd name="T31" fmla="*/ 39 h 363"/>
                <a:gd name="T32" fmla="*/ 247 w 287"/>
                <a:gd name="T33" fmla="*/ 45 h 363"/>
                <a:gd name="T34" fmla="*/ 246 w 287"/>
                <a:gd name="T35" fmla="*/ 64 h 363"/>
                <a:gd name="T36" fmla="*/ 226 w 287"/>
                <a:gd name="T37" fmla="*/ 84 h 363"/>
                <a:gd name="T38" fmla="*/ 204 w 287"/>
                <a:gd name="T39" fmla="*/ 107 h 363"/>
                <a:gd name="T40" fmla="*/ 184 w 287"/>
                <a:gd name="T41" fmla="*/ 113 h 363"/>
                <a:gd name="T42" fmla="*/ 187 w 287"/>
                <a:gd name="T43" fmla="*/ 124 h 363"/>
                <a:gd name="T44" fmla="*/ 209 w 287"/>
                <a:gd name="T45" fmla="*/ 135 h 363"/>
                <a:gd name="T46" fmla="*/ 212 w 287"/>
                <a:gd name="T47" fmla="*/ 161 h 363"/>
                <a:gd name="T48" fmla="*/ 202 w 287"/>
                <a:gd name="T49" fmla="*/ 179 h 363"/>
                <a:gd name="T50" fmla="*/ 220 w 287"/>
                <a:gd name="T51" fmla="*/ 168 h 363"/>
                <a:gd name="T52" fmla="*/ 246 w 287"/>
                <a:gd name="T53" fmla="*/ 163 h 363"/>
                <a:gd name="T54" fmla="*/ 272 w 287"/>
                <a:gd name="T55" fmla="*/ 159 h 363"/>
                <a:gd name="T56" fmla="*/ 264 w 287"/>
                <a:gd name="T57" fmla="*/ 191 h 363"/>
                <a:gd name="T58" fmla="*/ 275 w 287"/>
                <a:gd name="T59" fmla="*/ 228 h 363"/>
                <a:gd name="T60" fmla="*/ 264 w 287"/>
                <a:gd name="T61" fmla="*/ 239 h 363"/>
                <a:gd name="T62" fmla="*/ 251 w 287"/>
                <a:gd name="T63" fmla="*/ 254 h 363"/>
                <a:gd name="T64" fmla="*/ 241 w 287"/>
                <a:gd name="T65" fmla="*/ 284 h 363"/>
                <a:gd name="T66" fmla="*/ 224 w 287"/>
                <a:gd name="T67" fmla="*/ 289 h 363"/>
                <a:gd name="T68" fmla="*/ 207 w 287"/>
                <a:gd name="T69" fmla="*/ 289 h 363"/>
                <a:gd name="T70" fmla="*/ 178 w 287"/>
                <a:gd name="T71" fmla="*/ 280 h 363"/>
                <a:gd name="T72" fmla="*/ 161 w 287"/>
                <a:gd name="T73" fmla="*/ 298 h 363"/>
                <a:gd name="T74" fmla="*/ 144 w 287"/>
                <a:gd name="T75" fmla="*/ 312 h 363"/>
                <a:gd name="T76" fmla="*/ 136 w 287"/>
                <a:gd name="T77" fmla="*/ 326 h 363"/>
                <a:gd name="T78" fmla="*/ 124 w 287"/>
                <a:gd name="T79" fmla="*/ 349 h 363"/>
                <a:gd name="T80" fmla="*/ 91 w 287"/>
                <a:gd name="T81" fmla="*/ 357 h 363"/>
                <a:gd name="T82" fmla="*/ 70 w 287"/>
                <a:gd name="T83" fmla="*/ 352 h 363"/>
                <a:gd name="T84" fmla="*/ 59 w 287"/>
                <a:gd name="T85" fmla="*/ 354 h 363"/>
                <a:gd name="T86" fmla="*/ 26 w 287"/>
                <a:gd name="T87" fmla="*/ 346 h 363"/>
                <a:gd name="T88" fmla="*/ 20 w 287"/>
                <a:gd name="T89" fmla="*/ 322 h 363"/>
                <a:gd name="T90" fmla="*/ 26 w 287"/>
                <a:gd name="T91" fmla="*/ 301 h 363"/>
                <a:gd name="T92" fmla="*/ 25 w 287"/>
                <a:gd name="T93" fmla="*/ 278 h 363"/>
                <a:gd name="T94" fmla="*/ 30 w 287"/>
                <a:gd name="T95" fmla="*/ 60 h 363"/>
                <a:gd name="T96" fmla="*/ 30 w 287"/>
                <a:gd name="T97" fmla="*/ 95 h 363"/>
                <a:gd name="T98" fmla="*/ 40 w 287"/>
                <a:gd name="T99" fmla="*/ 64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7" h="363">
                  <a:moveTo>
                    <a:pt x="0" y="264"/>
                  </a:moveTo>
                  <a:cubicBezTo>
                    <a:pt x="0" y="263"/>
                    <a:pt x="1" y="263"/>
                    <a:pt x="1" y="262"/>
                  </a:cubicBezTo>
                  <a:cubicBezTo>
                    <a:pt x="4" y="255"/>
                    <a:pt x="5" y="250"/>
                    <a:pt x="7" y="247"/>
                  </a:cubicBezTo>
                  <a:cubicBezTo>
                    <a:pt x="9" y="245"/>
                    <a:pt x="14" y="244"/>
                    <a:pt x="17" y="240"/>
                  </a:cubicBezTo>
                  <a:cubicBezTo>
                    <a:pt x="21" y="235"/>
                    <a:pt x="26" y="231"/>
                    <a:pt x="26" y="227"/>
                  </a:cubicBezTo>
                  <a:cubicBezTo>
                    <a:pt x="27" y="223"/>
                    <a:pt x="25" y="216"/>
                    <a:pt x="23" y="214"/>
                  </a:cubicBezTo>
                  <a:cubicBezTo>
                    <a:pt x="20" y="212"/>
                    <a:pt x="20" y="207"/>
                    <a:pt x="20" y="206"/>
                  </a:cubicBezTo>
                  <a:cubicBezTo>
                    <a:pt x="21" y="204"/>
                    <a:pt x="28" y="197"/>
                    <a:pt x="30" y="197"/>
                  </a:cubicBezTo>
                  <a:cubicBezTo>
                    <a:pt x="31" y="196"/>
                    <a:pt x="38" y="202"/>
                    <a:pt x="38" y="203"/>
                  </a:cubicBezTo>
                  <a:cubicBezTo>
                    <a:pt x="37" y="205"/>
                    <a:pt x="32" y="208"/>
                    <a:pt x="31" y="211"/>
                  </a:cubicBezTo>
                  <a:cubicBezTo>
                    <a:pt x="29" y="213"/>
                    <a:pt x="34" y="213"/>
                    <a:pt x="36" y="214"/>
                  </a:cubicBezTo>
                  <a:cubicBezTo>
                    <a:pt x="38" y="215"/>
                    <a:pt x="39" y="215"/>
                    <a:pt x="42" y="213"/>
                  </a:cubicBezTo>
                  <a:cubicBezTo>
                    <a:pt x="46" y="210"/>
                    <a:pt x="48" y="206"/>
                    <a:pt x="51" y="207"/>
                  </a:cubicBezTo>
                  <a:cubicBezTo>
                    <a:pt x="54" y="208"/>
                    <a:pt x="59" y="207"/>
                    <a:pt x="61" y="203"/>
                  </a:cubicBezTo>
                  <a:cubicBezTo>
                    <a:pt x="62" y="200"/>
                    <a:pt x="61" y="192"/>
                    <a:pt x="54" y="191"/>
                  </a:cubicBezTo>
                  <a:cubicBezTo>
                    <a:pt x="47" y="189"/>
                    <a:pt x="42" y="191"/>
                    <a:pt x="40" y="192"/>
                  </a:cubicBezTo>
                  <a:cubicBezTo>
                    <a:pt x="39" y="193"/>
                    <a:pt x="37" y="191"/>
                    <a:pt x="35" y="188"/>
                  </a:cubicBezTo>
                  <a:cubicBezTo>
                    <a:pt x="32" y="185"/>
                    <a:pt x="27" y="182"/>
                    <a:pt x="27" y="181"/>
                  </a:cubicBezTo>
                  <a:cubicBezTo>
                    <a:pt x="27" y="180"/>
                    <a:pt x="29" y="177"/>
                    <a:pt x="33" y="174"/>
                  </a:cubicBezTo>
                  <a:cubicBezTo>
                    <a:pt x="37" y="170"/>
                    <a:pt x="42" y="162"/>
                    <a:pt x="44" y="161"/>
                  </a:cubicBezTo>
                  <a:cubicBezTo>
                    <a:pt x="47" y="161"/>
                    <a:pt x="46" y="156"/>
                    <a:pt x="47" y="153"/>
                  </a:cubicBezTo>
                  <a:cubicBezTo>
                    <a:pt x="49" y="151"/>
                    <a:pt x="54" y="143"/>
                    <a:pt x="54" y="139"/>
                  </a:cubicBezTo>
                  <a:cubicBezTo>
                    <a:pt x="53" y="135"/>
                    <a:pt x="53" y="134"/>
                    <a:pt x="60" y="130"/>
                  </a:cubicBezTo>
                  <a:cubicBezTo>
                    <a:pt x="66" y="125"/>
                    <a:pt x="75" y="118"/>
                    <a:pt x="76" y="114"/>
                  </a:cubicBezTo>
                  <a:cubicBezTo>
                    <a:pt x="77" y="111"/>
                    <a:pt x="84" y="105"/>
                    <a:pt x="89" y="101"/>
                  </a:cubicBezTo>
                  <a:cubicBezTo>
                    <a:pt x="95" y="98"/>
                    <a:pt x="98" y="99"/>
                    <a:pt x="102" y="94"/>
                  </a:cubicBezTo>
                  <a:cubicBezTo>
                    <a:pt x="106" y="89"/>
                    <a:pt x="115" y="87"/>
                    <a:pt x="117" y="85"/>
                  </a:cubicBezTo>
                  <a:cubicBezTo>
                    <a:pt x="120" y="83"/>
                    <a:pt x="129" y="76"/>
                    <a:pt x="131" y="73"/>
                  </a:cubicBezTo>
                  <a:cubicBezTo>
                    <a:pt x="133" y="71"/>
                    <a:pt x="143" y="64"/>
                    <a:pt x="146" y="61"/>
                  </a:cubicBezTo>
                  <a:cubicBezTo>
                    <a:pt x="148" y="59"/>
                    <a:pt x="152" y="60"/>
                    <a:pt x="155" y="58"/>
                  </a:cubicBezTo>
                  <a:cubicBezTo>
                    <a:pt x="157" y="56"/>
                    <a:pt x="160" y="56"/>
                    <a:pt x="161" y="57"/>
                  </a:cubicBezTo>
                  <a:cubicBezTo>
                    <a:pt x="162" y="59"/>
                    <a:pt x="167" y="60"/>
                    <a:pt x="170" y="59"/>
                  </a:cubicBezTo>
                  <a:cubicBezTo>
                    <a:pt x="173" y="58"/>
                    <a:pt x="178" y="61"/>
                    <a:pt x="179" y="61"/>
                  </a:cubicBezTo>
                  <a:cubicBezTo>
                    <a:pt x="180" y="60"/>
                    <a:pt x="188" y="55"/>
                    <a:pt x="184" y="54"/>
                  </a:cubicBezTo>
                  <a:cubicBezTo>
                    <a:pt x="181" y="53"/>
                    <a:pt x="180" y="51"/>
                    <a:pt x="176" y="53"/>
                  </a:cubicBezTo>
                  <a:cubicBezTo>
                    <a:pt x="172" y="54"/>
                    <a:pt x="170" y="52"/>
                    <a:pt x="168" y="53"/>
                  </a:cubicBezTo>
                  <a:cubicBezTo>
                    <a:pt x="165" y="53"/>
                    <a:pt x="166" y="49"/>
                    <a:pt x="168" y="46"/>
                  </a:cubicBezTo>
                  <a:cubicBezTo>
                    <a:pt x="170" y="43"/>
                    <a:pt x="172" y="45"/>
                    <a:pt x="173" y="41"/>
                  </a:cubicBezTo>
                  <a:cubicBezTo>
                    <a:pt x="174" y="38"/>
                    <a:pt x="173" y="36"/>
                    <a:pt x="172" y="34"/>
                  </a:cubicBezTo>
                  <a:cubicBezTo>
                    <a:pt x="171" y="33"/>
                    <a:pt x="173" y="28"/>
                    <a:pt x="175" y="25"/>
                  </a:cubicBezTo>
                  <a:cubicBezTo>
                    <a:pt x="177" y="22"/>
                    <a:pt x="181" y="23"/>
                    <a:pt x="184" y="21"/>
                  </a:cubicBezTo>
                  <a:cubicBezTo>
                    <a:pt x="187" y="18"/>
                    <a:pt x="203" y="4"/>
                    <a:pt x="205" y="2"/>
                  </a:cubicBezTo>
                  <a:cubicBezTo>
                    <a:pt x="207" y="0"/>
                    <a:pt x="209" y="4"/>
                    <a:pt x="208" y="7"/>
                  </a:cubicBezTo>
                  <a:cubicBezTo>
                    <a:pt x="208" y="9"/>
                    <a:pt x="210" y="13"/>
                    <a:pt x="212" y="13"/>
                  </a:cubicBezTo>
                  <a:cubicBezTo>
                    <a:pt x="215" y="14"/>
                    <a:pt x="218" y="16"/>
                    <a:pt x="218" y="18"/>
                  </a:cubicBezTo>
                  <a:cubicBezTo>
                    <a:pt x="218" y="20"/>
                    <a:pt x="216" y="24"/>
                    <a:pt x="218" y="26"/>
                  </a:cubicBezTo>
                  <a:cubicBezTo>
                    <a:pt x="219" y="28"/>
                    <a:pt x="220" y="34"/>
                    <a:pt x="219" y="35"/>
                  </a:cubicBezTo>
                  <a:cubicBezTo>
                    <a:pt x="217" y="37"/>
                    <a:pt x="219" y="41"/>
                    <a:pt x="224" y="39"/>
                  </a:cubicBezTo>
                  <a:cubicBezTo>
                    <a:pt x="229" y="37"/>
                    <a:pt x="236" y="42"/>
                    <a:pt x="236" y="45"/>
                  </a:cubicBezTo>
                  <a:cubicBezTo>
                    <a:pt x="236" y="48"/>
                    <a:pt x="238" y="51"/>
                    <a:pt x="241" y="48"/>
                  </a:cubicBezTo>
                  <a:cubicBezTo>
                    <a:pt x="244" y="46"/>
                    <a:pt x="246" y="44"/>
                    <a:pt x="247" y="45"/>
                  </a:cubicBezTo>
                  <a:cubicBezTo>
                    <a:pt x="248" y="47"/>
                    <a:pt x="247" y="50"/>
                    <a:pt x="248" y="52"/>
                  </a:cubicBezTo>
                  <a:cubicBezTo>
                    <a:pt x="248" y="54"/>
                    <a:pt x="252" y="56"/>
                    <a:pt x="251" y="58"/>
                  </a:cubicBezTo>
                  <a:cubicBezTo>
                    <a:pt x="250" y="60"/>
                    <a:pt x="250" y="61"/>
                    <a:pt x="246" y="64"/>
                  </a:cubicBezTo>
                  <a:cubicBezTo>
                    <a:pt x="242" y="67"/>
                    <a:pt x="240" y="67"/>
                    <a:pt x="238" y="70"/>
                  </a:cubicBezTo>
                  <a:cubicBezTo>
                    <a:pt x="235" y="73"/>
                    <a:pt x="232" y="76"/>
                    <a:pt x="230" y="79"/>
                  </a:cubicBezTo>
                  <a:cubicBezTo>
                    <a:pt x="229" y="82"/>
                    <a:pt x="229" y="84"/>
                    <a:pt x="226" y="84"/>
                  </a:cubicBezTo>
                  <a:cubicBezTo>
                    <a:pt x="224" y="85"/>
                    <a:pt x="211" y="81"/>
                    <a:pt x="209" y="85"/>
                  </a:cubicBezTo>
                  <a:cubicBezTo>
                    <a:pt x="206" y="89"/>
                    <a:pt x="201" y="94"/>
                    <a:pt x="203" y="98"/>
                  </a:cubicBezTo>
                  <a:cubicBezTo>
                    <a:pt x="204" y="102"/>
                    <a:pt x="204" y="104"/>
                    <a:pt x="204" y="107"/>
                  </a:cubicBezTo>
                  <a:cubicBezTo>
                    <a:pt x="203" y="111"/>
                    <a:pt x="201" y="114"/>
                    <a:pt x="198" y="113"/>
                  </a:cubicBezTo>
                  <a:cubicBezTo>
                    <a:pt x="196" y="112"/>
                    <a:pt x="193" y="113"/>
                    <a:pt x="192" y="114"/>
                  </a:cubicBezTo>
                  <a:cubicBezTo>
                    <a:pt x="190" y="114"/>
                    <a:pt x="185" y="115"/>
                    <a:pt x="184" y="113"/>
                  </a:cubicBezTo>
                  <a:cubicBezTo>
                    <a:pt x="182" y="112"/>
                    <a:pt x="179" y="111"/>
                    <a:pt x="178" y="113"/>
                  </a:cubicBezTo>
                  <a:cubicBezTo>
                    <a:pt x="177" y="114"/>
                    <a:pt x="180" y="118"/>
                    <a:pt x="180" y="121"/>
                  </a:cubicBezTo>
                  <a:cubicBezTo>
                    <a:pt x="180" y="124"/>
                    <a:pt x="183" y="125"/>
                    <a:pt x="187" y="124"/>
                  </a:cubicBezTo>
                  <a:cubicBezTo>
                    <a:pt x="191" y="123"/>
                    <a:pt x="191" y="120"/>
                    <a:pt x="195" y="122"/>
                  </a:cubicBezTo>
                  <a:cubicBezTo>
                    <a:pt x="198" y="124"/>
                    <a:pt x="200" y="124"/>
                    <a:pt x="204" y="127"/>
                  </a:cubicBezTo>
                  <a:cubicBezTo>
                    <a:pt x="207" y="130"/>
                    <a:pt x="208" y="129"/>
                    <a:pt x="209" y="135"/>
                  </a:cubicBezTo>
                  <a:cubicBezTo>
                    <a:pt x="210" y="141"/>
                    <a:pt x="213" y="139"/>
                    <a:pt x="214" y="145"/>
                  </a:cubicBezTo>
                  <a:cubicBezTo>
                    <a:pt x="216" y="151"/>
                    <a:pt x="216" y="150"/>
                    <a:pt x="216" y="154"/>
                  </a:cubicBezTo>
                  <a:cubicBezTo>
                    <a:pt x="216" y="158"/>
                    <a:pt x="214" y="159"/>
                    <a:pt x="212" y="161"/>
                  </a:cubicBezTo>
                  <a:cubicBezTo>
                    <a:pt x="210" y="163"/>
                    <a:pt x="210" y="165"/>
                    <a:pt x="207" y="167"/>
                  </a:cubicBezTo>
                  <a:cubicBezTo>
                    <a:pt x="203" y="169"/>
                    <a:pt x="199" y="171"/>
                    <a:pt x="199" y="174"/>
                  </a:cubicBezTo>
                  <a:cubicBezTo>
                    <a:pt x="198" y="177"/>
                    <a:pt x="203" y="178"/>
                    <a:pt x="202" y="179"/>
                  </a:cubicBezTo>
                  <a:cubicBezTo>
                    <a:pt x="200" y="181"/>
                    <a:pt x="207" y="179"/>
                    <a:pt x="205" y="176"/>
                  </a:cubicBezTo>
                  <a:cubicBezTo>
                    <a:pt x="203" y="172"/>
                    <a:pt x="207" y="169"/>
                    <a:pt x="208" y="169"/>
                  </a:cubicBezTo>
                  <a:cubicBezTo>
                    <a:pt x="209" y="169"/>
                    <a:pt x="219" y="171"/>
                    <a:pt x="220" y="168"/>
                  </a:cubicBezTo>
                  <a:cubicBezTo>
                    <a:pt x="222" y="164"/>
                    <a:pt x="221" y="159"/>
                    <a:pt x="227" y="161"/>
                  </a:cubicBezTo>
                  <a:cubicBezTo>
                    <a:pt x="233" y="162"/>
                    <a:pt x="230" y="161"/>
                    <a:pt x="234" y="160"/>
                  </a:cubicBezTo>
                  <a:cubicBezTo>
                    <a:pt x="238" y="160"/>
                    <a:pt x="243" y="161"/>
                    <a:pt x="246" y="163"/>
                  </a:cubicBezTo>
                  <a:cubicBezTo>
                    <a:pt x="248" y="165"/>
                    <a:pt x="255" y="161"/>
                    <a:pt x="257" y="159"/>
                  </a:cubicBezTo>
                  <a:cubicBezTo>
                    <a:pt x="258" y="158"/>
                    <a:pt x="263" y="158"/>
                    <a:pt x="264" y="160"/>
                  </a:cubicBezTo>
                  <a:cubicBezTo>
                    <a:pt x="265" y="161"/>
                    <a:pt x="271" y="160"/>
                    <a:pt x="272" y="159"/>
                  </a:cubicBezTo>
                  <a:cubicBezTo>
                    <a:pt x="274" y="158"/>
                    <a:pt x="287" y="168"/>
                    <a:pt x="285" y="171"/>
                  </a:cubicBezTo>
                  <a:cubicBezTo>
                    <a:pt x="283" y="174"/>
                    <a:pt x="275" y="180"/>
                    <a:pt x="272" y="184"/>
                  </a:cubicBezTo>
                  <a:cubicBezTo>
                    <a:pt x="268" y="187"/>
                    <a:pt x="263" y="188"/>
                    <a:pt x="264" y="191"/>
                  </a:cubicBezTo>
                  <a:cubicBezTo>
                    <a:pt x="266" y="195"/>
                    <a:pt x="268" y="200"/>
                    <a:pt x="269" y="203"/>
                  </a:cubicBezTo>
                  <a:cubicBezTo>
                    <a:pt x="271" y="205"/>
                    <a:pt x="274" y="212"/>
                    <a:pt x="273" y="217"/>
                  </a:cubicBezTo>
                  <a:cubicBezTo>
                    <a:pt x="271" y="222"/>
                    <a:pt x="274" y="223"/>
                    <a:pt x="275" y="228"/>
                  </a:cubicBezTo>
                  <a:cubicBezTo>
                    <a:pt x="275" y="230"/>
                    <a:pt x="275" y="231"/>
                    <a:pt x="275" y="232"/>
                  </a:cubicBezTo>
                  <a:cubicBezTo>
                    <a:pt x="271" y="237"/>
                    <a:pt x="271" y="237"/>
                    <a:pt x="271" y="237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0" y="235"/>
                    <a:pt x="260" y="235"/>
                    <a:pt x="260" y="235"/>
                  </a:cubicBezTo>
                  <a:cubicBezTo>
                    <a:pt x="254" y="236"/>
                    <a:pt x="254" y="236"/>
                    <a:pt x="254" y="236"/>
                  </a:cubicBezTo>
                  <a:cubicBezTo>
                    <a:pt x="251" y="254"/>
                    <a:pt x="251" y="254"/>
                    <a:pt x="251" y="254"/>
                  </a:cubicBezTo>
                  <a:cubicBezTo>
                    <a:pt x="245" y="262"/>
                    <a:pt x="245" y="262"/>
                    <a:pt x="245" y="262"/>
                  </a:cubicBezTo>
                  <a:cubicBezTo>
                    <a:pt x="249" y="267"/>
                    <a:pt x="249" y="267"/>
                    <a:pt x="249" y="267"/>
                  </a:cubicBezTo>
                  <a:cubicBezTo>
                    <a:pt x="241" y="284"/>
                    <a:pt x="241" y="284"/>
                    <a:pt x="241" y="284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24" y="289"/>
                    <a:pt x="224" y="289"/>
                    <a:pt x="224" y="289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13" y="297"/>
                    <a:pt x="213" y="297"/>
                    <a:pt x="213" y="297"/>
                  </a:cubicBezTo>
                  <a:cubicBezTo>
                    <a:pt x="207" y="289"/>
                    <a:pt x="207" y="289"/>
                    <a:pt x="207" y="289"/>
                  </a:cubicBezTo>
                  <a:cubicBezTo>
                    <a:pt x="202" y="277"/>
                    <a:pt x="202" y="277"/>
                    <a:pt x="202" y="277"/>
                  </a:cubicBezTo>
                  <a:cubicBezTo>
                    <a:pt x="190" y="281"/>
                    <a:pt x="190" y="281"/>
                    <a:pt x="190" y="281"/>
                  </a:cubicBezTo>
                  <a:cubicBezTo>
                    <a:pt x="178" y="280"/>
                    <a:pt x="178" y="280"/>
                    <a:pt x="178" y="280"/>
                  </a:cubicBezTo>
                  <a:cubicBezTo>
                    <a:pt x="175" y="288"/>
                    <a:pt x="175" y="288"/>
                    <a:pt x="175" y="288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1" y="298"/>
                    <a:pt x="161" y="298"/>
                    <a:pt x="161" y="298"/>
                  </a:cubicBezTo>
                  <a:cubicBezTo>
                    <a:pt x="158" y="307"/>
                    <a:pt x="158" y="307"/>
                    <a:pt x="158" y="307"/>
                  </a:cubicBezTo>
                  <a:cubicBezTo>
                    <a:pt x="149" y="308"/>
                    <a:pt x="149" y="308"/>
                    <a:pt x="149" y="308"/>
                  </a:cubicBezTo>
                  <a:cubicBezTo>
                    <a:pt x="144" y="312"/>
                    <a:pt x="144" y="312"/>
                    <a:pt x="144" y="312"/>
                  </a:cubicBezTo>
                  <a:cubicBezTo>
                    <a:pt x="149" y="314"/>
                    <a:pt x="149" y="314"/>
                    <a:pt x="149" y="314"/>
                  </a:cubicBezTo>
                  <a:cubicBezTo>
                    <a:pt x="140" y="321"/>
                    <a:pt x="140" y="321"/>
                    <a:pt x="140" y="321"/>
                  </a:cubicBezTo>
                  <a:cubicBezTo>
                    <a:pt x="136" y="326"/>
                    <a:pt x="136" y="326"/>
                    <a:pt x="136" y="32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24" y="349"/>
                    <a:pt x="124" y="349"/>
                    <a:pt x="124" y="349"/>
                  </a:cubicBezTo>
                  <a:cubicBezTo>
                    <a:pt x="113" y="347"/>
                    <a:pt x="113" y="347"/>
                    <a:pt x="113" y="347"/>
                  </a:cubicBezTo>
                  <a:cubicBezTo>
                    <a:pt x="109" y="359"/>
                    <a:pt x="109" y="359"/>
                    <a:pt x="109" y="359"/>
                  </a:cubicBezTo>
                  <a:cubicBezTo>
                    <a:pt x="91" y="357"/>
                    <a:pt x="91" y="357"/>
                    <a:pt x="91" y="357"/>
                  </a:cubicBezTo>
                  <a:cubicBezTo>
                    <a:pt x="87" y="362"/>
                    <a:pt x="87" y="362"/>
                    <a:pt x="87" y="362"/>
                  </a:cubicBezTo>
                  <a:cubicBezTo>
                    <a:pt x="80" y="363"/>
                    <a:pt x="80" y="363"/>
                    <a:pt x="80" y="363"/>
                  </a:cubicBezTo>
                  <a:cubicBezTo>
                    <a:pt x="70" y="352"/>
                    <a:pt x="70" y="352"/>
                    <a:pt x="70" y="352"/>
                  </a:cubicBezTo>
                  <a:cubicBezTo>
                    <a:pt x="61" y="356"/>
                    <a:pt x="61" y="356"/>
                    <a:pt x="61" y="356"/>
                  </a:cubicBezTo>
                  <a:cubicBezTo>
                    <a:pt x="65" y="361"/>
                    <a:pt x="65" y="361"/>
                    <a:pt x="65" y="361"/>
                  </a:cubicBezTo>
                  <a:cubicBezTo>
                    <a:pt x="59" y="354"/>
                    <a:pt x="59" y="354"/>
                    <a:pt x="59" y="354"/>
                  </a:cubicBezTo>
                  <a:cubicBezTo>
                    <a:pt x="49" y="345"/>
                    <a:pt x="49" y="345"/>
                    <a:pt x="49" y="345"/>
                  </a:cubicBezTo>
                  <a:cubicBezTo>
                    <a:pt x="39" y="346"/>
                    <a:pt x="39" y="346"/>
                    <a:pt x="39" y="346"/>
                  </a:cubicBezTo>
                  <a:cubicBezTo>
                    <a:pt x="26" y="346"/>
                    <a:pt x="26" y="346"/>
                    <a:pt x="26" y="346"/>
                  </a:cubicBezTo>
                  <a:cubicBezTo>
                    <a:pt x="26" y="338"/>
                    <a:pt x="26" y="338"/>
                    <a:pt x="26" y="338"/>
                  </a:cubicBezTo>
                  <a:cubicBezTo>
                    <a:pt x="19" y="330"/>
                    <a:pt x="19" y="330"/>
                    <a:pt x="19" y="330"/>
                  </a:cubicBezTo>
                  <a:cubicBezTo>
                    <a:pt x="20" y="322"/>
                    <a:pt x="20" y="322"/>
                    <a:pt x="20" y="322"/>
                  </a:cubicBezTo>
                  <a:cubicBezTo>
                    <a:pt x="22" y="317"/>
                    <a:pt x="22" y="317"/>
                    <a:pt x="22" y="317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26" y="301"/>
                    <a:pt x="26" y="301"/>
                    <a:pt x="26" y="30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30" y="282"/>
                    <a:pt x="30" y="282"/>
                    <a:pt x="30" y="282"/>
                  </a:cubicBezTo>
                  <a:cubicBezTo>
                    <a:pt x="25" y="278"/>
                    <a:pt x="25" y="278"/>
                    <a:pt x="25" y="278"/>
                  </a:cubicBezTo>
                  <a:cubicBezTo>
                    <a:pt x="12" y="271"/>
                    <a:pt x="12" y="271"/>
                    <a:pt x="12" y="271"/>
                  </a:cubicBezTo>
                  <a:cubicBezTo>
                    <a:pt x="0" y="264"/>
                    <a:pt x="0" y="264"/>
                    <a:pt x="0" y="264"/>
                  </a:cubicBezTo>
                  <a:close/>
                  <a:moveTo>
                    <a:pt x="30" y="60"/>
                  </a:moveTo>
                  <a:cubicBezTo>
                    <a:pt x="30" y="60"/>
                    <a:pt x="22" y="65"/>
                    <a:pt x="21" y="70"/>
                  </a:cubicBezTo>
                  <a:cubicBezTo>
                    <a:pt x="20" y="75"/>
                    <a:pt x="19" y="78"/>
                    <a:pt x="21" y="84"/>
                  </a:cubicBezTo>
                  <a:cubicBezTo>
                    <a:pt x="22" y="89"/>
                    <a:pt x="24" y="93"/>
                    <a:pt x="30" y="95"/>
                  </a:cubicBezTo>
                  <a:cubicBezTo>
                    <a:pt x="36" y="98"/>
                    <a:pt x="39" y="93"/>
                    <a:pt x="37" y="88"/>
                  </a:cubicBezTo>
                  <a:cubicBezTo>
                    <a:pt x="35" y="83"/>
                    <a:pt x="37" y="82"/>
                    <a:pt x="38" y="79"/>
                  </a:cubicBezTo>
                  <a:cubicBezTo>
                    <a:pt x="39" y="77"/>
                    <a:pt x="43" y="71"/>
                    <a:pt x="40" y="64"/>
                  </a:cubicBezTo>
                  <a:cubicBezTo>
                    <a:pt x="38" y="57"/>
                    <a:pt x="35" y="58"/>
                    <a:pt x="30" y="60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83" name="Freeform 90"/>
            <p:cNvSpPr>
              <a:spLocks noEditPoints="1"/>
            </p:cNvSpPr>
            <p:nvPr/>
          </p:nvSpPr>
          <p:spPr bwMode="auto">
            <a:xfrm>
              <a:off x="1806" y="2772"/>
              <a:ext cx="519" cy="323"/>
            </a:xfrm>
            <a:custGeom>
              <a:avLst/>
              <a:gdLst>
                <a:gd name="T0" fmla="*/ 0 w 249"/>
                <a:gd name="T1" fmla="*/ 63 h 155"/>
                <a:gd name="T2" fmla="*/ 12 w 249"/>
                <a:gd name="T3" fmla="*/ 38 h 155"/>
                <a:gd name="T4" fmla="*/ 31 w 249"/>
                <a:gd name="T5" fmla="*/ 4 h 155"/>
                <a:gd name="T6" fmla="*/ 53 w 249"/>
                <a:gd name="T7" fmla="*/ 21 h 155"/>
                <a:gd name="T8" fmla="*/ 46 w 249"/>
                <a:gd name="T9" fmla="*/ 46 h 155"/>
                <a:gd name="T10" fmla="*/ 25 w 249"/>
                <a:gd name="T11" fmla="*/ 50 h 155"/>
                <a:gd name="T12" fmla="*/ 30 w 249"/>
                <a:gd name="T13" fmla="*/ 70 h 155"/>
                <a:gd name="T14" fmla="*/ 57 w 249"/>
                <a:gd name="T15" fmla="*/ 59 h 155"/>
                <a:gd name="T16" fmla="*/ 83 w 249"/>
                <a:gd name="T17" fmla="*/ 61 h 155"/>
                <a:gd name="T18" fmla="*/ 116 w 249"/>
                <a:gd name="T19" fmla="*/ 67 h 155"/>
                <a:gd name="T20" fmla="*/ 136 w 249"/>
                <a:gd name="T21" fmla="*/ 61 h 155"/>
                <a:gd name="T22" fmla="*/ 127 w 249"/>
                <a:gd name="T23" fmla="*/ 74 h 155"/>
                <a:gd name="T24" fmla="*/ 133 w 249"/>
                <a:gd name="T25" fmla="*/ 84 h 155"/>
                <a:gd name="T26" fmla="*/ 156 w 249"/>
                <a:gd name="T27" fmla="*/ 83 h 155"/>
                <a:gd name="T28" fmla="*/ 175 w 249"/>
                <a:gd name="T29" fmla="*/ 85 h 155"/>
                <a:gd name="T30" fmla="*/ 182 w 249"/>
                <a:gd name="T31" fmla="*/ 95 h 155"/>
                <a:gd name="T32" fmla="*/ 188 w 249"/>
                <a:gd name="T33" fmla="*/ 97 h 155"/>
                <a:gd name="T34" fmla="*/ 202 w 249"/>
                <a:gd name="T35" fmla="*/ 88 h 155"/>
                <a:gd name="T36" fmla="*/ 198 w 249"/>
                <a:gd name="T37" fmla="*/ 64 h 155"/>
                <a:gd name="T38" fmla="*/ 203 w 249"/>
                <a:gd name="T39" fmla="*/ 45 h 155"/>
                <a:gd name="T40" fmla="*/ 213 w 249"/>
                <a:gd name="T41" fmla="*/ 71 h 155"/>
                <a:gd name="T42" fmla="*/ 238 w 249"/>
                <a:gd name="T43" fmla="*/ 87 h 155"/>
                <a:gd name="T44" fmla="*/ 249 w 249"/>
                <a:gd name="T45" fmla="*/ 105 h 155"/>
                <a:gd name="T46" fmla="*/ 248 w 249"/>
                <a:gd name="T47" fmla="*/ 121 h 155"/>
                <a:gd name="T48" fmla="*/ 246 w 249"/>
                <a:gd name="T49" fmla="*/ 132 h 155"/>
                <a:gd name="T50" fmla="*/ 230 w 249"/>
                <a:gd name="T51" fmla="*/ 134 h 155"/>
                <a:gd name="T52" fmla="*/ 220 w 249"/>
                <a:gd name="T53" fmla="*/ 142 h 155"/>
                <a:gd name="T54" fmla="*/ 201 w 249"/>
                <a:gd name="T55" fmla="*/ 151 h 155"/>
                <a:gd name="T56" fmla="*/ 181 w 249"/>
                <a:gd name="T57" fmla="*/ 152 h 155"/>
                <a:gd name="T58" fmla="*/ 149 w 249"/>
                <a:gd name="T59" fmla="*/ 136 h 155"/>
                <a:gd name="T60" fmla="*/ 130 w 249"/>
                <a:gd name="T61" fmla="*/ 127 h 155"/>
                <a:gd name="T62" fmla="*/ 107 w 249"/>
                <a:gd name="T63" fmla="*/ 113 h 155"/>
                <a:gd name="T64" fmla="*/ 93 w 249"/>
                <a:gd name="T65" fmla="*/ 104 h 155"/>
                <a:gd name="T66" fmla="*/ 77 w 249"/>
                <a:gd name="T67" fmla="*/ 107 h 155"/>
                <a:gd name="T68" fmla="*/ 32 w 249"/>
                <a:gd name="T69" fmla="*/ 100 h 155"/>
                <a:gd name="T70" fmla="*/ 24 w 249"/>
                <a:gd name="T71" fmla="*/ 105 h 155"/>
                <a:gd name="T72" fmla="*/ 15 w 249"/>
                <a:gd name="T73" fmla="*/ 92 h 155"/>
                <a:gd name="T74" fmla="*/ 5 w 249"/>
                <a:gd name="T75" fmla="*/ 77 h 155"/>
                <a:gd name="T76" fmla="*/ 89 w 249"/>
                <a:gd name="T77" fmla="*/ 22 h 155"/>
                <a:gd name="T78" fmla="*/ 97 w 249"/>
                <a:gd name="T79" fmla="*/ 37 h 155"/>
                <a:gd name="T80" fmla="*/ 95 w 249"/>
                <a:gd name="T81" fmla="*/ 1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9" h="155">
                  <a:moveTo>
                    <a:pt x="0" y="63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4" y="59"/>
                    <a:pt x="11" y="55"/>
                    <a:pt x="10" y="50"/>
                  </a:cubicBezTo>
                  <a:cubicBezTo>
                    <a:pt x="10" y="46"/>
                    <a:pt x="8" y="43"/>
                    <a:pt x="12" y="38"/>
                  </a:cubicBezTo>
                  <a:cubicBezTo>
                    <a:pt x="16" y="34"/>
                    <a:pt x="31" y="26"/>
                    <a:pt x="32" y="23"/>
                  </a:cubicBezTo>
                  <a:cubicBezTo>
                    <a:pt x="34" y="19"/>
                    <a:pt x="32" y="5"/>
                    <a:pt x="31" y="4"/>
                  </a:cubicBezTo>
                  <a:cubicBezTo>
                    <a:pt x="30" y="4"/>
                    <a:pt x="34" y="0"/>
                    <a:pt x="39" y="8"/>
                  </a:cubicBezTo>
                  <a:cubicBezTo>
                    <a:pt x="43" y="16"/>
                    <a:pt x="48" y="18"/>
                    <a:pt x="53" y="21"/>
                  </a:cubicBezTo>
                  <a:cubicBezTo>
                    <a:pt x="58" y="23"/>
                    <a:pt x="55" y="32"/>
                    <a:pt x="52" y="38"/>
                  </a:cubicBezTo>
                  <a:cubicBezTo>
                    <a:pt x="50" y="45"/>
                    <a:pt x="50" y="48"/>
                    <a:pt x="46" y="46"/>
                  </a:cubicBezTo>
                  <a:cubicBezTo>
                    <a:pt x="41" y="43"/>
                    <a:pt x="33" y="42"/>
                    <a:pt x="30" y="43"/>
                  </a:cubicBezTo>
                  <a:cubicBezTo>
                    <a:pt x="26" y="45"/>
                    <a:pt x="23" y="46"/>
                    <a:pt x="25" y="50"/>
                  </a:cubicBezTo>
                  <a:cubicBezTo>
                    <a:pt x="26" y="53"/>
                    <a:pt x="27" y="56"/>
                    <a:pt x="25" y="59"/>
                  </a:cubicBezTo>
                  <a:cubicBezTo>
                    <a:pt x="23" y="63"/>
                    <a:pt x="26" y="68"/>
                    <a:pt x="30" y="70"/>
                  </a:cubicBezTo>
                  <a:cubicBezTo>
                    <a:pt x="33" y="72"/>
                    <a:pt x="44" y="73"/>
                    <a:pt x="46" y="70"/>
                  </a:cubicBezTo>
                  <a:cubicBezTo>
                    <a:pt x="48" y="67"/>
                    <a:pt x="53" y="56"/>
                    <a:pt x="57" y="59"/>
                  </a:cubicBezTo>
                  <a:cubicBezTo>
                    <a:pt x="61" y="62"/>
                    <a:pt x="65" y="65"/>
                    <a:pt x="68" y="62"/>
                  </a:cubicBezTo>
                  <a:cubicBezTo>
                    <a:pt x="71" y="59"/>
                    <a:pt x="78" y="64"/>
                    <a:pt x="83" y="61"/>
                  </a:cubicBezTo>
                  <a:cubicBezTo>
                    <a:pt x="89" y="58"/>
                    <a:pt x="97" y="56"/>
                    <a:pt x="104" y="61"/>
                  </a:cubicBezTo>
                  <a:cubicBezTo>
                    <a:pt x="110" y="65"/>
                    <a:pt x="113" y="72"/>
                    <a:pt x="116" y="67"/>
                  </a:cubicBezTo>
                  <a:cubicBezTo>
                    <a:pt x="118" y="61"/>
                    <a:pt x="120" y="60"/>
                    <a:pt x="123" y="59"/>
                  </a:cubicBezTo>
                  <a:cubicBezTo>
                    <a:pt x="125" y="58"/>
                    <a:pt x="135" y="59"/>
                    <a:pt x="136" y="61"/>
                  </a:cubicBezTo>
                  <a:cubicBezTo>
                    <a:pt x="137" y="63"/>
                    <a:pt x="134" y="65"/>
                    <a:pt x="132" y="67"/>
                  </a:cubicBezTo>
                  <a:cubicBezTo>
                    <a:pt x="130" y="70"/>
                    <a:pt x="128" y="72"/>
                    <a:pt x="127" y="74"/>
                  </a:cubicBezTo>
                  <a:cubicBezTo>
                    <a:pt x="127" y="76"/>
                    <a:pt x="122" y="74"/>
                    <a:pt x="123" y="76"/>
                  </a:cubicBezTo>
                  <a:cubicBezTo>
                    <a:pt x="124" y="78"/>
                    <a:pt x="129" y="87"/>
                    <a:pt x="133" y="84"/>
                  </a:cubicBezTo>
                  <a:cubicBezTo>
                    <a:pt x="138" y="81"/>
                    <a:pt x="138" y="79"/>
                    <a:pt x="144" y="79"/>
                  </a:cubicBezTo>
                  <a:cubicBezTo>
                    <a:pt x="151" y="79"/>
                    <a:pt x="154" y="80"/>
                    <a:pt x="156" y="83"/>
                  </a:cubicBezTo>
                  <a:cubicBezTo>
                    <a:pt x="157" y="86"/>
                    <a:pt x="159" y="90"/>
                    <a:pt x="163" y="88"/>
                  </a:cubicBezTo>
                  <a:cubicBezTo>
                    <a:pt x="167" y="86"/>
                    <a:pt x="172" y="86"/>
                    <a:pt x="175" y="85"/>
                  </a:cubicBezTo>
                  <a:cubicBezTo>
                    <a:pt x="177" y="84"/>
                    <a:pt x="178" y="81"/>
                    <a:pt x="183" y="84"/>
                  </a:cubicBezTo>
                  <a:cubicBezTo>
                    <a:pt x="188" y="88"/>
                    <a:pt x="185" y="91"/>
                    <a:pt x="182" y="95"/>
                  </a:cubicBezTo>
                  <a:cubicBezTo>
                    <a:pt x="178" y="98"/>
                    <a:pt x="180" y="102"/>
                    <a:pt x="182" y="104"/>
                  </a:cubicBezTo>
                  <a:cubicBezTo>
                    <a:pt x="184" y="105"/>
                    <a:pt x="188" y="100"/>
                    <a:pt x="188" y="97"/>
                  </a:cubicBezTo>
                  <a:cubicBezTo>
                    <a:pt x="187" y="94"/>
                    <a:pt x="195" y="96"/>
                    <a:pt x="197" y="98"/>
                  </a:cubicBezTo>
                  <a:cubicBezTo>
                    <a:pt x="200" y="100"/>
                    <a:pt x="204" y="92"/>
                    <a:pt x="202" y="88"/>
                  </a:cubicBezTo>
                  <a:cubicBezTo>
                    <a:pt x="200" y="83"/>
                    <a:pt x="202" y="78"/>
                    <a:pt x="203" y="75"/>
                  </a:cubicBezTo>
                  <a:cubicBezTo>
                    <a:pt x="204" y="71"/>
                    <a:pt x="202" y="68"/>
                    <a:pt x="198" y="64"/>
                  </a:cubicBezTo>
                  <a:cubicBezTo>
                    <a:pt x="195" y="61"/>
                    <a:pt x="191" y="58"/>
                    <a:pt x="193" y="52"/>
                  </a:cubicBezTo>
                  <a:cubicBezTo>
                    <a:pt x="195" y="47"/>
                    <a:pt x="200" y="40"/>
                    <a:pt x="203" y="45"/>
                  </a:cubicBezTo>
                  <a:cubicBezTo>
                    <a:pt x="206" y="50"/>
                    <a:pt x="210" y="61"/>
                    <a:pt x="210" y="64"/>
                  </a:cubicBezTo>
                  <a:cubicBezTo>
                    <a:pt x="209" y="68"/>
                    <a:pt x="210" y="72"/>
                    <a:pt x="213" y="71"/>
                  </a:cubicBezTo>
                  <a:cubicBezTo>
                    <a:pt x="216" y="71"/>
                    <a:pt x="220" y="74"/>
                    <a:pt x="223" y="77"/>
                  </a:cubicBezTo>
                  <a:cubicBezTo>
                    <a:pt x="225" y="80"/>
                    <a:pt x="232" y="79"/>
                    <a:pt x="238" y="87"/>
                  </a:cubicBezTo>
                  <a:cubicBezTo>
                    <a:pt x="244" y="94"/>
                    <a:pt x="243" y="96"/>
                    <a:pt x="247" y="102"/>
                  </a:cubicBezTo>
                  <a:cubicBezTo>
                    <a:pt x="247" y="103"/>
                    <a:pt x="248" y="104"/>
                    <a:pt x="249" y="105"/>
                  </a:cubicBezTo>
                  <a:cubicBezTo>
                    <a:pt x="241" y="116"/>
                    <a:pt x="241" y="116"/>
                    <a:pt x="241" y="116"/>
                  </a:cubicBezTo>
                  <a:cubicBezTo>
                    <a:pt x="248" y="121"/>
                    <a:pt x="248" y="121"/>
                    <a:pt x="248" y="121"/>
                  </a:cubicBezTo>
                  <a:cubicBezTo>
                    <a:pt x="247" y="131"/>
                    <a:pt x="247" y="131"/>
                    <a:pt x="247" y="131"/>
                  </a:cubicBezTo>
                  <a:cubicBezTo>
                    <a:pt x="246" y="132"/>
                    <a:pt x="246" y="132"/>
                    <a:pt x="246" y="132"/>
                  </a:cubicBezTo>
                  <a:cubicBezTo>
                    <a:pt x="238" y="128"/>
                    <a:pt x="238" y="128"/>
                    <a:pt x="238" y="128"/>
                  </a:cubicBezTo>
                  <a:cubicBezTo>
                    <a:pt x="230" y="134"/>
                    <a:pt x="230" y="134"/>
                    <a:pt x="230" y="134"/>
                  </a:cubicBezTo>
                  <a:cubicBezTo>
                    <a:pt x="223" y="135"/>
                    <a:pt x="223" y="135"/>
                    <a:pt x="223" y="135"/>
                  </a:cubicBezTo>
                  <a:cubicBezTo>
                    <a:pt x="220" y="142"/>
                    <a:pt x="220" y="142"/>
                    <a:pt x="220" y="142"/>
                  </a:cubicBezTo>
                  <a:cubicBezTo>
                    <a:pt x="210" y="140"/>
                    <a:pt x="210" y="140"/>
                    <a:pt x="210" y="140"/>
                  </a:cubicBezTo>
                  <a:cubicBezTo>
                    <a:pt x="201" y="151"/>
                    <a:pt x="201" y="151"/>
                    <a:pt x="201" y="151"/>
                  </a:cubicBezTo>
                  <a:cubicBezTo>
                    <a:pt x="185" y="155"/>
                    <a:pt x="185" y="155"/>
                    <a:pt x="185" y="155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49" y="136"/>
                    <a:pt x="149" y="136"/>
                    <a:pt x="149" y="136"/>
                  </a:cubicBezTo>
                  <a:cubicBezTo>
                    <a:pt x="136" y="134"/>
                    <a:pt x="136" y="134"/>
                    <a:pt x="136" y="134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107" y="113"/>
                    <a:pt x="107" y="113"/>
                    <a:pt x="107" y="113"/>
                  </a:cubicBezTo>
                  <a:cubicBezTo>
                    <a:pt x="99" y="111"/>
                    <a:pt x="99" y="111"/>
                    <a:pt x="99" y="111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30" y="105"/>
                    <a:pt x="30" y="105"/>
                    <a:pt x="30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16" y="98"/>
                    <a:pt x="16" y="98"/>
                    <a:pt x="16" y="98"/>
                  </a:cubicBezTo>
                  <a:cubicBezTo>
                    <a:pt x="15" y="92"/>
                    <a:pt x="15" y="92"/>
                    <a:pt x="15" y="92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0" y="63"/>
                    <a:pt x="0" y="63"/>
                    <a:pt x="0" y="63"/>
                  </a:cubicBezTo>
                  <a:close/>
                  <a:moveTo>
                    <a:pt x="89" y="22"/>
                  </a:moveTo>
                  <a:cubicBezTo>
                    <a:pt x="82" y="27"/>
                    <a:pt x="82" y="27"/>
                    <a:pt x="82" y="33"/>
                  </a:cubicBezTo>
                  <a:cubicBezTo>
                    <a:pt x="82" y="39"/>
                    <a:pt x="89" y="38"/>
                    <a:pt x="97" y="37"/>
                  </a:cubicBezTo>
                  <a:cubicBezTo>
                    <a:pt x="104" y="36"/>
                    <a:pt x="106" y="31"/>
                    <a:pt x="105" y="28"/>
                  </a:cubicBezTo>
                  <a:cubicBezTo>
                    <a:pt x="104" y="24"/>
                    <a:pt x="100" y="19"/>
                    <a:pt x="95" y="19"/>
                  </a:cubicBezTo>
                  <a:cubicBezTo>
                    <a:pt x="91" y="19"/>
                    <a:pt x="89" y="22"/>
                    <a:pt x="89" y="22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84" name="Freeform 91"/>
            <p:cNvSpPr>
              <a:spLocks noEditPoints="1"/>
            </p:cNvSpPr>
            <p:nvPr/>
          </p:nvSpPr>
          <p:spPr bwMode="auto">
            <a:xfrm>
              <a:off x="2158" y="2757"/>
              <a:ext cx="611" cy="763"/>
            </a:xfrm>
            <a:custGeom>
              <a:avLst/>
              <a:gdLst>
                <a:gd name="T0" fmla="*/ 104 w 293"/>
                <a:gd name="T1" fmla="*/ 148 h 366"/>
                <a:gd name="T2" fmla="*/ 101 w 293"/>
                <a:gd name="T3" fmla="*/ 100 h 366"/>
                <a:gd name="T4" fmla="*/ 119 w 293"/>
                <a:gd name="T5" fmla="*/ 58 h 366"/>
                <a:gd name="T6" fmla="*/ 172 w 293"/>
                <a:gd name="T7" fmla="*/ 22 h 366"/>
                <a:gd name="T8" fmla="*/ 171 w 293"/>
                <a:gd name="T9" fmla="*/ 80 h 366"/>
                <a:gd name="T10" fmla="*/ 158 w 293"/>
                <a:gd name="T11" fmla="*/ 150 h 366"/>
                <a:gd name="T12" fmla="*/ 135 w 293"/>
                <a:gd name="T13" fmla="*/ 192 h 366"/>
                <a:gd name="T14" fmla="*/ 102 w 293"/>
                <a:gd name="T15" fmla="*/ 208 h 366"/>
                <a:gd name="T16" fmla="*/ 137 w 293"/>
                <a:gd name="T17" fmla="*/ 212 h 366"/>
                <a:gd name="T18" fmla="*/ 172 w 293"/>
                <a:gd name="T19" fmla="*/ 159 h 366"/>
                <a:gd name="T20" fmla="*/ 201 w 293"/>
                <a:gd name="T21" fmla="*/ 173 h 366"/>
                <a:gd name="T22" fmla="*/ 199 w 293"/>
                <a:gd name="T23" fmla="*/ 188 h 366"/>
                <a:gd name="T24" fmla="*/ 195 w 293"/>
                <a:gd name="T25" fmla="*/ 146 h 366"/>
                <a:gd name="T26" fmla="*/ 167 w 293"/>
                <a:gd name="T27" fmla="*/ 123 h 366"/>
                <a:gd name="T28" fmla="*/ 181 w 293"/>
                <a:gd name="T29" fmla="*/ 65 h 366"/>
                <a:gd name="T30" fmla="*/ 208 w 293"/>
                <a:gd name="T31" fmla="*/ 41 h 366"/>
                <a:gd name="T32" fmla="*/ 216 w 293"/>
                <a:gd name="T33" fmla="*/ 87 h 366"/>
                <a:gd name="T34" fmla="*/ 209 w 293"/>
                <a:gd name="T35" fmla="*/ 62 h 366"/>
                <a:gd name="T36" fmla="*/ 233 w 293"/>
                <a:gd name="T37" fmla="*/ 54 h 366"/>
                <a:gd name="T38" fmla="*/ 246 w 293"/>
                <a:gd name="T39" fmla="*/ 81 h 366"/>
                <a:gd name="T40" fmla="*/ 248 w 293"/>
                <a:gd name="T41" fmla="*/ 98 h 366"/>
                <a:gd name="T42" fmla="*/ 227 w 293"/>
                <a:gd name="T43" fmla="*/ 138 h 366"/>
                <a:gd name="T44" fmla="*/ 245 w 293"/>
                <a:gd name="T45" fmla="*/ 156 h 366"/>
                <a:gd name="T46" fmla="*/ 258 w 293"/>
                <a:gd name="T47" fmla="*/ 156 h 366"/>
                <a:gd name="T48" fmla="*/ 260 w 293"/>
                <a:gd name="T49" fmla="*/ 176 h 366"/>
                <a:gd name="T50" fmla="*/ 251 w 293"/>
                <a:gd name="T51" fmla="*/ 203 h 366"/>
                <a:gd name="T52" fmla="*/ 255 w 293"/>
                <a:gd name="T53" fmla="*/ 224 h 366"/>
                <a:gd name="T54" fmla="*/ 263 w 293"/>
                <a:gd name="T55" fmla="*/ 243 h 366"/>
                <a:gd name="T56" fmla="*/ 268 w 293"/>
                <a:gd name="T57" fmla="*/ 260 h 366"/>
                <a:gd name="T58" fmla="*/ 274 w 293"/>
                <a:gd name="T59" fmla="*/ 289 h 366"/>
                <a:gd name="T60" fmla="*/ 290 w 293"/>
                <a:gd name="T61" fmla="*/ 305 h 366"/>
                <a:gd name="T62" fmla="*/ 284 w 293"/>
                <a:gd name="T63" fmla="*/ 335 h 366"/>
                <a:gd name="T64" fmla="*/ 268 w 293"/>
                <a:gd name="T65" fmla="*/ 366 h 366"/>
                <a:gd name="T66" fmla="*/ 245 w 293"/>
                <a:gd name="T67" fmla="*/ 352 h 366"/>
                <a:gd name="T68" fmla="*/ 224 w 293"/>
                <a:gd name="T69" fmla="*/ 336 h 366"/>
                <a:gd name="T70" fmla="*/ 171 w 293"/>
                <a:gd name="T71" fmla="*/ 340 h 366"/>
                <a:gd name="T72" fmla="*/ 150 w 293"/>
                <a:gd name="T73" fmla="*/ 326 h 366"/>
                <a:gd name="T74" fmla="*/ 127 w 293"/>
                <a:gd name="T75" fmla="*/ 319 h 366"/>
                <a:gd name="T76" fmla="*/ 104 w 293"/>
                <a:gd name="T77" fmla="*/ 298 h 366"/>
                <a:gd name="T78" fmla="*/ 79 w 293"/>
                <a:gd name="T79" fmla="*/ 267 h 366"/>
                <a:gd name="T80" fmla="*/ 56 w 293"/>
                <a:gd name="T81" fmla="*/ 272 h 366"/>
                <a:gd name="T82" fmla="*/ 31 w 293"/>
                <a:gd name="T83" fmla="*/ 251 h 366"/>
                <a:gd name="T84" fmla="*/ 9 w 293"/>
                <a:gd name="T85" fmla="*/ 216 h 366"/>
                <a:gd name="T86" fmla="*/ 35 w 293"/>
                <a:gd name="T87" fmla="*/ 183 h 366"/>
                <a:gd name="T88" fmla="*/ 67 w 293"/>
                <a:gd name="T89" fmla="*/ 169 h 366"/>
                <a:gd name="T90" fmla="*/ 70 w 293"/>
                <a:gd name="T91" fmla="*/ 150 h 366"/>
                <a:gd name="T92" fmla="*/ 72 w 293"/>
                <a:gd name="T93" fmla="*/ 123 h 366"/>
                <a:gd name="T94" fmla="*/ 178 w 293"/>
                <a:gd name="T95" fmla="*/ 12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3" h="366">
                  <a:moveTo>
                    <a:pt x="80" y="112"/>
                  </a:moveTo>
                  <a:cubicBezTo>
                    <a:pt x="83" y="116"/>
                    <a:pt x="87" y="117"/>
                    <a:pt x="90" y="122"/>
                  </a:cubicBezTo>
                  <a:cubicBezTo>
                    <a:pt x="94" y="128"/>
                    <a:pt x="97" y="131"/>
                    <a:pt x="98" y="138"/>
                  </a:cubicBezTo>
                  <a:cubicBezTo>
                    <a:pt x="100" y="145"/>
                    <a:pt x="102" y="152"/>
                    <a:pt x="104" y="148"/>
                  </a:cubicBezTo>
                  <a:cubicBezTo>
                    <a:pt x="107" y="144"/>
                    <a:pt x="113" y="141"/>
                    <a:pt x="112" y="135"/>
                  </a:cubicBezTo>
                  <a:cubicBezTo>
                    <a:pt x="111" y="130"/>
                    <a:pt x="111" y="119"/>
                    <a:pt x="111" y="115"/>
                  </a:cubicBezTo>
                  <a:cubicBezTo>
                    <a:pt x="112" y="111"/>
                    <a:pt x="108" y="105"/>
                    <a:pt x="104" y="106"/>
                  </a:cubicBezTo>
                  <a:cubicBezTo>
                    <a:pt x="101" y="107"/>
                    <a:pt x="97" y="104"/>
                    <a:pt x="101" y="100"/>
                  </a:cubicBezTo>
                  <a:cubicBezTo>
                    <a:pt x="105" y="96"/>
                    <a:pt x="110" y="96"/>
                    <a:pt x="110" y="92"/>
                  </a:cubicBezTo>
                  <a:cubicBezTo>
                    <a:pt x="111" y="87"/>
                    <a:pt x="112" y="82"/>
                    <a:pt x="114" y="79"/>
                  </a:cubicBezTo>
                  <a:cubicBezTo>
                    <a:pt x="116" y="77"/>
                    <a:pt x="109" y="77"/>
                    <a:pt x="110" y="70"/>
                  </a:cubicBezTo>
                  <a:cubicBezTo>
                    <a:pt x="111" y="63"/>
                    <a:pt x="113" y="59"/>
                    <a:pt x="119" y="58"/>
                  </a:cubicBezTo>
                  <a:cubicBezTo>
                    <a:pt x="126" y="57"/>
                    <a:pt x="130" y="55"/>
                    <a:pt x="133" y="51"/>
                  </a:cubicBezTo>
                  <a:cubicBezTo>
                    <a:pt x="135" y="47"/>
                    <a:pt x="149" y="31"/>
                    <a:pt x="151" y="24"/>
                  </a:cubicBezTo>
                  <a:cubicBezTo>
                    <a:pt x="153" y="18"/>
                    <a:pt x="155" y="13"/>
                    <a:pt x="158" y="17"/>
                  </a:cubicBezTo>
                  <a:cubicBezTo>
                    <a:pt x="162" y="21"/>
                    <a:pt x="167" y="22"/>
                    <a:pt x="172" y="22"/>
                  </a:cubicBezTo>
                  <a:cubicBezTo>
                    <a:pt x="177" y="22"/>
                    <a:pt x="183" y="29"/>
                    <a:pt x="184" y="33"/>
                  </a:cubicBezTo>
                  <a:cubicBezTo>
                    <a:pt x="184" y="38"/>
                    <a:pt x="182" y="45"/>
                    <a:pt x="179" y="50"/>
                  </a:cubicBezTo>
                  <a:cubicBezTo>
                    <a:pt x="176" y="55"/>
                    <a:pt x="165" y="64"/>
                    <a:pt x="166" y="68"/>
                  </a:cubicBezTo>
                  <a:cubicBezTo>
                    <a:pt x="166" y="73"/>
                    <a:pt x="171" y="75"/>
                    <a:pt x="171" y="80"/>
                  </a:cubicBezTo>
                  <a:cubicBezTo>
                    <a:pt x="171" y="85"/>
                    <a:pt x="167" y="99"/>
                    <a:pt x="164" y="103"/>
                  </a:cubicBezTo>
                  <a:cubicBezTo>
                    <a:pt x="160" y="107"/>
                    <a:pt x="161" y="114"/>
                    <a:pt x="160" y="120"/>
                  </a:cubicBezTo>
                  <a:cubicBezTo>
                    <a:pt x="159" y="125"/>
                    <a:pt x="153" y="134"/>
                    <a:pt x="153" y="135"/>
                  </a:cubicBezTo>
                  <a:cubicBezTo>
                    <a:pt x="153" y="137"/>
                    <a:pt x="156" y="147"/>
                    <a:pt x="158" y="150"/>
                  </a:cubicBezTo>
                  <a:cubicBezTo>
                    <a:pt x="159" y="152"/>
                    <a:pt x="161" y="161"/>
                    <a:pt x="158" y="162"/>
                  </a:cubicBezTo>
                  <a:cubicBezTo>
                    <a:pt x="154" y="164"/>
                    <a:pt x="154" y="168"/>
                    <a:pt x="153" y="174"/>
                  </a:cubicBezTo>
                  <a:cubicBezTo>
                    <a:pt x="153" y="181"/>
                    <a:pt x="146" y="182"/>
                    <a:pt x="144" y="184"/>
                  </a:cubicBezTo>
                  <a:cubicBezTo>
                    <a:pt x="141" y="186"/>
                    <a:pt x="139" y="187"/>
                    <a:pt x="135" y="192"/>
                  </a:cubicBezTo>
                  <a:cubicBezTo>
                    <a:pt x="130" y="197"/>
                    <a:pt x="121" y="201"/>
                    <a:pt x="117" y="201"/>
                  </a:cubicBezTo>
                  <a:cubicBezTo>
                    <a:pt x="112" y="201"/>
                    <a:pt x="111" y="202"/>
                    <a:pt x="106" y="198"/>
                  </a:cubicBezTo>
                  <a:cubicBezTo>
                    <a:pt x="101" y="195"/>
                    <a:pt x="99" y="193"/>
                    <a:pt x="96" y="199"/>
                  </a:cubicBezTo>
                  <a:cubicBezTo>
                    <a:pt x="94" y="205"/>
                    <a:pt x="99" y="205"/>
                    <a:pt x="102" y="208"/>
                  </a:cubicBezTo>
                  <a:cubicBezTo>
                    <a:pt x="104" y="212"/>
                    <a:pt x="109" y="212"/>
                    <a:pt x="110" y="214"/>
                  </a:cubicBezTo>
                  <a:cubicBezTo>
                    <a:pt x="111" y="217"/>
                    <a:pt x="117" y="213"/>
                    <a:pt x="119" y="216"/>
                  </a:cubicBezTo>
                  <a:cubicBezTo>
                    <a:pt x="121" y="220"/>
                    <a:pt x="125" y="223"/>
                    <a:pt x="129" y="219"/>
                  </a:cubicBezTo>
                  <a:cubicBezTo>
                    <a:pt x="133" y="216"/>
                    <a:pt x="133" y="212"/>
                    <a:pt x="137" y="212"/>
                  </a:cubicBezTo>
                  <a:cubicBezTo>
                    <a:pt x="141" y="212"/>
                    <a:pt x="155" y="206"/>
                    <a:pt x="156" y="201"/>
                  </a:cubicBezTo>
                  <a:cubicBezTo>
                    <a:pt x="156" y="196"/>
                    <a:pt x="160" y="193"/>
                    <a:pt x="164" y="190"/>
                  </a:cubicBezTo>
                  <a:cubicBezTo>
                    <a:pt x="168" y="187"/>
                    <a:pt x="168" y="183"/>
                    <a:pt x="170" y="178"/>
                  </a:cubicBezTo>
                  <a:cubicBezTo>
                    <a:pt x="172" y="173"/>
                    <a:pt x="172" y="163"/>
                    <a:pt x="172" y="159"/>
                  </a:cubicBezTo>
                  <a:cubicBezTo>
                    <a:pt x="173" y="155"/>
                    <a:pt x="180" y="153"/>
                    <a:pt x="183" y="153"/>
                  </a:cubicBezTo>
                  <a:cubicBezTo>
                    <a:pt x="185" y="153"/>
                    <a:pt x="194" y="150"/>
                    <a:pt x="195" y="154"/>
                  </a:cubicBezTo>
                  <a:cubicBezTo>
                    <a:pt x="197" y="158"/>
                    <a:pt x="198" y="161"/>
                    <a:pt x="199" y="164"/>
                  </a:cubicBezTo>
                  <a:cubicBezTo>
                    <a:pt x="201" y="166"/>
                    <a:pt x="203" y="169"/>
                    <a:pt x="201" y="173"/>
                  </a:cubicBezTo>
                  <a:cubicBezTo>
                    <a:pt x="200" y="176"/>
                    <a:pt x="196" y="182"/>
                    <a:pt x="196" y="187"/>
                  </a:cubicBezTo>
                  <a:cubicBezTo>
                    <a:pt x="196" y="193"/>
                    <a:pt x="196" y="197"/>
                    <a:pt x="204" y="198"/>
                  </a:cubicBezTo>
                  <a:cubicBezTo>
                    <a:pt x="212" y="200"/>
                    <a:pt x="216" y="198"/>
                    <a:pt x="214" y="195"/>
                  </a:cubicBezTo>
                  <a:cubicBezTo>
                    <a:pt x="211" y="193"/>
                    <a:pt x="198" y="194"/>
                    <a:pt x="199" y="188"/>
                  </a:cubicBezTo>
                  <a:cubicBezTo>
                    <a:pt x="201" y="181"/>
                    <a:pt x="202" y="180"/>
                    <a:pt x="206" y="179"/>
                  </a:cubicBezTo>
                  <a:cubicBezTo>
                    <a:pt x="211" y="178"/>
                    <a:pt x="210" y="174"/>
                    <a:pt x="209" y="170"/>
                  </a:cubicBezTo>
                  <a:cubicBezTo>
                    <a:pt x="209" y="166"/>
                    <a:pt x="208" y="159"/>
                    <a:pt x="209" y="157"/>
                  </a:cubicBezTo>
                  <a:cubicBezTo>
                    <a:pt x="210" y="154"/>
                    <a:pt x="199" y="150"/>
                    <a:pt x="195" y="146"/>
                  </a:cubicBezTo>
                  <a:cubicBezTo>
                    <a:pt x="191" y="141"/>
                    <a:pt x="185" y="142"/>
                    <a:pt x="183" y="144"/>
                  </a:cubicBezTo>
                  <a:cubicBezTo>
                    <a:pt x="180" y="147"/>
                    <a:pt x="180" y="141"/>
                    <a:pt x="172" y="142"/>
                  </a:cubicBezTo>
                  <a:cubicBezTo>
                    <a:pt x="165" y="143"/>
                    <a:pt x="169" y="139"/>
                    <a:pt x="171" y="135"/>
                  </a:cubicBezTo>
                  <a:cubicBezTo>
                    <a:pt x="173" y="131"/>
                    <a:pt x="166" y="126"/>
                    <a:pt x="167" y="123"/>
                  </a:cubicBezTo>
                  <a:cubicBezTo>
                    <a:pt x="168" y="120"/>
                    <a:pt x="174" y="111"/>
                    <a:pt x="177" y="107"/>
                  </a:cubicBezTo>
                  <a:cubicBezTo>
                    <a:pt x="180" y="103"/>
                    <a:pt x="182" y="95"/>
                    <a:pt x="181" y="90"/>
                  </a:cubicBezTo>
                  <a:cubicBezTo>
                    <a:pt x="180" y="84"/>
                    <a:pt x="180" y="76"/>
                    <a:pt x="178" y="73"/>
                  </a:cubicBezTo>
                  <a:cubicBezTo>
                    <a:pt x="176" y="71"/>
                    <a:pt x="179" y="68"/>
                    <a:pt x="181" y="65"/>
                  </a:cubicBezTo>
                  <a:cubicBezTo>
                    <a:pt x="184" y="63"/>
                    <a:pt x="191" y="58"/>
                    <a:pt x="195" y="56"/>
                  </a:cubicBezTo>
                  <a:cubicBezTo>
                    <a:pt x="199" y="53"/>
                    <a:pt x="202" y="52"/>
                    <a:pt x="202" y="48"/>
                  </a:cubicBezTo>
                  <a:cubicBezTo>
                    <a:pt x="202" y="44"/>
                    <a:pt x="200" y="35"/>
                    <a:pt x="203" y="33"/>
                  </a:cubicBezTo>
                  <a:cubicBezTo>
                    <a:pt x="206" y="31"/>
                    <a:pt x="208" y="34"/>
                    <a:pt x="208" y="41"/>
                  </a:cubicBezTo>
                  <a:cubicBezTo>
                    <a:pt x="207" y="48"/>
                    <a:pt x="207" y="54"/>
                    <a:pt x="204" y="58"/>
                  </a:cubicBezTo>
                  <a:cubicBezTo>
                    <a:pt x="200" y="62"/>
                    <a:pt x="201" y="69"/>
                    <a:pt x="200" y="73"/>
                  </a:cubicBezTo>
                  <a:cubicBezTo>
                    <a:pt x="198" y="77"/>
                    <a:pt x="200" y="79"/>
                    <a:pt x="203" y="82"/>
                  </a:cubicBezTo>
                  <a:cubicBezTo>
                    <a:pt x="205" y="84"/>
                    <a:pt x="211" y="86"/>
                    <a:pt x="216" y="87"/>
                  </a:cubicBezTo>
                  <a:cubicBezTo>
                    <a:pt x="220" y="89"/>
                    <a:pt x="220" y="91"/>
                    <a:pt x="222" y="95"/>
                  </a:cubicBezTo>
                  <a:cubicBezTo>
                    <a:pt x="225" y="98"/>
                    <a:pt x="231" y="94"/>
                    <a:pt x="225" y="89"/>
                  </a:cubicBezTo>
                  <a:cubicBezTo>
                    <a:pt x="220" y="83"/>
                    <a:pt x="215" y="82"/>
                    <a:pt x="211" y="78"/>
                  </a:cubicBezTo>
                  <a:cubicBezTo>
                    <a:pt x="207" y="73"/>
                    <a:pt x="206" y="65"/>
                    <a:pt x="209" y="62"/>
                  </a:cubicBezTo>
                  <a:cubicBezTo>
                    <a:pt x="213" y="58"/>
                    <a:pt x="219" y="61"/>
                    <a:pt x="220" y="66"/>
                  </a:cubicBezTo>
                  <a:cubicBezTo>
                    <a:pt x="220" y="71"/>
                    <a:pt x="230" y="72"/>
                    <a:pt x="228" y="66"/>
                  </a:cubicBezTo>
                  <a:cubicBezTo>
                    <a:pt x="226" y="61"/>
                    <a:pt x="219" y="58"/>
                    <a:pt x="226" y="56"/>
                  </a:cubicBezTo>
                  <a:cubicBezTo>
                    <a:pt x="228" y="55"/>
                    <a:pt x="231" y="54"/>
                    <a:pt x="233" y="54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42" y="67"/>
                    <a:pt x="242" y="67"/>
                    <a:pt x="242" y="67"/>
                  </a:cubicBezTo>
                  <a:cubicBezTo>
                    <a:pt x="249" y="73"/>
                    <a:pt x="249" y="73"/>
                    <a:pt x="249" y="73"/>
                  </a:cubicBezTo>
                  <a:cubicBezTo>
                    <a:pt x="246" y="81"/>
                    <a:pt x="246" y="81"/>
                    <a:pt x="246" y="81"/>
                  </a:cubicBezTo>
                  <a:cubicBezTo>
                    <a:pt x="242" y="80"/>
                    <a:pt x="242" y="80"/>
                    <a:pt x="242" y="80"/>
                  </a:cubicBezTo>
                  <a:cubicBezTo>
                    <a:pt x="236" y="88"/>
                    <a:pt x="236" y="88"/>
                    <a:pt x="236" y="88"/>
                  </a:cubicBezTo>
                  <a:cubicBezTo>
                    <a:pt x="240" y="93"/>
                    <a:pt x="240" y="93"/>
                    <a:pt x="240" y="93"/>
                  </a:cubicBezTo>
                  <a:cubicBezTo>
                    <a:pt x="248" y="98"/>
                    <a:pt x="248" y="98"/>
                    <a:pt x="248" y="98"/>
                  </a:cubicBezTo>
                  <a:cubicBezTo>
                    <a:pt x="248" y="117"/>
                    <a:pt x="248" y="117"/>
                    <a:pt x="248" y="117"/>
                  </a:cubicBezTo>
                  <a:cubicBezTo>
                    <a:pt x="241" y="118"/>
                    <a:pt x="241" y="118"/>
                    <a:pt x="241" y="118"/>
                  </a:cubicBezTo>
                  <a:cubicBezTo>
                    <a:pt x="227" y="133"/>
                    <a:pt x="227" y="133"/>
                    <a:pt x="227" y="133"/>
                  </a:cubicBezTo>
                  <a:cubicBezTo>
                    <a:pt x="227" y="138"/>
                    <a:pt x="227" y="138"/>
                    <a:pt x="227" y="138"/>
                  </a:cubicBezTo>
                  <a:cubicBezTo>
                    <a:pt x="235" y="149"/>
                    <a:pt x="235" y="149"/>
                    <a:pt x="235" y="149"/>
                  </a:cubicBezTo>
                  <a:cubicBezTo>
                    <a:pt x="241" y="149"/>
                    <a:pt x="241" y="149"/>
                    <a:pt x="241" y="149"/>
                  </a:cubicBezTo>
                  <a:cubicBezTo>
                    <a:pt x="242" y="151"/>
                    <a:pt x="242" y="151"/>
                    <a:pt x="242" y="151"/>
                  </a:cubicBezTo>
                  <a:cubicBezTo>
                    <a:pt x="245" y="156"/>
                    <a:pt x="245" y="156"/>
                    <a:pt x="245" y="156"/>
                  </a:cubicBezTo>
                  <a:cubicBezTo>
                    <a:pt x="248" y="152"/>
                    <a:pt x="248" y="152"/>
                    <a:pt x="248" y="152"/>
                  </a:cubicBezTo>
                  <a:cubicBezTo>
                    <a:pt x="253" y="153"/>
                    <a:pt x="253" y="153"/>
                    <a:pt x="253" y="153"/>
                  </a:cubicBezTo>
                  <a:cubicBezTo>
                    <a:pt x="258" y="150"/>
                    <a:pt x="258" y="150"/>
                    <a:pt x="258" y="150"/>
                  </a:cubicBezTo>
                  <a:cubicBezTo>
                    <a:pt x="258" y="150"/>
                    <a:pt x="258" y="155"/>
                    <a:pt x="258" y="156"/>
                  </a:cubicBezTo>
                  <a:cubicBezTo>
                    <a:pt x="258" y="157"/>
                    <a:pt x="260" y="157"/>
                    <a:pt x="260" y="157"/>
                  </a:cubicBezTo>
                  <a:cubicBezTo>
                    <a:pt x="261" y="162"/>
                    <a:pt x="261" y="162"/>
                    <a:pt x="261" y="162"/>
                  </a:cubicBezTo>
                  <a:cubicBezTo>
                    <a:pt x="264" y="172"/>
                    <a:pt x="264" y="172"/>
                    <a:pt x="264" y="172"/>
                  </a:cubicBezTo>
                  <a:cubicBezTo>
                    <a:pt x="260" y="176"/>
                    <a:pt x="260" y="176"/>
                    <a:pt x="260" y="176"/>
                  </a:cubicBezTo>
                  <a:cubicBezTo>
                    <a:pt x="262" y="185"/>
                    <a:pt x="262" y="185"/>
                    <a:pt x="262" y="185"/>
                  </a:cubicBezTo>
                  <a:cubicBezTo>
                    <a:pt x="256" y="195"/>
                    <a:pt x="256" y="195"/>
                    <a:pt x="256" y="195"/>
                  </a:cubicBezTo>
                  <a:cubicBezTo>
                    <a:pt x="251" y="195"/>
                    <a:pt x="251" y="195"/>
                    <a:pt x="251" y="195"/>
                  </a:cubicBezTo>
                  <a:cubicBezTo>
                    <a:pt x="251" y="203"/>
                    <a:pt x="251" y="203"/>
                    <a:pt x="251" y="203"/>
                  </a:cubicBezTo>
                  <a:cubicBezTo>
                    <a:pt x="257" y="208"/>
                    <a:pt x="257" y="208"/>
                    <a:pt x="257" y="208"/>
                  </a:cubicBezTo>
                  <a:cubicBezTo>
                    <a:pt x="251" y="215"/>
                    <a:pt x="251" y="215"/>
                    <a:pt x="251" y="215"/>
                  </a:cubicBezTo>
                  <a:cubicBezTo>
                    <a:pt x="254" y="218"/>
                    <a:pt x="254" y="218"/>
                    <a:pt x="254" y="218"/>
                  </a:cubicBezTo>
                  <a:cubicBezTo>
                    <a:pt x="255" y="224"/>
                    <a:pt x="255" y="224"/>
                    <a:pt x="255" y="224"/>
                  </a:cubicBezTo>
                  <a:cubicBezTo>
                    <a:pt x="261" y="227"/>
                    <a:pt x="261" y="227"/>
                    <a:pt x="261" y="227"/>
                  </a:cubicBezTo>
                  <a:cubicBezTo>
                    <a:pt x="265" y="232"/>
                    <a:pt x="265" y="232"/>
                    <a:pt x="265" y="232"/>
                  </a:cubicBezTo>
                  <a:cubicBezTo>
                    <a:pt x="260" y="239"/>
                    <a:pt x="260" y="239"/>
                    <a:pt x="260" y="239"/>
                  </a:cubicBezTo>
                  <a:cubicBezTo>
                    <a:pt x="263" y="243"/>
                    <a:pt x="263" y="243"/>
                    <a:pt x="263" y="243"/>
                  </a:cubicBezTo>
                  <a:cubicBezTo>
                    <a:pt x="264" y="251"/>
                    <a:pt x="264" y="251"/>
                    <a:pt x="264" y="251"/>
                  </a:cubicBezTo>
                  <a:cubicBezTo>
                    <a:pt x="259" y="253"/>
                    <a:pt x="259" y="253"/>
                    <a:pt x="259" y="25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8" y="260"/>
                    <a:pt x="268" y="260"/>
                    <a:pt x="268" y="260"/>
                  </a:cubicBezTo>
                  <a:cubicBezTo>
                    <a:pt x="274" y="266"/>
                    <a:pt x="274" y="266"/>
                    <a:pt x="274" y="266"/>
                  </a:cubicBezTo>
                  <a:cubicBezTo>
                    <a:pt x="277" y="277"/>
                    <a:pt x="277" y="277"/>
                    <a:pt x="277" y="277"/>
                  </a:cubicBezTo>
                  <a:cubicBezTo>
                    <a:pt x="271" y="283"/>
                    <a:pt x="271" y="283"/>
                    <a:pt x="271" y="283"/>
                  </a:cubicBezTo>
                  <a:cubicBezTo>
                    <a:pt x="274" y="289"/>
                    <a:pt x="274" y="289"/>
                    <a:pt x="274" y="289"/>
                  </a:cubicBezTo>
                  <a:cubicBezTo>
                    <a:pt x="280" y="289"/>
                    <a:pt x="280" y="289"/>
                    <a:pt x="280" y="289"/>
                  </a:cubicBezTo>
                  <a:cubicBezTo>
                    <a:pt x="286" y="294"/>
                    <a:pt x="286" y="294"/>
                    <a:pt x="286" y="294"/>
                  </a:cubicBezTo>
                  <a:cubicBezTo>
                    <a:pt x="290" y="290"/>
                    <a:pt x="290" y="290"/>
                    <a:pt x="290" y="290"/>
                  </a:cubicBezTo>
                  <a:cubicBezTo>
                    <a:pt x="290" y="305"/>
                    <a:pt x="290" y="305"/>
                    <a:pt x="290" y="305"/>
                  </a:cubicBezTo>
                  <a:cubicBezTo>
                    <a:pt x="293" y="311"/>
                    <a:pt x="293" y="311"/>
                    <a:pt x="293" y="311"/>
                  </a:cubicBezTo>
                  <a:cubicBezTo>
                    <a:pt x="284" y="319"/>
                    <a:pt x="284" y="319"/>
                    <a:pt x="284" y="319"/>
                  </a:cubicBezTo>
                  <a:cubicBezTo>
                    <a:pt x="278" y="328"/>
                    <a:pt x="278" y="328"/>
                    <a:pt x="278" y="328"/>
                  </a:cubicBezTo>
                  <a:cubicBezTo>
                    <a:pt x="284" y="335"/>
                    <a:pt x="284" y="335"/>
                    <a:pt x="284" y="335"/>
                  </a:cubicBezTo>
                  <a:cubicBezTo>
                    <a:pt x="285" y="344"/>
                    <a:pt x="285" y="344"/>
                    <a:pt x="285" y="344"/>
                  </a:cubicBezTo>
                  <a:cubicBezTo>
                    <a:pt x="279" y="348"/>
                    <a:pt x="279" y="348"/>
                    <a:pt x="279" y="348"/>
                  </a:cubicBezTo>
                  <a:cubicBezTo>
                    <a:pt x="278" y="356"/>
                    <a:pt x="278" y="356"/>
                    <a:pt x="278" y="356"/>
                  </a:cubicBezTo>
                  <a:cubicBezTo>
                    <a:pt x="268" y="366"/>
                    <a:pt x="268" y="366"/>
                    <a:pt x="268" y="366"/>
                  </a:cubicBezTo>
                  <a:cubicBezTo>
                    <a:pt x="264" y="361"/>
                    <a:pt x="264" y="361"/>
                    <a:pt x="264" y="361"/>
                  </a:cubicBezTo>
                  <a:cubicBezTo>
                    <a:pt x="257" y="358"/>
                    <a:pt x="257" y="358"/>
                    <a:pt x="257" y="358"/>
                  </a:cubicBezTo>
                  <a:cubicBezTo>
                    <a:pt x="251" y="361"/>
                    <a:pt x="251" y="361"/>
                    <a:pt x="251" y="361"/>
                  </a:cubicBezTo>
                  <a:cubicBezTo>
                    <a:pt x="245" y="352"/>
                    <a:pt x="245" y="352"/>
                    <a:pt x="245" y="352"/>
                  </a:cubicBezTo>
                  <a:cubicBezTo>
                    <a:pt x="238" y="348"/>
                    <a:pt x="238" y="348"/>
                    <a:pt x="238" y="348"/>
                  </a:cubicBezTo>
                  <a:cubicBezTo>
                    <a:pt x="233" y="352"/>
                    <a:pt x="233" y="352"/>
                    <a:pt x="233" y="352"/>
                  </a:cubicBezTo>
                  <a:cubicBezTo>
                    <a:pt x="226" y="343"/>
                    <a:pt x="226" y="343"/>
                    <a:pt x="226" y="343"/>
                  </a:cubicBezTo>
                  <a:cubicBezTo>
                    <a:pt x="224" y="336"/>
                    <a:pt x="224" y="336"/>
                    <a:pt x="224" y="336"/>
                  </a:cubicBezTo>
                  <a:cubicBezTo>
                    <a:pt x="212" y="343"/>
                    <a:pt x="212" y="343"/>
                    <a:pt x="212" y="343"/>
                  </a:cubicBezTo>
                  <a:cubicBezTo>
                    <a:pt x="209" y="348"/>
                    <a:pt x="209" y="348"/>
                    <a:pt x="209" y="348"/>
                  </a:cubicBezTo>
                  <a:cubicBezTo>
                    <a:pt x="183" y="349"/>
                    <a:pt x="183" y="349"/>
                    <a:pt x="183" y="349"/>
                  </a:cubicBezTo>
                  <a:cubicBezTo>
                    <a:pt x="171" y="340"/>
                    <a:pt x="171" y="340"/>
                    <a:pt x="171" y="340"/>
                  </a:cubicBezTo>
                  <a:cubicBezTo>
                    <a:pt x="172" y="334"/>
                    <a:pt x="172" y="334"/>
                    <a:pt x="172" y="334"/>
                  </a:cubicBezTo>
                  <a:cubicBezTo>
                    <a:pt x="162" y="330"/>
                    <a:pt x="162" y="330"/>
                    <a:pt x="162" y="330"/>
                  </a:cubicBezTo>
                  <a:cubicBezTo>
                    <a:pt x="160" y="333"/>
                    <a:pt x="160" y="333"/>
                    <a:pt x="160" y="333"/>
                  </a:cubicBezTo>
                  <a:cubicBezTo>
                    <a:pt x="150" y="326"/>
                    <a:pt x="150" y="326"/>
                    <a:pt x="150" y="326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1" y="327"/>
                    <a:pt x="141" y="327"/>
                    <a:pt x="141" y="327"/>
                  </a:cubicBezTo>
                  <a:cubicBezTo>
                    <a:pt x="132" y="319"/>
                    <a:pt x="132" y="319"/>
                    <a:pt x="132" y="319"/>
                  </a:cubicBezTo>
                  <a:cubicBezTo>
                    <a:pt x="127" y="319"/>
                    <a:pt x="127" y="319"/>
                    <a:pt x="127" y="319"/>
                  </a:cubicBezTo>
                  <a:cubicBezTo>
                    <a:pt x="123" y="311"/>
                    <a:pt x="123" y="311"/>
                    <a:pt x="123" y="311"/>
                  </a:cubicBezTo>
                  <a:cubicBezTo>
                    <a:pt x="106" y="313"/>
                    <a:pt x="106" y="313"/>
                    <a:pt x="106" y="313"/>
                  </a:cubicBezTo>
                  <a:cubicBezTo>
                    <a:pt x="102" y="303"/>
                    <a:pt x="102" y="303"/>
                    <a:pt x="102" y="303"/>
                  </a:cubicBezTo>
                  <a:cubicBezTo>
                    <a:pt x="104" y="298"/>
                    <a:pt x="104" y="298"/>
                    <a:pt x="104" y="298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5" y="277"/>
                    <a:pt x="95" y="277"/>
                    <a:pt x="95" y="277"/>
                  </a:cubicBezTo>
                  <a:cubicBezTo>
                    <a:pt x="88" y="268"/>
                    <a:pt x="88" y="268"/>
                    <a:pt x="88" y="268"/>
                  </a:cubicBezTo>
                  <a:cubicBezTo>
                    <a:pt x="79" y="267"/>
                    <a:pt x="79" y="267"/>
                    <a:pt x="79" y="267"/>
                  </a:cubicBezTo>
                  <a:cubicBezTo>
                    <a:pt x="73" y="272"/>
                    <a:pt x="73" y="272"/>
                    <a:pt x="73" y="272"/>
                  </a:cubicBezTo>
                  <a:cubicBezTo>
                    <a:pt x="68" y="266"/>
                    <a:pt x="68" y="266"/>
                    <a:pt x="68" y="266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0" y="263"/>
                    <a:pt x="50" y="263"/>
                    <a:pt x="50" y="263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44" y="246"/>
                    <a:pt x="44" y="246"/>
                    <a:pt x="44" y="246"/>
                  </a:cubicBezTo>
                  <a:cubicBezTo>
                    <a:pt x="31" y="251"/>
                    <a:pt x="31" y="251"/>
                    <a:pt x="31" y="251"/>
                  </a:cubicBezTo>
                  <a:cubicBezTo>
                    <a:pt x="25" y="247"/>
                    <a:pt x="25" y="247"/>
                    <a:pt x="25" y="247"/>
                  </a:cubicBezTo>
                  <a:cubicBezTo>
                    <a:pt x="12" y="246"/>
                    <a:pt x="12" y="246"/>
                    <a:pt x="12" y="246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9" y="216"/>
                    <a:pt x="9" y="216"/>
                    <a:pt x="9" y="216"/>
                  </a:cubicBezTo>
                  <a:cubicBezTo>
                    <a:pt x="10" y="198"/>
                    <a:pt x="10" y="198"/>
                    <a:pt x="10" y="198"/>
                  </a:cubicBezTo>
                  <a:cubicBezTo>
                    <a:pt x="18" y="198"/>
                    <a:pt x="18" y="198"/>
                    <a:pt x="18" y="198"/>
                  </a:cubicBezTo>
                  <a:cubicBezTo>
                    <a:pt x="19" y="191"/>
                    <a:pt x="19" y="191"/>
                    <a:pt x="19" y="191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53" y="183"/>
                    <a:pt x="53" y="183"/>
                    <a:pt x="53" y="183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0" y="175"/>
                    <a:pt x="60" y="175"/>
                    <a:pt x="60" y="175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75" y="165"/>
                    <a:pt x="75" y="165"/>
                    <a:pt x="75" y="165"/>
                  </a:cubicBezTo>
                  <a:cubicBezTo>
                    <a:pt x="69" y="161"/>
                    <a:pt x="69" y="161"/>
                    <a:pt x="69" y="161"/>
                  </a:cubicBezTo>
                  <a:cubicBezTo>
                    <a:pt x="76" y="156"/>
                    <a:pt x="76" y="156"/>
                    <a:pt x="76" y="156"/>
                  </a:cubicBezTo>
                  <a:cubicBezTo>
                    <a:pt x="70" y="150"/>
                    <a:pt x="70" y="150"/>
                    <a:pt x="70" y="150"/>
                  </a:cubicBezTo>
                  <a:cubicBezTo>
                    <a:pt x="72" y="142"/>
                    <a:pt x="72" y="142"/>
                    <a:pt x="72" y="142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2" y="123"/>
                    <a:pt x="72" y="123"/>
                    <a:pt x="72" y="123"/>
                  </a:cubicBezTo>
                  <a:cubicBezTo>
                    <a:pt x="80" y="112"/>
                    <a:pt x="80" y="112"/>
                    <a:pt x="80" y="112"/>
                  </a:cubicBezTo>
                  <a:close/>
                  <a:moveTo>
                    <a:pt x="163" y="12"/>
                  </a:moveTo>
                  <a:cubicBezTo>
                    <a:pt x="163" y="12"/>
                    <a:pt x="164" y="15"/>
                    <a:pt x="169" y="17"/>
                  </a:cubicBezTo>
                  <a:cubicBezTo>
                    <a:pt x="173" y="20"/>
                    <a:pt x="178" y="16"/>
                    <a:pt x="178" y="12"/>
                  </a:cubicBezTo>
                  <a:cubicBezTo>
                    <a:pt x="177" y="8"/>
                    <a:pt x="175" y="10"/>
                    <a:pt x="176" y="7"/>
                  </a:cubicBezTo>
                  <a:cubicBezTo>
                    <a:pt x="177" y="3"/>
                    <a:pt x="169" y="0"/>
                    <a:pt x="167" y="2"/>
                  </a:cubicBezTo>
                  <a:cubicBezTo>
                    <a:pt x="165" y="4"/>
                    <a:pt x="163" y="11"/>
                    <a:pt x="163" y="12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85" name="Freeform 92"/>
            <p:cNvSpPr>
              <a:spLocks/>
            </p:cNvSpPr>
            <p:nvPr/>
          </p:nvSpPr>
          <p:spPr bwMode="auto">
            <a:xfrm>
              <a:off x="2015" y="3170"/>
              <a:ext cx="737" cy="531"/>
            </a:xfrm>
            <a:custGeom>
              <a:avLst/>
              <a:gdLst>
                <a:gd name="T0" fmla="*/ 702 w 737"/>
                <a:gd name="T1" fmla="*/ 373 h 531"/>
                <a:gd name="T2" fmla="*/ 723 w 737"/>
                <a:gd name="T3" fmla="*/ 417 h 531"/>
                <a:gd name="T4" fmla="*/ 687 w 737"/>
                <a:gd name="T5" fmla="*/ 437 h 531"/>
                <a:gd name="T6" fmla="*/ 631 w 737"/>
                <a:gd name="T7" fmla="*/ 435 h 531"/>
                <a:gd name="T8" fmla="*/ 608 w 737"/>
                <a:gd name="T9" fmla="*/ 437 h 531"/>
                <a:gd name="T10" fmla="*/ 579 w 737"/>
                <a:gd name="T11" fmla="*/ 425 h 531"/>
                <a:gd name="T12" fmla="*/ 539 w 737"/>
                <a:gd name="T13" fmla="*/ 429 h 531"/>
                <a:gd name="T14" fmla="*/ 508 w 737"/>
                <a:gd name="T15" fmla="*/ 421 h 531"/>
                <a:gd name="T16" fmla="*/ 469 w 737"/>
                <a:gd name="T17" fmla="*/ 419 h 531"/>
                <a:gd name="T18" fmla="*/ 454 w 737"/>
                <a:gd name="T19" fmla="*/ 477 h 531"/>
                <a:gd name="T20" fmla="*/ 412 w 737"/>
                <a:gd name="T21" fmla="*/ 498 h 531"/>
                <a:gd name="T22" fmla="*/ 389 w 737"/>
                <a:gd name="T23" fmla="*/ 527 h 531"/>
                <a:gd name="T24" fmla="*/ 383 w 737"/>
                <a:gd name="T25" fmla="*/ 525 h 531"/>
                <a:gd name="T26" fmla="*/ 354 w 737"/>
                <a:gd name="T27" fmla="*/ 512 h 531"/>
                <a:gd name="T28" fmla="*/ 331 w 737"/>
                <a:gd name="T29" fmla="*/ 485 h 531"/>
                <a:gd name="T30" fmla="*/ 314 w 737"/>
                <a:gd name="T31" fmla="*/ 471 h 531"/>
                <a:gd name="T32" fmla="*/ 281 w 737"/>
                <a:gd name="T33" fmla="*/ 427 h 531"/>
                <a:gd name="T34" fmla="*/ 239 w 737"/>
                <a:gd name="T35" fmla="*/ 406 h 531"/>
                <a:gd name="T36" fmla="*/ 227 w 737"/>
                <a:gd name="T37" fmla="*/ 421 h 531"/>
                <a:gd name="T38" fmla="*/ 196 w 737"/>
                <a:gd name="T39" fmla="*/ 435 h 531"/>
                <a:gd name="T40" fmla="*/ 162 w 737"/>
                <a:gd name="T41" fmla="*/ 444 h 531"/>
                <a:gd name="T42" fmla="*/ 141 w 737"/>
                <a:gd name="T43" fmla="*/ 439 h 531"/>
                <a:gd name="T44" fmla="*/ 114 w 737"/>
                <a:gd name="T45" fmla="*/ 454 h 531"/>
                <a:gd name="T46" fmla="*/ 96 w 737"/>
                <a:gd name="T47" fmla="*/ 444 h 531"/>
                <a:gd name="T48" fmla="*/ 96 w 737"/>
                <a:gd name="T49" fmla="*/ 412 h 531"/>
                <a:gd name="T50" fmla="*/ 79 w 737"/>
                <a:gd name="T51" fmla="*/ 387 h 531"/>
                <a:gd name="T52" fmla="*/ 58 w 737"/>
                <a:gd name="T53" fmla="*/ 367 h 531"/>
                <a:gd name="T54" fmla="*/ 68 w 737"/>
                <a:gd name="T55" fmla="*/ 346 h 531"/>
                <a:gd name="T56" fmla="*/ 60 w 737"/>
                <a:gd name="T57" fmla="*/ 314 h 531"/>
                <a:gd name="T58" fmla="*/ 66 w 737"/>
                <a:gd name="T59" fmla="*/ 283 h 531"/>
                <a:gd name="T60" fmla="*/ 54 w 737"/>
                <a:gd name="T61" fmla="*/ 252 h 531"/>
                <a:gd name="T62" fmla="*/ 10 w 737"/>
                <a:gd name="T63" fmla="*/ 204 h 531"/>
                <a:gd name="T64" fmla="*/ 0 w 737"/>
                <a:gd name="T65" fmla="*/ 185 h 531"/>
                <a:gd name="T66" fmla="*/ 0 w 737"/>
                <a:gd name="T67" fmla="*/ 175 h 531"/>
                <a:gd name="T68" fmla="*/ 23 w 737"/>
                <a:gd name="T69" fmla="*/ 141 h 531"/>
                <a:gd name="T70" fmla="*/ 23 w 737"/>
                <a:gd name="T71" fmla="*/ 123 h 531"/>
                <a:gd name="T72" fmla="*/ 50 w 737"/>
                <a:gd name="T73" fmla="*/ 96 h 531"/>
                <a:gd name="T74" fmla="*/ 66 w 737"/>
                <a:gd name="T75" fmla="*/ 71 h 531"/>
                <a:gd name="T76" fmla="*/ 96 w 737"/>
                <a:gd name="T77" fmla="*/ 21 h 531"/>
                <a:gd name="T78" fmla="*/ 104 w 737"/>
                <a:gd name="T79" fmla="*/ 33 h 531"/>
                <a:gd name="T80" fmla="*/ 152 w 737"/>
                <a:gd name="T81" fmla="*/ 0 h 531"/>
                <a:gd name="T82" fmla="*/ 162 w 737"/>
                <a:gd name="T83" fmla="*/ 37 h 531"/>
                <a:gd name="T84" fmla="*/ 168 w 737"/>
                <a:gd name="T85" fmla="*/ 100 h 531"/>
                <a:gd name="T86" fmla="*/ 208 w 737"/>
                <a:gd name="T87" fmla="*/ 110 h 531"/>
                <a:gd name="T88" fmla="*/ 256 w 737"/>
                <a:gd name="T89" fmla="*/ 121 h 531"/>
                <a:gd name="T90" fmla="*/ 260 w 737"/>
                <a:gd name="T91" fmla="*/ 154 h 531"/>
                <a:gd name="T92" fmla="*/ 285 w 737"/>
                <a:gd name="T93" fmla="*/ 141 h 531"/>
                <a:gd name="T94" fmla="*/ 308 w 737"/>
                <a:gd name="T95" fmla="*/ 144 h 531"/>
                <a:gd name="T96" fmla="*/ 341 w 737"/>
                <a:gd name="T97" fmla="*/ 164 h 531"/>
                <a:gd name="T98" fmla="*/ 360 w 737"/>
                <a:gd name="T99" fmla="*/ 208 h 531"/>
                <a:gd name="T100" fmla="*/ 364 w 737"/>
                <a:gd name="T101" fmla="*/ 239 h 531"/>
                <a:gd name="T102" fmla="*/ 408 w 737"/>
                <a:gd name="T103" fmla="*/ 252 h 531"/>
                <a:gd name="T104" fmla="*/ 437 w 737"/>
                <a:gd name="T105" fmla="*/ 269 h 531"/>
                <a:gd name="T106" fmla="*/ 456 w 737"/>
                <a:gd name="T107" fmla="*/ 267 h 531"/>
                <a:gd name="T108" fmla="*/ 481 w 737"/>
                <a:gd name="T109" fmla="*/ 275 h 531"/>
                <a:gd name="T110" fmla="*/ 500 w 737"/>
                <a:gd name="T111" fmla="*/ 296 h 531"/>
                <a:gd name="T112" fmla="*/ 579 w 737"/>
                <a:gd name="T113" fmla="*/ 312 h 531"/>
                <a:gd name="T114" fmla="*/ 610 w 737"/>
                <a:gd name="T115" fmla="*/ 287 h 531"/>
                <a:gd name="T116" fmla="*/ 629 w 737"/>
                <a:gd name="T117" fmla="*/ 321 h 531"/>
                <a:gd name="T118" fmla="*/ 654 w 737"/>
                <a:gd name="T119" fmla="*/ 321 h 531"/>
                <a:gd name="T120" fmla="*/ 679 w 737"/>
                <a:gd name="T121" fmla="*/ 333 h 531"/>
                <a:gd name="T122" fmla="*/ 702 w 737"/>
                <a:gd name="T123" fmla="*/ 35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37" h="531">
                  <a:moveTo>
                    <a:pt x="702" y="350"/>
                  </a:moveTo>
                  <a:lnTo>
                    <a:pt x="702" y="373"/>
                  </a:lnTo>
                  <a:lnTo>
                    <a:pt x="737" y="396"/>
                  </a:lnTo>
                  <a:lnTo>
                    <a:pt x="723" y="417"/>
                  </a:lnTo>
                  <a:lnTo>
                    <a:pt x="708" y="421"/>
                  </a:lnTo>
                  <a:lnTo>
                    <a:pt x="687" y="437"/>
                  </a:lnTo>
                  <a:lnTo>
                    <a:pt x="658" y="421"/>
                  </a:lnTo>
                  <a:lnTo>
                    <a:pt x="631" y="435"/>
                  </a:lnTo>
                  <a:lnTo>
                    <a:pt x="627" y="450"/>
                  </a:lnTo>
                  <a:lnTo>
                    <a:pt x="608" y="437"/>
                  </a:lnTo>
                  <a:lnTo>
                    <a:pt x="596" y="442"/>
                  </a:lnTo>
                  <a:lnTo>
                    <a:pt x="579" y="425"/>
                  </a:lnTo>
                  <a:lnTo>
                    <a:pt x="564" y="431"/>
                  </a:lnTo>
                  <a:lnTo>
                    <a:pt x="539" y="429"/>
                  </a:lnTo>
                  <a:lnTo>
                    <a:pt x="533" y="421"/>
                  </a:lnTo>
                  <a:lnTo>
                    <a:pt x="508" y="421"/>
                  </a:lnTo>
                  <a:lnTo>
                    <a:pt x="496" y="414"/>
                  </a:lnTo>
                  <a:lnTo>
                    <a:pt x="469" y="419"/>
                  </a:lnTo>
                  <a:lnTo>
                    <a:pt x="454" y="454"/>
                  </a:lnTo>
                  <a:lnTo>
                    <a:pt x="454" y="477"/>
                  </a:lnTo>
                  <a:lnTo>
                    <a:pt x="435" y="481"/>
                  </a:lnTo>
                  <a:lnTo>
                    <a:pt x="412" y="498"/>
                  </a:lnTo>
                  <a:lnTo>
                    <a:pt x="410" y="510"/>
                  </a:lnTo>
                  <a:lnTo>
                    <a:pt x="389" y="527"/>
                  </a:lnTo>
                  <a:lnTo>
                    <a:pt x="383" y="531"/>
                  </a:lnTo>
                  <a:lnTo>
                    <a:pt x="383" y="525"/>
                  </a:lnTo>
                  <a:lnTo>
                    <a:pt x="369" y="517"/>
                  </a:lnTo>
                  <a:lnTo>
                    <a:pt x="354" y="512"/>
                  </a:lnTo>
                  <a:lnTo>
                    <a:pt x="331" y="500"/>
                  </a:lnTo>
                  <a:lnTo>
                    <a:pt x="331" y="485"/>
                  </a:lnTo>
                  <a:lnTo>
                    <a:pt x="314" y="485"/>
                  </a:lnTo>
                  <a:lnTo>
                    <a:pt x="314" y="471"/>
                  </a:lnTo>
                  <a:lnTo>
                    <a:pt x="306" y="450"/>
                  </a:lnTo>
                  <a:lnTo>
                    <a:pt x="281" y="427"/>
                  </a:lnTo>
                  <a:lnTo>
                    <a:pt x="258" y="423"/>
                  </a:lnTo>
                  <a:lnTo>
                    <a:pt x="239" y="406"/>
                  </a:lnTo>
                  <a:lnTo>
                    <a:pt x="227" y="404"/>
                  </a:lnTo>
                  <a:lnTo>
                    <a:pt x="227" y="421"/>
                  </a:lnTo>
                  <a:lnTo>
                    <a:pt x="208" y="425"/>
                  </a:lnTo>
                  <a:lnTo>
                    <a:pt x="196" y="435"/>
                  </a:lnTo>
                  <a:lnTo>
                    <a:pt x="173" y="435"/>
                  </a:lnTo>
                  <a:lnTo>
                    <a:pt x="162" y="444"/>
                  </a:lnTo>
                  <a:lnTo>
                    <a:pt x="148" y="437"/>
                  </a:lnTo>
                  <a:lnTo>
                    <a:pt x="141" y="439"/>
                  </a:lnTo>
                  <a:lnTo>
                    <a:pt x="139" y="454"/>
                  </a:lnTo>
                  <a:lnTo>
                    <a:pt x="114" y="454"/>
                  </a:lnTo>
                  <a:lnTo>
                    <a:pt x="102" y="450"/>
                  </a:lnTo>
                  <a:lnTo>
                    <a:pt x="96" y="444"/>
                  </a:lnTo>
                  <a:lnTo>
                    <a:pt x="93" y="427"/>
                  </a:lnTo>
                  <a:lnTo>
                    <a:pt x="96" y="412"/>
                  </a:lnTo>
                  <a:lnTo>
                    <a:pt x="83" y="408"/>
                  </a:lnTo>
                  <a:lnTo>
                    <a:pt x="79" y="387"/>
                  </a:lnTo>
                  <a:lnTo>
                    <a:pt x="62" y="381"/>
                  </a:lnTo>
                  <a:lnTo>
                    <a:pt x="58" y="367"/>
                  </a:lnTo>
                  <a:lnTo>
                    <a:pt x="66" y="356"/>
                  </a:lnTo>
                  <a:lnTo>
                    <a:pt x="68" y="346"/>
                  </a:lnTo>
                  <a:lnTo>
                    <a:pt x="58" y="331"/>
                  </a:lnTo>
                  <a:lnTo>
                    <a:pt x="60" y="314"/>
                  </a:lnTo>
                  <a:lnTo>
                    <a:pt x="60" y="294"/>
                  </a:lnTo>
                  <a:lnTo>
                    <a:pt x="66" y="283"/>
                  </a:lnTo>
                  <a:lnTo>
                    <a:pt x="66" y="262"/>
                  </a:lnTo>
                  <a:lnTo>
                    <a:pt x="54" y="252"/>
                  </a:lnTo>
                  <a:lnTo>
                    <a:pt x="48" y="235"/>
                  </a:lnTo>
                  <a:lnTo>
                    <a:pt x="10" y="204"/>
                  </a:lnTo>
                  <a:lnTo>
                    <a:pt x="12" y="194"/>
                  </a:lnTo>
                  <a:lnTo>
                    <a:pt x="0" y="185"/>
                  </a:lnTo>
                  <a:lnTo>
                    <a:pt x="2" y="185"/>
                  </a:lnTo>
                  <a:lnTo>
                    <a:pt x="0" y="175"/>
                  </a:lnTo>
                  <a:lnTo>
                    <a:pt x="18" y="156"/>
                  </a:lnTo>
                  <a:lnTo>
                    <a:pt x="23" y="141"/>
                  </a:lnTo>
                  <a:lnTo>
                    <a:pt x="25" y="137"/>
                  </a:lnTo>
                  <a:lnTo>
                    <a:pt x="23" y="123"/>
                  </a:lnTo>
                  <a:lnTo>
                    <a:pt x="29" y="104"/>
                  </a:lnTo>
                  <a:lnTo>
                    <a:pt x="50" y="96"/>
                  </a:lnTo>
                  <a:lnTo>
                    <a:pt x="50" y="77"/>
                  </a:lnTo>
                  <a:lnTo>
                    <a:pt x="66" y="71"/>
                  </a:lnTo>
                  <a:lnTo>
                    <a:pt x="64" y="52"/>
                  </a:lnTo>
                  <a:lnTo>
                    <a:pt x="96" y="21"/>
                  </a:lnTo>
                  <a:lnTo>
                    <a:pt x="108" y="25"/>
                  </a:lnTo>
                  <a:lnTo>
                    <a:pt x="104" y="33"/>
                  </a:lnTo>
                  <a:lnTo>
                    <a:pt x="118" y="31"/>
                  </a:lnTo>
                  <a:lnTo>
                    <a:pt x="152" y="0"/>
                  </a:lnTo>
                  <a:lnTo>
                    <a:pt x="164" y="0"/>
                  </a:lnTo>
                  <a:lnTo>
                    <a:pt x="162" y="37"/>
                  </a:lnTo>
                  <a:lnTo>
                    <a:pt x="143" y="69"/>
                  </a:lnTo>
                  <a:lnTo>
                    <a:pt x="168" y="100"/>
                  </a:lnTo>
                  <a:lnTo>
                    <a:pt x="196" y="102"/>
                  </a:lnTo>
                  <a:lnTo>
                    <a:pt x="208" y="110"/>
                  </a:lnTo>
                  <a:lnTo>
                    <a:pt x="235" y="100"/>
                  </a:lnTo>
                  <a:lnTo>
                    <a:pt x="256" y="121"/>
                  </a:lnTo>
                  <a:lnTo>
                    <a:pt x="248" y="135"/>
                  </a:lnTo>
                  <a:lnTo>
                    <a:pt x="260" y="154"/>
                  </a:lnTo>
                  <a:lnTo>
                    <a:pt x="277" y="154"/>
                  </a:lnTo>
                  <a:lnTo>
                    <a:pt x="285" y="141"/>
                  </a:lnTo>
                  <a:lnTo>
                    <a:pt x="296" y="154"/>
                  </a:lnTo>
                  <a:lnTo>
                    <a:pt x="308" y="144"/>
                  </a:lnTo>
                  <a:lnTo>
                    <a:pt x="327" y="146"/>
                  </a:lnTo>
                  <a:lnTo>
                    <a:pt x="341" y="164"/>
                  </a:lnTo>
                  <a:lnTo>
                    <a:pt x="346" y="194"/>
                  </a:lnTo>
                  <a:lnTo>
                    <a:pt x="360" y="208"/>
                  </a:lnTo>
                  <a:lnTo>
                    <a:pt x="356" y="219"/>
                  </a:lnTo>
                  <a:lnTo>
                    <a:pt x="364" y="239"/>
                  </a:lnTo>
                  <a:lnTo>
                    <a:pt x="400" y="235"/>
                  </a:lnTo>
                  <a:lnTo>
                    <a:pt x="408" y="252"/>
                  </a:lnTo>
                  <a:lnTo>
                    <a:pt x="419" y="252"/>
                  </a:lnTo>
                  <a:lnTo>
                    <a:pt x="437" y="269"/>
                  </a:lnTo>
                  <a:lnTo>
                    <a:pt x="448" y="262"/>
                  </a:lnTo>
                  <a:lnTo>
                    <a:pt x="456" y="267"/>
                  </a:lnTo>
                  <a:lnTo>
                    <a:pt x="477" y="281"/>
                  </a:lnTo>
                  <a:lnTo>
                    <a:pt x="481" y="275"/>
                  </a:lnTo>
                  <a:lnTo>
                    <a:pt x="502" y="283"/>
                  </a:lnTo>
                  <a:lnTo>
                    <a:pt x="500" y="296"/>
                  </a:lnTo>
                  <a:lnTo>
                    <a:pt x="525" y="314"/>
                  </a:lnTo>
                  <a:lnTo>
                    <a:pt x="579" y="312"/>
                  </a:lnTo>
                  <a:lnTo>
                    <a:pt x="585" y="302"/>
                  </a:lnTo>
                  <a:lnTo>
                    <a:pt x="610" y="287"/>
                  </a:lnTo>
                  <a:lnTo>
                    <a:pt x="614" y="302"/>
                  </a:lnTo>
                  <a:lnTo>
                    <a:pt x="629" y="321"/>
                  </a:lnTo>
                  <a:lnTo>
                    <a:pt x="639" y="312"/>
                  </a:lnTo>
                  <a:lnTo>
                    <a:pt x="654" y="321"/>
                  </a:lnTo>
                  <a:lnTo>
                    <a:pt x="667" y="339"/>
                  </a:lnTo>
                  <a:lnTo>
                    <a:pt x="679" y="333"/>
                  </a:lnTo>
                  <a:lnTo>
                    <a:pt x="694" y="339"/>
                  </a:lnTo>
                  <a:lnTo>
                    <a:pt x="702" y="350"/>
                  </a:ln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8B739BB0-E326-48AF-AE16-1ACC2B3B9290}"/>
              </a:ext>
            </a:extLst>
          </p:cNvPr>
          <p:cNvSpPr/>
          <p:nvPr/>
        </p:nvSpPr>
        <p:spPr>
          <a:xfrm>
            <a:off x="743263" y="4843443"/>
            <a:ext cx="31092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75E3B16-A86B-4BF5-A1CE-0AB9D84EA016}"/>
              </a:ext>
            </a:extLst>
          </p:cNvPr>
          <p:cNvSpPr txBox="1"/>
          <p:nvPr/>
        </p:nvSpPr>
        <p:spPr>
          <a:xfrm>
            <a:off x="762963" y="4315149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42A1754-2077-4F03-AA4A-780241FD50B3}"/>
              </a:ext>
            </a:extLst>
          </p:cNvPr>
          <p:cNvSpPr/>
          <p:nvPr/>
        </p:nvSpPr>
        <p:spPr>
          <a:xfrm>
            <a:off x="759239" y="3863103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685CBA5-DD8C-49A3-A309-42CA52AD9495}"/>
              </a:ext>
            </a:extLst>
          </p:cNvPr>
          <p:cNvSpPr/>
          <p:nvPr/>
        </p:nvSpPr>
        <p:spPr>
          <a:xfrm>
            <a:off x="4306544" y="4829282"/>
            <a:ext cx="31220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2ABE42B-81AC-4830-94F3-9DB1708A6103}"/>
              </a:ext>
            </a:extLst>
          </p:cNvPr>
          <p:cNvSpPr txBox="1"/>
          <p:nvPr/>
        </p:nvSpPr>
        <p:spPr>
          <a:xfrm>
            <a:off x="4326244" y="4300988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DA7F1D2-3417-4EE6-B448-665CAEE76CB1}"/>
              </a:ext>
            </a:extLst>
          </p:cNvPr>
          <p:cNvSpPr/>
          <p:nvPr/>
        </p:nvSpPr>
        <p:spPr>
          <a:xfrm>
            <a:off x="4326244" y="3869421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grpSp>
        <p:nvGrpSpPr>
          <p:cNvPr id="99" name="Shape 11006"/>
          <p:cNvGrpSpPr/>
          <p:nvPr/>
        </p:nvGrpSpPr>
        <p:grpSpPr>
          <a:xfrm>
            <a:off x="774571" y="3126028"/>
            <a:ext cx="1707335" cy="65667"/>
            <a:chOff x="-1033671" y="1470991"/>
            <a:chExt cx="3101007" cy="119270"/>
          </a:xfrm>
          <a:solidFill>
            <a:srgbClr val="FF0000"/>
          </a:solidFill>
        </p:grpSpPr>
        <p:sp>
          <p:nvSpPr>
            <p:cNvPr id="100" name="Shape 11007"/>
            <p:cNvSpPr/>
            <p:nvPr/>
          </p:nvSpPr>
          <p:spPr>
            <a:xfrm>
              <a:off x="-103367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01" name="Shape 11008"/>
            <p:cNvSpPr/>
            <p:nvPr/>
          </p:nvSpPr>
          <p:spPr>
            <a:xfrm>
              <a:off x="-384315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02" name="Shape 11009"/>
            <p:cNvSpPr/>
            <p:nvPr/>
          </p:nvSpPr>
          <p:spPr>
            <a:xfrm>
              <a:off x="26504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03" name="Shape 11010"/>
            <p:cNvSpPr/>
            <p:nvPr/>
          </p:nvSpPr>
          <p:spPr>
            <a:xfrm rot="10800000" flipH="1">
              <a:off x="914397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04" name="Shape 11011"/>
            <p:cNvSpPr/>
            <p:nvPr/>
          </p:nvSpPr>
          <p:spPr>
            <a:xfrm rot="10800000" flipH="1">
              <a:off x="1563753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105" name="Title 11"/>
          <p:cNvSpPr txBox="1">
            <a:spLocks/>
          </p:cNvSpPr>
          <p:nvPr/>
        </p:nvSpPr>
        <p:spPr>
          <a:xfrm>
            <a:off x="673420" y="1927004"/>
            <a:ext cx="4410115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3590925" algn="l"/>
              </a:tabLst>
            </a:pPr>
            <a:r>
              <a:rPr lang="id-ID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HOW TO RUN A SUCCESSFUL RUSSIAN</a:t>
            </a:r>
          </a:p>
        </p:txBody>
      </p:sp>
    </p:spTree>
    <p:extLst>
      <p:ext uri="{BB962C8B-B14F-4D97-AF65-F5344CB8AC3E}">
        <p14:creationId xmlns:p14="http://schemas.microsoft.com/office/powerpoint/2010/main" val="12762985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5474566" y="216749"/>
            <a:ext cx="6586888" cy="4737208"/>
            <a:chOff x="-9" y="5"/>
            <a:chExt cx="5769" cy="4314"/>
          </a:xfrm>
          <a:solidFill>
            <a:schemeClr val="bg1">
              <a:lumMod val="85000"/>
            </a:schemeClr>
          </a:solidFill>
        </p:grpSpPr>
        <p:sp>
          <p:nvSpPr>
            <p:cNvPr id="3" name="Freeform 5"/>
            <p:cNvSpPr>
              <a:spLocks/>
            </p:cNvSpPr>
            <p:nvPr/>
          </p:nvSpPr>
          <p:spPr bwMode="auto">
            <a:xfrm>
              <a:off x="3679" y="4064"/>
              <a:ext cx="312" cy="255"/>
            </a:xfrm>
            <a:custGeom>
              <a:avLst/>
              <a:gdLst>
                <a:gd name="T0" fmla="*/ 553 w 673"/>
                <a:gd name="T1" fmla="*/ 13 h 550"/>
                <a:gd name="T2" fmla="*/ 520 w 673"/>
                <a:gd name="T3" fmla="*/ 52 h 550"/>
                <a:gd name="T4" fmla="*/ 454 w 673"/>
                <a:gd name="T5" fmla="*/ 35 h 550"/>
                <a:gd name="T6" fmla="*/ 411 w 673"/>
                <a:gd name="T7" fmla="*/ 61 h 550"/>
                <a:gd name="T8" fmla="*/ 358 w 673"/>
                <a:gd name="T9" fmla="*/ 78 h 550"/>
                <a:gd name="T10" fmla="*/ 319 w 673"/>
                <a:gd name="T11" fmla="*/ 70 h 550"/>
                <a:gd name="T12" fmla="*/ 284 w 673"/>
                <a:gd name="T13" fmla="*/ 48 h 550"/>
                <a:gd name="T14" fmla="*/ 260 w 673"/>
                <a:gd name="T15" fmla="*/ 89 h 550"/>
                <a:gd name="T16" fmla="*/ 232 w 673"/>
                <a:gd name="T17" fmla="*/ 111 h 550"/>
                <a:gd name="T18" fmla="*/ 160 w 673"/>
                <a:gd name="T19" fmla="*/ 102 h 550"/>
                <a:gd name="T20" fmla="*/ 175 w 673"/>
                <a:gd name="T21" fmla="*/ 148 h 550"/>
                <a:gd name="T22" fmla="*/ 120 w 673"/>
                <a:gd name="T23" fmla="*/ 185 h 550"/>
                <a:gd name="T24" fmla="*/ 53 w 673"/>
                <a:gd name="T25" fmla="*/ 246 h 550"/>
                <a:gd name="T26" fmla="*/ 20 w 673"/>
                <a:gd name="T27" fmla="*/ 280 h 550"/>
                <a:gd name="T28" fmla="*/ 33 w 673"/>
                <a:gd name="T29" fmla="*/ 317 h 550"/>
                <a:gd name="T30" fmla="*/ 33 w 673"/>
                <a:gd name="T31" fmla="*/ 387 h 550"/>
                <a:gd name="T32" fmla="*/ 55 w 673"/>
                <a:gd name="T33" fmla="*/ 437 h 550"/>
                <a:gd name="T34" fmla="*/ 81 w 673"/>
                <a:gd name="T35" fmla="*/ 476 h 550"/>
                <a:gd name="T36" fmla="*/ 138 w 673"/>
                <a:gd name="T37" fmla="*/ 498 h 550"/>
                <a:gd name="T38" fmla="*/ 219 w 673"/>
                <a:gd name="T39" fmla="*/ 500 h 550"/>
                <a:gd name="T40" fmla="*/ 341 w 673"/>
                <a:gd name="T41" fmla="*/ 534 h 550"/>
                <a:gd name="T42" fmla="*/ 374 w 673"/>
                <a:gd name="T43" fmla="*/ 476 h 550"/>
                <a:gd name="T44" fmla="*/ 459 w 673"/>
                <a:gd name="T45" fmla="*/ 426 h 550"/>
                <a:gd name="T46" fmla="*/ 507 w 673"/>
                <a:gd name="T47" fmla="*/ 395 h 550"/>
                <a:gd name="T48" fmla="*/ 568 w 673"/>
                <a:gd name="T49" fmla="*/ 356 h 550"/>
                <a:gd name="T50" fmla="*/ 551 w 673"/>
                <a:gd name="T51" fmla="*/ 306 h 550"/>
                <a:gd name="T52" fmla="*/ 592 w 673"/>
                <a:gd name="T53" fmla="*/ 272 h 550"/>
                <a:gd name="T54" fmla="*/ 572 w 673"/>
                <a:gd name="T55" fmla="*/ 228 h 550"/>
                <a:gd name="T56" fmla="*/ 633 w 673"/>
                <a:gd name="T57" fmla="*/ 156 h 550"/>
                <a:gd name="T58" fmla="*/ 671 w 673"/>
                <a:gd name="T59" fmla="*/ 124 h 550"/>
                <a:gd name="T60" fmla="*/ 649 w 673"/>
                <a:gd name="T61" fmla="*/ 43 h 550"/>
                <a:gd name="T62" fmla="*/ 590 w 673"/>
                <a:gd name="T63" fmla="*/ 31 h 550"/>
                <a:gd name="T64" fmla="*/ 553 w 673"/>
                <a:gd name="T65" fmla="*/ 13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73" h="550">
                  <a:moveTo>
                    <a:pt x="553" y="13"/>
                  </a:moveTo>
                  <a:cubicBezTo>
                    <a:pt x="553" y="13"/>
                    <a:pt x="540" y="59"/>
                    <a:pt x="520" y="52"/>
                  </a:cubicBezTo>
                  <a:cubicBezTo>
                    <a:pt x="500" y="44"/>
                    <a:pt x="476" y="33"/>
                    <a:pt x="454" y="35"/>
                  </a:cubicBezTo>
                  <a:cubicBezTo>
                    <a:pt x="433" y="37"/>
                    <a:pt x="426" y="46"/>
                    <a:pt x="411" y="61"/>
                  </a:cubicBezTo>
                  <a:cubicBezTo>
                    <a:pt x="395" y="76"/>
                    <a:pt x="378" y="85"/>
                    <a:pt x="358" y="78"/>
                  </a:cubicBezTo>
                  <a:cubicBezTo>
                    <a:pt x="339" y="70"/>
                    <a:pt x="330" y="85"/>
                    <a:pt x="319" y="70"/>
                  </a:cubicBezTo>
                  <a:cubicBezTo>
                    <a:pt x="308" y="55"/>
                    <a:pt x="297" y="35"/>
                    <a:pt x="284" y="48"/>
                  </a:cubicBezTo>
                  <a:cubicBezTo>
                    <a:pt x="271" y="61"/>
                    <a:pt x="258" y="68"/>
                    <a:pt x="260" y="89"/>
                  </a:cubicBezTo>
                  <a:cubicBezTo>
                    <a:pt x="262" y="109"/>
                    <a:pt x="245" y="119"/>
                    <a:pt x="232" y="111"/>
                  </a:cubicBezTo>
                  <a:cubicBezTo>
                    <a:pt x="219" y="104"/>
                    <a:pt x="162" y="83"/>
                    <a:pt x="160" y="102"/>
                  </a:cubicBezTo>
                  <a:cubicBezTo>
                    <a:pt x="157" y="120"/>
                    <a:pt x="194" y="135"/>
                    <a:pt x="175" y="148"/>
                  </a:cubicBezTo>
                  <a:cubicBezTo>
                    <a:pt x="155" y="161"/>
                    <a:pt x="140" y="178"/>
                    <a:pt x="120" y="185"/>
                  </a:cubicBezTo>
                  <a:cubicBezTo>
                    <a:pt x="101" y="193"/>
                    <a:pt x="72" y="230"/>
                    <a:pt x="53" y="246"/>
                  </a:cubicBezTo>
                  <a:cubicBezTo>
                    <a:pt x="33" y="263"/>
                    <a:pt x="0" y="261"/>
                    <a:pt x="20" y="280"/>
                  </a:cubicBezTo>
                  <a:cubicBezTo>
                    <a:pt x="39" y="298"/>
                    <a:pt x="44" y="296"/>
                    <a:pt x="33" y="317"/>
                  </a:cubicBezTo>
                  <a:cubicBezTo>
                    <a:pt x="22" y="337"/>
                    <a:pt x="35" y="371"/>
                    <a:pt x="33" y="387"/>
                  </a:cubicBezTo>
                  <a:cubicBezTo>
                    <a:pt x="31" y="404"/>
                    <a:pt x="48" y="413"/>
                    <a:pt x="55" y="437"/>
                  </a:cubicBezTo>
                  <a:cubicBezTo>
                    <a:pt x="61" y="461"/>
                    <a:pt x="50" y="459"/>
                    <a:pt x="81" y="476"/>
                  </a:cubicBezTo>
                  <a:cubicBezTo>
                    <a:pt x="112" y="493"/>
                    <a:pt x="103" y="484"/>
                    <a:pt x="138" y="498"/>
                  </a:cubicBezTo>
                  <a:cubicBezTo>
                    <a:pt x="173" y="513"/>
                    <a:pt x="197" y="487"/>
                    <a:pt x="219" y="500"/>
                  </a:cubicBezTo>
                  <a:cubicBezTo>
                    <a:pt x="240" y="513"/>
                    <a:pt x="332" y="550"/>
                    <a:pt x="341" y="534"/>
                  </a:cubicBezTo>
                  <a:cubicBezTo>
                    <a:pt x="350" y="517"/>
                    <a:pt x="341" y="476"/>
                    <a:pt x="374" y="476"/>
                  </a:cubicBezTo>
                  <a:cubicBezTo>
                    <a:pt x="406" y="476"/>
                    <a:pt x="452" y="441"/>
                    <a:pt x="459" y="426"/>
                  </a:cubicBezTo>
                  <a:cubicBezTo>
                    <a:pt x="465" y="411"/>
                    <a:pt x="489" y="395"/>
                    <a:pt x="507" y="395"/>
                  </a:cubicBezTo>
                  <a:cubicBezTo>
                    <a:pt x="524" y="395"/>
                    <a:pt x="588" y="371"/>
                    <a:pt x="568" y="356"/>
                  </a:cubicBezTo>
                  <a:cubicBezTo>
                    <a:pt x="548" y="341"/>
                    <a:pt x="531" y="309"/>
                    <a:pt x="551" y="306"/>
                  </a:cubicBezTo>
                  <a:cubicBezTo>
                    <a:pt x="570" y="302"/>
                    <a:pt x="609" y="283"/>
                    <a:pt x="592" y="272"/>
                  </a:cubicBezTo>
                  <a:cubicBezTo>
                    <a:pt x="575" y="261"/>
                    <a:pt x="531" y="267"/>
                    <a:pt x="572" y="228"/>
                  </a:cubicBezTo>
                  <a:cubicBezTo>
                    <a:pt x="614" y="189"/>
                    <a:pt x="609" y="159"/>
                    <a:pt x="633" y="156"/>
                  </a:cubicBezTo>
                  <a:cubicBezTo>
                    <a:pt x="658" y="152"/>
                    <a:pt x="673" y="156"/>
                    <a:pt x="671" y="124"/>
                  </a:cubicBezTo>
                  <a:cubicBezTo>
                    <a:pt x="668" y="93"/>
                    <a:pt x="668" y="52"/>
                    <a:pt x="649" y="43"/>
                  </a:cubicBezTo>
                  <a:cubicBezTo>
                    <a:pt x="629" y="33"/>
                    <a:pt x="599" y="41"/>
                    <a:pt x="590" y="31"/>
                  </a:cubicBezTo>
                  <a:cubicBezTo>
                    <a:pt x="581" y="22"/>
                    <a:pt x="555" y="0"/>
                    <a:pt x="553" y="13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-9" y="633"/>
              <a:ext cx="2307" cy="1593"/>
            </a:xfrm>
            <a:custGeom>
              <a:avLst/>
              <a:gdLst>
                <a:gd name="T0" fmla="*/ 4317 w 4981"/>
                <a:gd name="T1" fmla="*/ 2284 h 3440"/>
                <a:gd name="T2" fmla="*/ 4622 w 4981"/>
                <a:gd name="T3" fmla="*/ 2061 h 3440"/>
                <a:gd name="T4" fmla="*/ 4946 w 4981"/>
                <a:gd name="T5" fmla="*/ 1850 h 3440"/>
                <a:gd name="T6" fmla="*/ 4930 w 4981"/>
                <a:gd name="T7" fmla="*/ 1693 h 3440"/>
                <a:gd name="T8" fmla="*/ 4812 w 4981"/>
                <a:gd name="T9" fmla="*/ 1470 h 3440"/>
                <a:gd name="T10" fmla="*/ 4636 w 4981"/>
                <a:gd name="T11" fmla="*/ 1342 h 3440"/>
                <a:gd name="T12" fmla="*/ 4488 w 4981"/>
                <a:gd name="T13" fmla="*/ 1228 h 3440"/>
                <a:gd name="T14" fmla="*/ 4082 w 4981"/>
                <a:gd name="T15" fmla="*/ 1137 h 3440"/>
                <a:gd name="T16" fmla="*/ 3931 w 4981"/>
                <a:gd name="T17" fmla="*/ 906 h 3440"/>
                <a:gd name="T18" fmla="*/ 3984 w 4981"/>
                <a:gd name="T19" fmla="*/ 684 h 3440"/>
                <a:gd name="T20" fmla="*/ 3787 w 4981"/>
                <a:gd name="T21" fmla="*/ 408 h 3440"/>
                <a:gd name="T22" fmla="*/ 3607 w 4981"/>
                <a:gd name="T23" fmla="*/ 314 h 3440"/>
                <a:gd name="T24" fmla="*/ 3476 w 4981"/>
                <a:gd name="T25" fmla="*/ 141 h 3440"/>
                <a:gd name="T26" fmla="*/ 3472 w 4981"/>
                <a:gd name="T27" fmla="*/ 7 h 3440"/>
                <a:gd name="T28" fmla="*/ 3233 w 4981"/>
                <a:gd name="T29" fmla="*/ 27 h 3440"/>
                <a:gd name="T30" fmla="*/ 3096 w 4981"/>
                <a:gd name="T31" fmla="*/ 155 h 3440"/>
                <a:gd name="T32" fmla="*/ 2965 w 4981"/>
                <a:gd name="T33" fmla="*/ 333 h 3440"/>
                <a:gd name="T34" fmla="*/ 2876 w 4981"/>
                <a:gd name="T35" fmla="*/ 497 h 3440"/>
                <a:gd name="T36" fmla="*/ 2726 w 4981"/>
                <a:gd name="T37" fmla="*/ 478 h 3440"/>
                <a:gd name="T38" fmla="*/ 2359 w 4981"/>
                <a:gd name="T39" fmla="*/ 536 h 3440"/>
                <a:gd name="T40" fmla="*/ 2224 w 4981"/>
                <a:gd name="T41" fmla="*/ 781 h 3440"/>
                <a:gd name="T42" fmla="*/ 2175 w 4981"/>
                <a:gd name="T43" fmla="*/ 850 h 3440"/>
                <a:gd name="T44" fmla="*/ 2008 w 4981"/>
                <a:gd name="T45" fmla="*/ 809 h 3440"/>
                <a:gd name="T46" fmla="*/ 1710 w 4981"/>
                <a:gd name="T47" fmla="*/ 836 h 3440"/>
                <a:gd name="T48" fmla="*/ 1759 w 4981"/>
                <a:gd name="T49" fmla="*/ 1017 h 3440"/>
                <a:gd name="T50" fmla="*/ 1775 w 4981"/>
                <a:gd name="T51" fmla="*/ 1290 h 3440"/>
                <a:gd name="T52" fmla="*/ 1674 w 4981"/>
                <a:gd name="T53" fmla="*/ 1378 h 3440"/>
                <a:gd name="T54" fmla="*/ 1559 w 4981"/>
                <a:gd name="T55" fmla="*/ 1562 h 3440"/>
                <a:gd name="T56" fmla="*/ 1287 w 4981"/>
                <a:gd name="T57" fmla="*/ 1623 h 3440"/>
                <a:gd name="T58" fmla="*/ 1051 w 4981"/>
                <a:gd name="T59" fmla="*/ 1715 h 3440"/>
                <a:gd name="T60" fmla="*/ 760 w 4981"/>
                <a:gd name="T61" fmla="*/ 1768 h 3440"/>
                <a:gd name="T62" fmla="*/ 563 w 4981"/>
                <a:gd name="T63" fmla="*/ 1787 h 3440"/>
                <a:gd name="T64" fmla="*/ 370 w 4981"/>
                <a:gd name="T65" fmla="*/ 1723 h 3440"/>
                <a:gd name="T66" fmla="*/ 180 w 4981"/>
                <a:gd name="T67" fmla="*/ 1768 h 3440"/>
                <a:gd name="T68" fmla="*/ 42 w 4981"/>
                <a:gd name="T69" fmla="*/ 1934 h 3440"/>
                <a:gd name="T70" fmla="*/ 23 w 4981"/>
                <a:gd name="T71" fmla="*/ 2093 h 3440"/>
                <a:gd name="T72" fmla="*/ 232 w 4981"/>
                <a:gd name="T73" fmla="*/ 2199 h 3440"/>
                <a:gd name="T74" fmla="*/ 190 w 4981"/>
                <a:gd name="T75" fmla="*/ 2415 h 3440"/>
                <a:gd name="T76" fmla="*/ 105 w 4981"/>
                <a:gd name="T77" fmla="*/ 2454 h 3440"/>
                <a:gd name="T78" fmla="*/ 53 w 4981"/>
                <a:gd name="T79" fmla="*/ 2535 h 3440"/>
                <a:gd name="T80" fmla="*/ 219 w 4981"/>
                <a:gd name="T81" fmla="*/ 2595 h 3440"/>
                <a:gd name="T82" fmla="*/ 307 w 4981"/>
                <a:gd name="T83" fmla="*/ 2806 h 3440"/>
                <a:gd name="T84" fmla="*/ 442 w 4981"/>
                <a:gd name="T85" fmla="*/ 2962 h 3440"/>
                <a:gd name="T86" fmla="*/ 717 w 4981"/>
                <a:gd name="T87" fmla="*/ 3144 h 3440"/>
                <a:gd name="T88" fmla="*/ 861 w 4981"/>
                <a:gd name="T89" fmla="*/ 3385 h 3440"/>
                <a:gd name="T90" fmla="*/ 1054 w 4981"/>
                <a:gd name="T91" fmla="*/ 3422 h 3440"/>
                <a:gd name="T92" fmla="*/ 1241 w 4981"/>
                <a:gd name="T93" fmla="*/ 3196 h 3440"/>
                <a:gd name="T94" fmla="*/ 1547 w 4981"/>
                <a:gd name="T95" fmla="*/ 3325 h 3440"/>
                <a:gd name="T96" fmla="*/ 1779 w 4981"/>
                <a:gd name="T97" fmla="*/ 3247 h 3440"/>
                <a:gd name="T98" fmla="*/ 2063 w 4981"/>
                <a:gd name="T99" fmla="*/ 3348 h 3440"/>
                <a:gd name="T100" fmla="*/ 2355 w 4981"/>
                <a:gd name="T101" fmla="*/ 3325 h 3440"/>
                <a:gd name="T102" fmla="*/ 2823 w 4981"/>
                <a:gd name="T103" fmla="*/ 3221 h 3440"/>
                <a:gd name="T104" fmla="*/ 3303 w 4981"/>
                <a:gd name="T105" fmla="*/ 3314 h 3440"/>
                <a:gd name="T106" fmla="*/ 3657 w 4981"/>
                <a:gd name="T107" fmla="*/ 3310 h 3440"/>
                <a:gd name="T108" fmla="*/ 3683 w 4981"/>
                <a:gd name="T109" fmla="*/ 3162 h 3440"/>
                <a:gd name="T110" fmla="*/ 3640 w 4981"/>
                <a:gd name="T111" fmla="*/ 2988 h 3440"/>
                <a:gd name="T112" fmla="*/ 3701 w 4981"/>
                <a:gd name="T113" fmla="*/ 2721 h 3440"/>
                <a:gd name="T114" fmla="*/ 4129 w 4981"/>
                <a:gd name="T115" fmla="*/ 2651 h 3440"/>
                <a:gd name="T116" fmla="*/ 4380 w 4981"/>
                <a:gd name="T117" fmla="*/ 2630 h 3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981" h="3440">
                  <a:moveTo>
                    <a:pt x="4343" y="2565"/>
                  </a:moveTo>
                  <a:cubicBezTo>
                    <a:pt x="4365" y="2536"/>
                    <a:pt x="4347" y="2491"/>
                    <a:pt x="4343" y="2454"/>
                  </a:cubicBezTo>
                  <a:cubicBezTo>
                    <a:pt x="4339" y="2417"/>
                    <a:pt x="4317" y="2350"/>
                    <a:pt x="4317" y="2284"/>
                  </a:cubicBezTo>
                  <a:cubicBezTo>
                    <a:pt x="4317" y="2217"/>
                    <a:pt x="4391" y="2195"/>
                    <a:pt x="4430" y="2191"/>
                  </a:cubicBezTo>
                  <a:cubicBezTo>
                    <a:pt x="4470" y="2187"/>
                    <a:pt x="4500" y="2180"/>
                    <a:pt x="4513" y="2143"/>
                  </a:cubicBezTo>
                  <a:cubicBezTo>
                    <a:pt x="4526" y="2106"/>
                    <a:pt x="4592" y="2095"/>
                    <a:pt x="4622" y="2061"/>
                  </a:cubicBezTo>
                  <a:cubicBezTo>
                    <a:pt x="4653" y="2028"/>
                    <a:pt x="4701" y="2035"/>
                    <a:pt x="4745" y="2006"/>
                  </a:cubicBezTo>
                  <a:cubicBezTo>
                    <a:pt x="4788" y="1976"/>
                    <a:pt x="4841" y="1987"/>
                    <a:pt x="4911" y="1965"/>
                  </a:cubicBezTo>
                  <a:cubicBezTo>
                    <a:pt x="4981" y="1943"/>
                    <a:pt x="4933" y="1895"/>
                    <a:pt x="4946" y="1850"/>
                  </a:cubicBezTo>
                  <a:cubicBezTo>
                    <a:pt x="4951" y="1831"/>
                    <a:pt x="4965" y="1812"/>
                    <a:pt x="4978" y="1797"/>
                  </a:cubicBezTo>
                  <a:cubicBezTo>
                    <a:pt x="4972" y="1792"/>
                    <a:pt x="4980" y="1784"/>
                    <a:pt x="4976" y="1765"/>
                  </a:cubicBezTo>
                  <a:cubicBezTo>
                    <a:pt x="4970" y="1734"/>
                    <a:pt x="4947" y="1718"/>
                    <a:pt x="4930" y="1693"/>
                  </a:cubicBezTo>
                  <a:cubicBezTo>
                    <a:pt x="4914" y="1668"/>
                    <a:pt x="4891" y="1681"/>
                    <a:pt x="4885" y="1631"/>
                  </a:cubicBezTo>
                  <a:cubicBezTo>
                    <a:pt x="4878" y="1581"/>
                    <a:pt x="4852" y="1551"/>
                    <a:pt x="4845" y="1523"/>
                  </a:cubicBezTo>
                  <a:cubicBezTo>
                    <a:pt x="4839" y="1495"/>
                    <a:pt x="4852" y="1495"/>
                    <a:pt x="4812" y="1470"/>
                  </a:cubicBezTo>
                  <a:cubicBezTo>
                    <a:pt x="4773" y="1445"/>
                    <a:pt x="4803" y="1442"/>
                    <a:pt x="4796" y="1409"/>
                  </a:cubicBezTo>
                  <a:cubicBezTo>
                    <a:pt x="4790" y="1376"/>
                    <a:pt x="4757" y="1387"/>
                    <a:pt x="4721" y="1384"/>
                  </a:cubicBezTo>
                  <a:cubicBezTo>
                    <a:pt x="4685" y="1381"/>
                    <a:pt x="4675" y="1362"/>
                    <a:pt x="4636" y="1342"/>
                  </a:cubicBezTo>
                  <a:cubicBezTo>
                    <a:pt x="4596" y="1323"/>
                    <a:pt x="4629" y="1328"/>
                    <a:pt x="4596" y="1301"/>
                  </a:cubicBezTo>
                  <a:cubicBezTo>
                    <a:pt x="4563" y="1273"/>
                    <a:pt x="4560" y="1278"/>
                    <a:pt x="4524" y="1276"/>
                  </a:cubicBezTo>
                  <a:cubicBezTo>
                    <a:pt x="4488" y="1273"/>
                    <a:pt x="4495" y="1251"/>
                    <a:pt x="4488" y="1228"/>
                  </a:cubicBezTo>
                  <a:cubicBezTo>
                    <a:pt x="4482" y="1206"/>
                    <a:pt x="4452" y="1206"/>
                    <a:pt x="4416" y="1184"/>
                  </a:cubicBezTo>
                  <a:cubicBezTo>
                    <a:pt x="4380" y="1162"/>
                    <a:pt x="4252" y="1167"/>
                    <a:pt x="4210" y="1164"/>
                  </a:cubicBezTo>
                  <a:cubicBezTo>
                    <a:pt x="4167" y="1162"/>
                    <a:pt x="4147" y="1145"/>
                    <a:pt x="4082" y="1137"/>
                  </a:cubicBezTo>
                  <a:cubicBezTo>
                    <a:pt x="4016" y="1128"/>
                    <a:pt x="4056" y="1120"/>
                    <a:pt x="3957" y="1095"/>
                  </a:cubicBezTo>
                  <a:cubicBezTo>
                    <a:pt x="3859" y="1070"/>
                    <a:pt x="3885" y="1031"/>
                    <a:pt x="3879" y="1003"/>
                  </a:cubicBezTo>
                  <a:cubicBezTo>
                    <a:pt x="3872" y="975"/>
                    <a:pt x="3889" y="936"/>
                    <a:pt x="3931" y="906"/>
                  </a:cubicBezTo>
                  <a:cubicBezTo>
                    <a:pt x="3974" y="875"/>
                    <a:pt x="3974" y="850"/>
                    <a:pt x="3948" y="814"/>
                  </a:cubicBezTo>
                  <a:cubicBezTo>
                    <a:pt x="3921" y="778"/>
                    <a:pt x="3948" y="781"/>
                    <a:pt x="3977" y="753"/>
                  </a:cubicBezTo>
                  <a:cubicBezTo>
                    <a:pt x="4007" y="725"/>
                    <a:pt x="3990" y="714"/>
                    <a:pt x="3984" y="684"/>
                  </a:cubicBezTo>
                  <a:cubicBezTo>
                    <a:pt x="3977" y="653"/>
                    <a:pt x="3964" y="625"/>
                    <a:pt x="3928" y="595"/>
                  </a:cubicBezTo>
                  <a:cubicBezTo>
                    <a:pt x="3892" y="564"/>
                    <a:pt x="3885" y="481"/>
                    <a:pt x="3875" y="444"/>
                  </a:cubicBezTo>
                  <a:cubicBezTo>
                    <a:pt x="3866" y="408"/>
                    <a:pt x="3830" y="408"/>
                    <a:pt x="3787" y="408"/>
                  </a:cubicBezTo>
                  <a:cubicBezTo>
                    <a:pt x="3744" y="408"/>
                    <a:pt x="3751" y="369"/>
                    <a:pt x="3731" y="347"/>
                  </a:cubicBezTo>
                  <a:cubicBezTo>
                    <a:pt x="3712" y="325"/>
                    <a:pt x="3689" y="344"/>
                    <a:pt x="3653" y="364"/>
                  </a:cubicBezTo>
                  <a:cubicBezTo>
                    <a:pt x="3617" y="383"/>
                    <a:pt x="3626" y="358"/>
                    <a:pt x="3607" y="314"/>
                  </a:cubicBezTo>
                  <a:cubicBezTo>
                    <a:pt x="3587" y="269"/>
                    <a:pt x="3577" y="283"/>
                    <a:pt x="3564" y="239"/>
                  </a:cubicBezTo>
                  <a:cubicBezTo>
                    <a:pt x="3551" y="194"/>
                    <a:pt x="3499" y="203"/>
                    <a:pt x="3469" y="189"/>
                  </a:cubicBezTo>
                  <a:cubicBezTo>
                    <a:pt x="3440" y="175"/>
                    <a:pt x="3450" y="175"/>
                    <a:pt x="3476" y="141"/>
                  </a:cubicBezTo>
                  <a:cubicBezTo>
                    <a:pt x="3502" y="108"/>
                    <a:pt x="3450" y="108"/>
                    <a:pt x="3430" y="91"/>
                  </a:cubicBezTo>
                  <a:cubicBezTo>
                    <a:pt x="3410" y="75"/>
                    <a:pt x="3417" y="72"/>
                    <a:pt x="3453" y="50"/>
                  </a:cubicBezTo>
                  <a:cubicBezTo>
                    <a:pt x="3467" y="41"/>
                    <a:pt x="3471" y="24"/>
                    <a:pt x="3472" y="7"/>
                  </a:cubicBezTo>
                  <a:cubicBezTo>
                    <a:pt x="3467" y="9"/>
                    <a:pt x="3462" y="9"/>
                    <a:pt x="3436" y="11"/>
                  </a:cubicBezTo>
                  <a:cubicBezTo>
                    <a:pt x="3391" y="14"/>
                    <a:pt x="3351" y="25"/>
                    <a:pt x="3341" y="14"/>
                  </a:cubicBezTo>
                  <a:cubicBezTo>
                    <a:pt x="3332" y="2"/>
                    <a:pt x="3233" y="0"/>
                    <a:pt x="3233" y="27"/>
                  </a:cubicBezTo>
                  <a:cubicBezTo>
                    <a:pt x="3233" y="55"/>
                    <a:pt x="3256" y="58"/>
                    <a:pt x="3227" y="91"/>
                  </a:cubicBezTo>
                  <a:cubicBezTo>
                    <a:pt x="3197" y="125"/>
                    <a:pt x="3201" y="128"/>
                    <a:pt x="3171" y="139"/>
                  </a:cubicBezTo>
                  <a:cubicBezTo>
                    <a:pt x="3142" y="150"/>
                    <a:pt x="3125" y="158"/>
                    <a:pt x="3096" y="155"/>
                  </a:cubicBezTo>
                  <a:cubicBezTo>
                    <a:pt x="3066" y="153"/>
                    <a:pt x="3053" y="128"/>
                    <a:pt x="3027" y="158"/>
                  </a:cubicBezTo>
                  <a:cubicBezTo>
                    <a:pt x="3001" y="189"/>
                    <a:pt x="2965" y="236"/>
                    <a:pt x="2965" y="264"/>
                  </a:cubicBezTo>
                  <a:cubicBezTo>
                    <a:pt x="2965" y="292"/>
                    <a:pt x="2965" y="305"/>
                    <a:pt x="2965" y="333"/>
                  </a:cubicBezTo>
                  <a:cubicBezTo>
                    <a:pt x="2965" y="361"/>
                    <a:pt x="2955" y="367"/>
                    <a:pt x="2968" y="392"/>
                  </a:cubicBezTo>
                  <a:cubicBezTo>
                    <a:pt x="2981" y="417"/>
                    <a:pt x="2981" y="419"/>
                    <a:pt x="2965" y="442"/>
                  </a:cubicBezTo>
                  <a:cubicBezTo>
                    <a:pt x="2948" y="464"/>
                    <a:pt x="2893" y="494"/>
                    <a:pt x="2876" y="497"/>
                  </a:cubicBezTo>
                  <a:cubicBezTo>
                    <a:pt x="2860" y="500"/>
                    <a:pt x="2824" y="494"/>
                    <a:pt x="2814" y="511"/>
                  </a:cubicBezTo>
                  <a:cubicBezTo>
                    <a:pt x="2804" y="528"/>
                    <a:pt x="2778" y="517"/>
                    <a:pt x="2768" y="508"/>
                  </a:cubicBezTo>
                  <a:cubicBezTo>
                    <a:pt x="2758" y="500"/>
                    <a:pt x="2762" y="478"/>
                    <a:pt x="2726" y="478"/>
                  </a:cubicBezTo>
                  <a:cubicBezTo>
                    <a:pt x="2690" y="478"/>
                    <a:pt x="2621" y="489"/>
                    <a:pt x="2588" y="456"/>
                  </a:cubicBezTo>
                  <a:cubicBezTo>
                    <a:pt x="2555" y="422"/>
                    <a:pt x="2460" y="330"/>
                    <a:pt x="2444" y="400"/>
                  </a:cubicBezTo>
                  <a:cubicBezTo>
                    <a:pt x="2427" y="469"/>
                    <a:pt x="2382" y="503"/>
                    <a:pt x="2359" y="536"/>
                  </a:cubicBezTo>
                  <a:cubicBezTo>
                    <a:pt x="2336" y="570"/>
                    <a:pt x="2319" y="589"/>
                    <a:pt x="2293" y="631"/>
                  </a:cubicBezTo>
                  <a:cubicBezTo>
                    <a:pt x="2267" y="672"/>
                    <a:pt x="2290" y="689"/>
                    <a:pt x="2260" y="711"/>
                  </a:cubicBezTo>
                  <a:cubicBezTo>
                    <a:pt x="2231" y="734"/>
                    <a:pt x="2178" y="759"/>
                    <a:pt x="2224" y="781"/>
                  </a:cubicBezTo>
                  <a:cubicBezTo>
                    <a:pt x="2270" y="803"/>
                    <a:pt x="2293" y="823"/>
                    <a:pt x="2273" y="845"/>
                  </a:cubicBezTo>
                  <a:cubicBezTo>
                    <a:pt x="2254" y="867"/>
                    <a:pt x="2247" y="917"/>
                    <a:pt x="2224" y="884"/>
                  </a:cubicBezTo>
                  <a:cubicBezTo>
                    <a:pt x="2201" y="850"/>
                    <a:pt x="2205" y="842"/>
                    <a:pt x="2175" y="850"/>
                  </a:cubicBezTo>
                  <a:cubicBezTo>
                    <a:pt x="2146" y="859"/>
                    <a:pt x="2113" y="859"/>
                    <a:pt x="2106" y="836"/>
                  </a:cubicBezTo>
                  <a:cubicBezTo>
                    <a:pt x="2100" y="814"/>
                    <a:pt x="2113" y="784"/>
                    <a:pt x="2077" y="797"/>
                  </a:cubicBezTo>
                  <a:cubicBezTo>
                    <a:pt x="2041" y="811"/>
                    <a:pt x="2038" y="809"/>
                    <a:pt x="2008" y="809"/>
                  </a:cubicBezTo>
                  <a:cubicBezTo>
                    <a:pt x="1979" y="809"/>
                    <a:pt x="1949" y="836"/>
                    <a:pt x="1913" y="817"/>
                  </a:cubicBezTo>
                  <a:cubicBezTo>
                    <a:pt x="1877" y="797"/>
                    <a:pt x="1854" y="828"/>
                    <a:pt x="1825" y="828"/>
                  </a:cubicBezTo>
                  <a:cubicBezTo>
                    <a:pt x="1795" y="828"/>
                    <a:pt x="1713" y="814"/>
                    <a:pt x="1710" y="836"/>
                  </a:cubicBezTo>
                  <a:cubicBezTo>
                    <a:pt x="1707" y="859"/>
                    <a:pt x="1694" y="881"/>
                    <a:pt x="1733" y="886"/>
                  </a:cubicBezTo>
                  <a:cubicBezTo>
                    <a:pt x="1772" y="892"/>
                    <a:pt x="1821" y="895"/>
                    <a:pt x="1798" y="925"/>
                  </a:cubicBezTo>
                  <a:cubicBezTo>
                    <a:pt x="1775" y="956"/>
                    <a:pt x="1756" y="973"/>
                    <a:pt x="1759" y="1017"/>
                  </a:cubicBezTo>
                  <a:cubicBezTo>
                    <a:pt x="1762" y="1062"/>
                    <a:pt x="1746" y="1089"/>
                    <a:pt x="1766" y="1145"/>
                  </a:cubicBezTo>
                  <a:cubicBezTo>
                    <a:pt x="1785" y="1201"/>
                    <a:pt x="1782" y="1209"/>
                    <a:pt x="1782" y="1237"/>
                  </a:cubicBezTo>
                  <a:cubicBezTo>
                    <a:pt x="1782" y="1265"/>
                    <a:pt x="1759" y="1256"/>
                    <a:pt x="1775" y="1290"/>
                  </a:cubicBezTo>
                  <a:cubicBezTo>
                    <a:pt x="1792" y="1323"/>
                    <a:pt x="1779" y="1337"/>
                    <a:pt x="1759" y="1323"/>
                  </a:cubicBezTo>
                  <a:cubicBezTo>
                    <a:pt x="1739" y="1309"/>
                    <a:pt x="1716" y="1306"/>
                    <a:pt x="1707" y="1328"/>
                  </a:cubicBezTo>
                  <a:cubicBezTo>
                    <a:pt x="1697" y="1351"/>
                    <a:pt x="1707" y="1376"/>
                    <a:pt x="1674" y="1378"/>
                  </a:cubicBezTo>
                  <a:cubicBezTo>
                    <a:pt x="1641" y="1381"/>
                    <a:pt x="1621" y="1390"/>
                    <a:pt x="1625" y="1429"/>
                  </a:cubicBezTo>
                  <a:cubicBezTo>
                    <a:pt x="1628" y="1467"/>
                    <a:pt x="1648" y="1492"/>
                    <a:pt x="1625" y="1523"/>
                  </a:cubicBezTo>
                  <a:cubicBezTo>
                    <a:pt x="1602" y="1554"/>
                    <a:pt x="1602" y="1565"/>
                    <a:pt x="1559" y="1562"/>
                  </a:cubicBezTo>
                  <a:cubicBezTo>
                    <a:pt x="1517" y="1559"/>
                    <a:pt x="1513" y="1590"/>
                    <a:pt x="1481" y="1593"/>
                  </a:cubicBezTo>
                  <a:cubicBezTo>
                    <a:pt x="1448" y="1595"/>
                    <a:pt x="1395" y="1581"/>
                    <a:pt x="1369" y="1595"/>
                  </a:cubicBezTo>
                  <a:cubicBezTo>
                    <a:pt x="1343" y="1609"/>
                    <a:pt x="1323" y="1623"/>
                    <a:pt x="1287" y="1623"/>
                  </a:cubicBezTo>
                  <a:cubicBezTo>
                    <a:pt x="1251" y="1623"/>
                    <a:pt x="1241" y="1626"/>
                    <a:pt x="1209" y="1643"/>
                  </a:cubicBezTo>
                  <a:cubicBezTo>
                    <a:pt x="1176" y="1659"/>
                    <a:pt x="1150" y="1676"/>
                    <a:pt x="1124" y="1701"/>
                  </a:cubicBezTo>
                  <a:cubicBezTo>
                    <a:pt x="1097" y="1726"/>
                    <a:pt x="1074" y="1734"/>
                    <a:pt x="1051" y="1715"/>
                  </a:cubicBezTo>
                  <a:cubicBezTo>
                    <a:pt x="1028" y="1695"/>
                    <a:pt x="933" y="1732"/>
                    <a:pt x="920" y="1704"/>
                  </a:cubicBezTo>
                  <a:cubicBezTo>
                    <a:pt x="907" y="1676"/>
                    <a:pt x="868" y="1640"/>
                    <a:pt x="835" y="1676"/>
                  </a:cubicBezTo>
                  <a:cubicBezTo>
                    <a:pt x="802" y="1712"/>
                    <a:pt x="776" y="1737"/>
                    <a:pt x="760" y="1768"/>
                  </a:cubicBezTo>
                  <a:cubicBezTo>
                    <a:pt x="743" y="1798"/>
                    <a:pt x="691" y="1840"/>
                    <a:pt x="671" y="1812"/>
                  </a:cubicBezTo>
                  <a:cubicBezTo>
                    <a:pt x="652" y="1784"/>
                    <a:pt x="658" y="1782"/>
                    <a:pt x="632" y="1787"/>
                  </a:cubicBezTo>
                  <a:cubicBezTo>
                    <a:pt x="606" y="1793"/>
                    <a:pt x="573" y="1826"/>
                    <a:pt x="563" y="1787"/>
                  </a:cubicBezTo>
                  <a:cubicBezTo>
                    <a:pt x="553" y="1748"/>
                    <a:pt x="563" y="1709"/>
                    <a:pt x="537" y="1706"/>
                  </a:cubicBezTo>
                  <a:cubicBezTo>
                    <a:pt x="511" y="1704"/>
                    <a:pt x="475" y="1757"/>
                    <a:pt x="455" y="1734"/>
                  </a:cubicBezTo>
                  <a:cubicBezTo>
                    <a:pt x="436" y="1712"/>
                    <a:pt x="380" y="1698"/>
                    <a:pt x="370" y="1723"/>
                  </a:cubicBezTo>
                  <a:cubicBezTo>
                    <a:pt x="360" y="1748"/>
                    <a:pt x="344" y="1754"/>
                    <a:pt x="321" y="1754"/>
                  </a:cubicBezTo>
                  <a:cubicBezTo>
                    <a:pt x="298" y="1754"/>
                    <a:pt x="301" y="1784"/>
                    <a:pt x="268" y="1782"/>
                  </a:cubicBezTo>
                  <a:cubicBezTo>
                    <a:pt x="236" y="1779"/>
                    <a:pt x="213" y="1743"/>
                    <a:pt x="180" y="1768"/>
                  </a:cubicBezTo>
                  <a:cubicBezTo>
                    <a:pt x="147" y="1793"/>
                    <a:pt x="128" y="1793"/>
                    <a:pt x="128" y="1837"/>
                  </a:cubicBezTo>
                  <a:cubicBezTo>
                    <a:pt x="128" y="1882"/>
                    <a:pt x="147" y="1890"/>
                    <a:pt x="101" y="1896"/>
                  </a:cubicBezTo>
                  <a:cubicBezTo>
                    <a:pt x="55" y="1901"/>
                    <a:pt x="39" y="1904"/>
                    <a:pt x="42" y="1934"/>
                  </a:cubicBezTo>
                  <a:cubicBezTo>
                    <a:pt x="46" y="1965"/>
                    <a:pt x="0" y="1965"/>
                    <a:pt x="33" y="1987"/>
                  </a:cubicBezTo>
                  <a:cubicBezTo>
                    <a:pt x="65" y="2009"/>
                    <a:pt x="75" y="2015"/>
                    <a:pt x="49" y="2037"/>
                  </a:cubicBezTo>
                  <a:cubicBezTo>
                    <a:pt x="23" y="2060"/>
                    <a:pt x="19" y="2068"/>
                    <a:pt x="23" y="2093"/>
                  </a:cubicBezTo>
                  <a:cubicBezTo>
                    <a:pt x="26" y="2118"/>
                    <a:pt x="49" y="2165"/>
                    <a:pt x="72" y="2146"/>
                  </a:cubicBezTo>
                  <a:cubicBezTo>
                    <a:pt x="95" y="2126"/>
                    <a:pt x="88" y="2115"/>
                    <a:pt x="141" y="2132"/>
                  </a:cubicBezTo>
                  <a:cubicBezTo>
                    <a:pt x="193" y="2148"/>
                    <a:pt x="219" y="2168"/>
                    <a:pt x="232" y="2199"/>
                  </a:cubicBezTo>
                  <a:cubicBezTo>
                    <a:pt x="245" y="2229"/>
                    <a:pt x="203" y="2226"/>
                    <a:pt x="206" y="2265"/>
                  </a:cubicBezTo>
                  <a:cubicBezTo>
                    <a:pt x="209" y="2304"/>
                    <a:pt x="242" y="2335"/>
                    <a:pt x="216" y="2357"/>
                  </a:cubicBezTo>
                  <a:cubicBezTo>
                    <a:pt x="190" y="2379"/>
                    <a:pt x="180" y="2379"/>
                    <a:pt x="190" y="2415"/>
                  </a:cubicBezTo>
                  <a:cubicBezTo>
                    <a:pt x="200" y="2451"/>
                    <a:pt x="229" y="2479"/>
                    <a:pt x="196" y="2496"/>
                  </a:cubicBezTo>
                  <a:cubicBezTo>
                    <a:pt x="164" y="2513"/>
                    <a:pt x="150" y="2527"/>
                    <a:pt x="128" y="2499"/>
                  </a:cubicBezTo>
                  <a:cubicBezTo>
                    <a:pt x="114" y="2482"/>
                    <a:pt x="113" y="2466"/>
                    <a:pt x="105" y="2454"/>
                  </a:cubicBezTo>
                  <a:cubicBezTo>
                    <a:pt x="92" y="2456"/>
                    <a:pt x="80" y="2456"/>
                    <a:pt x="73" y="2456"/>
                  </a:cubicBezTo>
                  <a:cubicBezTo>
                    <a:pt x="55" y="2456"/>
                    <a:pt x="63" y="2479"/>
                    <a:pt x="52" y="2498"/>
                  </a:cubicBezTo>
                  <a:cubicBezTo>
                    <a:pt x="47" y="2506"/>
                    <a:pt x="49" y="2522"/>
                    <a:pt x="53" y="2535"/>
                  </a:cubicBezTo>
                  <a:cubicBezTo>
                    <a:pt x="56" y="2536"/>
                    <a:pt x="59" y="2536"/>
                    <a:pt x="62" y="2536"/>
                  </a:cubicBezTo>
                  <a:cubicBezTo>
                    <a:pt x="93" y="2536"/>
                    <a:pt x="106" y="2547"/>
                    <a:pt x="141" y="2565"/>
                  </a:cubicBezTo>
                  <a:cubicBezTo>
                    <a:pt x="176" y="2584"/>
                    <a:pt x="176" y="2580"/>
                    <a:pt x="219" y="2595"/>
                  </a:cubicBezTo>
                  <a:cubicBezTo>
                    <a:pt x="263" y="2610"/>
                    <a:pt x="245" y="2654"/>
                    <a:pt x="272" y="2658"/>
                  </a:cubicBezTo>
                  <a:cubicBezTo>
                    <a:pt x="298" y="2662"/>
                    <a:pt x="307" y="2677"/>
                    <a:pt x="333" y="2721"/>
                  </a:cubicBezTo>
                  <a:cubicBezTo>
                    <a:pt x="359" y="2766"/>
                    <a:pt x="328" y="2784"/>
                    <a:pt x="307" y="2806"/>
                  </a:cubicBezTo>
                  <a:cubicBezTo>
                    <a:pt x="285" y="2829"/>
                    <a:pt x="302" y="2836"/>
                    <a:pt x="320" y="2862"/>
                  </a:cubicBezTo>
                  <a:cubicBezTo>
                    <a:pt x="337" y="2888"/>
                    <a:pt x="337" y="2914"/>
                    <a:pt x="377" y="2914"/>
                  </a:cubicBezTo>
                  <a:cubicBezTo>
                    <a:pt x="416" y="2914"/>
                    <a:pt x="407" y="2918"/>
                    <a:pt x="442" y="2962"/>
                  </a:cubicBezTo>
                  <a:cubicBezTo>
                    <a:pt x="477" y="3007"/>
                    <a:pt x="538" y="3025"/>
                    <a:pt x="582" y="3055"/>
                  </a:cubicBezTo>
                  <a:cubicBezTo>
                    <a:pt x="626" y="3084"/>
                    <a:pt x="669" y="3073"/>
                    <a:pt x="722" y="3073"/>
                  </a:cubicBezTo>
                  <a:cubicBezTo>
                    <a:pt x="774" y="3073"/>
                    <a:pt x="713" y="3129"/>
                    <a:pt x="717" y="3144"/>
                  </a:cubicBezTo>
                  <a:cubicBezTo>
                    <a:pt x="722" y="3158"/>
                    <a:pt x="730" y="3214"/>
                    <a:pt x="726" y="3255"/>
                  </a:cubicBezTo>
                  <a:cubicBezTo>
                    <a:pt x="722" y="3296"/>
                    <a:pt x="752" y="3310"/>
                    <a:pt x="774" y="3333"/>
                  </a:cubicBezTo>
                  <a:cubicBezTo>
                    <a:pt x="796" y="3355"/>
                    <a:pt x="822" y="3362"/>
                    <a:pt x="861" y="3385"/>
                  </a:cubicBezTo>
                  <a:cubicBezTo>
                    <a:pt x="870" y="3389"/>
                    <a:pt x="874" y="3394"/>
                    <a:pt x="875" y="3399"/>
                  </a:cubicBezTo>
                  <a:cubicBezTo>
                    <a:pt x="901" y="3404"/>
                    <a:pt x="929" y="3410"/>
                    <a:pt x="949" y="3418"/>
                  </a:cubicBezTo>
                  <a:cubicBezTo>
                    <a:pt x="992" y="3436"/>
                    <a:pt x="1027" y="3440"/>
                    <a:pt x="1054" y="3422"/>
                  </a:cubicBezTo>
                  <a:cubicBezTo>
                    <a:pt x="1080" y="3403"/>
                    <a:pt x="1075" y="3396"/>
                    <a:pt x="1084" y="3366"/>
                  </a:cubicBezTo>
                  <a:cubicBezTo>
                    <a:pt x="1093" y="3336"/>
                    <a:pt x="1145" y="3303"/>
                    <a:pt x="1180" y="3270"/>
                  </a:cubicBezTo>
                  <a:cubicBezTo>
                    <a:pt x="1215" y="3236"/>
                    <a:pt x="1198" y="3155"/>
                    <a:pt x="1241" y="3196"/>
                  </a:cubicBezTo>
                  <a:cubicBezTo>
                    <a:pt x="1285" y="3236"/>
                    <a:pt x="1290" y="3251"/>
                    <a:pt x="1324" y="3255"/>
                  </a:cubicBezTo>
                  <a:cubicBezTo>
                    <a:pt x="1359" y="3259"/>
                    <a:pt x="1438" y="3247"/>
                    <a:pt x="1460" y="3281"/>
                  </a:cubicBezTo>
                  <a:cubicBezTo>
                    <a:pt x="1482" y="3314"/>
                    <a:pt x="1504" y="3351"/>
                    <a:pt x="1547" y="3325"/>
                  </a:cubicBezTo>
                  <a:cubicBezTo>
                    <a:pt x="1591" y="3299"/>
                    <a:pt x="1604" y="3247"/>
                    <a:pt x="1648" y="3244"/>
                  </a:cubicBezTo>
                  <a:cubicBezTo>
                    <a:pt x="1691" y="3240"/>
                    <a:pt x="1691" y="3210"/>
                    <a:pt x="1713" y="3236"/>
                  </a:cubicBezTo>
                  <a:cubicBezTo>
                    <a:pt x="1735" y="3262"/>
                    <a:pt x="1718" y="3240"/>
                    <a:pt x="1779" y="3247"/>
                  </a:cubicBezTo>
                  <a:cubicBezTo>
                    <a:pt x="1840" y="3255"/>
                    <a:pt x="1875" y="3255"/>
                    <a:pt x="1901" y="3273"/>
                  </a:cubicBezTo>
                  <a:cubicBezTo>
                    <a:pt x="1927" y="3292"/>
                    <a:pt x="1923" y="3325"/>
                    <a:pt x="1975" y="3333"/>
                  </a:cubicBezTo>
                  <a:cubicBezTo>
                    <a:pt x="2028" y="3340"/>
                    <a:pt x="2041" y="3325"/>
                    <a:pt x="2063" y="3348"/>
                  </a:cubicBezTo>
                  <a:cubicBezTo>
                    <a:pt x="2085" y="3370"/>
                    <a:pt x="2111" y="3381"/>
                    <a:pt x="2150" y="3351"/>
                  </a:cubicBezTo>
                  <a:cubicBezTo>
                    <a:pt x="2189" y="3322"/>
                    <a:pt x="2202" y="3322"/>
                    <a:pt x="2255" y="3322"/>
                  </a:cubicBezTo>
                  <a:cubicBezTo>
                    <a:pt x="2307" y="3322"/>
                    <a:pt x="2316" y="3318"/>
                    <a:pt x="2355" y="3325"/>
                  </a:cubicBezTo>
                  <a:cubicBezTo>
                    <a:pt x="2395" y="3333"/>
                    <a:pt x="2412" y="3336"/>
                    <a:pt x="2460" y="3307"/>
                  </a:cubicBezTo>
                  <a:cubicBezTo>
                    <a:pt x="2508" y="3277"/>
                    <a:pt x="2543" y="3233"/>
                    <a:pt x="2604" y="3236"/>
                  </a:cubicBezTo>
                  <a:cubicBezTo>
                    <a:pt x="2665" y="3240"/>
                    <a:pt x="2783" y="3247"/>
                    <a:pt x="2823" y="3221"/>
                  </a:cubicBezTo>
                  <a:cubicBezTo>
                    <a:pt x="2862" y="3196"/>
                    <a:pt x="2862" y="3181"/>
                    <a:pt x="2932" y="3192"/>
                  </a:cubicBezTo>
                  <a:cubicBezTo>
                    <a:pt x="3002" y="3203"/>
                    <a:pt x="3146" y="3247"/>
                    <a:pt x="3194" y="3273"/>
                  </a:cubicBezTo>
                  <a:cubicBezTo>
                    <a:pt x="3242" y="3299"/>
                    <a:pt x="3255" y="3322"/>
                    <a:pt x="3303" y="3314"/>
                  </a:cubicBezTo>
                  <a:cubicBezTo>
                    <a:pt x="3351" y="3307"/>
                    <a:pt x="3377" y="3292"/>
                    <a:pt x="3430" y="3314"/>
                  </a:cubicBezTo>
                  <a:cubicBezTo>
                    <a:pt x="3482" y="3336"/>
                    <a:pt x="3491" y="3362"/>
                    <a:pt x="3583" y="3340"/>
                  </a:cubicBezTo>
                  <a:cubicBezTo>
                    <a:pt x="3675" y="3318"/>
                    <a:pt x="3618" y="3310"/>
                    <a:pt x="3657" y="3310"/>
                  </a:cubicBezTo>
                  <a:cubicBezTo>
                    <a:pt x="3696" y="3310"/>
                    <a:pt x="3723" y="3292"/>
                    <a:pt x="3661" y="3277"/>
                  </a:cubicBezTo>
                  <a:cubicBezTo>
                    <a:pt x="3600" y="3262"/>
                    <a:pt x="3574" y="3244"/>
                    <a:pt x="3609" y="3207"/>
                  </a:cubicBezTo>
                  <a:cubicBezTo>
                    <a:pt x="3644" y="3170"/>
                    <a:pt x="3640" y="3181"/>
                    <a:pt x="3683" y="3162"/>
                  </a:cubicBezTo>
                  <a:cubicBezTo>
                    <a:pt x="3727" y="3144"/>
                    <a:pt x="3705" y="3129"/>
                    <a:pt x="3718" y="3110"/>
                  </a:cubicBezTo>
                  <a:cubicBezTo>
                    <a:pt x="3731" y="3092"/>
                    <a:pt x="3766" y="3084"/>
                    <a:pt x="3740" y="3051"/>
                  </a:cubicBezTo>
                  <a:cubicBezTo>
                    <a:pt x="3714" y="3018"/>
                    <a:pt x="3648" y="3018"/>
                    <a:pt x="3640" y="2988"/>
                  </a:cubicBezTo>
                  <a:cubicBezTo>
                    <a:pt x="3631" y="2958"/>
                    <a:pt x="3548" y="2969"/>
                    <a:pt x="3548" y="2921"/>
                  </a:cubicBezTo>
                  <a:cubicBezTo>
                    <a:pt x="3548" y="2873"/>
                    <a:pt x="3522" y="2814"/>
                    <a:pt x="3570" y="2784"/>
                  </a:cubicBezTo>
                  <a:cubicBezTo>
                    <a:pt x="3618" y="2754"/>
                    <a:pt x="3631" y="2714"/>
                    <a:pt x="3701" y="2721"/>
                  </a:cubicBezTo>
                  <a:cubicBezTo>
                    <a:pt x="3771" y="2729"/>
                    <a:pt x="3784" y="2717"/>
                    <a:pt x="3867" y="2714"/>
                  </a:cubicBezTo>
                  <a:cubicBezTo>
                    <a:pt x="3950" y="2710"/>
                    <a:pt x="3950" y="2677"/>
                    <a:pt x="4011" y="2673"/>
                  </a:cubicBezTo>
                  <a:cubicBezTo>
                    <a:pt x="4072" y="2669"/>
                    <a:pt x="4081" y="2647"/>
                    <a:pt x="4129" y="2651"/>
                  </a:cubicBezTo>
                  <a:cubicBezTo>
                    <a:pt x="4177" y="2654"/>
                    <a:pt x="4216" y="2677"/>
                    <a:pt x="4238" y="2647"/>
                  </a:cubicBezTo>
                  <a:cubicBezTo>
                    <a:pt x="4260" y="2617"/>
                    <a:pt x="4260" y="2588"/>
                    <a:pt x="4295" y="2617"/>
                  </a:cubicBezTo>
                  <a:cubicBezTo>
                    <a:pt x="4315" y="2634"/>
                    <a:pt x="4346" y="2633"/>
                    <a:pt x="4380" y="2630"/>
                  </a:cubicBezTo>
                  <a:cubicBezTo>
                    <a:pt x="4351" y="2567"/>
                    <a:pt x="4325" y="2590"/>
                    <a:pt x="4343" y="2565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271" y="2094"/>
              <a:ext cx="2249" cy="1097"/>
            </a:xfrm>
            <a:custGeom>
              <a:avLst/>
              <a:gdLst>
                <a:gd name="T0" fmla="*/ 4405 w 4857"/>
                <a:gd name="T1" fmla="*/ 1256 h 2368"/>
                <a:gd name="T2" fmla="*/ 4222 w 4857"/>
                <a:gd name="T3" fmla="*/ 1404 h 2368"/>
                <a:gd name="T4" fmla="*/ 4032 w 4857"/>
                <a:gd name="T5" fmla="*/ 1381 h 2368"/>
                <a:gd name="T6" fmla="*/ 3838 w 4857"/>
                <a:gd name="T7" fmla="*/ 1190 h 2368"/>
                <a:gd name="T8" fmla="*/ 3484 w 4857"/>
                <a:gd name="T9" fmla="*/ 1142 h 2368"/>
                <a:gd name="T10" fmla="*/ 3239 w 4857"/>
                <a:gd name="T11" fmla="*/ 1084 h 2368"/>
                <a:gd name="T12" fmla="*/ 2996 w 4857"/>
                <a:gd name="T13" fmla="*/ 984 h 2368"/>
                <a:gd name="T14" fmla="*/ 2787 w 4857"/>
                <a:gd name="T15" fmla="*/ 856 h 2368"/>
                <a:gd name="T16" fmla="*/ 2665 w 4857"/>
                <a:gd name="T17" fmla="*/ 620 h 2368"/>
                <a:gd name="T18" fmla="*/ 2737 w 4857"/>
                <a:gd name="T19" fmla="*/ 514 h 2368"/>
                <a:gd name="T20" fmla="*/ 2764 w 4857"/>
                <a:gd name="T21" fmla="*/ 339 h 2368"/>
                <a:gd name="T22" fmla="*/ 2718 w 4857"/>
                <a:gd name="T23" fmla="*/ 225 h 2368"/>
                <a:gd name="T24" fmla="*/ 2699 w 4857"/>
                <a:gd name="T25" fmla="*/ 159 h 2368"/>
                <a:gd name="T26" fmla="*/ 2219 w 4857"/>
                <a:gd name="T27" fmla="*/ 66 h 2368"/>
                <a:gd name="T28" fmla="*/ 1751 w 4857"/>
                <a:gd name="T29" fmla="*/ 170 h 2368"/>
                <a:gd name="T30" fmla="*/ 1459 w 4857"/>
                <a:gd name="T31" fmla="*/ 193 h 2368"/>
                <a:gd name="T32" fmla="*/ 1175 w 4857"/>
                <a:gd name="T33" fmla="*/ 92 h 2368"/>
                <a:gd name="T34" fmla="*/ 943 w 4857"/>
                <a:gd name="T35" fmla="*/ 170 h 2368"/>
                <a:gd name="T36" fmla="*/ 637 w 4857"/>
                <a:gd name="T37" fmla="*/ 41 h 2368"/>
                <a:gd name="T38" fmla="*/ 450 w 4857"/>
                <a:gd name="T39" fmla="*/ 267 h 2368"/>
                <a:gd name="T40" fmla="*/ 201 w 4857"/>
                <a:gd name="T41" fmla="*/ 304 h 2368"/>
                <a:gd name="T42" fmla="*/ 205 w 4857"/>
                <a:gd name="T43" fmla="*/ 493 h 2368"/>
                <a:gd name="T44" fmla="*/ 275 w 4857"/>
                <a:gd name="T45" fmla="*/ 689 h 2368"/>
                <a:gd name="T46" fmla="*/ 96 w 4857"/>
                <a:gd name="T47" fmla="*/ 678 h 2368"/>
                <a:gd name="T48" fmla="*/ 52 w 4857"/>
                <a:gd name="T49" fmla="*/ 837 h 2368"/>
                <a:gd name="T50" fmla="*/ 78 w 4857"/>
                <a:gd name="T51" fmla="*/ 975 h 2368"/>
                <a:gd name="T52" fmla="*/ 205 w 4857"/>
                <a:gd name="T53" fmla="*/ 1097 h 2368"/>
                <a:gd name="T54" fmla="*/ 406 w 4857"/>
                <a:gd name="T55" fmla="*/ 1275 h 2368"/>
                <a:gd name="T56" fmla="*/ 550 w 4857"/>
                <a:gd name="T57" fmla="*/ 1379 h 2368"/>
                <a:gd name="T58" fmla="*/ 768 w 4857"/>
                <a:gd name="T59" fmla="*/ 1445 h 2368"/>
                <a:gd name="T60" fmla="*/ 1039 w 4857"/>
                <a:gd name="T61" fmla="*/ 1731 h 2368"/>
                <a:gd name="T62" fmla="*/ 1175 w 4857"/>
                <a:gd name="T63" fmla="*/ 1809 h 2368"/>
                <a:gd name="T64" fmla="*/ 1380 w 4857"/>
                <a:gd name="T65" fmla="*/ 1923 h 2368"/>
                <a:gd name="T66" fmla="*/ 1511 w 4857"/>
                <a:gd name="T67" fmla="*/ 2012 h 2368"/>
                <a:gd name="T68" fmla="*/ 1651 w 4857"/>
                <a:gd name="T69" fmla="*/ 2105 h 2368"/>
                <a:gd name="T70" fmla="*/ 1856 w 4857"/>
                <a:gd name="T71" fmla="*/ 2164 h 2368"/>
                <a:gd name="T72" fmla="*/ 2131 w 4857"/>
                <a:gd name="T73" fmla="*/ 2172 h 2368"/>
                <a:gd name="T74" fmla="*/ 2245 w 4857"/>
                <a:gd name="T75" fmla="*/ 2316 h 2368"/>
                <a:gd name="T76" fmla="*/ 2586 w 4857"/>
                <a:gd name="T77" fmla="*/ 2127 h 2368"/>
                <a:gd name="T78" fmla="*/ 2795 w 4857"/>
                <a:gd name="T79" fmla="*/ 2227 h 2368"/>
                <a:gd name="T80" fmla="*/ 2983 w 4857"/>
                <a:gd name="T81" fmla="*/ 2309 h 2368"/>
                <a:gd name="T82" fmla="*/ 3241 w 4857"/>
                <a:gd name="T83" fmla="*/ 2268 h 2368"/>
                <a:gd name="T84" fmla="*/ 3538 w 4857"/>
                <a:gd name="T85" fmla="*/ 2101 h 2368"/>
                <a:gd name="T86" fmla="*/ 3914 w 4857"/>
                <a:gd name="T87" fmla="*/ 2057 h 2368"/>
                <a:gd name="T88" fmla="*/ 4154 w 4857"/>
                <a:gd name="T89" fmla="*/ 2001 h 2368"/>
                <a:gd name="T90" fmla="*/ 4211 w 4857"/>
                <a:gd name="T91" fmla="*/ 2094 h 2368"/>
                <a:gd name="T92" fmla="*/ 4246 w 4857"/>
                <a:gd name="T93" fmla="*/ 2220 h 2368"/>
                <a:gd name="T94" fmla="*/ 4447 w 4857"/>
                <a:gd name="T95" fmla="*/ 2220 h 2368"/>
                <a:gd name="T96" fmla="*/ 4594 w 4857"/>
                <a:gd name="T97" fmla="*/ 2315 h 2368"/>
                <a:gd name="T98" fmla="*/ 4722 w 4857"/>
                <a:gd name="T99" fmla="*/ 2268 h 2368"/>
                <a:gd name="T100" fmla="*/ 4770 w 4857"/>
                <a:gd name="T101" fmla="*/ 2072 h 2368"/>
                <a:gd name="T102" fmla="*/ 4822 w 4857"/>
                <a:gd name="T103" fmla="*/ 1820 h 2368"/>
                <a:gd name="T104" fmla="*/ 4730 w 4857"/>
                <a:gd name="T105" fmla="*/ 1564 h 2368"/>
                <a:gd name="T106" fmla="*/ 4704 w 4857"/>
                <a:gd name="T107" fmla="*/ 1367 h 2368"/>
                <a:gd name="T108" fmla="*/ 4481 w 4857"/>
                <a:gd name="T109" fmla="*/ 1186 h 2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857" h="2368">
                  <a:moveTo>
                    <a:pt x="4418" y="1148"/>
                  </a:moveTo>
                  <a:cubicBezTo>
                    <a:pt x="4385" y="1153"/>
                    <a:pt x="4402" y="1187"/>
                    <a:pt x="4415" y="1198"/>
                  </a:cubicBezTo>
                  <a:cubicBezTo>
                    <a:pt x="4428" y="1209"/>
                    <a:pt x="4418" y="1226"/>
                    <a:pt x="4405" y="1256"/>
                  </a:cubicBezTo>
                  <a:cubicBezTo>
                    <a:pt x="4392" y="1287"/>
                    <a:pt x="4392" y="1306"/>
                    <a:pt x="4366" y="1323"/>
                  </a:cubicBezTo>
                  <a:cubicBezTo>
                    <a:pt x="4339" y="1340"/>
                    <a:pt x="4343" y="1340"/>
                    <a:pt x="4303" y="1395"/>
                  </a:cubicBezTo>
                  <a:cubicBezTo>
                    <a:pt x="4264" y="1451"/>
                    <a:pt x="4244" y="1417"/>
                    <a:pt x="4222" y="1404"/>
                  </a:cubicBezTo>
                  <a:cubicBezTo>
                    <a:pt x="4199" y="1390"/>
                    <a:pt x="4199" y="1387"/>
                    <a:pt x="4166" y="1409"/>
                  </a:cubicBezTo>
                  <a:cubicBezTo>
                    <a:pt x="4133" y="1431"/>
                    <a:pt x="4127" y="1420"/>
                    <a:pt x="4104" y="1404"/>
                  </a:cubicBezTo>
                  <a:cubicBezTo>
                    <a:pt x="4081" y="1387"/>
                    <a:pt x="4068" y="1384"/>
                    <a:pt x="4032" y="1381"/>
                  </a:cubicBezTo>
                  <a:cubicBezTo>
                    <a:pt x="3995" y="1379"/>
                    <a:pt x="4012" y="1359"/>
                    <a:pt x="4002" y="1315"/>
                  </a:cubicBezTo>
                  <a:cubicBezTo>
                    <a:pt x="3992" y="1270"/>
                    <a:pt x="3943" y="1276"/>
                    <a:pt x="3920" y="1262"/>
                  </a:cubicBezTo>
                  <a:cubicBezTo>
                    <a:pt x="3897" y="1248"/>
                    <a:pt x="3881" y="1226"/>
                    <a:pt x="3838" y="1190"/>
                  </a:cubicBezTo>
                  <a:cubicBezTo>
                    <a:pt x="3796" y="1153"/>
                    <a:pt x="3740" y="1173"/>
                    <a:pt x="3701" y="1165"/>
                  </a:cubicBezTo>
                  <a:cubicBezTo>
                    <a:pt x="3661" y="1156"/>
                    <a:pt x="3648" y="1153"/>
                    <a:pt x="3609" y="1156"/>
                  </a:cubicBezTo>
                  <a:cubicBezTo>
                    <a:pt x="3570" y="1159"/>
                    <a:pt x="3537" y="1151"/>
                    <a:pt x="3484" y="1142"/>
                  </a:cubicBezTo>
                  <a:cubicBezTo>
                    <a:pt x="3432" y="1134"/>
                    <a:pt x="3435" y="1139"/>
                    <a:pt x="3393" y="1106"/>
                  </a:cubicBezTo>
                  <a:cubicBezTo>
                    <a:pt x="3350" y="1073"/>
                    <a:pt x="3344" y="1109"/>
                    <a:pt x="3301" y="1120"/>
                  </a:cubicBezTo>
                  <a:cubicBezTo>
                    <a:pt x="3258" y="1131"/>
                    <a:pt x="3258" y="1106"/>
                    <a:pt x="3239" y="1084"/>
                  </a:cubicBezTo>
                  <a:cubicBezTo>
                    <a:pt x="3219" y="1062"/>
                    <a:pt x="3193" y="1053"/>
                    <a:pt x="3173" y="1031"/>
                  </a:cubicBezTo>
                  <a:cubicBezTo>
                    <a:pt x="3154" y="1009"/>
                    <a:pt x="3111" y="1020"/>
                    <a:pt x="3078" y="1012"/>
                  </a:cubicBezTo>
                  <a:cubicBezTo>
                    <a:pt x="3045" y="1003"/>
                    <a:pt x="3016" y="1003"/>
                    <a:pt x="2996" y="984"/>
                  </a:cubicBezTo>
                  <a:cubicBezTo>
                    <a:pt x="2977" y="964"/>
                    <a:pt x="2914" y="975"/>
                    <a:pt x="2862" y="967"/>
                  </a:cubicBezTo>
                  <a:cubicBezTo>
                    <a:pt x="2810" y="959"/>
                    <a:pt x="2819" y="934"/>
                    <a:pt x="2816" y="906"/>
                  </a:cubicBezTo>
                  <a:cubicBezTo>
                    <a:pt x="2813" y="878"/>
                    <a:pt x="2806" y="875"/>
                    <a:pt x="2787" y="856"/>
                  </a:cubicBezTo>
                  <a:cubicBezTo>
                    <a:pt x="2767" y="836"/>
                    <a:pt x="2754" y="800"/>
                    <a:pt x="2747" y="773"/>
                  </a:cubicBezTo>
                  <a:cubicBezTo>
                    <a:pt x="2741" y="745"/>
                    <a:pt x="2711" y="709"/>
                    <a:pt x="2678" y="684"/>
                  </a:cubicBezTo>
                  <a:cubicBezTo>
                    <a:pt x="2646" y="659"/>
                    <a:pt x="2662" y="645"/>
                    <a:pt x="2665" y="620"/>
                  </a:cubicBezTo>
                  <a:cubicBezTo>
                    <a:pt x="2669" y="595"/>
                    <a:pt x="2656" y="564"/>
                    <a:pt x="2656" y="542"/>
                  </a:cubicBezTo>
                  <a:cubicBezTo>
                    <a:pt x="2656" y="520"/>
                    <a:pt x="2685" y="525"/>
                    <a:pt x="2708" y="533"/>
                  </a:cubicBezTo>
                  <a:cubicBezTo>
                    <a:pt x="2731" y="542"/>
                    <a:pt x="2737" y="531"/>
                    <a:pt x="2737" y="514"/>
                  </a:cubicBezTo>
                  <a:cubicBezTo>
                    <a:pt x="2737" y="497"/>
                    <a:pt x="2734" y="481"/>
                    <a:pt x="2721" y="456"/>
                  </a:cubicBezTo>
                  <a:cubicBezTo>
                    <a:pt x="2708" y="431"/>
                    <a:pt x="2734" y="420"/>
                    <a:pt x="2751" y="389"/>
                  </a:cubicBezTo>
                  <a:cubicBezTo>
                    <a:pt x="2767" y="358"/>
                    <a:pt x="2741" y="358"/>
                    <a:pt x="2764" y="339"/>
                  </a:cubicBezTo>
                  <a:cubicBezTo>
                    <a:pt x="2787" y="319"/>
                    <a:pt x="2793" y="303"/>
                    <a:pt x="2793" y="283"/>
                  </a:cubicBezTo>
                  <a:cubicBezTo>
                    <a:pt x="2793" y="264"/>
                    <a:pt x="2783" y="256"/>
                    <a:pt x="2760" y="247"/>
                  </a:cubicBezTo>
                  <a:cubicBezTo>
                    <a:pt x="2737" y="239"/>
                    <a:pt x="2728" y="247"/>
                    <a:pt x="2718" y="225"/>
                  </a:cubicBezTo>
                  <a:cubicBezTo>
                    <a:pt x="2708" y="203"/>
                    <a:pt x="2767" y="214"/>
                    <a:pt x="2787" y="186"/>
                  </a:cubicBezTo>
                  <a:cubicBezTo>
                    <a:pt x="2794" y="176"/>
                    <a:pt x="2794" y="162"/>
                    <a:pt x="2792" y="149"/>
                  </a:cubicBezTo>
                  <a:cubicBezTo>
                    <a:pt x="2760" y="144"/>
                    <a:pt x="2736" y="154"/>
                    <a:pt x="2699" y="159"/>
                  </a:cubicBezTo>
                  <a:cubicBezTo>
                    <a:pt x="2651" y="167"/>
                    <a:pt x="2638" y="144"/>
                    <a:pt x="2590" y="118"/>
                  </a:cubicBezTo>
                  <a:cubicBezTo>
                    <a:pt x="2542" y="92"/>
                    <a:pt x="2398" y="48"/>
                    <a:pt x="2328" y="37"/>
                  </a:cubicBezTo>
                  <a:cubicBezTo>
                    <a:pt x="2258" y="26"/>
                    <a:pt x="2258" y="41"/>
                    <a:pt x="2219" y="66"/>
                  </a:cubicBezTo>
                  <a:cubicBezTo>
                    <a:pt x="2179" y="92"/>
                    <a:pt x="2061" y="85"/>
                    <a:pt x="2000" y="81"/>
                  </a:cubicBezTo>
                  <a:cubicBezTo>
                    <a:pt x="1939" y="78"/>
                    <a:pt x="1904" y="122"/>
                    <a:pt x="1856" y="152"/>
                  </a:cubicBezTo>
                  <a:cubicBezTo>
                    <a:pt x="1808" y="181"/>
                    <a:pt x="1791" y="178"/>
                    <a:pt x="1751" y="170"/>
                  </a:cubicBezTo>
                  <a:cubicBezTo>
                    <a:pt x="1712" y="163"/>
                    <a:pt x="1703" y="167"/>
                    <a:pt x="1651" y="167"/>
                  </a:cubicBezTo>
                  <a:cubicBezTo>
                    <a:pt x="1598" y="167"/>
                    <a:pt x="1585" y="167"/>
                    <a:pt x="1546" y="196"/>
                  </a:cubicBezTo>
                  <a:cubicBezTo>
                    <a:pt x="1507" y="226"/>
                    <a:pt x="1481" y="215"/>
                    <a:pt x="1459" y="193"/>
                  </a:cubicBezTo>
                  <a:cubicBezTo>
                    <a:pt x="1437" y="170"/>
                    <a:pt x="1424" y="185"/>
                    <a:pt x="1371" y="178"/>
                  </a:cubicBezTo>
                  <a:cubicBezTo>
                    <a:pt x="1319" y="170"/>
                    <a:pt x="1323" y="137"/>
                    <a:pt x="1297" y="118"/>
                  </a:cubicBezTo>
                  <a:cubicBezTo>
                    <a:pt x="1271" y="100"/>
                    <a:pt x="1236" y="100"/>
                    <a:pt x="1175" y="92"/>
                  </a:cubicBezTo>
                  <a:cubicBezTo>
                    <a:pt x="1114" y="85"/>
                    <a:pt x="1131" y="107"/>
                    <a:pt x="1109" y="81"/>
                  </a:cubicBezTo>
                  <a:cubicBezTo>
                    <a:pt x="1087" y="55"/>
                    <a:pt x="1087" y="85"/>
                    <a:pt x="1044" y="89"/>
                  </a:cubicBezTo>
                  <a:cubicBezTo>
                    <a:pt x="1000" y="92"/>
                    <a:pt x="987" y="144"/>
                    <a:pt x="943" y="170"/>
                  </a:cubicBezTo>
                  <a:cubicBezTo>
                    <a:pt x="900" y="196"/>
                    <a:pt x="878" y="159"/>
                    <a:pt x="856" y="126"/>
                  </a:cubicBezTo>
                  <a:cubicBezTo>
                    <a:pt x="834" y="92"/>
                    <a:pt x="755" y="104"/>
                    <a:pt x="720" y="100"/>
                  </a:cubicBezTo>
                  <a:cubicBezTo>
                    <a:pt x="686" y="96"/>
                    <a:pt x="681" y="81"/>
                    <a:pt x="637" y="41"/>
                  </a:cubicBezTo>
                  <a:cubicBezTo>
                    <a:pt x="594" y="0"/>
                    <a:pt x="611" y="81"/>
                    <a:pt x="576" y="115"/>
                  </a:cubicBezTo>
                  <a:cubicBezTo>
                    <a:pt x="541" y="148"/>
                    <a:pt x="489" y="181"/>
                    <a:pt x="480" y="211"/>
                  </a:cubicBezTo>
                  <a:cubicBezTo>
                    <a:pt x="471" y="241"/>
                    <a:pt x="476" y="248"/>
                    <a:pt x="450" y="267"/>
                  </a:cubicBezTo>
                  <a:cubicBezTo>
                    <a:pt x="423" y="285"/>
                    <a:pt x="388" y="281"/>
                    <a:pt x="345" y="263"/>
                  </a:cubicBezTo>
                  <a:cubicBezTo>
                    <a:pt x="325" y="255"/>
                    <a:pt x="297" y="249"/>
                    <a:pt x="271" y="244"/>
                  </a:cubicBezTo>
                  <a:cubicBezTo>
                    <a:pt x="276" y="263"/>
                    <a:pt x="238" y="283"/>
                    <a:pt x="201" y="304"/>
                  </a:cubicBezTo>
                  <a:cubicBezTo>
                    <a:pt x="153" y="330"/>
                    <a:pt x="214" y="352"/>
                    <a:pt x="236" y="374"/>
                  </a:cubicBezTo>
                  <a:cubicBezTo>
                    <a:pt x="257" y="396"/>
                    <a:pt x="236" y="411"/>
                    <a:pt x="201" y="422"/>
                  </a:cubicBezTo>
                  <a:cubicBezTo>
                    <a:pt x="166" y="433"/>
                    <a:pt x="170" y="467"/>
                    <a:pt x="205" y="493"/>
                  </a:cubicBezTo>
                  <a:cubicBezTo>
                    <a:pt x="240" y="519"/>
                    <a:pt x="231" y="530"/>
                    <a:pt x="262" y="545"/>
                  </a:cubicBezTo>
                  <a:cubicBezTo>
                    <a:pt x="292" y="559"/>
                    <a:pt x="284" y="578"/>
                    <a:pt x="262" y="597"/>
                  </a:cubicBezTo>
                  <a:cubicBezTo>
                    <a:pt x="240" y="615"/>
                    <a:pt x="275" y="641"/>
                    <a:pt x="275" y="689"/>
                  </a:cubicBezTo>
                  <a:cubicBezTo>
                    <a:pt x="275" y="737"/>
                    <a:pt x="227" y="715"/>
                    <a:pt x="205" y="708"/>
                  </a:cubicBezTo>
                  <a:cubicBezTo>
                    <a:pt x="183" y="700"/>
                    <a:pt x="174" y="723"/>
                    <a:pt x="144" y="730"/>
                  </a:cubicBezTo>
                  <a:cubicBezTo>
                    <a:pt x="113" y="737"/>
                    <a:pt x="105" y="708"/>
                    <a:pt x="96" y="678"/>
                  </a:cubicBezTo>
                  <a:cubicBezTo>
                    <a:pt x="87" y="648"/>
                    <a:pt x="43" y="652"/>
                    <a:pt x="22" y="671"/>
                  </a:cubicBezTo>
                  <a:cubicBezTo>
                    <a:pt x="0" y="689"/>
                    <a:pt x="13" y="730"/>
                    <a:pt x="26" y="756"/>
                  </a:cubicBezTo>
                  <a:cubicBezTo>
                    <a:pt x="39" y="782"/>
                    <a:pt x="65" y="811"/>
                    <a:pt x="52" y="837"/>
                  </a:cubicBezTo>
                  <a:cubicBezTo>
                    <a:pt x="39" y="863"/>
                    <a:pt x="30" y="867"/>
                    <a:pt x="52" y="900"/>
                  </a:cubicBezTo>
                  <a:cubicBezTo>
                    <a:pt x="74" y="934"/>
                    <a:pt x="35" y="938"/>
                    <a:pt x="39" y="960"/>
                  </a:cubicBezTo>
                  <a:cubicBezTo>
                    <a:pt x="43" y="982"/>
                    <a:pt x="70" y="989"/>
                    <a:pt x="78" y="975"/>
                  </a:cubicBezTo>
                  <a:cubicBezTo>
                    <a:pt x="87" y="960"/>
                    <a:pt x="109" y="967"/>
                    <a:pt x="122" y="978"/>
                  </a:cubicBezTo>
                  <a:cubicBezTo>
                    <a:pt x="135" y="989"/>
                    <a:pt x="148" y="1049"/>
                    <a:pt x="153" y="1071"/>
                  </a:cubicBezTo>
                  <a:cubicBezTo>
                    <a:pt x="157" y="1093"/>
                    <a:pt x="188" y="1112"/>
                    <a:pt x="205" y="1097"/>
                  </a:cubicBezTo>
                  <a:cubicBezTo>
                    <a:pt x="222" y="1082"/>
                    <a:pt x="244" y="1112"/>
                    <a:pt x="266" y="1138"/>
                  </a:cubicBezTo>
                  <a:cubicBezTo>
                    <a:pt x="288" y="1164"/>
                    <a:pt x="327" y="1201"/>
                    <a:pt x="340" y="1230"/>
                  </a:cubicBezTo>
                  <a:cubicBezTo>
                    <a:pt x="354" y="1260"/>
                    <a:pt x="406" y="1264"/>
                    <a:pt x="406" y="1275"/>
                  </a:cubicBezTo>
                  <a:cubicBezTo>
                    <a:pt x="406" y="1286"/>
                    <a:pt x="445" y="1304"/>
                    <a:pt x="467" y="1327"/>
                  </a:cubicBezTo>
                  <a:cubicBezTo>
                    <a:pt x="489" y="1349"/>
                    <a:pt x="493" y="1342"/>
                    <a:pt x="493" y="1390"/>
                  </a:cubicBezTo>
                  <a:cubicBezTo>
                    <a:pt x="493" y="1438"/>
                    <a:pt x="541" y="1397"/>
                    <a:pt x="550" y="1379"/>
                  </a:cubicBezTo>
                  <a:cubicBezTo>
                    <a:pt x="559" y="1360"/>
                    <a:pt x="611" y="1345"/>
                    <a:pt x="637" y="1319"/>
                  </a:cubicBezTo>
                  <a:cubicBezTo>
                    <a:pt x="664" y="1293"/>
                    <a:pt x="672" y="1356"/>
                    <a:pt x="694" y="1390"/>
                  </a:cubicBezTo>
                  <a:cubicBezTo>
                    <a:pt x="716" y="1423"/>
                    <a:pt x="729" y="1397"/>
                    <a:pt x="768" y="1445"/>
                  </a:cubicBezTo>
                  <a:cubicBezTo>
                    <a:pt x="808" y="1493"/>
                    <a:pt x="812" y="1464"/>
                    <a:pt x="856" y="1505"/>
                  </a:cubicBezTo>
                  <a:cubicBezTo>
                    <a:pt x="900" y="1545"/>
                    <a:pt x="939" y="1564"/>
                    <a:pt x="974" y="1582"/>
                  </a:cubicBezTo>
                  <a:cubicBezTo>
                    <a:pt x="1009" y="1601"/>
                    <a:pt x="1017" y="1694"/>
                    <a:pt x="1039" y="1731"/>
                  </a:cubicBezTo>
                  <a:cubicBezTo>
                    <a:pt x="1061" y="1768"/>
                    <a:pt x="1109" y="1723"/>
                    <a:pt x="1135" y="1690"/>
                  </a:cubicBezTo>
                  <a:cubicBezTo>
                    <a:pt x="1162" y="1657"/>
                    <a:pt x="1170" y="1712"/>
                    <a:pt x="1170" y="1723"/>
                  </a:cubicBezTo>
                  <a:cubicBezTo>
                    <a:pt x="1170" y="1734"/>
                    <a:pt x="1175" y="1783"/>
                    <a:pt x="1175" y="1809"/>
                  </a:cubicBezTo>
                  <a:cubicBezTo>
                    <a:pt x="1175" y="1834"/>
                    <a:pt x="1236" y="1849"/>
                    <a:pt x="1271" y="1860"/>
                  </a:cubicBezTo>
                  <a:cubicBezTo>
                    <a:pt x="1306" y="1872"/>
                    <a:pt x="1310" y="1905"/>
                    <a:pt x="1358" y="1901"/>
                  </a:cubicBezTo>
                  <a:cubicBezTo>
                    <a:pt x="1406" y="1897"/>
                    <a:pt x="1389" y="1912"/>
                    <a:pt x="1380" y="1923"/>
                  </a:cubicBezTo>
                  <a:cubicBezTo>
                    <a:pt x="1371" y="1935"/>
                    <a:pt x="1398" y="1957"/>
                    <a:pt x="1398" y="1972"/>
                  </a:cubicBezTo>
                  <a:cubicBezTo>
                    <a:pt x="1398" y="1986"/>
                    <a:pt x="1441" y="2001"/>
                    <a:pt x="1459" y="1990"/>
                  </a:cubicBezTo>
                  <a:cubicBezTo>
                    <a:pt x="1476" y="1979"/>
                    <a:pt x="1494" y="1998"/>
                    <a:pt x="1511" y="2012"/>
                  </a:cubicBezTo>
                  <a:cubicBezTo>
                    <a:pt x="1529" y="2027"/>
                    <a:pt x="1559" y="2023"/>
                    <a:pt x="1555" y="2061"/>
                  </a:cubicBezTo>
                  <a:cubicBezTo>
                    <a:pt x="1594" y="2142"/>
                    <a:pt x="1598" y="2094"/>
                    <a:pt x="1612" y="2072"/>
                  </a:cubicBezTo>
                  <a:cubicBezTo>
                    <a:pt x="1625" y="2049"/>
                    <a:pt x="1633" y="2075"/>
                    <a:pt x="1651" y="2105"/>
                  </a:cubicBezTo>
                  <a:cubicBezTo>
                    <a:pt x="1668" y="2135"/>
                    <a:pt x="1725" y="2094"/>
                    <a:pt x="1747" y="2079"/>
                  </a:cubicBezTo>
                  <a:cubicBezTo>
                    <a:pt x="1769" y="2064"/>
                    <a:pt x="1782" y="2101"/>
                    <a:pt x="1786" y="2116"/>
                  </a:cubicBezTo>
                  <a:cubicBezTo>
                    <a:pt x="1791" y="2131"/>
                    <a:pt x="1843" y="2142"/>
                    <a:pt x="1856" y="2164"/>
                  </a:cubicBezTo>
                  <a:cubicBezTo>
                    <a:pt x="1869" y="2187"/>
                    <a:pt x="1895" y="2187"/>
                    <a:pt x="1948" y="2172"/>
                  </a:cubicBezTo>
                  <a:cubicBezTo>
                    <a:pt x="2000" y="2157"/>
                    <a:pt x="1992" y="2190"/>
                    <a:pt x="2040" y="2194"/>
                  </a:cubicBezTo>
                  <a:cubicBezTo>
                    <a:pt x="2088" y="2198"/>
                    <a:pt x="2079" y="2172"/>
                    <a:pt x="2131" y="2172"/>
                  </a:cubicBezTo>
                  <a:cubicBezTo>
                    <a:pt x="2184" y="2172"/>
                    <a:pt x="2179" y="2172"/>
                    <a:pt x="2214" y="2146"/>
                  </a:cubicBezTo>
                  <a:cubicBezTo>
                    <a:pt x="2249" y="2120"/>
                    <a:pt x="2267" y="2168"/>
                    <a:pt x="2284" y="2205"/>
                  </a:cubicBezTo>
                  <a:cubicBezTo>
                    <a:pt x="2302" y="2242"/>
                    <a:pt x="2241" y="2264"/>
                    <a:pt x="2245" y="2316"/>
                  </a:cubicBezTo>
                  <a:cubicBezTo>
                    <a:pt x="2249" y="2368"/>
                    <a:pt x="2337" y="2283"/>
                    <a:pt x="2350" y="2264"/>
                  </a:cubicBezTo>
                  <a:cubicBezTo>
                    <a:pt x="2363" y="2246"/>
                    <a:pt x="2420" y="2194"/>
                    <a:pt x="2446" y="2164"/>
                  </a:cubicBezTo>
                  <a:cubicBezTo>
                    <a:pt x="2472" y="2135"/>
                    <a:pt x="2542" y="2142"/>
                    <a:pt x="2586" y="2127"/>
                  </a:cubicBezTo>
                  <a:cubicBezTo>
                    <a:pt x="2629" y="2112"/>
                    <a:pt x="2647" y="2153"/>
                    <a:pt x="2660" y="2175"/>
                  </a:cubicBezTo>
                  <a:cubicBezTo>
                    <a:pt x="2673" y="2198"/>
                    <a:pt x="2664" y="2198"/>
                    <a:pt x="2704" y="2198"/>
                  </a:cubicBezTo>
                  <a:cubicBezTo>
                    <a:pt x="2743" y="2198"/>
                    <a:pt x="2773" y="2205"/>
                    <a:pt x="2795" y="2227"/>
                  </a:cubicBezTo>
                  <a:cubicBezTo>
                    <a:pt x="2817" y="2250"/>
                    <a:pt x="2861" y="2246"/>
                    <a:pt x="2874" y="2224"/>
                  </a:cubicBezTo>
                  <a:cubicBezTo>
                    <a:pt x="2887" y="2201"/>
                    <a:pt x="2922" y="2227"/>
                    <a:pt x="2966" y="2253"/>
                  </a:cubicBezTo>
                  <a:cubicBezTo>
                    <a:pt x="3009" y="2279"/>
                    <a:pt x="2974" y="2287"/>
                    <a:pt x="2983" y="2309"/>
                  </a:cubicBezTo>
                  <a:cubicBezTo>
                    <a:pt x="2992" y="2331"/>
                    <a:pt x="3057" y="2339"/>
                    <a:pt x="3071" y="2316"/>
                  </a:cubicBezTo>
                  <a:cubicBezTo>
                    <a:pt x="3084" y="2294"/>
                    <a:pt x="3114" y="2305"/>
                    <a:pt x="3140" y="2320"/>
                  </a:cubicBezTo>
                  <a:cubicBezTo>
                    <a:pt x="3167" y="2335"/>
                    <a:pt x="3223" y="2305"/>
                    <a:pt x="3241" y="2268"/>
                  </a:cubicBezTo>
                  <a:cubicBezTo>
                    <a:pt x="3258" y="2231"/>
                    <a:pt x="3237" y="2227"/>
                    <a:pt x="3285" y="2220"/>
                  </a:cubicBezTo>
                  <a:cubicBezTo>
                    <a:pt x="3333" y="2213"/>
                    <a:pt x="3341" y="2179"/>
                    <a:pt x="3376" y="2138"/>
                  </a:cubicBezTo>
                  <a:cubicBezTo>
                    <a:pt x="3411" y="2098"/>
                    <a:pt x="3481" y="2112"/>
                    <a:pt x="3538" y="2101"/>
                  </a:cubicBezTo>
                  <a:cubicBezTo>
                    <a:pt x="3595" y="2090"/>
                    <a:pt x="3630" y="2038"/>
                    <a:pt x="3700" y="1990"/>
                  </a:cubicBezTo>
                  <a:cubicBezTo>
                    <a:pt x="3769" y="1942"/>
                    <a:pt x="3796" y="2005"/>
                    <a:pt x="3813" y="2016"/>
                  </a:cubicBezTo>
                  <a:cubicBezTo>
                    <a:pt x="3831" y="2027"/>
                    <a:pt x="3887" y="2031"/>
                    <a:pt x="3914" y="2057"/>
                  </a:cubicBezTo>
                  <a:cubicBezTo>
                    <a:pt x="3940" y="2083"/>
                    <a:pt x="3949" y="2035"/>
                    <a:pt x="3975" y="2009"/>
                  </a:cubicBezTo>
                  <a:cubicBezTo>
                    <a:pt x="4001" y="1983"/>
                    <a:pt x="4023" y="1975"/>
                    <a:pt x="4058" y="1960"/>
                  </a:cubicBezTo>
                  <a:cubicBezTo>
                    <a:pt x="4093" y="1946"/>
                    <a:pt x="4132" y="1975"/>
                    <a:pt x="4154" y="2001"/>
                  </a:cubicBezTo>
                  <a:cubicBezTo>
                    <a:pt x="4176" y="2027"/>
                    <a:pt x="4132" y="2027"/>
                    <a:pt x="4119" y="2061"/>
                  </a:cubicBezTo>
                  <a:cubicBezTo>
                    <a:pt x="4106" y="2094"/>
                    <a:pt x="4154" y="2086"/>
                    <a:pt x="4167" y="2064"/>
                  </a:cubicBezTo>
                  <a:cubicBezTo>
                    <a:pt x="4180" y="2042"/>
                    <a:pt x="4202" y="2064"/>
                    <a:pt x="4211" y="2094"/>
                  </a:cubicBezTo>
                  <a:cubicBezTo>
                    <a:pt x="4219" y="2124"/>
                    <a:pt x="4228" y="2127"/>
                    <a:pt x="4206" y="2150"/>
                  </a:cubicBezTo>
                  <a:cubicBezTo>
                    <a:pt x="4184" y="2172"/>
                    <a:pt x="4167" y="2168"/>
                    <a:pt x="4158" y="2205"/>
                  </a:cubicBezTo>
                  <a:cubicBezTo>
                    <a:pt x="4149" y="2242"/>
                    <a:pt x="4228" y="2205"/>
                    <a:pt x="4246" y="2220"/>
                  </a:cubicBezTo>
                  <a:cubicBezTo>
                    <a:pt x="4263" y="2235"/>
                    <a:pt x="4285" y="2253"/>
                    <a:pt x="4320" y="2250"/>
                  </a:cubicBezTo>
                  <a:cubicBezTo>
                    <a:pt x="4355" y="2246"/>
                    <a:pt x="4346" y="2242"/>
                    <a:pt x="4385" y="2268"/>
                  </a:cubicBezTo>
                  <a:cubicBezTo>
                    <a:pt x="4425" y="2294"/>
                    <a:pt x="4425" y="2246"/>
                    <a:pt x="4447" y="2220"/>
                  </a:cubicBezTo>
                  <a:cubicBezTo>
                    <a:pt x="4468" y="2194"/>
                    <a:pt x="4495" y="2209"/>
                    <a:pt x="4508" y="2235"/>
                  </a:cubicBezTo>
                  <a:cubicBezTo>
                    <a:pt x="4521" y="2261"/>
                    <a:pt x="4530" y="2250"/>
                    <a:pt x="4564" y="2272"/>
                  </a:cubicBezTo>
                  <a:cubicBezTo>
                    <a:pt x="4585" y="2285"/>
                    <a:pt x="4590" y="2296"/>
                    <a:pt x="4594" y="2315"/>
                  </a:cubicBezTo>
                  <a:cubicBezTo>
                    <a:pt x="4599" y="2309"/>
                    <a:pt x="4605" y="2302"/>
                    <a:pt x="4613" y="2294"/>
                  </a:cubicBezTo>
                  <a:cubicBezTo>
                    <a:pt x="4656" y="2246"/>
                    <a:pt x="4639" y="2290"/>
                    <a:pt x="4674" y="2305"/>
                  </a:cubicBezTo>
                  <a:cubicBezTo>
                    <a:pt x="4709" y="2320"/>
                    <a:pt x="4717" y="2301"/>
                    <a:pt x="4722" y="2268"/>
                  </a:cubicBezTo>
                  <a:cubicBezTo>
                    <a:pt x="4726" y="2235"/>
                    <a:pt x="4713" y="2183"/>
                    <a:pt x="4713" y="2142"/>
                  </a:cubicBezTo>
                  <a:cubicBezTo>
                    <a:pt x="4713" y="2101"/>
                    <a:pt x="4726" y="2124"/>
                    <a:pt x="4770" y="2112"/>
                  </a:cubicBezTo>
                  <a:cubicBezTo>
                    <a:pt x="4813" y="2101"/>
                    <a:pt x="4770" y="2112"/>
                    <a:pt x="4770" y="2072"/>
                  </a:cubicBezTo>
                  <a:cubicBezTo>
                    <a:pt x="4770" y="2031"/>
                    <a:pt x="4796" y="2053"/>
                    <a:pt x="4827" y="2035"/>
                  </a:cubicBezTo>
                  <a:cubicBezTo>
                    <a:pt x="4857" y="2016"/>
                    <a:pt x="4827" y="2001"/>
                    <a:pt x="4818" y="1968"/>
                  </a:cubicBezTo>
                  <a:cubicBezTo>
                    <a:pt x="4809" y="1935"/>
                    <a:pt x="4827" y="1857"/>
                    <a:pt x="4822" y="1820"/>
                  </a:cubicBezTo>
                  <a:cubicBezTo>
                    <a:pt x="4818" y="1783"/>
                    <a:pt x="4822" y="1771"/>
                    <a:pt x="4818" y="1731"/>
                  </a:cubicBezTo>
                  <a:cubicBezTo>
                    <a:pt x="4813" y="1690"/>
                    <a:pt x="4796" y="1660"/>
                    <a:pt x="4792" y="1631"/>
                  </a:cubicBezTo>
                  <a:cubicBezTo>
                    <a:pt x="4787" y="1601"/>
                    <a:pt x="4752" y="1594"/>
                    <a:pt x="4730" y="1564"/>
                  </a:cubicBezTo>
                  <a:cubicBezTo>
                    <a:pt x="4709" y="1534"/>
                    <a:pt x="4744" y="1542"/>
                    <a:pt x="4792" y="1531"/>
                  </a:cubicBezTo>
                  <a:cubicBezTo>
                    <a:pt x="4840" y="1519"/>
                    <a:pt x="4774" y="1475"/>
                    <a:pt x="4744" y="1449"/>
                  </a:cubicBezTo>
                  <a:cubicBezTo>
                    <a:pt x="4713" y="1423"/>
                    <a:pt x="4709" y="1408"/>
                    <a:pt x="4704" y="1367"/>
                  </a:cubicBezTo>
                  <a:cubicBezTo>
                    <a:pt x="4700" y="1327"/>
                    <a:pt x="4656" y="1312"/>
                    <a:pt x="4647" y="1264"/>
                  </a:cubicBezTo>
                  <a:cubicBezTo>
                    <a:pt x="4639" y="1215"/>
                    <a:pt x="4608" y="1230"/>
                    <a:pt x="4582" y="1227"/>
                  </a:cubicBezTo>
                  <a:cubicBezTo>
                    <a:pt x="4556" y="1223"/>
                    <a:pt x="4516" y="1193"/>
                    <a:pt x="4481" y="1186"/>
                  </a:cubicBezTo>
                  <a:cubicBezTo>
                    <a:pt x="4454" y="1180"/>
                    <a:pt x="4462" y="1168"/>
                    <a:pt x="4478" y="1157"/>
                  </a:cubicBezTo>
                  <a:cubicBezTo>
                    <a:pt x="4460" y="1150"/>
                    <a:pt x="4440" y="1144"/>
                    <a:pt x="4418" y="1148"/>
                  </a:cubicBezTo>
                  <a:close/>
                </a:path>
              </a:pathLst>
            </a:custGeom>
            <a:grpFill/>
            <a:ln w="3175" cap="rnd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6" name="Freeform 8"/>
            <p:cNvSpPr>
              <a:spLocks/>
            </p:cNvSpPr>
            <p:nvPr/>
          </p:nvSpPr>
          <p:spPr bwMode="auto">
            <a:xfrm>
              <a:off x="1496" y="1832"/>
              <a:ext cx="1455" cy="934"/>
            </a:xfrm>
            <a:custGeom>
              <a:avLst/>
              <a:gdLst>
                <a:gd name="T0" fmla="*/ 3054 w 3142"/>
                <a:gd name="T1" fmla="*/ 771 h 2018"/>
                <a:gd name="T2" fmla="*/ 2993 w 3142"/>
                <a:gd name="T3" fmla="*/ 656 h 2018"/>
                <a:gd name="T4" fmla="*/ 2875 w 3142"/>
                <a:gd name="T5" fmla="*/ 478 h 2018"/>
                <a:gd name="T6" fmla="*/ 2652 w 3142"/>
                <a:gd name="T7" fmla="*/ 396 h 2018"/>
                <a:gd name="T8" fmla="*/ 2460 w 3142"/>
                <a:gd name="T9" fmla="*/ 204 h 2018"/>
                <a:gd name="T10" fmla="*/ 2298 w 3142"/>
                <a:gd name="T11" fmla="*/ 200 h 2018"/>
                <a:gd name="T12" fmla="*/ 2023 w 3142"/>
                <a:gd name="T13" fmla="*/ 152 h 2018"/>
                <a:gd name="T14" fmla="*/ 1700 w 3142"/>
                <a:gd name="T15" fmla="*/ 185 h 2018"/>
                <a:gd name="T16" fmla="*/ 1482 w 3142"/>
                <a:gd name="T17" fmla="*/ 118 h 2018"/>
                <a:gd name="T18" fmla="*/ 1206 w 3142"/>
                <a:gd name="T19" fmla="*/ 40 h 2018"/>
                <a:gd name="T20" fmla="*/ 988 w 3142"/>
                <a:gd name="T21" fmla="*/ 59 h 2018"/>
                <a:gd name="T22" fmla="*/ 761 w 3142"/>
                <a:gd name="T23" fmla="*/ 85 h 2018"/>
                <a:gd name="T24" fmla="*/ 451 w 3142"/>
                <a:gd name="T25" fmla="*/ 133 h 2018"/>
                <a:gd name="T26" fmla="*/ 298 w 3142"/>
                <a:gd name="T27" fmla="*/ 333 h 2018"/>
                <a:gd name="T28" fmla="*/ 490 w 3142"/>
                <a:gd name="T29" fmla="*/ 463 h 2018"/>
                <a:gd name="T30" fmla="*/ 433 w 3142"/>
                <a:gd name="T31" fmla="*/ 574 h 2018"/>
                <a:gd name="T32" fmla="*/ 411 w 3142"/>
                <a:gd name="T33" fmla="*/ 689 h 2018"/>
                <a:gd name="T34" fmla="*/ 333 w 3142"/>
                <a:gd name="T35" fmla="*/ 752 h 2018"/>
                <a:gd name="T36" fmla="*/ 146 w 3142"/>
                <a:gd name="T37" fmla="*/ 716 h 2018"/>
                <a:gd name="T38" fmla="*/ 72 w 3142"/>
                <a:gd name="T39" fmla="*/ 792 h 2018"/>
                <a:gd name="T40" fmla="*/ 147 w 3142"/>
                <a:gd name="T41" fmla="*/ 850 h 2018"/>
                <a:gd name="T42" fmla="*/ 105 w 3142"/>
                <a:gd name="T43" fmla="*/ 956 h 2018"/>
                <a:gd name="T44" fmla="*/ 91 w 3142"/>
                <a:gd name="T45" fmla="*/ 1081 h 2018"/>
                <a:gd name="T46" fmla="*/ 10 w 3142"/>
                <a:gd name="T47" fmla="*/ 1109 h 2018"/>
                <a:gd name="T48" fmla="*/ 32 w 3142"/>
                <a:gd name="T49" fmla="*/ 1251 h 2018"/>
                <a:gd name="T50" fmla="*/ 141 w 3142"/>
                <a:gd name="T51" fmla="*/ 1423 h 2018"/>
                <a:gd name="T52" fmla="*/ 216 w 3142"/>
                <a:gd name="T53" fmla="*/ 1534 h 2018"/>
                <a:gd name="T54" fmla="*/ 432 w 3142"/>
                <a:gd name="T55" fmla="*/ 1579 h 2018"/>
                <a:gd name="T56" fmla="*/ 593 w 3142"/>
                <a:gd name="T57" fmla="*/ 1651 h 2018"/>
                <a:gd name="T58" fmla="*/ 747 w 3142"/>
                <a:gd name="T59" fmla="*/ 1673 h 2018"/>
                <a:gd name="T60" fmla="*/ 963 w 3142"/>
                <a:gd name="T61" fmla="*/ 1723 h 2018"/>
                <a:gd name="T62" fmla="*/ 1192 w 3142"/>
                <a:gd name="T63" fmla="*/ 1757 h 2018"/>
                <a:gd name="T64" fmla="*/ 1356 w 3142"/>
                <a:gd name="T65" fmla="*/ 1882 h 2018"/>
                <a:gd name="T66" fmla="*/ 1458 w 3142"/>
                <a:gd name="T67" fmla="*/ 1971 h 2018"/>
                <a:gd name="T68" fmla="*/ 1576 w 3142"/>
                <a:gd name="T69" fmla="*/ 1971 h 2018"/>
                <a:gd name="T70" fmla="*/ 1720 w 3142"/>
                <a:gd name="T71" fmla="*/ 1890 h 2018"/>
                <a:gd name="T72" fmla="*/ 1769 w 3142"/>
                <a:gd name="T73" fmla="*/ 1765 h 2018"/>
                <a:gd name="T74" fmla="*/ 1832 w 3142"/>
                <a:gd name="T75" fmla="*/ 1724 h 2018"/>
                <a:gd name="T76" fmla="*/ 1853 w 3142"/>
                <a:gd name="T77" fmla="*/ 1631 h 2018"/>
                <a:gd name="T78" fmla="*/ 2036 w 3142"/>
                <a:gd name="T79" fmla="*/ 1586 h 2018"/>
                <a:gd name="T80" fmla="*/ 2189 w 3142"/>
                <a:gd name="T81" fmla="*/ 1597 h 2018"/>
                <a:gd name="T82" fmla="*/ 2347 w 3142"/>
                <a:gd name="T83" fmla="*/ 1597 h 2018"/>
                <a:gd name="T84" fmla="*/ 2499 w 3142"/>
                <a:gd name="T85" fmla="*/ 1738 h 2018"/>
                <a:gd name="T86" fmla="*/ 2661 w 3142"/>
                <a:gd name="T87" fmla="*/ 1686 h 2018"/>
                <a:gd name="T88" fmla="*/ 2805 w 3142"/>
                <a:gd name="T89" fmla="*/ 1649 h 2018"/>
                <a:gd name="T90" fmla="*/ 2949 w 3142"/>
                <a:gd name="T91" fmla="*/ 1656 h 2018"/>
                <a:gd name="T92" fmla="*/ 3011 w 3142"/>
                <a:gd name="T93" fmla="*/ 1530 h 2018"/>
                <a:gd name="T94" fmla="*/ 2831 w 3142"/>
                <a:gd name="T95" fmla="*/ 1441 h 2018"/>
                <a:gd name="T96" fmla="*/ 2661 w 3142"/>
                <a:gd name="T97" fmla="*/ 1323 h 2018"/>
                <a:gd name="T98" fmla="*/ 2818 w 3142"/>
                <a:gd name="T99" fmla="*/ 1382 h 2018"/>
                <a:gd name="T100" fmla="*/ 2884 w 3142"/>
                <a:gd name="T101" fmla="*/ 1234 h 2018"/>
                <a:gd name="T102" fmla="*/ 2976 w 3142"/>
                <a:gd name="T103" fmla="*/ 1115 h 2018"/>
                <a:gd name="T104" fmla="*/ 3032 w 3142"/>
                <a:gd name="T105" fmla="*/ 1026 h 2018"/>
                <a:gd name="T106" fmla="*/ 3089 w 3142"/>
                <a:gd name="T107" fmla="*/ 997 h 2018"/>
                <a:gd name="T108" fmla="*/ 3085 w 3142"/>
                <a:gd name="T109" fmla="*/ 823 h 2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42" h="2018">
                  <a:moveTo>
                    <a:pt x="3085" y="823"/>
                  </a:moveTo>
                  <a:cubicBezTo>
                    <a:pt x="3054" y="797"/>
                    <a:pt x="3054" y="789"/>
                    <a:pt x="3054" y="771"/>
                  </a:cubicBezTo>
                  <a:cubicBezTo>
                    <a:pt x="3054" y="752"/>
                    <a:pt x="3063" y="726"/>
                    <a:pt x="3032" y="708"/>
                  </a:cubicBezTo>
                  <a:cubicBezTo>
                    <a:pt x="2962" y="682"/>
                    <a:pt x="2976" y="678"/>
                    <a:pt x="2993" y="656"/>
                  </a:cubicBezTo>
                  <a:cubicBezTo>
                    <a:pt x="3011" y="633"/>
                    <a:pt x="2980" y="604"/>
                    <a:pt x="2971" y="574"/>
                  </a:cubicBezTo>
                  <a:cubicBezTo>
                    <a:pt x="2962" y="545"/>
                    <a:pt x="2901" y="530"/>
                    <a:pt x="2875" y="478"/>
                  </a:cubicBezTo>
                  <a:cubicBezTo>
                    <a:pt x="2849" y="426"/>
                    <a:pt x="2796" y="489"/>
                    <a:pt x="2762" y="496"/>
                  </a:cubicBezTo>
                  <a:cubicBezTo>
                    <a:pt x="2727" y="504"/>
                    <a:pt x="2679" y="426"/>
                    <a:pt x="2652" y="396"/>
                  </a:cubicBezTo>
                  <a:cubicBezTo>
                    <a:pt x="2626" y="367"/>
                    <a:pt x="2547" y="348"/>
                    <a:pt x="2499" y="330"/>
                  </a:cubicBezTo>
                  <a:cubicBezTo>
                    <a:pt x="2451" y="311"/>
                    <a:pt x="2464" y="244"/>
                    <a:pt x="2460" y="204"/>
                  </a:cubicBezTo>
                  <a:cubicBezTo>
                    <a:pt x="2456" y="163"/>
                    <a:pt x="2403" y="207"/>
                    <a:pt x="2360" y="226"/>
                  </a:cubicBezTo>
                  <a:cubicBezTo>
                    <a:pt x="2316" y="244"/>
                    <a:pt x="2303" y="229"/>
                    <a:pt x="2298" y="200"/>
                  </a:cubicBezTo>
                  <a:cubicBezTo>
                    <a:pt x="2294" y="170"/>
                    <a:pt x="2224" y="170"/>
                    <a:pt x="2141" y="126"/>
                  </a:cubicBezTo>
                  <a:cubicBezTo>
                    <a:pt x="2058" y="81"/>
                    <a:pt x="2050" y="122"/>
                    <a:pt x="2023" y="152"/>
                  </a:cubicBezTo>
                  <a:cubicBezTo>
                    <a:pt x="1997" y="181"/>
                    <a:pt x="1910" y="144"/>
                    <a:pt x="1844" y="133"/>
                  </a:cubicBezTo>
                  <a:cubicBezTo>
                    <a:pt x="1779" y="122"/>
                    <a:pt x="1770" y="159"/>
                    <a:pt x="1700" y="185"/>
                  </a:cubicBezTo>
                  <a:cubicBezTo>
                    <a:pt x="1630" y="211"/>
                    <a:pt x="1639" y="215"/>
                    <a:pt x="1595" y="207"/>
                  </a:cubicBezTo>
                  <a:cubicBezTo>
                    <a:pt x="1552" y="200"/>
                    <a:pt x="1517" y="166"/>
                    <a:pt x="1482" y="118"/>
                  </a:cubicBezTo>
                  <a:cubicBezTo>
                    <a:pt x="1447" y="70"/>
                    <a:pt x="1420" y="96"/>
                    <a:pt x="1368" y="92"/>
                  </a:cubicBezTo>
                  <a:cubicBezTo>
                    <a:pt x="1316" y="89"/>
                    <a:pt x="1263" y="48"/>
                    <a:pt x="1206" y="40"/>
                  </a:cubicBezTo>
                  <a:cubicBezTo>
                    <a:pt x="1150" y="33"/>
                    <a:pt x="1080" y="59"/>
                    <a:pt x="1045" y="29"/>
                  </a:cubicBezTo>
                  <a:cubicBezTo>
                    <a:pt x="1010" y="0"/>
                    <a:pt x="1010" y="29"/>
                    <a:pt x="988" y="59"/>
                  </a:cubicBezTo>
                  <a:cubicBezTo>
                    <a:pt x="966" y="89"/>
                    <a:pt x="927" y="66"/>
                    <a:pt x="879" y="63"/>
                  </a:cubicBezTo>
                  <a:cubicBezTo>
                    <a:pt x="831" y="59"/>
                    <a:pt x="822" y="81"/>
                    <a:pt x="761" y="85"/>
                  </a:cubicBezTo>
                  <a:cubicBezTo>
                    <a:pt x="700" y="89"/>
                    <a:pt x="700" y="122"/>
                    <a:pt x="617" y="126"/>
                  </a:cubicBezTo>
                  <a:cubicBezTo>
                    <a:pt x="534" y="129"/>
                    <a:pt x="521" y="141"/>
                    <a:pt x="451" y="133"/>
                  </a:cubicBezTo>
                  <a:cubicBezTo>
                    <a:pt x="381" y="126"/>
                    <a:pt x="368" y="166"/>
                    <a:pt x="320" y="196"/>
                  </a:cubicBezTo>
                  <a:cubicBezTo>
                    <a:pt x="272" y="226"/>
                    <a:pt x="298" y="285"/>
                    <a:pt x="298" y="333"/>
                  </a:cubicBezTo>
                  <a:cubicBezTo>
                    <a:pt x="298" y="381"/>
                    <a:pt x="381" y="370"/>
                    <a:pt x="390" y="400"/>
                  </a:cubicBezTo>
                  <a:cubicBezTo>
                    <a:pt x="398" y="430"/>
                    <a:pt x="464" y="430"/>
                    <a:pt x="490" y="463"/>
                  </a:cubicBezTo>
                  <a:cubicBezTo>
                    <a:pt x="516" y="496"/>
                    <a:pt x="481" y="504"/>
                    <a:pt x="468" y="522"/>
                  </a:cubicBezTo>
                  <a:cubicBezTo>
                    <a:pt x="455" y="541"/>
                    <a:pt x="477" y="556"/>
                    <a:pt x="433" y="574"/>
                  </a:cubicBezTo>
                  <a:cubicBezTo>
                    <a:pt x="390" y="593"/>
                    <a:pt x="394" y="582"/>
                    <a:pt x="359" y="619"/>
                  </a:cubicBezTo>
                  <a:cubicBezTo>
                    <a:pt x="324" y="656"/>
                    <a:pt x="350" y="674"/>
                    <a:pt x="411" y="689"/>
                  </a:cubicBezTo>
                  <a:cubicBezTo>
                    <a:pt x="473" y="704"/>
                    <a:pt x="446" y="722"/>
                    <a:pt x="407" y="722"/>
                  </a:cubicBezTo>
                  <a:cubicBezTo>
                    <a:pt x="368" y="722"/>
                    <a:pt x="425" y="730"/>
                    <a:pt x="333" y="752"/>
                  </a:cubicBezTo>
                  <a:cubicBezTo>
                    <a:pt x="241" y="774"/>
                    <a:pt x="232" y="748"/>
                    <a:pt x="180" y="726"/>
                  </a:cubicBezTo>
                  <a:cubicBezTo>
                    <a:pt x="167" y="721"/>
                    <a:pt x="156" y="718"/>
                    <a:pt x="146" y="716"/>
                  </a:cubicBezTo>
                  <a:cubicBezTo>
                    <a:pt x="148" y="729"/>
                    <a:pt x="148" y="743"/>
                    <a:pt x="141" y="753"/>
                  </a:cubicBezTo>
                  <a:cubicBezTo>
                    <a:pt x="121" y="781"/>
                    <a:pt x="62" y="770"/>
                    <a:pt x="72" y="792"/>
                  </a:cubicBezTo>
                  <a:cubicBezTo>
                    <a:pt x="82" y="814"/>
                    <a:pt x="91" y="806"/>
                    <a:pt x="114" y="814"/>
                  </a:cubicBezTo>
                  <a:cubicBezTo>
                    <a:pt x="137" y="823"/>
                    <a:pt x="147" y="831"/>
                    <a:pt x="147" y="850"/>
                  </a:cubicBezTo>
                  <a:cubicBezTo>
                    <a:pt x="147" y="870"/>
                    <a:pt x="141" y="886"/>
                    <a:pt x="118" y="906"/>
                  </a:cubicBezTo>
                  <a:cubicBezTo>
                    <a:pt x="95" y="925"/>
                    <a:pt x="121" y="925"/>
                    <a:pt x="105" y="956"/>
                  </a:cubicBezTo>
                  <a:cubicBezTo>
                    <a:pt x="88" y="987"/>
                    <a:pt x="62" y="998"/>
                    <a:pt x="75" y="1023"/>
                  </a:cubicBezTo>
                  <a:cubicBezTo>
                    <a:pt x="88" y="1048"/>
                    <a:pt x="91" y="1064"/>
                    <a:pt x="91" y="1081"/>
                  </a:cubicBezTo>
                  <a:cubicBezTo>
                    <a:pt x="91" y="1098"/>
                    <a:pt x="85" y="1109"/>
                    <a:pt x="62" y="1100"/>
                  </a:cubicBezTo>
                  <a:cubicBezTo>
                    <a:pt x="39" y="1092"/>
                    <a:pt x="10" y="1087"/>
                    <a:pt x="10" y="1109"/>
                  </a:cubicBezTo>
                  <a:cubicBezTo>
                    <a:pt x="10" y="1131"/>
                    <a:pt x="23" y="1162"/>
                    <a:pt x="19" y="1187"/>
                  </a:cubicBezTo>
                  <a:cubicBezTo>
                    <a:pt x="16" y="1212"/>
                    <a:pt x="0" y="1226"/>
                    <a:pt x="32" y="1251"/>
                  </a:cubicBezTo>
                  <a:cubicBezTo>
                    <a:pt x="65" y="1276"/>
                    <a:pt x="95" y="1312"/>
                    <a:pt x="101" y="1340"/>
                  </a:cubicBezTo>
                  <a:cubicBezTo>
                    <a:pt x="108" y="1367"/>
                    <a:pt x="121" y="1403"/>
                    <a:pt x="141" y="1423"/>
                  </a:cubicBezTo>
                  <a:cubicBezTo>
                    <a:pt x="160" y="1442"/>
                    <a:pt x="167" y="1445"/>
                    <a:pt x="170" y="1473"/>
                  </a:cubicBezTo>
                  <a:cubicBezTo>
                    <a:pt x="173" y="1501"/>
                    <a:pt x="164" y="1526"/>
                    <a:pt x="216" y="1534"/>
                  </a:cubicBezTo>
                  <a:cubicBezTo>
                    <a:pt x="268" y="1542"/>
                    <a:pt x="331" y="1531"/>
                    <a:pt x="350" y="1551"/>
                  </a:cubicBezTo>
                  <a:cubicBezTo>
                    <a:pt x="370" y="1570"/>
                    <a:pt x="399" y="1570"/>
                    <a:pt x="432" y="1579"/>
                  </a:cubicBezTo>
                  <a:cubicBezTo>
                    <a:pt x="465" y="1587"/>
                    <a:pt x="508" y="1576"/>
                    <a:pt x="527" y="1598"/>
                  </a:cubicBezTo>
                  <a:cubicBezTo>
                    <a:pt x="547" y="1620"/>
                    <a:pt x="573" y="1629"/>
                    <a:pt x="593" y="1651"/>
                  </a:cubicBezTo>
                  <a:cubicBezTo>
                    <a:pt x="612" y="1673"/>
                    <a:pt x="612" y="1698"/>
                    <a:pt x="655" y="1687"/>
                  </a:cubicBezTo>
                  <a:cubicBezTo>
                    <a:pt x="698" y="1676"/>
                    <a:pt x="704" y="1640"/>
                    <a:pt x="747" y="1673"/>
                  </a:cubicBezTo>
                  <a:cubicBezTo>
                    <a:pt x="789" y="1706"/>
                    <a:pt x="786" y="1701"/>
                    <a:pt x="838" y="1709"/>
                  </a:cubicBezTo>
                  <a:cubicBezTo>
                    <a:pt x="891" y="1718"/>
                    <a:pt x="924" y="1726"/>
                    <a:pt x="963" y="1723"/>
                  </a:cubicBezTo>
                  <a:cubicBezTo>
                    <a:pt x="1002" y="1720"/>
                    <a:pt x="1015" y="1723"/>
                    <a:pt x="1055" y="1732"/>
                  </a:cubicBezTo>
                  <a:cubicBezTo>
                    <a:pt x="1094" y="1740"/>
                    <a:pt x="1150" y="1720"/>
                    <a:pt x="1192" y="1757"/>
                  </a:cubicBezTo>
                  <a:cubicBezTo>
                    <a:pt x="1235" y="1793"/>
                    <a:pt x="1251" y="1815"/>
                    <a:pt x="1274" y="1829"/>
                  </a:cubicBezTo>
                  <a:cubicBezTo>
                    <a:pt x="1297" y="1843"/>
                    <a:pt x="1346" y="1837"/>
                    <a:pt x="1356" y="1882"/>
                  </a:cubicBezTo>
                  <a:cubicBezTo>
                    <a:pt x="1366" y="1926"/>
                    <a:pt x="1349" y="1946"/>
                    <a:pt x="1386" y="1948"/>
                  </a:cubicBezTo>
                  <a:cubicBezTo>
                    <a:pt x="1422" y="1951"/>
                    <a:pt x="1435" y="1954"/>
                    <a:pt x="1458" y="1971"/>
                  </a:cubicBezTo>
                  <a:cubicBezTo>
                    <a:pt x="1481" y="1987"/>
                    <a:pt x="1487" y="1998"/>
                    <a:pt x="1520" y="1976"/>
                  </a:cubicBezTo>
                  <a:cubicBezTo>
                    <a:pt x="1553" y="1954"/>
                    <a:pt x="1553" y="1957"/>
                    <a:pt x="1576" y="1971"/>
                  </a:cubicBezTo>
                  <a:cubicBezTo>
                    <a:pt x="1598" y="1984"/>
                    <a:pt x="1618" y="2018"/>
                    <a:pt x="1657" y="1962"/>
                  </a:cubicBezTo>
                  <a:cubicBezTo>
                    <a:pt x="1697" y="1907"/>
                    <a:pt x="1693" y="1907"/>
                    <a:pt x="1720" y="1890"/>
                  </a:cubicBezTo>
                  <a:cubicBezTo>
                    <a:pt x="1746" y="1873"/>
                    <a:pt x="1746" y="1854"/>
                    <a:pt x="1759" y="1823"/>
                  </a:cubicBezTo>
                  <a:cubicBezTo>
                    <a:pt x="1772" y="1793"/>
                    <a:pt x="1782" y="1776"/>
                    <a:pt x="1769" y="1765"/>
                  </a:cubicBezTo>
                  <a:cubicBezTo>
                    <a:pt x="1756" y="1754"/>
                    <a:pt x="1739" y="1720"/>
                    <a:pt x="1772" y="1715"/>
                  </a:cubicBezTo>
                  <a:cubicBezTo>
                    <a:pt x="1794" y="1711"/>
                    <a:pt x="1814" y="1717"/>
                    <a:pt x="1832" y="1724"/>
                  </a:cubicBezTo>
                  <a:cubicBezTo>
                    <a:pt x="1837" y="1721"/>
                    <a:pt x="1843" y="1718"/>
                    <a:pt x="1849" y="1716"/>
                  </a:cubicBezTo>
                  <a:cubicBezTo>
                    <a:pt x="1875" y="1705"/>
                    <a:pt x="1840" y="1645"/>
                    <a:pt x="1853" y="1631"/>
                  </a:cubicBezTo>
                  <a:cubicBezTo>
                    <a:pt x="1866" y="1616"/>
                    <a:pt x="1879" y="1605"/>
                    <a:pt x="1918" y="1586"/>
                  </a:cubicBezTo>
                  <a:cubicBezTo>
                    <a:pt x="1958" y="1568"/>
                    <a:pt x="2015" y="1586"/>
                    <a:pt x="2036" y="1586"/>
                  </a:cubicBezTo>
                  <a:cubicBezTo>
                    <a:pt x="2058" y="1586"/>
                    <a:pt x="2102" y="1590"/>
                    <a:pt x="2124" y="1571"/>
                  </a:cubicBezTo>
                  <a:cubicBezTo>
                    <a:pt x="2146" y="1553"/>
                    <a:pt x="2163" y="1571"/>
                    <a:pt x="2189" y="1597"/>
                  </a:cubicBezTo>
                  <a:cubicBezTo>
                    <a:pt x="2215" y="1623"/>
                    <a:pt x="2233" y="1605"/>
                    <a:pt x="2264" y="1631"/>
                  </a:cubicBezTo>
                  <a:cubicBezTo>
                    <a:pt x="2294" y="1656"/>
                    <a:pt x="2316" y="1616"/>
                    <a:pt x="2347" y="1597"/>
                  </a:cubicBezTo>
                  <a:cubicBezTo>
                    <a:pt x="2377" y="1579"/>
                    <a:pt x="2399" y="1608"/>
                    <a:pt x="2412" y="1638"/>
                  </a:cubicBezTo>
                  <a:cubicBezTo>
                    <a:pt x="2425" y="1668"/>
                    <a:pt x="2469" y="1705"/>
                    <a:pt x="2499" y="1738"/>
                  </a:cubicBezTo>
                  <a:cubicBezTo>
                    <a:pt x="2530" y="1771"/>
                    <a:pt x="2574" y="1768"/>
                    <a:pt x="2626" y="1768"/>
                  </a:cubicBezTo>
                  <a:cubicBezTo>
                    <a:pt x="2679" y="1768"/>
                    <a:pt x="2661" y="1716"/>
                    <a:pt x="2661" y="1686"/>
                  </a:cubicBezTo>
                  <a:cubicBezTo>
                    <a:pt x="2661" y="1656"/>
                    <a:pt x="2705" y="1631"/>
                    <a:pt x="2735" y="1608"/>
                  </a:cubicBezTo>
                  <a:cubicBezTo>
                    <a:pt x="2766" y="1586"/>
                    <a:pt x="2779" y="1616"/>
                    <a:pt x="2805" y="1649"/>
                  </a:cubicBezTo>
                  <a:cubicBezTo>
                    <a:pt x="2831" y="1682"/>
                    <a:pt x="2862" y="1656"/>
                    <a:pt x="2888" y="1627"/>
                  </a:cubicBezTo>
                  <a:cubicBezTo>
                    <a:pt x="2914" y="1597"/>
                    <a:pt x="2932" y="1631"/>
                    <a:pt x="2949" y="1656"/>
                  </a:cubicBezTo>
                  <a:cubicBezTo>
                    <a:pt x="2967" y="1682"/>
                    <a:pt x="2997" y="1649"/>
                    <a:pt x="2997" y="1619"/>
                  </a:cubicBezTo>
                  <a:cubicBezTo>
                    <a:pt x="2997" y="1590"/>
                    <a:pt x="3015" y="1575"/>
                    <a:pt x="3011" y="1530"/>
                  </a:cubicBezTo>
                  <a:cubicBezTo>
                    <a:pt x="3006" y="1486"/>
                    <a:pt x="2971" y="1504"/>
                    <a:pt x="2928" y="1501"/>
                  </a:cubicBezTo>
                  <a:cubicBezTo>
                    <a:pt x="2884" y="1497"/>
                    <a:pt x="2853" y="1475"/>
                    <a:pt x="2831" y="1441"/>
                  </a:cubicBezTo>
                  <a:cubicBezTo>
                    <a:pt x="2810" y="1408"/>
                    <a:pt x="2753" y="1423"/>
                    <a:pt x="2696" y="1416"/>
                  </a:cubicBezTo>
                  <a:cubicBezTo>
                    <a:pt x="2639" y="1408"/>
                    <a:pt x="2644" y="1367"/>
                    <a:pt x="2661" y="1323"/>
                  </a:cubicBezTo>
                  <a:cubicBezTo>
                    <a:pt x="2679" y="1278"/>
                    <a:pt x="2692" y="1319"/>
                    <a:pt x="2722" y="1353"/>
                  </a:cubicBezTo>
                  <a:cubicBezTo>
                    <a:pt x="2753" y="1386"/>
                    <a:pt x="2779" y="1371"/>
                    <a:pt x="2818" y="1382"/>
                  </a:cubicBezTo>
                  <a:cubicBezTo>
                    <a:pt x="2858" y="1393"/>
                    <a:pt x="2866" y="1375"/>
                    <a:pt x="2875" y="1341"/>
                  </a:cubicBezTo>
                  <a:cubicBezTo>
                    <a:pt x="2884" y="1308"/>
                    <a:pt x="2888" y="1282"/>
                    <a:pt x="2884" y="1234"/>
                  </a:cubicBezTo>
                  <a:cubicBezTo>
                    <a:pt x="2879" y="1186"/>
                    <a:pt x="2932" y="1208"/>
                    <a:pt x="2958" y="1182"/>
                  </a:cubicBezTo>
                  <a:cubicBezTo>
                    <a:pt x="2984" y="1156"/>
                    <a:pt x="2997" y="1134"/>
                    <a:pt x="2976" y="1115"/>
                  </a:cubicBezTo>
                  <a:cubicBezTo>
                    <a:pt x="2954" y="1097"/>
                    <a:pt x="2976" y="1063"/>
                    <a:pt x="2993" y="1067"/>
                  </a:cubicBezTo>
                  <a:cubicBezTo>
                    <a:pt x="3011" y="1071"/>
                    <a:pt x="3024" y="1060"/>
                    <a:pt x="3032" y="1026"/>
                  </a:cubicBezTo>
                  <a:cubicBezTo>
                    <a:pt x="3041" y="993"/>
                    <a:pt x="3032" y="1026"/>
                    <a:pt x="3059" y="1045"/>
                  </a:cubicBezTo>
                  <a:cubicBezTo>
                    <a:pt x="3085" y="1063"/>
                    <a:pt x="3089" y="1012"/>
                    <a:pt x="3089" y="997"/>
                  </a:cubicBezTo>
                  <a:cubicBezTo>
                    <a:pt x="3089" y="982"/>
                    <a:pt x="3107" y="967"/>
                    <a:pt x="3124" y="926"/>
                  </a:cubicBezTo>
                  <a:cubicBezTo>
                    <a:pt x="3142" y="886"/>
                    <a:pt x="3115" y="848"/>
                    <a:pt x="3085" y="823"/>
                  </a:cubicBezTo>
                  <a:close/>
                </a:path>
              </a:pathLst>
            </a:custGeom>
            <a:grpFill/>
            <a:ln w="3175" cap="rnd" cmpd="sng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7" name="Freeform 9"/>
            <p:cNvSpPr>
              <a:spLocks/>
            </p:cNvSpPr>
            <p:nvPr/>
          </p:nvSpPr>
          <p:spPr bwMode="auto">
            <a:xfrm>
              <a:off x="4417" y="5"/>
              <a:ext cx="1343" cy="1064"/>
            </a:xfrm>
            <a:custGeom>
              <a:avLst/>
              <a:gdLst>
                <a:gd name="T0" fmla="*/ 2816 w 2901"/>
                <a:gd name="T1" fmla="*/ 823 h 2299"/>
                <a:gd name="T2" fmla="*/ 2595 w 2901"/>
                <a:gd name="T3" fmla="*/ 966 h 2299"/>
                <a:gd name="T4" fmla="*/ 2459 w 2901"/>
                <a:gd name="T5" fmla="*/ 1101 h 2299"/>
                <a:gd name="T6" fmla="*/ 2172 w 2901"/>
                <a:gd name="T7" fmla="*/ 1175 h 2299"/>
                <a:gd name="T8" fmla="*/ 2095 w 2901"/>
                <a:gd name="T9" fmla="*/ 1030 h 2299"/>
                <a:gd name="T10" fmla="*/ 1971 w 2901"/>
                <a:gd name="T11" fmla="*/ 915 h 2299"/>
                <a:gd name="T12" fmla="*/ 1823 w 2901"/>
                <a:gd name="T13" fmla="*/ 855 h 2299"/>
                <a:gd name="T14" fmla="*/ 1589 w 2901"/>
                <a:gd name="T15" fmla="*/ 817 h 2299"/>
                <a:gd name="T16" fmla="*/ 1344 w 2901"/>
                <a:gd name="T17" fmla="*/ 713 h 2299"/>
                <a:gd name="T18" fmla="*/ 1154 w 2901"/>
                <a:gd name="T19" fmla="*/ 491 h 2299"/>
                <a:gd name="T20" fmla="*/ 1073 w 2901"/>
                <a:gd name="T21" fmla="*/ 352 h 2299"/>
                <a:gd name="T22" fmla="*/ 954 w 2901"/>
                <a:gd name="T23" fmla="*/ 188 h 2299"/>
                <a:gd name="T24" fmla="*/ 814 w 2901"/>
                <a:gd name="T25" fmla="*/ 82 h 2299"/>
                <a:gd name="T26" fmla="*/ 641 w 2901"/>
                <a:gd name="T27" fmla="*/ 75 h 2299"/>
                <a:gd name="T28" fmla="*/ 330 w 2901"/>
                <a:gd name="T29" fmla="*/ 32 h 2299"/>
                <a:gd name="T30" fmla="*/ 64 w 2901"/>
                <a:gd name="T31" fmla="*/ 131 h 2299"/>
                <a:gd name="T32" fmla="*/ 99 w 2901"/>
                <a:gd name="T33" fmla="*/ 248 h 2299"/>
                <a:gd name="T34" fmla="*/ 210 w 2901"/>
                <a:gd name="T35" fmla="*/ 370 h 2299"/>
                <a:gd name="T36" fmla="*/ 348 w 2901"/>
                <a:gd name="T37" fmla="*/ 403 h 2299"/>
                <a:gd name="T38" fmla="*/ 623 w 2901"/>
                <a:gd name="T39" fmla="*/ 576 h 2299"/>
                <a:gd name="T40" fmla="*/ 920 w 2901"/>
                <a:gd name="T41" fmla="*/ 505 h 2299"/>
                <a:gd name="T42" fmla="*/ 970 w 2901"/>
                <a:gd name="T43" fmla="*/ 724 h 2299"/>
                <a:gd name="T44" fmla="*/ 961 w 2901"/>
                <a:gd name="T45" fmla="*/ 1069 h 2299"/>
                <a:gd name="T46" fmla="*/ 911 w 2901"/>
                <a:gd name="T47" fmla="*/ 1289 h 2299"/>
                <a:gd name="T48" fmla="*/ 835 w 2901"/>
                <a:gd name="T49" fmla="*/ 1269 h 2299"/>
                <a:gd name="T50" fmla="*/ 605 w 2901"/>
                <a:gd name="T51" fmla="*/ 1563 h 2299"/>
                <a:gd name="T52" fmla="*/ 721 w 2901"/>
                <a:gd name="T53" fmla="*/ 1730 h 2299"/>
                <a:gd name="T54" fmla="*/ 813 w 2901"/>
                <a:gd name="T55" fmla="*/ 1775 h 2299"/>
                <a:gd name="T56" fmla="*/ 766 w 2901"/>
                <a:gd name="T57" fmla="*/ 1889 h 2299"/>
                <a:gd name="T58" fmla="*/ 934 w 2901"/>
                <a:gd name="T59" fmla="*/ 1865 h 2299"/>
                <a:gd name="T60" fmla="*/ 1114 w 2901"/>
                <a:gd name="T61" fmla="*/ 2027 h 2299"/>
                <a:gd name="T62" fmla="*/ 1330 w 2901"/>
                <a:gd name="T63" fmla="*/ 1982 h 2299"/>
                <a:gd name="T64" fmla="*/ 1520 w 2901"/>
                <a:gd name="T65" fmla="*/ 1990 h 2299"/>
                <a:gd name="T66" fmla="*/ 1651 w 2901"/>
                <a:gd name="T67" fmla="*/ 2118 h 2299"/>
                <a:gd name="T68" fmla="*/ 1868 w 2901"/>
                <a:gd name="T69" fmla="*/ 2210 h 2299"/>
                <a:gd name="T70" fmla="*/ 1914 w 2901"/>
                <a:gd name="T71" fmla="*/ 2071 h 2299"/>
                <a:gd name="T72" fmla="*/ 1976 w 2901"/>
                <a:gd name="T73" fmla="*/ 2205 h 2299"/>
                <a:gd name="T74" fmla="*/ 2156 w 2901"/>
                <a:gd name="T75" fmla="*/ 2255 h 2299"/>
                <a:gd name="T76" fmla="*/ 2284 w 2901"/>
                <a:gd name="T77" fmla="*/ 2138 h 2299"/>
                <a:gd name="T78" fmla="*/ 2431 w 2901"/>
                <a:gd name="T79" fmla="*/ 2205 h 2299"/>
                <a:gd name="T80" fmla="*/ 2507 w 2901"/>
                <a:gd name="T81" fmla="*/ 1988 h 2299"/>
                <a:gd name="T82" fmla="*/ 2515 w 2901"/>
                <a:gd name="T83" fmla="*/ 1808 h 2299"/>
                <a:gd name="T84" fmla="*/ 2733 w 2901"/>
                <a:gd name="T85" fmla="*/ 1728 h 2299"/>
                <a:gd name="T86" fmla="*/ 2800 w 2901"/>
                <a:gd name="T87" fmla="*/ 1657 h 2299"/>
                <a:gd name="T88" fmla="*/ 2824 w 2901"/>
                <a:gd name="T89" fmla="*/ 1501 h 2299"/>
                <a:gd name="T90" fmla="*/ 2857 w 2901"/>
                <a:gd name="T91" fmla="*/ 1357 h 2299"/>
                <a:gd name="T92" fmla="*/ 2834 w 2901"/>
                <a:gd name="T93" fmla="*/ 1193 h 2299"/>
                <a:gd name="T94" fmla="*/ 2870 w 2901"/>
                <a:gd name="T95" fmla="*/ 1063 h 2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01" h="2299">
                  <a:moveTo>
                    <a:pt x="2867" y="958"/>
                  </a:moveTo>
                  <a:cubicBezTo>
                    <a:pt x="2834" y="938"/>
                    <a:pt x="2815" y="941"/>
                    <a:pt x="2819" y="905"/>
                  </a:cubicBezTo>
                  <a:cubicBezTo>
                    <a:pt x="2824" y="869"/>
                    <a:pt x="2841" y="823"/>
                    <a:pt x="2816" y="823"/>
                  </a:cubicBezTo>
                  <a:cubicBezTo>
                    <a:pt x="2792" y="823"/>
                    <a:pt x="2754" y="840"/>
                    <a:pt x="2728" y="859"/>
                  </a:cubicBezTo>
                  <a:cubicBezTo>
                    <a:pt x="2701" y="879"/>
                    <a:pt x="2665" y="895"/>
                    <a:pt x="2647" y="919"/>
                  </a:cubicBezTo>
                  <a:cubicBezTo>
                    <a:pt x="2629" y="942"/>
                    <a:pt x="2624" y="966"/>
                    <a:pt x="2595" y="966"/>
                  </a:cubicBezTo>
                  <a:cubicBezTo>
                    <a:pt x="2566" y="966"/>
                    <a:pt x="2538" y="976"/>
                    <a:pt x="2525" y="998"/>
                  </a:cubicBezTo>
                  <a:cubicBezTo>
                    <a:pt x="2511" y="1020"/>
                    <a:pt x="2475" y="1056"/>
                    <a:pt x="2479" y="1077"/>
                  </a:cubicBezTo>
                  <a:cubicBezTo>
                    <a:pt x="2482" y="1098"/>
                    <a:pt x="2485" y="1091"/>
                    <a:pt x="2459" y="1101"/>
                  </a:cubicBezTo>
                  <a:cubicBezTo>
                    <a:pt x="2433" y="1111"/>
                    <a:pt x="2377" y="1127"/>
                    <a:pt x="2351" y="1140"/>
                  </a:cubicBezTo>
                  <a:cubicBezTo>
                    <a:pt x="2325" y="1152"/>
                    <a:pt x="2258" y="1138"/>
                    <a:pt x="2238" y="1163"/>
                  </a:cubicBezTo>
                  <a:cubicBezTo>
                    <a:pt x="2218" y="1189"/>
                    <a:pt x="2194" y="1200"/>
                    <a:pt x="2172" y="1175"/>
                  </a:cubicBezTo>
                  <a:cubicBezTo>
                    <a:pt x="2151" y="1150"/>
                    <a:pt x="2140" y="1122"/>
                    <a:pt x="2113" y="1109"/>
                  </a:cubicBezTo>
                  <a:cubicBezTo>
                    <a:pt x="2087" y="1097"/>
                    <a:pt x="2076" y="1098"/>
                    <a:pt x="2090" y="1080"/>
                  </a:cubicBezTo>
                  <a:cubicBezTo>
                    <a:pt x="2105" y="1062"/>
                    <a:pt x="2113" y="1047"/>
                    <a:pt x="2095" y="1030"/>
                  </a:cubicBezTo>
                  <a:cubicBezTo>
                    <a:pt x="2077" y="1013"/>
                    <a:pt x="2035" y="1002"/>
                    <a:pt x="2035" y="977"/>
                  </a:cubicBezTo>
                  <a:cubicBezTo>
                    <a:pt x="2035" y="952"/>
                    <a:pt x="2036" y="926"/>
                    <a:pt x="2022" y="916"/>
                  </a:cubicBezTo>
                  <a:cubicBezTo>
                    <a:pt x="2007" y="906"/>
                    <a:pt x="1979" y="895"/>
                    <a:pt x="1971" y="915"/>
                  </a:cubicBezTo>
                  <a:cubicBezTo>
                    <a:pt x="1963" y="934"/>
                    <a:pt x="1964" y="934"/>
                    <a:pt x="1928" y="919"/>
                  </a:cubicBezTo>
                  <a:cubicBezTo>
                    <a:pt x="1892" y="904"/>
                    <a:pt x="1874" y="898"/>
                    <a:pt x="1863" y="888"/>
                  </a:cubicBezTo>
                  <a:cubicBezTo>
                    <a:pt x="1851" y="879"/>
                    <a:pt x="1828" y="865"/>
                    <a:pt x="1823" y="855"/>
                  </a:cubicBezTo>
                  <a:cubicBezTo>
                    <a:pt x="1819" y="845"/>
                    <a:pt x="1786" y="812"/>
                    <a:pt x="1763" y="829"/>
                  </a:cubicBezTo>
                  <a:cubicBezTo>
                    <a:pt x="1740" y="845"/>
                    <a:pt x="1715" y="863"/>
                    <a:pt x="1684" y="851"/>
                  </a:cubicBezTo>
                  <a:cubicBezTo>
                    <a:pt x="1653" y="838"/>
                    <a:pt x="1612" y="802"/>
                    <a:pt x="1589" y="817"/>
                  </a:cubicBezTo>
                  <a:cubicBezTo>
                    <a:pt x="1566" y="833"/>
                    <a:pt x="1479" y="873"/>
                    <a:pt x="1452" y="852"/>
                  </a:cubicBezTo>
                  <a:cubicBezTo>
                    <a:pt x="1424" y="831"/>
                    <a:pt x="1362" y="833"/>
                    <a:pt x="1362" y="792"/>
                  </a:cubicBezTo>
                  <a:cubicBezTo>
                    <a:pt x="1362" y="752"/>
                    <a:pt x="1378" y="733"/>
                    <a:pt x="1344" y="713"/>
                  </a:cubicBezTo>
                  <a:cubicBezTo>
                    <a:pt x="1309" y="694"/>
                    <a:pt x="1293" y="677"/>
                    <a:pt x="1291" y="655"/>
                  </a:cubicBezTo>
                  <a:cubicBezTo>
                    <a:pt x="1289" y="633"/>
                    <a:pt x="1276" y="596"/>
                    <a:pt x="1258" y="584"/>
                  </a:cubicBezTo>
                  <a:cubicBezTo>
                    <a:pt x="1240" y="571"/>
                    <a:pt x="1149" y="507"/>
                    <a:pt x="1154" y="491"/>
                  </a:cubicBezTo>
                  <a:cubicBezTo>
                    <a:pt x="1158" y="474"/>
                    <a:pt x="1176" y="462"/>
                    <a:pt x="1152" y="444"/>
                  </a:cubicBezTo>
                  <a:cubicBezTo>
                    <a:pt x="1127" y="425"/>
                    <a:pt x="1093" y="417"/>
                    <a:pt x="1093" y="399"/>
                  </a:cubicBezTo>
                  <a:cubicBezTo>
                    <a:pt x="1093" y="381"/>
                    <a:pt x="1103" y="366"/>
                    <a:pt x="1073" y="352"/>
                  </a:cubicBezTo>
                  <a:cubicBezTo>
                    <a:pt x="1044" y="338"/>
                    <a:pt x="1029" y="328"/>
                    <a:pt x="1029" y="298"/>
                  </a:cubicBezTo>
                  <a:cubicBezTo>
                    <a:pt x="1029" y="267"/>
                    <a:pt x="1004" y="256"/>
                    <a:pt x="991" y="245"/>
                  </a:cubicBezTo>
                  <a:cubicBezTo>
                    <a:pt x="978" y="234"/>
                    <a:pt x="985" y="204"/>
                    <a:pt x="954" y="188"/>
                  </a:cubicBezTo>
                  <a:cubicBezTo>
                    <a:pt x="923" y="171"/>
                    <a:pt x="896" y="181"/>
                    <a:pt x="896" y="159"/>
                  </a:cubicBezTo>
                  <a:cubicBezTo>
                    <a:pt x="896" y="136"/>
                    <a:pt x="900" y="121"/>
                    <a:pt x="870" y="111"/>
                  </a:cubicBezTo>
                  <a:cubicBezTo>
                    <a:pt x="841" y="102"/>
                    <a:pt x="826" y="97"/>
                    <a:pt x="814" y="82"/>
                  </a:cubicBezTo>
                  <a:cubicBezTo>
                    <a:pt x="803" y="67"/>
                    <a:pt x="773" y="56"/>
                    <a:pt x="759" y="49"/>
                  </a:cubicBezTo>
                  <a:cubicBezTo>
                    <a:pt x="744" y="42"/>
                    <a:pt x="724" y="32"/>
                    <a:pt x="711" y="39"/>
                  </a:cubicBezTo>
                  <a:cubicBezTo>
                    <a:pt x="698" y="46"/>
                    <a:pt x="669" y="72"/>
                    <a:pt x="641" y="75"/>
                  </a:cubicBezTo>
                  <a:cubicBezTo>
                    <a:pt x="613" y="78"/>
                    <a:pt x="569" y="56"/>
                    <a:pt x="539" y="42"/>
                  </a:cubicBezTo>
                  <a:cubicBezTo>
                    <a:pt x="510" y="28"/>
                    <a:pt x="447" y="0"/>
                    <a:pt x="426" y="6"/>
                  </a:cubicBezTo>
                  <a:cubicBezTo>
                    <a:pt x="405" y="11"/>
                    <a:pt x="344" y="17"/>
                    <a:pt x="330" y="32"/>
                  </a:cubicBezTo>
                  <a:cubicBezTo>
                    <a:pt x="315" y="47"/>
                    <a:pt x="285" y="67"/>
                    <a:pt x="246" y="68"/>
                  </a:cubicBezTo>
                  <a:cubicBezTo>
                    <a:pt x="207" y="70"/>
                    <a:pt x="164" y="68"/>
                    <a:pt x="138" y="88"/>
                  </a:cubicBezTo>
                  <a:cubicBezTo>
                    <a:pt x="112" y="107"/>
                    <a:pt x="97" y="120"/>
                    <a:pt x="64" y="131"/>
                  </a:cubicBezTo>
                  <a:cubicBezTo>
                    <a:pt x="56" y="134"/>
                    <a:pt x="46" y="136"/>
                    <a:pt x="36" y="137"/>
                  </a:cubicBezTo>
                  <a:cubicBezTo>
                    <a:pt x="45" y="150"/>
                    <a:pt x="55" y="162"/>
                    <a:pt x="66" y="170"/>
                  </a:cubicBezTo>
                  <a:cubicBezTo>
                    <a:pt x="105" y="198"/>
                    <a:pt x="131" y="209"/>
                    <a:pt x="99" y="248"/>
                  </a:cubicBezTo>
                  <a:cubicBezTo>
                    <a:pt x="66" y="286"/>
                    <a:pt x="0" y="342"/>
                    <a:pt x="66" y="353"/>
                  </a:cubicBezTo>
                  <a:cubicBezTo>
                    <a:pt x="131" y="364"/>
                    <a:pt x="138" y="353"/>
                    <a:pt x="164" y="387"/>
                  </a:cubicBezTo>
                  <a:cubicBezTo>
                    <a:pt x="190" y="420"/>
                    <a:pt x="210" y="403"/>
                    <a:pt x="210" y="370"/>
                  </a:cubicBezTo>
                  <a:cubicBezTo>
                    <a:pt x="210" y="336"/>
                    <a:pt x="236" y="309"/>
                    <a:pt x="256" y="336"/>
                  </a:cubicBezTo>
                  <a:cubicBezTo>
                    <a:pt x="275" y="364"/>
                    <a:pt x="282" y="375"/>
                    <a:pt x="308" y="375"/>
                  </a:cubicBezTo>
                  <a:cubicBezTo>
                    <a:pt x="334" y="375"/>
                    <a:pt x="348" y="353"/>
                    <a:pt x="348" y="403"/>
                  </a:cubicBezTo>
                  <a:cubicBezTo>
                    <a:pt x="348" y="453"/>
                    <a:pt x="361" y="492"/>
                    <a:pt x="367" y="526"/>
                  </a:cubicBezTo>
                  <a:cubicBezTo>
                    <a:pt x="374" y="559"/>
                    <a:pt x="400" y="598"/>
                    <a:pt x="452" y="603"/>
                  </a:cubicBezTo>
                  <a:cubicBezTo>
                    <a:pt x="505" y="609"/>
                    <a:pt x="570" y="587"/>
                    <a:pt x="623" y="576"/>
                  </a:cubicBezTo>
                  <a:cubicBezTo>
                    <a:pt x="675" y="564"/>
                    <a:pt x="701" y="581"/>
                    <a:pt x="741" y="542"/>
                  </a:cubicBezTo>
                  <a:cubicBezTo>
                    <a:pt x="780" y="503"/>
                    <a:pt x="773" y="448"/>
                    <a:pt x="839" y="453"/>
                  </a:cubicBezTo>
                  <a:cubicBezTo>
                    <a:pt x="905" y="459"/>
                    <a:pt x="878" y="474"/>
                    <a:pt x="920" y="505"/>
                  </a:cubicBezTo>
                  <a:cubicBezTo>
                    <a:pt x="961" y="537"/>
                    <a:pt x="1007" y="546"/>
                    <a:pt x="1009" y="574"/>
                  </a:cubicBezTo>
                  <a:cubicBezTo>
                    <a:pt x="1012" y="602"/>
                    <a:pt x="963" y="620"/>
                    <a:pt x="981" y="648"/>
                  </a:cubicBezTo>
                  <a:cubicBezTo>
                    <a:pt x="998" y="676"/>
                    <a:pt x="983" y="705"/>
                    <a:pt x="970" y="724"/>
                  </a:cubicBezTo>
                  <a:cubicBezTo>
                    <a:pt x="957" y="742"/>
                    <a:pt x="933" y="789"/>
                    <a:pt x="937" y="831"/>
                  </a:cubicBezTo>
                  <a:cubicBezTo>
                    <a:pt x="942" y="874"/>
                    <a:pt x="931" y="920"/>
                    <a:pt x="955" y="948"/>
                  </a:cubicBezTo>
                  <a:cubicBezTo>
                    <a:pt x="979" y="976"/>
                    <a:pt x="990" y="1050"/>
                    <a:pt x="961" y="1069"/>
                  </a:cubicBezTo>
                  <a:cubicBezTo>
                    <a:pt x="933" y="1087"/>
                    <a:pt x="911" y="1094"/>
                    <a:pt x="911" y="1119"/>
                  </a:cubicBezTo>
                  <a:cubicBezTo>
                    <a:pt x="911" y="1143"/>
                    <a:pt x="891" y="1174"/>
                    <a:pt x="896" y="1204"/>
                  </a:cubicBezTo>
                  <a:cubicBezTo>
                    <a:pt x="900" y="1233"/>
                    <a:pt x="896" y="1269"/>
                    <a:pt x="911" y="1289"/>
                  </a:cubicBezTo>
                  <a:cubicBezTo>
                    <a:pt x="926" y="1309"/>
                    <a:pt x="933" y="1367"/>
                    <a:pt x="911" y="1356"/>
                  </a:cubicBezTo>
                  <a:cubicBezTo>
                    <a:pt x="889" y="1345"/>
                    <a:pt x="867" y="1335"/>
                    <a:pt x="861" y="1309"/>
                  </a:cubicBezTo>
                  <a:cubicBezTo>
                    <a:pt x="854" y="1283"/>
                    <a:pt x="861" y="1239"/>
                    <a:pt x="835" y="1269"/>
                  </a:cubicBezTo>
                  <a:cubicBezTo>
                    <a:pt x="808" y="1298"/>
                    <a:pt x="806" y="1326"/>
                    <a:pt x="771" y="1365"/>
                  </a:cubicBezTo>
                  <a:cubicBezTo>
                    <a:pt x="736" y="1404"/>
                    <a:pt x="686" y="1452"/>
                    <a:pt x="666" y="1484"/>
                  </a:cubicBezTo>
                  <a:cubicBezTo>
                    <a:pt x="647" y="1515"/>
                    <a:pt x="629" y="1545"/>
                    <a:pt x="605" y="1563"/>
                  </a:cubicBezTo>
                  <a:cubicBezTo>
                    <a:pt x="581" y="1582"/>
                    <a:pt x="562" y="1624"/>
                    <a:pt x="579" y="1645"/>
                  </a:cubicBezTo>
                  <a:cubicBezTo>
                    <a:pt x="597" y="1665"/>
                    <a:pt x="640" y="1684"/>
                    <a:pt x="658" y="1699"/>
                  </a:cubicBezTo>
                  <a:cubicBezTo>
                    <a:pt x="675" y="1713"/>
                    <a:pt x="673" y="1721"/>
                    <a:pt x="721" y="1730"/>
                  </a:cubicBezTo>
                  <a:cubicBezTo>
                    <a:pt x="769" y="1739"/>
                    <a:pt x="776" y="1750"/>
                    <a:pt x="806" y="1732"/>
                  </a:cubicBezTo>
                  <a:cubicBezTo>
                    <a:pt x="837" y="1713"/>
                    <a:pt x="843" y="1712"/>
                    <a:pt x="843" y="1728"/>
                  </a:cubicBezTo>
                  <a:cubicBezTo>
                    <a:pt x="843" y="1745"/>
                    <a:pt x="835" y="1767"/>
                    <a:pt x="813" y="1775"/>
                  </a:cubicBezTo>
                  <a:cubicBezTo>
                    <a:pt x="791" y="1782"/>
                    <a:pt x="736" y="1776"/>
                    <a:pt x="730" y="1799"/>
                  </a:cubicBezTo>
                  <a:cubicBezTo>
                    <a:pt x="723" y="1821"/>
                    <a:pt x="712" y="1849"/>
                    <a:pt x="728" y="1864"/>
                  </a:cubicBezTo>
                  <a:cubicBezTo>
                    <a:pt x="739" y="1875"/>
                    <a:pt x="763" y="1878"/>
                    <a:pt x="766" y="1889"/>
                  </a:cubicBezTo>
                  <a:cubicBezTo>
                    <a:pt x="776" y="1887"/>
                    <a:pt x="789" y="1883"/>
                    <a:pt x="806" y="1879"/>
                  </a:cubicBezTo>
                  <a:cubicBezTo>
                    <a:pt x="852" y="1868"/>
                    <a:pt x="849" y="1854"/>
                    <a:pt x="878" y="1854"/>
                  </a:cubicBezTo>
                  <a:cubicBezTo>
                    <a:pt x="908" y="1854"/>
                    <a:pt x="918" y="1838"/>
                    <a:pt x="934" y="1865"/>
                  </a:cubicBezTo>
                  <a:cubicBezTo>
                    <a:pt x="950" y="1893"/>
                    <a:pt x="937" y="1932"/>
                    <a:pt x="970" y="1949"/>
                  </a:cubicBezTo>
                  <a:cubicBezTo>
                    <a:pt x="1003" y="1965"/>
                    <a:pt x="1000" y="1979"/>
                    <a:pt x="1039" y="2007"/>
                  </a:cubicBezTo>
                  <a:cubicBezTo>
                    <a:pt x="1078" y="2035"/>
                    <a:pt x="1085" y="2041"/>
                    <a:pt x="1114" y="2027"/>
                  </a:cubicBezTo>
                  <a:cubicBezTo>
                    <a:pt x="1144" y="2013"/>
                    <a:pt x="1144" y="1988"/>
                    <a:pt x="1176" y="1999"/>
                  </a:cubicBezTo>
                  <a:cubicBezTo>
                    <a:pt x="1209" y="2010"/>
                    <a:pt x="1212" y="2021"/>
                    <a:pt x="1242" y="2004"/>
                  </a:cubicBezTo>
                  <a:cubicBezTo>
                    <a:pt x="1271" y="1988"/>
                    <a:pt x="1304" y="1952"/>
                    <a:pt x="1330" y="1982"/>
                  </a:cubicBezTo>
                  <a:cubicBezTo>
                    <a:pt x="1357" y="2013"/>
                    <a:pt x="1334" y="2021"/>
                    <a:pt x="1383" y="2024"/>
                  </a:cubicBezTo>
                  <a:cubicBezTo>
                    <a:pt x="1432" y="2027"/>
                    <a:pt x="1435" y="2038"/>
                    <a:pt x="1455" y="2018"/>
                  </a:cubicBezTo>
                  <a:cubicBezTo>
                    <a:pt x="1475" y="1999"/>
                    <a:pt x="1475" y="1985"/>
                    <a:pt x="1520" y="1990"/>
                  </a:cubicBezTo>
                  <a:cubicBezTo>
                    <a:pt x="1566" y="1996"/>
                    <a:pt x="1609" y="2013"/>
                    <a:pt x="1625" y="2027"/>
                  </a:cubicBezTo>
                  <a:cubicBezTo>
                    <a:pt x="1642" y="2041"/>
                    <a:pt x="1632" y="2054"/>
                    <a:pt x="1619" y="2077"/>
                  </a:cubicBezTo>
                  <a:cubicBezTo>
                    <a:pt x="1606" y="2099"/>
                    <a:pt x="1619" y="2116"/>
                    <a:pt x="1651" y="2118"/>
                  </a:cubicBezTo>
                  <a:cubicBezTo>
                    <a:pt x="1684" y="2121"/>
                    <a:pt x="1737" y="2077"/>
                    <a:pt x="1746" y="2107"/>
                  </a:cubicBezTo>
                  <a:cubicBezTo>
                    <a:pt x="1756" y="2138"/>
                    <a:pt x="1766" y="2166"/>
                    <a:pt x="1796" y="2188"/>
                  </a:cubicBezTo>
                  <a:cubicBezTo>
                    <a:pt x="1825" y="2210"/>
                    <a:pt x="1851" y="2210"/>
                    <a:pt x="1868" y="2210"/>
                  </a:cubicBezTo>
                  <a:cubicBezTo>
                    <a:pt x="1884" y="2210"/>
                    <a:pt x="1907" y="2199"/>
                    <a:pt x="1891" y="2180"/>
                  </a:cubicBezTo>
                  <a:cubicBezTo>
                    <a:pt x="1874" y="2160"/>
                    <a:pt x="1851" y="2149"/>
                    <a:pt x="1855" y="2118"/>
                  </a:cubicBezTo>
                  <a:cubicBezTo>
                    <a:pt x="1858" y="2088"/>
                    <a:pt x="1874" y="2068"/>
                    <a:pt x="1914" y="2071"/>
                  </a:cubicBezTo>
                  <a:cubicBezTo>
                    <a:pt x="1953" y="2074"/>
                    <a:pt x="1943" y="2082"/>
                    <a:pt x="1943" y="2107"/>
                  </a:cubicBezTo>
                  <a:cubicBezTo>
                    <a:pt x="1943" y="2132"/>
                    <a:pt x="1923" y="2149"/>
                    <a:pt x="1946" y="2166"/>
                  </a:cubicBezTo>
                  <a:cubicBezTo>
                    <a:pt x="1969" y="2182"/>
                    <a:pt x="1976" y="2185"/>
                    <a:pt x="1976" y="2205"/>
                  </a:cubicBezTo>
                  <a:cubicBezTo>
                    <a:pt x="1976" y="2224"/>
                    <a:pt x="2041" y="2221"/>
                    <a:pt x="2054" y="2252"/>
                  </a:cubicBezTo>
                  <a:cubicBezTo>
                    <a:pt x="2068" y="2282"/>
                    <a:pt x="2081" y="2299"/>
                    <a:pt x="2110" y="2296"/>
                  </a:cubicBezTo>
                  <a:cubicBezTo>
                    <a:pt x="2140" y="2293"/>
                    <a:pt x="2159" y="2288"/>
                    <a:pt x="2156" y="2255"/>
                  </a:cubicBezTo>
                  <a:cubicBezTo>
                    <a:pt x="2153" y="2221"/>
                    <a:pt x="2136" y="2207"/>
                    <a:pt x="2169" y="2199"/>
                  </a:cubicBezTo>
                  <a:cubicBezTo>
                    <a:pt x="2202" y="2191"/>
                    <a:pt x="2228" y="2196"/>
                    <a:pt x="2241" y="2168"/>
                  </a:cubicBezTo>
                  <a:cubicBezTo>
                    <a:pt x="2254" y="2141"/>
                    <a:pt x="2274" y="2110"/>
                    <a:pt x="2284" y="2138"/>
                  </a:cubicBezTo>
                  <a:cubicBezTo>
                    <a:pt x="2294" y="2166"/>
                    <a:pt x="2297" y="2177"/>
                    <a:pt x="2330" y="2152"/>
                  </a:cubicBezTo>
                  <a:cubicBezTo>
                    <a:pt x="2362" y="2127"/>
                    <a:pt x="2336" y="2096"/>
                    <a:pt x="2376" y="2152"/>
                  </a:cubicBezTo>
                  <a:cubicBezTo>
                    <a:pt x="2415" y="2207"/>
                    <a:pt x="2395" y="2202"/>
                    <a:pt x="2431" y="2205"/>
                  </a:cubicBezTo>
                  <a:cubicBezTo>
                    <a:pt x="2460" y="2207"/>
                    <a:pt x="2517" y="2214"/>
                    <a:pt x="2587" y="2205"/>
                  </a:cubicBezTo>
                  <a:cubicBezTo>
                    <a:pt x="2577" y="2174"/>
                    <a:pt x="2552" y="2158"/>
                    <a:pt x="2552" y="2128"/>
                  </a:cubicBezTo>
                  <a:cubicBezTo>
                    <a:pt x="2552" y="2095"/>
                    <a:pt x="2539" y="2018"/>
                    <a:pt x="2507" y="1988"/>
                  </a:cubicBezTo>
                  <a:cubicBezTo>
                    <a:pt x="2474" y="1957"/>
                    <a:pt x="2457" y="1927"/>
                    <a:pt x="2438" y="1908"/>
                  </a:cubicBezTo>
                  <a:cubicBezTo>
                    <a:pt x="2418" y="1890"/>
                    <a:pt x="2405" y="1863"/>
                    <a:pt x="2436" y="1854"/>
                  </a:cubicBezTo>
                  <a:cubicBezTo>
                    <a:pt x="2467" y="1846"/>
                    <a:pt x="2510" y="1835"/>
                    <a:pt x="2515" y="1808"/>
                  </a:cubicBezTo>
                  <a:cubicBezTo>
                    <a:pt x="2520" y="1782"/>
                    <a:pt x="2533" y="1715"/>
                    <a:pt x="2559" y="1718"/>
                  </a:cubicBezTo>
                  <a:cubicBezTo>
                    <a:pt x="2585" y="1721"/>
                    <a:pt x="2621" y="1736"/>
                    <a:pt x="2661" y="1735"/>
                  </a:cubicBezTo>
                  <a:cubicBezTo>
                    <a:pt x="2700" y="1733"/>
                    <a:pt x="2718" y="1738"/>
                    <a:pt x="2733" y="1728"/>
                  </a:cubicBezTo>
                  <a:cubicBezTo>
                    <a:pt x="2747" y="1718"/>
                    <a:pt x="2751" y="1722"/>
                    <a:pt x="2760" y="1726"/>
                  </a:cubicBezTo>
                  <a:cubicBezTo>
                    <a:pt x="2770" y="1731"/>
                    <a:pt x="2806" y="1735"/>
                    <a:pt x="2810" y="1722"/>
                  </a:cubicBezTo>
                  <a:cubicBezTo>
                    <a:pt x="2813" y="1710"/>
                    <a:pt x="2811" y="1672"/>
                    <a:pt x="2800" y="1657"/>
                  </a:cubicBezTo>
                  <a:cubicBezTo>
                    <a:pt x="2788" y="1642"/>
                    <a:pt x="2775" y="1617"/>
                    <a:pt x="2795" y="1603"/>
                  </a:cubicBezTo>
                  <a:cubicBezTo>
                    <a:pt x="2815" y="1589"/>
                    <a:pt x="2847" y="1560"/>
                    <a:pt x="2831" y="1542"/>
                  </a:cubicBezTo>
                  <a:cubicBezTo>
                    <a:pt x="2815" y="1523"/>
                    <a:pt x="2805" y="1512"/>
                    <a:pt x="2824" y="1501"/>
                  </a:cubicBezTo>
                  <a:cubicBezTo>
                    <a:pt x="2844" y="1490"/>
                    <a:pt x="2857" y="1482"/>
                    <a:pt x="2851" y="1465"/>
                  </a:cubicBezTo>
                  <a:cubicBezTo>
                    <a:pt x="2844" y="1448"/>
                    <a:pt x="2813" y="1430"/>
                    <a:pt x="2839" y="1415"/>
                  </a:cubicBezTo>
                  <a:cubicBezTo>
                    <a:pt x="2865" y="1400"/>
                    <a:pt x="2877" y="1380"/>
                    <a:pt x="2857" y="1357"/>
                  </a:cubicBezTo>
                  <a:cubicBezTo>
                    <a:pt x="2837" y="1333"/>
                    <a:pt x="2811" y="1326"/>
                    <a:pt x="2836" y="1308"/>
                  </a:cubicBezTo>
                  <a:cubicBezTo>
                    <a:pt x="2860" y="1290"/>
                    <a:pt x="2851" y="1266"/>
                    <a:pt x="2836" y="1247"/>
                  </a:cubicBezTo>
                  <a:cubicBezTo>
                    <a:pt x="2821" y="1227"/>
                    <a:pt x="2826" y="1211"/>
                    <a:pt x="2834" y="1193"/>
                  </a:cubicBezTo>
                  <a:cubicBezTo>
                    <a:pt x="2842" y="1175"/>
                    <a:pt x="2859" y="1163"/>
                    <a:pt x="2841" y="1148"/>
                  </a:cubicBezTo>
                  <a:cubicBezTo>
                    <a:pt x="2823" y="1133"/>
                    <a:pt x="2810" y="1104"/>
                    <a:pt x="2828" y="1088"/>
                  </a:cubicBezTo>
                  <a:cubicBezTo>
                    <a:pt x="2846" y="1073"/>
                    <a:pt x="2854" y="1065"/>
                    <a:pt x="2870" y="1063"/>
                  </a:cubicBezTo>
                  <a:cubicBezTo>
                    <a:pt x="2887" y="1062"/>
                    <a:pt x="2901" y="1036"/>
                    <a:pt x="2901" y="1013"/>
                  </a:cubicBezTo>
                  <a:cubicBezTo>
                    <a:pt x="2901" y="991"/>
                    <a:pt x="2900" y="977"/>
                    <a:pt x="2867" y="958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8" name="Freeform 10"/>
            <p:cNvSpPr>
              <a:spLocks/>
            </p:cNvSpPr>
            <p:nvPr/>
          </p:nvSpPr>
          <p:spPr bwMode="auto">
            <a:xfrm>
              <a:off x="4491" y="1174"/>
              <a:ext cx="677" cy="606"/>
            </a:xfrm>
            <a:custGeom>
              <a:avLst/>
              <a:gdLst>
                <a:gd name="T0" fmla="*/ 1410 w 1462"/>
                <a:gd name="T1" fmla="*/ 456 h 1310"/>
                <a:gd name="T2" fmla="*/ 1321 w 1462"/>
                <a:gd name="T3" fmla="*/ 328 h 1310"/>
                <a:gd name="T4" fmla="*/ 1288 w 1462"/>
                <a:gd name="T5" fmla="*/ 242 h 1310"/>
                <a:gd name="T6" fmla="*/ 1187 w 1462"/>
                <a:gd name="T7" fmla="*/ 148 h 1310"/>
                <a:gd name="T8" fmla="*/ 1125 w 1462"/>
                <a:gd name="T9" fmla="*/ 78 h 1310"/>
                <a:gd name="T10" fmla="*/ 1056 w 1462"/>
                <a:gd name="T11" fmla="*/ 117 h 1310"/>
                <a:gd name="T12" fmla="*/ 1013 w 1462"/>
                <a:gd name="T13" fmla="*/ 61 h 1310"/>
                <a:gd name="T14" fmla="*/ 935 w 1462"/>
                <a:gd name="T15" fmla="*/ 31 h 1310"/>
                <a:gd name="T16" fmla="*/ 895 w 1462"/>
                <a:gd name="T17" fmla="*/ 22 h 1310"/>
                <a:gd name="T18" fmla="*/ 886 w 1462"/>
                <a:gd name="T19" fmla="*/ 47 h 1310"/>
                <a:gd name="T20" fmla="*/ 891 w 1462"/>
                <a:gd name="T21" fmla="*/ 57 h 1310"/>
                <a:gd name="T22" fmla="*/ 873 w 1462"/>
                <a:gd name="T23" fmla="*/ 127 h 1310"/>
                <a:gd name="T24" fmla="*/ 817 w 1462"/>
                <a:gd name="T25" fmla="*/ 172 h 1310"/>
                <a:gd name="T26" fmla="*/ 775 w 1462"/>
                <a:gd name="T27" fmla="*/ 227 h 1310"/>
                <a:gd name="T28" fmla="*/ 718 w 1462"/>
                <a:gd name="T29" fmla="*/ 236 h 1310"/>
                <a:gd name="T30" fmla="*/ 668 w 1462"/>
                <a:gd name="T31" fmla="*/ 227 h 1310"/>
                <a:gd name="T32" fmla="*/ 640 w 1462"/>
                <a:gd name="T33" fmla="*/ 327 h 1310"/>
                <a:gd name="T34" fmla="*/ 557 w 1462"/>
                <a:gd name="T35" fmla="*/ 316 h 1310"/>
                <a:gd name="T36" fmla="*/ 493 w 1462"/>
                <a:gd name="T37" fmla="*/ 338 h 1310"/>
                <a:gd name="T38" fmla="*/ 454 w 1462"/>
                <a:gd name="T39" fmla="*/ 355 h 1310"/>
                <a:gd name="T40" fmla="*/ 413 w 1462"/>
                <a:gd name="T41" fmla="*/ 414 h 1310"/>
                <a:gd name="T42" fmla="*/ 356 w 1462"/>
                <a:gd name="T43" fmla="*/ 444 h 1310"/>
                <a:gd name="T44" fmla="*/ 290 w 1462"/>
                <a:gd name="T45" fmla="*/ 520 h 1310"/>
                <a:gd name="T46" fmla="*/ 233 w 1462"/>
                <a:gd name="T47" fmla="*/ 583 h 1310"/>
                <a:gd name="T48" fmla="*/ 179 w 1462"/>
                <a:gd name="T49" fmla="*/ 505 h 1310"/>
                <a:gd name="T50" fmla="*/ 107 w 1462"/>
                <a:gd name="T51" fmla="*/ 461 h 1310"/>
                <a:gd name="T52" fmla="*/ 65 w 1462"/>
                <a:gd name="T53" fmla="*/ 468 h 1310"/>
                <a:gd name="T54" fmla="*/ 61 w 1462"/>
                <a:gd name="T55" fmla="*/ 516 h 1310"/>
                <a:gd name="T56" fmla="*/ 78 w 1462"/>
                <a:gd name="T57" fmla="*/ 555 h 1310"/>
                <a:gd name="T58" fmla="*/ 94 w 1462"/>
                <a:gd name="T59" fmla="*/ 633 h 1310"/>
                <a:gd name="T60" fmla="*/ 107 w 1462"/>
                <a:gd name="T61" fmla="*/ 705 h 1310"/>
                <a:gd name="T62" fmla="*/ 54 w 1462"/>
                <a:gd name="T63" fmla="*/ 791 h 1310"/>
                <a:gd name="T64" fmla="*/ 24 w 1462"/>
                <a:gd name="T65" fmla="*/ 854 h 1310"/>
                <a:gd name="T66" fmla="*/ 94 w 1462"/>
                <a:gd name="T67" fmla="*/ 894 h 1310"/>
                <a:gd name="T68" fmla="*/ 198 w 1462"/>
                <a:gd name="T69" fmla="*/ 930 h 1310"/>
                <a:gd name="T70" fmla="*/ 295 w 1462"/>
                <a:gd name="T71" fmla="*/ 1052 h 1310"/>
                <a:gd name="T72" fmla="*/ 415 w 1462"/>
                <a:gd name="T73" fmla="*/ 928 h 1310"/>
                <a:gd name="T74" fmla="*/ 550 w 1462"/>
                <a:gd name="T75" fmla="*/ 757 h 1310"/>
                <a:gd name="T76" fmla="*/ 716 w 1462"/>
                <a:gd name="T77" fmla="*/ 791 h 1310"/>
                <a:gd name="T78" fmla="*/ 764 w 1462"/>
                <a:gd name="T79" fmla="*/ 872 h 1310"/>
                <a:gd name="T80" fmla="*/ 672 w 1462"/>
                <a:gd name="T81" fmla="*/ 991 h 1310"/>
                <a:gd name="T82" fmla="*/ 633 w 1462"/>
                <a:gd name="T83" fmla="*/ 1091 h 1310"/>
                <a:gd name="T84" fmla="*/ 699 w 1462"/>
                <a:gd name="T85" fmla="*/ 1139 h 1310"/>
                <a:gd name="T86" fmla="*/ 725 w 1462"/>
                <a:gd name="T87" fmla="*/ 1161 h 1310"/>
                <a:gd name="T88" fmla="*/ 664 w 1462"/>
                <a:gd name="T89" fmla="*/ 1228 h 1310"/>
                <a:gd name="T90" fmla="*/ 620 w 1462"/>
                <a:gd name="T91" fmla="*/ 1284 h 1310"/>
                <a:gd name="T92" fmla="*/ 712 w 1462"/>
                <a:gd name="T93" fmla="*/ 1269 h 1310"/>
                <a:gd name="T94" fmla="*/ 830 w 1462"/>
                <a:gd name="T95" fmla="*/ 1161 h 1310"/>
                <a:gd name="T96" fmla="*/ 956 w 1462"/>
                <a:gd name="T97" fmla="*/ 1028 h 1310"/>
                <a:gd name="T98" fmla="*/ 1061 w 1462"/>
                <a:gd name="T99" fmla="*/ 965 h 1310"/>
                <a:gd name="T100" fmla="*/ 1170 w 1462"/>
                <a:gd name="T101" fmla="*/ 920 h 1310"/>
                <a:gd name="T102" fmla="*/ 1239 w 1462"/>
                <a:gd name="T103" fmla="*/ 884 h 1310"/>
                <a:gd name="T104" fmla="*/ 1262 w 1462"/>
                <a:gd name="T105" fmla="*/ 802 h 1310"/>
                <a:gd name="T106" fmla="*/ 1411 w 1462"/>
                <a:gd name="T107" fmla="*/ 657 h 1310"/>
                <a:gd name="T108" fmla="*/ 1460 w 1462"/>
                <a:gd name="T109" fmla="*/ 630 h 1310"/>
                <a:gd name="T110" fmla="*/ 1462 w 1462"/>
                <a:gd name="T111" fmla="*/ 528 h 1310"/>
                <a:gd name="T112" fmla="*/ 1410 w 1462"/>
                <a:gd name="T113" fmla="*/ 456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462" h="1310">
                  <a:moveTo>
                    <a:pt x="1410" y="456"/>
                  </a:moveTo>
                  <a:cubicBezTo>
                    <a:pt x="1374" y="428"/>
                    <a:pt x="1321" y="384"/>
                    <a:pt x="1321" y="328"/>
                  </a:cubicBezTo>
                  <a:cubicBezTo>
                    <a:pt x="1321" y="273"/>
                    <a:pt x="1324" y="275"/>
                    <a:pt x="1288" y="242"/>
                  </a:cubicBezTo>
                  <a:cubicBezTo>
                    <a:pt x="1252" y="209"/>
                    <a:pt x="1213" y="195"/>
                    <a:pt x="1187" y="148"/>
                  </a:cubicBezTo>
                  <a:cubicBezTo>
                    <a:pt x="1161" y="100"/>
                    <a:pt x="1144" y="78"/>
                    <a:pt x="1125" y="78"/>
                  </a:cubicBezTo>
                  <a:cubicBezTo>
                    <a:pt x="1105" y="78"/>
                    <a:pt x="1098" y="173"/>
                    <a:pt x="1056" y="117"/>
                  </a:cubicBezTo>
                  <a:cubicBezTo>
                    <a:pt x="1013" y="61"/>
                    <a:pt x="1056" y="67"/>
                    <a:pt x="1013" y="61"/>
                  </a:cubicBezTo>
                  <a:cubicBezTo>
                    <a:pt x="971" y="56"/>
                    <a:pt x="957" y="47"/>
                    <a:pt x="935" y="31"/>
                  </a:cubicBezTo>
                  <a:cubicBezTo>
                    <a:pt x="912" y="14"/>
                    <a:pt x="908" y="0"/>
                    <a:pt x="895" y="22"/>
                  </a:cubicBezTo>
                  <a:cubicBezTo>
                    <a:pt x="890" y="31"/>
                    <a:pt x="888" y="40"/>
                    <a:pt x="886" y="47"/>
                  </a:cubicBezTo>
                  <a:cubicBezTo>
                    <a:pt x="888" y="49"/>
                    <a:pt x="890" y="52"/>
                    <a:pt x="891" y="57"/>
                  </a:cubicBezTo>
                  <a:cubicBezTo>
                    <a:pt x="895" y="81"/>
                    <a:pt x="908" y="105"/>
                    <a:pt x="873" y="127"/>
                  </a:cubicBezTo>
                  <a:cubicBezTo>
                    <a:pt x="838" y="149"/>
                    <a:pt x="817" y="140"/>
                    <a:pt x="817" y="172"/>
                  </a:cubicBezTo>
                  <a:cubicBezTo>
                    <a:pt x="817" y="203"/>
                    <a:pt x="797" y="222"/>
                    <a:pt x="775" y="227"/>
                  </a:cubicBezTo>
                  <a:cubicBezTo>
                    <a:pt x="753" y="233"/>
                    <a:pt x="734" y="246"/>
                    <a:pt x="718" y="236"/>
                  </a:cubicBezTo>
                  <a:cubicBezTo>
                    <a:pt x="703" y="227"/>
                    <a:pt x="675" y="211"/>
                    <a:pt x="668" y="227"/>
                  </a:cubicBezTo>
                  <a:cubicBezTo>
                    <a:pt x="662" y="244"/>
                    <a:pt x="681" y="331"/>
                    <a:pt x="640" y="327"/>
                  </a:cubicBezTo>
                  <a:cubicBezTo>
                    <a:pt x="598" y="324"/>
                    <a:pt x="576" y="285"/>
                    <a:pt x="557" y="316"/>
                  </a:cubicBezTo>
                  <a:cubicBezTo>
                    <a:pt x="537" y="348"/>
                    <a:pt x="513" y="338"/>
                    <a:pt x="493" y="338"/>
                  </a:cubicBezTo>
                  <a:cubicBezTo>
                    <a:pt x="474" y="338"/>
                    <a:pt x="458" y="331"/>
                    <a:pt x="454" y="355"/>
                  </a:cubicBezTo>
                  <a:cubicBezTo>
                    <a:pt x="450" y="379"/>
                    <a:pt x="441" y="401"/>
                    <a:pt x="413" y="414"/>
                  </a:cubicBezTo>
                  <a:cubicBezTo>
                    <a:pt x="384" y="427"/>
                    <a:pt x="373" y="424"/>
                    <a:pt x="356" y="444"/>
                  </a:cubicBezTo>
                  <a:cubicBezTo>
                    <a:pt x="338" y="464"/>
                    <a:pt x="297" y="494"/>
                    <a:pt x="290" y="520"/>
                  </a:cubicBezTo>
                  <a:cubicBezTo>
                    <a:pt x="284" y="546"/>
                    <a:pt x="260" y="620"/>
                    <a:pt x="233" y="583"/>
                  </a:cubicBezTo>
                  <a:cubicBezTo>
                    <a:pt x="207" y="546"/>
                    <a:pt x="209" y="535"/>
                    <a:pt x="179" y="505"/>
                  </a:cubicBezTo>
                  <a:cubicBezTo>
                    <a:pt x="148" y="476"/>
                    <a:pt x="124" y="487"/>
                    <a:pt x="107" y="461"/>
                  </a:cubicBezTo>
                  <a:cubicBezTo>
                    <a:pt x="89" y="435"/>
                    <a:pt x="72" y="453"/>
                    <a:pt x="65" y="468"/>
                  </a:cubicBezTo>
                  <a:cubicBezTo>
                    <a:pt x="59" y="483"/>
                    <a:pt x="35" y="503"/>
                    <a:pt x="61" y="516"/>
                  </a:cubicBezTo>
                  <a:cubicBezTo>
                    <a:pt x="87" y="529"/>
                    <a:pt x="78" y="539"/>
                    <a:pt x="78" y="555"/>
                  </a:cubicBezTo>
                  <a:cubicBezTo>
                    <a:pt x="78" y="572"/>
                    <a:pt x="70" y="600"/>
                    <a:pt x="94" y="633"/>
                  </a:cubicBezTo>
                  <a:cubicBezTo>
                    <a:pt x="118" y="666"/>
                    <a:pt x="129" y="681"/>
                    <a:pt x="107" y="705"/>
                  </a:cubicBezTo>
                  <a:cubicBezTo>
                    <a:pt x="85" y="729"/>
                    <a:pt x="59" y="763"/>
                    <a:pt x="54" y="791"/>
                  </a:cubicBezTo>
                  <a:cubicBezTo>
                    <a:pt x="50" y="818"/>
                    <a:pt x="0" y="818"/>
                    <a:pt x="24" y="854"/>
                  </a:cubicBezTo>
                  <a:cubicBezTo>
                    <a:pt x="48" y="889"/>
                    <a:pt x="63" y="891"/>
                    <a:pt x="94" y="894"/>
                  </a:cubicBezTo>
                  <a:cubicBezTo>
                    <a:pt x="124" y="898"/>
                    <a:pt x="190" y="907"/>
                    <a:pt x="198" y="930"/>
                  </a:cubicBezTo>
                  <a:cubicBezTo>
                    <a:pt x="206" y="949"/>
                    <a:pt x="264" y="1009"/>
                    <a:pt x="295" y="1052"/>
                  </a:cubicBezTo>
                  <a:cubicBezTo>
                    <a:pt x="330" y="1027"/>
                    <a:pt x="369" y="991"/>
                    <a:pt x="415" y="928"/>
                  </a:cubicBezTo>
                  <a:cubicBezTo>
                    <a:pt x="485" y="831"/>
                    <a:pt x="445" y="754"/>
                    <a:pt x="550" y="757"/>
                  </a:cubicBezTo>
                  <a:cubicBezTo>
                    <a:pt x="655" y="761"/>
                    <a:pt x="694" y="761"/>
                    <a:pt x="716" y="791"/>
                  </a:cubicBezTo>
                  <a:cubicBezTo>
                    <a:pt x="738" y="820"/>
                    <a:pt x="808" y="817"/>
                    <a:pt x="764" y="872"/>
                  </a:cubicBezTo>
                  <a:cubicBezTo>
                    <a:pt x="720" y="928"/>
                    <a:pt x="694" y="972"/>
                    <a:pt x="672" y="991"/>
                  </a:cubicBezTo>
                  <a:cubicBezTo>
                    <a:pt x="651" y="1009"/>
                    <a:pt x="594" y="1065"/>
                    <a:pt x="633" y="1091"/>
                  </a:cubicBezTo>
                  <a:cubicBezTo>
                    <a:pt x="672" y="1117"/>
                    <a:pt x="655" y="1135"/>
                    <a:pt x="699" y="1139"/>
                  </a:cubicBezTo>
                  <a:cubicBezTo>
                    <a:pt x="742" y="1143"/>
                    <a:pt x="738" y="1117"/>
                    <a:pt x="725" y="1161"/>
                  </a:cubicBezTo>
                  <a:cubicBezTo>
                    <a:pt x="712" y="1206"/>
                    <a:pt x="720" y="1213"/>
                    <a:pt x="664" y="1228"/>
                  </a:cubicBezTo>
                  <a:cubicBezTo>
                    <a:pt x="607" y="1243"/>
                    <a:pt x="616" y="1258"/>
                    <a:pt x="620" y="1284"/>
                  </a:cubicBezTo>
                  <a:cubicBezTo>
                    <a:pt x="624" y="1310"/>
                    <a:pt x="668" y="1295"/>
                    <a:pt x="712" y="1269"/>
                  </a:cubicBezTo>
                  <a:cubicBezTo>
                    <a:pt x="755" y="1243"/>
                    <a:pt x="803" y="1206"/>
                    <a:pt x="830" y="1161"/>
                  </a:cubicBezTo>
                  <a:cubicBezTo>
                    <a:pt x="856" y="1117"/>
                    <a:pt x="895" y="1057"/>
                    <a:pt x="956" y="1028"/>
                  </a:cubicBezTo>
                  <a:cubicBezTo>
                    <a:pt x="1018" y="998"/>
                    <a:pt x="1009" y="987"/>
                    <a:pt x="1061" y="965"/>
                  </a:cubicBezTo>
                  <a:cubicBezTo>
                    <a:pt x="1114" y="943"/>
                    <a:pt x="1127" y="935"/>
                    <a:pt x="1170" y="920"/>
                  </a:cubicBezTo>
                  <a:cubicBezTo>
                    <a:pt x="1202" y="909"/>
                    <a:pt x="1216" y="885"/>
                    <a:pt x="1239" y="884"/>
                  </a:cubicBezTo>
                  <a:cubicBezTo>
                    <a:pt x="1240" y="852"/>
                    <a:pt x="1245" y="812"/>
                    <a:pt x="1262" y="802"/>
                  </a:cubicBezTo>
                  <a:cubicBezTo>
                    <a:pt x="1293" y="783"/>
                    <a:pt x="1358" y="683"/>
                    <a:pt x="1411" y="657"/>
                  </a:cubicBezTo>
                  <a:cubicBezTo>
                    <a:pt x="1425" y="650"/>
                    <a:pt x="1443" y="640"/>
                    <a:pt x="1460" y="630"/>
                  </a:cubicBezTo>
                  <a:cubicBezTo>
                    <a:pt x="1461" y="592"/>
                    <a:pt x="1462" y="543"/>
                    <a:pt x="1462" y="528"/>
                  </a:cubicBezTo>
                  <a:cubicBezTo>
                    <a:pt x="1462" y="503"/>
                    <a:pt x="1446" y="484"/>
                    <a:pt x="1410" y="456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auto">
            <a:xfrm>
              <a:off x="4637" y="856"/>
              <a:ext cx="985" cy="609"/>
            </a:xfrm>
            <a:custGeom>
              <a:avLst/>
              <a:gdLst>
                <a:gd name="T0" fmla="*/ 2111 w 2127"/>
                <a:gd name="T1" fmla="*/ 367 h 1316"/>
                <a:gd name="T2" fmla="*/ 1900 w 2127"/>
                <a:gd name="T3" fmla="*/ 314 h 1316"/>
                <a:gd name="T4" fmla="*/ 1808 w 2127"/>
                <a:gd name="T5" fmla="*/ 300 h 1316"/>
                <a:gd name="T6" fmla="*/ 1693 w 2127"/>
                <a:gd name="T7" fmla="*/ 361 h 1316"/>
                <a:gd name="T8" fmla="*/ 1634 w 2127"/>
                <a:gd name="T9" fmla="*/ 458 h 1316"/>
                <a:gd name="T10" fmla="*/ 1500 w 2127"/>
                <a:gd name="T11" fmla="*/ 367 h 1316"/>
                <a:gd name="T12" fmla="*/ 1467 w 2127"/>
                <a:gd name="T13" fmla="*/ 269 h 1316"/>
                <a:gd name="T14" fmla="*/ 1379 w 2127"/>
                <a:gd name="T15" fmla="*/ 280 h 1316"/>
                <a:gd name="T16" fmla="*/ 1392 w 2127"/>
                <a:gd name="T17" fmla="*/ 372 h 1316"/>
                <a:gd name="T18" fmla="*/ 1270 w 2127"/>
                <a:gd name="T19" fmla="*/ 269 h 1316"/>
                <a:gd name="T20" fmla="*/ 1143 w 2127"/>
                <a:gd name="T21" fmla="*/ 239 h 1316"/>
                <a:gd name="T22" fmla="*/ 1044 w 2127"/>
                <a:gd name="T23" fmla="*/ 152 h 1316"/>
                <a:gd name="T24" fmla="*/ 907 w 2127"/>
                <a:gd name="T25" fmla="*/ 186 h 1316"/>
                <a:gd name="T26" fmla="*/ 766 w 2127"/>
                <a:gd name="T27" fmla="*/ 166 h 1316"/>
                <a:gd name="T28" fmla="*/ 638 w 2127"/>
                <a:gd name="T29" fmla="*/ 189 h 1316"/>
                <a:gd name="T30" fmla="*/ 494 w 2127"/>
                <a:gd name="T31" fmla="*/ 111 h 1316"/>
                <a:gd name="T32" fmla="*/ 402 w 2127"/>
                <a:gd name="T33" fmla="*/ 16 h 1316"/>
                <a:gd name="T34" fmla="*/ 290 w 2127"/>
                <a:gd name="T35" fmla="*/ 51 h 1316"/>
                <a:gd name="T36" fmla="*/ 245 w 2127"/>
                <a:gd name="T37" fmla="*/ 114 h 1316"/>
                <a:gd name="T38" fmla="*/ 160 w 2127"/>
                <a:gd name="T39" fmla="*/ 157 h 1316"/>
                <a:gd name="T40" fmla="*/ 64 w 2127"/>
                <a:gd name="T41" fmla="*/ 146 h 1316"/>
                <a:gd name="T42" fmla="*/ 103 w 2127"/>
                <a:gd name="T43" fmla="*/ 239 h 1316"/>
                <a:gd name="T44" fmla="*/ 177 w 2127"/>
                <a:gd name="T45" fmla="*/ 316 h 1316"/>
                <a:gd name="T46" fmla="*/ 180 w 2127"/>
                <a:gd name="T47" fmla="*/ 478 h 1316"/>
                <a:gd name="T48" fmla="*/ 271 w 2127"/>
                <a:gd name="T49" fmla="*/ 569 h 1316"/>
                <a:gd name="T50" fmla="*/ 404 w 2127"/>
                <a:gd name="T51" fmla="*/ 493 h 1316"/>
                <a:gd name="T52" fmla="*/ 512 w 2127"/>
                <a:gd name="T53" fmla="*/ 637 h 1316"/>
                <a:gd name="T54" fmla="*/ 570 w 2127"/>
                <a:gd name="T55" fmla="*/ 733 h 1316"/>
                <a:gd name="T56" fmla="*/ 619 w 2127"/>
                <a:gd name="T57" fmla="*/ 717 h 1316"/>
                <a:gd name="T58" fmla="*/ 740 w 2127"/>
                <a:gd name="T59" fmla="*/ 803 h 1316"/>
                <a:gd name="T60" fmla="*/ 871 w 2127"/>
                <a:gd name="T61" fmla="*/ 834 h 1316"/>
                <a:gd name="T62" fmla="*/ 1005 w 2127"/>
                <a:gd name="T63" fmla="*/ 1014 h 1316"/>
                <a:gd name="T64" fmla="*/ 1146 w 2127"/>
                <a:gd name="T65" fmla="*/ 1214 h 1316"/>
                <a:gd name="T66" fmla="*/ 1243 w 2127"/>
                <a:gd name="T67" fmla="*/ 1228 h 1316"/>
                <a:gd name="T68" fmla="*/ 1339 w 2127"/>
                <a:gd name="T69" fmla="*/ 995 h 1316"/>
                <a:gd name="T70" fmla="*/ 1470 w 2127"/>
                <a:gd name="T71" fmla="*/ 1039 h 1316"/>
                <a:gd name="T72" fmla="*/ 1552 w 2127"/>
                <a:gd name="T73" fmla="*/ 1039 h 1316"/>
                <a:gd name="T74" fmla="*/ 1647 w 2127"/>
                <a:gd name="T75" fmla="*/ 1017 h 1316"/>
                <a:gd name="T76" fmla="*/ 1587 w 2127"/>
                <a:gd name="T77" fmla="*/ 911 h 1316"/>
                <a:gd name="T78" fmla="*/ 1693 w 2127"/>
                <a:gd name="T79" fmla="*/ 846 h 1316"/>
                <a:gd name="T80" fmla="*/ 1811 w 2127"/>
                <a:gd name="T81" fmla="*/ 714 h 1316"/>
                <a:gd name="T82" fmla="*/ 1862 w 2127"/>
                <a:gd name="T83" fmla="*/ 588 h 1316"/>
                <a:gd name="T84" fmla="*/ 1978 w 2127"/>
                <a:gd name="T85" fmla="*/ 596 h 1316"/>
                <a:gd name="T86" fmla="*/ 2127 w 2127"/>
                <a:gd name="T87" fmla="*/ 489 h 1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27" h="1316">
                  <a:moveTo>
                    <a:pt x="2114" y="376"/>
                  </a:moveTo>
                  <a:cubicBezTo>
                    <a:pt x="2113" y="373"/>
                    <a:pt x="2112" y="370"/>
                    <a:pt x="2111" y="367"/>
                  </a:cubicBezTo>
                  <a:cubicBezTo>
                    <a:pt x="2041" y="376"/>
                    <a:pt x="1984" y="369"/>
                    <a:pt x="1955" y="367"/>
                  </a:cubicBezTo>
                  <a:cubicBezTo>
                    <a:pt x="1919" y="364"/>
                    <a:pt x="1939" y="369"/>
                    <a:pt x="1900" y="314"/>
                  </a:cubicBezTo>
                  <a:cubicBezTo>
                    <a:pt x="1860" y="258"/>
                    <a:pt x="1886" y="289"/>
                    <a:pt x="1854" y="314"/>
                  </a:cubicBezTo>
                  <a:cubicBezTo>
                    <a:pt x="1821" y="339"/>
                    <a:pt x="1818" y="328"/>
                    <a:pt x="1808" y="300"/>
                  </a:cubicBezTo>
                  <a:cubicBezTo>
                    <a:pt x="1798" y="272"/>
                    <a:pt x="1778" y="303"/>
                    <a:pt x="1765" y="330"/>
                  </a:cubicBezTo>
                  <a:cubicBezTo>
                    <a:pt x="1752" y="358"/>
                    <a:pt x="1726" y="353"/>
                    <a:pt x="1693" y="361"/>
                  </a:cubicBezTo>
                  <a:cubicBezTo>
                    <a:pt x="1660" y="369"/>
                    <a:pt x="1677" y="383"/>
                    <a:pt x="1680" y="417"/>
                  </a:cubicBezTo>
                  <a:cubicBezTo>
                    <a:pt x="1683" y="450"/>
                    <a:pt x="1664" y="455"/>
                    <a:pt x="1634" y="458"/>
                  </a:cubicBezTo>
                  <a:cubicBezTo>
                    <a:pt x="1605" y="461"/>
                    <a:pt x="1592" y="444"/>
                    <a:pt x="1578" y="414"/>
                  </a:cubicBezTo>
                  <a:cubicBezTo>
                    <a:pt x="1565" y="383"/>
                    <a:pt x="1500" y="386"/>
                    <a:pt x="1500" y="367"/>
                  </a:cubicBezTo>
                  <a:cubicBezTo>
                    <a:pt x="1500" y="347"/>
                    <a:pt x="1493" y="344"/>
                    <a:pt x="1470" y="328"/>
                  </a:cubicBezTo>
                  <a:cubicBezTo>
                    <a:pt x="1447" y="311"/>
                    <a:pt x="1467" y="294"/>
                    <a:pt x="1467" y="269"/>
                  </a:cubicBezTo>
                  <a:cubicBezTo>
                    <a:pt x="1467" y="244"/>
                    <a:pt x="1477" y="236"/>
                    <a:pt x="1438" y="233"/>
                  </a:cubicBezTo>
                  <a:cubicBezTo>
                    <a:pt x="1398" y="230"/>
                    <a:pt x="1382" y="250"/>
                    <a:pt x="1379" y="280"/>
                  </a:cubicBezTo>
                  <a:cubicBezTo>
                    <a:pt x="1375" y="311"/>
                    <a:pt x="1398" y="322"/>
                    <a:pt x="1415" y="342"/>
                  </a:cubicBezTo>
                  <a:cubicBezTo>
                    <a:pt x="1431" y="361"/>
                    <a:pt x="1408" y="372"/>
                    <a:pt x="1392" y="372"/>
                  </a:cubicBezTo>
                  <a:cubicBezTo>
                    <a:pt x="1375" y="372"/>
                    <a:pt x="1349" y="372"/>
                    <a:pt x="1320" y="350"/>
                  </a:cubicBezTo>
                  <a:cubicBezTo>
                    <a:pt x="1290" y="328"/>
                    <a:pt x="1280" y="300"/>
                    <a:pt x="1270" y="269"/>
                  </a:cubicBezTo>
                  <a:cubicBezTo>
                    <a:pt x="1261" y="239"/>
                    <a:pt x="1208" y="283"/>
                    <a:pt x="1175" y="280"/>
                  </a:cubicBezTo>
                  <a:cubicBezTo>
                    <a:pt x="1143" y="278"/>
                    <a:pt x="1130" y="261"/>
                    <a:pt x="1143" y="239"/>
                  </a:cubicBezTo>
                  <a:cubicBezTo>
                    <a:pt x="1156" y="216"/>
                    <a:pt x="1166" y="203"/>
                    <a:pt x="1149" y="189"/>
                  </a:cubicBezTo>
                  <a:cubicBezTo>
                    <a:pt x="1133" y="175"/>
                    <a:pt x="1090" y="158"/>
                    <a:pt x="1044" y="152"/>
                  </a:cubicBezTo>
                  <a:cubicBezTo>
                    <a:pt x="999" y="147"/>
                    <a:pt x="999" y="161"/>
                    <a:pt x="979" y="180"/>
                  </a:cubicBezTo>
                  <a:cubicBezTo>
                    <a:pt x="959" y="200"/>
                    <a:pt x="956" y="189"/>
                    <a:pt x="907" y="186"/>
                  </a:cubicBezTo>
                  <a:cubicBezTo>
                    <a:pt x="858" y="183"/>
                    <a:pt x="881" y="175"/>
                    <a:pt x="854" y="144"/>
                  </a:cubicBezTo>
                  <a:cubicBezTo>
                    <a:pt x="828" y="114"/>
                    <a:pt x="795" y="150"/>
                    <a:pt x="766" y="166"/>
                  </a:cubicBezTo>
                  <a:cubicBezTo>
                    <a:pt x="736" y="183"/>
                    <a:pt x="733" y="172"/>
                    <a:pt x="700" y="161"/>
                  </a:cubicBezTo>
                  <a:cubicBezTo>
                    <a:pt x="668" y="150"/>
                    <a:pt x="668" y="175"/>
                    <a:pt x="638" y="189"/>
                  </a:cubicBezTo>
                  <a:cubicBezTo>
                    <a:pt x="609" y="203"/>
                    <a:pt x="602" y="197"/>
                    <a:pt x="563" y="169"/>
                  </a:cubicBezTo>
                  <a:cubicBezTo>
                    <a:pt x="524" y="141"/>
                    <a:pt x="527" y="127"/>
                    <a:pt x="494" y="111"/>
                  </a:cubicBezTo>
                  <a:cubicBezTo>
                    <a:pt x="461" y="94"/>
                    <a:pt x="474" y="55"/>
                    <a:pt x="458" y="27"/>
                  </a:cubicBezTo>
                  <a:cubicBezTo>
                    <a:pt x="442" y="0"/>
                    <a:pt x="432" y="16"/>
                    <a:pt x="402" y="16"/>
                  </a:cubicBezTo>
                  <a:cubicBezTo>
                    <a:pt x="373" y="16"/>
                    <a:pt x="376" y="30"/>
                    <a:pt x="330" y="41"/>
                  </a:cubicBezTo>
                  <a:cubicBezTo>
                    <a:pt x="313" y="45"/>
                    <a:pt x="300" y="49"/>
                    <a:pt x="290" y="51"/>
                  </a:cubicBezTo>
                  <a:cubicBezTo>
                    <a:pt x="291" y="55"/>
                    <a:pt x="290" y="59"/>
                    <a:pt x="287" y="64"/>
                  </a:cubicBezTo>
                  <a:cubicBezTo>
                    <a:pt x="271" y="89"/>
                    <a:pt x="243" y="81"/>
                    <a:pt x="245" y="114"/>
                  </a:cubicBezTo>
                  <a:cubicBezTo>
                    <a:pt x="247" y="148"/>
                    <a:pt x="265" y="213"/>
                    <a:pt x="221" y="189"/>
                  </a:cubicBezTo>
                  <a:cubicBezTo>
                    <a:pt x="177" y="165"/>
                    <a:pt x="180" y="139"/>
                    <a:pt x="160" y="157"/>
                  </a:cubicBezTo>
                  <a:cubicBezTo>
                    <a:pt x="140" y="176"/>
                    <a:pt x="142" y="183"/>
                    <a:pt x="116" y="170"/>
                  </a:cubicBezTo>
                  <a:cubicBezTo>
                    <a:pt x="90" y="157"/>
                    <a:pt x="73" y="131"/>
                    <a:pt x="64" y="146"/>
                  </a:cubicBezTo>
                  <a:cubicBezTo>
                    <a:pt x="55" y="161"/>
                    <a:pt x="0" y="215"/>
                    <a:pt x="35" y="226"/>
                  </a:cubicBezTo>
                  <a:cubicBezTo>
                    <a:pt x="70" y="237"/>
                    <a:pt x="99" y="211"/>
                    <a:pt x="103" y="239"/>
                  </a:cubicBezTo>
                  <a:cubicBezTo>
                    <a:pt x="107" y="266"/>
                    <a:pt x="110" y="266"/>
                    <a:pt x="134" y="278"/>
                  </a:cubicBezTo>
                  <a:cubicBezTo>
                    <a:pt x="158" y="289"/>
                    <a:pt x="180" y="292"/>
                    <a:pt x="177" y="316"/>
                  </a:cubicBezTo>
                  <a:cubicBezTo>
                    <a:pt x="175" y="341"/>
                    <a:pt x="136" y="392"/>
                    <a:pt x="147" y="420"/>
                  </a:cubicBezTo>
                  <a:cubicBezTo>
                    <a:pt x="158" y="448"/>
                    <a:pt x="169" y="457"/>
                    <a:pt x="180" y="478"/>
                  </a:cubicBezTo>
                  <a:cubicBezTo>
                    <a:pt x="190" y="498"/>
                    <a:pt x="219" y="502"/>
                    <a:pt x="225" y="535"/>
                  </a:cubicBezTo>
                  <a:cubicBezTo>
                    <a:pt x="232" y="569"/>
                    <a:pt x="236" y="593"/>
                    <a:pt x="271" y="569"/>
                  </a:cubicBezTo>
                  <a:cubicBezTo>
                    <a:pt x="306" y="544"/>
                    <a:pt x="341" y="537"/>
                    <a:pt x="352" y="515"/>
                  </a:cubicBezTo>
                  <a:cubicBezTo>
                    <a:pt x="363" y="493"/>
                    <a:pt x="398" y="463"/>
                    <a:pt x="404" y="493"/>
                  </a:cubicBezTo>
                  <a:cubicBezTo>
                    <a:pt x="411" y="522"/>
                    <a:pt x="463" y="531"/>
                    <a:pt x="468" y="567"/>
                  </a:cubicBezTo>
                  <a:cubicBezTo>
                    <a:pt x="472" y="602"/>
                    <a:pt x="498" y="607"/>
                    <a:pt x="512" y="637"/>
                  </a:cubicBezTo>
                  <a:cubicBezTo>
                    <a:pt x="525" y="667"/>
                    <a:pt x="503" y="721"/>
                    <a:pt x="522" y="730"/>
                  </a:cubicBezTo>
                  <a:cubicBezTo>
                    <a:pt x="538" y="737"/>
                    <a:pt x="560" y="726"/>
                    <a:pt x="570" y="733"/>
                  </a:cubicBezTo>
                  <a:cubicBezTo>
                    <a:pt x="572" y="726"/>
                    <a:pt x="574" y="717"/>
                    <a:pt x="579" y="708"/>
                  </a:cubicBezTo>
                  <a:cubicBezTo>
                    <a:pt x="592" y="686"/>
                    <a:pt x="596" y="700"/>
                    <a:pt x="619" y="717"/>
                  </a:cubicBezTo>
                  <a:cubicBezTo>
                    <a:pt x="641" y="733"/>
                    <a:pt x="655" y="742"/>
                    <a:pt x="697" y="747"/>
                  </a:cubicBezTo>
                  <a:cubicBezTo>
                    <a:pt x="740" y="753"/>
                    <a:pt x="697" y="747"/>
                    <a:pt x="740" y="803"/>
                  </a:cubicBezTo>
                  <a:cubicBezTo>
                    <a:pt x="782" y="859"/>
                    <a:pt x="789" y="764"/>
                    <a:pt x="809" y="764"/>
                  </a:cubicBezTo>
                  <a:cubicBezTo>
                    <a:pt x="828" y="764"/>
                    <a:pt x="845" y="786"/>
                    <a:pt x="871" y="834"/>
                  </a:cubicBezTo>
                  <a:cubicBezTo>
                    <a:pt x="897" y="881"/>
                    <a:pt x="936" y="895"/>
                    <a:pt x="972" y="928"/>
                  </a:cubicBezTo>
                  <a:cubicBezTo>
                    <a:pt x="1008" y="961"/>
                    <a:pt x="1005" y="959"/>
                    <a:pt x="1005" y="1014"/>
                  </a:cubicBezTo>
                  <a:cubicBezTo>
                    <a:pt x="1005" y="1070"/>
                    <a:pt x="1058" y="1114"/>
                    <a:pt x="1094" y="1142"/>
                  </a:cubicBezTo>
                  <a:cubicBezTo>
                    <a:pt x="1130" y="1170"/>
                    <a:pt x="1146" y="1189"/>
                    <a:pt x="1146" y="1214"/>
                  </a:cubicBezTo>
                  <a:cubicBezTo>
                    <a:pt x="1146" y="1229"/>
                    <a:pt x="1145" y="1278"/>
                    <a:pt x="1144" y="1316"/>
                  </a:cubicBezTo>
                  <a:cubicBezTo>
                    <a:pt x="1188" y="1289"/>
                    <a:pt x="1234" y="1255"/>
                    <a:pt x="1243" y="1228"/>
                  </a:cubicBezTo>
                  <a:cubicBezTo>
                    <a:pt x="1256" y="1191"/>
                    <a:pt x="1296" y="1139"/>
                    <a:pt x="1300" y="1106"/>
                  </a:cubicBezTo>
                  <a:cubicBezTo>
                    <a:pt x="1304" y="1073"/>
                    <a:pt x="1313" y="995"/>
                    <a:pt x="1339" y="995"/>
                  </a:cubicBezTo>
                  <a:cubicBezTo>
                    <a:pt x="1365" y="995"/>
                    <a:pt x="1392" y="1002"/>
                    <a:pt x="1409" y="1021"/>
                  </a:cubicBezTo>
                  <a:cubicBezTo>
                    <a:pt x="1427" y="1039"/>
                    <a:pt x="1440" y="1043"/>
                    <a:pt x="1470" y="1039"/>
                  </a:cubicBezTo>
                  <a:cubicBezTo>
                    <a:pt x="1501" y="1036"/>
                    <a:pt x="1492" y="1024"/>
                    <a:pt x="1515" y="1039"/>
                  </a:cubicBezTo>
                  <a:cubicBezTo>
                    <a:pt x="1537" y="1055"/>
                    <a:pt x="1544" y="1048"/>
                    <a:pt x="1552" y="1039"/>
                  </a:cubicBezTo>
                  <a:cubicBezTo>
                    <a:pt x="1560" y="1031"/>
                    <a:pt x="1580" y="1010"/>
                    <a:pt x="1595" y="1021"/>
                  </a:cubicBezTo>
                  <a:cubicBezTo>
                    <a:pt x="1610" y="1032"/>
                    <a:pt x="1639" y="1043"/>
                    <a:pt x="1647" y="1017"/>
                  </a:cubicBezTo>
                  <a:cubicBezTo>
                    <a:pt x="1655" y="991"/>
                    <a:pt x="1672" y="975"/>
                    <a:pt x="1649" y="960"/>
                  </a:cubicBezTo>
                  <a:cubicBezTo>
                    <a:pt x="1626" y="945"/>
                    <a:pt x="1587" y="936"/>
                    <a:pt x="1587" y="911"/>
                  </a:cubicBezTo>
                  <a:cubicBezTo>
                    <a:pt x="1587" y="886"/>
                    <a:pt x="1585" y="853"/>
                    <a:pt x="1613" y="854"/>
                  </a:cubicBezTo>
                  <a:cubicBezTo>
                    <a:pt x="1641" y="856"/>
                    <a:pt x="1657" y="863"/>
                    <a:pt x="1693" y="846"/>
                  </a:cubicBezTo>
                  <a:cubicBezTo>
                    <a:pt x="1729" y="829"/>
                    <a:pt x="1752" y="842"/>
                    <a:pt x="1773" y="802"/>
                  </a:cubicBezTo>
                  <a:cubicBezTo>
                    <a:pt x="1795" y="761"/>
                    <a:pt x="1777" y="722"/>
                    <a:pt x="1811" y="714"/>
                  </a:cubicBezTo>
                  <a:cubicBezTo>
                    <a:pt x="1845" y="706"/>
                    <a:pt x="1890" y="693"/>
                    <a:pt x="1881" y="667"/>
                  </a:cubicBezTo>
                  <a:cubicBezTo>
                    <a:pt x="1873" y="640"/>
                    <a:pt x="1859" y="604"/>
                    <a:pt x="1862" y="588"/>
                  </a:cubicBezTo>
                  <a:cubicBezTo>
                    <a:pt x="1865" y="571"/>
                    <a:pt x="1883" y="522"/>
                    <a:pt x="1922" y="546"/>
                  </a:cubicBezTo>
                  <a:cubicBezTo>
                    <a:pt x="1962" y="569"/>
                    <a:pt x="1937" y="586"/>
                    <a:pt x="1978" y="596"/>
                  </a:cubicBezTo>
                  <a:cubicBezTo>
                    <a:pt x="2019" y="606"/>
                    <a:pt x="1998" y="572"/>
                    <a:pt x="2034" y="553"/>
                  </a:cubicBezTo>
                  <a:cubicBezTo>
                    <a:pt x="2070" y="533"/>
                    <a:pt x="2127" y="526"/>
                    <a:pt x="2127" y="489"/>
                  </a:cubicBezTo>
                  <a:cubicBezTo>
                    <a:pt x="2127" y="451"/>
                    <a:pt x="2122" y="414"/>
                    <a:pt x="2114" y="376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auto">
            <a:xfrm>
              <a:off x="2375" y="68"/>
              <a:ext cx="2536" cy="2030"/>
            </a:xfrm>
            <a:custGeom>
              <a:avLst/>
              <a:gdLst>
                <a:gd name="T0" fmla="*/ 318 w 5477"/>
                <a:gd name="T1" fmla="*/ 3541 h 4382"/>
                <a:gd name="T2" fmla="*/ 498 w 5477"/>
                <a:gd name="T3" fmla="*/ 3760 h 4382"/>
                <a:gd name="T4" fmla="*/ 1096 w 5477"/>
                <a:gd name="T5" fmla="*/ 4000 h 4382"/>
                <a:gd name="T6" fmla="*/ 1349 w 5477"/>
                <a:gd name="T7" fmla="*/ 4245 h 4382"/>
                <a:gd name="T8" fmla="*/ 1817 w 5477"/>
                <a:gd name="T9" fmla="*/ 4278 h 4382"/>
                <a:gd name="T10" fmla="*/ 2000 w 5477"/>
                <a:gd name="T11" fmla="*/ 3871 h 4382"/>
                <a:gd name="T12" fmla="*/ 2166 w 5477"/>
                <a:gd name="T13" fmla="*/ 4182 h 4382"/>
                <a:gd name="T14" fmla="*/ 2516 w 5477"/>
                <a:gd name="T15" fmla="*/ 4204 h 4382"/>
                <a:gd name="T16" fmla="*/ 2765 w 5477"/>
                <a:gd name="T17" fmla="*/ 3860 h 4382"/>
                <a:gd name="T18" fmla="*/ 3057 w 5477"/>
                <a:gd name="T19" fmla="*/ 3737 h 4382"/>
                <a:gd name="T20" fmla="*/ 3385 w 5477"/>
                <a:gd name="T21" fmla="*/ 3504 h 4382"/>
                <a:gd name="T22" fmla="*/ 3547 w 5477"/>
                <a:gd name="T23" fmla="*/ 3352 h 4382"/>
                <a:gd name="T24" fmla="*/ 3625 w 5477"/>
                <a:gd name="T25" fmla="*/ 3059 h 4382"/>
                <a:gd name="T26" fmla="*/ 4005 w 5477"/>
                <a:gd name="T27" fmla="*/ 3029 h 4382"/>
                <a:gd name="T28" fmla="*/ 4237 w 5477"/>
                <a:gd name="T29" fmla="*/ 2837 h 4382"/>
                <a:gd name="T30" fmla="*/ 4477 w 5477"/>
                <a:gd name="T31" fmla="*/ 3129 h 4382"/>
                <a:gd name="T32" fmla="*/ 4647 w 5477"/>
                <a:gd name="T33" fmla="*/ 2942 h 4382"/>
                <a:gd name="T34" fmla="*/ 4802 w 5477"/>
                <a:gd name="T35" fmla="*/ 2970 h 4382"/>
                <a:gd name="T36" fmla="*/ 5062 w 5477"/>
                <a:gd name="T37" fmla="*/ 2725 h 4382"/>
                <a:gd name="T38" fmla="*/ 5344 w 5477"/>
                <a:gd name="T39" fmla="*/ 2614 h 4382"/>
                <a:gd name="T40" fmla="*/ 5397 w 5477"/>
                <a:gd name="T41" fmla="*/ 2338 h 4382"/>
                <a:gd name="T42" fmla="*/ 5110 w 5477"/>
                <a:gd name="T43" fmla="*/ 2236 h 4382"/>
                <a:gd name="T44" fmla="*/ 4988 w 5477"/>
                <a:gd name="T45" fmla="*/ 1940 h 4382"/>
                <a:gd name="T46" fmla="*/ 5106 w 5477"/>
                <a:gd name="T47" fmla="*/ 1890 h 4382"/>
                <a:gd name="T48" fmla="*/ 5222 w 5477"/>
                <a:gd name="T49" fmla="*/ 1638 h 4382"/>
                <a:gd name="T50" fmla="*/ 4988 w 5477"/>
                <a:gd name="T51" fmla="*/ 1508 h 4382"/>
                <a:gd name="T52" fmla="*/ 5270 w 5477"/>
                <a:gd name="T53" fmla="*/ 1172 h 4382"/>
                <a:gd name="T54" fmla="*/ 5370 w 5477"/>
                <a:gd name="T55" fmla="*/ 932 h 4382"/>
                <a:gd name="T56" fmla="*/ 5418 w 5477"/>
                <a:gd name="T57" fmla="*/ 437 h 4382"/>
                <a:gd name="T58" fmla="*/ 4861 w 5477"/>
                <a:gd name="T59" fmla="*/ 466 h 4382"/>
                <a:gd name="T60" fmla="*/ 4619 w 5477"/>
                <a:gd name="T61" fmla="*/ 233 h 4382"/>
                <a:gd name="T62" fmla="*/ 4445 w 5477"/>
                <a:gd name="T63" fmla="*/ 0 h 4382"/>
                <a:gd name="T64" fmla="*/ 4370 w 5477"/>
                <a:gd name="T65" fmla="*/ 226 h 4382"/>
                <a:gd name="T66" fmla="*/ 4303 w 5477"/>
                <a:gd name="T67" fmla="*/ 541 h 4382"/>
                <a:gd name="T68" fmla="*/ 4239 w 5477"/>
                <a:gd name="T69" fmla="*/ 747 h 4382"/>
                <a:gd name="T70" fmla="*/ 4144 w 5477"/>
                <a:gd name="T71" fmla="*/ 957 h 4382"/>
                <a:gd name="T72" fmla="*/ 3764 w 5477"/>
                <a:gd name="T73" fmla="*/ 1100 h 4382"/>
                <a:gd name="T74" fmla="*/ 3630 w 5477"/>
                <a:gd name="T75" fmla="*/ 1506 h 4382"/>
                <a:gd name="T76" fmla="*/ 3970 w 5477"/>
                <a:gd name="T77" fmla="*/ 1564 h 4382"/>
                <a:gd name="T78" fmla="*/ 4314 w 5477"/>
                <a:gd name="T79" fmla="*/ 1498 h 4382"/>
                <a:gd name="T80" fmla="*/ 4429 w 5477"/>
                <a:gd name="T81" fmla="*/ 1778 h 4382"/>
                <a:gd name="T82" fmla="*/ 4108 w 5477"/>
                <a:gd name="T83" fmla="*/ 1831 h 4382"/>
                <a:gd name="T84" fmla="*/ 3843 w 5477"/>
                <a:gd name="T85" fmla="*/ 2098 h 4382"/>
                <a:gd name="T86" fmla="*/ 3361 w 5477"/>
                <a:gd name="T87" fmla="*/ 2387 h 4382"/>
                <a:gd name="T88" fmla="*/ 2945 w 5477"/>
                <a:gd name="T89" fmla="*/ 2498 h 4382"/>
                <a:gd name="T90" fmla="*/ 2883 w 5477"/>
                <a:gd name="T91" fmla="*/ 2807 h 4382"/>
                <a:gd name="T92" fmla="*/ 2381 w 5477"/>
                <a:gd name="T93" fmla="*/ 3068 h 4382"/>
                <a:gd name="T94" fmla="*/ 1756 w 5477"/>
                <a:gd name="T95" fmla="*/ 3241 h 4382"/>
                <a:gd name="T96" fmla="*/ 1372 w 5477"/>
                <a:gd name="T97" fmla="*/ 3280 h 4382"/>
                <a:gd name="T98" fmla="*/ 753 w 5477"/>
                <a:gd name="T99" fmla="*/ 3085 h 4382"/>
                <a:gd name="T100" fmla="*/ 137 w 5477"/>
                <a:gd name="T101" fmla="*/ 3043 h 4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477" h="4382">
                  <a:moveTo>
                    <a:pt x="26" y="3270"/>
                  </a:moveTo>
                  <a:cubicBezTo>
                    <a:pt x="0" y="3300"/>
                    <a:pt x="21" y="3322"/>
                    <a:pt x="21" y="3356"/>
                  </a:cubicBezTo>
                  <a:cubicBezTo>
                    <a:pt x="21" y="3389"/>
                    <a:pt x="61" y="3422"/>
                    <a:pt x="78" y="3459"/>
                  </a:cubicBezTo>
                  <a:cubicBezTo>
                    <a:pt x="96" y="3496"/>
                    <a:pt x="135" y="3519"/>
                    <a:pt x="187" y="3570"/>
                  </a:cubicBezTo>
                  <a:cubicBezTo>
                    <a:pt x="240" y="3622"/>
                    <a:pt x="292" y="3574"/>
                    <a:pt x="318" y="3541"/>
                  </a:cubicBezTo>
                  <a:cubicBezTo>
                    <a:pt x="345" y="3507"/>
                    <a:pt x="349" y="3500"/>
                    <a:pt x="375" y="3493"/>
                  </a:cubicBezTo>
                  <a:cubicBezTo>
                    <a:pt x="401" y="3485"/>
                    <a:pt x="546" y="3485"/>
                    <a:pt x="607" y="3507"/>
                  </a:cubicBezTo>
                  <a:cubicBezTo>
                    <a:pt x="668" y="3530"/>
                    <a:pt x="659" y="3567"/>
                    <a:pt x="655" y="3608"/>
                  </a:cubicBezTo>
                  <a:cubicBezTo>
                    <a:pt x="650" y="3648"/>
                    <a:pt x="607" y="3656"/>
                    <a:pt x="572" y="3667"/>
                  </a:cubicBezTo>
                  <a:cubicBezTo>
                    <a:pt x="537" y="3678"/>
                    <a:pt x="502" y="3741"/>
                    <a:pt x="498" y="3760"/>
                  </a:cubicBezTo>
                  <a:cubicBezTo>
                    <a:pt x="493" y="3778"/>
                    <a:pt x="581" y="3789"/>
                    <a:pt x="616" y="3826"/>
                  </a:cubicBezTo>
                  <a:cubicBezTo>
                    <a:pt x="650" y="3863"/>
                    <a:pt x="672" y="3848"/>
                    <a:pt x="720" y="3848"/>
                  </a:cubicBezTo>
                  <a:cubicBezTo>
                    <a:pt x="768" y="3848"/>
                    <a:pt x="733" y="3926"/>
                    <a:pt x="764" y="3963"/>
                  </a:cubicBezTo>
                  <a:cubicBezTo>
                    <a:pt x="795" y="4000"/>
                    <a:pt x="830" y="3982"/>
                    <a:pt x="891" y="4012"/>
                  </a:cubicBezTo>
                  <a:cubicBezTo>
                    <a:pt x="952" y="4041"/>
                    <a:pt x="1026" y="4015"/>
                    <a:pt x="1096" y="4000"/>
                  </a:cubicBezTo>
                  <a:cubicBezTo>
                    <a:pt x="1166" y="3986"/>
                    <a:pt x="1231" y="3904"/>
                    <a:pt x="1271" y="3871"/>
                  </a:cubicBezTo>
                  <a:cubicBezTo>
                    <a:pt x="1310" y="3837"/>
                    <a:pt x="1393" y="3874"/>
                    <a:pt x="1437" y="3904"/>
                  </a:cubicBezTo>
                  <a:cubicBezTo>
                    <a:pt x="1480" y="3934"/>
                    <a:pt x="1480" y="3974"/>
                    <a:pt x="1476" y="4034"/>
                  </a:cubicBezTo>
                  <a:cubicBezTo>
                    <a:pt x="1472" y="4093"/>
                    <a:pt x="1428" y="4119"/>
                    <a:pt x="1380" y="4134"/>
                  </a:cubicBezTo>
                  <a:cubicBezTo>
                    <a:pt x="1332" y="4149"/>
                    <a:pt x="1362" y="4201"/>
                    <a:pt x="1349" y="4245"/>
                  </a:cubicBezTo>
                  <a:cubicBezTo>
                    <a:pt x="1336" y="4290"/>
                    <a:pt x="1380" y="4293"/>
                    <a:pt x="1419" y="4323"/>
                  </a:cubicBezTo>
                  <a:cubicBezTo>
                    <a:pt x="1459" y="4353"/>
                    <a:pt x="1459" y="4382"/>
                    <a:pt x="1502" y="4375"/>
                  </a:cubicBezTo>
                  <a:cubicBezTo>
                    <a:pt x="1546" y="4367"/>
                    <a:pt x="1528" y="4330"/>
                    <a:pt x="1581" y="4345"/>
                  </a:cubicBezTo>
                  <a:cubicBezTo>
                    <a:pt x="1633" y="4360"/>
                    <a:pt x="1690" y="4315"/>
                    <a:pt x="1708" y="4282"/>
                  </a:cubicBezTo>
                  <a:cubicBezTo>
                    <a:pt x="1725" y="4249"/>
                    <a:pt x="1764" y="4282"/>
                    <a:pt x="1817" y="4278"/>
                  </a:cubicBezTo>
                  <a:cubicBezTo>
                    <a:pt x="1869" y="4275"/>
                    <a:pt x="1852" y="4208"/>
                    <a:pt x="1830" y="4197"/>
                  </a:cubicBezTo>
                  <a:cubicBezTo>
                    <a:pt x="1808" y="4186"/>
                    <a:pt x="1830" y="4138"/>
                    <a:pt x="1856" y="4112"/>
                  </a:cubicBezTo>
                  <a:cubicBezTo>
                    <a:pt x="1882" y="4086"/>
                    <a:pt x="1860" y="4037"/>
                    <a:pt x="1856" y="4004"/>
                  </a:cubicBezTo>
                  <a:cubicBezTo>
                    <a:pt x="1852" y="3971"/>
                    <a:pt x="1887" y="3960"/>
                    <a:pt x="1913" y="3923"/>
                  </a:cubicBezTo>
                  <a:cubicBezTo>
                    <a:pt x="1939" y="3886"/>
                    <a:pt x="1974" y="3889"/>
                    <a:pt x="2000" y="3871"/>
                  </a:cubicBezTo>
                  <a:cubicBezTo>
                    <a:pt x="2026" y="3852"/>
                    <a:pt x="2044" y="3889"/>
                    <a:pt x="2061" y="3904"/>
                  </a:cubicBezTo>
                  <a:cubicBezTo>
                    <a:pt x="2079" y="3919"/>
                    <a:pt x="2101" y="3949"/>
                    <a:pt x="2088" y="3978"/>
                  </a:cubicBezTo>
                  <a:cubicBezTo>
                    <a:pt x="2075" y="4008"/>
                    <a:pt x="2048" y="4023"/>
                    <a:pt x="2022" y="4049"/>
                  </a:cubicBezTo>
                  <a:cubicBezTo>
                    <a:pt x="1996" y="4075"/>
                    <a:pt x="2000" y="4134"/>
                    <a:pt x="2040" y="4160"/>
                  </a:cubicBezTo>
                  <a:cubicBezTo>
                    <a:pt x="2079" y="4186"/>
                    <a:pt x="2092" y="4160"/>
                    <a:pt x="2166" y="4182"/>
                  </a:cubicBezTo>
                  <a:cubicBezTo>
                    <a:pt x="2240" y="4204"/>
                    <a:pt x="2223" y="4252"/>
                    <a:pt x="2249" y="4252"/>
                  </a:cubicBezTo>
                  <a:cubicBezTo>
                    <a:pt x="2275" y="4252"/>
                    <a:pt x="2323" y="4264"/>
                    <a:pt x="2341" y="4241"/>
                  </a:cubicBezTo>
                  <a:cubicBezTo>
                    <a:pt x="2358" y="4219"/>
                    <a:pt x="2389" y="4252"/>
                    <a:pt x="2415" y="4278"/>
                  </a:cubicBezTo>
                  <a:cubicBezTo>
                    <a:pt x="2441" y="4304"/>
                    <a:pt x="2463" y="4256"/>
                    <a:pt x="2494" y="4256"/>
                  </a:cubicBezTo>
                  <a:cubicBezTo>
                    <a:pt x="2524" y="4256"/>
                    <a:pt x="2516" y="4241"/>
                    <a:pt x="2516" y="4204"/>
                  </a:cubicBezTo>
                  <a:cubicBezTo>
                    <a:pt x="2516" y="4167"/>
                    <a:pt x="2546" y="4156"/>
                    <a:pt x="2564" y="4130"/>
                  </a:cubicBezTo>
                  <a:cubicBezTo>
                    <a:pt x="2581" y="4104"/>
                    <a:pt x="2616" y="4082"/>
                    <a:pt x="2629" y="4052"/>
                  </a:cubicBezTo>
                  <a:cubicBezTo>
                    <a:pt x="2642" y="4023"/>
                    <a:pt x="2629" y="4023"/>
                    <a:pt x="2699" y="4015"/>
                  </a:cubicBezTo>
                  <a:cubicBezTo>
                    <a:pt x="2769" y="4008"/>
                    <a:pt x="2712" y="3960"/>
                    <a:pt x="2708" y="3923"/>
                  </a:cubicBezTo>
                  <a:cubicBezTo>
                    <a:pt x="2704" y="3886"/>
                    <a:pt x="2738" y="3882"/>
                    <a:pt x="2765" y="3860"/>
                  </a:cubicBezTo>
                  <a:cubicBezTo>
                    <a:pt x="2791" y="3837"/>
                    <a:pt x="2782" y="3823"/>
                    <a:pt x="2782" y="3797"/>
                  </a:cubicBezTo>
                  <a:cubicBezTo>
                    <a:pt x="2782" y="3771"/>
                    <a:pt x="2839" y="3811"/>
                    <a:pt x="2861" y="3826"/>
                  </a:cubicBezTo>
                  <a:cubicBezTo>
                    <a:pt x="2883" y="3841"/>
                    <a:pt x="2904" y="3830"/>
                    <a:pt x="2939" y="3774"/>
                  </a:cubicBezTo>
                  <a:cubicBezTo>
                    <a:pt x="2974" y="3719"/>
                    <a:pt x="2974" y="3774"/>
                    <a:pt x="3018" y="3793"/>
                  </a:cubicBezTo>
                  <a:cubicBezTo>
                    <a:pt x="3062" y="3811"/>
                    <a:pt x="3057" y="3774"/>
                    <a:pt x="3057" y="3737"/>
                  </a:cubicBezTo>
                  <a:cubicBezTo>
                    <a:pt x="3057" y="3700"/>
                    <a:pt x="3097" y="3726"/>
                    <a:pt x="3110" y="3734"/>
                  </a:cubicBezTo>
                  <a:cubicBezTo>
                    <a:pt x="3123" y="3741"/>
                    <a:pt x="3153" y="3722"/>
                    <a:pt x="3162" y="3697"/>
                  </a:cubicBezTo>
                  <a:cubicBezTo>
                    <a:pt x="3171" y="3671"/>
                    <a:pt x="3197" y="3589"/>
                    <a:pt x="3215" y="3563"/>
                  </a:cubicBezTo>
                  <a:cubicBezTo>
                    <a:pt x="3232" y="3537"/>
                    <a:pt x="3284" y="3548"/>
                    <a:pt x="3319" y="3563"/>
                  </a:cubicBezTo>
                  <a:cubicBezTo>
                    <a:pt x="3354" y="3578"/>
                    <a:pt x="3372" y="3530"/>
                    <a:pt x="3385" y="3504"/>
                  </a:cubicBezTo>
                  <a:cubicBezTo>
                    <a:pt x="3398" y="3478"/>
                    <a:pt x="3420" y="3500"/>
                    <a:pt x="3442" y="3519"/>
                  </a:cubicBezTo>
                  <a:cubicBezTo>
                    <a:pt x="3464" y="3537"/>
                    <a:pt x="3499" y="3515"/>
                    <a:pt x="3503" y="3489"/>
                  </a:cubicBezTo>
                  <a:cubicBezTo>
                    <a:pt x="3507" y="3463"/>
                    <a:pt x="3542" y="3478"/>
                    <a:pt x="3577" y="3470"/>
                  </a:cubicBezTo>
                  <a:cubicBezTo>
                    <a:pt x="3612" y="3463"/>
                    <a:pt x="3590" y="3411"/>
                    <a:pt x="3595" y="3396"/>
                  </a:cubicBezTo>
                  <a:cubicBezTo>
                    <a:pt x="3599" y="3381"/>
                    <a:pt x="3564" y="3381"/>
                    <a:pt x="3547" y="3352"/>
                  </a:cubicBezTo>
                  <a:cubicBezTo>
                    <a:pt x="3529" y="3322"/>
                    <a:pt x="3516" y="3311"/>
                    <a:pt x="3538" y="3300"/>
                  </a:cubicBezTo>
                  <a:cubicBezTo>
                    <a:pt x="3560" y="3289"/>
                    <a:pt x="3533" y="3270"/>
                    <a:pt x="3538" y="3233"/>
                  </a:cubicBezTo>
                  <a:cubicBezTo>
                    <a:pt x="3542" y="3196"/>
                    <a:pt x="3538" y="3189"/>
                    <a:pt x="3555" y="3185"/>
                  </a:cubicBezTo>
                  <a:cubicBezTo>
                    <a:pt x="3573" y="3181"/>
                    <a:pt x="3590" y="3159"/>
                    <a:pt x="3590" y="3129"/>
                  </a:cubicBezTo>
                  <a:cubicBezTo>
                    <a:pt x="3590" y="3100"/>
                    <a:pt x="3595" y="3089"/>
                    <a:pt x="3625" y="3059"/>
                  </a:cubicBezTo>
                  <a:cubicBezTo>
                    <a:pt x="3656" y="3029"/>
                    <a:pt x="3678" y="3026"/>
                    <a:pt x="3708" y="3048"/>
                  </a:cubicBezTo>
                  <a:cubicBezTo>
                    <a:pt x="3739" y="3070"/>
                    <a:pt x="3699" y="3129"/>
                    <a:pt x="3739" y="3166"/>
                  </a:cubicBezTo>
                  <a:cubicBezTo>
                    <a:pt x="3778" y="3204"/>
                    <a:pt x="3826" y="3118"/>
                    <a:pt x="3857" y="3085"/>
                  </a:cubicBezTo>
                  <a:cubicBezTo>
                    <a:pt x="3887" y="3052"/>
                    <a:pt x="3909" y="3048"/>
                    <a:pt x="3935" y="3070"/>
                  </a:cubicBezTo>
                  <a:cubicBezTo>
                    <a:pt x="3962" y="3092"/>
                    <a:pt x="3979" y="3066"/>
                    <a:pt x="4005" y="3029"/>
                  </a:cubicBezTo>
                  <a:cubicBezTo>
                    <a:pt x="4031" y="2992"/>
                    <a:pt x="4058" y="3018"/>
                    <a:pt x="4084" y="3033"/>
                  </a:cubicBezTo>
                  <a:cubicBezTo>
                    <a:pt x="4110" y="3048"/>
                    <a:pt x="4123" y="3018"/>
                    <a:pt x="4119" y="2996"/>
                  </a:cubicBezTo>
                  <a:cubicBezTo>
                    <a:pt x="4114" y="2974"/>
                    <a:pt x="4097" y="2959"/>
                    <a:pt x="4093" y="2929"/>
                  </a:cubicBezTo>
                  <a:cubicBezTo>
                    <a:pt x="4088" y="2900"/>
                    <a:pt x="4119" y="2885"/>
                    <a:pt x="4184" y="2870"/>
                  </a:cubicBezTo>
                  <a:cubicBezTo>
                    <a:pt x="4250" y="2855"/>
                    <a:pt x="4184" y="2870"/>
                    <a:pt x="4237" y="2837"/>
                  </a:cubicBezTo>
                  <a:cubicBezTo>
                    <a:pt x="4289" y="2803"/>
                    <a:pt x="4311" y="2855"/>
                    <a:pt x="4311" y="2855"/>
                  </a:cubicBezTo>
                  <a:cubicBezTo>
                    <a:pt x="4311" y="2855"/>
                    <a:pt x="4350" y="2914"/>
                    <a:pt x="4377" y="2929"/>
                  </a:cubicBezTo>
                  <a:cubicBezTo>
                    <a:pt x="4403" y="2944"/>
                    <a:pt x="4394" y="2959"/>
                    <a:pt x="4394" y="2992"/>
                  </a:cubicBezTo>
                  <a:cubicBezTo>
                    <a:pt x="4394" y="3026"/>
                    <a:pt x="4394" y="3037"/>
                    <a:pt x="4425" y="3052"/>
                  </a:cubicBezTo>
                  <a:cubicBezTo>
                    <a:pt x="4455" y="3066"/>
                    <a:pt x="4442" y="3103"/>
                    <a:pt x="4477" y="3129"/>
                  </a:cubicBezTo>
                  <a:cubicBezTo>
                    <a:pt x="4512" y="3155"/>
                    <a:pt x="4543" y="3129"/>
                    <a:pt x="4582" y="3129"/>
                  </a:cubicBezTo>
                  <a:cubicBezTo>
                    <a:pt x="4599" y="3129"/>
                    <a:pt x="4627" y="3126"/>
                    <a:pt x="4652" y="3122"/>
                  </a:cubicBezTo>
                  <a:cubicBezTo>
                    <a:pt x="4659" y="3111"/>
                    <a:pt x="4668" y="3101"/>
                    <a:pt x="4676" y="3092"/>
                  </a:cubicBezTo>
                  <a:cubicBezTo>
                    <a:pt x="4698" y="3068"/>
                    <a:pt x="4687" y="3053"/>
                    <a:pt x="4663" y="3020"/>
                  </a:cubicBezTo>
                  <a:cubicBezTo>
                    <a:pt x="4639" y="2987"/>
                    <a:pt x="4647" y="2959"/>
                    <a:pt x="4647" y="2942"/>
                  </a:cubicBezTo>
                  <a:cubicBezTo>
                    <a:pt x="4647" y="2926"/>
                    <a:pt x="4656" y="2916"/>
                    <a:pt x="4630" y="2903"/>
                  </a:cubicBezTo>
                  <a:cubicBezTo>
                    <a:pt x="4604" y="2890"/>
                    <a:pt x="4628" y="2870"/>
                    <a:pt x="4634" y="2855"/>
                  </a:cubicBezTo>
                  <a:cubicBezTo>
                    <a:pt x="4641" y="2840"/>
                    <a:pt x="4658" y="2822"/>
                    <a:pt x="4676" y="2848"/>
                  </a:cubicBezTo>
                  <a:cubicBezTo>
                    <a:pt x="4693" y="2874"/>
                    <a:pt x="4717" y="2863"/>
                    <a:pt x="4748" y="2892"/>
                  </a:cubicBezTo>
                  <a:cubicBezTo>
                    <a:pt x="4778" y="2922"/>
                    <a:pt x="4776" y="2933"/>
                    <a:pt x="4802" y="2970"/>
                  </a:cubicBezTo>
                  <a:cubicBezTo>
                    <a:pt x="4829" y="3007"/>
                    <a:pt x="4853" y="2933"/>
                    <a:pt x="4859" y="2907"/>
                  </a:cubicBezTo>
                  <a:cubicBezTo>
                    <a:pt x="4866" y="2881"/>
                    <a:pt x="4907" y="2851"/>
                    <a:pt x="4925" y="2831"/>
                  </a:cubicBezTo>
                  <a:cubicBezTo>
                    <a:pt x="4942" y="2811"/>
                    <a:pt x="4953" y="2814"/>
                    <a:pt x="4982" y="2801"/>
                  </a:cubicBezTo>
                  <a:cubicBezTo>
                    <a:pt x="5010" y="2788"/>
                    <a:pt x="5019" y="2766"/>
                    <a:pt x="5023" y="2742"/>
                  </a:cubicBezTo>
                  <a:cubicBezTo>
                    <a:pt x="5027" y="2718"/>
                    <a:pt x="5043" y="2725"/>
                    <a:pt x="5062" y="2725"/>
                  </a:cubicBezTo>
                  <a:cubicBezTo>
                    <a:pt x="5082" y="2725"/>
                    <a:pt x="5106" y="2735"/>
                    <a:pt x="5126" y="2703"/>
                  </a:cubicBezTo>
                  <a:cubicBezTo>
                    <a:pt x="5145" y="2672"/>
                    <a:pt x="5167" y="2711"/>
                    <a:pt x="5209" y="2714"/>
                  </a:cubicBezTo>
                  <a:cubicBezTo>
                    <a:pt x="5250" y="2718"/>
                    <a:pt x="5231" y="2631"/>
                    <a:pt x="5237" y="2614"/>
                  </a:cubicBezTo>
                  <a:cubicBezTo>
                    <a:pt x="5244" y="2598"/>
                    <a:pt x="5272" y="2614"/>
                    <a:pt x="5287" y="2623"/>
                  </a:cubicBezTo>
                  <a:cubicBezTo>
                    <a:pt x="5303" y="2633"/>
                    <a:pt x="5322" y="2620"/>
                    <a:pt x="5344" y="2614"/>
                  </a:cubicBezTo>
                  <a:cubicBezTo>
                    <a:pt x="5366" y="2609"/>
                    <a:pt x="5386" y="2590"/>
                    <a:pt x="5386" y="2559"/>
                  </a:cubicBezTo>
                  <a:cubicBezTo>
                    <a:pt x="5386" y="2527"/>
                    <a:pt x="5407" y="2536"/>
                    <a:pt x="5442" y="2514"/>
                  </a:cubicBezTo>
                  <a:cubicBezTo>
                    <a:pt x="5477" y="2492"/>
                    <a:pt x="5464" y="2468"/>
                    <a:pt x="5460" y="2444"/>
                  </a:cubicBezTo>
                  <a:cubicBezTo>
                    <a:pt x="5455" y="2420"/>
                    <a:pt x="5427" y="2440"/>
                    <a:pt x="5407" y="2431"/>
                  </a:cubicBezTo>
                  <a:cubicBezTo>
                    <a:pt x="5388" y="2422"/>
                    <a:pt x="5410" y="2368"/>
                    <a:pt x="5397" y="2338"/>
                  </a:cubicBezTo>
                  <a:cubicBezTo>
                    <a:pt x="5383" y="2308"/>
                    <a:pt x="5357" y="2303"/>
                    <a:pt x="5353" y="2268"/>
                  </a:cubicBezTo>
                  <a:cubicBezTo>
                    <a:pt x="5348" y="2232"/>
                    <a:pt x="5296" y="2223"/>
                    <a:pt x="5289" y="2194"/>
                  </a:cubicBezTo>
                  <a:cubicBezTo>
                    <a:pt x="5283" y="2164"/>
                    <a:pt x="5248" y="2194"/>
                    <a:pt x="5237" y="2216"/>
                  </a:cubicBezTo>
                  <a:cubicBezTo>
                    <a:pt x="5226" y="2238"/>
                    <a:pt x="5191" y="2245"/>
                    <a:pt x="5156" y="2270"/>
                  </a:cubicBezTo>
                  <a:cubicBezTo>
                    <a:pt x="5121" y="2294"/>
                    <a:pt x="5117" y="2270"/>
                    <a:pt x="5110" y="2236"/>
                  </a:cubicBezTo>
                  <a:cubicBezTo>
                    <a:pt x="5104" y="2203"/>
                    <a:pt x="5075" y="2199"/>
                    <a:pt x="5065" y="2179"/>
                  </a:cubicBezTo>
                  <a:cubicBezTo>
                    <a:pt x="5054" y="2158"/>
                    <a:pt x="5043" y="2149"/>
                    <a:pt x="5032" y="2121"/>
                  </a:cubicBezTo>
                  <a:cubicBezTo>
                    <a:pt x="5021" y="2093"/>
                    <a:pt x="5060" y="2042"/>
                    <a:pt x="5062" y="2017"/>
                  </a:cubicBezTo>
                  <a:cubicBezTo>
                    <a:pt x="5065" y="1993"/>
                    <a:pt x="5043" y="1990"/>
                    <a:pt x="5019" y="1979"/>
                  </a:cubicBezTo>
                  <a:cubicBezTo>
                    <a:pt x="4995" y="1967"/>
                    <a:pt x="4992" y="1967"/>
                    <a:pt x="4988" y="1940"/>
                  </a:cubicBezTo>
                  <a:cubicBezTo>
                    <a:pt x="4984" y="1912"/>
                    <a:pt x="4955" y="1938"/>
                    <a:pt x="4920" y="1927"/>
                  </a:cubicBezTo>
                  <a:cubicBezTo>
                    <a:pt x="4885" y="1916"/>
                    <a:pt x="4940" y="1862"/>
                    <a:pt x="4949" y="1847"/>
                  </a:cubicBezTo>
                  <a:cubicBezTo>
                    <a:pt x="4958" y="1832"/>
                    <a:pt x="4975" y="1858"/>
                    <a:pt x="5001" y="1871"/>
                  </a:cubicBezTo>
                  <a:cubicBezTo>
                    <a:pt x="5027" y="1884"/>
                    <a:pt x="5025" y="1877"/>
                    <a:pt x="5045" y="1858"/>
                  </a:cubicBezTo>
                  <a:cubicBezTo>
                    <a:pt x="5065" y="1840"/>
                    <a:pt x="5062" y="1866"/>
                    <a:pt x="5106" y="1890"/>
                  </a:cubicBezTo>
                  <a:cubicBezTo>
                    <a:pt x="5150" y="1914"/>
                    <a:pt x="5132" y="1849"/>
                    <a:pt x="5130" y="1815"/>
                  </a:cubicBezTo>
                  <a:cubicBezTo>
                    <a:pt x="5128" y="1782"/>
                    <a:pt x="5156" y="1790"/>
                    <a:pt x="5172" y="1765"/>
                  </a:cubicBezTo>
                  <a:cubicBezTo>
                    <a:pt x="5187" y="1741"/>
                    <a:pt x="5152" y="1741"/>
                    <a:pt x="5137" y="1727"/>
                  </a:cubicBezTo>
                  <a:cubicBezTo>
                    <a:pt x="5121" y="1712"/>
                    <a:pt x="5132" y="1684"/>
                    <a:pt x="5139" y="1662"/>
                  </a:cubicBezTo>
                  <a:cubicBezTo>
                    <a:pt x="5145" y="1639"/>
                    <a:pt x="5200" y="1645"/>
                    <a:pt x="5222" y="1638"/>
                  </a:cubicBezTo>
                  <a:cubicBezTo>
                    <a:pt x="5244" y="1630"/>
                    <a:pt x="5252" y="1608"/>
                    <a:pt x="5252" y="1591"/>
                  </a:cubicBezTo>
                  <a:cubicBezTo>
                    <a:pt x="5252" y="1575"/>
                    <a:pt x="5246" y="1576"/>
                    <a:pt x="5215" y="1595"/>
                  </a:cubicBezTo>
                  <a:cubicBezTo>
                    <a:pt x="5185" y="1613"/>
                    <a:pt x="5178" y="1602"/>
                    <a:pt x="5130" y="1593"/>
                  </a:cubicBezTo>
                  <a:cubicBezTo>
                    <a:pt x="5082" y="1584"/>
                    <a:pt x="5084" y="1576"/>
                    <a:pt x="5067" y="1562"/>
                  </a:cubicBezTo>
                  <a:cubicBezTo>
                    <a:pt x="5049" y="1547"/>
                    <a:pt x="5006" y="1528"/>
                    <a:pt x="4988" y="1508"/>
                  </a:cubicBezTo>
                  <a:cubicBezTo>
                    <a:pt x="4971" y="1487"/>
                    <a:pt x="4990" y="1445"/>
                    <a:pt x="5014" y="1426"/>
                  </a:cubicBezTo>
                  <a:cubicBezTo>
                    <a:pt x="5038" y="1408"/>
                    <a:pt x="5056" y="1378"/>
                    <a:pt x="5075" y="1347"/>
                  </a:cubicBezTo>
                  <a:cubicBezTo>
                    <a:pt x="5095" y="1315"/>
                    <a:pt x="5145" y="1267"/>
                    <a:pt x="5180" y="1228"/>
                  </a:cubicBezTo>
                  <a:cubicBezTo>
                    <a:pt x="5215" y="1189"/>
                    <a:pt x="5217" y="1161"/>
                    <a:pt x="5244" y="1132"/>
                  </a:cubicBezTo>
                  <a:cubicBezTo>
                    <a:pt x="5270" y="1102"/>
                    <a:pt x="5263" y="1146"/>
                    <a:pt x="5270" y="1172"/>
                  </a:cubicBezTo>
                  <a:cubicBezTo>
                    <a:pt x="5276" y="1198"/>
                    <a:pt x="5298" y="1208"/>
                    <a:pt x="5320" y="1219"/>
                  </a:cubicBezTo>
                  <a:cubicBezTo>
                    <a:pt x="5342" y="1230"/>
                    <a:pt x="5335" y="1172"/>
                    <a:pt x="5320" y="1152"/>
                  </a:cubicBezTo>
                  <a:cubicBezTo>
                    <a:pt x="5305" y="1132"/>
                    <a:pt x="5309" y="1096"/>
                    <a:pt x="5305" y="1067"/>
                  </a:cubicBezTo>
                  <a:cubicBezTo>
                    <a:pt x="5300" y="1037"/>
                    <a:pt x="5320" y="1006"/>
                    <a:pt x="5320" y="982"/>
                  </a:cubicBezTo>
                  <a:cubicBezTo>
                    <a:pt x="5320" y="957"/>
                    <a:pt x="5342" y="950"/>
                    <a:pt x="5370" y="932"/>
                  </a:cubicBezTo>
                  <a:cubicBezTo>
                    <a:pt x="5399" y="913"/>
                    <a:pt x="5388" y="839"/>
                    <a:pt x="5364" y="811"/>
                  </a:cubicBezTo>
                  <a:cubicBezTo>
                    <a:pt x="5340" y="783"/>
                    <a:pt x="5351" y="737"/>
                    <a:pt x="5346" y="694"/>
                  </a:cubicBezTo>
                  <a:cubicBezTo>
                    <a:pt x="5342" y="652"/>
                    <a:pt x="5366" y="605"/>
                    <a:pt x="5379" y="587"/>
                  </a:cubicBezTo>
                  <a:cubicBezTo>
                    <a:pt x="5392" y="568"/>
                    <a:pt x="5407" y="539"/>
                    <a:pt x="5390" y="511"/>
                  </a:cubicBezTo>
                  <a:cubicBezTo>
                    <a:pt x="5372" y="483"/>
                    <a:pt x="5421" y="465"/>
                    <a:pt x="5418" y="437"/>
                  </a:cubicBezTo>
                  <a:cubicBezTo>
                    <a:pt x="5416" y="409"/>
                    <a:pt x="5370" y="400"/>
                    <a:pt x="5329" y="368"/>
                  </a:cubicBezTo>
                  <a:cubicBezTo>
                    <a:pt x="5287" y="337"/>
                    <a:pt x="5314" y="322"/>
                    <a:pt x="5248" y="316"/>
                  </a:cubicBezTo>
                  <a:cubicBezTo>
                    <a:pt x="5182" y="311"/>
                    <a:pt x="5189" y="366"/>
                    <a:pt x="5150" y="405"/>
                  </a:cubicBezTo>
                  <a:cubicBezTo>
                    <a:pt x="5110" y="444"/>
                    <a:pt x="5084" y="427"/>
                    <a:pt x="5032" y="439"/>
                  </a:cubicBezTo>
                  <a:cubicBezTo>
                    <a:pt x="4979" y="450"/>
                    <a:pt x="4914" y="472"/>
                    <a:pt x="4861" y="466"/>
                  </a:cubicBezTo>
                  <a:cubicBezTo>
                    <a:pt x="4809" y="461"/>
                    <a:pt x="4783" y="422"/>
                    <a:pt x="4776" y="389"/>
                  </a:cubicBezTo>
                  <a:cubicBezTo>
                    <a:pt x="4770" y="355"/>
                    <a:pt x="4757" y="316"/>
                    <a:pt x="4757" y="266"/>
                  </a:cubicBezTo>
                  <a:cubicBezTo>
                    <a:pt x="4757" y="216"/>
                    <a:pt x="4743" y="238"/>
                    <a:pt x="4717" y="238"/>
                  </a:cubicBezTo>
                  <a:cubicBezTo>
                    <a:pt x="4691" y="238"/>
                    <a:pt x="4684" y="227"/>
                    <a:pt x="4665" y="199"/>
                  </a:cubicBezTo>
                  <a:cubicBezTo>
                    <a:pt x="4645" y="172"/>
                    <a:pt x="4619" y="199"/>
                    <a:pt x="4619" y="233"/>
                  </a:cubicBezTo>
                  <a:cubicBezTo>
                    <a:pt x="4619" y="266"/>
                    <a:pt x="4599" y="283"/>
                    <a:pt x="4573" y="250"/>
                  </a:cubicBezTo>
                  <a:cubicBezTo>
                    <a:pt x="4547" y="216"/>
                    <a:pt x="4540" y="227"/>
                    <a:pt x="4475" y="216"/>
                  </a:cubicBezTo>
                  <a:cubicBezTo>
                    <a:pt x="4409" y="205"/>
                    <a:pt x="4475" y="149"/>
                    <a:pt x="4508" y="111"/>
                  </a:cubicBezTo>
                  <a:cubicBezTo>
                    <a:pt x="4540" y="72"/>
                    <a:pt x="4514" y="61"/>
                    <a:pt x="4475" y="33"/>
                  </a:cubicBezTo>
                  <a:cubicBezTo>
                    <a:pt x="4464" y="25"/>
                    <a:pt x="4454" y="13"/>
                    <a:pt x="4445" y="0"/>
                  </a:cubicBezTo>
                  <a:cubicBezTo>
                    <a:pt x="4418" y="4"/>
                    <a:pt x="4389" y="5"/>
                    <a:pt x="4375" y="22"/>
                  </a:cubicBezTo>
                  <a:cubicBezTo>
                    <a:pt x="4355" y="44"/>
                    <a:pt x="4301" y="126"/>
                    <a:pt x="4280" y="147"/>
                  </a:cubicBezTo>
                  <a:cubicBezTo>
                    <a:pt x="4259" y="168"/>
                    <a:pt x="4231" y="179"/>
                    <a:pt x="4242" y="201"/>
                  </a:cubicBezTo>
                  <a:cubicBezTo>
                    <a:pt x="4254" y="223"/>
                    <a:pt x="4270" y="241"/>
                    <a:pt x="4291" y="226"/>
                  </a:cubicBezTo>
                  <a:cubicBezTo>
                    <a:pt x="4313" y="211"/>
                    <a:pt x="4360" y="198"/>
                    <a:pt x="4370" y="226"/>
                  </a:cubicBezTo>
                  <a:cubicBezTo>
                    <a:pt x="4380" y="254"/>
                    <a:pt x="4370" y="248"/>
                    <a:pt x="4372" y="269"/>
                  </a:cubicBezTo>
                  <a:cubicBezTo>
                    <a:pt x="4373" y="290"/>
                    <a:pt x="4399" y="291"/>
                    <a:pt x="4408" y="315"/>
                  </a:cubicBezTo>
                  <a:cubicBezTo>
                    <a:pt x="4416" y="338"/>
                    <a:pt x="4409" y="376"/>
                    <a:pt x="4396" y="393"/>
                  </a:cubicBezTo>
                  <a:cubicBezTo>
                    <a:pt x="4383" y="409"/>
                    <a:pt x="4332" y="437"/>
                    <a:pt x="4319" y="465"/>
                  </a:cubicBezTo>
                  <a:cubicBezTo>
                    <a:pt x="4306" y="493"/>
                    <a:pt x="4301" y="528"/>
                    <a:pt x="4303" y="541"/>
                  </a:cubicBezTo>
                  <a:cubicBezTo>
                    <a:pt x="4304" y="555"/>
                    <a:pt x="4303" y="565"/>
                    <a:pt x="4288" y="573"/>
                  </a:cubicBezTo>
                  <a:cubicBezTo>
                    <a:pt x="4273" y="582"/>
                    <a:pt x="4270" y="594"/>
                    <a:pt x="4277" y="615"/>
                  </a:cubicBezTo>
                  <a:cubicBezTo>
                    <a:pt x="4283" y="636"/>
                    <a:pt x="4277" y="644"/>
                    <a:pt x="4264" y="655"/>
                  </a:cubicBezTo>
                  <a:cubicBezTo>
                    <a:pt x="4250" y="667"/>
                    <a:pt x="4249" y="673"/>
                    <a:pt x="4254" y="696"/>
                  </a:cubicBezTo>
                  <a:cubicBezTo>
                    <a:pt x="4259" y="718"/>
                    <a:pt x="4254" y="730"/>
                    <a:pt x="4239" y="747"/>
                  </a:cubicBezTo>
                  <a:cubicBezTo>
                    <a:pt x="4224" y="764"/>
                    <a:pt x="4209" y="780"/>
                    <a:pt x="4211" y="799"/>
                  </a:cubicBezTo>
                  <a:cubicBezTo>
                    <a:pt x="4213" y="817"/>
                    <a:pt x="4205" y="826"/>
                    <a:pt x="4218" y="837"/>
                  </a:cubicBezTo>
                  <a:cubicBezTo>
                    <a:pt x="4231" y="849"/>
                    <a:pt x="4249" y="840"/>
                    <a:pt x="4252" y="867"/>
                  </a:cubicBezTo>
                  <a:cubicBezTo>
                    <a:pt x="4255" y="893"/>
                    <a:pt x="4247" y="918"/>
                    <a:pt x="4223" y="928"/>
                  </a:cubicBezTo>
                  <a:cubicBezTo>
                    <a:pt x="4198" y="938"/>
                    <a:pt x="4162" y="938"/>
                    <a:pt x="4144" y="957"/>
                  </a:cubicBezTo>
                  <a:cubicBezTo>
                    <a:pt x="4126" y="976"/>
                    <a:pt x="4069" y="1024"/>
                    <a:pt x="4047" y="1047"/>
                  </a:cubicBezTo>
                  <a:cubicBezTo>
                    <a:pt x="4026" y="1071"/>
                    <a:pt x="4011" y="1111"/>
                    <a:pt x="3957" y="1090"/>
                  </a:cubicBezTo>
                  <a:cubicBezTo>
                    <a:pt x="3903" y="1070"/>
                    <a:pt x="3938" y="1056"/>
                    <a:pt x="3888" y="1058"/>
                  </a:cubicBezTo>
                  <a:cubicBezTo>
                    <a:pt x="3850" y="1061"/>
                    <a:pt x="3806" y="1053"/>
                    <a:pt x="3777" y="1036"/>
                  </a:cubicBezTo>
                  <a:cubicBezTo>
                    <a:pt x="3771" y="1061"/>
                    <a:pt x="3765" y="1086"/>
                    <a:pt x="3764" y="1100"/>
                  </a:cubicBezTo>
                  <a:cubicBezTo>
                    <a:pt x="3761" y="1134"/>
                    <a:pt x="3738" y="1181"/>
                    <a:pt x="3725" y="1225"/>
                  </a:cubicBezTo>
                  <a:cubicBezTo>
                    <a:pt x="3711" y="1270"/>
                    <a:pt x="3705" y="1298"/>
                    <a:pt x="3695" y="1339"/>
                  </a:cubicBezTo>
                  <a:cubicBezTo>
                    <a:pt x="3685" y="1381"/>
                    <a:pt x="3675" y="1384"/>
                    <a:pt x="3675" y="1423"/>
                  </a:cubicBezTo>
                  <a:cubicBezTo>
                    <a:pt x="3675" y="1462"/>
                    <a:pt x="3666" y="1462"/>
                    <a:pt x="3636" y="1459"/>
                  </a:cubicBezTo>
                  <a:cubicBezTo>
                    <a:pt x="3607" y="1456"/>
                    <a:pt x="3623" y="1487"/>
                    <a:pt x="3630" y="1506"/>
                  </a:cubicBezTo>
                  <a:cubicBezTo>
                    <a:pt x="3636" y="1525"/>
                    <a:pt x="3649" y="1550"/>
                    <a:pt x="3682" y="1581"/>
                  </a:cubicBezTo>
                  <a:cubicBezTo>
                    <a:pt x="3715" y="1612"/>
                    <a:pt x="3725" y="1584"/>
                    <a:pt x="3751" y="1559"/>
                  </a:cubicBezTo>
                  <a:cubicBezTo>
                    <a:pt x="3777" y="1534"/>
                    <a:pt x="3787" y="1537"/>
                    <a:pt x="3810" y="1545"/>
                  </a:cubicBezTo>
                  <a:cubicBezTo>
                    <a:pt x="3833" y="1553"/>
                    <a:pt x="3872" y="1523"/>
                    <a:pt x="3892" y="1520"/>
                  </a:cubicBezTo>
                  <a:cubicBezTo>
                    <a:pt x="3911" y="1517"/>
                    <a:pt x="3951" y="1545"/>
                    <a:pt x="3970" y="1564"/>
                  </a:cubicBezTo>
                  <a:cubicBezTo>
                    <a:pt x="3990" y="1584"/>
                    <a:pt x="4016" y="1564"/>
                    <a:pt x="4016" y="1553"/>
                  </a:cubicBezTo>
                  <a:cubicBezTo>
                    <a:pt x="4016" y="1542"/>
                    <a:pt x="4042" y="1492"/>
                    <a:pt x="4055" y="1467"/>
                  </a:cubicBezTo>
                  <a:cubicBezTo>
                    <a:pt x="4069" y="1442"/>
                    <a:pt x="4101" y="1453"/>
                    <a:pt x="4134" y="1445"/>
                  </a:cubicBezTo>
                  <a:cubicBezTo>
                    <a:pt x="4167" y="1437"/>
                    <a:pt x="4213" y="1450"/>
                    <a:pt x="4223" y="1467"/>
                  </a:cubicBezTo>
                  <a:cubicBezTo>
                    <a:pt x="4232" y="1484"/>
                    <a:pt x="4291" y="1500"/>
                    <a:pt x="4314" y="1498"/>
                  </a:cubicBezTo>
                  <a:cubicBezTo>
                    <a:pt x="4337" y="1495"/>
                    <a:pt x="4344" y="1523"/>
                    <a:pt x="4344" y="1542"/>
                  </a:cubicBezTo>
                  <a:cubicBezTo>
                    <a:pt x="4344" y="1562"/>
                    <a:pt x="4399" y="1564"/>
                    <a:pt x="4439" y="1592"/>
                  </a:cubicBezTo>
                  <a:cubicBezTo>
                    <a:pt x="4478" y="1620"/>
                    <a:pt x="4481" y="1637"/>
                    <a:pt x="4511" y="1659"/>
                  </a:cubicBezTo>
                  <a:cubicBezTo>
                    <a:pt x="4540" y="1681"/>
                    <a:pt x="4544" y="1717"/>
                    <a:pt x="4527" y="1748"/>
                  </a:cubicBezTo>
                  <a:cubicBezTo>
                    <a:pt x="4511" y="1778"/>
                    <a:pt x="4491" y="1778"/>
                    <a:pt x="4429" y="1778"/>
                  </a:cubicBezTo>
                  <a:cubicBezTo>
                    <a:pt x="4367" y="1778"/>
                    <a:pt x="4373" y="1778"/>
                    <a:pt x="4360" y="1762"/>
                  </a:cubicBezTo>
                  <a:cubicBezTo>
                    <a:pt x="4347" y="1745"/>
                    <a:pt x="4311" y="1773"/>
                    <a:pt x="4311" y="1773"/>
                  </a:cubicBezTo>
                  <a:cubicBezTo>
                    <a:pt x="4311" y="1773"/>
                    <a:pt x="4282" y="1776"/>
                    <a:pt x="4229" y="1767"/>
                  </a:cubicBezTo>
                  <a:cubicBezTo>
                    <a:pt x="4177" y="1759"/>
                    <a:pt x="4183" y="1795"/>
                    <a:pt x="4147" y="1826"/>
                  </a:cubicBezTo>
                  <a:cubicBezTo>
                    <a:pt x="4111" y="1856"/>
                    <a:pt x="4114" y="1853"/>
                    <a:pt x="4108" y="1831"/>
                  </a:cubicBezTo>
                  <a:cubicBezTo>
                    <a:pt x="4101" y="1809"/>
                    <a:pt x="4055" y="1840"/>
                    <a:pt x="4052" y="1879"/>
                  </a:cubicBezTo>
                  <a:cubicBezTo>
                    <a:pt x="4049" y="1917"/>
                    <a:pt x="4036" y="1898"/>
                    <a:pt x="3980" y="1898"/>
                  </a:cubicBezTo>
                  <a:cubicBezTo>
                    <a:pt x="3924" y="1898"/>
                    <a:pt x="3977" y="1920"/>
                    <a:pt x="3918" y="1954"/>
                  </a:cubicBezTo>
                  <a:cubicBezTo>
                    <a:pt x="3859" y="1987"/>
                    <a:pt x="3852" y="2023"/>
                    <a:pt x="3865" y="2051"/>
                  </a:cubicBezTo>
                  <a:cubicBezTo>
                    <a:pt x="3879" y="2079"/>
                    <a:pt x="3885" y="2081"/>
                    <a:pt x="3843" y="2098"/>
                  </a:cubicBezTo>
                  <a:cubicBezTo>
                    <a:pt x="3800" y="2115"/>
                    <a:pt x="3813" y="2143"/>
                    <a:pt x="3748" y="2179"/>
                  </a:cubicBezTo>
                  <a:cubicBezTo>
                    <a:pt x="3682" y="2215"/>
                    <a:pt x="3646" y="2201"/>
                    <a:pt x="3594" y="2198"/>
                  </a:cubicBezTo>
                  <a:cubicBezTo>
                    <a:pt x="3541" y="2195"/>
                    <a:pt x="3551" y="2234"/>
                    <a:pt x="3518" y="2268"/>
                  </a:cubicBezTo>
                  <a:cubicBezTo>
                    <a:pt x="3485" y="2301"/>
                    <a:pt x="3505" y="2315"/>
                    <a:pt x="3453" y="2332"/>
                  </a:cubicBezTo>
                  <a:cubicBezTo>
                    <a:pt x="3400" y="2348"/>
                    <a:pt x="3410" y="2368"/>
                    <a:pt x="3361" y="2387"/>
                  </a:cubicBezTo>
                  <a:cubicBezTo>
                    <a:pt x="3312" y="2407"/>
                    <a:pt x="3266" y="2398"/>
                    <a:pt x="3227" y="2393"/>
                  </a:cubicBezTo>
                  <a:cubicBezTo>
                    <a:pt x="3187" y="2387"/>
                    <a:pt x="3174" y="2387"/>
                    <a:pt x="3148" y="2357"/>
                  </a:cubicBezTo>
                  <a:cubicBezTo>
                    <a:pt x="3122" y="2326"/>
                    <a:pt x="3105" y="2343"/>
                    <a:pt x="3060" y="2343"/>
                  </a:cubicBezTo>
                  <a:cubicBezTo>
                    <a:pt x="3014" y="2343"/>
                    <a:pt x="2991" y="2373"/>
                    <a:pt x="2981" y="2401"/>
                  </a:cubicBezTo>
                  <a:cubicBezTo>
                    <a:pt x="2971" y="2429"/>
                    <a:pt x="2965" y="2457"/>
                    <a:pt x="2945" y="2498"/>
                  </a:cubicBezTo>
                  <a:cubicBezTo>
                    <a:pt x="2925" y="2540"/>
                    <a:pt x="2945" y="2529"/>
                    <a:pt x="2961" y="2571"/>
                  </a:cubicBezTo>
                  <a:cubicBezTo>
                    <a:pt x="2978" y="2612"/>
                    <a:pt x="3004" y="2601"/>
                    <a:pt x="3037" y="2623"/>
                  </a:cubicBezTo>
                  <a:cubicBezTo>
                    <a:pt x="3069" y="2646"/>
                    <a:pt x="3073" y="2654"/>
                    <a:pt x="3063" y="2682"/>
                  </a:cubicBezTo>
                  <a:cubicBezTo>
                    <a:pt x="3053" y="2710"/>
                    <a:pt x="3007" y="2729"/>
                    <a:pt x="2974" y="2749"/>
                  </a:cubicBezTo>
                  <a:cubicBezTo>
                    <a:pt x="2942" y="2768"/>
                    <a:pt x="2915" y="2785"/>
                    <a:pt x="2883" y="2807"/>
                  </a:cubicBezTo>
                  <a:cubicBezTo>
                    <a:pt x="2850" y="2829"/>
                    <a:pt x="2850" y="2865"/>
                    <a:pt x="2804" y="2921"/>
                  </a:cubicBezTo>
                  <a:cubicBezTo>
                    <a:pt x="2758" y="2977"/>
                    <a:pt x="2758" y="2982"/>
                    <a:pt x="2702" y="2993"/>
                  </a:cubicBezTo>
                  <a:cubicBezTo>
                    <a:pt x="2647" y="3004"/>
                    <a:pt x="2657" y="3007"/>
                    <a:pt x="2614" y="3038"/>
                  </a:cubicBezTo>
                  <a:cubicBezTo>
                    <a:pt x="2571" y="3068"/>
                    <a:pt x="2529" y="3049"/>
                    <a:pt x="2483" y="3068"/>
                  </a:cubicBezTo>
                  <a:cubicBezTo>
                    <a:pt x="2437" y="3088"/>
                    <a:pt x="2414" y="3079"/>
                    <a:pt x="2381" y="3068"/>
                  </a:cubicBezTo>
                  <a:cubicBezTo>
                    <a:pt x="2349" y="3057"/>
                    <a:pt x="2332" y="3071"/>
                    <a:pt x="2306" y="3079"/>
                  </a:cubicBezTo>
                  <a:cubicBezTo>
                    <a:pt x="2280" y="3088"/>
                    <a:pt x="2234" y="3091"/>
                    <a:pt x="2178" y="3079"/>
                  </a:cubicBezTo>
                  <a:cubicBezTo>
                    <a:pt x="2123" y="3068"/>
                    <a:pt x="2149" y="3082"/>
                    <a:pt x="2116" y="3104"/>
                  </a:cubicBezTo>
                  <a:cubicBezTo>
                    <a:pt x="2083" y="3127"/>
                    <a:pt x="2070" y="3124"/>
                    <a:pt x="1992" y="3135"/>
                  </a:cubicBezTo>
                  <a:cubicBezTo>
                    <a:pt x="1913" y="3146"/>
                    <a:pt x="1824" y="3213"/>
                    <a:pt x="1756" y="3241"/>
                  </a:cubicBezTo>
                  <a:cubicBezTo>
                    <a:pt x="1687" y="3268"/>
                    <a:pt x="1713" y="3280"/>
                    <a:pt x="1661" y="3327"/>
                  </a:cubicBezTo>
                  <a:cubicBezTo>
                    <a:pt x="1608" y="3374"/>
                    <a:pt x="1592" y="3332"/>
                    <a:pt x="1553" y="3324"/>
                  </a:cubicBezTo>
                  <a:cubicBezTo>
                    <a:pt x="1513" y="3316"/>
                    <a:pt x="1543" y="3299"/>
                    <a:pt x="1536" y="3260"/>
                  </a:cubicBezTo>
                  <a:cubicBezTo>
                    <a:pt x="1530" y="3221"/>
                    <a:pt x="1494" y="3257"/>
                    <a:pt x="1467" y="3271"/>
                  </a:cubicBezTo>
                  <a:cubicBezTo>
                    <a:pt x="1441" y="3285"/>
                    <a:pt x="1405" y="3280"/>
                    <a:pt x="1372" y="3280"/>
                  </a:cubicBezTo>
                  <a:cubicBezTo>
                    <a:pt x="1340" y="3280"/>
                    <a:pt x="1245" y="3243"/>
                    <a:pt x="1215" y="3229"/>
                  </a:cubicBezTo>
                  <a:cubicBezTo>
                    <a:pt x="1186" y="3216"/>
                    <a:pt x="1123" y="3210"/>
                    <a:pt x="1051" y="3191"/>
                  </a:cubicBezTo>
                  <a:cubicBezTo>
                    <a:pt x="979" y="3171"/>
                    <a:pt x="1025" y="3152"/>
                    <a:pt x="989" y="3118"/>
                  </a:cubicBezTo>
                  <a:cubicBezTo>
                    <a:pt x="953" y="3085"/>
                    <a:pt x="907" y="3096"/>
                    <a:pt x="861" y="3093"/>
                  </a:cubicBezTo>
                  <a:cubicBezTo>
                    <a:pt x="815" y="3091"/>
                    <a:pt x="799" y="3091"/>
                    <a:pt x="753" y="3085"/>
                  </a:cubicBezTo>
                  <a:cubicBezTo>
                    <a:pt x="707" y="3079"/>
                    <a:pt x="707" y="3074"/>
                    <a:pt x="648" y="3057"/>
                  </a:cubicBezTo>
                  <a:cubicBezTo>
                    <a:pt x="589" y="3040"/>
                    <a:pt x="543" y="3071"/>
                    <a:pt x="491" y="3088"/>
                  </a:cubicBezTo>
                  <a:cubicBezTo>
                    <a:pt x="439" y="3104"/>
                    <a:pt x="435" y="3085"/>
                    <a:pt x="380" y="3082"/>
                  </a:cubicBezTo>
                  <a:cubicBezTo>
                    <a:pt x="324" y="3079"/>
                    <a:pt x="294" y="3077"/>
                    <a:pt x="245" y="3071"/>
                  </a:cubicBezTo>
                  <a:cubicBezTo>
                    <a:pt x="196" y="3065"/>
                    <a:pt x="173" y="3071"/>
                    <a:pt x="137" y="3043"/>
                  </a:cubicBezTo>
                  <a:cubicBezTo>
                    <a:pt x="101" y="3015"/>
                    <a:pt x="82" y="3049"/>
                    <a:pt x="59" y="3054"/>
                  </a:cubicBezTo>
                  <a:cubicBezTo>
                    <a:pt x="45" y="3058"/>
                    <a:pt x="34" y="3057"/>
                    <a:pt x="18" y="3050"/>
                  </a:cubicBezTo>
                  <a:cubicBezTo>
                    <a:pt x="19" y="3100"/>
                    <a:pt x="34" y="3164"/>
                    <a:pt x="43" y="3189"/>
                  </a:cubicBezTo>
                  <a:cubicBezTo>
                    <a:pt x="56" y="3222"/>
                    <a:pt x="52" y="3241"/>
                    <a:pt x="26" y="3270"/>
                  </a:cubicBezTo>
                  <a:close/>
                </a:path>
              </a:pathLst>
            </a:custGeom>
            <a:solidFill>
              <a:srgbClr val="FF0000"/>
            </a:solidFill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auto">
            <a:xfrm>
              <a:off x="3796" y="3407"/>
              <a:ext cx="875" cy="659"/>
            </a:xfrm>
            <a:custGeom>
              <a:avLst/>
              <a:gdLst>
                <a:gd name="T0" fmla="*/ 1778 w 1889"/>
                <a:gd name="T1" fmla="*/ 152 h 1423"/>
                <a:gd name="T2" fmla="*/ 1673 w 1889"/>
                <a:gd name="T3" fmla="*/ 115 h 1423"/>
                <a:gd name="T4" fmla="*/ 1507 w 1889"/>
                <a:gd name="T5" fmla="*/ 82 h 1423"/>
                <a:gd name="T6" fmla="*/ 1385 w 1889"/>
                <a:gd name="T7" fmla="*/ 134 h 1423"/>
                <a:gd name="T8" fmla="*/ 1127 w 1889"/>
                <a:gd name="T9" fmla="*/ 215 h 1423"/>
                <a:gd name="T10" fmla="*/ 1210 w 1889"/>
                <a:gd name="T11" fmla="*/ 59 h 1423"/>
                <a:gd name="T12" fmla="*/ 1127 w 1889"/>
                <a:gd name="T13" fmla="*/ 22 h 1423"/>
                <a:gd name="T14" fmla="*/ 1012 w 1889"/>
                <a:gd name="T15" fmla="*/ 3 h 1423"/>
                <a:gd name="T16" fmla="*/ 861 w 1889"/>
                <a:gd name="T17" fmla="*/ 28 h 1423"/>
                <a:gd name="T18" fmla="*/ 758 w 1889"/>
                <a:gd name="T19" fmla="*/ 56 h 1423"/>
                <a:gd name="T20" fmla="*/ 686 w 1889"/>
                <a:gd name="T21" fmla="*/ 126 h 1423"/>
                <a:gd name="T22" fmla="*/ 570 w 1889"/>
                <a:gd name="T23" fmla="*/ 193 h 1423"/>
                <a:gd name="T24" fmla="*/ 520 w 1889"/>
                <a:gd name="T25" fmla="*/ 263 h 1423"/>
                <a:gd name="T26" fmla="*/ 536 w 1889"/>
                <a:gd name="T27" fmla="*/ 356 h 1423"/>
                <a:gd name="T28" fmla="*/ 444 w 1889"/>
                <a:gd name="T29" fmla="*/ 514 h 1423"/>
                <a:gd name="T30" fmla="*/ 383 w 1889"/>
                <a:gd name="T31" fmla="*/ 743 h 1423"/>
                <a:gd name="T32" fmla="*/ 267 w 1889"/>
                <a:gd name="T33" fmla="*/ 853 h 1423"/>
                <a:gd name="T34" fmla="*/ 190 w 1889"/>
                <a:gd name="T35" fmla="*/ 912 h 1423"/>
                <a:gd name="T36" fmla="*/ 83 w 1889"/>
                <a:gd name="T37" fmla="*/ 997 h 1423"/>
                <a:gd name="T38" fmla="*/ 29 w 1889"/>
                <a:gd name="T39" fmla="*/ 1064 h 1423"/>
                <a:gd name="T40" fmla="*/ 44 w 1889"/>
                <a:gd name="T41" fmla="*/ 1116 h 1423"/>
                <a:gd name="T42" fmla="*/ 22 w 1889"/>
                <a:gd name="T43" fmla="*/ 1223 h 1423"/>
                <a:gd name="T44" fmla="*/ 70 w 1889"/>
                <a:gd name="T45" fmla="*/ 1353 h 1423"/>
                <a:gd name="T46" fmla="*/ 254 w 1889"/>
                <a:gd name="T47" fmla="*/ 1375 h 1423"/>
                <a:gd name="T48" fmla="*/ 201 w 1889"/>
                <a:gd name="T49" fmla="*/ 1249 h 1423"/>
                <a:gd name="T50" fmla="*/ 232 w 1889"/>
                <a:gd name="T51" fmla="*/ 1157 h 1423"/>
                <a:gd name="T52" fmla="*/ 346 w 1889"/>
                <a:gd name="T53" fmla="*/ 1097 h 1423"/>
                <a:gd name="T54" fmla="*/ 564 w 1889"/>
                <a:gd name="T55" fmla="*/ 1019 h 1423"/>
                <a:gd name="T56" fmla="*/ 743 w 1889"/>
                <a:gd name="T57" fmla="*/ 971 h 1423"/>
                <a:gd name="T58" fmla="*/ 883 w 1889"/>
                <a:gd name="T59" fmla="*/ 897 h 1423"/>
                <a:gd name="T60" fmla="*/ 1014 w 1889"/>
                <a:gd name="T61" fmla="*/ 827 h 1423"/>
                <a:gd name="T62" fmla="*/ 979 w 1889"/>
                <a:gd name="T63" fmla="*/ 693 h 1423"/>
                <a:gd name="T64" fmla="*/ 1088 w 1889"/>
                <a:gd name="T65" fmla="*/ 730 h 1423"/>
                <a:gd name="T66" fmla="*/ 1237 w 1889"/>
                <a:gd name="T67" fmla="*/ 738 h 1423"/>
                <a:gd name="T68" fmla="*/ 1328 w 1889"/>
                <a:gd name="T69" fmla="*/ 686 h 1423"/>
                <a:gd name="T70" fmla="*/ 1473 w 1889"/>
                <a:gd name="T71" fmla="*/ 634 h 1423"/>
                <a:gd name="T72" fmla="*/ 1538 w 1889"/>
                <a:gd name="T73" fmla="*/ 597 h 1423"/>
                <a:gd name="T74" fmla="*/ 1748 w 1889"/>
                <a:gd name="T75" fmla="*/ 556 h 1423"/>
                <a:gd name="T76" fmla="*/ 1835 w 1889"/>
                <a:gd name="T77" fmla="*/ 423 h 1423"/>
                <a:gd name="T78" fmla="*/ 1839 w 1889"/>
                <a:gd name="T79" fmla="*/ 267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89" h="1423">
                  <a:moveTo>
                    <a:pt x="1839" y="267"/>
                  </a:moveTo>
                  <a:cubicBezTo>
                    <a:pt x="1844" y="211"/>
                    <a:pt x="1787" y="182"/>
                    <a:pt x="1778" y="152"/>
                  </a:cubicBezTo>
                  <a:cubicBezTo>
                    <a:pt x="1770" y="123"/>
                    <a:pt x="1765" y="100"/>
                    <a:pt x="1743" y="119"/>
                  </a:cubicBezTo>
                  <a:cubicBezTo>
                    <a:pt x="1722" y="137"/>
                    <a:pt x="1687" y="134"/>
                    <a:pt x="1673" y="115"/>
                  </a:cubicBezTo>
                  <a:cubicBezTo>
                    <a:pt x="1660" y="97"/>
                    <a:pt x="1639" y="78"/>
                    <a:pt x="1617" y="82"/>
                  </a:cubicBezTo>
                  <a:cubicBezTo>
                    <a:pt x="1595" y="85"/>
                    <a:pt x="1521" y="52"/>
                    <a:pt x="1507" y="82"/>
                  </a:cubicBezTo>
                  <a:cubicBezTo>
                    <a:pt x="1494" y="111"/>
                    <a:pt x="1521" y="189"/>
                    <a:pt x="1486" y="174"/>
                  </a:cubicBezTo>
                  <a:cubicBezTo>
                    <a:pt x="1451" y="160"/>
                    <a:pt x="1420" y="104"/>
                    <a:pt x="1385" y="134"/>
                  </a:cubicBezTo>
                  <a:cubicBezTo>
                    <a:pt x="1350" y="163"/>
                    <a:pt x="1298" y="152"/>
                    <a:pt x="1254" y="186"/>
                  </a:cubicBezTo>
                  <a:cubicBezTo>
                    <a:pt x="1210" y="219"/>
                    <a:pt x="1162" y="245"/>
                    <a:pt x="1127" y="215"/>
                  </a:cubicBezTo>
                  <a:cubicBezTo>
                    <a:pt x="1093" y="186"/>
                    <a:pt x="1084" y="152"/>
                    <a:pt x="1132" y="126"/>
                  </a:cubicBezTo>
                  <a:cubicBezTo>
                    <a:pt x="1180" y="100"/>
                    <a:pt x="1206" y="82"/>
                    <a:pt x="1210" y="59"/>
                  </a:cubicBezTo>
                  <a:cubicBezTo>
                    <a:pt x="1215" y="37"/>
                    <a:pt x="1206" y="22"/>
                    <a:pt x="1189" y="11"/>
                  </a:cubicBezTo>
                  <a:cubicBezTo>
                    <a:pt x="1171" y="0"/>
                    <a:pt x="1167" y="0"/>
                    <a:pt x="1127" y="22"/>
                  </a:cubicBezTo>
                  <a:cubicBezTo>
                    <a:pt x="1088" y="45"/>
                    <a:pt x="1044" y="52"/>
                    <a:pt x="1031" y="30"/>
                  </a:cubicBezTo>
                  <a:cubicBezTo>
                    <a:pt x="1026" y="22"/>
                    <a:pt x="1019" y="13"/>
                    <a:pt x="1012" y="3"/>
                  </a:cubicBezTo>
                  <a:cubicBezTo>
                    <a:pt x="983" y="24"/>
                    <a:pt x="958" y="34"/>
                    <a:pt x="929" y="45"/>
                  </a:cubicBezTo>
                  <a:cubicBezTo>
                    <a:pt x="892" y="58"/>
                    <a:pt x="887" y="41"/>
                    <a:pt x="861" y="28"/>
                  </a:cubicBezTo>
                  <a:cubicBezTo>
                    <a:pt x="835" y="15"/>
                    <a:pt x="839" y="6"/>
                    <a:pt x="819" y="8"/>
                  </a:cubicBezTo>
                  <a:cubicBezTo>
                    <a:pt x="800" y="9"/>
                    <a:pt x="791" y="41"/>
                    <a:pt x="758" y="56"/>
                  </a:cubicBezTo>
                  <a:cubicBezTo>
                    <a:pt x="726" y="71"/>
                    <a:pt x="780" y="80"/>
                    <a:pt x="765" y="132"/>
                  </a:cubicBezTo>
                  <a:cubicBezTo>
                    <a:pt x="750" y="184"/>
                    <a:pt x="741" y="152"/>
                    <a:pt x="686" y="126"/>
                  </a:cubicBezTo>
                  <a:cubicBezTo>
                    <a:pt x="632" y="100"/>
                    <a:pt x="610" y="119"/>
                    <a:pt x="575" y="132"/>
                  </a:cubicBezTo>
                  <a:cubicBezTo>
                    <a:pt x="540" y="145"/>
                    <a:pt x="560" y="163"/>
                    <a:pt x="570" y="193"/>
                  </a:cubicBezTo>
                  <a:cubicBezTo>
                    <a:pt x="581" y="223"/>
                    <a:pt x="573" y="221"/>
                    <a:pt x="553" y="223"/>
                  </a:cubicBezTo>
                  <a:cubicBezTo>
                    <a:pt x="503" y="226"/>
                    <a:pt x="529" y="234"/>
                    <a:pt x="520" y="263"/>
                  </a:cubicBezTo>
                  <a:cubicBezTo>
                    <a:pt x="512" y="293"/>
                    <a:pt x="538" y="289"/>
                    <a:pt x="549" y="313"/>
                  </a:cubicBezTo>
                  <a:cubicBezTo>
                    <a:pt x="560" y="337"/>
                    <a:pt x="557" y="343"/>
                    <a:pt x="536" y="356"/>
                  </a:cubicBezTo>
                  <a:cubicBezTo>
                    <a:pt x="514" y="369"/>
                    <a:pt x="522" y="391"/>
                    <a:pt x="520" y="432"/>
                  </a:cubicBezTo>
                  <a:cubicBezTo>
                    <a:pt x="518" y="473"/>
                    <a:pt x="498" y="462"/>
                    <a:pt x="444" y="514"/>
                  </a:cubicBezTo>
                  <a:cubicBezTo>
                    <a:pt x="389" y="565"/>
                    <a:pt x="411" y="636"/>
                    <a:pt x="422" y="669"/>
                  </a:cubicBezTo>
                  <a:cubicBezTo>
                    <a:pt x="433" y="703"/>
                    <a:pt x="407" y="714"/>
                    <a:pt x="383" y="743"/>
                  </a:cubicBezTo>
                  <a:cubicBezTo>
                    <a:pt x="359" y="773"/>
                    <a:pt x="297" y="797"/>
                    <a:pt x="276" y="804"/>
                  </a:cubicBezTo>
                  <a:cubicBezTo>
                    <a:pt x="254" y="812"/>
                    <a:pt x="252" y="830"/>
                    <a:pt x="267" y="853"/>
                  </a:cubicBezTo>
                  <a:cubicBezTo>
                    <a:pt x="282" y="875"/>
                    <a:pt x="267" y="875"/>
                    <a:pt x="256" y="899"/>
                  </a:cubicBezTo>
                  <a:cubicBezTo>
                    <a:pt x="245" y="923"/>
                    <a:pt x="223" y="929"/>
                    <a:pt x="190" y="912"/>
                  </a:cubicBezTo>
                  <a:cubicBezTo>
                    <a:pt x="158" y="895"/>
                    <a:pt x="173" y="925"/>
                    <a:pt x="173" y="968"/>
                  </a:cubicBezTo>
                  <a:cubicBezTo>
                    <a:pt x="173" y="1010"/>
                    <a:pt x="114" y="997"/>
                    <a:pt x="83" y="997"/>
                  </a:cubicBezTo>
                  <a:cubicBezTo>
                    <a:pt x="53" y="997"/>
                    <a:pt x="68" y="1006"/>
                    <a:pt x="68" y="1027"/>
                  </a:cubicBezTo>
                  <a:cubicBezTo>
                    <a:pt x="68" y="1047"/>
                    <a:pt x="51" y="1055"/>
                    <a:pt x="29" y="1064"/>
                  </a:cubicBezTo>
                  <a:cubicBezTo>
                    <a:pt x="19" y="1068"/>
                    <a:pt x="12" y="1080"/>
                    <a:pt x="6" y="1092"/>
                  </a:cubicBezTo>
                  <a:cubicBezTo>
                    <a:pt x="11" y="1116"/>
                    <a:pt x="21" y="1116"/>
                    <a:pt x="44" y="1116"/>
                  </a:cubicBezTo>
                  <a:cubicBezTo>
                    <a:pt x="70" y="1116"/>
                    <a:pt x="92" y="1108"/>
                    <a:pt x="57" y="1145"/>
                  </a:cubicBezTo>
                  <a:cubicBezTo>
                    <a:pt x="22" y="1183"/>
                    <a:pt x="18" y="1190"/>
                    <a:pt x="22" y="1223"/>
                  </a:cubicBezTo>
                  <a:cubicBezTo>
                    <a:pt x="27" y="1257"/>
                    <a:pt x="0" y="1279"/>
                    <a:pt x="44" y="1301"/>
                  </a:cubicBezTo>
                  <a:cubicBezTo>
                    <a:pt x="88" y="1323"/>
                    <a:pt x="44" y="1309"/>
                    <a:pt x="70" y="1353"/>
                  </a:cubicBezTo>
                  <a:cubicBezTo>
                    <a:pt x="97" y="1398"/>
                    <a:pt x="40" y="1394"/>
                    <a:pt x="123" y="1398"/>
                  </a:cubicBezTo>
                  <a:cubicBezTo>
                    <a:pt x="206" y="1401"/>
                    <a:pt x="241" y="1423"/>
                    <a:pt x="254" y="1375"/>
                  </a:cubicBezTo>
                  <a:cubicBezTo>
                    <a:pt x="267" y="1327"/>
                    <a:pt x="197" y="1305"/>
                    <a:pt x="210" y="1286"/>
                  </a:cubicBezTo>
                  <a:cubicBezTo>
                    <a:pt x="223" y="1268"/>
                    <a:pt x="245" y="1246"/>
                    <a:pt x="201" y="1249"/>
                  </a:cubicBezTo>
                  <a:cubicBezTo>
                    <a:pt x="158" y="1253"/>
                    <a:pt x="132" y="1242"/>
                    <a:pt x="162" y="1216"/>
                  </a:cubicBezTo>
                  <a:cubicBezTo>
                    <a:pt x="193" y="1190"/>
                    <a:pt x="193" y="1153"/>
                    <a:pt x="232" y="1157"/>
                  </a:cubicBezTo>
                  <a:cubicBezTo>
                    <a:pt x="271" y="1160"/>
                    <a:pt x="267" y="1153"/>
                    <a:pt x="284" y="1131"/>
                  </a:cubicBezTo>
                  <a:cubicBezTo>
                    <a:pt x="302" y="1108"/>
                    <a:pt x="315" y="1097"/>
                    <a:pt x="346" y="1097"/>
                  </a:cubicBezTo>
                  <a:cubicBezTo>
                    <a:pt x="376" y="1097"/>
                    <a:pt x="450" y="1060"/>
                    <a:pt x="481" y="1057"/>
                  </a:cubicBezTo>
                  <a:cubicBezTo>
                    <a:pt x="512" y="1053"/>
                    <a:pt x="551" y="1060"/>
                    <a:pt x="564" y="1019"/>
                  </a:cubicBezTo>
                  <a:cubicBezTo>
                    <a:pt x="577" y="979"/>
                    <a:pt x="625" y="949"/>
                    <a:pt x="651" y="964"/>
                  </a:cubicBezTo>
                  <a:cubicBezTo>
                    <a:pt x="678" y="979"/>
                    <a:pt x="734" y="1008"/>
                    <a:pt x="743" y="971"/>
                  </a:cubicBezTo>
                  <a:cubicBezTo>
                    <a:pt x="752" y="934"/>
                    <a:pt x="787" y="971"/>
                    <a:pt x="822" y="942"/>
                  </a:cubicBezTo>
                  <a:cubicBezTo>
                    <a:pt x="857" y="912"/>
                    <a:pt x="878" y="938"/>
                    <a:pt x="883" y="897"/>
                  </a:cubicBezTo>
                  <a:cubicBezTo>
                    <a:pt x="887" y="856"/>
                    <a:pt x="922" y="853"/>
                    <a:pt x="935" y="864"/>
                  </a:cubicBezTo>
                  <a:cubicBezTo>
                    <a:pt x="948" y="875"/>
                    <a:pt x="992" y="849"/>
                    <a:pt x="1014" y="827"/>
                  </a:cubicBezTo>
                  <a:cubicBezTo>
                    <a:pt x="1036" y="804"/>
                    <a:pt x="1079" y="804"/>
                    <a:pt x="1040" y="764"/>
                  </a:cubicBezTo>
                  <a:cubicBezTo>
                    <a:pt x="1001" y="723"/>
                    <a:pt x="996" y="730"/>
                    <a:pt x="979" y="693"/>
                  </a:cubicBezTo>
                  <a:cubicBezTo>
                    <a:pt x="961" y="656"/>
                    <a:pt x="940" y="615"/>
                    <a:pt x="996" y="641"/>
                  </a:cubicBezTo>
                  <a:cubicBezTo>
                    <a:pt x="1053" y="667"/>
                    <a:pt x="1075" y="701"/>
                    <a:pt x="1088" y="730"/>
                  </a:cubicBezTo>
                  <a:cubicBezTo>
                    <a:pt x="1101" y="760"/>
                    <a:pt x="1175" y="790"/>
                    <a:pt x="1206" y="764"/>
                  </a:cubicBezTo>
                  <a:cubicBezTo>
                    <a:pt x="1237" y="738"/>
                    <a:pt x="1197" y="749"/>
                    <a:pt x="1237" y="738"/>
                  </a:cubicBezTo>
                  <a:cubicBezTo>
                    <a:pt x="1276" y="727"/>
                    <a:pt x="1285" y="716"/>
                    <a:pt x="1289" y="686"/>
                  </a:cubicBezTo>
                  <a:cubicBezTo>
                    <a:pt x="1293" y="656"/>
                    <a:pt x="1298" y="667"/>
                    <a:pt x="1328" y="686"/>
                  </a:cubicBezTo>
                  <a:cubicBezTo>
                    <a:pt x="1359" y="704"/>
                    <a:pt x="1363" y="686"/>
                    <a:pt x="1385" y="664"/>
                  </a:cubicBezTo>
                  <a:cubicBezTo>
                    <a:pt x="1407" y="641"/>
                    <a:pt x="1468" y="615"/>
                    <a:pt x="1473" y="634"/>
                  </a:cubicBezTo>
                  <a:cubicBezTo>
                    <a:pt x="1477" y="653"/>
                    <a:pt x="1560" y="660"/>
                    <a:pt x="1538" y="641"/>
                  </a:cubicBezTo>
                  <a:cubicBezTo>
                    <a:pt x="1516" y="623"/>
                    <a:pt x="1507" y="582"/>
                    <a:pt x="1538" y="597"/>
                  </a:cubicBezTo>
                  <a:cubicBezTo>
                    <a:pt x="1569" y="612"/>
                    <a:pt x="1586" y="638"/>
                    <a:pt x="1647" y="604"/>
                  </a:cubicBezTo>
                  <a:cubicBezTo>
                    <a:pt x="1708" y="571"/>
                    <a:pt x="1735" y="556"/>
                    <a:pt x="1748" y="556"/>
                  </a:cubicBezTo>
                  <a:cubicBezTo>
                    <a:pt x="1761" y="556"/>
                    <a:pt x="1778" y="526"/>
                    <a:pt x="1778" y="504"/>
                  </a:cubicBezTo>
                  <a:cubicBezTo>
                    <a:pt x="1778" y="482"/>
                    <a:pt x="1826" y="460"/>
                    <a:pt x="1835" y="423"/>
                  </a:cubicBezTo>
                  <a:cubicBezTo>
                    <a:pt x="1841" y="398"/>
                    <a:pt x="1861" y="375"/>
                    <a:pt x="1889" y="354"/>
                  </a:cubicBezTo>
                  <a:cubicBezTo>
                    <a:pt x="1864" y="331"/>
                    <a:pt x="1837" y="298"/>
                    <a:pt x="1839" y="267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2" name="Freeform 14"/>
            <p:cNvSpPr>
              <a:spLocks/>
            </p:cNvSpPr>
            <p:nvPr/>
          </p:nvSpPr>
          <p:spPr bwMode="auto">
            <a:xfrm>
              <a:off x="3625" y="2903"/>
              <a:ext cx="665" cy="641"/>
            </a:xfrm>
            <a:custGeom>
              <a:avLst/>
              <a:gdLst>
                <a:gd name="T0" fmla="*/ 1367 w 1437"/>
                <a:gd name="T1" fmla="*/ 819 h 1384"/>
                <a:gd name="T2" fmla="*/ 1289 w 1437"/>
                <a:gd name="T3" fmla="*/ 678 h 1384"/>
                <a:gd name="T4" fmla="*/ 1236 w 1437"/>
                <a:gd name="T5" fmla="*/ 492 h 1384"/>
                <a:gd name="T6" fmla="*/ 1306 w 1437"/>
                <a:gd name="T7" fmla="*/ 277 h 1384"/>
                <a:gd name="T8" fmla="*/ 1175 w 1437"/>
                <a:gd name="T9" fmla="*/ 148 h 1384"/>
                <a:gd name="T10" fmla="*/ 1092 w 1437"/>
                <a:gd name="T11" fmla="*/ 48 h 1384"/>
                <a:gd name="T12" fmla="*/ 992 w 1437"/>
                <a:gd name="T13" fmla="*/ 59 h 1384"/>
                <a:gd name="T14" fmla="*/ 900 w 1437"/>
                <a:gd name="T15" fmla="*/ 77 h 1384"/>
                <a:gd name="T16" fmla="*/ 708 w 1437"/>
                <a:gd name="T17" fmla="*/ 29 h 1384"/>
                <a:gd name="T18" fmla="*/ 472 w 1437"/>
                <a:gd name="T19" fmla="*/ 0 h 1384"/>
                <a:gd name="T20" fmla="*/ 398 w 1437"/>
                <a:gd name="T21" fmla="*/ 133 h 1384"/>
                <a:gd name="T22" fmla="*/ 236 w 1437"/>
                <a:gd name="T23" fmla="*/ 100 h 1384"/>
                <a:gd name="T24" fmla="*/ 96 w 1437"/>
                <a:gd name="T25" fmla="*/ 281 h 1384"/>
                <a:gd name="T26" fmla="*/ 118 w 1437"/>
                <a:gd name="T27" fmla="*/ 470 h 1384"/>
                <a:gd name="T28" fmla="*/ 153 w 1437"/>
                <a:gd name="T29" fmla="*/ 615 h 1384"/>
                <a:gd name="T30" fmla="*/ 57 w 1437"/>
                <a:gd name="T31" fmla="*/ 756 h 1384"/>
                <a:gd name="T32" fmla="*/ 109 w 1437"/>
                <a:gd name="T33" fmla="*/ 782 h 1384"/>
                <a:gd name="T34" fmla="*/ 188 w 1437"/>
                <a:gd name="T35" fmla="*/ 863 h 1384"/>
                <a:gd name="T36" fmla="*/ 184 w 1437"/>
                <a:gd name="T37" fmla="*/ 941 h 1384"/>
                <a:gd name="T38" fmla="*/ 214 w 1437"/>
                <a:gd name="T39" fmla="*/ 1042 h 1384"/>
                <a:gd name="T40" fmla="*/ 318 w 1437"/>
                <a:gd name="T41" fmla="*/ 1042 h 1384"/>
                <a:gd name="T42" fmla="*/ 442 w 1437"/>
                <a:gd name="T43" fmla="*/ 1036 h 1384"/>
                <a:gd name="T44" fmla="*/ 531 w 1437"/>
                <a:gd name="T45" fmla="*/ 959 h 1384"/>
                <a:gd name="T46" fmla="*/ 629 w 1437"/>
                <a:gd name="T47" fmla="*/ 934 h 1384"/>
                <a:gd name="T48" fmla="*/ 668 w 1437"/>
                <a:gd name="T49" fmla="*/ 1039 h 1384"/>
                <a:gd name="T50" fmla="*/ 672 w 1437"/>
                <a:gd name="T51" fmla="*/ 1189 h 1384"/>
                <a:gd name="T52" fmla="*/ 747 w 1437"/>
                <a:gd name="T53" fmla="*/ 1267 h 1384"/>
                <a:gd name="T54" fmla="*/ 849 w 1437"/>
                <a:gd name="T55" fmla="*/ 1320 h 1384"/>
                <a:gd name="T56" fmla="*/ 924 w 1437"/>
                <a:gd name="T57" fmla="*/ 1312 h 1384"/>
                <a:gd name="T58" fmla="*/ 946 w 1437"/>
                <a:gd name="T59" fmla="*/ 1221 h 1384"/>
                <a:gd name="T60" fmla="*/ 1136 w 1437"/>
                <a:gd name="T61" fmla="*/ 1221 h 1384"/>
                <a:gd name="T62" fmla="*/ 1190 w 1437"/>
                <a:gd name="T63" fmla="*/ 1097 h 1384"/>
                <a:gd name="T64" fmla="*/ 1300 w 1437"/>
                <a:gd name="T65" fmla="*/ 1134 h 1384"/>
                <a:gd name="T66" fmla="*/ 1363 w 1437"/>
                <a:gd name="T67" fmla="*/ 1030 h 1384"/>
                <a:gd name="T68" fmla="*/ 1411 w 1437"/>
                <a:gd name="T69" fmla="*/ 885 h 1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7" h="1384">
                  <a:moveTo>
                    <a:pt x="1411" y="885"/>
                  </a:moveTo>
                  <a:cubicBezTo>
                    <a:pt x="1385" y="863"/>
                    <a:pt x="1389" y="841"/>
                    <a:pt x="1367" y="819"/>
                  </a:cubicBezTo>
                  <a:cubicBezTo>
                    <a:pt x="1346" y="796"/>
                    <a:pt x="1302" y="793"/>
                    <a:pt x="1302" y="756"/>
                  </a:cubicBezTo>
                  <a:cubicBezTo>
                    <a:pt x="1302" y="719"/>
                    <a:pt x="1289" y="711"/>
                    <a:pt x="1289" y="678"/>
                  </a:cubicBezTo>
                  <a:cubicBezTo>
                    <a:pt x="1289" y="644"/>
                    <a:pt x="1271" y="656"/>
                    <a:pt x="1241" y="615"/>
                  </a:cubicBezTo>
                  <a:cubicBezTo>
                    <a:pt x="1210" y="574"/>
                    <a:pt x="1193" y="530"/>
                    <a:pt x="1236" y="492"/>
                  </a:cubicBezTo>
                  <a:cubicBezTo>
                    <a:pt x="1280" y="455"/>
                    <a:pt x="1332" y="429"/>
                    <a:pt x="1337" y="381"/>
                  </a:cubicBezTo>
                  <a:cubicBezTo>
                    <a:pt x="1341" y="333"/>
                    <a:pt x="1298" y="296"/>
                    <a:pt x="1306" y="277"/>
                  </a:cubicBezTo>
                  <a:cubicBezTo>
                    <a:pt x="1315" y="259"/>
                    <a:pt x="1302" y="229"/>
                    <a:pt x="1276" y="207"/>
                  </a:cubicBezTo>
                  <a:cubicBezTo>
                    <a:pt x="1249" y="185"/>
                    <a:pt x="1175" y="203"/>
                    <a:pt x="1175" y="148"/>
                  </a:cubicBezTo>
                  <a:cubicBezTo>
                    <a:pt x="1175" y="92"/>
                    <a:pt x="1206" y="66"/>
                    <a:pt x="1166" y="44"/>
                  </a:cubicBezTo>
                  <a:cubicBezTo>
                    <a:pt x="1127" y="22"/>
                    <a:pt x="1123" y="14"/>
                    <a:pt x="1092" y="48"/>
                  </a:cubicBezTo>
                  <a:cubicBezTo>
                    <a:pt x="1062" y="81"/>
                    <a:pt x="1075" y="133"/>
                    <a:pt x="1031" y="111"/>
                  </a:cubicBezTo>
                  <a:cubicBezTo>
                    <a:pt x="987" y="88"/>
                    <a:pt x="974" y="70"/>
                    <a:pt x="992" y="59"/>
                  </a:cubicBezTo>
                  <a:cubicBezTo>
                    <a:pt x="1009" y="48"/>
                    <a:pt x="1000" y="14"/>
                    <a:pt x="970" y="25"/>
                  </a:cubicBezTo>
                  <a:cubicBezTo>
                    <a:pt x="939" y="37"/>
                    <a:pt x="948" y="59"/>
                    <a:pt x="900" y="77"/>
                  </a:cubicBezTo>
                  <a:cubicBezTo>
                    <a:pt x="852" y="96"/>
                    <a:pt x="821" y="111"/>
                    <a:pt x="791" y="81"/>
                  </a:cubicBezTo>
                  <a:cubicBezTo>
                    <a:pt x="760" y="51"/>
                    <a:pt x="778" y="18"/>
                    <a:pt x="708" y="29"/>
                  </a:cubicBezTo>
                  <a:cubicBezTo>
                    <a:pt x="638" y="40"/>
                    <a:pt x="603" y="37"/>
                    <a:pt x="577" y="22"/>
                  </a:cubicBezTo>
                  <a:cubicBezTo>
                    <a:pt x="551" y="7"/>
                    <a:pt x="511" y="0"/>
                    <a:pt x="472" y="0"/>
                  </a:cubicBezTo>
                  <a:cubicBezTo>
                    <a:pt x="433" y="0"/>
                    <a:pt x="350" y="11"/>
                    <a:pt x="380" y="40"/>
                  </a:cubicBezTo>
                  <a:cubicBezTo>
                    <a:pt x="411" y="70"/>
                    <a:pt x="446" y="137"/>
                    <a:pt x="398" y="133"/>
                  </a:cubicBezTo>
                  <a:cubicBezTo>
                    <a:pt x="350" y="129"/>
                    <a:pt x="337" y="107"/>
                    <a:pt x="315" y="126"/>
                  </a:cubicBezTo>
                  <a:cubicBezTo>
                    <a:pt x="293" y="144"/>
                    <a:pt x="275" y="81"/>
                    <a:pt x="236" y="100"/>
                  </a:cubicBezTo>
                  <a:cubicBezTo>
                    <a:pt x="197" y="118"/>
                    <a:pt x="144" y="137"/>
                    <a:pt x="127" y="174"/>
                  </a:cubicBezTo>
                  <a:cubicBezTo>
                    <a:pt x="109" y="211"/>
                    <a:pt x="96" y="229"/>
                    <a:pt x="96" y="281"/>
                  </a:cubicBezTo>
                  <a:cubicBezTo>
                    <a:pt x="96" y="333"/>
                    <a:pt x="105" y="385"/>
                    <a:pt x="122" y="411"/>
                  </a:cubicBezTo>
                  <a:cubicBezTo>
                    <a:pt x="140" y="437"/>
                    <a:pt x="92" y="441"/>
                    <a:pt x="118" y="470"/>
                  </a:cubicBezTo>
                  <a:cubicBezTo>
                    <a:pt x="144" y="500"/>
                    <a:pt x="153" y="496"/>
                    <a:pt x="140" y="533"/>
                  </a:cubicBezTo>
                  <a:cubicBezTo>
                    <a:pt x="127" y="570"/>
                    <a:pt x="131" y="581"/>
                    <a:pt x="153" y="615"/>
                  </a:cubicBezTo>
                  <a:cubicBezTo>
                    <a:pt x="175" y="648"/>
                    <a:pt x="201" y="681"/>
                    <a:pt x="166" y="689"/>
                  </a:cubicBezTo>
                  <a:cubicBezTo>
                    <a:pt x="131" y="696"/>
                    <a:pt x="79" y="730"/>
                    <a:pt x="57" y="756"/>
                  </a:cubicBezTo>
                  <a:cubicBezTo>
                    <a:pt x="35" y="782"/>
                    <a:pt x="0" y="789"/>
                    <a:pt x="39" y="804"/>
                  </a:cubicBezTo>
                  <a:cubicBezTo>
                    <a:pt x="79" y="819"/>
                    <a:pt x="66" y="774"/>
                    <a:pt x="109" y="782"/>
                  </a:cubicBezTo>
                  <a:cubicBezTo>
                    <a:pt x="153" y="789"/>
                    <a:pt x="197" y="752"/>
                    <a:pt x="201" y="796"/>
                  </a:cubicBezTo>
                  <a:cubicBezTo>
                    <a:pt x="205" y="841"/>
                    <a:pt x="210" y="852"/>
                    <a:pt x="188" y="863"/>
                  </a:cubicBezTo>
                  <a:cubicBezTo>
                    <a:pt x="166" y="874"/>
                    <a:pt x="184" y="889"/>
                    <a:pt x="197" y="908"/>
                  </a:cubicBezTo>
                  <a:cubicBezTo>
                    <a:pt x="210" y="926"/>
                    <a:pt x="201" y="919"/>
                    <a:pt x="184" y="941"/>
                  </a:cubicBezTo>
                  <a:cubicBezTo>
                    <a:pt x="166" y="963"/>
                    <a:pt x="192" y="1004"/>
                    <a:pt x="201" y="1015"/>
                  </a:cubicBezTo>
                  <a:cubicBezTo>
                    <a:pt x="205" y="1020"/>
                    <a:pt x="211" y="1030"/>
                    <a:pt x="214" y="1042"/>
                  </a:cubicBezTo>
                  <a:cubicBezTo>
                    <a:pt x="238" y="1043"/>
                    <a:pt x="262" y="1046"/>
                    <a:pt x="269" y="1059"/>
                  </a:cubicBezTo>
                  <a:cubicBezTo>
                    <a:pt x="282" y="1084"/>
                    <a:pt x="315" y="1070"/>
                    <a:pt x="318" y="1042"/>
                  </a:cubicBezTo>
                  <a:cubicBezTo>
                    <a:pt x="321" y="1014"/>
                    <a:pt x="347" y="945"/>
                    <a:pt x="377" y="992"/>
                  </a:cubicBezTo>
                  <a:cubicBezTo>
                    <a:pt x="406" y="1039"/>
                    <a:pt x="357" y="1050"/>
                    <a:pt x="442" y="1036"/>
                  </a:cubicBezTo>
                  <a:cubicBezTo>
                    <a:pt x="478" y="997"/>
                    <a:pt x="482" y="1011"/>
                    <a:pt x="488" y="984"/>
                  </a:cubicBezTo>
                  <a:cubicBezTo>
                    <a:pt x="495" y="956"/>
                    <a:pt x="505" y="953"/>
                    <a:pt x="531" y="959"/>
                  </a:cubicBezTo>
                  <a:cubicBezTo>
                    <a:pt x="557" y="964"/>
                    <a:pt x="567" y="967"/>
                    <a:pt x="580" y="956"/>
                  </a:cubicBezTo>
                  <a:cubicBezTo>
                    <a:pt x="593" y="945"/>
                    <a:pt x="596" y="922"/>
                    <a:pt x="629" y="934"/>
                  </a:cubicBezTo>
                  <a:cubicBezTo>
                    <a:pt x="662" y="945"/>
                    <a:pt x="688" y="942"/>
                    <a:pt x="672" y="972"/>
                  </a:cubicBezTo>
                  <a:cubicBezTo>
                    <a:pt x="655" y="1003"/>
                    <a:pt x="636" y="1039"/>
                    <a:pt x="668" y="1039"/>
                  </a:cubicBezTo>
                  <a:cubicBezTo>
                    <a:pt x="701" y="1039"/>
                    <a:pt x="714" y="1034"/>
                    <a:pt x="711" y="1067"/>
                  </a:cubicBezTo>
                  <a:cubicBezTo>
                    <a:pt x="708" y="1100"/>
                    <a:pt x="731" y="1145"/>
                    <a:pt x="672" y="1189"/>
                  </a:cubicBezTo>
                  <a:cubicBezTo>
                    <a:pt x="613" y="1234"/>
                    <a:pt x="613" y="1253"/>
                    <a:pt x="659" y="1253"/>
                  </a:cubicBezTo>
                  <a:cubicBezTo>
                    <a:pt x="705" y="1253"/>
                    <a:pt x="737" y="1237"/>
                    <a:pt x="747" y="1267"/>
                  </a:cubicBezTo>
                  <a:cubicBezTo>
                    <a:pt x="757" y="1298"/>
                    <a:pt x="754" y="1384"/>
                    <a:pt x="793" y="1353"/>
                  </a:cubicBezTo>
                  <a:cubicBezTo>
                    <a:pt x="832" y="1323"/>
                    <a:pt x="822" y="1314"/>
                    <a:pt x="849" y="1320"/>
                  </a:cubicBezTo>
                  <a:cubicBezTo>
                    <a:pt x="868" y="1324"/>
                    <a:pt x="866" y="1313"/>
                    <a:pt x="892" y="1322"/>
                  </a:cubicBezTo>
                  <a:cubicBezTo>
                    <a:pt x="893" y="1316"/>
                    <a:pt x="900" y="1313"/>
                    <a:pt x="924" y="1312"/>
                  </a:cubicBezTo>
                  <a:cubicBezTo>
                    <a:pt x="944" y="1310"/>
                    <a:pt x="952" y="1312"/>
                    <a:pt x="941" y="1282"/>
                  </a:cubicBezTo>
                  <a:cubicBezTo>
                    <a:pt x="931" y="1252"/>
                    <a:pt x="911" y="1234"/>
                    <a:pt x="946" y="1221"/>
                  </a:cubicBezTo>
                  <a:cubicBezTo>
                    <a:pt x="981" y="1208"/>
                    <a:pt x="1003" y="1189"/>
                    <a:pt x="1057" y="1215"/>
                  </a:cubicBezTo>
                  <a:cubicBezTo>
                    <a:pt x="1112" y="1241"/>
                    <a:pt x="1121" y="1273"/>
                    <a:pt x="1136" y="1221"/>
                  </a:cubicBezTo>
                  <a:cubicBezTo>
                    <a:pt x="1151" y="1169"/>
                    <a:pt x="1097" y="1160"/>
                    <a:pt x="1129" y="1145"/>
                  </a:cubicBezTo>
                  <a:cubicBezTo>
                    <a:pt x="1162" y="1130"/>
                    <a:pt x="1171" y="1098"/>
                    <a:pt x="1190" y="1097"/>
                  </a:cubicBezTo>
                  <a:cubicBezTo>
                    <a:pt x="1210" y="1095"/>
                    <a:pt x="1206" y="1104"/>
                    <a:pt x="1232" y="1117"/>
                  </a:cubicBezTo>
                  <a:cubicBezTo>
                    <a:pt x="1258" y="1130"/>
                    <a:pt x="1263" y="1147"/>
                    <a:pt x="1300" y="1134"/>
                  </a:cubicBezTo>
                  <a:cubicBezTo>
                    <a:pt x="1329" y="1123"/>
                    <a:pt x="1354" y="1113"/>
                    <a:pt x="1383" y="1092"/>
                  </a:cubicBezTo>
                  <a:cubicBezTo>
                    <a:pt x="1371" y="1075"/>
                    <a:pt x="1360" y="1055"/>
                    <a:pt x="1363" y="1030"/>
                  </a:cubicBezTo>
                  <a:cubicBezTo>
                    <a:pt x="1367" y="989"/>
                    <a:pt x="1337" y="971"/>
                    <a:pt x="1385" y="937"/>
                  </a:cubicBezTo>
                  <a:cubicBezTo>
                    <a:pt x="1433" y="904"/>
                    <a:pt x="1437" y="908"/>
                    <a:pt x="1411" y="885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3" name="Freeform 15"/>
            <p:cNvSpPr>
              <a:spLocks/>
            </p:cNvSpPr>
            <p:nvPr/>
          </p:nvSpPr>
          <p:spPr bwMode="auto">
            <a:xfrm>
              <a:off x="2302" y="3034"/>
              <a:ext cx="1049" cy="967"/>
            </a:xfrm>
            <a:custGeom>
              <a:avLst/>
              <a:gdLst>
                <a:gd name="T0" fmla="*/ 2228 w 2266"/>
                <a:gd name="T1" fmla="*/ 1313 h 2088"/>
                <a:gd name="T2" fmla="*/ 2073 w 2266"/>
                <a:gd name="T3" fmla="*/ 1311 h 2088"/>
                <a:gd name="T4" fmla="*/ 1891 w 2266"/>
                <a:gd name="T5" fmla="*/ 1218 h 2088"/>
                <a:gd name="T6" fmla="*/ 1828 w 2266"/>
                <a:gd name="T7" fmla="*/ 1154 h 2088"/>
                <a:gd name="T8" fmla="*/ 1774 w 2266"/>
                <a:gd name="T9" fmla="*/ 939 h 2088"/>
                <a:gd name="T10" fmla="*/ 1831 w 2266"/>
                <a:gd name="T11" fmla="*/ 709 h 2088"/>
                <a:gd name="T12" fmla="*/ 1686 w 2266"/>
                <a:gd name="T13" fmla="*/ 690 h 2088"/>
                <a:gd name="T14" fmla="*/ 1608 w 2266"/>
                <a:gd name="T15" fmla="*/ 579 h 2088"/>
                <a:gd name="T16" fmla="*/ 1717 w 2266"/>
                <a:gd name="T17" fmla="*/ 509 h 2088"/>
                <a:gd name="T18" fmla="*/ 1957 w 2266"/>
                <a:gd name="T19" fmla="*/ 475 h 2088"/>
                <a:gd name="T20" fmla="*/ 1909 w 2266"/>
                <a:gd name="T21" fmla="*/ 312 h 2088"/>
                <a:gd name="T22" fmla="*/ 1743 w 2266"/>
                <a:gd name="T23" fmla="*/ 249 h 2088"/>
                <a:gd name="T24" fmla="*/ 1617 w 2266"/>
                <a:gd name="T25" fmla="*/ 205 h 2088"/>
                <a:gd name="T26" fmla="*/ 1516 w 2266"/>
                <a:gd name="T27" fmla="*/ 405 h 2088"/>
                <a:gd name="T28" fmla="*/ 1411 w 2266"/>
                <a:gd name="T29" fmla="*/ 635 h 2088"/>
                <a:gd name="T30" fmla="*/ 1280 w 2266"/>
                <a:gd name="T31" fmla="*/ 757 h 2088"/>
                <a:gd name="T32" fmla="*/ 1036 w 2266"/>
                <a:gd name="T33" fmla="*/ 709 h 2088"/>
                <a:gd name="T34" fmla="*/ 848 w 2266"/>
                <a:gd name="T35" fmla="*/ 397 h 2088"/>
                <a:gd name="T36" fmla="*/ 673 w 2266"/>
                <a:gd name="T37" fmla="*/ 190 h 2088"/>
                <a:gd name="T38" fmla="*/ 472 w 2266"/>
                <a:gd name="T39" fmla="*/ 223 h 2088"/>
                <a:gd name="T40" fmla="*/ 442 w 2266"/>
                <a:gd name="T41" fmla="*/ 5 h 2088"/>
                <a:gd name="T42" fmla="*/ 328 w 2266"/>
                <a:gd name="T43" fmla="*/ 112 h 2088"/>
                <a:gd name="T44" fmla="*/ 228 w 2266"/>
                <a:gd name="T45" fmla="*/ 264 h 2088"/>
                <a:gd name="T46" fmla="*/ 241 w 2266"/>
                <a:gd name="T47" fmla="*/ 409 h 2088"/>
                <a:gd name="T48" fmla="*/ 354 w 2266"/>
                <a:gd name="T49" fmla="*/ 546 h 2088"/>
                <a:gd name="T50" fmla="*/ 337 w 2266"/>
                <a:gd name="T51" fmla="*/ 861 h 2088"/>
                <a:gd name="T52" fmla="*/ 158 w 2266"/>
                <a:gd name="T53" fmla="*/ 1005 h 2088"/>
                <a:gd name="T54" fmla="*/ 31 w 2266"/>
                <a:gd name="T55" fmla="*/ 1213 h 2088"/>
                <a:gd name="T56" fmla="*/ 136 w 2266"/>
                <a:gd name="T57" fmla="*/ 1302 h 2088"/>
                <a:gd name="T58" fmla="*/ 332 w 2266"/>
                <a:gd name="T59" fmla="*/ 1343 h 2088"/>
                <a:gd name="T60" fmla="*/ 376 w 2266"/>
                <a:gd name="T61" fmla="*/ 1535 h 2088"/>
                <a:gd name="T62" fmla="*/ 503 w 2266"/>
                <a:gd name="T63" fmla="*/ 1635 h 2088"/>
                <a:gd name="T64" fmla="*/ 533 w 2266"/>
                <a:gd name="T65" fmla="*/ 1821 h 2088"/>
                <a:gd name="T66" fmla="*/ 660 w 2266"/>
                <a:gd name="T67" fmla="*/ 1932 h 2088"/>
                <a:gd name="T68" fmla="*/ 787 w 2266"/>
                <a:gd name="T69" fmla="*/ 1991 h 2088"/>
                <a:gd name="T70" fmla="*/ 988 w 2266"/>
                <a:gd name="T71" fmla="*/ 2047 h 2088"/>
                <a:gd name="T72" fmla="*/ 1114 w 2266"/>
                <a:gd name="T73" fmla="*/ 1995 h 2088"/>
                <a:gd name="T74" fmla="*/ 1075 w 2266"/>
                <a:gd name="T75" fmla="*/ 1743 h 2088"/>
                <a:gd name="T76" fmla="*/ 1206 w 2266"/>
                <a:gd name="T77" fmla="*/ 1750 h 2088"/>
                <a:gd name="T78" fmla="*/ 1433 w 2266"/>
                <a:gd name="T79" fmla="*/ 1728 h 2088"/>
                <a:gd name="T80" fmla="*/ 1603 w 2266"/>
                <a:gd name="T81" fmla="*/ 1650 h 2088"/>
                <a:gd name="T82" fmla="*/ 1783 w 2266"/>
                <a:gd name="T83" fmla="*/ 1658 h 2088"/>
                <a:gd name="T84" fmla="*/ 1918 w 2266"/>
                <a:gd name="T85" fmla="*/ 1558 h 2088"/>
                <a:gd name="T86" fmla="*/ 2093 w 2266"/>
                <a:gd name="T87" fmla="*/ 1528 h 2088"/>
                <a:gd name="T88" fmla="*/ 2240 w 2266"/>
                <a:gd name="T89" fmla="*/ 1453 h 2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266" h="2088">
                  <a:moveTo>
                    <a:pt x="2240" y="1453"/>
                  </a:moveTo>
                  <a:cubicBezTo>
                    <a:pt x="2266" y="1442"/>
                    <a:pt x="2264" y="1420"/>
                    <a:pt x="2263" y="1388"/>
                  </a:cubicBezTo>
                  <a:cubicBezTo>
                    <a:pt x="2261" y="1356"/>
                    <a:pt x="2251" y="1342"/>
                    <a:pt x="2228" y="1313"/>
                  </a:cubicBezTo>
                  <a:cubicBezTo>
                    <a:pt x="2205" y="1283"/>
                    <a:pt x="2192" y="1315"/>
                    <a:pt x="2164" y="1321"/>
                  </a:cubicBezTo>
                  <a:cubicBezTo>
                    <a:pt x="2136" y="1326"/>
                    <a:pt x="2131" y="1314"/>
                    <a:pt x="2115" y="1296"/>
                  </a:cubicBezTo>
                  <a:cubicBezTo>
                    <a:pt x="2099" y="1278"/>
                    <a:pt x="2097" y="1287"/>
                    <a:pt x="2073" y="1311"/>
                  </a:cubicBezTo>
                  <a:cubicBezTo>
                    <a:pt x="2048" y="1335"/>
                    <a:pt x="2004" y="1296"/>
                    <a:pt x="1996" y="1283"/>
                  </a:cubicBezTo>
                  <a:cubicBezTo>
                    <a:pt x="1987" y="1271"/>
                    <a:pt x="1982" y="1261"/>
                    <a:pt x="1976" y="1235"/>
                  </a:cubicBezTo>
                  <a:cubicBezTo>
                    <a:pt x="1969" y="1208"/>
                    <a:pt x="1915" y="1219"/>
                    <a:pt x="1891" y="1218"/>
                  </a:cubicBezTo>
                  <a:cubicBezTo>
                    <a:pt x="1866" y="1217"/>
                    <a:pt x="1873" y="1218"/>
                    <a:pt x="1866" y="1239"/>
                  </a:cubicBezTo>
                  <a:cubicBezTo>
                    <a:pt x="1860" y="1260"/>
                    <a:pt x="1838" y="1250"/>
                    <a:pt x="1819" y="1205"/>
                  </a:cubicBezTo>
                  <a:cubicBezTo>
                    <a:pt x="1810" y="1186"/>
                    <a:pt x="1817" y="1168"/>
                    <a:pt x="1828" y="1154"/>
                  </a:cubicBezTo>
                  <a:cubicBezTo>
                    <a:pt x="1813" y="1145"/>
                    <a:pt x="1809" y="1131"/>
                    <a:pt x="1831" y="1113"/>
                  </a:cubicBezTo>
                  <a:cubicBezTo>
                    <a:pt x="1870" y="1079"/>
                    <a:pt x="1883" y="1035"/>
                    <a:pt x="1857" y="1013"/>
                  </a:cubicBezTo>
                  <a:cubicBezTo>
                    <a:pt x="1831" y="991"/>
                    <a:pt x="1774" y="965"/>
                    <a:pt x="1774" y="939"/>
                  </a:cubicBezTo>
                  <a:cubicBezTo>
                    <a:pt x="1774" y="913"/>
                    <a:pt x="1739" y="887"/>
                    <a:pt x="1774" y="842"/>
                  </a:cubicBezTo>
                  <a:cubicBezTo>
                    <a:pt x="1809" y="798"/>
                    <a:pt x="1813" y="798"/>
                    <a:pt x="1831" y="776"/>
                  </a:cubicBezTo>
                  <a:cubicBezTo>
                    <a:pt x="1848" y="753"/>
                    <a:pt x="1848" y="724"/>
                    <a:pt x="1831" y="709"/>
                  </a:cubicBezTo>
                  <a:cubicBezTo>
                    <a:pt x="1813" y="694"/>
                    <a:pt x="1809" y="668"/>
                    <a:pt x="1783" y="664"/>
                  </a:cubicBezTo>
                  <a:cubicBezTo>
                    <a:pt x="1756" y="661"/>
                    <a:pt x="1739" y="698"/>
                    <a:pt x="1726" y="687"/>
                  </a:cubicBezTo>
                  <a:cubicBezTo>
                    <a:pt x="1713" y="675"/>
                    <a:pt x="1686" y="668"/>
                    <a:pt x="1686" y="690"/>
                  </a:cubicBezTo>
                  <a:cubicBezTo>
                    <a:pt x="1686" y="713"/>
                    <a:pt x="1652" y="709"/>
                    <a:pt x="1625" y="690"/>
                  </a:cubicBezTo>
                  <a:cubicBezTo>
                    <a:pt x="1599" y="672"/>
                    <a:pt x="1582" y="627"/>
                    <a:pt x="1603" y="616"/>
                  </a:cubicBezTo>
                  <a:cubicBezTo>
                    <a:pt x="1625" y="605"/>
                    <a:pt x="1634" y="601"/>
                    <a:pt x="1608" y="579"/>
                  </a:cubicBezTo>
                  <a:cubicBezTo>
                    <a:pt x="1582" y="557"/>
                    <a:pt x="1573" y="579"/>
                    <a:pt x="1608" y="535"/>
                  </a:cubicBezTo>
                  <a:cubicBezTo>
                    <a:pt x="1643" y="490"/>
                    <a:pt x="1652" y="446"/>
                    <a:pt x="1669" y="479"/>
                  </a:cubicBezTo>
                  <a:cubicBezTo>
                    <a:pt x="1686" y="512"/>
                    <a:pt x="1686" y="538"/>
                    <a:pt x="1717" y="509"/>
                  </a:cubicBezTo>
                  <a:cubicBezTo>
                    <a:pt x="1748" y="479"/>
                    <a:pt x="1682" y="464"/>
                    <a:pt x="1748" y="479"/>
                  </a:cubicBezTo>
                  <a:cubicBezTo>
                    <a:pt x="1813" y="494"/>
                    <a:pt x="1818" y="498"/>
                    <a:pt x="1866" y="490"/>
                  </a:cubicBezTo>
                  <a:cubicBezTo>
                    <a:pt x="1914" y="483"/>
                    <a:pt x="1931" y="479"/>
                    <a:pt x="1957" y="475"/>
                  </a:cubicBezTo>
                  <a:cubicBezTo>
                    <a:pt x="1984" y="472"/>
                    <a:pt x="1988" y="409"/>
                    <a:pt x="1992" y="379"/>
                  </a:cubicBezTo>
                  <a:cubicBezTo>
                    <a:pt x="1997" y="349"/>
                    <a:pt x="1984" y="320"/>
                    <a:pt x="1966" y="312"/>
                  </a:cubicBezTo>
                  <a:cubicBezTo>
                    <a:pt x="1949" y="305"/>
                    <a:pt x="1922" y="290"/>
                    <a:pt x="1909" y="312"/>
                  </a:cubicBezTo>
                  <a:cubicBezTo>
                    <a:pt x="1896" y="334"/>
                    <a:pt x="1857" y="368"/>
                    <a:pt x="1818" y="360"/>
                  </a:cubicBezTo>
                  <a:cubicBezTo>
                    <a:pt x="1778" y="353"/>
                    <a:pt x="1735" y="334"/>
                    <a:pt x="1756" y="316"/>
                  </a:cubicBezTo>
                  <a:cubicBezTo>
                    <a:pt x="1778" y="297"/>
                    <a:pt x="1765" y="268"/>
                    <a:pt x="1743" y="249"/>
                  </a:cubicBezTo>
                  <a:cubicBezTo>
                    <a:pt x="1721" y="231"/>
                    <a:pt x="1721" y="212"/>
                    <a:pt x="1730" y="201"/>
                  </a:cubicBezTo>
                  <a:cubicBezTo>
                    <a:pt x="1739" y="190"/>
                    <a:pt x="1761" y="160"/>
                    <a:pt x="1717" y="164"/>
                  </a:cubicBezTo>
                  <a:cubicBezTo>
                    <a:pt x="1673" y="168"/>
                    <a:pt x="1577" y="179"/>
                    <a:pt x="1617" y="205"/>
                  </a:cubicBezTo>
                  <a:cubicBezTo>
                    <a:pt x="1656" y="231"/>
                    <a:pt x="1643" y="257"/>
                    <a:pt x="1608" y="264"/>
                  </a:cubicBezTo>
                  <a:cubicBezTo>
                    <a:pt x="1573" y="271"/>
                    <a:pt x="1503" y="290"/>
                    <a:pt x="1525" y="316"/>
                  </a:cubicBezTo>
                  <a:cubicBezTo>
                    <a:pt x="1547" y="342"/>
                    <a:pt x="1542" y="379"/>
                    <a:pt x="1516" y="405"/>
                  </a:cubicBezTo>
                  <a:cubicBezTo>
                    <a:pt x="1490" y="431"/>
                    <a:pt x="1477" y="486"/>
                    <a:pt x="1437" y="490"/>
                  </a:cubicBezTo>
                  <a:cubicBezTo>
                    <a:pt x="1398" y="494"/>
                    <a:pt x="1389" y="516"/>
                    <a:pt x="1394" y="549"/>
                  </a:cubicBezTo>
                  <a:cubicBezTo>
                    <a:pt x="1398" y="583"/>
                    <a:pt x="1385" y="594"/>
                    <a:pt x="1411" y="635"/>
                  </a:cubicBezTo>
                  <a:cubicBezTo>
                    <a:pt x="1437" y="675"/>
                    <a:pt x="1442" y="727"/>
                    <a:pt x="1411" y="753"/>
                  </a:cubicBezTo>
                  <a:cubicBezTo>
                    <a:pt x="1381" y="779"/>
                    <a:pt x="1337" y="787"/>
                    <a:pt x="1333" y="776"/>
                  </a:cubicBezTo>
                  <a:cubicBezTo>
                    <a:pt x="1328" y="764"/>
                    <a:pt x="1315" y="720"/>
                    <a:pt x="1280" y="757"/>
                  </a:cubicBezTo>
                  <a:cubicBezTo>
                    <a:pt x="1245" y="794"/>
                    <a:pt x="1197" y="827"/>
                    <a:pt x="1158" y="824"/>
                  </a:cubicBezTo>
                  <a:cubicBezTo>
                    <a:pt x="1119" y="820"/>
                    <a:pt x="1071" y="790"/>
                    <a:pt x="1066" y="779"/>
                  </a:cubicBezTo>
                  <a:cubicBezTo>
                    <a:pt x="1062" y="768"/>
                    <a:pt x="1075" y="731"/>
                    <a:pt x="1036" y="709"/>
                  </a:cubicBezTo>
                  <a:cubicBezTo>
                    <a:pt x="996" y="687"/>
                    <a:pt x="1040" y="642"/>
                    <a:pt x="996" y="612"/>
                  </a:cubicBezTo>
                  <a:cubicBezTo>
                    <a:pt x="953" y="583"/>
                    <a:pt x="961" y="568"/>
                    <a:pt x="948" y="527"/>
                  </a:cubicBezTo>
                  <a:cubicBezTo>
                    <a:pt x="935" y="486"/>
                    <a:pt x="878" y="427"/>
                    <a:pt x="848" y="397"/>
                  </a:cubicBezTo>
                  <a:cubicBezTo>
                    <a:pt x="817" y="368"/>
                    <a:pt x="730" y="375"/>
                    <a:pt x="704" y="331"/>
                  </a:cubicBezTo>
                  <a:cubicBezTo>
                    <a:pt x="677" y="286"/>
                    <a:pt x="660" y="268"/>
                    <a:pt x="686" y="242"/>
                  </a:cubicBezTo>
                  <a:cubicBezTo>
                    <a:pt x="712" y="216"/>
                    <a:pt x="699" y="201"/>
                    <a:pt x="673" y="190"/>
                  </a:cubicBezTo>
                  <a:cubicBezTo>
                    <a:pt x="647" y="179"/>
                    <a:pt x="616" y="201"/>
                    <a:pt x="608" y="223"/>
                  </a:cubicBezTo>
                  <a:cubicBezTo>
                    <a:pt x="599" y="246"/>
                    <a:pt x="568" y="257"/>
                    <a:pt x="542" y="268"/>
                  </a:cubicBezTo>
                  <a:cubicBezTo>
                    <a:pt x="516" y="279"/>
                    <a:pt x="481" y="297"/>
                    <a:pt x="472" y="223"/>
                  </a:cubicBezTo>
                  <a:cubicBezTo>
                    <a:pt x="463" y="149"/>
                    <a:pt x="468" y="105"/>
                    <a:pt x="468" y="68"/>
                  </a:cubicBezTo>
                  <a:cubicBezTo>
                    <a:pt x="468" y="43"/>
                    <a:pt x="468" y="23"/>
                    <a:pt x="448" y="0"/>
                  </a:cubicBezTo>
                  <a:cubicBezTo>
                    <a:pt x="446" y="2"/>
                    <a:pt x="444" y="3"/>
                    <a:pt x="442" y="5"/>
                  </a:cubicBezTo>
                  <a:cubicBezTo>
                    <a:pt x="411" y="23"/>
                    <a:pt x="385" y="1"/>
                    <a:pt x="385" y="42"/>
                  </a:cubicBezTo>
                  <a:cubicBezTo>
                    <a:pt x="385" y="82"/>
                    <a:pt x="428" y="71"/>
                    <a:pt x="385" y="82"/>
                  </a:cubicBezTo>
                  <a:cubicBezTo>
                    <a:pt x="341" y="94"/>
                    <a:pt x="328" y="71"/>
                    <a:pt x="328" y="112"/>
                  </a:cubicBezTo>
                  <a:cubicBezTo>
                    <a:pt x="328" y="153"/>
                    <a:pt x="341" y="205"/>
                    <a:pt x="337" y="238"/>
                  </a:cubicBezTo>
                  <a:cubicBezTo>
                    <a:pt x="332" y="271"/>
                    <a:pt x="324" y="290"/>
                    <a:pt x="289" y="275"/>
                  </a:cubicBezTo>
                  <a:cubicBezTo>
                    <a:pt x="254" y="260"/>
                    <a:pt x="271" y="216"/>
                    <a:pt x="228" y="264"/>
                  </a:cubicBezTo>
                  <a:cubicBezTo>
                    <a:pt x="220" y="272"/>
                    <a:pt x="214" y="279"/>
                    <a:pt x="209" y="285"/>
                  </a:cubicBezTo>
                  <a:cubicBezTo>
                    <a:pt x="212" y="298"/>
                    <a:pt x="213" y="315"/>
                    <a:pt x="219" y="338"/>
                  </a:cubicBezTo>
                  <a:cubicBezTo>
                    <a:pt x="232" y="394"/>
                    <a:pt x="232" y="383"/>
                    <a:pt x="241" y="409"/>
                  </a:cubicBezTo>
                  <a:cubicBezTo>
                    <a:pt x="249" y="435"/>
                    <a:pt x="254" y="431"/>
                    <a:pt x="293" y="397"/>
                  </a:cubicBezTo>
                  <a:cubicBezTo>
                    <a:pt x="332" y="364"/>
                    <a:pt x="311" y="416"/>
                    <a:pt x="341" y="438"/>
                  </a:cubicBezTo>
                  <a:cubicBezTo>
                    <a:pt x="372" y="461"/>
                    <a:pt x="345" y="498"/>
                    <a:pt x="354" y="546"/>
                  </a:cubicBezTo>
                  <a:cubicBezTo>
                    <a:pt x="363" y="594"/>
                    <a:pt x="367" y="609"/>
                    <a:pt x="363" y="650"/>
                  </a:cubicBezTo>
                  <a:cubicBezTo>
                    <a:pt x="359" y="690"/>
                    <a:pt x="337" y="750"/>
                    <a:pt x="337" y="787"/>
                  </a:cubicBezTo>
                  <a:cubicBezTo>
                    <a:pt x="337" y="824"/>
                    <a:pt x="311" y="824"/>
                    <a:pt x="337" y="861"/>
                  </a:cubicBezTo>
                  <a:cubicBezTo>
                    <a:pt x="363" y="898"/>
                    <a:pt x="271" y="872"/>
                    <a:pt x="267" y="898"/>
                  </a:cubicBezTo>
                  <a:cubicBezTo>
                    <a:pt x="262" y="924"/>
                    <a:pt x="249" y="935"/>
                    <a:pt x="210" y="931"/>
                  </a:cubicBezTo>
                  <a:cubicBezTo>
                    <a:pt x="171" y="928"/>
                    <a:pt x="184" y="987"/>
                    <a:pt x="158" y="1005"/>
                  </a:cubicBezTo>
                  <a:cubicBezTo>
                    <a:pt x="131" y="1024"/>
                    <a:pt x="79" y="1042"/>
                    <a:pt x="79" y="1087"/>
                  </a:cubicBezTo>
                  <a:cubicBezTo>
                    <a:pt x="79" y="1131"/>
                    <a:pt x="53" y="1131"/>
                    <a:pt x="27" y="1146"/>
                  </a:cubicBezTo>
                  <a:cubicBezTo>
                    <a:pt x="0" y="1161"/>
                    <a:pt x="22" y="1191"/>
                    <a:pt x="31" y="1213"/>
                  </a:cubicBezTo>
                  <a:cubicBezTo>
                    <a:pt x="40" y="1235"/>
                    <a:pt x="75" y="1254"/>
                    <a:pt x="70" y="1280"/>
                  </a:cubicBezTo>
                  <a:cubicBezTo>
                    <a:pt x="66" y="1306"/>
                    <a:pt x="22" y="1298"/>
                    <a:pt x="27" y="1343"/>
                  </a:cubicBezTo>
                  <a:cubicBezTo>
                    <a:pt x="31" y="1387"/>
                    <a:pt x="105" y="1328"/>
                    <a:pt x="136" y="1302"/>
                  </a:cubicBezTo>
                  <a:cubicBezTo>
                    <a:pt x="166" y="1276"/>
                    <a:pt x="201" y="1294"/>
                    <a:pt x="236" y="1302"/>
                  </a:cubicBezTo>
                  <a:cubicBezTo>
                    <a:pt x="271" y="1309"/>
                    <a:pt x="311" y="1306"/>
                    <a:pt x="341" y="1287"/>
                  </a:cubicBezTo>
                  <a:cubicBezTo>
                    <a:pt x="372" y="1268"/>
                    <a:pt x="354" y="1320"/>
                    <a:pt x="332" y="1343"/>
                  </a:cubicBezTo>
                  <a:cubicBezTo>
                    <a:pt x="311" y="1365"/>
                    <a:pt x="328" y="1387"/>
                    <a:pt x="350" y="1413"/>
                  </a:cubicBezTo>
                  <a:cubicBezTo>
                    <a:pt x="372" y="1439"/>
                    <a:pt x="341" y="1465"/>
                    <a:pt x="372" y="1480"/>
                  </a:cubicBezTo>
                  <a:cubicBezTo>
                    <a:pt x="402" y="1495"/>
                    <a:pt x="363" y="1517"/>
                    <a:pt x="376" y="1535"/>
                  </a:cubicBezTo>
                  <a:cubicBezTo>
                    <a:pt x="389" y="1554"/>
                    <a:pt x="424" y="1565"/>
                    <a:pt x="442" y="1558"/>
                  </a:cubicBezTo>
                  <a:cubicBezTo>
                    <a:pt x="459" y="1550"/>
                    <a:pt x="490" y="1546"/>
                    <a:pt x="520" y="1572"/>
                  </a:cubicBezTo>
                  <a:cubicBezTo>
                    <a:pt x="551" y="1598"/>
                    <a:pt x="529" y="1613"/>
                    <a:pt x="503" y="1635"/>
                  </a:cubicBezTo>
                  <a:cubicBezTo>
                    <a:pt x="476" y="1658"/>
                    <a:pt x="481" y="1669"/>
                    <a:pt x="485" y="1698"/>
                  </a:cubicBezTo>
                  <a:cubicBezTo>
                    <a:pt x="490" y="1728"/>
                    <a:pt x="442" y="1780"/>
                    <a:pt x="437" y="1806"/>
                  </a:cubicBezTo>
                  <a:cubicBezTo>
                    <a:pt x="433" y="1832"/>
                    <a:pt x="507" y="1806"/>
                    <a:pt x="533" y="1821"/>
                  </a:cubicBezTo>
                  <a:cubicBezTo>
                    <a:pt x="559" y="1836"/>
                    <a:pt x="590" y="1839"/>
                    <a:pt x="621" y="1839"/>
                  </a:cubicBezTo>
                  <a:cubicBezTo>
                    <a:pt x="651" y="1839"/>
                    <a:pt x="647" y="1869"/>
                    <a:pt x="629" y="1895"/>
                  </a:cubicBezTo>
                  <a:cubicBezTo>
                    <a:pt x="612" y="1921"/>
                    <a:pt x="629" y="1928"/>
                    <a:pt x="660" y="1932"/>
                  </a:cubicBezTo>
                  <a:cubicBezTo>
                    <a:pt x="691" y="1936"/>
                    <a:pt x="691" y="1954"/>
                    <a:pt x="691" y="1976"/>
                  </a:cubicBezTo>
                  <a:cubicBezTo>
                    <a:pt x="691" y="1999"/>
                    <a:pt x="717" y="1999"/>
                    <a:pt x="730" y="1973"/>
                  </a:cubicBezTo>
                  <a:cubicBezTo>
                    <a:pt x="743" y="1947"/>
                    <a:pt x="756" y="1969"/>
                    <a:pt x="787" y="1991"/>
                  </a:cubicBezTo>
                  <a:cubicBezTo>
                    <a:pt x="817" y="2013"/>
                    <a:pt x="857" y="1958"/>
                    <a:pt x="896" y="1932"/>
                  </a:cubicBezTo>
                  <a:cubicBezTo>
                    <a:pt x="935" y="1906"/>
                    <a:pt x="957" y="1928"/>
                    <a:pt x="953" y="1939"/>
                  </a:cubicBezTo>
                  <a:cubicBezTo>
                    <a:pt x="948" y="1950"/>
                    <a:pt x="966" y="2006"/>
                    <a:pt x="988" y="2047"/>
                  </a:cubicBezTo>
                  <a:cubicBezTo>
                    <a:pt x="1009" y="2088"/>
                    <a:pt x="1018" y="2065"/>
                    <a:pt x="1044" y="2051"/>
                  </a:cubicBezTo>
                  <a:cubicBezTo>
                    <a:pt x="1071" y="2036"/>
                    <a:pt x="1088" y="2065"/>
                    <a:pt x="1123" y="2062"/>
                  </a:cubicBezTo>
                  <a:cubicBezTo>
                    <a:pt x="1158" y="2058"/>
                    <a:pt x="1132" y="2032"/>
                    <a:pt x="1114" y="1995"/>
                  </a:cubicBezTo>
                  <a:cubicBezTo>
                    <a:pt x="1097" y="1958"/>
                    <a:pt x="1119" y="1965"/>
                    <a:pt x="1123" y="1939"/>
                  </a:cubicBezTo>
                  <a:cubicBezTo>
                    <a:pt x="1127" y="1913"/>
                    <a:pt x="1079" y="1854"/>
                    <a:pt x="1071" y="1832"/>
                  </a:cubicBezTo>
                  <a:cubicBezTo>
                    <a:pt x="1062" y="1810"/>
                    <a:pt x="1053" y="1773"/>
                    <a:pt x="1075" y="1743"/>
                  </a:cubicBezTo>
                  <a:cubicBezTo>
                    <a:pt x="1097" y="1713"/>
                    <a:pt x="1114" y="1717"/>
                    <a:pt x="1123" y="1732"/>
                  </a:cubicBezTo>
                  <a:cubicBezTo>
                    <a:pt x="1132" y="1747"/>
                    <a:pt x="1132" y="1754"/>
                    <a:pt x="1145" y="1743"/>
                  </a:cubicBezTo>
                  <a:cubicBezTo>
                    <a:pt x="1158" y="1732"/>
                    <a:pt x="1167" y="1739"/>
                    <a:pt x="1206" y="1750"/>
                  </a:cubicBezTo>
                  <a:cubicBezTo>
                    <a:pt x="1245" y="1761"/>
                    <a:pt x="1228" y="1739"/>
                    <a:pt x="1267" y="1695"/>
                  </a:cubicBezTo>
                  <a:cubicBezTo>
                    <a:pt x="1306" y="1650"/>
                    <a:pt x="1324" y="1658"/>
                    <a:pt x="1350" y="1669"/>
                  </a:cubicBezTo>
                  <a:cubicBezTo>
                    <a:pt x="1376" y="1680"/>
                    <a:pt x="1403" y="1710"/>
                    <a:pt x="1433" y="1728"/>
                  </a:cubicBezTo>
                  <a:cubicBezTo>
                    <a:pt x="1464" y="1747"/>
                    <a:pt x="1494" y="1706"/>
                    <a:pt x="1512" y="1665"/>
                  </a:cubicBezTo>
                  <a:cubicBezTo>
                    <a:pt x="1529" y="1624"/>
                    <a:pt x="1547" y="1661"/>
                    <a:pt x="1560" y="1680"/>
                  </a:cubicBezTo>
                  <a:cubicBezTo>
                    <a:pt x="1573" y="1698"/>
                    <a:pt x="1595" y="1684"/>
                    <a:pt x="1603" y="1650"/>
                  </a:cubicBezTo>
                  <a:cubicBezTo>
                    <a:pt x="1612" y="1617"/>
                    <a:pt x="1656" y="1687"/>
                    <a:pt x="1686" y="1706"/>
                  </a:cubicBezTo>
                  <a:cubicBezTo>
                    <a:pt x="1717" y="1724"/>
                    <a:pt x="1708" y="1661"/>
                    <a:pt x="1721" y="1643"/>
                  </a:cubicBezTo>
                  <a:cubicBezTo>
                    <a:pt x="1735" y="1624"/>
                    <a:pt x="1769" y="1647"/>
                    <a:pt x="1783" y="1658"/>
                  </a:cubicBezTo>
                  <a:cubicBezTo>
                    <a:pt x="1796" y="1669"/>
                    <a:pt x="1822" y="1661"/>
                    <a:pt x="1839" y="1643"/>
                  </a:cubicBezTo>
                  <a:cubicBezTo>
                    <a:pt x="1857" y="1624"/>
                    <a:pt x="1879" y="1624"/>
                    <a:pt x="1909" y="1609"/>
                  </a:cubicBezTo>
                  <a:cubicBezTo>
                    <a:pt x="1940" y="1595"/>
                    <a:pt x="1918" y="1587"/>
                    <a:pt x="1918" y="1558"/>
                  </a:cubicBezTo>
                  <a:cubicBezTo>
                    <a:pt x="1918" y="1528"/>
                    <a:pt x="1940" y="1528"/>
                    <a:pt x="1975" y="1528"/>
                  </a:cubicBezTo>
                  <a:cubicBezTo>
                    <a:pt x="2010" y="1528"/>
                    <a:pt x="2010" y="1517"/>
                    <a:pt x="2036" y="1491"/>
                  </a:cubicBezTo>
                  <a:cubicBezTo>
                    <a:pt x="2062" y="1465"/>
                    <a:pt x="2067" y="1509"/>
                    <a:pt x="2093" y="1528"/>
                  </a:cubicBezTo>
                  <a:cubicBezTo>
                    <a:pt x="2093" y="1528"/>
                    <a:pt x="2094" y="1529"/>
                    <a:pt x="2094" y="1529"/>
                  </a:cubicBezTo>
                  <a:cubicBezTo>
                    <a:pt x="2116" y="1504"/>
                    <a:pt x="2145" y="1483"/>
                    <a:pt x="2154" y="1463"/>
                  </a:cubicBezTo>
                  <a:cubicBezTo>
                    <a:pt x="2168" y="1435"/>
                    <a:pt x="2213" y="1464"/>
                    <a:pt x="2240" y="1453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4" name="Freeform 16"/>
            <p:cNvSpPr>
              <a:spLocks/>
            </p:cNvSpPr>
            <p:nvPr/>
          </p:nvSpPr>
          <p:spPr bwMode="auto">
            <a:xfrm>
              <a:off x="3140" y="3330"/>
              <a:ext cx="916" cy="601"/>
            </a:xfrm>
            <a:custGeom>
              <a:avLst/>
              <a:gdLst>
                <a:gd name="T0" fmla="*/ 1938 w 1978"/>
                <a:gd name="T1" fmla="*/ 430 h 1298"/>
                <a:gd name="T2" fmla="*/ 1896 w 1978"/>
                <a:gd name="T3" fmla="*/ 398 h 1298"/>
                <a:gd name="T4" fmla="*/ 1794 w 1978"/>
                <a:gd name="T5" fmla="*/ 345 h 1298"/>
                <a:gd name="T6" fmla="*/ 1719 w 1978"/>
                <a:gd name="T7" fmla="*/ 267 h 1298"/>
                <a:gd name="T8" fmla="*/ 1715 w 1978"/>
                <a:gd name="T9" fmla="*/ 117 h 1298"/>
                <a:gd name="T10" fmla="*/ 1676 w 1978"/>
                <a:gd name="T11" fmla="*/ 12 h 1298"/>
                <a:gd name="T12" fmla="*/ 1578 w 1978"/>
                <a:gd name="T13" fmla="*/ 37 h 1298"/>
                <a:gd name="T14" fmla="*/ 1489 w 1978"/>
                <a:gd name="T15" fmla="*/ 114 h 1298"/>
                <a:gd name="T16" fmla="*/ 1365 w 1978"/>
                <a:gd name="T17" fmla="*/ 120 h 1298"/>
                <a:gd name="T18" fmla="*/ 1261 w 1978"/>
                <a:gd name="T19" fmla="*/ 120 h 1298"/>
                <a:gd name="T20" fmla="*/ 1200 w 1978"/>
                <a:gd name="T21" fmla="*/ 197 h 1298"/>
                <a:gd name="T22" fmla="*/ 1135 w 1978"/>
                <a:gd name="T23" fmla="*/ 264 h 1298"/>
                <a:gd name="T24" fmla="*/ 1012 w 1978"/>
                <a:gd name="T25" fmla="*/ 290 h 1298"/>
                <a:gd name="T26" fmla="*/ 907 w 1978"/>
                <a:gd name="T27" fmla="*/ 360 h 1298"/>
                <a:gd name="T28" fmla="*/ 798 w 1978"/>
                <a:gd name="T29" fmla="*/ 349 h 1298"/>
                <a:gd name="T30" fmla="*/ 685 w 1978"/>
                <a:gd name="T31" fmla="*/ 301 h 1298"/>
                <a:gd name="T32" fmla="*/ 523 w 1978"/>
                <a:gd name="T33" fmla="*/ 412 h 1298"/>
                <a:gd name="T34" fmla="*/ 379 w 1978"/>
                <a:gd name="T35" fmla="*/ 516 h 1298"/>
                <a:gd name="T36" fmla="*/ 195 w 1978"/>
                <a:gd name="T37" fmla="*/ 445 h 1298"/>
                <a:gd name="T38" fmla="*/ 69 w 1978"/>
                <a:gd name="T39" fmla="*/ 527 h 1298"/>
                <a:gd name="T40" fmla="*/ 9 w 1978"/>
                <a:gd name="T41" fmla="*/ 567 h 1298"/>
                <a:gd name="T42" fmla="*/ 81 w 1978"/>
                <a:gd name="T43" fmla="*/ 580 h 1298"/>
                <a:gd name="T44" fmla="*/ 186 w 1978"/>
                <a:gd name="T45" fmla="*/ 645 h 1298"/>
                <a:gd name="T46" fmla="*/ 305 w 1978"/>
                <a:gd name="T47" fmla="*/ 658 h 1298"/>
                <a:gd name="T48" fmla="*/ 418 w 1978"/>
                <a:gd name="T49" fmla="*/ 675 h 1298"/>
                <a:gd name="T50" fmla="*/ 430 w 1978"/>
                <a:gd name="T51" fmla="*/ 815 h 1298"/>
                <a:gd name="T52" fmla="*/ 284 w 1978"/>
                <a:gd name="T53" fmla="*/ 891 h 1298"/>
                <a:gd name="T54" fmla="*/ 427 w 1978"/>
                <a:gd name="T55" fmla="*/ 931 h 1298"/>
                <a:gd name="T56" fmla="*/ 545 w 1978"/>
                <a:gd name="T57" fmla="*/ 957 h 1298"/>
                <a:gd name="T58" fmla="*/ 593 w 1978"/>
                <a:gd name="T59" fmla="*/ 1038 h 1298"/>
                <a:gd name="T60" fmla="*/ 623 w 1978"/>
                <a:gd name="T61" fmla="*/ 1153 h 1298"/>
                <a:gd name="T62" fmla="*/ 720 w 1978"/>
                <a:gd name="T63" fmla="*/ 1220 h 1298"/>
                <a:gd name="T64" fmla="*/ 929 w 1978"/>
                <a:gd name="T65" fmla="*/ 1253 h 1298"/>
                <a:gd name="T66" fmla="*/ 1065 w 1978"/>
                <a:gd name="T67" fmla="*/ 1264 h 1298"/>
                <a:gd name="T68" fmla="*/ 1161 w 1978"/>
                <a:gd name="T69" fmla="*/ 1220 h 1298"/>
                <a:gd name="T70" fmla="*/ 1296 w 1978"/>
                <a:gd name="T71" fmla="*/ 1294 h 1298"/>
                <a:gd name="T72" fmla="*/ 1423 w 1978"/>
                <a:gd name="T73" fmla="*/ 1249 h 1298"/>
                <a:gd name="T74" fmla="*/ 1447 w 1978"/>
                <a:gd name="T75" fmla="*/ 1231 h 1298"/>
                <a:gd name="T76" fmla="*/ 1501 w 1978"/>
                <a:gd name="T77" fmla="*/ 1164 h 1298"/>
                <a:gd name="T78" fmla="*/ 1608 w 1978"/>
                <a:gd name="T79" fmla="*/ 1079 h 1298"/>
                <a:gd name="T80" fmla="*/ 1685 w 1978"/>
                <a:gd name="T81" fmla="*/ 1020 h 1298"/>
                <a:gd name="T82" fmla="*/ 1801 w 1978"/>
                <a:gd name="T83" fmla="*/ 910 h 1298"/>
                <a:gd name="T84" fmla="*/ 1862 w 1978"/>
                <a:gd name="T85" fmla="*/ 681 h 1298"/>
                <a:gd name="T86" fmla="*/ 1954 w 1978"/>
                <a:gd name="T87" fmla="*/ 523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78" h="1298">
                  <a:moveTo>
                    <a:pt x="1967" y="480"/>
                  </a:moveTo>
                  <a:cubicBezTo>
                    <a:pt x="1956" y="456"/>
                    <a:pt x="1930" y="460"/>
                    <a:pt x="1938" y="430"/>
                  </a:cubicBezTo>
                  <a:cubicBezTo>
                    <a:pt x="1943" y="415"/>
                    <a:pt x="1938" y="406"/>
                    <a:pt x="1939" y="400"/>
                  </a:cubicBezTo>
                  <a:cubicBezTo>
                    <a:pt x="1913" y="391"/>
                    <a:pt x="1915" y="402"/>
                    <a:pt x="1896" y="398"/>
                  </a:cubicBezTo>
                  <a:cubicBezTo>
                    <a:pt x="1869" y="392"/>
                    <a:pt x="1879" y="401"/>
                    <a:pt x="1840" y="431"/>
                  </a:cubicBezTo>
                  <a:cubicBezTo>
                    <a:pt x="1801" y="462"/>
                    <a:pt x="1804" y="376"/>
                    <a:pt x="1794" y="345"/>
                  </a:cubicBezTo>
                  <a:cubicBezTo>
                    <a:pt x="1784" y="315"/>
                    <a:pt x="1752" y="331"/>
                    <a:pt x="1706" y="331"/>
                  </a:cubicBezTo>
                  <a:cubicBezTo>
                    <a:pt x="1660" y="331"/>
                    <a:pt x="1660" y="312"/>
                    <a:pt x="1719" y="267"/>
                  </a:cubicBezTo>
                  <a:cubicBezTo>
                    <a:pt x="1778" y="223"/>
                    <a:pt x="1755" y="178"/>
                    <a:pt x="1758" y="145"/>
                  </a:cubicBezTo>
                  <a:cubicBezTo>
                    <a:pt x="1761" y="112"/>
                    <a:pt x="1748" y="117"/>
                    <a:pt x="1715" y="117"/>
                  </a:cubicBezTo>
                  <a:cubicBezTo>
                    <a:pt x="1683" y="117"/>
                    <a:pt x="1702" y="81"/>
                    <a:pt x="1719" y="50"/>
                  </a:cubicBezTo>
                  <a:cubicBezTo>
                    <a:pt x="1735" y="20"/>
                    <a:pt x="1709" y="23"/>
                    <a:pt x="1676" y="12"/>
                  </a:cubicBezTo>
                  <a:cubicBezTo>
                    <a:pt x="1643" y="0"/>
                    <a:pt x="1640" y="23"/>
                    <a:pt x="1627" y="34"/>
                  </a:cubicBezTo>
                  <a:cubicBezTo>
                    <a:pt x="1614" y="45"/>
                    <a:pt x="1604" y="42"/>
                    <a:pt x="1578" y="37"/>
                  </a:cubicBezTo>
                  <a:cubicBezTo>
                    <a:pt x="1552" y="31"/>
                    <a:pt x="1542" y="34"/>
                    <a:pt x="1535" y="62"/>
                  </a:cubicBezTo>
                  <a:cubicBezTo>
                    <a:pt x="1529" y="89"/>
                    <a:pt x="1525" y="75"/>
                    <a:pt x="1489" y="114"/>
                  </a:cubicBezTo>
                  <a:cubicBezTo>
                    <a:pt x="1404" y="128"/>
                    <a:pt x="1453" y="117"/>
                    <a:pt x="1424" y="70"/>
                  </a:cubicBezTo>
                  <a:cubicBezTo>
                    <a:pt x="1394" y="23"/>
                    <a:pt x="1368" y="92"/>
                    <a:pt x="1365" y="120"/>
                  </a:cubicBezTo>
                  <a:cubicBezTo>
                    <a:pt x="1362" y="148"/>
                    <a:pt x="1329" y="162"/>
                    <a:pt x="1316" y="137"/>
                  </a:cubicBezTo>
                  <a:cubicBezTo>
                    <a:pt x="1309" y="124"/>
                    <a:pt x="1285" y="121"/>
                    <a:pt x="1261" y="120"/>
                  </a:cubicBezTo>
                  <a:cubicBezTo>
                    <a:pt x="1265" y="134"/>
                    <a:pt x="1264" y="150"/>
                    <a:pt x="1252" y="167"/>
                  </a:cubicBezTo>
                  <a:cubicBezTo>
                    <a:pt x="1231" y="201"/>
                    <a:pt x="1218" y="212"/>
                    <a:pt x="1200" y="197"/>
                  </a:cubicBezTo>
                  <a:cubicBezTo>
                    <a:pt x="1183" y="182"/>
                    <a:pt x="1135" y="178"/>
                    <a:pt x="1135" y="208"/>
                  </a:cubicBezTo>
                  <a:cubicBezTo>
                    <a:pt x="1135" y="238"/>
                    <a:pt x="1178" y="264"/>
                    <a:pt x="1135" y="264"/>
                  </a:cubicBezTo>
                  <a:cubicBezTo>
                    <a:pt x="1091" y="264"/>
                    <a:pt x="1073" y="249"/>
                    <a:pt x="1065" y="275"/>
                  </a:cubicBezTo>
                  <a:cubicBezTo>
                    <a:pt x="1056" y="301"/>
                    <a:pt x="1043" y="308"/>
                    <a:pt x="1012" y="290"/>
                  </a:cubicBezTo>
                  <a:cubicBezTo>
                    <a:pt x="982" y="271"/>
                    <a:pt x="942" y="278"/>
                    <a:pt x="934" y="304"/>
                  </a:cubicBezTo>
                  <a:cubicBezTo>
                    <a:pt x="925" y="330"/>
                    <a:pt x="938" y="353"/>
                    <a:pt x="907" y="360"/>
                  </a:cubicBezTo>
                  <a:cubicBezTo>
                    <a:pt x="877" y="367"/>
                    <a:pt x="877" y="404"/>
                    <a:pt x="851" y="378"/>
                  </a:cubicBezTo>
                  <a:cubicBezTo>
                    <a:pt x="824" y="353"/>
                    <a:pt x="816" y="338"/>
                    <a:pt x="798" y="349"/>
                  </a:cubicBezTo>
                  <a:cubicBezTo>
                    <a:pt x="781" y="360"/>
                    <a:pt x="750" y="360"/>
                    <a:pt x="733" y="327"/>
                  </a:cubicBezTo>
                  <a:cubicBezTo>
                    <a:pt x="715" y="293"/>
                    <a:pt x="724" y="264"/>
                    <a:pt x="685" y="301"/>
                  </a:cubicBezTo>
                  <a:cubicBezTo>
                    <a:pt x="645" y="338"/>
                    <a:pt x="658" y="367"/>
                    <a:pt x="610" y="371"/>
                  </a:cubicBezTo>
                  <a:cubicBezTo>
                    <a:pt x="562" y="375"/>
                    <a:pt x="545" y="390"/>
                    <a:pt x="523" y="412"/>
                  </a:cubicBezTo>
                  <a:cubicBezTo>
                    <a:pt x="501" y="434"/>
                    <a:pt x="436" y="423"/>
                    <a:pt x="436" y="460"/>
                  </a:cubicBezTo>
                  <a:cubicBezTo>
                    <a:pt x="436" y="497"/>
                    <a:pt x="414" y="538"/>
                    <a:pt x="379" y="516"/>
                  </a:cubicBezTo>
                  <a:cubicBezTo>
                    <a:pt x="344" y="493"/>
                    <a:pt x="313" y="479"/>
                    <a:pt x="287" y="482"/>
                  </a:cubicBezTo>
                  <a:cubicBezTo>
                    <a:pt x="261" y="486"/>
                    <a:pt x="230" y="441"/>
                    <a:pt x="195" y="445"/>
                  </a:cubicBezTo>
                  <a:cubicBezTo>
                    <a:pt x="160" y="449"/>
                    <a:pt x="156" y="464"/>
                    <a:pt x="139" y="486"/>
                  </a:cubicBezTo>
                  <a:cubicBezTo>
                    <a:pt x="121" y="508"/>
                    <a:pt x="112" y="527"/>
                    <a:pt x="69" y="527"/>
                  </a:cubicBezTo>
                  <a:cubicBezTo>
                    <a:pt x="49" y="527"/>
                    <a:pt x="30" y="523"/>
                    <a:pt x="18" y="516"/>
                  </a:cubicBezTo>
                  <a:cubicBezTo>
                    <a:pt x="7" y="530"/>
                    <a:pt x="0" y="548"/>
                    <a:pt x="9" y="567"/>
                  </a:cubicBezTo>
                  <a:cubicBezTo>
                    <a:pt x="28" y="612"/>
                    <a:pt x="50" y="622"/>
                    <a:pt x="56" y="601"/>
                  </a:cubicBezTo>
                  <a:cubicBezTo>
                    <a:pt x="63" y="580"/>
                    <a:pt x="56" y="579"/>
                    <a:pt x="81" y="580"/>
                  </a:cubicBezTo>
                  <a:cubicBezTo>
                    <a:pt x="105" y="581"/>
                    <a:pt x="159" y="570"/>
                    <a:pt x="166" y="597"/>
                  </a:cubicBezTo>
                  <a:cubicBezTo>
                    <a:pt x="172" y="623"/>
                    <a:pt x="177" y="633"/>
                    <a:pt x="186" y="645"/>
                  </a:cubicBezTo>
                  <a:cubicBezTo>
                    <a:pt x="194" y="658"/>
                    <a:pt x="238" y="697"/>
                    <a:pt x="263" y="673"/>
                  </a:cubicBezTo>
                  <a:cubicBezTo>
                    <a:pt x="287" y="649"/>
                    <a:pt x="289" y="640"/>
                    <a:pt x="305" y="658"/>
                  </a:cubicBezTo>
                  <a:cubicBezTo>
                    <a:pt x="321" y="676"/>
                    <a:pt x="326" y="688"/>
                    <a:pt x="354" y="683"/>
                  </a:cubicBezTo>
                  <a:cubicBezTo>
                    <a:pt x="382" y="677"/>
                    <a:pt x="395" y="645"/>
                    <a:pt x="418" y="675"/>
                  </a:cubicBezTo>
                  <a:cubicBezTo>
                    <a:pt x="441" y="704"/>
                    <a:pt x="451" y="718"/>
                    <a:pt x="453" y="750"/>
                  </a:cubicBezTo>
                  <a:cubicBezTo>
                    <a:pt x="454" y="782"/>
                    <a:pt x="456" y="804"/>
                    <a:pt x="430" y="815"/>
                  </a:cubicBezTo>
                  <a:cubicBezTo>
                    <a:pt x="403" y="826"/>
                    <a:pt x="358" y="797"/>
                    <a:pt x="344" y="825"/>
                  </a:cubicBezTo>
                  <a:cubicBezTo>
                    <a:pt x="335" y="845"/>
                    <a:pt x="306" y="866"/>
                    <a:pt x="284" y="891"/>
                  </a:cubicBezTo>
                  <a:cubicBezTo>
                    <a:pt x="310" y="908"/>
                    <a:pt x="331" y="902"/>
                    <a:pt x="361" y="938"/>
                  </a:cubicBezTo>
                  <a:cubicBezTo>
                    <a:pt x="392" y="975"/>
                    <a:pt x="405" y="949"/>
                    <a:pt x="427" y="931"/>
                  </a:cubicBezTo>
                  <a:cubicBezTo>
                    <a:pt x="449" y="912"/>
                    <a:pt x="466" y="938"/>
                    <a:pt x="488" y="957"/>
                  </a:cubicBezTo>
                  <a:cubicBezTo>
                    <a:pt x="510" y="975"/>
                    <a:pt x="527" y="975"/>
                    <a:pt x="545" y="957"/>
                  </a:cubicBezTo>
                  <a:cubicBezTo>
                    <a:pt x="562" y="938"/>
                    <a:pt x="593" y="953"/>
                    <a:pt x="619" y="964"/>
                  </a:cubicBezTo>
                  <a:cubicBezTo>
                    <a:pt x="645" y="975"/>
                    <a:pt x="619" y="1016"/>
                    <a:pt x="593" y="1038"/>
                  </a:cubicBezTo>
                  <a:cubicBezTo>
                    <a:pt x="567" y="1060"/>
                    <a:pt x="571" y="1075"/>
                    <a:pt x="588" y="1090"/>
                  </a:cubicBezTo>
                  <a:cubicBezTo>
                    <a:pt x="606" y="1105"/>
                    <a:pt x="610" y="1135"/>
                    <a:pt x="623" y="1153"/>
                  </a:cubicBezTo>
                  <a:cubicBezTo>
                    <a:pt x="637" y="1172"/>
                    <a:pt x="632" y="1190"/>
                    <a:pt x="654" y="1186"/>
                  </a:cubicBezTo>
                  <a:cubicBezTo>
                    <a:pt x="676" y="1183"/>
                    <a:pt x="698" y="1194"/>
                    <a:pt x="720" y="1220"/>
                  </a:cubicBezTo>
                  <a:cubicBezTo>
                    <a:pt x="741" y="1246"/>
                    <a:pt x="811" y="1257"/>
                    <a:pt x="842" y="1275"/>
                  </a:cubicBezTo>
                  <a:cubicBezTo>
                    <a:pt x="872" y="1294"/>
                    <a:pt x="907" y="1246"/>
                    <a:pt x="929" y="1253"/>
                  </a:cubicBezTo>
                  <a:cubicBezTo>
                    <a:pt x="939" y="1256"/>
                    <a:pt x="958" y="1273"/>
                    <a:pt x="976" y="1290"/>
                  </a:cubicBezTo>
                  <a:cubicBezTo>
                    <a:pt x="996" y="1262"/>
                    <a:pt x="1013" y="1264"/>
                    <a:pt x="1065" y="1264"/>
                  </a:cubicBezTo>
                  <a:cubicBezTo>
                    <a:pt x="1126" y="1264"/>
                    <a:pt x="1139" y="1275"/>
                    <a:pt x="1126" y="1238"/>
                  </a:cubicBezTo>
                  <a:cubicBezTo>
                    <a:pt x="1113" y="1201"/>
                    <a:pt x="1121" y="1168"/>
                    <a:pt x="1161" y="1220"/>
                  </a:cubicBezTo>
                  <a:cubicBezTo>
                    <a:pt x="1200" y="1272"/>
                    <a:pt x="1148" y="1249"/>
                    <a:pt x="1213" y="1253"/>
                  </a:cubicBezTo>
                  <a:cubicBezTo>
                    <a:pt x="1279" y="1257"/>
                    <a:pt x="1231" y="1290"/>
                    <a:pt x="1296" y="1294"/>
                  </a:cubicBezTo>
                  <a:cubicBezTo>
                    <a:pt x="1362" y="1298"/>
                    <a:pt x="1392" y="1279"/>
                    <a:pt x="1392" y="1264"/>
                  </a:cubicBezTo>
                  <a:cubicBezTo>
                    <a:pt x="1392" y="1249"/>
                    <a:pt x="1418" y="1216"/>
                    <a:pt x="1423" y="1249"/>
                  </a:cubicBezTo>
                  <a:cubicBezTo>
                    <a:pt x="1423" y="1253"/>
                    <a:pt x="1424" y="1256"/>
                    <a:pt x="1424" y="1259"/>
                  </a:cubicBezTo>
                  <a:cubicBezTo>
                    <a:pt x="1430" y="1247"/>
                    <a:pt x="1437" y="1235"/>
                    <a:pt x="1447" y="1231"/>
                  </a:cubicBezTo>
                  <a:cubicBezTo>
                    <a:pt x="1469" y="1222"/>
                    <a:pt x="1486" y="1214"/>
                    <a:pt x="1486" y="1194"/>
                  </a:cubicBezTo>
                  <a:cubicBezTo>
                    <a:pt x="1486" y="1173"/>
                    <a:pt x="1471" y="1164"/>
                    <a:pt x="1501" y="1164"/>
                  </a:cubicBezTo>
                  <a:cubicBezTo>
                    <a:pt x="1532" y="1164"/>
                    <a:pt x="1591" y="1177"/>
                    <a:pt x="1591" y="1135"/>
                  </a:cubicBezTo>
                  <a:cubicBezTo>
                    <a:pt x="1591" y="1092"/>
                    <a:pt x="1576" y="1062"/>
                    <a:pt x="1608" y="1079"/>
                  </a:cubicBezTo>
                  <a:cubicBezTo>
                    <a:pt x="1641" y="1096"/>
                    <a:pt x="1663" y="1090"/>
                    <a:pt x="1674" y="1066"/>
                  </a:cubicBezTo>
                  <a:cubicBezTo>
                    <a:pt x="1685" y="1042"/>
                    <a:pt x="1700" y="1042"/>
                    <a:pt x="1685" y="1020"/>
                  </a:cubicBezTo>
                  <a:cubicBezTo>
                    <a:pt x="1670" y="997"/>
                    <a:pt x="1672" y="979"/>
                    <a:pt x="1694" y="971"/>
                  </a:cubicBezTo>
                  <a:cubicBezTo>
                    <a:pt x="1715" y="964"/>
                    <a:pt x="1777" y="940"/>
                    <a:pt x="1801" y="910"/>
                  </a:cubicBezTo>
                  <a:cubicBezTo>
                    <a:pt x="1825" y="881"/>
                    <a:pt x="1851" y="870"/>
                    <a:pt x="1840" y="836"/>
                  </a:cubicBezTo>
                  <a:cubicBezTo>
                    <a:pt x="1829" y="803"/>
                    <a:pt x="1807" y="732"/>
                    <a:pt x="1862" y="681"/>
                  </a:cubicBezTo>
                  <a:cubicBezTo>
                    <a:pt x="1916" y="629"/>
                    <a:pt x="1936" y="640"/>
                    <a:pt x="1938" y="599"/>
                  </a:cubicBezTo>
                  <a:cubicBezTo>
                    <a:pt x="1940" y="558"/>
                    <a:pt x="1932" y="536"/>
                    <a:pt x="1954" y="523"/>
                  </a:cubicBezTo>
                  <a:cubicBezTo>
                    <a:pt x="1975" y="510"/>
                    <a:pt x="1978" y="504"/>
                    <a:pt x="1967" y="480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5" name="Freeform 17"/>
            <p:cNvSpPr>
              <a:spLocks/>
            </p:cNvSpPr>
            <p:nvPr/>
          </p:nvSpPr>
          <p:spPr bwMode="auto">
            <a:xfrm>
              <a:off x="3238" y="1805"/>
              <a:ext cx="590" cy="922"/>
            </a:xfrm>
            <a:custGeom>
              <a:avLst/>
              <a:gdLst>
                <a:gd name="T0" fmla="*/ 1149 w 1273"/>
                <a:gd name="T1" fmla="*/ 1405 h 1992"/>
                <a:gd name="T2" fmla="*/ 1053 w 1273"/>
                <a:gd name="T3" fmla="*/ 1201 h 1992"/>
                <a:gd name="T4" fmla="*/ 1105 w 1273"/>
                <a:gd name="T5" fmla="*/ 957 h 1992"/>
                <a:gd name="T6" fmla="*/ 1044 w 1273"/>
                <a:gd name="T7" fmla="*/ 727 h 1992"/>
                <a:gd name="T8" fmla="*/ 1088 w 1273"/>
                <a:gd name="T9" fmla="*/ 590 h 1992"/>
                <a:gd name="T10" fmla="*/ 1088 w 1273"/>
                <a:gd name="T11" fmla="*/ 486 h 1992"/>
                <a:gd name="T12" fmla="*/ 1094 w 1273"/>
                <a:gd name="T13" fmla="*/ 280 h 1992"/>
                <a:gd name="T14" fmla="*/ 1131 w 1273"/>
                <a:gd name="T15" fmla="*/ 132 h 1992"/>
                <a:gd name="T16" fmla="*/ 1098 w 1273"/>
                <a:gd name="T17" fmla="*/ 0 h 1992"/>
                <a:gd name="T18" fmla="*/ 996 w 1273"/>
                <a:gd name="T19" fmla="*/ 76 h 1992"/>
                <a:gd name="T20" fmla="*/ 900 w 1273"/>
                <a:gd name="T21" fmla="*/ 110 h 1992"/>
                <a:gd name="T22" fmla="*/ 834 w 1273"/>
                <a:gd name="T23" fmla="*/ 265 h 1992"/>
                <a:gd name="T24" fmla="*/ 699 w 1273"/>
                <a:gd name="T25" fmla="*/ 380 h 1992"/>
                <a:gd name="T26" fmla="*/ 629 w 1273"/>
                <a:gd name="T27" fmla="*/ 506 h 1992"/>
                <a:gd name="T28" fmla="*/ 476 w 1273"/>
                <a:gd name="T29" fmla="*/ 491 h 1992"/>
                <a:gd name="T30" fmla="*/ 377 w 1273"/>
                <a:gd name="T31" fmla="*/ 501 h 1992"/>
                <a:gd name="T32" fmla="*/ 314 w 1273"/>
                <a:gd name="T33" fmla="*/ 595 h 1992"/>
                <a:gd name="T34" fmla="*/ 327 w 1273"/>
                <a:gd name="T35" fmla="*/ 704 h 1992"/>
                <a:gd name="T36" fmla="*/ 500 w 1273"/>
                <a:gd name="T37" fmla="*/ 784 h 1992"/>
                <a:gd name="T38" fmla="*/ 664 w 1273"/>
                <a:gd name="T39" fmla="*/ 901 h 1992"/>
                <a:gd name="T40" fmla="*/ 642 w 1273"/>
                <a:gd name="T41" fmla="*/ 1038 h 1992"/>
                <a:gd name="T42" fmla="*/ 563 w 1273"/>
                <a:gd name="T43" fmla="*/ 1120 h 1992"/>
                <a:gd name="T44" fmla="*/ 509 w 1273"/>
                <a:gd name="T45" fmla="*/ 1127 h 1992"/>
                <a:gd name="T46" fmla="*/ 472 w 1273"/>
                <a:gd name="T47" fmla="*/ 1196 h 1992"/>
                <a:gd name="T48" fmla="*/ 356 w 1273"/>
                <a:gd name="T49" fmla="*/ 1225 h 1992"/>
                <a:gd name="T50" fmla="*/ 205 w 1273"/>
                <a:gd name="T51" fmla="*/ 1183 h 1992"/>
                <a:gd name="T52" fmla="*/ 175 w 1273"/>
                <a:gd name="T53" fmla="*/ 1277 h 1992"/>
                <a:gd name="T54" fmla="*/ 179 w 1273"/>
                <a:gd name="T55" fmla="*/ 1331 h 1992"/>
                <a:gd name="T56" fmla="*/ 212 w 1273"/>
                <a:gd name="T57" fmla="*/ 1416 h 1992"/>
                <a:gd name="T58" fmla="*/ 179 w 1273"/>
                <a:gd name="T59" fmla="*/ 1481 h 1992"/>
                <a:gd name="T60" fmla="*/ 201 w 1273"/>
                <a:gd name="T61" fmla="*/ 1540 h 1992"/>
                <a:gd name="T62" fmla="*/ 148 w 1273"/>
                <a:gd name="T63" fmla="*/ 1551 h 1992"/>
                <a:gd name="T64" fmla="*/ 76 w 1273"/>
                <a:gd name="T65" fmla="*/ 1564 h 1992"/>
                <a:gd name="T66" fmla="*/ 61 w 1273"/>
                <a:gd name="T67" fmla="*/ 1624 h 1992"/>
                <a:gd name="T68" fmla="*/ 61 w 1273"/>
                <a:gd name="T69" fmla="*/ 1698 h 1992"/>
                <a:gd name="T70" fmla="*/ 46 w 1273"/>
                <a:gd name="T71" fmla="*/ 1735 h 1992"/>
                <a:gd name="T72" fmla="*/ 214 w 1273"/>
                <a:gd name="T73" fmla="*/ 1789 h 1992"/>
                <a:gd name="T74" fmla="*/ 349 w 1273"/>
                <a:gd name="T75" fmla="*/ 1823 h 1992"/>
                <a:gd name="T76" fmla="*/ 438 w 1273"/>
                <a:gd name="T77" fmla="*/ 1834 h 1992"/>
                <a:gd name="T78" fmla="*/ 536 w 1273"/>
                <a:gd name="T79" fmla="*/ 1890 h 1992"/>
                <a:gd name="T80" fmla="*/ 677 w 1273"/>
                <a:gd name="T81" fmla="*/ 1876 h 1992"/>
                <a:gd name="T82" fmla="*/ 805 w 1273"/>
                <a:gd name="T83" fmla="*/ 1929 h 1992"/>
                <a:gd name="T84" fmla="*/ 939 w 1273"/>
                <a:gd name="T85" fmla="*/ 1959 h 1992"/>
                <a:gd name="T86" fmla="*/ 970 w 1273"/>
                <a:gd name="T87" fmla="*/ 1909 h 1992"/>
                <a:gd name="T88" fmla="*/ 930 w 1273"/>
                <a:gd name="T89" fmla="*/ 1816 h 1992"/>
                <a:gd name="T90" fmla="*/ 1059 w 1273"/>
                <a:gd name="T91" fmla="*/ 1752 h 1992"/>
                <a:gd name="T92" fmla="*/ 974 w 1273"/>
                <a:gd name="T93" fmla="*/ 1679 h 1992"/>
                <a:gd name="T94" fmla="*/ 913 w 1273"/>
                <a:gd name="T95" fmla="*/ 1626 h 1992"/>
                <a:gd name="T96" fmla="*/ 1048 w 1273"/>
                <a:gd name="T97" fmla="*/ 1603 h 1992"/>
                <a:gd name="T98" fmla="*/ 1168 w 1273"/>
                <a:gd name="T99" fmla="*/ 1607 h 1992"/>
                <a:gd name="T100" fmla="*/ 1256 w 1273"/>
                <a:gd name="T101" fmla="*/ 1527 h 1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3" h="1992">
                  <a:moveTo>
                    <a:pt x="1256" y="1527"/>
                  </a:moveTo>
                  <a:cubicBezTo>
                    <a:pt x="1238" y="1499"/>
                    <a:pt x="1164" y="1449"/>
                    <a:pt x="1149" y="1405"/>
                  </a:cubicBezTo>
                  <a:cubicBezTo>
                    <a:pt x="1133" y="1360"/>
                    <a:pt x="1118" y="1342"/>
                    <a:pt x="1092" y="1314"/>
                  </a:cubicBezTo>
                  <a:cubicBezTo>
                    <a:pt x="1066" y="1286"/>
                    <a:pt x="1055" y="1257"/>
                    <a:pt x="1053" y="1201"/>
                  </a:cubicBezTo>
                  <a:cubicBezTo>
                    <a:pt x="1050" y="1146"/>
                    <a:pt x="1066" y="1110"/>
                    <a:pt x="1081" y="1075"/>
                  </a:cubicBezTo>
                  <a:cubicBezTo>
                    <a:pt x="1096" y="1040"/>
                    <a:pt x="1131" y="1016"/>
                    <a:pt x="1105" y="957"/>
                  </a:cubicBezTo>
                  <a:cubicBezTo>
                    <a:pt x="1079" y="897"/>
                    <a:pt x="1063" y="888"/>
                    <a:pt x="1063" y="853"/>
                  </a:cubicBezTo>
                  <a:cubicBezTo>
                    <a:pt x="1063" y="818"/>
                    <a:pt x="1070" y="753"/>
                    <a:pt x="1044" y="727"/>
                  </a:cubicBezTo>
                  <a:cubicBezTo>
                    <a:pt x="1018" y="701"/>
                    <a:pt x="1033" y="664"/>
                    <a:pt x="1048" y="638"/>
                  </a:cubicBezTo>
                  <a:cubicBezTo>
                    <a:pt x="1063" y="612"/>
                    <a:pt x="1107" y="617"/>
                    <a:pt x="1088" y="590"/>
                  </a:cubicBezTo>
                  <a:cubicBezTo>
                    <a:pt x="1068" y="562"/>
                    <a:pt x="1066" y="556"/>
                    <a:pt x="1085" y="540"/>
                  </a:cubicBezTo>
                  <a:cubicBezTo>
                    <a:pt x="1105" y="523"/>
                    <a:pt x="1103" y="504"/>
                    <a:pt x="1088" y="486"/>
                  </a:cubicBezTo>
                  <a:cubicBezTo>
                    <a:pt x="1072" y="467"/>
                    <a:pt x="989" y="395"/>
                    <a:pt x="1029" y="360"/>
                  </a:cubicBezTo>
                  <a:cubicBezTo>
                    <a:pt x="1068" y="325"/>
                    <a:pt x="1092" y="328"/>
                    <a:pt x="1094" y="280"/>
                  </a:cubicBezTo>
                  <a:cubicBezTo>
                    <a:pt x="1096" y="232"/>
                    <a:pt x="1101" y="236"/>
                    <a:pt x="1107" y="199"/>
                  </a:cubicBezTo>
                  <a:cubicBezTo>
                    <a:pt x="1114" y="161"/>
                    <a:pt x="1116" y="148"/>
                    <a:pt x="1131" y="132"/>
                  </a:cubicBezTo>
                  <a:cubicBezTo>
                    <a:pt x="1146" y="115"/>
                    <a:pt x="1155" y="84"/>
                    <a:pt x="1140" y="65"/>
                  </a:cubicBezTo>
                  <a:cubicBezTo>
                    <a:pt x="1128" y="51"/>
                    <a:pt x="1107" y="25"/>
                    <a:pt x="1098" y="0"/>
                  </a:cubicBezTo>
                  <a:cubicBezTo>
                    <a:pt x="1092" y="1"/>
                    <a:pt x="1085" y="8"/>
                    <a:pt x="1074" y="24"/>
                  </a:cubicBezTo>
                  <a:cubicBezTo>
                    <a:pt x="1039" y="80"/>
                    <a:pt x="1018" y="91"/>
                    <a:pt x="996" y="76"/>
                  </a:cubicBezTo>
                  <a:cubicBezTo>
                    <a:pt x="974" y="61"/>
                    <a:pt x="917" y="21"/>
                    <a:pt x="917" y="47"/>
                  </a:cubicBezTo>
                  <a:cubicBezTo>
                    <a:pt x="917" y="73"/>
                    <a:pt x="926" y="87"/>
                    <a:pt x="900" y="110"/>
                  </a:cubicBezTo>
                  <a:cubicBezTo>
                    <a:pt x="873" y="132"/>
                    <a:pt x="839" y="136"/>
                    <a:pt x="843" y="173"/>
                  </a:cubicBezTo>
                  <a:cubicBezTo>
                    <a:pt x="847" y="210"/>
                    <a:pt x="904" y="258"/>
                    <a:pt x="834" y="265"/>
                  </a:cubicBezTo>
                  <a:cubicBezTo>
                    <a:pt x="764" y="273"/>
                    <a:pt x="777" y="273"/>
                    <a:pt x="764" y="302"/>
                  </a:cubicBezTo>
                  <a:cubicBezTo>
                    <a:pt x="751" y="332"/>
                    <a:pt x="716" y="354"/>
                    <a:pt x="699" y="380"/>
                  </a:cubicBezTo>
                  <a:cubicBezTo>
                    <a:pt x="681" y="406"/>
                    <a:pt x="651" y="417"/>
                    <a:pt x="651" y="454"/>
                  </a:cubicBezTo>
                  <a:cubicBezTo>
                    <a:pt x="651" y="491"/>
                    <a:pt x="659" y="506"/>
                    <a:pt x="629" y="506"/>
                  </a:cubicBezTo>
                  <a:cubicBezTo>
                    <a:pt x="598" y="506"/>
                    <a:pt x="576" y="554"/>
                    <a:pt x="550" y="528"/>
                  </a:cubicBezTo>
                  <a:cubicBezTo>
                    <a:pt x="524" y="502"/>
                    <a:pt x="493" y="469"/>
                    <a:pt x="476" y="491"/>
                  </a:cubicBezTo>
                  <a:cubicBezTo>
                    <a:pt x="458" y="514"/>
                    <a:pt x="410" y="502"/>
                    <a:pt x="384" y="502"/>
                  </a:cubicBezTo>
                  <a:cubicBezTo>
                    <a:pt x="381" y="502"/>
                    <a:pt x="379" y="502"/>
                    <a:pt x="377" y="501"/>
                  </a:cubicBezTo>
                  <a:cubicBezTo>
                    <a:pt x="364" y="519"/>
                    <a:pt x="352" y="532"/>
                    <a:pt x="334" y="545"/>
                  </a:cubicBezTo>
                  <a:cubicBezTo>
                    <a:pt x="310" y="562"/>
                    <a:pt x="323" y="573"/>
                    <a:pt x="314" y="595"/>
                  </a:cubicBezTo>
                  <a:cubicBezTo>
                    <a:pt x="306" y="617"/>
                    <a:pt x="306" y="623"/>
                    <a:pt x="323" y="645"/>
                  </a:cubicBezTo>
                  <a:cubicBezTo>
                    <a:pt x="341" y="667"/>
                    <a:pt x="319" y="679"/>
                    <a:pt x="327" y="704"/>
                  </a:cubicBezTo>
                  <a:cubicBezTo>
                    <a:pt x="336" y="730"/>
                    <a:pt x="391" y="740"/>
                    <a:pt x="430" y="747"/>
                  </a:cubicBezTo>
                  <a:cubicBezTo>
                    <a:pt x="469" y="754"/>
                    <a:pt x="472" y="760"/>
                    <a:pt x="500" y="784"/>
                  </a:cubicBezTo>
                  <a:cubicBezTo>
                    <a:pt x="528" y="808"/>
                    <a:pt x="592" y="814"/>
                    <a:pt x="631" y="825"/>
                  </a:cubicBezTo>
                  <a:cubicBezTo>
                    <a:pt x="670" y="836"/>
                    <a:pt x="648" y="868"/>
                    <a:pt x="664" y="901"/>
                  </a:cubicBezTo>
                  <a:cubicBezTo>
                    <a:pt x="679" y="934"/>
                    <a:pt x="646" y="938"/>
                    <a:pt x="624" y="966"/>
                  </a:cubicBezTo>
                  <a:cubicBezTo>
                    <a:pt x="603" y="994"/>
                    <a:pt x="622" y="1016"/>
                    <a:pt x="642" y="1038"/>
                  </a:cubicBezTo>
                  <a:cubicBezTo>
                    <a:pt x="662" y="1060"/>
                    <a:pt x="668" y="1070"/>
                    <a:pt x="662" y="1095"/>
                  </a:cubicBezTo>
                  <a:cubicBezTo>
                    <a:pt x="655" y="1121"/>
                    <a:pt x="590" y="1123"/>
                    <a:pt x="563" y="1120"/>
                  </a:cubicBezTo>
                  <a:cubicBezTo>
                    <a:pt x="537" y="1116"/>
                    <a:pt x="544" y="1114"/>
                    <a:pt x="537" y="1127"/>
                  </a:cubicBezTo>
                  <a:cubicBezTo>
                    <a:pt x="531" y="1140"/>
                    <a:pt x="526" y="1138"/>
                    <a:pt x="509" y="1127"/>
                  </a:cubicBezTo>
                  <a:cubicBezTo>
                    <a:pt x="491" y="1116"/>
                    <a:pt x="489" y="1129"/>
                    <a:pt x="461" y="1136"/>
                  </a:cubicBezTo>
                  <a:cubicBezTo>
                    <a:pt x="432" y="1144"/>
                    <a:pt x="472" y="1162"/>
                    <a:pt x="472" y="1196"/>
                  </a:cubicBezTo>
                  <a:cubicBezTo>
                    <a:pt x="472" y="1229"/>
                    <a:pt x="445" y="1209"/>
                    <a:pt x="419" y="1209"/>
                  </a:cubicBezTo>
                  <a:cubicBezTo>
                    <a:pt x="393" y="1209"/>
                    <a:pt x="389" y="1222"/>
                    <a:pt x="356" y="1225"/>
                  </a:cubicBezTo>
                  <a:cubicBezTo>
                    <a:pt x="323" y="1229"/>
                    <a:pt x="297" y="1207"/>
                    <a:pt x="288" y="1188"/>
                  </a:cubicBezTo>
                  <a:cubicBezTo>
                    <a:pt x="279" y="1170"/>
                    <a:pt x="249" y="1179"/>
                    <a:pt x="205" y="1183"/>
                  </a:cubicBezTo>
                  <a:cubicBezTo>
                    <a:pt x="161" y="1186"/>
                    <a:pt x="172" y="1222"/>
                    <a:pt x="183" y="1238"/>
                  </a:cubicBezTo>
                  <a:cubicBezTo>
                    <a:pt x="194" y="1255"/>
                    <a:pt x="192" y="1270"/>
                    <a:pt x="175" y="1277"/>
                  </a:cubicBezTo>
                  <a:cubicBezTo>
                    <a:pt x="157" y="1285"/>
                    <a:pt x="144" y="1305"/>
                    <a:pt x="142" y="1320"/>
                  </a:cubicBezTo>
                  <a:cubicBezTo>
                    <a:pt x="140" y="1335"/>
                    <a:pt x="159" y="1335"/>
                    <a:pt x="179" y="1331"/>
                  </a:cubicBezTo>
                  <a:cubicBezTo>
                    <a:pt x="199" y="1327"/>
                    <a:pt x="207" y="1348"/>
                    <a:pt x="223" y="1362"/>
                  </a:cubicBezTo>
                  <a:cubicBezTo>
                    <a:pt x="238" y="1377"/>
                    <a:pt x="210" y="1394"/>
                    <a:pt x="212" y="1416"/>
                  </a:cubicBezTo>
                  <a:cubicBezTo>
                    <a:pt x="214" y="1438"/>
                    <a:pt x="199" y="1438"/>
                    <a:pt x="188" y="1455"/>
                  </a:cubicBezTo>
                  <a:cubicBezTo>
                    <a:pt x="177" y="1472"/>
                    <a:pt x="168" y="1474"/>
                    <a:pt x="179" y="1481"/>
                  </a:cubicBezTo>
                  <a:cubicBezTo>
                    <a:pt x="190" y="1488"/>
                    <a:pt x="199" y="1498"/>
                    <a:pt x="181" y="1514"/>
                  </a:cubicBezTo>
                  <a:cubicBezTo>
                    <a:pt x="164" y="1531"/>
                    <a:pt x="181" y="1525"/>
                    <a:pt x="201" y="1540"/>
                  </a:cubicBezTo>
                  <a:cubicBezTo>
                    <a:pt x="220" y="1555"/>
                    <a:pt x="214" y="1570"/>
                    <a:pt x="185" y="1572"/>
                  </a:cubicBezTo>
                  <a:cubicBezTo>
                    <a:pt x="157" y="1574"/>
                    <a:pt x="161" y="1562"/>
                    <a:pt x="148" y="1551"/>
                  </a:cubicBezTo>
                  <a:cubicBezTo>
                    <a:pt x="135" y="1540"/>
                    <a:pt x="129" y="1555"/>
                    <a:pt x="124" y="1568"/>
                  </a:cubicBezTo>
                  <a:cubicBezTo>
                    <a:pt x="120" y="1581"/>
                    <a:pt x="92" y="1568"/>
                    <a:pt x="76" y="1564"/>
                  </a:cubicBezTo>
                  <a:cubicBezTo>
                    <a:pt x="61" y="1561"/>
                    <a:pt x="48" y="1579"/>
                    <a:pt x="24" y="1592"/>
                  </a:cubicBezTo>
                  <a:cubicBezTo>
                    <a:pt x="0" y="1605"/>
                    <a:pt x="37" y="1616"/>
                    <a:pt x="61" y="1624"/>
                  </a:cubicBezTo>
                  <a:cubicBezTo>
                    <a:pt x="85" y="1631"/>
                    <a:pt x="83" y="1638"/>
                    <a:pt x="68" y="1655"/>
                  </a:cubicBezTo>
                  <a:cubicBezTo>
                    <a:pt x="52" y="1672"/>
                    <a:pt x="83" y="1685"/>
                    <a:pt x="61" y="1698"/>
                  </a:cubicBezTo>
                  <a:cubicBezTo>
                    <a:pt x="49" y="1705"/>
                    <a:pt x="34" y="1721"/>
                    <a:pt x="24" y="1734"/>
                  </a:cubicBezTo>
                  <a:cubicBezTo>
                    <a:pt x="32" y="1734"/>
                    <a:pt x="39" y="1735"/>
                    <a:pt x="46" y="1735"/>
                  </a:cubicBezTo>
                  <a:cubicBezTo>
                    <a:pt x="78" y="1735"/>
                    <a:pt x="81" y="1768"/>
                    <a:pt x="109" y="1800"/>
                  </a:cubicBezTo>
                  <a:cubicBezTo>
                    <a:pt x="137" y="1831"/>
                    <a:pt x="179" y="1807"/>
                    <a:pt x="214" y="1789"/>
                  </a:cubicBezTo>
                  <a:cubicBezTo>
                    <a:pt x="249" y="1770"/>
                    <a:pt x="271" y="1778"/>
                    <a:pt x="313" y="1776"/>
                  </a:cubicBezTo>
                  <a:cubicBezTo>
                    <a:pt x="356" y="1773"/>
                    <a:pt x="333" y="1803"/>
                    <a:pt x="349" y="1823"/>
                  </a:cubicBezTo>
                  <a:cubicBezTo>
                    <a:pt x="366" y="1842"/>
                    <a:pt x="382" y="1831"/>
                    <a:pt x="402" y="1823"/>
                  </a:cubicBezTo>
                  <a:cubicBezTo>
                    <a:pt x="421" y="1815"/>
                    <a:pt x="428" y="1817"/>
                    <a:pt x="438" y="1834"/>
                  </a:cubicBezTo>
                  <a:cubicBezTo>
                    <a:pt x="448" y="1851"/>
                    <a:pt x="457" y="1851"/>
                    <a:pt x="474" y="1845"/>
                  </a:cubicBezTo>
                  <a:cubicBezTo>
                    <a:pt x="490" y="1840"/>
                    <a:pt x="510" y="1867"/>
                    <a:pt x="536" y="1890"/>
                  </a:cubicBezTo>
                  <a:cubicBezTo>
                    <a:pt x="562" y="1912"/>
                    <a:pt x="585" y="1895"/>
                    <a:pt x="611" y="1876"/>
                  </a:cubicBezTo>
                  <a:cubicBezTo>
                    <a:pt x="638" y="1856"/>
                    <a:pt x="654" y="1876"/>
                    <a:pt x="677" y="1876"/>
                  </a:cubicBezTo>
                  <a:cubicBezTo>
                    <a:pt x="700" y="1876"/>
                    <a:pt x="723" y="1895"/>
                    <a:pt x="739" y="1912"/>
                  </a:cubicBezTo>
                  <a:cubicBezTo>
                    <a:pt x="756" y="1929"/>
                    <a:pt x="769" y="1931"/>
                    <a:pt x="805" y="1929"/>
                  </a:cubicBezTo>
                  <a:cubicBezTo>
                    <a:pt x="841" y="1926"/>
                    <a:pt x="828" y="1937"/>
                    <a:pt x="857" y="1965"/>
                  </a:cubicBezTo>
                  <a:cubicBezTo>
                    <a:pt x="887" y="1992"/>
                    <a:pt x="903" y="1976"/>
                    <a:pt x="939" y="1959"/>
                  </a:cubicBezTo>
                  <a:cubicBezTo>
                    <a:pt x="947" y="1955"/>
                    <a:pt x="955" y="1954"/>
                    <a:pt x="963" y="1952"/>
                  </a:cubicBezTo>
                  <a:cubicBezTo>
                    <a:pt x="968" y="1936"/>
                    <a:pt x="973" y="1918"/>
                    <a:pt x="970" y="1909"/>
                  </a:cubicBezTo>
                  <a:cubicBezTo>
                    <a:pt x="963" y="1891"/>
                    <a:pt x="948" y="1874"/>
                    <a:pt x="928" y="1859"/>
                  </a:cubicBezTo>
                  <a:cubicBezTo>
                    <a:pt x="908" y="1844"/>
                    <a:pt x="915" y="1837"/>
                    <a:pt x="930" y="1816"/>
                  </a:cubicBezTo>
                  <a:cubicBezTo>
                    <a:pt x="946" y="1796"/>
                    <a:pt x="943" y="1768"/>
                    <a:pt x="978" y="1770"/>
                  </a:cubicBezTo>
                  <a:cubicBezTo>
                    <a:pt x="1013" y="1772"/>
                    <a:pt x="1057" y="1774"/>
                    <a:pt x="1059" y="1752"/>
                  </a:cubicBezTo>
                  <a:cubicBezTo>
                    <a:pt x="1061" y="1729"/>
                    <a:pt x="1074" y="1696"/>
                    <a:pt x="1044" y="1694"/>
                  </a:cubicBezTo>
                  <a:cubicBezTo>
                    <a:pt x="1013" y="1692"/>
                    <a:pt x="972" y="1698"/>
                    <a:pt x="974" y="1679"/>
                  </a:cubicBezTo>
                  <a:cubicBezTo>
                    <a:pt x="976" y="1661"/>
                    <a:pt x="978" y="1644"/>
                    <a:pt x="952" y="1644"/>
                  </a:cubicBezTo>
                  <a:cubicBezTo>
                    <a:pt x="926" y="1644"/>
                    <a:pt x="913" y="1637"/>
                    <a:pt x="913" y="1626"/>
                  </a:cubicBezTo>
                  <a:cubicBezTo>
                    <a:pt x="913" y="1614"/>
                    <a:pt x="904" y="1592"/>
                    <a:pt x="965" y="1600"/>
                  </a:cubicBezTo>
                  <a:cubicBezTo>
                    <a:pt x="1026" y="1607"/>
                    <a:pt x="1042" y="1587"/>
                    <a:pt x="1048" y="1603"/>
                  </a:cubicBezTo>
                  <a:cubicBezTo>
                    <a:pt x="1055" y="1620"/>
                    <a:pt x="1059" y="1620"/>
                    <a:pt x="1092" y="1620"/>
                  </a:cubicBezTo>
                  <a:cubicBezTo>
                    <a:pt x="1125" y="1620"/>
                    <a:pt x="1127" y="1588"/>
                    <a:pt x="1168" y="1607"/>
                  </a:cubicBezTo>
                  <a:cubicBezTo>
                    <a:pt x="1210" y="1626"/>
                    <a:pt x="1210" y="1614"/>
                    <a:pt x="1232" y="1592"/>
                  </a:cubicBezTo>
                  <a:cubicBezTo>
                    <a:pt x="1254" y="1570"/>
                    <a:pt x="1273" y="1555"/>
                    <a:pt x="1256" y="1527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6" name="Freeform 18"/>
            <p:cNvSpPr>
              <a:spLocks/>
            </p:cNvSpPr>
            <p:nvPr/>
          </p:nvSpPr>
          <p:spPr bwMode="auto">
            <a:xfrm>
              <a:off x="3030" y="3028"/>
              <a:ext cx="700" cy="551"/>
            </a:xfrm>
            <a:custGeom>
              <a:avLst/>
              <a:gdLst>
                <a:gd name="T0" fmla="*/ 1227 w 1511"/>
                <a:gd name="T1" fmla="*/ 158 h 1190"/>
                <a:gd name="T2" fmla="*/ 1173 w 1511"/>
                <a:gd name="T3" fmla="*/ 104 h 1190"/>
                <a:gd name="T4" fmla="*/ 1123 w 1511"/>
                <a:gd name="T5" fmla="*/ 32 h 1190"/>
                <a:gd name="T6" fmla="*/ 1024 w 1511"/>
                <a:gd name="T7" fmla="*/ 35 h 1190"/>
                <a:gd name="T8" fmla="*/ 943 w 1511"/>
                <a:gd name="T9" fmla="*/ 43 h 1190"/>
                <a:gd name="T10" fmla="*/ 880 w 1511"/>
                <a:gd name="T11" fmla="*/ 89 h 1190"/>
                <a:gd name="T12" fmla="*/ 756 w 1511"/>
                <a:gd name="T13" fmla="*/ 180 h 1190"/>
                <a:gd name="T14" fmla="*/ 592 w 1511"/>
                <a:gd name="T15" fmla="*/ 139 h 1190"/>
                <a:gd name="T16" fmla="*/ 500 w 1511"/>
                <a:gd name="T17" fmla="*/ 191 h 1190"/>
                <a:gd name="T18" fmla="*/ 620 w 1511"/>
                <a:gd name="T19" fmla="*/ 287 h 1190"/>
                <a:gd name="T20" fmla="*/ 675 w 1511"/>
                <a:gd name="T21" fmla="*/ 361 h 1190"/>
                <a:gd name="T22" fmla="*/ 572 w 1511"/>
                <a:gd name="T23" fmla="*/ 389 h 1190"/>
                <a:gd name="T24" fmla="*/ 469 w 1511"/>
                <a:gd name="T25" fmla="*/ 393 h 1190"/>
                <a:gd name="T26" fmla="*/ 419 w 1511"/>
                <a:gd name="T27" fmla="*/ 398 h 1190"/>
                <a:gd name="T28" fmla="*/ 293 w 1511"/>
                <a:gd name="T29" fmla="*/ 504 h 1190"/>
                <a:gd name="T30" fmla="*/ 144 w 1511"/>
                <a:gd name="T31" fmla="*/ 523 h 1190"/>
                <a:gd name="T32" fmla="*/ 35 w 1511"/>
                <a:gd name="T33" fmla="*/ 549 h 1190"/>
                <a:gd name="T34" fmla="*/ 30 w 1511"/>
                <a:gd name="T35" fmla="*/ 630 h 1190"/>
                <a:gd name="T36" fmla="*/ 113 w 1511"/>
                <a:gd name="T37" fmla="*/ 704 h 1190"/>
                <a:gd name="T38" fmla="*/ 210 w 1511"/>
                <a:gd name="T39" fmla="*/ 678 h 1190"/>
                <a:gd name="T40" fmla="*/ 258 w 1511"/>
                <a:gd name="T41" fmla="*/ 790 h 1190"/>
                <a:gd name="T42" fmla="*/ 201 w 1511"/>
                <a:gd name="T43" fmla="*/ 953 h 1190"/>
                <a:gd name="T44" fmla="*/ 258 w 1511"/>
                <a:gd name="T45" fmla="*/ 1127 h 1190"/>
                <a:gd name="T46" fmla="*/ 376 w 1511"/>
                <a:gd name="T47" fmla="*/ 1138 h 1190"/>
                <a:gd name="T48" fmla="*/ 524 w 1511"/>
                <a:gd name="T49" fmla="*/ 1134 h 1190"/>
                <a:gd name="T50" fmla="*/ 673 w 1511"/>
                <a:gd name="T51" fmla="*/ 1112 h 1190"/>
                <a:gd name="T52" fmla="*/ 847 w 1511"/>
                <a:gd name="T53" fmla="*/ 1023 h 1190"/>
                <a:gd name="T54" fmla="*/ 970 w 1511"/>
                <a:gd name="T55" fmla="*/ 979 h 1190"/>
                <a:gd name="T56" fmla="*/ 1088 w 1511"/>
                <a:gd name="T57" fmla="*/ 1030 h 1190"/>
                <a:gd name="T58" fmla="*/ 1171 w 1511"/>
                <a:gd name="T59" fmla="*/ 956 h 1190"/>
                <a:gd name="T60" fmla="*/ 1302 w 1511"/>
                <a:gd name="T61" fmla="*/ 927 h 1190"/>
                <a:gd name="T62" fmla="*/ 1372 w 1511"/>
                <a:gd name="T63" fmla="*/ 860 h 1190"/>
                <a:gd name="T64" fmla="*/ 1489 w 1511"/>
                <a:gd name="T65" fmla="*/ 819 h 1190"/>
                <a:gd name="T66" fmla="*/ 1468 w 1511"/>
                <a:gd name="T67" fmla="*/ 671 h 1190"/>
                <a:gd name="T68" fmla="*/ 1472 w 1511"/>
                <a:gd name="T69" fmla="*/ 593 h 1190"/>
                <a:gd name="T70" fmla="*/ 1393 w 1511"/>
                <a:gd name="T71" fmla="*/ 512 h 1190"/>
                <a:gd name="T72" fmla="*/ 1341 w 1511"/>
                <a:gd name="T73" fmla="*/ 486 h 1190"/>
                <a:gd name="T74" fmla="*/ 1437 w 1511"/>
                <a:gd name="T75" fmla="*/ 345 h 1190"/>
                <a:gd name="T76" fmla="*/ 1402 w 1511"/>
                <a:gd name="T77" fmla="*/ 200 h 1190"/>
                <a:gd name="T78" fmla="*/ 1352 w 1511"/>
                <a:gd name="T79" fmla="*/ 222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11" h="1190">
                  <a:moveTo>
                    <a:pt x="1275" y="219"/>
                  </a:moveTo>
                  <a:cubicBezTo>
                    <a:pt x="1234" y="202"/>
                    <a:pt x="1240" y="182"/>
                    <a:pt x="1227" y="158"/>
                  </a:cubicBezTo>
                  <a:cubicBezTo>
                    <a:pt x="1214" y="134"/>
                    <a:pt x="1195" y="132"/>
                    <a:pt x="1171" y="128"/>
                  </a:cubicBezTo>
                  <a:cubicBezTo>
                    <a:pt x="1147" y="124"/>
                    <a:pt x="1162" y="121"/>
                    <a:pt x="1173" y="104"/>
                  </a:cubicBezTo>
                  <a:cubicBezTo>
                    <a:pt x="1184" y="87"/>
                    <a:pt x="1160" y="80"/>
                    <a:pt x="1160" y="65"/>
                  </a:cubicBezTo>
                  <a:cubicBezTo>
                    <a:pt x="1160" y="50"/>
                    <a:pt x="1151" y="33"/>
                    <a:pt x="1123" y="32"/>
                  </a:cubicBezTo>
                  <a:cubicBezTo>
                    <a:pt x="1094" y="30"/>
                    <a:pt x="1083" y="33"/>
                    <a:pt x="1066" y="54"/>
                  </a:cubicBezTo>
                  <a:cubicBezTo>
                    <a:pt x="1048" y="74"/>
                    <a:pt x="1029" y="54"/>
                    <a:pt x="1024" y="35"/>
                  </a:cubicBezTo>
                  <a:cubicBezTo>
                    <a:pt x="1020" y="17"/>
                    <a:pt x="991" y="11"/>
                    <a:pt x="965" y="6"/>
                  </a:cubicBezTo>
                  <a:cubicBezTo>
                    <a:pt x="939" y="0"/>
                    <a:pt x="924" y="24"/>
                    <a:pt x="943" y="43"/>
                  </a:cubicBezTo>
                  <a:cubicBezTo>
                    <a:pt x="963" y="61"/>
                    <a:pt x="954" y="76"/>
                    <a:pt x="941" y="95"/>
                  </a:cubicBezTo>
                  <a:cubicBezTo>
                    <a:pt x="928" y="113"/>
                    <a:pt x="913" y="115"/>
                    <a:pt x="880" y="89"/>
                  </a:cubicBezTo>
                  <a:cubicBezTo>
                    <a:pt x="847" y="63"/>
                    <a:pt x="823" y="113"/>
                    <a:pt x="784" y="119"/>
                  </a:cubicBezTo>
                  <a:cubicBezTo>
                    <a:pt x="745" y="124"/>
                    <a:pt x="784" y="156"/>
                    <a:pt x="756" y="180"/>
                  </a:cubicBezTo>
                  <a:cubicBezTo>
                    <a:pt x="727" y="204"/>
                    <a:pt x="688" y="191"/>
                    <a:pt x="657" y="187"/>
                  </a:cubicBezTo>
                  <a:cubicBezTo>
                    <a:pt x="627" y="184"/>
                    <a:pt x="620" y="161"/>
                    <a:pt x="592" y="139"/>
                  </a:cubicBezTo>
                  <a:cubicBezTo>
                    <a:pt x="563" y="117"/>
                    <a:pt x="570" y="146"/>
                    <a:pt x="555" y="163"/>
                  </a:cubicBezTo>
                  <a:cubicBezTo>
                    <a:pt x="539" y="180"/>
                    <a:pt x="518" y="176"/>
                    <a:pt x="500" y="191"/>
                  </a:cubicBezTo>
                  <a:cubicBezTo>
                    <a:pt x="483" y="206"/>
                    <a:pt x="504" y="235"/>
                    <a:pt x="531" y="254"/>
                  </a:cubicBezTo>
                  <a:cubicBezTo>
                    <a:pt x="557" y="272"/>
                    <a:pt x="579" y="287"/>
                    <a:pt x="620" y="287"/>
                  </a:cubicBezTo>
                  <a:cubicBezTo>
                    <a:pt x="662" y="287"/>
                    <a:pt x="642" y="300"/>
                    <a:pt x="644" y="317"/>
                  </a:cubicBezTo>
                  <a:cubicBezTo>
                    <a:pt x="646" y="334"/>
                    <a:pt x="660" y="341"/>
                    <a:pt x="675" y="361"/>
                  </a:cubicBezTo>
                  <a:cubicBezTo>
                    <a:pt x="690" y="382"/>
                    <a:pt x="662" y="384"/>
                    <a:pt x="635" y="382"/>
                  </a:cubicBezTo>
                  <a:cubicBezTo>
                    <a:pt x="609" y="380"/>
                    <a:pt x="596" y="389"/>
                    <a:pt x="572" y="389"/>
                  </a:cubicBezTo>
                  <a:cubicBezTo>
                    <a:pt x="548" y="389"/>
                    <a:pt x="548" y="399"/>
                    <a:pt x="522" y="410"/>
                  </a:cubicBezTo>
                  <a:cubicBezTo>
                    <a:pt x="496" y="421"/>
                    <a:pt x="483" y="408"/>
                    <a:pt x="469" y="393"/>
                  </a:cubicBezTo>
                  <a:cubicBezTo>
                    <a:pt x="456" y="378"/>
                    <a:pt x="450" y="387"/>
                    <a:pt x="437" y="399"/>
                  </a:cubicBezTo>
                  <a:cubicBezTo>
                    <a:pt x="433" y="402"/>
                    <a:pt x="426" y="401"/>
                    <a:pt x="419" y="398"/>
                  </a:cubicBezTo>
                  <a:cubicBezTo>
                    <a:pt x="414" y="430"/>
                    <a:pt x="409" y="486"/>
                    <a:pt x="384" y="489"/>
                  </a:cubicBezTo>
                  <a:cubicBezTo>
                    <a:pt x="358" y="493"/>
                    <a:pt x="341" y="497"/>
                    <a:pt x="293" y="504"/>
                  </a:cubicBezTo>
                  <a:cubicBezTo>
                    <a:pt x="245" y="512"/>
                    <a:pt x="240" y="508"/>
                    <a:pt x="175" y="493"/>
                  </a:cubicBezTo>
                  <a:cubicBezTo>
                    <a:pt x="109" y="478"/>
                    <a:pt x="175" y="493"/>
                    <a:pt x="144" y="523"/>
                  </a:cubicBezTo>
                  <a:cubicBezTo>
                    <a:pt x="113" y="552"/>
                    <a:pt x="113" y="526"/>
                    <a:pt x="96" y="493"/>
                  </a:cubicBezTo>
                  <a:cubicBezTo>
                    <a:pt x="79" y="460"/>
                    <a:pt x="70" y="504"/>
                    <a:pt x="35" y="549"/>
                  </a:cubicBezTo>
                  <a:cubicBezTo>
                    <a:pt x="0" y="593"/>
                    <a:pt x="9" y="571"/>
                    <a:pt x="35" y="593"/>
                  </a:cubicBezTo>
                  <a:cubicBezTo>
                    <a:pt x="61" y="615"/>
                    <a:pt x="52" y="619"/>
                    <a:pt x="30" y="630"/>
                  </a:cubicBezTo>
                  <a:cubicBezTo>
                    <a:pt x="9" y="641"/>
                    <a:pt x="26" y="686"/>
                    <a:pt x="52" y="704"/>
                  </a:cubicBezTo>
                  <a:cubicBezTo>
                    <a:pt x="79" y="723"/>
                    <a:pt x="113" y="727"/>
                    <a:pt x="113" y="704"/>
                  </a:cubicBezTo>
                  <a:cubicBezTo>
                    <a:pt x="113" y="682"/>
                    <a:pt x="140" y="689"/>
                    <a:pt x="153" y="701"/>
                  </a:cubicBezTo>
                  <a:cubicBezTo>
                    <a:pt x="166" y="712"/>
                    <a:pt x="183" y="675"/>
                    <a:pt x="210" y="678"/>
                  </a:cubicBezTo>
                  <a:cubicBezTo>
                    <a:pt x="236" y="682"/>
                    <a:pt x="240" y="708"/>
                    <a:pt x="258" y="723"/>
                  </a:cubicBezTo>
                  <a:cubicBezTo>
                    <a:pt x="275" y="738"/>
                    <a:pt x="275" y="767"/>
                    <a:pt x="258" y="790"/>
                  </a:cubicBezTo>
                  <a:cubicBezTo>
                    <a:pt x="240" y="812"/>
                    <a:pt x="236" y="812"/>
                    <a:pt x="201" y="856"/>
                  </a:cubicBezTo>
                  <a:cubicBezTo>
                    <a:pt x="166" y="901"/>
                    <a:pt x="201" y="927"/>
                    <a:pt x="201" y="953"/>
                  </a:cubicBezTo>
                  <a:cubicBezTo>
                    <a:pt x="201" y="979"/>
                    <a:pt x="258" y="1005"/>
                    <a:pt x="284" y="1027"/>
                  </a:cubicBezTo>
                  <a:cubicBezTo>
                    <a:pt x="310" y="1049"/>
                    <a:pt x="297" y="1093"/>
                    <a:pt x="258" y="1127"/>
                  </a:cubicBezTo>
                  <a:cubicBezTo>
                    <a:pt x="218" y="1160"/>
                    <a:pt x="262" y="1179"/>
                    <a:pt x="306" y="1179"/>
                  </a:cubicBezTo>
                  <a:cubicBezTo>
                    <a:pt x="349" y="1179"/>
                    <a:pt x="358" y="1160"/>
                    <a:pt x="376" y="1138"/>
                  </a:cubicBezTo>
                  <a:cubicBezTo>
                    <a:pt x="393" y="1116"/>
                    <a:pt x="397" y="1101"/>
                    <a:pt x="432" y="1097"/>
                  </a:cubicBezTo>
                  <a:cubicBezTo>
                    <a:pt x="467" y="1093"/>
                    <a:pt x="498" y="1138"/>
                    <a:pt x="524" y="1134"/>
                  </a:cubicBezTo>
                  <a:cubicBezTo>
                    <a:pt x="550" y="1131"/>
                    <a:pt x="581" y="1145"/>
                    <a:pt x="616" y="1168"/>
                  </a:cubicBezTo>
                  <a:cubicBezTo>
                    <a:pt x="651" y="1190"/>
                    <a:pt x="673" y="1149"/>
                    <a:pt x="673" y="1112"/>
                  </a:cubicBezTo>
                  <a:cubicBezTo>
                    <a:pt x="673" y="1075"/>
                    <a:pt x="738" y="1086"/>
                    <a:pt x="760" y="1064"/>
                  </a:cubicBezTo>
                  <a:cubicBezTo>
                    <a:pt x="782" y="1042"/>
                    <a:pt x="799" y="1027"/>
                    <a:pt x="847" y="1023"/>
                  </a:cubicBezTo>
                  <a:cubicBezTo>
                    <a:pt x="895" y="1019"/>
                    <a:pt x="882" y="990"/>
                    <a:pt x="922" y="953"/>
                  </a:cubicBezTo>
                  <a:cubicBezTo>
                    <a:pt x="961" y="916"/>
                    <a:pt x="952" y="945"/>
                    <a:pt x="970" y="979"/>
                  </a:cubicBezTo>
                  <a:cubicBezTo>
                    <a:pt x="987" y="1012"/>
                    <a:pt x="1018" y="1012"/>
                    <a:pt x="1035" y="1001"/>
                  </a:cubicBezTo>
                  <a:cubicBezTo>
                    <a:pt x="1053" y="990"/>
                    <a:pt x="1061" y="1005"/>
                    <a:pt x="1088" y="1030"/>
                  </a:cubicBezTo>
                  <a:cubicBezTo>
                    <a:pt x="1114" y="1056"/>
                    <a:pt x="1114" y="1019"/>
                    <a:pt x="1144" y="1012"/>
                  </a:cubicBezTo>
                  <a:cubicBezTo>
                    <a:pt x="1175" y="1005"/>
                    <a:pt x="1162" y="982"/>
                    <a:pt x="1171" y="956"/>
                  </a:cubicBezTo>
                  <a:cubicBezTo>
                    <a:pt x="1179" y="930"/>
                    <a:pt x="1219" y="923"/>
                    <a:pt x="1249" y="942"/>
                  </a:cubicBezTo>
                  <a:cubicBezTo>
                    <a:pt x="1280" y="960"/>
                    <a:pt x="1293" y="953"/>
                    <a:pt x="1302" y="927"/>
                  </a:cubicBezTo>
                  <a:cubicBezTo>
                    <a:pt x="1310" y="901"/>
                    <a:pt x="1328" y="916"/>
                    <a:pt x="1372" y="916"/>
                  </a:cubicBezTo>
                  <a:cubicBezTo>
                    <a:pt x="1415" y="916"/>
                    <a:pt x="1372" y="890"/>
                    <a:pt x="1372" y="860"/>
                  </a:cubicBezTo>
                  <a:cubicBezTo>
                    <a:pt x="1372" y="830"/>
                    <a:pt x="1420" y="834"/>
                    <a:pt x="1437" y="849"/>
                  </a:cubicBezTo>
                  <a:cubicBezTo>
                    <a:pt x="1455" y="864"/>
                    <a:pt x="1468" y="853"/>
                    <a:pt x="1489" y="819"/>
                  </a:cubicBezTo>
                  <a:cubicBezTo>
                    <a:pt x="1511" y="786"/>
                    <a:pt x="1494" y="756"/>
                    <a:pt x="1485" y="745"/>
                  </a:cubicBezTo>
                  <a:cubicBezTo>
                    <a:pt x="1476" y="734"/>
                    <a:pt x="1450" y="693"/>
                    <a:pt x="1468" y="671"/>
                  </a:cubicBezTo>
                  <a:cubicBezTo>
                    <a:pt x="1485" y="649"/>
                    <a:pt x="1494" y="656"/>
                    <a:pt x="1481" y="638"/>
                  </a:cubicBezTo>
                  <a:cubicBezTo>
                    <a:pt x="1468" y="619"/>
                    <a:pt x="1450" y="604"/>
                    <a:pt x="1472" y="593"/>
                  </a:cubicBezTo>
                  <a:cubicBezTo>
                    <a:pt x="1494" y="582"/>
                    <a:pt x="1489" y="571"/>
                    <a:pt x="1485" y="526"/>
                  </a:cubicBezTo>
                  <a:cubicBezTo>
                    <a:pt x="1481" y="482"/>
                    <a:pt x="1437" y="519"/>
                    <a:pt x="1393" y="512"/>
                  </a:cubicBezTo>
                  <a:cubicBezTo>
                    <a:pt x="1350" y="504"/>
                    <a:pt x="1363" y="549"/>
                    <a:pt x="1323" y="534"/>
                  </a:cubicBezTo>
                  <a:cubicBezTo>
                    <a:pt x="1284" y="519"/>
                    <a:pt x="1319" y="512"/>
                    <a:pt x="1341" y="486"/>
                  </a:cubicBezTo>
                  <a:cubicBezTo>
                    <a:pt x="1363" y="460"/>
                    <a:pt x="1415" y="426"/>
                    <a:pt x="1450" y="419"/>
                  </a:cubicBezTo>
                  <a:cubicBezTo>
                    <a:pt x="1485" y="411"/>
                    <a:pt x="1459" y="378"/>
                    <a:pt x="1437" y="345"/>
                  </a:cubicBezTo>
                  <a:cubicBezTo>
                    <a:pt x="1415" y="311"/>
                    <a:pt x="1411" y="300"/>
                    <a:pt x="1424" y="263"/>
                  </a:cubicBezTo>
                  <a:cubicBezTo>
                    <a:pt x="1437" y="226"/>
                    <a:pt x="1428" y="230"/>
                    <a:pt x="1402" y="200"/>
                  </a:cubicBezTo>
                  <a:cubicBezTo>
                    <a:pt x="1401" y="199"/>
                    <a:pt x="1401" y="199"/>
                    <a:pt x="1400" y="198"/>
                  </a:cubicBezTo>
                  <a:cubicBezTo>
                    <a:pt x="1384" y="208"/>
                    <a:pt x="1373" y="217"/>
                    <a:pt x="1352" y="222"/>
                  </a:cubicBezTo>
                  <a:cubicBezTo>
                    <a:pt x="1319" y="232"/>
                    <a:pt x="1317" y="235"/>
                    <a:pt x="1275" y="219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7" name="Freeform 19"/>
            <p:cNvSpPr>
              <a:spLocks/>
            </p:cNvSpPr>
            <p:nvPr/>
          </p:nvSpPr>
          <p:spPr bwMode="auto">
            <a:xfrm>
              <a:off x="2330" y="2463"/>
              <a:ext cx="1424" cy="954"/>
            </a:xfrm>
            <a:custGeom>
              <a:avLst/>
              <a:gdLst>
                <a:gd name="T0" fmla="*/ 3008 w 3074"/>
                <a:gd name="T1" fmla="*/ 534 h 2060"/>
                <a:gd name="T2" fmla="*/ 2766 w 3074"/>
                <a:gd name="T3" fmla="*/ 507 h 2060"/>
                <a:gd name="T4" fmla="*/ 2572 w 3074"/>
                <a:gd name="T5" fmla="*/ 454 h 2060"/>
                <a:gd name="T6" fmla="*/ 2399 w 3074"/>
                <a:gd name="T7" fmla="*/ 412 h 2060"/>
                <a:gd name="T8" fmla="*/ 2274 w 3074"/>
                <a:gd name="T9" fmla="*/ 354 h 2060"/>
                <a:gd name="T10" fmla="*/ 2007 w 3074"/>
                <a:gd name="T11" fmla="*/ 313 h 2060"/>
                <a:gd name="T12" fmla="*/ 1797 w 3074"/>
                <a:gd name="T13" fmla="*/ 402 h 2060"/>
                <a:gd name="T14" fmla="*/ 1646 w 3074"/>
                <a:gd name="T15" fmla="*/ 276 h 2060"/>
                <a:gd name="T16" fmla="*/ 1524 w 3074"/>
                <a:gd name="T17" fmla="*/ 248 h 2060"/>
                <a:gd name="T18" fmla="*/ 1413 w 3074"/>
                <a:gd name="T19" fmla="*/ 129 h 2060"/>
                <a:gd name="T20" fmla="*/ 1264 w 3074"/>
                <a:gd name="T21" fmla="*/ 22 h 2060"/>
                <a:gd name="T22" fmla="*/ 1179 w 3074"/>
                <a:gd name="T23" fmla="*/ 136 h 2060"/>
                <a:gd name="T24" fmla="*/ 1148 w 3074"/>
                <a:gd name="T25" fmla="*/ 292 h 2060"/>
                <a:gd name="T26" fmla="*/ 934 w 3074"/>
                <a:gd name="T27" fmla="*/ 244 h 2060"/>
                <a:gd name="T28" fmla="*/ 698 w 3074"/>
                <a:gd name="T29" fmla="*/ 374 h 2060"/>
                <a:gd name="T30" fmla="*/ 463 w 3074"/>
                <a:gd name="T31" fmla="*/ 267 h 2060"/>
                <a:gd name="T32" fmla="*/ 235 w 3074"/>
                <a:gd name="T33" fmla="*/ 222 h 2060"/>
                <a:gd name="T34" fmla="*/ 48 w 3074"/>
                <a:gd name="T35" fmla="*/ 352 h 2060"/>
                <a:gd name="T36" fmla="*/ 200 w 3074"/>
                <a:gd name="T37" fmla="*/ 467 h 2060"/>
                <a:gd name="T38" fmla="*/ 345 w 3074"/>
                <a:gd name="T39" fmla="*/ 734 h 2060"/>
                <a:gd name="T40" fmla="*/ 371 w 3074"/>
                <a:gd name="T41" fmla="*/ 934 h 2060"/>
                <a:gd name="T42" fmla="*/ 386 w 3074"/>
                <a:gd name="T43" fmla="*/ 1233 h 2060"/>
                <a:gd name="T44" fmla="*/ 480 w 3074"/>
                <a:gd name="T45" fmla="*/ 1501 h 2060"/>
                <a:gd name="T46" fmla="*/ 624 w 3074"/>
                <a:gd name="T47" fmla="*/ 1475 h 2060"/>
                <a:gd name="T48" fmla="*/ 886 w 3074"/>
                <a:gd name="T49" fmla="*/ 1760 h 2060"/>
                <a:gd name="T50" fmla="*/ 1004 w 3074"/>
                <a:gd name="T51" fmla="*/ 2012 h 2060"/>
                <a:gd name="T52" fmla="*/ 1271 w 3074"/>
                <a:gd name="T53" fmla="*/ 2009 h 2060"/>
                <a:gd name="T54" fmla="*/ 1332 w 3074"/>
                <a:gd name="T55" fmla="*/ 1782 h 2060"/>
                <a:gd name="T56" fmla="*/ 1463 w 3074"/>
                <a:gd name="T57" fmla="*/ 1549 h 2060"/>
                <a:gd name="T58" fmla="*/ 1655 w 3074"/>
                <a:gd name="T59" fmla="*/ 1397 h 2060"/>
                <a:gd name="T60" fmla="*/ 1694 w 3074"/>
                <a:gd name="T61" fmla="*/ 1549 h 2060"/>
                <a:gd name="T62" fmla="*/ 1904 w 3074"/>
                <a:gd name="T63" fmla="*/ 1545 h 2060"/>
                <a:gd name="T64" fmla="*/ 1948 w 3074"/>
                <a:gd name="T65" fmla="*/ 1618 h 2060"/>
                <a:gd name="T66" fmla="*/ 2083 w 3074"/>
                <a:gd name="T67" fmla="*/ 1608 h 2060"/>
                <a:gd name="T68" fmla="*/ 2155 w 3074"/>
                <a:gd name="T69" fmla="*/ 1536 h 2060"/>
                <a:gd name="T70" fmla="*/ 2011 w 3074"/>
                <a:gd name="T71" fmla="*/ 1410 h 2060"/>
                <a:gd name="T72" fmla="*/ 2168 w 3074"/>
                <a:gd name="T73" fmla="*/ 1406 h 2060"/>
                <a:gd name="T74" fmla="*/ 2391 w 3074"/>
                <a:gd name="T75" fmla="*/ 1308 h 2060"/>
                <a:gd name="T76" fmla="*/ 2476 w 3074"/>
                <a:gd name="T77" fmla="*/ 1225 h 2060"/>
                <a:gd name="T78" fmla="*/ 2634 w 3074"/>
                <a:gd name="T79" fmla="*/ 1251 h 2060"/>
                <a:gd name="T80" fmla="*/ 2682 w 3074"/>
                <a:gd name="T81" fmla="*/ 1347 h 2060"/>
                <a:gd name="T82" fmla="*/ 2863 w 3074"/>
                <a:gd name="T83" fmla="*/ 1441 h 2060"/>
                <a:gd name="T84" fmla="*/ 2891 w 3074"/>
                <a:gd name="T85" fmla="*/ 1230 h 2060"/>
                <a:gd name="T86" fmla="*/ 2785 w 3074"/>
                <a:gd name="T87" fmla="*/ 1126 h 2060"/>
                <a:gd name="T88" fmla="*/ 2697 w 3074"/>
                <a:gd name="T89" fmla="*/ 982 h 2060"/>
                <a:gd name="T90" fmla="*/ 2720 w 3074"/>
                <a:gd name="T91" fmla="*/ 873 h 2060"/>
                <a:gd name="T92" fmla="*/ 2946 w 3074"/>
                <a:gd name="T93" fmla="*/ 821 h 2060"/>
                <a:gd name="T94" fmla="*/ 3057 w 3074"/>
                <a:gd name="T95" fmla="*/ 643 h 2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74" h="2060">
                  <a:moveTo>
                    <a:pt x="3057" y="643"/>
                  </a:moveTo>
                  <a:cubicBezTo>
                    <a:pt x="3041" y="612"/>
                    <a:pt x="3008" y="604"/>
                    <a:pt x="3011" y="584"/>
                  </a:cubicBezTo>
                  <a:cubicBezTo>
                    <a:pt x="3015" y="565"/>
                    <a:pt x="3038" y="532"/>
                    <a:pt x="3008" y="534"/>
                  </a:cubicBezTo>
                  <a:cubicBezTo>
                    <a:pt x="2979" y="537"/>
                    <a:pt x="2936" y="520"/>
                    <a:pt x="2900" y="537"/>
                  </a:cubicBezTo>
                  <a:cubicBezTo>
                    <a:pt x="2864" y="554"/>
                    <a:pt x="2848" y="570"/>
                    <a:pt x="2818" y="543"/>
                  </a:cubicBezTo>
                  <a:cubicBezTo>
                    <a:pt x="2789" y="515"/>
                    <a:pt x="2802" y="504"/>
                    <a:pt x="2766" y="507"/>
                  </a:cubicBezTo>
                  <a:cubicBezTo>
                    <a:pt x="2730" y="509"/>
                    <a:pt x="2717" y="507"/>
                    <a:pt x="2700" y="490"/>
                  </a:cubicBezTo>
                  <a:cubicBezTo>
                    <a:pt x="2684" y="473"/>
                    <a:pt x="2661" y="454"/>
                    <a:pt x="2638" y="454"/>
                  </a:cubicBezTo>
                  <a:cubicBezTo>
                    <a:pt x="2615" y="454"/>
                    <a:pt x="2599" y="434"/>
                    <a:pt x="2572" y="454"/>
                  </a:cubicBezTo>
                  <a:cubicBezTo>
                    <a:pt x="2546" y="473"/>
                    <a:pt x="2523" y="490"/>
                    <a:pt x="2497" y="468"/>
                  </a:cubicBezTo>
                  <a:cubicBezTo>
                    <a:pt x="2471" y="445"/>
                    <a:pt x="2451" y="418"/>
                    <a:pt x="2435" y="423"/>
                  </a:cubicBezTo>
                  <a:cubicBezTo>
                    <a:pt x="2418" y="429"/>
                    <a:pt x="2409" y="429"/>
                    <a:pt x="2399" y="412"/>
                  </a:cubicBezTo>
                  <a:cubicBezTo>
                    <a:pt x="2389" y="395"/>
                    <a:pt x="2382" y="393"/>
                    <a:pt x="2363" y="401"/>
                  </a:cubicBezTo>
                  <a:cubicBezTo>
                    <a:pt x="2343" y="409"/>
                    <a:pt x="2327" y="420"/>
                    <a:pt x="2310" y="401"/>
                  </a:cubicBezTo>
                  <a:cubicBezTo>
                    <a:pt x="2294" y="381"/>
                    <a:pt x="2317" y="351"/>
                    <a:pt x="2274" y="354"/>
                  </a:cubicBezTo>
                  <a:cubicBezTo>
                    <a:pt x="2232" y="356"/>
                    <a:pt x="2210" y="348"/>
                    <a:pt x="2175" y="367"/>
                  </a:cubicBezTo>
                  <a:cubicBezTo>
                    <a:pt x="2140" y="385"/>
                    <a:pt x="2098" y="409"/>
                    <a:pt x="2070" y="378"/>
                  </a:cubicBezTo>
                  <a:cubicBezTo>
                    <a:pt x="2042" y="346"/>
                    <a:pt x="2039" y="313"/>
                    <a:pt x="2007" y="313"/>
                  </a:cubicBezTo>
                  <a:cubicBezTo>
                    <a:pt x="1974" y="313"/>
                    <a:pt x="1917" y="304"/>
                    <a:pt x="1915" y="320"/>
                  </a:cubicBezTo>
                  <a:cubicBezTo>
                    <a:pt x="1913" y="337"/>
                    <a:pt x="1935" y="376"/>
                    <a:pt x="1884" y="393"/>
                  </a:cubicBezTo>
                  <a:cubicBezTo>
                    <a:pt x="1834" y="409"/>
                    <a:pt x="1845" y="420"/>
                    <a:pt x="1797" y="402"/>
                  </a:cubicBezTo>
                  <a:cubicBezTo>
                    <a:pt x="1749" y="383"/>
                    <a:pt x="1747" y="402"/>
                    <a:pt x="1721" y="385"/>
                  </a:cubicBezTo>
                  <a:cubicBezTo>
                    <a:pt x="1694" y="368"/>
                    <a:pt x="1673" y="365"/>
                    <a:pt x="1670" y="344"/>
                  </a:cubicBezTo>
                  <a:cubicBezTo>
                    <a:pt x="1668" y="324"/>
                    <a:pt x="1673" y="296"/>
                    <a:pt x="1646" y="276"/>
                  </a:cubicBezTo>
                  <a:cubicBezTo>
                    <a:pt x="1620" y="255"/>
                    <a:pt x="1653" y="242"/>
                    <a:pt x="1629" y="228"/>
                  </a:cubicBezTo>
                  <a:cubicBezTo>
                    <a:pt x="1605" y="213"/>
                    <a:pt x="1587" y="222"/>
                    <a:pt x="1574" y="239"/>
                  </a:cubicBezTo>
                  <a:cubicBezTo>
                    <a:pt x="1561" y="255"/>
                    <a:pt x="1541" y="261"/>
                    <a:pt x="1524" y="248"/>
                  </a:cubicBezTo>
                  <a:cubicBezTo>
                    <a:pt x="1507" y="235"/>
                    <a:pt x="1496" y="218"/>
                    <a:pt x="1474" y="202"/>
                  </a:cubicBezTo>
                  <a:cubicBezTo>
                    <a:pt x="1452" y="185"/>
                    <a:pt x="1439" y="187"/>
                    <a:pt x="1437" y="172"/>
                  </a:cubicBezTo>
                  <a:cubicBezTo>
                    <a:pt x="1434" y="157"/>
                    <a:pt x="1448" y="133"/>
                    <a:pt x="1413" y="129"/>
                  </a:cubicBezTo>
                  <a:cubicBezTo>
                    <a:pt x="1378" y="126"/>
                    <a:pt x="1367" y="128"/>
                    <a:pt x="1367" y="105"/>
                  </a:cubicBezTo>
                  <a:cubicBezTo>
                    <a:pt x="1367" y="83"/>
                    <a:pt x="1378" y="20"/>
                    <a:pt x="1345" y="14"/>
                  </a:cubicBezTo>
                  <a:cubicBezTo>
                    <a:pt x="1312" y="9"/>
                    <a:pt x="1314" y="0"/>
                    <a:pt x="1264" y="22"/>
                  </a:cubicBezTo>
                  <a:cubicBezTo>
                    <a:pt x="1214" y="44"/>
                    <a:pt x="1214" y="50"/>
                    <a:pt x="1194" y="50"/>
                  </a:cubicBezTo>
                  <a:cubicBezTo>
                    <a:pt x="1175" y="50"/>
                    <a:pt x="1142" y="59"/>
                    <a:pt x="1146" y="79"/>
                  </a:cubicBezTo>
                  <a:cubicBezTo>
                    <a:pt x="1149" y="95"/>
                    <a:pt x="1172" y="115"/>
                    <a:pt x="1179" y="136"/>
                  </a:cubicBezTo>
                  <a:cubicBezTo>
                    <a:pt x="1196" y="137"/>
                    <a:pt x="1207" y="142"/>
                    <a:pt x="1210" y="166"/>
                  </a:cubicBezTo>
                  <a:cubicBezTo>
                    <a:pt x="1214" y="211"/>
                    <a:pt x="1196" y="226"/>
                    <a:pt x="1196" y="255"/>
                  </a:cubicBezTo>
                  <a:cubicBezTo>
                    <a:pt x="1196" y="285"/>
                    <a:pt x="1166" y="318"/>
                    <a:pt x="1148" y="292"/>
                  </a:cubicBezTo>
                  <a:cubicBezTo>
                    <a:pt x="1131" y="267"/>
                    <a:pt x="1113" y="233"/>
                    <a:pt x="1087" y="263"/>
                  </a:cubicBezTo>
                  <a:cubicBezTo>
                    <a:pt x="1061" y="292"/>
                    <a:pt x="1030" y="318"/>
                    <a:pt x="1004" y="285"/>
                  </a:cubicBezTo>
                  <a:cubicBezTo>
                    <a:pt x="978" y="252"/>
                    <a:pt x="965" y="222"/>
                    <a:pt x="934" y="244"/>
                  </a:cubicBezTo>
                  <a:cubicBezTo>
                    <a:pt x="904" y="267"/>
                    <a:pt x="860" y="292"/>
                    <a:pt x="860" y="322"/>
                  </a:cubicBezTo>
                  <a:cubicBezTo>
                    <a:pt x="860" y="352"/>
                    <a:pt x="878" y="404"/>
                    <a:pt x="825" y="404"/>
                  </a:cubicBezTo>
                  <a:cubicBezTo>
                    <a:pt x="773" y="404"/>
                    <a:pt x="729" y="407"/>
                    <a:pt x="698" y="374"/>
                  </a:cubicBezTo>
                  <a:cubicBezTo>
                    <a:pt x="668" y="341"/>
                    <a:pt x="624" y="304"/>
                    <a:pt x="611" y="274"/>
                  </a:cubicBezTo>
                  <a:cubicBezTo>
                    <a:pt x="598" y="244"/>
                    <a:pt x="576" y="215"/>
                    <a:pt x="546" y="233"/>
                  </a:cubicBezTo>
                  <a:cubicBezTo>
                    <a:pt x="515" y="252"/>
                    <a:pt x="493" y="292"/>
                    <a:pt x="463" y="267"/>
                  </a:cubicBezTo>
                  <a:cubicBezTo>
                    <a:pt x="432" y="241"/>
                    <a:pt x="414" y="259"/>
                    <a:pt x="388" y="233"/>
                  </a:cubicBezTo>
                  <a:cubicBezTo>
                    <a:pt x="362" y="207"/>
                    <a:pt x="345" y="189"/>
                    <a:pt x="323" y="207"/>
                  </a:cubicBezTo>
                  <a:cubicBezTo>
                    <a:pt x="301" y="226"/>
                    <a:pt x="257" y="222"/>
                    <a:pt x="235" y="222"/>
                  </a:cubicBezTo>
                  <a:cubicBezTo>
                    <a:pt x="214" y="222"/>
                    <a:pt x="157" y="204"/>
                    <a:pt x="117" y="222"/>
                  </a:cubicBezTo>
                  <a:cubicBezTo>
                    <a:pt x="78" y="241"/>
                    <a:pt x="65" y="252"/>
                    <a:pt x="52" y="267"/>
                  </a:cubicBezTo>
                  <a:cubicBezTo>
                    <a:pt x="39" y="281"/>
                    <a:pt x="74" y="341"/>
                    <a:pt x="48" y="352"/>
                  </a:cubicBezTo>
                  <a:cubicBezTo>
                    <a:pt x="21" y="363"/>
                    <a:pt x="0" y="381"/>
                    <a:pt x="34" y="389"/>
                  </a:cubicBezTo>
                  <a:cubicBezTo>
                    <a:pt x="69" y="396"/>
                    <a:pt x="109" y="426"/>
                    <a:pt x="135" y="430"/>
                  </a:cubicBezTo>
                  <a:cubicBezTo>
                    <a:pt x="161" y="433"/>
                    <a:pt x="192" y="418"/>
                    <a:pt x="200" y="467"/>
                  </a:cubicBezTo>
                  <a:cubicBezTo>
                    <a:pt x="209" y="515"/>
                    <a:pt x="253" y="530"/>
                    <a:pt x="257" y="570"/>
                  </a:cubicBezTo>
                  <a:cubicBezTo>
                    <a:pt x="262" y="611"/>
                    <a:pt x="266" y="626"/>
                    <a:pt x="297" y="652"/>
                  </a:cubicBezTo>
                  <a:cubicBezTo>
                    <a:pt x="327" y="678"/>
                    <a:pt x="393" y="722"/>
                    <a:pt x="345" y="734"/>
                  </a:cubicBezTo>
                  <a:cubicBezTo>
                    <a:pt x="297" y="745"/>
                    <a:pt x="262" y="737"/>
                    <a:pt x="283" y="767"/>
                  </a:cubicBezTo>
                  <a:cubicBezTo>
                    <a:pt x="305" y="797"/>
                    <a:pt x="340" y="804"/>
                    <a:pt x="345" y="834"/>
                  </a:cubicBezTo>
                  <a:cubicBezTo>
                    <a:pt x="349" y="863"/>
                    <a:pt x="366" y="893"/>
                    <a:pt x="371" y="934"/>
                  </a:cubicBezTo>
                  <a:cubicBezTo>
                    <a:pt x="375" y="974"/>
                    <a:pt x="371" y="986"/>
                    <a:pt x="375" y="1023"/>
                  </a:cubicBezTo>
                  <a:cubicBezTo>
                    <a:pt x="380" y="1060"/>
                    <a:pt x="362" y="1138"/>
                    <a:pt x="371" y="1171"/>
                  </a:cubicBezTo>
                  <a:cubicBezTo>
                    <a:pt x="379" y="1201"/>
                    <a:pt x="405" y="1216"/>
                    <a:pt x="386" y="1233"/>
                  </a:cubicBezTo>
                  <a:cubicBezTo>
                    <a:pt x="406" y="1256"/>
                    <a:pt x="406" y="1276"/>
                    <a:pt x="406" y="1301"/>
                  </a:cubicBezTo>
                  <a:cubicBezTo>
                    <a:pt x="406" y="1338"/>
                    <a:pt x="401" y="1382"/>
                    <a:pt x="410" y="1456"/>
                  </a:cubicBezTo>
                  <a:cubicBezTo>
                    <a:pt x="419" y="1530"/>
                    <a:pt x="454" y="1512"/>
                    <a:pt x="480" y="1501"/>
                  </a:cubicBezTo>
                  <a:cubicBezTo>
                    <a:pt x="506" y="1490"/>
                    <a:pt x="537" y="1479"/>
                    <a:pt x="546" y="1456"/>
                  </a:cubicBezTo>
                  <a:cubicBezTo>
                    <a:pt x="554" y="1434"/>
                    <a:pt x="585" y="1412"/>
                    <a:pt x="611" y="1423"/>
                  </a:cubicBezTo>
                  <a:cubicBezTo>
                    <a:pt x="637" y="1434"/>
                    <a:pt x="650" y="1449"/>
                    <a:pt x="624" y="1475"/>
                  </a:cubicBezTo>
                  <a:cubicBezTo>
                    <a:pt x="598" y="1501"/>
                    <a:pt x="615" y="1519"/>
                    <a:pt x="642" y="1564"/>
                  </a:cubicBezTo>
                  <a:cubicBezTo>
                    <a:pt x="668" y="1608"/>
                    <a:pt x="755" y="1601"/>
                    <a:pt x="786" y="1630"/>
                  </a:cubicBezTo>
                  <a:cubicBezTo>
                    <a:pt x="816" y="1660"/>
                    <a:pt x="873" y="1719"/>
                    <a:pt x="886" y="1760"/>
                  </a:cubicBezTo>
                  <a:cubicBezTo>
                    <a:pt x="899" y="1801"/>
                    <a:pt x="891" y="1816"/>
                    <a:pt x="934" y="1845"/>
                  </a:cubicBezTo>
                  <a:cubicBezTo>
                    <a:pt x="978" y="1875"/>
                    <a:pt x="934" y="1920"/>
                    <a:pt x="974" y="1942"/>
                  </a:cubicBezTo>
                  <a:cubicBezTo>
                    <a:pt x="1013" y="1964"/>
                    <a:pt x="1000" y="2001"/>
                    <a:pt x="1004" y="2012"/>
                  </a:cubicBezTo>
                  <a:cubicBezTo>
                    <a:pt x="1009" y="2023"/>
                    <a:pt x="1057" y="2053"/>
                    <a:pt x="1096" y="2057"/>
                  </a:cubicBezTo>
                  <a:cubicBezTo>
                    <a:pt x="1135" y="2060"/>
                    <a:pt x="1183" y="2027"/>
                    <a:pt x="1218" y="1990"/>
                  </a:cubicBezTo>
                  <a:cubicBezTo>
                    <a:pt x="1253" y="1953"/>
                    <a:pt x="1266" y="1997"/>
                    <a:pt x="1271" y="2009"/>
                  </a:cubicBezTo>
                  <a:cubicBezTo>
                    <a:pt x="1275" y="2020"/>
                    <a:pt x="1319" y="2012"/>
                    <a:pt x="1349" y="1986"/>
                  </a:cubicBezTo>
                  <a:cubicBezTo>
                    <a:pt x="1380" y="1960"/>
                    <a:pt x="1375" y="1908"/>
                    <a:pt x="1349" y="1868"/>
                  </a:cubicBezTo>
                  <a:cubicBezTo>
                    <a:pt x="1323" y="1827"/>
                    <a:pt x="1336" y="1816"/>
                    <a:pt x="1332" y="1782"/>
                  </a:cubicBezTo>
                  <a:cubicBezTo>
                    <a:pt x="1327" y="1749"/>
                    <a:pt x="1336" y="1727"/>
                    <a:pt x="1375" y="1723"/>
                  </a:cubicBezTo>
                  <a:cubicBezTo>
                    <a:pt x="1415" y="1719"/>
                    <a:pt x="1428" y="1664"/>
                    <a:pt x="1454" y="1638"/>
                  </a:cubicBezTo>
                  <a:cubicBezTo>
                    <a:pt x="1480" y="1612"/>
                    <a:pt x="1485" y="1575"/>
                    <a:pt x="1463" y="1549"/>
                  </a:cubicBezTo>
                  <a:cubicBezTo>
                    <a:pt x="1441" y="1523"/>
                    <a:pt x="1511" y="1504"/>
                    <a:pt x="1546" y="1497"/>
                  </a:cubicBezTo>
                  <a:cubicBezTo>
                    <a:pt x="1581" y="1490"/>
                    <a:pt x="1594" y="1464"/>
                    <a:pt x="1555" y="1438"/>
                  </a:cubicBezTo>
                  <a:cubicBezTo>
                    <a:pt x="1515" y="1412"/>
                    <a:pt x="1611" y="1401"/>
                    <a:pt x="1655" y="1397"/>
                  </a:cubicBezTo>
                  <a:cubicBezTo>
                    <a:pt x="1699" y="1393"/>
                    <a:pt x="1677" y="1423"/>
                    <a:pt x="1668" y="1434"/>
                  </a:cubicBezTo>
                  <a:cubicBezTo>
                    <a:pt x="1659" y="1445"/>
                    <a:pt x="1659" y="1464"/>
                    <a:pt x="1681" y="1482"/>
                  </a:cubicBezTo>
                  <a:cubicBezTo>
                    <a:pt x="1703" y="1501"/>
                    <a:pt x="1716" y="1530"/>
                    <a:pt x="1694" y="1549"/>
                  </a:cubicBezTo>
                  <a:cubicBezTo>
                    <a:pt x="1673" y="1567"/>
                    <a:pt x="1716" y="1586"/>
                    <a:pt x="1756" y="1593"/>
                  </a:cubicBezTo>
                  <a:cubicBezTo>
                    <a:pt x="1795" y="1601"/>
                    <a:pt x="1834" y="1567"/>
                    <a:pt x="1847" y="1545"/>
                  </a:cubicBezTo>
                  <a:cubicBezTo>
                    <a:pt x="1860" y="1523"/>
                    <a:pt x="1887" y="1538"/>
                    <a:pt x="1904" y="1545"/>
                  </a:cubicBezTo>
                  <a:cubicBezTo>
                    <a:pt x="1922" y="1553"/>
                    <a:pt x="1935" y="1582"/>
                    <a:pt x="1930" y="1612"/>
                  </a:cubicBezTo>
                  <a:cubicBezTo>
                    <a:pt x="1930" y="1614"/>
                    <a:pt x="1930" y="1615"/>
                    <a:pt x="1930" y="1617"/>
                  </a:cubicBezTo>
                  <a:cubicBezTo>
                    <a:pt x="1937" y="1620"/>
                    <a:pt x="1944" y="1621"/>
                    <a:pt x="1948" y="1618"/>
                  </a:cubicBezTo>
                  <a:cubicBezTo>
                    <a:pt x="1961" y="1606"/>
                    <a:pt x="1967" y="1597"/>
                    <a:pt x="1980" y="1612"/>
                  </a:cubicBezTo>
                  <a:cubicBezTo>
                    <a:pt x="1994" y="1627"/>
                    <a:pt x="2007" y="1640"/>
                    <a:pt x="2033" y="1629"/>
                  </a:cubicBezTo>
                  <a:cubicBezTo>
                    <a:pt x="2059" y="1618"/>
                    <a:pt x="2059" y="1608"/>
                    <a:pt x="2083" y="1608"/>
                  </a:cubicBezTo>
                  <a:cubicBezTo>
                    <a:pt x="2107" y="1608"/>
                    <a:pt x="2120" y="1599"/>
                    <a:pt x="2146" y="1601"/>
                  </a:cubicBezTo>
                  <a:cubicBezTo>
                    <a:pt x="2173" y="1603"/>
                    <a:pt x="2201" y="1601"/>
                    <a:pt x="2186" y="1580"/>
                  </a:cubicBezTo>
                  <a:cubicBezTo>
                    <a:pt x="2171" y="1560"/>
                    <a:pt x="2157" y="1553"/>
                    <a:pt x="2155" y="1536"/>
                  </a:cubicBezTo>
                  <a:cubicBezTo>
                    <a:pt x="2153" y="1519"/>
                    <a:pt x="2173" y="1506"/>
                    <a:pt x="2131" y="1506"/>
                  </a:cubicBezTo>
                  <a:cubicBezTo>
                    <a:pt x="2090" y="1506"/>
                    <a:pt x="2068" y="1491"/>
                    <a:pt x="2042" y="1473"/>
                  </a:cubicBezTo>
                  <a:cubicBezTo>
                    <a:pt x="2015" y="1454"/>
                    <a:pt x="1994" y="1425"/>
                    <a:pt x="2011" y="1410"/>
                  </a:cubicBezTo>
                  <a:cubicBezTo>
                    <a:pt x="2029" y="1395"/>
                    <a:pt x="2050" y="1399"/>
                    <a:pt x="2066" y="1382"/>
                  </a:cubicBezTo>
                  <a:cubicBezTo>
                    <a:pt x="2081" y="1365"/>
                    <a:pt x="2074" y="1336"/>
                    <a:pt x="2103" y="1358"/>
                  </a:cubicBezTo>
                  <a:cubicBezTo>
                    <a:pt x="2131" y="1380"/>
                    <a:pt x="2138" y="1403"/>
                    <a:pt x="2168" y="1406"/>
                  </a:cubicBezTo>
                  <a:cubicBezTo>
                    <a:pt x="2199" y="1410"/>
                    <a:pt x="2238" y="1423"/>
                    <a:pt x="2267" y="1399"/>
                  </a:cubicBezTo>
                  <a:cubicBezTo>
                    <a:pt x="2295" y="1375"/>
                    <a:pt x="2256" y="1343"/>
                    <a:pt x="2295" y="1338"/>
                  </a:cubicBezTo>
                  <a:cubicBezTo>
                    <a:pt x="2334" y="1332"/>
                    <a:pt x="2358" y="1282"/>
                    <a:pt x="2391" y="1308"/>
                  </a:cubicBezTo>
                  <a:cubicBezTo>
                    <a:pt x="2424" y="1334"/>
                    <a:pt x="2439" y="1332"/>
                    <a:pt x="2452" y="1314"/>
                  </a:cubicBezTo>
                  <a:cubicBezTo>
                    <a:pt x="2465" y="1295"/>
                    <a:pt x="2474" y="1280"/>
                    <a:pt x="2454" y="1262"/>
                  </a:cubicBezTo>
                  <a:cubicBezTo>
                    <a:pt x="2435" y="1243"/>
                    <a:pt x="2450" y="1219"/>
                    <a:pt x="2476" y="1225"/>
                  </a:cubicBezTo>
                  <a:cubicBezTo>
                    <a:pt x="2502" y="1230"/>
                    <a:pt x="2531" y="1236"/>
                    <a:pt x="2535" y="1254"/>
                  </a:cubicBezTo>
                  <a:cubicBezTo>
                    <a:pt x="2540" y="1273"/>
                    <a:pt x="2559" y="1293"/>
                    <a:pt x="2577" y="1273"/>
                  </a:cubicBezTo>
                  <a:cubicBezTo>
                    <a:pt x="2594" y="1252"/>
                    <a:pt x="2605" y="1249"/>
                    <a:pt x="2634" y="1251"/>
                  </a:cubicBezTo>
                  <a:cubicBezTo>
                    <a:pt x="2662" y="1252"/>
                    <a:pt x="2671" y="1269"/>
                    <a:pt x="2671" y="1284"/>
                  </a:cubicBezTo>
                  <a:cubicBezTo>
                    <a:pt x="2671" y="1299"/>
                    <a:pt x="2695" y="1306"/>
                    <a:pt x="2684" y="1323"/>
                  </a:cubicBezTo>
                  <a:cubicBezTo>
                    <a:pt x="2673" y="1340"/>
                    <a:pt x="2658" y="1343"/>
                    <a:pt x="2682" y="1347"/>
                  </a:cubicBezTo>
                  <a:cubicBezTo>
                    <a:pt x="2706" y="1351"/>
                    <a:pt x="2725" y="1353"/>
                    <a:pt x="2738" y="1377"/>
                  </a:cubicBezTo>
                  <a:cubicBezTo>
                    <a:pt x="2751" y="1401"/>
                    <a:pt x="2745" y="1421"/>
                    <a:pt x="2786" y="1438"/>
                  </a:cubicBezTo>
                  <a:cubicBezTo>
                    <a:pt x="2828" y="1454"/>
                    <a:pt x="2830" y="1451"/>
                    <a:pt x="2863" y="1441"/>
                  </a:cubicBezTo>
                  <a:cubicBezTo>
                    <a:pt x="2884" y="1436"/>
                    <a:pt x="2895" y="1427"/>
                    <a:pt x="2911" y="1417"/>
                  </a:cubicBezTo>
                  <a:cubicBezTo>
                    <a:pt x="2890" y="1389"/>
                    <a:pt x="2934" y="1385"/>
                    <a:pt x="2917" y="1360"/>
                  </a:cubicBezTo>
                  <a:cubicBezTo>
                    <a:pt x="2900" y="1334"/>
                    <a:pt x="2891" y="1282"/>
                    <a:pt x="2891" y="1230"/>
                  </a:cubicBezTo>
                  <a:cubicBezTo>
                    <a:pt x="2891" y="1226"/>
                    <a:pt x="2891" y="1221"/>
                    <a:pt x="2892" y="1217"/>
                  </a:cubicBezTo>
                  <a:cubicBezTo>
                    <a:pt x="2838" y="1185"/>
                    <a:pt x="2838" y="1185"/>
                    <a:pt x="2838" y="1185"/>
                  </a:cubicBezTo>
                  <a:cubicBezTo>
                    <a:pt x="2838" y="1185"/>
                    <a:pt x="2782" y="1157"/>
                    <a:pt x="2785" y="1126"/>
                  </a:cubicBezTo>
                  <a:cubicBezTo>
                    <a:pt x="2789" y="1096"/>
                    <a:pt x="2802" y="1113"/>
                    <a:pt x="2766" y="1093"/>
                  </a:cubicBezTo>
                  <a:cubicBezTo>
                    <a:pt x="2730" y="1074"/>
                    <a:pt x="2730" y="1068"/>
                    <a:pt x="2713" y="1049"/>
                  </a:cubicBezTo>
                  <a:cubicBezTo>
                    <a:pt x="2697" y="1029"/>
                    <a:pt x="2694" y="1004"/>
                    <a:pt x="2697" y="982"/>
                  </a:cubicBezTo>
                  <a:cubicBezTo>
                    <a:pt x="2700" y="960"/>
                    <a:pt x="2723" y="948"/>
                    <a:pt x="2697" y="940"/>
                  </a:cubicBezTo>
                  <a:cubicBezTo>
                    <a:pt x="2671" y="932"/>
                    <a:pt x="2631" y="921"/>
                    <a:pt x="2667" y="898"/>
                  </a:cubicBezTo>
                  <a:cubicBezTo>
                    <a:pt x="2703" y="876"/>
                    <a:pt x="2720" y="873"/>
                    <a:pt x="2720" y="873"/>
                  </a:cubicBezTo>
                  <a:cubicBezTo>
                    <a:pt x="2720" y="873"/>
                    <a:pt x="2736" y="871"/>
                    <a:pt x="2769" y="862"/>
                  </a:cubicBezTo>
                  <a:cubicBezTo>
                    <a:pt x="2802" y="854"/>
                    <a:pt x="2834" y="854"/>
                    <a:pt x="2857" y="854"/>
                  </a:cubicBezTo>
                  <a:cubicBezTo>
                    <a:pt x="2880" y="854"/>
                    <a:pt x="2929" y="840"/>
                    <a:pt x="2946" y="821"/>
                  </a:cubicBezTo>
                  <a:cubicBezTo>
                    <a:pt x="2962" y="801"/>
                    <a:pt x="3005" y="759"/>
                    <a:pt x="3021" y="771"/>
                  </a:cubicBezTo>
                  <a:cubicBezTo>
                    <a:pt x="3038" y="782"/>
                    <a:pt x="3074" y="779"/>
                    <a:pt x="3074" y="743"/>
                  </a:cubicBezTo>
                  <a:cubicBezTo>
                    <a:pt x="3074" y="707"/>
                    <a:pt x="3074" y="673"/>
                    <a:pt x="3057" y="643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8" name="Freeform 20"/>
            <p:cNvSpPr>
              <a:spLocks/>
            </p:cNvSpPr>
            <p:nvPr/>
          </p:nvSpPr>
          <p:spPr bwMode="auto">
            <a:xfrm>
              <a:off x="1990" y="1454"/>
              <a:ext cx="1563" cy="1204"/>
            </a:xfrm>
            <a:custGeom>
              <a:avLst/>
              <a:gdLst>
                <a:gd name="T0" fmla="*/ 3326 w 3374"/>
                <a:gd name="T1" fmla="*/ 1582 h 2599"/>
                <a:gd name="T2" fmla="*/ 3022 w 3374"/>
                <a:gd name="T3" fmla="*/ 1461 h 2599"/>
                <a:gd name="T4" fmla="*/ 2905 w 3374"/>
                <a:gd name="T5" fmla="*/ 1423 h 2599"/>
                <a:gd name="T6" fmla="*/ 2850 w 3374"/>
                <a:gd name="T7" fmla="*/ 1556 h 2599"/>
                <a:gd name="T8" fmla="*/ 2957 w 3374"/>
                <a:gd name="T9" fmla="*/ 1714 h 2599"/>
                <a:gd name="T10" fmla="*/ 2863 w 3374"/>
                <a:gd name="T11" fmla="*/ 1817 h 2599"/>
                <a:gd name="T12" fmla="*/ 2804 w 3374"/>
                <a:gd name="T13" fmla="*/ 1882 h 2599"/>
                <a:gd name="T14" fmla="*/ 2651 w 3374"/>
                <a:gd name="T15" fmla="*/ 1793 h 2599"/>
                <a:gd name="T16" fmla="*/ 2573 w 3374"/>
                <a:gd name="T17" fmla="*/ 1593 h 2599"/>
                <a:gd name="T18" fmla="*/ 2448 w 3374"/>
                <a:gd name="T19" fmla="*/ 1424 h 2599"/>
                <a:gd name="T20" fmla="*/ 2411 w 3374"/>
                <a:gd name="T21" fmla="*/ 1352 h 2599"/>
                <a:gd name="T22" fmla="*/ 2179 w 3374"/>
                <a:gd name="T23" fmla="*/ 1252 h 2599"/>
                <a:gd name="T24" fmla="*/ 2267 w 3374"/>
                <a:gd name="T25" fmla="*/ 911 h 2599"/>
                <a:gd name="T26" fmla="*/ 1721 w 3374"/>
                <a:gd name="T27" fmla="*/ 1019 h 2599"/>
                <a:gd name="T28" fmla="*/ 1446 w 3374"/>
                <a:gd name="T29" fmla="*/ 833 h 2599"/>
                <a:gd name="T30" fmla="*/ 1485 w 3374"/>
                <a:gd name="T31" fmla="*/ 615 h 2599"/>
                <a:gd name="T32" fmla="*/ 1148 w 3374"/>
                <a:gd name="T33" fmla="*/ 548 h 2599"/>
                <a:gd name="T34" fmla="*/ 851 w 3374"/>
                <a:gd name="T35" fmla="*/ 363 h 2599"/>
                <a:gd name="T36" fmla="*/ 848 w 3374"/>
                <a:gd name="T37" fmla="*/ 57 h 2599"/>
                <a:gd name="T38" fmla="*/ 661 w 3374"/>
                <a:gd name="T39" fmla="*/ 24 h 2599"/>
                <a:gd name="T40" fmla="*/ 428 w 3374"/>
                <a:gd name="T41" fmla="*/ 233 h 2599"/>
                <a:gd name="T42" fmla="*/ 113 w 3374"/>
                <a:gd name="T43" fmla="*/ 418 h 2599"/>
                <a:gd name="T44" fmla="*/ 26 w 3374"/>
                <a:gd name="T45" fmla="*/ 792 h 2599"/>
                <a:gd name="T46" fmla="*/ 301 w 3374"/>
                <a:gd name="T47" fmla="*/ 907 h 2599"/>
                <a:gd name="T48" fmla="*/ 633 w 3374"/>
                <a:gd name="T49" fmla="*/ 1000 h 2599"/>
                <a:gd name="T50" fmla="*/ 1074 w 3374"/>
                <a:gd name="T51" fmla="*/ 941 h 2599"/>
                <a:gd name="T52" fmla="*/ 1393 w 3374"/>
                <a:gd name="T53" fmla="*/ 1019 h 2599"/>
                <a:gd name="T54" fmla="*/ 1695 w 3374"/>
                <a:gd name="T55" fmla="*/ 1311 h 2599"/>
                <a:gd name="T56" fmla="*/ 1926 w 3374"/>
                <a:gd name="T57" fmla="*/ 1471 h 2599"/>
                <a:gd name="T58" fmla="*/ 2018 w 3374"/>
                <a:gd name="T59" fmla="*/ 1638 h 2599"/>
                <a:gd name="T60" fmla="*/ 1992 w 3374"/>
                <a:gd name="T61" fmla="*/ 1860 h 2599"/>
                <a:gd name="T62" fmla="*/ 1909 w 3374"/>
                <a:gd name="T63" fmla="*/ 1930 h 2599"/>
                <a:gd name="T64" fmla="*/ 1808 w 3374"/>
                <a:gd name="T65" fmla="*/ 2156 h 2599"/>
                <a:gd name="T66" fmla="*/ 1594 w 3374"/>
                <a:gd name="T67" fmla="*/ 2138 h 2599"/>
                <a:gd name="T68" fmla="*/ 1861 w 3374"/>
                <a:gd name="T69" fmla="*/ 2316 h 2599"/>
                <a:gd name="T70" fmla="*/ 1928 w 3374"/>
                <a:gd name="T71" fmla="*/ 2229 h 2599"/>
                <a:gd name="T72" fmla="*/ 2101 w 3374"/>
                <a:gd name="T73" fmla="*/ 2284 h 2599"/>
                <a:gd name="T74" fmla="*/ 2208 w 3374"/>
                <a:gd name="T75" fmla="*/ 2381 h 2599"/>
                <a:gd name="T76" fmla="*/ 2363 w 3374"/>
                <a:gd name="T77" fmla="*/ 2407 h 2599"/>
                <a:gd name="T78" fmla="*/ 2455 w 3374"/>
                <a:gd name="T79" fmla="*/ 2564 h 2599"/>
                <a:gd name="T80" fmla="*/ 2649 w 3374"/>
                <a:gd name="T81" fmla="*/ 2499 h 2599"/>
                <a:gd name="T82" fmla="*/ 2763 w 3374"/>
                <a:gd name="T83" fmla="*/ 2412 h 2599"/>
                <a:gd name="T84" fmla="*/ 2771 w 3374"/>
                <a:gd name="T85" fmla="*/ 2321 h 2599"/>
                <a:gd name="T86" fmla="*/ 2880 w 3374"/>
                <a:gd name="T87" fmla="*/ 2329 h 2599"/>
                <a:gd name="T88" fmla="*/ 2874 w 3374"/>
                <a:gd name="T89" fmla="*/ 2238 h 2599"/>
                <a:gd name="T90" fmla="*/ 2918 w 3374"/>
                <a:gd name="T91" fmla="*/ 2119 h 2599"/>
                <a:gd name="T92" fmla="*/ 2870 w 3374"/>
                <a:gd name="T93" fmla="*/ 2034 h 2599"/>
                <a:gd name="T94" fmla="*/ 2983 w 3374"/>
                <a:gd name="T95" fmla="*/ 1945 h 2599"/>
                <a:gd name="T96" fmla="*/ 3167 w 3374"/>
                <a:gd name="T97" fmla="*/ 1953 h 2599"/>
                <a:gd name="T98" fmla="*/ 3232 w 3374"/>
                <a:gd name="T99" fmla="*/ 1884 h 2599"/>
                <a:gd name="T100" fmla="*/ 3337 w 3374"/>
                <a:gd name="T101" fmla="*/ 1795 h 2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74" h="2599">
                  <a:moveTo>
                    <a:pt x="3319" y="1723"/>
                  </a:moveTo>
                  <a:cubicBezTo>
                    <a:pt x="3341" y="1695"/>
                    <a:pt x="3374" y="1691"/>
                    <a:pt x="3359" y="1658"/>
                  </a:cubicBezTo>
                  <a:cubicBezTo>
                    <a:pt x="3343" y="1625"/>
                    <a:pt x="3365" y="1593"/>
                    <a:pt x="3326" y="1582"/>
                  </a:cubicBezTo>
                  <a:cubicBezTo>
                    <a:pt x="3287" y="1571"/>
                    <a:pt x="3223" y="1565"/>
                    <a:pt x="3195" y="1541"/>
                  </a:cubicBezTo>
                  <a:cubicBezTo>
                    <a:pt x="3167" y="1517"/>
                    <a:pt x="3164" y="1511"/>
                    <a:pt x="3125" y="1504"/>
                  </a:cubicBezTo>
                  <a:cubicBezTo>
                    <a:pt x="3086" y="1497"/>
                    <a:pt x="3031" y="1487"/>
                    <a:pt x="3022" y="1461"/>
                  </a:cubicBezTo>
                  <a:cubicBezTo>
                    <a:pt x="3017" y="1447"/>
                    <a:pt x="3023" y="1437"/>
                    <a:pt x="3024" y="1426"/>
                  </a:cubicBezTo>
                  <a:cubicBezTo>
                    <a:pt x="3009" y="1428"/>
                    <a:pt x="2990" y="1430"/>
                    <a:pt x="2972" y="1430"/>
                  </a:cubicBezTo>
                  <a:cubicBezTo>
                    <a:pt x="2924" y="1430"/>
                    <a:pt x="2918" y="1437"/>
                    <a:pt x="2905" y="1423"/>
                  </a:cubicBezTo>
                  <a:cubicBezTo>
                    <a:pt x="2891" y="1408"/>
                    <a:pt x="2885" y="1417"/>
                    <a:pt x="2874" y="1432"/>
                  </a:cubicBezTo>
                  <a:cubicBezTo>
                    <a:pt x="2863" y="1447"/>
                    <a:pt x="2870" y="1484"/>
                    <a:pt x="2874" y="1513"/>
                  </a:cubicBezTo>
                  <a:cubicBezTo>
                    <a:pt x="2878" y="1543"/>
                    <a:pt x="2867" y="1543"/>
                    <a:pt x="2850" y="1556"/>
                  </a:cubicBezTo>
                  <a:cubicBezTo>
                    <a:pt x="2832" y="1569"/>
                    <a:pt x="2848" y="1582"/>
                    <a:pt x="2846" y="1628"/>
                  </a:cubicBezTo>
                  <a:cubicBezTo>
                    <a:pt x="2843" y="1675"/>
                    <a:pt x="2887" y="1654"/>
                    <a:pt x="2920" y="1665"/>
                  </a:cubicBezTo>
                  <a:cubicBezTo>
                    <a:pt x="2953" y="1676"/>
                    <a:pt x="2963" y="1695"/>
                    <a:pt x="2957" y="1714"/>
                  </a:cubicBezTo>
                  <a:cubicBezTo>
                    <a:pt x="2950" y="1732"/>
                    <a:pt x="2961" y="1749"/>
                    <a:pt x="2948" y="1778"/>
                  </a:cubicBezTo>
                  <a:cubicBezTo>
                    <a:pt x="2935" y="1808"/>
                    <a:pt x="2902" y="1793"/>
                    <a:pt x="2870" y="1780"/>
                  </a:cubicBezTo>
                  <a:cubicBezTo>
                    <a:pt x="2837" y="1767"/>
                    <a:pt x="2865" y="1808"/>
                    <a:pt x="2863" y="1817"/>
                  </a:cubicBezTo>
                  <a:cubicBezTo>
                    <a:pt x="2861" y="1827"/>
                    <a:pt x="2839" y="1836"/>
                    <a:pt x="2861" y="1849"/>
                  </a:cubicBezTo>
                  <a:cubicBezTo>
                    <a:pt x="2883" y="1862"/>
                    <a:pt x="2867" y="1862"/>
                    <a:pt x="2843" y="1877"/>
                  </a:cubicBezTo>
                  <a:cubicBezTo>
                    <a:pt x="2819" y="1891"/>
                    <a:pt x="2811" y="1895"/>
                    <a:pt x="2804" y="1882"/>
                  </a:cubicBezTo>
                  <a:cubicBezTo>
                    <a:pt x="2797" y="1869"/>
                    <a:pt x="2782" y="1862"/>
                    <a:pt x="2763" y="1862"/>
                  </a:cubicBezTo>
                  <a:cubicBezTo>
                    <a:pt x="2712" y="1867"/>
                    <a:pt x="2710" y="1851"/>
                    <a:pt x="2704" y="1819"/>
                  </a:cubicBezTo>
                  <a:cubicBezTo>
                    <a:pt x="2697" y="1788"/>
                    <a:pt x="2675" y="1793"/>
                    <a:pt x="2651" y="1793"/>
                  </a:cubicBezTo>
                  <a:cubicBezTo>
                    <a:pt x="2627" y="1793"/>
                    <a:pt x="2629" y="1784"/>
                    <a:pt x="2597" y="1760"/>
                  </a:cubicBezTo>
                  <a:cubicBezTo>
                    <a:pt x="2564" y="1736"/>
                    <a:pt x="2592" y="1738"/>
                    <a:pt x="2607" y="1691"/>
                  </a:cubicBezTo>
                  <a:cubicBezTo>
                    <a:pt x="2623" y="1645"/>
                    <a:pt x="2594" y="1623"/>
                    <a:pt x="2573" y="1593"/>
                  </a:cubicBezTo>
                  <a:cubicBezTo>
                    <a:pt x="2551" y="1563"/>
                    <a:pt x="2549" y="1532"/>
                    <a:pt x="2542" y="1495"/>
                  </a:cubicBezTo>
                  <a:cubicBezTo>
                    <a:pt x="2535" y="1458"/>
                    <a:pt x="2490" y="1467"/>
                    <a:pt x="2485" y="1454"/>
                  </a:cubicBezTo>
                  <a:cubicBezTo>
                    <a:pt x="2481" y="1441"/>
                    <a:pt x="2479" y="1436"/>
                    <a:pt x="2448" y="1424"/>
                  </a:cubicBezTo>
                  <a:cubicBezTo>
                    <a:pt x="2417" y="1413"/>
                    <a:pt x="2426" y="1411"/>
                    <a:pt x="2424" y="1380"/>
                  </a:cubicBezTo>
                  <a:cubicBezTo>
                    <a:pt x="2423" y="1371"/>
                    <a:pt x="2421" y="1362"/>
                    <a:pt x="2418" y="1354"/>
                  </a:cubicBezTo>
                  <a:cubicBezTo>
                    <a:pt x="2415" y="1353"/>
                    <a:pt x="2413" y="1353"/>
                    <a:pt x="2411" y="1352"/>
                  </a:cubicBezTo>
                  <a:cubicBezTo>
                    <a:pt x="2358" y="1337"/>
                    <a:pt x="2376" y="1374"/>
                    <a:pt x="2332" y="1382"/>
                  </a:cubicBezTo>
                  <a:cubicBezTo>
                    <a:pt x="2289" y="1389"/>
                    <a:pt x="2289" y="1360"/>
                    <a:pt x="2249" y="1330"/>
                  </a:cubicBezTo>
                  <a:cubicBezTo>
                    <a:pt x="2210" y="1300"/>
                    <a:pt x="2166" y="1297"/>
                    <a:pt x="2179" y="1252"/>
                  </a:cubicBezTo>
                  <a:cubicBezTo>
                    <a:pt x="2192" y="1208"/>
                    <a:pt x="2162" y="1156"/>
                    <a:pt x="2210" y="1141"/>
                  </a:cubicBezTo>
                  <a:cubicBezTo>
                    <a:pt x="2258" y="1126"/>
                    <a:pt x="2302" y="1100"/>
                    <a:pt x="2306" y="1041"/>
                  </a:cubicBezTo>
                  <a:cubicBezTo>
                    <a:pt x="2310" y="981"/>
                    <a:pt x="2310" y="941"/>
                    <a:pt x="2267" y="911"/>
                  </a:cubicBezTo>
                  <a:cubicBezTo>
                    <a:pt x="2223" y="881"/>
                    <a:pt x="2140" y="844"/>
                    <a:pt x="2101" y="878"/>
                  </a:cubicBezTo>
                  <a:cubicBezTo>
                    <a:pt x="2061" y="911"/>
                    <a:pt x="1996" y="993"/>
                    <a:pt x="1926" y="1007"/>
                  </a:cubicBezTo>
                  <a:cubicBezTo>
                    <a:pt x="1856" y="1022"/>
                    <a:pt x="1782" y="1048"/>
                    <a:pt x="1721" y="1019"/>
                  </a:cubicBezTo>
                  <a:cubicBezTo>
                    <a:pt x="1660" y="989"/>
                    <a:pt x="1625" y="1007"/>
                    <a:pt x="1594" y="970"/>
                  </a:cubicBezTo>
                  <a:cubicBezTo>
                    <a:pt x="1563" y="933"/>
                    <a:pt x="1598" y="855"/>
                    <a:pt x="1550" y="855"/>
                  </a:cubicBezTo>
                  <a:cubicBezTo>
                    <a:pt x="1502" y="855"/>
                    <a:pt x="1480" y="870"/>
                    <a:pt x="1446" y="833"/>
                  </a:cubicBezTo>
                  <a:cubicBezTo>
                    <a:pt x="1411" y="796"/>
                    <a:pt x="1323" y="785"/>
                    <a:pt x="1328" y="767"/>
                  </a:cubicBezTo>
                  <a:cubicBezTo>
                    <a:pt x="1332" y="748"/>
                    <a:pt x="1367" y="685"/>
                    <a:pt x="1402" y="674"/>
                  </a:cubicBezTo>
                  <a:cubicBezTo>
                    <a:pt x="1437" y="663"/>
                    <a:pt x="1480" y="655"/>
                    <a:pt x="1485" y="615"/>
                  </a:cubicBezTo>
                  <a:cubicBezTo>
                    <a:pt x="1489" y="574"/>
                    <a:pt x="1498" y="537"/>
                    <a:pt x="1437" y="514"/>
                  </a:cubicBezTo>
                  <a:cubicBezTo>
                    <a:pt x="1376" y="492"/>
                    <a:pt x="1231" y="492"/>
                    <a:pt x="1205" y="500"/>
                  </a:cubicBezTo>
                  <a:cubicBezTo>
                    <a:pt x="1179" y="507"/>
                    <a:pt x="1175" y="514"/>
                    <a:pt x="1148" y="548"/>
                  </a:cubicBezTo>
                  <a:cubicBezTo>
                    <a:pt x="1122" y="581"/>
                    <a:pt x="1070" y="629"/>
                    <a:pt x="1017" y="577"/>
                  </a:cubicBezTo>
                  <a:cubicBezTo>
                    <a:pt x="965" y="526"/>
                    <a:pt x="926" y="503"/>
                    <a:pt x="908" y="466"/>
                  </a:cubicBezTo>
                  <a:cubicBezTo>
                    <a:pt x="891" y="429"/>
                    <a:pt x="851" y="396"/>
                    <a:pt x="851" y="363"/>
                  </a:cubicBezTo>
                  <a:cubicBezTo>
                    <a:pt x="851" y="329"/>
                    <a:pt x="830" y="307"/>
                    <a:pt x="856" y="277"/>
                  </a:cubicBezTo>
                  <a:cubicBezTo>
                    <a:pt x="882" y="248"/>
                    <a:pt x="886" y="229"/>
                    <a:pt x="873" y="196"/>
                  </a:cubicBezTo>
                  <a:cubicBezTo>
                    <a:pt x="864" y="171"/>
                    <a:pt x="849" y="107"/>
                    <a:pt x="848" y="57"/>
                  </a:cubicBezTo>
                  <a:cubicBezTo>
                    <a:pt x="836" y="52"/>
                    <a:pt x="821" y="44"/>
                    <a:pt x="800" y="31"/>
                  </a:cubicBezTo>
                  <a:cubicBezTo>
                    <a:pt x="751" y="0"/>
                    <a:pt x="744" y="36"/>
                    <a:pt x="692" y="31"/>
                  </a:cubicBezTo>
                  <a:cubicBezTo>
                    <a:pt x="673" y="29"/>
                    <a:pt x="664" y="27"/>
                    <a:pt x="661" y="24"/>
                  </a:cubicBezTo>
                  <a:cubicBezTo>
                    <a:pt x="648" y="39"/>
                    <a:pt x="634" y="58"/>
                    <a:pt x="629" y="77"/>
                  </a:cubicBezTo>
                  <a:cubicBezTo>
                    <a:pt x="616" y="122"/>
                    <a:pt x="664" y="170"/>
                    <a:pt x="594" y="192"/>
                  </a:cubicBezTo>
                  <a:cubicBezTo>
                    <a:pt x="524" y="214"/>
                    <a:pt x="471" y="203"/>
                    <a:pt x="428" y="233"/>
                  </a:cubicBezTo>
                  <a:cubicBezTo>
                    <a:pt x="384" y="262"/>
                    <a:pt x="336" y="255"/>
                    <a:pt x="305" y="288"/>
                  </a:cubicBezTo>
                  <a:cubicBezTo>
                    <a:pt x="275" y="322"/>
                    <a:pt x="209" y="333"/>
                    <a:pt x="196" y="370"/>
                  </a:cubicBezTo>
                  <a:cubicBezTo>
                    <a:pt x="183" y="407"/>
                    <a:pt x="153" y="414"/>
                    <a:pt x="113" y="418"/>
                  </a:cubicBezTo>
                  <a:cubicBezTo>
                    <a:pt x="74" y="422"/>
                    <a:pt x="0" y="444"/>
                    <a:pt x="0" y="511"/>
                  </a:cubicBezTo>
                  <a:cubicBezTo>
                    <a:pt x="0" y="577"/>
                    <a:pt x="22" y="644"/>
                    <a:pt x="26" y="681"/>
                  </a:cubicBezTo>
                  <a:cubicBezTo>
                    <a:pt x="30" y="718"/>
                    <a:pt x="48" y="763"/>
                    <a:pt x="26" y="792"/>
                  </a:cubicBezTo>
                  <a:cubicBezTo>
                    <a:pt x="8" y="817"/>
                    <a:pt x="34" y="794"/>
                    <a:pt x="63" y="857"/>
                  </a:cubicBezTo>
                  <a:cubicBezTo>
                    <a:pt x="88" y="855"/>
                    <a:pt x="115" y="852"/>
                    <a:pt x="139" y="855"/>
                  </a:cubicBezTo>
                  <a:cubicBezTo>
                    <a:pt x="196" y="863"/>
                    <a:pt x="249" y="904"/>
                    <a:pt x="301" y="907"/>
                  </a:cubicBezTo>
                  <a:cubicBezTo>
                    <a:pt x="353" y="911"/>
                    <a:pt x="380" y="885"/>
                    <a:pt x="415" y="933"/>
                  </a:cubicBezTo>
                  <a:cubicBezTo>
                    <a:pt x="450" y="981"/>
                    <a:pt x="485" y="1015"/>
                    <a:pt x="528" y="1022"/>
                  </a:cubicBezTo>
                  <a:cubicBezTo>
                    <a:pt x="572" y="1030"/>
                    <a:pt x="563" y="1026"/>
                    <a:pt x="633" y="1000"/>
                  </a:cubicBezTo>
                  <a:cubicBezTo>
                    <a:pt x="703" y="974"/>
                    <a:pt x="712" y="937"/>
                    <a:pt x="777" y="948"/>
                  </a:cubicBezTo>
                  <a:cubicBezTo>
                    <a:pt x="843" y="959"/>
                    <a:pt x="930" y="996"/>
                    <a:pt x="956" y="967"/>
                  </a:cubicBezTo>
                  <a:cubicBezTo>
                    <a:pt x="983" y="937"/>
                    <a:pt x="991" y="896"/>
                    <a:pt x="1074" y="941"/>
                  </a:cubicBezTo>
                  <a:cubicBezTo>
                    <a:pt x="1157" y="985"/>
                    <a:pt x="1227" y="985"/>
                    <a:pt x="1231" y="1015"/>
                  </a:cubicBezTo>
                  <a:cubicBezTo>
                    <a:pt x="1236" y="1044"/>
                    <a:pt x="1249" y="1059"/>
                    <a:pt x="1293" y="1041"/>
                  </a:cubicBezTo>
                  <a:cubicBezTo>
                    <a:pt x="1336" y="1022"/>
                    <a:pt x="1389" y="978"/>
                    <a:pt x="1393" y="1019"/>
                  </a:cubicBezTo>
                  <a:cubicBezTo>
                    <a:pt x="1397" y="1059"/>
                    <a:pt x="1384" y="1126"/>
                    <a:pt x="1432" y="1145"/>
                  </a:cubicBezTo>
                  <a:cubicBezTo>
                    <a:pt x="1480" y="1163"/>
                    <a:pt x="1559" y="1182"/>
                    <a:pt x="1585" y="1211"/>
                  </a:cubicBezTo>
                  <a:cubicBezTo>
                    <a:pt x="1612" y="1241"/>
                    <a:pt x="1660" y="1319"/>
                    <a:pt x="1695" y="1311"/>
                  </a:cubicBezTo>
                  <a:cubicBezTo>
                    <a:pt x="1729" y="1304"/>
                    <a:pt x="1782" y="1241"/>
                    <a:pt x="1808" y="1293"/>
                  </a:cubicBezTo>
                  <a:cubicBezTo>
                    <a:pt x="1834" y="1345"/>
                    <a:pt x="1895" y="1360"/>
                    <a:pt x="1904" y="1389"/>
                  </a:cubicBezTo>
                  <a:cubicBezTo>
                    <a:pt x="1913" y="1419"/>
                    <a:pt x="1944" y="1448"/>
                    <a:pt x="1926" y="1471"/>
                  </a:cubicBezTo>
                  <a:cubicBezTo>
                    <a:pt x="1909" y="1493"/>
                    <a:pt x="1895" y="1497"/>
                    <a:pt x="1965" y="1523"/>
                  </a:cubicBezTo>
                  <a:cubicBezTo>
                    <a:pt x="1996" y="1541"/>
                    <a:pt x="1987" y="1567"/>
                    <a:pt x="1987" y="1586"/>
                  </a:cubicBezTo>
                  <a:cubicBezTo>
                    <a:pt x="1987" y="1604"/>
                    <a:pt x="1987" y="1612"/>
                    <a:pt x="2018" y="1638"/>
                  </a:cubicBezTo>
                  <a:cubicBezTo>
                    <a:pt x="2048" y="1663"/>
                    <a:pt x="2075" y="1701"/>
                    <a:pt x="2057" y="1741"/>
                  </a:cubicBezTo>
                  <a:cubicBezTo>
                    <a:pt x="2040" y="1782"/>
                    <a:pt x="2022" y="1797"/>
                    <a:pt x="2022" y="1812"/>
                  </a:cubicBezTo>
                  <a:cubicBezTo>
                    <a:pt x="2022" y="1827"/>
                    <a:pt x="2018" y="1878"/>
                    <a:pt x="1992" y="1860"/>
                  </a:cubicBezTo>
                  <a:cubicBezTo>
                    <a:pt x="1965" y="1841"/>
                    <a:pt x="1974" y="1808"/>
                    <a:pt x="1965" y="1841"/>
                  </a:cubicBezTo>
                  <a:cubicBezTo>
                    <a:pt x="1957" y="1875"/>
                    <a:pt x="1944" y="1886"/>
                    <a:pt x="1926" y="1882"/>
                  </a:cubicBezTo>
                  <a:cubicBezTo>
                    <a:pt x="1909" y="1878"/>
                    <a:pt x="1887" y="1912"/>
                    <a:pt x="1909" y="1930"/>
                  </a:cubicBezTo>
                  <a:cubicBezTo>
                    <a:pt x="1930" y="1949"/>
                    <a:pt x="1917" y="1971"/>
                    <a:pt x="1891" y="1997"/>
                  </a:cubicBezTo>
                  <a:cubicBezTo>
                    <a:pt x="1865" y="2023"/>
                    <a:pt x="1812" y="2001"/>
                    <a:pt x="1817" y="2049"/>
                  </a:cubicBezTo>
                  <a:cubicBezTo>
                    <a:pt x="1821" y="2097"/>
                    <a:pt x="1817" y="2123"/>
                    <a:pt x="1808" y="2156"/>
                  </a:cubicBezTo>
                  <a:cubicBezTo>
                    <a:pt x="1799" y="2190"/>
                    <a:pt x="1791" y="2208"/>
                    <a:pt x="1751" y="2197"/>
                  </a:cubicBezTo>
                  <a:cubicBezTo>
                    <a:pt x="1712" y="2186"/>
                    <a:pt x="1686" y="2201"/>
                    <a:pt x="1655" y="2168"/>
                  </a:cubicBezTo>
                  <a:cubicBezTo>
                    <a:pt x="1625" y="2134"/>
                    <a:pt x="1612" y="2093"/>
                    <a:pt x="1594" y="2138"/>
                  </a:cubicBezTo>
                  <a:cubicBezTo>
                    <a:pt x="1577" y="2182"/>
                    <a:pt x="1572" y="2223"/>
                    <a:pt x="1629" y="2231"/>
                  </a:cubicBezTo>
                  <a:cubicBezTo>
                    <a:pt x="1686" y="2238"/>
                    <a:pt x="1743" y="2223"/>
                    <a:pt x="1764" y="2256"/>
                  </a:cubicBezTo>
                  <a:cubicBezTo>
                    <a:pt x="1786" y="2290"/>
                    <a:pt x="1817" y="2312"/>
                    <a:pt x="1861" y="2316"/>
                  </a:cubicBezTo>
                  <a:cubicBezTo>
                    <a:pt x="1881" y="2317"/>
                    <a:pt x="1899" y="2315"/>
                    <a:pt x="1913" y="2315"/>
                  </a:cubicBezTo>
                  <a:cubicBezTo>
                    <a:pt x="1906" y="2294"/>
                    <a:pt x="1883" y="2274"/>
                    <a:pt x="1880" y="2258"/>
                  </a:cubicBezTo>
                  <a:cubicBezTo>
                    <a:pt x="1876" y="2238"/>
                    <a:pt x="1909" y="2229"/>
                    <a:pt x="1928" y="2229"/>
                  </a:cubicBezTo>
                  <a:cubicBezTo>
                    <a:pt x="1948" y="2229"/>
                    <a:pt x="1948" y="2223"/>
                    <a:pt x="1998" y="2201"/>
                  </a:cubicBezTo>
                  <a:cubicBezTo>
                    <a:pt x="2048" y="2179"/>
                    <a:pt x="2046" y="2188"/>
                    <a:pt x="2079" y="2193"/>
                  </a:cubicBezTo>
                  <a:cubicBezTo>
                    <a:pt x="2112" y="2199"/>
                    <a:pt x="2101" y="2262"/>
                    <a:pt x="2101" y="2284"/>
                  </a:cubicBezTo>
                  <a:cubicBezTo>
                    <a:pt x="2101" y="2307"/>
                    <a:pt x="2112" y="2305"/>
                    <a:pt x="2147" y="2308"/>
                  </a:cubicBezTo>
                  <a:cubicBezTo>
                    <a:pt x="2182" y="2312"/>
                    <a:pt x="2168" y="2336"/>
                    <a:pt x="2171" y="2351"/>
                  </a:cubicBezTo>
                  <a:cubicBezTo>
                    <a:pt x="2173" y="2366"/>
                    <a:pt x="2186" y="2364"/>
                    <a:pt x="2208" y="2381"/>
                  </a:cubicBezTo>
                  <a:cubicBezTo>
                    <a:pt x="2230" y="2397"/>
                    <a:pt x="2241" y="2414"/>
                    <a:pt x="2258" y="2427"/>
                  </a:cubicBezTo>
                  <a:cubicBezTo>
                    <a:pt x="2275" y="2440"/>
                    <a:pt x="2295" y="2434"/>
                    <a:pt x="2308" y="2418"/>
                  </a:cubicBezTo>
                  <a:cubicBezTo>
                    <a:pt x="2321" y="2401"/>
                    <a:pt x="2339" y="2392"/>
                    <a:pt x="2363" y="2407"/>
                  </a:cubicBezTo>
                  <a:cubicBezTo>
                    <a:pt x="2387" y="2421"/>
                    <a:pt x="2354" y="2434"/>
                    <a:pt x="2380" y="2455"/>
                  </a:cubicBezTo>
                  <a:cubicBezTo>
                    <a:pt x="2407" y="2475"/>
                    <a:pt x="2402" y="2503"/>
                    <a:pt x="2404" y="2523"/>
                  </a:cubicBezTo>
                  <a:cubicBezTo>
                    <a:pt x="2407" y="2544"/>
                    <a:pt x="2428" y="2547"/>
                    <a:pt x="2455" y="2564"/>
                  </a:cubicBezTo>
                  <a:cubicBezTo>
                    <a:pt x="2481" y="2581"/>
                    <a:pt x="2483" y="2562"/>
                    <a:pt x="2531" y="2581"/>
                  </a:cubicBezTo>
                  <a:cubicBezTo>
                    <a:pt x="2579" y="2599"/>
                    <a:pt x="2568" y="2588"/>
                    <a:pt x="2618" y="2572"/>
                  </a:cubicBezTo>
                  <a:cubicBezTo>
                    <a:pt x="2669" y="2555"/>
                    <a:pt x="2647" y="2516"/>
                    <a:pt x="2649" y="2499"/>
                  </a:cubicBezTo>
                  <a:cubicBezTo>
                    <a:pt x="2651" y="2486"/>
                    <a:pt x="2687" y="2489"/>
                    <a:pt x="2719" y="2491"/>
                  </a:cubicBezTo>
                  <a:cubicBezTo>
                    <a:pt x="2729" y="2478"/>
                    <a:pt x="2744" y="2462"/>
                    <a:pt x="2756" y="2455"/>
                  </a:cubicBezTo>
                  <a:cubicBezTo>
                    <a:pt x="2778" y="2442"/>
                    <a:pt x="2747" y="2429"/>
                    <a:pt x="2763" y="2412"/>
                  </a:cubicBezTo>
                  <a:cubicBezTo>
                    <a:pt x="2778" y="2395"/>
                    <a:pt x="2780" y="2388"/>
                    <a:pt x="2756" y="2381"/>
                  </a:cubicBezTo>
                  <a:cubicBezTo>
                    <a:pt x="2732" y="2373"/>
                    <a:pt x="2695" y="2362"/>
                    <a:pt x="2719" y="2349"/>
                  </a:cubicBezTo>
                  <a:cubicBezTo>
                    <a:pt x="2743" y="2336"/>
                    <a:pt x="2756" y="2318"/>
                    <a:pt x="2771" y="2321"/>
                  </a:cubicBezTo>
                  <a:cubicBezTo>
                    <a:pt x="2787" y="2325"/>
                    <a:pt x="2815" y="2338"/>
                    <a:pt x="2819" y="2325"/>
                  </a:cubicBezTo>
                  <a:cubicBezTo>
                    <a:pt x="2824" y="2312"/>
                    <a:pt x="2830" y="2297"/>
                    <a:pt x="2843" y="2308"/>
                  </a:cubicBezTo>
                  <a:cubicBezTo>
                    <a:pt x="2856" y="2319"/>
                    <a:pt x="2852" y="2331"/>
                    <a:pt x="2880" y="2329"/>
                  </a:cubicBezTo>
                  <a:cubicBezTo>
                    <a:pt x="2909" y="2327"/>
                    <a:pt x="2915" y="2312"/>
                    <a:pt x="2896" y="2297"/>
                  </a:cubicBezTo>
                  <a:cubicBezTo>
                    <a:pt x="2876" y="2282"/>
                    <a:pt x="2859" y="2288"/>
                    <a:pt x="2876" y="2271"/>
                  </a:cubicBezTo>
                  <a:cubicBezTo>
                    <a:pt x="2894" y="2255"/>
                    <a:pt x="2885" y="2245"/>
                    <a:pt x="2874" y="2238"/>
                  </a:cubicBezTo>
                  <a:cubicBezTo>
                    <a:pt x="2863" y="2231"/>
                    <a:pt x="2872" y="2229"/>
                    <a:pt x="2883" y="2212"/>
                  </a:cubicBezTo>
                  <a:cubicBezTo>
                    <a:pt x="2894" y="2195"/>
                    <a:pt x="2909" y="2195"/>
                    <a:pt x="2907" y="2173"/>
                  </a:cubicBezTo>
                  <a:cubicBezTo>
                    <a:pt x="2905" y="2151"/>
                    <a:pt x="2933" y="2134"/>
                    <a:pt x="2918" y="2119"/>
                  </a:cubicBezTo>
                  <a:cubicBezTo>
                    <a:pt x="2902" y="2105"/>
                    <a:pt x="2894" y="2084"/>
                    <a:pt x="2874" y="2088"/>
                  </a:cubicBezTo>
                  <a:cubicBezTo>
                    <a:pt x="2854" y="2092"/>
                    <a:pt x="2835" y="2092"/>
                    <a:pt x="2837" y="2077"/>
                  </a:cubicBezTo>
                  <a:cubicBezTo>
                    <a:pt x="2839" y="2062"/>
                    <a:pt x="2852" y="2042"/>
                    <a:pt x="2870" y="2034"/>
                  </a:cubicBezTo>
                  <a:cubicBezTo>
                    <a:pt x="2887" y="2027"/>
                    <a:pt x="2889" y="2012"/>
                    <a:pt x="2878" y="1995"/>
                  </a:cubicBezTo>
                  <a:cubicBezTo>
                    <a:pt x="2867" y="1979"/>
                    <a:pt x="2856" y="1943"/>
                    <a:pt x="2900" y="1940"/>
                  </a:cubicBezTo>
                  <a:cubicBezTo>
                    <a:pt x="2944" y="1936"/>
                    <a:pt x="2974" y="1927"/>
                    <a:pt x="2983" y="1945"/>
                  </a:cubicBezTo>
                  <a:cubicBezTo>
                    <a:pt x="2992" y="1964"/>
                    <a:pt x="3018" y="1986"/>
                    <a:pt x="3051" y="1982"/>
                  </a:cubicBezTo>
                  <a:cubicBezTo>
                    <a:pt x="3084" y="1979"/>
                    <a:pt x="3088" y="1966"/>
                    <a:pt x="3114" y="1966"/>
                  </a:cubicBezTo>
                  <a:cubicBezTo>
                    <a:pt x="3140" y="1966"/>
                    <a:pt x="3167" y="1986"/>
                    <a:pt x="3167" y="1953"/>
                  </a:cubicBezTo>
                  <a:cubicBezTo>
                    <a:pt x="3167" y="1919"/>
                    <a:pt x="3127" y="1901"/>
                    <a:pt x="3156" y="1893"/>
                  </a:cubicBezTo>
                  <a:cubicBezTo>
                    <a:pt x="3184" y="1886"/>
                    <a:pt x="3186" y="1873"/>
                    <a:pt x="3204" y="1884"/>
                  </a:cubicBezTo>
                  <a:cubicBezTo>
                    <a:pt x="3221" y="1895"/>
                    <a:pt x="3226" y="1897"/>
                    <a:pt x="3232" y="1884"/>
                  </a:cubicBezTo>
                  <a:cubicBezTo>
                    <a:pt x="3239" y="1871"/>
                    <a:pt x="3232" y="1873"/>
                    <a:pt x="3258" y="1877"/>
                  </a:cubicBezTo>
                  <a:cubicBezTo>
                    <a:pt x="3285" y="1880"/>
                    <a:pt x="3350" y="1878"/>
                    <a:pt x="3357" y="1852"/>
                  </a:cubicBezTo>
                  <a:cubicBezTo>
                    <a:pt x="3363" y="1827"/>
                    <a:pt x="3357" y="1817"/>
                    <a:pt x="3337" y="1795"/>
                  </a:cubicBezTo>
                  <a:cubicBezTo>
                    <a:pt x="3317" y="1773"/>
                    <a:pt x="3298" y="1751"/>
                    <a:pt x="3319" y="1723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19" name="Freeform 21"/>
            <p:cNvSpPr>
              <a:spLocks/>
            </p:cNvSpPr>
            <p:nvPr/>
          </p:nvSpPr>
          <p:spPr bwMode="auto">
            <a:xfrm>
              <a:off x="3110" y="1852"/>
              <a:ext cx="303" cy="480"/>
            </a:xfrm>
            <a:custGeom>
              <a:avLst/>
              <a:gdLst>
                <a:gd name="T0" fmla="*/ 31 w 655"/>
                <a:gd name="T1" fmla="*/ 565 h 1036"/>
                <a:gd name="T2" fmla="*/ 68 w 655"/>
                <a:gd name="T3" fmla="*/ 595 h 1036"/>
                <a:gd name="T4" fmla="*/ 125 w 655"/>
                <a:gd name="T5" fmla="*/ 636 h 1036"/>
                <a:gd name="T6" fmla="*/ 156 w 655"/>
                <a:gd name="T7" fmla="*/ 734 h 1036"/>
                <a:gd name="T8" fmla="*/ 190 w 655"/>
                <a:gd name="T9" fmla="*/ 832 h 1036"/>
                <a:gd name="T10" fmla="*/ 180 w 655"/>
                <a:gd name="T11" fmla="*/ 901 h 1036"/>
                <a:gd name="T12" fmla="*/ 234 w 655"/>
                <a:gd name="T13" fmla="*/ 934 h 1036"/>
                <a:gd name="T14" fmla="*/ 287 w 655"/>
                <a:gd name="T15" fmla="*/ 960 h 1036"/>
                <a:gd name="T16" fmla="*/ 346 w 655"/>
                <a:gd name="T17" fmla="*/ 1003 h 1036"/>
                <a:gd name="T18" fmla="*/ 387 w 655"/>
                <a:gd name="T19" fmla="*/ 1023 h 1036"/>
                <a:gd name="T20" fmla="*/ 426 w 655"/>
                <a:gd name="T21" fmla="*/ 1018 h 1036"/>
                <a:gd name="T22" fmla="*/ 444 w 655"/>
                <a:gd name="T23" fmla="*/ 990 h 1036"/>
                <a:gd name="T24" fmla="*/ 446 w 655"/>
                <a:gd name="T25" fmla="*/ 958 h 1036"/>
                <a:gd name="T26" fmla="*/ 453 w 655"/>
                <a:gd name="T27" fmla="*/ 921 h 1036"/>
                <a:gd name="T28" fmla="*/ 531 w 655"/>
                <a:gd name="T29" fmla="*/ 919 h 1036"/>
                <a:gd name="T30" fmla="*/ 540 w 655"/>
                <a:gd name="T31" fmla="*/ 855 h 1036"/>
                <a:gd name="T32" fmla="*/ 503 w 655"/>
                <a:gd name="T33" fmla="*/ 806 h 1036"/>
                <a:gd name="T34" fmla="*/ 429 w 655"/>
                <a:gd name="T35" fmla="*/ 769 h 1036"/>
                <a:gd name="T36" fmla="*/ 433 w 655"/>
                <a:gd name="T37" fmla="*/ 697 h 1036"/>
                <a:gd name="T38" fmla="*/ 457 w 655"/>
                <a:gd name="T39" fmla="*/ 654 h 1036"/>
                <a:gd name="T40" fmla="*/ 457 w 655"/>
                <a:gd name="T41" fmla="*/ 573 h 1036"/>
                <a:gd name="T42" fmla="*/ 488 w 655"/>
                <a:gd name="T43" fmla="*/ 564 h 1036"/>
                <a:gd name="T44" fmla="*/ 555 w 655"/>
                <a:gd name="T45" fmla="*/ 571 h 1036"/>
                <a:gd name="T46" fmla="*/ 607 w 655"/>
                <a:gd name="T47" fmla="*/ 567 h 1036"/>
                <a:gd name="T48" fmla="*/ 601 w 655"/>
                <a:gd name="T49" fmla="*/ 543 h 1036"/>
                <a:gd name="T50" fmla="*/ 592 w 655"/>
                <a:gd name="T51" fmla="*/ 493 h 1036"/>
                <a:gd name="T52" fmla="*/ 612 w 655"/>
                <a:gd name="T53" fmla="*/ 443 h 1036"/>
                <a:gd name="T54" fmla="*/ 655 w 655"/>
                <a:gd name="T55" fmla="*/ 399 h 1036"/>
                <a:gd name="T56" fmla="*/ 579 w 655"/>
                <a:gd name="T57" fmla="*/ 330 h 1036"/>
                <a:gd name="T58" fmla="*/ 453 w 655"/>
                <a:gd name="T59" fmla="*/ 308 h 1036"/>
                <a:gd name="T60" fmla="*/ 435 w 655"/>
                <a:gd name="T61" fmla="*/ 197 h 1036"/>
                <a:gd name="T62" fmla="*/ 501 w 655"/>
                <a:gd name="T63" fmla="*/ 126 h 1036"/>
                <a:gd name="T64" fmla="*/ 474 w 655"/>
                <a:gd name="T65" fmla="*/ 52 h 1036"/>
                <a:gd name="T66" fmla="*/ 413 w 655"/>
                <a:gd name="T67" fmla="*/ 19 h 1036"/>
                <a:gd name="T68" fmla="*/ 326 w 655"/>
                <a:gd name="T69" fmla="*/ 71 h 1036"/>
                <a:gd name="T70" fmla="*/ 269 w 655"/>
                <a:gd name="T71" fmla="*/ 152 h 1036"/>
                <a:gd name="T72" fmla="*/ 269 w 655"/>
                <a:gd name="T73" fmla="*/ 260 h 1036"/>
                <a:gd name="T74" fmla="*/ 243 w 655"/>
                <a:gd name="T75" fmla="*/ 345 h 1036"/>
                <a:gd name="T76" fmla="*/ 230 w 655"/>
                <a:gd name="T77" fmla="*/ 426 h 1036"/>
                <a:gd name="T78" fmla="*/ 121 w 655"/>
                <a:gd name="T79" fmla="*/ 430 h 1036"/>
                <a:gd name="T80" fmla="*/ 1 w 655"/>
                <a:gd name="T81" fmla="*/ 495 h 1036"/>
                <a:gd name="T82" fmla="*/ 7 w 655"/>
                <a:gd name="T83" fmla="*/ 521 h 1036"/>
                <a:gd name="T84" fmla="*/ 31 w 655"/>
                <a:gd name="T85" fmla="*/ 56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55" h="1036">
                  <a:moveTo>
                    <a:pt x="31" y="565"/>
                  </a:moveTo>
                  <a:cubicBezTo>
                    <a:pt x="62" y="577"/>
                    <a:pt x="64" y="582"/>
                    <a:pt x="68" y="595"/>
                  </a:cubicBezTo>
                  <a:cubicBezTo>
                    <a:pt x="73" y="608"/>
                    <a:pt x="118" y="599"/>
                    <a:pt x="125" y="636"/>
                  </a:cubicBezTo>
                  <a:cubicBezTo>
                    <a:pt x="132" y="673"/>
                    <a:pt x="134" y="704"/>
                    <a:pt x="156" y="734"/>
                  </a:cubicBezTo>
                  <a:cubicBezTo>
                    <a:pt x="177" y="764"/>
                    <a:pt x="206" y="786"/>
                    <a:pt x="190" y="832"/>
                  </a:cubicBezTo>
                  <a:cubicBezTo>
                    <a:pt x="175" y="879"/>
                    <a:pt x="147" y="877"/>
                    <a:pt x="180" y="901"/>
                  </a:cubicBezTo>
                  <a:cubicBezTo>
                    <a:pt x="212" y="925"/>
                    <a:pt x="210" y="934"/>
                    <a:pt x="234" y="934"/>
                  </a:cubicBezTo>
                  <a:cubicBezTo>
                    <a:pt x="258" y="934"/>
                    <a:pt x="280" y="929"/>
                    <a:pt x="287" y="960"/>
                  </a:cubicBezTo>
                  <a:cubicBezTo>
                    <a:pt x="293" y="992"/>
                    <a:pt x="295" y="1008"/>
                    <a:pt x="346" y="1003"/>
                  </a:cubicBezTo>
                  <a:cubicBezTo>
                    <a:pt x="365" y="1003"/>
                    <a:pt x="380" y="1010"/>
                    <a:pt x="387" y="1023"/>
                  </a:cubicBezTo>
                  <a:cubicBezTo>
                    <a:pt x="394" y="1036"/>
                    <a:pt x="402" y="1032"/>
                    <a:pt x="426" y="1018"/>
                  </a:cubicBezTo>
                  <a:cubicBezTo>
                    <a:pt x="450" y="1003"/>
                    <a:pt x="466" y="1003"/>
                    <a:pt x="444" y="990"/>
                  </a:cubicBezTo>
                  <a:cubicBezTo>
                    <a:pt x="422" y="977"/>
                    <a:pt x="444" y="968"/>
                    <a:pt x="446" y="958"/>
                  </a:cubicBezTo>
                  <a:cubicBezTo>
                    <a:pt x="448" y="949"/>
                    <a:pt x="420" y="908"/>
                    <a:pt x="453" y="921"/>
                  </a:cubicBezTo>
                  <a:cubicBezTo>
                    <a:pt x="485" y="934"/>
                    <a:pt x="518" y="949"/>
                    <a:pt x="531" y="919"/>
                  </a:cubicBezTo>
                  <a:cubicBezTo>
                    <a:pt x="544" y="890"/>
                    <a:pt x="533" y="873"/>
                    <a:pt x="540" y="855"/>
                  </a:cubicBezTo>
                  <a:cubicBezTo>
                    <a:pt x="546" y="836"/>
                    <a:pt x="536" y="817"/>
                    <a:pt x="503" y="806"/>
                  </a:cubicBezTo>
                  <a:cubicBezTo>
                    <a:pt x="470" y="795"/>
                    <a:pt x="426" y="816"/>
                    <a:pt x="429" y="769"/>
                  </a:cubicBezTo>
                  <a:cubicBezTo>
                    <a:pt x="431" y="723"/>
                    <a:pt x="415" y="710"/>
                    <a:pt x="433" y="697"/>
                  </a:cubicBezTo>
                  <a:cubicBezTo>
                    <a:pt x="450" y="684"/>
                    <a:pt x="461" y="684"/>
                    <a:pt x="457" y="654"/>
                  </a:cubicBezTo>
                  <a:cubicBezTo>
                    <a:pt x="453" y="625"/>
                    <a:pt x="446" y="588"/>
                    <a:pt x="457" y="573"/>
                  </a:cubicBezTo>
                  <a:cubicBezTo>
                    <a:pt x="468" y="558"/>
                    <a:pt x="474" y="549"/>
                    <a:pt x="488" y="564"/>
                  </a:cubicBezTo>
                  <a:cubicBezTo>
                    <a:pt x="501" y="578"/>
                    <a:pt x="507" y="571"/>
                    <a:pt x="555" y="571"/>
                  </a:cubicBezTo>
                  <a:cubicBezTo>
                    <a:pt x="573" y="571"/>
                    <a:pt x="592" y="569"/>
                    <a:pt x="607" y="567"/>
                  </a:cubicBezTo>
                  <a:cubicBezTo>
                    <a:pt x="609" y="560"/>
                    <a:pt x="608" y="553"/>
                    <a:pt x="601" y="543"/>
                  </a:cubicBezTo>
                  <a:cubicBezTo>
                    <a:pt x="584" y="521"/>
                    <a:pt x="584" y="515"/>
                    <a:pt x="592" y="493"/>
                  </a:cubicBezTo>
                  <a:cubicBezTo>
                    <a:pt x="601" y="471"/>
                    <a:pt x="588" y="460"/>
                    <a:pt x="612" y="443"/>
                  </a:cubicBezTo>
                  <a:cubicBezTo>
                    <a:pt x="630" y="430"/>
                    <a:pt x="642" y="417"/>
                    <a:pt x="655" y="399"/>
                  </a:cubicBezTo>
                  <a:cubicBezTo>
                    <a:pt x="639" y="390"/>
                    <a:pt x="645" y="350"/>
                    <a:pt x="579" y="330"/>
                  </a:cubicBezTo>
                  <a:cubicBezTo>
                    <a:pt x="505" y="308"/>
                    <a:pt x="492" y="334"/>
                    <a:pt x="453" y="308"/>
                  </a:cubicBezTo>
                  <a:cubicBezTo>
                    <a:pt x="413" y="282"/>
                    <a:pt x="409" y="223"/>
                    <a:pt x="435" y="197"/>
                  </a:cubicBezTo>
                  <a:cubicBezTo>
                    <a:pt x="461" y="171"/>
                    <a:pt x="488" y="156"/>
                    <a:pt x="501" y="126"/>
                  </a:cubicBezTo>
                  <a:cubicBezTo>
                    <a:pt x="514" y="97"/>
                    <a:pt x="492" y="67"/>
                    <a:pt x="474" y="52"/>
                  </a:cubicBezTo>
                  <a:cubicBezTo>
                    <a:pt x="457" y="37"/>
                    <a:pt x="439" y="0"/>
                    <a:pt x="413" y="19"/>
                  </a:cubicBezTo>
                  <a:cubicBezTo>
                    <a:pt x="387" y="37"/>
                    <a:pt x="352" y="34"/>
                    <a:pt x="326" y="71"/>
                  </a:cubicBezTo>
                  <a:cubicBezTo>
                    <a:pt x="300" y="108"/>
                    <a:pt x="265" y="119"/>
                    <a:pt x="269" y="152"/>
                  </a:cubicBezTo>
                  <a:cubicBezTo>
                    <a:pt x="273" y="185"/>
                    <a:pt x="295" y="234"/>
                    <a:pt x="269" y="260"/>
                  </a:cubicBezTo>
                  <a:cubicBezTo>
                    <a:pt x="243" y="286"/>
                    <a:pt x="221" y="334"/>
                    <a:pt x="243" y="345"/>
                  </a:cubicBezTo>
                  <a:cubicBezTo>
                    <a:pt x="265" y="356"/>
                    <a:pt x="282" y="423"/>
                    <a:pt x="230" y="426"/>
                  </a:cubicBezTo>
                  <a:cubicBezTo>
                    <a:pt x="177" y="430"/>
                    <a:pt x="138" y="397"/>
                    <a:pt x="121" y="430"/>
                  </a:cubicBezTo>
                  <a:cubicBezTo>
                    <a:pt x="104" y="462"/>
                    <a:pt x="51" y="504"/>
                    <a:pt x="1" y="495"/>
                  </a:cubicBezTo>
                  <a:cubicBezTo>
                    <a:pt x="4" y="503"/>
                    <a:pt x="6" y="512"/>
                    <a:pt x="7" y="521"/>
                  </a:cubicBezTo>
                  <a:cubicBezTo>
                    <a:pt x="9" y="552"/>
                    <a:pt x="0" y="554"/>
                    <a:pt x="31" y="565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0" name="Freeform 22"/>
            <p:cNvSpPr>
              <a:spLocks/>
            </p:cNvSpPr>
            <p:nvPr/>
          </p:nvSpPr>
          <p:spPr bwMode="auto">
            <a:xfrm>
              <a:off x="4177" y="2831"/>
              <a:ext cx="568" cy="690"/>
            </a:xfrm>
            <a:custGeom>
              <a:avLst/>
              <a:gdLst>
                <a:gd name="T0" fmla="*/ 1135 w 1227"/>
                <a:gd name="T1" fmla="*/ 248 h 1490"/>
                <a:gd name="T2" fmla="*/ 1085 w 1227"/>
                <a:gd name="T3" fmla="*/ 118 h 1490"/>
                <a:gd name="T4" fmla="*/ 919 w 1227"/>
                <a:gd name="T5" fmla="*/ 94 h 1490"/>
                <a:gd name="T6" fmla="*/ 784 w 1227"/>
                <a:gd name="T7" fmla="*/ 102 h 1490"/>
                <a:gd name="T8" fmla="*/ 723 w 1227"/>
                <a:gd name="T9" fmla="*/ 89 h 1490"/>
                <a:gd name="T10" fmla="*/ 696 w 1227"/>
                <a:gd name="T11" fmla="*/ 17 h 1490"/>
                <a:gd name="T12" fmla="*/ 578 w 1227"/>
                <a:gd name="T13" fmla="*/ 92 h 1490"/>
                <a:gd name="T14" fmla="*/ 504 w 1227"/>
                <a:gd name="T15" fmla="*/ 120 h 1490"/>
                <a:gd name="T16" fmla="*/ 408 w 1227"/>
                <a:gd name="T17" fmla="*/ 126 h 1490"/>
                <a:gd name="T18" fmla="*/ 319 w 1227"/>
                <a:gd name="T19" fmla="*/ 181 h 1490"/>
                <a:gd name="T20" fmla="*/ 161 w 1227"/>
                <a:gd name="T21" fmla="*/ 257 h 1490"/>
                <a:gd name="T22" fmla="*/ 87 w 1227"/>
                <a:gd name="T23" fmla="*/ 307 h 1490"/>
                <a:gd name="T24" fmla="*/ 83 w 1227"/>
                <a:gd name="T25" fmla="*/ 363 h 1490"/>
                <a:gd name="T26" fmla="*/ 144 w 1227"/>
                <a:gd name="T27" fmla="*/ 537 h 1490"/>
                <a:gd name="T28" fmla="*/ 48 w 1227"/>
                <a:gd name="T29" fmla="*/ 771 h 1490"/>
                <a:gd name="T30" fmla="*/ 109 w 1227"/>
                <a:gd name="T31" fmla="*/ 912 h 1490"/>
                <a:gd name="T32" fmla="*/ 218 w 1227"/>
                <a:gd name="T33" fmla="*/ 1041 h 1490"/>
                <a:gd name="T34" fmla="*/ 170 w 1227"/>
                <a:gd name="T35" fmla="*/ 1186 h 1490"/>
                <a:gd name="T36" fmla="*/ 305 w 1227"/>
                <a:gd name="T37" fmla="*/ 1267 h 1490"/>
                <a:gd name="T38" fmla="*/ 388 w 1227"/>
                <a:gd name="T39" fmla="*/ 1304 h 1490"/>
                <a:gd name="T40" fmla="*/ 305 w 1227"/>
                <a:gd name="T41" fmla="*/ 1460 h 1490"/>
                <a:gd name="T42" fmla="*/ 563 w 1227"/>
                <a:gd name="T43" fmla="*/ 1379 h 1490"/>
                <a:gd name="T44" fmla="*/ 685 w 1227"/>
                <a:gd name="T45" fmla="*/ 1327 h 1490"/>
                <a:gd name="T46" fmla="*/ 681 w 1227"/>
                <a:gd name="T47" fmla="*/ 1269 h 1490"/>
                <a:gd name="T48" fmla="*/ 716 w 1227"/>
                <a:gd name="T49" fmla="*/ 1130 h 1490"/>
                <a:gd name="T50" fmla="*/ 779 w 1227"/>
                <a:gd name="T51" fmla="*/ 1045 h 1490"/>
                <a:gd name="T52" fmla="*/ 782 w 1227"/>
                <a:gd name="T53" fmla="*/ 951 h 1490"/>
                <a:gd name="T54" fmla="*/ 793 w 1227"/>
                <a:gd name="T55" fmla="*/ 795 h 1490"/>
                <a:gd name="T56" fmla="*/ 910 w 1227"/>
                <a:gd name="T57" fmla="*/ 635 h 1490"/>
                <a:gd name="T58" fmla="*/ 978 w 1227"/>
                <a:gd name="T59" fmla="*/ 528 h 1490"/>
                <a:gd name="T60" fmla="*/ 1072 w 1227"/>
                <a:gd name="T61" fmla="*/ 504 h 1490"/>
                <a:gd name="T62" fmla="*/ 1177 w 1227"/>
                <a:gd name="T63" fmla="*/ 448 h 1490"/>
                <a:gd name="T64" fmla="*/ 1201 w 1227"/>
                <a:gd name="T65" fmla="*/ 346 h 1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27" h="1490">
                  <a:moveTo>
                    <a:pt x="1201" y="346"/>
                  </a:moveTo>
                  <a:cubicBezTo>
                    <a:pt x="1175" y="313"/>
                    <a:pt x="1183" y="270"/>
                    <a:pt x="1135" y="248"/>
                  </a:cubicBezTo>
                  <a:cubicBezTo>
                    <a:pt x="1087" y="226"/>
                    <a:pt x="1044" y="217"/>
                    <a:pt x="1050" y="193"/>
                  </a:cubicBezTo>
                  <a:cubicBezTo>
                    <a:pt x="1057" y="168"/>
                    <a:pt x="1116" y="135"/>
                    <a:pt x="1085" y="118"/>
                  </a:cubicBezTo>
                  <a:cubicBezTo>
                    <a:pt x="1055" y="102"/>
                    <a:pt x="1059" y="85"/>
                    <a:pt x="1028" y="92"/>
                  </a:cubicBezTo>
                  <a:cubicBezTo>
                    <a:pt x="998" y="100"/>
                    <a:pt x="950" y="113"/>
                    <a:pt x="919" y="94"/>
                  </a:cubicBezTo>
                  <a:cubicBezTo>
                    <a:pt x="889" y="76"/>
                    <a:pt x="878" y="20"/>
                    <a:pt x="838" y="48"/>
                  </a:cubicBezTo>
                  <a:cubicBezTo>
                    <a:pt x="799" y="76"/>
                    <a:pt x="806" y="80"/>
                    <a:pt x="784" y="102"/>
                  </a:cubicBezTo>
                  <a:cubicBezTo>
                    <a:pt x="762" y="124"/>
                    <a:pt x="744" y="154"/>
                    <a:pt x="718" y="130"/>
                  </a:cubicBezTo>
                  <a:cubicBezTo>
                    <a:pt x="692" y="105"/>
                    <a:pt x="707" y="100"/>
                    <a:pt x="723" y="89"/>
                  </a:cubicBezTo>
                  <a:cubicBezTo>
                    <a:pt x="738" y="78"/>
                    <a:pt x="758" y="63"/>
                    <a:pt x="747" y="44"/>
                  </a:cubicBezTo>
                  <a:cubicBezTo>
                    <a:pt x="736" y="26"/>
                    <a:pt x="714" y="0"/>
                    <a:pt x="696" y="17"/>
                  </a:cubicBezTo>
                  <a:cubicBezTo>
                    <a:pt x="679" y="33"/>
                    <a:pt x="668" y="61"/>
                    <a:pt x="644" y="72"/>
                  </a:cubicBezTo>
                  <a:cubicBezTo>
                    <a:pt x="621" y="83"/>
                    <a:pt x="597" y="108"/>
                    <a:pt x="578" y="92"/>
                  </a:cubicBezTo>
                  <a:cubicBezTo>
                    <a:pt x="571" y="100"/>
                    <a:pt x="563" y="106"/>
                    <a:pt x="554" y="113"/>
                  </a:cubicBezTo>
                  <a:cubicBezTo>
                    <a:pt x="537" y="128"/>
                    <a:pt x="515" y="135"/>
                    <a:pt x="504" y="120"/>
                  </a:cubicBezTo>
                  <a:cubicBezTo>
                    <a:pt x="493" y="105"/>
                    <a:pt x="482" y="102"/>
                    <a:pt x="447" y="102"/>
                  </a:cubicBezTo>
                  <a:cubicBezTo>
                    <a:pt x="412" y="102"/>
                    <a:pt x="410" y="105"/>
                    <a:pt x="408" y="126"/>
                  </a:cubicBezTo>
                  <a:cubicBezTo>
                    <a:pt x="406" y="146"/>
                    <a:pt x="393" y="157"/>
                    <a:pt x="354" y="157"/>
                  </a:cubicBezTo>
                  <a:cubicBezTo>
                    <a:pt x="314" y="157"/>
                    <a:pt x="332" y="165"/>
                    <a:pt x="319" y="181"/>
                  </a:cubicBezTo>
                  <a:cubicBezTo>
                    <a:pt x="305" y="198"/>
                    <a:pt x="286" y="219"/>
                    <a:pt x="244" y="241"/>
                  </a:cubicBezTo>
                  <a:cubicBezTo>
                    <a:pt x="203" y="263"/>
                    <a:pt x="190" y="259"/>
                    <a:pt x="161" y="257"/>
                  </a:cubicBezTo>
                  <a:cubicBezTo>
                    <a:pt x="133" y="256"/>
                    <a:pt x="135" y="269"/>
                    <a:pt x="131" y="280"/>
                  </a:cubicBezTo>
                  <a:cubicBezTo>
                    <a:pt x="126" y="291"/>
                    <a:pt x="122" y="300"/>
                    <a:pt x="87" y="307"/>
                  </a:cubicBezTo>
                  <a:cubicBezTo>
                    <a:pt x="67" y="312"/>
                    <a:pt x="54" y="333"/>
                    <a:pt x="46" y="350"/>
                  </a:cubicBezTo>
                  <a:cubicBezTo>
                    <a:pt x="60" y="353"/>
                    <a:pt x="74" y="356"/>
                    <a:pt x="83" y="363"/>
                  </a:cubicBezTo>
                  <a:cubicBezTo>
                    <a:pt x="109" y="385"/>
                    <a:pt x="122" y="415"/>
                    <a:pt x="113" y="433"/>
                  </a:cubicBezTo>
                  <a:cubicBezTo>
                    <a:pt x="105" y="452"/>
                    <a:pt x="148" y="489"/>
                    <a:pt x="144" y="537"/>
                  </a:cubicBezTo>
                  <a:cubicBezTo>
                    <a:pt x="139" y="585"/>
                    <a:pt x="87" y="611"/>
                    <a:pt x="43" y="648"/>
                  </a:cubicBezTo>
                  <a:cubicBezTo>
                    <a:pt x="0" y="686"/>
                    <a:pt x="17" y="730"/>
                    <a:pt x="48" y="771"/>
                  </a:cubicBezTo>
                  <a:cubicBezTo>
                    <a:pt x="78" y="812"/>
                    <a:pt x="96" y="800"/>
                    <a:pt x="96" y="834"/>
                  </a:cubicBezTo>
                  <a:cubicBezTo>
                    <a:pt x="96" y="867"/>
                    <a:pt x="109" y="875"/>
                    <a:pt x="109" y="912"/>
                  </a:cubicBezTo>
                  <a:cubicBezTo>
                    <a:pt x="109" y="949"/>
                    <a:pt x="153" y="952"/>
                    <a:pt x="174" y="975"/>
                  </a:cubicBezTo>
                  <a:cubicBezTo>
                    <a:pt x="196" y="997"/>
                    <a:pt x="192" y="1019"/>
                    <a:pt x="218" y="1041"/>
                  </a:cubicBezTo>
                  <a:cubicBezTo>
                    <a:pt x="244" y="1064"/>
                    <a:pt x="240" y="1060"/>
                    <a:pt x="192" y="1093"/>
                  </a:cubicBezTo>
                  <a:cubicBezTo>
                    <a:pt x="144" y="1127"/>
                    <a:pt x="174" y="1145"/>
                    <a:pt x="170" y="1186"/>
                  </a:cubicBezTo>
                  <a:cubicBezTo>
                    <a:pt x="166" y="1227"/>
                    <a:pt x="196" y="1253"/>
                    <a:pt x="209" y="1275"/>
                  </a:cubicBezTo>
                  <a:cubicBezTo>
                    <a:pt x="222" y="1297"/>
                    <a:pt x="266" y="1290"/>
                    <a:pt x="305" y="1267"/>
                  </a:cubicBezTo>
                  <a:cubicBezTo>
                    <a:pt x="345" y="1245"/>
                    <a:pt x="349" y="1245"/>
                    <a:pt x="367" y="1256"/>
                  </a:cubicBezTo>
                  <a:cubicBezTo>
                    <a:pt x="384" y="1267"/>
                    <a:pt x="393" y="1282"/>
                    <a:pt x="388" y="1304"/>
                  </a:cubicBezTo>
                  <a:cubicBezTo>
                    <a:pt x="384" y="1327"/>
                    <a:pt x="358" y="1345"/>
                    <a:pt x="310" y="1371"/>
                  </a:cubicBezTo>
                  <a:cubicBezTo>
                    <a:pt x="262" y="1397"/>
                    <a:pt x="271" y="1431"/>
                    <a:pt x="305" y="1460"/>
                  </a:cubicBezTo>
                  <a:cubicBezTo>
                    <a:pt x="340" y="1490"/>
                    <a:pt x="388" y="1464"/>
                    <a:pt x="432" y="1431"/>
                  </a:cubicBezTo>
                  <a:cubicBezTo>
                    <a:pt x="476" y="1397"/>
                    <a:pt x="528" y="1408"/>
                    <a:pt x="563" y="1379"/>
                  </a:cubicBezTo>
                  <a:cubicBezTo>
                    <a:pt x="598" y="1349"/>
                    <a:pt x="629" y="1405"/>
                    <a:pt x="664" y="1419"/>
                  </a:cubicBezTo>
                  <a:cubicBezTo>
                    <a:pt x="699" y="1434"/>
                    <a:pt x="672" y="1356"/>
                    <a:pt x="685" y="1327"/>
                  </a:cubicBezTo>
                  <a:cubicBezTo>
                    <a:pt x="688" y="1322"/>
                    <a:pt x="692" y="1319"/>
                    <a:pt x="697" y="1317"/>
                  </a:cubicBezTo>
                  <a:cubicBezTo>
                    <a:pt x="687" y="1301"/>
                    <a:pt x="676" y="1281"/>
                    <a:pt x="681" y="1269"/>
                  </a:cubicBezTo>
                  <a:cubicBezTo>
                    <a:pt x="690" y="1249"/>
                    <a:pt x="703" y="1236"/>
                    <a:pt x="705" y="1212"/>
                  </a:cubicBezTo>
                  <a:cubicBezTo>
                    <a:pt x="707" y="1188"/>
                    <a:pt x="699" y="1151"/>
                    <a:pt x="716" y="1130"/>
                  </a:cubicBezTo>
                  <a:cubicBezTo>
                    <a:pt x="734" y="1110"/>
                    <a:pt x="734" y="1097"/>
                    <a:pt x="742" y="1082"/>
                  </a:cubicBezTo>
                  <a:cubicBezTo>
                    <a:pt x="751" y="1067"/>
                    <a:pt x="764" y="1062"/>
                    <a:pt x="779" y="1045"/>
                  </a:cubicBezTo>
                  <a:cubicBezTo>
                    <a:pt x="795" y="1028"/>
                    <a:pt x="793" y="1030"/>
                    <a:pt x="786" y="1006"/>
                  </a:cubicBezTo>
                  <a:cubicBezTo>
                    <a:pt x="779" y="982"/>
                    <a:pt x="760" y="967"/>
                    <a:pt x="782" y="951"/>
                  </a:cubicBezTo>
                  <a:cubicBezTo>
                    <a:pt x="803" y="934"/>
                    <a:pt x="834" y="921"/>
                    <a:pt x="801" y="891"/>
                  </a:cubicBezTo>
                  <a:cubicBezTo>
                    <a:pt x="768" y="862"/>
                    <a:pt x="768" y="808"/>
                    <a:pt x="793" y="795"/>
                  </a:cubicBezTo>
                  <a:cubicBezTo>
                    <a:pt x="817" y="782"/>
                    <a:pt x="871" y="789"/>
                    <a:pt x="893" y="743"/>
                  </a:cubicBezTo>
                  <a:cubicBezTo>
                    <a:pt x="915" y="697"/>
                    <a:pt x="921" y="678"/>
                    <a:pt x="910" y="635"/>
                  </a:cubicBezTo>
                  <a:cubicBezTo>
                    <a:pt x="900" y="593"/>
                    <a:pt x="891" y="569"/>
                    <a:pt x="913" y="548"/>
                  </a:cubicBezTo>
                  <a:cubicBezTo>
                    <a:pt x="934" y="528"/>
                    <a:pt x="928" y="524"/>
                    <a:pt x="978" y="528"/>
                  </a:cubicBezTo>
                  <a:cubicBezTo>
                    <a:pt x="1028" y="532"/>
                    <a:pt x="996" y="537"/>
                    <a:pt x="1028" y="532"/>
                  </a:cubicBezTo>
                  <a:cubicBezTo>
                    <a:pt x="1061" y="526"/>
                    <a:pt x="1068" y="522"/>
                    <a:pt x="1072" y="504"/>
                  </a:cubicBezTo>
                  <a:cubicBezTo>
                    <a:pt x="1076" y="485"/>
                    <a:pt x="1072" y="484"/>
                    <a:pt x="1100" y="482"/>
                  </a:cubicBezTo>
                  <a:cubicBezTo>
                    <a:pt x="1129" y="480"/>
                    <a:pt x="1164" y="465"/>
                    <a:pt x="1177" y="448"/>
                  </a:cubicBezTo>
                  <a:cubicBezTo>
                    <a:pt x="1190" y="432"/>
                    <a:pt x="1192" y="421"/>
                    <a:pt x="1194" y="404"/>
                  </a:cubicBezTo>
                  <a:cubicBezTo>
                    <a:pt x="1197" y="387"/>
                    <a:pt x="1227" y="380"/>
                    <a:pt x="1201" y="346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1" name="Freeform 23"/>
            <p:cNvSpPr>
              <a:spLocks/>
            </p:cNvSpPr>
            <p:nvPr/>
          </p:nvSpPr>
          <p:spPr bwMode="auto">
            <a:xfrm>
              <a:off x="3549" y="2533"/>
              <a:ext cx="896" cy="494"/>
            </a:xfrm>
            <a:custGeom>
              <a:avLst/>
              <a:gdLst>
                <a:gd name="T0" fmla="*/ 1488 w 1935"/>
                <a:gd name="T1" fmla="*/ 922 h 1066"/>
                <a:gd name="T2" fmla="*/ 1601 w 1935"/>
                <a:gd name="T3" fmla="*/ 883 h 1066"/>
                <a:gd name="T4" fmla="*/ 1711 w 1935"/>
                <a:gd name="T5" fmla="*/ 799 h 1066"/>
                <a:gd name="T6" fmla="*/ 1804 w 1935"/>
                <a:gd name="T7" fmla="*/ 744 h 1066"/>
                <a:gd name="T8" fmla="*/ 1911 w 1935"/>
                <a:gd name="T9" fmla="*/ 755 h 1066"/>
                <a:gd name="T10" fmla="*/ 1931 w 1935"/>
                <a:gd name="T11" fmla="*/ 731 h 1066"/>
                <a:gd name="T12" fmla="*/ 1846 w 1935"/>
                <a:gd name="T13" fmla="*/ 575 h 1066"/>
                <a:gd name="T14" fmla="*/ 1835 w 1935"/>
                <a:gd name="T15" fmla="*/ 431 h 1066"/>
                <a:gd name="T16" fmla="*/ 1753 w 1935"/>
                <a:gd name="T17" fmla="*/ 402 h 1066"/>
                <a:gd name="T18" fmla="*/ 1671 w 1935"/>
                <a:gd name="T19" fmla="*/ 360 h 1066"/>
                <a:gd name="T20" fmla="*/ 1609 w 1935"/>
                <a:gd name="T21" fmla="*/ 338 h 1066"/>
                <a:gd name="T22" fmla="*/ 1498 w 1935"/>
                <a:gd name="T23" fmla="*/ 345 h 1066"/>
                <a:gd name="T24" fmla="*/ 1374 w 1935"/>
                <a:gd name="T25" fmla="*/ 296 h 1066"/>
                <a:gd name="T26" fmla="*/ 1276 w 1935"/>
                <a:gd name="T27" fmla="*/ 242 h 1066"/>
                <a:gd name="T28" fmla="*/ 1244 w 1935"/>
                <a:gd name="T29" fmla="*/ 156 h 1066"/>
                <a:gd name="T30" fmla="*/ 1151 w 1935"/>
                <a:gd name="T31" fmla="*/ 181 h 1066"/>
                <a:gd name="T32" fmla="*/ 1041 w 1935"/>
                <a:gd name="T33" fmla="*/ 192 h 1066"/>
                <a:gd name="T34" fmla="*/ 843 w 1935"/>
                <a:gd name="T35" fmla="*/ 187 h 1066"/>
                <a:gd name="T36" fmla="*/ 675 w 1935"/>
                <a:gd name="T37" fmla="*/ 103 h 1066"/>
                <a:gd name="T38" fmla="*/ 562 w 1935"/>
                <a:gd name="T39" fmla="*/ 19 h 1066"/>
                <a:gd name="T40" fmla="*/ 422 w 1935"/>
                <a:gd name="T41" fmla="*/ 47 h 1066"/>
                <a:gd name="T42" fmla="*/ 295 w 1935"/>
                <a:gd name="T43" fmla="*/ 27 h 1066"/>
                <a:gd name="T44" fmla="*/ 282 w 1935"/>
                <a:gd name="T45" fmla="*/ 71 h 1066"/>
                <a:gd name="T46" fmla="*/ 374 w 1935"/>
                <a:gd name="T47" fmla="*/ 121 h 1066"/>
                <a:gd name="T48" fmla="*/ 308 w 1935"/>
                <a:gd name="T49" fmla="*/ 197 h 1066"/>
                <a:gd name="T50" fmla="*/ 258 w 1935"/>
                <a:gd name="T51" fmla="*/ 286 h 1066"/>
                <a:gd name="T52" fmla="*/ 293 w 1935"/>
                <a:gd name="T53" fmla="*/ 379 h 1066"/>
                <a:gd name="T54" fmla="*/ 380 w 1935"/>
                <a:gd name="T55" fmla="*/ 433 h 1066"/>
                <a:gd name="T56" fmla="*/ 443 w 1935"/>
                <a:gd name="T57" fmla="*/ 592 h 1066"/>
                <a:gd name="T58" fmla="*/ 315 w 1935"/>
                <a:gd name="T59" fmla="*/ 670 h 1066"/>
                <a:gd name="T60" fmla="*/ 138 w 1935"/>
                <a:gd name="T61" fmla="*/ 711 h 1066"/>
                <a:gd name="T62" fmla="*/ 36 w 1935"/>
                <a:gd name="T63" fmla="*/ 747 h 1066"/>
                <a:gd name="T64" fmla="*/ 66 w 1935"/>
                <a:gd name="T65" fmla="*/ 831 h 1066"/>
                <a:gd name="T66" fmla="*/ 135 w 1935"/>
                <a:gd name="T67" fmla="*/ 942 h 1066"/>
                <a:gd name="T68" fmla="*/ 207 w 1935"/>
                <a:gd name="T69" fmla="*/ 1034 h 1066"/>
                <a:gd name="T70" fmla="*/ 291 w 1935"/>
                <a:gd name="T71" fmla="*/ 972 h 1066"/>
                <a:gd name="T72" fmla="*/ 479 w 1935"/>
                <a:gd name="T73" fmla="*/ 924 h 1066"/>
                <a:gd name="T74" fmla="*/ 544 w 1935"/>
                <a:gd name="T75" fmla="*/ 838 h 1066"/>
                <a:gd name="T76" fmla="*/ 741 w 1935"/>
                <a:gd name="T77" fmla="*/ 820 h 1066"/>
                <a:gd name="T78" fmla="*/ 955 w 1935"/>
                <a:gd name="T79" fmla="*/ 879 h 1066"/>
                <a:gd name="T80" fmla="*/ 1134 w 1935"/>
                <a:gd name="T81" fmla="*/ 823 h 1066"/>
                <a:gd name="T82" fmla="*/ 1195 w 1935"/>
                <a:gd name="T83" fmla="*/ 909 h 1066"/>
                <a:gd name="T84" fmla="*/ 1330 w 1935"/>
                <a:gd name="T85" fmla="*/ 842 h 1066"/>
                <a:gd name="T86" fmla="*/ 1403 w 1935"/>
                <a:gd name="T87" fmla="*/ 992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35" h="1066">
                  <a:moveTo>
                    <a:pt x="1444" y="949"/>
                  </a:moveTo>
                  <a:cubicBezTo>
                    <a:pt x="1479" y="942"/>
                    <a:pt x="1483" y="933"/>
                    <a:pt x="1488" y="922"/>
                  </a:cubicBezTo>
                  <a:cubicBezTo>
                    <a:pt x="1492" y="911"/>
                    <a:pt x="1490" y="898"/>
                    <a:pt x="1518" y="899"/>
                  </a:cubicBezTo>
                  <a:cubicBezTo>
                    <a:pt x="1547" y="901"/>
                    <a:pt x="1560" y="905"/>
                    <a:pt x="1601" y="883"/>
                  </a:cubicBezTo>
                  <a:cubicBezTo>
                    <a:pt x="1643" y="861"/>
                    <a:pt x="1662" y="840"/>
                    <a:pt x="1676" y="823"/>
                  </a:cubicBezTo>
                  <a:cubicBezTo>
                    <a:pt x="1689" y="807"/>
                    <a:pt x="1671" y="799"/>
                    <a:pt x="1711" y="799"/>
                  </a:cubicBezTo>
                  <a:cubicBezTo>
                    <a:pt x="1750" y="799"/>
                    <a:pt x="1763" y="788"/>
                    <a:pt x="1765" y="768"/>
                  </a:cubicBezTo>
                  <a:cubicBezTo>
                    <a:pt x="1767" y="747"/>
                    <a:pt x="1769" y="744"/>
                    <a:pt x="1804" y="744"/>
                  </a:cubicBezTo>
                  <a:cubicBezTo>
                    <a:pt x="1839" y="744"/>
                    <a:pt x="1850" y="747"/>
                    <a:pt x="1861" y="762"/>
                  </a:cubicBezTo>
                  <a:cubicBezTo>
                    <a:pt x="1872" y="777"/>
                    <a:pt x="1894" y="770"/>
                    <a:pt x="1911" y="755"/>
                  </a:cubicBezTo>
                  <a:cubicBezTo>
                    <a:pt x="1920" y="748"/>
                    <a:pt x="1928" y="742"/>
                    <a:pt x="1935" y="734"/>
                  </a:cubicBezTo>
                  <a:cubicBezTo>
                    <a:pt x="1934" y="733"/>
                    <a:pt x="1932" y="732"/>
                    <a:pt x="1931" y="731"/>
                  </a:cubicBezTo>
                  <a:cubicBezTo>
                    <a:pt x="1911" y="709"/>
                    <a:pt x="1918" y="690"/>
                    <a:pt x="1896" y="660"/>
                  </a:cubicBezTo>
                  <a:cubicBezTo>
                    <a:pt x="1874" y="631"/>
                    <a:pt x="1842" y="620"/>
                    <a:pt x="1846" y="575"/>
                  </a:cubicBezTo>
                  <a:cubicBezTo>
                    <a:pt x="1850" y="531"/>
                    <a:pt x="1804" y="512"/>
                    <a:pt x="1828" y="490"/>
                  </a:cubicBezTo>
                  <a:cubicBezTo>
                    <a:pt x="1852" y="468"/>
                    <a:pt x="1870" y="453"/>
                    <a:pt x="1835" y="431"/>
                  </a:cubicBezTo>
                  <a:cubicBezTo>
                    <a:pt x="1800" y="408"/>
                    <a:pt x="1813" y="420"/>
                    <a:pt x="1787" y="408"/>
                  </a:cubicBezTo>
                  <a:cubicBezTo>
                    <a:pt x="1761" y="396"/>
                    <a:pt x="1769" y="395"/>
                    <a:pt x="1753" y="402"/>
                  </a:cubicBezTo>
                  <a:cubicBezTo>
                    <a:pt x="1737" y="408"/>
                    <a:pt x="1729" y="415"/>
                    <a:pt x="1714" y="398"/>
                  </a:cubicBezTo>
                  <a:cubicBezTo>
                    <a:pt x="1698" y="381"/>
                    <a:pt x="1685" y="358"/>
                    <a:pt x="1671" y="360"/>
                  </a:cubicBezTo>
                  <a:cubicBezTo>
                    <a:pt x="1657" y="362"/>
                    <a:pt x="1650" y="354"/>
                    <a:pt x="1644" y="345"/>
                  </a:cubicBezTo>
                  <a:cubicBezTo>
                    <a:pt x="1637" y="337"/>
                    <a:pt x="1626" y="316"/>
                    <a:pt x="1609" y="338"/>
                  </a:cubicBezTo>
                  <a:cubicBezTo>
                    <a:pt x="1591" y="360"/>
                    <a:pt x="1579" y="359"/>
                    <a:pt x="1562" y="361"/>
                  </a:cubicBezTo>
                  <a:cubicBezTo>
                    <a:pt x="1545" y="363"/>
                    <a:pt x="1512" y="358"/>
                    <a:pt x="1498" y="345"/>
                  </a:cubicBezTo>
                  <a:cubicBezTo>
                    <a:pt x="1483" y="332"/>
                    <a:pt x="1447" y="281"/>
                    <a:pt x="1421" y="277"/>
                  </a:cubicBezTo>
                  <a:cubicBezTo>
                    <a:pt x="1395" y="272"/>
                    <a:pt x="1398" y="285"/>
                    <a:pt x="1374" y="296"/>
                  </a:cubicBezTo>
                  <a:cubicBezTo>
                    <a:pt x="1350" y="307"/>
                    <a:pt x="1336" y="308"/>
                    <a:pt x="1318" y="293"/>
                  </a:cubicBezTo>
                  <a:cubicBezTo>
                    <a:pt x="1301" y="279"/>
                    <a:pt x="1273" y="263"/>
                    <a:pt x="1276" y="242"/>
                  </a:cubicBezTo>
                  <a:cubicBezTo>
                    <a:pt x="1279" y="220"/>
                    <a:pt x="1285" y="212"/>
                    <a:pt x="1280" y="195"/>
                  </a:cubicBezTo>
                  <a:cubicBezTo>
                    <a:pt x="1276" y="179"/>
                    <a:pt x="1264" y="146"/>
                    <a:pt x="1244" y="156"/>
                  </a:cubicBezTo>
                  <a:cubicBezTo>
                    <a:pt x="1225" y="166"/>
                    <a:pt x="1228" y="197"/>
                    <a:pt x="1196" y="204"/>
                  </a:cubicBezTo>
                  <a:cubicBezTo>
                    <a:pt x="1164" y="210"/>
                    <a:pt x="1164" y="190"/>
                    <a:pt x="1151" y="181"/>
                  </a:cubicBezTo>
                  <a:cubicBezTo>
                    <a:pt x="1138" y="173"/>
                    <a:pt x="1126" y="169"/>
                    <a:pt x="1101" y="172"/>
                  </a:cubicBezTo>
                  <a:cubicBezTo>
                    <a:pt x="1076" y="175"/>
                    <a:pt x="1065" y="182"/>
                    <a:pt x="1041" y="192"/>
                  </a:cubicBezTo>
                  <a:cubicBezTo>
                    <a:pt x="1017" y="203"/>
                    <a:pt x="970" y="210"/>
                    <a:pt x="933" y="205"/>
                  </a:cubicBezTo>
                  <a:cubicBezTo>
                    <a:pt x="896" y="201"/>
                    <a:pt x="893" y="203"/>
                    <a:pt x="843" y="187"/>
                  </a:cubicBezTo>
                  <a:cubicBezTo>
                    <a:pt x="794" y="171"/>
                    <a:pt x="791" y="159"/>
                    <a:pt x="768" y="157"/>
                  </a:cubicBezTo>
                  <a:cubicBezTo>
                    <a:pt x="745" y="155"/>
                    <a:pt x="693" y="127"/>
                    <a:pt x="675" y="103"/>
                  </a:cubicBezTo>
                  <a:cubicBezTo>
                    <a:pt x="660" y="84"/>
                    <a:pt x="619" y="27"/>
                    <a:pt x="580" y="0"/>
                  </a:cubicBezTo>
                  <a:cubicBezTo>
                    <a:pt x="575" y="6"/>
                    <a:pt x="568" y="12"/>
                    <a:pt x="562" y="19"/>
                  </a:cubicBezTo>
                  <a:cubicBezTo>
                    <a:pt x="540" y="41"/>
                    <a:pt x="540" y="53"/>
                    <a:pt x="498" y="34"/>
                  </a:cubicBezTo>
                  <a:cubicBezTo>
                    <a:pt x="457" y="15"/>
                    <a:pt x="455" y="47"/>
                    <a:pt x="422" y="47"/>
                  </a:cubicBezTo>
                  <a:cubicBezTo>
                    <a:pt x="389" y="47"/>
                    <a:pt x="385" y="47"/>
                    <a:pt x="378" y="30"/>
                  </a:cubicBezTo>
                  <a:cubicBezTo>
                    <a:pt x="372" y="14"/>
                    <a:pt x="356" y="34"/>
                    <a:pt x="295" y="27"/>
                  </a:cubicBezTo>
                  <a:cubicBezTo>
                    <a:pt x="234" y="19"/>
                    <a:pt x="243" y="41"/>
                    <a:pt x="243" y="53"/>
                  </a:cubicBezTo>
                  <a:cubicBezTo>
                    <a:pt x="243" y="64"/>
                    <a:pt x="256" y="71"/>
                    <a:pt x="282" y="71"/>
                  </a:cubicBezTo>
                  <a:cubicBezTo>
                    <a:pt x="308" y="71"/>
                    <a:pt x="306" y="88"/>
                    <a:pt x="304" y="106"/>
                  </a:cubicBezTo>
                  <a:cubicBezTo>
                    <a:pt x="302" y="125"/>
                    <a:pt x="343" y="119"/>
                    <a:pt x="374" y="121"/>
                  </a:cubicBezTo>
                  <a:cubicBezTo>
                    <a:pt x="404" y="123"/>
                    <a:pt x="391" y="156"/>
                    <a:pt x="389" y="179"/>
                  </a:cubicBezTo>
                  <a:cubicBezTo>
                    <a:pt x="387" y="201"/>
                    <a:pt x="343" y="199"/>
                    <a:pt x="308" y="197"/>
                  </a:cubicBezTo>
                  <a:cubicBezTo>
                    <a:pt x="273" y="195"/>
                    <a:pt x="276" y="223"/>
                    <a:pt x="260" y="243"/>
                  </a:cubicBezTo>
                  <a:cubicBezTo>
                    <a:pt x="245" y="264"/>
                    <a:pt x="238" y="271"/>
                    <a:pt x="258" y="286"/>
                  </a:cubicBezTo>
                  <a:cubicBezTo>
                    <a:pt x="278" y="301"/>
                    <a:pt x="293" y="318"/>
                    <a:pt x="300" y="336"/>
                  </a:cubicBezTo>
                  <a:cubicBezTo>
                    <a:pt x="303" y="345"/>
                    <a:pt x="298" y="363"/>
                    <a:pt x="293" y="379"/>
                  </a:cubicBezTo>
                  <a:cubicBezTo>
                    <a:pt x="323" y="376"/>
                    <a:pt x="354" y="385"/>
                    <a:pt x="377" y="383"/>
                  </a:cubicBezTo>
                  <a:cubicBezTo>
                    <a:pt x="407" y="381"/>
                    <a:pt x="384" y="414"/>
                    <a:pt x="380" y="433"/>
                  </a:cubicBezTo>
                  <a:cubicBezTo>
                    <a:pt x="377" y="453"/>
                    <a:pt x="410" y="461"/>
                    <a:pt x="426" y="492"/>
                  </a:cubicBezTo>
                  <a:cubicBezTo>
                    <a:pt x="443" y="522"/>
                    <a:pt x="443" y="556"/>
                    <a:pt x="443" y="592"/>
                  </a:cubicBezTo>
                  <a:cubicBezTo>
                    <a:pt x="443" y="628"/>
                    <a:pt x="407" y="631"/>
                    <a:pt x="390" y="620"/>
                  </a:cubicBezTo>
                  <a:cubicBezTo>
                    <a:pt x="374" y="608"/>
                    <a:pt x="331" y="650"/>
                    <a:pt x="315" y="670"/>
                  </a:cubicBezTo>
                  <a:cubicBezTo>
                    <a:pt x="298" y="689"/>
                    <a:pt x="249" y="703"/>
                    <a:pt x="226" y="703"/>
                  </a:cubicBezTo>
                  <a:cubicBezTo>
                    <a:pt x="203" y="703"/>
                    <a:pt x="171" y="703"/>
                    <a:pt x="138" y="711"/>
                  </a:cubicBezTo>
                  <a:cubicBezTo>
                    <a:pt x="105" y="720"/>
                    <a:pt x="89" y="722"/>
                    <a:pt x="89" y="722"/>
                  </a:cubicBezTo>
                  <a:cubicBezTo>
                    <a:pt x="89" y="722"/>
                    <a:pt x="72" y="725"/>
                    <a:pt x="36" y="747"/>
                  </a:cubicBezTo>
                  <a:cubicBezTo>
                    <a:pt x="0" y="770"/>
                    <a:pt x="40" y="781"/>
                    <a:pt x="66" y="789"/>
                  </a:cubicBezTo>
                  <a:cubicBezTo>
                    <a:pt x="92" y="797"/>
                    <a:pt x="69" y="809"/>
                    <a:pt x="66" y="831"/>
                  </a:cubicBezTo>
                  <a:cubicBezTo>
                    <a:pt x="63" y="853"/>
                    <a:pt x="66" y="878"/>
                    <a:pt x="82" y="898"/>
                  </a:cubicBezTo>
                  <a:cubicBezTo>
                    <a:pt x="99" y="917"/>
                    <a:pt x="99" y="923"/>
                    <a:pt x="135" y="942"/>
                  </a:cubicBezTo>
                  <a:cubicBezTo>
                    <a:pt x="171" y="962"/>
                    <a:pt x="158" y="945"/>
                    <a:pt x="154" y="975"/>
                  </a:cubicBezTo>
                  <a:cubicBezTo>
                    <a:pt x="151" y="1006"/>
                    <a:pt x="207" y="1034"/>
                    <a:pt x="207" y="1034"/>
                  </a:cubicBezTo>
                  <a:cubicBezTo>
                    <a:pt x="261" y="1066"/>
                    <a:pt x="261" y="1066"/>
                    <a:pt x="261" y="1066"/>
                  </a:cubicBezTo>
                  <a:cubicBezTo>
                    <a:pt x="263" y="1024"/>
                    <a:pt x="275" y="1005"/>
                    <a:pt x="291" y="972"/>
                  </a:cubicBezTo>
                  <a:cubicBezTo>
                    <a:pt x="308" y="935"/>
                    <a:pt x="361" y="916"/>
                    <a:pt x="400" y="898"/>
                  </a:cubicBezTo>
                  <a:cubicBezTo>
                    <a:pt x="439" y="879"/>
                    <a:pt x="457" y="942"/>
                    <a:pt x="479" y="924"/>
                  </a:cubicBezTo>
                  <a:cubicBezTo>
                    <a:pt x="501" y="905"/>
                    <a:pt x="514" y="927"/>
                    <a:pt x="562" y="931"/>
                  </a:cubicBezTo>
                  <a:cubicBezTo>
                    <a:pt x="610" y="935"/>
                    <a:pt x="575" y="868"/>
                    <a:pt x="544" y="838"/>
                  </a:cubicBezTo>
                  <a:cubicBezTo>
                    <a:pt x="514" y="809"/>
                    <a:pt x="597" y="798"/>
                    <a:pt x="636" y="798"/>
                  </a:cubicBezTo>
                  <a:cubicBezTo>
                    <a:pt x="675" y="798"/>
                    <a:pt x="715" y="805"/>
                    <a:pt x="741" y="820"/>
                  </a:cubicBezTo>
                  <a:cubicBezTo>
                    <a:pt x="767" y="835"/>
                    <a:pt x="802" y="838"/>
                    <a:pt x="872" y="827"/>
                  </a:cubicBezTo>
                  <a:cubicBezTo>
                    <a:pt x="942" y="816"/>
                    <a:pt x="924" y="849"/>
                    <a:pt x="955" y="879"/>
                  </a:cubicBezTo>
                  <a:cubicBezTo>
                    <a:pt x="985" y="909"/>
                    <a:pt x="1016" y="894"/>
                    <a:pt x="1064" y="875"/>
                  </a:cubicBezTo>
                  <a:cubicBezTo>
                    <a:pt x="1112" y="857"/>
                    <a:pt x="1103" y="835"/>
                    <a:pt x="1134" y="823"/>
                  </a:cubicBezTo>
                  <a:cubicBezTo>
                    <a:pt x="1164" y="812"/>
                    <a:pt x="1173" y="846"/>
                    <a:pt x="1156" y="857"/>
                  </a:cubicBezTo>
                  <a:cubicBezTo>
                    <a:pt x="1138" y="868"/>
                    <a:pt x="1151" y="886"/>
                    <a:pt x="1195" y="909"/>
                  </a:cubicBezTo>
                  <a:cubicBezTo>
                    <a:pt x="1239" y="931"/>
                    <a:pt x="1226" y="879"/>
                    <a:pt x="1256" y="846"/>
                  </a:cubicBezTo>
                  <a:cubicBezTo>
                    <a:pt x="1287" y="812"/>
                    <a:pt x="1291" y="820"/>
                    <a:pt x="1330" y="842"/>
                  </a:cubicBezTo>
                  <a:cubicBezTo>
                    <a:pt x="1370" y="864"/>
                    <a:pt x="1339" y="890"/>
                    <a:pt x="1339" y="946"/>
                  </a:cubicBezTo>
                  <a:cubicBezTo>
                    <a:pt x="1339" y="983"/>
                    <a:pt x="1373" y="987"/>
                    <a:pt x="1403" y="992"/>
                  </a:cubicBezTo>
                  <a:cubicBezTo>
                    <a:pt x="1411" y="975"/>
                    <a:pt x="1424" y="954"/>
                    <a:pt x="1444" y="949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2" name="Freeform 24"/>
            <p:cNvSpPr>
              <a:spLocks/>
            </p:cNvSpPr>
            <p:nvPr/>
          </p:nvSpPr>
          <p:spPr bwMode="auto">
            <a:xfrm>
              <a:off x="4490" y="2997"/>
              <a:ext cx="504" cy="574"/>
            </a:xfrm>
            <a:custGeom>
              <a:avLst/>
              <a:gdLst>
                <a:gd name="T0" fmla="*/ 1034 w 1088"/>
                <a:gd name="T1" fmla="*/ 190 h 1239"/>
                <a:gd name="T2" fmla="*/ 958 w 1088"/>
                <a:gd name="T3" fmla="*/ 203 h 1239"/>
                <a:gd name="T4" fmla="*/ 901 w 1088"/>
                <a:gd name="T5" fmla="*/ 215 h 1239"/>
                <a:gd name="T6" fmla="*/ 854 w 1088"/>
                <a:gd name="T7" fmla="*/ 167 h 1239"/>
                <a:gd name="T8" fmla="*/ 806 w 1088"/>
                <a:gd name="T9" fmla="*/ 176 h 1239"/>
                <a:gd name="T10" fmla="*/ 765 w 1088"/>
                <a:gd name="T11" fmla="*/ 212 h 1239"/>
                <a:gd name="T12" fmla="*/ 698 w 1088"/>
                <a:gd name="T13" fmla="*/ 207 h 1239"/>
                <a:gd name="T14" fmla="*/ 662 w 1088"/>
                <a:gd name="T15" fmla="*/ 158 h 1239"/>
                <a:gd name="T16" fmla="*/ 619 w 1088"/>
                <a:gd name="T17" fmla="*/ 101 h 1239"/>
                <a:gd name="T18" fmla="*/ 614 w 1088"/>
                <a:gd name="T19" fmla="*/ 35 h 1239"/>
                <a:gd name="T20" fmla="*/ 560 w 1088"/>
                <a:gd name="T21" fmla="*/ 30 h 1239"/>
                <a:gd name="T22" fmla="*/ 524 w 1088"/>
                <a:gd name="T23" fmla="*/ 33 h 1239"/>
                <a:gd name="T24" fmla="*/ 518 w 1088"/>
                <a:gd name="T25" fmla="*/ 44 h 1239"/>
                <a:gd name="T26" fmla="*/ 501 w 1088"/>
                <a:gd name="T27" fmla="*/ 88 h 1239"/>
                <a:gd name="T28" fmla="*/ 424 w 1088"/>
                <a:gd name="T29" fmla="*/ 122 h 1239"/>
                <a:gd name="T30" fmla="*/ 396 w 1088"/>
                <a:gd name="T31" fmla="*/ 144 h 1239"/>
                <a:gd name="T32" fmla="*/ 352 w 1088"/>
                <a:gd name="T33" fmla="*/ 172 h 1239"/>
                <a:gd name="T34" fmla="*/ 302 w 1088"/>
                <a:gd name="T35" fmla="*/ 168 h 1239"/>
                <a:gd name="T36" fmla="*/ 237 w 1088"/>
                <a:gd name="T37" fmla="*/ 188 h 1239"/>
                <a:gd name="T38" fmla="*/ 234 w 1088"/>
                <a:gd name="T39" fmla="*/ 275 h 1239"/>
                <a:gd name="T40" fmla="*/ 217 w 1088"/>
                <a:gd name="T41" fmla="*/ 383 h 1239"/>
                <a:gd name="T42" fmla="*/ 117 w 1088"/>
                <a:gd name="T43" fmla="*/ 435 h 1239"/>
                <a:gd name="T44" fmla="*/ 125 w 1088"/>
                <a:gd name="T45" fmla="*/ 531 h 1239"/>
                <a:gd name="T46" fmla="*/ 106 w 1088"/>
                <a:gd name="T47" fmla="*/ 591 h 1239"/>
                <a:gd name="T48" fmla="*/ 110 w 1088"/>
                <a:gd name="T49" fmla="*/ 646 h 1239"/>
                <a:gd name="T50" fmla="*/ 103 w 1088"/>
                <a:gd name="T51" fmla="*/ 685 h 1239"/>
                <a:gd name="T52" fmla="*/ 66 w 1088"/>
                <a:gd name="T53" fmla="*/ 722 h 1239"/>
                <a:gd name="T54" fmla="*/ 40 w 1088"/>
                <a:gd name="T55" fmla="*/ 770 h 1239"/>
                <a:gd name="T56" fmla="*/ 29 w 1088"/>
                <a:gd name="T57" fmla="*/ 852 h 1239"/>
                <a:gd name="T58" fmla="*/ 5 w 1088"/>
                <a:gd name="T59" fmla="*/ 909 h 1239"/>
                <a:gd name="T60" fmla="*/ 21 w 1088"/>
                <a:gd name="T61" fmla="*/ 957 h 1239"/>
                <a:gd name="T62" fmla="*/ 119 w 1088"/>
                <a:gd name="T63" fmla="*/ 967 h 1239"/>
                <a:gd name="T64" fmla="*/ 175 w 1088"/>
                <a:gd name="T65" fmla="*/ 1000 h 1239"/>
                <a:gd name="T66" fmla="*/ 245 w 1088"/>
                <a:gd name="T67" fmla="*/ 1004 h 1239"/>
                <a:gd name="T68" fmla="*/ 280 w 1088"/>
                <a:gd name="T69" fmla="*/ 1037 h 1239"/>
                <a:gd name="T70" fmla="*/ 341 w 1088"/>
                <a:gd name="T71" fmla="*/ 1152 h 1239"/>
                <a:gd name="T72" fmla="*/ 391 w 1088"/>
                <a:gd name="T73" fmla="*/ 1239 h 1239"/>
                <a:gd name="T74" fmla="*/ 438 w 1088"/>
                <a:gd name="T75" fmla="*/ 1211 h 1239"/>
                <a:gd name="T76" fmla="*/ 538 w 1088"/>
                <a:gd name="T77" fmla="*/ 1145 h 1239"/>
                <a:gd name="T78" fmla="*/ 617 w 1088"/>
                <a:gd name="T79" fmla="*/ 1033 h 1239"/>
                <a:gd name="T80" fmla="*/ 652 w 1088"/>
                <a:gd name="T81" fmla="*/ 967 h 1239"/>
                <a:gd name="T82" fmla="*/ 752 w 1088"/>
                <a:gd name="T83" fmla="*/ 919 h 1239"/>
                <a:gd name="T84" fmla="*/ 813 w 1088"/>
                <a:gd name="T85" fmla="*/ 859 h 1239"/>
                <a:gd name="T86" fmla="*/ 813 w 1088"/>
                <a:gd name="T87" fmla="*/ 781 h 1239"/>
                <a:gd name="T88" fmla="*/ 861 w 1088"/>
                <a:gd name="T89" fmla="*/ 730 h 1239"/>
                <a:gd name="T90" fmla="*/ 905 w 1088"/>
                <a:gd name="T91" fmla="*/ 678 h 1239"/>
                <a:gd name="T92" fmla="*/ 944 w 1088"/>
                <a:gd name="T93" fmla="*/ 600 h 1239"/>
                <a:gd name="T94" fmla="*/ 922 w 1088"/>
                <a:gd name="T95" fmla="*/ 515 h 1239"/>
                <a:gd name="T96" fmla="*/ 936 w 1088"/>
                <a:gd name="T97" fmla="*/ 448 h 1239"/>
                <a:gd name="T98" fmla="*/ 914 w 1088"/>
                <a:gd name="T99" fmla="*/ 377 h 1239"/>
                <a:gd name="T100" fmla="*/ 997 w 1088"/>
                <a:gd name="T101" fmla="*/ 351 h 1239"/>
                <a:gd name="T102" fmla="*/ 1062 w 1088"/>
                <a:gd name="T103" fmla="*/ 259 h 1239"/>
                <a:gd name="T104" fmla="*/ 1088 w 1088"/>
                <a:gd name="T105" fmla="*/ 225 h 1239"/>
                <a:gd name="T106" fmla="*/ 1081 w 1088"/>
                <a:gd name="T107" fmla="*/ 224 h 1239"/>
                <a:gd name="T108" fmla="*/ 1034 w 1088"/>
                <a:gd name="T109" fmla="*/ 190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88" h="1239">
                  <a:moveTo>
                    <a:pt x="1034" y="190"/>
                  </a:moveTo>
                  <a:cubicBezTo>
                    <a:pt x="1024" y="168"/>
                    <a:pt x="985" y="192"/>
                    <a:pt x="958" y="203"/>
                  </a:cubicBezTo>
                  <a:cubicBezTo>
                    <a:pt x="932" y="214"/>
                    <a:pt x="932" y="219"/>
                    <a:pt x="901" y="215"/>
                  </a:cubicBezTo>
                  <a:cubicBezTo>
                    <a:pt x="870" y="211"/>
                    <a:pt x="875" y="201"/>
                    <a:pt x="854" y="167"/>
                  </a:cubicBezTo>
                  <a:cubicBezTo>
                    <a:pt x="832" y="132"/>
                    <a:pt x="816" y="157"/>
                    <a:pt x="806" y="176"/>
                  </a:cubicBezTo>
                  <a:cubicBezTo>
                    <a:pt x="796" y="196"/>
                    <a:pt x="782" y="200"/>
                    <a:pt x="765" y="212"/>
                  </a:cubicBezTo>
                  <a:cubicBezTo>
                    <a:pt x="749" y="225"/>
                    <a:pt x="719" y="217"/>
                    <a:pt x="698" y="207"/>
                  </a:cubicBezTo>
                  <a:cubicBezTo>
                    <a:pt x="677" y="197"/>
                    <a:pt x="667" y="179"/>
                    <a:pt x="662" y="158"/>
                  </a:cubicBezTo>
                  <a:cubicBezTo>
                    <a:pt x="657" y="137"/>
                    <a:pt x="639" y="117"/>
                    <a:pt x="619" y="101"/>
                  </a:cubicBezTo>
                  <a:cubicBezTo>
                    <a:pt x="600" y="86"/>
                    <a:pt x="613" y="69"/>
                    <a:pt x="614" y="35"/>
                  </a:cubicBezTo>
                  <a:cubicBezTo>
                    <a:pt x="616" y="0"/>
                    <a:pt x="578" y="21"/>
                    <a:pt x="560" y="30"/>
                  </a:cubicBezTo>
                  <a:cubicBezTo>
                    <a:pt x="552" y="35"/>
                    <a:pt x="537" y="35"/>
                    <a:pt x="524" y="33"/>
                  </a:cubicBezTo>
                  <a:cubicBezTo>
                    <a:pt x="521" y="36"/>
                    <a:pt x="519" y="40"/>
                    <a:pt x="518" y="44"/>
                  </a:cubicBezTo>
                  <a:cubicBezTo>
                    <a:pt x="516" y="61"/>
                    <a:pt x="514" y="72"/>
                    <a:pt x="501" y="88"/>
                  </a:cubicBezTo>
                  <a:cubicBezTo>
                    <a:pt x="488" y="105"/>
                    <a:pt x="453" y="120"/>
                    <a:pt x="424" y="122"/>
                  </a:cubicBezTo>
                  <a:cubicBezTo>
                    <a:pt x="396" y="124"/>
                    <a:pt x="400" y="125"/>
                    <a:pt x="396" y="144"/>
                  </a:cubicBezTo>
                  <a:cubicBezTo>
                    <a:pt x="392" y="162"/>
                    <a:pt x="385" y="166"/>
                    <a:pt x="352" y="172"/>
                  </a:cubicBezTo>
                  <a:cubicBezTo>
                    <a:pt x="320" y="177"/>
                    <a:pt x="352" y="172"/>
                    <a:pt x="302" y="168"/>
                  </a:cubicBezTo>
                  <a:cubicBezTo>
                    <a:pt x="252" y="164"/>
                    <a:pt x="258" y="168"/>
                    <a:pt x="237" y="188"/>
                  </a:cubicBezTo>
                  <a:cubicBezTo>
                    <a:pt x="215" y="209"/>
                    <a:pt x="224" y="233"/>
                    <a:pt x="234" y="275"/>
                  </a:cubicBezTo>
                  <a:cubicBezTo>
                    <a:pt x="245" y="318"/>
                    <a:pt x="239" y="337"/>
                    <a:pt x="217" y="383"/>
                  </a:cubicBezTo>
                  <a:cubicBezTo>
                    <a:pt x="195" y="429"/>
                    <a:pt x="141" y="422"/>
                    <a:pt x="117" y="435"/>
                  </a:cubicBezTo>
                  <a:cubicBezTo>
                    <a:pt x="92" y="448"/>
                    <a:pt x="92" y="502"/>
                    <a:pt x="125" y="531"/>
                  </a:cubicBezTo>
                  <a:cubicBezTo>
                    <a:pt x="158" y="561"/>
                    <a:pt x="127" y="574"/>
                    <a:pt x="106" y="591"/>
                  </a:cubicBezTo>
                  <a:cubicBezTo>
                    <a:pt x="84" y="607"/>
                    <a:pt x="103" y="622"/>
                    <a:pt x="110" y="646"/>
                  </a:cubicBezTo>
                  <a:cubicBezTo>
                    <a:pt x="117" y="670"/>
                    <a:pt x="119" y="668"/>
                    <a:pt x="103" y="685"/>
                  </a:cubicBezTo>
                  <a:cubicBezTo>
                    <a:pt x="88" y="702"/>
                    <a:pt x="75" y="707"/>
                    <a:pt x="66" y="722"/>
                  </a:cubicBezTo>
                  <a:cubicBezTo>
                    <a:pt x="58" y="737"/>
                    <a:pt x="58" y="750"/>
                    <a:pt x="40" y="770"/>
                  </a:cubicBezTo>
                  <a:cubicBezTo>
                    <a:pt x="23" y="791"/>
                    <a:pt x="31" y="828"/>
                    <a:pt x="29" y="852"/>
                  </a:cubicBezTo>
                  <a:cubicBezTo>
                    <a:pt x="27" y="876"/>
                    <a:pt x="14" y="889"/>
                    <a:pt x="5" y="909"/>
                  </a:cubicBezTo>
                  <a:cubicBezTo>
                    <a:pt x="0" y="921"/>
                    <a:pt x="11" y="941"/>
                    <a:pt x="21" y="957"/>
                  </a:cubicBezTo>
                  <a:cubicBezTo>
                    <a:pt x="47" y="948"/>
                    <a:pt x="101" y="970"/>
                    <a:pt x="119" y="967"/>
                  </a:cubicBezTo>
                  <a:cubicBezTo>
                    <a:pt x="141" y="963"/>
                    <a:pt x="162" y="982"/>
                    <a:pt x="175" y="1000"/>
                  </a:cubicBezTo>
                  <a:cubicBezTo>
                    <a:pt x="189" y="1019"/>
                    <a:pt x="224" y="1022"/>
                    <a:pt x="245" y="1004"/>
                  </a:cubicBezTo>
                  <a:cubicBezTo>
                    <a:pt x="267" y="985"/>
                    <a:pt x="272" y="1008"/>
                    <a:pt x="280" y="1037"/>
                  </a:cubicBezTo>
                  <a:cubicBezTo>
                    <a:pt x="289" y="1067"/>
                    <a:pt x="346" y="1096"/>
                    <a:pt x="341" y="1152"/>
                  </a:cubicBezTo>
                  <a:cubicBezTo>
                    <a:pt x="339" y="1183"/>
                    <a:pt x="366" y="1216"/>
                    <a:pt x="391" y="1239"/>
                  </a:cubicBezTo>
                  <a:cubicBezTo>
                    <a:pt x="405" y="1229"/>
                    <a:pt x="420" y="1220"/>
                    <a:pt x="438" y="1211"/>
                  </a:cubicBezTo>
                  <a:cubicBezTo>
                    <a:pt x="490" y="1185"/>
                    <a:pt x="490" y="1189"/>
                    <a:pt x="538" y="1145"/>
                  </a:cubicBezTo>
                  <a:cubicBezTo>
                    <a:pt x="586" y="1100"/>
                    <a:pt x="608" y="1082"/>
                    <a:pt x="617" y="1033"/>
                  </a:cubicBezTo>
                  <a:cubicBezTo>
                    <a:pt x="625" y="985"/>
                    <a:pt x="582" y="978"/>
                    <a:pt x="652" y="967"/>
                  </a:cubicBezTo>
                  <a:cubicBezTo>
                    <a:pt x="721" y="956"/>
                    <a:pt x="756" y="959"/>
                    <a:pt x="752" y="919"/>
                  </a:cubicBezTo>
                  <a:cubicBezTo>
                    <a:pt x="748" y="878"/>
                    <a:pt x="813" y="889"/>
                    <a:pt x="813" y="859"/>
                  </a:cubicBezTo>
                  <a:cubicBezTo>
                    <a:pt x="813" y="830"/>
                    <a:pt x="770" y="793"/>
                    <a:pt x="813" y="781"/>
                  </a:cubicBezTo>
                  <a:cubicBezTo>
                    <a:pt x="857" y="770"/>
                    <a:pt x="866" y="770"/>
                    <a:pt x="861" y="730"/>
                  </a:cubicBezTo>
                  <a:cubicBezTo>
                    <a:pt x="857" y="689"/>
                    <a:pt x="874" y="681"/>
                    <a:pt x="905" y="678"/>
                  </a:cubicBezTo>
                  <a:cubicBezTo>
                    <a:pt x="936" y="674"/>
                    <a:pt x="944" y="637"/>
                    <a:pt x="944" y="600"/>
                  </a:cubicBezTo>
                  <a:cubicBezTo>
                    <a:pt x="944" y="563"/>
                    <a:pt x="866" y="563"/>
                    <a:pt x="922" y="515"/>
                  </a:cubicBezTo>
                  <a:cubicBezTo>
                    <a:pt x="979" y="466"/>
                    <a:pt x="962" y="474"/>
                    <a:pt x="936" y="448"/>
                  </a:cubicBezTo>
                  <a:cubicBezTo>
                    <a:pt x="909" y="422"/>
                    <a:pt x="857" y="377"/>
                    <a:pt x="914" y="377"/>
                  </a:cubicBezTo>
                  <a:cubicBezTo>
                    <a:pt x="970" y="377"/>
                    <a:pt x="970" y="400"/>
                    <a:pt x="997" y="351"/>
                  </a:cubicBezTo>
                  <a:cubicBezTo>
                    <a:pt x="1023" y="303"/>
                    <a:pt x="1049" y="285"/>
                    <a:pt x="1062" y="259"/>
                  </a:cubicBezTo>
                  <a:cubicBezTo>
                    <a:pt x="1068" y="247"/>
                    <a:pt x="1078" y="237"/>
                    <a:pt x="1088" y="225"/>
                  </a:cubicBezTo>
                  <a:cubicBezTo>
                    <a:pt x="1086" y="224"/>
                    <a:pt x="1084" y="224"/>
                    <a:pt x="1081" y="224"/>
                  </a:cubicBezTo>
                  <a:cubicBezTo>
                    <a:pt x="1062" y="221"/>
                    <a:pt x="1044" y="212"/>
                    <a:pt x="1034" y="190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3" name="Freeform 25"/>
            <p:cNvSpPr>
              <a:spLocks/>
            </p:cNvSpPr>
            <p:nvPr/>
          </p:nvSpPr>
          <p:spPr bwMode="auto">
            <a:xfrm>
              <a:off x="3696" y="1645"/>
              <a:ext cx="410" cy="745"/>
            </a:xfrm>
            <a:custGeom>
              <a:avLst/>
              <a:gdLst>
                <a:gd name="T0" fmla="*/ 142 w 885"/>
                <a:gd name="T1" fmla="*/ 1606 h 1609"/>
                <a:gd name="T2" fmla="*/ 210 w 885"/>
                <a:gd name="T3" fmla="*/ 1575 h 1609"/>
                <a:gd name="T4" fmla="*/ 306 w 885"/>
                <a:gd name="T5" fmla="*/ 1527 h 1609"/>
                <a:gd name="T6" fmla="*/ 369 w 885"/>
                <a:gd name="T7" fmla="*/ 1504 h 1609"/>
                <a:gd name="T8" fmla="*/ 413 w 885"/>
                <a:gd name="T9" fmla="*/ 1460 h 1609"/>
                <a:gd name="T10" fmla="*/ 468 w 885"/>
                <a:gd name="T11" fmla="*/ 1451 h 1609"/>
                <a:gd name="T12" fmla="*/ 494 w 885"/>
                <a:gd name="T13" fmla="*/ 1410 h 1609"/>
                <a:gd name="T14" fmla="*/ 572 w 885"/>
                <a:gd name="T15" fmla="*/ 1397 h 1609"/>
                <a:gd name="T16" fmla="*/ 623 w 885"/>
                <a:gd name="T17" fmla="*/ 1380 h 1609"/>
                <a:gd name="T18" fmla="*/ 671 w 885"/>
                <a:gd name="T19" fmla="*/ 1382 h 1609"/>
                <a:gd name="T20" fmla="*/ 717 w 885"/>
                <a:gd name="T21" fmla="*/ 1349 h 1609"/>
                <a:gd name="T22" fmla="*/ 786 w 885"/>
                <a:gd name="T23" fmla="*/ 1297 h 1609"/>
                <a:gd name="T24" fmla="*/ 795 w 885"/>
                <a:gd name="T25" fmla="*/ 1236 h 1609"/>
                <a:gd name="T26" fmla="*/ 802 w 885"/>
                <a:gd name="T27" fmla="*/ 1158 h 1609"/>
                <a:gd name="T28" fmla="*/ 784 w 885"/>
                <a:gd name="T29" fmla="*/ 1082 h 1609"/>
                <a:gd name="T30" fmla="*/ 752 w 885"/>
                <a:gd name="T31" fmla="*/ 1000 h 1609"/>
                <a:gd name="T32" fmla="*/ 793 w 885"/>
                <a:gd name="T33" fmla="*/ 939 h 1609"/>
                <a:gd name="T34" fmla="*/ 808 w 885"/>
                <a:gd name="T35" fmla="*/ 869 h 1609"/>
                <a:gd name="T36" fmla="*/ 843 w 885"/>
                <a:gd name="T37" fmla="*/ 798 h 1609"/>
                <a:gd name="T38" fmla="*/ 821 w 885"/>
                <a:gd name="T39" fmla="*/ 737 h 1609"/>
                <a:gd name="T40" fmla="*/ 784 w 885"/>
                <a:gd name="T41" fmla="*/ 687 h 1609"/>
                <a:gd name="T42" fmla="*/ 745 w 885"/>
                <a:gd name="T43" fmla="*/ 645 h 1609"/>
                <a:gd name="T44" fmla="*/ 695 w 885"/>
                <a:gd name="T45" fmla="*/ 570 h 1609"/>
                <a:gd name="T46" fmla="*/ 734 w 885"/>
                <a:gd name="T47" fmla="*/ 509 h 1609"/>
                <a:gd name="T48" fmla="*/ 734 w 885"/>
                <a:gd name="T49" fmla="*/ 463 h 1609"/>
                <a:gd name="T50" fmla="*/ 749 w 885"/>
                <a:gd name="T51" fmla="*/ 409 h 1609"/>
                <a:gd name="T52" fmla="*/ 826 w 885"/>
                <a:gd name="T53" fmla="*/ 407 h 1609"/>
                <a:gd name="T54" fmla="*/ 861 w 885"/>
                <a:gd name="T55" fmla="*/ 354 h 1609"/>
                <a:gd name="T56" fmla="*/ 863 w 885"/>
                <a:gd name="T57" fmla="*/ 287 h 1609"/>
                <a:gd name="T58" fmla="*/ 841 w 885"/>
                <a:gd name="T59" fmla="*/ 241 h 1609"/>
                <a:gd name="T60" fmla="*/ 817 w 885"/>
                <a:gd name="T61" fmla="*/ 205 h 1609"/>
                <a:gd name="T62" fmla="*/ 743 w 885"/>
                <a:gd name="T63" fmla="*/ 165 h 1609"/>
                <a:gd name="T64" fmla="*/ 778 w 885"/>
                <a:gd name="T65" fmla="*/ 131 h 1609"/>
                <a:gd name="T66" fmla="*/ 826 w 885"/>
                <a:gd name="T67" fmla="*/ 96 h 1609"/>
                <a:gd name="T68" fmla="*/ 780 w 885"/>
                <a:gd name="T69" fmla="*/ 65 h 1609"/>
                <a:gd name="T70" fmla="*/ 740 w 885"/>
                <a:gd name="T71" fmla="*/ 0 h 1609"/>
                <a:gd name="T72" fmla="*/ 723 w 885"/>
                <a:gd name="T73" fmla="*/ 66 h 1609"/>
                <a:gd name="T74" fmla="*/ 649 w 885"/>
                <a:gd name="T75" fmla="*/ 85 h 1609"/>
                <a:gd name="T76" fmla="*/ 588 w 885"/>
                <a:gd name="T77" fmla="*/ 115 h 1609"/>
                <a:gd name="T78" fmla="*/ 531 w 885"/>
                <a:gd name="T79" fmla="*/ 100 h 1609"/>
                <a:gd name="T80" fmla="*/ 465 w 885"/>
                <a:gd name="T81" fmla="*/ 159 h 1609"/>
                <a:gd name="T82" fmla="*/ 361 w 885"/>
                <a:gd name="T83" fmla="*/ 159 h 1609"/>
                <a:gd name="T84" fmla="*/ 308 w 885"/>
                <a:gd name="T85" fmla="*/ 293 h 1609"/>
                <a:gd name="T86" fmla="*/ 256 w 885"/>
                <a:gd name="T87" fmla="*/ 330 h 1609"/>
                <a:gd name="T88" fmla="*/ 203 w 885"/>
                <a:gd name="T89" fmla="*/ 333 h 1609"/>
                <a:gd name="T90" fmla="*/ 164 w 885"/>
                <a:gd name="T91" fmla="*/ 389 h 1609"/>
                <a:gd name="T92" fmla="*/ 109 w 885"/>
                <a:gd name="T93" fmla="*/ 346 h 1609"/>
                <a:gd name="T94" fmla="*/ 151 w 885"/>
                <a:gd name="T95" fmla="*/ 411 h 1609"/>
                <a:gd name="T96" fmla="*/ 142 w 885"/>
                <a:gd name="T97" fmla="*/ 478 h 1609"/>
                <a:gd name="T98" fmla="*/ 118 w 885"/>
                <a:gd name="T99" fmla="*/ 545 h 1609"/>
                <a:gd name="T100" fmla="*/ 105 w 885"/>
                <a:gd name="T101" fmla="*/ 626 h 1609"/>
                <a:gd name="T102" fmla="*/ 40 w 885"/>
                <a:gd name="T103" fmla="*/ 706 h 1609"/>
                <a:gd name="T104" fmla="*/ 99 w 885"/>
                <a:gd name="T105" fmla="*/ 832 h 1609"/>
                <a:gd name="T106" fmla="*/ 96 w 885"/>
                <a:gd name="T107" fmla="*/ 886 h 1609"/>
                <a:gd name="T108" fmla="*/ 99 w 885"/>
                <a:gd name="T109" fmla="*/ 936 h 1609"/>
                <a:gd name="T110" fmla="*/ 59 w 885"/>
                <a:gd name="T111" fmla="*/ 984 h 1609"/>
                <a:gd name="T112" fmla="*/ 55 w 885"/>
                <a:gd name="T113" fmla="*/ 1073 h 1609"/>
                <a:gd name="T114" fmla="*/ 74 w 885"/>
                <a:gd name="T115" fmla="*/ 1199 h 1609"/>
                <a:gd name="T116" fmla="*/ 116 w 885"/>
                <a:gd name="T117" fmla="*/ 1303 h 1609"/>
                <a:gd name="T118" fmla="*/ 92 w 885"/>
                <a:gd name="T119" fmla="*/ 1421 h 1609"/>
                <a:gd name="T120" fmla="*/ 64 w 885"/>
                <a:gd name="T121" fmla="*/ 1547 h 1609"/>
                <a:gd name="T122" fmla="*/ 72 w 885"/>
                <a:gd name="T123" fmla="*/ 1606 h 1609"/>
                <a:gd name="T124" fmla="*/ 142 w 885"/>
                <a:gd name="T125" fmla="*/ 1606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85" h="1609">
                  <a:moveTo>
                    <a:pt x="142" y="1606"/>
                  </a:moveTo>
                  <a:cubicBezTo>
                    <a:pt x="175" y="1603"/>
                    <a:pt x="177" y="1597"/>
                    <a:pt x="210" y="1575"/>
                  </a:cubicBezTo>
                  <a:cubicBezTo>
                    <a:pt x="243" y="1553"/>
                    <a:pt x="265" y="1523"/>
                    <a:pt x="306" y="1527"/>
                  </a:cubicBezTo>
                  <a:cubicBezTo>
                    <a:pt x="347" y="1530"/>
                    <a:pt x="358" y="1519"/>
                    <a:pt x="369" y="1504"/>
                  </a:cubicBezTo>
                  <a:cubicBezTo>
                    <a:pt x="380" y="1490"/>
                    <a:pt x="387" y="1460"/>
                    <a:pt x="413" y="1460"/>
                  </a:cubicBezTo>
                  <a:cubicBezTo>
                    <a:pt x="439" y="1460"/>
                    <a:pt x="463" y="1469"/>
                    <a:pt x="468" y="1451"/>
                  </a:cubicBezTo>
                  <a:cubicBezTo>
                    <a:pt x="472" y="1432"/>
                    <a:pt x="459" y="1408"/>
                    <a:pt x="494" y="1410"/>
                  </a:cubicBezTo>
                  <a:cubicBezTo>
                    <a:pt x="529" y="1412"/>
                    <a:pt x="553" y="1404"/>
                    <a:pt x="572" y="1397"/>
                  </a:cubicBezTo>
                  <a:cubicBezTo>
                    <a:pt x="592" y="1390"/>
                    <a:pt x="612" y="1367"/>
                    <a:pt x="623" y="1380"/>
                  </a:cubicBezTo>
                  <a:cubicBezTo>
                    <a:pt x="634" y="1393"/>
                    <a:pt x="658" y="1399"/>
                    <a:pt x="671" y="1382"/>
                  </a:cubicBezTo>
                  <a:cubicBezTo>
                    <a:pt x="684" y="1366"/>
                    <a:pt x="682" y="1351"/>
                    <a:pt x="717" y="1349"/>
                  </a:cubicBezTo>
                  <a:cubicBezTo>
                    <a:pt x="752" y="1347"/>
                    <a:pt x="769" y="1321"/>
                    <a:pt x="786" y="1297"/>
                  </a:cubicBezTo>
                  <a:cubicBezTo>
                    <a:pt x="804" y="1273"/>
                    <a:pt x="808" y="1245"/>
                    <a:pt x="795" y="1236"/>
                  </a:cubicBezTo>
                  <a:cubicBezTo>
                    <a:pt x="782" y="1227"/>
                    <a:pt x="817" y="1186"/>
                    <a:pt x="802" y="1158"/>
                  </a:cubicBezTo>
                  <a:cubicBezTo>
                    <a:pt x="786" y="1130"/>
                    <a:pt x="826" y="1110"/>
                    <a:pt x="784" y="1082"/>
                  </a:cubicBezTo>
                  <a:cubicBezTo>
                    <a:pt x="743" y="1054"/>
                    <a:pt x="723" y="1021"/>
                    <a:pt x="752" y="1000"/>
                  </a:cubicBezTo>
                  <a:cubicBezTo>
                    <a:pt x="780" y="980"/>
                    <a:pt x="797" y="980"/>
                    <a:pt x="793" y="939"/>
                  </a:cubicBezTo>
                  <a:cubicBezTo>
                    <a:pt x="789" y="899"/>
                    <a:pt x="784" y="900"/>
                    <a:pt x="808" y="869"/>
                  </a:cubicBezTo>
                  <a:cubicBezTo>
                    <a:pt x="832" y="837"/>
                    <a:pt x="841" y="823"/>
                    <a:pt x="843" y="798"/>
                  </a:cubicBezTo>
                  <a:cubicBezTo>
                    <a:pt x="845" y="774"/>
                    <a:pt x="843" y="756"/>
                    <a:pt x="821" y="737"/>
                  </a:cubicBezTo>
                  <a:cubicBezTo>
                    <a:pt x="800" y="719"/>
                    <a:pt x="784" y="706"/>
                    <a:pt x="784" y="687"/>
                  </a:cubicBezTo>
                  <a:cubicBezTo>
                    <a:pt x="784" y="669"/>
                    <a:pt x="782" y="656"/>
                    <a:pt x="745" y="645"/>
                  </a:cubicBezTo>
                  <a:cubicBezTo>
                    <a:pt x="708" y="633"/>
                    <a:pt x="684" y="609"/>
                    <a:pt x="695" y="570"/>
                  </a:cubicBezTo>
                  <a:cubicBezTo>
                    <a:pt x="706" y="532"/>
                    <a:pt x="734" y="543"/>
                    <a:pt x="734" y="509"/>
                  </a:cubicBezTo>
                  <a:cubicBezTo>
                    <a:pt x="734" y="476"/>
                    <a:pt x="734" y="480"/>
                    <a:pt x="734" y="463"/>
                  </a:cubicBezTo>
                  <a:cubicBezTo>
                    <a:pt x="734" y="446"/>
                    <a:pt x="719" y="398"/>
                    <a:pt x="749" y="409"/>
                  </a:cubicBezTo>
                  <a:cubicBezTo>
                    <a:pt x="780" y="420"/>
                    <a:pt x="806" y="433"/>
                    <a:pt x="826" y="407"/>
                  </a:cubicBezTo>
                  <a:cubicBezTo>
                    <a:pt x="845" y="381"/>
                    <a:pt x="856" y="370"/>
                    <a:pt x="861" y="354"/>
                  </a:cubicBezTo>
                  <a:cubicBezTo>
                    <a:pt x="865" y="337"/>
                    <a:pt x="885" y="313"/>
                    <a:pt x="863" y="287"/>
                  </a:cubicBezTo>
                  <a:cubicBezTo>
                    <a:pt x="841" y="261"/>
                    <a:pt x="841" y="257"/>
                    <a:pt x="841" y="241"/>
                  </a:cubicBezTo>
                  <a:cubicBezTo>
                    <a:pt x="841" y="224"/>
                    <a:pt x="848" y="205"/>
                    <a:pt x="817" y="205"/>
                  </a:cubicBezTo>
                  <a:cubicBezTo>
                    <a:pt x="786" y="205"/>
                    <a:pt x="708" y="198"/>
                    <a:pt x="743" y="165"/>
                  </a:cubicBezTo>
                  <a:cubicBezTo>
                    <a:pt x="778" y="131"/>
                    <a:pt x="747" y="139"/>
                    <a:pt x="778" y="131"/>
                  </a:cubicBezTo>
                  <a:cubicBezTo>
                    <a:pt x="808" y="124"/>
                    <a:pt x="841" y="124"/>
                    <a:pt x="826" y="96"/>
                  </a:cubicBezTo>
                  <a:cubicBezTo>
                    <a:pt x="811" y="68"/>
                    <a:pt x="784" y="89"/>
                    <a:pt x="780" y="65"/>
                  </a:cubicBezTo>
                  <a:cubicBezTo>
                    <a:pt x="776" y="43"/>
                    <a:pt x="776" y="14"/>
                    <a:pt x="740" y="0"/>
                  </a:cubicBezTo>
                  <a:cubicBezTo>
                    <a:pt x="741" y="21"/>
                    <a:pt x="753" y="60"/>
                    <a:pt x="723" y="66"/>
                  </a:cubicBezTo>
                  <a:cubicBezTo>
                    <a:pt x="688" y="74"/>
                    <a:pt x="653" y="59"/>
                    <a:pt x="649" y="85"/>
                  </a:cubicBezTo>
                  <a:cubicBezTo>
                    <a:pt x="645" y="111"/>
                    <a:pt x="610" y="133"/>
                    <a:pt x="588" y="115"/>
                  </a:cubicBezTo>
                  <a:cubicBezTo>
                    <a:pt x="566" y="96"/>
                    <a:pt x="544" y="74"/>
                    <a:pt x="531" y="100"/>
                  </a:cubicBezTo>
                  <a:cubicBezTo>
                    <a:pt x="518" y="126"/>
                    <a:pt x="500" y="174"/>
                    <a:pt x="465" y="159"/>
                  </a:cubicBezTo>
                  <a:cubicBezTo>
                    <a:pt x="430" y="144"/>
                    <a:pt x="378" y="133"/>
                    <a:pt x="361" y="159"/>
                  </a:cubicBezTo>
                  <a:cubicBezTo>
                    <a:pt x="343" y="185"/>
                    <a:pt x="317" y="267"/>
                    <a:pt x="308" y="293"/>
                  </a:cubicBezTo>
                  <a:cubicBezTo>
                    <a:pt x="299" y="318"/>
                    <a:pt x="269" y="337"/>
                    <a:pt x="256" y="330"/>
                  </a:cubicBezTo>
                  <a:cubicBezTo>
                    <a:pt x="243" y="322"/>
                    <a:pt x="203" y="296"/>
                    <a:pt x="203" y="333"/>
                  </a:cubicBezTo>
                  <a:cubicBezTo>
                    <a:pt x="203" y="370"/>
                    <a:pt x="208" y="407"/>
                    <a:pt x="164" y="389"/>
                  </a:cubicBezTo>
                  <a:cubicBezTo>
                    <a:pt x="133" y="376"/>
                    <a:pt x="124" y="344"/>
                    <a:pt x="109" y="346"/>
                  </a:cubicBezTo>
                  <a:cubicBezTo>
                    <a:pt x="118" y="371"/>
                    <a:pt x="139" y="397"/>
                    <a:pt x="151" y="411"/>
                  </a:cubicBezTo>
                  <a:cubicBezTo>
                    <a:pt x="166" y="430"/>
                    <a:pt x="157" y="461"/>
                    <a:pt x="142" y="478"/>
                  </a:cubicBezTo>
                  <a:cubicBezTo>
                    <a:pt x="127" y="494"/>
                    <a:pt x="125" y="507"/>
                    <a:pt x="118" y="545"/>
                  </a:cubicBezTo>
                  <a:cubicBezTo>
                    <a:pt x="112" y="582"/>
                    <a:pt x="107" y="578"/>
                    <a:pt x="105" y="626"/>
                  </a:cubicBezTo>
                  <a:cubicBezTo>
                    <a:pt x="103" y="674"/>
                    <a:pt x="79" y="671"/>
                    <a:pt x="40" y="706"/>
                  </a:cubicBezTo>
                  <a:cubicBezTo>
                    <a:pt x="0" y="741"/>
                    <a:pt x="83" y="813"/>
                    <a:pt x="99" y="832"/>
                  </a:cubicBezTo>
                  <a:cubicBezTo>
                    <a:pt x="114" y="850"/>
                    <a:pt x="116" y="869"/>
                    <a:pt x="96" y="886"/>
                  </a:cubicBezTo>
                  <a:cubicBezTo>
                    <a:pt x="77" y="902"/>
                    <a:pt x="79" y="908"/>
                    <a:pt x="99" y="936"/>
                  </a:cubicBezTo>
                  <a:cubicBezTo>
                    <a:pt x="118" y="963"/>
                    <a:pt x="74" y="958"/>
                    <a:pt x="59" y="984"/>
                  </a:cubicBezTo>
                  <a:cubicBezTo>
                    <a:pt x="44" y="1010"/>
                    <a:pt x="29" y="1047"/>
                    <a:pt x="55" y="1073"/>
                  </a:cubicBezTo>
                  <a:cubicBezTo>
                    <a:pt x="81" y="1099"/>
                    <a:pt x="74" y="1164"/>
                    <a:pt x="74" y="1199"/>
                  </a:cubicBezTo>
                  <a:cubicBezTo>
                    <a:pt x="74" y="1234"/>
                    <a:pt x="90" y="1243"/>
                    <a:pt x="116" y="1303"/>
                  </a:cubicBezTo>
                  <a:cubicBezTo>
                    <a:pt x="142" y="1362"/>
                    <a:pt x="107" y="1386"/>
                    <a:pt x="92" y="1421"/>
                  </a:cubicBezTo>
                  <a:cubicBezTo>
                    <a:pt x="77" y="1456"/>
                    <a:pt x="61" y="1492"/>
                    <a:pt x="64" y="1547"/>
                  </a:cubicBezTo>
                  <a:cubicBezTo>
                    <a:pt x="65" y="1571"/>
                    <a:pt x="67" y="1590"/>
                    <a:pt x="72" y="1606"/>
                  </a:cubicBezTo>
                  <a:cubicBezTo>
                    <a:pt x="94" y="1608"/>
                    <a:pt x="123" y="1609"/>
                    <a:pt x="142" y="1606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4" name="Freeform 26"/>
            <p:cNvSpPr>
              <a:spLocks/>
            </p:cNvSpPr>
            <p:nvPr/>
          </p:nvSpPr>
          <p:spPr bwMode="auto">
            <a:xfrm>
              <a:off x="3730" y="2139"/>
              <a:ext cx="699" cy="563"/>
            </a:xfrm>
            <a:custGeom>
              <a:avLst/>
              <a:gdLst>
                <a:gd name="T0" fmla="*/ 1378 w 1510"/>
                <a:gd name="T1" fmla="*/ 1097 h 1217"/>
                <a:gd name="T2" fmla="*/ 1389 w 1510"/>
                <a:gd name="T3" fmla="*/ 986 h 1217"/>
                <a:gd name="T4" fmla="*/ 1344 w 1510"/>
                <a:gd name="T5" fmla="*/ 936 h 1217"/>
                <a:gd name="T6" fmla="*/ 1241 w 1510"/>
                <a:gd name="T7" fmla="*/ 927 h 1217"/>
                <a:gd name="T8" fmla="*/ 1175 w 1510"/>
                <a:gd name="T9" fmla="*/ 854 h 1217"/>
                <a:gd name="T10" fmla="*/ 1156 w 1510"/>
                <a:gd name="T11" fmla="*/ 808 h 1217"/>
                <a:gd name="T12" fmla="*/ 1217 w 1510"/>
                <a:gd name="T13" fmla="*/ 682 h 1217"/>
                <a:gd name="T14" fmla="*/ 1256 w 1510"/>
                <a:gd name="T15" fmla="*/ 610 h 1217"/>
                <a:gd name="T16" fmla="*/ 1315 w 1510"/>
                <a:gd name="T17" fmla="*/ 558 h 1217"/>
                <a:gd name="T18" fmla="*/ 1424 w 1510"/>
                <a:gd name="T19" fmla="*/ 615 h 1217"/>
                <a:gd name="T20" fmla="*/ 1490 w 1510"/>
                <a:gd name="T21" fmla="*/ 538 h 1217"/>
                <a:gd name="T22" fmla="*/ 1424 w 1510"/>
                <a:gd name="T23" fmla="*/ 465 h 1217"/>
                <a:gd name="T24" fmla="*/ 1330 w 1510"/>
                <a:gd name="T25" fmla="*/ 397 h 1217"/>
                <a:gd name="T26" fmla="*/ 1182 w 1510"/>
                <a:gd name="T27" fmla="*/ 397 h 1217"/>
                <a:gd name="T28" fmla="*/ 1053 w 1510"/>
                <a:gd name="T29" fmla="*/ 330 h 1217"/>
                <a:gd name="T30" fmla="*/ 1090 w 1510"/>
                <a:gd name="T31" fmla="*/ 239 h 1217"/>
                <a:gd name="T32" fmla="*/ 1230 w 1510"/>
                <a:gd name="T33" fmla="*/ 84 h 1217"/>
                <a:gd name="T34" fmla="*/ 1114 w 1510"/>
                <a:gd name="T35" fmla="*/ 102 h 1217"/>
                <a:gd name="T36" fmla="*/ 1036 w 1510"/>
                <a:gd name="T37" fmla="*/ 50 h 1217"/>
                <a:gd name="T38" fmla="*/ 950 w 1510"/>
                <a:gd name="T39" fmla="*/ 56 h 1217"/>
                <a:gd name="T40" fmla="*/ 811 w 1510"/>
                <a:gd name="T41" fmla="*/ 33 h 1217"/>
                <a:gd name="T42" fmla="*/ 730 w 1510"/>
                <a:gd name="T43" fmla="*/ 91 h 1217"/>
                <a:gd name="T44" fmla="*/ 714 w 1510"/>
                <a:gd name="T45" fmla="*/ 230 h 1217"/>
                <a:gd name="T46" fmla="*/ 599 w 1510"/>
                <a:gd name="T47" fmla="*/ 315 h 1217"/>
                <a:gd name="T48" fmla="*/ 500 w 1510"/>
                <a:gd name="T49" fmla="*/ 330 h 1217"/>
                <a:gd name="T50" fmla="*/ 396 w 1510"/>
                <a:gd name="T51" fmla="*/ 384 h 1217"/>
                <a:gd name="T52" fmla="*/ 297 w 1510"/>
                <a:gd name="T53" fmla="*/ 437 h 1217"/>
                <a:gd name="T54" fmla="*/ 138 w 1510"/>
                <a:gd name="T55" fmla="*/ 508 h 1217"/>
                <a:gd name="T56" fmla="*/ 0 w 1510"/>
                <a:gd name="T57" fmla="*/ 539 h 1217"/>
                <a:gd name="T58" fmla="*/ 88 w 1510"/>
                <a:gd name="T59" fmla="*/ 684 h 1217"/>
                <a:gd name="T60" fmla="*/ 189 w 1510"/>
                <a:gd name="T61" fmla="*/ 852 h 1217"/>
                <a:gd name="T62" fmla="*/ 377 w 1510"/>
                <a:gd name="T63" fmla="*/ 1009 h 1217"/>
                <a:gd name="T64" fmla="*/ 542 w 1510"/>
                <a:gd name="T65" fmla="*/ 1057 h 1217"/>
                <a:gd name="T66" fmla="*/ 710 w 1510"/>
                <a:gd name="T67" fmla="*/ 1024 h 1217"/>
                <a:gd name="T68" fmla="*/ 805 w 1510"/>
                <a:gd name="T69" fmla="*/ 1056 h 1217"/>
                <a:gd name="T70" fmla="*/ 889 w 1510"/>
                <a:gd name="T71" fmla="*/ 1047 h 1217"/>
                <a:gd name="T72" fmla="*/ 927 w 1510"/>
                <a:gd name="T73" fmla="*/ 1145 h 1217"/>
                <a:gd name="T74" fmla="*/ 1030 w 1510"/>
                <a:gd name="T75" fmla="*/ 1129 h 1217"/>
                <a:gd name="T76" fmla="*/ 1171 w 1510"/>
                <a:gd name="T77" fmla="*/ 1213 h 1217"/>
                <a:gd name="T78" fmla="*/ 1253 w 1510"/>
                <a:gd name="T79" fmla="*/ 1197 h 1217"/>
                <a:gd name="T80" fmla="*/ 1293 w 1510"/>
                <a:gd name="T81" fmla="*/ 1217 h 1217"/>
                <a:gd name="T82" fmla="*/ 1320 w 1510"/>
                <a:gd name="T83" fmla="*/ 1127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10" h="1217">
                  <a:moveTo>
                    <a:pt x="1320" y="1127"/>
                  </a:moveTo>
                  <a:cubicBezTo>
                    <a:pt x="1352" y="1118"/>
                    <a:pt x="1352" y="1105"/>
                    <a:pt x="1378" y="1097"/>
                  </a:cubicBezTo>
                  <a:cubicBezTo>
                    <a:pt x="1405" y="1090"/>
                    <a:pt x="1407" y="1092"/>
                    <a:pt x="1405" y="1062"/>
                  </a:cubicBezTo>
                  <a:cubicBezTo>
                    <a:pt x="1402" y="1032"/>
                    <a:pt x="1407" y="1012"/>
                    <a:pt x="1389" y="986"/>
                  </a:cubicBezTo>
                  <a:cubicBezTo>
                    <a:pt x="1372" y="960"/>
                    <a:pt x="1372" y="953"/>
                    <a:pt x="1372" y="942"/>
                  </a:cubicBezTo>
                  <a:cubicBezTo>
                    <a:pt x="1372" y="930"/>
                    <a:pt x="1376" y="892"/>
                    <a:pt x="1344" y="936"/>
                  </a:cubicBezTo>
                  <a:cubicBezTo>
                    <a:pt x="1311" y="980"/>
                    <a:pt x="1298" y="966"/>
                    <a:pt x="1285" y="955"/>
                  </a:cubicBezTo>
                  <a:cubicBezTo>
                    <a:pt x="1271" y="943"/>
                    <a:pt x="1261" y="921"/>
                    <a:pt x="1241" y="927"/>
                  </a:cubicBezTo>
                  <a:cubicBezTo>
                    <a:pt x="1221" y="932"/>
                    <a:pt x="1202" y="925"/>
                    <a:pt x="1202" y="905"/>
                  </a:cubicBezTo>
                  <a:cubicBezTo>
                    <a:pt x="1202" y="884"/>
                    <a:pt x="1212" y="860"/>
                    <a:pt x="1175" y="854"/>
                  </a:cubicBezTo>
                  <a:cubicBezTo>
                    <a:pt x="1138" y="849"/>
                    <a:pt x="1121" y="849"/>
                    <a:pt x="1119" y="823"/>
                  </a:cubicBezTo>
                  <a:cubicBezTo>
                    <a:pt x="1116" y="797"/>
                    <a:pt x="1132" y="806"/>
                    <a:pt x="1156" y="808"/>
                  </a:cubicBezTo>
                  <a:cubicBezTo>
                    <a:pt x="1180" y="810"/>
                    <a:pt x="1210" y="806"/>
                    <a:pt x="1215" y="775"/>
                  </a:cubicBezTo>
                  <a:cubicBezTo>
                    <a:pt x="1219" y="743"/>
                    <a:pt x="1182" y="684"/>
                    <a:pt x="1217" y="682"/>
                  </a:cubicBezTo>
                  <a:cubicBezTo>
                    <a:pt x="1252" y="680"/>
                    <a:pt x="1285" y="686"/>
                    <a:pt x="1267" y="662"/>
                  </a:cubicBezTo>
                  <a:cubicBezTo>
                    <a:pt x="1250" y="638"/>
                    <a:pt x="1271" y="630"/>
                    <a:pt x="1256" y="610"/>
                  </a:cubicBezTo>
                  <a:cubicBezTo>
                    <a:pt x="1241" y="589"/>
                    <a:pt x="1232" y="571"/>
                    <a:pt x="1252" y="565"/>
                  </a:cubicBezTo>
                  <a:cubicBezTo>
                    <a:pt x="1271" y="560"/>
                    <a:pt x="1291" y="536"/>
                    <a:pt x="1315" y="558"/>
                  </a:cubicBezTo>
                  <a:cubicBezTo>
                    <a:pt x="1339" y="580"/>
                    <a:pt x="1357" y="575"/>
                    <a:pt x="1361" y="593"/>
                  </a:cubicBezTo>
                  <a:cubicBezTo>
                    <a:pt x="1365" y="612"/>
                    <a:pt x="1411" y="625"/>
                    <a:pt x="1424" y="615"/>
                  </a:cubicBezTo>
                  <a:cubicBezTo>
                    <a:pt x="1437" y="606"/>
                    <a:pt x="1422" y="591"/>
                    <a:pt x="1453" y="580"/>
                  </a:cubicBezTo>
                  <a:cubicBezTo>
                    <a:pt x="1483" y="569"/>
                    <a:pt x="1510" y="558"/>
                    <a:pt x="1490" y="538"/>
                  </a:cubicBezTo>
                  <a:cubicBezTo>
                    <a:pt x="1470" y="517"/>
                    <a:pt x="1464" y="512"/>
                    <a:pt x="1464" y="495"/>
                  </a:cubicBezTo>
                  <a:cubicBezTo>
                    <a:pt x="1464" y="478"/>
                    <a:pt x="1457" y="465"/>
                    <a:pt x="1424" y="465"/>
                  </a:cubicBezTo>
                  <a:cubicBezTo>
                    <a:pt x="1392" y="465"/>
                    <a:pt x="1378" y="458"/>
                    <a:pt x="1368" y="443"/>
                  </a:cubicBezTo>
                  <a:cubicBezTo>
                    <a:pt x="1357" y="428"/>
                    <a:pt x="1363" y="393"/>
                    <a:pt x="1330" y="397"/>
                  </a:cubicBezTo>
                  <a:cubicBezTo>
                    <a:pt x="1298" y="400"/>
                    <a:pt x="1282" y="432"/>
                    <a:pt x="1243" y="423"/>
                  </a:cubicBezTo>
                  <a:cubicBezTo>
                    <a:pt x="1204" y="413"/>
                    <a:pt x="1191" y="412"/>
                    <a:pt x="1182" y="397"/>
                  </a:cubicBezTo>
                  <a:cubicBezTo>
                    <a:pt x="1173" y="382"/>
                    <a:pt x="1173" y="369"/>
                    <a:pt x="1136" y="356"/>
                  </a:cubicBezTo>
                  <a:cubicBezTo>
                    <a:pt x="1099" y="343"/>
                    <a:pt x="1079" y="345"/>
                    <a:pt x="1053" y="330"/>
                  </a:cubicBezTo>
                  <a:cubicBezTo>
                    <a:pt x="1027" y="315"/>
                    <a:pt x="1031" y="308"/>
                    <a:pt x="1046" y="284"/>
                  </a:cubicBezTo>
                  <a:cubicBezTo>
                    <a:pt x="1062" y="260"/>
                    <a:pt x="1057" y="258"/>
                    <a:pt x="1090" y="239"/>
                  </a:cubicBezTo>
                  <a:cubicBezTo>
                    <a:pt x="1123" y="221"/>
                    <a:pt x="1132" y="187"/>
                    <a:pt x="1154" y="167"/>
                  </a:cubicBezTo>
                  <a:cubicBezTo>
                    <a:pt x="1175" y="147"/>
                    <a:pt x="1206" y="98"/>
                    <a:pt x="1230" y="84"/>
                  </a:cubicBezTo>
                  <a:cubicBezTo>
                    <a:pt x="1254" y="69"/>
                    <a:pt x="1300" y="0"/>
                    <a:pt x="1202" y="80"/>
                  </a:cubicBezTo>
                  <a:cubicBezTo>
                    <a:pt x="1167" y="91"/>
                    <a:pt x="1101" y="156"/>
                    <a:pt x="1114" y="102"/>
                  </a:cubicBezTo>
                  <a:cubicBezTo>
                    <a:pt x="1127" y="48"/>
                    <a:pt x="1145" y="48"/>
                    <a:pt x="1110" y="48"/>
                  </a:cubicBezTo>
                  <a:cubicBezTo>
                    <a:pt x="1075" y="48"/>
                    <a:pt x="1075" y="4"/>
                    <a:pt x="1036" y="50"/>
                  </a:cubicBezTo>
                  <a:cubicBezTo>
                    <a:pt x="1027" y="69"/>
                    <a:pt x="1016" y="72"/>
                    <a:pt x="994" y="63"/>
                  </a:cubicBezTo>
                  <a:cubicBezTo>
                    <a:pt x="972" y="54"/>
                    <a:pt x="977" y="50"/>
                    <a:pt x="950" y="56"/>
                  </a:cubicBezTo>
                  <a:cubicBezTo>
                    <a:pt x="924" y="61"/>
                    <a:pt x="920" y="59"/>
                    <a:pt x="887" y="54"/>
                  </a:cubicBezTo>
                  <a:cubicBezTo>
                    <a:pt x="854" y="48"/>
                    <a:pt x="835" y="37"/>
                    <a:pt x="811" y="33"/>
                  </a:cubicBezTo>
                  <a:cubicBezTo>
                    <a:pt x="794" y="31"/>
                    <a:pt x="760" y="23"/>
                    <a:pt x="727" y="29"/>
                  </a:cubicBezTo>
                  <a:cubicBezTo>
                    <a:pt x="741" y="50"/>
                    <a:pt x="717" y="68"/>
                    <a:pt x="730" y="91"/>
                  </a:cubicBezTo>
                  <a:cubicBezTo>
                    <a:pt x="745" y="119"/>
                    <a:pt x="710" y="160"/>
                    <a:pt x="723" y="169"/>
                  </a:cubicBezTo>
                  <a:cubicBezTo>
                    <a:pt x="736" y="178"/>
                    <a:pt x="732" y="206"/>
                    <a:pt x="714" y="230"/>
                  </a:cubicBezTo>
                  <a:cubicBezTo>
                    <a:pt x="697" y="254"/>
                    <a:pt x="680" y="280"/>
                    <a:pt x="645" y="282"/>
                  </a:cubicBezTo>
                  <a:cubicBezTo>
                    <a:pt x="610" y="284"/>
                    <a:pt x="612" y="299"/>
                    <a:pt x="599" y="315"/>
                  </a:cubicBezTo>
                  <a:cubicBezTo>
                    <a:pt x="586" y="332"/>
                    <a:pt x="562" y="326"/>
                    <a:pt x="551" y="313"/>
                  </a:cubicBezTo>
                  <a:cubicBezTo>
                    <a:pt x="540" y="300"/>
                    <a:pt x="520" y="323"/>
                    <a:pt x="500" y="330"/>
                  </a:cubicBezTo>
                  <a:cubicBezTo>
                    <a:pt x="481" y="337"/>
                    <a:pt x="457" y="345"/>
                    <a:pt x="422" y="343"/>
                  </a:cubicBezTo>
                  <a:cubicBezTo>
                    <a:pt x="387" y="341"/>
                    <a:pt x="400" y="365"/>
                    <a:pt x="396" y="384"/>
                  </a:cubicBezTo>
                  <a:cubicBezTo>
                    <a:pt x="391" y="402"/>
                    <a:pt x="367" y="393"/>
                    <a:pt x="341" y="393"/>
                  </a:cubicBezTo>
                  <a:cubicBezTo>
                    <a:pt x="315" y="393"/>
                    <a:pt x="308" y="423"/>
                    <a:pt x="297" y="437"/>
                  </a:cubicBezTo>
                  <a:cubicBezTo>
                    <a:pt x="286" y="452"/>
                    <a:pt x="275" y="463"/>
                    <a:pt x="234" y="460"/>
                  </a:cubicBezTo>
                  <a:cubicBezTo>
                    <a:pt x="193" y="456"/>
                    <a:pt x="171" y="486"/>
                    <a:pt x="138" y="508"/>
                  </a:cubicBezTo>
                  <a:cubicBezTo>
                    <a:pt x="105" y="530"/>
                    <a:pt x="103" y="536"/>
                    <a:pt x="70" y="539"/>
                  </a:cubicBezTo>
                  <a:cubicBezTo>
                    <a:pt x="51" y="542"/>
                    <a:pt x="22" y="541"/>
                    <a:pt x="0" y="539"/>
                  </a:cubicBezTo>
                  <a:cubicBezTo>
                    <a:pt x="6" y="561"/>
                    <a:pt x="16" y="577"/>
                    <a:pt x="31" y="593"/>
                  </a:cubicBezTo>
                  <a:cubicBezTo>
                    <a:pt x="57" y="621"/>
                    <a:pt x="72" y="639"/>
                    <a:pt x="88" y="684"/>
                  </a:cubicBezTo>
                  <a:cubicBezTo>
                    <a:pt x="103" y="728"/>
                    <a:pt x="177" y="778"/>
                    <a:pt x="195" y="806"/>
                  </a:cubicBezTo>
                  <a:cubicBezTo>
                    <a:pt x="207" y="825"/>
                    <a:pt x="201" y="839"/>
                    <a:pt x="189" y="852"/>
                  </a:cubicBezTo>
                  <a:cubicBezTo>
                    <a:pt x="228" y="879"/>
                    <a:pt x="269" y="936"/>
                    <a:pt x="284" y="955"/>
                  </a:cubicBezTo>
                  <a:cubicBezTo>
                    <a:pt x="302" y="979"/>
                    <a:pt x="354" y="1007"/>
                    <a:pt x="377" y="1009"/>
                  </a:cubicBezTo>
                  <a:cubicBezTo>
                    <a:pt x="400" y="1011"/>
                    <a:pt x="403" y="1023"/>
                    <a:pt x="452" y="1039"/>
                  </a:cubicBezTo>
                  <a:cubicBezTo>
                    <a:pt x="502" y="1055"/>
                    <a:pt x="505" y="1053"/>
                    <a:pt x="542" y="1057"/>
                  </a:cubicBezTo>
                  <a:cubicBezTo>
                    <a:pt x="579" y="1062"/>
                    <a:pt x="626" y="1055"/>
                    <a:pt x="650" y="1044"/>
                  </a:cubicBezTo>
                  <a:cubicBezTo>
                    <a:pt x="674" y="1034"/>
                    <a:pt x="685" y="1027"/>
                    <a:pt x="710" y="1024"/>
                  </a:cubicBezTo>
                  <a:cubicBezTo>
                    <a:pt x="735" y="1021"/>
                    <a:pt x="747" y="1025"/>
                    <a:pt x="760" y="1033"/>
                  </a:cubicBezTo>
                  <a:cubicBezTo>
                    <a:pt x="773" y="1042"/>
                    <a:pt x="773" y="1062"/>
                    <a:pt x="805" y="1056"/>
                  </a:cubicBezTo>
                  <a:cubicBezTo>
                    <a:pt x="837" y="1049"/>
                    <a:pt x="834" y="1018"/>
                    <a:pt x="853" y="1008"/>
                  </a:cubicBezTo>
                  <a:cubicBezTo>
                    <a:pt x="873" y="998"/>
                    <a:pt x="885" y="1031"/>
                    <a:pt x="889" y="1047"/>
                  </a:cubicBezTo>
                  <a:cubicBezTo>
                    <a:pt x="894" y="1064"/>
                    <a:pt x="888" y="1072"/>
                    <a:pt x="885" y="1094"/>
                  </a:cubicBezTo>
                  <a:cubicBezTo>
                    <a:pt x="882" y="1115"/>
                    <a:pt x="910" y="1131"/>
                    <a:pt x="927" y="1145"/>
                  </a:cubicBezTo>
                  <a:cubicBezTo>
                    <a:pt x="945" y="1160"/>
                    <a:pt x="959" y="1159"/>
                    <a:pt x="983" y="1148"/>
                  </a:cubicBezTo>
                  <a:cubicBezTo>
                    <a:pt x="1007" y="1137"/>
                    <a:pt x="1004" y="1124"/>
                    <a:pt x="1030" y="1129"/>
                  </a:cubicBezTo>
                  <a:cubicBezTo>
                    <a:pt x="1056" y="1133"/>
                    <a:pt x="1092" y="1184"/>
                    <a:pt x="1107" y="1197"/>
                  </a:cubicBezTo>
                  <a:cubicBezTo>
                    <a:pt x="1121" y="1210"/>
                    <a:pt x="1154" y="1215"/>
                    <a:pt x="1171" y="1213"/>
                  </a:cubicBezTo>
                  <a:cubicBezTo>
                    <a:pt x="1188" y="1211"/>
                    <a:pt x="1200" y="1212"/>
                    <a:pt x="1218" y="1190"/>
                  </a:cubicBezTo>
                  <a:cubicBezTo>
                    <a:pt x="1235" y="1168"/>
                    <a:pt x="1246" y="1189"/>
                    <a:pt x="1253" y="1197"/>
                  </a:cubicBezTo>
                  <a:cubicBezTo>
                    <a:pt x="1259" y="1206"/>
                    <a:pt x="1266" y="1214"/>
                    <a:pt x="1280" y="1212"/>
                  </a:cubicBezTo>
                  <a:cubicBezTo>
                    <a:pt x="1284" y="1212"/>
                    <a:pt x="1289" y="1213"/>
                    <a:pt x="1293" y="1217"/>
                  </a:cubicBezTo>
                  <a:cubicBezTo>
                    <a:pt x="1297" y="1206"/>
                    <a:pt x="1301" y="1191"/>
                    <a:pt x="1302" y="1177"/>
                  </a:cubicBezTo>
                  <a:cubicBezTo>
                    <a:pt x="1304" y="1147"/>
                    <a:pt x="1287" y="1136"/>
                    <a:pt x="1320" y="1127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5" name="Freeform 27"/>
            <p:cNvSpPr>
              <a:spLocks/>
            </p:cNvSpPr>
            <p:nvPr/>
          </p:nvSpPr>
          <p:spPr bwMode="auto">
            <a:xfrm>
              <a:off x="4247" y="2313"/>
              <a:ext cx="563" cy="589"/>
            </a:xfrm>
            <a:custGeom>
              <a:avLst/>
              <a:gdLst>
                <a:gd name="T0" fmla="*/ 240 w 1217"/>
                <a:gd name="T1" fmla="*/ 33 h 1271"/>
                <a:gd name="T2" fmla="*/ 308 w 1217"/>
                <a:gd name="T3" fmla="*/ 88 h 1271"/>
                <a:gd name="T4" fmla="*/ 374 w 1217"/>
                <a:gd name="T5" fmla="*/ 161 h 1271"/>
                <a:gd name="T6" fmla="*/ 308 w 1217"/>
                <a:gd name="T7" fmla="*/ 238 h 1271"/>
                <a:gd name="T8" fmla="*/ 199 w 1217"/>
                <a:gd name="T9" fmla="*/ 181 h 1271"/>
                <a:gd name="T10" fmla="*/ 140 w 1217"/>
                <a:gd name="T11" fmla="*/ 233 h 1271"/>
                <a:gd name="T12" fmla="*/ 101 w 1217"/>
                <a:gd name="T13" fmla="*/ 305 h 1271"/>
                <a:gd name="T14" fmla="*/ 40 w 1217"/>
                <a:gd name="T15" fmla="*/ 431 h 1271"/>
                <a:gd name="T16" fmla="*/ 59 w 1217"/>
                <a:gd name="T17" fmla="*/ 477 h 1271"/>
                <a:gd name="T18" fmla="*/ 125 w 1217"/>
                <a:gd name="T19" fmla="*/ 550 h 1271"/>
                <a:gd name="T20" fmla="*/ 228 w 1217"/>
                <a:gd name="T21" fmla="*/ 559 h 1271"/>
                <a:gd name="T22" fmla="*/ 273 w 1217"/>
                <a:gd name="T23" fmla="*/ 609 h 1271"/>
                <a:gd name="T24" fmla="*/ 262 w 1217"/>
                <a:gd name="T25" fmla="*/ 720 h 1271"/>
                <a:gd name="T26" fmla="*/ 186 w 1217"/>
                <a:gd name="T27" fmla="*/ 800 h 1271"/>
                <a:gd name="T28" fmla="*/ 207 w 1217"/>
                <a:gd name="T29" fmla="*/ 873 h 1271"/>
                <a:gd name="T30" fmla="*/ 280 w 1217"/>
                <a:gd name="T31" fmla="*/ 883 h 1271"/>
                <a:gd name="T32" fmla="*/ 321 w 1217"/>
                <a:gd name="T33" fmla="*/ 965 h 1271"/>
                <a:gd name="T34" fmla="*/ 389 w 1217"/>
                <a:gd name="T35" fmla="*/ 1135 h 1271"/>
                <a:gd name="T36" fmla="*/ 494 w 1217"/>
                <a:gd name="T37" fmla="*/ 1189 h 1271"/>
                <a:gd name="T38" fmla="*/ 597 w 1217"/>
                <a:gd name="T39" fmla="*/ 1161 h 1271"/>
                <a:gd name="T40" fmla="*/ 568 w 1217"/>
                <a:gd name="T41" fmla="*/ 1247 h 1271"/>
                <a:gd name="T42" fmla="*/ 688 w 1217"/>
                <a:gd name="T43" fmla="*/ 1165 h 1271"/>
                <a:gd name="T44" fmla="*/ 878 w 1217"/>
                <a:gd name="T45" fmla="*/ 1209 h 1271"/>
                <a:gd name="T46" fmla="*/ 942 w 1217"/>
                <a:gd name="T47" fmla="*/ 1241 h 1271"/>
                <a:gd name="T48" fmla="*/ 1009 w 1217"/>
                <a:gd name="T49" fmla="*/ 1181 h 1271"/>
                <a:gd name="T50" fmla="*/ 1070 w 1217"/>
                <a:gd name="T51" fmla="*/ 1079 h 1271"/>
                <a:gd name="T52" fmla="*/ 1065 w 1217"/>
                <a:gd name="T53" fmla="*/ 992 h 1271"/>
                <a:gd name="T54" fmla="*/ 1175 w 1217"/>
                <a:gd name="T55" fmla="*/ 947 h 1271"/>
                <a:gd name="T56" fmla="*/ 1199 w 1217"/>
                <a:gd name="T57" fmla="*/ 803 h 1271"/>
                <a:gd name="T58" fmla="*/ 1081 w 1217"/>
                <a:gd name="T59" fmla="*/ 744 h 1271"/>
                <a:gd name="T60" fmla="*/ 991 w 1217"/>
                <a:gd name="T61" fmla="*/ 717 h 1271"/>
                <a:gd name="T62" fmla="*/ 906 w 1217"/>
                <a:gd name="T63" fmla="*/ 643 h 1271"/>
                <a:gd name="T64" fmla="*/ 872 w 1217"/>
                <a:gd name="T65" fmla="*/ 562 h 1271"/>
                <a:gd name="T66" fmla="*/ 888 w 1217"/>
                <a:gd name="T67" fmla="*/ 455 h 1271"/>
                <a:gd name="T68" fmla="*/ 1011 w 1217"/>
                <a:gd name="T69" fmla="*/ 444 h 1271"/>
                <a:gd name="T70" fmla="*/ 955 w 1217"/>
                <a:gd name="T71" fmla="*/ 338 h 1271"/>
                <a:gd name="T72" fmla="*/ 898 w 1217"/>
                <a:gd name="T73" fmla="*/ 402 h 1271"/>
                <a:gd name="T74" fmla="*/ 767 w 1217"/>
                <a:gd name="T75" fmla="*/ 315 h 1271"/>
                <a:gd name="T76" fmla="*/ 726 w 1217"/>
                <a:gd name="T77" fmla="*/ 243 h 1271"/>
                <a:gd name="T78" fmla="*/ 682 w 1217"/>
                <a:gd name="T79" fmla="*/ 180 h 1271"/>
                <a:gd name="T80" fmla="*/ 605 w 1217"/>
                <a:gd name="T81" fmla="*/ 138 h 1271"/>
                <a:gd name="T82" fmla="*/ 498 w 1217"/>
                <a:gd name="T83" fmla="*/ 98 h 1271"/>
                <a:gd name="T84" fmla="*/ 420 w 1217"/>
                <a:gd name="T85" fmla="*/ 72 h 1271"/>
                <a:gd name="T86" fmla="*/ 289 w 1217"/>
                <a:gd name="T87" fmla="*/ 5 h 1271"/>
                <a:gd name="T88" fmla="*/ 256 w 1217"/>
                <a:gd name="T89" fmla="*/ 26 h 1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17" h="1271">
                  <a:moveTo>
                    <a:pt x="256" y="26"/>
                  </a:moveTo>
                  <a:cubicBezTo>
                    <a:pt x="252" y="28"/>
                    <a:pt x="246" y="31"/>
                    <a:pt x="240" y="33"/>
                  </a:cubicBezTo>
                  <a:cubicBezTo>
                    <a:pt x="245" y="44"/>
                    <a:pt x="246" y="58"/>
                    <a:pt x="252" y="66"/>
                  </a:cubicBezTo>
                  <a:cubicBezTo>
                    <a:pt x="262" y="81"/>
                    <a:pt x="276" y="88"/>
                    <a:pt x="308" y="88"/>
                  </a:cubicBezTo>
                  <a:cubicBezTo>
                    <a:pt x="341" y="88"/>
                    <a:pt x="348" y="101"/>
                    <a:pt x="348" y="118"/>
                  </a:cubicBezTo>
                  <a:cubicBezTo>
                    <a:pt x="348" y="135"/>
                    <a:pt x="354" y="140"/>
                    <a:pt x="374" y="161"/>
                  </a:cubicBezTo>
                  <a:cubicBezTo>
                    <a:pt x="394" y="181"/>
                    <a:pt x="367" y="192"/>
                    <a:pt x="337" y="203"/>
                  </a:cubicBezTo>
                  <a:cubicBezTo>
                    <a:pt x="306" y="214"/>
                    <a:pt x="321" y="229"/>
                    <a:pt x="308" y="238"/>
                  </a:cubicBezTo>
                  <a:cubicBezTo>
                    <a:pt x="295" y="248"/>
                    <a:pt x="249" y="235"/>
                    <a:pt x="245" y="216"/>
                  </a:cubicBezTo>
                  <a:cubicBezTo>
                    <a:pt x="241" y="198"/>
                    <a:pt x="223" y="203"/>
                    <a:pt x="199" y="181"/>
                  </a:cubicBezTo>
                  <a:cubicBezTo>
                    <a:pt x="175" y="159"/>
                    <a:pt x="155" y="183"/>
                    <a:pt x="136" y="188"/>
                  </a:cubicBezTo>
                  <a:cubicBezTo>
                    <a:pt x="116" y="194"/>
                    <a:pt x="125" y="212"/>
                    <a:pt x="140" y="233"/>
                  </a:cubicBezTo>
                  <a:cubicBezTo>
                    <a:pt x="155" y="253"/>
                    <a:pt x="134" y="261"/>
                    <a:pt x="151" y="285"/>
                  </a:cubicBezTo>
                  <a:cubicBezTo>
                    <a:pt x="169" y="309"/>
                    <a:pt x="136" y="303"/>
                    <a:pt x="101" y="305"/>
                  </a:cubicBezTo>
                  <a:cubicBezTo>
                    <a:pt x="66" y="307"/>
                    <a:pt x="103" y="366"/>
                    <a:pt x="99" y="398"/>
                  </a:cubicBezTo>
                  <a:cubicBezTo>
                    <a:pt x="94" y="429"/>
                    <a:pt x="64" y="433"/>
                    <a:pt x="40" y="431"/>
                  </a:cubicBezTo>
                  <a:cubicBezTo>
                    <a:pt x="16" y="429"/>
                    <a:pt x="0" y="420"/>
                    <a:pt x="3" y="446"/>
                  </a:cubicBezTo>
                  <a:cubicBezTo>
                    <a:pt x="5" y="472"/>
                    <a:pt x="22" y="472"/>
                    <a:pt x="59" y="477"/>
                  </a:cubicBezTo>
                  <a:cubicBezTo>
                    <a:pt x="96" y="483"/>
                    <a:pt x="86" y="507"/>
                    <a:pt x="86" y="528"/>
                  </a:cubicBezTo>
                  <a:cubicBezTo>
                    <a:pt x="86" y="548"/>
                    <a:pt x="105" y="555"/>
                    <a:pt x="125" y="550"/>
                  </a:cubicBezTo>
                  <a:cubicBezTo>
                    <a:pt x="145" y="544"/>
                    <a:pt x="155" y="566"/>
                    <a:pt x="169" y="578"/>
                  </a:cubicBezTo>
                  <a:cubicBezTo>
                    <a:pt x="182" y="589"/>
                    <a:pt x="195" y="603"/>
                    <a:pt x="228" y="559"/>
                  </a:cubicBezTo>
                  <a:cubicBezTo>
                    <a:pt x="260" y="515"/>
                    <a:pt x="256" y="553"/>
                    <a:pt x="256" y="565"/>
                  </a:cubicBezTo>
                  <a:cubicBezTo>
                    <a:pt x="256" y="576"/>
                    <a:pt x="256" y="583"/>
                    <a:pt x="273" y="609"/>
                  </a:cubicBezTo>
                  <a:cubicBezTo>
                    <a:pt x="291" y="635"/>
                    <a:pt x="286" y="655"/>
                    <a:pt x="289" y="685"/>
                  </a:cubicBezTo>
                  <a:cubicBezTo>
                    <a:pt x="291" y="715"/>
                    <a:pt x="289" y="713"/>
                    <a:pt x="262" y="720"/>
                  </a:cubicBezTo>
                  <a:cubicBezTo>
                    <a:pt x="236" y="728"/>
                    <a:pt x="236" y="741"/>
                    <a:pt x="204" y="750"/>
                  </a:cubicBezTo>
                  <a:cubicBezTo>
                    <a:pt x="171" y="759"/>
                    <a:pt x="188" y="770"/>
                    <a:pt x="186" y="800"/>
                  </a:cubicBezTo>
                  <a:cubicBezTo>
                    <a:pt x="185" y="814"/>
                    <a:pt x="181" y="829"/>
                    <a:pt x="177" y="840"/>
                  </a:cubicBezTo>
                  <a:cubicBezTo>
                    <a:pt x="187" y="847"/>
                    <a:pt x="196" y="861"/>
                    <a:pt x="207" y="873"/>
                  </a:cubicBezTo>
                  <a:cubicBezTo>
                    <a:pt x="222" y="890"/>
                    <a:pt x="230" y="883"/>
                    <a:pt x="246" y="877"/>
                  </a:cubicBezTo>
                  <a:cubicBezTo>
                    <a:pt x="262" y="870"/>
                    <a:pt x="254" y="871"/>
                    <a:pt x="280" y="883"/>
                  </a:cubicBezTo>
                  <a:cubicBezTo>
                    <a:pt x="306" y="895"/>
                    <a:pt x="293" y="883"/>
                    <a:pt x="328" y="906"/>
                  </a:cubicBezTo>
                  <a:cubicBezTo>
                    <a:pt x="363" y="928"/>
                    <a:pt x="345" y="943"/>
                    <a:pt x="321" y="965"/>
                  </a:cubicBezTo>
                  <a:cubicBezTo>
                    <a:pt x="297" y="987"/>
                    <a:pt x="343" y="1006"/>
                    <a:pt x="339" y="1050"/>
                  </a:cubicBezTo>
                  <a:cubicBezTo>
                    <a:pt x="335" y="1095"/>
                    <a:pt x="367" y="1106"/>
                    <a:pt x="389" y="1135"/>
                  </a:cubicBezTo>
                  <a:cubicBezTo>
                    <a:pt x="411" y="1165"/>
                    <a:pt x="404" y="1184"/>
                    <a:pt x="424" y="1206"/>
                  </a:cubicBezTo>
                  <a:cubicBezTo>
                    <a:pt x="444" y="1228"/>
                    <a:pt x="470" y="1200"/>
                    <a:pt x="494" y="1189"/>
                  </a:cubicBezTo>
                  <a:cubicBezTo>
                    <a:pt x="518" y="1178"/>
                    <a:pt x="529" y="1150"/>
                    <a:pt x="546" y="1134"/>
                  </a:cubicBezTo>
                  <a:cubicBezTo>
                    <a:pt x="564" y="1117"/>
                    <a:pt x="586" y="1143"/>
                    <a:pt x="597" y="1161"/>
                  </a:cubicBezTo>
                  <a:cubicBezTo>
                    <a:pt x="608" y="1180"/>
                    <a:pt x="588" y="1195"/>
                    <a:pt x="573" y="1206"/>
                  </a:cubicBezTo>
                  <a:cubicBezTo>
                    <a:pt x="557" y="1217"/>
                    <a:pt x="542" y="1222"/>
                    <a:pt x="568" y="1247"/>
                  </a:cubicBezTo>
                  <a:cubicBezTo>
                    <a:pt x="594" y="1271"/>
                    <a:pt x="612" y="1241"/>
                    <a:pt x="634" y="1219"/>
                  </a:cubicBezTo>
                  <a:cubicBezTo>
                    <a:pt x="656" y="1197"/>
                    <a:pt x="649" y="1193"/>
                    <a:pt x="688" y="1165"/>
                  </a:cubicBezTo>
                  <a:cubicBezTo>
                    <a:pt x="728" y="1137"/>
                    <a:pt x="739" y="1193"/>
                    <a:pt x="769" y="1211"/>
                  </a:cubicBezTo>
                  <a:cubicBezTo>
                    <a:pt x="800" y="1230"/>
                    <a:pt x="848" y="1217"/>
                    <a:pt x="878" y="1209"/>
                  </a:cubicBezTo>
                  <a:cubicBezTo>
                    <a:pt x="909" y="1202"/>
                    <a:pt x="905" y="1219"/>
                    <a:pt x="935" y="1235"/>
                  </a:cubicBezTo>
                  <a:cubicBezTo>
                    <a:pt x="939" y="1237"/>
                    <a:pt x="941" y="1239"/>
                    <a:pt x="942" y="1241"/>
                  </a:cubicBezTo>
                  <a:cubicBezTo>
                    <a:pt x="956" y="1238"/>
                    <a:pt x="969" y="1232"/>
                    <a:pt x="973" y="1222"/>
                  </a:cubicBezTo>
                  <a:cubicBezTo>
                    <a:pt x="983" y="1200"/>
                    <a:pt x="995" y="1192"/>
                    <a:pt x="1009" y="1181"/>
                  </a:cubicBezTo>
                  <a:cubicBezTo>
                    <a:pt x="1024" y="1170"/>
                    <a:pt x="1049" y="1159"/>
                    <a:pt x="1052" y="1136"/>
                  </a:cubicBezTo>
                  <a:cubicBezTo>
                    <a:pt x="1055" y="1114"/>
                    <a:pt x="1057" y="1093"/>
                    <a:pt x="1070" y="1079"/>
                  </a:cubicBezTo>
                  <a:cubicBezTo>
                    <a:pt x="1083" y="1065"/>
                    <a:pt x="1096" y="1056"/>
                    <a:pt x="1083" y="1040"/>
                  </a:cubicBezTo>
                  <a:cubicBezTo>
                    <a:pt x="1070" y="1025"/>
                    <a:pt x="1029" y="1000"/>
                    <a:pt x="1065" y="992"/>
                  </a:cubicBezTo>
                  <a:cubicBezTo>
                    <a:pt x="1101" y="983"/>
                    <a:pt x="1113" y="982"/>
                    <a:pt x="1132" y="975"/>
                  </a:cubicBezTo>
                  <a:cubicBezTo>
                    <a:pt x="1152" y="968"/>
                    <a:pt x="1190" y="967"/>
                    <a:pt x="1175" y="947"/>
                  </a:cubicBezTo>
                  <a:cubicBezTo>
                    <a:pt x="1160" y="928"/>
                    <a:pt x="1132" y="915"/>
                    <a:pt x="1157" y="894"/>
                  </a:cubicBezTo>
                  <a:cubicBezTo>
                    <a:pt x="1181" y="874"/>
                    <a:pt x="1217" y="833"/>
                    <a:pt x="1199" y="803"/>
                  </a:cubicBezTo>
                  <a:cubicBezTo>
                    <a:pt x="1181" y="772"/>
                    <a:pt x="1190" y="760"/>
                    <a:pt x="1162" y="758"/>
                  </a:cubicBezTo>
                  <a:cubicBezTo>
                    <a:pt x="1134" y="757"/>
                    <a:pt x="1118" y="715"/>
                    <a:pt x="1081" y="744"/>
                  </a:cubicBezTo>
                  <a:cubicBezTo>
                    <a:pt x="1045" y="774"/>
                    <a:pt x="1011" y="776"/>
                    <a:pt x="998" y="764"/>
                  </a:cubicBezTo>
                  <a:cubicBezTo>
                    <a:pt x="985" y="751"/>
                    <a:pt x="986" y="742"/>
                    <a:pt x="991" y="717"/>
                  </a:cubicBezTo>
                  <a:cubicBezTo>
                    <a:pt x="996" y="692"/>
                    <a:pt x="1011" y="683"/>
                    <a:pt x="978" y="671"/>
                  </a:cubicBezTo>
                  <a:cubicBezTo>
                    <a:pt x="946" y="658"/>
                    <a:pt x="926" y="661"/>
                    <a:pt x="906" y="643"/>
                  </a:cubicBezTo>
                  <a:cubicBezTo>
                    <a:pt x="887" y="625"/>
                    <a:pt x="872" y="628"/>
                    <a:pt x="869" y="608"/>
                  </a:cubicBezTo>
                  <a:cubicBezTo>
                    <a:pt x="865" y="589"/>
                    <a:pt x="842" y="579"/>
                    <a:pt x="872" y="562"/>
                  </a:cubicBezTo>
                  <a:cubicBezTo>
                    <a:pt x="901" y="546"/>
                    <a:pt x="919" y="536"/>
                    <a:pt x="919" y="508"/>
                  </a:cubicBezTo>
                  <a:cubicBezTo>
                    <a:pt x="919" y="480"/>
                    <a:pt x="891" y="466"/>
                    <a:pt x="888" y="455"/>
                  </a:cubicBezTo>
                  <a:cubicBezTo>
                    <a:pt x="885" y="444"/>
                    <a:pt x="916" y="411"/>
                    <a:pt x="942" y="429"/>
                  </a:cubicBezTo>
                  <a:cubicBezTo>
                    <a:pt x="968" y="447"/>
                    <a:pt x="991" y="455"/>
                    <a:pt x="1011" y="444"/>
                  </a:cubicBezTo>
                  <a:cubicBezTo>
                    <a:pt x="1031" y="433"/>
                    <a:pt x="1027" y="415"/>
                    <a:pt x="1013" y="389"/>
                  </a:cubicBezTo>
                  <a:cubicBezTo>
                    <a:pt x="998" y="362"/>
                    <a:pt x="980" y="338"/>
                    <a:pt x="955" y="338"/>
                  </a:cubicBezTo>
                  <a:cubicBezTo>
                    <a:pt x="931" y="338"/>
                    <a:pt x="911" y="344"/>
                    <a:pt x="913" y="366"/>
                  </a:cubicBezTo>
                  <a:cubicBezTo>
                    <a:pt x="914" y="389"/>
                    <a:pt x="918" y="400"/>
                    <a:pt x="898" y="402"/>
                  </a:cubicBezTo>
                  <a:cubicBezTo>
                    <a:pt x="878" y="405"/>
                    <a:pt x="833" y="425"/>
                    <a:pt x="810" y="402"/>
                  </a:cubicBezTo>
                  <a:cubicBezTo>
                    <a:pt x="787" y="380"/>
                    <a:pt x="790" y="315"/>
                    <a:pt x="767" y="315"/>
                  </a:cubicBezTo>
                  <a:cubicBezTo>
                    <a:pt x="744" y="315"/>
                    <a:pt x="701" y="315"/>
                    <a:pt x="705" y="297"/>
                  </a:cubicBezTo>
                  <a:cubicBezTo>
                    <a:pt x="708" y="279"/>
                    <a:pt x="700" y="259"/>
                    <a:pt x="726" y="243"/>
                  </a:cubicBezTo>
                  <a:cubicBezTo>
                    <a:pt x="752" y="226"/>
                    <a:pt x="749" y="208"/>
                    <a:pt x="731" y="191"/>
                  </a:cubicBezTo>
                  <a:cubicBezTo>
                    <a:pt x="713" y="174"/>
                    <a:pt x="695" y="162"/>
                    <a:pt x="682" y="180"/>
                  </a:cubicBezTo>
                  <a:cubicBezTo>
                    <a:pt x="669" y="198"/>
                    <a:pt x="657" y="208"/>
                    <a:pt x="644" y="187"/>
                  </a:cubicBezTo>
                  <a:cubicBezTo>
                    <a:pt x="631" y="166"/>
                    <a:pt x="624" y="154"/>
                    <a:pt x="605" y="138"/>
                  </a:cubicBezTo>
                  <a:cubicBezTo>
                    <a:pt x="585" y="123"/>
                    <a:pt x="585" y="116"/>
                    <a:pt x="541" y="117"/>
                  </a:cubicBezTo>
                  <a:cubicBezTo>
                    <a:pt x="497" y="119"/>
                    <a:pt x="503" y="111"/>
                    <a:pt x="498" y="98"/>
                  </a:cubicBezTo>
                  <a:cubicBezTo>
                    <a:pt x="493" y="86"/>
                    <a:pt x="492" y="80"/>
                    <a:pt x="474" y="81"/>
                  </a:cubicBezTo>
                  <a:cubicBezTo>
                    <a:pt x="456" y="83"/>
                    <a:pt x="436" y="90"/>
                    <a:pt x="420" y="72"/>
                  </a:cubicBezTo>
                  <a:cubicBezTo>
                    <a:pt x="403" y="54"/>
                    <a:pt x="371" y="47"/>
                    <a:pt x="346" y="34"/>
                  </a:cubicBezTo>
                  <a:cubicBezTo>
                    <a:pt x="321" y="22"/>
                    <a:pt x="292" y="19"/>
                    <a:pt x="289" y="5"/>
                  </a:cubicBezTo>
                  <a:cubicBezTo>
                    <a:pt x="288" y="4"/>
                    <a:pt x="288" y="2"/>
                    <a:pt x="288" y="0"/>
                  </a:cubicBezTo>
                  <a:cubicBezTo>
                    <a:pt x="273" y="7"/>
                    <a:pt x="264" y="22"/>
                    <a:pt x="256" y="26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6" name="Freeform 28"/>
            <p:cNvSpPr>
              <a:spLocks/>
            </p:cNvSpPr>
            <p:nvPr/>
          </p:nvSpPr>
          <p:spPr bwMode="auto">
            <a:xfrm>
              <a:off x="4378" y="2218"/>
              <a:ext cx="671" cy="469"/>
            </a:xfrm>
            <a:custGeom>
              <a:avLst/>
              <a:gdLst>
                <a:gd name="T0" fmla="*/ 963 w 1448"/>
                <a:gd name="T1" fmla="*/ 946 h 1013"/>
                <a:gd name="T2" fmla="*/ 1032 w 1448"/>
                <a:gd name="T3" fmla="*/ 991 h 1013"/>
                <a:gd name="T4" fmla="*/ 1119 w 1448"/>
                <a:gd name="T5" fmla="*/ 992 h 1013"/>
                <a:gd name="T6" fmla="*/ 1191 w 1448"/>
                <a:gd name="T7" fmla="*/ 977 h 1013"/>
                <a:gd name="T8" fmla="*/ 1232 w 1448"/>
                <a:gd name="T9" fmla="*/ 927 h 1013"/>
                <a:gd name="T10" fmla="*/ 1251 w 1448"/>
                <a:gd name="T11" fmla="*/ 843 h 1013"/>
                <a:gd name="T12" fmla="*/ 1246 w 1448"/>
                <a:gd name="T13" fmla="*/ 782 h 1013"/>
                <a:gd name="T14" fmla="*/ 1274 w 1448"/>
                <a:gd name="T15" fmla="*/ 742 h 1013"/>
                <a:gd name="T16" fmla="*/ 1440 w 1448"/>
                <a:gd name="T17" fmla="*/ 785 h 1013"/>
                <a:gd name="T18" fmla="*/ 1370 w 1448"/>
                <a:gd name="T19" fmla="*/ 656 h 1013"/>
                <a:gd name="T20" fmla="*/ 1221 w 1448"/>
                <a:gd name="T21" fmla="*/ 567 h 1013"/>
                <a:gd name="T22" fmla="*/ 1156 w 1448"/>
                <a:gd name="T23" fmla="*/ 474 h 1013"/>
                <a:gd name="T24" fmla="*/ 968 w 1448"/>
                <a:gd name="T25" fmla="*/ 266 h 1013"/>
                <a:gd name="T26" fmla="*/ 867 w 1448"/>
                <a:gd name="T27" fmla="*/ 148 h 1013"/>
                <a:gd name="T28" fmla="*/ 649 w 1448"/>
                <a:gd name="T29" fmla="*/ 52 h 1013"/>
                <a:gd name="T30" fmla="*/ 571 w 1448"/>
                <a:gd name="T31" fmla="*/ 29 h 1013"/>
                <a:gd name="T32" fmla="*/ 478 w 1448"/>
                <a:gd name="T33" fmla="*/ 133 h 1013"/>
                <a:gd name="T34" fmla="*/ 409 w 1448"/>
                <a:gd name="T35" fmla="*/ 191 h 1013"/>
                <a:gd name="T36" fmla="*/ 331 w 1448"/>
                <a:gd name="T37" fmla="*/ 176 h 1013"/>
                <a:gd name="T38" fmla="*/ 250 w 1448"/>
                <a:gd name="T39" fmla="*/ 211 h 1013"/>
                <a:gd name="T40" fmla="*/ 116 w 1448"/>
                <a:gd name="T41" fmla="*/ 134 h 1013"/>
                <a:gd name="T42" fmla="*/ 5 w 1448"/>
                <a:gd name="T43" fmla="*/ 151 h 1013"/>
                <a:gd name="T44" fmla="*/ 62 w 1448"/>
                <a:gd name="T45" fmla="*/ 240 h 1013"/>
                <a:gd name="T46" fmla="*/ 190 w 1448"/>
                <a:gd name="T47" fmla="*/ 287 h 1013"/>
                <a:gd name="T48" fmla="*/ 257 w 1448"/>
                <a:gd name="T49" fmla="*/ 323 h 1013"/>
                <a:gd name="T50" fmla="*/ 360 w 1448"/>
                <a:gd name="T51" fmla="*/ 393 h 1013"/>
                <a:gd name="T52" fmla="*/ 447 w 1448"/>
                <a:gd name="T53" fmla="*/ 397 h 1013"/>
                <a:gd name="T54" fmla="*/ 421 w 1448"/>
                <a:gd name="T55" fmla="*/ 503 h 1013"/>
                <a:gd name="T56" fmla="*/ 526 w 1448"/>
                <a:gd name="T57" fmla="*/ 608 h 1013"/>
                <a:gd name="T58" fmla="*/ 629 w 1448"/>
                <a:gd name="T59" fmla="*/ 572 h 1013"/>
                <a:gd name="T60" fmla="*/ 729 w 1448"/>
                <a:gd name="T61" fmla="*/ 595 h 1013"/>
                <a:gd name="T62" fmla="*/ 658 w 1448"/>
                <a:gd name="T63" fmla="*/ 635 h 1013"/>
                <a:gd name="T64" fmla="*/ 635 w 1448"/>
                <a:gd name="T65" fmla="*/ 714 h 1013"/>
                <a:gd name="T66" fmla="*/ 585 w 1448"/>
                <a:gd name="T67" fmla="*/ 814 h 1013"/>
                <a:gd name="T68" fmla="*/ 694 w 1448"/>
                <a:gd name="T69" fmla="*/ 877 h 1013"/>
                <a:gd name="T70" fmla="*/ 714 w 1448"/>
                <a:gd name="T71" fmla="*/ 970 h 1013"/>
                <a:gd name="T72" fmla="*/ 878 w 1448"/>
                <a:gd name="T73" fmla="*/ 964 h 1013"/>
                <a:gd name="T74" fmla="*/ 919 w 1448"/>
                <a:gd name="T75" fmla="*/ 963 h 10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48" h="1013">
                  <a:moveTo>
                    <a:pt x="919" y="963"/>
                  </a:moveTo>
                  <a:cubicBezTo>
                    <a:pt x="922" y="950"/>
                    <a:pt x="951" y="956"/>
                    <a:pt x="963" y="946"/>
                  </a:cubicBezTo>
                  <a:cubicBezTo>
                    <a:pt x="974" y="936"/>
                    <a:pt x="992" y="955"/>
                    <a:pt x="997" y="967"/>
                  </a:cubicBezTo>
                  <a:cubicBezTo>
                    <a:pt x="1002" y="980"/>
                    <a:pt x="1012" y="984"/>
                    <a:pt x="1032" y="991"/>
                  </a:cubicBezTo>
                  <a:cubicBezTo>
                    <a:pt x="1051" y="998"/>
                    <a:pt x="1051" y="1005"/>
                    <a:pt x="1073" y="996"/>
                  </a:cubicBezTo>
                  <a:cubicBezTo>
                    <a:pt x="1094" y="988"/>
                    <a:pt x="1102" y="971"/>
                    <a:pt x="1119" y="992"/>
                  </a:cubicBezTo>
                  <a:cubicBezTo>
                    <a:pt x="1135" y="1013"/>
                    <a:pt x="1140" y="1006"/>
                    <a:pt x="1160" y="1000"/>
                  </a:cubicBezTo>
                  <a:cubicBezTo>
                    <a:pt x="1179" y="995"/>
                    <a:pt x="1191" y="993"/>
                    <a:pt x="1191" y="977"/>
                  </a:cubicBezTo>
                  <a:cubicBezTo>
                    <a:pt x="1191" y="960"/>
                    <a:pt x="1196" y="960"/>
                    <a:pt x="1209" y="953"/>
                  </a:cubicBezTo>
                  <a:cubicBezTo>
                    <a:pt x="1222" y="946"/>
                    <a:pt x="1227" y="949"/>
                    <a:pt x="1232" y="927"/>
                  </a:cubicBezTo>
                  <a:cubicBezTo>
                    <a:pt x="1237" y="904"/>
                    <a:pt x="1255" y="910"/>
                    <a:pt x="1258" y="888"/>
                  </a:cubicBezTo>
                  <a:cubicBezTo>
                    <a:pt x="1261" y="866"/>
                    <a:pt x="1228" y="850"/>
                    <a:pt x="1251" y="843"/>
                  </a:cubicBezTo>
                  <a:cubicBezTo>
                    <a:pt x="1274" y="836"/>
                    <a:pt x="1294" y="838"/>
                    <a:pt x="1284" y="820"/>
                  </a:cubicBezTo>
                  <a:cubicBezTo>
                    <a:pt x="1274" y="802"/>
                    <a:pt x="1264" y="796"/>
                    <a:pt x="1246" y="782"/>
                  </a:cubicBezTo>
                  <a:cubicBezTo>
                    <a:pt x="1228" y="768"/>
                    <a:pt x="1223" y="749"/>
                    <a:pt x="1240" y="745"/>
                  </a:cubicBezTo>
                  <a:cubicBezTo>
                    <a:pt x="1252" y="741"/>
                    <a:pt x="1252" y="733"/>
                    <a:pt x="1274" y="742"/>
                  </a:cubicBezTo>
                  <a:cubicBezTo>
                    <a:pt x="1276" y="736"/>
                    <a:pt x="1285" y="734"/>
                    <a:pt x="1304" y="741"/>
                  </a:cubicBezTo>
                  <a:cubicBezTo>
                    <a:pt x="1365" y="763"/>
                    <a:pt x="1431" y="811"/>
                    <a:pt x="1440" y="785"/>
                  </a:cubicBezTo>
                  <a:cubicBezTo>
                    <a:pt x="1448" y="759"/>
                    <a:pt x="1413" y="730"/>
                    <a:pt x="1413" y="700"/>
                  </a:cubicBezTo>
                  <a:cubicBezTo>
                    <a:pt x="1413" y="670"/>
                    <a:pt x="1400" y="656"/>
                    <a:pt x="1370" y="656"/>
                  </a:cubicBezTo>
                  <a:cubicBezTo>
                    <a:pt x="1339" y="656"/>
                    <a:pt x="1304" y="659"/>
                    <a:pt x="1291" y="630"/>
                  </a:cubicBezTo>
                  <a:cubicBezTo>
                    <a:pt x="1278" y="600"/>
                    <a:pt x="1269" y="567"/>
                    <a:pt x="1221" y="567"/>
                  </a:cubicBezTo>
                  <a:cubicBezTo>
                    <a:pt x="1173" y="567"/>
                    <a:pt x="1147" y="552"/>
                    <a:pt x="1147" y="530"/>
                  </a:cubicBezTo>
                  <a:cubicBezTo>
                    <a:pt x="1147" y="507"/>
                    <a:pt x="1195" y="504"/>
                    <a:pt x="1156" y="474"/>
                  </a:cubicBezTo>
                  <a:cubicBezTo>
                    <a:pt x="1116" y="444"/>
                    <a:pt x="1042" y="374"/>
                    <a:pt x="1025" y="341"/>
                  </a:cubicBezTo>
                  <a:cubicBezTo>
                    <a:pt x="1007" y="307"/>
                    <a:pt x="1012" y="292"/>
                    <a:pt x="968" y="266"/>
                  </a:cubicBezTo>
                  <a:cubicBezTo>
                    <a:pt x="924" y="241"/>
                    <a:pt x="924" y="244"/>
                    <a:pt x="929" y="215"/>
                  </a:cubicBezTo>
                  <a:cubicBezTo>
                    <a:pt x="933" y="185"/>
                    <a:pt x="907" y="159"/>
                    <a:pt x="867" y="148"/>
                  </a:cubicBezTo>
                  <a:cubicBezTo>
                    <a:pt x="828" y="137"/>
                    <a:pt x="780" y="140"/>
                    <a:pt x="749" y="118"/>
                  </a:cubicBezTo>
                  <a:cubicBezTo>
                    <a:pt x="719" y="96"/>
                    <a:pt x="653" y="89"/>
                    <a:pt x="649" y="52"/>
                  </a:cubicBezTo>
                  <a:cubicBezTo>
                    <a:pt x="646" y="29"/>
                    <a:pt x="649" y="23"/>
                    <a:pt x="658" y="10"/>
                  </a:cubicBezTo>
                  <a:cubicBezTo>
                    <a:pt x="596" y="0"/>
                    <a:pt x="600" y="13"/>
                    <a:pt x="571" y="29"/>
                  </a:cubicBezTo>
                  <a:cubicBezTo>
                    <a:pt x="539" y="47"/>
                    <a:pt x="549" y="65"/>
                    <a:pt x="544" y="97"/>
                  </a:cubicBezTo>
                  <a:cubicBezTo>
                    <a:pt x="539" y="129"/>
                    <a:pt x="509" y="130"/>
                    <a:pt x="478" y="133"/>
                  </a:cubicBezTo>
                  <a:cubicBezTo>
                    <a:pt x="447" y="136"/>
                    <a:pt x="458" y="164"/>
                    <a:pt x="449" y="183"/>
                  </a:cubicBezTo>
                  <a:cubicBezTo>
                    <a:pt x="439" y="203"/>
                    <a:pt x="414" y="194"/>
                    <a:pt x="409" y="191"/>
                  </a:cubicBezTo>
                  <a:cubicBezTo>
                    <a:pt x="404" y="189"/>
                    <a:pt x="401" y="169"/>
                    <a:pt x="381" y="154"/>
                  </a:cubicBezTo>
                  <a:cubicBezTo>
                    <a:pt x="331" y="140"/>
                    <a:pt x="329" y="159"/>
                    <a:pt x="331" y="176"/>
                  </a:cubicBezTo>
                  <a:cubicBezTo>
                    <a:pt x="332" y="193"/>
                    <a:pt x="319" y="189"/>
                    <a:pt x="298" y="204"/>
                  </a:cubicBezTo>
                  <a:cubicBezTo>
                    <a:pt x="277" y="219"/>
                    <a:pt x="275" y="239"/>
                    <a:pt x="250" y="211"/>
                  </a:cubicBezTo>
                  <a:cubicBezTo>
                    <a:pt x="226" y="183"/>
                    <a:pt x="196" y="215"/>
                    <a:pt x="182" y="204"/>
                  </a:cubicBezTo>
                  <a:cubicBezTo>
                    <a:pt x="167" y="193"/>
                    <a:pt x="141" y="158"/>
                    <a:pt x="116" y="134"/>
                  </a:cubicBezTo>
                  <a:cubicBezTo>
                    <a:pt x="91" y="111"/>
                    <a:pt x="73" y="118"/>
                    <a:pt x="42" y="132"/>
                  </a:cubicBezTo>
                  <a:cubicBezTo>
                    <a:pt x="11" y="146"/>
                    <a:pt x="10" y="137"/>
                    <a:pt x="5" y="151"/>
                  </a:cubicBezTo>
                  <a:cubicBezTo>
                    <a:pt x="0" y="165"/>
                    <a:pt x="1" y="197"/>
                    <a:pt x="5" y="211"/>
                  </a:cubicBezTo>
                  <a:cubicBezTo>
                    <a:pt x="8" y="225"/>
                    <a:pt x="37" y="228"/>
                    <a:pt x="62" y="240"/>
                  </a:cubicBezTo>
                  <a:cubicBezTo>
                    <a:pt x="87" y="253"/>
                    <a:pt x="119" y="260"/>
                    <a:pt x="136" y="278"/>
                  </a:cubicBezTo>
                  <a:cubicBezTo>
                    <a:pt x="152" y="296"/>
                    <a:pt x="172" y="289"/>
                    <a:pt x="190" y="287"/>
                  </a:cubicBezTo>
                  <a:cubicBezTo>
                    <a:pt x="208" y="286"/>
                    <a:pt x="209" y="292"/>
                    <a:pt x="214" y="304"/>
                  </a:cubicBezTo>
                  <a:cubicBezTo>
                    <a:pt x="219" y="317"/>
                    <a:pt x="213" y="325"/>
                    <a:pt x="257" y="323"/>
                  </a:cubicBezTo>
                  <a:cubicBezTo>
                    <a:pt x="301" y="322"/>
                    <a:pt x="301" y="329"/>
                    <a:pt x="321" y="344"/>
                  </a:cubicBezTo>
                  <a:cubicBezTo>
                    <a:pt x="340" y="360"/>
                    <a:pt x="347" y="372"/>
                    <a:pt x="360" y="393"/>
                  </a:cubicBezTo>
                  <a:cubicBezTo>
                    <a:pt x="373" y="414"/>
                    <a:pt x="385" y="404"/>
                    <a:pt x="398" y="386"/>
                  </a:cubicBezTo>
                  <a:cubicBezTo>
                    <a:pt x="411" y="368"/>
                    <a:pt x="429" y="380"/>
                    <a:pt x="447" y="397"/>
                  </a:cubicBezTo>
                  <a:cubicBezTo>
                    <a:pt x="465" y="414"/>
                    <a:pt x="468" y="432"/>
                    <a:pt x="442" y="449"/>
                  </a:cubicBezTo>
                  <a:cubicBezTo>
                    <a:pt x="416" y="465"/>
                    <a:pt x="424" y="485"/>
                    <a:pt x="421" y="503"/>
                  </a:cubicBezTo>
                  <a:cubicBezTo>
                    <a:pt x="417" y="521"/>
                    <a:pt x="460" y="521"/>
                    <a:pt x="483" y="521"/>
                  </a:cubicBezTo>
                  <a:cubicBezTo>
                    <a:pt x="506" y="521"/>
                    <a:pt x="503" y="586"/>
                    <a:pt x="526" y="608"/>
                  </a:cubicBezTo>
                  <a:cubicBezTo>
                    <a:pt x="549" y="631"/>
                    <a:pt x="594" y="611"/>
                    <a:pt x="614" y="608"/>
                  </a:cubicBezTo>
                  <a:cubicBezTo>
                    <a:pt x="634" y="606"/>
                    <a:pt x="630" y="595"/>
                    <a:pt x="629" y="572"/>
                  </a:cubicBezTo>
                  <a:cubicBezTo>
                    <a:pt x="627" y="550"/>
                    <a:pt x="647" y="544"/>
                    <a:pt x="671" y="544"/>
                  </a:cubicBezTo>
                  <a:cubicBezTo>
                    <a:pt x="696" y="544"/>
                    <a:pt x="714" y="568"/>
                    <a:pt x="729" y="595"/>
                  </a:cubicBezTo>
                  <a:cubicBezTo>
                    <a:pt x="743" y="621"/>
                    <a:pt x="747" y="639"/>
                    <a:pt x="727" y="650"/>
                  </a:cubicBezTo>
                  <a:cubicBezTo>
                    <a:pt x="707" y="661"/>
                    <a:pt x="684" y="653"/>
                    <a:pt x="658" y="635"/>
                  </a:cubicBezTo>
                  <a:cubicBezTo>
                    <a:pt x="632" y="617"/>
                    <a:pt x="601" y="650"/>
                    <a:pt x="604" y="661"/>
                  </a:cubicBezTo>
                  <a:cubicBezTo>
                    <a:pt x="607" y="672"/>
                    <a:pt x="635" y="686"/>
                    <a:pt x="635" y="714"/>
                  </a:cubicBezTo>
                  <a:cubicBezTo>
                    <a:pt x="635" y="742"/>
                    <a:pt x="617" y="752"/>
                    <a:pt x="588" y="768"/>
                  </a:cubicBezTo>
                  <a:cubicBezTo>
                    <a:pt x="558" y="785"/>
                    <a:pt x="581" y="795"/>
                    <a:pt x="585" y="814"/>
                  </a:cubicBezTo>
                  <a:cubicBezTo>
                    <a:pt x="588" y="834"/>
                    <a:pt x="603" y="831"/>
                    <a:pt x="622" y="849"/>
                  </a:cubicBezTo>
                  <a:cubicBezTo>
                    <a:pt x="642" y="867"/>
                    <a:pt x="662" y="864"/>
                    <a:pt x="694" y="877"/>
                  </a:cubicBezTo>
                  <a:cubicBezTo>
                    <a:pt x="727" y="889"/>
                    <a:pt x="712" y="898"/>
                    <a:pt x="707" y="923"/>
                  </a:cubicBezTo>
                  <a:cubicBezTo>
                    <a:pt x="702" y="948"/>
                    <a:pt x="701" y="957"/>
                    <a:pt x="714" y="970"/>
                  </a:cubicBezTo>
                  <a:cubicBezTo>
                    <a:pt x="727" y="982"/>
                    <a:pt x="761" y="980"/>
                    <a:pt x="797" y="950"/>
                  </a:cubicBezTo>
                  <a:cubicBezTo>
                    <a:pt x="834" y="921"/>
                    <a:pt x="850" y="963"/>
                    <a:pt x="878" y="964"/>
                  </a:cubicBezTo>
                  <a:cubicBezTo>
                    <a:pt x="892" y="965"/>
                    <a:pt x="897" y="969"/>
                    <a:pt x="901" y="976"/>
                  </a:cubicBezTo>
                  <a:cubicBezTo>
                    <a:pt x="909" y="973"/>
                    <a:pt x="917" y="969"/>
                    <a:pt x="919" y="963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7" name="Freeform 29"/>
            <p:cNvSpPr>
              <a:spLocks/>
            </p:cNvSpPr>
            <p:nvPr/>
          </p:nvSpPr>
          <p:spPr bwMode="auto">
            <a:xfrm>
              <a:off x="4661" y="2651"/>
              <a:ext cx="455" cy="451"/>
            </a:xfrm>
            <a:custGeom>
              <a:avLst/>
              <a:gdLst>
                <a:gd name="T0" fmla="*/ 913 w 983"/>
                <a:gd name="T1" fmla="*/ 416 h 972"/>
                <a:gd name="T2" fmla="*/ 965 w 983"/>
                <a:gd name="T3" fmla="*/ 379 h 972"/>
                <a:gd name="T4" fmla="*/ 926 w 983"/>
                <a:gd name="T5" fmla="*/ 298 h 972"/>
                <a:gd name="T6" fmla="*/ 948 w 983"/>
                <a:gd name="T7" fmla="*/ 227 h 972"/>
                <a:gd name="T8" fmla="*/ 830 w 983"/>
                <a:gd name="T9" fmla="*/ 205 h 972"/>
                <a:gd name="T10" fmla="*/ 707 w 983"/>
                <a:gd name="T11" fmla="*/ 179 h 972"/>
                <a:gd name="T12" fmla="*/ 607 w 983"/>
                <a:gd name="T13" fmla="*/ 253 h 972"/>
                <a:gd name="T14" fmla="*/ 572 w 983"/>
                <a:gd name="T15" fmla="*/ 216 h 972"/>
                <a:gd name="T16" fmla="*/ 559 w 983"/>
                <a:gd name="T17" fmla="*/ 168 h 972"/>
                <a:gd name="T18" fmla="*/ 668 w 983"/>
                <a:gd name="T19" fmla="*/ 164 h 972"/>
                <a:gd name="T20" fmla="*/ 706 w 983"/>
                <a:gd name="T21" fmla="*/ 85 h 972"/>
                <a:gd name="T22" fmla="*/ 677 w 983"/>
                <a:gd name="T23" fmla="*/ 63 h 972"/>
                <a:gd name="T24" fmla="*/ 620 w 983"/>
                <a:gd name="T25" fmla="*/ 31 h 972"/>
                <a:gd name="T26" fmla="*/ 601 w 983"/>
                <a:gd name="T27" fmla="*/ 16 h 972"/>
                <a:gd name="T28" fmla="*/ 599 w 983"/>
                <a:gd name="T29" fmla="*/ 17 h 972"/>
                <a:gd name="T30" fmla="*/ 581 w 983"/>
                <a:gd name="T31" fmla="*/ 41 h 972"/>
                <a:gd name="T32" fmla="*/ 550 w 983"/>
                <a:gd name="T33" fmla="*/ 64 h 972"/>
                <a:gd name="T34" fmla="*/ 509 w 983"/>
                <a:gd name="T35" fmla="*/ 56 h 972"/>
                <a:gd name="T36" fmla="*/ 463 w 983"/>
                <a:gd name="T37" fmla="*/ 60 h 972"/>
                <a:gd name="T38" fmla="*/ 422 w 983"/>
                <a:gd name="T39" fmla="*/ 55 h 972"/>
                <a:gd name="T40" fmla="*/ 387 w 983"/>
                <a:gd name="T41" fmla="*/ 31 h 972"/>
                <a:gd name="T42" fmla="*/ 353 w 983"/>
                <a:gd name="T43" fmla="*/ 10 h 972"/>
                <a:gd name="T44" fmla="*/ 309 w 983"/>
                <a:gd name="T45" fmla="*/ 27 h 972"/>
                <a:gd name="T46" fmla="*/ 291 w 983"/>
                <a:gd name="T47" fmla="*/ 40 h 972"/>
                <a:gd name="T48" fmla="*/ 305 w 983"/>
                <a:gd name="T49" fmla="*/ 73 h 972"/>
                <a:gd name="T50" fmla="*/ 263 w 983"/>
                <a:gd name="T51" fmla="*/ 164 h 972"/>
                <a:gd name="T52" fmla="*/ 281 w 983"/>
                <a:gd name="T53" fmla="*/ 217 h 972"/>
                <a:gd name="T54" fmla="*/ 238 w 983"/>
                <a:gd name="T55" fmla="*/ 245 h 972"/>
                <a:gd name="T56" fmla="*/ 171 w 983"/>
                <a:gd name="T57" fmla="*/ 262 h 972"/>
                <a:gd name="T58" fmla="*/ 189 w 983"/>
                <a:gd name="T59" fmla="*/ 310 h 972"/>
                <a:gd name="T60" fmla="*/ 176 w 983"/>
                <a:gd name="T61" fmla="*/ 349 h 972"/>
                <a:gd name="T62" fmla="*/ 158 w 983"/>
                <a:gd name="T63" fmla="*/ 406 h 972"/>
                <a:gd name="T64" fmla="*/ 115 w 983"/>
                <a:gd name="T65" fmla="*/ 451 h 972"/>
                <a:gd name="T66" fmla="*/ 79 w 983"/>
                <a:gd name="T67" fmla="*/ 492 h 972"/>
                <a:gd name="T68" fmla="*/ 48 w 983"/>
                <a:gd name="T69" fmla="*/ 511 h 972"/>
                <a:gd name="T70" fmla="*/ 6 w 983"/>
                <a:gd name="T71" fmla="*/ 580 h 972"/>
                <a:gd name="T72" fmla="*/ 91 w 983"/>
                <a:gd name="T73" fmla="*/ 635 h 972"/>
                <a:gd name="T74" fmla="*/ 157 w 983"/>
                <a:gd name="T75" fmla="*/ 733 h 972"/>
                <a:gd name="T76" fmla="*/ 156 w 983"/>
                <a:gd name="T77" fmla="*/ 780 h 972"/>
                <a:gd name="T78" fmla="*/ 192 w 983"/>
                <a:gd name="T79" fmla="*/ 777 h 972"/>
                <a:gd name="T80" fmla="*/ 246 w 983"/>
                <a:gd name="T81" fmla="*/ 782 h 972"/>
                <a:gd name="T82" fmla="*/ 251 w 983"/>
                <a:gd name="T83" fmla="*/ 848 h 972"/>
                <a:gd name="T84" fmla="*/ 294 w 983"/>
                <a:gd name="T85" fmla="*/ 905 h 972"/>
                <a:gd name="T86" fmla="*/ 330 w 983"/>
                <a:gd name="T87" fmla="*/ 954 h 972"/>
                <a:gd name="T88" fmla="*/ 397 w 983"/>
                <a:gd name="T89" fmla="*/ 959 h 972"/>
                <a:gd name="T90" fmla="*/ 438 w 983"/>
                <a:gd name="T91" fmla="*/ 923 h 972"/>
                <a:gd name="T92" fmla="*/ 486 w 983"/>
                <a:gd name="T93" fmla="*/ 914 h 972"/>
                <a:gd name="T94" fmla="*/ 533 w 983"/>
                <a:gd name="T95" fmla="*/ 962 h 972"/>
                <a:gd name="T96" fmla="*/ 590 w 983"/>
                <a:gd name="T97" fmla="*/ 950 h 972"/>
                <a:gd name="T98" fmla="*/ 666 w 983"/>
                <a:gd name="T99" fmla="*/ 937 h 972"/>
                <a:gd name="T100" fmla="*/ 713 w 983"/>
                <a:gd name="T101" fmla="*/ 971 h 972"/>
                <a:gd name="T102" fmla="*/ 720 w 983"/>
                <a:gd name="T103" fmla="*/ 972 h 972"/>
                <a:gd name="T104" fmla="*/ 747 w 983"/>
                <a:gd name="T105" fmla="*/ 906 h 972"/>
                <a:gd name="T106" fmla="*/ 768 w 983"/>
                <a:gd name="T107" fmla="*/ 791 h 972"/>
                <a:gd name="T108" fmla="*/ 812 w 983"/>
                <a:gd name="T109" fmla="*/ 706 h 972"/>
                <a:gd name="T110" fmla="*/ 851 w 983"/>
                <a:gd name="T111" fmla="*/ 665 h 972"/>
                <a:gd name="T112" fmla="*/ 900 w 983"/>
                <a:gd name="T113" fmla="*/ 680 h 972"/>
                <a:gd name="T114" fmla="*/ 948 w 983"/>
                <a:gd name="T115" fmla="*/ 635 h 972"/>
                <a:gd name="T116" fmla="*/ 913 w 983"/>
                <a:gd name="T117" fmla="*/ 535 h 972"/>
                <a:gd name="T118" fmla="*/ 900 w 983"/>
                <a:gd name="T119" fmla="*/ 472 h 972"/>
                <a:gd name="T120" fmla="*/ 913 w 983"/>
                <a:gd name="T121" fmla="*/ 416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83" h="972">
                  <a:moveTo>
                    <a:pt x="913" y="416"/>
                  </a:moveTo>
                  <a:cubicBezTo>
                    <a:pt x="948" y="416"/>
                    <a:pt x="983" y="413"/>
                    <a:pt x="965" y="379"/>
                  </a:cubicBezTo>
                  <a:cubicBezTo>
                    <a:pt x="948" y="346"/>
                    <a:pt x="908" y="331"/>
                    <a:pt x="926" y="298"/>
                  </a:cubicBezTo>
                  <a:cubicBezTo>
                    <a:pt x="943" y="265"/>
                    <a:pt x="983" y="246"/>
                    <a:pt x="948" y="227"/>
                  </a:cubicBezTo>
                  <a:cubicBezTo>
                    <a:pt x="913" y="209"/>
                    <a:pt x="856" y="242"/>
                    <a:pt x="830" y="205"/>
                  </a:cubicBezTo>
                  <a:cubicBezTo>
                    <a:pt x="803" y="168"/>
                    <a:pt x="725" y="153"/>
                    <a:pt x="707" y="179"/>
                  </a:cubicBezTo>
                  <a:cubicBezTo>
                    <a:pt x="690" y="205"/>
                    <a:pt x="624" y="279"/>
                    <a:pt x="607" y="253"/>
                  </a:cubicBezTo>
                  <a:cubicBezTo>
                    <a:pt x="589" y="227"/>
                    <a:pt x="598" y="216"/>
                    <a:pt x="572" y="216"/>
                  </a:cubicBezTo>
                  <a:cubicBezTo>
                    <a:pt x="546" y="216"/>
                    <a:pt x="519" y="157"/>
                    <a:pt x="559" y="168"/>
                  </a:cubicBezTo>
                  <a:cubicBezTo>
                    <a:pt x="598" y="179"/>
                    <a:pt x="655" y="194"/>
                    <a:pt x="668" y="164"/>
                  </a:cubicBezTo>
                  <a:cubicBezTo>
                    <a:pt x="679" y="140"/>
                    <a:pt x="687" y="106"/>
                    <a:pt x="706" y="85"/>
                  </a:cubicBezTo>
                  <a:cubicBezTo>
                    <a:pt x="697" y="76"/>
                    <a:pt x="690" y="66"/>
                    <a:pt x="677" y="63"/>
                  </a:cubicBezTo>
                  <a:cubicBezTo>
                    <a:pt x="656" y="59"/>
                    <a:pt x="658" y="46"/>
                    <a:pt x="620" y="31"/>
                  </a:cubicBezTo>
                  <a:cubicBezTo>
                    <a:pt x="610" y="27"/>
                    <a:pt x="604" y="22"/>
                    <a:pt x="601" y="16"/>
                  </a:cubicBezTo>
                  <a:cubicBezTo>
                    <a:pt x="600" y="16"/>
                    <a:pt x="600" y="17"/>
                    <a:pt x="599" y="17"/>
                  </a:cubicBezTo>
                  <a:cubicBezTo>
                    <a:pt x="586" y="24"/>
                    <a:pt x="581" y="24"/>
                    <a:pt x="581" y="41"/>
                  </a:cubicBezTo>
                  <a:cubicBezTo>
                    <a:pt x="581" y="57"/>
                    <a:pt x="569" y="59"/>
                    <a:pt x="550" y="64"/>
                  </a:cubicBezTo>
                  <a:cubicBezTo>
                    <a:pt x="530" y="70"/>
                    <a:pt x="525" y="77"/>
                    <a:pt x="509" y="56"/>
                  </a:cubicBezTo>
                  <a:cubicBezTo>
                    <a:pt x="492" y="35"/>
                    <a:pt x="484" y="52"/>
                    <a:pt x="463" y="60"/>
                  </a:cubicBezTo>
                  <a:cubicBezTo>
                    <a:pt x="441" y="69"/>
                    <a:pt x="441" y="62"/>
                    <a:pt x="422" y="55"/>
                  </a:cubicBezTo>
                  <a:cubicBezTo>
                    <a:pt x="402" y="48"/>
                    <a:pt x="392" y="44"/>
                    <a:pt x="387" y="31"/>
                  </a:cubicBezTo>
                  <a:cubicBezTo>
                    <a:pt x="382" y="19"/>
                    <a:pt x="364" y="0"/>
                    <a:pt x="353" y="10"/>
                  </a:cubicBezTo>
                  <a:cubicBezTo>
                    <a:pt x="341" y="20"/>
                    <a:pt x="312" y="14"/>
                    <a:pt x="309" y="27"/>
                  </a:cubicBezTo>
                  <a:cubicBezTo>
                    <a:pt x="307" y="33"/>
                    <a:pt x="299" y="37"/>
                    <a:pt x="291" y="40"/>
                  </a:cubicBezTo>
                  <a:cubicBezTo>
                    <a:pt x="294" y="48"/>
                    <a:pt x="297" y="58"/>
                    <a:pt x="305" y="73"/>
                  </a:cubicBezTo>
                  <a:cubicBezTo>
                    <a:pt x="323" y="103"/>
                    <a:pt x="287" y="144"/>
                    <a:pt x="263" y="164"/>
                  </a:cubicBezTo>
                  <a:cubicBezTo>
                    <a:pt x="238" y="185"/>
                    <a:pt x="266" y="198"/>
                    <a:pt x="281" y="217"/>
                  </a:cubicBezTo>
                  <a:cubicBezTo>
                    <a:pt x="296" y="237"/>
                    <a:pt x="258" y="238"/>
                    <a:pt x="238" y="245"/>
                  </a:cubicBezTo>
                  <a:cubicBezTo>
                    <a:pt x="219" y="252"/>
                    <a:pt x="207" y="253"/>
                    <a:pt x="171" y="262"/>
                  </a:cubicBezTo>
                  <a:cubicBezTo>
                    <a:pt x="135" y="270"/>
                    <a:pt x="176" y="295"/>
                    <a:pt x="189" y="310"/>
                  </a:cubicBezTo>
                  <a:cubicBezTo>
                    <a:pt x="202" y="326"/>
                    <a:pt x="189" y="335"/>
                    <a:pt x="176" y="349"/>
                  </a:cubicBezTo>
                  <a:cubicBezTo>
                    <a:pt x="163" y="363"/>
                    <a:pt x="161" y="384"/>
                    <a:pt x="158" y="406"/>
                  </a:cubicBezTo>
                  <a:cubicBezTo>
                    <a:pt x="155" y="429"/>
                    <a:pt x="130" y="440"/>
                    <a:pt x="115" y="451"/>
                  </a:cubicBezTo>
                  <a:cubicBezTo>
                    <a:pt x="101" y="462"/>
                    <a:pt x="89" y="470"/>
                    <a:pt x="79" y="492"/>
                  </a:cubicBezTo>
                  <a:cubicBezTo>
                    <a:pt x="75" y="502"/>
                    <a:pt x="62" y="508"/>
                    <a:pt x="48" y="511"/>
                  </a:cubicBezTo>
                  <a:cubicBezTo>
                    <a:pt x="59" y="529"/>
                    <a:pt x="12" y="558"/>
                    <a:pt x="6" y="580"/>
                  </a:cubicBezTo>
                  <a:cubicBezTo>
                    <a:pt x="0" y="604"/>
                    <a:pt x="43" y="613"/>
                    <a:pt x="91" y="635"/>
                  </a:cubicBezTo>
                  <a:cubicBezTo>
                    <a:pt x="139" y="657"/>
                    <a:pt x="131" y="700"/>
                    <a:pt x="157" y="733"/>
                  </a:cubicBezTo>
                  <a:cubicBezTo>
                    <a:pt x="177" y="759"/>
                    <a:pt x="164" y="769"/>
                    <a:pt x="156" y="780"/>
                  </a:cubicBezTo>
                  <a:cubicBezTo>
                    <a:pt x="169" y="782"/>
                    <a:pt x="184" y="782"/>
                    <a:pt x="192" y="777"/>
                  </a:cubicBezTo>
                  <a:cubicBezTo>
                    <a:pt x="210" y="768"/>
                    <a:pt x="248" y="747"/>
                    <a:pt x="246" y="782"/>
                  </a:cubicBezTo>
                  <a:cubicBezTo>
                    <a:pt x="245" y="816"/>
                    <a:pt x="232" y="833"/>
                    <a:pt x="251" y="848"/>
                  </a:cubicBezTo>
                  <a:cubicBezTo>
                    <a:pt x="271" y="864"/>
                    <a:pt x="289" y="884"/>
                    <a:pt x="294" y="905"/>
                  </a:cubicBezTo>
                  <a:cubicBezTo>
                    <a:pt x="299" y="926"/>
                    <a:pt x="309" y="944"/>
                    <a:pt x="330" y="954"/>
                  </a:cubicBezTo>
                  <a:cubicBezTo>
                    <a:pt x="351" y="964"/>
                    <a:pt x="381" y="972"/>
                    <a:pt x="397" y="959"/>
                  </a:cubicBezTo>
                  <a:cubicBezTo>
                    <a:pt x="414" y="947"/>
                    <a:pt x="428" y="943"/>
                    <a:pt x="438" y="923"/>
                  </a:cubicBezTo>
                  <a:cubicBezTo>
                    <a:pt x="448" y="904"/>
                    <a:pt x="464" y="879"/>
                    <a:pt x="486" y="914"/>
                  </a:cubicBezTo>
                  <a:cubicBezTo>
                    <a:pt x="507" y="948"/>
                    <a:pt x="502" y="958"/>
                    <a:pt x="533" y="962"/>
                  </a:cubicBezTo>
                  <a:cubicBezTo>
                    <a:pt x="564" y="966"/>
                    <a:pt x="564" y="961"/>
                    <a:pt x="590" y="950"/>
                  </a:cubicBezTo>
                  <a:cubicBezTo>
                    <a:pt x="617" y="939"/>
                    <a:pt x="656" y="915"/>
                    <a:pt x="666" y="937"/>
                  </a:cubicBezTo>
                  <a:cubicBezTo>
                    <a:pt x="676" y="959"/>
                    <a:pt x="694" y="968"/>
                    <a:pt x="713" y="971"/>
                  </a:cubicBezTo>
                  <a:cubicBezTo>
                    <a:pt x="716" y="971"/>
                    <a:pt x="718" y="971"/>
                    <a:pt x="720" y="972"/>
                  </a:cubicBezTo>
                  <a:cubicBezTo>
                    <a:pt x="732" y="956"/>
                    <a:pt x="744" y="937"/>
                    <a:pt x="747" y="906"/>
                  </a:cubicBezTo>
                  <a:cubicBezTo>
                    <a:pt x="751" y="850"/>
                    <a:pt x="747" y="813"/>
                    <a:pt x="768" y="791"/>
                  </a:cubicBezTo>
                  <a:cubicBezTo>
                    <a:pt x="790" y="769"/>
                    <a:pt x="808" y="728"/>
                    <a:pt x="812" y="706"/>
                  </a:cubicBezTo>
                  <a:cubicBezTo>
                    <a:pt x="817" y="683"/>
                    <a:pt x="825" y="639"/>
                    <a:pt x="851" y="665"/>
                  </a:cubicBezTo>
                  <a:cubicBezTo>
                    <a:pt x="878" y="691"/>
                    <a:pt x="878" y="702"/>
                    <a:pt x="900" y="680"/>
                  </a:cubicBezTo>
                  <a:cubicBezTo>
                    <a:pt x="921" y="657"/>
                    <a:pt x="974" y="683"/>
                    <a:pt x="948" y="635"/>
                  </a:cubicBezTo>
                  <a:cubicBezTo>
                    <a:pt x="921" y="587"/>
                    <a:pt x="882" y="565"/>
                    <a:pt x="913" y="535"/>
                  </a:cubicBezTo>
                  <a:cubicBezTo>
                    <a:pt x="943" y="505"/>
                    <a:pt x="921" y="498"/>
                    <a:pt x="900" y="472"/>
                  </a:cubicBezTo>
                  <a:cubicBezTo>
                    <a:pt x="878" y="446"/>
                    <a:pt x="878" y="416"/>
                    <a:pt x="913" y="416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8" name="Freeform 30"/>
            <p:cNvSpPr>
              <a:spLocks/>
            </p:cNvSpPr>
            <p:nvPr/>
          </p:nvSpPr>
          <p:spPr bwMode="auto">
            <a:xfrm>
              <a:off x="4939" y="2557"/>
              <a:ext cx="128" cy="134"/>
            </a:xfrm>
            <a:custGeom>
              <a:avLst/>
              <a:gdLst>
                <a:gd name="T0" fmla="*/ 19 w 277"/>
                <a:gd name="T1" fmla="*/ 234 h 288"/>
                <a:gd name="T2" fmla="*/ 76 w 277"/>
                <a:gd name="T3" fmla="*/ 266 h 288"/>
                <a:gd name="T4" fmla="*/ 105 w 277"/>
                <a:gd name="T5" fmla="*/ 288 h 288"/>
                <a:gd name="T6" fmla="*/ 119 w 277"/>
                <a:gd name="T7" fmla="*/ 275 h 288"/>
                <a:gd name="T8" fmla="*/ 264 w 277"/>
                <a:gd name="T9" fmla="*/ 197 h 288"/>
                <a:gd name="T10" fmla="*/ 207 w 277"/>
                <a:gd name="T11" fmla="*/ 112 h 288"/>
                <a:gd name="T12" fmla="*/ 102 w 277"/>
                <a:gd name="T13" fmla="*/ 64 h 288"/>
                <a:gd name="T14" fmla="*/ 63 w 277"/>
                <a:gd name="T15" fmla="*/ 9 h 288"/>
                <a:gd name="T16" fmla="*/ 29 w 277"/>
                <a:gd name="T17" fmla="*/ 12 h 288"/>
                <a:gd name="T18" fmla="*/ 35 w 277"/>
                <a:gd name="T19" fmla="*/ 49 h 288"/>
                <a:gd name="T20" fmla="*/ 73 w 277"/>
                <a:gd name="T21" fmla="*/ 87 h 288"/>
                <a:gd name="T22" fmla="*/ 40 w 277"/>
                <a:gd name="T23" fmla="*/ 110 h 288"/>
                <a:gd name="T24" fmla="*/ 47 w 277"/>
                <a:gd name="T25" fmla="*/ 155 h 288"/>
                <a:gd name="T26" fmla="*/ 21 w 277"/>
                <a:gd name="T27" fmla="*/ 194 h 288"/>
                <a:gd name="T28" fmla="*/ 0 w 277"/>
                <a:gd name="T29" fmla="*/ 219 h 288"/>
                <a:gd name="T30" fmla="*/ 19 w 277"/>
                <a:gd name="T31" fmla="*/ 23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7" h="288">
                  <a:moveTo>
                    <a:pt x="19" y="234"/>
                  </a:moveTo>
                  <a:cubicBezTo>
                    <a:pt x="57" y="249"/>
                    <a:pt x="55" y="262"/>
                    <a:pt x="76" y="266"/>
                  </a:cubicBezTo>
                  <a:cubicBezTo>
                    <a:pt x="89" y="269"/>
                    <a:pt x="96" y="279"/>
                    <a:pt x="105" y="288"/>
                  </a:cubicBezTo>
                  <a:cubicBezTo>
                    <a:pt x="109" y="283"/>
                    <a:pt x="114" y="278"/>
                    <a:pt x="119" y="275"/>
                  </a:cubicBezTo>
                  <a:cubicBezTo>
                    <a:pt x="150" y="256"/>
                    <a:pt x="277" y="227"/>
                    <a:pt x="264" y="197"/>
                  </a:cubicBezTo>
                  <a:cubicBezTo>
                    <a:pt x="250" y="167"/>
                    <a:pt x="233" y="130"/>
                    <a:pt x="207" y="112"/>
                  </a:cubicBezTo>
                  <a:cubicBezTo>
                    <a:pt x="181" y="93"/>
                    <a:pt x="128" y="75"/>
                    <a:pt x="102" y="64"/>
                  </a:cubicBezTo>
                  <a:cubicBezTo>
                    <a:pt x="84" y="56"/>
                    <a:pt x="58" y="22"/>
                    <a:pt x="63" y="9"/>
                  </a:cubicBezTo>
                  <a:cubicBezTo>
                    <a:pt x="41" y="0"/>
                    <a:pt x="41" y="8"/>
                    <a:pt x="29" y="12"/>
                  </a:cubicBezTo>
                  <a:cubicBezTo>
                    <a:pt x="12" y="16"/>
                    <a:pt x="17" y="35"/>
                    <a:pt x="35" y="49"/>
                  </a:cubicBezTo>
                  <a:cubicBezTo>
                    <a:pt x="53" y="63"/>
                    <a:pt x="63" y="69"/>
                    <a:pt x="73" y="87"/>
                  </a:cubicBezTo>
                  <a:cubicBezTo>
                    <a:pt x="83" y="105"/>
                    <a:pt x="63" y="103"/>
                    <a:pt x="40" y="110"/>
                  </a:cubicBezTo>
                  <a:cubicBezTo>
                    <a:pt x="17" y="117"/>
                    <a:pt x="50" y="133"/>
                    <a:pt x="47" y="155"/>
                  </a:cubicBezTo>
                  <a:cubicBezTo>
                    <a:pt x="44" y="177"/>
                    <a:pt x="26" y="171"/>
                    <a:pt x="21" y="194"/>
                  </a:cubicBezTo>
                  <a:cubicBezTo>
                    <a:pt x="16" y="214"/>
                    <a:pt x="11" y="214"/>
                    <a:pt x="0" y="219"/>
                  </a:cubicBezTo>
                  <a:cubicBezTo>
                    <a:pt x="3" y="225"/>
                    <a:pt x="9" y="230"/>
                    <a:pt x="19" y="234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29" name="Freeform 31"/>
            <p:cNvSpPr>
              <a:spLocks/>
            </p:cNvSpPr>
            <p:nvPr/>
          </p:nvSpPr>
          <p:spPr bwMode="auto">
            <a:xfrm>
              <a:off x="4205" y="1864"/>
              <a:ext cx="781" cy="475"/>
            </a:xfrm>
            <a:custGeom>
              <a:avLst/>
              <a:gdLst>
                <a:gd name="T0" fmla="*/ 1555 w 1686"/>
                <a:gd name="T1" fmla="*/ 63 h 1025"/>
                <a:gd name="T2" fmla="*/ 1393 w 1686"/>
                <a:gd name="T3" fmla="*/ 100 h 1025"/>
                <a:gd name="T4" fmla="*/ 1262 w 1686"/>
                <a:gd name="T5" fmla="*/ 48 h 1025"/>
                <a:gd name="T6" fmla="*/ 1109 w 1686"/>
                <a:gd name="T7" fmla="*/ 119 h 1025"/>
                <a:gd name="T8" fmla="*/ 987 w 1686"/>
                <a:gd name="T9" fmla="*/ 260 h 1025"/>
                <a:gd name="T10" fmla="*/ 847 w 1686"/>
                <a:gd name="T11" fmla="*/ 185 h 1025"/>
                <a:gd name="T12" fmla="*/ 782 w 1686"/>
                <a:gd name="T13" fmla="*/ 41 h 1025"/>
                <a:gd name="T14" fmla="*/ 548 w 1686"/>
                <a:gd name="T15" fmla="*/ 35 h 1025"/>
                <a:gd name="T16" fmla="*/ 469 w 1686"/>
                <a:gd name="T17" fmla="*/ 144 h 1025"/>
                <a:gd name="T18" fmla="*/ 296 w 1686"/>
                <a:gd name="T19" fmla="*/ 238 h 1025"/>
                <a:gd name="T20" fmla="*/ 197 w 1686"/>
                <a:gd name="T21" fmla="*/ 313 h 1025"/>
                <a:gd name="T22" fmla="*/ 102 w 1686"/>
                <a:gd name="T23" fmla="*/ 469 h 1025"/>
                <a:gd name="T24" fmla="*/ 99 w 1686"/>
                <a:gd name="T25" fmla="*/ 600 h 1025"/>
                <a:gd name="T26" fmla="*/ 87 w 1686"/>
                <a:gd name="T27" fmla="*/ 695 h 1025"/>
                <a:gd name="T28" fmla="*/ 203 w 1686"/>
                <a:gd name="T29" fmla="*/ 677 h 1025"/>
                <a:gd name="T30" fmla="*/ 63 w 1686"/>
                <a:gd name="T31" fmla="*/ 832 h 1025"/>
                <a:gd name="T32" fmla="*/ 26 w 1686"/>
                <a:gd name="T33" fmla="*/ 923 h 1025"/>
                <a:gd name="T34" fmla="*/ 155 w 1686"/>
                <a:gd name="T35" fmla="*/ 990 h 1025"/>
                <a:gd name="T36" fmla="*/ 303 w 1686"/>
                <a:gd name="T37" fmla="*/ 990 h 1025"/>
                <a:gd name="T38" fmla="*/ 345 w 1686"/>
                <a:gd name="T39" fmla="*/ 996 h 1025"/>
                <a:gd name="T40" fmla="*/ 378 w 1686"/>
                <a:gd name="T41" fmla="*/ 915 h 1025"/>
                <a:gd name="T42" fmla="*/ 489 w 1686"/>
                <a:gd name="T43" fmla="*/ 898 h 1025"/>
                <a:gd name="T44" fmla="*/ 623 w 1686"/>
                <a:gd name="T45" fmla="*/ 975 h 1025"/>
                <a:gd name="T46" fmla="*/ 704 w 1686"/>
                <a:gd name="T47" fmla="*/ 940 h 1025"/>
                <a:gd name="T48" fmla="*/ 782 w 1686"/>
                <a:gd name="T49" fmla="*/ 955 h 1025"/>
                <a:gd name="T50" fmla="*/ 851 w 1686"/>
                <a:gd name="T51" fmla="*/ 897 h 1025"/>
                <a:gd name="T52" fmla="*/ 944 w 1686"/>
                <a:gd name="T53" fmla="*/ 793 h 1025"/>
                <a:gd name="T54" fmla="*/ 1057 w 1686"/>
                <a:gd name="T55" fmla="*/ 734 h 1025"/>
                <a:gd name="T56" fmla="*/ 1188 w 1686"/>
                <a:gd name="T57" fmla="*/ 556 h 1025"/>
                <a:gd name="T58" fmla="*/ 1297 w 1686"/>
                <a:gd name="T59" fmla="*/ 452 h 1025"/>
                <a:gd name="T60" fmla="*/ 1485 w 1686"/>
                <a:gd name="T61" fmla="*/ 248 h 1025"/>
                <a:gd name="T62" fmla="*/ 1651 w 1686"/>
                <a:gd name="T63" fmla="*/ 178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6" h="1025">
                  <a:moveTo>
                    <a:pt x="1638" y="71"/>
                  </a:moveTo>
                  <a:cubicBezTo>
                    <a:pt x="1590" y="63"/>
                    <a:pt x="1577" y="85"/>
                    <a:pt x="1555" y="63"/>
                  </a:cubicBezTo>
                  <a:cubicBezTo>
                    <a:pt x="1533" y="41"/>
                    <a:pt x="1516" y="59"/>
                    <a:pt x="1485" y="82"/>
                  </a:cubicBezTo>
                  <a:cubicBezTo>
                    <a:pt x="1454" y="104"/>
                    <a:pt x="1433" y="122"/>
                    <a:pt x="1393" y="100"/>
                  </a:cubicBezTo>
                  <a:cubicBezTo>
                    <a:pt x="1354" y="78"/>
                    <a:pt x="1363" y="74"/>
                    <a:pt x="1332" y="78"/>
                  </a:cubicBezTo>
                  <a:cubicBezTo>
                    <a:pt x="1302" y="82"/>
                    <a:pt x="1275" y="48"/>
                    <a:pt x="1262" y="48"/>
                  </a:cubicBezTo>
                  <a:cubicBezTo>
                    <a:pt x="1249" y="48"/>
                    <a:pt x="1214" y="0"/>
                    <a:pt x="1162" y="59"/>
                  </a:cubicBezTo>
                  <a:cubicBezTo>
                    <a:pt x="1109" y="119"/>
                    <a:pt x="1140" y="74"/>
                    <a:pt x="1109" y="119"/>
                  </a:cubicBezTo>
                  <a:cubicBezTo>
                    <a:pt x="1079" y="163"/>
                    <a:pt x="1057" y="189"/>
                    <a:pt x="1048" y="219"/>
                  </a:cubicBezTo>
                  <a:cubicBezTo>
                    <a:pt x="1039" y="248"/>
                    <a:pt x="1039" y="256"/>
                    <a:pt x="987" y="260"/>
                  </a:cubicBezTo>
                  <a:cubicBezTo>
                    <a:pt x="935" y="263"/>
                    <a:pt x="895" y="271"/>
                    <a:pt x="869" y="248"/>
                  </a:cubicBezTo>
                  <a:cubicBezTo>
                    <a:pt x="843" y="226"/>
                    <a:pt x="834" y="223"/>
                    <a:pt x="847" y="185"/>
                  </a:cubicBezTo>
                  <a:cubicBezTo>
                    <a:pt x="860" y="148"/>
                    <a:pt x="891" y="141"/>
                    <a:pt x="856" y="119"/>
                  </a:cubicBezTo>
                  <a:cubicBezTo>
                    <a:pt x="821" y="96"/>
                    <a:pt x="821" y="33"/>
                    <a:pt x="782" y="41"/>
                  </a:cubicBezTo>
                  <a:cubicBezTo>
                    <a:pt x="742" y="48"/>
                    <a:pt x="594" y="74"/>
                    <a:pt x="555" y="41"/>
                  </a:cubicBezTo>
                  <a:cubicBezTo>
                    <a:pt x="552" y="39"/>
                    <a:pt x="550" y="37"/>
                    <a:pt x="548" y="35"/>
                  </a:cubicBezTo>
                  <a:cubicBezTo>
                    <a:pt x="539" y="50"/>
                    <a:pt x="531" y="60"/>
                    <a:pt x="525" y="77"/>
                  </a:cubicBezTo>
                  <a:cubicBezTo>
                    <a:pt x="515" y="105"/>
                    <a:pt x="489" y="110"/>
                    <a:pt x="469" y="144"/>
                  </a:cubicBezTo>
                  <a:cubicBezTo>
                    <a:pt x="450" y="177"/>
                    <a:pt x="410" y="163"/>
                    <a:pt x="355" y="166"/>
                  </a:cubicBezTo>
                  <a:cubicBezTo>
                    <a:pt x="299" y="169"/>
                    <a:pt x="309" y="230"/>
                    <a:pt x="296" y="238"/>
                  </a:cubicBezTo>
                  <a:cubicBezTo>
                    <a:pt x="283" y="247"/>
                    <a:pt x="266" y="238"/>
                    <a:pt x="247" y="269"/>
                  </a:cubicBezTo>
                  <a:cubicBezTo>
                    <a:pt x="227" y="299"/>
                    <a:pt x="240" y="311"/>
                    <a:pt x="197" y="313"/>
                  </a:cubicBezTo>
                  <a:cubicBezTo>
                    <a:pt x="155" y="316"/>
                    <a:pt x="165" y="363"/>
                    <a:pt x="145" y="402"/>
                  </a:cubicBezTo>
                  <a:cubicBezTo>
                    <a:pt x="125" y="441"/>
                    <a:pt x="129" y="461"/>
                    <a:pt x="102" y="469"/>
                  </a:cubicBezTo>
                  <a:cubicBezTo>
                    <a:pt x="76" y="477"/>
                    <a:pt x="76" y="491"/>
                    <a:pt x="53" y="522"/>
                  </a:cubicBezTo>
                  <a:cubicBezTo>
                    <a:pt x="30" y="552"/>
                    <a:pt x="63" y="566"/>
                    <a:pt x="99" y="600"/>
                  </a:cubicBezTo>
                  <a:cubicBezTo>
                    <a:pt x="118" y="617"/>
                    <a:pt x="110" y="631"/>
                    <a:pt x="99" y="642"/>
                  </a:cubicBezTo>
                  <a:cubicBezTo>
                    <a:pt x="110" y="644"/>
                    <a:pt x="97" y="653"/>
                    <a:pt x="87" y="695"/>
                  </a:cubicBezTo>
                  <a:cubicBezTo>
                    <a:pt x="74" y="749"/>
                    <a:pt x="140" y="684"/>
                    <a:pt x="175" y="673"/>
                  </a:cubicBezTo>
                  <a:cubicBezTo>
                    <a:pt x="273" y="593"/>
                    <a:pt x="227" y="662"/>
                    <a:pt x="203" y="677"/>
                  </a:cubicBezTo>
                  <a:cubicBezTo>
                    <a:pt x="179" y="691"/>
                    <a:pt x="148" y="740"/>
                    <a:pt x="127" y="760"/>
                  </a:cubicBezTo>
                  <a:cubicBezTo>
                    <a:pt x="105" y="780"/>
                    <a:pt x="96" y="814"/>
                    <a:pt x="63" y="832"/>
                  </a:cubicBezTo>
                  <a:cubicBezTo>
                    <a:pt x="30" y="851"/>
                    <a:pt x="35" y="853"/>
                    <a:pt x="19" y="877"/>
                  </a:cubicBezTo>
                  <a:cubicBezTo>
                    <a:pt x="4" y="901"/>
                    <a:pt x="0" y="908"/>
                    <a:pt x="26" y="923"/>
                  </a:cubicBezTo>
                  <a:cubicBezTo>
                    <a:pt x="52" y="938"/>
                    <a:pt x="72" y="936"/>
                    <a:pt x="109" y="949"/>
                  </a:cubicBezTo>
                  <a:cubicBezTo>
                    <a:pt x="146" y="962"/>
                    <a:pt x="146" y="975"/>
                    <a:pt x="155" y="990"/>
                  </a:cubicBezTo>
                  <a:cubicBezTo>
                    <a:pt x="164" y="1005"/>
                    <a:pt x="177" y="1006"/>
                    <a:pt x="216" y="1016"/>
                  </a:cubicBezTo>
                  <a:cubicBezTo>
                    <a:pt x="255" y="1025"/>
                    <a:pt x="271" y="993"/>
                    <a:pt x="303" y="990"/>
                  </a:cubicBezTo>
                  <a:cubicBezTo>
                    <a:pt x="318" y="988"/>
                    <a:pt x="325" y="995"/>
                    <a:pt x="329" y="1003"/>
                  </a:cubicBezTo>
                  <a:cubicBezTo>
                    <a:pt x="335" y="1001"/>
                    <a:pt x="341" y="998"/>
                    <a:pt x="345" y="996"/>
                  </a:cubicBezTo>
                  <a:cubicBezTo>
                    <a:pt x="353" y="992"/>
                    <a:pt x="362" y="977"/>
                    <a:pt x="377" y="970"/>
                  </a:cubicBezTo>
                  <a:cubicBezTo>
                    <a:pt x="374" y="955"/>
                    <a:pt x="373" y="928"/>
                    <a:pt x="378" y="915"/>
                  </a:cubicBezTo>
                  <a:cubicBezTo>
                    <a:pt x="383" y="901"/>
                    <a:pt x="384" y="910"/>
                    <a:pt x="415" y="896"/>
                  </a:cubicBezTo>
                  <a:cubicBezTo>
                    <a:pt x="446" y="882"/>
                    <a:pt x="464" y="875"/>
                    <a:pt x="489" y="898"/>
                  </a:cubicBezTo>
                  <a:cubicBezTo>
                    <a:pt x="514" y="922"/>
                    <a:pt x="540" y="957"/>
                    <a:pt x="555" y="968"/>
                  </a:cubicBezTo>
                  <a:cubicBezTo>
                    <a:pt x="569" y="979"/>
                    <a:pt x="599" y="947"/>
                    <a:pt x="623" y="975"/>
                  </a:cubicBezTo>
                  <a:cubicBezTo>
                    <a:pt x="648" y="1003"/>
                    <a:pt x="650" y="983"/>
                    <a:pt x="671" y="968"/>
                  </a:cubicBezTo>
                  <a:cubicBezTo>
                    <a:pt x="692" y="953"/>
                    <a:pt x="705" y="957"/>
                    <a:pt x="704" y="940"/>
                  </a:cubicBezTo>
                  <a:cubicBezTo>
                    <a:pt x="702" y="923"/>
                    <a:pt x="704" y="904"/>
                    <a:pt x="754" y="918"/>
                  </a:cubicBezTo>
                  <a:cubicBezTo>
                    <a:pt x="774" y="933"/>
                    <a:pt x="777" y="953"/>
                    <a:pt x="782" y="955"/>
                  </a:cubicBezTo>
                  <a:cubicBezTo>
                    <a:pt x="787" y="958"/>
                    <a:pt x="812" y="967"/>
                    <a:pt x="822" y="947"/>
                  </a:cubicBezTo>
                  <a:cubicBezTo>
                    <a:pt x="831" y="928"/>
                    <a:pt x="820" y="900"/>
                    <a:pt x="851" y="897"/>
                  </a:cubicBezTo>
                  <a:cubicBezTo>
                    <a:pt x="882" y="894"/>
                    <a:pt x="912" y="893"/>
                    <a:pt x="917" y="861"/>
                  </a:cubicBezTo>
                  <a:cubicBezTo>
                    <a:pt x="922" y="829"/>
                    <a:pt x="912" y="811"/>
                    <a:pt x="944" y="793"/>
                  </a:cubicBezTo>
                  <a:cubicBezTo>
                    <a:pt x="973" y="777"/>
                    <a:pt x="969" y="764"/>
                    <a:pt x="1031" y="774"/>
                  </a:cubicBezTo>
                  <a:cubicBezTo>
                    <a:pt x="1037" y="765"/>
                    <a:pt x="1045" y="754"/>
                    <a:pt x="1057" y="734"/>
                  </a:cubicBezTo>
                  <a:cubicBezTo>
                    <a:pt x="1088" y="682"/>
                    <a:pt x="1092" y="649"/>
                    <a:pt x="1136" y="626"/>
                  </a:cubicBezTo>
                  <a:cubicBezTo>
                    <a:pt x="1179" y="604"/>
                    <a:pt x="1188" y="586"/>
                    <a:pt x="1188" y="556"/>
                  </a:cubicBezTo>
                  <a:cubicBezTo>
                    <a:pt x="1188" y="526"/>
                    <a:pt x="1136" y="530"/>
                    <a:pt x="1201" y="504"/>
                  </a:cubicBezTo>
                  <a:cubicBezTo>
                    <a:pt x="1267" y="478"/>
                    <a:pt x="1293" y="508"/>
                    <a:pt x="1297" y="452"/>
                  </a:cubicBezTo>
                  <a:cubicBezTo>
                    <a:pt x="1302" y="397"/>
                    <a:pt x="1284" y="360"/>
                    <a:pt x="1336" y="337"/>
                  </a:cubicBezTo>
                  <a:cubicBezTo>
                    <a:pt x="1389" y="315"/>
                    <a:pt x="1433" y="274"/>
                    <a:pt x="1485" y="248"/>
                  </a:cubicBezTo>
                  <a:cubicBezTo>
                    <a:pt x="1537" y="223"/>
                    <a:pt x="1520" y="171"/>
                    <a:pt x="1572" y="208"/>
                  </a:cubicBezTo>
                  <a:cubicBezTo>
                    <a:pt x="1625" y="245"/>
                    <a:pt x="1660" y="223"/>
                    <a:pt x="1651" y="178"/>
                  </a:cubicBezTo>
                  <a:cubicBezTo>
                    <a:pt x="1642" y="134"/>
                    <a:pt x="1686" y="78"/>
                    <a:pt x="1638" y="71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0" name="Freeform 32"/>
            <p:cNvSpPr>
              <a:spLocks/>
            </p:cNvSpPr>
            <p:nvPr/>
          </p:nvSpPr>
          <p:spPr bwMode="auto">
            <a:xfrm>
              <a:off x="4003" y="1366"/>
              <a:ext cx="624" cy="806"/>
            </a:xfrm>
            <a:custGeom>
              <a:avLst/>
              <a:gdLst>
                <a:gd name="T0" fmla="*/ 1147 w 1348"/>
                <a:gd name="T1" fmla="*/ 478 h 1740"/>
                <a:gd name="T2" fmla="*/ 1107 w 1348"/>
                <a:gd name="T3" fmla="*/ 375 h 1740"/>
                <a:gd name="T4" fmla="*/ 1066 w 1348"/>
                <a:gd name="T5" fmla="*/ 326 h 1740"/>
                <a:gd name="T6" fmla="*/ 909 w 1348"/>
                <a:gd name="T7" fmla="*/ 249 h 1740"/>
                <a:gd name="T8" fmla="*/ 861 w 1348"/>
                <a:gd name="T9" fmla="*/ 126 h 1740"/>
                <a:gd name="T10" fmla="*/ 721 w 1348"/>
                <a:gd name="T11" fmla="*/ 34 h 1740"/>
                <a:gd name="T12" fmla="*/ 577 w 1348"/>
                <a:gd name="T13" fmla="*/ 126 h 1740"/>
                <a:gd name="T14" fmla="*/ 568 w 1348"/>
                <a:gd name="T15" fmla="*/ 230 h 1740"/>
                <a:gd name="T16" fmla="*/ 419 w 1348"/>
                <a:gd name="T17" fmla="*/ 267 h 1740"/>
                <a:gd name="T18" fmla="*/ 223 w 1348"/>
                <a:gd name="T19" fmla="*/ 363 h 1740"/>
                <a:gd name="T20" fmla="*/ 109 w 1348"/>
                <a:gd name="T21" fmla="*/ 256 h 1740"/>
                <a:gd name="T22" fmla="*/ 39 w 1348"/>
                <a:gd name="T23" fmla="*/ 382 h 1740"/>
                <a:gd name="T24" fmla="*/ 22 w 1348"/>
                <a:gd name="T25" fmla="*/ 497 h 1740"/>
                <a:gd name="T26" fmla="*/ 79 w 1348"/>
                <a:gd name="T27" fmla="*/ 593 h 1740"/>
                <a:gd name="T28" fmla="*/ 118 w 1348"/>
                <a:gd name="T29" fmla="*/ 666 h 1740"/>
                <a:gd name="T30" fmla="*/ 116 w 1348"/>
                <a:gd name="T31" fmla="*/ 732 h 1740"/>
                <a:gd name="T32" fmla="*/ 155 w 1348"/>
                <a:gd name="T33" fmla="*/ 806 h 1740"/>
                <a:gd name="T34" fmla="*/ 201 w 1348"/>
                <a:gd name="T35" fmla="*/ 888 h 1740"/>
                <a:gd name="T36" fmla="*/ 164 w 1348"/>
                <a:gd name="T37" fmla="*/ 1008 h 1740"/>
                <a:gd name="T38" fmla="*/ 72 w 1348"/>
                <a:gd name="T39" fmla="*/ 1064 h 1740"/>
                <a:gd name="T40" fmla="*/ 33 w 1348"/>
                <a:gd name="T41" fmla="*/ 1171 h 1740"/>
                <a:gd name="T42" fmla="*/ 122 w 1348"/>
                <a:gd name="T43" fmla="*/ 1288 h 1740"/>
                <a:gd name="T44" fmla="*/ 181 w 1348"/>
                <a:gd name="T45" fmla="*/ 1399 h 1740"/>
                <a:gd name="T46" fmla="*/ 131 w 1348"/>
                <a:gd name="T47" fmla="*/ 1540 h 1740"/>
                <a:gd name="T48" fmla="*/ 122 w 1348"/>
                <a:gd name="T49" fmla="*/ 1683 h 1740"/>
                <a:gd name="T50" fmla="*/ 221 w 1348"/>
                <a:gd name="T51" fmla="*/ 1701 h 1740"/>
                <a:gd name="T52" fmla="*/ 360 w 1348"/>
                <a:gd name="T53" fmla="*/ 1724 h 1740"/>
                <a:gd name="T54" fmla="*/ 446 w 1348"/>
                <a:gd name="T55" fmla="*/ 1718 h 1740"/>
                <a:gd name="T56" fmla="*/ 536 w 1348"/>
                <a:gd name="T57" fmla="*/ 1717 h 1740"/>
                <a:gd name="T58" fmla="*/ 490 w 1348"/>
                <a:gd name="T59" fmla="*/ 1597 h 1740"/>
                <a:gd name="T60" fmla="*/ 582 w 1348"/>
                <a:gd name="T61" fmla="*/ 1477 h 1740"/>
                <a:gd name="T62" fmla="*/ 684 w 1348"/>
                <a:gd name="T63" fmla="*/ 1344 h 1740"/>
                <a:gd name="T64" fmla="*/ 792 w 1348"/>
                <a:gd name="T65" fmla="*/ 1241 h 1740"/>
                <a:gd name="T66" fmla="*/ 962 w 1348"/>
                <a:gd name="T67" fmla="*/ 1152 h 1740"/>
                <a:gd name="T68" fmla="*/ 924 w 1348"/>
                <a:gd name="T69" fmla="*/ 1018 h 1740"/>
                <a:gd name="T70" fmla="*/ 841 w 1348"/>
                <a:gd name="T71" fmla="*/ 1049 h 1740"/>
                <a:gd name="T72" fmla="*/ 723 w 1348"/>
                <a:gd name="T73" fmla="*/ 1021 h 1740"/>
                <a:gd name="T74" fmla="*/ 723 w 1348"/>
                <a:gd name="T75" fmla="*/ 907 h 1740"/>
                <a:gd name="T76" fmla="*/ 680 w 1348"/>
                <a:gd name="T77" fmla="*/ 805 h 1740"/>
                <a:gd name="T78" fmla="*/ 602 w 1348"/>
                <a:gd name="T79" fmla="*/ 860 h 1740"/>
                <a:gd name="T80" fmla="*/ 444 w 1348"/>
                <a:gd name="T81" fmla="*/ 843 h 1740"/>
                <a:gd name="T82" fmla="*/ 412 w 1348"/>
                <a:gd name="T83" fmla="*/ 721 h 1740"/>
                <a:gd name="T84" fmla="*/ 484 w 1348"/>
                <a:gd name="T85" fmla="*/ 663 h 1740"/>
                <a:gd name="T86" fmla="*/ 546 w 1348"/>
                <a:gd name="T87" fmla="*/ 540 h 1740"/>
                <a:gd name="T88" fmla="*/ 634 w 1348"/>
                <a:gd name="T89" fmla="*/ 482 h 1740"/>
                <a:gd name="T90" fmla="*/ 798 w 1348"/>
                <a:gd name="T91" fmla="*/ 552 h 1740"/>
                <a:gd name="T92" fmla="*/ 838 w 1348"/>
                <a:gd name="T93" fmla="*/ 649 h 1740"/>
                <a:gd name="T94" fmla="*/ 867 w 1348"/>
                <a:gd name="T95" fmla="*/ 757 h 1740"/>
                <a:gd name="T96" fmla="*/ 962 w 1348"/>
                <a:gd name="T97" fmla="*/ 824 h 1740"/>
                <a:gd name="T98" fmla="*/ 996 w 1348"/>
                <a:gd name="T99" fmla="*/ 895 h 1740"/>
                <a:gd name="T100" fmla="*/ 1123 w 1348"/>
                <a:gd name="T101" fmla="*/ 875 h 1740"/>
                <a:gd name="T102" fmla="*/ 1293 w 1348"/>
                <a:gd name="T103" fmla="*/ 667 h 1740"/>
                <a:gd name="T104" fmla="*/ 1251 w 1348"/>
                <a:gd name="T105" fmla="*/ 514 h 1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48" h="1740">
                  <a:moveTo>
                    <a:pt x="1251" y="514"/>
                  </a:moveTo>
                  <a:cubicBezTo>
                    <a:pt x="1243" y="491"/>
                    <a:pt x="1177" y="482"/>
                    <a:pt x="1147" y="478"/>
                  </a:cubicBezTo>
                  <a:cubicBezTo>
                    <a:pt x="1116" y="475"/>
                    <a:pt x="1101" y="473"/>
                    <a:pt x="1077" y="438"/>
                  </a:cubicBezTo>
                  <a:cubicBezTo>
                    <a:pt x="1053" y="402"/>
                    <a:pt x="1103" y="402"/>
                    <a:pt x="1107" y="375"/>
                  </a:cubicBezTo>
                  <a:cubicBezTo>
                    <a:pt x="1110" y="357"/>
                    <a:pt x="1122" y="337"/>
                    <a:pt x="1136" y="319"/>
                  </a:cubicBezTo>
                  <a:cubicBezTo>
                    <a:pt x="1111" y="323"/>
                    <a:pt x="1083" y="326"/>
                    <a:pt x="1066" y="326"/>
                  </a:cubicBezTo>
                  <a:cubicBezTo>
                    <a:pt x="1027" y="326"/>
                    <a:pt x="996" y="352"/>
                    <a:pt x="961" y="326"/>
                  </a:cubicBezTo>
                  <a:cubicBezTo>
                    <a:pt x="926" y="300"/>
                    <a:pt x="939" y="263"/>
                    <a:pt x="909" y="249"/>
                  </a:cubicBezTo>
                  <a:cubicBezTo>
                    <a:pt x="878" y="234"/>
                    <a:pt x="878" y="223"/>
                    <a:pt x="878" y="189"/>
                  </a:cubicBezTo>
                  <a:cubicBezTo>
                    <a:pt x="878" y="156"/>
                    <a:pt x="887" y="141"/>
                    <a:pt x="861" y="126"/>
                  </a:cubicBezTo>
                  <a:cubicBezTo>
                    <a:pt x="834" y="111"/>
                    <a:pt x="795" y="52"/>
                    <a:pt x="795" y="52"/>
                  </a:cubicBezTo>
                  <a:cubicBezTo>
                    <a:pt x="795" y="52"/>
                    <a:pt x="773" y="0"/>
                    <a:pt x="721" y="34"/>
                  </a:cubicBezTo>
                  <a:cubicBezTo>
                    <a:pt x="668" y="67"/>
                    <a:pt x="734" y="52"/>
                    <a:pt x="668" y="67"/>
                  </a:cubicBezTo>
                  <a:cubicBezTo>
                    <a:pt x="603" y="82"/>
                    <a:pt x="572" y="97"/>
                    <a:pt x="577" y="126"/>
                  </a:cubicBezTo>
                  <a:cubicBezTo>
                    <a:pt x="581" y="156"/>
                    <a:pt x="598" y="171"/>
                    <a:pt x="603" y="193"/>
                  </a:cubicBezTo>
                  <a:cubicBezTo>
                    <a:pt x="607" y="215"/>
                    <a:pt x="594" y="245"/>
                    <a:pt x="568" y="230"/>
                  </a:cubicBezTo>
                  <a:cubicBezTo>
                    <a:pt x="542" y="215"/>
                    <a:pt x="515" y="189"/>
                    <a:pt x="489" y="226"/>
                  </a:cubicBezTo>
                  <a:cubicBezTo>
                    <a:pt x="463" y="263"/>
                    <a:pt x="446" y="289"/>
                    <a:pt x="419" y="267"/>
                  </a:cubicBezTo>
                  <a:cubicBezTo>
                    <a:pt x="393" y="245"/>
                    <a:pt x="371" y="249"/>
                    <a:pt x="341" y="282"/>
                  </a:cubicBezTo>
                  <a:cubicBezTo>
                    <a:pt x="310" y="315"/>
                    <a:pt x="262" y="401"/>
                    <a:pt x="223" y="363"/>
                  </a:cubicBezTo>
                  <a:cubicBezTo>
                    <a:pt x="183" y="326"/>
                    <a:pt x="223" y="267"/>
                    <a:pt x="192" y="245"/>
                  </a:cubicBezTo>
                  <a:cubicBezTo>
                    <a:pt x="162" y="223"/>
                    <a:pt x="140" y="226"/>
                    <a:pt x="109" y="256"/>
                  </a:cubicBezTo>
                  <a:cubicBezTo>
                    <a:pt x="79" y="286"/>
                    <a:pt x="74" y="297"/>
                    <a:pt x="74" y="326"/>
                  </a:cubicBezTo>
                  <a:cubicBezTo>
                    <a:pt x="74" y="356"/>
                    <a:pt x="57" y="378"/>
                    <a:pt x="39" y="382"/>
                  </a:cubicBezTo>
                  <a:cubicBezTo>
                    <a:pt x="22" y="386"/>
                    <a:pt x="26" y="393"/>
                    <a:pt x="22" y="430"/>
                  </a:cubicBezTo>
                  <a:cubicBezTo>
                    <a:pt x="17" y="467"/>
                    <a:pt x="44" y="486"/>
                    <a:pt x="22" y="497"/>
                  </a:cubicBezTo>
                  <a:cubicBezTo>
                    <a:pt x="0" y="508"/>
                    <a:pt x="13" y="519"/>
                    <a:pt x="31" y="549"/>
                  </a:cubicBezTo>
                  <a:cubicBezTo>
                    <a:pt x="48" y="578"/>
                    <a:pt x="83" y="578"/>
                    <a:pt x="79" y="593"/>
                  </a:cubicBezTo>
                  <a:cubicBezTo>
                    <a:pt x="78" y="595"/>
                    <a:pt x="78" y="598"/>
                    <a:pt x="78" y="601"/>
                  </a:cubicBezTo>
                  <a:cubicBezTo>
                    <a:pt x="114" y="615"/>
                    <a:pt x="114" y="644"/>
                    <a:pt x="118" y="666"/>
                  </a:cubicBezTo>
                  <a:cubicBezTo>
                    <a:pt x="122" y="690"/>
                    <a:pt x="149" y="669"/>
                    <a:pt x="164" y="697"/>
                  </a:cubicBezTo>
                  <a:cubicBezTo>
                    <a:pt x="179" y="725"/>
                    <a:pt x="146" y="725"/>
                    <a:pt x="116" y="732"/>
                  </a:cubicBezTo>
                  <a:cubicBezTo>
                    <a:pt x="85" y="740"/>
                    <a:pt x="116" y="732"/>
                    <a:pt x="81" y="766"/>
                  </a:cubicBezTo>
                  <a:cubicBezTo>
                    <a:pt x="46" y="799"/>
                    <a:pt x="124" y="806"/>
                    <a:pt x="155" y="806"/>
                  </a:cubicBezTo>
                  <a:cubicBezTo>
                    <a:pt x="186" y="806"/>
                    <a:pt x="179" y="825"/>
                    <a:pt x="179" y="842"/>
                  </a:cubicBezTo>
                  <a:cubicBezTo>
                    <a:pt x="179" y="858"/>
                    <a:pt x="179" y="862"/>
                    <a:pt x="201" y="888"/>
                  </a:cubicBezTo>
                  <a:cubicBezTo>
                    <a:pt x="223" y="914"/>
                    <a:pt x="203" y="938"/>
                    <a:pt x="199" y="955"/>
                  </a:cubicBezTo>
                  <a:cubicBezTo>
                    <a:pt x="194" y="971"/>
                    <a:pt x="183" y="982"/>
                    <a:pt x="164" y="1008"/>
                  </a:cubicBezTo>
                  <a:cubicBezTo>
                    <a:pt x="144" y="1034"/>
                    <a:pt x="118" y="1021"/>
                    <a:pt x="87" y="1010"/>
                  </a:cubicBezTo>
                  <a:cubicBezTo>
                    <a:pt x="57" y="999"/>
                    <a:pt x="72" y="1047"/>
                    <a:pt x="72" y="1064"/>
                  </a:cubicBezTo>
                  <a:cubicBezTo>
                    <a:pt x="72" y="1081"/>
                    <a:pt x="72" y="1077"/>
                    <a:pt x="72" y="1110"/>
                  </a:cubicBezTo>
                  <a:cubicBezTo>
                    <a:pt x="72" y="1144"/>
                    <a:pt x="44" y="1133"/>
                    <a:pt x="33" y="1171"/>
                  </a:cubicBezTo>
                  <a:cubicBezTo>
                    <a:pt x="22" y="1210"/>
                    <a:pt x="46" y="1234"/>
                    <a:pt x="83" y="1246"/>
                  </a:cubicBezTo>
                  <a:cubicBezTo>
                    <a:pt x="120" y="1257"/>
                    <a:pt x="122" y="1270"/>
                    <a:pt x="122" y="1288"/>
                  </a:cubicBezTo>
                  <a:cubicBezTo>
                    <a:pt x="122" y="1307"/>
                    <a:pt x="138" y="1320"/>
                    <a:pt x="159" y="1338"/>
                  </a:cubicBezTo>
                  <a:cubicBezTo>
                    <a:pt x="181" y="1357"/>
                    <a:pt x="183" y="1375"/>
                    <a:pt x="181" y="1399"/>
                  </a:cubicBezTo>
                  <a:cubicBezTo>
                    <a:pt x="179" y="1424"/>
                    <a:pt x="170" y="1438"/>
                    <a:pt x="146" y="1470"/>
                  </a:cubicBezTo>
                  <a:cubicBezTo>
                    <a:pt x="122" y="1501"/>
                    <a:pt x="127" y="1500"/>
                    <a:pt x="131" y="1540"/>
                  </a:cubicBezTo>
                  <a:cubicBezTo>
                    <a:pt x="135" y="1581"/>
                    <a:pt x="118" y="1581"/>
                    <a:pt x="90" y="1601"/>
                  </a:cubicBezTo>
                  <a:cubicBezTo>
                    <a:pt x="61" y="1622"/>
                    <a:pt x="81" y="1655"/>
                    <a:pt x="122" y="1683"/>
                  </a:cubicBezTo>
                  <a:cubicBezTo>
                    <a:pt x="130" y="1688"/>
                    <a:pt x="134" y="1693"/>
                    <a:pt x="137" y="1697"/>
                  </a:cubicBezTo>
                  <a:cubicBezTo>
                    <a:pt x="170" y="1691"/>
                    <a:pt x="204" y="1699"/>
                    <a:pt x="221" y="1701"/>
                  </a:cubicBezTo>
                  <a:cubicBezTo>
                    <a:pt x="245" y="1705"/>
                    <a:pt x="264" y="1716"/>
                    <a:pt x="297" y="1722"/>
                  </a:cubicBezTo>
                  <a:cubicBezTo>
                    <a:pt x="330" y="1727"/>
                    <a:pt x="334" y="1729"/>
                    <a:pt x="360" y="1724"/>
                  </a:cubicBezTo>
                  <a:cubicBezTo>
                    <a:pt x="387" y="1718"/>
                    <a:pt x="382" y="1722"/>
                    <a:pt x="404" y="1731"/>
                  </a:cubicBezTo>
                  <a:cubicBezTo>
                    <a:pt x="426" y="1740"/>
                    <a:pt x="437" y="1737"/>
                    <a:pt x="446" y="1718"/>
                  </a:cubicBezTo>
                  <a:cubicBezTo>
                    <a:pt x="485" y="1672"/>
                    <a:pt x="485" y="1716"/>
                    <a:pt x="520" y="1716"/>
                  </a:cubicBezTo>
                  <a:cubicBezTo>
                    <a:pt x="528" y="1716"/>
                    <a:pt x="533" y="1716"/>
                    <a:pt x="536" y="1717"/>
                  </a:cubicBezTo>
                  <a:cubicBezTo>
                    <a:pt x="547" y="1706"/>
                    <a:pt x="555" y="1692"/>
                    <a:pt x="536" y="1675"/>
                  </a:cubicBezTo>
                  <a:cubicBezTo>
                    <a:pt x="500" y="1641"/>
                    <a:pt x="467" y="1627"/>
                    <a:pt x="490" y="1597"/>
                  </a:cubicBezTo>
                  <a:cubicBezTo>
                    <a:pt x="513" y="1566"/>
                    <a:pt x="513" y="1552"/>
                    <a:pt x="539" y="1544"/>
                  </a:cubicBezTo>
                  <a:cubicBezTo>
                    <a:pt x="566" y="1536"/>
                    <a:pt x="562" y="1516"/>
                    <a:pt x="582" y="1477"/>
                  </a:cubicBezTo>
                  <a:cubicBezTo>
                    <a:pt x="602" y="1438"/>
                    <a:pt x="592" y="1391"/>
                    <a:pt x="634" y="1388"/>
                  </a:cubicBezTo>
                  <a:cubicBezTo>
                    <a:pt x="677" y="1386"/>
                    <a:pt x="664" y="1374"/>
                    <a:pt x="684" y="1344"/>
                  </a:cubicBezTo>
                  <a:cubicBezTo>
                    <a:pt x="703" y="1313"/>
                    <a:pt x="720" y="1322"/>
                    <a:pt x="733" y="1313"/>
                  </a:cubicBezTo>
                  <a:cubicBezTo>
                    <a:pt x="746" y="1305"/>
                    <a:pt x="736" y="1244"/>
                    <a:pt x="792" y="1241"/>
                  </a:cubicBezTo>
                  <a:cubicBezTo>
                    <a:pt x="847" y="1238"/>
                    <a:pt x="887" y="1252"/>
                    <a:pt x="906" y="1219"/>
                  </a:cubicBezTo>
                  <a:cubicBezTo>
                    <a:pt x="926" y="1185"/>
                    <a:pt x="952" y="1180"/>
                    <a:pt x="962" y="1152"/>
                  </a:cubicBezTo>
                  <a:cubicBezTo>
                    <a:pt x="968" y="1135"/>
                    <a:pt x="976" y="1125"/>
                    <a:pt x="985" y="1110"/>
                  </a:cubicBezTo>
                  <a:cubicBezTo>
                    <a:pt x="953" y="1082"/>
                    <a:pt x="922" y="1049"/>
                    <a:pt x="924" y="1018"/>
                  </a:cubicBezTo>
                  <a:cubicBezTo>
                    <a:pt x="913" y="1022"/>
                    <a:pt x="902" y="1028"/>
                    <a:pt x="897" y="1035"/>
                  </a:cubicBezTo>
                  <a:cubicBezTo>
                    <a:pt x="883" y="1052"/>
                    <a:pt x="874" y="1066"/>
                    <a:pt x="841" y="1049"/>
                  </a:cubicBezTo>
                  <a:cubicBezTo>
                    <a:pt x="808" y="1032"/>
                    <a:pt x="802" y="999"/>
                    <a:pt x="782" y="1024"/>
                  </a:cubicBezTo>
                  <a:cubicBezTo>
                    <a:pt x="762" y="1049"/>
                    <a:pt x="746" y="1044"/>
                    <a:pt x="723" y="1021"/>
                  </a:cubicBezTo>
                  <a:cubicBezTo>
                    <a:pt x="700" y="999"/>
                    <a:pt x="690" y="969"/>
                    <a:pt x="707" y="957"/>
                  </a:cubicBezTo>
                  <a:cubicBezTo>
                    <a:pt x="723" y="946"/>
                    <a:pt x="736" y="924"/>
                    <a:pt x="723" y="907"/>
                  </a:cubicBezTo>
                  <a:cubicBezTo>
                    <a:pt x="710" y="891"/>
                    <a:pt x="710" y="866"/>
                    <a:pt x="710" y="843"/>
                  </a:cubicBezTo>
                  <a:cubicBezTo>
                    <a:pt x="710" y="821"/>
                    <a:pt x="707" y="799"/>
                    <a:pt x="680" y="805"/>
                  </a:cubicBezTo>
                  <a:cubicBezTo>
                    <a:pt x="654" y="810"/>
                    <a:pt x="631" y="818"/>
                    <a:pt x="631" y="838"/>
                  </a:cubicBezTo>
                  <a:cubicBezTo>
                    <a:pt x="631" y="857"/>
                    <a:pt x="621" y="877"/>
                    <a:pt x="602" y="860"/>
                  </a:cubicBezTo>
                  <a:cubicBezTo>
                    <a:pt x="582" y="843"/>
                    <a:pt x="572" y="835"/>
                    <a:pt x="536" y="846"/>
                  </a:cubicBezTo>
                  <a:cubicBezTo>
                    <a:pt x="500" y="857"/>
                    <a:pt x="467" y="863"/>
                    <a:pt x="444" y="843"/>
                  </a:cubicBezTo>
                  <a:cubicBezTo>
                    <a:pt x="422" y="824"/>
                    <a:pt x="395" y="807"/>
                    <a:pt x="395" y="782"/>
                  </a:cubicBezTo>
                  <a:cubicBezTo>
                    <a:pt x="395" y="757"/>
                    <a:pt x="389" y="735"/>
                    <a:pt x="412" y="721"/>
                  </a:cubicBezTo>
                  <a:cubicBezTo>
                    <a:pt x="435" y="707"/>
                    <a:pt x="438" y="696"/>
                    <a:pt x="458" y="693"/>
                  </a:cubicBezTo>
                  <a:cubicBezTo>
                    <a:pt x="477" y="691"/>
                    <a:pt x="494" y="677"/>
                    <a:pt x="484" y="663"/>
                  </a:cubicBezTo>
                  <a:cubicBezTo>
                    <a:pt x="474" y="649"/>
                    <a:pt x="451" y="604"/>
                    <a:pt x="481" y="585"/>
                  </a:cubicBezTo>
                  <a:cubicBezTo>
                    <a:pt x="510" y="565"/>
                    <a:pt x="543" y="571"/>
                    <a:pt x="546" y="540"/>
                  </a:cubicBezTo>
                  <a:cubicBezTo>
                    <a:pt x="549" y="510"/>
                    <a:pt x="543" y="507"/>
                    <a:pt x="572" y="485"/>
                  </a:cubicBezTo>
                  <a:cubicBezTo>
                    <a:pt x="602" y="463"/>
                    <a:pt x="608" y="460"/>
                    <a:pt x="634" y="482"/>
                  </a:cubicBezTo>
                  <a:cubicBezTo>
                    <a:pt x="661" y="504"/>
                    <a:pt x="693" y="538"/>
                    <a:pt x="733" y="532"/>
                  </a:cubicBezTo>
                  <a:cubicBezTo>
                    <a:pt x="772" y="527"/>
                    <a:pt x="831" y="527"/>
                    <a:pt x="798" y="552"/>
                  </a:cubicBezTo>
                  <a:cubicBezTo>
                    <a:pt x="766" y="577"/>
                    <a:pt x="762" y="604"/>
                    <a:pt x="779" y="616"/>
                  </a:cubicBezTo>
                  <a:cubicBezTo>
                    <a:pt x="795" y="627"/>
                    <a:pt x="802" y="646"/>
                    <a:pt x="838" y="649"/>
                  </a:cubicBezTo>
                  <a:cubicBezTo>
                    <a:pt x="874" y="652"/>
                    <a:pt x="893" y="668"/>
                    <a:pt x="870" y="693"/>
                  </a:cubicBezTo>
                  <a:cubicBezTo>
                    <a:pt x="847" y="718"/>
                    <a:pt x="854" y="743"/>
                    <a:pt x="867" y="757"/>
                  </a:cubicBezTo>
                  <a:cubicBezTo>
                    <a:pt x="880" y="771"/>
                    <a:pt x="923" y="788"/>
                    <a:pt x="933" y="805"/>
                  </a:cubicBezTo>
                  <a:cubicBezTo>
                    <a:pt x="942" y="821"/>
                    <a:pt x="949" y="818"/>
                    <a:pt x="962" y="824"/>
                  </a:cubicBezTo>
                  <a:cubicBezTo>
                    <a:pt x="975" y="830"/>
                    <a:pt x="982" y="852"/>
                    <a:pt x="982" y="866"/>
                  </a:cubicBezTo>
                  <a:cubicBezTo>
                    <a:pt x="982" y="876"/>
                    <a:pt x="990" y="881"/>
                    <a:pt x="996" y="895"/>
                  </a:cubicBezTo>
                  <a:cubicBezTo>
                    <a:pt x="1007" y="897"/>
                    <a:pt x="1021" y="903"/>
                    <a:pt x="1035" y="908"/>
                  </a:cubicBezTo>
                  <a:cubicBezTo>
                    <a:pt x="1066" y="919"/>
                    <a:pt x="1079" y="886"/>
                    <a:pt x="1123" y="875"/>
                  </a:cubicBezTo>
                  <a:cubicBezTo>
                    <a:pt x="1166" y="864"/>
                    <a:pt x="1223" y="853"/>
                    <a:pt x="1232" y="823"/>
                  </a:cubicBezTo>
                  <a:cubicBezTo>
                    <a:pt x="1241" y="793"/>
                    <a:pt x="1241" y="693"/>
                    <a:pt x="1293" y="667"/>
                  </a:cubicBezTo>
                  <a:cubicBezTo>
                    <a:pt x="1311" y="659"/>
                    <a:pt x="1329" y="649"/>
                    <a:pt x="1348" y="636"/>
                  </a:cubicBezTo>
                  <a:cubicBezTo>
                    <a:pt x="1317" y="593"/>
                    <a:pt x="1259" y="533"/>
                    <a:pt x="1251" y="514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1" name="Freeform 33"/>
            <p:cNvSpPr>
              <a:spLocks/>
            </p:cNvSpPr>
            <p:nvPr/>
          </p:nvSpPr>
          <p:spPr bwMode="auto">
            <a:xfrm>
              <a:off x="4183" y="1579"/>
              <a:ext cx="205" cy="193"/>
            </a:xfrm>
            <a:custGeom>
              <a:avLst/>
              <a:gdLst>
                <a:gd name="T0" fmla="*/ 347 w 442"/>
                <a:gd name="T1" fmla="*/ 322 h 417"/>
                <a:gd name="T2" fmla="*/ 399 w 442"/>
                <a:gd name="T3" fmla="*/ 286 h 417"/>
                <a:gd name="T4" fmla="*/ 393 w 442"/>
                <a:gd name="T5" fmla="*/ 219 h 417"/>
                <a:gd name="T6" fmla="*/ 424 w 442"/>
                <a:gd name="T7" fmla="*/ 183 h 417"/>
                <a:gd name="T8" fmla="*/ 390 w 442"/>
                <a:gd name="T9" fmla="*/ 156 h 417"/>
                <a:gd name="T10" fmla="*/ 409 w 442"/>
                <a:gd name="T11" fmla="*/ 92 h 417"/>
                <a:gd name="T12" fmla="*/ 344 w 442"/>
                <a:gd name="T13" fmla="*/ 72 h 417"/>
                <a:gd name="T14" fmla="*/ 245 w 442"/>
                <a:gd name="T15" fmla="*/ 22 h 417"/>
                <a:gd name="T16" fmla="*/ 183 w 442"/>
                <a:gd name="T17" fmla="*/ 25 h 417"/>
                <a:gd name="T18" fmla="*/ 157 w 442"/>
                <a:gd name="T19" fmla="*/ 80 h 417"/>
                <a:gd name="T20" fmla="*/ 92 w 442"/>
                <a:gd name="T21" fmla="*/ 125 h 417"/>
                <a:gd name="T22" fmla="*/ 95 w 442"/>
                <a:gd name="T23" fmla="*/ 203 h 417"/>
                <a:gd name="T24" fmla="*/ 69 w 442"/>
                <a:gd name="T25" fmla="*/ 233 h 417"/>
                <a:gd name="T26" fmla="*/ 23 w 442"/>
                <a:gd name="T27" fmla="*/ 261 h 417"/>
                <a:gd name="T28" fmla="*/ 6 w 442"/>
                <a:gd name="T29" fmla="*/ 322 h 417"/>
                <a:gd name="T30" fmla="*/ 55 w 442"/>
                <a:gd name="T31" fmla="*/ 383 h 417"/>
                <a:gd name="T32" fmla="*/ 147 w 442"/>
                <a:gd name="T33" fmla="*/ 386 h 417"/>
                <a:gd name="T34" fmla="*/ 213 w 442"/>
                <a:gd name="T35" fmla="*/ 400 h 417"/>
                <a:gd name="T36" fmla="*/ 242 w 442"/>
                <a:gd name="T37" fmla="*/ 378 h 417"/>
                <a:gd name="T38" fmla="*/ 291 w 442"/>
                <a:gd name="T39" fmla="*/ 345 h 417"/>
                <a:gd name="T40" fmla="*/ 306 w 442"/>
                <a:gd name="T41" fmla="*/ 345 h 417"/>
                <a:gd name="T42" fmla="*/ 347 w 442"/>
                <a:gd name="T43" fmla="*/ 322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2" h="417">
                  <a:moveTo>
                    <a:pt x="347" y="322"/>
                  </a:moveTo>
                  <a:cubicBezTo>
                    <a:pt x="383" y="325"/>
                    <a:pt x="406" y="311"/>
                    <a:pt x="399" y="286"/>
                  </a:cubicBezTo>
                  <a:cubicBezTo>
                    <a:pt x="393" y="261"/>
                    <a:pt x="367" y="247"/>
                    <a:pt x="393" y="219"/>
                  </a:cubicBezTo>
                  <a:cubicBezTo>
                    <a:pt x="408" y="204"/>
                    <a:pt x="416" y="194"/>
                    <a:pt x="424" y="183"/>
                  </a:cubicBezTo>
                  <a:cubicBezTo>
                    <a:pt x="408" y="176"/>
                    <a:pt x="401" y="163"/>
                    <a:pt x="390" y="156"/>
                  </a:cubicBezTo>
                  <a:cubicBezTo>
                    <a:pt x="373" y="144"/>
                    <a:pt x="377" y="117"/>
                    <a:pt x="409" y="92"/>
                  </a:cubicBezTo>
                  <a:cubicBezTo>
                    <a:pt x="442" y="67"/>
                    <a:pt x="383" y="67"/>
                    <a:pt x="344" y="72"/>
                  </a:cubicBezTo>
                  <a:cubicBezTo>
                    <a:pt x="304" y="78"/>
                    <a:pt x="272" y="44"/>
                    <a:pt x="245" y="22"/>
                  </a:cubicBezTo>
                  <a:cubicBezTo>
                    <a:pt x="219" y="0"/>
                    <a:pt x="213" y="3"/>
                    <a:pt x="183" y="25"/>
                  </a:cubicBezTo>
                  <a:cubicBezTo>
                    <a:pt x="154" y="47"/>
                    <a:pt x="160" y="50"/>
                    <a:pt x="157" y="80"/>
                  </a:cubicBezTo>
                  <a:cubicBezTo>
                    <a:pt x="154" y="111"/>
                    <a:pt x="121" y="105"/>
                    <a:pt x="92" y="125"/>
                  </a:cubicBezTo>
                  <a:cubicBezTo>
                    <a:pt x="62" y="144"/>
                    <a:pt x="85" y="189"/>
                    <a:pt x="95" y="203"/>
                  </a:cubicBezTo>
                  <a:cubicBezTo>
                    <a:pt x="105" y="217"/>
                    <a:pt x="88" y="231"/>
                    <a:pt x="69" y="233"/>
                  </a:cubicBezTo>
                  <a:cubicBezTo>
                    <a:pt x="49" y="236"/>
                    <a:pt x="46" y="247"/>
                    <a:pt x="23" y="261"/>
                  </a:cubicBezTo>
                  <a:cubicBezTo>
                    <a:pt x="0" y="275"/>
                    <a:pt x="6" y="297"/>
                    <a:pt x="6" y="322"/>
                  </a:cubicBezTo>
                  <a:cubicBezTo>
                    <a:pt x="6" y="347"/>
                    <a:pt x="33" y="364"/>
                    <a:pt x="55" y="383"/>
                  </a:cubicBezTo>
                  <a:cubicBezTo>
                    <a:pt x="78" y="403"/>
                    <a:pt x="111" y="397"/>
                    <a:pt x="147" y="386"/>
                  </a:cubicBezTo>
                  <a:cubicBezTo>
                    <a:pt x="183" y="375"/>
                    <a:pt x="193" y="383"/>
                    <a:pt x="213" y="400"/>
                  </a:cubicBezTo>
                  <a:cubicBezTo>
                    <a:pt x="232" y="417"/>
                    <a:pt x="242" y="397"/>
                    <a:pt x="242" y="378"/>
                  </a:cubicBezTo>
                  <a:cubicBezTo>
                    <a:pt x="242" y="358"/>
                    <a:pt x="265" y="350"/>
                    <a:pt x="291" y="345"/>
                  </a:cubicBezTo>
                  <a:cubicBezTo>
                    <a:pt x="297" y="343"/>
                    <a:pt x="302" y="344"/>
                    <a:pt x="306" y="345"/>
                  </a:cubicBezTo>
                  <a:cubicBezTo>
                    <a:pt x="318" y="332"/>
                    <a:pt x="333" y="321"/>
                    <a:pt x="347" y="322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2" name="Freeform 34"/>
            <p:cNvSpPr>
              <a:spLocks/>
            </p:cNvSpPr>
            <p:nvPr/>
          </p:nvSpPr>
          <p:spPr bwMode="auto">
            <a:xfrm>
              <a:off x="4323" y="1664"/>
              <a:ext cx="141" cy="196"/>
            </a:xfrm>
            <a:custGeom>
              <a:avLst/>
              <a:gdLst>
                <a:gd name="T0" fmla="*/ 292 w 306"/>
                <a:gd name="T1" fmla="*/ 223 h 423"/>
                <a:gd name="T2" fmla="*/ 272 w 306"/>
                <a:gd name="T3" fmla="*/ 181 h 423"/>
                <a:gd name="T4" fmla="*/ 243 w 306"/>
                <a:gd name="T5" fmla="*/ 162 h 423"/>
                <a:gd name="T6" fmla="*/ 177 w 306"/>
                <a:gd name="T7" fmla="*/ 114 h 423"/>
                <a:gd name="T8" fmla="*/ 180 w 306"/>
                <a:gd name="T9" fmla="*/ 50 h 423"/>
                <a:gd name="T10" fmla="*/ 148 w 306"/>
                <a:gd name="T11" fmla="*/ 6 h 423"/>
                <a:gd name="T12" fmla="*/ 123 w 306"/>
                <a:gd name="T13" fmla="*/ 0 h 423"/>
                <a:gd name="T14" fmla="*/ 92 w 306"/>
                <a:gd name="T15" fmla="*/ 36 h 423"/>
                <a:gd name="T16" fmla="*/ 98 w 306"/>
                <a:gd name="T17" fmla="*/ 103 h 423"/>
                <a:gd name="T18" fmla="*/ 46 w 306"/>
                <a:gd name="T19" fmla="*/ 139 h 423"/>
                <a:gd name="T20" fmla="*/ 5 w 306"/>
                <a:gd name="T21" fmla="*/ 162 h 423"/>
                <a:gd name="T22" fmla="*/ 20 w 306"/>
                <a:gd name="T23" fmla="*/ 200 h 423"/>
                <a:gd name="T24" fmla="*/ 33 w 306"/>
                <a:gd name="T25" fmla="*/ 264 h 423"/>
                <a:gd name="T26" fmla="*/ 17 w 306"/>
                <a:gd name="T27" fmla="*/ 314 h 423"/>
                <a:gd name="T28" fmla="*/ 33 w 306"/>
                <a:gd name="T29" fmla="*/ 378 h 423"/>
                <a:gd name="T30" fmla="*/ 92 w 306"/>
                <a:gd name="T31" fmla="*/ 381 h 423"/>
                <a:gd name="T32" fmla="*/ 151 w 306"/>
                <a:gd name="T33" fmla="*/ 406 h 423"/>
                <a:gd name="T34" fmla="*/ 207 w 306"/>
                <a:gd name="T35" fmla="*/ 392 h 423"/>
                <a:gd name="T36" fmla="*/ 234 w 306"/>
                <a:gd name="T37" fmla="*/ 375 h 423"/>
                <a:gd name="T38" fmla="*/ 236 w 306"/>
                <a:gd name="T39" fmla="*/ 362 h 423"/>
                <a:gd name="T40" fmla="*/ 280 w 306"/>
                <a:gd name="T41" fmla="*/ 269 h 423"/>
                <a:gd name="T42" fmla="*/ 306 w 306"/>
                <a:gd name="T43" fmla="*/ 252 h 423"/>
                <a:gd name="T44" fmla="*/ 292 w 306"/>
                <a:gd name="T45" fmla="*/ 2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06" h="423">
                  <a:moveTo>
                    <a:pt x="292" y="223"/>
                  </a:moveTo>
                  <a:cubicBezTo>
                    <a:pt x="292" y="209"/>
                    <a:pt x="285" y="187"/>
                    <a:pt x="272" y="181"/>
                  </a:cubicBezTo>
                  <a:cubicBezTo>
                    <a:pt x="259" y="175"/>
                    <a:pt x="252" y="178"/>
                    <a:pt x="243" y="162"/>
                  </a:cubicBezTo>
                  <a:cubicBezTo>
                    <a:pt x="233" y="145"/>
                    <a:pt x="190" y="128"/>
                    <a:pt x="177" y="114"/>
                  </a:cubicBezTo>
                  <a:cubicBezTo>
                    <a:pt x="164" y="100"/>
                    <a:pt x="157" y="75"/>
                    <a:pt x="180" y="50"/>
                  </a:cubicBezTo>
                  <a:cubicBezTo>
                    <a:pt x="203" y="25"/>
                    <a:pt x="184" y="9"/>
                    <a:pt x="148" y="6"/>
                  </a:cubicBezTo>
                  <a:cubicBezTo>
                    <a:pt x="137" y="5"/>
                    <a:pt x="130" y="3"/>
                    <a:pt x="123" y="0"/>
                  </a:cubicBezTo>
                  <a:cubicBezTo>
                    <a:pt x="115" y="11"/>
                    <a:pt x="107" y="21"/>
                    <a:pt x="92" y="36"/>
                  </a:cubicBezTo>
                  <a:cubicBezTo>
                    <a:pt x="66" y="64"/>
                    <a:pt x="92" y="78"/>
                    <a:pt x="98" y="103"/>
                  </a:cubicBezTo>
                  <a:cubicBezTo>
                    <a:pt x="105" y="128"/>
                    <a:pt x="82" y="142"/>
                    <a:pt x="46" y="139"/>
                  </a:cubicBezTo>
                  <a:cubicBezTo>
                    <a:pt x="32" y="138"/>
                    <a:pt x="17" y="149"/>
                    <a:pt x="5" y="162"/>
                  </a:cubicBezTo>
                  <a:cubicBezTo>
                    <a:pt x="18" y="166"/>
                    <a:pt x="20" y="183"/>
                    <a:pt x="20" y="200"/>
                  </a:cubicBezTo>
                  <a:cubicBezTo>
                    <a:pt x="20" y="223"/>
                    <a:pt x="20" y="248"/>
                    <a:pt x="33" y="264"/>
                  </a:cubicBezTo>
                  <a:cubicBezTo>
                    <a:pt x="46" y="281"/>
                    <a:pt x="33" y="303"/>
                    <a:pt x="17" y="314"/>
                  </a:cubicBezTo>
                  <a:cubicBezTo>
                    <a:pt x="0" y="326"/>
                    <a:pt x="10" y="356"/>
                    <a:pt x="33" y="378"/>
                  </a:cubicBezTo>
                  <a:cubicBezTo>
                    <a:pt x="56" y="401"/>
                    <a:pt x="72" y="406"/>
                    <a:pt x="92" y="381"/>
                  </a:cubicBezTo>
                  <a:cubicBezTo>
                    <a:pt x="112" y="356"/>
                    <a:pt x="118" y="389"/>
                    <a:pt x="151" y="406"/>
                  </a:cubicBezTo>
                  <a:cubicBezTo>
                    <a:pt x="184" y="423"/>
                    <a:pt x="193" y="409"/>
                    <a:pt x="207" y="392"/>
                  </a:cubicBezTo>
                  <a:cubicBezTo>
                    <a:pt x="212" y="385"/>
                    <a:pt x="223" y="379"/>
                    <a:pt x="234" y="375"/>
                  </a:cubicBezTo>
                  <a:cubicBezTo>
                    <a:pt x="234" y="370"/>
                    <a:pt x="235" y="366"/>
                    <a:pt x="236" y="362"/>
                  </a:cubicBezTo>
                  <a:cubicBezTo>
                    <a:pt x="249" y="325"/>
                    <a:pt x="271" y="299"/>
                    <a:pt x="280" y="269"/>
                  </a:cubicBezTo>
                  <a:cubicBezTo>
                    <a:pt x="284" y="253"/>
                    <a:pt x="294" y="250"/>
                    <a:pt x="306" y="252"/>
                  </a:cubicBezTo>
                  <a:cubicBezTo>
                    <a:pt x="300" y="238"/>
                    <a:pt x="292" y="233"/>
                    <a:pt x="292" y="223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3" name="Freeform 35"/>
            <p:cNvSpPr>
              <a:spLocks/>
            </p:cNvSpPr>
            <p:nvPr/>
          </p:nvSpPr>
          <p:spPr bwMode="auto">
            <a:xfrm>
              <a:off x="5023" y="3295"/>
              <a:ext cx="201" cy="412"/>
            </a:xfrm>
            <a:custGeom>
              <a:avLst/>
              <a:gdLst>
                <a:gd name="T0" fmla="*/ 172 w 434"/>
                <a:gd name="T1" fmla="*/ 136 h 890"/>
                <a:gd name="T2" fmla="*/ 137 w 434"/>
                <a:gd name="T3" fmla="*/ 212 h 890"/>
                <a:gd name="T4" fmla="*/ 102 w 434"/>
                <a:gd name="T5" fmla="*/ 249 h 890"/>
                <a:gd name="T6" fmla="*/ 78 w 434"/>
                <a:gd name="T7" fmla="*/ 336 h 890"/>
                <a:gd name="T8" fmla="*/ 50 w 434"/>
                <a:gd name="T9" fmla="*/ 406 h 890"/>
                <a:gd name="T10" fmla="*/ 43 w 434"/>
                <a:gd name="T11" fmla="*/ 445 h 890"/>
                <a:gd name="T12" fmla="*/ 13 w 434"/>
                <a:gd name="T13" fmla="*/ 506 h 890"/>
                <a:gd name="T14" fmla="*/ 32 w 434"/>
                <a:gd name="T15" fmla="*/ 545 h 890"/>
                <a:gd name="T16" fmla="*/ 28 w 434"/>
                <a:gd name="T17" fmla="*/ 625 h 890"/>
                <a:gd name="T18" fmla="*/ 72 w 434"/>
                <a:gd name="T19" fmla="*/ 668 h 890"/>
                <a:gd name="T20" fmla="*/ 111 w 434"/>
                <a:gd name="T21" fmla="*/ 734 h 890"/>
                <a:gd name="T22" fmla="*/ 185 w 434"/>
                <a:gd name="T23" fmla="*/ 773 h 890"/>
                <a:gd name="T24" fmla="*/ 244 w 434"/>
                <a:gd name="T25" fmla="*/ 834 h 890"/>
                <a:gd name="T26" fmla="*/ 284 w 434"/>
                <a:gd name="T27" fmla="*/ 888 h 890"/>
                <a:gd name="T28" fmla="*/ 312 w 434"/>
                <a:gd name="T29" fmla="*/ 855 h 890"/>
                <a:gd name="T30" fmla="*/ 301 w 434"/>
                <a:gd name="T31" fmla="*/ 788 h 890"/>
                <a:gd name="T32" fmla="*/ 318 w 434"/>
                <a:gd name="T33" fmla="*/ 705 h 890"/>
                <a:gd name="T34" fmla="*/ 364 w 434"/>
                <a:gd name="T35" fmla="*/ 619 h 890"/>
                <a:gd name="T36" fmla="*/ 377 w 434"/>
                <a:gd name="T37" fmla="*/ 580 h 890"/>
                <a:gd name="T38" fmla="*/ 388 w 434"/>
                <a:gd name="T39" fmla="*/ 492 h 890"/>
                <a:gd name="T40" fmla="*/ 401 w 434"/>
                <a:gd name="T41" fmla="*/ 438 h 890"/>
                <a:gd name="T42" fmla="*/ 397 w 434"/>
                <a:gd name="T43" fmla="*/ 386 h 890"/>
                <a:gd name="T44" fmla="*/ 419 w 434"/>
                <a:gd name="T45" fmla="*/ 336 h 890"/>
                <a:gd name="T46" fmla="*/ 404 w 434"/>
                <a:gd name="T47" fmla="*/ 278 h 890"/>
                <a:gd name="T48" fmla="*/ 432 w 434"/>
                <a:gd name="T49" fmla="*/ 206 h 890"/>
                <a:gd name="T50" fmla="*/ 406 w 434"/>
                <a:gd name="T51" fmla="*/ 115 h 890"/>
                <a:gd name="T52" fmla="*/ 406 w 434"/>
                <a:gd name="T53" fmla="*/ 45 h 890"/>
                <a:gd name="T54" fmla="*/ 329 w 434"/>
                <a:gd name="T55" fmla="*/ 30 h 890"/>
                <a:gd name="T56" fmla="*/ 294 w 434"/>
                <a:gd name="T57" fmla="*/ 15 h 890"/>
                <a:gd name="T58" fmla="*/ 238 w 434"/>
                <a:gd name="T59" fmla="*/ 62 h 890"/>
                <a:gd name="T60" fmla="*/ 183 w 434"/>
                <a:gd name="T61" fmla="*/ 93 h 890"/>
                <a:gd name="T62" fmla="*/ 172 w 434"/>
                <a:gd name="T63" fmla="*/ 136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4" h="890">
                  <a:moveTo>
                    <a:pt x="172" y="136"/>
                  </a:moveTo>
                  <a:cubicBezTo>
                    <a:pt x="172" y="136"/>
                    <a:pt x="166" y="208"/>
                    <a:pt x="137" y="212"/>
                  </a:cubicBezTo>
                  <a:cubicBezTo>
                    <a:pt x="109" y="215"/>
                    <a:pt x="111" y="225"/>
                    <a:pt x="102" y="249"/>
                  </a:cubicBezTo>
                  <a:cubicBezTo>
                    <a:pt x="93" y="273"/>
                    <a:pt x="93" y="317"/>
                    <a:pt x="78" y="336"/>
                  </a:cubicBezTo>
                  <a:cubicBezTo>
                    <a:pt x="63" y="354"/>
                    <a:pt x="48" y="391"/>
                    <a:pt x="50" y="406"/>
                  </a:cubicBezTo>
                  <a:cubicBezTo>
                    <a:pt x="52" y="421"/>
                    <a:pt x="56" y="434"/>
                    <a:pt x="43" y="445"/>
                  </a:cubicBezTo>
                  <a:cubicBezTo>
                    <a:pt x="30" y="456"/>
                    <a:pt x="8" y="484"/>
                    <a:pt x="13" y="506"/>
                  </a:cubicBezTo>
                  <a:cubicBezTo>
                    <a:pt x="17" y="529"/>
                    <a:pt x="32" y="516"/>
                    <a:pt x="32" y="545"/>
                  </a:cubicBezTo>
                  <a:cubicBezTo>
                    <a:pt x="32" y="575"/>
                    <a:pt x="0" y="595"/>
                    <a:pt x="28" y="625"/>
                  </a:cubicBezTo>
                  <a:cubicBezTo>
                    <a:pt x="56" y="655"/>
                    <a:pt x="67" y="649"/>
                    <a:pt x="72" y="668"/>
                  </a:cubicBezTo>
                  <a:cubicBezTo>
                    <a:pt x="76" y="686"/>
                    <a:pt x="83" y="710"/>
                    <a:pt x="111" y="734"/>
                  </a:cubicBezTo>
                  <a:cubicBezTo>
                    <a:pt x="139" y="758"/>
                    <a:pt x="166" y="747"/>
                    <a:pt x="185" y="773"/>
                  </a:cubicBezTo>
                  <a:cubicBezTo>
                    <a:pt x="205" y="799"/>
                    <a:pt x="240" y="808"/>
                    <a:pt x="244" y="834"/>
                  </a:cubicBezTo>
                  <a:cubicBezTo>
                    <a:pt x="249" y="860"/>
                    <a:pt x="266" y="886"/>
                    <a:pt x="284" y="888"/>
                  </a:cubicBezTo>
                  <a:cubicBezTo>
                    <a:pt x="301" y="890"/>
                    <a:pt x="325" y="881"/>
                    <a:pt x="312" y="855"/>
                  </a:cubicBezTo>
                  <a:cubicBezTo>
                    <a:pt x="299" y="829"/>
                    <a:pt x="308" y="816"/>
                    <a:pt x="301" y="788"/>
                  </a:cubicBezTo>
                  <a:cubicBezTo>
                    <a:pt x="294" y="760"/>
                    <a:pt x="294" y="727"/>
                    <a:pt x="318" y="705"/>
                  </a:cubicBezTo>
                  <a:cubicBezTo>
                    <a:pt x="342" y="682"/>
                    <a:pt x="362" y="645"/>
                    <a:pt x="364" y="619"/>
                  </a:cubicBezTo>
                  <a:cubicBezTo>
                    <a:pt x="366" y="593"/>
                    <a:pt x="358" y="593"/>
                    <a:pt x="377" y="580"/>
                  </a:cubicBezTo>
                  <a:cubicBezTo>
                    <a:pt x="397" y="568"/>
                    <a:pt x="371" y="512"/>
                    <a:pt x="388" y="492"/>
                  </a:cubicBezTo>
                  <a:cubicBezTo>
                    <a:pt x="406" y="471"/>
                    <a:pt x="415" y="451"/>
                    <a:pt x="401" y="438"/>
                  </a:cubicBezTo>
                  <a:cubicBezTo>
                    <a:pt x="388" y="425"/>
                    <a:pt x="380" y="395"/>
                    <a:pt x="397" y="386"/>
                  </a:cubicBezTo>
                  <a:cubicBezTo>
                    <a:pt x="415" y="377"/>
                    <a:pt x="432" y="356"/>
                    <a:pt x="419" y="336"/>
                  </a:cubicBezTo>
                  <a:cubicBezTo>
                    <a:pt x="406" y="315"/>
                    <a:pt x="397" y="306"/>
                    <a:pt x="404" y="278"/>
                  </a:cubicBezTo>
                  <a:cubicBezTo>
                    <a:pt x="410" y="251"/>
                    <a:pt x="430" y="239"/>
                    <a:pt x="432" y="206"/>
                  </a:cubicBezTo>
                  <a:cubicBezTo>
                    <a:pt x="434" y="173"/>
                    <a:pt x="401" y="149"/>
                    <a:pt x="406" y="115"/>
                  </a:cubicBezTo>
                  <a:cubicBezTo>
                    <a:pt x="410" y="82"/>
                    <a:pt x="423" y="58"/>
                    <a:pt x="406" y="45"/>
                  </a:cubicBezTo>
                  <a:cubicBezTo>
                    <a:pt x="388" y="32"/>
                    <a:pt x="340" y="41"/>
                    <a:pt x="329" y="30"/>
                  </a:cubicBezTo>
                  <a:cubicBezTo>
                    <a:pt x="318" y="19"/>
                    <a:pt x="312" y="0"/>
                    <a:pt x="294" y="15"/>
                  </a:cubicBezTo>
                  <a:cubicBezTo>
                    <a:pt x="277" y="30"/>
                    <a:pt x="259" y="56"/>
                    <a:pt x="238" y="62"/>
                  </a:cubicBezTo>
                  <a:cubicBezTo>
                    <a:pt x="216" y="67"/>
                    <a:pt x="198" y="78"/>
                    <a:pt x="183" y="93"/>
                  </a:cubicBezTo>
                  <a:cubicBezTo>
                    <a:pt x="168" y="108"/>
                    <a:pt x="172" y="113"/>
                    <a:pt x="172" y="136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4" name="Freeform 36"/>
            <p:cNvSpPr>
              <a:spLocks/>
            </p:cNvSpPr>
            <p:nvPr/>
          </p:nvSpPr>
          <p:spPr bwMode="auto">
            <a:xfrm>
              <a:off x="5438" y="3349"/>
              <a:ext cx="38" cy="22"/>
            </a:xfrm>
            <a:custGeom>
              <a:avLst/>
              <a:gdLst>
                <a:gd name="T0" fmla="*/ 53 w 81"/>
                <a:gd name="T1" fmla="*/ 2 h 48"/>
                <a:gd name="T2" fmla="*/ 5 w 81"/>
                <a:gd name="T3" fmla="*/ 19 h 48"/>
                <a:gd name="T4" fmla="*/ 31 w 81"/>
                <a:gd name="T5" fmla="*/ 45 h 48"/>
                <a:gd name="T6" fmla="*/ 53 w 81"/>
                <a:gd name="T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48">
                  <a:moveTo>
                    <a:pt x="53" y="2"/>
                  </a:moveTo>
                  <a:cubicBezTo>
                    <a:pt x="53" y="2"/>
                    <a:pt x="0" y="0"/>
                    <a:pt x="5" y="19"/>
                  </a:cubicBezTo>
                  <a:cubicBezTo>
                    <a:pt x="9" y="37"/>
                    <a:pt x="5" y="41"/>
                    <a:pt x="31" y="45"/>
                  </a:cubicBezTo>
                  <a:cubicBezTo>
                    <a:pt x="57" y="48"/>
                    <a:pt x="81" y="15"/>
                    <a:pt x="53" y="2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5" name="Freeform 37"/>
            <p:cNvSpPr>
              <a:spLocks/>
            </p:cNvSpPr>
            <p:nvPr/>
          </p:nvSpPr>
          <p:spPr bwMode="auto">
            <a:xfrm>
              <a:off x="5489" y="3325"/>
              <a:ext cx="25" cy="32"/>
            </a:xfrm>
            <a:custGeom>
              <a:avLst/>
              <a:gdLst>
                <a:gd name="T0" fmla="*/ 33 w 55"/>
                <a:gd name="T1" fmla="*/ 0 h 69"/>
                <a:gd name="T2" fmla="*/ 3 w 55"/>
                <a:gd name="T3" fmla="*/ 34 h 69"/>
                <a:gd name="T4" fmla="*/ 35 w 55"/>
                <a:gd name="T5" fmla="*/ 50 h 69"/>
                <a:gd name="T6" fmla="*/ 33 w 55"/>
                <a:gd name="T7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69">
                  <a:moveTo>
                    <a:pt x="33" y="0"/>
                  </a:moveTo>
                  <a:cubicBezTo>
                    <a:pt x="33" y="0"/>
                    <a:pt x="0" y="15"/>
                    <a:pt x="3" y="34"/>
                  </a:cubicBezTo>
                  <a:cubicBezTo>
                    <a:pt x="5" y="52"/>
                    <a:pt x="31" y="69"/>
                    <a:pt x="35" y="50"/>
                  </a:cubicBezTo>
                  <a:cubicBezTo>
                    <a:pt x="40" y="32"/>
                    <a:pt x="55" y="4"/>
                    <a:pt x="33" y="0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  <p:sp>
          <p:nvSpPr>
            <p:cNvPr id="36" name="Freeform 38"/>
            <p:cNvSpPr>
              <a:spLocks/>
            </p:cNvSpPr>
            <p:nvPr/>
          </p:nvSpPr>
          <p:spPr bwMode="auto">
            <a:xfrm>
              <a:off x="5605" y="3264"/>
              <a:ext cx="36" cy="26"/>
            </a:xfrm>
            <a:custGeom>
              <a:avLst/>
              <a:gdLst>
                <a:gd name="T0" fmla="*/ 45 w 78"/>
                <a:gd name="T1" fmla="*/ 9 h 55"/>
                <a:gd name="T2" fmla="*/ 2 w 78"/>
                <a:gd name="T3" fmla="*/ 11 h 55"/>
                <a:gd name="T4" fmla="*/ 19 w 78"/>
                <a:gd name="T5" fmla="*/ 40 h 55"/>
                <a:gd name="T6" fmla="*/ 50 w 78"/>
                <a:gd name="T7" fmla="*/ 44 h 55"/>
                <a:gd name="T8" fmla="*/ 45 w 78"/>
                <a:gd name="T9" fmla="*/ 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5">
                  <a:moveTo>
                    <a:pt x="45" y="9"/>
                  </a:moveTo>
                  <a:cubicBezTo>
                    <a:pt x="45" y="9"/>
                    <a:pt x="0" y="0"/>
                    <a:pt x="2" y="11"/>
                  </a:cubicBezTo>
                  <a:cubicBezTo>
                    <a:pt x="4" y="22"/>
                    <a:pt x="15" y="28"/>
                    <a:pt x="19" y="40"/>
                  </a:cubicBezTo>
                  <a:cubicBezTo>
                    <a:pt x="24" y="53"/>
                    <a:pt x="43" y="55"/>
                    <a:pt x="50" y="44"/>
                  </a:cubicBezTo>
                  <a:cubicBezTo>
                    <a:pt x="56" y="33"/>
                    <a:pt x="78" y="9"/>
                    <a:pt x="45" y="9"/>
                  </a:cubicBezTo>
                  <a:close/>
                </a:path>
              </a:pathLst>
            </a:custGeom>
            <a:grpFill/>
            <a:ln w="3175" cap="rnd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Lato Light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8B739BB0-E326-48AF-AE16-1ACC2B3B9290}"/>
              </a:ext>
            </a:extLst>
          </p:cNvPr>
          <p:cNvSpPr/>
          <p:nvPr/>
        </p:nvSpPr>
        <p:spPr>
          <a:xfrm>
            <a:off x="756812" y="4897476"/>
            <a:ext cx="31092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5E3B16-A86B-4BF5-A1CE-0AB9D84EA016}"/>
              </a:ext>
            </a:extLst>
          </p:cNvPr>
          <p:cNvSpPr txBox="1"/>
          <p:nvPr/>
        </p:nvSpPr>
        <p:spPr>
          <a:xfrm>
            <a:off x="776512" y="4369182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2A1754-2077-4F03-AA4A-780241FD50B3}"/>
              </a:ext>
            </a:extLst>
          </p:cNvPr>
          <p:cNvSpPr/>
          <p:nvPr/>
        </p:nvSpPr>
        <p:spPr>
          <a:xfrm>
            <a:off x="772788" y="3917136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85CBA5-DD8C-49A3-A309-42CA52AD9495}"/>
              </a:ext>
            </a:extLst>
          </p:cNvPr>
          <p:cNvSpPr/>
          <p:nvPr/>
        </p:nvSpPr>
        <p:spPr>
          <a:xfrm>
            <a:off x="4320093" y="4883315"/>
            <a:ext cx="31220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entury Gothic" charset="0"/>
                <a:cs typeface="Prompt" panose="00000500000000000000" pitchFamily="2" charset="-34"/>
              </a:rPr>
              <a:t>A company is an association or collection of individuals, whether natural persons, legal persons, or a mixture of both Company members share a common purpose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ABE42B-81AC-4830-94F3-9DB1708A6103}"/>
              </a:ext>
            </a:extLst>
          </p:cNvPr>
          <p:cNvSpPr txBox="1"/>
          <p:nvPr/>
        </p:nvSpPr>
        <p:spPr>
          <a:xfrm>
            <a:off x="4339793" y="4355021"/>
            <a:ext cx="2217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345.678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A7F1D2-3417-4EE6-B448-665CAEE76CB1}"/>
              </a:ext>
            </a:extLst>
          </p:cNvPr>
          <p:cNvSpPr/>
          <p:nvPr/>
        </p:nvSpPr>
        <p:spPr>
          <a:xfrm>
            <a:off x="4339793" y="3908252"/>
            <a:ext cx="1669047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Subtitle Here</a:t>
            </a:r>
          </a:p>
        </p:txBody>
      </p:sp>
      <p:grpSp>
        <p:nvGrpSpPr>
          <p:cNvPr id="50" name="Shape 11006"/>
          <p:cNvGrpSpPr/>
          <p:nvPr/>
        </p:nvGrpSpPr>
        <p:grpSpPr>
          <a:xfrm>
            <a:off x="788120" y="3180061"/>
            <a:ext cx="1707335" cy="65667"/>
            <a:chOff x="-1033671" y="1470991"/>
            <a:chExt cx="3101007" cy="119270"/>
          </a:xfrm>
          <a:solidFill>
            <a:srgbClr val="FF0000"/>
          </a:solidFill>
        </p:grpSpPr>
        <p:sp>
          <p:nvSpPr>
            <p:cNvPr id="51" name="Shape 11007"/>
            <p:cNvSpPr/>
            <p:nvPr/>
          </p:nvSpPr>
          <p:spPr>
            <a:xfrm>
              <a:off x="-103367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2" name="Shape 11008"/>
            <p:cNvSpPr/>
            <p:nvPr/>
          </p:nvSpPr>
          <p:spPr>
            <a:xfrm>
              <a:off x="-384315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3" name="Shape 11009"/>
            <p:cNvSpPr/>
            <p:nvPr/>
          </p:nvSpPr>
          <p:spPr>
            <a:xfrm>
              <a:off x="265041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4" name="Shape 11010"/>
            <p:cNvSpPr/>
            <p:nvPr/>
          </p:nvSpPr>
          <p:spPr>
            <a:xfrm rot="10800000" flipH="1">
              <a:off x="914397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5" name="Shape 11011"/>
            <p:cNvSpPr/>
            <p:nvPr/>
          </p:nvSpPr>
          <p:spPr>
            <a:xfrm rot="10800000" flipH="1">
              <a:off x="1563753" y="1470991"/>
              <a:ext cx="503583" cy="11927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bg1"/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56" name="Title 11"/>
          <p:cNvSpPr txBox="1">
            <a:spLocks/>
          </p:cNvSpPr>
          <p:nvPr/>
        </p:nvSpPr>
        <p:spPr>
          <a:xfrm>
            <a:off x="686969" y="1981037"/>
            <a:ext cx="4410115" cy="1181100"/>
          </a:xfrm>
          <a:prstGeom prst="rect">
            <a:avLst/>
          </a:prstGeom>
        </p:spPr>
        <p:txBody>
          <a:bodyPr vert="horz" wrap="square" lIns="91416" tIns="45708" rIns="91416" bIns="45708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3590925" algn="l"/>
              </a:tabLst>
            </a:pPr>
            <a:r>
              <a:rPr lang="id-ID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ea typeface="Roboto" panose="02000000000000000000" pitchFamily="2" charset="0"/>
                <a:cs typeface="Prompt" panose="00000500000000000000" pitchFamily="2" charset="-34"/>
              </a:rPr>
              <a:t>HOW TO RUN A SUCCESSFUL CHINA</a:t>
            </a:r>
          </a:p>
        </p:txBody>
      </p:sp>
    </p:spTree>
    <p:extLst>
      <p:ext uri="{BB962C8B-B14F-4D97-AF65-F5344CB8AC3E}">
        <p14:creationId xmlns:p14="http://schemas.microsoft.com/office/powerpoint/2010/main" val="21310555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08" name="Shape 11708"/>
          <p:cNvGrpSpPr/>
          <p:nvPr/>
        </p:nvGrpSpPr>
        <p:grpSpPr>
          <a:xfrm>
            <a:off x="391371" y="2760977"/>
            <a:ext cx="6465315" cy="3247344"/>
            <a:chOff x="1048508" y="4834703"/>
            <a:chExt cx="12930629" cy="6494687"/>
          </a:xfrm>
        </p:grpSpPr>
        <p:sp>
          <p:nvSpPr>
            <p:cNvPr id="11709" name="Shape 11709"/>
            <p:cNvSpPr/>
            <p:nvPr/>
          </p:nvSpPr>
          <p:spPr>
            <a:xfrm>
              <a:off x="1048508" y="5232870"/>
              <a:ext cx="4392889" cy="60965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287" y="2053"/>
                  </a:moveTo>
                  <a:lnTo>
                    <a:pt x="53412" y="1283"/>
                  </a:lnTo>
                  <a:lnTo>
                    <a:pt x="46468" y="1283"/>
                  </a:lnTo>
                  <a:lnTo>
                    <a:pt x="41483" y="2053"/>
                  </a:lnTo>
                  <a:lnTo>
                    <a:pt x="33115" y="641"/>
                  </a:lnTo>
                  <a:lnTo>
                    <a:pt x="24925" y="641"/>
                  </a:lnTo>
                  <a:lnTo>
                    <a:pt x="20474" y="641"/>
                  </a:lnTo>
                  <a:lnTo>
                    <a:pt x="16379" y="2053"/>
                  </a:lnTo>
                  <a:lnTo>
                    <a:pt x="13887" y="3336"/>
                  </a:lnTo>
                  <a:lnTo>
                    <a:pt x="12462" y="4106"/>
                  </a:lnTo>
                  <a:lnTo>
                    <a:pt x="8367" y="4106"/>
                  </a:lnTo>
                  <a:lnTo>
                    <a:pt x="7477" y="5647"/>
                  </a:lnTo>
                  <a:lnTo>
                    <a:pt x="8545" y="6417"/>
                  </a:lnTo>
                  <a:cubicBezTo>
                    <a:pt x="8545" y="6417"/>
                    <a:pt x="5519" y="7187"/>
                    <a:pt x="5163" y="7700"/>
                  </a:cubicBezTo>
                  <a:cubicBezTo>
                    <a:pt x="4629" y="8085"/>
                    <a:pt x="2492" y="8727"/>
                    <a:pt x="2492" y="9240"/>
                  </a:cubicBezTo>
                  <a:cubicBezTo>
                    <a:pt x="2492" y="9625"/>
                    <a:pt x="890" y="11935"/>
                    <a:pt x="890" y="11935"/>
                  </a:cubicBezTo>
                  <a:lnTo>
                    <a:pt x="0" y="13219"/>
                  </a:lnTo>
                  <a:lnTo>
                    <a:pt x="5519" y="11679"/>
                  </a:lnTo>
                  <a:lnTo>
                    <a:pt x="10326" y="9882"/>
                  </a:lnTo>
                  <a:lnTo>
                    <a:pt x="12818" y="9754"/>
                  </a:lnTo>
                  <a:lnTo>
                    <a:pt x="17091" y="9368"/>
                  </a:lnTo>
                  <a:lnTo>
                    <a:pt x="21186" y="9754"/>
                  </a:lnTo>
                  <a:cubicBezTo>
                    <a:pt x="21186" y="9754"/>
                    <a:pt x="27952" y="9112"/>
                    <a:pt x="27240" y="14245"/>
                  </a:cubicBezTo>
                  <a:cubicBezTo>
                    <a:pt x="26706" y="19379"/>
                    <a:pt x="26172" y="21304"/>
                    <a:pt x="26172" y="21304"/>
                  </a:cubicBezTo>
                  <a:lnTo>
                    <a:pt x="23679" y="22973"/>
                  </a:lnTo>
                  <a:lnTo>
                    <a:pt x="20118" y="29262"/>
                  </a:lnTo>
                  <a:lnTo>
                    <a:pt x="20474" y="32727"/>
                  </a:lnTo>
                  <a:lnTo>
                    <a:pt x="23501" y="35935"/>
                  </a:lnTo>
                  <a:lnTo>
                    <a:pt x="22967" y="38631"/>
                  </a:lnTo>
                  <a:lnTo>
                    <a:pt x="24391" y="42224"/>
                  </a:lnTo>
                  <a:lnTo>
                    <a:pt x="27240" y="45304"/>
                  </a:lnTo>
                  <a:lnTo>
                    <a:pt x="29554" y="45304"/>
                  </a:lnTo>
                  <a:lnTo>
                    <a:pt x="27774" y="43379"/>
                  </a:lnTo>
                  <a:lnTo>
                    <a:pt x="26706" y="40941"/>
                  </a:lnTo>
                  <a:lnTo>
                    <a:pt x="25459" y="38759"/>
                  </a:lnTo>
                  <a:lnTo>
                    <a:pt x="25459" y="37347"/>
                  </a:lnTo>
                  <a:lnTo>
                    <a:pt x="26884" y="37219"/>
                  </a:lnTo>
                  <a:lnTo>
                    <a:pt x="29554" y="42481"/>
                  </a:lnTo>
                  <a:lnTo>
                    <a:pt x="33115" y="46331"/>
                  </a:lnTo>
                  <a:lnTo>
                    <a:pt x="32403" y="49283"/>
                  </a:lnTo>
                  <a:lnTo>
                    <a:pt x="38456" y="51850"/>
                  </a:lnTo>
                  <a:lnTo>
                    <a:pt x="44510" y="51850"/>
                  </a:lnTo>
                  <a:lnTo>
                    <a:pt x="47181" y="53518"/>
                  </a:lnTo>
                  <a:lnTo>
                    <a:pt x="48961" y="54545"/>
                  </a:lnTo>
                  <a:lnTo>
                    <a:pt x="53056" y="55058"/>
                  </a:lnTo>
                  <a:lnTo>
                    <a:pt x="54480" y="57112"/>
                  </a:lnTo>
                  <a:lnTo>
                    <a:pt x="56083" y="58780"/>
                  </a:lnTo>
                  <a:lnTo>
                    <a:pt x="59287" y="60192"/>
                  </a:lnTo>
                  <a:lnTo>
                    <a:pt x="62670" y="60192"/>
                  </a:lnTo>
                  <a:lnTo>
                    <a:pt x="64451" y="60192"/>
                  </a:lnTo>
                  <a:lnTo>
                    <a:pt x="65697" y="63144"/>
                  </a:lnTo>
                  <a:lnTo>
                    <a:pt x="62136" y="67508"/>
                  </a:lnTo>
                  <a:lnTo>
                    <a:pt x="60712" y="73283"/>
                  </a:lnTo>
                  <a:lnTo>
                    <a:pt x="65697" y="80085"/>
                  </a:lnTo>
                  <a:lnTo>
                    <a:pt x="70148" y="83807"/>
                  </a:lnTo>
                  <a:lnTo>
                    <a:pt x="76201" y="87529"/>
                  </a:lnTo>
                  <a:lnTo>
                    <a:pt x="76201" y="97540"/>
                  </a:lnTo>
                  <a:lnTo>
                    <a:pt x="77804" y="106267"/>
                  </a:lnTo>
                  <a:lnTo>
                    <a:pt x="81186" y="111657"/>
                  </a:lnTo>
                  <a:lnTo>
                    <a:pt x="81186" y="114096"/>
                  </a:lnTo>
                  <a:lnTo>
                    <a:pt x="87240" y="120000"/>
                  </a:lnTo>
                  <a:lnTo>
                    <a:pt x="90445" y="120000"/>
                  </a:lnTo>
                  <a:lnTo>
                    <a:pt x="90445" y="114994"/>
                  </a:lnTo>
                  <a:lnTo>
                    <a:pt x="90445" y="112941"/>
                  </a:lnTo>
                  <a:lnTo>
                    <a:pt x="92759" y="107422"/>
                  </a:lnTo>
                  <a:lnTo>
                    <a:pt x="99703" y="102930"/>
                  </a:lnTo>
                  <a:cubicBezTo>
                    <a:pt x="99703" y="102930"/>
                    <a:pt x="104688" y="96000"/>
                    <a:pt x="104866" y="94716"/>
                  </a:cubicBezTo>
                  <a:cubicBezTo>
                    <a:pt x="105044" y="93304"/>
                    <a:pt x="107181" y="91251"/>
                    <a:pt x="107181" y="91251"/>
                  </a:cubicBezTo>
                  <a:lnTo>
                    <a:pt x="111988" y="90737"/>
                  </a:lnTo>
                  <a:lnTo>
                    <a:pt x="115014" y="81625"/>
                  </a:lnTo>
                  <a:cubicBezTo>
                    <a:pt x="115014" y="81625"/>
                    <a:pt x="120000" y="78417"/>
                    <a:pt x="120000" y="77903"/>
                  </a:cubicBezTo>
                  <a:cubicBezTo>
                    <a:pt x="120000" y="77518"/>
                    <a:pt x="119287" y="73668"/>
                    <a:pt x="119287" y="73668"/>
                  </a:cubicBezTo>
                  <a:lnTo>
                    <a:pt x="114658" y="71229"/>
                  </a:lnTo>
                  <a:lnTo>
                    <a:pt x="110207" y="70716"/>
                  </a:lnTo>
                  <a:lnTo>
                    <a:pt x="106290" y="69689"/>
                  </a:lnTo>
                  <a:lnTo>
                    <a:pt x="101305" y="68149"/>
                  </a:lnTo>
                  <a:lnTo>
                    <a:pt x="98456" y="63144"/>
                  </a:lnTo>
                  <a:cubicBezTo>
                    <a:pt x="98456" y="63144"/>
                    <a:pt x="92403" y="62374"/>
                    <a:pt x="91691" y="61989"/>
                  </a:cubicBezTo>
                  <a:cubicBezTo>
                    <a:pt x="90801" y="61732"/>
                    <a:pt x="85459" y="58395"/>
                    <a:pt x="85459" y="58395"/>
                  </a:cubicBezTo>
                  <a:lnTo>
                    <a:pt x="77804" y="57112"/>
                  </a:lnTo>
                  <a:lnTo>
                    <a:pt x="73175" y="56342"/>
                  </a:lnTo>
                  <a:lnTo>
                    <a:pt x="68367" y="58524"/>
                  </a:lnTo>
                  <a:lnTo>
                    <a:pt x="66053" y="58909"/>
                  </a:lnTo>
                  <a:lnTo>
                    <a:pt x="62492" y="58652"/>
                  </a:lnTo>
                  <a:lnTo>
                    <a:pt x="60000" y="58395"/>
                  </a:lnTo>
                  <a:lnTo>
                    <a:pt x="60000" y="57112"/>
                  </a:lnTo>
                  <a:lnTo>
                    <a:pt x="60000" y="54802"/>
                  </a:lnTo>
                  <a:lnTo>
                    <a:pt x="60000" y="53133"/>
                  </a:lnTo>
                  <a:lnTo>
                    <a:pt x="55905" y="52620"/>
                  </a:lnTo>
                  <a:lnTo>
                    <a:pt x="53234" y="52235"/>
                  </a:lnTo>
                  <a:lnTo>
                    <a:pt x="54480" y="50181"/>
                  </a:lnTo>
                  <a:lnTo>
                    <a:pt x="55727" y="48385"/>
                  </a:lnTo>
                  <a:lnTo>
                    <a:pt x="52878" y="47101"/>
                  </a:lnTo>
                  <a:lnTo>
                    <a:pt x="49851" y="49155"/>
                  </a:lnTo>
                  <a:lnTo>
                    <a:pt x="45756" y="49796"/>
                  </a:lnTo>
                  <a:lnTo>
                    <a:pt x="43798" y="48000"/>
                  </a:lnTo>
                  <a:lnTo>
                    <a:pt x="42729" y="43893"/>
                  </a:lnTo>
                  <a:lnTo>
                    <a:pt x="45934" y="41197"/>
                  </a:lnTo>
                  <a:lnTo>
                    <a:pt x="48605" y="39529"/>
                  </a:lnTo>
                  <a:lnTo>
                    <a:pt x="51454" y="38887"/>
                  </a:lnTo>
                  <a:lnTo>
                    <a:pt x="54658" y="38759"/>
                  </a:lnTo>
                  <a:lnTo>
                    <a:pt x="59287" y="38502"/>
                  </a:lnTo>
                  <a:lnTo>
                    <a:pt x="62492" y="39144"/>
                  </a:lnTo>
                  <a:lnTo>
                    <a:pt x="63916" y="42481"/>
                  </a:lnTo>
                  <a:lnTo>
                    <a:pt x="65697" y="43251"/>
                  </a:lnTo>
                  <a:lnTo>
                    <a:pt x="66231" y="41967"/>
                  </a:lnTo>
                  <a:lnTo>
                    <a:pt x="66053" y="40299"/>
                  </a:lnTo>
                  <a:lnTo>
                    <a:pt x="66587" y="37604"/>
                  </a:lnTo>
                  <a:lnTo>
                    <a:pt x="73709" y="34139"/>
                  </a:lnTo>
                  <a:lnTo>
                    <a:pt x="75133" y="30417"/>
                  </a:lnTo>
                  <a:lnTo>
                    <a:pt x="80296" y="28363"/>
                  </a:lnTo>
                  <a:lnTo>
                    <a:pt x="84747" y="25411"/>
                  </a:lnTo>
                  <a:lnTo>
                    <a:pt x="91513" y="23871"/>
                  </a:lnTo>
                  <a:lnTo>
                    <a:pt x="96142" y="23486"/>
                  </a:lnTo>
                  <a:lnTo>
                    <a:pt x="96498" y="22331"/>
                  </a:lnTo>
                  <a:lnTo>
                    <a:pt x="92759" y="21176"/>
                  </a:lnTo>
                  <a:lnTo>
                    <a:pt x="94183" y="19379"/>
                  </a:lnTo>
                  <a:lnTo>
                    <a:pt x="101305" y="18737"/>
                  </a:lnTo>
                  <a:lnTo>
                    <a:pt x="104866" y="16941"/>
                  </a:lnTo>
                  <a:lnTo>
                    <a:pt x="104510" y="14245"/>
                  </a:lnTo>
                  <a:lnTo>
                    <a:pt x="101839" y="13732"/>
                  </a:lnTo>
                  <a:lnTo>
                    <a:pt x="101839" y="10780"/>
                  </a:lnTo>
                  <a:lnTo>
                    <a:pt x="100415" y="9497"/>
                  </a:lnTo>
                  <a:lnTo>
                    <a:pt x="97922" y="9882"/>
                  </a:lnTo>
                  <a:lnTo>
                    <a:pt x="96142" y="11294"/>
                  </a:lnTo>
                  <a:lnTo>
                    <a:pt x="95252" y="9882"/>
                  </a:lnTo>
                  <a:lnTo>
                    <a:pt x="95074" y="8855"/>
                  </a:lnTo>
                  <a:lnTo>
                    <a:pt x="91869" y="8598"/>
                  </a:lnTo>
                  <a:lnTo>
                    <a:pt x="88130" y="9882"/>
                  </a:lnTo>
                  <a:lnTo>
                    <a:pt x="85281" y="11807"/>
                  </a:lnTo>
                  <a:lnTo>
                    <a:pt x="83679" y="13604"/>
                  </a:lnTo>
                  <a:lnTo>
                    <a:pt x="79762" y="16042"/>
                  </a:lnTo>
                  <a:lnTo>
                    <a:pt x="78872" y="17454"/>
                  </a:lnTo>
                  <a:lnTo>
                    <a:pt x="76913" y="16941"/>
                  </a:lnTo>
                  <a:lnTo>
                    <a:pt x="77448" y="14374"/>
                  </a:lnTo>
                  <a:lnTo>
                    <a:pt x="74065" y="13475"/>
                  </a:lnTo>
                  <a:lnTo>
                    <a:pt x="69970" y="11550"/>
                  </a:lnTo>
                  <a:lnTo>
                    <a:pt x="71572" y="9112"/>
                  </a:lnTo>
                  <a:lnTo>
                    <a:pt x="77091" y="6930"/>
                  </a:lnTo>
                  <a:lnTo>
                    <a:pt x="82967" y="6288"/>
                  </a:lnTo>
                  <a:lnTo>
                    <a:pt x="86350" y="6288"/>
                  </a:lnTo>
                  <a:lnTo>
                    <a:pt x="89020" y="4363"/>
                  </a:lnTo>
                  <a:lnTo>
                    <a:pt x="91335" y="1925"/>
                  </a:lnTo>
                  <a:lnTo>
                    <a:pt x="86884" y="1540"/>
                  </a:lnTo>
                  <a:lnTo>
                    <a:pt x="84925" y="1668"/>
                  </a:lnTo>
                  <a:lnTo>
                    <a:pt x="82967" y="0"/>
                  </a:lnTo>
                  <a:lnTo>
                    <a:pt x="79228" y="770"/>
                  </a:lnTo>
                  <a:lnTo>
                    <a:pt x="74065" y="2310"/>
                  </a:lnTo>
                  <a:lnTo>
                    <a:pt x="70682" y="2951"/>
                  </a:lnTo>
                  <a:lnTo>
                    <a:pt x="65519" y="3850"/>
                  </a:lnTo>
                  <a:close/>
                </a:path>
              </a:pathLst>
            </a:cu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Arial"/>
                <a:cs typeface="Prompt" panose="00000500000000000000" pitchFamily="2" charset="-34"/>
                <a:sym typeface="Arial"/>
              </a:endParaRPr>
            </a:p>
          </p:txBody>
        </p:sp>
        <p:sp>
          <p:nvSpPr>
            <p:cNvPr id="11710" name="Shape 11710"/>
            <p:cNvSpPr/>
            <p:nvPr/>
          </p:nvSpPr>
          <p:spPr>
            <a:xfrm>
              <a:off x="4331752" y="5134960"/>
              <a:ext cx="639678" cy="4569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696" y="120000"/>
                  </a:moveTo>
                  <a:lnTo>
                    <a:pt x="100606" y="108169"/>
                  </a:lnTo>
                  <a:lnTo>
                    <a:pt x="94545" y="84507"/>
                  </a:lnTo>
                  <a:lnTo>
                    <a:pt x="119999" y="84507"/>
                  </a:lnTo>
                  <a:lnTo>
                    <a:pt x="119999" y="69295"/>
                  </a:lnTo>
                  <a:lnTo>
                    <a:pt x="105454" y="42253"/>
                  </a:lnTo>
                  <a:lnTo>
                    <a:pt x="55757" y="13521"/>
                  </a:lnTo>
                  <a:lnTo>
                    <a:pt x="21818" y="0"/>
                  </a:lnTo>
                  <a:lnTo>
                    <a:pt x="0" y="25352"/>
                  </a:lnTo>
                  <a:lnTo>
                    <a:pt x="43636" y="45633"/>
                  </a:lnTo>
                  <a:lnTo>
                    <a:pt x="60606" y="60845"/>
                  </a:lnTo>
                  <a:lnTo>
                    <a:pt x="53333" y="76056"/>
                  </a:lnTo>
                  <a:lnTo>
                    <a:pt x="32727" y="91267"/>
                  </a:lnTo>
                  <a:lnTo>
                    <a:pt x="38787" y="120000"/>
                  </a:lnTo>
                  <a:close/>
                </a:path>
              </a:pathLst>
            </a:cu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Arial"/>
                <a:cs typeface="Prompt" panose="00000500000000000000" pitchFamily="2" charset="-34"/>
                <a:sym typeface="Arial"/>
              </a:endParaRPr>
            </a:p>
          </p:txBody>
        </p:sp>
        <p:sp>
          <p:nvSpPr>
            <p:cNvPr id="11711" name="Shape 11711"/>
            <p:cNvSpPr/>
            <p:nvPr/>
          </p:nvSpPr>
          <p:spPr>
            <a:xfrm>
              <a:off x="5069339" y="4834703"/>
              <a:ext cx="1573086" cy="86160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4360"/>
                  </a:moveTo>
                  <a:lnTo>
                    <a:pt x="2975" y="30676"/>
                  </a:lnTo>
                  <a:lnTo>
                    <a:pt x="15371" y="27969"/>
                  </a:lnTo>
                  <a:lnTo>
                    <a:pt x="25785" y="41503"/>
                  </a:lnTo>
                  <a:lnTo>
                    <a:pt x="28760" y="64060"/>
                  </a:lnTo>
                  <a:lnTo>
                    <a:pt x="20826" y="84812"/>
                  </a:lnTo>
                  <a:lnTo>
                    <a:pt x="21818" y="110977"/>
                  </a:lnTo>
                  <a:lnTo>
                    <a:pt x="28760" y="120000"/>
                  </a:lnTo>
                  <a:lnTo>
                    <a:pt x="38181" y="110977"/>
                  </a:lnTo>
                  <a:lnTo>
                    <a:pt x="46611" y="97443"/>
                  </a:lnTo>
                  <a:lnTo>
                    <a:pt x="60495" y="84812"/>
                  </a:lnTo>
                  <a:lnTo>
                    <a:pt x="74380" y="73984"/>
                  </a:lnTo>
                  <a:lnTo>
                    <a:pt x="94214" y="72180"/>
                  </a:lnTo>
                  <a:lnTo>
                    <a:pt x="107107" y="55037"/>
                  </a:lnTo>
                  <a:lnTo>
                    <a:pt x="101652" y="41503"/>
                  </a:lnTo>
                  <a:lnTo>
                    <a:pt x="111074" y="35187"/>
                  </a:lnTo>
                  <a:lnTo>
                    <a:pt x="120000" y="10827"/>
                  </a:lnTo>
                  <a:lnTo>
                    <a:pt x="113057" y="0"/>
                  </a:lnTo>
                  <a:lnTo>
                    <a:pt x="98677" y="0"/>
                  </a:lnTo>
                  <a:lnTo>
                    <a:pt x="70909" y="0"/>
                  </a:lnTo>
                  <a:lnTo>
                    <a:pt x="46611" y="0"/>
                  </a:lnTo>
                  <a:lnTo>
                    <a:pt x="28760" y="0"/>
                  </a:lnTo>
                  <a:lnTo>
                    <a:pt x="3966" y="9022"/>
                  </a:lnTo>
                  <a:close/>
                </a:path>
              </a:pathLst>
            </a:cu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Arial"/>
                <a:cs typeface="Prompt" panose="00000500000000000000" pitchFamily="2" charset="-34"/>
                <a:sym typeface="Arial"/>
              </a:endParaRPr>
            </a:p>
          </p:txBody>
        </p:sp>
        <p:sp>
          <p:nvSpPr>
            <p:cNvPr id="11712" name="Shape 11712"/>
            <p:cNvSpPr/>
            <p:nvPr/>
          </p:nvSpPr>
          <p:spPr>
            <a:xfrm>
              <a:off x="6283404" y="5056632"/>
              <a:ext cx="7291021" cy="537198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3613" y="45436"/>
                  </a:moveTo>
                  <a:lnTo>
                    <a:pt x="20715" y="43689"/>
                  </a:lnTo>
                  <a:lnTo>
                    <a:pt x="20715" y="39902"/>
                  </a:lnTo>
                  <a:lnTo>
                    <a:pt x="18246" y="39902"/>
                  </a:lnTo>
                  <a:lnTo>
                    <a:pt x="14704" y="39902"/>
                  </a:lnTo>
                  <a:lnTo>
                    <a:pt x="11592" y="41504"/>
                  </a:lnTo>
                  <a:lnTo>
                    <a:pt x="10733" y="42669"/>
                  </a:lnTo>
                  <a:lnTo>
                    <a:pt x="8801" y="41504"/>
                  </a:lnTo>
                  <a:lnTo>
                    <a:pt x="6010" y="42669"/>
                  </a:lnTo>
                  <a:lnTo>
                    <a:pt x="4508" y="48203"/>
                  </a:lnTo>
                  <a:lnTo>
                    <a:pt x="1717" y="51262"/>
                  </a:lnTo>
                  <a:lnTo>
                    <a:pt x="536" y="58689"/>
                  </a:lnTo>
                  <a:lnTo>
                    <a:pt x="536" y="62475"/>
                  </a:lnTo>
                  <a:lnTo>
                    <a:pt x="0" y="68737"/>
                  </a:lnTo>
                  <a:lnTo>
                    <a:pt x="2146" y="71941"/>
                  </a:lnTo>
                  <a:lnTo>
                    <a:pt x="6010" y="76165"/>
                  </a:lnTo>
                  <a:lnTo>
                    <a:pt x="8801" y="76165"/>
                  </a:lnTo>
                  <a:lnTo>
                    <a:pt x="15026" y="74708"/>
                  </a:lnTo>
                  <a:lnTo>
                    <a:pt x="17173" y="76165"/>
                  </a:lnTo>
                  <a:lnTo>
                    <a:pt x="19105" y="76165"/>
                  </a:lnTo>
                  <a:lnTo>
                    <a:pt x="19427" y="79368"/>
                  </a:lnTo>
                  <a:lnTo>
                    <a:pt x="19427" y="83592"/>
                  </a:lnTo>
                  <a:lnTo>
                    <a:pt x="21359" y="87815"/>
                  </a:lnTo>
                  <a:lnTo>
                    <a:pt x="22540" y="92912"/>
                  </a:lnTo>
                  <a:lnTo>
                    <a:pt x="21037" y="97718"/>
                  </a:lnTo>
                  <a:lnTo>
                    <a:pt x="22110" y="103980"/>
                  </a:lnTo>
                  <a:lnTo>
                    <a:pt x="23613" y="110533"/>
                  </a:lnTo>
                  <a:lnTo>
                    <a:pt x="25652" y="117233"/>
                  </a:lnTo>
                  <a:lnTo>
                    <a:pt x="27370" y="120000"/>
                  </a:lnTo>
                  <a:lnTo>
                    <a:pt x="33273" y="118980"/>
                  </a:lnTo>
                  <a:lnTo>
                    <a:pt x="36601" y="113737"/>
                  </a:lnTo>
                  <a:lnTo>
                    <a:pt x="36601" y="110825"/>
                  </a:lnTo>
                  <a:lnTo>
                    <a:pt x="38962" y="108495"/>
                  </a:lnTo>
                  <a:lnTo>
                    <a:pt x="38962" y="104271"/>
                  </a:lnTo>
                  <a:lnTo>
                    <a:pt x="41323" y="100048"/>
                  </a:lnTo>
                  <a:lnTo>
                    <a:pt x="43148" y="97135"/>
                  </a:lnTo>
                  <a:lnTo>
                    <a:pt x="41538" y="87815"/>
                  </a:lnTo>
                  <a:lnTo>
                    <a:pt x="43148" y="84757"/>
                  </a:lnTo>
                  <a:lnTo>
                    <a:pt x="47763" y="77766"/>
                  </a:lnTo>
                  <a:lnTo>
                    <a:pt x="50125" y="71941"/>
                  </a:lnTo>
                  <a:lnTo>
                    <a:pt x="50876" y="68737"/>
                  </a:lnTo>
                  <a:lnTo>
                    <a:pt x="46690" y="68737"/>
                  </a:lnTo>
                  <a:lnTo>
                    <a:pt x="44543" y="67281"/>
                  </a:lnTo>
                  <a:lnTo>
                    <a:pt x="42504" y="64077"/>
                  </a:lnTo>
                  <a:lnTo>
                    <a:pt x="40250" y="58543"/>
                  </a:lnTo>
                  <a:lnTo>
                    <a:pt x="37030" y="50388"/>
                  </a:lnTo>
                  <a:lnTo>
                    <a:pt x="37996" y="48640"/>
                  </a:lnTo>
                  <a:lnTo>
                    <a:pt x="40679" y="54029"/>
                  </a:lnTo>
                  <a:lnTo>
                    <a:pt x="43363" y="60145"/>
                  </a:lnTo>
                  <a:lnTo>
                    <a:pt x="46261" y="66699"/>
                  </a:lnTo>
                  <a:lnTo>
                    <a:pt x="48837" y="65679"/>
                  </a:lnTo>
                  <a:lnTo>
                    <a:pt x="50876" y="63203"/>
                  </a:lnTo>
                  <a:lnTo>
                    <a:pt x="54096" y="61310"/>
                  </a:lnTo>
                  <a:lnTo>
                    <a:pt x="56672" y="58106"/>
                  </a:lnTo>
                  <a:lnTo>
                    <a:pt x="56672" y="56213"/>
                  </a:lnTo>
                  <a:lnTo>
                    <a:pt x="54847" y="54320"/>
                  </a:lnTo>
                  <a:lnTo>
                    <a:pt x="53559" y="53446"/>
                  </a:lnTo>
                  <a:lnTo>
                    <a:pt x="50447" y="53737"/>
                  </a:lnTo>
                  <a:lnTo>
                    <a:pt x="49588" y="52281"/>
                  </a:lnTo>
                  <a:lnTo>
                    <a:pt x="47549" y="47912"/>
                  </a:lnTo>
                  <a:lnTo>
                    <a:pt x="49159" y="47475"/>
                  </a:lnTo>
                  <a:lnTo>
                    <a:pt x="50876" y="48640"/>
                  </a:lnTo>
                  <a:lnTo>
                    <a:pt x="52379" y="50970"/>
                  </a:lnTo>
                  <a:lnTo>
                    <a:pt x="55706" y="52718"/>
                  </a:lnTo>
                  <a:lnTo>
                    <a:pt x="59892" y="52718"/>
                  </a:lnTo>
                  <a:lnTo>
                    <a:pt x="62898" y="54466"/>
                  </a:lnTo>
                  <a:lnTo>
                    <a:pt x="66118" y="57524"/>
                  </a:lnTo>
                  <a:lnTo>
                    <a:pt x="69660" y="68737"/>
                  </a:lnTo>
                  <a:lnTo>
                    <a:pt x="71592" y="71941"/>
                  </a:lnTo>
                  <a:cubicBezTo>
                    <a:pt x="71592" y="71941"/>
                    <a:pt x="72236" y="69174"/>
                    <a:pt x="72558" y="68737"/>
                  </a:cubicBezTo>
                  <a:cubicBezTo>
                    <a:pt x="72880" y="68300"/>
                    <a:pt x="73524" y="64951"/>
                    <a:pt x="73524" y="64951"/>
                  </a:cubicBezTo>
                  <a:cubicBezTo>
                    <a:pt x="73524" y="64951"/>
                    <a:pt x="73953" y="63203"/>
                    <a:pt x="74382" y="62330"/>
                  </a:cubicBezTo>
                  <a:cubicBezTo>
                    <a:pt x="74812" y="61456"/>
                    <a:pt x="76958" y="58543"/>
                    <a:pt x="76958" y="58543"/>
                  </a:cubicBezTo>
                  <a:lnTo>
                    <a:pt x="78676" y="56941"/>
                  </a:lnTo>
                  <a:lnTo>
                    <a:pt x="81574" y="58543"/>
                  </a:lnTo>
                  <a:lnTo>
                    <a:pt x="83291" y="61893"/>
                  </a:lnTo>
                  <a:lnTo>
                    <a:pt x="85008" y="62912"/>
                  </a:lnTo>
                  <a:lnTo>
                    <a:pt x="86511" y="66553"/>
                  </a:lnTo>
                  <a:lnTo>
                    <a:pt x="87370" y="71941"/>
                  </a:lnTo>
                  <a:lnTo>
                    <a:pt x="88658" y="75582"/>
                  </a:lnTo>
                  <a:lnTo>
                    <a:pt x="91019" y="79077"/>
                  </a:lnTo>
                  <a:cubicBezTo>
                    <a:pt x="91019" y="79077"/>
                    <a:pt x="90697" y="77912"/>
                    <a:pt x="91019" y="77330"/>
                  </a:cubicBezTo>
                  <a:cubicBezTo>
                    <a:pt x="91341" y="76747"/>
                    <a:pt x="91771" y="75582"/>
                    <a:pt x="91019" y="74708"/>
                  </a:cubicBezTo>
                  <a:cubicBezTo>
                    <a:pt x="90268" y="73834"/>
                    <a:pt x="88658" y="72378"/>
                    <a:pt x="88658" y="71941"/>
                  </a:cubicBezTo>
                  <a:cubicBezTo>
                    <a:pt x="88658" y="71504"/>
                    <a:pt x="88443" y="68737"/>
                    <a:pt x="88443" y="68737"/>
                  </a:cubicBezTo>
                  <a:lnTo>
                    <a:pt x="88658" y="67427"/>
                  </a:lnTo>
                  <a:lnTo>
                    <a:pt x="90483" y="69757"/>
                  </a:lnTo>
                  <a:lnTo>
                    <a:pt x="91449" y="71941"/>
                  </a:lnTo>
                  <a:lnTo>
                    <a:pt x="93273" y="70194"/>
                  </a:lnTo>
                  <a:lnTo>
                    <a:pt x="94454" y="67135"/>
                  </a:lnTo>
                  <a:lnTo>
                    <a:pt x="94454" y="64660"/>
                  </a:lnTo>
                  <a:lnTo>
                    <a:pt x="93595" y="62766"/>
                  </a:lnTo>
                  <a:lnTo>
                    <a:pt x="92415" y="60291"/>
                  </a:lnTo>
                  <a:lnTo>
                    <a:pt x="92415" y="59271"/>
                  </a:lnTo>
                  <a:lnTo>
                    <a:pt x="93273" y="57087"/>
                  </a:lnTo>
                  <a:lnTo>
                    <a:pt x="95205" y="57087"/>
                  </a:lnTo>
                  <a:lnTo>
                    <a:pt x="99928" y="54902"/>
                  </a:lnTo>
                  <a:lnTo>
                    <a:pt x="101001" y="50388"/>
                  </a:lnTo>
                  <a:lnTo>
                    <a:pt x="101753" y="46893"/>
                  </a:lnTo>
                  <a:lnTo>
                    <a:pt x="98855" y="43106"/>
                  </a:lnTo>
                  <a:lnTo>
                    <a:pt x="98855" y="39902"/>
                  </a:lnTo>
                  <a:lnTo>
                    <a:pt x="100143" y="37864"/>
                  </a:lnTo>
                  <a:lnTo>
                    <a:pt x="101753" y="39174"/>
                  </a:lnTo>
                  <a:lnTo>
                    <a:pt x="103470" y="41650"/>
                  </a:lnTo>
                  <a:lnTo>
                    <a:pt x="104436" y="42233"/>
                  </a:lnTo>
                  <a:lnTo>
                    <a:pt x="105509" y="41213"/>
                  </a:lnTo>
                  <a:lnTo>
                    <a:pt x="104973" y="39320"/>
                  </a:lnTo>
                  <a:lnTo>
                    <a:pt x="104007" y="37864"/>
                  </a:lnTo>
                  <a:cubicBezTo>
                    <a:pt x="104007" y="37864"/>
                    <a:pt x="103148" y="39466"/>
                    <a:pt x="103148" y="37864"/>
                  </a:cubicBezTo>
                  <a:cubicBezTo>
                    <a:pt x="103148" y="36262"/>
                    <a:pt x="104651" y="33495"/>
                    <a:pt x="104651" y="33495"/>
                  </a:cubicBezTo>
                  <a:lnTo>
                    <a:pt x="105509" y="31601"/>
                  </a:lnTo>
                  <a:lnTo>
                    <a:pt x="106905" y="27669"/>
                  </a:lnTo>
                  <a:lnTo>
                    <a:pt x="106153" y="24466"/>
                  </a:lnTo>
                  <a:lnTo>
                    <a:pt x="104436" y="21262"/>
                  </a:lnTo>
                  <a:lnTo>
                    <a:pt x="101753" y="21262"/>
                  </a:lnTo>
                  <a:lnTo>
                    <a:pt x="100357" y="20242"/>
                  </a:lnTo>
                  <a:cubicBezTo>
                    <a:pt x="100357" y="20242"/>
                    <a:pt x="99821" y="18786"/>
                    <a:pt x="100357" y="18203"/>
                  </a:cubicBezTo>
                  <a:cubicBezTo>
                    <a:pt x="101001" y="17621"/>
                    <a:pt x="101216" y="16893"/>
                    <a:pt x="101753" y="16456"/>
                  </a:cubicBezTo>
                  <a:cubicBezTo>
                    <a:pt x="102182" y="16019"/>
                    <a:pt x="102611" y="15436"/>
                    <a:pt x="103041" y="15436"/>
                  </a:cubicBezTo>
                  <a:lnTo>
                    <a:pt x="104758" y="15436"/>
                  </a:lnTo>
                  <a:lnTo>
                    <a:pt x="106905" y="15436"/>
                  </a:lnTo>
                  <a:lnTo>
                    <a:pt x="107978" y="14417"/>
                  </a:lnTo>
                  <a:cubicBezTo>
                    <a:pt x="107978" y="14417"/>
                    <a:pt x="108515" y="15291"/>
                    <a:pt x="109051" y="14417"/>
                  </a:cubicBezTo>
                  <a:cubicBezTo>
                    <a:pt x="109695" y="13543"/>
                    <a:pt x="111842" y="14417"/>
                    <a:pt x="111842" y="14417"/>
                  </a:cubicBezTo>
                  <a:lnTo>
                    <a:pt x="111842" y="19223"/>
                  </a:lnTo>
                  <a:lnTo>
                    <a:pt x="113023" y="21699"/>
                  </a:lnTo>
                  <a:lnTo>
                    <a:pt x="114525" y="23883"/>
                  </a:lnTo>
                  <a:lnTo>
                    <a:pt x="115384" y="23883"/>
                  </a:lnTo>
                  <a:lnTo>
                    <a:pt x="116135" y="22281"/>
                  </a:lnTo>
                  <a:lnTo>
                    <a:pt x="116135" y="19514"/>
                  </a:lnTo>
                  <a:lnTo>
                    <a:pt x="114525" y="16601"/>
                  </a:lnTo>
                  <a:lnTo>
                    <a:pt x="114525" y="15436"/>
                  </a:lnTo>
                  <a:lnTo>
                    <a:pt x="116135" y="13980"/>
                  </a:lnTo>
                  <a:lnTo>
                    <a:pt x="120000" y="12087"/>
                  </a:lnTo>
                  <a:lnTo>
                    <a:pt x="120000" y="9029"/>
                  </a:lnTo>
                  <a:lnTo>
                    <a:pt x="117423" y="6990"/>
                  </a:lnTo>
                  <a:lnTo>
                    <a:pt x="109588" y="5679"/>
                  </a:lnTo>
                  <a:lnTo>
                    <a:pt x="104221" y="5679"/>
                  </a:lnTo>
                  <a:lnTo>
                    <a:pt x="98747" y="4660"/>
                  </a:lnTo>
                  <a:lnTo>
                    <a:pt x="93595" y="3932"/>
                  </a:lnTo>
                  <a:lnTo>
                    <a:pt x="89838" y="1747"/>
                  </a:lnTo>
                  <a:lnTo>
                    <a:pt x="88121" y="3932"/>
                  </a:lnTo>
                  <a:lnTo>
                    <a:pt x="85008" y="4660"/>
                  </a:lnTo>
                  <a:lnTo>
                    <a:pt x="82754" y="2766"/>
                  </a:lnTo>
                  <a:lnTo>
                    <a:pt x="81574" y="1747"/>
                  </a:lnTo>
                  <a:lnTo>
                    <a:pt x="75670" y="2912"/>
                  </a:lnTo>
                  <a:lnTo>
                    <a:pt x="72236" y="2766"/>
                  </a:lnTo>
                  <a:lnTo>
                    <a:pt x="70304" y="0"/>
                  </a:lnTo>
                  <a:lnTo>
                    <a:pt x="66440" y="0"/>
                  </a:lnTo>
                  <a:lnTo>
                    <a:pt x="63971" y="0"/>
                  </a:lnTo>
                  <a:lnTo>
                    <a:pt x="60000" y="1747"/>
                  </a:lnTo>
                  <a:lnTo>
                    <a:pt x="56565" y="3932"/>
                  </a:lnTo>
                  <a:lnTo>
                    <a:pt x="53667" y="3932"/>
                  </a:lnTo>
                  <a:lnTo>
                    <a:pt x="50983" y="2766"/>
                  </a:lnTo>
                  <a:lnTo>
                    <a:pt x="50983" y="4660"/>
                  </a:lnTo>
                  <a:lnTo>
                    <a:pt x="49159" y="6990"/>
                  </a:lnTo>
                  <a:lnTo>
                    <a:pt x="43685" y="6990"/>
                  </a:lnTo>
                  <a:lnTo>
                    <a:pt x="40143" y="6990"/>
                  </a:lnTo>
                  <a:lnTo>
                    <a:pt x="38855" y="6990"/>
                  </a:lnTo>
                  <a:lnTo>
                    <a:pt x="37889" y="8592"/>
                  </a:lnTo>
                  <a:lnTo>
                    <a:pt x="36708" y="6990"/>
                  </a:lnTo>
                  <a:lnTo>
                    <a:pt x="34025" y="5679"/>
                  </a:lnTo>
                  <a:lnTo>
                    <a:pt x="30483" y="4660"/>
                  </a:lnTo>
                  <a:lnTo>
                    <a:pt x="26726" y="4660"/>
                  </a:lnTo>
                  <a:lnTo>
                    <a:pt x="23398" y="6990"/>
                  </a:lnTo>
                  <a:lnTo>
                    <a:pt x="20715" y="8446"/>
                  </a:lnTo>
                  <a:lnTo>
                    <a:pt x="19427" y="10485"/>
                  </a:lnTo>
                  <a:lnTo>
                    <a:pt x="18676" y="12087"/>
                  </a:lnTo>
                  <a:lnTo>
                    <a:pt x="18461" y="15728"/>
                  </a:lnTo>
                  <a:lnTo>
                    <a:pt x="20500" y="16893"/>
                  </a:lnTo>
                  <a:lnTo>
                    <a:pt x="21681" y="18640"/>
                  </a:lnTo>
                  <a:lnTo>
                    <a:pt x="20715" y="18932"/>
                  </a:lnTo>
                  <a:lnTo>
                    <a:pt x="19534" y="19223"/>
                  </a:lnTo>
                  <a:lnTo>
                    <a:pt x="18676" y="21553"/>
                  </a:lnTo>
                  <a:lnTo>
                    <a:pt x="17495" y="21844"/>
                  </a:lnTo>
                  <a:lnTo>
                    <a:pt x="12987" y="25194"/>
                  </a:lnTo>
                  <a:cubicBezTo>
                    <a:pt x="12987" y="25194"/>
                    <a:pt x="10840" y="26067"/>
                    <a:pt x="10304" y="26650"/>
                  </a:cubicBezTo>
                  <a:cubicBezTo>
                    <a:pt x="9660" y="27233"/>
                    <a:pt x="11806" y="29126"/>
                    <a:pt x="11806" y="29126"/>
                  </a:cubicBezTo>
                  <a:lnTo>
                    <a:pt x="11592" y="31019"/>
                  </a:lnTo>
                  <a:cubicBezTo>
                    <a:pt x="11592" y="31019"/>
                    <a:pt x="11270" y="32475"/>
                    <a:pt x="10733" y="32621"/>
                  </a:cubicBezTo>
                  <a:cubicBezTo>
                    <a:pt x="10089" y="32912"/>
                    <a:pt x="7728" y="32621"/>
                    <a:pt x="7728" y="32621"/>
                  </a:cubicBezTo>
                  <a:lnTo>
                    <a:pt x="6869" y="33932"/>
                  </a:lnTo>
                  <a:lnTo>
                    <a:pt x="7191" y="40339"/>
                  </a:lnTo>
                  <a:lnTo>
                    <a:pt x="9445" y="39466"/>
                  </a:lnTo>
                  <a:lnTo>
                    <a:pt x="11914" y="38592"/>
                  </a:lnTo>
                  <a:lnTo>
                    <a:pt x="14275" y="35242"/>
                  </a:lnTo>
                  <a:lnTo>
                    <a:pt x="16207" y="33349"/>
                  </a:lnTo>
                  <a:lnTo>
                    <a:pt x="18461" y="32912"/>
                  </a:lnTo>
                  <a:lnTo>
                    <a:pt x="22432" y="35242"/>
                  </a:lnTo>
                  <a:lnTo>
                    <a:pt x="24150" y="37864"/>
                  </a:lnTo>
                  <a:lnTo>
                    <a:pt x="25974" y="36262"/>
                  </a:lnTo>
                  <a:lnTo>
                    <a:pt x="22110" y="31456"/>
                  </a:lnTo>
                  <a:lnTo>
                    <a:pt x="23184" y="31019"/>
                  </a:lnTo>
                  <a:lnTo>
                    <a:pt x="25867" y="33495"/>
                  </a:lnTo>
                  <a:lnTo>
                    <a:pt x="26726" y="36699"/>
                  </a:lnTo>
                  <a:lnTo>
                    <a:pt x="28121" y="40631"/>
                  </a:lnTo>
                  <a:lnTo>
                    <a:pt x="29731" y="36990"/>
                  </a:lnTo>
                  <a:lnTo>
                    <a:pt x="31019" y="35679"/>
                  </a:lnTo>
                  <a:lnTo>
                    <a:pt x="32093" y="36407"/>
                  </a:lnTo>
                  <a:lnTo>
                    <a:pt x="32307" y="38446"/>
                  </a:lnTo>
                  <a:lnTo>
                    <a:pt x="32522" y="40048"/>
                  </a:lnTo>
                  <a:lnTo>
                    <a:pt x="34347" y="40485"/>
                  </a:lnTo>
                  <a:lnTo>
                    <a:pt x="35420" y="40339"/>
                  </a:lnTo>
                  <a:lnTo>
                    <a:pt x="37459" y="40339"/>
                  </a:lnTo>
                  <a:lnTo>
                    <a:pt x="37889" y="42815"/>
                  </a:lnTo>
                  <a:lnTo>
                    <a:pt x="37137" y="46310"/>
                  </a:lnTo>
                  <a:lnTo>
                    <a:pt x="34561" y="46310"/>
                  </a:lnTo>
                  <a:lnTo>
                    <a:pt x="28443" y="44854"/>
                  </a:lnTo>
                  <a:lnTo>
                    <a:pt x="27799" y="45873"/>
                  </a:lnTo>
                  <a:lnTo>
                    <a:pt x="25974" y="47038"/>
                  </a:lnTo>
                  <a:close/>
                </a:path>
              </a:pathLst>
            </a:cu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Arial"/>
                <a:cs typeface="Prompt" panose="00000500000000000000" pitchFamily="2" charset="-34"/>
                <a:sym typeface="Arial"/>
              </a:endParaRPr>
            </a:p>
          </p:txBody>
        </p:sp>
        <p:sp>
          <p:nvSpPr>
            <p:cNvPr id="11713" name="Shape 11713"/>
            <p:cNvSpPr/>
            <p:nvPr/>
          </p:nvSpPr>
          <p:spPr>
            <a:xfrm>
              <a:off x="8966152" y="9377721"/>
              <a:ext cx="339421" cy="5939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6981" y="110869"/>
                  </a:moveTo>
                  <a:lnTo>
                    <a:pt x="92830" y="65217"/>
                  </a:lnTo>
                  <a:lnTo>
                    <a:pt x="120000" y="37826"/>
                  </a:lnTo>
                  <a:lnTo>
                    <a:pt x="120000" y="0"/>
                  </a:lnTo>
                  <a:lnTo>
                    <a:pt x="99622" y="0"/>
                  </a:lnTo>
                  <a:lnTo>
                    <a:pt x="76981" y="22173"/>
                  </a:lnTo>
                  <a:lnTo>
                    <a:pt x="40754" y="24782"/>
                  </a:lnTo>
                  <a:lnTo>
                    <a:pt x="18113" y="33913"/>
                  </a:lnTo>
                  <a:lnTo>
                    <a:pt x="31698" y="65217"/>
                  </a:lnTo>
                  <a:lnTo>
                    <a:pt x="18113" y="80869"/>
                  </a:lnTo>
                  <a:lnTo>
                    <a:pt x="0" y="110869"/>
                  </a:lnTo>
                  <a:lnTo>
                    <a:pt x="40754" y="120000"/>
                  </a:lnTo>
                  <a:close/>
                </a:path>
              </a:pathLst>
            </a:cu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Arial"/>
                <a:cs typeface="Prompt" panose="00000500000000000000" pitchFamily="2" charset="-34"/>
                <a:sym typeface="Arial"/>
              </a:endParaRPr>
            </a:p>
          </p:txBody>
        </p:sp>
        <p:sp>
          <p:nvSpPr>
            <p:cNvPr id="11714" name="Shape 11714"/>
            <p:cNvSpPr/>
            <p:nvPr/>
          </p:nvSpPr>
          <p:spPr>
            <a:xfrm>
              <a:off x="11446536" y="8431258"/>
              <a:ext cx="476495" cy="57440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729" y="106516"/>
                  </a:moveTo>
                  <a:lnTo>
                    <a:pt x="103783" y="120000"/>
                  </a:lnTo>
                  <a:lnTo>
                    <a:pt x="120000" y="111910"/>
                  </a:lnTo>
                  <a:lnTo>
                    <a:pt x="120000" y="91685"/>
                  </a:lnTo>
                  <a:lnTo>
                    <a:pt x="95675" y="48539"/>
                  </a:lnTo>
                  <a:lnTo>
                    <a:pt x="60000" y="35056"/>
                  </a:lnTo>
                  <a:lnTo>
                    <a:pt x="30810" y="13483"/>
                  </a:lnTo>
                  <a:lnTo>
                    <a:pt x="0" y="0"/>
                  </a:lnTo>
                  <a:lnTo>
                    <a:pt x="0" y="17528"/>
                  </a:lnTo>
                  <a:lnTo>
                    <a:pt x="25945" y="47191"/>
                  </a:lnTo>
                  <a:lnTo>
                    <a:pt x="60000" y="76853"/>
                  </a:lnTo>
                  <a:close/>
                </a:path>
              </a:pathLst>
            </a:cu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Arial"/>
                <a:cs typeface="Prompt" panose="00000500000000000000" pitchFamily="2" charset="-34"/>
                <a:sym typeface="Arial"/>
              </a:endParaRPr>
            </a:p>
          </p:txBody>
        </p:sp>
        <p:sp>
          <p:nvSpPr>
            <p:cNvPr id="11715" name="Shape 11715"/>
            <p:cNvSpPr/>
            <p:nvPr/>
          </p:nvSpPr>
          <p:spPr>
            <a:xfrm>
              <a:off x="12092740" y="8398603"/>
              <a:ext cx="424276" cy="4373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727" y="42352"/>
                  </a:moveTo>
                  <a:lnTo>
                    <a:pt x="0" y="70588"/>
                  </a:lnTo>
                  <a:lnTo>
                    <a:pt x="14545" y="120000"/>
                  </a:lnTo>
                  <a:lnTo>
                    <a:pt x="54545" y="120000"/>
                  </a:lnTo>
                  <a:lnTo>
                    <a:pt x="83636" y="120000"/>
                  </a:lnTo>
                  <a:cubicBezTo>
                    <a:pt x="83636" y="120000"/>
                    <a:pt x="105454" y="95294"/>
                    <a:pt x="105454" y="88235"/>
                  </a:cubicBezTo>
                  <a:cubicBezTo>
                    <a:pt x="105454" y="79411"/>
                    <a:pt x="101818" y="70588"/>
                    <a:pt x="105454" y="61764"/>
                  </a:cubicBezTo>
                  <a:cubicBezTo>
                    <a:pt x="107272" y="54705"/>
                    <a:pt x="120000" y="21176"/>
                    <a:pt x="120000" y="21176"/>
                  </a:cubicBezTo>
                  <a:lnTo>
                    <a:pt x="120000" y="0"/>
                  </a:lnTo>
                  <a:lnTo>
                    <a:pt x="83636" y="0"/>
                  </a:lnTo>
                  <a:close/>
                </a:path>
              </a:pathLst>
            </a:cu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Arial"/>
                <a:cs typeface="Prompt" panose="00000500000000000000" pitchFamily="2" charset="-34"/>
                <a:sym typeface="Arial"/>
              </a:endParaRPr>
            </a:p>
          </p:txBody>
        </p:sp>
        <p:sp>
          <p:nvSpPr>
            <p:cNvPr id="11716" name="Shape 11716"/>
            <p:cNvSpPr/>
            <p:nvPr/>
          </p:nvSpPr>
          <p:spPr>
            <a:xfrm>
              <a:off x="13091421" y="8718461"/>
              <a:ext cx="887716" cy="5287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86" y="27804"/>
                  </a:moveTo>
                  <a:lnTo>
                    <a:pt x="0" y="27804"/>
                  </a:lnTo>
                  <a:lnTo>
                    <a:pt x="0" y="8780"/>
                  </a:lnTo>
                  <a:cubicBezTo>
                    <a:pt x="0" y="8780"/>
                    <a:pt x="4379" y="-4390"/>
                    <a:pt x="11386" y="1463"/>
                  </a:cubicBezTo>
                  <a:cubicBezTo>
                    <a:pt x="18394" y="4390"/>
                    <a:pt x="21021" y="27804"/>
                    <a:pt x="21021" y="27804"/>
                  </a:cubicBezTo>
                  <a:lnTo>
                    <a:pt x="27153" y="27804"/>
                  </a:lnTo>
                  <a:lnTo>
                    <a:pt x="33284" y="13170"/>
                  </a:lnTo>
                  <a:lnTo>
                    <a:pt x="61313" y="27804"/>
                  </a:lnTo>
                  <a:lnTo>
                    <a:pt x="78832" y="43902"/>
                  </a:lnTo>
                  <a:lnTo>
                    <a:pt x="91094" y="64390"/>
                  </a:lnTo>
                  <a:lnTo>
                    <a:pt x="100729" y="74634"/>
                  </a:lnTo>
                  <a:lnTo>
                    <a:pt x="108613" y="96585"/>
                  </a:lnTo>
                  <a:lnTo>
                    <a:pt x="120000" y="117073"/>
                  </a:lnTo>
                  <a:lnTo>
                    <a:pt x="107737" y="117073"/>
                  </a:lnTo>
                  <a:cubicBezTo>
                    <a:pt x="107737" y="117073"/>
                    <a:pt x="104233" y="122926"/>
                    <a:pt x="100729" y="117073"/>
                  </a:cubicBezTo>
                  <a:cubicBezTo>
                    <a:pt x="97226" y="111219"/>
                    <a:pt x="83211" y="95121"/>
                    <a:pt x="83211" y="95121"/>
                  </a:cubicBezTo>
                  <a:lnTo>
                    <a:pt x="70072" y="96585"/>
                  </a:lnTo>
                  <a:lnTo>
                    <a:pt x="60437" y="105365"/>
                  </a:lnTo>
                  <a:lnTo>
                    <a:pt x="51678" y="89268"/>
                  </a:lnTo>
                  <a:lnTo>
                    <a:pt x="43795" y="89268"/>
                  </a:lnTo>
                  <a:lnTo>
                    <a:pt x="41167" y="74634"/>
                  </a:lnTo>
                  <a:lnTo>
                    <a:pt x="34160" y="60000"/>
                  </a:lnTo>
                  <a:lnTo>
                    <a:pt x="20145" y="39512"/>
                  </a:lnTo>
                  <a:close/>
                </a:path>
              </a:pathLst>
            </a:cu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Arial"/>
                <a:cs typeface="Prompt" panose="00000500000000000000" pitchFamily="2" charset="-34"/>
                <a:sym typeface="Arial"/>
              </a:endParaRPr>
            </a:p>
          </p:txBody>
        </p:sp>
        <p:sp>
          <p:nvSpPr>
            <p:cNvPr id="11717" name="Shape 11717"/>
            <p:cNvSpPr/>
            <p:nvPr/>
          </p:nvSpPr>
          <p:spPr>
            <a:xfrm>
              <a:off x="12092740" y="9325502"/>
              <a:ext cx="1821125" cy="13250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428" y="20588"/>
                  </a:moveTo>
                  <a:lnTo>
                    <a:pt x="32142" y="20588"/>
                  </a:lnTo>
                  <a:lnTo>
                    <a:pt x="32142" y="31764"/>
                  </a:lnTo>
                  <a:lnTo>
                    <a:pt x="22714" y="38235"/>
                  </a:lnTo>
                  <a:lnTo>
                    <a:pt x="13714" y="38235"/>
                  </a:lnTo>
                  <a:lnTo>
                    <a:pt x="8142" y="46470"/>
                  </a:lnTo>
                  <a:lnTo>
                    <a:pt x="3428" y="71176"/>
                  </a:lnTo>
                  <a:lnTo>
                    <a:pt x="3428" y="87058"/>
                  </a:lnTo>
                  <a:lnTo>
                    <a:pt x="0" y="95882"/>
                  </a:lnTo>
                  <a:lnTo>
                    <a:pt x="0" y="102941"/>
                  </a:lnTo>
                  <a:lnTo>
                    <a:pt x="9857" y="100000"/>
                  </a:lnTo>
                  <a:lnTo>
                    <a:pt x="25285" y="100000"/>
                  </a:lnTo>
                  <a:lnTo>
                    <a:pt x="34714" y="91176"/>
                  </a:lnTo>
                  <a:lnTo>
                    <a:pt x="51000" y="85882"/>
                  </a:lnTo>
                  <a:lnTo>
                    <a:pt x="57000" y="95294"/>
                  </a:lnTo>
                  <a:lnTo>
                    <a:pt x="60000" y="102941"/>
                  </a:lnTo>
                  <a:lnTo>
                    <a:pt x="65571" y="112941"/>
                  </a:lnTo>
                  <a:lnTo>
                    <a:pt x="73714" y="112941"/>
                  </a:lnTo>
                  <a:lnTo>
                    <a:pt x="81000" y="120000"/>
                  </a:lnTo>
                  <a:lnTo>
                    <a:pt x="95142" y="114705"/>
                  </a:lnTo>
                  <a:lnTo>
                    <a:pt x="108857" y="92941"/>
                  </a:lnTo>
                  <a:lnTo>
                    <a:pt x="116571" y="70588"/>
                  </a:lnTo>
                  <a:cubicBezTo>
                    <a:pt x="116571" y="70588"/>
                    <a:pt x="120857" y="61176"/>
                    <a:pt x="120000" y="58823"/>
                  </a:cubicBezTo>
                  <a:cubicBezTo>
                    <a:pt x="119571" y="55882"/>
                    <a:pt x="109285" y="31764"/>
                    <a:pt x="109285" y="31764"/>
                  </a:cubicBezTo>
                  <a:lnTo>
                    <a:pt x="102857" y="24117"/>
                  </a:lnTo>
                  <a:lnTo>
                    <a:pt x="104142" y="14117"/>
                  </a:lnTo>
                  <a:lnTo>
                    <a:pt x="97714" y="4705"/>
                  </a:lnTo>
                  <a:lnTo>
                    <a:pt x="90857" y="17647"/>
                  </a:lnTo>
                  <a:lnTo>
                    <a:pt x="85285" y="22352"/>
                  </a:lnTo>
                  <a:lnTo>
                    <a:pt x="77142" y="14117"/>
                  </a:lnTo>
                  <a:lnTo>
                    <a:pt x="77142" y="4705"/>
                  </a:lnTo>
                  <a:lnTo>
                    <a:pt x="80142" y="4705"/>
                  </a:lnTo>
                  <a:lnTo>
                    <a:pt x="71571" y="0"/>
                  </a:lnTo>
                  <a:lnTo>
                    <a:pt x="65571" y="0"/>
                  </a:lnTo>
                  <a:lnTo>
                    <a:pt x="60000" y="0"/>
                  </a:lnTo>
                  <a:lnTo>
                    <a:pt x="55285" y="8235"/>
                  </a:lnTo>
                  <a:lnTo>
                    <a:pt x="47571" y="11176"/>
                  </a:lnTo>
                  <a:close/>
                </a:path>
              </a:pathLst>
            </a:cu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9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Arial"/>
                <a:cs typeface="Prompt" panose="00000500000000000000" pitchFamily="2" charset="-34"/>
                <a:sym typeface="Arial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8A296A-1402-47B7-AF0E-4DE1647C6E8D}"/>
              </a:ext>
            </a:extLst>
          </p:cNvPr>
          <p:cNvGrpSpPr/>
          <p:nvPr/>
        </p:nvGrpSpPr>
        <p:grpSpPr>
          <a:xfrm>
            <a:off x="7947141" y="2412122"/>
            <a:ext cx="3163980" cy="1948615"/>
            <a:chOff x="7237320" y="2036289"/>
            <a:chExt cx="2623148" cy="194861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AD7B573-93A6-4D25-84E4-1456DC6E1DA2}"/>
                </a:ext>
              </a:extLst>
            </p:cNvPr>
            <p:cNvSpPr/>
            <p:nvPr/>
          </p:nvSpPr>
          <p:spPr>
            <a:xfrm>
              <a:off x="7237320" y="3418576"/>
              <a:ext cx="402173" cy="5663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8F9BB1D-3A5E-42AD-AB6F-9E4F25A7F513}"/>
                </a:ext>
              </a:extLst>
            </p:cNvPr>
            <p:cNvSpPr/>
            <p:nvPr/>
          </p:nvSpPr>
          <p:spPr>
            <a:xfrm>
              <a:off x="7681515" y="3104598"/>
              <a:ext cx="402173" cy="88030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331A583-7007-454B-B427-45ADC86A9B33}"/>
                </a:ext>
              </a:extLst>
            </p:cNvPr>
            <p:cNvSpPr/>
            <p:nvPr/>
          </p:nvSpPr>
          <p:spPr>
            <a:xfrm>
              <a:off x="8125710" y="2823941"/>
              <a:ext cx="402173" cy="116096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B82322F-11DF-4E67-89B3-33175DDD7A2B}"/>
                </a:ext>
              </a:extLst>
            </p:cNvPr>
            <p:cNvSpPr/>
            <p:nvPr/>
          </p:nvSpPr>
          <p:spPr>
            <a:xfrm>
              <a:off x="8569905" y="2036289"/>
              <a:ext cx="402173" cy="194861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9E9E180-F4FB-429B-A2FC-4D2A6D25EFE6}"/>
                </a:ext>
              </a:extLst>
            </p:cNvPr>
            <p:cNvSpPr/>
            <p:nvPr/>
          </p:nvSpPr>
          <p:spPr>
            <a:xfrm>
              <a:off x="9014100" y="3267665"/>
              <a:ext cx="402173" cy="71723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FAD5146-58C0-4B69-BF9B-7110BBF20BC5}"/>
                </a:ext>
              </a:extLst>
            </p:cNvPr>
            <p:cNvSpPr/>
            <p:nvPr/>
          </p:nvSpPr>
          <p:spPr>
            <a:xfrm>
              <a:off x="9458295" y="3765501"/>
              <a:ext cx="402173" cy="2194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0B086F5-B462-40E9-982A-17CB901D7CAF}"/>
              </a:ext>
            </a:extLst>
          </p:cNvPr>
          <p:cNvSpPr txBox="1"/>
          <p:nvPr/>
        </p:nvSpPr>
        <p:spPr>
          <a:xfrm>
            <a:off x="9545233" y="2069817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15569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76B58D-00CD-4B9C-8F82-50C2F387D95F}"/>
              </a:ext>
            </a:extLst>
          </p:cNvPr>
          <p:cNvSpPr txBox="1"/>
          <p:nvPr/>
        </p:nvSpPr>
        <p:spPr>
          <a:xfrm>
            <a:off x="7939025" y="4360736"/>
            <a:ext cx="4315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JUN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72F5AB-B91F-4823-99E1-AB4C512D3F86}"/>
              </a:ext>
            </a:extLst>
          </p:cNvPr>
          <p:cNvSpPr txBox="1"/>
          <p:nvPr/>
        </p:nvSpPr>
        <p:spPr>
          <a:xfrm>
            <a:off x="8459477" y="4360736"/>
            <a:ext cx="412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JUL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AB9227-4F4D-44DF-B2E1-1072C321020D}"/>
              </a:ext>
            </a:extLst>
          </p:cNvPr>
          <p:cNvSpPr txBox="1"/>
          <p:nvPr/>
        </p:nvSpPr>
        <p:spPr>
          <a:xfrm>
            <a:off x="8949471" y="4360736"/>
            <a:ext cx="4892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AUG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361785-9C1B-41DF-AC14-113E0E7D17D7}"/>
              </a:ext>
            </a:extLst>
          </p:cNvPr>
          <p:cNvSpPr txBox="1"/>
          <p:nvPr/>
        </p:nvSpPr>
        <p:spPr>
          <a:xfrm>
            <a:off x="9506792" y="4360736"/>
            <a:ext cx="5116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SEPT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FE29A8-EE4A-4E15-BB21-4F6A5292FA41}"/>
              </a:ext>
            </a:extLst>
          </p:cNvPr>
          <p:cNvSpPr txBox="1"/>
          <p:nvPr/>
        </p:nvSpPr>
        <p:spPr>
          <a:xfrm>
            <a:off x="10076937" y="4360735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OCT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6571B2-70BF-4FDD-90DB-CADEEED525FB}"/>
              </a:ext>
            </a:extLst>
          </p:cNvPr>
          <p:cNvSpPr txBox="1"/>
          <p:nvPr/>
        </p:nvSpPr>
        <p:spPr>
          <a:xfrm>
            <a:off x="10619030" y="4360735"/>
            <a:ext cx="5036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NOV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A2C823-F7F1-4A88-88F2-CCB3CDDB221F}"/>
              </a:ext>
            </a:extLst>
          </p:cNvPr>
          <p:cNvSpPr txBox="1"/>
          <p:nvPr/>
        </p:nvSpPr>
        <p:spPr>
          <a:xfrm>
            <a:off x="10663158" y="382501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459</a:t>
            </a:r>
            <a:endParaRPr lang="en-US" sz="1200" dirty="0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61C36A-1FC7-4766-BA31-8D403CFB422B}"/>
              </a:ext>
            </a:extLst>
          </p:cNvPr>
          <p:cNvSpPr txBox="1"/>
          <p:nvPr/>
        </p:nvSpPr>
        <p:spPr>
          <a:xfrm>
            <a:off x="7578183" y="49235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15569 </a:t>
            </a:r>
            <a:endParaRPr lang="en-US" sz="2400" b="1" dirty="0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A8B043-CAC5-4876-B2CB-B9AEDB5A4D0F}"/>
              </a:ext>
            </a:extLst>
          </p:cNvPr>
          <p:cNvSpPr txBox="1"/>
          <p:nvPr/>
        </p:nvSpPr>
        <p:spPr>
          <a:xfrm>
            <a:off x="7829219" y="5625615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mtClean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459</a:t>
            </a:r>
            <a:endParaRPr lang="en-US" sz="2400" b="1" dirty="0">
              <a:latin typeface="Prompt" panose="00000500000000000000" pitchFamily="2" charset="-34"/>
              <a:ea typeface="Karla" pitchFamily="2" charset="0"/>
              <a:cs typeface="Prompt" panose="00000500000000000000" pitchFamily="2" charset="-3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E2673DA-E4DE-451C-95AF-88336B3944AF}"/>
              </a:ext>
            </a:extLst>
          </p:cNvPr>
          <p:cNvSpPr/>
          <p:nvPr/>
        </p:nvSpPr>
        <p:spPr>
          <a:xfrm>
            <a:off x="8624668" y="4820700"/>
            <a:ext cx="2902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 company is an association or collection of individuals, whether natural persons,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C12FC1-1EF2-4684-9A55-1A5808BADDE3}"/>
              </a:ext>
            </a:extLst>
          </p:cNvPr>
          <p:cNvSpPr/>
          <p:nvPr/>
        </p:nvSpPr>
        <p:spPr>
          <a:xfrm>
            <a:off x="8630640" y="5509050"/>
            <a:ext cx="2775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900" dirty="0">
                <a:latin typeface="Prompt" panose="00000500000000000000" pitchFamily="2" charset="-34"/>
                <a:ea typeface="Karla" pitchFamily="2" charset="0"/>
                <a:cs typeface="Prompt" panose="00000500000000000000" pitchFamily="2" charset="-34"/>
              </a:rPr>
              <a:t>A company is an association or collection of individuals, whether natural persons, 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5271957" y="1652283"/>
            <a:ext cx="1707335" cy="65667"/>
            <a:chOff x="5242332" y="1714187"/>
            <a:chExt cx="1707335" cy="65667"/>
          </a:xfrm>
          <a:solidFill>
            <a:srgbClr val="FF0000"/>
          </a:solidFill>
        </p:grpSpPr>
        <p:sp>
          <p:nvSpPr>
            <p:cNvPr id="55" name="Shape 11962"/>
            <p:cNvSpPr/>
            <p:nvPr/>
          </p:nvSpPr>
          <p:spPr>
            <a:xfrm>
              <a:off x="5242332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6" name="Shape 11963"/>
            <p:cNvSpPr/>
            <p:nvPr/>
          </p:nvSpPr>
          <p:spPr>
            <a:xfrm>
              <a:off x="5599851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7" name="Shape 11964"/>
            <p:cNvSpPr/>
            <p:nvPr/>
          </p:nvSpPr>
          <p:spPr>
            <a:xfrm>
              <a:off x="5957370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8" name="Shape 11965"/>
            <p:cNvSpPr/>
            <p:nvPr/>
          </p:nvSpPr>
          <p:spPr>
            <a:xfrm rot="10800000" flipH="1">
              <a:off x="6314888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59" name="Shape 11966"/>
            <p:cNvSpPr/>
            <p:nvPr/>
          </p:nvSpPr>
          <p:spPr>
            <a:xfrm rot="10800000" flipH="1">
              <a:off x="6672407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6F22A6F1-C26F-48F0-BE1F-40649F7EC38C}"/>
              </a:ext>
            </a:extLst>
          </p:cNvPr>
          <p:cNvSpPr txBox="1"/>
          <p:nvPr/>
        </p:nvSpPr>
        <p:spPr>
          <a:xfrm>
            <a:off x="3084478" y="559448"/>
            <a:ext cx="60230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rompt" panose="00000500000000000000" pitchFamily="2" charset="-34"/>
                <a:cs typeface="Prompt" panose="00000500000000000000" pitchFamily="2" charset="-34"/>
              </a:rPr>
              <a:t>HOW TO RUN A SUCCESSFUL WORLDWIDE MAP</a:t>
            </a:r>
            <a:endParaRPr lang="en-US" sz="2800" b="1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5827693" y="2667547"/>
            <a:ext cx="404694" cy="678836"/>
          </a:xfrm>
          <a:custGeom>
            <a:avLst/>
            <a:gdLst>
              <a:gd name="connsiteX0" fmla="*/ 200741 w 404694"/>
              <a:gd name="connsiteY0" fmla="*/ 101173 h 678836"/>
              <a:gd name="connsiteX1" fmla="*/ 101174 w 404694"/>
              <a:gd name="connsiteY1" fmla="*/ 203952 h 678836"/>
              <a:gd name="connsiteX2" fmla="*/ 200741 w 404694"/>
              <a:gd name="connsiteY2" fmla="*/ 303521 h 678836"/>
              <a:gd name="connsiteX3" fmla="*/ 303522 w 404694"/>
              <a:gd name="connsiteY3" fmla="*/ 203952 h 678836"/>
              <a:gd name="connsiteX4" fmla="*/ 200741 w 404694"/>
              <a:gd name="connsiteY4" fmla="*/ 101173 h 678836"/>
              <a:gd name="connsiteX5" fmla="*/ 200728 w 404694"/>
              <a:gd name="connsiteY5" fmla="*/ 0 h 678836"/>
              <a:gd name="connsiteX6" fmla="*/ 404694 w 404694"/>
              <a:gd name="connsiteY6" fmla="*/ 204626 h 678836"/>
              <a:gd name="connsiteX7" fmla="*/ 200728 w 404694"/>
              <a:gd name="connsiteY7" fmla="*/ 678836 h 678836"/>
              <a:gd name="connsiteX8" fmla="*/ 0 w 404694"/>
              <a:gd name="connsiteY8" fmla="*/ 204626 h 678836"/>
              <a:gd name="connsiteX9" fmla="*/ 200728 w 404694"/>
              <a:gd name="connsiteY9" fmla="*/ 0 h 678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694" h="678836">
                <a:moveTo>
                  <a:pt x="200741" y="101173"/>
                </a:moveTo>
                <a:cubicBezTo>
                  <a:pt x="149352" y="101173"/>
                  <a:pt x="101174" y="149350"/>
                  <a:pt x="101174" y="203952"/>
                </a:cubicBezTo>
                <a:cubicBezTo>
                  <a:pt x="101174" y="258554"/>
                  <a:pt x="149352" y="303521"/>
                  <a:pt x="200741" y="303521"/>
                </a:cubicBezTo>
                <a:cubicBezTo>
                  <a:pt x="258555" y="303521"/>
                  <a:pt x="303522" y="258554"/>
                  <a:pt x="303522" y="203952"/>
                </a:cubicBezTo>
                <a:cubicBezTo>
                  <a:pt x="303522" y="149350"/>
                  <a:pt x="258555" y="101173"/>
                  <a:pt x="200741" y="101173"/>
                </a:cubicBezTo>
                <a:close/>
                <a:moveTo>
                  <a:pt x="200728" y="0"/>
                </a:moveTo>
                <a:cubicBezTo>
                  <a:pt x="314043" y="0"/>
                  <a:pt x="404694" y="90942"/>
                  <a:pt x="404694" y="204626"/>
                </a:cubicBezTo>
                <a:cubicBezTo>
                  <a:pt x="404694" y="315056"/>
                  <a:pt x="200728" y="678836"/>
                  <a:pt x="200728" y="678836"/>
                </a:cubicBezTo>
                <a:cubicBezTo>
                  <a:pt x="200728" y="678836"/>
                  <a:pt x="0" y="315056"/>
                  <a:pt x="0" y="204626"/>
                </a:cubicBezTo>
                <a:cubicBezTo>
                  <a:pt x="0" y="90942"/>
                  <a:pt x="90652" y="0"/>
                  <a:pt x="200728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45000" tIns="22500" rIns="45000" bIns="225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900">
              <a:solidFill>
                <a:schemeClr val="tx1">
                  <a:lumMod val="65000"/>
                  <a:lumOff val="35000"/>
                </a:schemeClr>
              </a:solidFill>
              <a:latin typeface="Prompt" panose="00000500000000000000" pitchFamily="2" charset="-34"/>
              <a:ea typeface="Arial"/>
              <a:cs typeface="Prompt" panose="00000500000000000000" pitchFamily="2" charset="-34"/>
              <a:sym typeface="Arial"/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3766213" y="3645990"/>
            <a:ext cx="404694" cy="678836"/>
          </a:xfrm>
          <a:custGeom>
            <a:avLst/>
            <a:gdLst>
              <a:gd name="connsiteX0" fmla="*/ 200741 w 404694"/>
              <a:gd name="connsiteY0" fmla="*/ 101173 h 678836"/>
              <a:gd name="connsiteX1" fmla="*/ 101174 w 404694"/>
              <a:gd name="connsiteY1" fmla="*/ 203952 h 678836"/>
              <a:gd name="connsiteX2" fmla="*/ 200741 w 404694"/>
              <a:gd name="connsiteY2" fmla="*/ 303521 h 678836"/>
              <a:gd name="connsiteX3" fmla="*/ 303522 w 404694"/>
              <a:gd name="connsiteY3" fmla="*/ 203952 h 678836"/>
              <a:gd name="connsiteX4" fmla="*/ 200741 w 404694"/>
              <a:gd name="connsiteY4" fmla="*/ 101173 h 678836"/>
              <a:gd name="connsiteX5" fmla="*/ 200728 w 404694"/>
              <a:gd name="connsiteY5" fmla="*/ 0 h 678836"/>
              <a:gd name="connsiteX6" fmla="*/ 404694 w 404694"/>
              <a:gd name="connsiteY6" fmla="*/ 204626 h 678836"/>
              <a:gd name="connsiteX7" fmla="*/ 200728 w 404694"/>
              <a:gd name="connsiteY7" fmla="*/ 678836 h 678836"/>
              <a:gd name="connsiteX8" fmla="*/ 0 w 404694"/>
              <a:gd name="connsiteY8" fmla="*/ 204626 h 678836"/>
              <a:gd name="connsiteX9" fmla="*/ 200728 w 404694"/>
              <a:gd name="connsiteY9" fmla="*/ 0 h 678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694" h="678836">
                <a:moveTo>
                  <a:pt x="200741" y="101173"/>
                </a:moveTo>
                <a:cubicBezTo>
                  <a:pt x="149352" y="101173"/>
                  <a:pt x="101174" y="149350"/>
                  <a:pt x="101174" y="203952"/>
                </a:cubicBezTo>
                <a:cubicBezTo>
                  <a:pt x="101174" y="258554"/>
                  <a:pt x="149352" y="303521"/>
                  <a:pt x="200741" y="303521"/>
                </a:cubicBezTo>
                <a:cubicBezTo>
                  <a:pt x="258555" y="303521"/>
                  <a:pt x="303522" y="258554"/>
                  <a:pt x="303522" y="203952"/>
                </a:cubicBezTo>
                <a:cubicBezTo>
                  <a:pt x="303522" y="149350"/>
                  <a:pt x="258555" y="101173"/>
                  <a:pt x="200741" y="101173"/>
                </a:cubicBezTo>
                <a:close/>
                <a:moveTo>
                  <a:pt x="200728" y="0"/>
                </a:moveTo>
                <a:cubicBezTo>
                  <a:pt x="314043" y="0"/>
                  <a:pt x="404694" y="90942"/>
                  <a:pt x="404694" y="204626"/>
                </a:cubicBezTo>
                <a:cubicBezTo>
                  <a:pt x="404694" y="315056"/>
                  <a:pt x="200728" y="678836"/>
                  <a:pt x="200728" y="678836"/>
                </a:cubicBezTo>
                <a:cubicBezTo>
                  <a:pt x="200728" y="678836"/>
                  <a:pt x="0" y="315056"/>
                  <a:pt x="0" y="204626"/>
                </a:cubicBezTo>
                <a:cubicBezTo>
                  <a:pt x="0" y="90942"/>
                  <a:pt x="90652" y="0"/>
                  <a:pt x="200728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45000" tIns="22500" rIns="45000" bIns="225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900">
              <a:solidFill>
                <a:schemeClr val="tx1">
                  <a:lumMod val="65000"/>
                  <a:lumOff val="35000"/>
                </a:schemeClr>
              </a:solidFill>
              <a:latin typeface="Prompt" panose="00000500000000000000" pitchFamily="2" charset="-34"/>
              <a:ea typeface="Arial"/>
              <a:cs typeface="Prompt" panose="00000500000000000000" pitchFamily="2" charset="-34"/>
              <a:sym typeface="Arial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1849992" y="4468278"/>
            <a:ext cx="404694" cy="678836"/>
          </a:xfrm>
          <a:custGeom>
            <a:avLst/>
            <a:gdLst>
              <a:gd name="connsiteX0" fmla="*/ 200741 w 404694"/>
              <a:gd name="connsiteY0" fmla="*/ 101173 h 678836"/>
              <a:gd name="connsiteX1" fmla="*/ 101174 w 404694"/>
              <a:gd name="connsiteY1" fmla="*/ 203952 h 678836"/>
              <a:gd name="connsiteX2" fmla="*/ 200741 w 404694"/>
              <a:gd name="connsiteY2" fmla="*/ 303521 h 678836"/>
              <a:gd name="connsiteX3" fmla="*/ 303522 w 404694"/>
              <a:gd name="connsiteY3" fmla="*/ 203952 h 678836"/>
              <a:gd name="connsiteX4" fmla="*/ 200741 w 404694"/>
              <a:gd name="connsiteY4" fmla="*/ 101173 h 678836"/>
              <a:gd name="connsiteX5" fmla="*/ 200728 w 404694"/>
              <a:gd name="connsiteY5" fmla="*/ 0 h 678836"/>
              <a:gd name="connsiteX6" fmla="*/ 404694 w 404694"/>
              <a:gd name="connsiteY6" fmla="*/ 204626 h 678836"/>
              <a:gd name="connsiteX7" fmla="*/ 200728 w 404694"/>
              <a:gd name="connsiteY7" fmla="*/ 678836 h 678836"/>
              <a:gd name="connsiteX8" fmla="*/ 0 w 404694"/>
              <a:gd name="connsiteY8" fmla="*/ 204626 h 678836"/>
              <a:gd name="connsiteX9" fmla="*/ 200728 w 404694"/>
              <a:gd name="connsiteY9" fmla="*/ 0 h 678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694" h="678836">
                <a:moveTo>
                  <a:pt x="200741" y="101173"/>
                </a:moveTo>
                <a:cubicBezTo>
                  <a:pt x="149352" y="101173"/>
                  <a:pt x="101174" y="149350"/>
                  <a:pt x="101174" y="203952"/>
                </a:cubicBezTo>
                <a:cubicBezTo>
                  <a:pt x="101174" y="258554"/>
                  <a:pt x="149352" y="303521"/>
                  <a:pt x="200741" y="303521"/>
                </a:cubicBezTo>
                <a:cubicBezTo>
                  <a:pt x="258555" y="303521"/>
                  <a:pt x="303522" y="258554"/>
                  <a:pt x="303522" y="203952"/>
                </a:cubicBezTo>
                <a:cubicBezTo>
                  <a:pt x="303522" y="149350"/>
                  <a:pt x="258555" y="101173"/>
                  <a:pt x="200741" y="101173"/>
                </a:cubicBezTo>
                <a:close/>
                <a:moveTo>
                  <a:pt x="200728" y="0"/>
                </a:moveTo>
                <a:cubicBezTo>
                  <a:pt x="314043" y="0"/>
                  <a:pt x="404694" y="90942"/>
                  <a:pt x="404694" y="204626"/>
                </a:cubicBezTo>
                <a:cubicBezTo>
                  <a:pt x="404694" y="315056"/>
                  <a:pt x="200728" y="678836"/>
                  <a:pt x="200728" y="678836"/>
                </a:cubicBezTo>
                <a:cubicBezTo>
                  <a:pt x="200728" y="678836"/>
                  <a:pt x="0" y="315056"/>
                  <a:pt x="0" y="204626"/>
                </a:cubicBezTo>
                <a:cubicBezTo>
                  <a:pt x="0" y="90942"/>
                  <a:pt x="90652" y="0"/>
                  <a:pt x="200728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45000" tIns="22500" rIns="45000" bIns="225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90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Arial"/>
              <a:cs typeface="Prompt" panose="00000500000000000000" pitchFamily="2" charset="-34"/>
              <a:sym typeface="Arial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992341" y="3025334"/>
            <a:ext cx="404694" cy="678836"/>
          </a:xfrm>
          <a:custGeom>
            <a:avLst/>
            <a:gdLst>
              <a:gd name="connsiteX0" fmla="*/ 200741 w 404694"/>
              <a:gd name="connsiteY0" fmla="*/ 101173 h 678836"/>
              <a:gd name="connsiteX1" fmla="*/ 101174 w 404694"/>
              <a:gd name="connsiteY1" fmla="*/ 203952 h 678836"/>
              <a:gd name="connsiteX2" fmla="*/ 200741 w 404694"/>
              <a:gd name="connsiteY2" fmla="*/ 303521 h 678836"/>
              <a:gd name="connsiteX3" fmla="*/ 303522 w 404694"/>
              <a:gd name="connsiteY3" fmla="*/ 203952 h 678836"/>
              <a:gd name="connsiteX4" fmla="*/ 200741 w 404694"/>
              <a:gd name="connsiteY4" fmla="*/ 101173 h 678836"/>
              <a:gd name="connsiteX5" fmla="*/ 200728 w 404694"/>
              <a:gd name="connsiteY5" fmla="*/ 0 h 678836"/>
              <a:gd name="connsiteX6" fmla="*/ 404694 w 404694"/>
              <a:gd name="connsiteY6" fmla="*/ 204626 h 678836"/>
              <a:gd name="connsiteX7" fmla="*/ 200728 w 404694"/>
              <a:gd name="connsiteY7" fmla="*/ 678836 h 678836"/>
              <a:gd name="connsiteX8" fmla="*/ 0 w 404694"/>
              <a:gd name="connsiteY8" fmla="*/ 204626 h 678836"/>
              <a:gd name="connsiteX9" fmla="*/ 200728 w 404694"/>
              <a:gd name="connsiteY9" fmla="*/ 0 h 678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694" h="678836">
                <a:moveTo>
                  <a:pt x="200741" y="101173"/>
                </a:moveTo>
                <a:cubicBezTo>
                  <a:pt x="149352" y="101173"/>
                  <a:pt x="101174" y="149350"/>
                  <a:pt x="101174" y="203952"/>
                </a:cubicBezTo>
                <a:cubicBezTo>
                  <a:pt x="101174" y="258554"/>
                  <a:pt x="149352" y="303521"/>
                  <a:pt x="200741" y="303521"/>
                </a:cubicBezTo>
                <a:cubicBezTo>
                  <a:pt x="258555" y="303521"/>
                  <a:pt x="303522" y="258554"/>
                  <a:pt x="303522" y="203952"/>
                </a:cubicBezTo>
                <a:cubicBezTo>
                  <a:pt x="303522" y="149350"/>
                  <a:pt x="258555" y="101173"/>
                  <a:pt x="200741" y="101173"/>
                </a:cubicBezTo>
                <a:close/>
                <a:moveTo>
                  <a:pt x="200728" y="0"/>
                </a:moveTo>
                <a:cubicBezTo>
                  <a:pt x="314043" y="0"/>
                  <a:pt x="404694" y="90942"/>
                  <a:pt x="404694" y="204626"/>
                </a:cubicBezTo>
                <a:cubicBezTo>
                  <a:pt x="404694" y="315056"/>
                  <a:pt x="200728" y="678836"/>
                  <a:pt x="200728" y="678836"/>
                </a:cubicBezTo>
                <a:cubicBezTo>
                  <a:pt x="200728" y="678836"/>
                  <a:pt x="0" y="315056"/>
                  <a:pt x="0" y="204626"/>
                </a:cubicBezTo>
                <a:cubicBezTo>
                  <a:pt x="0" y="90942"/>
                  <a:pt x="90652" y="0"/>
                  <a:pt x="200728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45000" tIns="22500" rIns="45000" bIns="225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900">
              <a:solidFill>
                <a:schemeClr val="tx1">
                  <a:lumMod val="75000"/>
                  <a:lumOff val="25000"/>
                </a:schemeClr>
              </a:solidFill>
              <a:latin typeface="Prompt" panose="00000500000000000000" pitchFamily="2" charset="-34"/>
              <a:ea typeface="Arial"/>
              <a:cs typeface="Prompt" panose="00000500000000000000" pitchFamily="2" charset="-3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24648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43" name="Shape 11743"/>
          <p:cNvGrpSpPr/>
          <p:nvPr/>
        </p:nvGrpSpPr>
        <p:grpSpPr>
          <a:xfrm>
            <a:off x="853357" y="2205150"/>
            <a:ext cx="10463212" cy="4652850"/>
            <a:chOff x="354013" y="731838"/>
            <a:chExt cx="7053262" cy="3136900"/>
          </a:xfrm>
          <a:solidFill>
            <a:schemeClr val="bg1">
              <a:lumMod val="85000"/>
            </a:schemeClr>
          </a:solidFill>
        </p:grpSpPr>
        <p:sp>
          <p:nvSpPr>
            <p:cNvPr id="11744" name="Shape 11744"/>
            <p:cNvSpPr/>
            <p:nvPr/>
          </p:nvSpPr>
          <p:spPr>
            <a:xfrm>
              <a:off x="4070350" y="3074988"/>
              <a:ext cx="157163" cy="190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51" y="105454"/>
                  </a:moveTo>
                  <a:lnTo>
                    <a:pt x="8551" y="105454"/>
                  </a:lnTo>
                  <a:cubicBezTo>
                    <a:pt x="8551" y="105454"/>
                    <a:pt x="8551" y="105454"/>
                    <a:pt x="8551" y="112727"/>
                  </a:cubicBezTo>
                  <a:lnTo>
                    <a:pt x="8551" y="112727"/>
                  </a:lnTo>
                  <a:lnTo>
                    <a:pt x="8551" y="112727"/>
                  </a:lnTo>
                  <a:cubicBezTo>
                    <a:pt x="8551" y="112727"/>
                    <a:pt x="8551" y="112727"/>
                    <a:pt x="8551" y="119772"/>
                  </a:cubicBezTo>
                  <a:cubicBezTo>
                    <a:pt x="17103" y="119772"/>
                    <a:pt x="17103" y="119772"/>
                    <a:pt x="17103" y="119772"/>
                  </a:cubicBezTo>
                  <a:lnTo>
                    <a:pt x="17103" y="112727"/>
                  </a:lnTo>
                  <a:cubicBezTo>
                    <a:pt x="25655" y="112727"/>
                    <a:pt x="25655" y="112727"/>
                    <a:pt x="25655" y="112727"/>
                  </a:cubicBezTo>
                  <a:cubicBezTo>
                    <a:pt x="25655" y="112727"/>
                    <a:pt x="25655" y="112727"/>
                    <a:pt x="34206" y="112727"/>
                  </a:cubicBezTo>
                  <a:cubicBezTo>
                    <a:pt x="34206" y="98636"/>
                    <a:pt x="34206" y="98636"/>
                    <a:pt x="42758" y="98636"/>
                  </a:cubicBezTo>
                  <a:lnTo>
                    <a:pt x="42758" y="98636"/>
                  </a:lnTo>
                  <a:lnTo>
                    <a:pt x="51310" y="98636"/>
                  </a:lnTo>
                  <a:cubicBezTo>
                    <a:pt x="51310" y="98636"/>
                    <a:pt x="51310" y="98636"/>
                    <a:pt x="59586" y="98636"/>
                  </a:cubicBezTo>
                  <a:cubicBezTo>
                    <a:pt x="59586" y="105454"/>
                    <a:pt x="59586" y="105454"/>
                    <a:pt x="59586" y="105454"/>
                  </a:cubicBezTo>
                  <a:cubicBezTo>
                    <a:pt x="59586" y="105454"/>
                    <a:pt x="68413" y="98636"/>
                    <a:pt x="76965" y="98636"/>
                  </a:cubicBezTo>
                  <a:lnTo>
                    <a:pt x="76965" y="98636"/>
                  </a:lnTo>
                  <a:lnTo>
                    <a:pt x="76965" y="98636"/>
                  </a:lnTo>
                  <a:cubicBezTo>
                    <a:pt x="76965" y="91590"/>
                    <a:pt x="76965" y="91590"/>
                    <a:pt x="76965" y="91590"/>
                  </a:cubicBezTo>
                  <a:cubicBezTo>
                    <a:pt x="85517" y="84545"/>
                    <a:pt x="85517" y="84545"/>
                    <a:pt x="94068" y="84545"/>
                  </a:cubicBezTo>
                  <a:lnTo>
                    <a:pt x="94068" y="84545"/>
                  </a:lnTo>
                  <a:lnTo>
                    <a:pt x="94068" y="84545"/>
                  </a:lnTo>
                  <a:cubicBezTo>
                    <a:pt x="94068" y="77272"/>
                    <a:pt x="94068" y="77272"/>
                    <a:pt x="94068" y="70454"/>
                  </a:cubicBezTo>
                  <a:cubicBezTo>
                    <a:pt x="102620" y="70454"/>
                    <a:pt x="102620" y="70454"/>
                    <a:pt x="102620" y="70454"/>
                  </a:cubicBezTo>
                  <a:cubicBezTo>
                    <a:pt x="102620" y="70454"/>
                    <a:pt x="102620" y="70454"/>
                    <a:pt x="111172" y="63409"/>
                  </a:cubicBezTo>
                  <a:lnTo>
                    <a:pt x="111172" y="63409"/>
                  </a:lnTo>
                  <a:lnTo>
                    <a:pt x="111172" y="63409"/>
                  </a:lnTo>
                  <a:cubicBezTo>
                    <a:pt x="111172" y="56363"/>
                    <a:pt x="119724" y="56363"/>
                    <a:pt x="119724" y="56363"/>
                  </a:cubicBezTo>
                  <a:lnTo>
                    <a:pt x="119724" y="56363"/>
                  </a:lnTo>
                  <a:lnTo>
                    <a:pt x="119724" y="56363"/>
                  </a:lnTo>
                  <a:cubicBezTo>
                    <a:pt x="119724" y="56363"/>
                    <a:pt x="111172" y="56363"/>
                    <a:pt x="111172" y="49090"/>
                  </a:cubicBezTo>
                  <a:cubicBezTo>
                    <a:pt x="102620" y="42272"/>
                    <a:pt x="102620" y="42272"/>
                    <a:pt x="102620" y="35227"/>
                  </a:cubicBezTo>
                  <a:cubicBezTo>
                    <a:pt x="102620" y="35227"/>
                    <a:pt x="102620" y="35227"/>
                    <a:pt x="94068" y="35227"/>
                  </a:cubicBezTo>
                  <a:cubicBezTo>
                    <a:pt x="94068" y="28181"/>
                    <a:pt x="94068" y="28181"/>
                    <a:pt x="94068" y="28181"/>
                  </a:cubicBezTo>
                  <a:cubicBezTo>
                    <a:pt x="94068" y="28181"/>
                    <a:pt x="85517" y="28181"/>
                    <a:pt x="85517" y="20909"/>
                  </a:cubicBezTo>
                  <a:cubicBezTo>
                    <a:pt x="76965" y="20909"/>
                    <a:pt x="76965" y="14090"/>
                    <a:pt x="76965" y="14090"/>
                  </a:cubicBezTo>
                  <a:lnTo>
                    <a:pt x="76965" y="7045"/>
                  </a:lnTo>
                  <a:lnTo>
                    <a:pt x="76965" y="7045"/>
                  </a:lnTo>
                  <a:lnTo>
                    <a:pt x="76965" y="7045"/>
                  </a:lnTo>
                  <a:cubicBezTo>
                    <a:pt x="68413" y="7045"/>
                    <a:pt x="68413" y="0"/>
                    <a:pt x="68413" y="0"/>
                  </a:cubicBezTo>
                  <a:lnTo>
                    <a:pt x="68413" y="0"/>
                  </a:lnTo>
                  <a:lnTo>
                    <a:pt x="59586" y="0"/>
                  </a:lnTo>
                  <a:lnTo>
                    <a:pt x="51310" y="7045"/>
                  </a:lnTo>
                  <a:lnTo>
                    <a:pt x="51310" y="7045"/>
                  </a:lnTo>
                  <a:lnTo>
                    <a:pt x="51310" y="7045"/>
                  </a:lnTo>
                  <a:cubicBezTo>
                    <a:pt x="42758" y="7045"/>
                    <a:pt x="42758" y="7045"/>
                    <a:pt x="42758" y="7045"/>
                  </a:cubicBezTo>
                  <a:lnTo>
                    <a:pt x="42758" y="0"/>
                  </a:lnTo>
                  <a:lnTo>
                    <a:pt x="42758" y="0"/>
                  </a:lnTo>
                  <a:lnTo>
                    <a:pt x="42758" y="0"/>
                  </a:lnTo>
                  <a:cubicBezTo>
                    <a:pt x="34206" y="0"/>
                    <a:pt x="34206" y="0"/>
                    <a:pt x="25655" y="7045"/>
                  </a:cubicBezTo>
                  <a:lnTo>
                    <a:pt x="17103" y="7045"/>
                  </a:lnTo>
                  <a:cubicBezTo>
                    <a:pt x="17103" y="56363"/>
                    <a:pt x="17103" y="56363"/>
                    <a:pt x="17103" y="56363"/>
                  </a:cubicBezTo>
                  <a:cubicBezTo>
                    <a:pt x="0" y="56363"/>
                    <a:pt x="0" y="56363"/>
                    <a:pt x="0" y="56363"/>
                  </a:cubicBezTo>
                  <a:cubicBezTo>
                    <a:pt x="0" y="91590"/>
                    <a:pt x="0" y="91590"/>
                    <a:pt x="0" y="91590"/>
                  </a:cubicBezTo>
                  <a:lnTo>
                    <a:pt x="0" y="91590"/>
                  </a:lnTo>
                  <a:lnTo>
                    <a:pt x="0" y="91590"/>
                  </a:lnTo>
                  <a:cubicBezTo>
                    <a:pt x="8551" y="98636"/>
                    <a:pt x="8551" y="98636"/>
                    <a:pt x="8551" y="105454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5" name="Shape 11745"/>
            <p:cNvSpPr/>
            <p:nvPr/>
          </p:nvSpPr>
          <p:spPr>
            <a:xfrm>
              <a:off x="3902075" y="2740025"/>
              <a:ext cx="1588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6250"/>
                  </a:moveTo>
                  <a:lnTo>
                    <a:pt x="0" y="116250"/>
                  </a:lnTo>
                  <a:lnTo>
                    <a:pt x="0" y="11625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116250"/>
                    <a:pt x="0" y="116250"/>
                    <a:pt x="0" y="11625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6" name="Shape 11746"/>
            <p:cNvSpPr/>
            <p:nvPr/>
          </p:nvSpPr>
          <p:spPr>
            <a:xfrm>
              <a:off x="3902075" y="2571750"/>
              <a:ext cx="123825" cy="1793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754" y="119758"/>
                  </a:moveTo>
                  <a:lnTo>
                    <a:pt x="21754" y="119758"/>
                  </a:lnTo>
                  <a:cubicBezTo>
                    <a:pt x="21754" y="112273"/>
                    <a:pt x="21754" y="112273"/>
                    <a:pt x="21754" y="112273"/>
                  </a:cubicBezTo>
                  <a:cubicBezTo>
                    <a:pt x="32631" y="112273"/>
                    <a:pt x="32631" y="112273"/>
                    <a:pt x="32631" y="112273"/>
                  </a:cubicBezTo>
                  <a:lnTo>
                    <a:pt x="32631" y="112273"/>
                  </a:lnTo>
                  <a:lnTo>
                    <a:pt x="43508" y="112273"/>
                  </a:lnTo>
                  <a:lnTo>
                    <a:pt x="43508" y="112273"/>
                  </a:lnTo>
                  <a:lnTo>
                    <a:pt x="43508" y="112273"/>
                  </a:lnTo>
                  <a:lnTo>
                    <a:pt x="43508" y="112273"/>
                  </a:lnTo>
                  <a:lnTo>
                    <a:pt x="43508" y="112273"/>
                  </a:lnTo>
                  <a:cubicBezTo>
                    <a:pt x="54385" y="112273"/>
                    <a:pt x="54385" y="112273"/>
                    <a:pt x="54385" y="112273"/>
                  </a:cubicBezTo>
                  <a:lnTo>
                    <a:pt x="65263" y="112273"/>
                  </a:lnTo>
                  <a:lnTo>
                    <a:pt x="65263" y="104788"/>
                  </a:lnTo>
                  <a:lnTo>
                    <a:pt x="76140" y="104788"/>
                  </a:lnTo>
                  <a:lnTo>
                    <a:pt x="76140" y="97303"/>
                  </a:lnTo>
                  <a:lnTo>
                    <a:pt x="76140" y="89818"/>
                  </a:lnTo>
                  <a:lnTo>
                    <a:pt x="76140" y="89818"/>
                  </a:lnTo>
                  <a:cubicBezTo>
                    <a:pt x="76140" y="82334"/>
                    <a:pt x="76140" y="82334"/>
                    <a:pt x="76140" y="74849"/>
                  </a:cubicBezTo>
                  <a:cubicBezTo>
                    <a:pt x="87017" y="74849"/>
                    <a:pt x="87017" y="74849"/>
                    <a:pt x="87017" y="74849"/>
                  </a:cubicBezTo>
                  <a:lnTo>
                    <a:pt x="87017" y="74849"/>
                  </a:lnTo>
                  <a:cubicBezTo>
                    <a:pt x="87017" y="74849"/>
                    <a:pt x="87017" y="74849"/>
                    <a:pt x="87017" y="67364"/>
                  </a:cubicBezTo>
                  <a:lnTo>
                    <a:pt x="87017" y="67364"/>
                  </a:lnTo>
                  <a:cubicBezTo>
                    <a:pt x="87017" y="67364"/>
                    <a:pt x="87017" y="59879"/>
                    <a:pt x="97894" y="59879"/>
                  </a:cubicBezTo>
                  <a:lnTo>
                    <a:pt x="97894" y="59879"/>
                  </a:lnTo>
                  <a:lnTo>
                    <a:pt x="97894" y="59879"/>
                  </a:lnTo>
                  <a:lnTo>
                    <a:pt x="97894" y="59879"/>
                  </a:lnTo>
                  <a:lnTo>
                    <a:pt x="97894" y="52394"/>
                  </a:lnTo>
                  <a:cubicBezTo>
                    <a:pt x="108771" y="44909"/>
                    <a:pt x="108771" y="37424"/>
                    <a:pt x="108771" y="37424"/>
                  </a:cubicBezTo>
                  <a:cubicBezTo>
                    <a:pt x="108771" y="22454"/>
                    <a:pt x="108771" y="14969"/>
                    <a:pt x="119649" y="7484"/>
                  </a:cubicBezTo>
                  <a:lnTo>
                    <a:pt x="119649" y="7484"/>
                  </a:lnTo>
                  <a:cubicBezTo>
                    <a:pt x="119649" y="7484"/>
                    <a:pt x="119649" y="0"/>
                    <a:pt x="108771" y="0"/>
                  </a:cubicBezTo>
                  <a:lnTo>
                    <a:pt x="108771" y="0"/>
                  </a:lnTo>
                  <a:lnTo>
                    <a:pt x="97894" y="0"/>
                  </a:lnTo>
                  <a:lnTo>
                    <a:pt x="97894" y="0"/>
                  </a:lnTo>
                  <a:cubicBezTo>
                    <a:pt x="87017" y="14969"/>
                    <a:pt x="87017" y="14969"/>
                    <a:pt x="87017" y="14969"/>
                  </a:cubicBezTo>
                  <a:cubicBezTo>
                    <a:pt x="87017" y="22454"/>
                    <a:pt x="87017" y="22454"/>
                    <a:pt x="87017" y="22454"/>
                  </a:cubicBezTo>
                  <a:lnTo>
                    <a:pt x="87017" y="22454"/>
                  </a:lnTo>
                  <a:cubicBezTo>
                    <a:pt x="87017" y="29939"/>
                    <a:pt x="87017" y="29939"/>
                    <a:pt x="87017" y="29939"/>
                  </a:cubicBezTo>
                  <a:cubicBezTo>
                    <a:pt x="76140" y="29939"/>
                    <a:pt x="76140" y="29939"/>
                    <a:pt x="76140" y="29939"/>
                  </a:cubicBezTo>
                  <a:cubicBezTo>
                    <a:pt x="65263" y="44909"/>
                    <a:pt x="65263" y="44909"/>
                    <a:pt x="65263" y="44909"/>
                  </a:cubicBezTo>
                  <a:cubicBezTo>
                    <a:pt x="76140" y="29939"/>
                    <a:pt x="76140" y="29939"/>
                    <a:pt x="76140" y="29939"/>
                  </a:cubicBezTo>
                  <a:cubicBezTo>
                    <a:pt x="65263" y="29939"/>
                    <a:pt x="65263" y="29939"/>
                    <a:pt x="65263" y="29939"/>
                  </a:cubicBezTo>
                  <a:lnTo>
                    <a:pt x="54385" y="29939"/>
                  </a:lnTo>
                  <a:lnTo>
                    <a:pt x="54385" y="29939"/>
                  </a:lnTo>
                  <a:lnTo>
                    <a:pt x="54385" y="29939"/>
                  </a:lnTo>
                  <a:cubicBezTo>
                    <a:pt x="54385" y="37424"/>
                    <a:pt x="54385" y="37424"/>
                    <a:pt x="54385" y="44909"/>
                  </a:cubicBezTo>
                  <a:lnTo>
                    <a:pt x="54385" y="44909"/>
                  </a:lnTo>
                  <a:lnTo>
                    <a:pt x="54385" y="44909"/>
                  </a:lnTo>
                  <a:cubicBezTo>
                    <a:pt x="54385" y="44909"/>
                    <a:pt x="54385" y="52394"/>
                    <a:pt x="43508" y="52394"/>
                  </a:cubicBezTo>
                  <a:cubicBezTo>
                    <a:pt x="54385" y="52394"/>
                    <a:pt x="54385" y="59879"/>
                    <a:pt x="54385" y="59879"/>
                  </a:cubicBezTo>
                  <a:cubicBezTo>
                    <a:pt x="54385" y="59879"/>
                    <a:pt x="54385" y="59879"/>
                    <a:pt x="54385" y="67364"/>
                  </a:cubicBezTo>
                  <a:lnTo>
                    <a:pt x="54385" y="74849"/>
                  </a:lnTo>
                  <a:lnTo>
                    <a:pt x="54385" y="82334"/>
                  </a:lnTo>
                  <a:cubicBezTo>
                    <a:pt x="54385" y="89818"/>
                    <a:pt x="43508" y="89818"/>
                    <a:pt x="43508" y="97303"/>
                  </a:cubicBezTo>
                  <a:lnTo>
                    <a:pt x="43508" y="97303"/>
                  </a:lnTo>
                  <a:lnTo>
                    <a:pt x="43508" y="97303"/>
                  </a:lnTo>
                  <a:cubicBezTo>
                    <a:pt x="32631" y="97303"/>
                    <a:pt x="32631" y="97303"/>
                    <a:pt x="32631" y="97303"/>
                  </a:cubicBezTo>
                  <a:lnTo>
                    <a:pt x="32631" y="97303"/>
                  </a:lnTo>
                  <a:cubicBezTo>
                    <a:pt x="21754" y="97303"/>
                    <a:pt x="21754" y="97303"/>
                    <a:pt x="21754" y="97303"/>
                  </a:cubicBezTo>
                  <a:lnTo>
                    <a:pt x="21754" y="97303"/>
                  </a:lnTo>
                  <a:lnTo>
                    <a:pt x="21754" y="97303"/>
                  </a:lnTo>
                  <a:lnTo>
                    <a:pt x="21754" y="97303"/>
                  </a:lnTo>
                  <a:lnTo>
                    <a:pt x="21754" y="97303"/>
                  </a:lnTo>
                  <a:lnTo>
                    <a:pt x="10877" y="97303"/>
                  </a:lnTo>
                  <a:cubicBezTo>
                    <a:pt x="0" y="97303"/>
                    <a:pt x="0" y="97303"/>
                    <a:pt x="0" y="97303"/>
                  </a:cubicBezTo>
                  <a:cubicBezTo>
                    <a:pt x="10877" y="104788"/>
                    <a:pt x="10877" y="104788"/>
                    <a:pt x="10877" y="104788"/>
                  </a:cubicBezTo>
                  <a:cubicBezTo>
                    <a:pt x="10877" y="119758"/>
                    <a:pt x="10877" y="119758"/>
                    <a:pt x="10877" y="119758"/>
                  </a:cubicBezTo>
                  <a:cubicBezTo>
                    <a:pt x="21754" y="112273"/>
                    <a:pt x="21754" y="112273"/>
                    <a:pt x="21754" y="112273"/>
                  </a:cubicBezTo>
                  <a:lnTo>
                    <a:pt x="21754" y="119758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7" name="Shape 11747"/>
            <p:cNvSpPr/>
            <p:nvPr/>
          </p:nvSpPr>
          <p:spPr>
            <a:xfrm>
              <a:off x="3870325" y="2616200"/>
              <a:ext cx="11113" cy="15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363" y="0"/>
                  </a:moveTo>
                  <a:lnTo>
                    <a:pt x="116363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116363" y="0"/>
                    <a:pt x="116363" y="0"/>
                    <a:pt x="116363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8" name="Shape 11748"/>
            <p:cNvSpPr/>
            <p:nvPr/>
          </p:nvSpPr>
          <p:spPr>
            <a:xfrm>
              <a:off x="3679825" y="2114550"/>
              <a:ext cx="290513" cy="2460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0769" y="103308"/>
                  </a:moveTo>
                  <a:lnTo>
                    <a:pt x="50769" y="103308"/>
                  </a:lnTo>
                  <a:lnTo>
                    <a:pt x="50769" y="108755"/>
                  </a:lnTo>
                  <a:lnTo>
                    <a:pt x="50769" y="108755"/>
                  </a:lnTo>
                  <a:lnTo>
                    <a:pt x="50769" y="108755"/>
                  </a:lnTo>
                  <a:cubicBezTo>
                    <a:pt x="55384" y="108755"/>
                    <a:pt x="55384" y="108755"/>
                    <a:pt x="60000" y="108755"/>
                  </a:cubicBezTo>
                  <a:lnTo>
                    <a:pt x="60000" y="108755"/>
                  </a:lnTo>
                  <a:lnTo>
                    <a:pt x="60000" y="108755"/>
                  </a:lnTo>
                  <a:cubicBezTo>
                    <a:pt x="60000" y="108755"/>
                    <a:pt x="60000" y="108755"/>
                    <a:pt x="64764" y="108755"/>
                  </a:cubicBezTo>
                  <a:lnTo>
                    <a:pt x="64764" y="108755"/>
                  </a:lnTo>
                  <a:cubicBezTo>
                    <a:pt x="64764" y="114202"/>
                    <a:pt x="69230" y="114202"/>
                    <a:pt x="69230" y="114202"/>
                  </a:cubicBezTo>
                  <a:lnTo>
                    <a:pt x="69230" y="114202"/>
                  </a:lnTo>
                  <a:cubicBezTo>
                    <a:pt x="69230" y="114202"/>
                    <a:pt x="73846" y="114202"/>
                    <a:pt x="73846" y="108755"/>
                  </a:cubicBezTo>
                  <a:lnTo>
                    <a:pt x="73846" y="108755"/>
                  </a:lnTo>
                  <a:cubicBezTo>
                    <a:pt x="73846" y="108755"/>
                    <a:pt x="73846" y="108755"/>
                    <a:pt x="78461" y="108755"/>
                  </a:cubicBezTo>
                  <a:cubicBezTo>
                    <a:pt x="78461" y="108755"/>
                    <a:pt x="78461" y="108755"/>
                    <a:pt x="78461" y="103308"/>
                  </a:cubicBezTo>
                  <a:cubicBezTo>
                    <a:pt x="83225" y="103308"/>
                    <a:pt x="83076" y="103308"/>
                    <a:pt x="87543" y="103308"/>
                  </a:cubicBezTo>
                  <a:lnTo>
                    <a:pt x="92158" y="108755"/>
                  </a:lnTo>
                  <a:lnTo>
                    <a:pt x="92158" y="108755"/>
                  </a:lnTo>
                  <a:lnTo>
                    <a:pt x="92158" y="108755"/>
                  </a:lnTo>
                  <a:lnTo>
                    <a:pt x="92158" y="108755"/>
                  </a:lnTo>
                  <a:cubicBezTo>
                    <a:pt x="92158" y="108755"/>
                    <a:pt x="96774" y="108755"/>
                    <a:pt x="96774" y="103308"/>
                  </a:cubicBezTo>
                  <a:lnTo>
                    <a:pt x="101389" y="103308"/>
                  </a:lnTo>
                  <a:lnTo>
                    <a:pt x="101389" y="103308"/>
                  </a:lnTo>
                  <a:lnTo>
                    <a:pt x="101389" y="98038"/>
                  </a:lnTo>
                  <a:lnTo>
                    <a:pt x="101389" y="98038"/>
                  </a:lnTo>
                  <a:cubicBezTo>
                    <a:pt x="101389" y="87144"/>
                    <a:pt x="101389" y="87144"/>
                    <a:pt x="101389" y="87144"/>
                  </a:cubicBezTo>
                  <a:cubicBezTo>
                    <a:pt x="101389" y="92415"/>
                    <a:pt x="101389" y="92415"/>
                    <a:pt x="101389" y="92415"/>
                  </a:cubicBezTo>
                  <a:cubicBezTo>
                    <a:pt x="101389" y="87144"/>
                    <a:pt x="106004" y="81698"/>
                    <a:pt x="110620" y="81698"/>
                  </a:cubicBezTo>
                  <a:lnTo>
                    <a:pt x="110620" y="81698"/>
                  </a:lnTo>
                  <a:cubicBezTo>
                    <a:pt x="110620" y="76427"/>
                    <a:pt x="115235" y="76427"/>
                    <a:pt x="115235" y="76427"/>
                  </a:cubicBezTo>
                  <a:lnTo>
                    <a:pt x="115235" y="70805"/>
                  </a:lnTo>
                  <a:lnTo>
                    <a:pt x="115235" y="70805"/>
                  </a:lnTo>
                  <a:cubicBezTo>
                    <a:pt x="115235" y="70805"/>
                    <a:pt x="119851" y="70805"/>
                    <a:pt x="119851" y="65358"/>
                  </a:cubicBezTo>
                  <a:cubicBezTo>
                    <a:pt x="119851" y="59912"/>
                    <a:pt x="119851" y="54641"/>
                    <a:pt x="119851" y="43572"/>
                  </a:cubicBezTo>
                  <a:cubicBezTo>
                    <a:pt x="119851" y="38125"/>
                    <a:pt x="119851" y="38125"/>
                    <a:pt x="119851" y="32855"/>
                  </a:cubicBezTo>
                  <a:lnTo>
                    <a:pt x="115235" y="27232"/>
                  </a:lnTo>
                  <a:lnTo>
                    <a:pt x="115235" y="27232"/>
                  </a:lnTo>
                  <a:cubicBezTo>
                    <a:pt x="115235" y="21786"/>
                    <a:pt x="115235" y="21786"/>
                    <a:pt x="115235" y="16339"/>
                  </a:cubicBezTo>
                  <a:lnTo>
                    <a:pt x="115235" y="16339"/>
                  </a:lnTo>
                  <a:lnTo>
                    <a:pt x="115235" y="16339"/>
                  </a:lnTo>
                  <a:lnTo>
                    <a:pt x="115235" y="16339"/>
                  </a:lnTo>
                  <a:cubicBezTo>
                    <a:pt x="115235" y="16339"/>
                    <a:pt x="115235" y="16339"/>
                    <a:pt x="115235" y="11068"/>
                  </a:cubicBezTo>
                  <a:cubicBezTo>
                    <a:pt x="110620" y="11068"/>
                    <a:pt x="110620" y="11068"/>
                    <a:pt x="110620" y="11068"/>
                  </a:cubicBezTo>
                  <a:lnTo>
                    <a:pt x="110620" y="11068"/>
                  </a:lnTo>
                  <a:lnTo>
                    <a:pt x="110620" y="11068"/>
                  </a:lnTo>
                  <a:cubicBezTo>
                    <a:pt x="106004" y="11068"/>
                    <a:pt x="106004" y="11068"/>
                    <a:pt x="106004" y="11068"/>
                  </a:cubicBezTo>
                  <a:lnTo>
                    <a:pt x="101389" y="5446"/>
                  </a:lnTo>
                  <a:cubicBezTo>
                    <a:pt x="101389" y="5446"/>
                    <a:pt x="96774" y="5446"/>
                    <a:pt x="96774" y="0"/>
                  </a:cubicBezTo>
                  <a:lnTo>
                    <a:pt x="92158" y="0"/>
                  </a:lnTo>
                  <a:cubicBezTo>
                    <a:pt x="83225" y="11068"/>
                    <a:pt x="83225" y="11068"/>
                    <a:pt x="83225" y="11068"/>
                  </a:cubicBezTo>
                  <a:lnTo>
                    <a:pt x="83225" y="11068"/>
                  </a:lnTo>
                  <a:cubicBezTo>
                    <a:pt x="78461" y="11068"/>
                    <a:pt x="60000" y="27232"/>
                    <a:pt x="60000" y="27232"/>
                  </a:cubicBezTo>
                  <a:cubicBezTo>
                    <a:pt x="55384" y="32855"/>
                    <a:pt x="55384" y="32855"/>
                    <a:pt x="50769" y="38125"/>
                  </a:cubicBezTo>
                  <a:lnTo>
                    <a:pt x="50769" y="38125"/>
                  </a:lnTo>
                  <a:cubicBezTo>
                    <a:pt x="46302" y="43572"/>
                    <a:pt x="41538" y="49019"/>
                    <a:pt x="41538" y="49019"/>
                  </a:cubicBezTo>
                  <a:cubicBezTo>
                    <a:pt x="36923" y="49019"/>
                    <a:pt x="32307" y="49019"/>
                    <a:pt x="32307" y="49019"/>
                  </a:cubicBezTo>
                  <a:cubicBezTo>
                    <a:pt x="32307" y="54641"/>
                    <a:pt x="32307" y="59912"/>
                    <a:pt x="32307" y="65358"/>
                  </a:cubicBezTo>
                  <a:lnTo>
                    <a:pt x="32307" y="70805"/>
                  </a:lnTo>
                  <a:lnTo>
                    <a:pt x="32307" y="70805"/>
                  </a:lnTo>
                  <a:cubicBezTo>
                    <a:pt x="27841" y="81698"/>
                    <a:pt x="27841" y="87144"/>
                    <a:pt x="27841" y="87144"/>
                  </a:cubicBezTo>
                  <a:lnTo>
                    <a:pt x="27841" y="87144"/>
                  </a:lnTo>
                  <a:cubicBezTo>
                    <a:pt x="23076" y="92415"/>
                    <a:pt x="23076" y="92415"/>
                    <a:pt x="18461" y="92415"/>
                  </a:cubicBezTo>
                  <a:lnTo>
                    <a:pt x="18461" y="92415"/>
                  </a:lnTo>
                  <a:cubicBezTo>
                    <a:pt x="18461" y="92415"/>
                    <a:pt x="18461" y="92415"/>
                    <a:pt x="13846" y="92415"/>
                  </a:cubicBezTo>
                  <a:cubicBezTo>
                    <a:pt x="13846" y="92415"/>
                    <a:pt x="13846" y="92415"/>
                    <a:pt x="9379" y="92415"/>
                  </a:cubicBezTo>
                  <a:lnTo>
                    <a:pt x="9379" y="92415"/>
                  </a:lnTo>
                  <a:lnTo>
                    <a:pt x="4615" y="92415"/>
                  </a:lnTo>
                  <a:cubicBezTo>
                    <a:pt x="4615" y="92415"/>
                    <a:pt x="4615" y="92415"/>
                    <a:pt x="4615" y="98038"/>
                  </a:cubicBezTo>
                  <a:cubicBezTo>
                    <a:pt x="4615" y="98038"/>
                    <a:pt x="4615" y="98038"/>
                    <a:pt x="0" y="98038"/>
                  </a:cubicBezTo>
                  <a:lnTo>
                    <a:pt x="0" y="98038"/>
                  </a:lnTo>
                  <a:lnTo>
                    <a:pt x="0" y="98038"/>
                  </a:lnTo>
                  <a:lnTo>
                    <a:pt x="0" y="103308"/>
                  </a:lnTo>
                  <a:lnTo>
                    <a:pt x="0" y="103308"/>
                  </a:lnTo>
                  <a:lnTo>
                    <a:pt x="4615" y="103308"/>
                  </a:lnTo>
                  <a:lnTo>
                    <a:pt x="4615" y="108755"/>
                  </a:lnTo>
                  <a:lnTo>
                    <a:pt x="4615" y="108755"/>
                  </a:lnTo>
                  <a:cubicBezTo>
                    <a:pt x="4615" y="108755"/>
                    <a:pt x="4615" y="108755"/>
                    <a:pt x="4615" y="114202"/>
                  </a:cubicBezTo>
                  <a:lnTo>
                    <a:pt x="4615" y="114202"/>
                  </a:lnTo>
                  <a:lnTo>
                    <a:pt x="4615" y="114202"/>
                  </a:lnTo>
                  <a:lnTo>
                    <a:pt x="4615" y="114202"/>
                  </a:lnTo>
                  <a:cubicBezTo>
                    <a:pt x="9379" y="114202"/>
                    <a:pt x="9379" y="114202"/>
                    <a:pt x="9379" y="114202"/>
                  </a:cubicBezTo>
                  <a:lnTo>
                    <a:pt x="9379" y="114202"/>
                  </a:lnTo>
                  <a:cubicBezTo>
                    <a:pt x="13846" y="114202"/>
                    <a:pt x="13846" y="114202"/>
                    <a:pt x="13846" y="114202"/>
                  </a:cubicBezTo>
                  <a:cubicBezTo>
                    <a:pt x="13846" y="114202"/>
                    <a:pt x="13846" y="114202"/>
                    <a:pt x="13846" y="119824"/>
                  </a:cubicBezTo>
                  <a:lnTo>
                    <a:pt x="13846" y="119824"/>
                  </a:lnTo>
                  <a:lnTo>
                    <a:pt x="18461" y="114202"/>
                  </a:lnTo>
                  <a:lnTo>
                    <a:pt x="18461" y="114202"/>
                  </a:lnTo>
                  <a:lnTo>
                    <a:pt x="18461" y="119824"/>
                  </a:lnTo>
                  <a:cubicBezTo>
                    <a:pt x="23076" y="114202"/>
                    <a:pt x="23076" y="114202"/>
                    <a:pt x="23076" y="114202"/>
                  </a:cubicBezTo>
                  <a:lnTo>
                    <a:pt x="23076" y="114202"/>
                  </a:lnTo>
                  <a:lnTo>
                    <a:pt x="23076" y="114202"/>
                  </a:lnTo>
                  <a:cubicBezTo>
                    <a:pt x="23076" y="108755"/>
                    <a:pt x="27841" y="103308"/>
                    <a:pt x="27841" y="103308"/>
                  </a:cubicBezTo>
                  <a:lnTo>
                    <a:pt x="27841" y="103308"/>
                  </a:lnTo>
                  <a:cubicBezTo>
                    <a:pt x="32307" y="103308"/>
                    <a:pt x="32307" y="103308"/>
                    <a:pt x="36923" y="103308"/>
                  </a:cubicBezTo>
                  <a:lnTo>
                    <a:pt x="36923" y="103308"/>
                  </a:lnTo>
                  <a:cubicBezTo>
                    <a:pt x="36923" y="103308"/>
                    <a:pt x="36923" y="103308"/>
                    <a:pt x="41538" y="103308"/>
                  </a:cubicBezTo>
                  <a:lnTo>
                    <a:pt x="41538" y="103308"/>
                  </a:lnTo>
                  <a:lnTo>
                    <a:pt x="41538" y="103308"/>
                  </a:lnTo>
                  <a:lnTo>
                    <a:pt x="41538" y="103308"/>
                  </a:lnTo>
                  <a:lnTo>
                    <a:pt x="41538" y="103308"/>
                  </a:lnTo>
                  <a:cubicBezTo>
                    <a:pt x="46302" y="103308"/>
                    <a:pt x="46302" y="103308"/>
                    <a:pt x="46302" y="103308"/>
                  </a:cubicBezTo>
                  <a:cubicBezTo>
                    <a:pt x="46302" y="103308"/>
                    <a:pt x="46302" y="103308"/>
                    <a:pt x="50769" y="10330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9" name="Shape 11749"/>
            <p:cNvSpPr/>
            <p:nvPr/>
          </p:nvSpPr>
          <p:spPr>
            <a:xfrm>
              <a:off x="3333750" y="2036763"/>
              <a:ext cx="212725" cy="2571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08" y="67899"/>
                  </a:moveTo>
                  <a:lnTo>
                    <a:pt x="6508" y="67899"/>
                  </a:lnTo>
                  <a:cubicBezTo>
                    <a:pt x="6508" y="67899"/>
                    <a:pt x="6508" y="67899"/>
                    <a:pt x="6508" y="72941"/>
                  </a:cubicBezTo>
                  <a:cubicBezTo>
                    <a:pt x="6508" y="72941"/>
                    <a:pt x="6508" y="78151"/>
                    <a:pt x="6508" y="83361"/>
                  </a:cubicBezTo>
                  <a:cubicBezTo>
                    <a:pt x="6508" y="83361"/>
                    <a:pt x="6508" y="88739"/>
                    <a:pt x="12610" y="88739"/>
                  </a:cubicBezTo>
                  <a:cubicBezTo>
                    <a:pt x="12610" y="98991"/>
                    <a:pt x="6508" y="98991"/>
                    <a:pt x="6508" y="104201"/>
                  </a:cubicBezTo>
                  <a:lnTo>
                    <a:pt x="6508" y="104201"/>
                  </a:lnTo>
                  <a:cubicBezTo>
                    <a:pt x="12610" y="104201"/>
                    <a:pt x="12610" y="104201"/>
                    <a:pt x="12610" y="104201"/>
                  </a:cubicBezTo>
                  <a:cubicBezTo>
                    <a:pt x="18915" y="104201"/>
                    <a:pt x="18915" y="104201"/>
                    <a:pt x="18915" y="104201"/>
                  </a:cubicBezTo>
                  <a:cubicBezTo>
                    <a:pt x="25220" y="104201"/>
                    <a:pt x="25220" y="104201"/>
                    <a:pt x="31728" y="104201"/>
                  </a:cubicBezTo>
                  <a:cubicBezTo>
                    <a:pt x="31728" y="109579"/>
                    <a:pt x="31728" y="109579"/>
                    <a:pt x="31728" y="109579"/>
                  </a:cubicBezTo>
                  <a:lnTo>
                    <a:pt x="31728" y="109579"/>
                  </a:lnTo>
                  <a:cubicBezTo>
                    <a:pt x="37830" y="109579"/>
                    <a:pt x="37830" y="109579"/>
                    <a:pt x="37830" y="114621"/>
                  </a:cubicBezTo>
                  <a:cubicBezTo>
                    <a:pt x="37830" y="114621"/>
                    <a:pt x="44135" y="119831"/>
                    <a:pt x="50440" y="119831"/>
                  </a:cubicBezTo>
                  <a:cubicBezTo>
                    <a:pt x="50440" y="119831"/>
                    <a:pt x="50440" y="119831"/>
                    <a:pt x="50440" y="114621"/>
                  </a:cubicBezTo>
                  <a:lnTo>
                    <a:pt x="56949" y="114621"/>
                  </a:lnTo>
                  <a:lnTo>
                    <a:pt x="56949" y="114621"/>
                  </a:lnTo>
                  <a:lnTo>
                    <a:pt x="63050" y="114621"/>
                  </a:lnTo>
                  <a:lnTo>
                    <a:pt x="63050" y="114621"/>
                  </a:lnTo>
                  <a:lnTo>
                    <a:pt x="63050" y="114621"/>
                  </a:lnTo>
                  <a:lnTo>
                    <a:pt x="69355" y="114621"/>
                  </a:lnTo>
                  <a:lnTo>
                    <a:pt x="69355" y="114621"/>
                  </a:lnTo>
                  <a:cubicBezTo>
                    <a:pt x="69355" y="114621"/>
                    <a:pt x="69355" y="114621"/>
                    <a:pt x="75661" y="114621"/>
                  </a:cubicBezTo>
                  <a:lnTo>
                    <a:pt x="75661" y="114621"/>
                  </a:lnTo>
                  <a:lnTo>
                    <a:pt x="75661" y="114621"/>
                  </a:lnTo>
                  <a:lnTo>
                    <a:pt x="75661" y="114621"/>
                  </a:lnTo>
                  <a:cubicBezTo>
                    <a:pt x="75661" y="114621"/>
                    <a:pt x="75661" y="114621"/>
                    <a:pt x="82169" y="114621"/>
                  </a:cubicBezTo>
                  <a:lnTo>
                    <a:pt x="82169" y="114621"/>
                  </a:lnTo>
                  <a:lnTo>
                    <a:pt x="82169" y="114621"/>
                  </a:lnTo>
                  <a:lnTo>
                    <a:pt x="88271" y="114621"/>
                  </a:lnTo>
                  <a:lnTo>
                    <a:pt x="88271" y="114621"/>
                  </a:lnTo>
                  <a:lnTo>
                    <a:pt x="88271" y="114621"/>
                  </a:lnTo>
                  <a:lnTo>
                    <a:pt x="88271" y="114621"/>
                  </a:lnTo>
                  <a:lnTo>
                    <a:pt x="88271" y="114621"/>
                  </a:lnTo>
                  <a:cubicBezTo>
                    <a:pt x="119796" y="114621"/>
                    <a:pt x="119796" y="114621"/>
                    <a:pt x="119796" y="114621"/>
                  </a:cubicBezTo>
                  <a:lnTo>
                    <a:pt x="119796" y="114621"/>
                  </a:lnTo>
                  <a:cubicBezTo>
                    <a:pt x="119796" y="109579"/>
                    <a:pt x="119796" y="109579"/>
                    <a:pt x="119796" y="109579"/>
                  </a:cubicBezTo>
                  <a:cubicBezTo>
                    <a:pt x="107389" y="10588"/>
                    <a:pt x="107389" y="10588"/>
                    <a:pt x="107389" y="10588"/>
                  </a:cubicBezTo>
                  <a:cubicBezTo>
                    <a:pt x="113491" y="10588"/>
                    <a:pt x="113491" y="10588"/>
                    <a:pt x="113491" y="10588"/>
                  </a:cubicBezTo>
                  <a:cubicBezTo>
                    <a:pt x="94576" y="0"/>
                    <a:pt x="94576" y="0"/>
                    <a:pt x="94576" y="0"/>
                  </a:cubicBezTo>
                  <a:cubicBezTo>
                    <a:pt x="94576" y="10588"/>
                    <a:pt x="94576" y="10588"/>
                    <a:pt x="94576" y="10588"/>
                  </a:cubicBezTo>
                  <a:cubicBezTo>
                    <a:pt x="56949" y="10588"/>
                    <a:pt x="56949" y="10588"/>
                    <a:pt x="56949" y="10588"/>
                  </a:cubicBezTo>
                  <a:cubicBezTo>
                    <a:pt x="56949" y="36470"/>
                    <a:pt x="56949" y="36470"/>
                    <a:pt x="56949" y="36470"/>
                  </a:cubicBezTo>
                  <a:cubicBezTo>
                    <a:pt x="50440" y="36470"/>
                    <a:pt x="50440" y="36470"/>
                    <a:pt x="50440" y="36470"/>
                  </a:cubicBezTo>
                  <a:cubicBezTo>
                    <a:pt x="50440" y="36470"/>
                    <a:pt x="50440" y="36470"/>
                    <a:pt x="50440" y="41680"/>
                  </a:cubicBezTo>
                  <a:cubicBezTo>
                    <a:pt x="44135" y="41680"/>
                    <a:pt x="44135" y="41680"/>
                    <a:pt x="44135" y="41680"/>
                  </a:cubicBezTo>
                  <a:lnTo>
                    <a:pt x="44135" y="47058"/>
                  </a:lnTo>
                  <a:lnTo>
                    <a:pt x="44135" y="52100"/>
                  </a:lnTo>
                  <a:lnTo>
                    <a:pt x="44135" y="52100"/>
                  </a:lnTo>
                  <a:cubicBezTo>
                    <a:pt x="44135" y="57310"/>
                    <a:pt x="44135" y="57310"/>
                    <a:pt x="44135" y="57310"/>
                  </a:cubicBezTo>
                  <a:lnTo>
                    <a:pt x="44135" y="57310"/>
                  </a:lnTo>
                  <a:cubicBezTo>
                    <a:pt x="44135" y="62521"/>
                    <a:pt x="44135" y="62521"/>
                    <a:pt x="44135" y="62521"/>
                  </a:cubicBezTo>
                  <a:cubicBezTo>
                    <a:pt x="0" y="62521"/>
                    <a:pt x="0" y="62521"/>
                    <a:pt x="0" y="62521"/>
                  </a:cubicBezTo>
                  <a:cubicBezTo>
                    <a:pt x="6508" y="62521"/>
                    <a:pt x="6508" y="62521"/>
                    <a:pt x="6508" y="67899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0" name="Shape 11750"/>
            <p:cNvSpPr/>
            <p:nvPr/>
          </p:nvSpPr>
          <p:spPr>
            <a:xfrm>
              <a:off x="3690938" y="2382838"/>
              <a:ext cx="33337" cy="1127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148" y="47692"/>
                  </a:moveTo>
                  <a:lnTo>
                    <a:pt x="79148" y="47692"/>
                  </a:lnTo>
                  <a:cubicBezTo>
                    <a:pt x="118723" y="47692"/>
                    <a:pt x="118723" y="35769"/>
                    <a:pt x="118723" y="35769"/>
                  </a:cubicBezTo>
                  <a:cubicBezTo>
                    <a:pt x="118723" y="35769"/>
                    <a:pt x="118723" y="35769"/>
                    <a:pt x="118723" y="24230"/>
                  </a:cubicBezTo>
                  <a:lnTo>
                    <a:pt x="118723" y="24230"/>
                  </a:lnTo>
                  <a:lnTo>
                    <a:pt x="118723" y="24230"/>
                  </a:lnTo>
                  <a:cubicBezTo>
                    <a:pt x="118723" y="11923"/>
                    <a:pt x="118723" y="11923"/>
                    <a:pt x="118723" y="11923"/>
                  </a:cubicBezTo>
                  <a:lnTo>
                    <a:pt x="118723" y="0"/>
                  </a:lnTo>
                  <a:lnTo>
                    <a:pt x="118723" y="0"/>
                  </a:lnTo>
                  <a:lnTo>
                    <a:pt x="118723" y="0"/>
                  </a:lnTo>
                  <a:lnTo>
                    <a:pt x="118723" y="0"/>
                  </a:lnTo>
                  <a:lnTo>
                    <a:pt x="118723" y="0"/>
                  </a:lnTo>
                  <a:lnTo>
                    <a:pt x="118723" y="0"/>
                  </a:lnTo>
                  <a:cubicBezTo>
                    <a:pt x="79148" y="0"/>
                    <a:pt x="79148" y="0"/>
                    <a:pt x="79148" y="0"/>
                  </a:cubicBezTo>
                  <a:cubicBezTo>
                    <a:pt x="79148" y="11923"/>
                    <a:pt x="79148" y="11923"/>
                    <a:pt x="79148" y="11923"/>
                  </a:cubicBezTo>
                  <a:cubicBezTo>
                    <a:pt x="0" y="11923"/>
                    <a:pt x="0" y="11923"/>
                    <a:pt x="0" y="11923"/>
                  </a:cubicBezTo>
                  <a:cubicBezTo>
                    <a:pt x="0" y="24230"/>
                    <a:pt x="0" y="24230"/>
                    <a:pt x="0" y="24230"/>
                  </a:cubicBezTo>
                  <a:lnTo>
                    <a:pt x="0" y="24230"/>
                  </a:lnTo>
                  <a:lnTo>
                    <a:pt x="0" y="24230"/>
                  </a:lnTo>
                  <a:lnTo>
                    <a:pt x="0" y="35769"/>
                  </a:lnTo>
                  <a:cubicBezTo>
                    <a:pt x="40851" y="35769"/>
                    <a:pt x="40851" y="35769"/>
                    <a:pt x="40851" y="35769"/>
                  </a:cubicBezTo>
                  <a:lnTo>
                    <a:pt x="40851" y="35769"/>
                  </a:lnTo>
                  <a:lnTo>
                    <a:pt x="40851" y="47692"/>
                  </a:lnTo>
                  <a:cubicBezTo>
                    <a:pt x="40851" y="47692"/>
                    <a:pt x="40851" y="59615"/>
                    <a:pt x="40851" y="71923"/>
                  </a:cubicBezTo>
                  <a:lnTo>
                    <a:pt x="40851" y="71923"/>
                  </a:lnTo>
                  <a:lnTo>
                    <a:pt x="40851" y="71923"/>
                  </a:lnTo>
                  <a:cubicBezTo>
                    <a:pt x="40851" y="71923"/>
                    <a:pt x="40851" y="83461"/>
                    <a:pt x="40851" y="95384"/>
                  </a:cubicBezTo>
                  <a:cubicBezTo>
                    <a:pt x="40851" y="107307"/>
                    <a:pt x="40851" y="107307"/>
                    <a:pt x="40851" y="119615"/>
                  </a:cubicBezTo>
                  <a:lnTo>
                    <a:pt x="40851" y="119615"/>
                  </a:lnTo>
                  <a:lnTo>
                    <a:pt x="40851" y="119615"/>
                  </a:lnTo>
                  <a:lnTo>
                    <a:pt x="79148" y="119615"/>
                  </a:lnTo>
                  <a:cubicBezTo>
                    <a:pt x="79148" y="119615"/>
                    <a:pt x="79148" y="119615"/>
                    <a:pt x="79148" y="107307"/>
                  </a:cubicBezTo>
                  <a:lnTo>
                    <a:pt x="79148" y="107307"/>
                  </a:lnTo>
                  <a:cubicBezTo>
                    <a:pt x="79148" y="95384"/>
                    <a:pt x="79148" y="95384"/>
                    <a:pt x="79148" y="83461"/>
                  </a:cubicBezTo>
                  <a:cubicBezTo>
                    <a:pt x="79148" y="71923"/>
                    <a:pt x="79148" y="71923"/>
                    <a:pt x="79148" y="71923"/>
                  </a:cubicBezTo>
                  <a:lnTo>
                    <a:pt x="79148" y="59615"/>
                  </a:lnTo>
                  <a:lnTo>
                    <a:pt x="79148" y="59615"/>
                  </a:lnTo>
                  <a:lnTo>
                    <a:pt x="79148" y="59615"/>
                  </a:lnTo>
                  <a:cubicBezTo>
                    <a:pt x="79148" y="47692"/>
                    <a:pt x="79148" y="47692"/>
                    <a:pt x="79148" y="4769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1" name="Shape 11751"/>
            <p:cNvSpPr/>
            <p:nvPr/>
          </p:nvSpPr>
          <p:spPr>
            <a:xfrm>
              <a:off x="3435350" y="2081213"/>
              <a:ext cx="301625" cy="3238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6523" y="111466"/>
                  </a:moveTo>
                  <a:lnTo>
                    <a:pt x="26523" y="111466"/>
                  </a:lnTo>
                  <a:lnTo>
                    <a:pt x="26523" y="115600"/>
                  </a:lnTo>
                  <a:lnTo>
                    <a:pt x="26523" y="115600"/>
                  </a:lnTo>
                  <a:lnTo>
                    <a:pt x="26523" y="115600"/>
                  </a:lnTo>
                  <a:lnTo>
                    <a:pt x="26523" y="115600"/>
                  </a:lnTo>
                  <a:lnTo>
                    <a:pt x="26523" y="119866"/>
                  </a:lnTo>
                  <a:cubicBezTo>
                    <a:pt x="30967" y="119866"/>
                    <a:pt x="30967" y="119866"/>
                    <a:pt x="30967" y="119866"/>
                  </a:cubicBezTo>
                  <a:lnTo>
                    <a:pt x="35555" y="119866"/>
                  </a:lnTo>
                  <a:lnTo>
                    <a:pt x="35555" y="119866"/>
                  </a:lnTo>
                  <a:lnTo>
                    <a:pt x="35555" y="119866"/>
                  </a:lnTo>
                  <a:lnTo>
                    <a:pt x="35555" y="119866"/>
                  </a:lnTo>
                  <a:cubicBezTo>
                    <a:pt x="35555" y="119866"/>
                    <a:pt x="35555" y="119866"/>
                    <a:pt x="35555" y="115600"/>
                  </a:cubicBezTo>
                  <a:cubicBezTo>
                    <a:pt x="39856" y="115600"/>
                    <a:pt x="39856" y="115600"/>
                    <a:pt x="39856" y="115600"/>
                  </a:cubicBezTo>
                  <a:lnTo>
                    <a:pt x="39856" y="115600"/>
                  </a:lnTo>
                  <a:cubicBezTo>
                    <a:pt x="44301" y="115600"/>
                    <a:pt x="44301" y="115600"/>
                    <a:pt x="44301" y="115600"/>
                  </a:cubicBezTo>
                  <a:lnTo>
                    <a:pt x="44301" y="115600"/>
                  </a:lnTo>
                  <a:lnTo>
                    <a:pt x="44301" y="115600"/>
                  </a:lnTo>
                  <a:lnTo>
                    <a:pt x="44301" y="115600"/>
                  </a:lnTo>
                  <a:lnTo>
                    <a:pt x="44301" y="115600"/>
                  </a:lnTo>
                  <a:lnTo>
                    <a:pt x="44301" y="115600"/>
                  </a:lnTo>
                  <a:lnTo>
                    <a:pt x="44301" y="111466"/>
                  </a:lnTo>
                  <a:lnTo>
                    <a:pt x="44301" y="111466"/>
                  </a:lnTo>
                  <a:lnTo>
                    <a:pt x="44301" y="111466"/>
                  </a:lnTo>
                  <a:lnTo>
                    <a:pt x="44301" y="111466"/>
                  </a:lnTo>
                  <a:lnTo>
                    <a:pt x="44301" y="111466"/>
                  </a:lnTo>
                  <a:cubicBezTo>
                    <a:pt x="44301" y="107333"/>
                    <a:pt x="44301" y="107333"/>
                    <a:pt x="48745" y="103333"/>
                  </a:cubicBezTo>
                  <a:lnTo>
                    <a:pt x="53189" y="103333"/>
                  </a:lnTo>
                  <a:lnTo>
                    <a:pt x="53189" y="103333"/>
                  </a:lnTo>
                  <a:cubicBezTo>
                    <a:pt x="53189" y="103333"/>
                    <a:pt x="53189" y="103333"/>
                    <a:pt x="53189" y="99066"/>
                  </a:cubicBezTo>
                  <a:cubicBezTo>
                    <a:pt x="53189" y="99066"/>
                    <a:pt x="53189" y="94933"/>
                    <a:pt x="57634" y="94933"/>
                  </a:cubicBezTo>
                  <a:lnTo>
                    <a:pt x="57634" y="94933"/>
                  </a:lnTo>
                  <a:cubicBezTo>
                    <a:pt x="57634" y="90800"/>
                    <a:pt x="57634" y="90800"/>
                    <a:pt x="57634" y="90800"/>
                  </a:cubicBezTo>
                  <a:cubicBezTo>
                    <a:pt x="62078" y="94933"/>
                    <a:pt x="62078" y="94933"/>
                    <a:pt x="62078" y="94933"/>
                  </a:cubicBezTo>
                  <a:cubicBezTo>
                    <a:pt x="62078" y="90800"/>
                    <a:pt x="66523" y="90800"/>
                    <a:pt x="66523" y="90800"/>
                  </a:cubicBezTo>
                  <a:lnTo>
                    <a:pt x="66523" y="90800"/>
                  </a:lnTo>
                  <a:lnTo>
                    <a:pt x="66523" y="90800"/>
                  </a:lnTo>
                  <a:lnTo>
                    <a:pt x="66523" y="90800"/>
                  </a:lnTo>
                  <a:lnTo>
                    <a:pt x="66523" y="90800"/>
                  </a:lnTo>
                  <a:lnTo>
                    <a:pt x="66523" y="86800"/>
                  </a:lnTo>
                  <a:cubicBezTo>
                    <a:pt x="71111" y="86800"/>
                    <a:pt x="71111" y="86800"/>
                    <a:pt x="71111" y="86800"/>
                  </a:cubicBezTo>
                  <a:lnTo>
                    <a:pt x="71111" y="86800"/>
                  </a:lnTo>
                  <a:cubicBezTo>
                    <a:pt x="71111" y="82533"/>
                    <a:pt x="71111" y="82533"/>
                    <a:pt x="71111" y="82533"/>
                  </a:cubicBezTo>
                  <a:cubicBezTo>
                    <a:pt x="75412" y="82533"/>
                    <a:pt x="75412" y="82533"/>
                    <a:pt x="75412" y="82533"/>
                  </a:cubicBezTo>
                  <a:cubicBezTo>
                    <a:pt x="75412" y="82533"/>
                    <a:pt x="75412" y="82533"/>
                    <a:pt x="79856" y="82533"/>
                  </a:cubicBezTo>
                  <a:lnTo>
                    <a:pt x="79856" y="82533"/>
                  </a:lnTo>
                  <a:cubicBezTo>
                    <a:pt x="84301" y="78533"/>
                    <a:pt x="84301" y="78533"/>
                    <a:pt x="88888" y="78533"/>
                  </a:cubicBezTo>
                  <a:cubicBezTo>
                    <a:pt x="88888" y="78533"/>
                    <a:pt x="88888" y="78533"/>
                    <a:pt x="93189" y="78533"/>
                  </a:cubicBezTo>
                  <a:lnTo>
                    <a:pt x="93189" y="78533"/>
                  </a:lnTo>
                  <a:lnTo>
                    <a:pt x="93189" y="78533"/>
                  </a:lnTo>
                  <a:cubicBezTo>
                    <a:pt x="93189" y="78533"/>
                    <a:pt x="93189" y="78533"/>
                    <a:pt x="97634" y="78533"/>
                  </a:cubicBezTo>
                  <a:lnTo>
                    <a:pt x="97634" y="78533"/>
                  </a:lnTo>
                  <a:cubicBezTo>
                    <a:pt x="97634" y="78533"/>
                    <a:pt x="97634" y="78533"/>
                    <a:pt x="102078" y="74400"/>
                  </a:cubicBezTo>
                  <a:lnTo>
                    <a:pt x="102078" y="74400"/>
                  </a:lnTo>
                  <a:lnTo>
                    <a:pt x="106666" y="74400"/>
                  </a:lnTo>
                  <a:lnTo>
                    <a:pt x="106666" y="74400"/>
                  </a:lnTo>
                  <a:lnTo>
                    <a:pt x="110967" y="74400"/>
                  </a:lnTo>
                  <a:cubicBezTo>
                    <a:pt x="115412" y="74400"/>
                    <a:pt x="115412" y="74400"/>
                    <a:pt x="115412" y="74400"/>
                  </a:cubicBezTo>
                  <a:lnTo>
                    <a:pt x="115412" y="74400"/>
                  </a:lnTo>
                  <a:lnTo>
                    <a:pt x="119856" y="74400"/>
                  </a:lnTo>
                  <a:lnTo>
                    <a:pt x="119856" y="74400"/>
                  </a:lnTo>
                  <a:cubicBezTo>
                    <a:pt x="119856" y="74400"/>
                    <a:pt x="119856" y="70400"/>
                    <a:pt x="119856" y="66133"/>
                  </a:cubicBezTo>
                  <a:lnTo>
                    <a:pt x="119856" y="66133"/>
                  </a:lnTo>
                  <a:cubicBezTo>
                    <a:pt x="119856" y="62000"/>
                    <a:pt x="119856" y="62000"/>
                    <a:pt x="119856" y="62000"/>
                  </a:cubicBezTo>
                  <a:cubicBezTo>
                    <a:pt x="119856" y="57866"/>
                    <a:pt x="119856" y="53866"/>
                    <a:pt x="119856" y="53866"/>
                  </a:cubicBezTo>
                  <a:lnTo>
                    <a:pt x="115412" y="53866"/>
                  </a:lnTo>
                  <a:lnTo>
                    <a:pt x="115412" y="53866"/>
                  </a:lnTo>
                  <a:cubicBezTo>
                    <a:pt x="110967" y="49600"/>
                    <a:pt x="110967" y="49600"/>
                    <a:pt x="110967" y="49600"/>
                  </a:cubicBezTo>
                  <a:cubicBezTo>
                    <a:pt x="110967" y="45466"/>
                    <a:pt x="110967" y="45466"/>
                    <a:pt x="110967" y="45466"/>
                  </a:cubicBezTo>
                  <a:lnTo>
                    <a:pt x="110967" y="45466"/>
                  </a:lnTo>
                  <a:cubicBezTo>
                    <a:pt x="110967" y="45466"/>
                    <a:pt x="110967" y="41333"/>
                    <a:pt x="106666" y="41333"/>
                  </a:cubicBezTo>
                  <a:lnTo>
                    <a:pt x="106666" y="41333"/>
                  </a:lnTo>
                  <a:cubicBezTo>
                    <a:pt x="97634" y="33066"/>
                    <a:pt x="97634" y="33066"/>
                    <a:pt x="97634" y="33066"/>
                  </a:cubicBezTo>
                  <a:lnTo>
                    <a:pt x="97634" y="33066"/>
                  </a:lnTo>
                  <a:cubicBezTo>
                    <a:pt x="48745" y="0"/>
                    <a:pt x="48745" y="0"/>
                    <a:pt x="48745" y="0"/>
                  </a:cubicBezTo>
                  <a:cubicBezTo>
                    <a:pt x="44301" y="0"/>
                    <a:pt x="44301" y="0"/>
                    <a:pt x="44301" y="0"/>
                  </a:cubicBezTo>
                  <a:cubicBezTo>
                    <a:pt x="48745" y="66133"/>
                    <a:pt x="48745" y="66133"/>
                    <a:pt x="48745" y="66133"/>
                  </a:cubicBezTo>
                  <a:cubicBezTo>
                    <a:pt x="53189" y="70400"/>
                    <a:pt x="53189" y="70400"/>
                    <a:pt x="53189" y="70400"/>
                  </a:cubicBezTo>
                  <a:cubicBezTo>
                    <a:pt x="48745" y="82533"/>
                    <a:pt x="48745" y="82533"/>
                    <a:pt x="48745" y="82533"/>
                  </a:cubicBezTo>
                  <a:cubicBezTo>
                    <a:pt x="22078" y="82533"/>
                    <a:pt x="22078" y="82533"/>
                    <a:pt x="22078" y="82533"/>
                  </a:cubicBezTo>
                  <a:lnTo>
                    <a:pt x="22078" y="82533"/>
                  </a:lnTo>
                  <a:lnTo>
                    <a:pt x="22078" y="82533"/>
                  </a:lnTo>
                  <a:cubicBezTo>
                    <a:pt x="17777" y="82533"/>
                    <a:pt x="17777" y="82533"/>
                    <a:pt x="17777" y="82533"/>
                  </a:cubicBezTo>
                  <a:lnTo>
                    <a:pt x="13189" y="82533"/>
                  </a:lnTo>
                  <a:lnTo>
                    <a:pt x="13189" y="82533"/>
                  </a:lnTo>
                  <a:lnTo>
                    <a:pt x="8745" y="82533"/>
                  </a:lnTo>
                  <a:lnTo>
                    <a:pt x="8745" y="82533"/>
                  </a:lnTo>
                  <a:cubicBezTo>
                    <a:pt x="8745" y="86800"/>
                    <a:pt x="8745" y="86800"/>
                    <a:pt x="4301" y="86800"/>
                  </a:cubicBezTo>
                  <a:lnTo>
                    <a:pt x="4301" y="86800"/>
                  </a:lnTo>
                  <a:lnTo>
                    <a:pt x="0" y="82533"/>
                  </a:lnTo>
                  <a:cubicBezTo>
                    <a:pt x="0" y="86800"/>
                    <a:pt x="0" y="86800"/>
                    <a:pt x="0" y="86800"/>
                  </a:cubicBezTo>
                  <a:lnTo>
                    <a:pt x="0" y="90800"/>
                  </a:lnTo>
                  <a:lnTo>
                    <a:pt x="0" y="90800"/>
                  </a:lnTo>
                  <a:cubicBezTo>
                    <a:pt x="0" y="94933"/>
                    <a:pt x="0" y="94933"/>
                    <a:pt x="0" y="94933"/>
                  </a:cubicBezTo>
                  <a:lnTo>
                    <a:pt x="0" y="94933"/>
                  </a:lnTo>
                  <a:lnTo>
                    <a:pt x="0" y="94933"/>
                  </a:lnTo>
                  <a:cubicBezTo>
                    <a:pt x="0" y="94933"/>
                    <a:pt x="4301" y="94933"/>
                    <a:pt x="4301" y="99066"/>
                  </a:cubicBezTo>
                  <a:cubicBezTo>
                    <a:pt x="4301" y="99066"/>
                    <a:pt x="4301" y="99066"/>
                    <a:pt x="4301" y="103333"/>
                  </a:cubicBezTo>
                  <a:lnTo>
                    <a:pt x="4301" y="103333"/>
                  </a:lnTo>
                  <a:lnTo>
                    <a:pt x="4301" y="103333"/>
                  </a:lnTo>
                  <a:lnTo>
                    <a:pt x="4301" y="103333"/>
                  </a:lnTo>
                  <a:lnTo>
                    <a:pt x="4301" y="103333"/>
                  </a:lnTo>
                  <a:lnTo>
                    <a:pt x="4301" y="103333"/>
                  </a:lnTo>
                  <a:lnTo>
                    <a:pt x="4301" y="103333"/>
                  </a:lnTo>
                  <a:lnTo>
                    <a:pt x="4301" y="103333"/>
                  </a:lnTo>
                  <a:lnTo>
                    <a:pt x="4301" y="103333"/>
                  </a:lnTo>
                  <a:cubicBezTo>
                    <a:pt x="8745" y="103333"/>
                    <a:pt x="8745" y="103333"/>
                    <a:pt x="8745" y="103333"/>
                  </a:cubicBezTo>
                  <a:lnTo>
                    <a:pt x="8745" y="103333"/>
                  </a:lnTo>
                  <a:cubicBezTo>
                    <a:pt x="8745" y="103333"/>
                    <a:pt x="8745" y="103333"/>
                    <a:pt x="13189" y="103333"/>
                  </a:cubicBezTo>
                  <a:lnTo>
                    <a:pt x="13189" y="103333"/>
                  </a:lnTo>
                  <a:lnTo>
                    <a:pt x="13189" y="103333"/>
                  </a:lnTo>
                  <a:lnTo>
                    <a:pt x="13189" y="103333"/>
                  </a:lnTo>
                  <a:lnTo>
                    <a:pt x="17777" y="103333"/>
                  </a:lnTo>
                  <a:lnTo>
                    <a:pt x="17777" y="103333"/>
                  </a:lnTo>
                  <a:cubicBezTo>
                    <a:pt x="17777" y="99066"/>
                    <a:pt x="17777" y="99066"/>
                    <a:pt x="17777" y="99066"/>
                  </a:cubicBezTo>
                  <a:lnTo>
                    <a:pt x="17777" y="99066"/>
                  </a:lnTo>
                  <a:cubicBezTo>
                    <a:pt x="22078" y="99066"/>
                    <a:pt x="22078" y="99066"/>
                    <a:pt x="22078" y="103333"/>
                  </a:cubicBezTo>
                  <a:cubicBezTo>
                    <a:pt x="22078" y="103333"/>
                    <a:pt x="22078" y="103333"/>
                    <a:pt x="22078" y="107333"/>
                  </a:cubicBezTo>
                  <a:lnTo>
                    <a:pt x="22078" y="107333"/>
                  </a:lnTo>
                  <a:lnTo>
                    <a:pt x="22078" y="107333"/>
                  </a:lnTo>
                  <a:lnTo>
                    <a:pt x="22078" y="107333"/>
                  </a:lnTo>
                  <a:cubicBezTo>
                    <a:pt x="22078" y="107333"/>
                    <a:pt x="22078" y="107333"/>
                    <a:pt x="26523" y="107333"/>
                  </a:cubicBezTo>
                  <a:lnTo>
                    <a:pt x="26523" y="111466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2" name="Shape 11752"/>
            <p:cNvSpPr/>
            <p:nvPr/>
          </p:nvSpPr>
          <p:spPr>
            <a:xfrm>
              <a:off x="4706938" y="2070100"/>
              <a:ext cx="66675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358" y="0"/>
                  </a:moveTo>
                  <a:lnTo>
                    <a:pt x="119358" y="0"/>
                  </a:lnTo>
                  <a:lnTo>
                    <a:pt x="119358" y="0"/>
                  </a:lnTo>
                  <a:cubicBezTo>
                    <a:pt x="98823" y="29760"/>
                    <a:pt x="98823" y="29760"/>
                    <a:pt x="98823" y="29760"/>
                  </a:cubicBezTo>
                  <a:cubicBezTo>
                    <a:pt x="98823" y="60480"/>
                    <a:pt x="79572" y="89280"/>
                    <a:pt x="79572" y="89280"/>
                  </a:cubicBezTo>
                  <a:cubicBezTo>
                    <a:pt x="79572" y="89280"/>
                    <a:pt x="59679" y="89280"/>
                    <a:pt x="59679" y="60480"/>
                  </a:cubicBezTo>
                  <a:lnTo>
                    <a:pt x="59679" y="60480"/>
                  </a:lnTo>
                  <a:lnTo>
                    <a:pt x="59679" y="60480"/>
                  </a:lnTo>
                  <a:cubicBezTo>
                    <a:pt x="59679" y="89280"/>
                    <a:pt x="59679" y="89280"/>
                    <a:pt x="59679" y="89280"/>
                  </a:cubicBezTo>
                  <a:lnTo>
                    <a:pt x="59679" y="89280"/>
                  </a:lnTo>
                  <a:cubicBezTo>
                    <a:pt x="39786" y="89280"/>
                    <a:pt x="39786" y="89280"/>
                    <a:pt x="39786" y="89280"/>
                  </a:cubicBezTo>
                  <a:lnTo>
                    <a:pt x="39786" y="89280"/>
                  </a:lnTo>
                  <a:cubicBezTo>
                    <a:pt x="19251" y="89280"/>
                    <a:pt x="19251" y="89280"/>
                    <a:pt x="19251" y="89280"/>
                  </a:cubicBezTo>
                  <a:lnTo>
                    <a:pt x="19251" y="89280"/>
                  </a:lnTo>
                  <a:lnTo>
                    <a:pt x="19251" y="89280"/>
                  </a:lnTo>
                  <a:cubicBezTo>
                    <a:pt x="0" y="89280"/>
                    <a:pt x="0" y="89280"/>
                    <a:pt x="0" y="89280"/>
                  </a:cubicBezTo>
                  <a:lnTo>
                    <a:pt x="0" y="119040"/>
                  </a:lnTo>
                  <a:lnTo>
                    <a:pt x="0" y="119040"/>
                  </a:lnTo>
                  <a:cubicBezTo>
                    <a:pt x="0" y="119040"/>
                    <a:pt x="19251" y="119040"/>
                    <a:pt x="39786" y="119040"/>
                  </a:cubicBezTo>
                  <a:cubicBezTo>
                    <a:pt x="39786" y="119040"/>
                    <a:pt x="39786" y="119040"/>
                    <a:pt x="59679" y="119040"/>
                  </a:cubicBezTo>
                  <a:lnTo>
                    <a:pt x="79572" y="119040"/>
                  </a:lnTo>
                  <a:cubicBezTo>
                    <a:pt x="79572" y="119040"/>
                    <a:pt x="79572" y="89280"/>
                    <a:pt x="98823" y="89280"/>
                  </a:cubicBezTo>
                  <a:lnTo>
                    <a:pt x="98823" y="89280"/>
                  </a:lnTo>
                  <a:cubicBezTo>
                    <a:pt x="98823" y="60480"/>
                    <a:pt x="98823" y="60480"/>
                    <a:pt x="98823" y="60480"/>
                  </a:cubicBezTo>
                  <a:lnTo>
                    <a:pt x="98823" y="60480"/>
                  </a:lnTo>
                  <a:cubicBezTo>
                    <a:pt x="98823" y="60480"/>
                    <a:pt x="98823" y="29760"/>
                    <a:pt x="119358" y="29760"/>
                  </a:cubicBezTo>
                  <a:lnTo>
                    <a:pt x="119358" y="29760"/>
                  </a:lnTo>
                  <a:lnTo>
                    <a:pt x="119358" y="29760"/>
                  </a:lnTo>
                  <a:lnTo>
                    <a:pt x="119358" y="29760"/>
                  </a:lnTo>
                  <a:cubicBezTo>
                    <a:pt x="119358" y="29760"/>
                    <a:pt x="119358" y="29760"/>
                    <a:pt x="119358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3" name="Shape 11753"/>
            <p:cNvSpPr/>
            <p:nvPr/>
          </p:nvSpPr>
          <p:spPr>
            <a:xfrm>
              <a:off x="4360863" y="1925638"/>
              <a:ext cx="401637" cy="3349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0000" y="111870"/>
                  </a:moveTo>
                  <a:lnTo>
                    <a:pt x="50000" y="111870"/>
                  </a:lnTo>
                  <a:lnTo>
                    <a:pt x="50000" y="111870"/>
                  </a:lnTo>
                  <a:cubicBezTo>
                    <a:pt x="53225" y="111870"/>
                    <a:pt x="53225" y="111870"/>
                    <a:pt x="53225" y="111870"/>
                  </a:cubicBezTo>
                  <a:lnTo>
                    <a:pt x="53225" y="111870"/>
                  </a:lnTo>
                  <a:cubicBezTo>
                    <a:pt x="56666" y="111870"/>
                    <a:pt x="56666" y="111870"/>
                    <a:pt x="56666" y="111870"/>
                  </a:cubicBezTo>
                  <a:lnTo>
                    <a:pt x="56666" y="111870"/>
                  </a:lnTo>
                  <a:cubicBezTo>
                    <a:pt x="60000" y="111870"/>
                    <a:pt x="60000" y="111870"/>
                    <a:pt x="60000" y="115870"/>
                  </a:cubicBezTo>
                  <a:cubicBezTo>
                    <a:pt x="63333" y="115870"/>
                    <a:pt x="63333" y="115870"/>
                    <a:pt x="63333" y="115870"/>
                  </a:cubicBezTo>
                  <a:cubicBezTo>
                    <a:pt x="66559" y="115870"/>
                    <a:pt x="66559" y="119870"/>
                    <a:pt x="70000" y="119870"/>
                  </a:cubicBezTo>
                  <a:lnTo>
                    <a:pt x="70000" y="119870"/>
                  </a:lnTo>
                  <a:lnTo>
                    <a:pt x="70000" y="119870"/>
                  </a:lnTo>
                  <a:lnTo>
                    <a:pt x="70000" y="119870"/>
                  </a:lnTo>
                  <a:cubicBezTo>
                    <a:pt x="70000" y="115870"/>
                    <a:pt x="70000" y="115870"/>
                    <a:pt x="70000" y="115870"/>
                  </a:cubicBezTo>
                  <a:cubicBezTo>
                    <a:pt x="73333" y="115870"/>
                    <a:pt x="73333" y="111870"/>
                    <a:pt x="76666" y="111870"/>
                  </a:cubicBezTo>
                  <a:lnTo>
                    <a:pt x="79892" y="108000"/>
                  </a:lnTo>
                  <a:cubicBezTo>
                    <a:pt x="83333" y="103870"/>
                    <a:pt x="83333" y="103870"/>
                    <a:pt x="83333" y="103870"/>
                  </a:cubicBezTo>
                  <a:cubicBezTo>
                    <a:pt x="83333" y="103870"/>
                    <a:pt x="83333" y="103870"/>
                    <a:pt x="86666" y="103870"/>
                  </a:cubicBezTo>
                  <a:lnTo>
                    <a:pt x="86666" y="103870"/>
                  </a:lnTo>
                  <a:lnTo>
                    <a:pt x="86666" y="103870"/>
                  </a:lnTo>
                  <a:lnTo>
                    <a:pt x="90000" y="103870"/>
                  </a:lnTo>
                  <a:cubicBezTo>
                    <a:pt x="90000" y="103870"/>
                    <a:pt x="93225" y="103870"/>
                    <a:pt x="93225" y="99870"/>
                  </a:cubicBezTo>
                  <a:cubicBezTo>
                    <a:pt x="93225" y="99870"/>
                    <a:pt x="96666" y="99870"/>
                    <a:pt x="100000" y="99870"/>
                  </a:cubicBezTo>
                  <a:lnTo>
                    <a:pt x="100000" y="99870"/>
                  </a:lnTo>
                  <a:lnTo>
                    <a:pt x="100000" y="99870"/>
                  </a:lnTo>
                  <a:lnTo>
                    <a:pt x="100000" y="99870"/>
                  </a:lnTo>
                  <a:lnTo>
                    <a:pt x="100000" y="99870"/>
                  </a:lnTo>
                  <a:lnTo>
                    <a:pt x="100000" y="99870"/>
                  </a:lnTo>
                  <a:cubicBezTo>
                    <a:pt x="100000" y="99870"/>
                    <a:pt x="103333" y="99870"/>
                    <a:pt x="103333" y="95870"/>
                  </a:cubicBezTo>
                  <a:cubicBezTo>
                    <a:pt x="106559" y="95870"/>
                    <a:pt x="110000" y="95870"/>
                    <a:pt x="110000" y="95870"/>
                  </a:cubicBezTo>
                  <a:cubicBezTo>
                    <a:pt x="110000" y="92000"/>
                    <a:pt x="113333" y="92000"/>
                    <a:pt x="116666" y="92000"/>
                  </a:cubicBezTo>
                  <a:cubicBezTo>
                    <a:pt x="119892" y="76000"/>
                    <a:pt x="119892" y="76000"/>
                    <a:pt x="119892" y="76000"/>
                  </a:cubicBezTo>
                  <a:lnTo>
                    <a:pt x="119892" y="76000"/>
                  </a:lnTo>
                  <a:cubicBezTo>
                    <a:pt x="119892" y="76000"/>
                    <a:pt x="119892" y="76000"/>
                    <a:pt x="116666" y="76000"/>
                  </a:cubicBezTo>
                  <a:cubicBezTo>
                    <a:pt x="116666" y="76000"/>
                    <a:pt x="113333" y="76000"/>
                    <a:pt x="110000" y="76000"/>
                  </a:cubicBezTo>
                  <a:lnTo>
                    <a:pt x="110000" y="76000"/>
                  </a:lnTo>
                  <a:cubicBezTo>
                    <a:pt x="106559" y="76000"/>
                    <a:pt x="103333" y="76000"/>
                    <a:pt x="103333" y="76000"/>
                  </a:cubicBezTo>
                  <a:lnTo>
                    <a:pt x="103333" y="76000"/>
                  </a:lnTo>
                  <a:cubicBezTo>
                    <a:pt x="100000" y="76000"/>
                    <a:pt x="100000" y="71870"/>
                    <a:pt x="96666" y="67870"/>
                  </a:cubicBezTo>
                  <a:lnTo>
                    <a:pt x="96666" y="67870"/>
                  </a:lnTo>
                  <a:lnTo>
                    <a:pt x="96666" y="67870"/>
                  </a:lnTo>
                  <a:cubicBezTo>
                    <a:pt x="96666" y="63870"/>
                    <a:pt x="96666" y="63870"/>
                    <a:pt x="96666" y="63870"/>
                  </a:cubicBezTo>
                  <a:lnTo>
                    <a:pt x="96666" y="63870"/>
                  </a:lnTo>
                  <a:lnTo>
                    <a:pt x="96666" y="63870"/>
                  </a:lnTo>
                  <a:cubicBezTo>
                    <a:pt x="96666" y="63870"/>
                    <a:pt x="96666" y="63870"/>
                    <a:pt x="96666" y="60000"/>
                  </a:cubicBezTo>
                  <a:lnTo>
                    <a:pt x="96666" y="60000"/>
                  </a:lnTo>
                  <a:cubicBezTo>
                    <a:pt x="96666" y="60000"/>
                    <a:pt x="96666" y="60000"/>
                    <a:pt x="96666" y="55870"/>
                  </a:cubicBezTo>
                  <a:lnTo>
                    <a:pt x="93225" y="60000"/>
                  </a:lnTo>
                  <a:lnTo>
                    <a:pt x="93225" y="60000"/>
                  </a:lnTo>
                  <a:cubicBezTo>
                    <a:pt x="93225" y="60000"/>
                    <a:pt x="93225" y="55870"/>
                    <a:pt x="90000" y="51870"/>
                  </a:cubicBezTo>
                  <a:lnTo>
                    <a:pt x="86666" y="48000"/>
                  </a:lnTo>
                  <a:cubicBezTo>
                    <a:pt x="86666" y="48000"/>
                    <a:pt x="86666" y="48000"/>
                    <a:pt x="86666" y="44000"/>
                  </a:cubicBezTo>
                  <a:lnTo>
                    <a:pt x="86666" y="44000"/>
                  </a:lnTo>
                  <a:cubicBezTo>
                    <a:pt x="86666" y="39870"/>
                    <a:pt x="86666" y="39870"/>
                    <a:pt x="86666" y="39870"/>
                  </a:cubicBezTo>
                  <a:lnTo>
                    <a:pt x="86666" y="39870"/>
                  </a:lnTo>
                  <a:lnTo>
                    <a:pt x="86666" y="39870"/>
                  </a:lnTo>
                  <a:cubicBezTo>
                    <a:pt x="86666" y="35870"/>
                    <a:pt x="83333" y="35870"/>
                    <a:pt x="83333" y="35870"/>
                  </a:cubicBezTo>
                  <a:cubicBezTo>
                    <a:pt x="83333" y="35870"/>
                    <a:pt x="79892" y="32000"/>
                    <a:pt x="79892" y="28000"/>
                  </a:cubicBezTo>
                  <a:cubicBezTo>
                    <a:pt x="76666" y="28000"/>
                    <a:pt x="76666" y="28000"/>
                    <a:pt x="76666" y="28000"/>
                  </a:cubicBezTo>
                  <a:lnTo>
                    <a:pt x="76666" y="28000"/>
                  </a:lnTo>
                  <a:lnTo>
                    <a:pt x="76666" y="28000"/>
                  </a:lnTo>
                  <a:cubicBezTo>
                    <a:pt x="73333" y="28000"/>
                    <a:pt x="73333" y="28000"/>
                    <a:pt x="73333" y="23870"/>
                  </a:cubicBezTo>
                  <a:lnTo>
                    <a:pt x="73333" y="23870"/>
                  </a:lnTo>
                  <a:cubicBezTo>
                    <a:pt x="70000" y="23870"/>
                    <a:pt x="70000" y="23870"/>
                    <a:pt x="70000" y="23870"/>
                  </a:cubicBezTo>
                  <a:lnTo>
                    <a:pt x="70000" y="23870"/>
                  </a:lnTo>
                  <a:lnTo>
                    <a:pt x="70000" y="23870"/>
                  </a:lnTo>
                  <a:lnTo>
                    <a:pt x="70000" y="23870"/>
                  </a:lnTo>
                  <a:lnTo>
                    <a:pt x="70000" y="23870"/>
                  </a:lnTo>
                  <a:lnTo>
                    <a:pt x="70000" y="23870"/>
                  </a:lnTo>
                  <a:cubicBezTo>
                    <a:pt x="66559" y="23870"/>
                    <a:pt x="66559" y="23870"/>
                    <a:pt x="66559" y="23870"/>
                  </a:cubicBezTo>
                  <a:lnTo>
                    <a:pt x="66559" y="23870"/>
                  </a:lnTo>
                  <a:cubicBezTo>
                    <a:pt x="63333" y="23870"/>
                    <a:pt x="60000" y="23870"/>
                    <a:pt x="56666" y="23870"/>
                  </a:cubicBezTo>
                  <a:cubicBezTo>
                    <a:pt x="53225" y="19870"/>
                    <a:pt x="50000" y="16000"/>
                    <a:pt x="50000" y="12000"/>
                  </a:cubicBezTo>
                  <a:cubicBezTo>
                    <a:pt x="46666" y="12000"/>
                    <a:pt x="46666" y="12000"/>
                    <a:pt x="46666" y="12000"/>
                  </a:cubicBezTo>
                  <a:lnTo>
                    <a:pt x="43333" y="7870"/>
                  </a:lnTo>
                  <a:lnTo>
                    <a:pt x="39892" y="3870"/>
                  </a:lnTo>
                  <a:lnTo>
                    <a:pt x="39892" y="3870"/>
                  </a:lnTo>
                  <a:lnTo>
                    <a:pt x="39892" y="3870"/>
                  </a:lnTo>
                  <a:cubicBezTo>
                    <a:pt x="39892" y="3870"/>
                    <a:pt x="39892" y="3870"/>
                    <a:pt x="36666" y="3870"/>
                  </a:cubicBezTo>
                  <a:lnTo>
                    <a:pt x="36666" y="3870"/>
                  </a:lnTo>
                  <a:cubicBezTo>
                    <a:pt x="36666" y="3870"/>
                    <a:pt x="36666" y="3870"/>
                    <a:pt x="33333" y="3870"/>
                  </a:cubicBezTo>
                  <a:cubicBezTo>
                    <a:pt x="33333" y="3870"/>
                    <a:pt x="33333" y="3870"/>
                    <a:pt x="33333" y="0"/>
                  </a:cubicBezTo>
                  <a:cubicBezTo>
                    <a:pt x="33333" y="0"/>
                    <a:pt x="33333" y="0"/>
                    <a:pt x="29892" y="0"/>
                  </a:cubicBezTo>
                  <a:lnTo>
                    <a:pt x="29892" y="0"/>
                  </a:lnTo>
                  <a:cubicBezTo>
                    <a:pt x="26666" y="0"/>
                    <a:pt x="26666" y="0"/>
                    <a:pt x="26666" y="0"/>
                  </a:cubicBezTo>
                  <a:lnTo>
                    <a:pt x="23333" y="0"/>
                  </a:lnTo>
                  <a:cubicBezTo>
                    <a:pt x="23333" y="3870"/>
                    <a:pt x="23333" y="3870"/>
                    <a:pt x="23333" y="3870"/>
                  </a:cubicBezTo>
                  <a:cubicBezTo>
                    <a:pt x="23333" y="0"/>
                    <a:pt x="23333" y="0"/>
                    <a:pt x="23333" y="0"/>
                  </a:cubicBezTo>
                  <a:lnTo>
                    <a:pt x="23333" y="0"/>
                  </a:lnTo>
                  <a:cubicBezTo>
                    <a:pt x="20000" y="0"/>
                    <a:pt x="20000" y="0"/>
                    <a:pt x="20000" y="0"/>
                  </a:cubicBezTo>
                  <a:lnTo>
                    <a:pt x="20000" y="0"/>
                  </a:lnTo>
                  <a:cubicBezTo>
                    <a:pt x="20000" y="0"/>
                    <a:pt x="20000" y="0"/>
                    <a:pt x="16666" y="0"/>
                  </a:cubicBezTo>
                  <a:cubicBezTo>
                    <a:pt x="20000" y="0"/>
                    <a:pt x="20000" y="3870"/>
                    <a:pt x="20000" y="3870"/>
                  </a:cubicBezTo>
                  <a:lnTo>
                    <a:pt x="20000" y="3870"/>
                  </a:lnTo>
                  <a:lnTo>
                    <a:pt x="20000" y="3870"/>
                  </a:lnTo>
                  <a:lnTo>
                    <a:pt x="20000" y="3870"/>
                  </a:lnTo>
                  <a:cubicBezTo>
                    <a:pt x="20000" y="7870"/>
                    <a:pt x="20000" y="12000"/>
                    <a:pt x="16666" y="12000"/>
                  </a:cubicBezTo>
                  <a:lnTo>
                    <a:pt x="16666" y="12000"/>
                  </a:lnTo>
                  <a:cubicBezTo>
                    <a:pt x="16666" y="16000"/>
                    <a:pt x="13333" y="16000"/>
                    <a:pt x="13333" y="16000"/>
                  </a:cubicBezTo>
                  <a:lnTo>
                    <a:pt x="13333" y="16000"/>
                  </a:lnTo>
                  <a:lnTo>
                    <a:pt x="13333" y="16000"/>
                  </a:lnTo>
                  <a:lnTo>
                    <a:pt x="10000" y="16000"/>
                  </a:lnTo>
                  <a:cubicBezTo>
                    <a:pt x="10000" y="19870"/>
                    <a:pt x="10000" y="19870"/>
                    <a:pt x="6666" y="19870"/>
                  </a:cubicBezTo>
                  <a:lnTo>
                    <a:pt x="6666" y="19870"/>
                  </a:lnTo>
                  <a:cubicBezTo>
                    <a:pt x="6666" y="23870"/>
                    <a:pt x="6666" y="23870"/>
                    <a:pt x="3333" y="23870"/>
                  </a:cubicBezTo>
                  <a:lnTo>
                    <a:pt x="3333" y="23870"/>
                  </a:lnTo>
                  <a:lnTo>
                    <a:pt x="3333" y="23870"/>
                  </a:lnTo>
                  <a:lnTo>
                    <a:pt x="3333" y="19870"/>
                  </a:lnTo>
                  <a:lnTo>
                    <a:pt x="0" y="19870"/>
                  </a:lnTo>
                  <a:cubicBezTo>
                    <a:pt x="0" y="23870"/>
                    <a:pt x="0" y="23870"/>
                    <a:pt x="0" y="23870"/>
                  </a:cubicBezTo>
                  <a:cubicBezTo>
                    <a:pt x="3333" y="23870"/>
                    <a:pt x="3333" y="28000"/>
                    <a:pt x="3333" y="28000"/>
                  </a:cubicBezTo>
                  <a:cubicBezTo>
                    <a:pt x="6666" y="32000"/>
                    <a:pt x="6666" y="35870"/>
                    <a:pt x="10000" y="39870"/>
                  </a:cubicBezTo>
                  <a:cubicBezTo>
                    <a:pt x="10000" y="44000"/>
                    <a:pt x="10000" y="44000"/>
                    <a:pt x="10000" y="44000"/>
                  </a:cubicBezTo>
                  <a:cubicBezTo>
                    <a:pt x="10000" y="44000"/>
                    <a:pt x="13333" y="44000"/>
                    <a:pt x="13333" y="48000"/>
                  </a:cubicBezTo>
                  <a:cubicBezTo>
                    <a:pt x="13333" y="48000"/>
                    <a:pt x="16666" y="51870"/>
                    <a:pt x="16666" y="55870"/>
                  </a:cubicBezTo>
                  <a:lnTo>
                    <a:pt x="16666" y="55870"/>
                  </a:lnTo>
                  <a:cubicBezTo>
                    <a:pt x="16666" y="55870"/>
                    <a:pt x="16666" y="55870"/>
                    <a:pt x="16666" y="60000"/>
                  </a:cubicBezTo>
                  <a:cubicBezTo>
                    <a:pt x="20000" y="60000"/>
                    <a:pt x="20000" y="60000"/>
                    <a:pt x="20000" y="60000"/>
                  </a:cubicBezTo>
                  <a:cubicBezTo>
                    <a:pt x="20000" y="60000"/>
                    <a:pt x="23333" y="60000"/>
                    <a:pt x="23333" y="63870"/>
                  </a:cubicBezTo>
                  <a:cubicBezTo>
                    <a:pt x="23333" y="63870"/>
                    <a:pt x="23333" y="63870"/>
                    <a:pt x="23333" y="67870"/>
                  </a:cubicBezTo>
                  <a:cubicBezTo>
                    <a:pt x="26666" y="67870"/>
                    <a:pt x="26666" y="67870"/>
                    <a:pt x="26666" y="67870"/>
                  </a:cubicBezTo>
                  <a:cubicBezTo>
                    <a:pt x="26666" y="71870"/>
                    <a:pt x="26666" y="76000"/>
                    <a:pt x="26666" y="76000"/>
                  </a:cubicBezTo>
                  <a:lnTo>
                    <a:pt x="26666" y="76000"/>
                  </a:lnTo>
                  <a:cubicBezTo>
                    <a:pt x="26666" y="79870"/>
                    <a:pt x="26666" y="83870"/>
                    <a:pt x="26666" y="83870"/>
                  </a:cubicBezTo>
                  <a:cubicBezTo>
                    <a:pt x="29892" y="87870"/>
                    <a:pt x="33333" y="92000"/>
                    <a:pt x="33333" y="92000"/>
                  </a:cubicBezTo>
                  <a:cubicBezTo>
                    <a:pt x="36666" y="92000"/>
                    <a:pt x="36666" y="95870"/>
                    <a:pt x="39892" y="103870"/>
                  </a:cubicBezTo>
                  <a:cubicBezTo>
                    <a:pt x="39892" y="108000"/>
                    <a:pt x="39892" y="108000"/>
                    <a:pt x="43333" y="111870"/>
                  </a:cubicBezTo>
                  <a:cubicBezTo>
                    <a:pt x="43333" y="111870"/>
                    <a:pt x="46666" y="111870"/>
                    <a:pt x="46666" y="115870"/>
                  </a:cubicBezTo>
                  <a:lnTo>
                    <a:pt x="46666" y="115870"/>
                  </a:lnTo>
                  <a:cubicBezTo>
                    <a:pt x="46666" y="111870"/>
                    <a:pt x="46666" y="111870"/>
                    <a:pt x="50000" y="11187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4" name="Shape 11754"/>
            <p:cNvSpPr/>
            <p:nvPr/>
          </p:nvSpPr>
          <p:spPr>
            <a:xfrm>
              <a:off x="4338638" y="2327275"/>
              <a:ext cx="257175" cy="2349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8151" y="40122"/>
                  </a:moveTo>
                  <a:lnTo>
                    <a:pt x="78151" y="40122"/>
                  </a:lnTo>
                  <a:cubicBezTo>
                    <a:pt x="78151" y="40122"/>
                    <a:pt x="78151" y="40122"/>
                    <a:pt x="72773" y="40122"/>
                  </a:cubicBezTo>
                  <a:cubicBezTo>
                    <a:pt x="72773" y="40122"/>
                    <a:pt x="67731" y="40122"/>
                    <a:pt x="67731" y="34233"/>
                  </a:cubicBezTo>
                  <a:lnTo>
                    <a:pt x="67731" y="34233"/>
                  </a:lnTo>
                  <a:lnTo>
                    <a:pt x="67731" y="28527"/>
                  </a:lnTo>
                  <a:lnTo>
                    <a:pt x="67731" y="22822"/>
                  </a:lnTo>
                  <a:cubicBezTo>
                    <a:pt x="72773" y="22822"/>
                    <a:pt x="72773" y="22822"/>
                    <a:pt x="72773" y="17300"/>
                  </a:cubicBezTo>
                  <a:lnTo>
                    <a:pt x="72773" y="17300"/>
                  </a:lnTo>
                  <a:cubicBezTo>
                    <a:pt x="72773" y="17300"/>
                    <a:pt x="72773" y="17300"/>
                    <a:pt x="67731" y="11411"/>
                  </a:cubicBezTo>
                  <a:cubicBezTo>
                    <a:pt x="67731" y="11411"/>
                    <a:pt x="67731" y="11411"/>
                    <a:pt x="62521" y="5705"/>
                  </a:cubicBezTo>
                  <a:lnTo>
                    <a:pt x="62521" y="5705"/>
                  </a:lnTo>
                  <a:cubicBezTo>
                    <a:pt x="57142" y="0"/>
                    <a:pt x="52100" y="0"/>
                    <a:pt x="52100" y="0"/>
                  </a:cubicBezTo>
                  <a:lnTo>
                    <a:pt x="52100" y="0"/>
                  </a:lnTo>
                  <a:cubicBezTo>
                    <a:pt x="46890" y="0"/>
                    <a:pt x="46890" y="0"/>
                    <a:pt x="46890" y="0"/>
                  </a:cubicBezTo>
                  <a:cubicBezTo>
                    <a:pt x="46890" y="0"/>
                    <a:pt x="46890" y="0"/>
                    <a:pt x="41680" y="0"/>
                  </a:cubicBezTo>
                  <a:lnTo>
                    <a:pt x="41680" y="0"/>
                  </a:lnTo>
                  <a:lnTo>
                    <a:pt x="41680" y="0"/>
                  </a:lnTo>
                  <a:cubicBezTo>
                    <a:pt x="36470" y="0"/>
                    <a:pt x="36470" y="0"/>
                    <a:pt x="36470" y="0"/>
                  </a:cubicBezTo>
                  <a:lnTo>
                    <a:pt x="36470" y="0"/>
                  </a:lnTo>
                  <a:lnTo>
                    <a:pt x="36470" y="0"/>
                  </a:lnTo>
                  <a:lnTo>
                    <a:pt x="36470" y="0"/>
                  </a:lnTo>
                  <a:lnTo>
                    <a:pt x="36470" y="5705"/>
                  </a:lnTo>
                  <a:lnTo>
                    <a:pt x="36470" y="5705"/>
                  </a:lnTo>
                  <a:lnTo>
                    <a:pt x="36470" y="5705"/>
                  </a:lnTo>
                  <a:cubicBezTo>
                    <a:pt x="31260" y="5705"/>
                    <a:pt x="31260" y="5705"/>
                    <a:pt x="31260" y="0"/>
                  </a:cubicBezTo>
                  <a:cubicBezTo>
                    <a:pt x="31260" y="0"/>
                    <a:pt x="31260" y="0"/>
                    <a:pt x="26050" y="0"/>
                  </a:cubicBezTo>
                  <a:lnTo>
                    <a:pt x="26050" y="5705"/>
                  </a:lnTo>
                  <a:cubicBezTo>
                    <a:pt x="26050" y="5705"/>
                    <a:pt x="26050" y="5705"/>
                    <a:pt x="26050" y="11411"/>
                  </a:cubicBezTo>
                  <a:lnTo>
                    <a:pt x="26050" y="11411"/>
                  </a:lnTo>
                  <a:lnTo>
                    <a:pt x="26050" y="11411"/>
                  </a:lnTo>
                  <a:cubicBezTo>
                    <a:pt x="26050" y="17300"/>
                    <a:pt x="26050" y="17300"/>
                    <a:pt x="26050" y="17300"/>
                  </a:cubicBezTo>
                  <a:lnTo>
                    <a:pt x="20840" y="22822"/>
                  </a:lnTo>
                  <a:lnTo>
                    <a:pt x="20840" y="22822"/>
                  </a:lnTo>
                  <a:lnTo>
                    <a:pt x="20840" y="22822"/>
                  </a:lnTo>
                  <a:lnTo>
                    <a:pt x="20840" y="22822"/>
                  </a:lnTo>
                  <a:lnTo>
                    <a:pt x="15630" y="22822"/>
                  </a:lnTo>
                  <a:cubicBezTo>
                    <a:pt x="15630" y="22822"/>
                    <a:pt x="15630" y="22822"/>
                    <a:pt x="15630" y="28527"/>
                  </a:cubicBezTo>
                  <a:lnTo>
                    <a:pt x="15630" y="40122"/>
                  </a:lnTo>
                  <a:lnTo>
                    <a:pt x="15630" y="40122"/>
                  </a:lnTo>
                  <a:cubicBezTo>
                    <a:pt x="10420" y="45644"/>
                    <a:pt x="10420" y="45644"/>
                    <a:pt x="10420" y="45644"/>
                  </a:cubicBezTo>
                  <a:lnTo>
                    <a:pt x="10420" y="45644"/>
                  </a:lnTo>
                  <a:lnTo>
                    <a:pt x="10420" y="45644"/>
                  </a:lnTo>
                  <a:lnTo>
                    <a:pt x="10420" y="45644"/>
                  </a:lnTo>
                  <a:lnTo>
                    <a:pt x="10420" y="45644"/>
                  </a:lnTo>
                  <a:lnTo>
                    <a:pt x="10420" y="45644"/>
                  </a:lnTo>
                  <a:cubicBezTo>
                    <a:pt x="10420" y="45644"/>
                    <a:pt x="10420" y="51349"/>
                    <a:pt x="5210" y="51349"/>
                  </a:cubicBezTo>
                  <a:lnTo>
                    <a:pt x="5210" y="51349"/>
                  </a:lnTo>
                  <a:lnTo>
                    <a:pt x="5210" y="51349"/>
                  </a:lnTo>
                  <a:lnTo>
                    <a:pt x="5210" y="51349"/>
                  </a:lnTo>
                  <a:cubicBezTo>
                    <a:pt x="5210" y="57055"/>
                    <a:pt x="5210" y="57055"/>
                    <a:pt x="5210" y="57055"/>
                  </a:cubicBezTo>
                  <a:lnTo>
                    <a:pt x="5210" y="57055"/>
                  </a:lnTo>
                  <a:lnTo>
                    <a:pt x="5210" y="62944"/>
                  </a:lnTo>
                  <a:cubicBezTo>
                    <a:pt x="5210" y="62944"/>
                    <a:pt x="5210" y="62944"/>
                    <a:pt x="5210" y="68466"/>
                  </a:cubicBezTo>
                  <a:cubicBezTo>
                    <a:pt x="5210" y="68466"/>
                    <a:pt x="5210" y="74171"/>
                    <a:pt x="0" y="68466"/>
                  </a:cubicBezTo>
                  <a:lnTo>
                    <a:pt x="0" y="68466"/>
                  </a:lnTo>
                  <a:cubicBezTo>
                    <a:pt x="0" y="74171"/>
                    <a:pt x="0" y="74171"/>
                    <a:pt x="0" y="74171"/>
                  </a:cubicBezTo>
                  <a:cubicBezTo>
                    <a:pt x="5210" y="74171"/>
                    <a:pt x="5210" y="74171"/>
                    <a:pt x="5210" y="74171"/>
                  </a:cubicBezTo>
                  <a:cubicBezTo>
                    <a:pt x="5210" y="79877"/>
                    <a:pt x="10420" y="79877"/>
                    <a:pt x="10420" y="79877"/>
                  </a:cubicBezTo>
                  <a:cubicBezTo>
                    <a:pt x="10420" y="85766"/>
                    <a:pt x="10420" y="85766"/>
                    <a:pt x="10420" y="91288"/>
                  </a:cubicBezTo>
                  <a:lnTo>
                    <a:pt x="10420" y="91288"/>
                  </a:lnTo>
                  <a:cubicBezTo>
                    <a:pt x="15630" y="91288"/>
                    <a:pt x="15630" y="91288"/>
                    <a:pt x="15630" y="96993"/>
                  </a:cubicBezTo>
                  <a:lnTo>
                    <a:pt x="15630" y="96993"/>
                  </a:lnTo>
                  <a:lnTo>
                    <a:pt x="15630" y="96993"/>
                  </a:lnTo>
                  <a:lnTo>
                    <a:pt x="15630" y="96993"/>
                  </a:lnTo>
                  <a:cubicBezTo>
                    <a:pt x="20840" y="96993"/>
                    <a:pt x="20840" y="102699"/>
                    <a:pt x="20840" y="102699"/>
                  </a:cubicBezTo>
                  <a:lnTo>
                    <a:pt x="20840" y="102699"/>
                  </a:lnTo>
                  <a:lnTo>
                    <a:pt x="20840" y="108404"/>
                  </a:lnTo>
                  <a:lnTo>
                    <a:pt x="20840" y="108404"/>
                  </a:lnTo>
                  <a:lnTo>
                    <a:pt x="20840" y="108404"/>
                  </a:lnTo>
                  <a:cubicBezTo>
                    <a:pt x="26050" y="108404"/>
                    <a:pt x="31260" y="108404"/>
                    <a:pt x="31260" y="108404"/>
                  </a:cubicBezTo>
                  <a:cubicBezTo>
                    <a:pt x="31260" y="114110"/>
                    <a:pt x="36470" y="114110"/>
                    <a:pt x="36470" y="114110"/>
                  </a:cubicBezTo>
                  <a:lnTo>
                    <a:pt x="36470" y="114110"/>
                  </a:lnTo>
                  <a:cubicBezTo>
                    <a:pt x="36470" y="119815"/>
                    <a:pt x="41680" y="119815"/>
                    <a:pt x="41680" y="119815"/>
                  </a:cubicBezTo>
                  <a:cubicBezTo>
                    <a:pt x="41680" y="119815"/>
                    <a:pt x="41680" y="119815"/>
                    <a:pt x="46890" y="119815"/>
                  </a:cubicBezTo>
                  <a:lnTo>
                    <a:pt x="52100" y="119815"/>
                  </a:lnTo>
                  <a:cubicBezTo>
                    <a:pt x="57142" y="114110"/>
                    <a:pt x="57142" y="114110"/>
                    <a:pt x="57142" y="114110"/>
                  </a:cubicBezTo>
                  <a:lnTo>
                    <a:pt x="57142" y="114110"/>
                  </a:lnTo>
                  <a:lnTo>
                    <a:pt x="57142" y="114110"/>
                  </a:lnTo>
                  <a:cubicBezTo>
                    <a:pt x="62521" y="108404"/>
                    <a:pt x="62521" y="108404"/>
                    <a:pt x="62521" y="108404"/>
                  </a:cubicBezTo>
                  <a:lnTo>
                    <a:pt x="62521" y="108404"/>
                  </a:lnTo>
                  <a:cubicBezTo>
                    <a:pt x="67731" y="108404"/>
                    <a:pt x="67731" y="114110"/>
                    <a:pt x="67731" y="114110"/>
                  </a:cubicBezTo>
                  <a:lnTo>
                    <a:pt x="67731" y="114110"/>
                  </a:lnTo>
                  <a:lnTo>
                    <a:pt x="67731" y="114110"/>
                  </a:lnTo>
                  <a:lnTo>
                    <a:pt x="72773" y="114110"/>
                  </a:lnTo>
                  <a:cubicBezTo>
                    <a:pt x="72773" y="108404"/>
                    <a:pt x="72773" y="108404"/>
                    <a:pt x="72773" y="108404"/>
                  </a:cubicBezTo>
                  <a:cubicBezTo>
                    <a:pt x="78151" y="108404"/>
                    <a:pt x="78151" y="108404"/>
                    <a:pt x="78151" y="108404"/>
                  </a:cubicBezTo>
                  <a:lnTo>
                    <a:pt x="78151" y="108404"/>
                  </a:lnTo>
                  <a:lnTo>
                    <a:pt x="78151" y="108404"/>
                  </a:lnTo>
                  <a:cubicBezTo>
                    <a:pt x="83361" y="108404"/>
                    <a:pt x="83361" y="108404"/>
                    <a:pt x="83361" y="108404"/>
                  </a:cubicBezTo>
                  <a:lnTo>
                    <a:pt x="83361" y="108404"/>
                  </a:lnTo>
                  <a:cubicBezTo>
                    <a:pt x="83361" y="102699"/>
                    <a:pt x="88571" y="102699"/>
                    <a:pt x="93613" y="102699"/>
                  </a:cubicBezTo>
                  <a:lnTo>
                    <a:pt x="93613" y="102699"/>
                  </a:lnTo>
                  <a:cubicBezTo>
                    <a:pt x="93613" y="102699"/>
                    <a:pt x="98991" y="102699"/>
                    <a:pt x="104201" y="102699"/>
                  </a:cubicBezTo>
                  <a:cubicBezTo>
                    <a:pt x="119831" y="74171"/>
                    <a:pt x="119831" y="74171"/>
                    <a:pt x="119831" y="74171"/>
                  </a:cubicBezTo>
                  <a:lnTo>
                    <a:pt x="114453" y="74171"/>
                  </a:lnTo>
                  <a:cubicBezTo>
                    <a:pt x="109411" y="74171"/>
                    <a:pt x="104201" y="68466"/>
                    <a:pt x="104201" y="68466"/>
                  </a:cubicBezTo>
                  <a:lnTo>
                    <a:pt x="98991" y="68466"/>
                  </a:lnTo>
                  <a:cubicBezTo>
                    <a:pt x="93613" y="68466"/>
                    <a:pt x="93613" y="68466"/>
                    <a:pt x="88571" y="62944"/>
                  </a:cubicBezTo>
                  <a:lnTo>
                    <a:pt x="88571" y="62944"/>
                  </a:lnTo>
                  <a:cubicBezTo>
                    <a:pt x="83361" y="57055"/>
                    <a:pt x="78151" y="45644"/>
                    <a:pt x="78151" y="4012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5" name="Shape 11755"/>
            <p:cNvSpPr/>
            <p:nvPr/>
          </p:nvSpPr>
          <p:spPr>
            <a:xfrm>
              <a:off x="4237038" y="2851150"/>
              <a:ext cx="88900" cy="1349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578" y="19946"/>
                  </a:moveTo>
                  <a:lnTo>
                    <a:pt x="104578" y="19946"/>
                  </a:lnTo>
                  <a:lnTo>
                    <a:pt x="104578" y="19946"/>
                  </a:lnTo>
                  <a:cubicBezTo>
                    <a:pt x="104578" y="19946"/>
                    <a:pt x="104578" y="19946"/>
                    <a:pt x="89638" y="19946"/>
                  </a:cubicBezTo>
                  <a:cubicBezTo>
                    <a:pt x="89638" y="19946"/>
                    <a:pt x="74698" y="19946"/>
                    <a:pt x="74698" y="9973"/>
                  </a:cubicBezTo>
                  <a:lnTo>
                    <a:pt x="74698" y="9973"/>
                  </a:lnTo>
                  <a:cubicBezTo>
                    <a:pt x="59759" y="9973"/>
                    <a:pt x="59759" y="9973"/>
                    <a:pt x="59759" y="0"/>
                  </a:cubicBezTo>
                  <a:lnTo>
                    <a:pt x="59759" y="0"/>
                  </a:lnTo>
                  <a:cubicBezTo>
                    <a:pt x="44819" y="0"/>
                    <a:pt x="44819" y="0"/>
                    <a:pt x="44819" y="0"/>
                  </a:cubicBezTo>
                  <a:lnTo>
                    <a:pt x="44819" y="0"/>
                  </a:lnTo>
                  <a:lnTo>
                    <a:pt x="44819" y="0"/>
                  </a:lnTo>
                  <a:lnTo>
                    <a:pt x="44819" y="0"/>
                  </a:lnTo>
                  <a:lnTo>
                    <a:pt x="44819" y="0"/>
                  </a:lnTo>
                  <a:lnTo>
                    <a:pt x="44819" y="0"/>
                  </a:lnTo>
                  <a:lnTo>
                    <a:pt x="29879" y="0"/>
                  </a:lnTo>
                  <a:cubicBezTo>
                    <a:pt x="29879" y="0"/>
                    <a:pt x="29879" y="0"/>
                    <a:pt x="14939" y="0"/>
                  </a:cubicBezTo>
                  <a:lnTo>
                    <a:pt x="14939" y="0"/>
                  </a:lnTo>
                  <a:cubicBezTo>
                    <a:pt x="14939" y="9973"/>
                    <a:pt x="14939" y="9973"/>
                    <a:pt x="14939" y="9973"/>
                  </a:cubicBezTo>
                  <a:cubicBezTo>
                    <a:pt x="14939" y="9973"/>
                    <a:pt x="14939" y="9973"/>
                    <a:pt x="0" y="19946"/>
                  </a:cubicBezTo>
                  <a:lnTo>
                    <a:pt x="0" y="19946"/>
                  </a:lnTo>
                  <a:lnTo>
                    <a:pt x="0" y="29919"/>
                  </a:lnTo>
                  <a:lnTo>
                    <a:pt x="0" y="29919"/>
                  </a:lnTo>
                  <a:cubicBezTo>
                    <a:pt x="0" y="39892"/>
                    <a:pt x="0" y="39892"/>
                    <a:pt x="0" y="39892"/>
                  </a:cubicBezTo>
                  <a:cubicBezTo>
                    <a:pt x="0" y="49865"/>
                    <a:pt x="0" y="49865"/>
                    <a:pt x="0" y="49865"/>
                  </a:cubicBezTo>
                  <a:lnTo>
                    <a:pt x="0" y="59839"/>
                  </a:lnTo>
                  <a:lnTo>
                    <a:pt x="0" y="59839"/>
                  </a:lnTo>
                  <a:lnTo>
                    <a:pt x="14939" y="69812"/>
                  </a:lnTo>
                  <a:lnTo>
                    <a:pt x="14939" y="69812"/>
                  </a:lnTo>
                  <a:lnTo>
                    <a:pt x="14939" y="69812"/>
                  </a:lnTo>
                  <a:cubicBezTo>
                    <a:pt x="14939" y="59839"/>
                    <a:pt x="14939" y="59839"/>
                    <a:pt x="14939" y="59839"/>
                  </a:cubicBezTo>
                  <a:cubicBezTo>
                    <a:pt x="44819" y="59839"/>
                    <a:pt x="44819" y="59839"/>
                    <a:pt x="44819" y="59839"/>
                  </a:cubicBezTo>
                  <a:cubicBezTo>
                    <a:pt x="44819" y="119678"/>
                    <a:pt x="44819" y="119678"/>
                    <a:pt x="44819" y="119678"/>
                  </a:cubicBezTo>
                  <a:lnTo>
                    <a:pt x="44819" y="119678"/>
                  </a:lnTo>
                  <a:cubicBezTo>
                    <a:pt x="44819" y="119678"/>
                    <a:pt x="74698" y="109705"/>
                    <a:pt x="89638" y="109705"/>
                  </a:cubicBezTo>
                  <a:cubicBezTo>
                    <a:pt x="89638" y="109705"/>
                    <a:pt x="89638" y="109705"/>
                    <a:pt x="89638" y="99731"/>
                  </a:cubicBezTo>
                  <a:lnTo>
                    <a:pt x="89638" y="99731"/>
                  </a:lnTo>
                  <a:lnTo>
                    <a:pt x="89638" y="99731"/>
                  </a:lnTo>
                  <a:lnTo>
                    <a:pt x="89638" y="89758"/>
                  </a:lnTo>
                  <a:cubicBezTo>
                    <a:pt x="104578" y="89758"/>
                    <a:pt x="104578" y="89758"/>
                    <a:pt x="104578" y="89758"/>
                  </a:cubicBezTo>
                  <a:cubicBezTo>
                    <a:pt x="104578" y="89758"/>
                    <a:pt x="104578" y="89758"/>
                    <a:pt x="104578" y="79463"/>
                  </a:cubicBezTo>
                  <a:lnTo>
                    <a:pt x="104578" y="79463"/>
                  </a:lnTo>
                  <a:lnTo>
                    <a:pt x="104578" y="79463"/>
                  </a:lnTo>
                  <a:lnTo>
                    <a:pt x="104578" y="69812"/>
                  </a:lnTo>
                  <a:lnTo>
                    <a:pt x="104578" y="69812"/>
                  </a:lnTo>
                  <a:cubicBezTo>
                    <a:pt x="104578" y="69812"/>
                    <a:pt x="104578" y="69812"/>
                    <a:pt x="104578" y="59839"/>
                  </a:cubicBezTo>
                  <a:lnTo>
                    <a:pt x="104578" y="49865"/>
                  </a:lnTo>
                  <a:lnTo>
                    <a:pt x="104578" y="39892"/>
                  </a:lnTo>
                  <a:lnTo>
                    <a:pt x="104578" y="39892"/>
                  </a:lnTo>
                  <a:cubicBezTo>
                    <a:pt x="104578" y="39892"/>
                    <a:pt x="104578" y="39892"/>
                    <a:pt x="119518" y="39892"/>
                  </a:cubicBezTo>
                  <a:cubicBezTo>
                    <a:pt x="104578" y="29919"/>
                    <a:pt x="104578" y="29919"/>
                    <a:pt x="104578" y="29919"/>
                  </a:cubicBezTo>
                  <a:lnTo>
                    <a:pt x="104578" y="19946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6" name="Shape 11756"/>
            <p:cNvSpPr/>
            <p:nvPr/>
          </p:nvSpPr>
          <p:spPr>
            <a:xfrm>
              <a:off x="4114800" y="2917825"/>
              <a:ext cx="146050" cy="1349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495" y="49865"/>
                  </a:moveTo>
                  <a:lnTo>
                    <a:pt x="110495" y="49865"/>
                  </a:lnTo>
                  <a:lnTo>
                    <a:pt x="110495" y="49865"/>
                  </a:lnTo>
                  <a:lnTo>
                    <a:pt x="110495" y="49865"/>
                  </a:lnTo>
                  <a:lnTo>
                    <a:pt x="110495" y="49865"/>
                  </a:lnTo>
                  <a:cubicBezTo>
                    <a:pt x="101287" y="49865"/>
                    <a:pt x="101287" y="39892"/>
                    <a:pt x="92079" y="39892"/>
                  </a:cubicBezTo>
                  <a:lnTo>
                    <a:pt x="92079" y="39892"/>
                  </a:lnTo>
                  <a:cubicBezTo>
                    <a:pt x="92079" y="29919"/>
                    <a:pt x="92079" y="29919"/>
                    <a:pt x="92079" y="29919"/>
                  </a:cubicBezTo>
                  <a:lnTo>
                    <a:pt x="92079" y="29919"/>
                  </a:lnTo>
                  <a:lnTo>
                    <a:pt x="92079" y="29919"/>
                  </a:lnTo>
                  <a:cubicBezTo>
                    <a:pt x="82871" y="19624"/>
                    <a:pt x="73663" y="19624"/>
                    <a:pt x="73663" y="19624"/>
                  </a:cubicBezTo>
                  <a:cubicBezTo>
                    <a:pt x="73663" y="19624"/>
                    <a:pt x="73663" y="19624"/>
                    <a:pt x="64455" y="19624"/>
                  </a:cubicBezTo>
                  <a:lnTo>
                    <a:pt x="64455" y="19624"/>
                  </a:lnTo>
                  <a:lnTo>
                    <a:pt x="64455" y="19624"/>
                  </a:lnTo>
                  <a:cubicBezTo>
                    <a:pt x="55247" y="19624"/>
                    <a:pt x="55247" y="19624"/>
                    <a:pt x="55247" y="19624"/>
                  </a:cubicBezTo>
                  <a:cubicBezTo>
                    <a:pt x="46039" y="19624"/>
                    <a:pt x="46039" y="9973"/>
                    <a:pt x="36831" y="9973"/>
                  </a:cubicBezTo>
                  <a:lnTo>
                    <a:pt x="36831" y="9973"/>
                  </a:lnTo>
                  <a:cubicBezTo>
                    <a:pt x="36831" y="9973"/>
                    <a:pt x="36831" y="9973"/>
                    <a:pt x="36831" y="0"/>
                  </a:cubicBezTo>
                  <a:cubicBezTo>
                    <a:pt x="36831" y="0"/>
                    <a:pt x="36831" y="0"/>
                    <a:pt x="36831" y="9973"/>
                  </a:cubicBezTo>
                  <a:cubicBezTo>
                    <a:pt x="36831" y="9973"/>
                    <a:pt x="36831" y="9973"/>
                    <a:pt x="27326" y="9973"/>
                  </a:cubicBezTo>
                  <a:lnTo>
                    <a:pt x="27326" y="9973"/>
                  </a:lnTo>
                  <a:cubicBezTo>
                    <a:pt x="27326" y="39892"/>
                    <a:pt x="27326" y="39892"/>
                    <a:pt x="27326" y="39892"/>
                  </a:cubicBezTo>
                  <a:cubicBezTo>
                    <a:pt x="0" y="39892"/>
                    <a:pt x="0" y="39892"/>
                    <a:pt x="0" y="39892"/>
                  </a:cubicBezTo>
                  <a:cubicBezTo>
                    <a:pt x="0" y="89436"/>
                    <a:pt x="0" y="89436"/>
                    <a:pt x="0" y="89436"/>
                  </a:cubicBezTo>
                  <a:cubicBezTo>
                    <a:pt x="0" y="89436"/>
                    <a:pt x="0" y="89436"/>
                    <a:pt x="0" y="99731"/>
                  </a:cubicBezTo>
                  <a:lnTo>
                    <a:pt x="0" y="99731"/>
                  </a:lnTo>
                  <a:lnTo>
                    <a:pt x="9207" y="109705"/>
                  </a:lnTo>
                  <a:lnTo>
                    <a:pt x="9207" y="109705"/>
                  </a:lnTo>
                  <a:cubicBezTo>
                    <a:pt x="18415" y="109705"/>
                    <a:pt x="27326" y="109705"/>
                    <a:pt x="27326" y="109705"/>
                  </a:cubicBezTo>
                  <a:lnTo>
                    <a:pt x="27326" y="109705"/>
                  </a:lnTo>
                  <a:cubicBezTo>
                    <a:pt x="27326" y="109705"/>
                    <a:pt x="27326" y="109705"/>
                    <a:pt x="36831" y="109705"/>
                  </a:cubicBezTo>
                  <a:lnTo>
                    <a:pt x="36831" y="109705"/>
                  </a:lnTo>
                  <a:lnTo>
                    <a:pt x="36831" y="109705"/>
                  </a:lnTo>
                  <a:lnTo>
                    <a:pt x="36831" y="109705"/>
                  </a:lnTo>
                  <a:lnTo>
                    <a:pt x="36831" y="109705"/>
                  </a:lnTo>
                  <a:lnTo>
                    <a:pt x="36831" y="109705"/>
                  </a:lnTo>
                  <a:cubicBezTo>
                    <a:pt x="36831" y="109705"/>
                    <a:pt x="36831" y="109705"/>
                    <a:pt x="46039" y="109705"/>
                  </a:cubicBezTo>
                  <a:cubicBezTo>
                    <a:pt x="46039" y="119678"/>
                    <a:pt x="46039" y="119678"/>
                    <a:pt x="46039" y="119678"/>
                  </a:cubicBezTo>
                  <a:lnTo>
                    <a:pt x="46039" y="119678"/>
                  </a:lnTo>
                  <a:lnTo>
                    <a:pt x="46039" y="119678"/>
                  </a:lnTo>
                  <a:lnTo>
                    <a:pt x="46039" y="119678"/>
                  </a:lnTo>
                  <a:lnTo>
                    <a:pt x="55247" y="119678"/>
                  </a:lnTo>
                  <a:lnTo>
                    <a:pt x="55247" y="119678"/>
                  </a:lnTo>
                  <a:lnTo>
                    <a:pt x="55247" y="119678"/>
                  </a:lnTo>
                  <a:cubicBezTo>
                    <a:pt x="55247" y="119678"/>
                    <a:pt x="55247" y="119678"/>
                    <a:pt x="64455" y="119678"/>
                  </a:cubicBezTo>
                  <a:lnTo>
                    <a:pt x="64455" y="119678"/>
                  </a:lnTo>
                  <a:lnTo>
                    <a:pt x="64455" y="119678"/>
                  </a:lnTo>
                  <a:lnTo>
                    <a:pt x="64455" y="119678"/>
                  </a:lnTo>
                  <a:lnTo>
                    <a:pt x="64455" y="119678"/>
                  </a:lnTo>
                  <a:cubicBezTo>
                    <a:pt x="64455" y="119678"/>
                    <a:pt x="64455" y="119678"/>
                    <a:pt x="73663" y="119678"/>
                  </a:cubicBezTo>
                  <a:lnTo>
                    <a:pt x="73663" y="119678"/>
                  </a:lnTo>
                  <a:lnTo>
                    <a:pt x="73663" y="119678"/>
                  </a:lnTo>
                  <a:lnTo>
                    <a:pt x="73663" y="119678"/>
                  </a:lnTo>
                  <a:cubicBezTo>
                    <a:pt x="73663" y="109705"/>
                    <a:pt x="73663" y="109705"/>
                    <a:pt x="82871" y="99731"/>
                  </a:cubicBezTo>
                  <a:lnTo>
                    <a:pt x="92079" y="99731"/>
                  </a:lnTo>
                  <a:lnTo>
                    <a:pt x="92079" y="89436"/>
                  </a:lnTo>
                  <a:lnTo>
                    <a:pt x="92079" y="89436"/>
                  </a:lnTo>
                  <a:cubicBezTo>
                    <a:pt x="110495" y="69812"/>
                    <a:pt x="110495" y="69812"/>
                    <a:pt x="110495" y="69812"/>
                  </a:cubicBezTo>
                  <a:lnTo>
                    <a:pt x="110495" y="69812"/>
                  </a:lnTo>
                  <a:cubicBezTo>
                    <a:pt x="110495" y="69812"/>
                    <a:pt x="110495" y="69812"/>
                    <a:pt x="119702" y="79785"/>
                  </a:cubicBezTo>
                  <a:cubicBezTo>
                    <a:pt x="119702" y="79785"/>
                    <a:pt x="119702" y="79785"/>
                    <a:pt x="119702" y="69812"/>
                  </a:cubicBezTo>
                  <a:lnTo>
                    <a:pt x="119702" y="69812"/>
                  </a:lnTo>
                  <a:lnTo>
                    <a:pt x="119702" y="59839"/>
                  </a:lnTo>
                  <a:lnTo>
                    <a:pt x="119702" y="59839"/>
                  </a:lnTo>
                  <a:cubicBezTo>
                    <a:pt x="110495" y="49865"/>
                    <a:pt x="110495" y="49865"/>
                    <a:pt x="110495" y="49865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7" name="Shape 11757"/>
            <p:cNvSpPr/>
            <p:nvPr/>
          </p:nvSpPr>
          <p:spPr>
            <a:xfrm>
              <a:off x="4349750" y="2549525"/>
              <a:ext cx="134938" cy="190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705" y="77500"/>
                  </a:moveTo>
                  <a:lnTo>
                    <a:pt x="109705" y="77500"/>
                  </a:lnTo>
                  <a:lnTo>
                    <a:pt x="109705" y="77500"/>
                  </a:lnTo>
                  <a:lnTo>
                    <a:pt x="109705" y="77500"/>
                  </a:lnTo>
                  <a:cubicBezTo>
                    <a:pt x="109705" y="77500"/>
                    <a:pt x="109705" y="49318"/>
                    <a:pt x="109705" y="35227"/>
                  </a:cubicBezTo>
                  <a:cubicBezTo>
                    <a:pt x="109705" y="28181"/>
                    <a:pt x="109705" y="28181"/>
                    <a:pt x="109705" y="28181"/>
                  </a:cubicBezTo>
                  <a:cubicBezTo>
                    <a:pt x="109705" y="21136"/>
                    <a:pt x="109705" y="14090"/>
                    <a:pt x="119678" y="14090"/>
                  </a:cubicBezTo>
                  <a:lnTo>
                    <a:pt x="119678" y="14090"/>
                  </a:lnTo>
                  <a:lnTo>
                    <a:pt x="119678" y="14090"/>
                  </a:lnTo>
                  <a:lnTo>
                    <a:pt x="119678" y="14090"/>
                  </a:lnTo>
                  <a:lnTo>
                    <a:pt x="119678" y="14090"/>
                  </a:lnTo>
                  <a:lnTo>
                    <a:pt x="119678" y="14090"/>
                  </a:lnTo>
                  <a:cubicBezTo>
                    <a:pt x="109705" y="14090"/>
                    <a:pt x="109705" y="14090"/>
                    <a:pt x="109705" y="7045"/>
                  </a:cubicBezTo>
                  <a:lnTo>
                    <a:pt x="109705" y="7045"/>
                  </a:lnTo>
                  <a:cubicBezTo>
                    <a:pt x="109705" y="7045"/>
                    <a:pt x="109705" y="7045"/>
                    <a:pt x="109705" y="14090"/>
                  </a:cubicBezTo>
                  <a:cubicBezTo>
                    <a:pt x="99410" y="21136"/>
                    <a:pt x="99410" y="21136"/>
                    <a:pt x="99410" y="21136"/>
                  </a:cubicBezTo>
                  <a:cubicBezTo>
                    <a:pt x="89758" y="21136"/>
                    <a:pt x="89758" y="21136"/>
                    <a:pt x="89758" y="21136"/>
                  </a:cubicBezTo>
                  <a:cubicBezTo>
                    <a:pt x="79785" y="21136"/>
                    <a:pt x="69812" y="21136"/>
                    <a:pt x="59839" y="21136"/>
                  </a:cubicBezTo>
                  <a:lnTo>
                    <a:pt x="59839" y="21136"/>
                  </a:lnTo>
                  <a:cubicBezTo>
                    <a:pt x="59839" y="21136"/>
                    <a:pt x="59839" y="14090"/>
                    <a:pt x="49865" y="14090"/>
                  </a:cubicBezTo>
                  <a:lnTo>
                    <a:pt x="49865" y="14090"/>
                  </a:lnTo>
                  <a:cubicBezTo>
                    <a:pt x="49865" y="7045"/>
                    <a:pt x="49865" y="7045"/>
                    <a:pt x="39892" y="7045"/>
                  </a:cubicBezTo>
                  <a:cubicBezTo>
                    <a:pt x="39892" y="7045"/>
                    <a:pt x="39892" y="7045"/>
                    <a:pt x="29919" y="7045"/>
                  </a:cubicBezTo>
                  <a:lnTo>
                    <a:pt x="29919" y="7045"/>
                  </a:lnTo>
                  <a:lnTo>
                    <a:pt x="29919" y="7045"/>
                  </a:lnTo>
                  <a:lnTo>
                    <a:pt x="29919" y="7045"/>
                  </a:lnTo>
                  <a:cubicBezTo>
                    <a:pt x="29919" y="14090"/>
                    <a:pt x="29919" y="14090"/>
                    <a:pt x="29919" y="14090"/>
                  </a:cubicBezTo>
                  <a:cubicBezTo>
                    <a:pt x="19946" y="0"/>
                    <a:pt x="19946" y="0"/>
                    <a:pt x="19946" y="0"/>
                  </a:cubicBezTo>
                  <a:lnTo>
                    <a:pt x="19946" y="0"/>
                  </a:lnTo>
                  <a:lnTo>
                    <a:pt x="19946" y="0"/>
                  </a:lnTo>
                  <a:cubicBezTo>
                    <a:pt x="19946" y="0"/>
                    <a:pt x="19946" y="0"/>
                    <a:pt x="9973" y="0"/>
                  </a:cubicBezTo>
                  <a:cubicBezTo>
                    <a:pt x="9973" y="0"/>
                    <a:pt x="9973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7045"/>
                    <a:pt x="9973" y="7045"/>
                    <a:pt x="9973" y="7045"/>
                  </a:cubicBezTo>
                  <a:lnTo>
                    <a:pt x="9973" y="7045"/>
                  </a:lnTo>
                  <a:cubicBezTo>
                    <a:pt x="9973" y="14090"/>
                    <a:pt x="9973" y="14090"/>
                    <a:pt x="9973" y="14090"/>
                  </a:cubicBezTo>
                  <a:cubicBezTo>
                    <a:pt x="9973" y="14090"/>
                    <a:pt x="9973" y="14090"/>
                    <a:pt x="9973" y="21136"/>
                  </a:cubicBezTo>
                  <a:lnTo>
                    <a:pt x="9973" y="21136"/>
                  </a:lnTo>
                  <a:lnTo>
                    <a:pt x="19946" y="35227"/>
                  </a:lnTo>
                  <a:lnTo>
                    <a:pt x="19946" y="35227"/>
                  </a:lnTo>
                  <a:cubicBezTo>
                    <a:pt x="19946" y="42272"/>
                    <a:pt x="19946" y="42272"/>
                    <a:pt x="19946" y="42272"/>
                  </a:cubicBezTo>
                  <a:lnTo>
                    <a:pt x="19946" y="42272"/>
                  </a:lnTo>
                  <a:cubicBezTo>
                    <a:pt x="9973" y="49318"/>
                    <a:pt x="9973" y="49318"/>
                    <a:pt x="9973" y="49318"/>
                  </a:cubicBezTo>
                  <a:cubicBezTo>
                    <a:pt x="9973" y="49318"/>
                    <a:pt x="9973" y="49318"/>
                    <a:pt x="9973" y="56363"/>
                  </a:cubicBezTo>
                  <a:cubicBezTo>
                    <a:pt x="0" y="56363"/>
                    <a:pt x="0" y="56363"/>
                    <a:pt x="0" y="63409"/>
                  </a:cubicBezTo>
                  <a:cubicBezTo>
                    <a:pt x="0" y="63409"/>
                    <a:pt x="0" y="70454"/>
                    <a:pt x="0" y="77500"/>
                  </a:cubicBezTo>
                  <a:cubicBezTo>
                    <a:pt x="69812" y="105681"/>
                    <a:pt x="69812" y="105681"/>
                    <a:pt x="69812" y="105681"/>
                  </a:cubicBezTo>
                  <a:cubicBezTo>
                    <a:pt x="69812" y="112727"/>
                    <a:pt x="69812" y="112727"/>
                    <a:pt x="69812" y="112727"/>
                  </a:cubicBezTo>
                  <a:cubicBezTo>
                    <a:pt x="79785" y="119772"/>
                    <a:pt x="79785" y="119772"/>
                    <a:pt x="79785" y="119772"/>
                  </a:cubicBezTo>
                  <a:cubicBezTo>
                    <a:pt x="89758" y="119772"/>
                    <a:pt x="89758" y="119772"/>
                    <a:pt x="89758" y="119772"/>
                  </a:cubicBezTo>
                  <a:cubicBezTo>
                    <a:pt x="89758" y="112727"/>
                    <a:pt x="89758" y="112727"/>
                    <a:pt x="89758" y="105681"/>
                  </a:cubicBezTo>
                  <a:cubicBezTo>
                    <a:pt x="89758" y="105681"/>
                    <a:pt x="89758" y="105681"/>
                    <a:pt x="99410" y="105681"/>
                  </a:cubicBezTo>
                  <a:lnTo>
                    <a:pt x="99410" y="105681"/>
                  </a:lnTo>
                  <a:lnTo>
                    <a:pt x="99410" y="105681"/>
                  </a:lnTo>
                  <a:cubicBezTo>
                    <a:pt x="99410" y="98636"/>
                    <a:pt x="99410" y="98636"/>
                    <a:pt x="109705" y="98636"/>
                  </a:cubicBezTo>
                  <a:lnTo>
                    <a:pt x="109705" y="98636"/>
                  </a:lnTo>
                  <a:cubicBezTo>
                    <a:pt x="109705" y="91590"/>
                    <a:pt x="109705" y="91590"/>
                    <a:pt x="119678" y="91590"/>
                  </a:cubicBezTo>
                  <a:cubicBezTo>
                    <a:pt x="119678" y="84545"/>
                    <a:pt x="119678" y="84545"/>
                    <a:pt x="119678" y="84545"/>
                  </a:cubicBezTo>
                  <a:lnTo>
                    <a:pt x="119678" y="84545"/>
                  </a:lnTo>
                  <a:cubicBezTo>
                    <a:pt x="119678" y="84545"/>
                    <a:pt x="109705" y="84545"/>
                    <a:pt x="109705" y="7750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8" name="Shape 11758"/>
            <p:cNvSpPr/>
            <p:nvPr/>
          </p:nvSpPr>
          <p:spPr>
            <a:xfrm>
              <a:off x="4181475" y="3017838"/>
              <a:ext cx="134938" cy="134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705" y="70134"/>
                  </a:moveTo>
                  <a:lnTo>
                    <a:pt x="109705" y="70134"/>
                  </a:lnTo>
                  <a:lnTo>
                    <a:pt x="109705" y="60160"/>
                  </a:lnTo>
                  <a:lnTo>
                    <a:pt x="109705" y="60160"/>
                  </a:lnTo>
                  <a:lnTo>
                    <a:pt x="109705" y="50187"/>
                  </a:lnTo>
                  <a:lnTo>
                    <a:pt x="119678" y="50187"/>
                  </a:lnTo>
                  <a:lnTo>
                    <a:pt x="119678" y="50187"/>
                  </a:lnTo>
                  <a:lnTo>
                    <a:pt x="119678" y="50187"/>
                  </a:lnTo>
                  <a:cubicBezTo>
                    <a:pt x="109705" y="39892"/>
                    <a:pt x="109705" y="39892"/>
                    <a:pt x="109705" y="30241"/>
                  </a:cubicBezTo>
                  <a:lnTo>
                    <a:pt x="109705" y="30241"/>
                  </a:lnTo>
                  <a:lnTo>
                    <a:pt x="109705" y="20268"/>
                  </a:lnTo>
                  <a:lnTo>
                    <a:pt x="109705" y="20268"/>
                  </a:lnTo>
                  <a:cubicBezTo>
                    <a:pt x="109705" y="20268"/>
                    <a:pt x="109705" y="20268"/>
                    <a:pt x="99731" y="20268"/>
                  </a:cubicBezTo>
                  <a:cubicBezTo>
                    <a:pt x="99731" y="20268"/>
                    <a:pt x="99731" y="10294"/>
                    <a:pt x="89758" y="10294"/>
                  </a:cubicBezTo>
                  <a:lnTo>
                    <a:pt x="89758" y="10294"/>
                  </a:lnTo>
                  <a:cubicBezTo>
                    <a:pt x="89758" y="10294"/>
                    <a:pt x="89758" y="10294"/>
                    <a:pt x="79785" y="10294"/>
                  </a:cubicBezTo>
                  <a:lnTo>
                    <a:pt x="79785" y="10294"/>
                  </a:lnTo>
                  <a:lnTo>
                    <a:pt x="79785" y="10294"/>
                  </a:lnTo>
                  <a:lnTo>
                    <a:pt x="79785" y="10294"/>
                  </a:lnTo>
                  <a:lnTo>
                    <a:pt x="79785" y="10294"/>
                  </a:lnTo>
                  <a:cubicBezTo>
                    <a:pt x="79785" y="10294"/>
                    <a:pt x="69812" y="10294"/>
                    <a:pt x="69812" y="0"/>
                  </a:cubicBezTo>
                  <a:lnTo>
                    <a:pt x="69812" y="0"/>
                  </a:lnTo>
                  <a:lnTo>
                    <a:pt x="59839" y="0"/>
                  </a:lnTo>
                  <a:lnTo>
                    <a:pt x="59839" y="0"/>
                  </a:lnTo>
                  <a:lnTo>
                    <a:pt x="59839" y="10294"/>
                  </a:lnTo>
                  <a:cubicBezTo>
                    <a:pt x="59839" y="10294"/>
                    <a:pt x="59839" y="20268"/>
                    <a:pt x="49865" y="20268"/>
                  </a:cubicBezTo>
                  <a:lnTo>
                    <a:pt x="49865" y="20268"/>
                  </a:lnTo>
                  <a:lnTo>
                    <a:pt x="39892" y="30241"/>
                  </a:lnTo>
                  <a:cubicBezTo>
                    <a:pt x="29919" y="30241"/>
                    <a:pt x="29919" y="30241"/>
                    <a:pt x="29919" y="30241"/>
                  </a:cubicBezTo>
                  <a:lnTo>
                    <a:pt x="29919" y="39892"/>
                  </a:lnTo>
                  <a:lnTo>
                    <a:pt x="29919" y="39892"/>
                  </a:lnTo>
                  <a:cubicBezTo>
                    <a:pt x="29919" y="39892"/>
                    <a:pt x="29919" y="50187"/>
                    <a:pt x="19946" y="50187"/>
                  </a:cubicBezTo>
                  <a:lnTo>
                    <a:pt x="19946" y="50187"/>
                  </a:lnTo>
                  <a:lnTo>
                    <a:pt x="19946" y="50187"/>
                  </a:lnTo>
                  <a:cubicBezTo>
                    <a:pt x="9973" y="50187"/>
                    <a:pt x="9973" y="50187"/>
                    <a:pt x="9973" y="50187"/>
                  </a:cubicBezTo>
                  <a:lnTo>
                    <a:pt x="9973" y="50187"/>
                  </a:lnTo>
                  <a:lnTo>
                    <a:pt x="9973" y="50187"/>
                  </a:lnTo>
                  <a:cubicBezTo>
                    <a:pt x="0" y="50187"/>
                    <a:pt x="0" y="50187"/>
                    <a:pt x="0" y="50187"/>
                  </a:cubicBezTo>
                  <a:lnTo>
                    <a:pt x="0" y="50187"/>
                  </a:lnTo>
                  <a:cubicBezTo>
                    <a:pt x="0" y="50187"/>
                    <a:pt x="0" y="50187"/>
                    <a:pt x="0" y="60160"/>
                  </a:cubicBezTo>
                  <a:lnTo>
                    <a:pt x="0" y="60160"/>
                  </a:lnTo>
                  <a:cubicBezTo>
                    <a:pt x="0" y="60160"/>
                    <a:pt x="0" y="60160"/>
                    <a:pt x="9973" y="60160"/>
                  </a:cubicBezTo>
                  <a:cubicBezTo>
                    <a:pt x="9973" y="70134"/>
                    <a:pt x="9973" y="70134"/>
                    <a:pt x="9973" y="70134"/>
                  </a:cubicBezTo>
                  <a:lnTo>
                    <a:pt x="19946" y="70134"/>
                  </a:lnTo>
                  <a:cubicBezTo>
                    <a:pt x="19946" y="70134"/>
                    <a:pt x="29919" y="79785"/>
                    <a:pt x="29919" y="90080"/>
                  </a:cubicBezTo>
                  <a:lnTo>
                    <a:pt x="29919" y="90080"/>
                  </a:lnTo>
                  <a:cubicBezTo>
                    <a:pt x="39892" y="90080"/>
                    <a:pt x="39892" y="100053"/>
                    <a:pt x="39892" y="100053"/>
                  </a:cubicBezTo>
                  <a:lnTo>
                    <a:pt x="39892" y="110026"/>
                  </a:lnTo>
                  <a:lnTo>
                    <a:pt x="39892" y="110026"/>
                  </a:lnTo>
                  <a:lnTo>
                    <a:pt x="39892" y="110026"/>
                  </a:lnTo>
                  <a:lnTo>
                    <a:pt x="39892" y="110026"/>
                  </a:lnTo>
                  <a:cubicBezTo>
                    <a:pt x="49865" y="110026"/>
                    <a:pt x="49865" y="110026"/>
                    <a:pt x="49865" y="110026"/>
                  </a:cubicBezTo>
                  <a:cubicBezTo>
                    <a:pt x="59839" y="110026"/>
                    <a:pt x="59839" y="110026"/>
                    <a:pt x="59839" y="110026"/>
                  </a:cubicBezTo>
                  <a:cubicBezTo>
                    <a:pt x="59839" y="119678"/>
                    <a:pt x="59839" y="119678"/>
                    <a:pt x="59839" y="119678"/>
                  </a:cubicBezTo>
                  <a:lnTo>
                    <a:pt x="59839" y="119678"/>
                  </a:lnTo>
                  <a:cubicBezTo>
                    <a:pt x="59839" y="119678"/>
                    <a:pt x="59839" y="119678"/>
                    <a:pt x="69812" y="119678"/>
                  </a:cubicBezTo>
                  <a:lnTo>
                    <a:pt x="69812" y="119678"/>
                  </a:lnTo>
                  <a:lnTo>
                    <a:pt x="69812" y="119678"/>
                  </a:lnTo>
                  <a:lnTo>
                    <a:pt x="69812" y="119678"/>
                  </a:lnTo>
                  <a:lnTo>
                    <a:pt x="79785" y="119678"/>
                  </a:lnTo>
                  <a:lnTo>
                    <a:pt x="79785" y="119678"/>
                  </a:lnTo>
                  <a:lnTo>
                    <a:pt x="89758" y="119678"/>
                  </a:lnTo>
                  <a:lnTo>
                    <a:pt x="89758" y="119678"/>
                  </a:lnTo>
                  <a:lnTo>
                    <a:pt x="89758" y="119678"/>
                  </a:lnTo>
                  <a:lnTo>
                    <a:pt x="89758" y="119678"/>
                  </a:lnTo>
                  <a:cubicBezTo>
                    <a:pt x="99731" y="110026"/>
                    <a:pt x="99731" y="110026"/>
                    <a:pt x="109705" y="110026"/>
                  </a:cubicBezTo>
                  <a:lnTo>
                    <a:pt x="109705" y="110026"/>
                  </a:lnTo>
                  <a:cubicBezTo>
                    <a:pt x="109705" y="100053"/>
                    <a:pt x="109705" y="100053"/>
                    <a:pt x="109705" y="100053"/>
                  </a:cubicBezTo>
                  <a:lnTo>
                    <a:pt x="109705" y="100053"/>
                  </a:lnTo>
                  <a:cubicBezTo>
                    <a:pt x="109705" y="90080"/>
                    <a:pt x="109705" y="90080"/>
                    <a:pt x="109705" y="79785"/>
                  </a:cubicBezTo>
                  <a:lnTo>
                    <a:pt x="119678" y="79785"/>
                  </a:lnTo>
                  <a:lnTo>
                    <a:pt x="109705" y="70134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9" name="Shape 11759"/>
            <p:cNvSpPr/>
            <p:nvPr/>
          </p:nvSpPr>
          <p:spPr>
            <a:xfrm>
              <a:off x="4327525" y="2884488"/>
              <a:ext cx="44450" cy="1333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760" y="60000"/>
                  </a:moveTo>
                  <a:lnTo>
                    <a:pt x="29760" y="60000"/>
                  </a:lnTo>
                  <a:cubicBezTo>
                    <a:pt x="29760" y="60000"/>
                    <a:pt x="29760" y="60000"/>
                    <a:pt x="29760" y="49677"/>
                  </a:cubicBezTo>
                  <a:lnTo>
                    <a:pt x="29760" y="49677"/>
                  </a:lnTo>
                  <a:lnTo>
                    <a:pt x="29760" y="49677"/>
                  </a:lnTo>
                  <a:lnTo>
                    <a:pt x="29760" y="49677"/>
                  </a:lnTo>
                  <a:cubicBezTo>
                    <a:pt x="29760" y="49677"/>
                    <a:pt x="29760" y="49677"/>
                    <a:pt x="29760" y="40000"/>
                  </a:cubicBezTo>
                  <a:cubicBezTo>
                    <a:pt x="29760" y="40000"/>
                    <a:pt x="29760" y="40000"/>
                    <a:pt x="59520" y="30000"/>
                  </a:cubicBezTo>
                  <a:lnTo>
                    <a:pt x="59520" y="30000"/>
                  </a:lnTo>
                  <a:lnTo>
                    <a:pt x="59520" y="30000"/>
                  </a:lnTo>
                  <a:cubicBezTo>
                    <a:pt x="59520" y="20000"/>
                    <a:pt x="59520" y="10000"/>
                    <a:pt x="59520" y="10000"/>
                  </a:cubicBezTo>
                  <a:lnTo>
                    <a:pt x="29760" y="0"/>
                  </a:lnTo>
                  <a:lnTo>
                    <a:pt x="29760" y="0"/>
                  </a:lnTo>
                  <a:lnTo>
                    <a:pt x="29760" y="0"/>
                  </a:lnTo>
                  <a:lnTo>
                    <a:pt x="29760" y="0"/>
                  </a:lnTo>
                  <a:lnTo>
                    <a:pt x="29760" y="10000"/>
                  </a:lnTo>
                  <a:lnTo>
                    <a:pt x="29760" y="20000"/>
                  </a:lnTo>
                  <a:lnTo>
                    <a:pt x="29760" y="20000"/>
                  </a:lnTo>
                  <a:lnTo>
                    <a:pt x="29760" y="30000"/>
                  </a:lnTo>
                  <a:lnTo>
                    <a:pt x="29760" y="40000"/>
                  </a:lnTo>
                  <a:cubicBezTo>
                    <a:pt x="29760" y="49677"/>
                    <a:pt x="29760" y="49677"/>
                    <a:pt x="0" y="60000"/>
                  </a:cubicBezTo>
                  <a:lnTo>
                    <a:pt x="0" y="60000"/>
                  </a:lnTo>
                  <a:lnTo>
                    <a:pt x="0" y="60000"/>
                  </a:lnTo>
                  <a:lnTo>
                    <a:pt x="0" y="60000"/>
                  </a:lnTo>
                  <a:lnTo>
                    <a:pt x="0" y="60000"/>
                  </a:lnTo>
                  <a:lnTo>
                    <a:pt x="0" y="60000"/>
                  </a:lnTo>
                  <a:cubicBezTo>
                    <a:pt x="0" y="70000"/>
                    <a:pt x="0" y="70000"/>
                    <a:pt x="0" y="70000"/>
                  </a:cubicBezTo>
                  <a:lnTo>
                    <a:pt x="0" y="70000"/>
                  </a:lnTo>
                  <a:cubicBezTo>
                    <a:pt x="0" y="80000"/>
                    <a:pt x="29760" y="80000"/>
                    <a:pt x="29760" y="80000"/>
                  </a:cubicBezTo>
                  <a:lnTo>
                    <a:pt x="29760" y="80000"/>
                  </a:lnTo>
                  <a:lnTo>
                    <a:pt x="29760" y="80000"/>
                  </a:lnTo>
                  <a:lnTo>
                    <a:pt x="29760" y="80000"/>
                  </a:lnTo>
                  <a:lnTo>
                    <a:pt x="59520" y="80000"/>
                  </a:lnTo>
                  <a:lnTo>
                    <a:pt x="59520" y="80000"/>
                  </a:lnTo>
                  <a:cubicBezTo>
                    <a:pt x="59520" y="80000"/>
                    <a:pt x="89280" y="80000"/>
                    <a:pt x="89280" y="90000"/>
                  </a:cubicBezTo>
                  <a:lnTo>
                    <a:pt x="89280" y="100000"/>
                  </a:lnTo>
                  <a:lnTo>
                    <a:pt x="89280" y="100000"/>
                  </a:lnTo>
                  <a:lnTo>
                    <a:pt x="89280" y="100000"/>
                  </a:lnTo>
                  <a:cubicBezTo>
                    <a:pt x="89280" y="110000"/>
                    <a:pt x="89280" y="110000"/>
                    <a:pt x="89280" y="119677"/>
                  </a:cubicBezTo>
                  <a:lnTo>
                    <a:pt x="89280" y="119677"/>
                  </a:lnTo>
                  <a:lnTo>
                    <a:pt x="89280" y="119677"/>
                  </a:lnTo>
                  <a:lnTo>
                    <a:pt x="89280" y="119677"/>
                  </a:lnTo>
                  <a:lnTo>
                    <a:pt x="89280" y="119677"/>
                  </a:lnTo>
                  <a:cubicBezTo>
                    <a:pt x="89280" y="119677"/>
                    <a:pt x="89280" y="119677"/>
                    <a:pt x="119040" y="119677"/>
                  </a:cubicBezTo>
                  <a:lnTo>
                    <a:pt x="119040" y="119677"/>
                  </a:lnTo>
                  <a:lnTo>
                    <a:pt x="119040" y="110000"/>
                  </a:lnTo>
                  <a:lnTo>
                    <a:pt x="119040" y="110000"/>
                  </a:lnTo>
                  <a:lnTo>
                    <a:pt x="119040" y="100000"/>
                  </a:lnTo>
                  <a:cubicBezTo>
                    <a:pt x="119040" y="100000"/>
                    <a:pt x="119040" y="100000"/>
                    <a:pt x="119040" y="90000"/>
                  </a:cubicBezTo>
                  <a:lnTo>
                    <a:pt x="119040" y="90000"/>
                  </a:lnTo>
                  <a:cubicBezTo>
                    <a:pt x="89280" y="90000"/>
                    <a:pt x="89280" y="90000"/>
                    <a:pt x="89280" y="90000"/>
                  </a:cubicBezTo>
                  <a:cubicBezTo>
                    <a:pt x="89280" y="80000"/>
                    <a:pt x="89280" y="80000"/>
                    <a:pt x="59520" y="80000"/>
                  </a:cubicBezTo>
                  <a:cubicBezTo>
                    <a:pt x="59520" y="70000"/>
                    <a:pt x="59520" y="70000"/>
                    <a:pt x="59520" y="70000"/>
                  </a:cubicBezTo>
                  <a:lnTo>
                    <a:pt x="59520" y="70000"/>
                  </a:lnTo>
                  <a:cubicBezTo>
                    <a:pt x="59520" y="70000"/>
                    <a:pt x="29760" y="70000"/>
                    <a:pt x="29760" y="6000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0" name="Shape 11760"/>
            <p:cNvSpPr/>
            <p:nvPr/>
          </p:nvSpPr>
          <p:spPr>
            <a:xfrm>
              <a:off x="3333750" y="2025650"/>
              <a:ext cx="146050" cy="1238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4296" y="76140"/>
                  </a:moveTo>
                  <a:lnTo>
                    <a:pt x="64296" y="76140"/>
                  </a:lnTo>
                  <a:cubicBezTo>
                    <a:pt x="64296" y="10877"/>
                    <a:pt x="64296" y="10877"/>
                    <a:pt x="64296" y="10877"/>
                  </a:cubicBezTo>
                  <a:cubicBezTo>
                    <a:pt x="119703" y="10877"/>
                    <a:pt x="119703" y="10877"/>
                    <a:pt x="119703" y="10877"/>
                  </a:cubicBezTo>
                  <a:cubicBezTo>
                    <a:pt x="119703" y="0"/>
                    <a:pt x="119703" y="0"/>
                    <a:pt x="119703" y="0"/>
                  </a:cubicBezTo>
                  <a:cubicBezTo>
                    <a:pt x="64296" y="0"/>
                    <a:pt x="64296" y="0"/>
                    <a:pt x="64296" y="0"/>
                  </a:cubicBezTo>
                  <a:cubicBezTo>
                    <a:pt x="64296" y="0"/>
                    <a:pt x="55111" y="0"/>
                    <a:pt x="55111" y="10877"/>
                  </a:cubicBezTo>
                  <a:cubicBezTo>
                    <a:pt x="55111" y="10877"/>
                    <a:pt x="55111" y="22105"/>
                    <a:pt x="46222" y="22105"/>
                  </a:cubicBezTo>
                  <a:lnTo>
                    <a:pt x="36740" y="32982"/>
                  </a:lnTo>
                  <a:lnTo>
                    <a:pt x="36740" y="32982"/>
                  </a:lnTo>
                  <a:cubicBezTo>
                    <a:pt x="36740" y="43508"/>
                    <a:pt x="36740" y="43508"/>
                    <a:pt x="36740" y="54385"/>
                  </a:cubicBezTo>
                  <a:lnTo>
                    <a:pt x="36740" y="54385"/>
                  </a:lnTo>
                  <a:cubicBezTo>
                    <a:pt x="36740" y="54385"/>
                    <a:pt x="36740" y="65614"/>
                    <a:pt x="27555" y="65614"/>
                  </a:cubicBezTo>
                  <a:cubicBezTo>
                    <a:pt x="27555" y="65614"/>
                    <a:pt x="27555" y="76140"/>
                    <a:pt x="18370" y="76140"/>
                  </a:cubicBezTo>
                  <a:lnTo>
                    <a:pt x="18370" y="76140"/>
                  </a:lnTo>
                  <a:lnTo>
                    <a:pt x="9481" y="87017"/>
                  </a:lnTo>
                  <a:cubicBezTo>
                    <a:pt x="9481" y="97894"/>
                    <a:pt x="9481" y="97894"/>
                    <a:pt x="9481" y="109122"/>
                  </a:cubicBezTo>
                  <a:lnTo>
                    <a:pt x="0" y="109122"/>
                  </a:lnTo>
                  <a:cubicBezTo>
                    <a:pt x="0" y="119649"/>
                    <a:pt x="0" y="119649"/>
                    <a:pt x="0" y="119649"/>
                  </a:cubicBezTo>
                  <a:lnTo>
                    <a:pt x="0" y="119649"/>
                  </a:lnTo>
                  <a:cubicBezTo>
                    <a:pt x="46222" y="119649"/>
                    <a:pt x="46222" y="119649"/>
                    <a:pt x="46222" y="119649"/>
                  </a:cubicBezTo>
                  <a:lnTo>
                    <a:pt x="46222" y="119649"/>
                  </a:lnTo>
                  <a:lnTo>
                    <a:pt x="46222" y="109122"/>
                  </a:lnTo>
                  <a:cubicBezTo>
                    <a:pt x="46222" y="97894"/>
                    <a:pt x="46222" y="97894"/>
                    <a:pt x="55111" y="87017"/>
                  </a:cubicBezTo>
                  <a:cubicBezTo>
                    <a:pt x="55111" y="76140"/>
                    <a:pt x="64296" y="76140"/>
                    <a:pt x="64296" y="7614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1" name="Shape 11761"/>
            <p:cNvSpPr/>
            <p:nvPr/>
          </p:nvSpPr>
          <p:spPr>
            <a:xfrm>
              <a:off x="3502025" y="1801813"/>
              <a:ext cx="390525" cy="4016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63384"/>
                  </a:moveTo>
                  <a:lnTo>
                    <a:pt x="0" y="63384"/>
                  </a:lnTo>
                  <a:lnTo>
                    <a:pt x="0" y="63384"/>
                  </a:lnTo>
                  <a:cubicBezTo>
                    <a:pt x="58285" y="106571"/>
                    <a:pt x="58285" y="106571"/>
                    <a:pt x="58285" y="106571"/>
                  </a:cubicBezTo>
                  <a:lnTo>
                    <a:pt x="58285" y="106571"/>
                  </a:lnTo>
                  <a:cubicBezTo>
                    <a:pt x="61824" y="109901"/>
                    <a:pt x="61824" y="109901"/>
                    <a:pt x="61824" y="109901"/>
                  </a:cubicBezTo>
                  <a:lnTo>
                    <a:pt x="61824" y="109901"/>
                  </a:lnTo>
                  <a:lnTo>
                    <a:pt x="61824" y="109901"/>
                  </a:lnTo>
                  <a:lnTo>
                    <a:pt x="61824" y="109901"/>
                  </a:lnTo>
                  <a:cubicBezTo>
                    <a:pt x="65142" y="109901"/>
                    <a:pt x="65142" y="109901"/>
                    <a:pt x="65142" y="113339"/>
                  </a:cubicBezTo>
                  <a:cubicBezTo>
                    <a:pt x="68571" y="113339"/>
                    <a:pt x="68571" y="113339"/>
                    <a:pt x="68571" y="113339"/>
                  </a:cubicBezTo>
                  <a:cubicBezTo>
                    <a:pt x="72000" y="113339"/>
                    <a:pt x="72000" y="116562"/>
                    <a:pt x="72000" y="116562"/>
                  </a:cubicBezTo>
                  <a:cubicBezTo>
                    <a:pt x="72000" y="119892"/>
                    <a:pt x="72000" y="119892"/>
                    <a:pt x="72000" y="119892"/>
                  </a:cubicBezTo>
                  <a:lnTo>
                    <a:pt x="72000" y="119892"/>
                  </a:lnTo>
                  <a:cubicBezTo>
                    <a:pt x="72000" y="116562"/>
                    <a:pt x="72000" y="116562"/>
                    <a:pt x="72000" y="116562"/>
                  </a:cubicBezTo>
                  <a:cubicBezTo>
                    <a:pt x="75539" y="116562"/>
                    <a:pt x="75539" y="116562"/>
                    <a:pt x="75539" y="116562"/>
                  </a:cubicBezTo>
                  <a:cubicBezTo>
                    <a:pt x="75539" y="116562"/>
                    <a:pt x="75539" y="116562"/>
                    <a:pt x="78857" y="116562"/>
                  </a:cubicBezTo>
                  <a:cubicBezTo>
                    <a:pt x="82285" y="116562"/>
                    <a:pt x="82285" y="116562"/>
                    <a:pt x="82285" y="116562"/>
                  </a:cubicBezTo>
                  <a:cubicBezTo>
                    <a:pt x="85714" y="116562"/>
                    <a:pt x="85714" y="113339"/>
                    <a:pt x="89253" y="113339"/>
                  </a:cubicBezTo>
                  <a:lnTo>
                    <a:pt x="89253" y="113339"/>
                  </a:lnTo>
                  <a:cubicBezTo>
                    <a:pt x="92571" y="109901"/>
                    <a:pt x="92571" y="106571"/>
                    <a:pt x="96000" y="106571"/>
                  </a:cubicBezTo>
                  <a:cubicBezTo>
                    <a:pt x="99428" y="103240"/>
                    <a:pt x="106285" y="96580"/>
                    <a:pt x="113142" y="93249"/>
                  </a:cubicBezTo>
                  <a:cubicBezTo>
                    <a:pt x="116682" y="93249"/>
                    <a:pt x="116682" y="93249"/>
                    <a:pt x="116682" y="93249"/>
                  </a:cubicBezTo>
                  <a:lnTo>
                    <a:pt x="116682" y="93249"/>
                  </a:lnTo>
                  <a:lnTo>
                    <a:pt x="116682" y="93249"/>
                  </a:lnTo>
                  <a:cubicBezTo>
                    <a:pt x="119889" y="89919"/>
                    <a:pt x="119889" y="89919"/>
                    <a:pt x="119889" y="89919"/>
                  </a:cubicBezTo>
                  <a:lnTo>
                    <a:pt x="119889" y="89919"/>
                  </a:lnTo>
                  <a:cubicBezTo>
                    <a:pt x="116571" y="86696"/>
                    <a:pt x="116682" y="86696"/>
                    <a:pt x="116682" y="86696"/>
                  </a:cubicBezTo>
                  <a:lnTo>
                    <a:pt x="113142" y="86696"/>
                  </a:lnTo>
                  <a:cubicBezTo>
                    <a:pt x="109714" y="86696"/>
                    <a:pt x="109714" y="83258"/>
                    <a:pt x="109714" y="83258"/>
                  </a:cubicBezTo>
                  <a:lnTo>
                    <a:pt x="109714" y="83258"/>
                  </a:lnTo>
                  <a:cubicBezTo>
                    <a:pt x="109714" y="83258"/>
                    <a:pt x="109714" y="83258"/>
                    <a:pt x="109714" y="79928"/>
                  </a:cubicBezTo>
                  <a:lnTo>
                    <a:pt x="109714" y="79928"/>
                  </a:lnTo>
                  <a:lnTo>
                    <a:pt x="109714" y="79928"/>
                  </a:lnTo>
                  <a:lnTo>
                    <a:pt x="106285" y="76705"/>
                  </a:lnTo>
                  <a:lnTo>
                    <a:pt x="106285" y="76705"/>
                  </a:lnTo>
                  <a:lnTo>
                    <a:pt x="106285" y="76705"/>
                  </a:lnTo>
                  <a:lnTo>
                    <a:pt x="102967" y="73375"/>
                  </a:lnTo>
                  <a:lnTo>
                    <a:pt x="102967" y="73375"/>
                  </a:lnTo>
                  <a:lnTo>
                    <a:pt x="106285" y="69937"/>
                  </a:lnTo>
                  <a:lnTo>
                    <a:pt x="106285" y="69937"/>
                  </a:lnTo>
                  <a:lnTo>
                    <a:pt x="106285" y="69937"/>
                  </a:lnTo>
                  <a:cubicBezTo>
                    <a:pt x="106285" y="66606"/>
                    <a:pt x="106285" y="66606"/>
                    <a:pt x="106285" y="66606"/>
                  </a:cubicBezTo>
                  <a:lnTo>
                    <a:pt x="106285" y="63384"/>
                  </a:lnTo>
                  <a:lnTo>
                    <a:pt x="106285" y="63384"/>
                  </a:lnTo>
                  <a:lnTo>
                    <a:pt x="106285" y="60053"/>
                  </a:lnTo>
                  <a:cubicBezTo>
                    <a:pt x="106285" y="60053"/>
                    <a:pt x="106285" y="60053"/>
                    <a:pt x="106285" y="56615"/>
                  </a:cubicBezTo>
                  <a:lnTo>
                    <a:pt x="106285" y="53285"/>
                  </a:lnTo>
                  <a:cubicBezTo>
                    <a:pt x="106285" y="53285"/>
                    <a:pt x="106285" y="53285"/>
                    <a:pt x="106285" y="50062"/>
                  </a:cubicBezTo>
                  <a:lnTo>
                    <a:pt x="106285" y="50062"/>
                  </a:lnTo>
                  <a:lnTo>
                    <a:pt x="106285" y="50062"/>
                  </a:lnTo>
                  <a:cubicBezTo>
                    <a:pt x="106285" y="50062"/>
                    <a:pt x="102967" y="50062"/>
                    <a:pt x="102967" y="46732"/>
                  </a:cubicBezTo>
                  <a:lnTo>
                    <a:pt x="102967" y="46732"/>
                  </a:lnTo>
                  <a:lnTo>
                    <a:pt x="102967" y="46732"/>
                  </a:lnTo>
                  <a:cubicBezTo>
                    <a:pt x="102967" y="46732"/>
                    <a:pt x="102967" y="43294"/>
                    <a:pt x="106285" y="43294"/>
                  </a:cubicBezTo>
                  <a:cubicBezTo>
                    <a:pt x="102967" y="43294"/>
                    <a:pt x="102967" y="39964"/>
                    <a:pt x="102967" y="39964"/>
                  </a:cubicBezTo>
                  <a:lnTo>
                    <a:pt x="102967" y="39964"/>
                  </a:lnTo>
                  <a:cubicBezTo>
                    <a:pt x="102967" y="36741"/>
                    <a:pt x="102967" y="36741"/>
                    <a:pt x="102967" y="36741"/>
                  </a:cubicBezTo>
                  <a:cubicBezTo>
                    <a:pt x="102967" y="33410"/>
                    <a:pt x="102967" y="33410"/>
                    <a:pt x="102967" y="33410"/>
                  </a:cubicBezTo>
                  <a:cubicBezTo>
                    <a:pt x="102967" y="33410"/>
                    <a:pt x="102967" y="33410"/>
                    <a:pt x="99428" y="33410"/>
                  </a:cubicBezTo>
                  <a:cubicBezTo>
                    <a:pt x="99428" y="33410"/>
                    <a:pt x="99428" y="33410"/>
                    <a:pt x="99428" y="29973"/>
                  </a:cubicBezTo>
                  <a:lnTo>
                    <a:pt x="99428" y="29973"/>
                  </a:lnTo>
                  <a:lnTo>
                    <a:pt x="99428" y="29973"/>
                  </a:lnTo>
                  <a:lnTo>
                    <a:pt x="99428" y="29973"/>
                  </a:lnTo>
                  <a:cubicBezTo>
                    <a:pt x="96000" y="26642"/>
                    <a:pt x="96000" y="26642"/>
                    <a:pt x="92571" y="23419"/>
                  </a:cubicBezTo>
                  <a:lnTo>
                    <a:pt x="92571" y="23419"/>
                  </a:lnTo>
                  <a:lnTo>
                    <a:pt x="92571" y="23419"/>
                  </a:lnTo>
                  <a:lnTo>
                    <a:pt x="92571" y="20089"/>
                  </a:lnTo>
                  <a:lnTo>
                    <a:pt x="92571" y="20089"/>
                  </a:lnTo>
                  <a:lnTo>
                    <a:pt x="92571" y="20089"/>
                  </a:lnTo>
                  <a:cubicBezTo>
                    <a:pt x="92571" y="16651"/>
                    <a:pt x="92571" y="16651"/>
                    <a:pt x="96000" y="13321"/>
                  </a:cubicBezTo>
                  <a:lnTo>
                    <a:pt x="96000" y="13321"/>
                  </a:lnTo>
                  <a:cubicBezTo>
                    <a:pt x="96000" y="13321"/>
                    <a:pt x="96000" y="13321"/>
                    <a:pt x="99428" y="10098"/>
                  </a:cubicBezTo>
                  <a:lnTo>
                    <a:pt x="99428" y="10098"/>
                  </a:lnTo>
                  <a:lnTo>
                    <a:pt x="99428" y="10098"/>
                  </a:lnTo>
                  <a:lnTo>
                    <a:pt x="99428" y="6768"/>
                  </a:lnTo>
                  <a:lnTo>
                    <a:pt x="99428" y="6768"/>
                  </a:lnTo>
                  <a:lnTo>
                    <a:pt x="99428" y="3330"/>
                  </a:lnTo>
                  <a:lnTo>
                    <a:pt x="99428" y="3330"/>
                  </a:lnTo>
                  <a:cubicBezTo>
                    <a:pt x="99428" y="3330"/>
                    <a:pt x="99428" y="3330"/>
                    <a:pt x="99428" y="0"/>
                  </a:cubicBezTo>
                  <a:lnTo>
                    <a:pt x="96000" y="0"/>
                  </a:lnTo>
                  <a:lnTo>
                    <a:pt x="96000" y="0"/>
                  </a:lnTo>
                  <a:lnTo>
                    <a:pt x="96000" y="0"/>
                  </a:lnTo>
                  <a:lnTo>
                    <a:pt x="96000" y="0"/>
                  </a:lnTo>
                  <a:cubicBezTo>
                    <a:pt x="89253" y="0"/>
                    <a:pt x="89253" y="0"/>
                    <a:pt x="89253" y="0"/>
                  </a:cubicBezTo>
                  <a:lnTo>
                    <a:pt x="89253" y="0"/>
                  </a:lnTo>
                  <a:lnTo>
                    <a:pt x="85714" y="3330"/>
                  </a:lnTo>
                  <a:cubicBezTo>
                    <a:pt x="82285" y="3330"/>
                    <a:pt x="82285" y="3330"/>
                    <a:pt x="82285" y="3330"/>
                  </a:cubicBezTo>
                  <a:cubicBezTo>
                    <a:pt x="78857" y="3330"/>
                    <a:pt x="78857" y="3330"/>
                    <a:pt x="78857" y="3330"/>
                  </a:cubicBezTo>
                  <a:lnTo>
                    <a:pt x="78857" y="0"/>
                  </a:lnTo>
                  <a:lnTo>
                    <a:pt x="78857" y="0"/>
                  </a:lnTo>
                  <a:lnTo>
                    <a:pt x="78857" y="0"/>
                  </a:lnTo>
                  <a:cubicBezTo>
                    <a:pt x="75539" y="0"/>
                    <a:pt x="75539" y="0"/>
                    <a:pt x="75539" y="0"/>
                  </a:cubicBezTo>
                  <a:lnTo>
                    <a:pt x="75539" y="0"/>
                  </a:lnTo>
                  <a:cubicBezTo>
                    <a:pt x="75539" y="0"/>
                    <a:pt x="75539" y="0"/>
                    <a:pt x="72000" y="0"/>
                  </a:cubicBezTo>
                  <a:lnTo>
                    <a:pt x="68571" y="3330"/>
                  </a:lnTo>
                  <a:cubicBezTo>
                    <a:pt x="65142" y="3330"/>
                    <a:pt x="65142" y="3330"/>
                    <a:pt x="61824" y="3330"/>
                  </a:cubicBezTo>
                  <a:lnTo>
                    <a:pt x="61824" y="3330"/>
                  </a:lnTo>
                  <a:cubicBezTo>
                    <a:pt x="61824" y="3330"/>
                    <a:pt x="61824" y="3330"/>
                    <a:pt x="58285" y="3330"/>
                  </a:cubicBezTo>
                  <a:lnTo>
                    <a:pt x="54857" y="6768"/>
                  </a:lnTo>
                  <a:cubicBezTo>
                    <a:pt x="54857" y="6768"/>
                    <a:pt x="54857" y="6768"/>
                    <a:pt x="51428" y="6768"/>
                  </a:cubicBezTo>
                  <a:cubicBezTo>
                    <a:pt x="51428" y="10098"/>
                    <a:pt x="48110" y="10098"/>
                    <a:pt x="44571" y="10098"/>
                  </a:cubicBezTo>
                  <a:lnTo>
                    <a:pt x="44571" y="10098"/>
                  </a:lnTo>
                  <a:cubicBezTo>
                    <a:pt x="44571" y="10098"/>
                    <a:pt x="44571" y="10098"/>
                    <a:pt x="41142" y="13321"/>
                  </a:cubicBezTo>
                  <a:lnTo>
                    <a:pt x="41142" y="13321"/>
                  </a:lnTo>
                  <a:lnTo>
                    <a:pt x="41142" y="13321"/>
                  </a:lnTo>
                  <a:cubicBezTo>
                    <a:pt x="41142" y="16651"/>
                    <a:pt x="41142" y="16651"/>
                    <a:pt x="41142" y="20089"/>
                  </a:cubicBezTo>
                  <a:lnTo>
                    <a:pt x="41142" y="20089"/>
                  </a:lnTo>
                  <a:cubicBezTo>
                    <a:pt x="41142" y="20089"/>
                    <a:pt x="41142" y="23419"/>
                    <a:pt x="44571" y="23419"/>
                  </a:cubicBezTo>
                  <a:cubicBezTo>
                    <a:pt x="44571" y="26642"/>
                    <a:pt x="44571" y="26642"/>
                    <a:pt x="44571" y="29973"/>
                  </a:cubicBezTo>
                  <a:lnTo>
                    <a:pt x="44571" y="33410"/>
                  </a:lnTo>
                  <a:lnTo>
                    <a:pt x="44571" y="33410"/>
                  </a:lnTo>
                  <a:lnTo>
                    <a:pt x="44571" y="33410"/>
                  </a:lnTo>
                  <a:cubicBezTo>
                    <a:pt x="44571" y="33410"/>
                    <a:pt x="41142" y="33410"/>
                    <a:pt x="41142" y="36741"/>
                  </a:cubicBezTo>
                  <a:lnTo>
                    <a:pt x="41142" y="36741"/>
                  </a:lnTo>
                  <a:cubicBezTo>
                    <a:pt x="41142" y="36741"/>
                    <a:pt x="41142" y="36741"/>
                    <a:pt x="37714" y="36741"/>
                  </a:cubicBezTo>
                  <a:cubicBezTo>
                    <a:pt x="37714" y="36741"/>
                    <a:pt x="37714" y="36741"/>
                    <a:pt x="34396" y="36741"/>
                  </a:cubicBezTo>
                  <a:lnTo>
                    <a:pt x="34396" y="36741"/>
                  </a:lnTo>
                  <a:lnTo>
                    <a:pt x="30857" y="39964"/>
                  </a:lnTo>
                  <a:lnTo>
                    <a:pt x="30857" y="39964"/>
                  </a:lnTo>
                  <a:lnTo>
                    <a:pt x="30857" y="39964"/>
                  </a:lnTo>
                  <a:lnTo>
                    <a:pt x="30857" y="39964"/>
                  </a:lnTo>
                  <a:cubicBezTo>
                    <a:pt x="30857" y="39964"/>
                    <a:pt x="30857" y="39964"/>
                    <a:pt x="27428" y="39964"/>
                  </a:cubicBezTo>
                  <a:cubicBezTo>
                    <a:pt x="27428" y="43294"/>
                    <a:pt x="27428" y="43294"/>
                    <a:pt x="27428" y="43294"/>
                  </a:cubicBezTo>
                  <a:cubicBezTo>
                    <a:pt x="27428" y="43294"/>
                    <a:pt x="27428" y="46732"/>
                    <a:pt x="24000" y="46732"/>
                  </a:cubicBezTo>
                  <a:lnTo>
                    <a:pt x="24000" y="46732"/>
                  </a:lnTo>
                  <a:lnTo>
                    <a:pt x="24000" y="46732"/>
                  </a:lnTo>
                  <a:cubicBezTo>
                    <a:pt x="20571" y="46732"/>
                    <a:pt x="20571" y="46732"/>
                    <a:pt x="20571" y="46732"/>
                  </a:cubicBezTo>
                  <a:lnTo>
                    <a:pt x="20571" y="46732"/>
                  </a:lnTo>
                  <a:lnTo>
                    <a:pt x="20571" y="46732"/>
                  </a:lnTo>
                  <a:cubicBezTo>
                    <a:pt x="20571" y="50062"/>
                    <a:pt x="17142" y="50062"/>
                    <a:pt x="17142" y="50062"/>
                  </a:cubicBezTo>
                  <a:cubicBezTo>
                    <a:pt x="13714" y="50062"/>
                    <a:pt x="13714" y="50062"/>
                    <a:pt x="13714" y="50062"/>
                  </a:cubicBezTo>
                  <a:lnTo>
                    <a:pt x="13714" y="50062"/>
                  </a:lnTo>
                  <a:lnTo>
                    <a:pt x="13714" y="50062"/>
                  </a:lnTo>
                  <a:lnTo>
                    <a:pt x="10285" y="53285"/>
                  </a:lnTo>
                  <a:cubicBezTo>
                    <a:pt x="10285" y="53285"/>
                    <a:pt x="10285" y="53285"/>
                    <a:pt x="6967" y="53285"/>
                  </a:cubicBezTo>
                  <a:lnTo>
                    <a:pt x="6967" y="53285"/>
                  </a:lnTo>
                  <a:lnTo>
                    <a:pt x="6967" y="53285"/>
                  </a:lnTo>
                  <a:cubicBezTo>
                    <a:pt x="3428" y="53285"/>
                    <a:pt x="3428" y="53285"/>
                    <a:pt x="3428" y="53285"/>
                  </a:cubicBezTo>
                  <a:lnTo>
                    <a:pt x="3428" y="53285"/>
                  </a:lnTo>
                  <a:lnTo>
                    <a:pt x="3428" y="53285"/>
                  </a:lnTo>
                  <a:cubicBezTo>
                    <a:pt x="0" y="56615"/>
                    <a:pt x="0" y="56615"/>
                    <a:pt x="0" y="56615"/>
                  </a:cubicBezTo>
                  <a:lnTo>
                    <a:pt x="0" y="56615"/>
                  </a:lnTo>
                  <a:cubicBezTo>
                    <a:pt x="0" y="60053"/>
                    <a:pt x="0" y="60053"/>
                    <a:pt x="0" y="60053"/>
                  </a:cubicBezTo>
                  <a:lnTo>
                    <a:pt x="0" y="63384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2" name="Shape 11762"/>
            <p:cNvSpPr/>
            <p:nvPr/>
          </p:nvSpPr>
          <p:spPr>
            <a:xfrm>
              <a:off x="3848100" y="2427288"/>
              <a:ext cx="133350" cy="168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79828"/>
                  </a:moveTo>
                  <a:lnTo>
                    <a:pt x="0" y="79828"/>
                  </a:lnTo>
                  <a:lnTo>
                    <a:pt x="10000" y="79828"/>
                  </a:lnTo>
                  <a:cubicBezTo>
                    <a:pt x="20000" y="87811"/>
                    <a:pt x="20000" y="87811"/>
                    <a:pt x="20000" y="95793"/>
                  </a:cubicBezTo>
                  <a:lnTo>
                    <a:pt x="20000" y="95793"/>
                  </a:lnTo>
                  <a:cubicBezTo>
                    <a:pt x="20000" y="103776"/>
                    <a:pt x="20000" y="111759"/>
                    <a:pt x="20000" y="119742"/>
                  </a:cubicBezTo>
                  <a:cubicBezTo>
                    <a:pt x="30322" y="119742"/>
                    <a:pt x="30322" y="119742"/>
                    <a:pt x="30322" y="119742"/>
                  </a:cubicBezTo>
                  <a:cubicBezTo>
                    <a:pt x="39677" y="111759"/>
                    <a:pt x="39677" y="111759"/>
                    <a:pt x="39677" y="111759"/>
                  </a:cubicBezTo>
                  <a:cubicBezTo>
                    <a:pt x="49677" y="111759"/>
                    <a:pt x="49677" y="111759"/>
                    <a:pt x="49677" y="111759"/>
                  </a:cubicBezTo>
                  <a:lnTo>
                    <a:pt x="49677" y="111759"/>
                  </a:lnTo>
                  <a:cubicBezTo>
                    <a:pt x="49677" y="111759"/>
                    <a:pt x="59677" y="111759"/>
                    <a:pt x="69677" y="119742"/>
                  </a:cubicBezTo>
                  <a:lnTo>
                    <a:pt x="69677" y="119742"/>
                  </a:lnTo>
                  <a:lnTo>
                    <a:pt x="69677" y="119742"/>
                  </a:lnTo>
                  <a:lnTo>
                    <a:pt x="69677" y="119742"/>
                  </a:lnTo>
                  <a:cubicBezTo>
                    <a:pt x="109677" y="119742"/>
                    <a:pt x="109677" y="119742"/>
                    <a:pt x="109677" y="119742"/>
                  </a:cubicBezTo>
                  <a:cubicBezTo>
                    <a:pt x="109677" y="119742"/>
                    <a:pt x="109677" y="119742"/>
                    <a:pt x="119677" y="119742"/>
                  </a:cubicBezTo>
                  <a:lnTo>
                    <a:pt x="119677" y="119742"/>
                  </a:lnTo>
                  <a:lnTo>
                    <a:pt x="119677" y="111759"/>
                  </a:lnTo>
                  <a:lnTo>
                    <a:pt x="109677" y="111759"/>
                  </a:lnTo>
                  <a:lnTo>
                    <a:pt x="109677" y="111759"/>
                  </a:lnTo>
                  <a:lnTo>
                    <a:pt x="109677" y="111759"/>
                  </a:lnTo>
                  <a:lnTo>
                    <a:pt x="109677" y="111759"/>
                  </a:lnTo>
                  <a:cubicBezTo>
                    <a:pt x="109677" y="103776"/>
                    <a:pt x="99677" y="103776"/>
                    <a:pt x="99677" y="103776"/>
                  </a:cubicBezTo>
                  <a:lnTo>
                    <a:pt x="99677" y="95793"/>
                  </a:lnTo>
                  <a:cubicBezTo>
                    <a:pt x="99677" y="87811"/>
                    <a:pt x="99677" y="87811"/>
                    <a:pt x="99677" y="87811"/>
                  </a:cubicBezTo>
                  <a:lnTo>
                    <a:pt x="89677" y="87811"/>
                  </a:lnTo>
                  <a:cubicBezTo>
                    <a:pt x="89677" y="79828"/>
                    <a:pt x="89677" y="79828"/>
                    <a:pt x="89677" y="79828"/>
                  </a:cubicBezTo>
                  <a:cubicBezTo>
                    <a:pt x="89677" y="79828"/>
                    <a:pt x="89677" y="79828"/>
                    <a:pt x="89677" y="71845"/>
                  </a:cubicBezTo>
                  <a:lnTo>
                    <a:pt x="89677" y="71845"/>
                  </a:lnTo>
                  <a:lnTo>
                    <a:pt x="89677" y="71845"/>
                  </a:lnTo>
                  <a:cubicBezTo>
                    <a:pt x="89677" y="63862"/>
                    <a:pt x="89677" y="63862"/>
                    <a:pt x="89677" y="63862"/>
                  </a:cubicBezTo>
                  <a:lnTo>
                    <a:pt x="89677" y="63862"/>
                  </a:lnTo>
                  <a:lnTo>
                    <a:pt x="89677" y="63862"/>
                  </a:lnTo>
                  <a:cubicBezTo>
                    <a:pt x="89677" y="55879"/>
                    <a:pt x="89677" y="48154"/>
                    <a:pt x="89677" y="48154"/>
                  </a:cubicBezTo>
                  <a:lnTo>
                    <a:pt x="89677" y="48154"/>
                  </a:lnTo>
                  <a:lnTo>
                    <a:pt x="99677" y="39914"/>
                  </a:lnTo>
                  <a:lnTo>
                    <a:pt x="99677" y="31931"/>
                  </a:lnTo>
                  <a:cubicBezTo>
                    <a:pt x="99677" y="23948"/>
                    <a:pt x="99677" y="23948"/>
                    <a:pt x="99677" y="23948"/>
                  </a:cubicBezTo>
                  <a:cubicBezTo>
                    <a:pt x="99677" y="16223"/>
                    <a:pt x="89677" y="16223"/>
                    <a:pt x="89677" y="16223"/>
                  </a:cubicBezTo>
                  <a:cubicBezTo>
                    <a:pt x="89677" y="16223"/>
                    <a:pt x="89677" y="16223"/>
                    <a:pt x="79677" y="7982"/>
                  </a:cubicBezTo>
                  <a:lnTo>
                    <a:pt x="79677" y="7982"/>
                  </a:lnTo>
                  <a:cubicBezTo>
                    <a:pt x="69677" y="7982"/>
                    <a:pt x="69677" y="7982"/>
                    <a:pt x="69677" y="7982"/>
                  </a:cubicBezTo>
                  <a:cubicBezTo>
                    <a:pt x="79677" y="7982"/>
                    <a:pt x="79677" y="7982"/>
                    <a:pt x="79677" y="7982"/>
                  </a:cubicBezTo>
                  <a:cubicBezTo>
                    <a:pt x="79677" y="0"/>
                    <a:pt x="79677" y="0"/>
                    <a:pt x="79677" y="0"/>
                  </a:cubicBezTo>
                  <a:lnTo>
                    <a:pt x="79677" y="0"/>
                  </a:lnTo>
                  <a:lnTo>
                    <a:pt x="79677" y="0"/>
                  </a:lnTo>
                  <a:cubicBezTo>
                    <a:pt x="79677" y="0"/>
                    <a:pt x="79677" y="0"/>
                    <a:pt x="79677" y="7982"/>
                  </a:cubicBezTo>
                  <a:lnTo>
                    <a:pt x="69677" y="7982"/>
                  </a:lnTo>
                  <a:cubicBezTo>
                    <a:pt x="69677" y="7982"/>
                    <a:pt x="69677" y="7982"/>
                    <a:pt x="69677" y="16223"/>
                  </a:cubicBezTo>
                  <a:cubicBezTo>
                    <a:pt x="69677" y="16223"/>
                    <a:pt x="69677" y="16223"/>
                    <a:pt x="69677" y="23948"/>
                  </a:cubicBezTo>
                  <a:lnTo>
                    <a:pt x="59677" y="23948"/>
                  </a:lnTo>
                  <a:lnTo>
                    <a:pt x="59677" y="31931"/>
                  </a:lnTo>
                  <a:cubicBezTo>
                    <a:pt x="59677" y="39914"/>
                    <a:pt x="49677" y="48154"/>
                    <a:pt x="49677" y="48154"/>
                  </a:cubicBezTo>
                  <a:lnTo>
                    <a:pt x="49677" y="48154"/>
                  </a:lnTo>
                  <a:lnTo>
                    <a:pt x="49677" y="48154"/>
                  </a:lnTo>
                  <a:lnTo>
                    <a:pt x="49677" y="48154"/>
                  </a:lnTo>
                  <a:cubicBezTo>
                    <a:pt x="49677" y="48154"/>
                    <a:pt x="49677" y="55879"/>
                    <a:pt x="39677" y="55879"/>
                  </a:cubicBezTo>
                  <a:lnTo>
                    <a:pt x="39677" y="55879"/>
                  </a:lnTo>
                  <a:cubicBezTo>
                    <a:pt x="30000" y="55879"/>
                    <a:pt x="30322" y="55879"/>
                    <a:pt x="30322" y="55879"/>
                  </a:cubicBezTo>
                  <a:lnTo>
                    <a:pt x="30322" y="55879"/>
                  </a:lnTo>
                  <a:lnTo>
                    <a:pt x="30322" y="55879"/>
                  </a:lnTo>
                  <a:lnTo>
                    <a:pt x="20000" y="55879"/>
                  </a:lnTo>
                  <a:lnTo>
                    <a:pt x="20000" y="55879"/>
                  </a:lnTo>
                  <a:cubicBezTo>
                    <a:pt x="10000" y="55879"/>
                    <a:pt x="0" y="63862"/>
                    <a:pt x="0" y="63862"/>
                  </a:cubicBezTo>
                  <a:lnTo>
                    <a:pt x="0" y="71845"/>
                  </a:lnTo>
                  <a:lnTo>
                    <a:pt x="0" y="71845"/>
                  </a:lnTo>
                  <a:cubicBezTo>
                    <a:pt x="0" y="79828"/>
                    <a:pt x="0" y="79828"/>
                    <a:pt x="0" y="7982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3" name="Shape 11763"/>
            <p:cNvSpPr/>
            <p:nvPr/>
          </p:nvSpPr>
          <p:spPr>
            <a:xfrm>
              <a:off x="4259263" y="2684463"/>
              <a:ext cx="190500" cy="2238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681" y="59903"/>
                  </a:moveTo>
                  <a:lnTo>
                    <a:pt x="105681" y="59903"/>
                  </a:lnTo>
                  <a:cubicBezTo>
                    <a:pt x="105681" y="59903"/>
                    <a:pt x="105681" y="53913"/>
                    <a:pt x="105681" y="47922"/>
                  </a:cubicBezTo>
                  <a:lnTo>
                    <a:pt x="105681" y="47922"/>
                  </a:lnTo>
                  <a:cubicBezTo>
                    <a:pt x="105681" y="41932"/>
                    <a:pt x="105681" y="41932"/>
                    <a:pt x="105681" y="41932"/>
                  </a:cubicBezTo>
                  <a:lnTo>
                    <a:pt x="105681" y="41932"/>
                  </a:lnTo>
                  <a:cubicBezTo>
                    <a:pt x="91590" y="29951"/>
                    <a:pt x="91590" y="29951"/>
                    <a:pt x="91590" y="29951"/>
                  </a:cubicBezTo>
                  <a:cubicBezTo>
                    <a:pt x="91590" y="23961"/>
                    <a:pt x="91590" y="23961"/>
                    <a:pt x="91590" y="23961"/>
                  </a:cubicBezTo>
                  <a:cubicBezTo>
                    <a:pt x="49318" y="0"/>
                    <a:pt x="49318" y="0"/>
                    <a:pt x="49318" y="0"/>
                  </a:cubicBezTo>
                  <a:cubicBezTo>
                    <a:pt x="14090" y="0"/>
                    <a:pt x="14090" y="0"/>
                    <a:pt x="14090" y="0"/>
                  </a:cubicBezTo>
                  <a:lnTo>
                    <a:pt x="21136" y="5990"/>
                  </a:lnTo>
                  <a:lnTo>
                    <a:pt x="14090" y="11980"/>
                  </a:lnTo>
                  <a:cubicBezTo>
                    <a:pt x="14090" y="11980"/>
                    <a:pt x="14090" y="11980"/>
                    <a:pt x="14090" y="17971"/>
                  </a:cubicBezTo>
                  <a:lnTo>
                    <a:pt x="14090" y="17971"/>
                  </a:lnTo>
                  <a:cubicBezTo>
                    <a:pt x="14090" y="23961"/>
                    <a:pt x="14090" y="23961"/>
                    <a:pt x="14090" y="23961"/>
                  </a:cubicBezTo>
                  <a:lnTo>
                    <a:pt x="14090" y="23961"/>
                  </a:lnTo>
                  <a:lnTo>
                    <a:pt x="14090" y="29951"/>
                  </a:lnTo>
                  <a:lnTo>
                    <a:pt x="14090" y="29951"/>
                  </a:lnTo>
                  <a:lnTo>
                    <a:pt x="7045" y="29951"/>
                  </a:lnTo>
                  <a:lnTo>
                    <a:pt x="7045" y="29951"/>
                  </a:lnTo>
                  <a:cubicBezTo>
                    <a:pt x="7045" y="35942"/>
                    <a:pt x="7045" y="35942"/>
                    <a:pt x="7045" y="35942"/>
                  </a:cubicBezTo>
                  <a:lnTo>
                    <a:pt x="7045" y="35942"/>
                  </a:lnTo>
                  <a:cubicBezTo>
                    <a:pt x="7045" y="41932"/>
                    <a:pt x="0" y="41932"/>
                    <a:pt x="0" y="41932"/>
                  </a:cubicBezTo>
                  <a:lnTo>
                    <a:pt x="0" y="41932"/>
                  </a:lnTo>
                  <a:cubicBezTo>
                    <a:pt x="0" y="41932"/>
                    <a:pt x="0" y="41932"/>
                    <a:pt x="0" y="47922"/>
                  </a:cubicBezTo>
                  <a:lnTo>
                    <a:pt x="0" y="47922"/>
                  </a:lnTo>
                  <a:lnTo>
                    <a:pt x="0" y="53913"/>
                  </a:lnTo>
                  <a:lnTo>
                    <a:pt x="0" y="53913"/>
                  </a:lnTo>
                  <a:cubicBezTo>
                    <a:pt x="0" y="53913"/>
                    <a:pt x="0" y="53913"/>
                    <a:pt x="0" y="59903"/>
                  </a:cubicBezTo>
                  <a:cubicBezTo>
                    <a:pt x="0" y="59903"/>
                    <a:pt x="7045" y="59903"/>
                    <a:pt x="7045" y="65893"/>
                  </a:cubicBezTo>
                  <a:cubicBezTo>
                    <a:pt x="7045" y="65893"/>
                    <a:pt x="7045" y="65893"/>
                    <a:pt x="7045" y="71884"/>
                  </a:cubicBezTo>
                  <a:cubicBezTo>
                    <a:pt x="14090" y="71884"/>
                    <a:pt x="14090" y="77874"/>
                    <a:pt x="14090" y="77874"/>
                  </a:cubicBezTo>
                  <a:lnTo>
                    <a:pt x="14090" y="77874"/>
                  </a:lnTo>
                  <a:cubicBezTo>
                    <a:pt x="14090" y="83864"/>
                    <a:pt x="14090" y="83864"/>
                    <a:pt x="14090" y="83864"/>
                  </a:cubicBezTo>
                  <a:cubicBezTo>
                    <a:pt x="21136" y="83864"/>
                    <a:pt x="21136" y="83864"/>
                    <a:pt x="28181" y="89855"/>
                  </a:cubicBezTo>
                  <a:lnTo>
                    <a:pt x="28181" y="89855"/>
                  </a:lnTo>
                  <a:cubicBezTo>
                    <a:pt x="28181" y="89855"/>
                    <a:pt x="28181" y="89855"/>
                    <a:pt x="35227" y="89855"/>
                  </a:cubicBezTo>
                  <a:cubicBezTo>
                    <a:pt x="35227" y="89855"/>
                    <a:pt x="35227" y="89855"/>
                    <a:pt x="42272" y="95845"/>
                  </a:cubicBezTo>
                  <a:lnTo>
                    <a:pt x="42272" y="95845"/>
                  </a:lnTo>
                  <a:lnTo>
                    <a:pt x="42272" y="95845"/>
                  </a:lnTo>
                  <a:lnTo>
                    <a:pt x="42272" y="95845"/>
                  </a:lnTo>
                  <a:cubicBezTo>
                    <a:pt x="42272" y="95845"/>
                    <a:pt x="42272" y="95845"/>
                    <a:pt x="49318" y="95845"/>
                  </a:cubicBezTo>
                  <a:lnTo>
                    <a:pt x="49318" y="95845"/>
                  </a:lnTo>
                  <a:lnTo>
                    <a:pt x="49318" y="95845"/>
                  </a:lnTo>
                  <a:lnTo>
                    <a:pt x="56363" y="95845"/>
                  </a:lnTo>
                  <a:lnTo>
                    <a:pt x="56363" y="95845"/>
                  </a:lnTo>
                  <a:lnTo>
                    <a:pt x="56363" y="95845"/>
                  </a:lnTo>
                  <a:lnTo>
                    <a:pt x="56363" y="95845"/>
                  </a:lnTo>
                  <a:lnTo>
                    <a:pt x="56363" y="95845"/>
                  </a:lnTo>
                  <a:lnTo>
                    <a:pt x="56363" y="95845"/>
                  </a:lnTo>
                  <a:cubicBezTo>
                    <a:pt x="56363" y="95845"/>
                    <a:pt x="63409" y="95845"/>
                    <a:pt x="63409" y="101835"/>
                  </a:cubicBezTo>
                  <a:lnTo>
                    <a:pt x="63409" y="101835"/>
                  </a:lnTo>
                  <a:lnTo>
                    <a:pt x="63409" y="101835"/>
                  </a:lnTo>
                  <a:cubicBezTo>
                    <a:pt x="63409" y="101835"/>
                    <a:pt x="63409" y="101835"/>
                    <a:pt x="63409" y="107826"/>
                  </a:cubicBezTo>
                  <a:lnTo>
                    <a:pt x="63409" y="113816"/>
                  </a:lnTo>
                  <a:cubicBezTo>
                    <a:pt x="63409" y="113816"/>
                    <a:pt x="63409" y="113816"/>
                    <a:pt x="63409" y="119806"/>
                  </a:cubicBezTo>
                  <a:lnTo>
                    <a:pt x="63409" y="119806"/>
                  </a:lnTo>
                  <a:lnTo>
                    <a:pt x="63409" y="119806"/>
                  </a:lnTo>
                  <a:lnTo>
                    <a:pt x="70454" y="119806"/>
                  </a:lnTo>
                  <a:lnTo>
                    <a:pt x="70454" y="119806"/>
                  </a:lnTo>
                  <a:lnTo>
                    <a:pt x="70454" y="119806"/>
                  </a:lnTo>
                  <a:cubicBezTo>
                    <a:pt x="77500" y="119806"/>
                    <a:pt x="77500" y="119806"/>
                    <a:pt x="77500" y="119806"/>
                  </a:cubicBezTo>
                  <a:cubicBezTo>
                    <a:pt x="77500" y="119806"/>
                    <a:pt x="77500" y="119806"/>
                    <a:pt x="84545" y="119806"/>
                  </a:cubicBezTo>
                  <a:lnTo>
                    <a:pt x="84545" y="119806"/>
                  </a:lnTo>
                  <a:cubicBezTo>
                    <a:pt x="84545" y="119806"/>
                    <a:pt x="84545" y="119806"/>
                    <a:pt x="91590" y="119806"/>
                  </a:cubicBezTo>
                  <a:lnTo>
                    <a:pt x="91590" y="119806"/>
                  </a:lnTo>
                  <a:lnTo>
                    <a:pt x="91590" y="119806"/>
                  </a:lnTo>
                  <a:lnTo>
                    <a:pt x="98636" y="113816"/>
                  </a:lnTo>
                  <a:lnTo>
                    <a:pt x="105681" y="113816"/>
                  </a:lnTo>
                  <a:lnTo>
                    <a:pt x="105681" y="113816"/>
                  </a:lnTo>
                  <a:lnTo>
                    <a:pt x="105681" y="113816"/>
                  </a:lnTo>
                  <a:lnTo>
                    <a:pt x="112727" y="113816"/>
                  </a:lnTo>
                  <a:lnTo>
                    <a:pt x="112727" y="113816"/>
                  </a:lnTo>
                  <a:lnTo>
                    <a:pt x="112727" y="113816"/>
                  </a:lnTo>
                  <a:lnTo>
                    <a:pt x="112727" y="113816"/>
                  </a:lnTo>
                  <a:lnTo>
                    <a:pt x="112727" y="113816"/>
                  </a:lnTo>
                  <a:lnTo>
                    <a:pt x="112727" y="113816"/>
                  </a:lnTo>
                  <a:cubicBezTo>
                    <a:pt x="119772" y="113816"/>
                    <a:pt x="119772" y="113816"/>
                    <a:pt x="119772" y="113816"/>
                  </a:cubicBezTo>
                  <a:lnTo>
                    <a:pt x="119772" y="113816"/>
                  </a:lnTo>
                  <a:lnTo>
                    <a:pt x="119772" y="113816"/>
                  </a:lnTo>
                  <a:lnTo>
                    <a:pt x="119772" y="113816"/>
                  </a:lnTo>
                  <a:lnTo>
                    <a:pt x="119772" y="113816"/>
                  </a:lnTo>
                  <a:lnTo>
                    <a:pt x="119772" y="107826"/>
                  </a:lnTo>
                  <a:lnTo>
                    <a:pt x="112727" y="101835"/>
                  </a:lnTo>
                  <a:lnTo>
                    <a:pt x="112727" y="101835"/>
                  </a:lnTo>
                  <a:cubicBezTo>
                    <a:pt x="112727" y="95845"/>
                    <a:pt x="112727" y="95845"/>
                    <a:pt x="112727" y="95845"/>
                  </a:cubicBezTo>
                  <a:cubicBezTo>
                    <a:pt x="112727" y="89855"/>
                    <a:pt x="112727" y="83864"/>
                    <a:pt x="112727" y="83864"/>
                  </a:cubicBezTo>
                  <a:cubicBezTo>
                    <a:pt x="112727" y="77874"/>
                    <a:pt x="112727" y="77874"/>
                    <a:pt x="112727" y="77874"/>
                  </a:cubicBezTo>
                  <a:lnTo>
                    <a:pt x="112727" y="71884"/>
                  </a:lnTo>
                  <a:cubicBezTo>
                    <a:pt x="112727" y="65893"/>
                    <a:pt x="112727" y="65893"/>
                    <a:pt x="105681" y="65893"/>
                  </a:cubicBezTo>
                  <a:lnTo>
                    <a:pt x="105681" y="59903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4" name="Shape 11764"/>
            <p:cNvSpPr/>
            <p:nvPr/>
          </p:nvSpPr>
          <p:spPr>
            <a:xfrm>
              <a:off x="3902075" y="2795588"/>
              <a:ext cx="234950" cy="2571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705" y="114621"/>
                  </a:moveTo>
                  <a:lnTo>
                    <a:pt x="5705" y="114621"/>
                  </a:lnTo>
                  <a:lnTo>
                    <a:pt x="5705" y="114621"/>
                  </a:lnTo>
                  <a:lnTo>
                    <a:pt x="5705" y="114621"/>
                  </a:lnTo>
                  <a:cubicBezTo>
                    <a:pt x="5705" y="114621"/>
                    <a:pt x="5705" y="114621"/>
                    <a:pt x="5705" y="109411"/>
                  </a:cubicBezTo>
                  <a:lnTo>
                    <a:pt x="11411" y="109411"/>
                  </a:lnTo>
                  <a:lnTo>
                    <a:pt x="17116" y="109411"/>
                  </a:lnTo>
                  <a:lnTo>
                    <a:pt x="17116" y="109411"/>
                  </a:lnTo>
                  <a:lnTo>
                    <a:pt x="17116" y="109411"/>
                  </a:lnTo>
                  <a:cubicBezTo>
                    <a:pt x="17116" y="114621"/>
                    <a:pt x="22822" y="114621"/>
                    <a:pt x="22822" y="114621"/>
                  </a:cubicBezTo>
                  <a:cubicBezTo>
                    <a:pt x="22822" y="114621"/>
                    <a:pt x="22822" y="114621"/>
                    <a:pt x="28527" y="114621"/>
                  </a:cubicBezTo>
                  <a:cubicBezTo>
                    <a:pt x="28527" y="114621"/>
                    <a:pt x="45644" y="114621"/>
                    <a:pt x="51349" y="114621"/>
                  </a:cubicBezTo>
                  <a:lnTo>
                    <a:pt x="51349" y="114621"/>
                  </a:lnTo>
                  <a:lnTo>
                    <a:pt x="51349" y="114621"/>
                  </a:lnTo>
                  <a:cubicBezTo>
                    <a:pt x="57055" y="114621"/>
                    <a:pt x="62760" y="114621"/>
                    <a:pt x="62760" y="114621"/>
                  </a:cubicBezTo>
                  <a:cubicBezTo>
                    <a:pt x="68466" y="114621"/>
                    <a:pt x="68466" y="114621"/>
                    <a:pt x="68466" y="114621"/>
                  </a:cubicBezTo>
                  <a:cubicBezTo>
                    <a:pt x="68466" y="119831"/>
                    <a:pt x="68466" y="119831"/>
                    <a:pt x="68466" y="119831"/>
                  </a:cubicBezTo>
                  <a:cubicBezTo>
                    <a:pt x="91288" y="119831"/>
                    <a:pt x="91288" y="119831"/>
                    <a:pt x="91288" y="119831"/>
                  </a:cubicBezTo>
                  <a:cubicBezTo>
                    <a:pt x="91288" y="119831"/>
                    <a:pt x="91288" y="119831"/>
                    <a:pt x="96993" y="119831"/>
                  </a:cubicBezTo>
                  <a:cubicBezTo>
                    <a:pt x="96993" y="119831"/>
                    <a:pt x="102699" y="119831"/>
                    <a:pt x="108404" y="119831"/>
                  </a:cubicBezTo>
                  <a:cubicBezTo>
                    <a:pt x="102699" y="119831"/>
                    <a:pt x="102699" y="114621"/>
                    <a:pt x="102699" y="114621"/>
                  </a:cubicBezTo>
                  <a:lnTo>
                    <a:pt x="96993" y="109411"/>
                  </a:lnTo>
                  <a:lnTo>
                    <a:pt x="96993" y="109411"/>
                  </a:lnTo>
                  <a:lnTo>
                    <a:pt x="96993" y="109411"/>
                  </a:lnTo>
                  <a:cubicBezTo>
                    <a:pt x="96993" y="67563"/>
                    <a:pt x="96993" y="67563"/>
                    <a:pt x="96993" y="67563"/>
                  </a:cubicBezTo>
                  <a:cubicBezTo>
                    <a:pt x="119815" y="67563"/>
                    <a:pt x="119815" y="67563"/>
                    <a:pt x="119815" y="67563"/>
                  </a:cubicBezTo>
                  <a:cubicBezTo>
                    <a:pt x="119815" y="57310"/>
                    <a:pt x="119815" y="57310"/>
                    <a:pt x="119815" y="57310"/>
                  </a:cubicBezTo>
                  <a:cubicBezTo>
                    <a:pt x="114110" y="57310"/>
                    <a:pt x="108404" y="57310"/>
                    <a:pt x="108404" y="57310"/>
                  </a:cubicBezTo>
                  <a:lnTo>
                    <a:pt x="108404" y="57310"/>
                  </a:lnTo>
                  <a:lnTo>
                    <a:pt x="108404" y="57310"/>
                  </a:lnTo>
                  <a:cubicBezTo>
                    <a:pt x="102699" y="57310"/>
                    <a:pt x="102699" y="57310"/>
                    <a:pt x="102699" y="52100"/>
                  </a:cubicBezTo>
                  <a:cubicBezTo>
                    <a:pt x="96993" y="52100"/>
                    <a:pt x="96993" y="52100"/>
                    <a:pt x="96993" y="52100"/>
                  </a:cubicBezTo>
                  <a:cubicBezTo>
                    <a:pt x="96993" y="52100"/>
                    <a:pt x="96993" y="52100"/>
                    <a:pt x="96993" y="46890"/>
                  </a:cubicBezTo>
                  <a:cubicBezTo>
                    <a:pt x="96993" y="46890"/>
                    <a:pt x="96993" y="46890"/>
                    <a:pt x="96993" y="41680"/>
                  </a:cubicBezTo>
                  <a:lnTo>
                    <a:pt x="96993" y="41680"/>
                  </a:lnTo>
                  <a:lnTo>
                    <a:pt x="96993" y="41680"/>
                  </a:lnTo>
                  <a:lnTo>
                    <a:pt x="96993" y="41680"/>
                  </a:lnTo>
                  <a:lnTo>
                    <a:pt x="96993" y="41680"/>
                  </a:lnTo>
                  <a:cubicBezTo>
                    <a:pt x="96993" y="36470"/>
                    <a:pt x="96993" y="36470"/>
                    <a:pt x="96993" y="36470"/>
                  </a:cubicBezTo>
                  <a:cubicBezTo>
                    <a:pt x="96993" y="31260"/>
                    <a:pt x="96993" y="31260"/>
                    <a:pt x="96993" y="31260"/>
                  </a:cubicBezTo>
                  <a:lnTo>
                    <a:pt x="96993" y="26050"/>
                  </a:lnTo>
                  <a:cubicBezTo>
                    <a:pt x="96993" y="20840"/>
                    <a:pt x="96993" y="20840"/>
                    <a:pt x="96993" y="20840"/>
                  </a:cubicBezTo>
                  <a:lnTo>
                    <a:pt x="96993" y="20840"/>
                  </a:lnTo>
                  <a:lnTo>
                    <a:pt x="96993" y="15630"/>
                  </a:lnTo>
                  <a:lnTo>
                    <a:pt x="96993" y="15630"/>
                  </a:lnTo>
                  <a:cubicBezTo>
                    <a:pt x="79877" y="15630"/>
                    <a:pt x="79877" y="15630"/>
                    <a:pt x="79877" y="15630"/>
                  </a:cubicBezTo>
                  <a:cubicBezTo>
                    <a:pt x="79877" y="10420"/>
                    <a:pt x="79877" y="10420"/>
                    <a:pt x="79877" y="10420"/>
                  </a:cubicBezTo>
                  <a:lnTo>
                    <a:pt x="79877" y="10420"/>
                  </a:lnTo>
                  <a:cubicBezTo>
                    <a:pt x="79877" y="15630"/>
                    <a:pt x="79877" y="15630"/>
                    <a:pt x="79877" y="20840"/>
                  </a:cubicBezTo>
                  <a:lnTo>
                    <a:pt x="79877" y="20840"/>
                  </a:lnTo>
                  <a:lnTo>
                    <a:pt x="79877" y="20840"/>
                  </a:lnTo>
                  <a:cubicBezTo>
                    <a:pt x="79877" y="20840"/>
                    <a:pt x="79877" y="26050"/>
                    <a:pt x="74171" y="26050"/>
                  </a:cubicBezTo>
                  <a:cubicBezTo>
                    <a:pt x="74171" y="26050"/>
                    <a:pt x="68466" y="26050"/>
                    <a:pt x="68466" y="20840"/>
                  </a:cubicBezTo>
                  <a:lnTo>
                    <a:pt x="68466" y="20840"/>
                  </a:lnTo>
                  <a:lnTo>
                    <a:pt x="68466" y="20840"/>
                  </a:lnTo>
                  <a:cubicBezTo>
                    <a:pt x="62760" y="20840"/>
                    <a:pt x="62760" y="26050"/>
                    <a:pt x="62760" y="26050"/>
                  </a:cubicBezTo>
                  <a:cubicBezTo>
                    <a:pt x="57055" y="26050"/>
                    <a:pt x="57055" y="26050"/>
                    <a:pt x="57055" y="26050"/>
                  </a:cubicBezTo>
                  <a:cubicBezTo>
                    <a:pt x="57055" y="26050"/>
                    <a:pt x="57055" y="26050"/>
                    <a:pt x="51349" y="26050"/>
                  </a:cubicBezTo>
                  <a:cubicBezTo>
                    <a:pt x="51349" y="20840"/>
                    <a:pt x="51349" y="20840"/>
                    <a:pt x="51349" y="20840"/>
                  </a:cubicBezTo>
                  <a:cubicBezTo>
                    <a:pt x="51349" y="20840"/>
                    <a:pt x="51349" y="20840"/>
                    <a:pt x="51349" y="15630"/>
                  </a:cubicBezTo>
                  <a:lnTo>
                    <a:pt x="45644" y="15630"/>
                  </a:lnTo>
                  <a:cubicBezTo>
                    <a:pt x="45644" y="10420"/>
                    <a:pt x="45644" y="10420"/>
                    <a:pt x="45644" y="10420"/>
                  </a:cubicBezTo>
                  <a:cubicBezTo>
                    <a:pt x="45644" y="10420"/>
                    <a:pt x="45644" y="5210"/>
                    <a:pt x="39938" y="0"/>
                  </a:cubicBezTo>
                  <a:cubicBezTo>
                    <a:pt x="5705" y="0"/>
                    <a:pt x="5705" y="0"/>
                    <a:pt x="5705" y="0"/>
                  </a:cubicBezTo>
                  <a:cubicBezTo>
                    <a:pt x="11411" y="5210"/>
                    <a:pt x="17116" y="15630"/>
                    <a:pt x="17116" y="15630"/>
                  </a:cubicBezTo>
                  <a:cubicBezTo>
                    <a:pt x="17116" y="20840"/>
                    <a:pt x="17116" y="20840"/>
                    <a:pt x="17116" y="26050"/>
                  </a:cubicBezTo>
                  <a:lnTo>
                    <a:pt x="17116" y="26050"/>
                  </a:lnTo>
                  <a:lnTo>
                    <a:pt x="17116" y="31260"/>
                  </a:lnTo>
                  <a:cubicBezTo>
                    <a:pt x="17116" y="36470"/>
                    <a:pt x="17116" y="41680"/>
                    <a:pt x="17116" y="41680"/>
                  </a:cubicBezTo>
                  <a:cubicBezTo>
                    <a:pt x="22822" y="41680"/>
                    <a:pt x="22822" y="46890"/>
                    <a:pt x="22822" y="46890"/>
                  </a:cubicBezTo>
                  <a:cubicBezTo>
                    <a:pt x="22822" y="46890"/>
                    <a:pt x="22822" y="52100"/>
                    <a:pt x="22822" y="57310"/>
                  </a:cubicBezTo>
                  <a:cubicBezTo>
                    <a:pt x="22822" y="57310"/>
                    <a:pt x="22822" y="57310"/>
                    <a:pt x="22822" y="62521"/>
                  </a:cubicBezTo>
                  <a:cubicBezTo>
                    <a:pt x="22822" y="62521"/>
                    <a:pt x="17116" y="67563"/>
                    <a:pt x="17116" y="72941"/>
                  </a:cubicBezTo>
                  <a:lnTo>
                    <a:pt x="17116" y="72941"/>
                  </a:lnTo>
                  <a:cubicBezTo>
                    <a:pt x="17116" y="72941"/>
                    <a:pt x="11411" y="72941"/>
                    <a:pt x="11411" y="78151"/>
                  </a:cubicBezTo>
                  <a:cubicBezTo>
                    <a:pt x="11411" y="78151"/>
                    <a:pt x="11411" y="78151"/>
                    <a:pt x="5705" y="78151"/>
                  </a:cubicBezTo>
                  <a:cubicBezTo>
                    <a:pt x="5705" y="83361"/>
                    <a:pt x="5705" y="88571"/>
                    <a:pt x="5705" y="93781"/>
                  </a:cubicBezTo>
                  <a:cubicBezTo>
                    <a:pt x="5705" y="98991"/>
                    <a:pt x="5705" y="104033"/>
                    <a:pt x="0" y="104033"/>
                  </a:cubicBezTo>
                  <a:lnTo>
                    <a:pt x="0" y="104033"/>
                  </a:lnTo>
                  <a:cubicBezTo>
                    <a:pt x="0" y="104033"/>
                    <a:pt x="0" y="109411"/>
                    <a:pt x="0" y="114621"/>
                  </a:cubicBezTo>
                  <a:lnTo>
                    <a:pt x="5705" y="114621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5" name="Shape 11765"/>
            <p:cNvSpPr/>
            <p:nvPr/>
          </p:nvSpPr>
          <p:spPr>
            <a:xfrm>
              <a:off x="3937000" y="2114550"/>
              <a:ext cx="190500" cy="3460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1136" y="112133"/>
                  </a:moveTo>
                  <a:lnTo>
                    <a:pt x="21136" y="112133"/>
                  </a:lnTo>
                  <a:lnTo>
                    <a:pt x="21136" y="112133"/>
                  </a:lnTo>
                  <a:cubicBezTo>
                    <a:pt x="28181" y="119875"/>
                    <a:pt x="28181" y="119875"/>
                    <a:pt x="28181" y="119875"/>
                  </a:cubicBezTo>
                  <a:lnTo>
                    <a:pt x="28181" y="119875"/>
                  </a:lnTo>
                  <a:cubicBezTo>
                    <a:pt x="28181" y="119875"/>
                    <a:pt x="28181" y="119875"/>
                    <a:pt x="35227" y="119875"/>
                  </a:cubicBezTo>
                  <a:lnTo>
                    <a:pt x="35227" y="119875"/>
                  </a:lnTo>
                  <a:cubicBezTo>
                    <a:pt x="42272" y="119875"/>
                    <a:pt x="42272" y="119875"/>
                    <a:pt x="42272" y="119875"/>
                  </a:cubicBezTo>
                  <a:lnTo>
                    <a:pt x="42272" y="119875"/>
                  </a:lnTo>
                  <a:lnTo>
                    <a:pt x="42272" y="119875"/>
                  </a:lnTo>
                  <a:lnTo>
                    <a:pt x="42272" y="119875"/>
                  </a:lnTo>
                  <a:lnTo>
                    <a:pt x="49318" y="116129"/>
                  </a:lnTo>
                  <a:lnTo>
                    <a:pt x="49318" y="116129"/>
                  </a:lnTo>
                  <a:cubicBezTo>
                    <a:pt x="49318" y="116129"/>
                    <a:pt x="49318" y="116129"/>
                    <a:pt x="56363" y="116129"/>
                  </a:cubicBezTo>
                  <a:lnTo>
                    <a:pt x="56363" y="116129"/>
                  </a:lnTo>
                  <a:lnTo>
                    <a:pt x="56363" y="116129"/>
                  </a:lnTo>
                  <a:lnTo>
                    <a:pt x="63409" y="116129"/>
                  </a:lnTo>
                  <a:lnTo>
                    <a:pt x="63409" y="116129"/>
                  </a:lnTo>
                  <a:lnTo>
                    <a:pt x="63409" y="116129"/>
                  </a:lnTo>
                  <a:lnTo>
                    <a:pt x="63409" y="116129"/>
                  </a:lnTo>
                  <a:lnTo>
                    <a:pt x="63409" y="116129"/>
                  </a:lnTo>
                  <a:cubicBezTo>
                    <a:pt x="63409" y="112133"/>
                    <a:pt x="63409" y="112133"/>
                    <a:pt x="63409" y="112133"/>
                  </a:cubicBezTo>
                  <a:lnTo>
                    <a:pt x="63409" y="112133"/>
                  </a:lnTo>
                  <a:cubicBezTo>
                    <a:pt x="63409" y="108262"/>
                    <a:pt x="70454" y="108262"/>
                    <a:pt x="70454" y="108262"/>
                  </a:cubicBezTo>
                  <a:lnTo>
                    <a:pt x="70454" y="108262"/>
                  </a:lnTo>
                  <a:lnTo>
                    <a:pt x="70454" y="108262"/>
                  </a:lnTo>
                  <a:lnTo>
                    <a:pt x="70454" y="108262"/>
                  </a:lnTo>
                  <a:lnTo>
                    <a:pt x="77500" y="108262"/>
                  </a:lnTo>
                  <a:lnTo>
                    <a:pt x="77500" y="108262"/>
                  </a:lnTo>
                  <a:cubicBezTo>
                    <a:pt x="77500" y="108262"/>
                    <a:pt x="77500" y="108262"/>
                    <a:pt x="84545" y="108262"/>
                  </a:cubicBezTo>
                  <a:lnTo>
                    <a:pt x="84545" y="108262"/>
                  </a:lnTo>
                  <a:cubicBezTo>
                    <a:pt x="84545" y="108262"/>
                    <a:pt x="84545" y="104391"/>
                    <a:pt x="91590" y="104391"/>
                  </a:cubicBezTo>
                  <a:lnTo>
                    <a:pt x="91590" y="100645"/>
                  </a:lnTo>
                  <a:cubicBezTo>
                    <a:pt x="91590" y="100645"/>
                    <a:pt x="91590" y="100645"/>
                    <a:pt x="98636" y="100645"/>
                  </a:cubicBezTo>
                  <a:lnTo>
                    <a:pt x="98636" y="100645"/>
                  </a:lnTo>
                  <a:cubicBezTo>
                    <a:pt x="98636" y="96649"/>
                    <a:pt x="98636" y="96649"/>
                    <a:pt x="98636" y="96649"/>
                  </a:cubicBezTo>
                  <a:cubicBezTo>
                    <a:pt x="105681" y="92778"/>
                    <a:pt x="105681" y="92778"/>
                    <a:pt x="105681" y="92778"/>
                  </a:cubicBezTo>
                  <a:lnTo>
                    <a:pt x="105681" y="92778"/>
                  </a:lnTo>
                  <a:cubicBezTo>
                    <a:pt x="105681" y="92778"/>
                    <a:pt x="105681" y="92778"/>
                    <a:pt x="105681" y="88907"/>
                  </a:cubicBezTo>
                  <a:lnTo>
                    <a:pt x="105681" y="88907"/>
                  </a:lnTo>
                  <a:lnTo>
                    <a:pt x="105681" y="88907"/>
                  </a:lnTo>
                  <a:lnTo>
                    <a:pt x="105681" y="88907"/>
                  </a:lnTo>
                  <a:cubicBezTo>
                    <a:pt x="98636" y="88907"/>
                    <a:pt x="98636" y="85161"/>
                    <a:pt x="98636" y="85161"/>
                  </a:cubicBezTo>
                  <a:cubicBezTo>
                    <a:pt x="98636" y="85161"/>
                    <a:pt x="98636" y="85161"/>
                    <a:pt x="98636" y="81165"/>
                  </a:cubicBezTo>
                  <a:lnTo>
                    <a:pt x="98636" y="77294"/>
                  </a:lnTo>
                  <a:lnTo>
                    <a:pt x="98636" y="77294"/>
                  </a:lnTo>
                  <a:cubicBezTo>
                    <a:pt x="98636" y="73423"/>
                    <a:pt x="98636" y="73423"/>
                    <a:pt x="98636" y="73423"/>
                  </a:cubicBezTo>
                  <a:lnTo>
                    <a:pt x="105681" y="69677"/>
                  </a:lnTo>
                  <a:lnTo>
                    <a:pt x="105681" y="69677"/>
                  </a:lnTo>
                  <a:lnTo>
                    <a:pt x="105681" y="69677"/>
                  </a:lnTo>
                  <a:cubicBezTo>
                    <a:pt x="105681" y="65681"/>
                    <a:pt x="105681" y="65681"/>
                    <a:pt x="112727" y="65681"/>
                  </a:cubicBezTo>
                  <a:lnTo>
                    <a:pt x="112727" y="61935"/>
                  </a:lnTo>
                  <a:lnTo>
                    <a:pt x="112727" y="61935"/>
                  </a:lnTo>
                  <a:lnTo>
                    <a:pt x="112727" y="61935"/>
                  </a:lnTo>
                  <a:cubicBezTo>
                    <a:pt x="112727" y="58064"/>
                    <a:pt x="112727" y="58064"/>
                    <a:pt x="112727" y="58064"/>
                  </a:cubicBezTo>
                  <a:cubicBezTo>
                    <a:pt x="119772" y="58064"/>
                    <a:pt x="119772" y="58064"/>
                    <a:pt x="119772" y="58064"/>
                  </a:cubicBezTo>
                  <a:cubicBezTo>
                    <a:pt x="119772" y="30967"/>
                    <a:pt x="119772" y="30967"/>
                    <a:pt x="119772" y="30967"/>
                  </a:cubicBezTo>
                  <a:cubicBezTo>
                    <a:pt x="28181" y="0"/>
                    <a:pt x="28181" y="0"/>
                    <a:pt x="28181" y="0"/>
                  </a:cubicBezTo>
                  <a:cubicBezTo>
                    <a:pt x="28181" y="3870"/>
                    <a:pt x="28181" y="3870"/>
                    <a:pt x="21136" y="3870"/>
                  </a:cubicBezTo>
                  <a:lnTo>
                    <a:pt x="21136" y="3870"/>
                  </a:lnTo>
                  <a:cubicBezTo>
                    <a:pt x="21136" y="7866"/>
                    <a:pt x="21136" y="11612"/>
                    <a:pt x="21136" y="11612"/>
                  </a:cubicBezTo>
                  <a:lnTo>
                    <a:pt x="21136" y="11612"/>
                  </a:lnTo>
                  <a:cubicBezTo>
                    <a:pt x="21136" y="11612"/>
                    <a:pt x="21136" y="11612"/>
                    <a:pt x="28181" y="11612"/>
                  </a:cubicBezTo>
                  <a:cubicBezTo>
                    <a:pt x="28181" y="15483"/>
                    <a:pt x="28181" y="15483"/>
                    <a:pt x="28181" y="19354"/>
                  </a:cubicBezTo>
                  <a:cubicBezTo>
                    <a:pt x="35227" y="19354"/>
                    <a:pt x="35227" y="19354"/>
                    <a:pt x="35227" y="19354"/>
                  </a:cubicBezTo>
                  <a:cubicBezTo>
                    <a:pt x="35227" y="23350"/>
                    <a:pt x="35227" y="23350"/>
                    <a:pt x="35227" y="23350"/>
                  </a:cubicBezTo>
                  <a:lnTo>
                    <a:pt x="35227" y="23350"/>
                  </a:lnTo>
                  <a:cubicBezTo>
                    <a:pt x="35227" y="23350"/>
                    <a:pt x="28181" y="27096"/>
                    <a:pt x="28181" y="30967"/>
                  </a:cubicBezTo>
                  <a:cubicBezTo>
                    <a:pt x="28181" y="38834"/>
                    <a:pt x="28181" y="42580"/>
                    <a:pt x="28181" y="46451"/>
                  </a:cubicBezTo>
                  <a:cubicBezTo>
                    <a:pt x="28181" y="50322"/>
                    <a:pt x="28181" y="54318"/>
                    <a:pt x="28181" y="54318"/>
                  </a:cubicBezTo>
                  <a:cubicBezTo>
                    <a:pt x="21136" y="54318"/>
                    <a:pt x="21136" y="54318"/>
                    <a:pt x="21136" y="54318"/>
                  </a:cubicBezTo>
                  <a:cubicBezTo>
                    <a:pt x="21136" y="58064"/>
                    <a:pt x="21136" y="58064"/>
                    <a:pt x="21136" y="58064"/>
                  </a:cubicBezTo>
                  <a:lnTo>
                    <a:pt x="14090" y="61935"/>
                  </a:lnTo>
                  <a:lnTo>
                    <a:pt x="14090" y="61935"/>
                  </a:lnTo>
                  <a:cubicBezTo>
                    <a:pt x="7045" y="65681"/>
                    <a:pt x="7045" y="65681"/>
                    <a:pt x="7045" y="65681"/>
                  </a:cubicBezTo>
                  <a:lnTo>
                    <a:pt x="7045" y="65681"/>
                  </a:lnTo>
                  <a:cubicBezTo>
                    <a:pt x="7045" y="69677"/>
                    <a:pt x="7045" y="69677"/>
                    <a:pt x="0" y="73423"/>
                  </a:cubicBezTo>
                  <a:lnTo>
                    <a:pt x="7045" y="73423"/>
                  </a:lnTo>
                  <a:lnTo>
                    <a:pt x="7045" y="77294"/>
                  </a:lnTo>
                  <a:lnTo>
                    <a:pt x="7045" y="77294"/>
                  </a:lnTo>
                  <a:lnTo>
                    <a:pt x="7045" y="77294"/>
                  </a:lnTo>
                  <a:lnTo>
                    <a:pt x="7045" y="77294"/>
                  </a:lnTo>
                  <a:lnTo>
                    <a:pt x="7045" y="77294"/>
                  </a:lnTo>
                  <a:lnTo>
                    <a:pt x="7045" y="77294"/>
                  </a:lnTo>
                  <a:lnTo>
                    <a:pt x="7045" y="77294"/>
                  </a:lnTo>
                  <a:lnTo>
                    <a:pt x="14090" y="77294"/>
                  </a:lnTo>
                  <a:lnTo>
                    <a:pt x="14090" y="77294"/>
                  </a:lnTo>
                  <a:lnTo>
                    <a:pt x="14090" y="81165"/>
                  </a:lnTo>
                  <a:cubicBezTo>
                    <a:pt x="21136" y="81165"/>
                    <a:pt x="21136" y="81165"/>
                    <a:pt x="21136" y="81165"/>
                  </a:cubicBezTo>
                  <a:cubicBezTo>
                    <a:pt x="21136" y="85161"/>
                    <a:pt x="21136" y="85161"/>
                    <a:pt x="21136" y="88907"/>
                  </a:cubicBezTo>
                  <a:lnTo>
                    <a:pt x="21136" y="88907"/>
                  </a:lnTo>
                  <a:cubicBezTo>
                    <a:pt x="21136" y="88907"/>
                    <a:pt x="21136" y="96649"/>
                    <a:pt x="21136" y="100645"/>
                  </a:cubicBezTo>
                  <a:cubicBezTo>
                    <a:pt x="28181" y="104391"/>
                    <a:pt x="28181" y="104391"/>
                    <a:pt x="28181" y="104391"/>
                  </a:cubicBezTo>
                  <a:cubicBezTo>
                    <a:pt x="28181" y="108262"/>
                    <a:pt x="28181" y="108262"/>
                    <a:pt x="28181" y="108262"/>
                  </a:cubicBezTo>
                  <a:lnTo>
                    <a:pt x="28181" y="108262"/>
                  </a:lnTo>
                  <a:lnTo>
                    <a:pt x="21136" y="112133"/>
                  </a:lnTo>
                  <a:lnTo>
                    <a:pt x="21136" y="112133"/>
                  </a:lnTo>
                  <a:lnTo>
                    <a:pt x="21136" y="112133"/>
                  </a:lnTo>
                  <a:lnTo>
                    <a:pt x="21136" y="112133"/>
                  </a:lnTo>
                  <a:lnTo>
                    <a:pt x="14090" y="112133"/>
                  </a:lnTo>
                  <a:lnTo>
                    <a:pt x="14090" y="112133"/>
                  </a:lnTo>
                  <a:lnTo>
                    <a:pt x="14090" y="112133"/>
                  </a:lnTo>
                  <a:cubicBezTo>
                    <a:pt x="21136" y="112133"/>
                    <a:pt x="21136" y="112133"/>
                    <a:pt x="21136" y="11213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6" name="Shape 11766"/>
            <p:cNvSpPr/>
            <p:nvPr/>
          </p:nvSpPr>
          <p:spPr>
            <a:xfrm>
              <a:off x="3557588" y="2316163"/>
              <a:ext cx="146050" cy="1000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85" y="119569"/>
                  </a:moveTo>
                  <a:lnTo>
                    <a:pt x="9185" y="119569"/>
                  </a:lnTo>
                  <a:cubicBezTo>
                    <a:pt x="18370" y="119569"/>
                    <a:pt x="18370" y="119569"/>
                    <a:pt x="18370" y="119569"/>
                  </a:cubicBezTo>
                  <a:lnTo>
                    <a:pt x="27555" y="119569"/>
                  </a:lnTo>
                  <a:lnTo>
                    <a:pt x="27555" y="119569"/>
                  </a:lnTo>
                  <a:lnTo>
                    <a:pt x="36740" y="119569"/>
                  </a:lnTo>
                  <a:lnTo>
                    <a:pt x="27555" y="106666"/>
                  </a:lnTo>
                  <a:lnTo>
                    <a:pt x="27555" y="106666"/>
                  </a:lnTo>
                  <a:cubicBezTo>
                    <a:pt x="27555" y="106666"/>
                    <a:pt x="36740" y="106666"/>
                    <a:pt x="36740" y="92903"/>
                  </a:cubicBezTo>
                  <a:lnTo>
                    <a:pt x="36740" y="92903"/>
                  </a:lnTo>
                  <a:lnTo>
                    <a:pt x="36740" y="92903"/>
                  </a:lnTo>
                  <a:cubicBezTo>
                    <a:pt x="36740" y="79569"/>
                    <a:pt x="46222" y="79569"/>
                    <a:pt x="46222" y="79569"/>
                  </a:cubicBezTo>
                  <a:lnTo>
                    <a:pt x="46222" y="79569"/>
                  </a:lnTo>
                  <a:lnTo>
                    <a:pt x="55111" y="79569"/>
                  </a:lnTo>
                  <a:lnTo>
                    <a:pt x="55111" y="79569"/>
                  </a:lnTo>
                  <a:cubicBezTo>
                    <a:pt x="64296" y="79569"/>
                    <a:pt x="73481" y="79569"/>
                    <a:pt x="73481" y="79569"/>
                  </a:cubicBezTo>
                  <a:lnTo>
                    <a:pt x="73481" y="79569"/>
                  </a:lnTo>
                  <a:cubicBezTo>
                    <a:pt x="82962" y="79569"/>
                    <a:pt x="82962" y="79569"/>
                    <a:pt x="82962" y="79569"/>
                  </a:cubicBezTo>
                  <a:lnTo>
                    <a:pt x="82962" y="79569"/>
                  </a:lnTo>
                  <a:lnTo>
                    <a:pt x="82962" y="79569"/>
                  </a:lnTo>
                  <a:lnTo>
                    <a:pt x="91851" y="79569"/>
                  </a:lnTo>
                  <a:lnTo>
                    <a:pt x="91851" y="79569"/>
                  </a:lnTo>
                  <a:lnTo>
                    <a:pt x="101037" y="79569"/>
                  </a:lnTo>
                  <a:lnTo>
                    <a:pt x="101037" y="79569"/>
                  </a:lnTo>
                  <a:cubicBezTo>
                    <a:pt x="119703" y="66236"/>
                    <a:pt x="119703" y="66236"/>
                    <a:pt x="119703" y="66236"/>
                  </a:cubicBezTo>
                  <a:lnTo>
                    <a:pt x="119703" y="66236"/>
                  </a:lnTo>
                  <a:lnTo>
                    <a:pt x="119703" y="66236"/>
                  </a:lnTo>
                  <a:lnTo>
                    <a:pt x="119703" y="66236"/>
                  </a:lnTo>
                  <a:cubicBezTo>
                    <a:pt x="110222" y="66236"/>
                    <a:pt x="110222" y="66236"/>
                    <a:pt x="110222" y="66236"/>
                  </a:cubicBezTo>
                  <a:lnTo>
                    <a:pt x="110222" y="66236"/>
                  </a:lnTo>
                  <a:lnTo>
                    <a:pt x="110222" y="66236"/>
                  </a:lnTo>
                  <a:lnTo>
                    <a:pt x="110222" y="53333"/>
                  </a:lnTo>
                  <a:cubicBezTo>
                    <a:pt x="101037" y="53333"/>
                    <a:pt x="101037" y="53333"/>
                    <a:pt x="101037" y="53333"/>
                  </a:cubicBezTo>
                  <a:lnTo>
                    <a:pt x="101037" y="53333"/>
                  </a:lnTo>
                  <a:cubicBezTo>
                    <a:pt x="101037" y="39569"/>
                    <a:pt x="101037" y="39569"/>
                    <a:pt x="101037" y="39569"/>
                  </a:cubicBezTo>
                  <a:lnTo>
                    <a:pt x="101037" y="39569"/>
                  </a:lnTo>
                  <a:cubicBezTo>
                    <a:pt x="91851" y="26236"/>
                    <a:pt x="91851" y="26236"/>
                    <a:pt x="91851" y="12903"/>
                  </a:cubicBezTo>
                  <a:cubicBezTo>
                    <a:pt x="91851" y="12903"/>
                    <a:pt x="82962" y="12903"/>
                    <a:pt x="82962" y="0"/>
                  </a:cubicBezTo>
                  <a:lnTo>
                    <a:pt x="82962" y="0"/>
                  </a:lnTo>
                  <a:cubicBezTo>
                    <a:pt x="82962" y="0"/>
                    <a:pt x="73481" y="0"/>
                    <a:pt x="64296" y="0"/>
                  </a:cubicBezTo>
                  <a:cubicBezTo>
                    <a:pt x="64296" y="12903"/>
                    <a:pt x="64296" y="12903"/>
                    <a:pt x="64296" y="12903"/>
                  </a:cubicBezTo>
                  <a:lnTo>
                    <a:pt x="64296" y="12903"/>
                  </a:lnTo>
                  <a:cubicBezTo>
                    <a:pt x="64296" y="26236"/>
                    <a:pt x="64296" y="26236"/>
                    <a:pt x="64296" y="26236"/>
                  </a:cubicBezTo>
                  <a:cubicBezTo>
                    <a:pt x="55111" y="26236"/>
                    <a:pt x="55111" y="26236"/>
                    <a:pt x="55111" y="26236"/>
                  </a:cubicBezTo>
                  <a:cubicBezTo>
                    <a:pt x="46222" y="26236"/>
                    <a:pt x="46222" y="26236"/>
                    <a:pt x="46222" y="26236"/>
                  </a:cubicBezTo>
                  <a:lnTo>
                    <a:pt x="46222" y="39569"/>
                  </a:lnTo>
                  <a:lnTo>
                    <a:pt x="46222" y="39569"/>
                  </a:lnTo>
                  <a:lnTo>
                    <a:pt x="46222" y="39569"/>
                  </a:lnTo>
                  <a:cubicBezTo>
                    <a:pt x="36740" y="39569"/>
                    <a:pt x="36740" y="53333"/>
                    <a:pt x="27555" y="53333"/>
                  </a:cubicBezTo>
                  <a:lnTo>
                    <a:pt x="27555" y="53333"/>
                  </a:lnTo>
                  <a:lnTo>
                    <a:pt x="27555" y="53333"/>
                  </a:lnTo>
                  <a:cubicBezTo>
                    <a:pt x="18370" y="53333"/>
                    <a:pt x="18370" y="53333"/>
                    <a:pt x="18370" y="53333"/>
                  </a:cubicBezTo>
                  <a:lnTo>
                    <a:pt x="18370" y="66236"/>
                  </a:lnTo>
                  <a:lnTo>
                    <a:pt x="18370" y="66236"/>
                  </a:lnTo>
                  <a:cubicBezTo>
                    <a:pt x="18370" y="79569"/>
                    <a:pt x="18370" y="79569"/>
                    <a:pt x="9185" y="79569"/>
                  </a:cubicBezTo>
                  <a:lnTo>
                    <a:pt x="9185" y="79569"/>
                  </a:lnTo>
                  <a:lnTo>
                    <a:pt x="9185" y="79569"/>
                  </a:lnTo>
                  <a:lnTo>
                    <a:pt x="9185" y="79569"/>
                  </a:lnTo>
                  <a:lnTo>
                    <a:pt x="9185" y="79569"/>
                  </a:lnTo>
                  <a:cubicBezTo>
                    <a:pt x="9185" y="92903"/>
                    <a:pt x="9185" y="92903"/>
                    <a:pt x="9185" y="92903"/>
                  </a:cubicBezTo>
                  <a:cubicBezTo>
                    <a:pt x="9185" y="106666"/>
                    <a:pt x="9185" y="106666"/>
                    <a:pt x="0" y="106666"/>
                  </a:cubicBezTo>
                  <a:cubicBezTo>
                    <a:pt x="9185" y="106666"/>
                    <a:pt x="9185" y="119569"/>
                    <a:pt x="9185" y="119569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7" name="Shape 11767"/>
            <p:cNvSpPr/>
            <p:nvPr/>
          </p:nvSpPr>
          <p:spPr>
            <a:xfrm>
              <a:off x="3959225" y="2405063"/>
              <a:ext cx="223838" cy="1666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971" y="119741"/>
                  </a:moveTo>
                  <a:lnTo>
                    <a:pt x="17971" y="119741"/>
                  </a:lnTo>
                  <a:cubicBezTo>
                    <a:pt x="17971" y="111741"/>
                    <a:pt x="17971" y="111741"/>
                    <a:pt x="17971" y="111741"/>
                  </a:cubicBezTo>
                  <a:lnTo>
                    <a:pt x="17971" y="111741"/>
                  </a:lnTo>
                  <a:cubicBezTo>
                    <a:pt x="17971" y="111741"/>
                    <a:pt x="23961" y="103741"/>
                    <a:pt x="29951" y="103741"/>
                  </a:cubicBezTo>
                  <a:cubicBezTo>
                    <a:pt x="29951" y="103741"/>
                    <a:pt x="29951" y="111741"/>
                    <a:pt x="35942" y="111741"/>
                  </a:cubicBezTo>
                  <a:lnTo>
                    <a:pt x="35942" y="111741"/>
                  </a:lnTo>
                  <a:lnTo>
                    <a:pt x="35942" y="111741"/>
                  </a:lnTo>
                  <a:lnTo>
                    <a:pt x="35942" y="111741"/>
                  </a:lnTo>
                  <a:cubicBezTo>
                    <a:pt x="35942" y="103741"/>
                    <a:pt x="35942" y="95741"/>
                    <a:pt x="41932" y="95741"/>
                  </a:cubicBezTo>
                  <a:cubicBezTo>
                    <a:pt x="41932" y="95741"/>
                    <a:pt x="41932" y="95741"/>
                    <a:pt x="41932" y="87741"/>
                  </a:cubicBezTo>
                  <a:lnTo>
                    <a:pt x="41932" y="87741"/>
                  </a:lnTo>
                  <a:cubicBezTo>
                    <a:pt x="41932" y="87741"/>
                    <a:pt x="41932" y="87741"/>
                    <a:pt x="47922" y="87741"/>
                  </a:cubicBezTo>
                  <a:lnTo>
                    <a:pt x="47922" y="87741"/>
                  </a:lnTo>
                  <a:cubicBezTo>
                    <a:pt x="47922" y="87741"/>
                    <a:pt x="47922" y="79741"/>
                    <a:pt x="53913" y="79741"/>
                  </a:cubicBezTo>
                  <a:lnTo>
                    <a:pt x="53913" y="79741"/>
                  </a:lnTo>
                  <a:lnTo>
                    <a:pt x="53913" y="79741"/>
                  </a:lnTo>
                  <a:cubicBezTo>
                    <a:pt x="59903" y="79741"/>
                    <a:pt x="59903" y="87741"/>
                    <a:pt x="65893" y="95741"/>
                  </a:cubicBezTo>
                  <a:lnTo>
                    <a:pt x="65893" y="95741"/>
                  </a:lnTo>
                  <a:lnTo>
                    <a:pt x="65893" y="95741"/>
                  </a:lnTo>
                  <a:cubicBezTo>
                    <a:pt x="65893" y="95741"/>
                    <a:pt x="65893" y="95741"/>
                    <a:pt x="71884" y="95741"/>
                  </a:cubicBezTo>
                  <a:lnTo>
                    <a:pt x="71884" y="95741"/>
                  </a:lnTo>
                  <a:cubicBezTo>
                    <a:pt x="77874" y="95741"/>
                    <a:pt x="77874" y="103741"/>
                    <a:pt x="77874" y="103741"/>
                  </a:cubicBezTo>
                  <a:cubicBezTo>
                    <a:pt x="77874" y="95741"/>
                    <a:pt x="77874" y="95741"/>
                    <a:pt x="77874" y="95741"/>
                  </a:cubicBezTo>
                  <a:lnTo>
                    <a:pt x="77874" y="95741"/>
                  </a:lnTo>
                  <a:lnTo>
                    <a:pt x="77874" y="95741"/>
                  </a:lnTo>
                  <a:cubicBezTo>
                    <a:pt x="83864" y="95741"/>
                    <a:pt x="83864" y="87741"/>
                    <a:pt x="83864" y="87741"/>
                  </a:cubicBezTo>
                  <a:lnTo>
                    <a:pt x="83864" y="87741"/>
                  </a:lnTo>
                  <a:lnTo>
                    <a:pt x="83864" y="87741"/>
                  </a:lnTo>
                  <a:lnTo>
                    <a:pt x="83864" y="87741"/>
                  </a:lnTo>
                  <a:cubicBezTo>
                    <a:pt x="89855" y="87741"/>
                    <a:pt x="89855" y="87741"/>
                    <a:pt x="89855" y="87741"/>
                  </a:cubicBezTo>
                  <a:cubicBezTo>
                    <a:pt x="89855" y="95741"/>
                    <a:pt x="89855" y="95741"/>
                    <a:pt x="89855" y="95741"/>
                  </a:cubicBezTo>
                  <a:cubicBezTo>
                    <a:pt x="89855" y="87741"/>
                    <a:pt x="95845" y="87741"/>
                    <a:pt x="95845" y="87741"/>
                  </a:cubicBezTo>
                  <a:lnTo>
                    <a:pt x="101642" y="87741"/>
                  </a:lnTo>
                  <a:lnTo>
                    <a:pt x="101642" y="87741"/>
                  </a:lnTo>
                  <a:lnTo>
                    <a:pt x="107826" y="87741"/>
                  </a:lnTo>
                  <a:lnTo>
                    <a:pt x="107826" y="87741"/>
                  </a:lnTo>
                  <a:lnTo>
                    <a:pt x="107826" y="87741"/>
                  </a:lnTo>
                  <a:lnTo>
                    <a:pt x="107826" y="87741"/>
                  </a:lnTo>
                  <a:cubicBezTo>
                    <a:pt x="107826" y="79741"/>
                    <a:pt x="113816" y="79741"/>
                    <a:pt x="113816" y="79741"/>
                  </a:cubicBezTo>
                  <a:lnTo>
                    <a:pt x="113816" y="79741"/>
                  </a:lnTo>
                  <a:lnTo>
                    <a:pt x="113816" y="79741"/>
                  </a:lnTo>
                  <a:cubicBezTo>
                    <a:pt x="119806" y="79741"/>
                    <a:pt x="119806" y="79741"/>
                    <a:pt x="119806" y="79741"/>
                  </a:cubicBezTo>
                  <a:cubicBezTo>
                    <a:pt x="119806" y="79741"/>
                    <a:pt x="119806" y="79741"/>
                    <a:pt x="119806" y="71741"/>
                  </a:cubicBezTo>
                  <a:lnTo>
                    <a:pt x="119806" y="71741"/>
                  </a:lnTo>
                  <a:lnTo>
                    <a:pt x="119806" y="71741"/>
                  </a:lnTo>
                  <a:cubicBezTo>
                    <a:pt x="119806" y="71741"/>
                    <a:pt x="119806" y="71741"/>
                    <a:pt x="119806" y="64000"/>
                  </a:cubicBezTo>
                  <a:lnTo>
                    <a:pt x="119806" y="64000"/>
                  </a:lnTo>
                  <a:lnTo>
                    <a:pt x="119806" y="64000"/>
                  </a:lnTo>
                  <a:cubicBezTo>
                    <a:pt x="119806" y="64000"/>
                    <a:pt x="119806" y="64000"/>
                    <a:pt x="113816" y="64000"/>
                  </a:cubicBezTo>
                  <a:lnTo>
                    <a:pt x="113816" y="64000"/>
                  </a:lnTo>
                  <a:lnTo>
                    <a:pt x="113816" y="64000"/>
                  </a:lnTo>
                  <a:lnTo>
                    <a:pt x="113816" y="64000"/>
                  </a:lnTo>
                  <a:cubicBezTo>
                    <a:pt x="113816" y="64000"/>
                    <a:pt x="113816" y="64000"/>
                    <a:pt x="107826" y="64000"/>
                  </a:cubicBezTo>
                  <a:cubicBezTo>
                    <a:pt x="107826" y="55741"/>
                    <a:pt x="107826" y="55741"/>
                    <a:pt x="107826" y="47741"/>
                  </a:cubicBezTo>
                  <a:lnTo>
                    <a:pt x="107826" y="47741"/>
                  </a:lnTo>
                  <a:cubicBezTo>
                    <a:pt x="101642" y="47741"/>
                    <a:pt x="101642" y="47741"/>
                    <a:pt x="101642" y="47741"/>
                  </a:cubicBezTo>
                  <a:cubicBezTo>
                    <a:pt x="95845" y="47741"/>
                    <a:pt x="95845" y="39741"/>
                    <a:pt x="95845" y="39741"/>
                  </a:cubicBezTo>
                  <a:lnTo>
                    <a:pt x="95845" y="39741"/>
                  </a:lnTo>
                  <a:cubicBezTo>
                    <a:pt x="89855" y="39741"/>
                    <a:pt x="89855" y="39741"/>
                    <a:pt x="89855" y="39741"/>
                  </a:cubicBezTo>
                  <a:cubicBezTo>
                    <a:pt x="89855" y="32000"/>
                    <a:pt x="89855" y="32000"/>
                    <a:pt x="89855" y="32000"/>
                  </a:cubicBezTo>
                  <a:cubicBezTo>
                    <a:pt x="89855" y="23741"/>
                    <a:pt x="89855" y="23741"/>
                    <a:pt x="89855" y="23741"/>
                  </a:cubicBezTo>
                  <a:lnTo>
                    <a:pt x="89855" y="23741"/>
                  </a:lnTo>
                  <a:lnTo>
                    <a:pt x="89855" y="23741"/>
                  </a:lnTo>
                  <a:cubicBezTo>
                    <a:pt x="89855" y="15741"/>
                    <a:pt x="89855" y="15741"/>
                    <a:pt x="89855" y="15741"/>
                  </a:cubicBezTo>
                  <a:cubicBezTo>
                    <a:pt x="89855" y="15741"/>
                    <a:pt x="89855" y="15741"/>
                    <a:pt x="89855" y="7741"/>
                  </a:cubicBezTo>
                  <a:lnTo>
                    <a:pt x="89855" y="7741"/>
                  </a:lnTo>
                  <a:lnTo>
                    <a:pt x="83864" y="7741"/>
                  </a:lnTo>
                  <a:lnTo>
                    <a:pt x="83864" y="7741"/>
                  </a:lnTo>
                  <a:lnTo>
                    <a:pt x="83864" y="0"/>
                  </a:lnTo>
                  <a:cubicBezTo>
                    <a:pt x="77874" y="7741"/>
                    <a:pt x="77874" y="7741"/>
                    <a:pt x="77874" y="7741"/>
                  </a:cubicBezTo>
                  <a:cubicBezTo>
                    <a:pt x="77874" y="7741"/>
                    <a:pt x="77874" y="7741"/>
                    <a:pt x="71884" y="15741"/>
                  </a:cubicBezTo>
                  <a:lnTo>
                    <a:pt x="71884" y="15741"/>
                  </a:lnTo>
                  <a:cubicBezTo>
                    <a:pt x="71884" y="23741"/>
                    <a:pt x="65893" y="23741"/>
                    <a:pt x="65893" y="32000"/>
                  </a:cubicBezTo>
                  <a:lnTo>
                    <a:pt x="59903" y="32000"/>
                  </a:lnTo>
                  <a:lnTo>
                    <a:pt x="59903" y="32000"/>
                  </a:lnTo>
                  <a:cubicBezTo>
                    <a:pt x="53913" y="32000"/>
                    <a:pt x="53913" y="32000"/>
                    <a:pt x="53913" y="32000"/>
                  </a:cubicBezTo>
                  <a:lnTo>
                    <a:pt x="47922" y="32000"/>
                  </a:lnTo>
                  <a:lnTo>
                    <a:pt x="47922" y="32000"/>
                  </a:lnTo>
                  <a:cubicBezTo>
                    <a:pt x="47922" y="39741"/>
                    <a:pt x="47922" y="39741"/>
                    <a:pt x="47922" y="47741"/>
                  </a:cubicBezTo>
                  <a:cubicBezTo>
                    <a:pt x="47922" y="47741"/>
                    <a:pt x="47922" y="47741"/>
                    <a:pt x="41932" y="47741"/>
                  </a:cubicBezTo>
                  <a:lnTo>
                    <a:pt x="41932" y="47741"/>
                  </a:lnTo>
                  <a:lnTo>
                    <a:pt x="41932" y="47741"/>
                  </a:lnTo>
                  <a:lnTo>
                    <a:pt x="41932" y="47741"/>
                  </a:lnTo>
                  <a:lnTo>
                    <a:pt x="41932" y="47741"/>
                  </a:lnTo>
                  <a:lnTo>
                    <a:pt x="35942" y="47741"/>
                  </a:lnTo>
                  <a:lnTo>
                    <a:pt x="35942" y="47741"/>
                  </a:lnTo>
                  <a:lnTo>
                    <a:pt x="29951" y="47741"/>
                  </a:lnTo>
                  <a:cubicBezTo>
                    <a:pt x="29951" y="55741"/>
                    <a:pt x="29951" y="55741"/>
                    <a:pt x="23961" y="55741"/>
                  </a:cubicBezTo>
                  <a:lnTo>
                    <a:pt x="23961" y="55741"/>
                  </a:lnTo>
                  <a:lnTo>
                    <a:pt x="23961" y="55741"/>
                  </a:lnTo>
                  <a:cubicBezTo>
                    <a:pt x="23961" y="55741"/>
                    <a:pt x="23961" y="55741"/>
                    <a:pt x="17971" y="55741"/>
                  </a:cubicBezTo>
                  <a:lnTo>
                    <a:pt x="17971" y="55741"/>
                  </a:lnTo>
                  <a:lnTo>
                    <a:pt x="17971" y="55741"/>
                  </a:lnTo>
                  <a:lnTo>
                    <a:pt x="11980" y="55741"/>
                  </a:lnTo>
                  <a:lnTo>
                    <a:pt x="11980" y="55741"/>
                  </a:lnTo>
                  <a:lnTo>
                    <a:pt x="11980" y="55741"/>
                  </a:lnTo>
                  <a:lnTo>
                    <a:pt x="11980" y="55741"/>
                  </a:lnTo>
                  <a:cubicBezTo>
                    <a:pt x="11980" y="64000"/>
                    <a:pt x="5990" y="64000"/>
                    <a:pt x="5990" y="64000"/>
                  </a:cubicBezTo>
                  <a:cubicBezTo>
                    <a:pt x="5990" y="71741"/>
                    <a:pt x="5990" y="71741"/>
                    <a:pt x="5990" y="71741"/>
                  </a:cubicBezTo>
                  <a:lnTo>
                    <a:pt x="0" y="71741"/>
                  </a:lnTo>
                  <a:lnTo>
                    <a:pt x="0" y="79741"/>
                  </a:lnTo>
                  <a:cubicBezTo>
                    <a:pt x="0" y="79741"/>
                    <a:pt x="0" y="79741"/>
                    <a:pt x="0" y="87741"/>
                  </a:cubicBezTo>
                  <a:lnTo>
                    <a:pt x="0" y="87741"/>
                  </a:lnTo>
                  <a:lnTo>
                    <a:pt x="0" y="87741"/>
                  </a:lnTo>
                  <a:lnTo>
                    <a:pt x="0" y="87741"/>
                  </a:lnTo>
                  <a:lnTo>
                    <a:pt x="0" y="87741"/>
                  </a:lnTo>
                  <a:cubicBezTo>
                    <a:pt x="5990" y="95741"/>
                    <a:pt x="5990" y="103741"/>
                    <a:pt x="5990" y="103741"/>
                  </a:cubicBezTo>
                  <a:lnTo>
                    <a:pt x="5990" y="103741"/>
                  </a:lnTo>
                  <a:lnTo>
                    <a:pt x="5990" y="103741"/>
                  </a:lnTo>
                  <a:lnTo>
                    <a:pt x="5990" y="111741"/>
                  </a:lnTo>
                  <a:lnTo>
                    <a:pt x="5990" y="111741"/>
                  </a:lnTo>
                  <a:lnTo>
                    <a:pt x="11980" y="111741"/>
                  </a:lnTo>
                  <a:lnTo>
                    <a:pt x="11980" y="111741"/>
                  </a:lnTo>
                  <a:lnTo>
                    <a:pt x="11980" y="111741"/>
                  </a:lnTo>
                  <a:cubicBezTo>
                    <a:pt x="11980" y="119741"/>
                    <a:pt x="11980" y="119741"/>
                    <a:pt x="11980" y="119741"/>
                  </a:cubicBezTo>
                  <a:cubicBezTo>
                    <a:pt x="11980" y="119741"/>
                    <a:pt x="11980" y="119741"/>
                    <a:pt x="17971" y="11974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8" name="Shape 11768"/>
            <p:cNvSpPr/>
            <p:nvPr/>
          </p:nvSpPr>
          <p:spPr>
            <a:xfrm>
              <a:off x="3924300" y="2538413"/>
              <a:ext cx="357188" cy="3905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640" y="82209"/>
                  </a:moveTo>
                  <a:lnTo>
                    <a:pt x="108640" y="82209"/>
                  </a:lnTo>
                  <a:lnTo>
                    <a:pt x="104894" y="78784"/>
                  </a:lnTo>
                  <a:lnTo>
                    <a:pt x="104894" y="75359"/>
                  </a:lnTo>
                  <a:lnTo>
                    <a:pt x="104894" y="75359"/>
                  </a:lnTo>
                  <a:cubicBezTo>
                    <a:pt x="104894" y="75359"/>
                    <a:pt x="104894" y="75359"/>
                    <a:pt x="104894" y="71933"/>
                  </a:cubicBezTo>
                  <a:lnTo>
                    <a:pt x="104894" y="71933"/>
                  </a:lnTo>
                  <a:cubicBezTo>
                    <a:pt x="104894" y="68508"/>
                    <a:pt x="104894" y="68508"/>
                    <a:pt x="104894" y="68508"/>
                  </a:cubicBezTo>
                  <a:lnTo>
                    <a:pt x="104894" y="68508"/>
                  </a:lnTo>
                  <a:cubicBezTo>
                    <a:pt x="104894" y="65082"/>
                    <a:pt x="104894" y="65082"/>
                    <a:pt x="104894" y="65082"/>
                  </a:cubicBezTo>
                  <a:lnTo>
                    <a:pt x="104894" y="65082"/>
                  </a:lnTo>
                  <a:lnTo>
                    <a:pt x="104894" y="65082"/>
                  </a:lnTo>
                  <a:cubicBezTo>
                    <a:pt x="104894" y="61657"/>
                    <a:pt x="104894" y="61657"/>
                    <a:pt x="104894" y="61657"/>
                  </a:cubicBezTo>
                  <a:cubicBezTo>
                    <a:pt x="104894" y="58232"/>
                    <a:pt x="104894" y="58232"/>
                    <a:pt x="104894" y="58232"/>
                  </a:cubicBezTo>
                  <a:lnTo>
                    <a:pt x="104894" y="58232"/>
                  </a:lnTo>
                  <a:lnTo>
                    <a:pt x="104894" y="58232"/>
                  </a:lnTo>
                  <a:lnTo>
                    <a:pt x="104894" y="58232"/>
                  </a:lnTo>
                  <a:lnTo>
                    <a:pt x="104894" y="58232"/>
                  </a:lnTo>
                  <a:lnTo>
                    <a:pt x="104894" y="58232"/>
                  </a:lnTo>
                  <a:cubicBezTo>
                    <a:pt x="104894" y="54806"/>
                    <a:pt x="104894" y="54806"/>
                    <a:pt x="104894" y="54806"/>
                  </a:cubicBezTo>
                  <a:lnTo>
                    <a:pt x="104894" y="54806"/>
                  </a:lnTo>
                  <a:lnTo>
                    <a:pt x="104894" y="54806"/>
                  </a:lnTo>
                  <a:lnTo>
                    <a:pt x="104894" y="54806"/>
                  </a:lnTo>
                  <a:lnTo>
                    <a:pt x="104894" y="54806"/>
                  </a:lnTo>
                  <a:lnTo>
                    <a:pt x="104894" y="54806"/>
                  </a:lnTo>
                  <a:cubicBezTo>
                    <a:pt x="101148" y="54806"/>
                    <a:pt x="101148" y="54806"/>
                    <a:pt x="101148" y="51381"/>
                  </a:cubicBezTo>
                  <a:lnTo>
                    <a:pt x="101148" y="51381"/>
                  </a:lnTo>
                  <a:lnTo>
                    <a:pt x="104894" y="47955"/>
                  </a:lnTo>
                  <a:lnTo>
                    <a:pt x="104894" y="47955"/>
                  </a:lnTo>
                  <a:lnTo>
                    <a:pt x="104894" y="47955"/>
                  </a:lnTo>
                  <a:lnTo>
                    <a:pt x="104894" y="44530"/>
                  </a:lnTo>
                  <a:lnTo>
                    <a:pt x="104894" y="44530"/>
                  </a:lnTo>
                  <a:lnTo>
                    <a:pt x="104894" y="44530"/>
                  </a:lnTo>
                  <a:lnTo>
                    <a:pt x="104894" y="44530"/>
                  </a:lnTo>
                  <a:cubicBezTo>
                    <a:pt x="104894" y="41104"/>
                    <a:pt x="104894" y="41104"/>
                    <a:pt x="108640" y="41104"/>
                  </a:cubicBezTo>
                  <a:lnTo>
                    <a:pt x="108640" y="41104"/>
                  </a:lnTo>
                  <a:cubicBezTo>
                    <a:pt x="108640" y="41104"/>
                    <a:pt x="108640" y="37679"/>
                    <a:pt x="108640" y="34254"/>
                  </a:cubicBezTo>
                  <a:lnTo>
                    <a:pt x="108640" y="34254"/>
                  </a:lnTo>
                  <a:cubicBezTo>
                    <a:pt x="108640" y="30828"/>
                    <a:pt x="108640" y="27403"/>
                    <a:pt x="112386" y="23977"/>
                  </a:cubicBezTo>
                  <a:cubicBezTo>
                    <a:pt x="112386" y="23977"/>
                    <a:pt x="116132" y="23977"/>
                    <a:pt x="116132" y="20552"/>
                  </a:cubicBezTo>
                  <a:lnTo>
                    <a:pt x="116132" y="20552"/>
                  </a:lnTo>
                  <a:lnTo>
                    <a:pt x="119879" y="20552"/>
                  </a:lnTo>
                  <a:cubicBezTo>
                    <a:pt x="116132" y="20552"/>
                    <a:pt x="116132" y="17127"/>
                    <a:pt x="116132" y="13701"/>
                  </a:cubicBezTo>
                  <a:lnTo>
                    <a:pt x="116132" y="13701"/>
                  </a:lnTo>
                  <a:cubicBezTo>
                    <a:pt x="116132" y="13701"/>
                    <a:pt x="116132" y="13701"/>
                    <a:pt x="116132" y="10276"/>
                  </a:cubicBezTo>
                  <a:cubicBezTo>
                    <a:pt x="112386" y="10276"/>
                    <a:pt x="112386" y="6850"/>
                    <a:pt x="112386" y="6850"/>
                  </a:cubicBezTo>
                  <a:cubicBezTo>
                    <a:pt x="112386" y="6850"/>
                    <a:pt x="112386" y="6850"/>
                    <a:pt x="108640" y="6850"/>
                  </a:cubicBezTo>
                  <a:cubicBezTo>
                    <a:pt x="104894" y="6850"/>
                    <a:pt x="104894" y="6850"/>
                    <a:pt x="104894" y="6850"/>
                  </a:cubicBezTo>
                  <a:lnTo>
                    <a:pt x="104894" y="6850"/>
                  </a:lnTo>
                  <a:cubicBezTo>
                    <a:pt x="101148" y="6850"/>
                    <a:pt x="101148" y="6850"/>
                    <a:pt x="101148" y="6850"/>
                  </a:cubicBezTo>
                  <a:lnTo>
                    <a:pt x="101148" y="6850"/>
                  </a:lnTo>
                  <a:lnTo>
                    <a:pt x="101148" y="6850"/>
                  </a:lnTo>
                  <a:cubicBezTo>
                    <a:pt x="97401" y="3425"/>
                    <a:pt x="97401" y="3425"/>
                    <a:pt x="97401" y="3425"/>
                  </a:cubicBezTo>
                  <a:cubicBezTo>
                    <a:pt x="97401" y="3425"/>
                    <a:pt x="93655" y="3425"/>
                    <a:pt x="93655" y="0"/>
                  </a:cubicBezTo>
                  <a:cubicBezTo>
                    <a:pt x="93655" y="0"/>
                    <a:pt x="93655" y="0"/>
                    <a:pt x="89909" y="0"/>
                  </a:cubicBezTo>
                  <a:lnTo>
                    <a:pt x="89909" y="0"/>
                  </a:lnTo>
                  <a:lnTo>
                    <a:pt x="86163" y="0"/>
                  </a:lnTo>
                  <a:lnTo>
                    <a:pt x="82416" y="0"/>
                  </a:lnTo>
                  <a:lnTo>
                    <a:pt x="82416" y="0"/>
                  </a:lnTo>
                  <a:cubicBezTo>
                    <a:pt x="82416" y="0"/>
                    <a:pt x="82416" y="3425"/>
                    <a:pt x="78670" y="3425"/>
                  </a:cubicBezTo>
                  <a:lnTo>
                    <a:pt x="78670" y="3425"/>
                  </a:lnTo>
                  <a:cubicBezTo>
                    <a:pt x="74803" y="3425"/>
                    <a:pt x="74803" y="3425"/>
                    <a:pt x="74803" y="3425"/>
                  </a:cubicBezTo>
                  <a:lnTo>
                    <a:pt x="74803" y="3425"/>
                  </a:lnTo>
                  <a:lnTo>
                    <a:pt x="74803" y="3425"/>
                  </a:lnTo>
                  <a:cubicBezTo>
                    <a:pt x="71178" y="3425"/>
                    <a:pt x="71178" y="3425"/>
                    <a:pt x="67432" y="3425"/>
                  </a:cubicBezTo>
                  <a:lnTo>
                    <a:pt x="67432" y="3425"/>
                  </a:lnTo>
                  <a:cubicBezTo>
                    <a:pt x="67432" y="6850"/>
                    <a:pt x="63685" y="6850"/>
                    <a:pt x="63685" y="6850"/>
                  </a:cubicBezTo>
                  <a:lnTo>
                    <a:pt x="63685" y="6850"/>
                  </a:lnTo>
                  <a:cubicBezTo>
                    <a:pt x="63685" y="6850"/>
                    <a:pt x="63685" y="6850"/>
                    <a:pt x="59939" y="6850"/>
                  </a:cubicBezTo>
                  <a:lnTo>
                    <a:pt x="56193" y="6850"/>
                  </a:lnTo>
                  <a:lnTo>
                    <a:pt x="52447" y="6850"/>
                  </a:lnTo>
                  <a:lnTo>
                    <a:pt x="52447" y="6850"/>
                  </a:lnTo>
                  <a:lnTo>
                    <a:pt x="52447" y="6850"/>
                  </a:lnTo>
                  <a:cubicBezTo>
                    <a:pt x="48700" y="6850"/>
                    <a:pt x="48700" y="6850"/>
                    <a:pt x="44954" y="3425"/>
                  </a:cubicBezTo>
                  <a:lnTo>
                    <a:pt x="44954" y="3425"/>
                  </a:lnTo>
                  <a:lnTo>
                    <a:pt x="44954" y="3425"/>
                  </a:lnTo>
                  <a:lnTo>
                    <a:pt x="44954" y="0"/>
                  </a:lnTo>
                  <a:lnTo>
                    <a:pt x="44954" y="0"/>
                  </a:lnTo>
                  <a:lnTo>
                    <a:pt x="41208" y="0"/>
                  </a:lnTo>
                  <a:lnTo>
                    <a:pt x="41208" y="3425"/>
                  </a:lnTo>
                  <a:lnTo>
                    <a:pt x="41208" y="3425"/>
                  </a:lnTo>
                  <a:lnTo>
                    <a:pt x="41208" y="3425"/>
                  </a:lnTo>
                  <a:cubicBezTo>
                    <a:pt x="41208" y="3425"/>
                    <a:pt x="41208" y="3425"/>
                    <a:pt x="41208" y="6850"/>
                  </a:cubicBezTo>
                  <a:lnTo>
                    <a:pt x="41208" y="6850"/>
                  </a:lnTo>
                  <a:lnTo>
                    <a:pt x="41208" y="6850"/>
                  </a:lnTo>
                  <a:lnTo>
                    <a:pt x="41208" y="6850"/>
                  </a:lnTo>
                  <a:lnTo>
                    <a:pt x="41208" y="6850"/>
                  </a:lnTo>
                  <a:cubicBezTo>
                    <a:pt x="41208" y="10276"/>
                    <a:pt x="37462" y="13701"/>
                    <a:pt x="37462" y="17127"/>
                  </a:cubicBezTo>
                  <a:cubicBezTo>
                    <a:pt x="37462" y="20552"/>
                    <a:pt x="33716" y="20552"/>
                    <a:pt x="33716" y="27403"/>
                  </a:cubicBezTo>
                  <a:cubicBezTo>
                    <a:pt x="33716" y="30828"/>
                    <a:pt x="33716" y="34254"/>
                    <a:pt x="33716" y="34254"/>
                  </a:cubicBezTo>
                  <a:cubicBezTo>
                    <a:pt x="33716" y="37679"/>
                    <a:pt x="33716" y="41104"/>
                    <a:pt x="29969" y="41104"/>
                  </a:cubicBezTo>
                  <a:lnTo>
                    <a:pt x="29969" y="41104"/>
                  </a:lnTo>
                  <a:cubicBezTo>
                    <a:pt x="29969" y="41104"/>
                    <a:pt x="29969" y="41104"/>
                    <a:pt x="29969" y="44530"/>
                  </a:cubicBezTo>
                  <a:cubicBezTo>
                    <a:pt x="29969" y="44530"/>
                    <a:pt x="29969" y="44530"/>
                    <a:pt x="26223" y="44530"/>
                  </a:cubicBezTo>
                  <a:lnTo>
                    <a:pt x="26223" y="44530"/>
                  </a:lnTo>
                  <a:lnTo>
                    <a:pt x="26223" y="44530"/>
                  </a:lnTo>
                  <a:lnTo>
                    <a:pt x="26223" y="47955"/>
                  </a:lnTo>
                  <a:cubicBezTo>
                    <a:pt x="22477" y="51381"/>
                    <a:pt x="22477" y="51381"/>
                    <a:pt x="22477" y="51381"/>
                  </a:cubicBezTo>
                  <a:lnTo>
                    <a:pt x="22477" y="51381"/>
                  </a:lnTo>
                  <a:lnTo>
                    <a:pt x="22477" y="54806"/>
                  </a:lnTo>
                  <a:cubicBezTo>
                    <a:pt x="22477" y="58232"/>
                    <a:pt x="22477" y="58232"/>
                    <a:pt x="22477" y="61657"/>
                  </a:cubicBezTo>
                  <a:lnTo>
                    <a:pt x="22477" y="61657"/>
                  </a:lnTo>
                  <a:lnTo>
                    <a:pt x="22477" y="61657"/>
                  </a:lnTo>
                  <a:cubicBezTo>
                    <a:pt x="22477" y="65082"/>
                    <a:pt x="18731" y="65082"/>
                    <a:pt x="14984" y="68508"/>
                  </a:cubicBezTo>
                  <a:lnTo>
                    <a:pt x="14984" y="68508"/>
                  </a:lnTo>
                  <a:lnTo>
                    <a:pt x="14984" y="68508"/>
                  </a:lnTo>
                  <a:lnTo>
                    <a:pt x="14984" y="68508"/>
                  </a:lnTo>
                  <a:cubicBezTo>
                    <a:pt x="11238" y="71933"/>
                    <a:pt x="11238" y="71933"/>
                    <a:pt x="11238" y="71933"/>
                  </a:cubicBezTo>
                  <a:lnTo>
                    <a:pt x="11238" y="71933"/>
                  </a:lnTo>
                  <a:cubicBezTo>
                    <a:pt x="7492" y="71933"/>
                    <a:pt x="7492" y="71933"/>
                    <a:pt x="7492" y="68508"/>
                  </a:cubicBezTo>
                  <a:lnTo>
                    <a:pt x="7492" y="68508"/>
                  </a:lnTo>
                  <a:lnTo>
                    <a:pt x="7492" y="68508"/>
                  </a:lnTo>
                  <a:lnTo>
                    <a:pt x="7492" y="68508"/>
                  </a:lnTo>
                  <a:lnTo>
                    <a:pt x="7492" y="68508"/>
                  </a:lnTo>
                  <a:cubicBezTo>
                    <a:pt x="7492" y="68508"/>
                    <a:pt x="3746" y="68508"/>
                    <a:pt x="3746" y="71933"/>
                  </a:cubicBezTo>
                  <a:lnTo>
                    <a:pt x="3746" y="71933"/>
                  </a:lnTo>
                  <a:cubicBezTo>
                    <a:pt x="0" y="71933"/>
                    <a:pt x="0" y="71933"/>
                    <a:pt x="0" y="71933"/>
                  </a:cubicBezTo>
                  <a:lnTo>
                    <a:pt x="0" y="71933"/>
                  </a:lnTo>
                  <a:lnTo>
                    <a:pt x="0" y="71933"/>
                  </a:lnTo>
                  <a:lnTo>
                    <a:pt x="0" y="71933"/>
                  </a:lnTo>
                  <a:cubicBezTo>
                    <a:pt x="26223" y="71933"/>
                    <a:pt x="26223" y="71933"/>
                    <a:pt x="26223" y="71933"/>
                  </a:cubicBezTo>
                  <a:cubicBezTo>
                    <a:pt x="26223" y="75359"/>
                    <a:pt x="26223" y="75359"/>
                    <a:pt x="26223" y="75359"/>
                  </a:cubicBezTo>
                  <a:lnTo>
                    <a:pt x="26223" y="78784"/>
                  </a:lnTo>
                  <a:cubicBezTo>
                    <a:pt x="26223" y="82209"/>
                    <a:pt x="26223" y="82209"/>
                    <a:pt x="26223" y="82209"/>
                  </a:cubicBezTo>
                  <a:cubicBezTo>
                    <a:pt x="26223" y="82209"/>
                    <a:pt x="29969" y="82209"/>
                    <a:pt x="29969" y="85635"/>
                  </a:cubicBezTo>
                  <a:lnTo>
                    <a:pt x="29969" y="85635"/>
                  </a:lnTo>
                  <a:lnTo>
                    <a:pt x="29969" y="89060"/>
                  </a:lnTo>
                  <a:cubicBezTo>
                    <a:pt x="33716" y="89060"/>
                    <a:pt x="33716" y="89060"/>
                    <a:pt x="37462" y="89060"/>
                  </a:cubicBezTo>
                  <a:lnTo>
                    <a:pt x="37462" y="89060"/>
                  </a:lnTo>
                  <a:lnTo>
                    <a:pt x="37462" y="89060"/>
                  </a:lnTo>
                  <a:cubicBezTo>
                    <a:pt x="41208" y="85635"/>
                    <a:pt x="41208" y="85635"/>
                    <a:pt x="41208" y="85635"/>
                  </a:cubicBezTo>
                  <a:lnTo>
                    <a:pt x="41208" y="85635"/>
                  </a:lnTo>
                  <a:lnTo>
                    <a:pt x="41208" y="85635"/>
                  </a:lnTo>
                  <a:cubicBezTo>
                    <a:pt x="37462" y="82209"/>
                    <a:pt x="37462" y="82209"/>
                    <a:pt x="37462" y="82209"/>
                  </a:cubicBezTo>
                  <a:cubicBezTo>
                    <a:pt x="52447" y="82209"/>
                    <a:pt x="52447" y="82209"/>
                    <a:pt x="52447" y="82209"/>
                  </a:cubicBezTo>
                  <a:lnTo>
                    <a:pt x="52447" y="82209"/>
                  </a:lnTo>
                  <a:cubicBezTo>
                    <a:pt x="63685" y="82209"/>
                    <a:pt x="63685" y="82209"/>
                    <a:pt x="63685" y="82209"/>
                  </a:cubicBezTo>
                  <a:cubicBezTo>
                    <a:pt x="59939" y="85635"/>
                    <a:pt x="59939" y="85635"/>
                    <a:pt x="59939" y="85635"/>
                  </a:cubicBezTo>
                  <a:cubicBezTo>
                    <a:pt x="59939" y="89060"/>
                    <a:pt x="59939" y="89060"/>
                    <a:pt x="59939" y="89060"/>
                  </a:cubicBezTo>
                  <a:lnTo>
                    <a:pt x="59939" y="89060"/>
                  </a:lnTo>
                  <a:lnTo>
                    <a:pt x="59939" y="89060"/>
                  </a:lnTo>
                  <a:lnTo>
                    <a:pt x="59939" y="92486"/>
                  </a:lnTo>
                  <a:cubicBezTo>
                    <a:pt x="59939" y="92486"/>
                    <a:pt x="59939" y="92486"/>
                    <a:pt x="59939" y="95911"/>
                  </a:cubicBezTo>
                  <a:cubicBezTo>
                    <a:pt x="59939" y="95911"/>
                    <a:pt x="59939" y="99337"/>
                    <a:pt x="59939" y="102762"/>
                  </a:cubicBezTo>
                  <a:lnTo>
                    <a:pt x="59939" y="102762"/>
                  </a:lnTo>
                  <a:lnTo>
                    <a:pt x="59939" y="102762"/>
                  </a:lnTo>
                  <a:cubicBezTo>
                    <a:pt x="63685" y="102762"/>
                    <a:pt x="63685" y="102762"/>
                    <a:pt x="63685" y="106187"/>
                  </a:cubicBezTo>
                  <a:lnTo>
                    <a:pt x="63685" y="106187"/>
                  </a:lnTo>
                  <a:lnTo>
                    <a:pt x="63685" y="106187"/>
                  </a:lnTo>
                  <a:lnTo>
                    <a:pt x="63685" y="106187"/>
                  </a:lnTo>
                  <a:cubicBezTo>
                    <a:pt x="63685" y="109613"/>
                    <a:pt x="63685" y="109613"/>
                    <a:pt x="63685" y="109613"/>
                  </a:cubicBezTo>
                  <a:cubicBezTo>
                    <a:pt x="67432" y="109613"/>
                    <a:pt x="67432" y="109613"/>
                    <a:pt x="71178" y="109613"/>
                  </a:cubicBezTo>
                  <a:lnTo>
                    <a:pt x="71178" y="109613"/>
                  </a:lnTo>
                  <a:lnTo>
                    <a:pt x="71178" y="109613"/>
                  </a:lnTo>
                  <a:lnTo>
                    <a:pt x="71178" y="109613"/>
                  </a:lnTo>
                  <a:lnTo>
                    <a:pt x="71178" y="109613"/>
                  </a:lnTo>
                  <a:lnTo>
                    <a:pt x="74803" y="109613"/>
                  </a:lnTo>
                  <a:lnTo>
                    <a:pt x="74803" y="109613"/>
                  </a:lnTo>
                  <a:lnTo>
                    <a:pt x="74803" y="109613"/>
                  </a:lnTo>
                  <a:lnTo>
                    <a:pt x="74803" y="109613"/>
                  </a:lnTo>
                  <a:lnTo>
                    <a:pt x="74803" y="109613"/>
                  </a:lnTo>
                  <a:lnTo>
                    <a:pt x="78670" y="113038"/>
                  </a:lnTo>
                  <a:lnTo>
                    <a:pt x="78670" y="109613"/>
                  </a:lnTo>
                  <a:lnTo>
                    <a:pt x="78670" y="109613"/>
                  </a:lnTo>
                  <a:cubicBezTo>
                    <a:pt x="82416" y="109613"/>
                    <a:pt x="82416" y="113038"/>
                    <a:pt x="82416" y="113038"/>
                  </a:cubicBezTo>
                  <a:lnTo>
                    <a:pt x="82416" y="113038"/>
                  </a:lnTo>
                  <a:lnTo>
                    <a:pt x="82416" y="113038"/>
                  </a:lnTo>
                  <a:cubicBezTo>
                    <a:pt x="86163" y="116464"/>
                    <a:pt x="86163" y="116464"/>
                    <a:pt x="86163" y="116464"/>
                  </a:cubicBezTo>
                  <a:lnTo>
                    <a:pt x="89909" y="116464"/>
                  </a:lnTo>
                  <a:lnTo>
                    <a:pt x="89909" y="116464"/>
                  </a:lnTo>
                  <a:cubicBezTo>
                    <a:pt x="89909" y="116464"/>
                    <a:pt x="89909" y="116464"/>
                    <a:pt x="93655" y="113038"/>
                  </a:cubicBezTo>
                  <a:lnTo>
                    <a:pt x="93655" y="113038"/>
                  </a:lnTo>
                  <a:lnTo>
                    <a:pt x="93655" y="113038"/>
                  </a:lnTo>
                  <a:lnTo>
                    <a:pt x="97401" y="116464"/>
                  </a:lnTo>
                  <a:lnTo>
                    <a:pt x="97401" y="116464"/>
                  </a:lnTo>
                  <a:lnTo>
                    <a:pt x="97401" y="116464"/>
                  </a:lnTo>
                  <a:cubicBezTo>
                    <a:pt x="97401" y="116464"/>
                    <a:pt x="97401" y="116464"/>
                    <a:pt x="101148" y="119889"/>
                  </a:cubicBezTo>
                  <a:cubicBezTo>
                    <a:pt x="97401" y="116464"/>
                    <a:pt x="97401" y="116464"/>
                    <a:pt x="97401" y="116464"/>
                  </a:cubicBezTo>
                  <a:cubicBezTo>
                    <a:pt x="97401" y="113038"/>
                    <a:pt x="101148" y="113038"/>
                    <a:pt x="101148" y="113038"/>
                  </a:cubicBezTo>
                  <a:cubicBezTo>
                    <a:pt x="101148" y="109613"/>
                    <a:pt x="101148" y="109613"/>
                    <a:pt x="101148" y="109613"/>
                  </a:cubicBezTo>
                  <a:cubicBezTo>
                    <a:pt x="101148" y="109613"/>
                    <a:pt x="101148" y="109613"/>
                    <a:pt x="101148" y="106187"/>
                  </a:cubicBezTo>
                  <a:cubicBezTo>
                    <a:pt x="101148" y="106187"/>
                    <a:pt x="101148" y="106187"/>
                    <a:pt x="101148" y="102762"/>
                  </a:cubicBezTo>
                  <a:lnTo>
                    <a:pt x="101148" y="102762"/>
                  </a:lnTo>
                  <a:lnTo>
                    <a:pt x="101148" y="102762"/>
                  </a:lnTo>
                  <a:cubicBezTo>
                    <a:pt x="101148" y="102762"/>
                    <a:pt x="97401" y="102762"/>
                    <a:pt x="97401" y="99337"/>
                  </a:cubicBezTo>
                  <a:lnTo>
                    <a:pt x="101148" y="95911"/>
                  </a:lnTo>
                  <a:lnTo>
                    <a:pt x="101148" y="95911"/>
                  </a:lnTo>
                  <a:cubicBezTo>
                    <a:pt x="101148" y="92486"/>
                    <a:pt x="104894" y="92486"/>
                    <a:pt x="104894" y="92486"/>
                  </a:cubicBezTo>
                  <a:cubicBezTo>
                    <a:pt x="104894" y="92486"/>
                    <a:pt x="104894" y="92486"/>
                    <a:pt x="108640" y="92486"/>
                  </a:cubicBezTo>
                  <a:cubicBezTo>
                    <a:pt x="108640" y="89060"/>
                    <a:pt x="112386" y="89060"/>
                    <a:pt x="112386" y="89060"/>
                  </a:cubicBezTo>
                  <a:lnTo>
                    <a:pt x="112386" y="89060"/>
                  </a:lnTo>
                  <a:cubicBezTo>
                    <a:pt x="112386" y="85635"/>
                    <a:pt x="112386" y="85635"/>
                    <a:pt x="108640" y="85635"/>
                  </a:cubicBezTo>
                  <a:cubicBezTo>
                    <a:pt x="108640" y="82209"/>
                    <a:pt x="108640" y="82209"/>
                    <a:pt x="108640" y="82209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9" name="Shape 11769"/>
            <p:cNvSpPr/>
            <p:nvPr/>
          </p:nvSpPr>
          <p:spPr>
            <a:xfrm>
              <a:off x="4248150" y="2695575"/>
              <a:ext cx="22225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047" y="0"/>
                  </a:moveTo>
                  <a:lnTo>
                    <a:pt x="59047" y="0"/>
                  </a:lnTo>
                  <a:lnTo>
                    <a:pt x="59047" y="0"/>
                  </a:lnTo>
                  <a:cubicBezTo>
                    <a:pt x="59047" y="0"/>
                    <a:pt x="59047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116250"/>
                    <a:pt x="0" y="116250"/>
                    <a:pt x="0" y="116250"/>
                  </a:cubicBezTo>
                  <a:lnTo>
                    <a:pt x="0" y="116250"/>
                  </a:lnTo>
                  <a:cubicBezTo>
                    <a:pt x="59047" y="0"/>
                    <a:pt x="59047" y="0"/>
                    <a:pt x="59047" y="0"/>
                  </a:cubicBezTo>
                  <a:cubicBezTo>
                    <a:pt x="118095" y="0"/>
                    <a:pt x="118095" y="0"/>
                    <a:pt x="118095" y="0"/>
                  </a:cubicBezTo>
                  <a:lnTo>
                    <a:pt x="118095" y="0"/>
                  </a:lnTo>
                  <a:lnTo>
                    <a:pt x="118095" y="0"/>
                  </a:lnTo>
                  <a:lnTo>
                    <a:pt x="118095" y="0"/>
                  </a:lnTo>
                  <a:lnTo>
                    <a:pt x="118095" y="0"/>
                  </a:lnTo>
                  <a:cubicBezTo>
                    <a:pt x="59047" y="0"/>
                    <a:pt x="59047" y="0"/>
                    <a:pt x="59047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0" name="Shape 11770"/>
            <p:cNvSpPr/>
            <p:nvPr/>
          </p:nvSpPr>
          <p:spPr>
            <a:xfrm>
              <a:off x="4248150" y="2717800"/>
              <a:ext cx="11113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250" y="118095"/>
                  </a:moveTo>
                  <a:lnTo>
                    <a:pt x="116250" y="118095"/>
                  </a:lnTo>
                  <a:lnTo>
                    <a:pt x="116250" y="59047"/>
                  </a:lnTo>
                  <a:lnTo>
                    <a:pt x="116250" y="59047"/>
                  </a:lnTo>
                  <a:lnTo>
                    <a:pt x="116250" y="59047"/>
                  </a:lnTo>
                  <a:lnTo>
                    <a:pt x="116250" y="59047"/>
                  </a:lnTo>
                  <a:lnTo>
                    <a:pt x="116250" y="59047"/>
                  </a:lnTo>
                  <a:cubicBezTo>
                    <a:pt x="116250" y="59047"/>
                    <a:pt x="116250" y="59047"/>
                    <a:pt x="116250" y="0"/>
                  </a:cubicBezTo>
                  <a:lnTo>
                    <a:pt x="116250" y="0"/>
                  </a:lnTo>
                  <a:lnTo>
                    <a:pt x="116250" y="0"/>
                  </a:lnTo>
                  <a:cubicBezTo>
                    <a:pt x="116250" y="59047"/>
                    <a:pt x="116250" y="59047"/>
                    <a:pt x="0" y="59047"/>
                  </a:cubicBezTo>
                  <a:lnTo>
                    <a:pt x="0" y="59047"/>
                  </a:lnTo>
                  <a:lnTo>
                    <a:pt x="0" y="59047"/>
                  </a:lnTo>
                  <a:lnTo>
                    <a:pt x="0" y="59047"/>
                  </a:lnTo>
                  <a:cubicBezTo>
                    <a:pt x="0" y="118095"/>
                    <a:pt x="0" y="118095"/>
                    <a:pt x="0" y="118095"/>
                  </a:cubicBezTo>
                  <a:lnTo>
                    <a:pt x="0" y="118095"/>
                  </a:lnTo>
                  <a:cubicBezTo>
                    <a:pt x="0" y="118095"/>
                    <a:pt x="0" y="118095"/>
                    <a:pt x="116250" y="118095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1" name="Shape 11771"/>
            <p:cNvSpPr/>
            <p:nvPr/>
          </p:nvSpPr>
          <p:spPr>
            <a:xfrm>
              <a:off x="4259263" y="2571750"/>
              <a:ext cx="88900" cy="1000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638" y="79714"/>
                  </a:moveTo>
                  <a:lnTo>
                    <a:pt x="89638" y="79714"/>
                  </a:lnTo>
                  <a:lnTo>
                    <a:pt x="89638" y="79714"/>
                  </a:lnTo>
                  <a:cubicBezTo>
                    <a:pt x="89638" y="79714"/>
                    <a:pt x="104578" y="66428"/>
                    <a:pt x="104578" y="53142"/>
                  </a:cubicBezTo>
                  <a:cubicBezTo>
                    <a:pt x="119518" y="53142"/>
                    <a:pt x="119518" y="53142"/>
                    <a:pt x="119518" y="53142"/>
                  </a:cubicBezTo>
                  <a:lnTo>
                    <a:pt x="119518" y="39857"/>
                  </a:lnTo>
                  <a:lnTo>
                    <a:pt x="119518" y="26571"/>
                  </a:lnTo>
                  <a:cubicBezTo>
                    <a:pt x="104578" y="13285"/>
                    <a:pt x="104578" y="0"/>
                    <a:pt x="104578" y="0"/>
                  </a:cubicBezTo>
                  <a:lnTo>
                    <a:pt x="104578" y="0"/>
                  </a:lnTo>
                  <a:lnTo>
                    <a:pt x="104578" y="0"/>
                  </a:lnTo>
                  <a:cubicBezTo>
                    <a:pt x="104578" y="0"/>
                    <a:pt x="104578" y="0"/>
                    <a:pt x="89638" y="0"/>
                  </a:cubicBezTo>
                  <a:lnTo>
                    <a:pt x="89638" y="0"/>
                  </a:lnTo>
                  <a:cubicBezTo>
                    <a:pt x="89638" y="0"/>
                    <a:pt x="89638" y="0"/>
                    <a:pt x="74698" y="0"/>
                  </a:cubicBezTo>
                  <a:lnTo>
                    <a:pt x="74698" y="0"/>
                  </a:lnTo>
                  <a:lnTo>
                    <a:pt x="74698" y="0"/>
                  </a:lnTo>
                  <a:lnTo>
                    <a:pt x="74698" y="0"/>
                  </a:lnTo>
                  <a:lnTo>
                    <a:pt x="59759" y="0"/>
                  </a:lnTo>
                  <a:lnTo>
                    <a:pt x="59759" y="0"/>
                  </a:lnTo>
                  <a:cubicBezTo>
                    <a:pt x="44819" y="0"/>
                    <a:pt x="44819" y="0"/>
                    <a:pt x="44819" y="0"/>
                  </a:cubicBezTo>
                  <a:cubicBezTo>
                    <a:pt x="44819" y="0"/>
                    <a:pt x="44819" y="0"/>
                    <a:pt x="29879" y="0"/>
                  </a:cubicBezTo>
                  <a:lnTo>
                    <a:pt x="29879" y="0"/>
                  </a:lnTo>
                  <a:lnTo>
                    <a:pt x="29879" y="0"/>
                  </a:lnTo>
                  <a:cubicBezTo>
                    <a:pt x="29879" y="13285"/>
                    <a:pt x="29879" y="13285"/>
                    <a:pt x="29879" y="13285"/>
                  </a:cubicBezTo>
                  <a:cubicBezTo>
                    <a:pt x="44819" y="13285"/>
                    <a:pt x="44819" y="26571"/>
                    <a:pt x="44819" y="26571"/>
                  </a:cubicBezTo>
                  <a:lnTo>
                    <a:pt x="44819" y="26571"/>
                  </a:lnTo>
                  <a:lnTo>
                    <a:pt x="44819" y="39857"/>
                  </a:lnTo>
                  <a:lnTo>
                    <a:pt x="44819" y="39857"/>
                  </a:lnTo>
                  <a:cubicBezTo>
                    <a:pt x="44819" y="39857"/>
                    <a:pt x="44819" y="53142"/>
                    <a:pt x="29879" y="66428"/>
                  </a:cubicBezTo>
                  <a:lnTo>
                    <a:pt x="29879" y="66428"/>
                  </a:lnTo>
                  <a:cubicBezTo>
                    <a:pt x="14939" y="66428"/>
                    <a:pt x="14939" y="66428"/>
                    <a:pt x="14939" y="79714"/>
                  </a:cubicBezTo>
                  <a:lnTo>
                    <a:pt x="0" y="93000"/>
                  </a:lnTo>
                  <a:lnTo>
                    <a:pt x="0" y="106285"/>
                  </a:lnTo>
                  <a:cubicBezTo>
                    <a:pt x="0" y="106285"/>
                    <a:pt x="0" y="106285"/>
                    <a:pt x="0" y="119571"/>
                  </a:cubicBezTo>
                  <a:lnTo>
                    <a:pt x="0" y="119571"/>
                  </a:lnTo>
                  <a:lnTo>
                    <a:pt x="0" y="119571"/>
                  </a:lnTo>
                  <a:cubicBezTo>
                    <a:pt x="14939" y="106285"/>
                    <a:pt x="14939" y="106285"/>
                    <a:pt x="14939" y="106285"/>
                  </a:cubicBezTo>
                  <a:lnTo>
                    <a:pt x="14939" y="106285"/>
                  </a:lnTo>
                  <a:cubicBezTo>
                    <a:pt x="89638" y="106285"/>
                    <a:pt x="89638" y="106285"/>
                    <a:pt x="89638" y="106285"/>
                  </a:cubicBezTo>
                  <a:cubicBezTo>
                    <a:pt x="89638" y="93000"/>
                    <a:pt x="89638" y="93000"/>
                    <a:pt x="89638" y="79714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2" name="Shape 11772"/>
            <p:cNvSpPr/>
            <p:nvPr/>
          </p:nvSpPr>
          <p:spPr>
            <a:xfrm>
              <a:off x="4159250" y="1925638"/>
              <a:ext cx="201613" cy="2127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166" y="18915"/>
                  </a:moveTo>
                  <a:lnTo>
                    <a:pt x="93166" y="18915"/>
                  </a:lnTo>
                  <a:cubicBezTo>
                    <a:pt x="93166" y="18915"/>
                    <a:pt x="99821" y="25220"/>
                    <a:pt x="99821" y="31322"/>
                  </a:cubicBezTo>
                  <a:cubicBezTo>
                    <a:pt x="99821" y="37627"/>
                    <a:pt x="106475" y="37627"/>
                    <a:pt x="106475" y="37627"/>
                  </a:cubicBezTo>
                  <a:lnTo>
                    <a:pt x="106475" y="37627"/>
                  </a:lnTo>
                  <a:lnTo>
                    <a:pt x="106475" y="37627"/>
                  </a:lnTo>
                  <a:lnTo>
                    <a:pt x="106475" y="37627"/>
                  </a:lnTo>
                  <a:lnTo>
                    <a:pt x="113130" y="37627"/>
                  </a:lnTo>
                  <a:cubicBezTo>
                    <a:pt x="113130" y="31322"/>
                    <a:pt x="113130" y="31322"/>
                    <a:pt x="113130" y="25220"/>
                  </a:cubicBezTo>
                  <a:lnTo>
                    <a:pt x="113130" y="25220"/>
                  </a:lnTo>
                  <a:cubicBezTo>
                    <a:pt x="113130" y="18915"/>
                    <a:pt x="113130" y="18915"/>
                    <a:pt x="113130" y="18915"/>
                  </a:cubicBezTo>
                  <a:cubicBezTo>
                    <a:pt x="106475" y="18915"/>
                    <a:pt x="106475" y="12406"/>
                    <a:pt x="106475" y="12406"/>
                  </a:cubicBezTo>
                  <a:cubicBezTo>
                    <a:pt x="106475" y="12406"/>
                    <a:pt x="106475" y="12406"/>
                    <a:pt x="106475" y="6101"/>
                  </a:cubicBezTo>
                  <a:lnTo>
                    <a:pt x="106475" y="6101"/>
                  </a:lnTo>
                  <a:lnTo>
                    <a:pt x="106475" y="6101"/>
                  </a:lnTo>
                  <a:lnTo>
                    <a:pt x="99821" y="6101"/>
                  </a:lnTo>
                  <a:lnTo>
                    <a:pt x="99821" y="6101"/>
                  </a:lnTo>
                  <a:cubicBezTo>
                    <a:pt x="93166" y="6101"/>
                    <a:pt x="86511" y="6101"/>
                    <a:pt x="86511" y="6101"/>
                  </a:cubicBezTo>
                  <a:lnTo>
                    <a:pt x="79856" y="6101"/>
                  </a:lnTo>
                  <a:cubicBezTo>
                    <a:pt x="79856" y="6101"/>
                    <a:pt x="73202" y="6101"/>
                    <a:pt x="73202" y="0"/>
                  </a:cubicBezTo>
                  <a:lnTo>
                    <a:pt x="73202" y="0"/>
                  </a:lnTo>
                  <a:cubicBezTo>
                    <a:pt x="73202" y="0"/>
                    <a:pt x="73202" y="6101"/>
                    <a:pt x="66547" y="6101"/>
                  </a:cubicBezTo>
                  <a:lnTo>
                    <a:pt x="66547" y="6101"/>
                  </a:lnTo>
                  <a:cubicBezTo>
                    <a:pt x="59892" y="6101"/>
                    <a:pt x="53237" y="12406"/>
                    <a:pt x="46583" y="12406"/>
                  </a:cubicBezTo>
                  <a:lnTo>
                    <a:pt x="46583" y="12406"/>
                  </a:lnTo>
                  <a:lnTo>
                    <a:pt x="13309" y="6101"/>
                  </a:lnTo>
                  <a:lnTo>
                    <a:pt x="13309" y="6101"/>
                  </a:lnTo>
                  <a:lnTo>
                    <a:pt x="13309" y="6101"/>
                  </a:lnTo>
                  <a:lnTo>
                    <a:pt x="6654" y="6101"/>
                  </a:lnTo>
                  <a:lnTo>
                    <a:pt x="6654" y="6101"/>
                  </a:lnTo>
                  <a:lnTo>
                    <a:pt x="6654" y="6101"/>
                  </a:lnTo>
                  <a:lnTo>
                    <a:pt x="6654" y="6101"/>
                  </a:lnTo>
                  <a:lnTo>
                    <a:pt x="6654" y="6101"/>
                  </a:lnTo>
                  <a:cubicBezTo>
                    <a:pt x="6654" y="12406"/>
                    <a:pt x="6654" y="12406"/>
                    <a:pt x="6654" y="18915"/>
                  </a:cubicBezTo>
                  <a:lnTo>
                    <a:pt x="6654" y="18915"/>
                  </a:lnTo>
                  <a:cubicBezTo>
                    <a:pt x="0" y="18915"/>
                    <a:pt x="0" y="18915"/>
                    <a:pt x="0" y="18915"/>
                  </a:cubicBezTo>
                  <a:cubicBezTo>
                    <a:pt x="0" y="18915"/>
                    <a:pt x="6654" y="18915"/>
                    <a:pt x="6654" y="25220"/>
                  </a:cubicBezTo>
                  <a:lnTo>
                    <a:pt x="6654" y="25220"/>
                  </a:lnTo>
                  <a:lnTo>
                    <a:pt x="6654" y="25220"/>
                  </a:lnTo>
                  <a:cubicBezTo>
                    <a:pt x="6654" y="31322"/>
                    <a:pt x="6654" y="31322"/>
                    <a:pt x="6654" y="37627"/>
                  </a:cubicBezTo>
                  <a:lnTo>
                    <a:pt x="6654" y="37627"/>
                  </a:lnTo>
                  <a:cubicBezTo>
                    <a:pt x="6654" y="44135"/>
                    <a:pt x="6654" y="50440"/>
                    <a:pt x="6654" y="69355"/>
                  </a:cubicBezTo>
                  <a:cubicBezTo>
                    <a:pt x="6654" y="88067"/>
                    <a:pt x="6654" y="106983"/>
                    <a:pt x="6654" y="119796"/>
                  </a:cubicBezTo>
                  <a:cubicBezTo>
                    <a:pt x="73202" y="119796"/>
                    <a:pt x="73202" y="119796"/>
                    <a:pt x="73202" y="119796"/>
                  </a:cubicBezTo>
                  <a:cubicBezTo>
                    <a:pt x="73202" y="113288"/>
                    <a:pt x="73202" y="113288"/>
                    <a:pt x="79856" y="113288"/>
                  </a:cubicBezTo>
                  <a:lnTo>
                    <a:pt x="79856" y="113288"/>
                  </a:lnTo>
                  <a:lnTo>
                    <a:pt x="79856" y="113288"/>
                  </a:lnTo>
                  <a:cubicBezTo>
                    <a:pt x="79856" y="113288"/>
                    <a:pt x="79856" y="119796"/>
                    <a:pt x="86511" y="119796"/>
                  </a:cubicBezTo>
                  <a:cubicBezTo>
                    <a:pt x="106475" y="119796"/>
                    <a:pt x="106475" y="119796"/>
                    <a:pt x="106475" y="119796"/>
                  </a:cubicBezTo>
                  <a:lnTo>
                    <a:pt x="106475" y="119796"/>
                  </a:lnTo>
                  <a:lnTo>
                    <a:pt x="106475" y="119796"/>
                  </a:lnTo>
                  <a:cubicBezTo>
                    <a:pt x="106475" y="113288"/>
                    <a:pt x="106475" y="113288"/>
                    <a:pt x="113130" y="113288"/>
                  </a:cubicBezTo>
                  <a:lnTo>
                    <a:pt x="113130" y="113288"/>
                  </a:lnTo>
                  <a:lnTo>
                    <a:pt x="113130" y="113288"/>
                  </a:lnTo>
                  <a:cubicBezTo>
                    <a:pt x="113130" y="113288"/>
                    <a:pt x="113130" y="113288"/>
                    <a:pt x="113130" y="106983"/>
                  </a:cubicBezTo>
                  <a:cubicBezTo>
                    <a:pt x="113130" y="106983"/>
                    <a:pt x="113130" y="106983"/>
                    <a:pt x="119785" y="106983"/>
                  </a:cubicBezTo>
                  <a:lnTo>
                    <a:pt x="119785" y="106983"/>
                  </a:lnTo>
                  <a:lnTo>
                    <a:pt x="119785" y="106983"/>
                  </a:lnTo>
                  <a:cubicBezTo>
                    <a:pt x="113130" y="94576"/>
                    <a:pt x="106475" y="75661"/>
                    <a:pt x="106475" y="75661"/>
                  </a:cubicBezTo>
                  <a:cubicBezTo>
                    <a:pt x="106475" y="69355"/>
                    <a:pt x="106475" y="69355"/>
                    <a:pt x="99821" y="62847"/>
                  </a:cubicBezTo>
                  <a:lnTo>
                    <a:pt x="99821" y="62847"/>
                  </a:lnTo>
                  <a:cubicBezTo>
                    <a:pt x="99821" y="56542"/>
                    <a:pt x="99821" y="50440"/>
                    <a:pt x="99821" y="44135"/>
                  </a:cubicBezTo>
                  <a:cubicBezTo>
                    <a:pt x="93166" y="44135"/>
                    <a:pt x="86511" y="37627"/>
                    <a:pt x="86511" y="31322"/>
                  </a:cubicBezTo>
                  <a:cubicBezTo>
                    <a:pt x="79856" y="31322"/>
                    <a:pt x="79856" y="31322"/>
                    <a:pt x="79856" y="31322"/>
                  </a:cubicBezTo>
                  <a:cubicBezTo>
                    <a:pt x="86511" y="6101"/>
                    <a:pt x="86511" y="6101"/>
                    <a:pt x="86511" y="6101"/>
                  </a:cubicBezTo>
                  <a:lnTo>
                    <a:pt x="93166" y="18915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3" name="Shape 11773"/>
            <p:cNvSpPr/>
            <p:nvPr/>
          </p:nvSpPr>
          <p:spPr>
            <a:xfrm>
              <a:off x="3859213" y="1903413"/>
              <a:ext cx="290512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50" y="28880"/>
                  </a:moveTo>
                  <a:lnTo>
                    <a:pt x="119850" y="28880"/>
                  </a:lnTo>
                  <a:lnTo>
                    <a:pt x="119850" y="28880"/>
                  </a:lnTo>
                  <a:cubicBezTo>
                    <a:pt x="119850" y="28880"/>
                    <a:pt x="119850" y="28880"/>
                    <a:pt x="119850" y="24092"/>
                  </a:cubicBezTo>
                  <a:cubicBezTo>
                    <a:pt x="119850" y="24092"/>
                    <a:pt x="119850" y="24092"/>
                    <a:pt x="119850" y="19150"/>
                  </a:cubicBezTo>
                  <a:lnTo>
                    <a:pt x="119850" y="19150"/>
                  </a:lnTo>
                  <a:lnTo>
                    <a:pt x="119850" y="14362"/>
                  </a:lnTo>
                  <a:lnTo>
                    <a:pt x="119850" y="14362"/>
                  </a:lnTo>
                  <a:lnTo>
                    <a:pt x="119850" y="14362"/>
                  </a:lnTo>
                  <a:lnTo>
                    <a:pt x="119850" y="14362"/>
                  </a:lnTo>
                  <a:cubicBezTo>
                    <a:pt x="119850" y="9729"/>
                    <a:pt x="119850" y="9729"/>
                    <a:pt x="119850" y="9729"/>
                  </a:cubicBezTo>
                  <a:cubicBezTo>
                    <a:pt x="119850" y="9729"/>
                    <a:pt x="115378" y="9729"/>
                    <a:pt x="115378" y="4942"/>
                  </a:cubicBezTo>
                  <a:cubicBezTo>
                    <a:pt x="115378" y="4942"/>
                    <a:pt x="115378" y="4942"/>
                    <a:pt x="110757" y="4942"/>
                  </a:cubicBezTo>
                  <a:lnTo>
                    <a:pt x="110757" y="4942"/>
                  </a:lnTo>
                  <a:cubicBezTo>
                    <a:pt x="110757" y="4942"/>
                    <a:pt x="106136" y="4942"/>
                    <a:pt x="106136" y="0"/>
                  </a:cubicBezTo>
                  <a:lnTo>
                    <a:pt x="106136" y="0"/>
                  </a:lnTo>
                  <a:lnTo>
                    <a:pt x="101515" y="0"/>
                  </a:lnTo>
                  <a:lnTo>
                    <a:pt x="96894" y="0"/>
                  </a:lnTo>
                  <a:cubicBezTo>
                    <a:pt x="96894" y="0"/>
                    <a:pt x="87652" y="0"/>
                    <a:pt x="87652" y="4942"/>
                  </a:cubicBezTo>
                  <a:lnTo>
                    <a:pt x="87652" y="4942"/>
                  </a:lnTo>
                  <a:cubicBezTo>
                    <a:pt x="87652" y="4942"/>
                    <a:pt x="87652" y="4942"/>
                    <a:pt x="87652" y="9729"/>
                  </a:cubicBezTo>
                  <a:lnTo>
                    <a:pt x="87652" y="9729"/>
                  </a:lnTo>
                  <a:cubicBezTo>
                    <a:pt x="87652" y="14362"/>
                    <a:pt x="83031" y="24092"/>
                    <a:pt x="78409" y="24092"/>
                  </a:cubicBezTo>
                  <a:cubicBezTo>
                    <a:pt x="78409" y="24092"/>
                    <a:pt x="78409" y="24092"/>
                    <a:pt x="73788" y="24092"/>
                  </a:cubicBezTo>
                  <a:lnTo>
                    <a:pt x="73788" y="24092"/>
                  </a:lnTo>
                  <a:cubicBezTo>
                    <a:pt x="73788" y="24092"/>
                    <a:pt x="69167" y="24092"/>
                    <a:pt x="64546" y="19150"/>
                  </a:cubicBezTo>
                  <a:lnTo>
                    <a:pt x="64546" y="19150"/>
                  </a:lnTo>
                  <a:cubicBezTo>
                    <a:pt x="59925" y="14362"/>
                    <a:pt x="59925" y="14362"/>
                    <a:pt x="55304" y="14362"/>
                  </a:cubicBezTo>
                  <a:lnTo>
                    <a:pt x="55304" y="14362"/>
                  </a:lnTo>
                  <a:cubicBezTo>
                    <a:pt x="50683" y="14362"/>
                    <a:pt x="46062" y="14362"/>
                    <a:pt x="46062" y="9729"/>
                  </a:cubicBezTo>
                  <a:lnTo>
                    <a:pt x="46062" y="9729"/>
                  </a:lnTo>
                  <a:lnTo>
                    <a:pt x="41440" y="4942"/>
                  </a:lnTo>
                  <a:lnTo>
                    <a:pt x="41440" y="4942"/>
                  </a:lnTo>
                  <a:lnTo>
                    <a:pt x="41440" y="4942"/>
                  </a:lnTo>
                  <a:lnTo>
                    <a:pt x="36819" y="0"/>
                  </a:lnTo>
                  <a:lnTo>
                    <a:pt x="36819" y="0"/>
                  </a:lnTo>
                  <a:cubicBezTo>
                    <a:pt x="32198" y="0"/>
                    <a:pt x="32198" y="0"/>
                    <a:pt x="32198" y="0"/>
                  </a:cubicBezTo>
                  <a:lnTo>
                    <a:pt x="32198" y="0"/>
                  </a:lnTo>
                  <a:lnTo>
                    <a:pt x="32198" y="0"/>
                  </a:lnTo>
                  <a:cubicBezTo>
                    <a:pt x="27577" y="0"/>
                    <a:pt x="27577" y="0"/>
                    <a:pt x="27577" y="0"/>
                  </a:cubicBezTo>
                  <a:lnTo>
                    <a:pt x="27577" y="0"/>
                  </a:lnTo>
                  <a:cubicBezTo>
                    <a:pt x="22956" y="0"/>
                    <a:pt x="22956" y="0"/>
                    <a:pt x="22956" y="0"/>
                  </a:cubicBezTo>
                  <a:cubicBezTo>
                    <a:pt x="18335" y="0"/>
                    <a:pt x="18335" y="0"/>
                    <a:pt x="18335" y="0"/>
                  </a:cubicBezTo>
                  <a:lnTo>
                    <a:pt x="18335" y="0"/>
                  </a:lnTo>
                  <a:cubicBezTo>
                    <a:pt x="18335" y="4942"/>
                    <a:pt x="13714" y="4942"/>
                    <a:pt x="13714" y="4942"/>
                  </a:cubicBezTo>
                  <a:cubicBezTo>
                    <a:pt x="9242" y="4942"/>
                    <a:pt x="9391" y="9729"/>
                    <a:pt x="4621" y="9729"/>
                  </a:cubicBezTo>
                  <a:cubicBezTo>
                    <a:pt x="4621" y="9729"/>
                    <a:pt x="4621" y="9729"/>
                    <a:pt x="4621" y="14362"/>
                  </a:cubicBezTo>
                  <a:lnTo>
                    <a:pt x="4621" y="14362"/>
                  </a:lnTo>
                  <a:cubicBezTo>
                    <a:pt x="4621" y="19150"/>
                    <a:pt x="4621" y="19150"/>
                    <a:pt x="4621" y="19150"/>
                  </a:cubicBezTo>
                  <a:lnTo>
                    <a:pt x="4621" y="19150"/>
                  </a:lnTo>
                  <a:cubicBezTo>
                    <a:pt x="4621" y="24092"/>
                    <a:pt x="4621" y="24092"/>
                    <a:pt x="0" y="24092"/>
                  </a:cubicBezTo>
                  <a:lnTo>
                    <a:pt x="4621" y="28880"/>
                  </a:lnTo>
                  <a:lnTo>
                    <a:pt x="4621" y="28880"/>
                  </a:lnTo>
                  <a:lnTo>
                    <a:pt x="4621" y="28880"/>
                  </a:lnTo>
                  <a:cubicBezTo>
                    <a:pt x="4621" y="33513"/>
                    <a:pt x="4621" y="33513"/>
                    <a:pt x="4621" y="33513"/>
                  </a:cubicBezTo>
                  <a:lnTo>
                    <a:pt x="4621" y="38301"/>
                  </a:lnTo>
                  <a:lnTo>
                    <a:pt x="4621" y="43243"/>
                  </a:lnTo>
                  <a:cubicBezTo>
                    <a:pt x="4621" y="48030"/>
                    <a:pt x="4621" y="48030"/>
                    <a:pt x="4621" y="48030"/>
                  </a:cubicBezTo>
                  <a:lnTo>
                    <a:pt x="4621" y="48030"/>
                  </a:lnTo>
                  <a:cubicBezTo>
                    <a:pt x="4621" y="48030"/>
                    <a:pt x="4621" y="48030"/>
                    <a:pt x="4621" y="52664"/>
                  </a:cubicBezTo>
                  <a:cubicBezTo>
                    <a:pt x="4621" y="52664"/>
                    <a:pt x="4621" y="52664"/>
                    <a:pt x="4621" y="57451"/>
                  </a:cubicBezTo>
                  <a:lnTo>
                    <a:pt x="4621" y="57451"/>
                  </a:lnTo>
                  <a:lnTo>
                    <a:pt x="4621" y="57451"/>
                  </a:lnTo>
                  <a:lnTo>
                    <a:pt x="4621" y="57451"/>
                  </a:lnTo>
                  <a:lnTo>
                    <a:pt x="4621" y="57451"/>
                  </a:lnTo>
                  <a:cubicBezTo>
                    <a:pt x="4621" y="57451"/>
                    <a:pt x="4621" y="62393"/>
                    <a:pt x="0" y="62393"/>
                  </a:cubicBezTo>
                  <a:cubicBezTo>
                    <a:pt x="4621" y="62393"/>
                    <a:pt x="4621" y="62393"/>
                    <a:pt x="4621" y="67181"/>
                  </a:cubicBezTo>
                  <a:cubicBezTo>
                    <a:pt x="4621" y="67181"/>
                    <a:pt x="4621" y="67181"/>
                    <a:pt x="4621" y="71814"/>
                  </a:cubicBezTo>
                  <a:lnTo>
                    <a:pt x="4621" y="71814"/>
                  </a:lnTo>
                  <a:lnTo>
                    <a:pt x="9391" y="71814"/>
                  </a:lnTo>
                  <a:cubicBezTo>
                    <a:pt x="9391" y="71814"/>
                    <a:pt x="13714" y="76602"/>
                    <a:pt x="18335" y="76602"/>
                  </a:cubicBezTo>
                  <a:lnTo>
                    <a:pt x="18335" y="76602"/>
                  </a:lnTo>
                  <a:cubicBezTo>
                    <a:pt x="18335" y="76602"/>
                    <a:pt x="18335" y="81544"/>
                    <a:pt x="22956" y="86177"/>
                  </a:cubicBezTo>
                  <a:cubicBezTo>
                    <a:pt x="27577" y="86177"/>
                    <a:pt x="27577" y="86177"/>
                    <a:pt x="32198" y="86177"/>
                  </a:cubicBezTo>
                  <a:lnTo>
                    <a:pt x="36819" y="90965"/>
                  </a:lnTo>
                  <a:cubicBezTo>
                    <a:pt x="36819" y="90965"/>
                    <a:pt x="36819" y="90965"/>
                    <a:pt x="41440" y="90965"/>
                  </a:cubicBezTo>
                  <a:lnTo>
                    <a:pt x="41440" y="90965"/>
                  </a:lnTo>
                  <a:lnTo>
                    <a:pt x="41440" y="90965"/>
                  </a:lnTo>
                  <a:lnTo>
                    <a:pt x="41440" y="90965"/>
                  </a:lnTo>
                  <a:cubicBezTo>
                    <a:pt x="41440" y="86177"/>
                    <a:pt x="41440" y="86177"/>
                    <a:pt x="46062" y="86177"/>
                  </a:cubicBezTo>
                  <a:lnTo>
                    <a:pt x="50683" y="86177"/>
                  </a:lnTo>
                  <a:cubicBezTo>
                    <a:pt x="50683" y="81544"/>
                    <a:pt x="50683" y="81544"/>
                    <a:pt x="50683" y="81544"/>
                  </a:cubicBezTo>
                  <a:cubicBezTo>
                    <a:pt x="110757" y="119845"/>
                    <a:pt x="110757" y="119845"/>
                    <a:pt x="110757" y="119845"/>
                  </a:cubicBezTo>
                  <a:lnTo>
                    <a:pt x="110757" y="119845"/>
                  </a:lnTo>
                  <a:cubicBezTo>
                    <a:pt x="119850" y="119845"/>
                    <a:pt x="119850" y="119845"/>
                    <a:pt x="119850" y="119845"/>
                  </a:cubicBezTo>
                  <a:cubicBezTo>
                    <a:pt x="119850" y="114903"/>
                    <a:pt x="119850" y="110115"/>
                    <a:pt x="119850" y="105328"/>
                  </a:cubicBezTo>
                  <a:lnTo>
                    <a:pt x="119850" y="105328"/>
                  </a:lnTo>
                  <a:cubicBezTo>
                    <a:pt x="119850" y="90965"/>
                    <a:pt x="119850" y="76602"/>
                    <a:pt x="119850" y="62393"/>
                  </a:cubicBezTo>
                  <a:cubicBezTo>
                    <a:pt x="119850" y="48030"/>
                    <a:pt x="119850" y="43243"/>
                    <a:pt x="119850" y="38301"/>
                  </a:cubicBezTo>
                  <a:lnTo>
                    <a:pt x="119850" y="38301"/>
                  </a:lnTo>
                  <a:cubicBezTo>
                    <a:pt x="119850" y="33513"/>
                    <a:pt x="119850" y="33513"/>
                    <a:pt x="119850" y="33513"/>
                  </a:cubicBezTo>
                  <a:lnTo>
                    <a:pt x="119850" y="2888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4" name="Shape 11774"/>
            <p:cNvSpPr/>
            <p:nvPr/>
          </p:nvSpPr>
          <p:spPr>
            <a:xfrm>
              <a:off x="4114800" y="2138363"/>
              <a:ext cx="301625" cy="4238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221" y="110416"/>
                  </a:moveTo>
                  <a:lnTo>
                    <a:pt x="93221" y="110416"/>
                  </a:lnTo>
                  <a:lnTo>
                    <a:pt x="93221" y="110416"/>
                  </a:lnTo>
                  <a:lnTo>
                    <a:pt x="93221" y="110416"/>
                  </a:lnTo>
                  <a:lnTo>
                    <a:pt x="93221" y="110416"/>
                  </a:lnTo>
                  <a:lnTo>
                    <a:pt x="93221" y="110416"/>
                  </a:lnTo>
                  <a:cubicBezTo>
                    <a:pt x="97661" y="110416"/>
                    <a:pt x="97661" y="110416"/>
                    <a:pt x="97661" y="110416"/>
                  </a:cubicBezTo>
                  <a:lnTo>
                    <a:pt x="97661" y="110416"/>
                  </a:lnTo>
                  <a:lnTo>
                    <a:pt x="97661" y="110416"/>
                  </a:lnTo>
                  <a:cubicBezTo>
                    <a:pt x="97661" y="110416"/>
                    <a:pt x="97661" y="110416"/>
                    <a:pt x="97661" y="107255"/>
                  </a:cubicBezTo>
                  <a:cubicBezTo>
                    <a:pt x="97661" y="107255"/>
                    <a:pt x="97661" y="107255"/>
                    <a:pt x="93221" y="107255"/>
                  </a:cubicBezTo>
                  <a:lnTo>
                    <a:pt x="93221" y="107255"/>
                  </a:lnTo>
                  <a:lnTo>
                    <a:pt x="93221" y="107255"/>
                  </a:lnTo>
                  <a:lnTo>
                    <a:pt x="93221" y="104095"/>
                  </a:lnTo>
                  <a:lnTo>
                    <a:pt x="93221" y="104095"/>
                  </a:lnTo>
                  <a:cubicBezTo>
                    <a:pt x="93221" y="104095"/>
                    <a:pt x="93221" y="104095"/>
                    <a:pt x="93221" y="101036"/>
                  </a:cubicBezTo>
                  <a:lnTo>
                    <a:pt x="88782" y="101036"/>
                  </a:lnTo>
                  <a:lnTo>
                    <a:pt x="88782" y="97774"/>
                  </a:lnTo>
                  <a:cubicBezTo>
                    <a:pt x="84343" y="97774"/>
                    <a:pt x="84343" y="97774"/>
                    <a:pt x="84343" y="97774"/>
                  </a:cubicBezTo>
                  <a:lnTo>
                    <a:pt x="84343" y="97774"/>
                  </a:lnTo>
                  <a:lnTo>
                    <a:pt x="84343" y="97774"/>
                  </a:lnTo>
                  <a:cubicBezTo>
                    <a:pt x="79904" y="97774"/>
                    <a:pt x="79904" y="97774"/>
                    <a:pt x="79904" y="94613"/>
                  </a:cubicBezTo>
                  <a:lnTo>
                    <a:pt x="79904" y="94613"/>
                  </a:lnTo>
                  <a:lnTo>
                    <a:pt x="79904" y="94613"/>
                  </a:lnTo>
                  <a:lnTo>
                    <a:pt x="79904" y="94613"/>
                  </a:lnTo>
                  <a:cubicBezTo>
                    <a:pt x="79904" y="91452"/>
                    <a:pt x="79904" y="91452"/>
                    <a:pt x="79904" y="91452"/>
                  </a:cubicBezTo>
                  <a:cubicBezTo>
                    <a:pt x="79904" y="88394"/>
                    <a:pt x="79904" y="88394"/>
                    <a:pt x="79904" y="88394"/>
                  </a:cubicBezTo>
                  <a:lnTo>
                    <a:pt x="79904" y="88394"/>
                  </a:lnTo>
                  <a:cubicBezTo>
                    <a:pt x="79904" y="88394"/>
                    <a:pt x="79904" y="85131"/>
                    <a:pt x="84343" y="85131"/>
                  </a:cubicBezTo>
                  <a:lnTo>
                    <a:pt x="84343" y="85131"/>
                  </a:lnTo>
                  <a:cubicBezTo>
                    <a:pt x="84343" y="85131"/>
                    <a:pt x="84343" y="88394"/>
                    <a:pt x="88782" y="88394"/>
                  </a:cubicBezTo>
                  <a:cubicBezTo>
                    <a:pt x="88782" y="85131"/>
                    <a:pt x="88782" y="85131"/>
                    <a:pt x="88782" y="85131"/>
                  </a:cubicBezTo>
                  <a:lnTo>
                    <a:pt x="88782" y="85131"/>
                  </a:lnTo>
                  <a:cubicBezTo>
                    <a:pt x="88782" y="85131"/>
                    <a:pt x="88782" y="85131"/>
                    <a:pt x="88782" y="81971"/>
                  </a:cubicBezTo>
                  <a:lnTo>
                    <a:pt x="88782" y="81971"/>
                  </a:lnTo>
                  <a:lnTo>
                    <a:pt x="88782" y="78810"/>
                  </a:lnTo>
                  <a:lnTo>
                    <a:pt x="88782" y="78810"/>
                  </a:lnTo>
                  <a:lnTo>
                    <a:pt x="88782" y="75751"/>
                  </a:lnTo>
                  <a:lnTo>
                    <a:pt x="88782" y="75751"/>
                  </a:lnTo>
                  <a:cubicBezTo>
                    <a:pt x="88782" y="75751"/>
                    <a:pt x="88782" y="72489"/>
                    <a:pt x="93221" y="72489"/>
                  </a:cubicBezTo>
                  <a:lnTo>
                    <a:pt x="93221" y="72489"/>
                  </a:lnTo>
                  <a:lnTo>
                    <a:pt x="93221" y="72489"/>
                  </a:lnTo>
                  <a:cubicBezTo>
                    <a:pt x="93221" y="69328"/>
                    <a:pt x="93221" y="69328"/>
                    <a:pt x="93221" y="66168"/>
                  </a:cubicBezTo>
                  <a:lnTo>
                    <a:pt x="93221" y="66168"/>
                  </a:lnTo>
                  <a:lnTo>
                    <a:pt x="97661" y="63109"/>
                  </a:lnTo>
                  <a:cubicBezTo>
                    <a:pt x="97661" y="63109"/>
                    <a:pt x="97661" y="63109"/>
                    <a:pt x="102100" y="59847"/>
                  </a:cubicBezTo>
                  <a:lnTo>
                    <a:pt x="102100" y="59847"/>
                  </a:lnTo>
                  <a:lnTo>
                    <a:pt x="102100" y="59847"/>
                  </a:lnTo>
                  <a:lnTo>
                    <a:pt x="102100" y="56686"/>
                  </a:lnTo>
                  <a:cubicBezTo>
                    <a:pt x="102100" y="56686"/>
                    <a:pt x="106539" y="56686"/>
                    <a:pt x="106539" y="53525"/>
                  </a:cubicBezTo>
                  <a:cubicBezTo>
                    <a:pt x="106539" y="53525"/>
                    <a:pt x="106539" y="53525"/>
                    <a:pt x="106539" y="50467"/>
                  </a:cubicBezTo>
                  <a:lnTo>
                    <a:pt x="106539" y="47204"/>
                  </a:lnTo>
                  <a:cubicBezTo>
                    <a:pt x="106539" y="44146"/>
                    <a:pt x="106539" y="44146"/>
                    <a:pt x="106539" y="40985"/>
                  </a:cubicBezTo>
                  <a:lnTo>
                    <a:pt x="106539" y="40985"/>
                  </a:lnTo>
                  <a:lnTo>
                    <a:pt x="106539" y="40985"/>
                  </a:lnTo>
                  <a:cubicBezTo>
                    <a:pt x="110978" y="40985"/>
                    <a:pt x="110978" y="40985"/>
                    <a:pt x="110978" y="37926"/>
                  </a:cubicBezTo>
                  <a:lnTo>
                    <a:pt x="110978" y="37926"/>
                  </a:lnTo>
                  <a:lnTo>
                    <a:pt x="110978" y="37926"/>
                  </a:lnTo>
                  <a:cubicBezTo>
                    <a:pt x="110978" y="37926"/>
                    <a:pt x="110978" y="37926"/>
                    <a:pt x="110978" y="34664"/>
                  </a:cubicBezTo>
                  <a:lnTo>
                    <a:pt x="110978" y="34664"/>
                  </a:lnTo>
                  <a:cubicBezTo>
                    <a:pt x="110978" y="31503"/>
                    <a:pt x="110978" y="31503"/>
                    <a:pt x="115417" y="31503"/>
                  </a:cubicBezTo>
                  <a:cubicBezTo>
                    <a:pt x="115417" y="28343"/>
                    <a:pt x="119856" y="28343"/>
                    <a:pt x="119856" y="28343"/>
                  </a:cubicBezTo>
                  <a:lnTo>
                    <a:pt x="119856" y="28343"/>
                  </a:lnTo>
                  <a:lnTo>
                    <a:pt x="119856" y="28343"/>
                  </a:lnTo>
                  <a:lnTo>
                    <a:pt x="115417" y="25284"/>
                  </a:lnTo>
                  <a:cubicBezTo>
                    <a:pt x="115417" y="22022"/>
                    <a:pt x="110978" y="15700"/>
                    <a:pt x="110978" y="12642"/>
                  </a:cubicBezTo>
                  <a:lnTo>
                    <a:pt x="110978" y="9379"/>
                  </a:lnTo>
                  <a:lnTo>
                    <a:pt x="110978" y="9379"/>
                  </a:lnTo>
                  <a:cubicBezTo>
                    <a:pt x="110978" y="9379"/>
                    <a:pt x="110978" y="9379"/>
                    <a:pt x="110978" y="6219"/>
                  </a:cubicBezTo>
                  <a:lnTo>
                    <a:pt x="110978" y="6219"/>
                  </a:lnTo>
                  <a:cubicBezTo>
                    <a:pt x="110978" y="3058"/>
                    <a:pt x="110978" y="3058"/>
                    <a:pt x="110978" y="3058"/>
                  </a:cubicBezTo>
                  <a:lnTo>
                    <a:pt x="110978" y="3058"/>
                  </a:lnTo>
                  <a:lnTo>
                    <a:pt x="106539" y="3058"/>
                  </a:lnTo>
                  <a:lnTo>
                    <a:pt x="106539" y="3058"/>
                  </a:lnTo>
                  <a:cubicBezTo>
                    <a:pt x="106539" y="0"/>
                    <a:pt x="102100" y="0"/>
                    <a:pt x="102100" y="0"/>
                  </a:cubicBezTo>
                  <a:cubicBezTo>
                    <a:pt x="102100" y="0"/>
                    <a:pt x="102100" y="0"/>
                    <a:pt x="97661" y="0"/>
                  </a:cubicBezTo>
                  <a:lnTo>
                    <a:pt x="97661" y="0"/>
                  </a:lnTo>
                  <a:lnTo>
                    <a:pt x="97661" y="0"/>
                  </a:lnTo>
                  <a:lnTo>
                    <a:pt x="97661" y="0"/>
                  </a:lnTo>
                  <a:cubicBezTo>
                    <a:pt x="97661" y="0"/>
                    <a:pt x="97661" y="3058"/>
                    <a:pt x="93221" y="3058"/>
                  </a:cubicBezTo>
                  <a:lnTo>
                    <a:pt x="93221" y="3058"/>
                  </a:lnTo>
                  <a:lnTo>
                    <a:pt x="93221" y="3058"/>
                  </a:lnTo>
                  <a:lnTo>
                    <a:pt x="93221" y="3058"/>
                  </a:lnTo>
                  <a:lnTo>
                    <a:pt x="93221" y="6219"/>
                  </a:lnTo>
                  <a:cubicBezTo>
                    <a:pt x="88782" y="6219"/>
                    <a:pt x="88782" y="6219"/>
                    <a:pt x="88782" y="6219"/>
                  </a:cubicBezTo>
                  <a:lnTo>
                    <a:pt x="88782" y="6219"/>
                  </a:lnTo>
                  <a:lnTo>
                    <a:pt x="88782" y="6219"/>
                  </a:lnTo>
                  <a:lnTo>
                    <a:pt x="88782" y="6219"/>
                  </a:lnTo>
                  <a:cubicBezTo>
                    <a:pt x="84343" y="6219"/>
                    <a:pt x="84343" y="6219"/>
                    <a:pt x="84343" y="6219"/>
                  </a:cubicBezTo>
                  <a:lnTo>
                    <a:pt x="84343" y="6219"/>
                  </a:lnTo>
                  <a:lnTo>
                    <a:pt x="84343" y="6219"/>
                  </a:lnTo>
                  <a:cubicBezTo>
                    <a:pt x="71026" y="6219"/>
                    <a:pt x="71026" y="6219"/>
                    <a:pt x="71026" y="6219"/>
                  </a:cubicBezTo>
                  <a:lnTo>
                    <a:pt x="71026" y="6219"/>
                  </a:lnTo>
                  <a:cubicBezTo>
                    <a:pt x="22195" y="6219"/>
                    <a:pt x="22195" y="6219"/>
                    <a:pt x="22195" y="6219"/>
                  </a:cubicBezTo>
                  <a:cubicBezTo>
                    <a:pt x="22195" y="6219"/>
                    <a:pt x="22195" y="9379"/>
                    <a:pt x="22195" y="12642"/>
                  </a:cubicBezTo>
                  <a:cubicBezTo>
                    <a:pt x="22195" y="18861"/>
                    <a:pt x="22195" y="18861"/>
                    <a:pt x="22195" y="18861"/>
                  </a:cubicBezTo>
                  <a:cubicBezTo>
                    <a:pt x="13174" y="18861"/>
                    <a:pt x="13174" y="18861"/>
                    <a:pt x="13174" y="18861"/>
                  </a:cubicBezTo>
                  <a:cubicBezTo>
                    <a:pt x="13174" y="44146"/>
                    <a:pt x="13174" y="44146"/>
                    <a:pt x="13174" y="44146"/>
                  </a:cubicBezTo>
                  <a:cubicBezTo>
                    <a:pt x="4439" y="44146"/>
                    <a:pt x="4439" y="44146"/>
                    <a:pt x="4439" y="44146"/>
                  </a:cubicBezTo>
                  <a:cubicBezTo>
                    <a:pt x="4439" y="47204"/>
                    <a:pt x="4439" y="47204"/>
                    <a:pt x="4439" y="47204"/>
                  </a:cubicBezTo>
                  <a:cubicBezTo>
                    <a:pt x="4439" y="47204"/>
                    <a:pt x="4439" y="47204"/>
                    <a:pt x="4439" y="50467"/>
                  </a:cubicBezTo>
                  <a:cubicBezTo>
                    <a:pt x="4439" y="50467"/>
                    <a:pt x="4439" y="50467"/>
                    <a:pt x="0" y="53525"/>
                  </a:cubicBezTo>
                  <a:lnTo>
                    <a:pt x="0" y="53525"/>
                  </a:lnTo>
                  <a:lnTo>
                    <a:pt x="0" y="53525"/>
                  </a:lnTo>
                  <a:lnTo>
                    <a:pt x="0" y="53525"/>
                  </a:lnTo>
                  <a:lnTo>
                    <a:pt x="0" y="56686"/>
                  </a:lnTo>
                  <a:lnTo>
                    <a:pt x="0" y="56686"/>
                  </a:lnTo>
                  <a:lnTo>
                    <a:pt x="0" y="56686"/>
                  </a:lnTo>
                  <a:lnTo>
                    <a:pt x="0" y="56686"/>
                  </a:lnTo>
                  <a:cubicBezTo>
                    <a:pt x="0" y="59847"/>
                    <a:pt x="0" y="59847"/>
                    <a:pt x="0" y="59847"/>
                  </a:cubicBezTo>
                  <a:lnTo>
                    <a:pt x="0" y="63109"/>
                  </a:lnTo>
                  <a:lnTo>
                    <a:pt x="0" y="63109"/>
                  </a:lnTo>
                  <a:cubicBezTo>
                    <a:pt x="0" y="63109"/>
                    <a:pt x="4439" y="63109"/>
                    <a:pt x="4439" y="66168"/>
                  </a:cubicBezTo>
                  <a:lnTo>
                    <a:pt x="4439" y="66168"/>
                  </a:lnTo>
                  <a:lnTo>
                    <a:pt x="4439" y="66168"/>
                  </a:lnTo>
                  <a:lnTo>
                    <a:pt x="4439" y="66168"/>
                  </a:lnTo>
                  <a:lnTo>
                    <a:pt x="4439" y="66168"/>
                  </a:lnTo>
                  <a:lnTo>
                    <a:pt x="4439" y="69328"/>
                  </a:lnTo>
                  <a:lnTo>
                    <a:pt x="4439" y="69328"/>
                  </a:lnTo>
                  <a:lnTo>
                    <a:pt x="4439" y="69328"/>
                  </a:lnTo>
                  <a:lnTo>
                    <a:pt x="4439" y="72489"/>
                  </a:lnTo>
                  <a:lnTo>
                    <a:pt x="4439" y="72489"/>
                  </a:lnTo>
                  <a:cubicBezTo>
                    <a:pt x="4439" y="72489"/>
                    <a:pt x="8878" y="72489"/>
                    <a:pt x="8878" y="75751"/>
                  </a:cubicBezTo>
                  <a:lnTo>
                    <a:pt x="8878" y="75751"/>
                  </a:lnTo>
                  <a:lnTo>
                    <a:pt x="8878" y="75751"/>
                  </a:lnTo>
                  <a:cubicBezTo>
                    <a:pt x="8878" y="78810"/>
                    <a:pt x="13174" y="78810"/>
                    <a:pt x="13174" y="81971"/>
                  </a:cubicBezTo>
                  <a:lnTo>
                    <a:pt x="13174" y="81971"/>
                  </a:lnTo>
                  <a:cubicBezTo>
                    <a:pt x="8878" y="81971"/>
                    <a:pt x="8878" y="85131"/>
                    <a:pt x="8878" y="85131"/>
                  </a:cubicBezTo>
                  <a:lnTo>
                    <a:pt x="8878" y="85131"/>
                  </a:lnTo>
                  <a:cubicBezTo>
                    <a:pt x="13174" y="85131"/>
                    <a:pt x="13174" y="85131"/>
                    <a:pt x="13174" y="85131"/>
                  </a:cubicBezTo>
                  <a:lnTo>
                    <a:pt x="13174" y="85131"/>
                  </a:lnTo>
                  <a:lnTo>
                    <a:pt x="13174" y="88394"/>
                  </a:lnTo>
                  <a:cubicBezTo>
                    <a:pt x="17756" y="88394"/>
                    <a:pt x="17756" y="88394"/>
                    <a:pt x="17756" y="88394"/>
                  </a:cubicBezTo>
                  <a:lnTo>
                    <a:pt x="17756" y="91452"/>
                  </a:lnTo>
                  <a:lnTo>
                    <a:pt x="17756" y="91452"/>
                  </a:lnTo>
                  <a:cubicBezTo>
                    <a:pt x="17756" y="91452"/>
                    <a:pt x="17756" y="91452"/>
                    <a:pt x="22195" y="91452"/>
                  </a:cubicBezTo>
                  <a:lnTo>
                    <a:pt x="22195" y="91452"/>
                  </a:lnTo>
                  <a:cubicBezTo>
                    <a:pt x="22195" y="91452"/>
                    <a:pt x="22195" y="91452"/>
                    <a:pt x="22195" y="94613"/>
                  </a:cubicBezTo>
                  <a:lnTo>
                    <a:pt x="26634" y="94613"/>
                  </a:lnTo>
                  <a:lnTo>
                    <a:pt x="26634" y="94613"/>
                  </a:lnTo>
                  <a:lnTo>
                    <a:pt x="26634" y="94613"/>
                  </a:lnTo>
                  <a:lnTo>
                    <a:pt x="26634" y="94613"/>
                  </a:lnTo>
                  <a:lnTo>
                    <a:pt x="26634" y="94613"/>
                  </a:lnTo>
                  <a:cubicBezTo>
                    <a:pt x="31073" y="97774"/>
                    <a:pt x="31073" y="97774"/>
                    <a:pt x="31073" y="97774"/>
                  </a:cubicBezTo>
                  <a:cubicBezTo>
                    <a:pt x="31073" y="101036"/>
                    <a:pt x="35513" y="101036"/>
                    <a:pt x="35513" y="104095"/>
                  </a:cubicBezTo>
                  <a:lnTo>
                    <a:pt x="35513" y="104095"/>
                  </a:lnTo>
                  <a:lnTo>
                    <a:pt x="35513" y="104095"/>
                  </a:lnTo>
                  <a:lnTo>
                    <a:pt x="35513" y="104095"/>
                  </a:lnTo>
                  <a:lnTo>
                    <a:pt x="35513" y="104095"/>
                  </a:lnTo>
                  <a:cubicBezTo>
                    <a:pt x="39952" y="104095"/>
                    <a:pt x="39952" y="104095"/>
                    <a:pt x="39952" y="104095"/>
                  </a:cubicBezTo>
                  <a:cubicBezTo>
                    <a:pt x="39952" y="107255"/>
                    <a:pt x="39952" y="107255"/>
                    <a:pt x="39952" y="107255"/>
                  </a:cubicBezTo>
                  <a:lnTo>
                    <a:pt x="39952" y="107255"/>
                  </a:lnTo>
                  <a:cubicBezTo>
                    <a:pt x="39952" y="110416"/>
                    <a:pt x="39952" y="110416"/>
                    <a:pt x="39952" y="110416"/>
                  </a:cubicBezTo>
                  <a:lnTo>
                    <a:pt x="39952" y="110416"/>
                  </a:lnTo>
                  <a:lnTo>
                    <a:pt x="39952" y="110416"/>
                  </a:lnTo>
                  <a:lnTo>
                    <a:pt x="39952" y="110416"/>
                  </a:lnTo>
                  <a:lnTo>
                    <a:pt x="39952" y="110416"/>
                  </a:lnTo>
                  <a:cubicBezTo>
                    <a:pt x="39952" y="110416"/>
                    <a:pt x="39952" y="110416"/>
                    <a:pt x="39952" y="113576"/>
                  </a:cubicBezTo>
                  <a:cubicBezTo>
                    <a:pt x="44391" y="113576"/>
                    <a:pt x="44391" y="113576"/>
                    <a:pt x="44391" y="113576"/>
                  </a:cubicBezTo>
                  <a:cubicBezTo>
                    <a:pt x="48830" y="113576"/>
                    <a:pt x="48830" y="113576"/>
                    <a:pt x="48830" y="113576"/>
                  </a:cubicBezTo>
                  <a:cubicBezTo>
                    <a:pt x="53269" y="113576"/>
                    <a:pt x="53269" y="113576"/>
                    <a:pt x="53269" y="113576"/>
                  </a:cubicBezTo>
                  <a:cubicBezTo>
                    <a:pt x="57708" y="110416"/>
                    <a:pt x="57708" y="110416"/>
                    <a:pt x="57708" y="110416"/>
                  </a:cubicBezTo>
                  <a:cubicBezTo>
                    <a:pt x="57708" y="113576"/>
                    <a:pt x="57708" y="113576"/>
                    <a:pt x="57708" y="113576"/>
                  </a:cubicBezTo>
                  <a:lnTo>
                    <a:pt x="62147" y="116737"/>
                  </a:lnTo>
                  <a:cubicBezTo>
                    <a:pt x="62147" y="116737"/>
                    <a:pt x="62147" y="116737"/>
                    <a:pt x="66587" y="119898"/>
                  </a:cubicBezTo>
                  <a:cubicBezTo>
                    <a:pt x="66587" y="119898"/>
                    <a:pt x="66587" y="119898"/>
                    <a:pt x="66587" y="116737"/>
                  </a:cubicBezTo>
                  <a:lnTo>
                    <a:pt x="66587" y="116737"/>
                  </a:lnTo>
                  <a:lnTo>
                    <a:pt x="66587" y="116737"/>
                  </a:lnTo>
                  <a:lnTo>
                    <a:pt x="66587" y="116737"/>
                  </a:lnTo>
                  <a:cubicBezTo>
                    <a:pt x="71026" y="116737"/>
                    <a:pt x="71026" y="116737"/>
                    <a:pt x="71026" y="116737"/>
                  </a:cubicBezTo>
                  <a:lnTo>
                    <a:pt x="75465" y="116737"/>
                  </a:lnTo>
                  <a:lnTo>
                    <a:pt x="79904" y="116737"/>
                  </a:lnTo>
                  <a:lnTo>
                    <a:pt x="79904" y="116737"/>
                  </a:lnTo>
                  <a:cubicBezTo>
                    <a:pt x="84343" y="116737"/>
                    <a:pt x="84343" y="116737"/>
                    <a:pt x="84343" y="116737"/>
                  </a:cubicBezTo>
                  <a:lnTo>
                    <a:pt x="84343" y="116737"/>
                  </a:lnTo>
                  <a:lnTo>
                    <a:pt x="84343" y="116737"/>
                  </a:lnTo>
                  <a:lnTo>
                    <a:pt x="84343" y="116737"/>
                  </a:lnTo>
                  <a:cubicBezTo>
                    <a:pt x="88782" y="116737"/>
                    <a:pt x="88782" y="116737"/>
                    <a:pt x="88782" y="116737"/>
                  </a:cubicBezTo>
                  <a:lnTo>
                    <a:pt x="88782" y="116737"/>
                  </a:lnTo>
                  <a:cubicBezTo>
                    <a:pt x="88782" y="113576"/>
                    <a:pt x="88782" y="113576"/>
                    <a:pt x="88782" y="113576"/>
                  </a:cubicBezTo>
                  <a:lnTo>
                    <a:pt x="88782" y="113576"/>
                  </a:lnTo>
                  <a:cubicBezTo>
                    <a:pt x="88782" y="113576"/>
                    <a:pt x="88782" y="113576"/>
                    <a:pt x="93221" y="110416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5" name="Shape 11775"/>
            <p:cNvSpPr/>
            <p:nvPr/>
          </p:nvSpPr>
          <p:spPr>
            <a:xfrm>
              <a:off x="3824288" y="1801813"/>
              <a:ext cx="57150" cy="1238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4458" y="86763"/>
                  </a:moveTo>
                  <a:lnTo>
                    <a:pt x="24458" y="86763"/>
                  </a:lnTo>
                  <a:lnTo>
                    <a:pt x="24458" y="86763"/>
                  </a:lnTo>
                  <a:lnTo>
                    <a:pt x="24458" y="86763"/>
                  </a:lnTo>
                  <a:cubicBezTo>
                    <a:pt x="24458" y="97609"/>
                    <a:pt x="24458" y="97609"/>
                    <a:pt x="24458" y="97609"/>
                  </a:cubicBezTo>
                  <a:cubicBezTo>
                    <a:pt x="47388" y="97609"/>
                    <a:pt x="47388" y="97609"/>
                    <a:pt x="47388" y="97609"/>
                  </a:cubicBezTo>
                  <a:cubicBezTo>
                    <a:pt x="71082" y="108804"/>
                    <a:pt x="71082" y="108804"/>
                    <a:pt x="71082" y="119650"/>
                  </a:cubicBezTo>
                  <a:cubicBezTo>
                    <a:pt x="71082" y="108804"/>
                    <a:pt x="71082" y="108804"/>
                    <a:pt x="71082" y="108804"/>
                  </a:cubicBezTo>
                  <a:cubicBezTo>
                    <a:pt x="94777" y="108804"/>
                    <a:pt x="119235" y="97609"/>
                    <a:pt x="119235" y="97609"/>
                  </a:cubicBezTo>
                  <a:lnTo>
                    <a:pt x="119235" y="97609"/>
                  </a:lnTo>
                  <a:cubicBezTo>
                    <a:pt x="119235" y="86763"/>
                    <a:pt x="119235" y="86763"/>
                    <a:pt x="119235" y="86763"/>
                  </a:cubicBezTo>
                  <a:lnTo>
                    <a:pt x="119235" y="76268"/>
                  </a:lnTo>
                  <a:lnTo>
                    <a:pt x="94777" y="76268"/>
                  </a:lnTo>
                  <a:lnTo>
                    <a:pt x="94777" y="76268"/>
                  </a:lnTo>
                  <a:cubicBezTo>
                    <a:pt x="94777" y="76268"/>
                    <a:pt x="71082" y="76268"/>
                    <a:pt x="71082" y="65422"/>
                  </a:cubicBezTo>
                  <a:cubicBezTo>
                    <a:pt x="71082" y="54227"/>
                    <a:pt x="71082" y="43381"/>
                    <a:pt x="94777" y="32886"/>
                  </a:cubicBezTo>
                  <a:cubicBezTo>
                    <a:pt x="94777" y="32886"/>
                    <a:pt x="94777" y="32886"/>
                    <a:pt x="119235" y="32886"/>
                  </a:cubicBezTo>
                  <a:lnTo>
                    <a:pt x="119235" y="32886"/>
                  </a:lnTo>
                  <a:lnTo>
                    <a:pt x="119235" y="32886"/>
                  </a:lnTo>
                  <a:cubicBezTo>
                    <a:pt x="94777" y="32886"/>
                    <a:pt x="94777" y="22040"/>
                    <a:pt x="94777" y="22040"/>
                  </a:cubicBezTo>
                  <a:lnTo>
                    <a:pt x="94777" y="22040"/>
                  </a:lnTo>
                  <a:lnTo>
                    <a:pt x="94777" y="22040"/>
                  </a:lnTo>
                  <a:cubicBezTo>
                    <a:pt x="94777" y="10845"/>
                    <a:pt x="94777" y="10845"/>
                    <a:pt x="94777" y="10845"/>
                  </a:cubicBezTo>
                  <a:cubicBezTo>
                    <a:pt x="94777" y="0"/>
                    <a:pt x="71082" y="0"/>
                    <a:pt x="71082" y="0"/>
                  </a:cubicBezTo>
                  <a:lnTo>
                    <a:pt x="47388" y="0"/>
                  </a:lnTo>
                  <a:lnTo>
                    <a:pt x="24458" y="0"/>
                  </a:lnTo>
                  <a:lnTo>
                    <a:pt x="24458" y="10845"/>
                  </a:lnTo>
                  <a:lnTo>
                    <a:pt x="24458" y="10845"/>
                  </a:lnTo>
                  <a:lnTo>
                    <a:pt x="24458" y="10845"/>
                  </a:lnTo>
                  <a:lnTo>
                    <a:pt x="24458" y="22040"/>
                  </a:lnTo>
                  <a:cubicBezTo>
                    <a:pt x="24458" y="22040"/>
                    <a:pt x="24458" y="22040"/>
                    <a:pt x="24458" y="32886"/>
                  </a:cubicBezTo>
                  <a:lnTo>
                    <a:pt x="24458" y="32886"/>
                  </a:lnTo>
                  <a:lnTo>
                    <a:pt x="24458" y="32886"/>
                  </a:lnTo>
                  <a:lnTo>
                    <a:pt x="24458" y="32886"/>
                  </a:lnTo>
                  <a:lnTo>
                    <a:pt x="24458" y="32886"/>
                  </a:lnTo>
                  <a:lnTo>
                    <a:pt x="24458" y="32886"/>
                  </a:lnTo>
                  <a:lnTo>
                    <a:pt x="24458" y="32886"/>
                  </a:lnTo>
                  <a:cubicBezTo>
                    <a:pt x="24458" y="43381"/>
                    <a:pt x="0" y="54227"/>
                    <a:pt x="0" y="65422"/>
                  </a:cubicBezTo>
                  <a:lnTo>
                    <a:pt x="0" y="65422"/>
                  </a:lnTo>
                  <a:lnTo>
                    <a:pt x="0" y="65422"/>
                  </a:lnTo>
                  <a:cubicBezTo>
                    <a:pt x="0" y="65422"/>
                    <a:pt x="0" y="65422"/>
                    <a:pt x="0" y="76268"/>
                  </a:cubicBezTo>
                  <a:lnTo>
                    <a:pt x="0" y="76268"/>
                  </a:lnTo>
                  <a:lnTo>
                    <a:pt x="0" y="76268"/>
                  </a:lnTo>
                  <a:cubicBezTo>
                    <a:pt x="0" y="76268"/>
                    <a:pt x="24458" y="76268"/>
                    <a:pt x="24458" y="8676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6" name="Shape 11776"/>
            <p:cNvSpPr/>
            <p:nvPr/>
          </p:nvSpPr>
          <p:spPr>
            <a:xfrm>
              <a:off x="4806950" y="3119438"/>
              <a:ext cx="1588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7" name="Shape 11777"/>
            <p:cNvSpPr/>
            <p:nvPr/>
          </p:nvSpPr>
          <p:spPr>
            <a:xfrm>
              <a:off x="4806950" y="3119438"/>
              <a:ext cx="1588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8" name="Shape 11778"/>
            <p:cNvSpPr/>
            <p:nvPr/>
          </p:nvSpPr>
          <p:spPr>
            <a:xfrm>
              <a:off x="4706938" y="2092325"/>
              <a:ext cx="134937" cy="155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812" y="0"/>
                  </a:moveTo>
                  <a:lnTo>
                    <a:pt x="69812" y="0"/>
                  </a:lnTo>
                  <a:cubicBezTo>
                    <a:pt x="69812" y="0"/>
                    <a:pt x="69812" y="0"/>
                    <a:pt x="69812" y="8294"/>
                  </a:cubicBezTo>
                  <a:lnTo>
                    <a:pt x="69812" y="8294"/>
                  </a:lnTo>
                  <a:lnTo>
                    <a:pt x="69812" y="8294"/>
                  </a:lnTo>
                  <a:cubicBezTo>
                    <a:pt x="59839" y="8294"/>
                    <a:pt x="59839" y="8294"/>
                    <a:pt x="59839" y="8294"/>
                  </a:cubicBezTo>
                  <a:lnTo>
                    <a:pt x="59839" y="16866"/>
                  </a:lnTo>
                  <a:cubicBezTo>
                    <a:pt x="59839" y="16866"/>
                    <a:pt x="59839" y="16866"/>
                    <a:pt x="59839" y="25437"/>
                  </a:cubicBezTo>
                  <a:lnTo>
                    <a:pt x="59839" y="25437"/>
                  </a:lnTo>
                  <a:lnTo>
                    <a:pt x="59839" y="25437"/>
                  </a:lnTo>
                  <a:cubicBezTo>
                    <a:pt x="69812" y="25437"/>
                    <a:pt x="69812" y="25437"/>
                    <a:pt x="69812" y="25437"/>
                  </a:cubicBezTo>
                  <a:cubicBezTo>
                    <a:pt x="49544" y="76866"/>
                    <a:pt x="49544" y="76866"/>
                    <a:pt x="49544" y="76866"/>
                  </a:cubicBezTo>
                  <a:cubicBezTo>
                    <a:pt x="49544" y="85437"/>
                    <a:pt x="49544" y="85437"/>
                    <a:pt x="49544" y="85437"/>
                  </a:cubicBezTo>
                  <a:lnTo>
                    <a:pt x="39892" y="85437"/>
                  </a:lnTo>
                  <a:cubicBezTo>
                    <a:pt x="29919" y="85437"/>
                    <a:pt x="29919" y="85437"/>
                    <a:pt x="19946" y="85437"/>
                  </a:cubicBezTo>
                  <a:cubicBezTo>
                    <a:pt x="19946" y="85437"/>
                    <a:pt x="19946" y="94009"/>
                    <a:pt x="9651" y="94009"/>
                  </a:cubicBezTo>
                  <a:cubicBezTo>
                    <a:pt x="0" y="94009"/>
                    <a:pt x="0" y="94009"/>
                    <a:pt x="0" y="102857"/>
                  </a:cubicBezTo>
                  <a:lnTo>
                    <a:pt x="0" y="102857"/>
                  </a:lnTo>
                  <a:lnTo>
                    <a:pt x="0" y="102857"/>
                  </a:lnTo>
                  <a:lnTo>
                    <a:pt x="0" y="102857"/>
                  </a:lnTo>
                  <a:cubicBezTo>
                    <a:pt x="9651" y="111152"/>
                    <a:pt x="9651" y="111152"/>
                    <a:pt x="9651" y="119723"/>
                  </a:cubicBezTo>
                  <a:lnTo>
                    <a:pt x="9651" y="119723"/>
                  </a:lnTo>
                  <a:lnTo>
                    <a:pt x="9651" y="119723"/>
                  </a:lnTo>
                  <a:lnTo>
                    <a:pt x="9651" y="119723"/>
                  </a:lnTo>
                  <a:lnTo>
                    <a:pt x="9651" y="119723"/>
                  </a:lnTo>
                  <a:cubicBezTo>
                    <a:pt x="19946" y="119723"/>
                    <a:pt x="29919" y="119723"/>
                    <a:pt x="39892" y="119723"/>
                  </a:cubicBezTo>
                  <a:lnTo>
                    <a:pt x="39892" y="119723"/>
                  </a:lnTo>
                  <a:lnTo>
                    <a:pt x="39892" y="119723"/>
                  </a:lnTo>
                  <a:lnTo>
                    <a:pt x="39892" y="119723"/>
                  </a:lnTo>
                  <a:lnTo>
                    <a:pt x="39892" y="119723"/>
                  </a:lnTo>
                  <a:cubicBezTo>
                    <a:pt x="49544" y="102857"/>
                    <a:pt x="59839" y="102857"/>
                    <a:pt x="59839" y="102857"/>
                  </a:cubicBezTo>
                  <a:lnTo>
                    <a:pt x="69812" y="102857"/>
                  </a:lnTo>
                  <a:lnTo>
                    <a:pt x="69812" y="102857"/>
                  </a:lnTo>
                  <a:lnTo>
                    <a:pt x="69812" y="102857"/>
                  </a:lnTo>
                  <a:cubicBezTo>
                    <a:pt x="69812" y="94009"/>
                    <a:pt x="69812" y="94009"/>
                    <a:pt x="79785" y="85437"/>
                  </a:cubicBezTo>
                  <a:lnTo>
                    <a:pt x="79785" y="85437"/>
                  </a:lnTo>
                  <a:cubicBezTo>
                    <a:pt x="89436" y="85437"/>
                    <a:pt x="89436" y="85437"/>
                    <a:pt x="89436" y="85437"/>
                  </a:cubicBezTo>
                  <a:lnTo>
                    <a:pt x="89436" y="85437"/>
                  </a:lnTo>
                  <a:cubicBezTo>
                    <a:pt x="89436" y="85437"/>
                    <a:pt x="89436" y="76866"/>
                    <a:pt x="89436" y="68571"/>
                  </a:cubicBezTo>
                  <a:cubicBezTo>
                    <a:pt x="99731" y="68571"/>
                    <a:pt x="99731" y="59723"/>
                    <a:pt x="99731" y="59723"/>
                  </a:cubicBezTo>
                  <a:cubicBezTo>
                    <a:pt x="99731" y="59723"/>
                    <a:pt x="99731" y="59723"/>
                    <a:pt x="109705" y="59723"/>
                  </a:cubicBezTo>
                  <a:cubicBezTo>
                    <a:pt x="109705" y="51152"/>
                    <a:pt x="109705" y="51152"/>
                    <a:pt x="109705" y="51152"/>
                  </a:cubicBezTo>
                  <a:cubicBezTo>
                    <a:pt x="119678" y="42580"/>
                    <a:pt x="119678" y="34285"/>
                    <a:pt x="119678" y="34285"/>
                  </a:cubicBezTo>
                  <a:lnTo>
                    <a:pt x="119678" y="34285"/>
                  </a:lnTo>
                  <a:cubicBezTo>
                    <a:pt x="119678" y="25437"/>
                    <a:pt x="119678" y="25437"/>
                    <a:pt x="119678" y="25437"/>
                  </a:cubicBezTo>
                  <a:cubicBezTo>
                    <a:pt x="109705" y="16866"/>
                    <a:pt x="109705" y="16866"/>
                    <a:pt x="109705" y="16866"/>
                  </a:cubicBezTo>
                  <a:cubicBezTo>
                    <a:pt x="99731" y="16866"/>
                    <a:pt x="99731" y="16866"/>
                    <a:pt x="99731" y="16866"/>
                  </a:cubicBezTo>
                  <a:lnTo>
                    <a:pt x="99731" y="16866"/>
                  </a:lnTo>
                  <a:cubicBezTo>
                    <a:pt x="89436" y="16866"/>
                    <a:pt x="79785" y="8294"/>
                    <a:pt x="79785" y="8294"/>
                  </a:cubicBezTo>
                  <a:lnTo>
                    <a:pt x="69812" y="8294"/>
                  </a:lnTo>
                  <a:cubicBezTo>
                    <a:pt x="69812" y="8294"/>
                    <a:pt x="69812" y="8294"/>
                    <a:pt x="69812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9" name="Shape 11779"/>
            <p:cNvSpPr/>
            <p:nvPr/>
          </p:nvSpPr>
          <p:spPr>
            <a:xfrm>
              <a:off x="4483100" y="2382838"/>
              <a:ext cx="201613" cy="2905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6618" y="13828"/>
                  </a:moveTo>
                  <a:lnTo>
                    <a:pt x="26618" y="13828"/>
                  </a:lnTo>
                  <a:cubicBezTo>
                    <a:pt x="26618" y="18438"/>
                    <a:pt x="33059" y="18438"/>
                    <a:pt x="33059" y="23048"/>
                  </a:cubicBezTo>
                  <a:lnTo>
                    <a:pt x="33059" y="23048"/>
                  </a:lnTo>
                  <a:lnTo>
                    <a:pt x="39928" y="23048"/>
                  </a:lnTo>
                  <a:lnTo>
                    <a:pt x="46583" y="23048"/>
                  </a:lnTo>
                  <a:cubicBezTo>
                    <a:pt x="53237" y="23048"/>
                    <a:pt x="59677" y="27806"/>
                    <a:pt x="59677" y="27806"/>
                  </a:cubicBezTo>
                  <a:cubicBezTo>
                    <a:pt x="66547" y="27806"/>
                    <a:pt x="66547" y="32267"/>
                    <a:pt x="66547" y="32267"/>
                  </a:cubicBezTo>
                  <a:lnTo>
                    <a:pt x="66547" y="32267"/>
                  </a:lnTo>
                  <a:cubicBezTo>
                    <a:pt x="73202" y="32267"/>
                    <a:pt x="73202" y="32267"/>
                    <a:pt x="73202" y="32267"/>
                  </a:cubicBezTo>
                  <a:cubicBezTo>
                    <a:pt x="73202" y="32267"/>
                    <a:pt x="73202" y="32267"/>
                    <a:pt x="79856" y="32267"/>
                  </a:cubicBezTo>
                  <a:lnTo>
                    <a:pt x="79856" y="32267"/>
                  </a:lnTo>
                  <a:lnTo>
                    <a:pt x="86296" y="32267"/>
                  </a:lnTo>
                  <a:lnTo>
                    <a:pt x="86296" y="32267"/>
                  </a:lnTo>
                  <a:lnTo>
                    <a:pt x="86296" y="36877"/>
                  </a:lnTo>
                  <a:lnTo>
                    <a:pt x="86296" y="36877"/>
                  </a:lnTo>
                  <a:cubicBezTo>
                    <a:pt x="86296" y="36877"/>
                    <a:pt x="86296" y="36877"/>
                    <a:pt x="79856" y="41486"/>
                  </a:cubicBezTo>
                  <a:lnTo>
                    <a:pt x="79856" y="41486"/>
                  </a:lnTo>
                  <a:lnTo>
                    <a:pt x="79856" y="41486"/>
                  </a:lnTo>
                  <a:cubicBezTo>
                    <a:pt x="79856" y="41486"/>
                    <a:pt x="79856" y="41486"/>
                    <a:pt x="73202" y="41486"/>
                  </a:cubicBezTo>
                  <a:cubicBezTo>
                    <a:pt x="46583" y="69144"/>
                    <a:pt x="46583" y="69144"/>
                    <a:pt x="46583" y="69144"/>
                  </a:cubicBezTo>
                  <a:lnTo>
                    <a:pt x="46583" y="69144"/>
                  </a:lnTo>
                  <a:lnTo>
                    <a:pt x="33059" y="69144"/>
                  </a:lnTo>
                  <a:lnTo>
                    <a:pt x="33059" y="69144"/>
                  </a:lnTo>
                  <a:lnTo>
                    <a:pt x="26618" y="69144"/>
                  </a:lnTo>
                  <a:lnTo>
                    <a:pt x="26618" y="69144"/>
                  </a:lnTo>
                  <a:cubicBezTo>
                    <a:pt x="26618" y="73754"/>
                    <a:pt x="26618" y="73754"/>
                    <a:pt x="19964" y="73754"/>
                  </a:cubicBezTo>
                  <a:cubicBezTo>
                    <a:pt x="19964" y="73754"/>
                    <a:pt x="19964" y="73754"/>
                    <a:pt x="13309" y="73754"/>
                  </a:cubicBezTo>
                  <a:lnTo>
                    <a:pt x="13309" y="73754"/>
                  </a:lnTo>
                  <a:cubicBezTo>
                    <a:pt x="6440" y="82973"/>
                    <a:pt x="6440" y="82973"/>
                    <a:pt x="6440" y="82973"/>
                  </a:cubicBezTo>
                  <a:lnTo>
                    <a:pt x="6440" y="82973"/>
                  </a:lnTo>
                  <a:cubicBezTo>
                    <a:pt x="6440" y="82973"/>
                    <a:pt x="6440" y="82973"/>
                    <a:pt x="6440" y="87583"/>
                  </a:cubicBezTo>
                  <a:cubicBezTo>
                    <a:pt x="0" y="87583"/>
                    <a:pt x="0" y="87583"/>
                    <a:pt x="0" y="87583"/>
                  </a:cubicBezTo>
                  <a:cubicBezTo>
                    <a:pt x="0" y="87583"/>
                    <a:pt x="0" y="87583"/>
                    <a:pt x="0" y="92193"/>
                  </a:cubicBezTo>
                  <a:cubicBezTo>
                    <a:pt x="0" y="96802"/>
                    <a:pt x="0" y="101412"/>
                    <a:pt x="0" y="110631"/>
                  </a:cubicBezTo>
                  <a:lnTo>
                    <a:pt x="0" y="115241"/>
                  </a:lnTo>
                  <a:cubicBezTo>
                    <a:pt x="6440" y="119851"/>
                    <a:pt x="6440" y="119851"/>
                    <a:pt x="6440" y="119851"/>
                  </a:cubicBezTo>
                  <a:lnTo>
                    <a:pt x="6440" y="115241"/>
                  </a:lnTo>
                  <a:cubicBezTo>
                    <a:pt x="13309" y="115241"/>
                    <a:pt x="13309" y="115241"/>
                    <a:pt x="13309" y="110631"/>
                  </a:cubicBezTo>
                  <a:lnTo>
                    <a:pt x="13309" y="110631"/>
                  </a:lnTo>
                  <a:cubicBezTo>
                    <a:pt x="19964" y="106022"/>
                    <a:pt x="33059" y="96802"/>
                    <a:pt x="33059" y="92193"/>
                  </a:cubicBezTo>
                  <a:cubicBezTo>
                    <a:pt x="39928" y="92193"/>
                    <a:pt x="53237" y="82973"/>
                    <a:pt x="59677" y="82973"/>
                  </a:cubicBezTo>
                  <a:cubicBezTo>
                    <a:pt x="59677" y="82973"/>
                    <a:pt x="66547" y="78364"/>
                    <a:pt x="66547" y="73754"/>
                  </a:cubicBezTo>
                  <a:cubicBezTo>
                    <a:pt x="73202" y="69144"/>
                    <a:pt x="73202" y="64535"/>
                    <a:pt x="79856" y="64535"/>
                  </a:cubicBezTo>
                  <a:cubicBezTo>
                    <a:pt x="79856" y="64535"/>
                    <a:pt x="79856" y="59925"/>
                    <a:pt x="86296" y="59925"/>
                  </a:cubicBezTo>
                  <a:cubicBezTo>
                    <a:pt x="86296" y="55315"/>
                    <a:pt x="93166" y="46245"/>
                    <a:pt x="99821" y="36877"/>
                  </a:cubicBezTo>
                  <a:cubicBezTo>
                    <a:pt x="112915" y="23048"/>
                    <a:pt x="112915" y="18438"/>
                    <a:pt x="112915" y="18438"/>
                  </a:cubicBezTo>
                  <a:lnTo>
                    <a:pt x="112915" y="18438"/>
                  </a:lnTo>
                  <a:cubicBezTo>
                    <a:pt x="112915" y="9368"/>
                    <a:pt x="112915" y="9368"/>
                    <a:pt x="119785" y="9368"/>
                  </a:cubicBezTo>
                  <a:cubicBezTo>
                    <a:pt x="119785" y="4609"/>
                    <a:pt x="112915" y="0"/>
                    <a:pt x="112915" y="0"/>
                  </a:cubicBezTo>
                  <a:lnTo>
                    <a:pt x="112915" y="0"/>
                  </a:lnTo>
                  <a:cubicBezTo>
                    <a:pt x="112915" y="0"/>
                    <a:pt x="112915" y="0"/>
                    <a:pt x="106475" y="4609"/>
                  </a:cubicBezTo>
                  <a:lnTo>
                    <a:pt x="106475" y="4609"/>
                  </a:lnTo>
                  <a:cubicBezTo>
                    <a:pt x="99821" y="4609"/>
                    <a:pt x="93166" y="4609"/>
                    <a:pt x="93166" y="4609"/>
                  </a:cubicBezTo>
                  <a:lnTo>
                    <a:pt x="93166" y="4609"/>
                  </a:lnTo>
                  <a:lnTo>
                    <a:pt x="93166" y="4609"/>
                  </a:lnTo>
                  <a:cubicBezTo>
                    <a:pt x="86296" y="9368"/>
                    <a:pt x="86296" y="9368"/>
                    <a:pt x="86296" y="9368"/>
                  </a:cubicBezTo>
                  <a:lnTo>
                    <a:pt x="86296" y="9368"/>
                  </a:lnTo>
                  <a:cubicBezTo>
                    <a:pt x="79856" y="9368"/>
                    <a:pt x="79856" y="9368"/>
                    <a:pt x="73202" y="9368"/>
                  </a:cubicBezTo>
                  <a:lnTo>
                    <a:pt x="73202" y="9368"/>
                  </a:lnTo>
                  <a:lnTo>
                    <a:pt x="66547" y="9368"/>
                  </a:lnTo>
                  <a:cubicBezTo>
                    <a:pt x="66547" y="13828"/>
                    <a:pt x="66547" y="13828"/>
                    <a:pt x="66547" y="13828"/>
                  </a:cubicBezTo>
                  <a:cubicBezTo>
                    <a:pt x="59677" y="13828"/>
                    <a:pt x="59677" y="13828"/>
                    <a:pt x="59677" y="13828"/>
                  </a:cubicBezTo>
                  <a:lnTo>
                    <a:pt x="53237" y="13828"/>
                  </a:lnTo>
                  <a:lnTo>
                    <a:pt x="53237" y="13828"/>
                  </a:lnTo>
                  <a:lnTo>
                    <a:pt x="53237" y="13828"/>
                  </a:lnTo>
                  <a:cubicBezTo>
                    <a:pt x="46583" y="13828"/>
                    <a:pt x="46583" y="13828"/>
                    <a:pt x="39928" y="13828"/>
                  </a:cubicBezTo>
                  <a:cubicBezTo>
                    <a:pt x="33059" y="13828"/>
                    <a:pt x="33059" y="13828"/>
                    <a:pt x="26618" y="9368"/>
                  </a:cubicBezTo>
                  <a:lnTo>
                    <a:pt x="26618" y="9368"/>
                  </a:lnTo>
                  <a:lnTo>
                    <a:pt x="26618" y="9368"/>
                  </a:lnTo>
                  <a:lnTo>
                    <a:pt x="26618" y="13828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0" name="Shape 11780"/>
            <p:cNvSpPr/>
            <p:nvPr/>
          </p:nvSpPr>
          <p:spPr>
            <a:xfrm>
              <a:off x="4527550" y="2227263"/>
              <a:ext cx="179388" cy="1222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58" y="21529"/>
                  </a:moveTo>
                  <a:lnTo>
                    <a:pt x="119758" y="21529"/>
                  </a:lnTo>
                  <a:lnTo>
                    <a:pt x="119758" y="21529"/>
                  </a:lnTo>
                  <a:lnTo>
                    <a:pt x="119758" y="21529"/>
                  </a:lnTo>
                  <a:cubicBezTo>
                    <a:pt x="119758" y="21529"/>
                    <a:pt x="119758" y="21529"/>
                    <a:pt x="112273" y="21529"/>
                  </a:cubicBezTo>
                  <a:cubicBezTo>
                    <a:pt x="112273" y="10588"/>
                    <a:pt x="112273" y="10588"/>
                    <a:pt x="112273" y="10588"/>
                  </a:cubicBezTo>
                  <a:cubicBezTo>
                    <a:pt x="112273" y="10588"/>
                    <a:pt x="112273" y="10588"/>
                    <a:pt x="112273" y="0"/>
                  </a:cubicBezTo>
                  <a:lnTo>
                    <a:pt x="112273" y="0"/>
                  </a:lnTo>
                  <a:cubicBezTo>
                    <a:pt x="104788" y="0"/>
                    <a:pt x="104788" y="0"/>
                    <a:pt x="104788" y="0"/>
                  </a:cubicBezTo>
                  <a:cubicBezTo>
                    <a:pt x="104788" y="0"/>
                    <a:pt x="104788" y="0"/>
                    <a:pt x="97062" y="0"/>
                  </a:cubicBezTo>
                  <a:lnTo>
                    <a:pt x="97062" y="0"/>
                  </a:lnTo>
                  <a:cubicBezTo>
                    <a:pt x="89818" y="10588"/>
                    <a:pt x="89818" y="10588"/>
                    <a:pt x="82334" y="10588"/>
                  </a:cubicBezTo>
                  <a:lnTo>
                    <a:pt x="82334" y="10588"/>
                  </a:lnTo>
                  <a:lnTo>
                    <a:pt x="82334" y="10588"/>
                  </a:lnTo>
                  <a:cubicBezTo>
                    <a:pt x="74849" y="10588"/>
                    <a:pt x="74849" y="10588"/>
                    <a:pt x="74849" y="10588"/>
                  </a:cubicBezTo>
                  <a:lnTo>
                    <a:pt x="74849" y="10588"/>
                  </a:lnTo>
                  <a:cubicBezTo>
                    <a:pt x="74849" y="21529"/>
                    <a:pt x="67122" y="21529"/>
                    <a:pt x="59879" y="21529"/>
                  </a:cubicBezTo>
                  <a:cubicBezTo>
                    <a:pt x="59879" y="32470"/>
                    <a:pt x="59879" y="32470"/>
                    <a:pt x="59879" y="32470"/>
                  </a:cubicBezTo>
                  <a:cubicBezTo>
                    <a:pt x="59879" y="32470"/>
                    <a:pt x="59879" y="32470"/>
                    <a:pt x="59879" y="43764"/>
                  </a:cubicBezTo>
                  <a:cubicBezTo>
                    <a:pt x="52394" y="43764"/>
                    <a:pt x="52394" y="43764"/>
                    <a:pt x="52394" y="43764"/>
                  </a:cubicBezTo>
                  <a:lnTo>
                    <a:pt x="52394" y="43764"/>
                  </a:lnTo>
                  <a:cubicBezTo>
                    <a:pt x="52394" y="54352"/>
                    <a:pt x="52394" y="54352"/>
                    <a:pt x="44909" y="54352"/>
                  </a:cubicBezTo>
                  <a:lnTo>
                    <a:pt x="44909" y="54352"/>
                  </a:lnTo>
                  <a:lnTo>
                    <a:pt x="44909" y="54352"/>
                  </a:lnTo>
                  <a:cubicBezTo>
                    <a:pt x="37183" y="54352"/>
                    <a:pt x="37183" y="54352"/>
                    <a:pt x="37183" y="54352"/>
                  </a:cubicBezTo>
                  <a:cubicBezTo>
                    <a:pt x="37183" y="43764"/>
                    <a:pt x="29939" y="43764"/>
                    <a:pt x="29939" y="43764"/>
                  </a:cubicBezTo>
                  <a:cubicBezTo>
                    <a:pt x="22454" y="43764"/>
                    <a:pt x="22454" y="32470"/>
                    <a:pt x="22454" y="32470"/>
                  </a:cubicBezTo>
                  <a:lnTo>
                    <a:pt x="14969" y="32470"/>
                  </a:lnTo>
                  <a:cubicBezTo>
                    <a:pt x="14969" y="32470"/>
                    <a:pt x="14969" y="32470"/>
                    <a:pt x="7243" y="32470"/>
                  </a:cubicBezTo>
                  <a:cubicBezTo>
                    <a:pt x="7243" y="32470"/>
                    <a:pt x="7243" y="32470"/>
                    <a:pt x="0" y="32470"/>
                  </a:cubicBezTo>
                  <a:lnTo>
                    <a:pt x="0" y="32470"/>
                  </a:lnTo>
                  <a:lnTo>
                    <a:pt x="0" y="32470"/>
                  </a:lnTo>
                  <a:lnTo>
                    <a:pt x="0" y="32470"/>
                  </a:lnTo>
                  <a:cubicBezTo>
                    <a:pt x="0" y="43764"/>
                    <a:pt x="0" y="43764"/>
                    <a:pt x="0" y="43764"/>
                  </a:cubicBezTo>
                  <a:lnTo>
                    <a:pt x="0" y="43764"/>
                  </a:lnTo>
                  <a:cubicBezTo>
                    <a:pt x="0" y="43764"/>
                    <a:pt x="0" y="43764"/>
                    <a:pt x="0" y="54352"/>
                  </a:cubicBezTo>
                  <a:lnTo>
                    <a:pt x="0" y="65294"/>
                  </a:lnTo>
                  <a:lnTo>
                    <a:pt x="0" y="65294"/>
                  </a:lnTo>
                  <a:cubicBezTo>
                    <a:pt x="0" y="75882"/>
                    <a:pt x="0" y="75882"/>
                    <a:pt x="0" y="75882"/>
                  </a:cubicBezTo>
                  <a:cubicBezTo>
                    <a:pt x="0" y="87176"/>
                    <a:pt x="0" y="97764"/>
                    <a:pt x="0" y="108705"/>
                  </a:cubicBezTo>
                  <a:cubicBezTo>
                    <a:pt x="0" y="108705"/>
                    <a:pt x="0" y="108705"/>
                    <a:pt x="0" y="119647"/>
                  </a:cubicBezTo>
                  <a:lnTo>
                    <a:pt x="7243" y="119647"/>
                  </a:lnTo>
                  <a:lnTo>
                    <a:pt x="7243" y="119647"/>
                  </a:lnTo>
                  <a:cubicBezTo>
                    <a:pt x="14969" y="119647"/>
                    <a:pt x="14969" y="119647"/>
                    <a:pt x="22454" y="119647"/>
                  </a:cubicBezTo>
                  <a:lnTo>
                    <a:pt x="22454" y="119647"/>
                  </a:lnTo>
                  <a:lnTo>
                    <a:pt x="22454" y="108705"/>
                  </a:lnTo>
                  <a:cubicBezTo>
                    <a:pt x="29939" y="97764"/>
                    <a:pt x="29939" y="97764"/>
                    <a:pt x="29939" y="97764"/>
                  </a:cubicBezTo>
                  <a:cubicBezTo>
                    <a:pt x="29939" y="108705"/>
                    <a:pt x="29939" y="108705"/>
                    <a:pt x="29939" y="108705"/>
                  </a:cubicBezTo>
                  <a:lnTo>
                    <a:pt x="29939" y="108705"/>
                  </a:lnTo>
                  <a:cubicBezTo>
                    <a:pt x="29939" y="108705"/>
                    <a:pt x="37183" y="108705"/>
                    <a:pt x="37183" y="97764"/>
                  </a:cubicBezTo>
                  <a:cubicBezTo>
                    <a:pt x="44909" y="97764"/>
                    <a:pt x="44909" y="97764"/>
                    <a:pt x="52394" y="97764"/>
                  </a:cubicBezTo>
                  <a:cubicBezTo>
                    <a:pt x="52394" y="87176"/>
                    <a:pt x="59879" y="87176"/>
                    <a:pt x="59879" y="87176"/>
                  </a:cubicBezTo>
                  <a:cubicBezTo>
                    <a:pt x="67122" y="87176"/>
                    <a:pt x="67122" y="87176"/>
                    <a:pt x="67122" y="87176"/>
                  </a:cubicBezTo>
                  <a:lnTo>
                    <a:pt x="67122" y="87176"/>
                  </a:lnTo>
                  <a:cubicBezTo>
                    <a:pt x="67122" y="87176"/>
                    <a:pt x="74849" y="75882"/>
                    <a:pt x="82334" y="75882"/>
                  </a:cubicBezTo>
                  <a:lnTo>
                    <a:pt x="89818" y="65294"/>
                  </a:lnTo>
                  <a:cubicBezTo>
                    <a:pt x="89818" y="65294"/>
                    <a:pt x="89818" y="65294"/>
                    <a:pt x="97062" y="65294"/>
                  </a:cubicBezTo>
                  <a:lnTo>
                    <a:pt x="97062" y="65294"/>
                  </a:lnTo>
                  <a:lnTo>
                    <a:pt x="97062" y="65294"/>
                  </a:lnTo>
                  <a:cubicBezTo>
                    <a:pt x="97062" y="65294"/>
                    <a:pt x="104788" y="65294"/>
                    <a:pt x="112273" y="54352"/>
                  </a:cubicBezTo>
                  <a:lnTo>
                    <a:pt x="112273" y="54352"/>
                  </a:lnTo>
                  <a:lnTo>
                    <a:pt x="112273" y="54352"/>
                  </a:lnTo>
                  <a:lnTo>
                    <a:pt x="112273" y="43764"/>
                  </a:lnTo>
                  <a:cubicBezTo>
                    <a:pt x="119758" y="43764"/>
                    <a:pt x="119758" y="43764"/>
                    <a:pt x="119758" y="32470"/>
                  </a:cubicBezTo>
                  <a:lnTo>
                    <a:pt x="119758" y="32470"/>
                  </a:lnTo>
                  <a:lnTo>
                    <a:pt x="119758" y="21529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1" name="Shape 11781"/>
            <p:cNvSpPr/>
            <p:nvPr/>
          </p:nvSpPr>
          <p:spPr>
            <a:xfrm>
              <a:off x="3322638" y="2271713"/>
              <a:ext cx="112712" cy="889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4230" y="74032"/>
                  </a:moveTo>
                  <a:lnTo>
                    <a:pt x="24230" y="74032"/>
                  </a:lnTo>
                  <a:lnTo>
                    <a:pt x="24230" y="74032"/>
                  </a:lnTo>
                  <a:lnTo>
                    <a:pt x="24230" y="74032"/>
                  </a:lnTo>
                  <a:lnTo>
                    <a:pt x="24230" y="74032"/>
                  </a:lnTo>
                  <a:cubicBezTo>
                    <a:pt x="35769" y="74032"/>
                    <a:pt x="35769" y="59516"/>
                    <a:pt x="35769" y="59516"/>
                  </a:cubicBezTo>
                  <a:lnTo>
                    <a:pt x="35769" y="59516"/>
                  </a:lnTo>
                  <a:lnTo>
                    <a:pt x="47692" y="59516"/>
                  </a:lnTo>
                  <a:lnTo>
                    <a:pt x="47692" y="59516"/>
                  </a:lnTo>
                  <a:lnTo>
                    <a:pt x="47692" y="59516"/>
                  </a:lnTo>
                  <a:cubicBezTo>
                    <a:pt x="59615" y="59516"/>
                    <a:pt x="59615" y="74032"/>
                    <a:pt x="59615" y="74032"/>
                  </a:cubicBezTo>
                  <a:cubicBezTo>
                    <a:pt x="71923" y="74032"/>
                    <a:pt x="71923" y="74032"/>
                    <a:pt x="71923" y="74032"/>
                  </a:cubicBezTo>
                  <a:lnTo>
                    <a:pt x="71923" y="74032"/>
                  </a:lnTo>
                  <a:cubicBezTo>
                    <a:pt x="71923" y="74032"/>
                    <a:pt x="71923" y="89032"/>
                    <a:pt x="83461" y="89032"/>
                  </a:cubicBezTo>
                  <a:lnTo>
                    <a:pt x="83461" y="89032"/>
                  </a:lnTo>
                  <a:lnTo>
                    <a:pt x="83461" y="89032"/>
                  </a:lnTo>
                  <a:lnTo>
                    <a:pt x="83461" y="89032"/>
                  </a:lnTo>
                  <a:lnTo>
                    <a:pt x="83461" y="89032"/>
                  </a:lnTo>
                  <a:lnTo>
                    <a:pt x="83461" y="89032"/>
                  </a:lnTo>
                  <a:cubicBezTo>
                    <a:pt x="83461" y="89032"/>
                    <a:pt x="83461" y="104032"/>
                    <a:pt x="71923" y="104032"/>
                  </a:cubicBezTo>
                  <a:lnTo>
                    <a:pt x="71923" y="104032"/>
                  </a:lnTo>
                  <a:lnTo>
                    <a:pt x="71923" y="104032"/>
                  </a:lnTo>
                  <a:lnTo>
                    <a:pt x="71923" y="104032"/>
                  </a:lnTo>
                  <a:cubicBezTo>
                    <a:pt x="83461" y="104032"/>
                    <a:pt x="83461" y="104032"/>
                    <a:pt x="95384" y="104032"/>
                  </a:cubicBezTo>
                  <a:cubicBezTo>
                    <a:pt x="95384" y="119516"/>
                    <a:pt x="95384" y="119516"/>
                    <a:pt x="95384" y="119516"/>
                  </a:cubicBezTo>
                  <a:lnTo>
                    <a:pt x="107307" y="119516"/>
                  </a:lnTo>
                  <a:cubicBezTo>
                    <a:pt x="107307" y="119516"/>
                    <a:pt x="107307" y="119516"/>
                    <a:pt x="119615" y="119516"/>
                  </a:cubicBezTo>
                  <a:cubicBezTo>
                    <a:pt x="107307" y="119516"/>
                    <a:pt x="107307" y="119516"/>
                    <a:pt x="107307" y="104032"/>
                  </a:cubicBezTo>
                  <a:lnTo>
                    <a:pt x="107307" y="104032"/>
                  </a:lnTo>
                  <a:cubicBezTo>
                    <a:pt x="107307" y="104032"/>
                    <a:pt x="95384" y="104032"/>
                    <a:pt x="95384" y="89032"/>
                  </a:cubicBezTo>
                  <a:lnTo>
                    <a:pt x="95384" y="89032"/>
                  </a:lnTo>
                  <a:lnTo>
                    <a:pt x="95384" y="74032"/>
                  </a:lnTo>
                  <a:lnTo>
                    <a:pt x="95384" y="74032"/>
                  </a:lnTo>
                  <a:lnTo>
                    <a:pt x="95384" y="74032"/>
                  </a:lnTo>
                  <a:lnTo>
                    <a:pt x="95384" y="59516"/>
                  </a:lnTo>
                  <a:lnTo>
                    <a:pt x="95384" y="59516"/>
                  </a:lnTo>
                  <a:cubicBezTo>
                    <a:pt x="95384" y="59516"/>
                    <a:pt x="83461" y="59516"/>
                    <a:pt x="83461" y="44032"/>
                  </a:cubicBezTo>
                  <a:lnTo>
                    <a:pt x="71923" y="29516"/>
                  </a:lnTo>
                  <a:cubicBezTo>
                    <a:pt x="71923" y="29516"/>
                    <a:pt x="71923" y="29516"/>
                    <a:pt x="59615" y="14516"/>
                  </a:cubicBezTo>
                  <a:lnTo>
                    <a:pt x="59615" y="14516"/>
                  </a:lnTo>
                  <a:lnTo>
                    <a:pt x="59615" y="14516"/>
                  </a:lnTo>
                  <a:lnTo>
                    <a:pt x="47692" y="0"/>
                  </a:lnTo>
                  <a:cubicBezTo>
                    <a:pt x="47692" y="0"/>
                    <a:pt x="47692" y="0"/>
                    <a:pt x="47692" y="14516"/>
                  </a:cubicBezTo>
                  <a:cubicBezTo>
                    <a:pt x="35769" y="14516"/>
                    <a:pt x="35769" y="14516"/>
                    <a:pt x="24230" y="14516"/>
                  </a:cubicBezTo>
                  <a:lnTo>
                    <a:pt x="24230" y="14516"/>
                  </a:lnTo>
                  <a:lnTo>
                    <a:pt x="11923" y="29516"/>
                  </a:lnTo>
                  <a:lnTo>
                    <a:pt x="11923" y="29516"/>
                  </a:lnTo>
                  <a:cubicBezTo>
                    <a:pt x="11923" y="44032"/>
                    <a:pt x="11923" y="44032"/>
                    <a:pt x="0" y="59516"/>
                  </a:cubicBezTo>
                  <a:cubicBezTo>
                    <a:pt x="11923" y="59516"/>
                    <a:pt x="11923" y="59516"/>
                    <a:pt x="11923" y="59516"/>
                  </a:cubicBezTo>
                  <a:lnTo>
                    <a:pt x="11923" y="59516"/>
                  </a:lnTo>
                  <a:cubicBezTo>
                    <a:pt x="11923" y="59516"/>
                    <a:pt x="11923" y="74032"/>
                    <a:pt x="24230" y="7403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2" name="Shape 11782"/>
            <p:cNvSpPr/>
            <p:nvPr/>
          </p:nvSpPr>
          <p:spPr>
            <a:xfrm>
              <a:off x="3411538" y="2427288"/>
              <a:ext cx="33337" cy="555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723" y="71538"/>
                  </a:moveTo>
                  <a:lnTo>
                    <a:pt x="118723" y="71538"/>
                  </a:lnTo>
                  <a:lnTo>
                    <a:pt x="118723" y="71538"/>
                  </a:lnTo>
                  <a:cubicBezTo>
                    <a:pt x="118723" y="48461"/>
                    <a:pt x="118723" y="48461"/>
                    <a:pt x="118723" y="48461"/>
                  </a:cubicBezTo>
                  <a:lnTo>
                    <a:pt x="118723" y="48461"/>
                  </a:lnTo>
                  <a:cubicBezTo>
                    <a:pt x="118723" y="48461"/>
                    <a:pt x="80425" y="23846"/>
                    <a:pt x="80425" y="0"/>
                  </a:cubicBezTo>
                  <a:lnTo>
                    <a:pt x="80425" y="0"/>
                  </a:lnTo>
                  <a:lnTo>
                    <a:pt x="80425" y="0"/>
                  </a:lnTo>
                  <a:lnTo>
                    <a:pt x="80425" y="0"/>
                  </a:lnTo>
                  <a:cubicBezTo>
                    <a:pt x="39574" y="0"/>
                    <a:pt x="39574" y="23846"/>
                    <a:pt x="39574" y="23846"/>
                  </a:cubicBezTo>
                  <a:cubicBezTo>
                    <a:pt x="39574" y="23846"/>
                    <a:pt x="0" y="23846"/>
                    <a:pt x="0" y="48461"/>
                  </a:cubicBezTo>
                  <a:lnTo>
                    <a:pt x="0" y="48461"/>
                  </a:lnTo>
                  <a:cubicBezTo>
                    <a:pt x="0" y="48461"/>
                    <a:pt x="0" y="48461"/>
                    <a:pt x="0" y="71538"/>
                  </a:cubicBezTo>
                  <a:lnTo>
                    <a:pt x="0" y="71538"/>
                  </a:lnTo>
                  <a:lnTo>
                    <a:pt x="0" y="71538"/>
                  </a:lnTo>
                  <a:lnTo>
                    <a:pt x="39574" y="95384"/>
                  </a:lnTo>
                  <a:lnTo>
                    <a:pt x="39574" y="95384"/>
                  </a:lnTo>
                  <a:cubicBezTo>
                    <a:pt x="39574" y="95384"/>
                    <a:pt x="39574" y="95384"/>
                    <a:pt x="39574" y="119230"/>
                  </a:cubicBezTo>
                  <a:cubicBezTo>
                    <a:pt x="80425" y="95384"/>
                    <a:pt x="80425" y="95384"/>
                    <a:pt x="118723" y="95384"/>
                  </a:cubicBezTo>
                  <a:lnTo>
                    <a:pt x="118723" y="71538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3" name="Shape 11783"/>
            <p:cNvSpPr/>
            <p:nvPr/>
          </p:nvSpPr>
          <p:spPr>
            <a:xfrm>
              <a:off x="3378200" y="2371725"/>
              <a:ext cx="123825" cy="1000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631" y="53142"/>
                  </a:moveTo>
                  <a:lnTo>
                    <a:pt x="32631" y="53142"/>
                  </a:lnTo>
                  <a:cubicBezTo>
                    <a:pt x="32631" y="53142"/>
                    <a:pt x="32631" y="53142"/>
                    <a:pt x="43508" y="53142"/>
                  </a:cubicBezTo>
                  <a:lnTo>
                    <a:pt x="43508" y="40285"/>
                  </a:lnTo>
                  <a:cubicBezTo>
                    <a:pt x="43508" y="40285"/>
                    <a:pt x="43508" y="40285"/>
                    <a:pt x="54736" y="40285"/>
                  </a:cubicBezTo>
                  <a:lnTo>
                    <a:pt x="54736" y="40285"/>
                  </a:lnTo>
                  <a:cubicBezTo>
                    <a:pt x="65263" y="40285"/>
                    <a:pt x="65263" y="53142"/>
                    <a:pt x="76140" y="53142"/>
                  </a:cubicBezTo>
                  <a:cubicBezTo>
                    <a:pt x="76140" y="66428"/>
                    <a:pt x="76140" y="66428"/>
                    <a:pt x="76140" y="66428"/>
                  </a:cubicBezTo>
                  <a:cubicBezTo>
                    <a:pt x="76140" y="66428"/>
                    <a:pt x="76140" y="79714"/>
                    <a:pt x="76140" y="93428"/>
                  </a:cubicBezTo>
                  <a:cubicBezTo>
                    <a:pt x="87017" y="79714"/>
                    <a:pt x="87017" y="79714"/>
                    <a:pt x="87017" y="79714"/>
                  </a:cubicBezTo>
                  <a:lnTo>
                    <a:pt x="98245" y="93428"/>
                  </a:lnTo>
                  <a:lnTo>
                    <a:pt x="98245" y="93428"/>
                  </a:lnTo>
                  <a:lnTo>
                    <a:pt x="98245" y="106285"/>
                  </a:lnTo>
                  <a:lnTo>
                    <a:pt x="98245" y="106285"/>
                  </a:lnTo>
                  <a:lnTo>
                    <a:pt x="98245" y="119571"/>
                  </a:lnTo>
                  <a:cubicBezTo>
                    <a:pt x="108771" y="106285"/>
                    <a:pt x="108771" y="106285"/>
                    <a:pt x="108771" y="106285"/>
                  </a:cubicBezTo>
                  <a:lnTo>
                    <a:pt x="108771" y="106285"/>
                  </a:lnTo>
                  <a:lnTo>
                    <a:pt x="108771" y="106285"/>
                  </a:lnTo>
                  <a:lnTo>
                    <a:pt x="108771" y="106285"/>
                  </a:lnTo>
                  <a:lnTo>
                    <a:pt x="108771" y="106285"/>
                  </a:lnTo>
                  <a:cubicBezTo>
                    <a:pt x="108771" y="106285"/>
                    <a:pt x="108771" y="106285"/>
                    <a:pt x="108771" y="93428"/>
                  </a:cubicBezTo>
                  <a:lnTo>
                    <a:pt x="108771" y="93428"/>
                  </a:lnTo>
                  <a:cubicBezTo>
                    <a:pt x="108771" y="93428"/>
                    <a:pt x="108771" y="93428"/>
                    <a:pt x="119649" y="93428"/>
                  </a:cubicBezTo>
                  <a:cubicBezTo>
                    <a:pt x="119649" y="93428"/>
                    <a:pt x="119649" y="93428"/>
                    <a:pt x="119649" y="79714"/>
                  </a:cubicBezTo>
                  <a:lnTo>
                    <a:pt x="119649" y="79714"/>
                  </a:lnTo>
                  <a:cubicBezTo>
                    <a:pt x="108771" y="79714"/>
                    <a:pt x="108771" y="66428"/>
                    <a:pt x="108771" y="66428"/>
                  </a:cubicBezTo>
                  <a:lnTo>
                    <a:pt x="108771" y="53142"/>
                  </a:lnTo>
                  <a:lnTo>
                    <a:pt x="108771" y="53142"/>
                  </a:lnTo>
                  <a:cubicBezTo>
                    <a:pt x="108771" y="40285"/>
                    <a:pt x="108771" y="40285"/>
                    <a:pt x="108771" y="40285"/>
                  </a:cubicBezTo>
                  <a:lnTo>
                    <a:pt x="108771" y="40285"/>
                  </a:lnTo>
                  <a:lnTo>
                    <a:pt x="108771" y="26571"/>
                  </a:lnTo>
                  <a:lnTo>
                    <a:pt x="108771" y="26571"/>
                  </a:lnTo>
                  <a:lnTo>
                    <a:pt x="108771" y="26571"/>
                  </a:lnTo>
                  <a:lnTo>
                    <a:pt x="108771" y="26571"/>
                  </a:lnTo>
                  <a:cubicBezTo>
                    <a:pt x="98245" y="13285"/>
                    <a:pt x="98245" y="13285"/>
                    <a:pt x="98245" y="0"/>
                  </a:cubicBezTo>
                  <a:cubicBezTo>
                    <a:pt x="98245" y="13285"/>
                    <a:pt x="98245" y="13285"/>
                    <a:pt x="98245" y="13285"/>
                  </a:cubicBezTo>
                  <a:lnTo>
                    <a:pt x="98245" y="13285"/>
                  </a:lnTo>
                  <a:lnTo>
                    <a:pt x="98245" y="13285"/>
                  </a:lnTo>
                  <a:cubicBezTo>
                    <a:pt x="87017" y="13285"/>
                    <a:pt x="87017" y="13285"/>
                    <a:pt x="87017" y="13285"/>
                  </a:cubicBezTo>
                  <a:cubicBezTo>
                    <a:pt x="76140" y="13285"/>
                    <a:pt x="76140" y="13285"/>
                    <a:pt x="76140" y="13285"/>
                  </a:cubicBezTo>
                  <a:lnTo>
                    <a:pt x="76140" y="13285"/>
                  </a:lnTo>
                  <a:lnTo>
                    <a:pt x="76140" y="13285"/>
                  </a:lnTo>
                  <a:cubicBezTo>
                    <a:pt x="76140" y="13285"/>
                    <a:pt x="76140" y="13285"/>
                    <a:pt x="65263" y="13285"/>
                  </a:cubicBezTo>
                  <a:lnTo>
                    <a:pt x="65263" y="13285"/>
                  </a:lnTo>
                  <a:lnTo>
                    <a:pt x="65263" y="13285"/>
                  </a:lnTo>
                  <a:lnTo>
                    <a:pt x="65263" y="13285"/>
                  </a:lnTo>
                  <a:cubicBezTo>
                    <a:pt x="65263" y="13285"/>
                    <a:pt x="65263" y="13285"/>
                    <a:pt x="54736" y="13285"/>
                  </a:cubicBezTo>
                  <a:lnTo>
                    <a:pt x="54736" y="13285"/>
                  </a:lnTo>
                  <a:cubicBezTo>
                    <a:pt x="54736" y="13285"/>
                    <a:pt x="54736" y="13285"/>
                    <a:pt x="43508" y="13285"/>
                  </a:cubicBezTo>
                  <a:lnTo>
                    <a:pt x="43508" y="13285"/>
                  </a:lnTo>
                  <a:cubicBezTo>
                    <a:pt x="43508" y="13285"/>
                    <a:pt x="32631" y="13285"/>
                    <a:pt x="32631" y="0"/>
                  </a:cubicBezTo>
                  <a:cubicBezTo>
                    <a:pt x="32631" y="0"/>
                    <a:pt x="32631" y="0"/>
                    <a:pt x="21754" y="0"/>
                  </a:cubicBezTo>
                  <a:lnTo>
                    <a:pt x="21754" y="0"/>
                  </a:lnTo>
                  <a:lnTo>
                    <a:pt x="21754" y="0"/>
                  </a:lnTo>
                  <a:lnTo>
                    <a:pt x="21754" y="0"/>
                  </a:lnTo>
                  <a:cubicBezTo>
                    <a:pt x="21754" y="0"/>
                    <a:pt x="21754" y="0"/>
                    <a:pt x="21754" y="13285"/>
                  </a:cubicBezTo>
                  <a:lnTo>
                    <a:pt x="21754" y="13285"/>
                  </a:lnTo>
                  <a:lnTo>
                    <a:pt x="21754" y="13285"/>
                  </a:lnTo>
                  <a:cubicBezTo>
                    <a:pt x="21754" y="26571"/>
                    <a:pt x="11228" y="26571"/>
                    <a:pt x="11228" y="26571"/>
                  </a:cubicBezTo>
                  <a:lnTo>
                    <a:pt x="11228" y="26571"/>
                  </a:lnTo>
                  <a:lnTo>
                    <a:pt x="0" y="26571"/>
                  </a:lnTo>
                  <a:lnTo>
                    <a:pt x="0" y="26571"/>
                  </a:lnTo>
                  <a:lnTo>
                    <a:pt x="0" y="26571"/>
                  </a:lnTo>
                  <a:lnTo>
                    <a:pt x="0" y="26571"/>
                  </a:lnTo>
                  <a:lnTo>
                    <a:pt x="0" y="26571"/>
                  </a:lnTo>
                  <a:cubicBezTo>
                    <a:pt x="11228" y="40285"/>
                    <a:pt x="11228" y="40285"/>
                    <a:pt x="21754" y="53142"/>
                  </a:cubicBezTo>
                  <a:lnTo>
                    <a:pt x="21754" y="53142"/>
                  </a:lnTo>
                  <a:lnTo>
                    <a:pt x="21754" y="53142"/>
                  </a:lnTo>
                  <a:cubicBezTo>
                    <a:pt x="21754" y="66428"/>
                    <a:pt x="21754" y="66428"/>
                    <a:pt x="21754" y="66428"/>
                  </a:cubicBezTo>
                  <a:lnTo>
                    <a:pt x="21754" y="66428"/>
                  </a:lnTo>
                  <a:lnTo>
                    <a:pt x="21754" y="66428"/>
                  </a:lnTo>
                  <a:lnTo>
                    <a:pt x="21754" y="66428"/>
                  </a:lnTo>
                  <a:lnTo>
                    <a:pt x="21754" y="53142"/>
                  </a:lnTo>
                  <a:lnTo>
                    <a:pt x="32631" y="53142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4" name="Shape 11784"/>
            <p:cNvSpPr/>
            <p:nvPr/>
          </p:nvSpPr>
          <p:spPr>
            <a:xfrm>
              <a:off x="3344863" y="2371725"/>
              <a:ext cx="33337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709" y="0"/>
                  </a:moveTo>
                  <a:lnTo>
                    <a:pt x="118709" y="0"/>
                  </a:lnTo>
                  <a:lnTo>
                    <a:pt x="118709" y="0"/>
                  </a:lnTo>
                  <a:lnTo>
                    <a:pt x="118709" y="0"/>
                  </a:lnTo>
                  <a:cubicBezTo>
                    <a:pt x="78709" y="0"/>
                    <a:pt x="38709" y="0"/>
                    <a:pt x="38709" y="0"/>
                  </a:cubicBezTo>
                  <a:lnTo>
                    <a:pt x="0" y="0"/>
                  </a:lnTo>
                  <a:lnTo>
                    <a:pt x="38709" y="0"/>
                  </a:lnTo>
                  <a:lnTo>
                    <a:pt x="38709" y="116250"/>
                  </a:lnTo>
                  <a:lnTo>
                    <a:pt x="38709" y="116250"/>
                  </a:lnTo>
                  <a:cubicBezTo>
                    <a:pt x="78709" y="116250"/>
                    <a:pt x="78709" y="116250"/>
                    <a:pt x="78709" y="116250"/>
                  </a:cubicBezTo>
                  <a:lnTo>
                    <a:pt x="78709" y="116250"/>
                  </a:lnTo>
                  <a:cubicBezTo>
                    <a:pt x="78709" y="0"/>
                    <a:pt x="118709" y="0"/>
                    <a:pt x="118709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5" name="Shape 11785"/>
            <p:cNvSpPr/>
            <p:nvPr/>
          </p:nvSpPr>
          <p:spPr>
            <a:xfrm>
              <a:off x="3602038" y="2405063"/>
              <a:ext cx="66675" cy="1333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358" y="80000"/>
                  </a:moveTo>
                  <a:lnTo>
                    <a:pt x="119358" y="80000"/>
                  </a:lnTo>
                  <a:lnTo>
                    <a:pt x="119358" y="80000"/>
                  </a:lnTo>
                  <a:lnTo>
                    <a:pt x="119358" y="69677"/>
                  </a:lnTo>
                  <a:lnTo>
                    <a:pt x="119358" y="69677"/>
                  </a:lnTo>
                  <a:cubicBezTo>
                    <a:pt x="119358" y="69677"/>
                    <a:pt x="119358" y="69677"/>
                    <a:pt x="119358" y="59677"/>
                  </a:cubicBezTo>
                  <a:lnTo>
                    <a:pt x="119358" y="59677"/>
                  </a:lnTo>
                  <a:lnTo>
                    <a:pt x="119358" y="49677"/>
                  </a:lnTo>
                  <a:lnTo>
                    <a:pt x="119358" y="49677"/>
                  </a:lnTo>
                  <a:cubicBezTo>
                    <a:pt x="119358" y="40000"/>
                    <a:pt x="119358" y="40000"/>
                    <a:pt x="119358" y="29677"/>
                  </a:cubicBezTo>
                  <a:cubicBezTo>
                    <a:pt x="119358" y="29677"/>
                    <a:pt x="119358" y="29677"/>
                    <a:pt x="100106" y="29677"/>
                  </a:cubicBezTo>
                  <a:lnTo>
                    <a:pt x="100106" y="29677"/>
                  </a:lnTo>
                  <a:cubicBezTo>
                    <a:pt x="100106" y="19677"/>
                    <a:pt x="100106" y="19677"/>
                    <a:pt x="100106" y="19677"/>
                  </a:cubicBezTo>
                  <a:cubicBezTo>
                    <a:pt x="100106" y="9677"/>
                    <a:pt x="100106" y="9677"/>
                    <a:pt x="100106" y="9677"/>
                  </a:cubicBezTo>
                  <a:cubicBezTo>
                    <a:pt x="100106" y="0"/>
                    <a:pt x="100106" y="0"/>
                    <a:pt x="100106" y="0"/>
                  </a:cubicBezTo>
                  <a:cubicBezTo>
                    <a:pt x="100106" y="0"/>
                    <a:pt x="79572" y="0"/>
                    <a:pt x="39786" y="0"/>
                  </a:cubicBezTo>
                  <a:lnTo>
                    <a:pt x="20534" y="0"/>
                  </a:lnTo>
                  <a:cubicBezTo>
                    <a:pt x="20534" y="9677"/>
                    <a:pt x="39786" y="9677"/>
                    <a:pt x="39786" y="9677"/>
                  </a:cubicBezTo>
                  <a:lnTo>
                    <a:pt x="39786" y="9677"/>
                  </a:lnTo>
                  <a:cubicBezTo>
                    <a:pt x="39786" y="9677"/>
                    <a:pt x="39786" y="9677"/>
                    <a:pt x="39786" y="19677"/>
                  </a:cubicBezTo>
                  <a:cubicBezTo>
                    <a:pt x="39786" y="19677"/>
                    <a:pt x="39786" y="19677"/>
                    <a:pt x="20534" y="19677"/>
                  </a:cubicBezTo>
                  <a:cubicBezTo>
                    <a:pt x="20534" y="29677"/>
                    <a:pt x="20534" y="29677"/>
                    <a:pt x="20534" y="29677"/>
                  </a:cubicBezTo>
                  <a:lnTo>
                    <a:pt x="20534" y="29677"/>
                  </a:lnTo>
                  <a:cubicBezTo>
                    <a:pt x="39786" y="29677"/>
                    <a:pt x="39786" y="40000"/>
                    <a:pt x="39786" y="40000"/>
                  </a:cubicBezTo>
                  <a:lnTo>
                    <a:pt x="39786" y="40000"/>
                  </a:lnTo>
                  <a:lnTo>
                    <a:pt x="39786" y="40000"/>
                  </a:lnTo>
                  <a:cubicBezTo>
                    <a:pt x="39786" y="40000"/>
                    <a:pt x="39786" y="40000"/>
                    <a:pt x="39786" y="49677"/>
                  </a:cubicBezTo>
                  <a:lnTo>
                    <a:pt x="39786" y="49677"/>
                  </a:lnTo>
                  <a:cubicBezTo>
                    <a:pt x="39786" y="59677"/>
                    <a:pt x="39786" y="59677"/>
                    <a:pt x="20534" y="69677"/>
                  </a:cubicBezTo>
                  <a:lnTo>
                    <a:pt x="20534" y="69677"/>
                  </a:lnTo>
                  <a:lnTo>
                    <a:pt x="20534" y="69677"/>
                  </a:lnTo>
                  <a:lnTo>
                    <a:pt x="20534" y="69677"/>
                  </a:lnTo>
                  <a:lnTo>
                    <a:pt x="20534" y="69677"/>
                  </a:lnTo>
                  <a:lnTo>
                    <a:pt x="20534" y="69677"/>
                  </a:lnTo>
                  <a:cubicBezTo>
                    <a:pt x="20534" y="80000"/>
                    <a:pt x="20534" y="80000"/>
                    <a:pt x="0" y="89677"/>
                  </a:cubicBezTo>
                  <a:lnTo>
                    <a:pt x="0" y="89677"/>
                  </a:lnTo>
                  <a:lnTo>
                    <a:pt x="20534" y="89677"/>
                  </a:lnTo>
                  <a:cubicBezTo>
                    <a:pt x="20534" y="99677"/>
                    <a:pt x="20534" y="99677"/>
                    <a:pt x="20534" y="99677"/>
                  </a:cubicBezTo>
                  <a:lnTo>
                    <a:pt x="20534" y="99677"/>
                  </a:lnTo>
                  <a:lnTo>
                    <a:pt x="20534" y="109677"/>
                  </a:lnTo>
                  <a:lnTo>
                    <a:pt x="20534" y="109677"/>
                  </a:lnTo>
                  <a:cubicBezTo>
                    <a:pt x="20534" y="109677"/>
                    <a:pt x="39786" y="109677"/>
                    <a:pt x="39786" y="119677"/>
                  </a:cubicBezTo>
                  <a:lnTo>
                    <a:pt x="39786" y="119677"/>
                  </a:lnTo>
                  <a:lnTo>
                    <a:pt x="39786" y="109677"/>
                  </a:lnTo>
                  <a:cubicBezTo>
                    <a:pt x="59679" y="109677"/>
                    <a:pt x="79572" y="99677"/>
                    <a:pt x="100106" y="99677"/>
                  </a:cubicBezTo>
                  <a:lnTo>
                    <a:pt x="100106" y="99677"/>
                  </a:lnTo>
                  <a:lnTo>
                    <a:pt x="119358" y="89677"/>
                  </a:lnTo>
                  <a:cubicBezTo>
                    <a:pt x="119358" y="89677"/>
                    <a:pt x="119358" y="89677"/>
                    <a:pt x="119358" y="8000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6" name="Shape 11786"/>
            <p:cNvSpPr/>
            <p:nvPr/>
          </p:nvSpPr>
          <p:spPr>
            <a:xfrm>
              <a:off x="4270375" y="2906713"/>
              <a:ext cx="190500" cy="3349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72" y="28000"/>
                  </a:moveTo>
                  <a:lnTo>
                    <a:pt x="119772" y="28000"/>
                  </a:lnTo>
                  <a:lnTo>
                    <a:pt x="119772" y="24000"/>
                  </a:lnTo>
                  <a:lnTo>
                    <a:pt x="119772" y="24000"/>
                  </a:lnTo>
                  <a:cubicBezTo>
                    <a:pt x="119772" y="11870"/>
                    <a:pt x="119772" y="4000"/>
                    <a:pt x="119772" y="0"/>
                  </a:cubicBezTo>
                  <a:cubicBezTo>
                    <a:pt x="119772" y="4000"/>
                    <a:pt x="112941" y="4000"/>
                    <a:pt x="112941" y="4000"/>
                  </a:cubicBezTo>
                  <a:cubicBezTo>
                    <a:pt x="112941" y="4000"/>
                    <a:pt x="112941" y="4000"/>
                    <a:pt x="105882" y="4000"/>
                  </a:cubicBezTo>
                  <a:lnTo>
                    <a:pt x="105882" y="4000"/>
                  </a:lnTo>
                  <a:cubicBezTo>
                    <a:pt x="105882" y="4000"/>
                    <a:pt x="105882" y="8000"/>
                    <a:pt x="98823" y="8000"/>
                  </a:cubicBezTo>
                  <a:lnTo>
                    <a:pt x="98823" y="8000"/>
                  </a:lnTo>
                  <a:cubicBezTo>
                    <a:pt x="98823" y="8000"/>
                    <a:pt x="98823" y="8000"/>
                    <a:pt x="98823" y="4000"/>
                  </a:cubicBezTo>
                  <a:lnTo>
                    <a:pt x="98823" y="4000"/>
                  </a:lnTo>
                  <a:cubicBezTo>
                    <a:pt x="91764" y="4000"/>
                    <a:pt x="91764" y="8000"/>
                    <a:pt x="91764" y="8000"/>
                  </a:cubicBezTo>
                  <a:lnTo>
                    <a:pt x="91764" y="8000"/>
                  </a:lnTo>
                  <a:lnTo>
                    <a:pt x="84705" y="8000"/>
                  </a:lnTo>
                  <a:lnTo>
                    <a:pt x="84705" y="8000"/>
                  </a:lnTo>
                  <a:cubicBezTo>
                    <a:pt x="77647" y="8000"/>
                    <a:pt x="77647" y="8000"/>
                    <a:pt x="77647" y="8000"/>
                  </a:cubicBezTo>
                  <a:cubicBezTo>
                    <a:pt x="70588" y="8000"/>
                    <a:pt x="70588" y="8000"/>
                    <a:pt x="70588" y="8000"/>
                  </a:cubicBezTo>
                  <a:lnTo>
                    <a:pt x="70588" y="8000"/>
                  </a:lnTo>
                  <a:cubicBezTo>
                    <a:pt x="70588" y="8000"/>
                    <a:pt x="70588" y="8000"/>
                    <a:pt x="63529" y="8000"/>
                  </a:cubicBezTo>
                  <a:lnTo>
                    <a:pt x="63529" y="8000"/>
                  </a:lnTo>
                  <a:lnTo>
                    <a:pt x="63529" y="8000"/>
                  </a:lnTo>
                  <a:lnTo>
                    <a:pt x="63529" y="8000"/>
                  </a:lnTo>
                  <a:lnTo>
                    <a:pt x="63529" y="8000"/>
                  </a:lnTo>
                  <a:lnTo>
                    <a:pt x="63529" y="8000"/>
                  </a:lnTo>
                  <a:cubicBezTo>
                    <a:pt x="56470" y="8000"/>
                    <a:pt x="56470" y="8000"/>
                    <a:pt x="56470" y="8000"/>
                  </a:cubicBezTo>
                  <a:lnTo>
                    <a:pt x="56470" y="8000"/>
                  </a:lnTo>
                  <a:lnTo>
                    <a:pt x="56470" y="11870"/>
                  </a:lnTo>
                  <a:lnTo>
                    <a:pt x="56470" y="11870"/>
                  </a:lnTo>
                  <a:cubicBezTo>
                    <a:pt x="56470" y="11870"/>
                    <a:pt x="56470" y="11870"/>
                    <a:pt x="56470" y="16000"/>
                  </a:cubicBezTo>
                  <a:lnTo>
                    <a:pt x="56470" y="16000"/>
                  </a:lnTo>
                  <a:lnTo>
                    <a:pt x="56470" y="16000"/>
                  </a:lnTo>
                  <a:lnTo>
                    <a:pt x="56470" y="16000"/>
                  </a:lnTo>
                  <a:cubicBezTo>
                    <a:pt x="56470" y="16000"/>
                    <a:pt x="56470" y="16000"/>
                    <a:pt x="63529" y="16000"/>
                  </a:cubicBezTo>
                  <a:cubicBezTo>
                    <a:pt x="63529" y="20000"/>
                    <a:pt x="63529" y="24000"/>
                    <a:pt x="70588" y="24000"/>
                  </a:cubicBezTo>
                  <a:cubicBezTo>
                    <a:pt x="70588" y="28000"/>
                    <a:pt x="70588" y="28000"/>
                    <a:pt x="70588" y="28000"/>
                  </a:cubicBezTo>
                  <a:lnTo>
                    <a:pt x="70588" y="28000"/>
                  </a:lnTo>
                  <a:lnTo>
                    <a:pt x="70588" y="28000"/>
                  </a:lnTo>
                  <a:lnTo>
                    <a:pt x="70588" y="28000"/>
                  </a:lnTo>
                  <a:lnTo>
                    <a:pt x="70588" y="28000"/>
                  </a:lnTo>
                  <a:cubicBezTo>
                    <a:pt x="70588" y="32000"/>
                    <a:pt x="70588" y="32000"/>
                    <a:pt x="70588" y="32000"/>
                  </a:cubicBezTo>
                  <a:lnTo>
                    <a:pt x="70588" y="36000"/>
                  </a:lnTo>
                  <a:lnTo>
                    <a:pt x="70588" y="36000"/>
                  </a:lnTo>
                  <a:lnTo>
                    <a:pt x="70588" y="36000"/>
                  </a:lnTo>
                  <a:cubicBezTo>
                    <a:pt x="70588" y="39870"/>
                    <a:pt x="70588" y="44000"/>
                    <a:pt x="63529" y="44000"/>
                  </a:cubicBezTo>
                  <a:lnTo>
                    <a:pt x="63529" y="48000"/>
                  </a:lnTo>
                  <a:cubicBezTo>
                    <a:pt x="63529" y="52000"/>
                    <a:pt x="63529" y="52000"/>
                    <a:pt x="56470" y="52000"/>
                  </a:cubicBezTo>
                  <a:lnTo>
                    <a:pt x="56470" y="52000"/>
                  </a:lnTo>
                  <a:lnTo>
                    <a:pt x="56470" y="52000"/>
                  </a:lnTo>
                  <a:lnTo>
                    <a:pt x="56470" y="52000"/>
                  </a:lnTo>
                  <a:lnTo>
                    <a:pt x="49411" y="48000"/>
                  </a:lnTo>
                  <a:cubicBezTo>
                    <a:pt x="49411" y="48000"/>
                    <a:pt x="49411" y="48000"/>
                    <a:pt x="49411" y="44000"/>
                  </a:cubicBezTo>
                  <a:cubicBezTo>
                    <a:pt x="42352" y="44000"/>
                    <a:pt x="42352" y="44000"/>
                    <a:pt x="42352" y="39870"/>
                  </a:cubicBezTo>
                  <a:lnTo>
                    <a:pt x="42352" y="36000"/>
                  </a:lnTo>
                  <a:cubicBezTo>
                    <a:pt x="42352" y="36000"/>
                    <a:pt x="42352" y="36000"/>
                    <a:pt x="42352" y="32000"/>
                  </a:cubicBezTo>
                  <a:lnTo>
                    <a:pt x="42352" y="32000"/>
                  </a:lnTo>
                  <a:lnTo>
                    <a:pt x="42352" y="32000"/>
                  </a:lnTo>
                  <a:lnTo>
                    <a:pt x="42352" y="32000"/>
                  </a:lnTo>
                  <a:lnTo>
                    <a:pt x="42352" y="32000"/>
                  </a:lnTo>
                  <a:cubicBezTo>
                    <a:pt x="42352" y="32000"/>
                    <a:pt x="42352" y="32000"/>
                    <a:pt x="35294" y="32000"/>
                  </a:cubicBezTo>
                  <a:cubicBezTo>
                    <a:pt x="35294" y="32000"/>
                    <a:pt x="35294" y="32000"/>
                    <a:pt x="35294" y="28000"/>
                  </a:cubicBezTo>
                  <a:cubicBezTo>
                    <a:pt x="35294" y="28000"/>
                    <a:pt x="35294" y="28000"/>
                    <a:pt x="28235" y="28000"/>
                  </a:cubicBezTo>
                  <a:cubicBezTo>
                    <a:pt x="28235" y="28000"/>
                    <a:pt x="28235" y="32000"/>
                    <a:pt x="21176" y="32000"/>
                  </a:cubicBezTo>
                  <a:cubicBezTo>
                    <a:pt x="21176" y="32000"/>
                    <a:pt x="7058" y="32000"/>
                    <a:pt x="0" y="32000"/>
                  </a:cubicBezTo>
                  <a:cubicBezTo>
                    <a:pt x="0" y="36000"/>
                    <a:pt x="0" y="36000"/>
                    <a:pt x="0" y="36000"/>
                  </a:cubicBezTo>
                  <a:cubicBezTo>
                    <a:pt x="0" y="36000"/>
                    <a:pt x="0" y="36000"/>
                    <a:pt x="7058" y="36000"/>
                  </a:cubicBezTo>
                  <a:lnTo>
                    <a:pt x="7058" y="36000"/>
                  </a:lnTo>
                  <a:lnTo>
                    <a:pt x="7058" y="36000"/>
                  </a:lnTo>
                  <a:lnTo>
                    <a:pt x="7058" y="36000"/>
                  </a:lnTo>
                  <a:lnTo>
                    <a:pt x="7058" y="36000"/>
                  </a:lnTo>
                  <a:cubicBezTo>
                    <a:pt x="7058" y="36000"/>
                    <a:pt x="7058" y="36000"/>
                    <a:pt x="14117" y="36000"/>
                  </a:cubicBezTo>
                  <a:cubicBezTo>
                    <a:pt x="14117" y="36000"/>
                    <a:pt x="14117" y="36000"/>
                    <a:pt x="14117" y="39870"/>
                  </a:cubicBezTo>
                  <a:cubicBezTo>
                    <a:pt x="21176" y="39870"/>
                    <a:pt x="21176" y="39870"/>
                    <a:pt x="28235" y="39870"/>
                  </a:cubicBezTo>
                  <a:cubicBezTo>
                    <a:pt x="28235" y="44000"/>
                    <a:pt x="35294" y="44000"/>
                    <a:pt x="35294" y="44000"/>
                  </a:cubicBezTo>
                  <a:lnTo>
                    <a:pt x="35294" y="44000"/>
                  </a:lnTo>
                  <a:cubicBezTo>
                    <a:pt x="35294" y="48000"/>
                    <a:pt x="35294" y="48000"/>
                    <a:pt x="35294" y="52000"/>
                  </a:cubicBezTo>
                  <a:lnTo>
                    <a:pt x="35294" y="52000"/>
                  </a:lnTo>
                  <a:lnTo>
                    <a:pt x="35294" y="52000"/>
                  </a:lnTo>
                  <a:lnTo>
                    <a:pt x="35294" y="55870"/>
                  </a:lnTo>
                  <a:lnTo>
                    <a:pt x="35294" y="55870"/>
                  </a:lnTo>
                  <a:lnTo>
                    <a:pt x="35294" y="60000"/>
                  </a:lnTo>
                  <a:lnTo>
                    <a:pt x="35294" y="64000"/>
                  </a:lnTo>
                  <a:lnTo>
                    <a:pt x="35294" y="64000"/>
                  </a:lnTo>
                  <a:lnTo>
                    <a:pt x="35294" y="64000"/>
                  </a:lnTo>
                  <a:cubicBezTo>
                    <a:pt x="35294" y="68000"/>
                    <a:pt x="35294" y="68000"/>
                    <a:pt x="35294" y="71870"/>
                  </a:cubicBezTo>
                  <a:lnTo>
                    <a:pt x="35294" y="71870"/>
                  </a:lnTo>
                  <a:lnTo>
                    <a:pt x="35294" y="71870"/>
                  </a:lnTo>
                  <a:cubicBezTo>
                    <a:pt x="35294" y="76000"/>
                    <a:pt x="35294" y="80000"/>
                    <a:pt x="28235" y="80000"/>
                  </a:cubicBezTo>
                  <a:lnTo>
                    <a:pt x="28235" y="80000"/>
                  </a:lnTo>
                  <a:lnTo>
                    <a:pt x="28235" y="80000"/>
                  </a:lnTo>
                  <a:lnTo>
                    <a:pt x="28235" y="80000"/>
                  </a:lnTo>
                  <a:lnTo>
                    <a:pt x="28235" y="80000"/>
                  </a:lnTo>
                  <a:cubicBezTo>
                    <a:pt x="28235" y="84000"/>
                    <a:pt x="28235" y="84000"/>
                    <a:pt x="28235" y="84000"/>
                  </a:cubicBezTo>
                  <a:cubicBezTo>
                    <a:pt x="28235" y="87870"/>
                    <a:pt x="28235" y="87870"/>
                    <a:pt x="21176" y="87870"/>
                  </a:cubicBezTo>
                  <a:cubicBezTo>
                    <a:pt x="21176" y="87870"/>
                    <a:pt x="21176" y="87870"/>
                    <a:pt x="21176" y="92000"/>
                  </a:cubicBezTo>
                  <a:cubicBezTo>
                    <a:pt x="21176" y="92000"/>
                    <a:pt x="21176" y="92000"/>
                    <a:pt x="14117" y="92000"/>
                  </a:cubicBezTo>
                  <a:lnTo>
                    <a:pt x="14117" y="96000"/>
                  </a:lnTo>
                  <a:cubicBezTo>
                    <a:pt x="21176" y="96000"/>
                    <a:pt x="21176" y="96000"/>
                    <a:pt x="21176" y="96000"/>
                  </a:cubicBezTo>
                  <a:cubicBezTo>
                    <a:pt x="14117" y="96000"/>
                    <a:pt x="14117" y="96000"/>
                    <a:pt x="14117" y="96000"/>
                  </a:cubicBezTo>
                  <a:lnTo>
                    <a:pt x="14117" y="96000"/>
                  </a:lnTo>
                  <a:cubicBezTo>
                    <a:pt x="14117" y="100000"/>
                    <a:pt x="14117" y="100000"/>
                    <a:pt x="14117" y="100000"/>
                  </a:cubicBezTo>
                  <a:cubicBezTo>
                    <a:pt x="21176" y="103870"/>
                    <a:pt x="21176" y="108000"/>
                    <a:pt x="21176" y="112000"/>
                  </a:cubicBezTo>
                  <a:cubicBezTo>
                    <a:pt x="21176" y="116000"/>
                    <a:pt x="21176" y="116000"/>
                    <a:pt x="21176" y="119870"/>
                  </a:cubicBezTo>
                  <a:lnTo>
                    <a:pt x="21176" y="119870"/>
                  </a:lnTo>
                  <a:cubicBezTo>
                    <a:pt x="28235" y="119870"/>
                    <a:pt x="28235" y="119870"/>
                    <a:pt x="28235" y="119870"/>
                  </a:cubicBezTo>
                  <a:lnTo>
                    <a:pt x="28235" y="119870"/>
                  </a:lnTo>
                  <a:cubicBezTo>
                    <a:pt x="28235" y="116000"/>
                    <a:pt x="28235" y="116000"/>
                    <a:pt x="35294" y="112000"/>
                  </a:cubicBezTo>
                  <a:cubicBezTo>
                    <a:pt x="42352" y="112000"/>
                    <a:pt x="49411" y="112000"/>
                    <a:pt x="49411" y="112000"/>
                  </a:cubicBezTo>
                  <a:lnTo>
                    <a:pt x="49411" y="112000"/>
                  </a:lnTo>
                  <a:lnTo>
                    <a:pt x="49411" y="112000"/>
                  </a:lnTo>
                  <a:cubicBezTo>
                    <a:pt x="56470" y="108000"/>
                    <a:pt x="56470" y="108000"/>
                    <a:pt x="56470" y="103870"/>
                  </a:cubicBezTo>
                  <a:cubicBezTo>
                    <a:pt x="56470" y="103870"/>
                    <a:pt x="56470" y="100000"/>
                    <a:pt x="56470" y="96000"/>
                  </a:cubicBezTo>
                  <a:cubicBezTo>
                    <a:pt x="56470" y="92000"/>
                    <a:pt x="56470" y="92000"/>
                    <a:pt x="56470" y="92000"/>
                  </a:cubicBezTo>
                  <a:cubicBezTo>
                    <a:pt x="56470" y="92000"/>
                    <a:pt x="56470" y="87870"/>
                    <a:pt x="49411" y="84000"/>
                  </a:cubicBezTo>
                  <a:cubicBezTo>
                    <a:pt x="49411" y="84000"/>
                    <a:pt x="49411" y="80000"/>
                    <a:pt x="49411" y="76000"/>
                  </a:cubicBezTo>
                  <a:cubicBezTo>
                    <a:pt x="49411" y="76000"/>
                    <a:pt x="49411" y="76000"/>
                    <a:pt x="49411" y="71870"/>
                  </a:cubicBezTo>
                  <a:lnTo>
                    <a:pt x="49411" y="71870"/>
                  </a:lnTo>
                  <a:cubicBezTo>
                    <a:pt x="49411" y="68000"/>
                    <a:pt x="49411" y="68000"/>
                    <a:pt x="49411" y="68000"/>
                  </a:cubicBezTo>
                  <a:lnTo>
                    <a:pt x="49411" y="68000"/>
                  </a:lnTo>
                  <a:cubicBezTo>
                    <a:pt x="56470" y="64000"/>
                    <a:pt x="70588" y="60000"/>
                    <a:pt x="70588" y="60000"/>
                  </a:cubicBezTo>
                  <a:lnTo>
                    <a:pt x="70588" y="60000"/>
                  </a:lnTo>
                  <a:cubicBezTo>
                    <a:pt x="70588" y="60000"/>
                    <a:pt x="70588" y="55870"/>
                    <a:pt x="77647" y="55870"/>
                  </a:cubicBezTo>
                  <a:lnTo>
                    <a:pt x="77647" y="55870"/>
                  </a:lnTo>
                  <a:cubicBezTo>
                    <a:pt x="77647" y="52000"/>
                    <a:pt x="84705" y="52000"/>
                    <a:pt x="84705" y="52000"/>
                  </a:cubicBezTo>
                  <a:cubicBezTo>
                    <a:pt x="84705" y="48000"/>
                    <a:pt x="91764" y="48000"/>
                    <a:pt x="98823" y="48000"/>
                  </a:cubicBezTo>
                  <a:lnTo>
                    <a:pt x="105882" y="44000"/>
                  </a:lnTo>
                  <a:lnTo>
                    <a:pt x="105882" y="44000"/>
                  </a:lnTo>
                  <a:cubicBezTo>
                    <a:pt x="105882" y="44000"/>
                    <a:pt x="112941" y="39870"/>
                    <a:pt x="119772" y="39870"/>
                  </a:cubicBezTo>
                  <a:lnTo>
                    <a:pt x="119772" y="36000"/>
                  </a:lnTo>
                  <a:cubicBezTo>
                    <a:pt x="119772" y="32000"/>
                    <a:pt x="119772" y="32000"/>
                    <a:pt x="119772" y="32000"/>
                  </a:cubicBezTo>
                  <a:lnTo>
                    <a:pt x="119772" y="2800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7" name="Shape 11787"/>
            <p:cNvSpPr/>
            <p:nvPr/>
          </p:nvSpPr>
          <p:spPr>
            <a:xfrm>
              <a:off x="4292600" y="3006725"/>
              <a:ext cx="1588" cy="15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8" name="Shape 11788"/>
            <p:cNvSpPr/>
            <p:nvPr/>
          </p:nvSpPr>
          <p:spPr>
            <a:xfrm>
              <a:off x="4003675" y="3308350"/>
              <a:ext cx="1588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6250"/>
                  </a:moveTo>
                  <a:lnTo>
                    <a:pt x="0" y="116250"/>
                  </a:lnTo>
                  <a:cubicBezTo>
                    <a:pt x="0" y="116250"/>
                    <a:pt x="0" y="116250"/>
                    <a:pt x="0" y="0"/>
                  </a:cubicBezTo>
                  <a:lnTo>
                    <a:pt x="0" y="11625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9" name="Shape 11789"/>
            <p:cNvSpPr/>
            <p:nvPr/>
          </p:nvSpPr>
          <p:spPr>
            <a:xfrm>
              <a:off x="4003675" y="3175000"/>
              <a:ext cx="301625" cy="268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417" y="54926"/>
                  </a:moveTo>
                  <a:lnTo>
                    <a:pt x="115417" y="54926"/>
                  </a:lnTo>
                  <a:lnTo>
                    <a:pt x="115417" y="54926"/>
                  </a:lnTo>
                  <a:lnTo>
                    <a:pt x="115417" y="54926"/>
                  </a:lnTo>
                  <a:cubicBezTo>
                    <a:pt x="115417" y="49771"/>
                    <a:pt x="115417" y="49771"/>
                    <a:pt x="115417" y="49771"/>
                  </a:cubicBezTo>
                  <a:cubicBezTo>
                    <a:pt x="110978" y="49771"/>
                    <a:pt x="110978" y="49771"/>
                    <a:pt x="110978" y="49771"/>
                  </a:cubicBezTo>
                  <a:lnTo>
                    <a:pt x="110978" y="49771"/>
                  </a:lnTo>
                  <a:lnTo>
                    <a:pt x="110978" y="49771"/>
                  </a:lnTo>
                  <a:cubicBezTo>
                    <a:pt x="106539" y="49771"/>
                    <a:pt x="106539" y="44939"/>
                    <a:pt x="106539" y="44939"/>
                  </a:cubicBezTo>
                  <a:lnTo>
                    <a:pt x="106539" y="44939"/>
                  </a:lnTo>
                  <a:lnTo>
                    <a:pt x="106539" y="39946"/>
                  </a:lnTo>
                  <a:lnTo>
                    <a:pt x="106539" y="39946"/>
                  </a:lnTo>
                  <a:lnTo>
                    <a:pt x="106539" y="39946"/>
                  </a:lnTo>
                  <a:cubicBezTo>
                    <a:pt x="106539" y="34953"/>
                    <a:pt x="106539" y="34953"/>
                    <a:pt x="106539" y="34953"/>
                  </a:cubicBezTo>
                  <a:cubicBezTo>
                    <a:pt x="106539" y="29798"/>
                    <a:pt x="110978" y="29798"/>
                    <a:pt x="110978" y="29798"/>
                  </a:cubicBezTo>
                  <a:cubicBezTo>
                    <a:pt x="110978" y="29798"/>
                    <a:pt x="110978" y="24966"/>
                    <a:pt x="115417" y="24966"/>
                  </a:cubicBezTo>
                  <a:lnTo>
                    <a:pt x="115417" y="24966"/>
                  </a:lnTo>
                  <a:lnTo>
                    <a:pt x="115417" y="24966"/>
                  </a:lnTo>
                  <a:lnTo>
                    <a:pt x="115417" y="19973"/>
                  </a:lnTo>
                  <a:cubicBezTo>
                    <a:pt x="115417" y="19973"/>
                    <a:pt x="110978" y="14979"/>
                    <a:pt x="110978" y="9825"/>
                  </a:cubicBezTo>
                  <a:lnTo>
                    <a:pt x="110978" y="9825"/>
                  </a:lnTo>
                  <a:cubicBezTo>
                    <a:pt x="110978" y="9825"/>
                    <a:pt x="110978" y="4993"/>
                    <a:pt x="110978" y="0"/>
                  </a:cubicBezTo>
                  <a:lnTo>
                    <a:pt x="110978" y="0"/>
                  </a:lnTo>
                  <a:cubicBezTo>
                    <a:pt x="106539" y="0"/>
                    <a:pt x="106539" y="0"/>
                    <a:pt x="102100" y="0"/>
                  </a:cubicBezTo>
                  <a:lnTo>
                    <a:pt x="102100" y="0"/>
                  </a:lnTo>
                  <a:lnTo>
                    <a:pt x="97661" y="0"/>
                  </a:lnTo>
                  <a:lnTo>
                    <a:pt x="97661" y="0"/>
                  </a:lnTo>
                  <a:lnTo>
                    <a:pt x="97661" y="0"/>
                  </a:lnTo>
                  <a:cubicBezTo>
                    <a:pt x="97661" y="0"/>
                    <a:pt x="97661" y="4993"/>
                    <a:pt x="93221" y="4993"/>
                  </a:cubicBezTo>
                  <a:lnTo>
                    <a:pt x="93221" y="4993"/>
                  </a:lnTo>
                  <a:lnTo>
                    <a:pt x="93221" y="4993"/>
                  </a:lnTo>
                  <a:lnTo>
                    <a:pt x="93221" y="4993"/>
                  </a:lnTo>
                  <a:lnTo>
                    <a:pt x="93221" y="4993"/>
                  </a:lnTo>
                  <a:lnTo>
                    <a:pt x="93221" y="4993"/>
                  </a:lnTo>
                  <a:cubicBezTo>
                    <a:pt x="93221" y="4993"/>
                    <a:pt x="93221" y="4993"/>
                    <a:pt x="88782" y="4993"/>
                  </a:cubicBezTo>
                  <a:lnTo>
                    <a:pt x="88782" y="9825"/>
                  </a:lnTo>
                  <a:cubicBezTo>
                    <a:pt x="84343" y="9825"/>
                    <a:pt x="84343" y="14979"/>
                    <a:pt x="84343" y="14979"/>
                  </a:cubicBezTo>
                  <a:lnTo>
                    <a:pt x="84343" y="14979"/>
                  </a:lnTo>
                  <a:lnTo>
                    <a:pt x="79904" y="14979"/>
                  </a:lnTo>
                  <a:cubicBezTo>
                    <a:pt x="79904" y="19973"/>
                    <a:pt x="79904" y="19973"/>
                    <a:pt x="75465" y="24966"/>
                  </a:cubicBezTo>
                  <a:lnTo>
                    <a:pt x="75465" y="24966"/>
                  </a:lnTo>
                  <a:lnTo>
                    <a:pt x="75465" y="24966"/>
                  </a:lnTo>
                  <a:lnTo>
                    <a:pt x="75465" y="24966"/>
                  </a:lnTo>
                  <a:lnTo>
                    <a:pt x="75465" y="24966"/>
                  </a:lnTo>
                  <a:cubicBezTo>
                    <a:pt x="71026" y="24966"/>
                    <a:pt x="71026" y="29798"/>
                    <a:pt x="71026" y="29798"/>
                  </a:cubicBezTo>
                  <a:cubicBezTo>
                    <a:pt x="71026" y="34953"/>
                    <a:pt x="71026" y="34953"/>
                    <a:pt x="66587" y="34953"/>
                  </a:cubicBezTo>
                  <a:cubicBezTo>
                    <a:pt x="62147" y="34953"/>
                    <a:pt x="57565" y="34953"/>
                    <a:pt x="57565" y="34953"/>
                  </a:cubicBezTo>
                  <a:lnTo>
                    <a:pt x="57565" y="34953"/>
                  </a:lnTo>
                  <a:cubicBezTo>
                    <a:pt x="53269" y="34953"/>
                    <a:pt x="53269" y="34953"/>
                    <a:pt x="53269" y="34953"/>
                  </a:cubicBezTo>
                  <a:lnTo>
                    <a:pt x="53269" y="34953"/>
                  </a:lnTo>
                  <a:lnTo>
                    <a:pt x="48830" y="34953"/>
                  </a:lnTo>
                  <a:lnTo>
                    <a:pt x="48830" y="34953"/>
                  </a:lnTo>
                  <a:lnTo>
                    <a:pt x="48830" y="39946"/>
                  </a:lnTo>
                  <a:cubicBezTo>
                    <a:pt x="44391" y="39946"/>
                    <a:pt x="44391" y="39946"/>
                    <a:pt x="44391" y="39946"/>
                  </a:cubicBezTo>
                  <a:lnTo>
                    <a:pt x="44391" y="39946"/>
                  </a:lnTo>
                  <a:lnTo>
                    <a:pt x="39952" y="44939"/>
                  </a:lnTo>
                  <a:lnTo>
                    <a:pt x="39952" y="44939"/>
                  </a:lnTo>
                  <a:cubicBezTo>
                    <a:pt x="35513" y="44939"/>
                    <a:pt x="35513" y="44939"/>
                    <a:pt x="35513" y="44939"/>
                  </a:cubicBezTo>
                  <a:cubicBezTo>
                    <a:pt x="26634" y="49771"/>
                    <a:pt x="26634" y="49771"/>
                    <a:pt x="26634" y="49771"/>
                  </a:cubicBezTo>
                  <a:cubicBezTo>
                    <a:pt x="26634" y="64912"/>
                    <a:pt x="26634" y="64912"/>
                    <a:pt x="26634" y="64912"/>
                  </a:cubicBezTo>
                  <a:cubicBezTo>
                    <a:pt x="22195" y="64912"/>
                    <a:pt x="22195" y="64912"/>
                    <a:pt x="22195" y="64912"/>
                  </a:cubicBezTo>
                  <a:lnTo>
                    <a:pt x="22195" y="64912"/>
                  </a:lnTo>
                  <a:lnTo>
                    <a:pt x="22195" y="64912"/>
                  </a:lnTo>
                  <a:cubicBezTo>
                    <a:pt x="17756" y="69744"/>
                    <a:pt x="17756" y="69744"/>
                    <a:pt x="13317" y="69744"/>
                  </a:cubicBezTo>
                  <a:lnTo>
                    <a:pt x="13317" y="69744"/>
                  </a:lnTo>
                  <a:lnTo>
                    <a:pt x="13317" y="69744"/>
                  </a:lnTo>
                  <a:lnTo>
                    <a:pt x="8878" y="69744"/>
                  </a:lnTo>
                  <a:cubicBezTo>
                    <a:pt x="8878" y="69744"/>
                    <a:pt x="8878" y="69744"/>
                    <a:pt x="4439" y="69744"/>
                  </a:cubicBezTo>
                  <a:lnTo>
                    <a:pt x="4439" y="69744"/>
                  </a:lnTo>
                  <a:lnTo>
                    <a:pt x="4439" y="69744"/>
                  </a:lnTo>
                  <a:lnTo>
                    <a:pt x="4439" y="69744"/>
                  </a:lnTo>
                  <a:lnTo>
                    <a:pt x="4439" y="69744"/>
                  </a:lnTo>
                  <a:lnTo>
                    <a:pt x="0" y="64912"/>
                  </a:lnTo>
                  <a:lnTo>
                    <a:pt x="0" y="64912"/>
                  </a:lnTo>
                  <a:cubicBezTo>
                    <a:pt x="0" y="69744"/>
                    <a:pt x="0" y="69744"/>
                    <a:pt x="4439" y="74899"/>
                  </a:cubicBezTo>
                  <a:lnTo>
                    <a:pt x="4439" y="74899"/>
                  </a:lnTo>
                  <a:cubicBezTo>
                    <a:pt x="4439" y="79892"/>
                    <a:pt x="8878" y="89718"/>
                    <a:pt x="13317" y="89718"/>
                  </a:cubicBezTo>
                  <a:cubicBezTo>
                    <a:pt x="13317" y="94872"/>
                    <a:pt x="13317" y="94872"/>
                    <a:pt x="13317" y="94872"/>
                  </a:cubicBezTo>
                  <a:lnTo>
                    <a:pt x="13317" y="94872"/>
                  </a:lnTo>
                  <a:lnTo>
                    <a:pt x="13317" y="99865"/>
                  </a:lnTo>
                  <a:cubicBezTo>
                    <a:pt x="13317" y="104859"/>
                    <a:pt x="13317" y="104859"/>
                    <a:pt x="8878" y="104859"/>
                  </a:cubicBezTo>
                  <a:cubicBezTo>
                    <a:pt x="8878" y="104859"/>
                    <a:pt x="8878" y="104859"/>
                    <a:pt x="13317" y="109691"/>
                  </a:cubicBezTo>
                  <a:lnTo>
                    <a:pt x="13317" y="114845"/>
                  </a:lnTo>
                  <a:cubicBezTo>
                    <a:pt x="13317" y="114845"/>
                    <a:pt x="13317" y="114845"/>
                    <a:pt x="13317" y="119838"/>
                  </a:cubicBezTo>
                  <a:cubicBezTo>
                    <a:pt x="13317" y="119838"/>
                    <a:pt x="17756" y="119838"/>
                    <a:pt x="22195" y="119838"/>
                  </a:cubicBezTo>
                  <a:lnTo>
                    <a:pt x="22195" y="119838"/>
                  </a:lnTo>
                  <a:lnTo>
                    <a:pt x="22195" y="119838"/>
                  </a:lnTo>
                  <a:lnTo>
                    <a:pt x="26634" y="119838"/>
                  </a:lnTo>
                  <a:lnTo>
                    <a:pt x="31073" y="114845"/>
                  </a:lnTo>
                  <a:lnTo>
                    <a:pt x="35513" y="114845"/>
                  </a:lnTo>
                  <a:lnTo>
                    <a:pt x="35513" y="114845"/>
                  </a:lnTo>
                  <a:lnTo>
                    <a:pt x="39952" y="114845"/>
                  </a:lnTo>
                  <a:cubicBezTo>
                    <a:pt x="39952" y="114845"/>
                    <a:pt x="39952" y="114845"/>
                    <a:pt x="44391" y="114845"/>
                  </a:cubicBezTo>
                  <a:lnTo>
                    <a:pt x="44391" y="114845"/>
                  </a:lnTo>
                  <a:cubicBezTo>
                    <a:pt x="48830" y="114845"/>
                    <a:pt x="57565" y="114845"/>
                    <a:pt x="57565" y="114845"/>
                  </a:cubicBezTo>
                  <a:cubicBezTo>
                    <a:pt x="62147" y="114845"/>
                    <a:pt x="62147" y="114845"/>
                    <a:pt x="62147" y="114845"/>
                  </a:cubicBezTo>
                  <a:cubicBezTo>
                    <a:pt x="62147" y="109691"/>
                    <a:pt x="62147" y="109691"/>
                    <a:pt x="62147" y="109691"/>
                  </a:cubicBezTo>
                  <a:cubicBezTo>
                    <a:pt x="66587" y="109691"/>
                    <a:pt x="66587" y="109691"/>
                    <a:pt x="66587" y="109691"/>
                  </a:cubicBezTo>
                  <a:lnTo>
                    <a:pt x="71026" y="109691"/>
                  </a:lnTo>
                  <a:lnTo>
                    <a:pt x="71026" y="109691"/>
                  </a:lnTo>
                  <a:lnTo>
                    <a:pt x="71026" y="109691"/>
                  </a:lnTo>
                  <a:cubicBezTo>
                    <a:pt x="75465" y="109691"/>
                    <a:pt x="79904" y="104859"/>
                    <a:pt x="84343" y="99865"/>
                  </a:cubicBezTo>
                  <a:lnTo>
                    <a:pt x="88782" y="99865"/>
                  </a:lnTo>
                  <a:cubicBezTo>
                    <a:pt x="93221" y="94872"/>
                    <a:pt x="102100" y="84885"/>
                    <a:pt x="106539" y="74899"/>
                  </a:cubicBezTo>
                  <a:cubicBezTo>
                    <a:pt x="106539" y="74899"/>
                    <a:pt x="106539" y="74899"/>
                    <a:pt x="106539" y="69744"/>
                  </a:cubicBezTo>
                  <a:cubicBezTo>
                    <a:pt x="110978" y="69744"/>
                    <a:pt x="115417" y="59919"/>
                    <a:pt x="119856" y="54926"/>
                  </a:cubicBezTo>
                  <a:cubicBezTo>
                    <a:pt x="119856" y="54926"/>
                    <a:pt x="119856" y="54926"/>
                    <a:pt x="119856" y="49771"/>
                  </a:cubicBezTo>
                  <a:cubicBezTo>
                    <a:pt x="119856" y="49771"/>
                    <a:pt x="119856" y="54926"/>
                    <a:pt x="115417" y="54926"/>
                  </a:cubicBezTo>
                  <a:close/>
                  <a:moveTo>
                    <a:pt x="102100" y="64912"/>
                  </a:moveTo>
                  <a:lnTo>
                    <a:pt x="102100" y="64912"/>
                  </a:lnTo>
                  <a:cubicBezTo>
                    <a:pt x="97661" y="69744"/>
                    <a:pt x="97661" y="74899"/>
                    <a:pt x="97661" y="74899"/>
                  </a:cubicBezTo>
                  <a:cubicBezTo>
                    <a:pt x="97661" y="79892"/>
                    <a:pt x="93221" y="79892"/>
                    <a:pt x="93221" y="79892"/>
                  </a:cubicBezTo>
                  <a:lnTo>
                    <a:pt x="93221" y="79892"/>
                  </a:lnTo>
                  <a:lnTo>
                    <a:pt x="88782" y="84885"/>
                  </a:lnTo>
                  <a:cubicBezTo>
                    <a:pt x="88782" y="84885"/>
                    <a:pt x="88782" y="84885"/>
                    <a:pt x="84343" y="84885"/>
                  </a:cubicBezTo>
                  <a:lnTo>
                    <a:pt x="84343" y="84885"/>
                  </a:lnTo>
                  <a:lnTo>
                    <a:pt x="84343" y="84885"/>
                  </a:lnTo>
                  <a:lnTo>
                    <a:pt x="84343" y="84885"/>
                  </a:lnTo>
                  <a:lnTo>
                    <a:pt x="84343" y="84885"/>
                  </a:lnTo>
                  <a:cubicBezTo>
                    <a:pt x="79904" y="84885"/>
                    <a:pt x="79904" y="84885"/>
                    <a:pt x="79904" y="84885"/>
                  </a:cubicBezTo>
                  <a:cubicBezTo>
                    <a:pt x="79904" y="79892"/>
                    <a:pt x="79904" y="79892"/>
                    <a:pt x="75465" y="79892"/>
                  </a:cubicBezTo>
                  <a:cubicBezTo>
                    <a:pt x="75465" y="74899"/>
                    <a:pt x="75465" y="74899"/>
                    <a:pt x="75465" y="74899"/>
                  </a:cubicBezTo>
                  <a:lnTo>
                    <a:pt x="75465" y="74899"/>
                  </a:lnTo>
                  <a:lnTo>
                    <a:pt x="75465" y="74899"/>
                  </a:lnTo>
                  <a:lnTo>
                    <a:pt x="75465" y="74899"/>
                  </a:lnTo>
                  <a:lnTo>
                    <a:pt x="75465" y="74899"/>
                  </a:lnTo>
                  <a:lnTo>
                    <a:pt x="75465" y="69744"/>
                  </a:lnTo>
                  <a:lnTo>
                    <a:pt x="75465" y="69744"/>
                  </a:lnTo>
                  <a:lnTo>
                    <a:pt x="75465" y="69744"/>
                  </a:lnTo>
                  <a:lnTo>
                    <a:pt x="75465" y="69744"/>
                  </a:lnTo>
                  <a:lnTo>
                    <a:pt x="75465" y="69744"/>
                  </a:lnTo>
                  <a:cubicBezTo>
                    <a:pt x="79904" y="64912"/>
                    <a:pt x="79904" y="64912"/>
                    <a:pt x="79904" y="64912"/>
                  </a:cubicBezTo>
                  <a:lnTo>
                    <a:pt x="84343" y="59919"/>
                  </a:lnTo>
                  <a:lnTo>
                    <a:pt x="88782" y="59919"/>
                  </a:lnTo>
                  <a:cubicBezTo>
                    <a:pt x="88782" y="59919"/>
                    <a:pt x="88782" y="59919"/>
                    <a:pt x="88782" y="54926"/>
                  </a:cubicBezTo>
                  <a:cubicBezTo>
                    <a:pt x="93221" y="54926"/>
                    <a:pt x="93221" y="54926"/>
                    <a:pt x="93221" y="54926"/>
                  </a:cubicBezTo>
                  <a:lnTo>
                    <a:pt x="93221" y="54926"/>
                  </a:lnTo>
                  <a:lnTo>
                    <a:pt x="97661" y="59919"/>
                  </a:lnTo>
                  <a:lnTo>
                    <a:pt x="97661" y="59919"/>
                  </a:lnTo>
                  <a:cubicBezTo>
                    <a:pt x="102100" y="64912"/>
                    <a:pt x="102100" y="64912"/>
                    <a:pt x="102100" y="64912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0" name="Shape 11790"/>
            <p:cNvSpPr/>
            <p:nvPr/>
          </p:nvSpPr>
          <p:spPr>
            <a:xfrm>
              <a:off x="4281488" y="3252788"/>
              <a:ext cx="11112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250" y="0"/>
                  </a:moveTo>
                  <a:lnTo>
                    <a:pt x="116250" y="0"/>
                  </a:lnTo>
                  <a:lnTo>
                    <a:pt x="116250" y="0"/>
                  </a:lnTo>
                  <a:lnTo>
                    <a:pt x="116250" y="0"/>
                  </a:lnTo>
                  <a:lnTo>
                    <a:pt x="116250" y="0"/>
                  </a:lnTo>
                  <a:cubicBezTo>
                    <a:pt x="116250" y="59047"/>
                    <a:pt x="116250" y="59047"/>
                    <a:pt x="0" y="59047"/>
                  </a:cubicBezTo>
                  <a:lnTo>
                    <a:pt x="0" y="59047"/>
                  </a:lnTo>
                  <a:lnTo>
                    <a:pt x="0" y="59047"/>
                  </a:lnTo>
                  <a:lnTo>
                    <a:pt x="0" y="59047"/>
                  </a:lnTo>
                  <a:lnTo>
                    <a:pt x="0" y="59047"/>
                  </a:lnTo>
                  <a:cubicBezTo>
                    <a:pt x="116250" y="59047"/>
                    <a:pt x="116250" y="118095"/>
                    <a:pt x="116250" y="118095"/>
                  </a:cubicBezTo>
                  <a:lnTo>
                    <a:pt x="116250" y="118095"/>
                  </a:lnTo>
                  <a:cubicBezTo>
                    <a:pt x="116250" y="59047"/>
                    <a:pt x="116250" y="59047"/>
                    <a:pt x="116250" y="59047"/>
                  </a:cubicBezTo>
                  <a:lnTo>
                    <a:pt x="116250" y="59047"/>
                  </a:lnTo>
                  <a:lnTo>
                    <a:pt x="11625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1" name="Shape 11791"/>
            <p:cNvSpPr/>
            <p:nvPr/>
          </p:nvSpPr>
          <p:spPr>
            <a:xfrm>
              <a:off x="4527550" y="2951163"/>
              <a:ext cx="134938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705" y="14381"/>
                  </a:moveTo>
                  <a:lnTo>
                    <a:pt x="109705" y="14381"/>
                  </a:lnTo>
                  <a:cubicBezTo>
                    <a:pt x="109705" y="9587"/>
                    <a:pt x="109705" y="4793"/>
                    <a:pt x="109705" y="4793"/>
                  </a:cubicBezTo>
                  <a:lnTo>
                    <a:pt x="109705" y="0"/>
                  </a:lnTo>
                  <a:cubicBezTo>
                    <a:pt x="109705" y="4793"/>
                    <a:pt x="99731" y="9587"/>
                    <a:pt x="99731" y="9587"/>
                  </a:cubicBezTo>
                  <a:lnTo>
                    <a:pt x="89436" y="9587"/>
                  </a:lnTo>
                  <a:lnTo>
                    <a:pt x="89436" y="9587"/>
                  </a:lnTo>
                  <a:cubicBezTo>
                    <a:pt x="89436" y="14381"/>
                    <a:pt x="89436" y="14381"/>
                    <a:pt x="89436" y="14381"/>
                  </a:cubicBezTo>
                  <a:lnTo>
                    <a:pt x="89436" y="14381"/>
                  </a:lnTo>
                  <a:lnTo>
                    <a:pt x="89436" y="19175"/>
                  </a:lnTo>
                  <a:cubicBezTo>
                    <a:pt x="79785" y="23969"/>
                    <a:pt x="79785" y="23969"/>
                    <a:pt x="69812" y="23969"/>
                  </a:cubicBezTo>
                  <a:lnTo>
                    <a:pt x="59839" y="23969"/>
                  </a:lnTo>
                  <a:lnTo>
                    <a:pt x="59839" y="23969"/>
                  </a:lnTo>
                  <a:cubicBezTo>
                    <a:pt x="59839" y="28608"/>
                    <a:pt x="59839" y="28608"/>
                    <a:pt x="59839" y="33556"/>
                  </a:cubicBezTo>
                  <a:cubicBezTo>
                    <a:pt x="59839" y="33556"/>
                    <a:pt x="59839" y="33556"/>
                    <a:pt x="49544" y="33556"/>
                  </a:cubicBezTo>
                  <a:lnTo>
                    <a:pt x="49544" y="33556"/>
                  </a:lnTo>
                  <a:lnTo>
                    <a:pt x="49544" y="33556"/>
                  </a:lnTo>
                  <a:lnTo>
                    <a:pt x="49544" y="33556"/>
                  </a:lnTo>
                  <a:lnTo>
                    <a:pt x="39892" y="33556"/>
                  </a:lnTo>
                  <a:cubicBezTo>
                    <a:pt x="39892" y="33556"/>
                    <a:pt x="39892" y="33556"/>
                    <a:pt x="29919" y="33556"/>
                  </a:cubicBezTo>
                  <a:lnTo>
                    <a:pt x="29919" y="33556"/>
                  </a:lnTo>
                  <a:lnTo>
                    <a:pt x="19946" y="33556"/>
                  </a:lnTo>
                  <a:lnTo>
                    <a:pt x="19946" y="33556"/>
                  </a:lnTo>
                  <a:lnTo>
                    <a:pt x="19946" y="33556"/>
                  </a:lnTo>
                  <a:cubicBezTo>
                    <a:pt x="19946" y="38350"/>
                    <a:pt x="19946" y="38350"/>
                    <a:pt x="19946" y="38350"/>
                  </a:cubicBezTo>
                  <a:cubicBezTo>
                    <a:pt x="19946" y="43144"/>
                    <a:pt x="19946" y="43144"/>
                    <a:pt x="19946" y="47783"/>
                  </a:cubicBezTo>
                  <a:lnTo>
                    <a:pt x="19946" y="47783"/>
                  </a:lnTo>
                  <a:cubicBezTo>
                    <a:pt x="29919" y="57525"/>
                    <a:pt x="29919" y="66958"/>
                    <a:pt x="29919" y="71907"/>
                  </a:cubicBezTo>
                  <a:cubicBezTo>
                    <a:pt x="19946" y="71907"/>
                    <a:pt x="19946" y="71907"/>
                    <a:pt x="19946" y="71907"/>
                  </a:cubicBezTo>
                  <a:cubicBezTo>
                    <a:pt x="19946" y="76701"/>
                    <a:pt x="9651" y="86134"/>
                    <a:pt x="9651" y="91082"/>
                  </a:cubicBezTo>
                  <a:cubicBezTo>
                    <a:pt x="0" y="91082"/>
                    <a:pt x="0" y="91082"/>
                    <a:pt x="9651" y="91082"/>
                  </a:cubicBezTo>
                  <a:cubicBezTo>
                    <a:pt x="9651" y="95876"/>
                    <a:pt x="9651" y="95876"/>
                    <a:pt x="9651" y="95876"/>
                  </a:cubicBezTo>
                  <a:cubicBezTo>
                    <a:pt x="9651" y="100670"/>
                    <a:pt x="9651" y="100670"/>
                    <a:pt x="9651" y="100670"/>
                  </a:cubicBezTo>
                  <a:cubicBezTo>
                    <a:pt x="9651" y="105309"/>
                    <a:pt x="9651" y="105309"/>
                    <a:pt x="9651" y="110257"/>
                  </a:cubicBezTo>
                  <a:cubicBezTo>
                    <a:pt x="9651" y="110257"/>
                    <a:pt x="9651" y="110257"/>
                    <a:pt x="9651" y="115051"/>
                  </a:cubicBezTo>
                  <a:cubicBezTo>
                    <a:pt x="19946" y="115051"/>
                    <a:pt x="29919" y="119845"/>
                    <a:pt x="29919" y="119845"/>
                  </a:cubicBezTo>
                  <a:cubicBezTo>
                    <a:pt x="29919" y="119845"/>
                    <a:pt x="39892" y="119845"/>
                    <a:pt x="49544" y="119845"/>
                  </a:cubicBezTo>
                  <a:cubicBezTo>
                    <a:pt x="49544" y="115051"/>
                    <a:pt x="59839" y="115051"/>
                    <a:pt x="59839" y="115051"/>
                  </a:cubicBezTo>
                  <a:lnTo>
                    <a:pt x="59839" y="115051"/>
                  </a:lnTo>
                  <a:lnTo>
                    <a:pt x="59839" y="115051"/>
                  </a:lnTo>
                  <a:lnTo>
                    <a:pt x="59839" y="115051"/>
                  </a:lnTo>
                  <a:cubicBezTo>
                    <a:pt x="59839" y="110257"/>
                    <a:pt x="89436" y="66958"/>
                    <a:pt x="89436" y="57525"/>
                  </a:cubicBezTo>
                  <a:cubicBezTo>
                    <a:pt x="99731" y="52731"/>
                    <a:pt x="99731" y="52731"/>
                    <a:pt x="99731" y="47783"/>
                  </a:cubicBezTo>
                  <a:cubicBezTo>
                    <a:pt x="99731" y="43144"/>
                    <a:pt x="99731" y="43144"/>
                    <a:pt x="109705" y="38350"/>
                  </a:cubicBezTo>
                  <a:lnTo>
                    <a:pt x="109705" y="38350"/>
                  </a:lnTo>
                  <a:lnTo>
                    <a:pt x="99731" y="33556"/>
                  </a:lnTo>
                  <a:cubicBezTo>
                    <a:pt x="99731" y="28608"/>
                    <a:pt x="99731" y="23969"/>
                    <a:pt x="99731" y="23969"/>
                  </a:cubicBezTo>
                  <a:lnTo>
                    <a:pt x="99731" y="23969"/>
                  </a:lnTo>
                  <a:cubicBezTo>
                    <a:pt x="109705" y="23969"/>
                    <a:pt x="109705" y="23969"/>
                    <a:pt x="109705" y="23969"/>
                  </a:cubicBezTo>
                  <a:cubicBezTo>
                    <a:pt x="109705" y="23969"/>
                    <a:pt x="109705" y="19175"/>
                    <a:pt x="119678" y="19175"/>
                  </a:cubicBezTo>
                  <a:cubicBezTo>
                    <a:pt x="119678" y="19175"/>
                    <a:pt x="119678" y="19175"/>
                    <a:pt x="109705" y="19175"/>
                  </a:cubicBezTo>
                  <a:lnTo>
                    <a:pt x="109705" y="14381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2" name="Shape 11792"/>
            <p:cNvSpPr/>
            <p:nvPr/>
          </p:nvSpPr>
          <p:spPr>
            <a:xfrm>
              <a:off x="3902075" y="3052763"/>
              <a:ext cx="168275" cy="2571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845" y="109243"/>
                  </a:moveTo>
                  <a:lnTo>
                    <a:pt x="71845" y="109243"/>
                  </a:lnTo>
                  <a:cubicBezTo>
                    <a:pt x="71845" y="109243"/>
                    <a:pt x="79828" y="109243"/>
                    <a:pt x="79828" y="114621"/>
                  </a:cubicBezTo>
                  <a:cubicBezTo>
                    <a:pt x="79828" y="114621"/>
                    <a:pt x="79828" y="114621"/>
                    <a:pt x="79828" y="119831"/>
                  </a:cubicBezTo>
                  <a:lnTo>
                    <a:pt x="79828" y="119831"/>
                  </a:lnTo>
                  <a:lnTo>
                    <a:pt x="79828" y="119831"/>
                  </a:lnTo>
                  <a:lnTo>
                    <a:pt x="87811" y="119831"/>
                  </a:lnTo>
                  <a:lnTo>
                    <a:pt x="87811" y="119831"/>
                  </a:lnTo>
                  <a:lnTo>
                    <a:pt x="95793" y="119831"/>
                  </a:lnTo>
                  <a:lnTo>
                    <a:pt x="95793" y="119831"/>
                  </a:lnTo>
                  <a:lnTo>
                    <a:pt x="95793" y="119831"/>
                  </a:lnTo>
                  <a:lnTo>
                    <a:pt x="95793" y="119831"/>
                  </a:lnTo>
                  <a:cubicBezTo>
                    <a:pt x="103776" y="119831"/>
                    <a:pt x="103776" y="119831"/>
                    <a:pt x="103776" y="114621"/>
                  </a:cubicBezTo>
                  <a:cubicBezTo>
                    <a:pt x="103776" y="41680"/>
                    <a:pt x="103776" y="41680"/>
                    <a:pt x="103776" y="41680"/>
                  </a:cubicBezTo>
                  <a:cubicBezTo>
                    <a:pt x="119742" y="41680"/>
                    <a:pt x="119742" y="41680"/>
                    <a:pt x="119742" y="41680"/>
                  </a:cubicBezTo>
                  <a:cubicBezTo>
                    <a:pt x="119742" y="10420"/>
                    <a:pt x="119742" y="10420"/>
                    <a:pt x="119742" y="10420"/>
                  </a:cubicBezTo>
                  <a:cubicBezTo>
                    <a:pt x="95793" y="10420"/>
                    <a:pt x="95793" y="10420"/>
                    <a:pt x="95793" y="10420"/>
                  </a:cubicBezTo>
                  <a:cubicBezTo>
                    <a:pt x="87811" y="5042"/>
                    <a:pt x="87811" y="5042"/>
                    <a:pt x="87811" y="5042"/>
                  </a:cubicBezTo>
                  <a:cubicBezTo>
                    <a:pt x="87811" y="5042"/>
                    <a:pt x="79828" y="5042"/>
                    <a:pt x="71845" y="5042"/>
                  </a:cubicBezTo>
                  <a:lnTo>
                    <a:pt x="71845" y="5042"/>
                  </a:lnTo>
                  <a:cubicBezTo>
                    <a:pt x="63862" y="5042"/>
                    <a:pt x="39914" y="5042"/>
                    <a:pt x="39914" y="5042"/>
                  </a:cubicBezTo>
                  <a:lnTo>
                    <a:pt x="31931" y="5042"/>
                  </a:lnTo>
                  <a:lnTo>
                    <a:pt x="31931" y="5042"/>
                  </a:lnTo>
                  <a:cubicBezTo>
                    <a:pt x="23948" y="5042"/>
                    <a:pt x="23948" y="5042"/>
                    <a:pt x="23948" y="5042"/>
                  </a:cubicBezTo>
                  <a:lnTo>
                    <a:pt x="23948" y="5042"/>
                  </a:lnTo>
                  <a:cubicBezTo>
                    <a:pt x="23948" y="5042"/>
                    <a:pt x="15965" y="5042"/>
                    <a:pt x="15965" y="0"/>
                  </a:cubicBezTo>
                  <a:lnTo>
                    <a:pt x="15965" y="0"/>
                  </a:lnTo>
                  <a:lnTo>
                    <a:pt x="15965" y="0"/>
                  </a:lnTo>
                  <a:lnTo>
                    <a:pt x="15965" y="0"/>
                  </a:lnTo>
                  <a:lnTo>
                    <a:pt x="15965" y="0"/>
                  </a:lnTo>
                  <a:lnTo>
                    <a:pt x="15965" y="0"/>
                  </a:lnTo>
                  <a:lnTo>
                    <a:pt x="15965" y="0"/>
                  </a:lnTo>
                  <a:lnTo>
                    <a:pt x="7982" y="5042"/>
                  </a:lnTo>
                  <a:cubicBezTo>
                    <a:pt x="7982" y="5042"/>
                    <a:pt x="7982" y="5042"/>
                    <a:pt x="0" y="5042"/>
                  </a:cubicBezTo>
                  <a:lnTo>
                    <a:pt x="0" y="5042"/>
                  </a:lnTo>
                  <a:lnTo>
                    <a:pt x="0" y="5042"/>
                  </a:lnTo>
                  <a:cubicBezTo>
                    <a:pt x="0" y="5042"/>
                    <a:pt x="7982" y="15630"/>
                    <a:pt x="15965" y="20840"/>
                  </a:cubicBezTo>
                  <a:cubicBezTo>
                    <a:pt x="23948" y="25882"/>
                    <a:pt x="23948" y="31260"/>
                    <a:pt x="23948" y="36470"/>
                  </a:cubicBezTo>
                  <a:cubicBezTo>
                    <a:pt x="23948" y="36470"/>
                    <a:pt x="31931" y="41680"/>
                    <a:pt x="31931" y="46722"/>
                  </a:cubicBezTo>
                  <a:cubicBezTo>
                    <a:pt x="39914" y="52100"/>
                    <a:pt x="39914" y="52100"/>
                    <a:pt x="39914" y="52100"/>
                  </a:cubicBezTo>
                  <a:cubicBezTo>
                    <a:pt x="39914" y="52100"/>
                    <a:pt x="39914" y="57310"/>
                    <a:pt x="39914" y="67563"/>
                  </a:cubicBezTo>
                  <a:lnTo>
                    <a:pt x="39914" y="67563"/>
                  </a:lnTo>
                  <a:cubicBezTo>
                    <a:pt x="39914" y="72941"/>
                    <a:pt x="39914" y="72941"/>
                    <a:pt x="39914" y="72941"/>
                  </a:cubicBezTo>
                  <a:lnTo>
                    <a:pt x="47896" y="78151"/>
                  </a:lnTo>
                  <a:cubicBezTo>
                    <a:pt x="47896" y="83361"/>
                    <a:pt x="47896" y="83361"/>
                    <a:pt x="47896" y="88403"/>
                  </a:cubicBezTo>
                  <a:lnTo>
                    <a:pt x="47896" y="88403"/>
                  </a:lnTo>
                  <a:cubicBezTo>
                    <a:pt x="47896" y="93781"/>
                    <a:pt x="47896" y="98991"/>
                    <a:pt x="47896" y="104201"/>
                  </a:cubicBezTo>
                  <a:lnTo>
                    <a:pt x="47896" y="104201"/>
                  </a:lnTo>
                  <a:cubicBezTo>
                    <a:pt x="55879" y="109243"/>
                    <a:pt x="55879" y="109243"/>
                    <a:pt x="63862" y="114621"/>
                  </a:cubicBezTo>
                  <a:lnTo>
                    <a:pt x="63862" y="109243"/>
                  </a:lnTo>
                  <a:cubicBezTo>
                    <a:pt x="71845" y="109243"/>
                    <a:pt x="71845" y="109243"/>
                    <a:pt x="71845" y="10924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3" name="Shape 11793"/>
            <p:cNvSpPr/>
            <p:nvPr/>
          </p:nvSpPr>
          <p:spPr>
            <a:xfrm>
              <a:off x="3502025" y="2416175"/>
              <a:ext cx="100013" cy="1238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571" y="43508"/>
                  </a:moveTo>
                  <a:lnTo>
                    <a:pt x="119571" y="43508"/>
                  </a:lnTo>
                  <a:lnTo>
                    <a:pt x="119571" y="43508"/>
                  </a:lnTo>
                  <a:cubicBezTo>
                    <a:pt x="119571" y="43508"/>
                    <a:pt x="119571" y="43508"/>
                    <a:pt x="119571" y="32982"/>
                  </a:cubicBezTo>
                  <a:cubicBezTo>
                    <a:pt x="119571" y="32982"/>
                    <a:pt x="119571" y="32982"/>
                    <a:pt x="119571" y="21754"/>
                  </a:cubicBezTo>
                  <a:lnTo>
                    <a:pt x="119571" y="21754"/>
                  </a:lnTo>
                  <a:lnTo>
                    <a:pt x="119571" y="21754"/>
                  </a:lnTo>
                  <a:lnTo>
                    <a:pt x="119571" y="21754"/>
                  </a:lnTo>
                  <a:lnTo>
                    <a:pt x="106285" y="21754"/>
                  </a:lnTo>
                  <a:lnTo>
                    <a:pt x="106285" y="21754"/>
                  </a:lnTo>
                  <a:cubicBezTo>
                    <a:pt x="106285" y="21754"/>
                    <a:pt x="106285" y="21754"/>
                    <a:pt x="93000" y="21754"/>
                  </a:cubicBezTo>
                  <a:cubicBezTo>
                    <a:pt x="93000" y="21754"/>
                    <a:pt x="93000" y="21754"/>
                    <a:pt x="79714" y="21754"/>
                  </a:cubicBezTo>
                  <a:cubicBezTo>
                    <a:pt x="79714" y="21754"/>
                    <a:pt x="66428" y="21754"/>
                    <a:pt x="66428" y="10877"/>
                  </a:cubicBezTo>
                  <a:lnTo>
                    <a:pt x="66428" y="10877"/>
                  </a:lnTo>
                  <a:lnTo>
                    <a:pt x="66428" y="10877"/>
                  </a:lnTo>
                  <a:lnTo>
                    <a:pt x="66428" y="10877"/>
                  </a:lnTo>
                  <a:cubicBezTo>
                    <a:pt x="53142" y="10877"/>
                    <a:pt x="53142" y="10877"/>
                    <a:pt x="53142" y="10877"/>
                  </a:cubicBezTo>
                  <a:lnTo>
                    <a:pt x="53142" y="10877"/>
                  </a:lnTo>
                  <a:lnTo>
                    <a:pt x="53142" y="10877"/>
                  </a:lnTo>
                  <a:cubicBezTo>
                    <a:pt x="53142" y="10877"/>
                    <a:pt x="39857" y="10877"/>
                    <a:pt x="39857" y="0"/>
                  </a:cubicBezTo>
                  <a:lnTo>
                    <a:pt x="39857" y="0"/>
                  </a:lnTo>
                  <a:cubicBezTo>
                    <a:pt x="39857" y="10877"/>
                    <a:pt x="27000" y="10877"/>
                    <a:pt x="27000" y="10877"/>
                  </a:cubicBezTo>
                  <a:lnTo>
                    <a:pt x="27000" y="10877"/>
                  </a:lnTo>
                  <a:lnTo>
                    <a:pt x="13285" y="10877"/>
                  </a:lnTo>
                  <a:lnTo>
                    <a:pt x="13285" y="10877"/>
                  </a:lnTo>
                  <a:lnTo>
                    <a:pt x="13285" y="0"/>
                  </a:lnTo>
                  <a:lnTo>
                    <a:pt x="13285" y="0"/>
                  </a:lnTo>
                  <a:cubicBezTo>
                    <a:pt x="13285" y="10877"/>
                    <a:pt x="13285" y="10877"/>
                    <a:pt x="13285" y="10877"/>
                  </a:cubicBezTo>
                  <a:lnTo>
                    <a:pt x="13285" y="10877"/>
                  </a:lnTo>
                  <a:lnTo>
                    <a:pt x="13285" y="10877"/>
                  </a:lnTo>
                  <a:lnTo>
                    <a:pt x="13285" y="10877"/>
                  </a:lnTo>
                  <a:lnTo>
                    <a:pt x="13285" y="10877"/>
                  </a:lnTo>
                  <a:cubicBezTo>
                    <a:pt x="13285" y="21754"/>
                    <a:pt x="27000" y="21754"/>
                    <a:pt x="27000" y="21754"/>
                  </a:cubicBezTo>
                  <a:lnTo>
                    <a:pt x="27000" y="21754"/>
                  </a:lnTo>
                  <a:cubicBezTo>
                    <a:pt x="27000" y="32982"/>
                    <a:pt x="27000" y="32982"/>
                    <a:pt x="13285" y="32982"/>
                  </a:cubicBezTo>
                  <a:cubicBezTo>
                    <a:pt x="27000" y="32982"/>
                    <a:pt x="27000" y="32982"/>
                    <a:pt x="27000" y="32982"/>
                  </a:cubicBezTo>
                  <a:cubicBezTo>
                    <a:pt x="39857" y="43508"/>
                    <a:pt x="39857" y="43508"/>
                    <a:pt x="39857" y="43508"/>
                  </a:cubicBezTo>
                  <a:cubicBezTo>
                    <a:pt x="13285" y="43508"/>
                    <a:pt x="13285" y="43508"/>
                    <a:pt x="13285" y="43508"/>
                  </a:cubicBezTo>
                  <a:lnTo>
                    <a:pt x="13285" y="43508"/>
                  </a:lnTo>
                  <a:lnTo>
                    <a:pt x="13285" y="54385"/>
                  </a:lnTo>
                  <a:lnTo>
                    <a:pt x="13285" y="54385"/>
                  </a:lnTo>
                  <a:lnTo>
                    <a:pt x="13285" y="54385"/>
                  </a:lnTo>
                  <a:lnTo>
                    <a:pt x="13285" y="54385"/>
                  </a:lnTo>
                  <a:cubicBezTo>
                    <a:pt x="13285" y="54385"/>
                    <a:pt x="13285" y="54385"/>
                    <a:pt x="13285" y="65263"/>
                  </a:cubicBezTo>
                  <a:lnTo>
                    <a:pt x="13285" y="65263"/>
                  </a:lnTo>
                  <a:lnTo>
                    <a:pt x="13285" y="65263"/>
                  </a:lnTo>
                  <a:lnTo>
                    <a:pt x="13285" y="65263"/>
                  </a:lnTo>
                  <a:cubicBezTo>
                    <a:pt x="0" y="65263"/>
                    <a:pt x="0" y="65263"/>
                    <a:pt x="0" y="65263"/>
                  </a:cubicBezTo>
                  <a:cubicBezTo>
                    <a:pt x="0" y="65263"/>
                    <a:pt x="0" y="65263"/>
                    <a:pt x="0" y="76491"/>
                  </a:cubicBezTo>
                  <a:lnTo>
                    <a:pt x="0" y="76491"/>
                  </a:lnTo>
                  <a:lnTo>
                    <a:pt x="0" y="76491"/>
                  </a:lnTo>
                  <a:cubicBezTo>
                    <a:pt x="13285" y="76491"/>
                    <a:pt x="13285" y="76491"/>
                    <a:pt x="13285" y="76491"/>
                  </a:cubicBezTo>
                  <a:lnTo>
                    <a:pt x="13285" y="76491"/>
                  </a:lnTo>
                  <a:cubicBezTo>
                    <a:pt x="13285" y="87017"/>
                    <a:pt x="13285" y="87017"/>
                    <a:pt x="13285" y="87017"/>
                  </a:cubicBezTo>
                  <a:cubicBezTo>
                    <a:pt x="27000" y="87017"/>
                    <a:pt x="27000" y="87017"/>
                    <a:pt x="27000" y="87017"/>
                  </a:cubicBezTo>
                  <a:cubicBezTo>
                    <a:pt x="27000" y="97894"/>
                    <a:pt x="27000" y="97894"/>
                    <a:pt x="27000" y="97894"/>
                  </a:cubicBezTo>
                  <a:cubicBezTo>
                    <a:pt x="27000" y="97894"/>
                    <a:pt x="27000" y="97894"/>
                    <a:pt x="27000" y="108771"/>
                  </a:cubicBezTo>
                  <a:lnTo>
                    <a:pt x="27000" y="108771"/>
                  </a:lnTo>
                  <a:lnTo>
                    <a:pt x="27000" y="119649"/>
                  </a:lnTo>
                  <a:cubicBezTo>
                    <a:pt x="39857" y="119649"/>
                    <a:pt x="53142" y="108771"/>
                    <a:pt x="66428" y="108771"/>
                  </a:cubicBezTo>
                  <a:cubicBezTo>
                    <a:pt x="66428" y="97894"/>
                    <a:pt x="66428" y="97894"/>
                    <a:pt x="79714" y="97894"/>
                  </a:cubicBezTo>
                  <a:lnTo>
                    <a:pt x="93000" y="97894"/>
                  </a:lnTo>
                  <a:lnTo>
                    <a:pt x="106285" y="97894"/>
                  </a:lnTo>
                  <a:lnTo>
                    <a:pt x="106285" y="97894"/>
                  </a:lnTo>
                  <a:lnTo>
                    <a:pt x="106285" y="97894"/>
                  </a:lnTo>
                  <a:lnTo>
                    <a:pt x="106285" y="97894"/>
                  </a:lnTo>
                  <a:cubicBezTo>
                    <a:pt x="106285" y="87017"/>
                    <a:pt x="106285" y="87017"/>
                    <a:pt x="106285" y="87017"/>
                  </a:cubicBezTo>
                  <a:cubicBezTo>
                    <a:pt x="106285" y="76491"/>
                    <a:pt x="106285" y="76491"/>
                    <a:pt x="106285" y="65263"/>
                  </a:cubicBezTo>
                  <a:lnTo>
                    <a:pt x="106285" y="65263"/>
                  </a:lnTo>
                  <a:lnTo>
                    <a:pt x="106285" y="65263"/>
                  </a:lnTo>
                  <a:lnTo>
                    <a:pt x="106285" y="65263"/>
                  </a:lnTo>
                  <a:lnTo>
                    <a:pt x="106285" y="65263"/>
                  </a:lnTo>
                  <a:cubicBezTo>
                    <a:pt x="106285" y="65263"/>
                    <a:pt x="106285" y="65263"/>
                    <a:pt x="106285" y="54385"/>
                  </a:cubicBezTo>
                  <a:lnTo>
                    <a:pt x="106285" y="54385"/>
                  </a:lnTo>
                  <a:cubicBezTo>
                    <a:pt x="119571" y="54385"/>
                    <a:pt x="119571" y="54385"/>
                    <a:pt x="119571" y="54385"/>
                  </a:cubicBezTo>
                  <a:lnTo>
                    <a:pt x="119571" y="43508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4" name="Shape 11794"/>
            <p:cNvSpPr/>
            <p:nvPr/>
          </p:nvSpPr>
          <p:spPr>
            <a:xfrm>
              <a:off x="3444875" y="2460625"/>
              <a:ext cx="66675" cy="777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465" y="85321"/>
                  </a:moveTo>
                  <a:lnTo>
                    <a:pt x="99465" y="85321"/>
                  </a:lnTo>
                  <a:lnTo>
                    <a:pt x="99465" y="85321"/>
                  </a:lnTo>
                  <a:lnTo>
                    <a:pt x="99465" y="85321"/>
                  </a:lnTo>
                  <a:lnTo>
                    <a:pt x="99465" y="85321"/>
                  </a:lnTo>
                  <a:lnTo>
                    <a:pt x="79572" y="85321"/>
                  </a:lnTo>
                  <a:cubicBezTo>
                    <a:pt x="79572" y="68256"/>
                    <a:pt x="79572" y="68256"/>
                    <a:pt x="79572" y="68256"/>
                  </a:cubicBezTo>
                  <a:lnTo>
                    <a:pt x="79572" y="68256"/>
                  </a:lnTo>
                  <a:lnTo>
                    <a:pt x="79572" y="68256"/>
                  </a:lnTo>
                  <a:cubicBezTo>
                    <a:pt x="79572" y="51743"/>
                    <a:pt x="79572" y="51743"/>
                    <a:pt x="79572" y="51743"/>
                  </a:cubicBezTo>
                  <a:cubicBezTo>
                    <a:pt x="79572" y="51743"/>
                    <a:pt x="79572" y="51743"/>
                    <a:pt x="60320" y="51743"/>
                  </a:cubicBezTo>
                  <a:lnTo>
                    <a:pt x="39786" y="34128"/>
                  </a:lnTo>
                  <a:cubicBezTo>
                    <a:pt x="39786" y="17064"/>
                    <a:pt x="39786" y="17064"/>
                    <a:pt x="39786" y="17064"/>
                  </a:cubicBezTo>
                  <a:lnTo>
                    <a:pt x="39786" y="17064"/>
                  </a:lnTo>
                  <a:cubicBezTo>
                    <a:pt x="39786" y="0"/>
                    <a:pt x="39786" y="0"/>
                    <a:pt x="39786" y="0"/>
                  </a:cubicBezTo>
                  <a:lnTo>
                    <a:pt x="39786" y="0"/>
                  </a:lnTo>
                  <a:cubicBezTo>
                    <a:pt x="39786" y="0"/>
                    <a:pt x="39786" y="0"/>
                    <a:pt x="39786" y="17064"/>
                  </a:cubicBezTo>
                  <a:cubicBezTo>
                    <a:pt x="19893" y="17064"/>
                    <a:pt x="19893" y="17064"/>
                    <a:pt x="19893" y="17064"/>
                  </a:cubicBezTo>
                  <a:cubicBezTo>
                    <a:pt x="19893" y="34128"/>
                    <a:pt x="19893" y="34128"/>
                    <a:pt x="0" y="34128"/>
                  </a:cubicBezTo>
                  <a:cubicBezTo>
                    <a:pt x="0" y="34128"/>
                    <a:pt x="0" y="34128"/>
                    <a:pt x="0" y="51743"/>
                  </a:cubicBezTo>
                  <a:lnTo>
                    <a:pt x="0" y="51743"/>
                  </a:lnTo>
                  <a:cubicBezTo>
                    <a:pt x="0" y="51743"/>
                    <a:pt x="19893" y="68256"/>
                    <a:pt x="39786" y="68256"/>
                  </a:cubicBezTo>
                  <a:cubicBezTo>
                    <a:pt x="60320" y="85321"/>
                    <a:pt x="60320" y="102385"/>
                    <a:pt x="79572" y="102385"/>
                  </a:cubicBezTo>
                  <a:lnTo>
                    <a:pt x="99465" y="119449"/>
                  </a:lnTo>
                  <a:lnTo>
                    <a:pt x="99465" y="102385"/>
                  </a:lnTo>
                  <a:cubicBezTo>
                    <a:pt x="99465" y="102385"/>
                    <a:pt x="99465" y="102385"/>
                    <a:pt x="119358" y="102385"/>
                  </a:cubicBezTo>
                  <a:cubicBezTo>
                    <a:pt x="99465" y="85321"/>
                    <a:pt x="99465" y="85321"/>
                    <a:pt x="99465" y="8532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5" name="Shape 11795"/>
            <p:cNvSpPr/>
            <p:nvPr/>
          </p:nvSpPr>
          <p:spPr>
            <a:xfrm>
              <a:off x="3679825" y="2427288"/>
              <a:ext cx="11113" cy="682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250" y="40212"/>
                  </a:moveTo>
                  <a:lnTo>
                    <a:pt x="116250" y="40212"/>
                  </a:lnTo>
                  <a:cubicBezTo>
                    <a:pt x="116250" y="19787"/>
                    <a:pt x="0" y="19787"/>
                    <a:pt x="0" y="19787"/>
                  </a:cubicBezTo>
                  <a:lnTo>
                    <a:pt x="0" y="1978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19787"/>
                    <a:pt x="0" y="19787"/>
                    <a:pt x="0" y="19787"/>
                  </a:cubicBezTo>
                  <a:cubicBezTo>
                    <a:pt x="0" y="40212"/>
                    <a:pt x="0" y="40212"/>
                    <a:pt x="0" y="40212"/>
                  </a:cubicBezTo>
                  <a:cubicBezTo>
                    <a:pt x="0" y="40212"/>
                    <a:pt x="116250" y="40212"/>
                    <a:pt x="116250" y="59361"/>
                  </a:cubicBezTo>
                  <a:lnTo>
                    <a:pt x="116250" y="59361"/>
                  </a:lnTo>
                  <a:cubicBezTo>
                    <a:pt x="116250" y="59361"/>
                    <a:pt x="116250" y="59361"/>
                    <a:pt x="0" y="59361"/>
                  </a:cubicBezTo>
                  <a:cubicBezTo>
                    <a:pt x="0" y="79148"/>
                    <a:pt x="0" y="79148"/>
                    <a:pt x="0" y="79148"/>
                  </a:cubicBezTo>
                  <a:lnTo>
                    <a:pt x="0" y="79148"/>
                  </a:lnTo>
                  <a:lnTo>
                    <a:pt x="0" y="79148"/>
                  </a:lnTo>
                  <a:cubicBezTo>
                    <a:pt x="0" y="79148"/>
                    <a:pt x="0" y="79148"/>
                    <a:pt x="0" y="98936"/>
                  </a:cubicBezTo>
                  <a:lnTo>
                    <a:pt x="0" y="98936"/>
                  </a:lnTo>
                  <a:lnTo>
                    <a:pt x="0" y="119361"/>
                  </a:lnTo>
                  <a:lnTo>
                    <a:pt x="0" y="119361"/>
                  </a:lnTo>
                  <a:lnTo>
                    <a:pt x="0" y="119361"/>
                  </a:lnTo>
                  <a:lnTo>
                    <a:pt x="0" y="119361"/>
                  </a:lnTo>
                  <a:lnTo>
                    <a:pt x="116250" y="98936"/>
                  </a:lnTo>
                  <a:cubicBezTo>
                    <a:pt x="116250" y="98936"/>
                    <a:pt x="116250" y="98936"/>
                    <a:pt x="116250" y="79148"/>
                  </a:cubicBezTo>
                  <a:cubicBezTo>
                    <a:pt x="116250" y="59361"/>
                    <a:pt x="116250" y="40212"/>
                    <a:pt x="116250" y="4021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6" name="Shape 11796"/>
            <p:cNvSpPr/>
            <p:nvPr/>
          </p:nvSpPr>
          <p:spPr>
            <a:xfrm>
              <a:off x="3724275" y="2338388"/>
              <a:ext cx="223838" cy="2016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000" y="86511"/>
                  </a:moveTo>
                  <a:lnTo>
                    <a:pt x="72000" y="86511"/>
                  </a:lnTo>
                  <a:cubicBezTo>
                    <a:pt x="72000" y="86511"/>
                    <a:pt x="78000" y="86511"/>
                    <a:pt x="84193" y="86511"/>
                  </a:cubicBezTo>
                  <a:lnTo>
                    <a:pt x="84193" y="86511"/>
                  </a:lnTo>
                  <a:cubicBezTo>
                    <a:pt x="84193" y="86511"/>
                    <a:pt x="84000" y="86511"/>
                    <a:pt x="89806" y="86511"/>
                  </a:cubicBezTo>
                  <a:lnTo>
                    <a:pt x="89806" y="86511"/>
                  </a:lnTo>
                  <a:lnTo>
                    <a:pt x="89806" y="86511"/>
                  </a:lnTo>
                  <a:lnTo>
                    <a:pt x="89806" y="86511"/>
                  </a:lnTo>
                  <a:cubicBezTo>
                    <a:pt x="89806" y="86511"/>
                    <a:pt x="89806" y="86511"/>
                    <a:pt x="89806" y="79856"/>
                  </a:cubicBezTo>
                  <a:lnTo>
                    <a:pt x="89806" y="79856"/>
                  </a:lnTo>
                  <a:cubicBezTo>
                    <a:pt x="89806" y="79856"/>
                    <a:pt x="95806" y="73202"/>
                    <a:pt x="95806" y="66762"/>
                  </a:cubicBezTo>
                  <a:cubicBezTo>
                    <a:pt x="95806" y="59892"/>
                    <a:pt x="95806" y="59892"/>
                    <a:pt x="101806" y="59892"/>
                  </a:cubicBezTo>
                  <a:lnTo>
                    <a:pt x="101806" y="59892"/>
                  </a:lnTo>
                  <a:lnTo>
                    <a:pt x="101806" y="59892"/>
                  </a:lnTo>
                  <a:cubicBezTo>
                    <a:pt x="101806" y="53237"/>
                    <a:pt x="101806" y="53237"/>
                    <a:pt x="101806" y="46583"/>
                  </a:cubicBezTo>
                  <a:lnTo>
                    <a:pt x="101806" y="46583"/>
                  </a:lnTo>
                  <a:lnTo>
                    <a:pt x="107806" y="46583"/>
                  </a:lnTo>
                  <a:cubicBezTo>
                    <a:pt x="107806" y="40143"/>
                    <a:pt x="107806" y="40143"/>
                    <a:pt x="107806" y="40143"/>
                  </a:cubicBezTo>
                  <a:lnTo>
                    <a:pt x="107806" y="40143"/>
                  </a:lnTo>
                  <a:cubicBezTo>
                    <a:pt x="107806" y="33273"/>
                    <a:pt x="107806" y="33273"/>
                    <a:pt x="107806" y="26618"/>
                  </a:cubicBezTo>
                  <a:lnTo>
                    <a:pt x="107806" y="26618"/>
                  </a:lnTo>
                  <a:cubicBezTo>
                    <a:pt x="113806" y="26618"/>
                    <a:pt x="113806" y="26618"/>
                    <a:pt x="119806" y="26618"/>
                  </a:cubicBezTo>
                  <a:lnTo>
                    <a:pt x="119806" y="26618"/>
                  </a:lnTo>
                  <a:lnTo>
                    <a:pt x="119806" y="26618"/>
                  </a:lnTo>
                  <a:lnTo>
                    <a:pt x="119806" y="26618"/>
                  </a:lnTo>
                  <a:lnTo>
                    <a:pt x="119806" y="26618"/>
                  </a:lnTo>
                  <a:cubicBezTo>
                    <a:pt x="119806" y="19964"/>
                    <a:pt x="119806" y="19964"/>
                    <a:pt x="119806" y="19964"/>
                  </a:cubicBezTo>
                  <a:cubicBezTo>
                    <a:pt x="113806" y="19964"/>
                    <a:pt x="113806" y="13524"/>
                    <a:pt x="113806" y="13524"/>
                  </a:cubicBezTo>
                  <a:lnTo>
                    <a:pt x="113806" y="13524"/>
                  </a:lnTo>
                  <a:lnTo>
                    <a:pt x="113806" y="13524"/>
                  </a:lnTo>
                  <a:cubicBezTo>
                    <a:pt x="113806" y="6654"/>
                    <a:pt x="113806" y="6654"/>
                    <a:pt x="107806" y="6654"/>
                  </a:cubicBezTo>
                  <a:lnTo>
                    <a:pt x="107806" y="6654"/>
                  </a:lnTo>
                  <a:cubicBezTo>
                    <a:pt x="107806" y="13524"/>
                    <a:pt x="101806" y="13524"/>
                    <a:pt x="95806" y="13524"/>
                  </a:cubicBezTo>
                  <a:lnTo>
                    <a:pt x="95806" y="13524"/>
                  </a:lnTo>
                  <a:lnTo>
                    <a:pt x="95806" y="13524"/>
                  </a:lnTo>
                  <a:cubicBezTo>
                    <a:pt x="95806" y="13524"/>
                    <a:pt x="89806" y="13524"/>
                    <a:pt x="89806" y="6654"/>
                  </a:cubicBezTo>
                  <a:cubicBezTo>
                    <a:pt x="84000" y="6654"/>
                    <a:pt x="84193" y="6654"/>
                    <a:pt x="84193" y="6654"/>
                  </a:cubicBezTo>
                  <a:lnTo>
                    <a:pt x="78000" y="6654"/>
                  </a:lnTo>
                  <a:lnTo>
                    <a:pt x="78000" y="13524"/>
                  </a:lnTo>
                  <a:lnTo>
                    <a:pt x="78000" y="13524"/>
                  </a:lnTo>
                  <a:cubicBezTo>
                    <a:pt x="72000" y="13524"/>
                    <a:pt x="72000" y="13524"/>
                    <a:pt x="72000" y="19964"/>
                  </a:cubicBezTo>
                  <a:lnTo>
                    <a:pt x="66000" y="19964"/>
                  </a:lnTo>
                  <a:cubicBezTo>
                    <a:pt x="60193" y="19964"/>
                    <a:pt x="54000" y="13524"/>
                    <a:pt x="54000" y="13524"/>
                  </a:cubicBezTo>
                  <a:lnTo>
                    <a:pt x="54000" y="13524"/>
                  </a:lnTo>
                  <a:lnTo>
                    <a:pt x="54000" y="13524"/>
                  </a:lnTo>
                  <a:lnTo>
                    <a:pt x="54000" y="6654"/>
                  </a:lnTo>
                  <a:lnTo>
                    <a:pt x="48000" y="13524"/>
                  </a:lnTo>
                  <a:cubicBezTo>
                    <a:pt x="48000" y="13524"/>
                    <a:pt x="48000" y="13524"/>
                    <a:pt x="42000" y="13524"/>
                  </a:cubicBezTo>
                  <a:lnTo>
                    <a:pt x="36193" y="13524"/>
                  </a:lnTo>
                  <a:lnTo>
                    <a:pt x="36193" y="13524"/>
                  </a:lnTo>
                  <a:cubicBezTo>
                    <a:pt x="36193" y="13524"/>
                    <a:pt x="36193" y="6654"/>
                    <a:pt x="30000" y="6654"/>
                  </a:cubicBezTo>
                  <a:lnTo>
                    <a:pt x="30000" y="6654"/>
                  </a:lnTo>
                  <a:lnTo>
                    <a:pt x="30000" y="6654"/>
                  </a:lnTo>
                  <a:cubicBezTo>
                    <a:pt x="30000" y="6654"/>
                    <a:pt x="30000" y="6654"/>
                    <a:pt x="24000" y="0"/>
                  </a:cubicBezTo>
                  <a:lnTo>
                    <a:pt x="24000" y="0"/>
                  </a:lnTo>
                  <a:cubicBezTo>
                    <a:pt x="24000" y="0"/>
                    <a:pt x="24000" y="0"/>
                    <a:pt x="24000" y="6654"/>
                  </a:cubicBezTo>
                  <a:lnTo>
                    <a:pt x="18000" y="6654"/>
                  </a:lnTo>
                  <a:lnTo>
                    <a:pt x="18000" y="6654"/>
                  </a:lnTo>
                  <a:cubicBezTo>
                    <a:pt x="18000" y="13524"/>
                    <a:pt x="12193" y="13524"/>
                    <a:pt x="12193" y="19964"/>
                  </a:cubicBezTo>
                  <a:lnTo>
                    <a:pt x="12193" y="19964"/>
                  </a:lnTo>
                  <a:lnTo>
                    <a:pt x="12193" y="19964"/>
                  </a:lnTo>
                  <a:lnTo>
                    <a:pt x="12193" y="19964"/>
                  </a:lnTo>
                  <a:cubicBezTo>
                    <a:pt x="12193" y="26618"/>
                    <a:pt x="12193" y="26618"/>
                    <a:pt x="12193" y="26618"/>
                  </a:cubicBezTo>
                  <a:lnTo>
                    <a:pt x="12193" y="26618"/>
                  </a:lnTo>
                  <a:lnTo>
                    <a:pt x="12193" y="33273"/>
                  </a:lnTo>
                  <a:lnTo>
                    <a:pt x="12193" y="33273"/>
                  </a:lnTo>
                  <a:lnTo>
                    <a:pt x="12193" y="40143"/>
                  </a:lnTo>
                  <a:cubicBezTo>
                    <a:pt x="12193" y="46583"/>
                    <a:pt x="12193" y="46583"/>
                    <a:pt x="12193" y="46583"/>
                  </a:cubicBezTo>
                  <a:lnTo>
                    <a:pt x="12193" y="46583"/>
                  </a:lnTo>
                  <a:cubicBezTo>
                    <a:pt x="12193" y="53237"/>
                    <a:pt x="12193" y="53237"/>
                    <a:pt x="12193" y="53237"/>
                  </a:cubicBezTo>
                  <a:lnTo>
                    <a:pt x="6000" y="59892"/>
                  </a:lnTo>
                  <a:lnTo>
                    <a:pt x="6000" y="59892"/>
                  </a:lnTo>
                  <a:lnTo>
                    <a:pt x="6000" y="59892"/>
                  </a:lnTo>
                  <a:lnTo>
                    <a:pt x="6000" y="59892"/>
                  </a:lnTo>
                  <a:cubicBezTo>
                    <a:pt x="6000" y="66762"/>
                    <a:pt x="0" y="66762"/>
                    <a:pt x="0" y="66762"/>
                  </a:cubicBezTo>
                  <a:lnTo>
                    <a:pt x="0" y="73202"/>
                  </a:lnTo>
                  <a:cubicBezTo>
                    <a:pt x="0" y="79856"/>
                    <a:pt x="0" y="79856"/>
                    <a:pt x="0" y="86511"/>
                  </a:cubicBezTo>
                  <a:cubicBezTo>
                    <a:pt x="0" y="86511"/>
                    <a:pt x="0" y="86511"/>
                    <a:pt x="0" y="93381"/>
                  </a:cubicBezTo>
                  <a:lnTo>
                    <a:pt x="0" y="93381"/>
                  </a:lnTo>
                  <a:cubicBezTo>
                    <a:pt x="6000" y="93381"/>
                    <a:pt x="6000" y="93381"/>
                    <a:pt x="6000" y="93381"/>
                  </a:cubicBezTo>
                  <a:cubicBezTo>
                    <a:pt x="6000" y="93381"/>
                    <a:pt x="6000" y="93381"/>
                    <a:pt x="12193" y="93381"/>
                  </a:cubicBezTo>
                  <a:cubicBezTo>
                    <a:pt x="18000" y="93381"/>
                    <a:pt x="18000" y="99821"/>
                    <a:pt x="24000" y="99821"/>
                  </a:cubicBezTo>
                  <a:lnTo>
                    <a:pt x="24000" y="99821"/>
                  </a:lnTo>
                  <a:cubicBezTo>
                    <a:pt x="30000" y="106475"/>
                    <a:pt x="30000" y="113130"/>
                    <a:pt x="30000" y="119785"/>
                  </a:cubicBezTo>
                  <a:lnTo>
                    <a:pt x="30000" y="119785"/>
                  </a:lnTo>
                  <a:cubicBezTo>
                    <a:pt x="30000" y="119785"/>
                    <a:pt x="30000" y="119785"/>
                    <a:pt x="36193" y="119785"/>
                  </a:cubicBezTo>
                  <a:lnTo>
                    <a:pt x="36193" y="119785"/>
                  </a:lnTo>
                  <a:cubicBezTo>
                    <a:pt x="36193" y="119785"/>
                    <a:pt x="48000" y="119785"/>
                    <a:pt x="54000" y="119785"/>
                  </a:cubicBezTo>
                  <a:cubicBezTo>
                    <a:pt x="54000" y="113130"/>
                    <a:pt x="54000" y="113130"/>
                    <a:pt x="54000" y="113130"/>
                  </a:cubicBezTo>
                  <a:lnTo>
                    <a:pt x="54000" y="113130"/>
                  </a:lnTo>
                  <a:cubicBezTo>
                    <a:pt x="54000" y="113130"/>
                    <a:pt x="54000" y="106475"/>
                    <a:pt x="60193" y="99821"/>
                  </a:cubicBezTo>
                  <a:lnTo>
                    <a:pt x="60193" y="99821"/>
                  </a:lnTo>
                  <a:lnTo>
                    <a:pt x="72000" y="86511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7" name="Shape 11797"/>
            <p:cNvSpPr/>
            <p:nvPr/>
          </p:nvSpPr>
          <p:spPr>
            <a:xfrm>
              <a:off x="3848100" y="2605088"/>
              <a:ext cx="100013" cy="1238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430" y="87017"/>
                  </a:moveTo>
                  <a:lnTo>
                    <a:pt x="40430" y="87017"/>
                  </a:lnTo>
                  <a:cubicBezTo>
                    <a:pt x="66236" y="87017"/>
                    <a:pt x="66236" y="87017"/>
                    <a:pt x="66236" y="87017"/>
                  </a:cubicBezTo>
                  <a:cubicBezTo>
                    <a:pt x="66236" y="76140"/>
                    <a:pt x="66236" y="76140"/>
                    <a:pt x="66236" y="76140"/>
                  </a:cubicBezTo>
                  <a:cubicBezTo>
                    <a:pt x="92903" y="76140"/>
                    <a:pt x="92903" y="76140"/>
                    <a:pt x="92903" y="76140"/>
                  </a:cubicBezTo>
                  <a:cubicBezTo>
                    <a:pt x="92903" y="87017"/>
                    <a:pt x="92903" y="87017"/>
                    <a:pt x="92903" y="87017"/>
                  </a:cubicBezTo>
                  <a:lnTo>
                    <a:pt x="92903" y="87017"/>
                  </a:lnTo>
                  <a:lnTo>
                    <a:pt x="92903" y="87017"/>
                  </a:lnTo>
                  <a:cubicBezTo>
                    <a:pt x="106236" y="76140"/>
                    <a:pt x="106236" y="76140"/>
                    <a:pt x="106236" y="76140"/>
                  </a:cubicBezTo>
                  <a:cubicBezTo>
                    <a:pt x="106236" y="87017"/>
                    <a:pt x="106236" y="87017"/>
                    <a:pt x="106236" y="87017"/>
                  </a:cubicBezTo>
                  <a:lnTo>
                    <a:pt x="119569" y="87017"/>
                  </a:lnTo>
                  <a:lnTo>
                    <a:pt x="119569" y="76140"/>
                  </a:lnTo>
                  <a:cubicBezTo>
                    <a:pt x="119569" y="76140"/>
                    <a:pt x="119569" y="65263"/>
                    <a:pt x="106236" y="65263"/>
                  </a:cubicBezTo>
                  <a:cubicBezTo>
                    <a:pt x="106236" y="65263"/>
                    <a:pt x="106236" y="65263"/>
                    <a:pt x="106236" y="54385"/>
                  </a:cubicBezTo>
                  <a:lnTo>
                    <a:pt x="106236" y="54385"/>
                  </a:lnTo>
                  <a:lnTo>
                    <a:pt x="106236" y="54385"/>
                  </a:lnTo>
                  <a:lnTo>
                    <a:pt x="106236" y="54385"/>
                  </a:lnTo>
                  <a:lnTo>
                    <a:pt x="92903" y="43508"/>
                  </a:lnTo>
                  <a:lnTo>
                    <a:pt x="106236" y="32631"/>
                  </a:lnTo>
                  <a:lnTo>
                    <a:pt x="106236" y="32631"/>
                  </a:lnTo>
                  <a:cubicBezTo>
                    <a:pt x="106236" y="21754"/>
                    <a:pt x="106236" y="21754"/>
                    <a:pt x="106236" y="21754"/>
                  </a:cubicBezTo>
                  <a:lnTo>
                    <a:pt x="106236" y="21754"/>
                  </a:lnTo>
                  <a:lnTo>
                    <a:pt x="106236" y="21754"/>
                  </a:lnTo>
                  <a:cubicBezTo>
                    <a:pt x="106236" y="21754"/>
                    <a:pt x="106236" y="21754"/>
                    <a:pt x="92903" y="21754"/>
                  </a:cubicBezTo>
                  <a:lnTo>
                    <a:pt x="92903" y="21754"/>
                  </a:lnTo>
                  <a:cubicBezTo>
                    <a:pt x="92903" y="32631"/>
                    <a:pt x="92903" y="32631"/>
                    <a:pt x="92903" y="32631"/>
                  </a:cubicBezTo>
                  <a:lnTo>
                    <a:pt x="79569" y="21754"/>
                  </a:lnTo>
                  <a:lnTo>
                    <a:pt x="79569" y="21754"/>
                  </a:lnTo>
                  <a:cubicBezTo>
                    <a:pt x="79569" y="10877"/>
                    <a:pt x="79569" y="10877"/>
                    <a:pt x="79569" y="10877"/>
                  </a:cubicBezTo>
                  <a:lnTo>
                    <a:pt x="79569" y="10877"/>
                  </a:lnTo>
                  <a:cubicBezTo>
                    <a:pt x="79569" y="10877"/>
                    <a:pt x="79569" y="10877"/>
                    <a:pt x="79569" y="0"/>
                  </a:cubicBezTo>
                  <a:lnTo>
                    <a:pt x="66236" y="0"/>
                  </a:lnTo>
                  <a:lnTo>
                    <a:pt x="66236" y="0"/>
                  </a:lnTo>
                  <a:lnTo>
                    <a:pt x="66236" y="0"/>
                  </a:lnTo>
                  <a:cubicBezTo>
                    <a:pt x="66236" y="32631"/>
                    <a:pt x="66236" y="32631"/>
                    <a:pt x="66236" y="32631"/>
                  </a:cubicBezTo>
                  <a:cubicBezTo>
                    <a:pt x="13333" y="32631"/>
                    <a:pt x="13333" y="32631"/>
                    <a:pt x="13333" y="32631"/>
                  </a:cubicBezTo>
                  <a:cubicBezTo>
                    <a:pt x="13333" y="43508"/>
                    <a:pt x="0" y="54385"/>
                    <a:pt x="0" y="54385"/>
                  </a:cubicBezTo>
                  <a:lnTo>
                    <a:pt x="0" y="54385"/>
                  </a:lnTo>
                  <a:lnTo>
                    <a:pt x="0" y="65263"/>
                  </a:lnTo>
                  <a:lnTo>
                    <a:pt x="0" y="65263"/>
                  </a:lnTo>
                  <a:cubicBezTo>
                    <a:pt x="0" y="65263"/>
                    <a:pt x="0" y="65263"/>
                    <a:pt x="0" y="76140"/>
                  </a:cubicBezTo>
                  <a:cubicBezTo>
                    <a:pt x="13333" y="76140"/>
                    <a:pt x="13333" y="76140"/>
                    <a:pt x="13333" y="76140"/>
                  </a:cubicBezTo>
                  <a:cubicBezTo>
                    <a:pt x="13333" y="87017"/>
                    <a:pt x="13333" y="87017"/>
                    <a:pt x="13333" y="87017"/>
                  </a:cubicBezTo>
                  <a:cubicBezTo>
                    <a:pt x="13333" y="87017"/>
                    <a:pt x="26666" y="97894"/>
                    <a:pt x="40430" y="119649"/>
                  </a:cubicBezTo>
                  <a:cubicBezTo>
                    <a:pt x="52903" y="119649"/>
                    <a:pt x="52903" y="119649"/>
                    <a:pt x="52903" y="119649"/>
                  </a:cubicBezTo>
                  <a:cubicBezTo>
                    <a:pt x="40000" y="108771"/>
                    <a:pt x="40430" y="108771"/>
                    <a:pt x="40430" y="108771"/>
                  </a:cubicBezTo>
                  <a:lnTo>
                    <a:pt x="40430" y="87017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8" name="Shape 11798"/>
            <p:cNvSpPr/>
            <p:nvPr/>
          </p:nvSpPr>
          <p:spPr>
            <a:xfrm>
              <a:off x="3444875" y="1836738"/>
              <a:ext cx="179388" cy="168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7424" y="95793"/>
                  </a:moveTo>
                  <a:lnTo>
                    <a:pt x="37424" y="95793"/>
                  </a:lnTo>
                  <a:lnTo>
                    <a:pt x="44909" y="87811"/>
                  </a:lnTo>
                  <a:lnTo>
                    <a:pt x="52635" y="87811"/>
                  </a:lnTo>
                  <a:lnTo>
                    <a:pt x="52635" y="87811"/>
                  </a:lnTo>
                  <a:lnTo>
                    <a:pt x="52635" y="87811"/>
                  </a:lnTo>
                  <a:lnTo>
                    <a:pt x="52635" y="87811"/>
                  </a:lnTo>
                  <a:lnTo>
                    <a:pt x="52635" y="87811"/>
                  </a:lnTo>
                  <a:cubicBezTo>
                    <a:pt x="52635" y="87811"/>
                    <a:pt x="52635" y="87811"/>
                    <a:pt x="59879" y="87811"/>
                  </a:cubicBezTo>
                  <a:cubicBezTo>
                    <a:pt x="59879" y="79570"/>
                    <a:pt x="59879" y="79570"/>
                    <a:pt x="67364" y="79570"/>
                  </a:cubicBezTo>
                  <a:lnTo>
                    <a:pt x="67364" y="79570"/>
                  </a:lnTo>
                  <a:cubicBezTo>
                    <a:pt x="67364" y="79570"/>
                    <a:pt x="67364" y="79570"/>
                    <a:pt x="74849" y="79570"/>
                  </a:cubicBezTo>
                  <a:lnTo>
                    <a:pt x="74849" y="79570"/>
                  </a:lnTo>
                  <a:lnTo>
                    <a:pt x="74849" y="79570"/>
                  </a:lnTo>
                  <a:lnTo>
                    <a:pt x="74849" y="79570"/>
                  </a:lnTo>
                  <a:lnTo>
                    <a:pt x="74849" y="79570"/>
                  </a:lnTo>
                  <a:lnTo>
                    <a:pt x="74849" y="79570"/>
                  </a:lnTo>
                  <a:cubicBezTo>
                    <a:pt x="74849" y="71587"/>
                    <a:pt x="82334" y="71587"/>
                    <a:pt x="82334" y="71587"/>
                  </a:cubicBezTo>
                  <a:lnTo>
                    <a:pt x="82334" y="71587"/>
                  </a:lnTo>
                  <a:lnTo>
                    <a:pt x="89818" y="71587"/>
                  </a:lnTo>
                  <a:lnTo>
                    <a:pt x="89818" y="71587"/>
                  </a:lnTo>
                  <a:cubicBezTo>
                    <a:pt x="89818" y="71587"/>
                    <a:pt x="89818" y="71587"/>
                    <a:pt x="89818" y="63862"/>
                  </a:cubicBezTo>
                  <a:lnTo>
                    <a:pt x="89818" y="63862"/>
                  </a:lnTo>
                  <a:lnTo>
                    <a:pt x="89818" y="63862"/>
                  </a:lnTo>
                  <a:cubicBezTo>
                    <a:pt x="89818" y="63862"/>
                    <a:pt x="89818" y="63862"/>
                    <a:pt x="89818" y="55879"/>
                  </a:cubicBezTo>
                  <a:lnTo>
                    <a:pt x="89818" y="55879"/>
                  </a:lnTo>
                  <a:cubicBezTo>
                    <a:pt x="89818" y="47639"/>
                    <a:pt x="97303" y="47639"/>
                    <a:pt x="97303" y="47639"/>
                  </a:cubicBezTo>
                  <a:lnTo>
                    <a:pt x="97303" y="47639"/>
                  </a:lnTo>
                  <a:cubicBezTo>
                    <a:pt x="97303" y="47639"/>
                    <a:pt x="97303" y="55879"/>
                    <a:pt x="104788" y="55879"/>
                  </a:cubicBezTo>
                  <a:lnTo>
                    <a:pt x="104788" y="55879"/>
                  </a:lnTo>
                  <a:lnTo>
                    <a:pt x="104788" y="55879"/>
                  </a:lnTo>
                  <a:lnTo>
                    <a:pt x="104788" y="55879"/>
                  </a:lnTo>
                  <a:cubicBezTo>
                    <a:pt x="104788" y="47639"/>
                    <a:pt x="104788" y="47639"/>
                    <a:pt x="104788" y="47639"/>
                  </a:cubicBezTo>
                  <a:lnTo>
                    <a:pt x="104788" y="47639"/>
                  </a:lnTo>
                  <a:cubicBezTo>
                    <a:pt x="112515" y="47639"/>
                    <a:pt x="112515" y="47639"/>
                    <a:pt x="112515" y="47639"/>
                  </a:cubicBezTo>
                  <a:lnTo>
                    <a:pt x="112515" y="47639"/>
                  </a:lnTo>
                  <a:lnTo>
                    <a:pt x="119758" y="47639"/>
                  </a:lnTo>
                  <a:lnTo>
                    <a:pt x="119758" y="47639"/>
                  </a:lnTo>
                  <a:lnTo>
                    <a:pt x="119758" y="47639"/>
                  </a:lnTo>
                  <a:cubicBezTo>
                    <a:pt x="119758" y="39656"/>
                    <a:pt x="119758" y="31931"/>
                    <a:pt x="119758" y="23948"/>
                  </a:cubicBezTo>
                  <a:lnTo>
                    <a:pt x="119758" y="23948"/>
                  </a:lnTo>
                  <a:cubicBezTo>
                    <a:pt x="119758" y="15708"/>
                    <a:pt x="119758" y="15708"/>
                    <a:pt x="112515" y="7725"/>
                  </a:cubicBezTo>
                  <a:lnTo>
                    <a:pt x="112515" y="7725"/>
                  </a:lnTo>
                  <a:lnTo>
                    <a:pt x="112515" y="7725"/>
                  </a:lnTo>
                  <a:lnTo>
                    <a:pt x="104788" y="7725"/>
                  </a:lnTo>
                  <a:lnTo>
                    <a:pt x="104788" y="7725"/>
                  </a:lnTo>
                  <a:lnTo>
                    <a:pt x="104788" y="7725"/>
                  </a:lnTo>
                  <a:cubicBezTo>
                    <a:pt x="97303" y="7725"/>
                    <a:pt x="97303" y="7725"/>
                    <a:pt x="97303" y="7725"/>
                  </a:cubicBezTo>
                  <a:cubicBezTo>
                    <a:pt x="97303" y="7725"/>
                    <a:pt x="89818" y="7725"/>
                    <a:pt x="82334" y="7725"/>
                  </a:cubicBezTo>
                  <a:lnTo>
                    <a:pt x="74849" y="0"/>
                  </a:lnTo>
                  <a:lnTo>
                    <a:pt x="74849" y="0"/>
                  </a:lnTo>
                  <a:cubicBezTo>
                    <a:pt x="67364" y="0"/>
                    <a:pt x="67364" y="0"/>
                    <a:pt x="67364" y="0"/>
                  </a:cubicBezTo>
                  <a:cubicBezTo>
                    <a:pt x="67364" y="0"/>
                    <a:pt x="67364" y="0"/>
                    <a:pt x="67364" y="7725"/>
                  </a:cubicBezTo>
                  <a:lnTo>
                    <a:pt x="67364" y="7725"/>
                  </a:lnTo>
                  <a:cubicBezTo>
                    <a:pt x="67364" y="15708"/>
                    <a:pt x="59879" y="23948"/>
                    <a:pt x="59879" y="23948"/>
                  </a:cubicBezTo>
                  <a:cubicBezTo>
                    <a:pt x="52635" y="31931"/>
                    <a:pt x="37424" y="39656"/>
                    <a:pt x="37424" y="39656"/>
                  </a:cubicBezTo>
                  <a:cubicBezTo>
                    <a:pt x="37424" y="39656"/>
                    <a:pt x="29939" y="47639"/>
                    <a:pt x="22696" y="47639"/>
                  </a:cubicBezTo>
                  <a:cubicBezTo>
                    <a:pt x="22696" y="55879"/>
                    <a:pt x="29939" y="55879"/>
                    <a:pt x="22696" y="63862"/>
                  </a:cubicBezTo>
                  <a:lnTo>
                    <a:pt x="22696" y="63862"/>
                  </a:lnTo>
                  <a:lnTo>
                    <a:pt x="22696" y="71587"/>
                  </a:lnTo>
                  <a:cubicBezTo>
                    <a:pt x="22696" y="79570"/>
                    <a:pt x="22696" y="87811"/>
                    <a:pt x="22696" y="87811"/>
                  </a:cubicBezTo>
                  <a:lnTo>
                    <a:pt x="22696" y="87811"/>
                  </a:lnTo>
                  <a:cubicBezTo>
                    <a:pt x="22696" y="95793"/>
                    <a:pt x="22696" y="95793"/>
                    <a:pt x="14969" y="103519"/>
                  </a:cubicBezTo>
                  <a:cubicBezTo>
                    <a:pt x="7484" y="111502"/>
                    <a:pt x="0" y="111502"/>
                    <a:pt x="0" y="119742"/>
                  </a:cubicBezTo>
                  <a:cubicBezTo>
                    <a:pt x="22696" y="119742"/>
                    <a:pt x="22696" y="119742"/>
                    <a:pt x="22696" y="119742"/>
                  </a:cubicBezTo>
                  <a:cubicBezTo>
                    <a:pt x="22696" y="103519"/>
                    <a:pt x="22696" y="103519"/>
                    <a:pt x="22696" y="103519"/>
                  </a:cubicBezTo>
                  <a:lnTo>
                    <a:pt x="22696" y="103519"/>
                  </a:lnTo>
                  <a:cubicBezTo>
                    <a:pt x="29939" y="103519"/>
                    <a:pt x="29939" y="95793"/>
                    <a:pt x="37424" y="9579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9" name="Shape 11799"/>
            <p:cNvSpPr/>
            <p:nvPr/>
          </p:nvSpPr>
          <p:spPr>
            <a:xfrm>
              <a:off x="3824288" y="1333500"/>
              <a:ext cx="33337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851" y="89032"/>
                  </a:moveTo>
                  <a:lnTo>
                    <a:pt x="40851" y="89032"/>
                  </a:lnTo>
                  <a:lnTo>
                    <a:pt x="40851" y="89032"/>
                  </a:lnTo>
                  <a:cubicBezTo>
                    <a:pt x="79148" y="119032"/>
                    <a:pt x="79148" y="119032"/>
                    <a:pt x="79148" y="119032"/>
                  </a:cubicBezTo>
                  <a:lnTo>
                    <a:pt x="79148" y="89032"/>
                  </a:lnTo>
                  <a:lnTo>
                    <a:pt x="79148" y="89032"/>
                  </a:lnTo>
                  <a:cubicBezTo>
                    <a:pt x="79148" y="60000"/>
                    <a:pt x="118723" y="30000"/>
                    <a:pt x="118723" y="30000"/>
                  </a:cubicBezTo>
                  <a:lnTo>
                    <a:pt x="118723" y="30000"/>
                  </a:lnTo>
                  <a:lnTo>
                    <a:pt x="118723" y="0"/>
                  </a:lnTo>
                  <a:lnTo>
                    <a:pt x="118723" y="0"/>
                  </a:lnTo>
                  <a:cubicBezTo>
                    <a:pt x="118723" y="0"/>
                    <a:pt x="118723" y="30000"/>
                    <a:pt x="79148" y="30000"/>
                  </a:cubicBezTo>
                  <a:lnTo>
                    <a:pt x="79148" y="0"/>
                  </a:lnTo>
                  <a:lnTo>
                    <a:pt x="40851" y="0"/>
                  </a:lnTo>
                  <a:lnTo>
                    <a:pt x="40851" y="0"/>
                  </a:lnTo>
                  <a:cubicBezTo>
                    <a:pt x="40851" y="30000"/>
                    <a:pt x="40851" y="30000"/>
                    <a:pt x="40851" y="30000"/>
                  </a:cubicBezTo>
                  <a:cubicBezTo>
                    <a:pt x="40851" y="60000"/>
                    <a:pt x="40851" y="60000"/>
                    <a:pt x="40851" y="60000"/>
                  </a:cubicBezTo>
                  <a:cubicBezTo>
                    <a:pt x="0" y="60000"/>
                    <a:pt x="0" y="60000"/>
                    <a:pt x="0" y="60000"/>
                  </a:cubicBezTo>
                  <a:lnTo>
                    <a:pt x="0" y="60000"/>
                  </a:lnTo>
                  <a:lnTo>
                    <a:pt x="40851" y="60000"/>
                  </a:lnTo>
                  <a:cubicBezTo>
                    <a:pt x="40851" y="60000"/>
                    <a:pt x="40851" y="60000"/>
                    <a:pt x="40851" y="8903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0" name="Shape 11800"/>
            <p:cNvSpPr/>
            <p:nvPr/>
          </p:nvSpPr>
          <p:spPr>
            <a:xfrm>
              <a:off x="3902075" y="1066800"/>
              <a:ext cx="223838" cy="3016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" y="115555"/>
                  </a:moveTo>
                  <a:lnTo>
                    <a:pt x="11980" y="115555"/>
                  </a:lnTo>
                  <a:lnTo>
                    <a:pt x="11980" y="115555"/>
                  </a:lnTo>
                  <a:cubicBezTo>
                    <a:pt x="11980" y="115555"/>
                    <a:pt x="11980" y="115555"/>
                    <a:pt x="11980" y="119856"/>
                  </a:cubicBezTo>
                  <a:lnTo>
                    <a:pt x="11980" y="119856"/>
                  </a:lnTo>
                  <a:lnTo>
                    <a:pt x="17971" y="119856"/>
                  </a:lnTo>
                  <a:lnTo>
                    <a:pt x="17971" y="119856"/>
                  </a:lnTo>
                  <a:lnTo>
                    <a:pt x="17971" y="119856"/>
                  </a:lnTo>
                  <a:cubicBezTo>
                    <a:pt x="17971" y="119856"/>
                    <a:pt x="17971" y="119856"/>
                    <a:pt x="23961" y="119856"/>
                  </a:cubicBezTo>
                  <a:cubicBezTo>
                    <a:pt x="23961" y="115555"/>
                    <a:pt x="23961" y="111111"/>
                    <a:pt x="29951" y="111111"/>
                  </a:cubicBezTo>
                  <a:lnTo>
                    <a:pt x="29951" y="111111"/>
                  </a:lnTo>
                  <a:lnTo>
                    <a:pt x="29951" y="111111"/>
                  </a:lnTo>
                  <a:cubicBezTo>
                    <a:pt x="29951" y="111111"/>
                    <a:pt x="29951" y="111111"/>
                    <a:pt x="35942" y="111111"/>
                  </a:cubicBezTo>
                  <a:lnTo>
                    <a:pt x="35942" y="111111"/>
                  </a:lnTo>
                  <a:cubicBezTo>
                    <a:pt x="41932" y="111111"/>
                    <a:pt x="41932" y="111111"/>
                    <a:pt x="41932" y="106666"/>
                  </a:cubicBezTo>
                  <a:cubicBezTo>
                    <a:pt x="41932" y="102078"/>
                    <a:pt x="41932" y="102078"/>
                    <a:pt x="41932" y="102078"/>
                  </a:cubicBezTo>
                  <a:cubicBezTo>
                    <a:pt x="41932" y="97777"/>
                    <a:pt x="47922" y="97777"/>
                    <a:pt x="47922" y="97777"/>
                  </a:cubicBezTo>
                  <a:lnTo>
                    <a:pt x="47922" y="97777"/>
                  </a:lnTo>
                  <a:cubicBezTo>
                    <a:pt x="41932" y="88888"/>
                    <a:pt x="41932" y="88888"/>
                    <a:pt x="41932" y="88888"/>
                  </a:cubicBezTo>
                  <a:cubicBezTo>
                    <a:pt x="53913" y="88888"/>
                    <a:pt x="53913" y="88888"/>
                    <a:pt x="53913" y="88888"/>
                  </a:cubicBezTo>
                  <a:lnTo>
                    <a:pt x="53913" y="88888"/>
                  </a:lnTo>
                  <a:lnTo>
                    <a:pt x="53913" y="84301"/>
                  </a:lnTo>
                  <a:cubicBezTo>
                    <a:pt x="59903" y="84301"/>
                    <a:pt x="59903" y="84301"/>
                    <a:pt x="59903" y="84301"/>
                  </a:cubicBezTo>
                  <a:lnTo>
                    <a:pt x="59903" y="84301"/>
                  </a:lnTo>
                  <a:cubicBezTo>
                    <a:pt x="59903" y="80000"/>
                    <a:pt x="59903" y="80000"/>
                    <a:pt x="59903" y="80000"/>
                  </a:cubicBezTo>
                  <a:cubicBezTo>
                    <a:pt x="65893" y="80000"/>
                    <a:pt x="65893" y="80000"/>
                    <a:pt x="65893" y="80000"/>
                  </a:cubicBezTo>
                  <a:lnTo>
                    <a:pt x="65893" y="80000"/>
                  </a:lnTo>
                  <a:cubicBezTo>
                    <a:pt x="65893" y="80000"/>
                    <a:pt x="65893" y="80000"/>
                    <a:pt x="59903" y="75555"/>
                  </a:cubicBezTo>
                  <a:lnTo>
                    <a:pt x="59903" y="75555"/>
                  </a:lnTo>
                  <a:cubicBezTo>
                    <a:pt x="53913" y="75555"/>
                    <a:pt x="53913" y="75555"/>
                    <a:pt x="53913" y="75555"/>
                  </a:cubicBezTo>
                  <a:cubicBezTo>
                    <a:pt x="53913" y="75555"/>
                    <a:pt x="47922" y="71111"/>
                    <a:pt x="47922" y="66523"/>
                  </a:cubicBezTo>
                  <a:lnTo>
                    <a:pt x="47922" y="66523"/>
                  </a:lnTo>
                  <a:cubicBezTo>
                    <a:pt x="47922" y="62222"/>
                    <a:pt x="47922" y="62222"/>
                    <a:pt x="47922" y="62222"/>
                  </a:cubicBezTo>
                  <a:lnTo>
                    <a:pt x="53913" y="62222"/>
                  </a:lnTo>
                  <a:lnTo>
                    <a:pt x="53913" y="62222"/>
                  </a:lnTo>
                  <a:lnTo>
                    <a:pt x="53913" y="57777"/>
                  </a:lnTo>
                  <a:cubicBezTo>
                    <a:pt x="53913" y="53333"/>
                    <a:pt x="59903" y="53333"/>
                    <a:pt x="59903" y="53333"/>
                  </a:cubicBezTo>
                  <a:cubicBezTo>
                    <a:pt x="59903" y="53333"/>
                    <a:pt x="59903" y="53333"/>
                    <a:pt x="65893" y="48745"/>
                  </a:cubicBezTo>
                  <a:cubicBezTo>
                    <a:pt x="65893" y="48745"/>
                    <a:pt x="71884" y="44444"/>
                    <a:pt x="83864" y="44444"/>
                  </a:cubicBezTo>
                  <a:cubicBezTo>
                    <a:pt x="83864" y="44444"/>
                    <a:pt x="89855" y="40000"/>
                    <a:pt x="95845" y="35555"/>
                  </a:cubicBezTo>
                  <a:lnTo>
                    <a:pt x="95845" y="35555"/>
                  </a:lnTo>
                  <a:cubicBezTo>
                    <a:pt x="95845" y="31111"/>
                    <a:pt x="95845" y="31111"/>
                    <a:pt x="95845" y="31111"/>
                  </a:cubicBezTo>
                  <a:lnTo>
                    <a:pt x="95845" y="31111"/>
                  </a:lnTo>
                  <a:cubicBezTo>
                    <a:pt x="89855" y="17777"/>
                    <a:pt x="89855" y="17777"/>
                    <a:pt x="89855" y="17777"/>
                  </a:cubicBezTo>
                  <a:cubicBezTo>
                    <a:pt x="101835" y="26666"/>
                    <a:pt x="101835" y="26666"/>
                    <a:pt x="101835" y="26666"/>
                  </a:cubicBezTo>
                  <a:cubicBezTo>
                    <a:pt x="107826" y="22222"/>
                    <a:pt x="113816" y="22222"/>
                    <a:pt x="113816" y="22222"/>
                  </a:cubicBezTo>
                  <a:lnTo>
                    <a:pt x="113816" y="22222"/>
                  </a:lnTo>
                  <a:lnTo>
                    <a:pt x="113816" y="22222"/>
                  </a:lnTo>
                  <a:lnTo>
                    <a:pt x="119806" y="22222"/>
                  </a:lnTo>
                  <a:lnTo>
                    <a:pt x="119806" y="22222"/>
                  </a:lnTo>
                  <a:lnTo>
                    <a:pt x="119806" y="22222"/>
                  </a:lnTo>
                  <a:cubicBezTo>
                    <a:pt x="119806" y="22222"/>
                    <a:pt x="119806" y="22222"/>
                    <a:pt x="119806" y="17777"/>
                  </a:cubicBezTo>
                  <a:lnTo>
                    <a:pt x="119806" y="17777"/>
                  </a:lnTo>
                  <a:lnTo>
                    <a:pt x="119806" y="13333"/>
                  </a:lnTo>
                  <a:lnTo>
                    <a:pt x="119806" y="13333"/>
                  </a:lnTo>
                  <a:lnTo>
                    <a:pt x="119806" y="13333"/>
                  </a:lnTo>
                  <a:cubicBezTo>
                    <a:pt x="119806" y="13333"/>
                    <a:pt x="119806" y="13333"/>
                    <a:pt x="119806" y="8888"/>
                  </a:cubicBezTo>
                  <a:lnTo>
                    <a:pt x="119806" y="8888"/>
                  </a:lnTo>
                  <a:lnTo>
                    <a:pt x="119806" y="8888"/>
                  </a:lnTo>
                  <a:lnTo>
                    <a:pt x="113816" y="4444"/>
                  </a:lnTo>
                  <a:lnTo>
                    <a:pt x="113816" y="4444"/>
                  </a:lnTo>
                  <a:lnTo>
                    <a:pt x="113816" y="4444"/>
                  </a:lnTo>
                  <a:cubicBezTo>
                    <a:pt x="107826" y="4444"/>
                    <a:pt x="107826" y="4444"/>
                    <a:pt x="107826" y="4444"/>
                  </a:cubicBezTo>
                  <a:cubicBezTo>
                    <a:pt x="107826" y="4444"/>
                    <a:pt x="101835" y="4444"/>
                    <a:pt x="101835" y="0"/>
                  </a:cubicBezTo>
                  <a:lnTo>
                    <a:pt x="101835" y="0"/>
                  </a:lnTo>
                  <a:lnTo>
                    <a:pt x="95845" y="0"/>
                  </a:lnTo>
                  <a:lnTo>
                    <a:pt x="95845" y="0"/>
                  </a:lnTo>
                  <a:lnTo>
                    <a:pt x="95845" y="0"/>
                  </a:lnTo>
                  <a:lnTo>
                    <a:pt x="95845" y="0"/>
                  </a:lnTo>
                  <a:lnTo>
                    <a:pt x="95845" y="4444"/>
                  </a:lnTo>
                  <a:cubicBezTo>
                    <a:pt x="95845" y="4444"/>
                    <a:pt x="95845" y="4444"/>
                    <a:pt x="89855" y="4444"/>
                  </a:cubicBezTo>
                  <a:cubicBezTo>
                    <a:pt x="89855" y="8888"/>
                    <a:pt x="89855" y="8888"/>
                    <a:pt x="83864" y="8888"/>
                  </a:cubicBezTo>
                  <a:lnTo>
                    <a:pt x="83864" y="8888"/>
                  </a:lnTo>
                  <a:cubicBezTo>
                    <a:pt x="83864" y="8888"/>
                    <a:pt x="83864" y="8888"/>
                    <a:pt x="77874" y="8888"/>
                  </a:cubicBezTo>
                  <a:cubicBezTo>
                    <a:pt x="77874" y="4444"/>
                    <a:pt x="77874" y="4444"/>
                    <a:pt x="77874" y="4444"/>
                  </a:cubicBezTo>
                  <a:cubicBezTo>
                    <a:pt x="71884" y="4444"/>
                    <a:pt x="71884" y="4444"/>
                    <a:pt x="71884" y="4444"/>
                  </a:cubicBezTo>
                  <a:cubicBezTo>
                    <a:pt x="71884" y="8888"/>
                    <a:pt x="71884" y="8888"/>
                    <a:pt x="65893" y="8888"/>
                  </a:cubicBezTo>
                  <a:cubicBezTo>
                    <a:pt x="65893" y="8888"/>
                    <a:pt x="65893" y="8888"/>
                    <a:pt x="59903" y="8888"/>
                  </a:cubicBezTo>
                  <a:lnTo>
                    <a:pt x="59903" y="8888"/>
                  </a:lnTo>
                  <a:cubicBezTo>
                    <a:pt x="59903" y="8888"/>
                    <a:pt x="59903" y="8888"/>
                    <a:pt x="53913" y="8888"/>
                  </a:cubicBezTo>
                  <a:lnTo>
                    <a:pt x="53913" y="8888"/>
                  </a:lnTo>
                  <a:lnTo>
                    <a:pt x="53913" y="8888"/>
                  </a:lnTo>
                  <a:cubicBezTo>
                    <a:pt x="53913" y="13333"/>
                    <a:pt x="53913" y="13333"/>
                    <a:pt x="53913" y="13333"/>
                  </a:cubicBezTo>
                  <a:lnTo>
                    <a:pt x="53913" y="13333"/>
                  </a:lnTo>
                  <a:lnTo>
                    <a:pt x="53913" y="13333"/>
                  </a:lnTo>
                  <a:cubicBezTo>
                    <a:pt x="53913" y="17777"/>
                    <a:pt x="47922" y="17777"/>
                    <a:pt x="47922" y="17777"/>
                  </a:cubicBezTo>
                  <a:cubicBezTo>
                    <a:pt x="47922" y="17777"/>
                    <a:pt x="47922" y="17777"/>
                    <a:pt x="41932" y="17777"/>
                  </a:cubicBezTo>
                  <a:cubicBezTo>
                    <a:pt x="41932" y="22222"/>
                    <a:pt x="41932" y="22222"/>
                    <a:pt x="41932" y="22222"/>
                  </a:cubicBezTo>
                  <a:lnTo>
                    <a:pt x="41932" y="22222"/>
                  </a:lnTo>
                  <a:lnTo>
                    <a:pt x="35942" y="26666"/>
                  </a:lnTo>
                  <a:cubicBezTo>
                    <a:pt x="29951" y="26666"/>
                    <a:pt x="29951" y="26666"/>
                    <a:pt x="29951" y="26666"/>
                  </a:cubicBezTo>
                  <a:lnTo>
                    <a:pt x="29951" y="26666"/>
                  </a:lnTo>
                  <a:lnTo>
                    <a:pt x="29951" y="31111"/>
                  </a:lnTo>
                  <a:lnTo>
                    <a:pt x="29951" y="31111"/>
                  </a:lnTo>
                  <a:lnTo>
                    <a:pt x="29951" y="31111"/>
                  </a:lnTo>
                  <a:cubicBezTo>
                    <a:pt x="29951" y="35555"/>
                    <a:pt x="29951" y="35555"/>
                    <a:pt x="23961" y="35555"/>
                  </a:cubicBezTo>
                  <a:cubicBezTo>
                    <a:pt x="23961" y="40000"/>
                    <a:pt x="29951" y="40000"/>
                    <a:pt x="29951" y="40000"/>
                  </a:cubicBezTo>
                  <a:cubicBezTo>
                    <a:pt x="29951" y="44444"/>
                    <a:pt x="23961" y="44444"/>
                    <a:pt x="23961" y="48745"/>
                  </a:cubicBezTo>
                  <a:lnTo>
                    <a:pt x="17971" y="48745"/>
                  </a:lnTo>
                  <a:cubicBezTo>
                    <a:pt x="11980" y="48745"/>
                    <a:pt x="11980" y="48745"/>
                    <a:pt x="11980" y="48745"/>
                  </a:cubicBezTo>
                  <a:lnTo>
                    <a:pt x="11980" y="48745"/>
                  </a:lnTo>
                  <a:lnTo>
                    <a:pt x="5990" y="48745"/>
                  </a:lnTo>
                  <a:lnTo>
                    <a:pt x="5990" y="48745"/>
                  </a:lnTo>
                  <a:lnTo>
                    <a:pt x="5990" y="48745"/>
                  </a:lnTo>
                  <a:cubicBezTo>
                    <a:pt x="5990" y="48745"/>
                    <a:pt x="5990" y="48745"/>
                    <a:pt x="5990" y="53333"/>
                  </a:cubicBezTo>
                  <a:lnTo>
                    <a:pt x="5990" y="53333"/>
                  </a:lnTo>
                  <a:lnTo>
                    <a:pt x="5990" y="53333"/>
                  </a:lnTo>
                  <a:cubicBezTo>
                    <a:pt x="5990" y="57777"/>
                    <a:pt x="5990" y="57777"/>
                    <a:pt x="5990" y="57777"/>
                  </a:cubicBezTo>
                  <a:lnTo>
                    <a:pt x="5990" y="57777"/>
                  </a:lnTo>
                  <a:lnTo>
                    <a:pt x="5990" y="62222"/>
                  </a:lnTo>
                  <a:cubicBezTo>
                    <a:pt x="11980" y="62222"/>
                    <a:pt x="11980" y="62222"/>
                    <a:pt x="11980" y="62222"/>
                  </a:cubicBezTo>
                  <a:lnTo>
                    <a:pt x="11980" y="62222"/>
                  </a:lnTo>
                  <a:lnTo>
                    <a:pt x="11980" y="66523"/>
                  </a:lnTo>
                  <a:lnTo>
                    <a:pt x="11980" y="66523"/>
                  </a:lnTo>
                  <a:lnTo>
                    <a:pt x="11980" y="66523"/>
                  </a:lnTo>
                  <a:lnTo>
                    <a:pt x="11980" y="66523"/>
                  </a:lnTo>
                  <a:lnTo>
                    <a:pt x="11980" y="66523"/>
                  </a:lnTo>
                  <a:lnTo>
                    <a:pt x="11980" y="71111"/>
                  </a:lnTo>
                  <a:lnTo>
                    <a:pt x="11980" y="71111"/>
                  </a:lnTo>
                  <a:lnTo>
                    <a:pt x="11980" y="71111"/>
                  </a:lnTo>
                  <a:lnTo>
                    <a:pt x="11980" y="71111"/>
                  </a:lnTo>
                  <a:cubicBezTo>
                    <a:pt x="11980" y="71111"/>
                    <a:pt x="11980" y="71111"/>
                    <a:pt x="11980" y="75555"/>
                  </a:cubicBezTo>
                  <a:lnTo>
                    <a:pt x="11980" y="75555"/>
                  </a:lnTo>
                  <a:cubicBezTo>
                    <a:pt x="11980" y="75555"/>
                    <a:pt x="11980" y="75555"/>
                    <a:pt x="11980" y="80000"/>
                  </a:cubicBezTo>
                  <a:lnTo>
                    <a:pt x="11980" y="80000"/>
                  </a:lnTo>
                  <a:lnTo>
                    <a:pt x="11980" y="80000"/>
                  </a:lnTo>
                  <a:cubicBezTo>
                    <a:pt x="5990" y="80000"/>
                    <a:pt x="5990" y="84301"/>
                    <a:pt x="5990" y="84301"/>
                  </a:cubicBezTo>
                  <a:lnTo>
                    <a:pt x="0" y="84301"/>
                  </a:lnTo>
                  <a:lnTo>
                    <a:pt x="0" y="88888"/>
                  </a:lnTo>
                  <a:lnTo>
                    <a:pt x="0" y="88888"/>
                  </a:lnTo>
                  <a:lnTo>
                    <a:pt x="0" y="88888"/>
                  </a:lnTo>
                  <a:lnTo>
                    <a:pt x="0" y="88888"/>
                  </a:lnTo>
                  <a:lnTo>
                    <a:pt x="0" y="88888"/>
                  </a:lnTo>
                  <a:cubicBezTo>
                    <a:pt x="0" y="93333"/>
                    <a:pt x="0" y="93333"/>
                    <a:pt x="0" y="93333"/>
                  </a:cubicBezTo>
                  <a:lnTo>
                    <a:pt x="0" y="97777"/>
                  </a:lnTo>
                  <a:cubicBezTo>
                    <a:pt x="0" y="102078"/>
                    <a:pt x="0" y="102078"/>
                    <a:pt x="5990" y="106666"/>
                  </a:cubicBezTo>
                  <a:lnTo>
                    <a:pt x="5990" y="106666"/>
                  </a:lnTo>
                  <a:cubicBezTo>
                    <a:pt x="11980" y="106666"/>
                    <a:pt x="11980" y="111111"/>
                    <a:pt x="11980" y="115555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1" name="Shape 11801"/>
            <p:cNvSpPr/>
            <p:nvPr/>
          </p:nvSpPr>
          <p:spPr>
            <a:xfrm>
              <a:off x="3792538" y="1390650"/>
              <a:ext cx="155575" cy="155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6905" y="42857"/>
                  </a:moveTo>
                  <a:lnTo>
                    <a:pt x="16905" y="42857"/>
                  </a:lnTo>
                  <a:lnTo>
                    <a:pt x="8314" y="51152"/>
                  </a:lnTo>
                  <a:lnTo>
                    <a:pt x="8314" y="51152"/>
                  </a:lnTo>
                  <a:cubicBezTo>
                    <a:pt x="8314" y="51152"/>
                    <a:pt x="8314" y="51152"/>
                    <a:pt x="0" y="51152"/>
                  </a:cubicBezTo>
                  <a:cubicBezTo>
                    <a:pt x="0" y="60000"/>
                    <a:pt x="0" y="60000"/>
                    <a:pt x="0" y="60000"/>
                  </a:cubicBezTo>
                  <a:lnTo>
                    <a:pt x="0" y="60000"/>
                  </a:lnTo>
                  <a:cubicBezTo>
                    <a:pt x="0" y="60000"/>
                    <a:pt x="0" y="60000"/>
                    <a:pt x="0" y="68571"/>
                  </a:cubicBezTo>
                  <a:lnTo>
                    <a:pt x="8314" y="68571"/>
                  </a:lnTo>
                  <a:lnTo>
                    <a:pt x="8314" y="68571"/>
                  </a:lnTo>
                  <a:lnTo>
                    <a:pt x="8314" y="77142"/>
                  </a:lnTo>
                  <a:lnTo>
                    <a:pt x="8314" y="77142"/>
                  </a:lnTo>
                  <a:cubicBezTo>
                    <a:pt x="8314" y="77142"/>
                    <a:pt x="8314" y="77142"/>
                    <a:pt x="8314" y="85437"/>
                  </a:cubicBezTo>
                  <a:lnTo>
                    <a:pt x="8314" y="85437"/>
                  </a:lnTo>
                  <a:lnTo>
                    <a:pt x="8314" y="85437"/>
                  </a:lnTo>
                  <a:cubicBezTo>
                    <a:pt x="8314" y="85437"/>
                    <a:pt x="8314" y="85437"/>
                    <a:pt x="8314" y="94285"/>
                  </a:cubicBezTo>
                  <a:lnTo>
                    <a:pt x="16905" y="85437"/>
                  </a:lnTo>
                  <a:cubicBezTo>
                    <a:pt x="16905" y="85437"/>
                    <a:pt x="16905" y="85437"/>
                    <a:pt x="25496" y="85437"/>
                  </a:cubicBezTo>
                  <a:lnTo>
                    <a:pt x="25496" y="85437"/>
                  </a:lnTo>
                  <a:cubicBezTo>
                    <a:pt x="34364" y="94285"/>
                    <a:pt x="34364" y="94285"/>
                    <a:pt x="34364" y="102857"/>
                  </a:cubicBezTo>
                  <a:cubicBezTo>
                    <a:pt x="34364" y="102857"/>
                    <a:pt x="34364" y="102857"/>
                    <a:pt x="25496" y="111428"/>
                  </a:cubicBezTo>
                  <a:lnTo>
                    <a:pt x="25496" y="111428"/>
                  </a:lnTo>
                  <a:cubicBezTo>
                    <a:pt x="25496" y="111428"/>
                    <a:pt x="25496" y="111428"/>
                    <a:pt x="25496" y="119723"/>
                  </a:cubicBezTo>
                  <a:lnTo>
                    <a:pt x="25496" y="119723"/>
                  </a:lnTo>
                  <a:lnTo>
                    <a:pt x="25496" y="119723"/>
                  </a:lnTo>
                  <a:lnTo>
                    <a:pt x="25496" y="119723"/>
                  </a:lnTo>
                  <a:lnTo>
                    <a:pt x="25496" y="119723"/>
                  </a:lnTo>
                  <a:cubicBezTo>
                    <a:pt x="25496" y="111428"/>
                    <a:pt x="34364" y="111428"/>
                    <a:pt x="34364" y="111428"/>
                  </a:cubicBezTo>
                  <a:lnTo>
                    <a:pt x="34364" y="111428"/>
                  </a:lnTo>
                  <a:lnTo>
                    <a:pt x="34364" y="111428"/>
                  </a:lnTo>
                  <a:cubicBezTo>
                    <a:pt x="42678" y="111428"/>
                    <a:pt x="42678" y="111428"/>
                    <a:pt x="42678" y="119723"/>
                  </a:cubicBezTo>
                  <a:lnTo>
                    <a:pt x="42678" y="119723"/>
                  </a:lnTo>
                  <a:lnTo>
                    <a:pt x="42678" y="119723"/>
                  </a:lnTo>
                  <a:lnTo>
                    <a:pt x="42678" y="119723"/>
                  </a:lnTo>
                  <a:lnTo>
                    <a:pt x="42678" y="119723"/>
                  </a:lnTo>
                  <a:lnTo>
                    <a:pt x="42678" y="119723"/>
                  </a:lnTo>
                  <a:lnTo>
                    <a:pt x="42678" y="119723"/>
                  </a:lnTo>
                  <a:cubicBezTo>
                    <a:pt x="51270" y="119723"/>
                    <a:pt x="51270" y="119723"/>
                    <a:pt x="51270" y="119723"/>
                  </a:cubicBezTo>
                  <a:lnTo>
                    <a:pt x="51270" y="119723"/>
                  </a:lnTo>
                  <a:lnTo>
                    <a:pt x="51270" y="119723"/>
                  </a:lnTo>
                  <a:lnTo>
                    <a:pt x="51270" y="119723"/>
                  </a:lnTo>
                  <a:lnTo>
                    <a:pt x="51270" y="119723"/>
                  </a:lnTo>
                  <a:lnTo>
                    <a:pt x="51270" y="119723"/>
                  </a:lnTo>
                  <a:lnTo>
                    <a:pt x="51270" y="119723"/>
                  </a:lnTo>
                  <a:cubicBezTo>
                    <a:pt x="51270" y="119723"/>
                    <a:pt x="51270" y="119723"/>
                    <a:pt x="59861" y="119723"/>
                  </a:cubicBezTo>
                  <a:lnTo>
                    <a:pt x="68729" y="119723"/>
                  </a:lnTo>
                  <a:cubicBezTo>
                    <a:pt x="68729" y="119723"/>
                    <a:pt x="68452" y="119723"/>
                    <a:pt x="76766" y="119723"/>
                  </a:cubicBezTo>
                  <a:lnTo>
                    <a:pt x="76766" y="119723"/>
                  </a:lnTo>
                  <a:cubicBezTo>
                    <a:pt x="85357" y="119723"/>
                    <a:pt x="85357" y="119723"/>
                    <a:pt x="85357" y="119723"/>
                  </a:cubicBezTo>
                  <a:lnTo>
                    <a:pt x="85357" y="119723"/>
                  </a:lnTo>
                  <a:lnTo>
                    <a:pt x="93949" y="111428"/>
                  </a:lnTo>
                  <a:lnTo>
                    <a:pt x="93949" y="111428"/>
                  </a:lnTo>
                  <a:lnTo>
                    <a:pt x="93949" y="111428"/>
                  </a:lnTo>
                  <a:cubicBezTo>
                    <a:pt x="93949" y="111428"/>
                    <a:pt x="93949" y="102857"/>
                    <a:pt x="102540" y="102857"/>
                  </a:cubicBezTo>
                  <a:lnTo>
                    <a:pt x="102540" y="102857"/>
                  </a:lnTo>
                  <a:cubicBezTo>
                    <a:pt x="93949" y="102857"/>
                    <a:pt x="93949" y="102857"/>
                    <a:pt x="93949" y="102857"/>
                  </a:cubicBezTo>
                  <a:lnTo>
                    <a:pt x="93949" y="102857"/>
                  </a:lnTo>
                  <a:cubicBezTo>
                    <a:pt x="85357" y="94285"/>
                    <a:pt x="85357" y="94285"/>
                    <a:pt x="85357" y="94285"/>
                  </a:cubicBezTo>
                  <a:lnTo>
                    <a:pt x="85357" y="85437"/>
                  </a:lnTo>
                  <a:lnTo>
                    <a:pt x="85357" y="85437"/>
                  </a:lnTo>
                  <a:lnTo>
                    <a:pt x="85357" y="85437"/>
                  </a:lnTo>
                  <a:lnTo>
                    <a:pt x="85357" y="77142"/>
                  </a:lnTo>
                  <a:lnTo>
                    <a:pt x="85357" y="77142"/>
                  </a:lnTo>
                  <a:lnTo>
                    <a:pt x="85357" y="68571"/>
                  </a:lnTo>
                  <a:lnTo>
                    <a:pt x="85357" y="68571"/>
                  </a:lnTo>
                  <a:lnTo>
                    <a:pt x="93949" y="68571"/>
                  </a:lnTo>
                  <a:lnTo>
                    <a:pt x="93949" y="68571"/>
                  </a:lnTo>
                  <a:lnTo>
                    <a:pt x="93949" y="68571"/>
                  </a:lnTo>
                  <a:cubicBezTo>
                    <a:pt x="102540" y="60000"/>
                    <a:pt x="102540" y="60000"/>
                    <a:pt x="111131" y="60000"/>
                  </a:cubicBezTo>
                  <a:lnTo>
                    <a:pt x="111131" y="60000"/>
                  </a:lnTo>
                  <a:cubicBezTo>
                    <a:pt x="111131" y="60000"/>
                    <a:pt x="111131" y="60000"/>
                    <a:pt x="119722" y="60000"/>
                  </a:cubicBezTo>
                  <a:lnTo>
                    <a:pt x="119722" y="60000"/>
                  </a:lnTo>
                  <a:cubicBezTo>
                    <a:pt x="119722" y="51152"/>
                    <a:pt x="119722" y="51152"/>
                    <a:pt x="119722" y="51152"/>
                  </a:cubicBezTo>
                  <a:lnTo>
                    <a:pt x="119722" y="51152"/>
                  </a:lnTo>
                  <a:lnTo>
                    <a:pt x="119722" y="42857"/>
                  </a:lnTo>
                  <a:lnTo>
                    <a:pt x="119722" y="42857"/>
                  </a:lnTo>
                  <a:lnTo>
                    <a:pt x="119722" y="42857"/>
                  </a:lnTo>
                  <a:cubicBezTo>
                    <a:pt x="111131" y="42857"/>
                    <a:pt x="111131" y="34285"/>
                    <a:pt x="111131" y="34285"/>
                  </a:cubicBezTo>
                  <a:lnTo>
                    <a:pt x="111131" y="34285"/>
                  </a:lnTo>
                  <a:cubicBezTo>
                    <a:pt x="111131" y="25714"/>
                    <a:pt x="111131" y="25714"/>
                    <a:pt x="111131" y="25714"/>
                  </a:cubicBezTo>
                  <a:lnTo>
                    <a:pt x="111131" y="25714"/>
                  </a:lnTo>
                  <a:lnTo>
                    <a:pt x="111131" y="16866"/>
                  </a:lnTo>
                  <a:lnTo>
                    <a:pt x="111131" y="16866"/>
                  </a:lnTo>
                  <a:cubicBezTo>
                    <a:pt x="111131" y="16866"/>
                    <a:pt x="102540" y="16866"/>
                    <a:pt x="102540" y="8571"/>
                  </a:cubicBezTo>
                  <a:lnTo>
                    <a:pt x="102540" y="8571"/>
                  </a:lnTo>
                  <a:lnTo>
                    <a:pt x="93949" y="8571"/>
                  </a:lnTo>
                  <a:lnTo>
                    <a:pt x="93949" y="8571"/>
                  </a:lnTo>
                  <a:cubicBezTo>
                    <a:pt x="93949" y="8571"/>
                    <a:pt x="93949" y="8571"/>
                    <a:pt x="85357" y="16866"/>
                  </a:cubicBezTo>
                  <a:cubicBezTo>
                    <a:pt x="76766" y="16866"/>
                    <a:pt x="76766" y="16866"/>
                    <a:pt x="68729" y="16866"/>
                  </a:cubicBezTo>
                  <a:cubicBezTo>
                    <a:pt x="68729" y="16866"/>
                    <a:pt x="68729" y="16866"/>
                    <a:pt x="68729" y="8571"/>
                  </a:cubicBezTo>
                  <a:cubicBezTo>
                    <a:pt x="59861" y="8571"/>
                    <a:pt x="59861" y="8571"/>
                    <a:pt x="59861" y="8571"/>
                  </a:cubicBezTo>
                  <a:cubicBezTo>
                    <a:pt x="59861" y="8571"/>
                    <a:pt x="51270" y="8571"/>
                    <a:pt x="51270" y="0"/>
                  </a:cubicBezTo>
                  <a:cubicBezTo>
                    <a:pt x="51270" y="0"/>
                    <a:pt x="51270" y="0"/>
                    <a:pt x="42678" y="0"/>
                  </a:cubicBezTo>
                  <a:lnTo>
                    <a:pt x="42678" y="0"/>
                  </a:lnTo>
                  <a:cubicBezTo>
                    <a:pt x="42678" y="8571"/>
                    <a:pt x="42678" y="8571"/>
                    <a:pt x="42678" y="16866"/>
                  </a:cubicBezTo>
                  <a:lnTo>
                    <a:pt x="42678" y="16866"/>
                  </a:lnTo>
                  <a:cubicBezTo>
                    <a:pt x="34364" y="16866"/>
                    <a:pt x="34364" y="16866"/>
                    <a:pt x="34364" y="16866"/>
                  </a:cubicBezTo>
                  <a:lnTo>
                    <a:pt x="34364" y="16866"/>
                  </a:lnTo>
                  <a:cubicBezTo>
                    <a:pt x="34364" y="25714"/>
                    <a:pt x="34364" y="25714"/>
                    <a:pt x="25496" y="25714"/>
                  </a:cubicBezTo>
                  <a:cubicBezTo>
                    <a:pt x="25496" y="25714"/>
                    <a:pt x="25496" y="25714"/>
                    <a:pt x="16905" y="16866"/>
                  </a:cubicBezTo>
                  <a:lnTo>
                    <a:pt x="16905" y="16866"/>
                  </a:lnTo>
                  <a:cubicBezTo>
                    <a:pt x="16905" y="25714"/>
                    <a:pt x="16905" y="25714"/>
                    <a:pt x="16905" y="25714"/>
                  </a:cubicBezTo>
                  <a:cubicBezTo>
                    <a:pt x="16905" y="34285"/>
                    <a:pt x="16905" y="34285"/>
                    <a:pt x="16905" y="42857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2" name="Shape 11802"/>
            <p:cNvSpPr/>
            <p:nvPr/>
          </p:nvSpPr>
          <p:spPr>
            <a:xfrm>
              <a:off x="3959225" y="1390650"/>
              <a:ext cx="179388" cy="1111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48000"/>
                  </a:moveTo>
                  <a:lnTo>
                    <a:pt x="0" y="48000"/>
                  </a:lnTo>
                  <a:lnTo>
                    <a:pt x="0" y="48000"/>
                  </a:lnTo>
                  <a:lnTo>
                    <a:pt x="7484" y="60000"/>
                  </a:lnTo>
                  <a:lnTo>
                    <a:pt x="7484" y="71612"/>
                  </a:lnTo>
                  <a:lnTo>
                    <a:pt x="7484" y="71612"/>
                  </a:lnTo>
                  <a:lnTo>
                    <a:pt x="7484" y="71612"/>
                  </a:lnTo>
                  <a:lnTo>
                    <a:pt x="7484" y="71612"/>
                  </a:lnTo>
                  <a:lnTo>
                    <a:pt x="7484" y="71612"/>
                  </a:lnTo>
                  <a:lnTo>
                    <a:pt x="7484" y="71612"/>
                  </a:lnTo>
                  <a:lnTo>
                    <a:pt x="7484" y="71612"/>
                  </a:lnTo>
                  <a:cubicBezTo>
                    <a:pt x="7484" y="84000"/>
                    <a:pt x="7484" y="84000"/>
                    <a:pt x="7484" y="84000"/>
                  </a:cubicBezTo>
                  <a:lnTo>
                    <a:pt x="7484" y="84000"/>
                  </a:lnTo>
                  <a:lnTo>
                    <a:pt x="7484" y="84000"/>
                  </a:lnTo>
                  <a:lnTo>
                    <a:pt x="7484" y="84000"/>
                  </a:lnTo>
                  <a:cubicBezTo>
                    <a:pt x="7484" y="84000"/>
                    <a:pt x="7484" y="84000"/>
                    <a:pt x="14969" y="84000"/>
                  </a:cubicBezTo>
                  <a:lnTo>
                    <a:pt x="14969" y="84000"/>
                  </a:lnTo>
                  <a:lnTo>
                    <a:pt x="22454" y="84000"/>
                  </a:lnTo>
                  <a:lnTo>
                    <a:pt x="22454" y="96000"/>
                  </a:lnTo>
                  <a:cubicBezTo>
                    <a:pt x="29939" y="96000"/>
                    <a:pt x="29939" y="96000"/>
                    <a:pt x="29939" y="96000"/>
                  </a:cubicBezTo>
                  <a:lnTo>
                    <a:pt x="29939" y="96000"/>
                  </a:lnTo>
                  <a:lnTo>
                    <a:pt x="37424" y="96000"/>
                  </a:lnTo>
                  <a:lnTo>
                    <a:pt x="37424" y="96000"/>
                  </a:lnTo>
                  <a:lnTo>
                    <a:pt x="37424" y="96000"/>
                  </a:lnTo>
                  <a:cubicBezTo>
                    <a:pt x="44909" y="96000"/>
                    <a:pt x="44909" y="96000"/>
                    <a:pt x="44909" y="96000"/>
                  </a:cubicBezTo>
                  <a:lnTo>
                    <a:pt x="52394" y="108000"/>
                  </a:lnTo>
                  <a:cubicBezTo>
                    <a:pt x="52394" y="119612"/>
                    <a:pt x="52394" y="119612"/>
                    <a:pt x="52394" y="119612"/>
                  </a:cubicBezTo>
                  <a:cubicBezTo>
                    <a:pt x="59879" y="119612"/>
                    <a:pt x="59879" y="119612"/>
                    <a:pt x="59879" y="119612"/>
                  </a:cubicBezTo>
                  <a:lnTo>
                    <a:pt x="59879" y="119612"/>
                  </a:lnTo>
                  <a:lnTo>
                    <a:pt x="59879" y="119612"/>
                  </a:lnTo>
                  <a:lnTo>
                    <a:pt x="67364" y="119612"/>
                  </a:lnTo>
                  <a:lnTo>
                    <a:pt x="67364" y="119612"/>
                  </a:lnTo>
                  <a:cubicBezTo>
                    <a:pt x="67364" y="119612"/>
                    <a:pt x="67364" y="119612"/>
                    <a:pt x="74849" y="119612"/>
                  </a:cubicBezTo>
                  <a:lnTo>
                    <a:pt x="74849" y="119612"/>
                  </a:lnTo>
                  <a:cubicBezTo>
                    <a:pt x="82334" y="119612"/>
                    <a:pt x="82334" y="119612"/>
                    <a:pt x="82334" y="119612"/>
                  </a:cubicBezTo>
                  <a:lnTo>
                    <a:pt x="89818" y="119612"/>
                  </a:lnTo>
                  <a:lnTo>
                    <a:pt x="89818" y="119612"/>
                  </a:lnTo>
                  <a:cubicBezTo>
                    <a:pt x="97303" y="119612"/>
                    <a:pt x="97303" y="119612"/>
                    <a:pt x="97303" y="119612"/>
                  </a:cubicBezTo>
                  <a:lnTo>
                    <a:pt x="97303" y="119612"/>
                  </a:lnTo>
                  <a:lnTo>
                    <a:pt x="104788" y="108000"/>
                  </a:lnTo>
                  <a:cubicBezTo>
                    <a:pt x="112273" y="96000"/>
                    <a:pt x="112273" y="96000"/>
                    <a:pt x="112273" y="96000"/>
                  </a:cubicBezTo>
                  <a:lnTo>
                    <a:pt x="112273" y="96000"/>
                  </a:lnTo>
                  <a:lnTo>
                    <a:pt x="119758" y="96000"/>
                  </a:lnTo>
                  <a:cubicBezTo>
                    <a:pt x="112273" y="96000"/>
                    <a:pt x="112273" y="96000"/>
                    <a:pt x="112273" y="96000"/>
                  </a:cubicBezTo>
                  <a:cubicBezTo>
                    <a:pt x="112273" y="84000"/>
                    <a:pt x="112273" y="84000"/>
                    <a:pt x="112273" y="84000"/>
                  </a:cubicBezTo>
                  <a:lnTo>
                    <a:pt x="112273" y="84000"/>
                  </a:lnTo>
                  <a:lnTo>
                    <a:pt x="112273" y="84000"/>
                  </a:lnTo>
                  <a:lnTo>
                    <a:pt x="112273" y="71612"/>
                  </a:lnTo>
                  <a:lnTo>
                    <a:pt x="112273" y="71612"/>
                  </a:lnTo>
                  <a:lnTo>
                    <a:pt x="112273" y="71612"/>
                  </a:lnTo>
                  <a:lnTo>
                    <a:pt x="112273" y="71612"/>
                  </a:lnTo>
                  <a:lnTo>
                    <a:pt x="112273" y="71612"/>
                  </a:lnTo>
                  <a:lnTo>
                    <a:pt x="112273" y="71612"/>
                  </a:lnTo>
                  <a:cubicBezTo>
                    <a:pt x="112273" y="71612"/>
                    <a:pt x="112273" y="71612"/>
                    <a:pt x="112273" y="60000"/>
                  </a:cubicBezTo>
                  <a:cubicBezTo>
                    <a:pt x="104788" y="60000"/>
                    <a:pt x="104788" y="60000"/>
                    <a:pt x="104788" y="60000"/>
                  </a:cubicBezTo>
                  <a:lnTo>
                    <a:pt x="104788" y="60000"/>
                  </a:lnTo>
                  <a:cubicBezTo>
                    <a:pt x="104788" y="48000"/>
                    <a:pt x="104788" y="48000"/>
                    <a:pt x="112273" y="48000"/>
                  </a:cubicBezTo>
                  <a:lnTo>
                    <a:pt x="112273" y="48000"/>
                  </a:lnTo>
                  <a:lnTo>
                    <a:pt x="112273" y="48000"/>
                  </a:lnTo>
                  <a:cubicBezTo>
                    <a:pt x="112273" y="36000"/>
                    <a:pt x="112273" y="36000"/>
                    <a:pt x="112273" y="36000"/>
                  </a:cubicBezTo>
                  <a:lnTo>
                    <a:pt x="112273" y="36000"/>
                  </a:lnTo>
                  <a:lnTo>
                    <a:pt x="112273" y="36000"/>
                  </a:lnTo>
                  <a:lnTo>
                    <a:pt x="112273" y="36000"/>
                  </a:lnTo>
                  <a:cubicBezTo>
                    <a:pt x="112273" y="23612"/>
                    <a:pt x="112273" y="23612"/>
                    <a:pt x="112273" y="23612"/>
                  </a:cubicBezTo>
                  <a:cubicBezTo>
                    <a:pt x="112273" y="23612"/>
                    <a:pt x="112273" y="23612"/>
                    <a:pt x="104788" y="23612"/>
                  </a:cubicBezTo>
                  <a:lnTo>
                    <a:pt x="104788" y="12000"/>
                  </a:lnTo>
                  <a:cubicBezTo>
                    <a:pt x="97303" y="12000"/>
                    <a:pt x="97303" y="12000"/>
                    <a:pt x="89818" y="12000"/>
                  </a:cubicBezTo>
                  <a:cubicBezTo>
                    <a:pt x="89818" y="12000"/>
                    <a:pt x="89818" y="12000"/>
                    <a:pt x="82334" y="12000"/>
                  </a:cubicBezTo>
                  <a:lnTo>
                    <a:pt x="74849" y="12000"/>
                  </a:lnTo>
                  <a:lnTo>
                    <a:pt x="67364" y="12000"/>
                  </a:lnTo>
                  <a:lnTo>
                    <a:pt x="67364" y="12000"/>
                  </a:lnTo>
                  <a:lnTo>
                    <a:pt x="67364" y="12000"/>
                  </a:lnTo>
                  <a:cubicBezTo>
                    <a:pt x="59879" y="12000"/>
                    <a:pt x="59879" y="12000"/>
                    <a:pt x="52394" y="0"/>
                  </a:cubicBezTo>
                  <a:lnTo>
                    <a:pt x="52394" y="0"/>
                  </a:lnTo>
                  <a:cubicBezTo>
                    <a:pt x="52394" y="0"/>
                    <a:pt x="52394" y="0"/>
                    <a:pt x="44909" y="0"/>
                  </a:cubicBezTo>
                  <a:cubicBezTo>
                    <a:pt x="44909" y="0"/>
                    <a:pt x="37424" y="12000"/>
                    <a:pt x="29939" y="12000"/>
                  </a:cubicBezTo>
                  <a:cubicBezTo>
                    <a:pt x="29939" y="12000"/>
                    <a:pt x="29939" y="12000"/>
                    <a:pt x="29939" y="0"/>
                  </a:cubicBezTo>
                  <a:lnTo>
                    <a:pt x="29939" y="0"/>
                  </a:lnTo>
                  <a:cubicBezTo>
                    <a:pt x="22454" y="0"/>
                    <a:pt x="22454" y="0"/>
                    <a:pt x="22454" y="12000"/>
                  </a:cubicBezTo>
                  <a:cubicBezTo>
                    <a:pt x="22454" y="23612"/>
                    <a:pt x="14969" y="23612"/>
                    <a:pt x="14969" y="23612"/>
                  </a:cubicBezTo>
                  <a:cubicBezTo>
                    <a:pt x="7484" y="23612"/>
                    <a:pt x="7484" y="23612"/>
                    <a:pt x="7484" y="23612"/>
                  </a:cubicBezTo>
                  <a:lnTo>
                    <a:pt x="0" y="23612"/>
                  </a:lnTo>
                  <a:lnTo>
                    <a:pt x="0" y="23612"/>
                  </a:lnTo>
                  <a:cubicBezTo>
                    <a:pt x="0" y="23612"/>
                    <a:pt x="0" y="23612"/>
                    <a:pt x="0" y="36000"/>
                  </a:cubicBezTo>
                  <a:lnTo>
                    <a:pt x="0" y="36000"/>
                  </a:lnTo>
                  <a:lnTo>
                    <a:pt x="0" y="4800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3" name="Shape 11803"/>
            <p:cNvSpPr/>
            <p:nvPr/>
          </p:nvSpPr>
          <p:spPr>
            <a:xfrm>
              <a:off x="4081463" y="1546225"/>
              <a:ext cx="157162" cy="889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517" y="0"/>
                  </a:moveTo>
                  <a:lnTo>
                    <a:pt x="85517" y="0"/>
                  </a:lnTo>
                  <a:cubicBezTo>
                    <a:pt x="85517" y="15421"/>
                    <a:pt x="76965" y="15421"/>
                    <a:pt x="76965" y="15421"/>
                  </a:cubicBezTo>
                  <a:cubicBezTo>
                    <a:pt x="68413" y="15421"/>
                    <a:pt x="68413" y="15421"/>
                    <a:pt x="68413" y="15421"/>
                  </a:cubicBezTo>
                  <a:lnTo>
                    <a:pt x="68413" y="15421"/>
                  </a:lnTo>
                  <a:lnTo>
                    <a:pt x="68413" y="15421"/>
                  </a:lnTo>
                  <a:lnTo>
                    <a:pt x="59862" y="15421"/>
                  </a:lnTo>
                  <a:lnTo>
                    <a:pt x="59862" y="15421"/>
                  </a:lnTo>
                  <a:cubicBezTo>
                    <a:pt x="59862" y="15421"/>
                    <a:pt x="59862" y="15421"/>
                    <a:pt x="51034" y="15421"/>
                  </a:cubicBezTo>
                  <a:lnTo>
                    <a:pt x="51034" y="15421"/>
                  </a:lnTo>
                  <a:lnTo>
                    <a:pt x="51034" y="15421"/>
                  </a:lnTo>
                  <a:cubicBezTo>
                    <a:pt x="42758" y="15421"/>
                    <a:pt x="42758" y="15421"/>
                    <a:pt x="42758" y="15421"/>
                  </a:cubicBezTo>
                  <a:cubicBezTo>
                    <a:pt x="34206" y="15421"/>
                    <a:pt x="34206" y="0"/>
                    <a:pt x="34206" y="0"/>
                  </a:cubicBezTo>
                  <a:lnTo>
                    <a:pt x="34206" y="0"/>
                  </a:lnTo>
                  <a:cubicBezTo>
                    <a:pt x="25655" y="15421"/>
                    <a:pt x="25655" y="15421"/>
                    <a:pt x="25655" y="15421"/>
                  </a:cubicBezTo>
                  <a:lnTo>
                    <a:pt x="25655" y="15421"/>
                  </a:lnTo>
                  <a:lnTo>
                    <a:pt x="17103" y="30361"/>
                  </a:lnTo>
                  <a:lnTo>
                    <a:pt x="17103" y="30361"/>
                  </a:lnTo>
                  <a:cubicBezTo>
                    <a:pt x="8551" y="45301"/>
                    <a:pt x="8551" y="59759"/>
                    <a:pt x="0" y="59759"/>
                  </a:cubicBezTo>
                  <a:lnTo>
                    <a:pt x="0" y="59759"/>
                  </a:lnTo>
                  <a:cubicBezTo>
                    <a:pt x="8551" y="59759"/>
                    <a:pt x="8551" y="75180"/>
                    <a:pt x="8551" y="75180"/>
                  </a:cubicBezTo>
                  <a:lnTo>
                    <a:pt x="17103" y="90120"/>
                  </a:lnTo>
                  <a:lnTo>
                    <a:pt x="17103" y="90120"/>
                  </a:lnTo>
                  <a:lnTo>
                    <a:pt x="17103" y="90120"/>
                  </a:lnTo>
                  <a:cubicBezTo>
                    <a:pt x="17103" y="59759"/>
                    <a:pt x="17103" y="59759"/>
                    <a:pt x="17103" y="59759"/>
                  </a:cubicBezTo>
                  <a:cubicBezTo>
                    <a:pt x="25655" y="90120"/>
                    <a:pt x="25655" y="90120"/>
                    <a:pt x="25655" y="90120"/>
                  </a:cubicBezTo>
                  <a:lnTo>
                    <a:pt x="25655" y="90120"/>
                  </a:lnTo>
                  <a:lnTo>
                    <a:pt x="25655" y="90120"/>
                  </a:lnTo>
                  <a:cubicBezTo>
                    <a:pt x="25655" y="90120"/>
                    <a:pt x="25655" y="90120"/>
                    <a:pt x="34206" y="90120"/>
                  </a:cubicBezTo>
                  <a:lnTo>
                    <a:pt x="34206" y="90120"/>
                  </a:lnTo>
                  <a:lnTo>
                    <a:pt x="34206" y="105060"/>
                  </a:lnTo>
                  <a:lnTo>
                    <a:pt x="34206" y="105060"/>
                  </a:lnTo>
                  <a:cubicBezTo>
                    <a:pt x="34206" y="105060"/>
                    <a:pt x="34206" y="105060"/>
                    <a:pt x="34206" y="119518"/>
                  </a:cubicBezTo>
                  <a:lnTo>
                    <a:pt x="34206" y="119518"/>
                  </a:lnTo>
                  <a:lnTo>
                    <a:pt x="42758" y="119518"/>
                  </a:lnTo>
                  <a:lnTo>
                    <a:pt x="51034" y="119518"/>
                  </a:lnTo>
                  <a:lnTo>
                    <a:pt x="51034" y="119518"/>
                  </a:lnTo>
                  <a:lnTo>
                    <a:pt x="51034" y="119518"/>
                  </a:lnTo>
                  <a:lnTo>
                    <a:pt x="51034" y="119518"/>
                  </a:lnTo>
                  <a:lnTo>
                    <a:pt x="59862" y="119518"/>
                  </a:lnTo>
                  <a:cubicBezTo>
                    <a:pt x="59862" y="119518"/>
                    <a:pt x="59862" y="119518"/>
                    <a:pt x="68413" y="119518"/>
                  </a:cubicBezTo>
                  <a:lnTo>
                    <a:pt x="68413" y="119518"/>
                  </a:lnTo>
                  <a:lnTo>
                    <a:pt x="68413" y="119518"/>
                  </a:lnTo>
                  <a:lnTo>
                    <a:pt x="68413" y="119518"/>
                  </a:lnTo>
                  <a:cubicBezTo>
                    <a:pt x="68413" y="119518"/>
                    <a:pt x="68413" y="119518"/>
                    <a:pt x="68413" y="105060"/>
                  </a:cubicBezTo>
                  <a:cubicBezTo>
                    <a:pt x="76965" y="105060"/>
                    <a:pt x="76965" y="105060"/>
                    <a:pt x="76965" y="105060"/>
                  </a:cubicBezTo>
                  <a:lnTo>
                    <a:pt x="76965" y="105060"/>
                  </a:lnTo>
                  <a:cubicBezTo>
                    <a:pt x="76965" y="105060"/>
                    <a:pt x="85517" y="105060"/>
                    <a:pt x="94068" y="105060"/>
                  </a:cubicBezTo>
                  <a:cubicBezTo>
                    <a:pt x="102620" y="105060"/>
                    <a:pt x="102620" y="105060"/>
                    <a:pt x="111172" y="105060"/>
                  </a:cubicBezTo>
                  <a:cubicBezTo>
                    <a:pt x="111172" y="119518"/>
                    <a:pt x="111172" y="119518"/>
                    <a:pt x="111172" y="119518"/>
                  </a:cubicBezTo>
                  <a:cubicBezTo>
                    <a:pt x="111172" y="105060"/>
                    <a:pt x="111172" y="105060"/>
                    <a:pt x="119724" y="105060"/>
                  </a:cubicBezTo>
                  <a:cubicBezTo>
                    <a:pt x="119724" y="90120"/>
                    <a:pt x="119724" y="90120"/>
                    <a:pt x="119724" y="90120"/>
                  </a:cubicBezTo>
                  <a:cubicBezTo>
                    <a:pt x="111172" y="90120"/>
                    <a:pt x="111172" y="90120"/>
                    <a:pt x="111172" y="90120"/>
                  </a:cubicBezTo>
                  <a:cubicBezTo>
                    <a:pt x="102620" y="90120"/>
                    <a:pt x="102620" y="90120"/>
                    <a:pt x="102620" y="75180"/>
                  </a:cubicBezTo>
                  <a:lnTo>
                    <a:pt x="102620" y="59759"/>
                  </a:lnTo>
                  <a:lnTo>
                    <a:pt x="102620" y="59759"/>
                  </a:lnTo>
                  <a:lnTo>
                    <a:pt x="102620" y="45301"/>
                  </a:lnTo>
                  <a:lnTo>
                    <a:pt x="102620" y="45301"/>
                  </a:lnTo>
                  <a:lnTo>
                    <a:pt x="102620" y="30361"/>
                  </a:lnTo>
                  <a:lnTo>
                    <a:pt x="102620" y="30361"/>
                  </a:lnTo>
                  <a:lnTo>
                    <a:pt x="102620" y="30361"/>
                  </a:lnTo>
                  <a:lnTo>
                    <a:pt x="102620" y="30361"/>
                  </a:lnTo>
                  <a:cubicBezTo>
                    <a:pt x="94068" y="30361"/>
                    <a:pt x="94068" y="30361"/>
                    <a:pt x="94068" y="15421"/>
                  </a:cubicBezTo>
                  <a:cubicBezTo>
                    <a:pt x="94068" y="15421"/>
                    <a:pt x="94068" y="15421"/>
                    <a:pt x="85517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4" name="Shape 11804"/>
            <p:cNvSpPr/>
            <p:nvPr/>
          </p:nvSpPr>
          <p:spPr>
            <a:xfrm>
              <a:off x="3490913" y="1646238"/>
              <a:ext cx="223837" cy="155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932" y="111428"/>
                  </a:moveTo>
                  <a:lnTo>
                    <a:pt x="41932" y="111428"/>
                  </a:lnTo>
                  <a:cubicBezTo>
                    <a:pt x="47922" y="111428"/>
                    <a:pt x="47922" y="111428"/>
                    <a:pt x="53913" y="111428"/>
                  </a:cubicBezTo>
                  <a:cubicBezTo>
                    <a:pt x="59903" y="111428"/>
                    <a:pt x="59903" y="111428"/>
                    <a:pt x="66086" y="111428"/>
                  </a:cubicBezTo>
                  <a:lnTo>
                    <a:pt x="66086" y="111428"/>
                  </a:lnTo>
                  <a:lnTo>
                    <a:pt x="66086" y="111428"/>
                  </a:lnTo>
                  <a:cubicBezTo>
                    <a:pt x="71884" y="102857"/>
                    <a:pt x="77874" y="102857"/>
                    <a:pt x="77874" y="102857"/>
                  </a:cubicBezTo>
                  <a:lnTo>
                    <a:pt x="77874" y="102857"/>
                  </a:lnTo>
                  <a:cubicBezTo>
                    <a:pt x="83864" y="94009"/>
                    <a:pt x="83864" y="94009"/>
                    <a:pt x="83864" y="85437"/>
                  </a:cubicBezTo>
                  <a:cubicBezTo>
                    <a:pt x="90048" y="85437"/>
                    <a:pt x="90048" y="85437"/>
                    <a:pt x="90048" y="85437"/>
                  </a:cubicBezTo>
                  <a:lnTo>
                    <a:pt x="90048" y="77142"/>
                  </a:lnTo>
                  <a:cubicBezTo>
                    <a:pt x="83864" y="68571"/>
                    <a:pt x="83864" y="59723"/>
                    <a:pt x="90048" y="59723"/>
                  </a:cubicBezTo>
                  <a:cubicBezTo>
                    <a:pt x="95845" y="51152"/>
                    <a:pt x="95845" y="42857"/>
                    <a:pt x="95845" y="42857"/>
                  </a:cubicBezTo>
                  <a:cubicBezTo>
                    <a:pt x="101835" y="34285"/>
                    <a:pt x="107826" y="34285"/>
                    <a:pt x="107826" y="34285"/>
                  </a:cubicBezTo>
                  <a:cubicBezTo>
                    <a:pt x="114009" y="34285"/>
                    <a:pt x="114009" y="34285"/>
                    <a:pt x="114009" y="34285"/>
                  </a:cubicBezTo>
                  <a:cubicBezTo>
                    <a:pt x="119806" y="25437"/>
                    <a:pt x="119806" y="25437"/>
                    <a:pt x="119806" y="25437"/>
                  </a:cubicBezTo>
                  <a:lnTo>
                    <a:pt x="119806" y="25437"/>
                  </a:lnTo>
                  <a:cubicBezTo>
                    <a:pt x="114009" y="25437"/>
                    <a:pt x="114009" y="25437"/>
                    <a:pt x="114009" y="25437"/>
                  </a:cubicBezTo>
                  <a:lnTo>
                    <a:pt x="114009" y="25437"/>
                  </a:lnTo>
                  <a:lnTo>
                    <a:pt x="114009" y="25437"/>
                  </a:lnTo>
                  <a:cubicBezTo>
                    <a:pt x="107826" y="25437"/>
                    <a:pt x="107826" y="25437"/>
                    <a:pt x="107826" y="16866"/>
                  </a:cubicBezTo>
                  <a:lnTo>
                    <a:pt x="107826" y="16866"/>
                  </a:lnTo>
                  <a:cubicBezTo>
                    <a:pt x="101835" y="25437"/>
                    <a:pt x="101835" y="25437"/>
                    <a:pt x="95845" y="25437"/>
                  </a:cubicBezTo>
                  <a:cubicBezTo>
                    <a:pt x="95845" y="25437"/>
                    <a:pt x="90048" y="25437"/>
                    <a:pt x="90048" y="16866"/>
                  </a:cubicBezTo>
                  <a:cubicBezTo>
                    <a:pt x="90048" y="16866"/>
                    <a:pt x="90048" y="16866"/>
                    <a:pt x="83864" y="16866"/>
                  </a:cubicBezTo>
                  <a:lnTo>
                    <a:pt x="83864" y="16866"/>
                  </a:lnTo>
                  <a:lnTo>
                    <a:pt x="83864" y="16866"/>
                  </a:lnTo>
                  <a:lnTo>
                    <a:pt x="77874" y="16866"/>
                  </a:lnTo>
                  <a:lnTo>
                    <a:pt x="77874" y="16866"/>
                  </a:lnTo>
                  <a:cubicBezTo>
                    <a:pt x="77874" y="8571"/>
                    <a:pt x="77874" y="8571"/>
                    <a:pt x="77874" y="8571"/>
                  </a:cubicBezTo>
                  <a:lnTo>
                    <a:pt x="71884" y="8571"/>
                  </a:lnTo>
                  <a:cubicBezTo>
                    <a:pt x="71884" y="8571"/>
                    <a:pt x="71884" y="8571"/>
                    <a:pt x="66086" y="8571"/>
                  </a:cubicBezTo>
                  <a:lnTo>
                    <a:pt x="66086" y="8571"/>
                  </a:lnTo>
                  <a:cubicBezTo>
                    <a:pt x="59903" y="8571"/>
                    <a:pt x="59903" y="8571"/>
                    <a:pt x="53913" y="8571"/>
                  </a:cubicBezTo>
                  <a:lnTo>
                    <a:pt x="53913" y="8571"/>
                  </a:lnTo>
                  <a:lnTo>
                    <a:pt x="47922" y="8571"/>
                  </a:lnTo>
                  <a:cubicBezTo>
                    <a:pt x="47922" y="8571"/>
                    <a:pt x="47922" y="8571"/>
                    <a:pt x="41932" y="8571"/>
                  </a:cubicBezTo>
                  <a:lnTo>
                    <a:pt x="35942" y="8571"/>
                  </a:lnTo>
                  <a:cubicBezTo>
                    <a:pt x="35942" y="8571"/>
                    <a:pt x="35942" y="8571"/>
                    <a:pt x="35942" y="0"/>
                  </a:cubicBezTo>
                  <a:lnTo>
                    <a:pt x="35942" y="0"/>
                  </a:lnTo>
                  <a:cubicBezTo>
                    <a:pt x="29951" y="0"/>
                    <a:pt x="29951" y="8571"/>
                    <a:pt x="23961" y="8571"/>
                  </a:cubicBezTo>
                  <a:cubicBezTo>
                    <a:pt x="23961" y="8571"/>
                    <a:pt x="23961" y="8571"/>
                    <a:pt x="18164" y="8571"/>
                  </a:cubicBezTo>
                  <a:cubicBezTo>
                    <a:pt x="18164" y="8571"/>
                    <a:pt x="11980" y="0"/>
                    <a:pt x="5990" y="0"/>
                  </a:cubicBezTo>
                  <a:lnTo>
                    <a:pt x="5990" y="0"/>
                  </a:lnTo>
                  <a:cubicBezTo>
                    <a:pt x="5990" y="8571"/>
                    <a:pt x="5990" y="8571"/>
                    <a:pt x="5990" y="8571"/>
                  </a:cubicBezTo>
                  <a:cubicBezTo>
                    <a:pt x="0" y="8571"/>
                    <a:pt x="0" y="8571"/>
                    <a:pt x="0" y="8571"/>
                  </a:cubicBezTo>
                  <a:lnTo>
                    <a:pt x="0" y="8571"/>
                  </a:lnTo>
                  <a:cubicBezTo>
                    <a:pt x="0" y="8571"/>
                    <a:pt x="0" y="16866"/>
                    <a:pt x="5990" y="16866"/>
                  </a:cubicBezTo>
                  <a:lnTo>
                    <a:pt x="5990" y="16866"/>
                  </a:lnTo>
                  <a:lnTo>
                    <a:pt x="5990" y="16866"/>
                  </a:lnTo>
                  <a:cubicBezTo>
                    <a:pt x="11980" y="16866"/>
                    <a:pt x="11980" y="25437"/>
                    <a:pt x="11980" y="25437"/>
                  </a:cubicBezTo>
                  <a:lnTo>
                    <a:pt x="11980" y="16866"/>
                  </a:lnTo>
                  <a:cubicBezTo>
                    <a:pt x="18164" y="16866"/>
                    <a:pt x="18164" y="16866"/>
                    <a:pt x="18164" y="16866"/>
                  </a:cubicBezTo>
                  <a:lnTo>
                    <a:pt x="18164" y="16866"/>
                  </a:lnTo>
                  <a:lnTo>
                    <a:pt x="18164" y="16866"/>
                  </a:lnTo>
                  <a:cubicBezTo>
                    <a:pt x="23961" y="16866"/>
                    <a:pt x="23961" y="16866"/>
                    <a:pt x="23961" y="16866"/>
                  </a:cubicBezTo>
                  <a:lnTo>
                    <a:pt x="23961" y="16866"/>
                  </a:lnTo>
                  <a:lnTo>
                    <a:pt x="23961" y="16866"/>
                  </a:lnTo>
                  <a:cubicBezTo>
                    <a:pt x="23961" y="25437"/>
                    <a:pt x="23961" y="25437"/>
                    <a:pt x="23961" y="25437"/>
                  </a:cubicBezTo>
                  <a:lnTo>
                    <a:pt x="23961" y="25437"/>
                  </a:lnTo>
                  <a:cubicBezTo>
                    <a:pt x="29951" y="25437"/>
                    <a:pt x="29951" y="34285"/>
                    <a:pt x="29951" y="34285"/>
                  </a:cubicBezTo>
                  <a:lnTo>
                    <a:pt x="29951" y="34285"/>
                  </a:lnTo>
                  <a:lnTo>
                    <a:pt x="29951" y="34285"/>
                  </a:lnTo>
                  <a:cubicBezTo>
                    <a:pt x="29951" y="42857"/>
                    <a:pt x="29951" y="42857"/>
                    <a:pt x="23961" y="42857"/>
                  </a:cubicBezTo>
                  <a:lnTo>
                    <a:pt x="23961" y="42857"/>
                  </a:lnTo>
                  <a:lnTo>
                    <a:pt x="23961" y="42857"/>
                  </a:lnTo>
                  <a:lnTo>
                    <a:pt x="23961" y="42857"/>
                  </a:lnTo>
                  <a:lnTo>
                    <a:pt x="23961" y="51152"/>
                  </a:lnTo>
                  <a:cubicBezTo>
                    <a:pt x="23961" y="51152"/>
                    <a:pt x="23961" y="59723"/>
                    <a:pt x="23961" y="68571"/>
                  </a:cubicBezTo>
                  <a:lnTo>
                    <a:pt x="23961" y="68571"/>
                  </a:lnTo>
                  <a:cubicBezTo>
                    <a:pt x="23961" y="68571"/>
                    <a:pt x="23961" y="68571"/>
                    <a:pt x="18164" y="68571"/>
                  </a:cubicBezTo>
                  <a:cubicBezTo>
                    <a:pt x="23961" y="77142"/>
                    <a:pt x="23961" y="77142"/>
                    <a:pt x="23961" y="77142"/>
                  </a:cubicBezTo>
                  <a:lnTo>
                    <a:pt x="23961" y="85437"/>
                  </a:lnTo>
                  <a:cubicBezTo>
                    <a:pt x="18164" y="85437"/>
                    <a:pt x="18164" y="85437"/>
                    <a:pt x="18164" y="85437"/>
                  </a:cubicBezTo>
                  <a:cubicBezTo>
                    <a:pt x="23961" y="85437"/>
                    <a:pt x="23961" y="94009"/>
                    <a:pt x="23961" y="94009"/>
                  </a:cubicBezTo>
                  <a:lnTo>
                    <a:pt x="23961" y="94009"/>
                  </a:lnTo>
                  <a:cubicBezTo>
                    <a:pt x="23961" y="94009"/>
                    <a:pt x="23961" y="94009"/>
                    <a:pt x="18164" y="102857"/>
                  </a:cubicBezTo>
                  <a:lnTo>
                    <a:pt x="18164" y="102857"/>
                  </a:lnTo>
                  <a:cubicBezTo>
                    <a:pt x="23961" y="111428"/>
                    <a:pt x="23961" y="111428"/>
                    <a:pt x="29951" y="119723"/>
                  </a:cubicBezTo>
                  <a:lnTo>
                    <a:pt x="35942" y="119723"/>
                  </a:lnTo>
                  <a:lnTo>
                    <a:pt x="35942" y="119723"/>
                  </a:lnTo>
                  <a:cubicBezTo>
                    <a:pt x="35942" y="119723"/>
                    <a:pt x="35942" y="119723"/>
                    <a:pt x="41932" y="11142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5" name="Shape 11805"/>
            <p:cNvSpPr/>
            <p:nvPr/>
          </p:nvSpPr>
          <p:spPr>
            <a:xfrm>
              <a:off x="4449763" y="1801813"/>
              <a:ext cx="168275" cy="168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828" y="16188"/>
                  </a:moveTo>
                  <a:lnTo>
                    <a:pt x="79828" y="16188"/>
                  </a:lnTo>
                  <a:lnTo>
                    <a:pt x="79828" y="16188"/>
                  </a:lnTo>
                  <a:lnTo>
                    <a:pt x="79828" y="16188"/>
                  </a:lnTo>
                  <a:lnTo>
                    <a:pt x="79828" y="16188"/>
                  </a:lnTo>
                  <a:lnTo>
                    <a:pt x="79828" y="16188"/>
                  </a:lnTo>
                  <a:lnTo>
                    <a:pt x="71845" y="7965"/>
                  </a:lnTo>
                  <a:lnTo>
                    <a:pt x="71845" y="0"/>
                  </a:lnTo>
                  <a:lnTo>
                    <a:pt x="71845" y="0"/>
                  </a:lnTo>
                  <a:lnTo>
                    <a:pt x="71845" y="0"/>
                  </a:lnTo>
                  <a:cubicBezTo>
                    <a:pt x="63605" y="0"/>
                    <a:pt x="63605" y="0"/>
                    <a:pt x="63605" y="0"/>
                  </a:cubicBezTo>
                  <a:lnTo>
                    <a:pt x="55879" y="0"/>
                  </a:lnTo>
                  <a:lnTo>
                    <a:pt x="55879" y="0"/>
                  </a:lnTo>
                  <a:cubicBezTo>
                    <a:pt x="47896" y="0"/>
                    <a:pt x="47896" y="0"/>
                    <a:pt x="47896" y="0"/>
                  </a:cubicBezTo>
                  <a:lnTo>
                    <a:pt x="47896" y="0"/>
                  </a:lnTo>
                  <a:cubicBezTo>
                    <a:pt x="39914" y="0"/>
                    <a:pt x="39914" y="7965"/>
                    <a:pt x="39914" y="7965"/>
                  </a:cubicBezTo>
                  <a:lnTo>
                    <a:pt x="31673" y="7965"/>
                  </a:lnTo>
                  <a:cubicBezTo>
                    <a:pt x="31673" y="7965"/>
                    <a:pt x="31673" y="7965"/>
                    <a:pt x="31673" y="16188"/>
                  </a:cubicBezTo>
                  <a:lnTo>
                    <a:pt x="31673" y="16188"/>
                  </a:lnTo>
                  <a:lnTo>
                    <a:pt x="31673" y="16188"/>
                  </a:lnTo>
                  <a:cubicBezTo>
                    <a:pt x="31673" y="16188"/>
                    <a:pt x="31673" y="16188"/>
                    <a:pt x="31673" y="24154"/>
                  </a:cubicBezTo>
                  <a:lnTo>
                    <a:pt x="31673" y="31862"/>
                  </a:lnTo>
                  <a:cubicBezTo>
                    <a:pt x="23948" y="48051"/>
                    <a:pt x="15965" y="48051"/>
                    <a:pt x="15965" y="48051"/>
                  </a:cubicBezTo>
                  <a:cubicBezTo>
                    <a:pt x="15965" y="48051"/>
                    <a:pt x="7725" y="56017"/>
                    <a:pt x="0" y="56017"/>
                  </a:cubicBezTo>
                  <a:cubicBezTo>
                    <a:pt x="0" y="63725"/>
                    <a:pt x="0" y="63725"/>
                    <a:pt x="0" y="63725"/>
                  </a:cubicBezTo>
                  <a:lnTo>
                    <a:pt x="0" y="63725"/>
                  </a:lnTo>
                  <a:lnTo>
                    <a:pt x="0" y="63725"/>
                  </a:lnTo>
                  <a:lnTo>
                    <a:pt x="0" y="71691"/>
                  </a:lnTo>
                  <a:lnTo>
                    <a:pt x="0" y="71691"/>
                  </a:lnTo>
                  <a:lnTo>
                    <a:pt x="0" y="71691"/>
                  </a:lnTo>
                  <a:lnTo>
                    <a:pt x="0" y="71691"/>
                  </a:lnTo>
                  <a:cubicBezTo>
                    <a:pt x="7725" y="71691"/>
                    <a:pt x="7725" y="71691"/>
                    <a:pt x="7725" y="71691"/>
                  </a:cubicBezTo>
                  <a:cubicBezTo>
                    <a:pt x="7725" y="71691"/>
                    <a:pt x="15965" y="71691"/>
                    <a:pt x="15965" y="79914"/>
                  </a:cubicBezTo>
                  <a:lnTo>
                    <a:pt x="15965" y="79914"/>
                  </a:lnTo>
                  <a:cubicBezTo>
                    <a:pt x="23948" y="79914"/>
                    <a:pt x="23948" y="79914"/>
                    <a:pt x="23948" y="79914"/>
                  </a:cubicBezTo>
                  <a:lnTo>
                    <a:pt x="23948" y="79914"/>
                  </a:lnTo>
                  <a:lnTo>
                    <a:pt x="31673" y="79914"/>
                  </a:lnTo>
                  <a:lnTo>
                    <a:pt x="31673" y="79914"/>
                  </a:lnTo>
                  <a:cubicBezTo>
                    <a:pt x="31673" y="79914"/>
                    <a:pt x="31673" y="79914"/>
                    <a:pt x="39914" y="87880"/>
                  </a:cubicBezTo>
                  <a:lnTo>
                    <a:pt x="47896" y="87880"/>
                  </a:lnTo>
                  <a:cubicBezTo>
                    <a:pt x="47896" y="95588"/>
                    <a:pt x="55879" y="103554"/>
                    <a:pt x="63605" y="103554"/>
                  </a:cubicBezTo>
                  <a:lnTo>
                    <a:pt x="63605" y="103554"/>
                  </a:lnTo>
                  <a:cubicBezTo>
                    <a:pt x="71845" y="111777"/>
                    <a:pt x="71845" y="119743"/>
                    <a:pt x="71845" y="119743"/>
                  </a:cubicBezTo>
                  <a:cubicBezTo>
                    <a:pt x="79828" y="119743"/>
                    <a:pt x="87811" y="119743"/>
                    <a:pt x="95536" y="119743"/>
                  </a:cubicBezTo>
                  <a:lnTo>
                    <a:pt x="95536" y="119743"/>
                  </a:lnTo>
                  <a:cubicBezTo>
                    <a:pt x="95536" y="119743"/>
                    <a:pt x="95536" y="119743"/>
                    <a:pt x="103776" y="111777"/>
                  </a:cubicBezTo>
                  <a:cubicBezTo>
                    <a:pt x="103776" y="103554"/>
                    <a:pt x="103776" y="103554"/>
                    <a:pt x="103776" y="103554"/>
                  </a:cubicBezTo>
                  <a:cubicBezTo>
                    <a:pt x="103776" y="111777"/>
                    <a:pt x="103776" y="111777"/>
                    <a:pt x="103776" y="111777"/>
                  </a:cubicBezTo>
                  <a:lnTo>
                    <a:pt x="103776" y="103554"/>
                  </a:lnTo>
                  <a:cubicBezTo>
                    <a:pt x="111759" y="103554"/>
                    <a:pt x="111759" y="103554"/>
                    <a:pt x="119742" y="103554"/>
                  </a:cubicBezTo>
                  <a:lnTo>
                    <a:pt x="119742" y="103554"/>
                  </a:lnTo>
                  <a:cubicBezTo>
                    <a:pt x="111759" y="103554"/>
                    <a:pt x="111759" y="103554"/>
                    <a:pt x="111759" y="95588"/>
                  </a:cubicBezTo>
                  <a:lnTo>
                    <a:pt x="111759" y="95588"/>
                  </a:lnTo>
                  <a:lnTo>
                    <a:pt x="111759" y="95588"/>
                  </a:lnTo>
                  <a:cubicBezTo>
                    <a:pt x="111759" y="87880"/>
                    <a:pt x="111759" y="87880"/>
                    <a:pt x="111759" y="87880"/>
                  </a:cubicBezTo>
                  <a:lnTo>
                    <a:pt x="111759" y="87880"/>
                  </a:lnTo>
                  <a:lnTo>
                    <a:pt x="111759" y="87880"/>
                  </a:lnTo>
                  <a:cubicBezTo>
                    <a:pt x="111759" y="79914"/>
                    <a:pt x="111759" y="79914"/>
                    <a:pt x="111759" y="79914"/>
                  </a:cubicBezTo>
                  <a:lnTo>
                    <a:pt x="111759" y="79914"/>
                  </a:lnTo>
                  <a:cubicBezTo>
                    <a:pt x="103776" y="71691"/>
                    <a:pt x="103776" y="71691"/>
                    <a:pt x="95536" y="71691"/>
                  </a:cubicBezTo>
                  <a:lnTo>
                    <a:pt x="95536" y="71691"/>
                  </a:lnTo>
                  <a:lnTo>
                    <a:pt x="95536" y="71691"/>
                  </a:lnTo>
                  <a:cubicBezTo>
                    <a:pt x="79828" y="63725"/>
                    <a:pt x="79828" y="63725"/>
                    <a:pt x="79828" y="63725"/>
                  </a:cubicBezTo>
                  <a:cubicBezTo>
                    <a:pt x="87811" y="56017"/>
                    <a:pt x="87811" y="56017"/>
                    <a:pt x="87811" y="56017"/>
                  </a:cubicBezTo>
                  <a:cubicBezTo>
                    <a:pt x="87811" y="56017"/>
                    <a:pt x="87811" y="56017"/>
                    <a:pt x="79828" y="56017"/>
                  </a:cubicBezTo>
                  <a:lnTo>
                    <a:pt x="79828" y="56017"/>
                  </a:lnTo>
                  <a:lnTo>
                    <a:pt x="79828" y="48051"/>
                  </a:lnTo>
                  <a:lnTo>
                    <a:pt x="79828" y="48051"/>
                  </a:lnTo>
                  <a:lnTo>
                    <a:pt x="79828" y="48051"/>
                  </a:lnTo>
                  <a:cubicBezTo>
                    <a:pt x="79828" y="48051"/>
                    <a:pt x="79828" y="48051"/>
                    <a:pt x="79828" y="39828"/>
                  </a:cubicBezTo>
                  <a:lnTo>
                    <a:pt x="79828" y="39828"/>
                  </a:lnTo>
                  <a:lnTo>
                    <a:pt x="79828" y="39828"/>
                  </a:lnTo>
                  <a:cubicBezTo>
                    <a:pt x="79828" y="39828"/>
                    <a:pt x="79828" y="39828"/>
                    <a:pt x="79828" y="31862"/>
                  </a:cubicBezTo>
                  <a:lnTo>
                    <a:pt x="79828" y="31862"/>
                  </a:lnTo>
                  <a:cubicBezTo>
                    <a:pt x="87811" y="31862"/>
                    <a:pt x="87811" y="24154"/>
                    <a:pt x="87811" y="24154"/>
                  </a:cubicBezTo>
                  <a:lnTo>
                    <a:pt x="87811" y="24154"/>
                  </a:lnTo>
                  <a:lnTo>
                    <a:pt x="87811" y="24154"/>
                  </a:lnTo>
                  <a:cubicBezTo>
                    <a:pt x="87811" y="24154"/>
                    <a:pt x="79828" y="24154"/>
                    <a:pt x="79828" y="1618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6" name="Shape 11806"/>
            <p:cNvSpPr/>
            <p:nvPr/>
          </p:nvSpPr>
          <p:spPr>
            <a:xfrm>
              <a:off x="3479800" y="1690688"/>
              <a:ext cx="44450" cy="1000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320" y="66428"/>
                  </a:moveTo>
                  <a:lnTo>
                    <a:pt x="88320" y="66428"/>
                  </a:lnTo>
                  <a:cubicBezTo>
                    <a:pt x="88320" y="66428"/>
                    <a:pt x="58560" y="66428"/>
                    <a:pt x="58560" y="53142"/>
                  </a:cubicBezTo>
                  <a:lnTo>
                    <a:pt x="88320" y="53142"/>
                  </a:lnTo>
                  <a:lnTo>
                    <a:pt x="88320" y="53142"/>
                  </a:lnTo>
                  <a:cubicBezTo>
                    <a:pt x="88320" y="39428"/>
                    <a:pt x="88320" y="39428"/>
                    <a:pt x="88320" y="39428"/>
                  </a:cubicBezTo>
                  <a:cubicBezTo>
                    <a:pt x="88320" y="26142"/>
                    <a:pt x="88320" y="26142"/>
                    <a:pt x="88320" y="26142"/>
                  </a:cubicBezTo>
                  <a:cubicBezTo>
                    <a:pt x="88320" y="13285"/>
                    <a:pt x="119040" y="13285"/>
                    <a:pt x="119040" y="0"/>
                  </a:cubicBezTo>
                  <a:lnTo>
                    <a:pt x="119040" y="0"/>
                  </a:lnTo>
                  <a:cubicBezTo>
                    <a:pt x="88320" y="0"/>
                    <a:pt x="88320" y="0"/>
                    <a:pt x="88320" y="0"/>
                  </a:cubicBezTo>
                  <a:lnTo>
                    <a:pt x="88320" y="0"/>
                  </a:lnTo>
                  <a:cubicBezTo>
                    <a:pt x="58560" y="0"/>
                    <a:pt x="58560" y="0"/>
                    <a:pt x="58560" y="0"/>
                  </a:cubicBezTo>
                  <a:lnTo>
                    <a:pt x="58560" y="0"/>
                  </a:lnTo>
                  <a:lnTo>
                    <a:pt x="58560" y="0"/>
                  </a:lnTo>
                  <a:lnTo>
                    <a:pt x="58560" y="0"/>
                  </a:lnTo>
                  <a:cubicBezTo>
                    <a:pt x="58560" y="0"/>
                    <a:pt x="58560" y="0"/>
                    <a:pt x="58560" y="13285"/>
                  </a:cubicBezTo>
                  <a:cubicBezTo>
                    <a:pt x="58560" y="13285"/>
                    <a:pt x="58560" y="26142"/>
                    <a:pt x="58560" y="39428"/>
                  </a:cubicBezTo>
                  <a:cubicBezTo>
                    <a:pt x="28800" y="53142"/>
                    <a:pt x="28800" y="53142"/>
                    <a:pt x="28800" y="66428"/>
                  </a:cubicBezTo>
                  <a:lnTo>
                    <a:pt x="0" y="66428"/>
                  </a:lnTo>
                  <a:cubicBezTo>
                    <a:pt x="0" y="66428"/>
                    <a:pt x="0" y="66428"/>
                    <a:pt x="28800" y="66428"/>
                  </a:cubicBezTo>
                  <a:lnTo>
                    <a:pt x="28800" y="79285"/>
                  </a:lnTo>
                  <a:cubicBezTo>
                    <a:pt x="28800" y="79285"/>
                    <a:pt x="58560" y="79285"/>
                    <a:pt x="58560" y="92571"/>
                  </a:cubicBezTo>
                  <a:cubicBezTo>
                    <a:pt x="58560" y="106285"/>
                    <a:pt x="58560" y="106285"/>
                    <a:pt x="58560" y="106285"/>
                  </a:cubicBezTo>
                  <a:lnTo>
                    <a:pt x="58560" y="106285"/>
                  </a:lnTo>
                  <a:cubicBezTo>
                    <a:pt x="58560" y="106285"/>
                    <a:pt x="58560" y="106285"/>
                    <a:pt x="58560" y="119571"/>
                  </a:cubicBezTo>
                  <a:cubicBezTo>
                    <a:pt x="58560" y="106285"/>
                    <a:pt x="58560" y="106285"/>
                    <a:pt x="58560" y="106285"/>
                  </a:cubicBezTo>
                  <a:lnTo>
                    <a:pt x="58560" y="106285"/>
                  </a:lnTo>
                  <a:lnTo>
                    <a:pt x="58560" y="106285"/>
                  </a:lnTo>
                  <a:cubicBezTo>
                    <a:pt x="58560" y="106285"/>
                    <a:pt x="58560" y="106285"/>
                    <a:pt x="88320" y="106285"/>
                  </a:cubicBezTo>
                  <a:lnTo>
                    <a:pt x="88320" y="106285"/>
                  </a:lnTo>
                  <a:cubicBezTo>
                    <a:pt x="88320" y="92571"/>
                    <a:pt x="88320" y="92571"/>
                    <a:pt x="88320" y="92571"/>
                  </a:cubicBezTo>
                  <a:lnTo>
                    <a:pt x="88320" y="92571"/>
                  </a:lnTo>
                  <a:lnTo>
                    <a:pt x="88320" y="92571"/>
                  </a:lnTo>
                  <a:cubicBezTo>
                    <a:pt x="88320" y="92571"/>
                    <a:pt x="88320" y="92571"/>
                    <a:pt x="88320" y="79285"/>
                  </a:cubicBezTo>
                  <a:lnTo>
                    <a:pt x="88320" y="79285"/>
                  </a:lnTo>
                  <a:cubicBezTo>
                    <a:pt x="88320" y="79285"/>
                    <a:pt x="88320" y="79285"/>
                    <a:pt x="88320" y="6642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7" name="Shape 11807"/>
            <p:cNvSpPr/>
            <p:nvPr/>
          </p:nvSpPr>
          <p:spPr>
            <a:xfrm>
              <a:off x="4114800" y="1646238"/>
              <a:ext cx="100013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285" y="0"/>
                  </a:moveTo>
                  <a:lnTo>
                    <a:pt x="106285" y="0"/>
                  </a:lnTo>
                  <a:cubicBezTo>
                    <a:pt x="93000" y="0"/>
                    <a:pt x="93000" y="0"/>
                    <a:pt x="79714" y="0"/>
                  </a:cubicBezTo>
                  <a:lnTo>
                    <a:pt x="79714" y="0"/>
                  </a:lnTo>
                  <a:lnTo>
                    <a:pt x="79714" y="0"/>
                  </a:lnTo>
                  <a:cubicBezTo>
                    <a:pt x="79714" y="0"/>
                    <a:pt x="79714" y="29760"/>
                    <a:pt x="66428" y="29760"/>
                  </a:cubicBezTo>
                  <a:lnTo>
                    <a:pt x="66428" y="29760"/>
                  </a:lnTo>
                  <a:lnTo>
                    <a:pt x="66428" y="29760"/>
                  </a:lnTo>
                  <a:cubicBezTo>
                    <a:pt x="66428" y="29760"/>
                    <a:pt x="66428" y="29760"/>
                    <a:pt x="53142" y="29760"/>
                  </a:cubicBezTo>
                  <a:lnTo>
                    <a:pt x="53142" y="29760"/>
                  </a:lnTo>
                  <a:cubicBezTo>
                    <a:pt x="53142" y="29760"/>
                    <a:pt x="53142" y="29760"/>
                    <a:pt x="53142" y="0"/>
                  </a:cubicBezTo>
                  <a:lnTo>
                    <a:pt x="53142" y="0"/>
                  </a:lnTo>
                  <a:lnTo>
                    <a:pt x="53142" y="0"/>
                  </a:lnTo>
                  <a:cubicBezTo>
                    <a:pt x="53142" y="29760"/>
                    <a:pt x="53142" y="29760"/>
                    <a:pt x="53142" y="29760"/>
                  </a:cubicBezTo>
                  <a:lnTo>
                    <a:pt x="39428" y="29760"/>
                  </a:lnTo>
                  <a:cubicBezTo>
                    <a:pt x="39428" y="29760"/>
                    <a:pt x="26571" y="29760"/>
                    <a:pt x="13285" y="0"/>
                  </a:cubicBezTo>
                  <a:lnTo>
                    <a:pt x="13285" y="0"/>
                  </a:lnTo>
                  <a:cubicBezTo>
                    <a:pt x="13285" y="29760"/>
                    <a:pt x="13285" y="29760"/>
                    <a:pt x="13285" y="29760"/>
                  </a:cubicBezTo>
                  <a:lnTo>
                    <a:pt x="13285" y="29760"/>
                  </a:lnTo>
                  <a:lnTo>
                    <a:pt x="13285" y="29760"/>
                  </a:lnTo>
                  <a:cubicBezTo>
                    <a:pt x="13285" y="58560"/>
                    <a:pt x="13285" y="58560"/>
                    <a:pt x="0" y="58560"/>
                  </a:cubicBezTo>
                  <a:lnTo>
                    <a:pt x="0" y="58560"/>
                  </a:lnTo>
                  <a:lnTo>
                    <a:pt x="0" y="58560"/>
                  </a:lnTo>
                  <a:cubicBezTo>
                    <a:pt x="13285" y="58560"/>
                    <a:pt x="13285" y="88320"/>
                    <a:pt x="13285" y="88320"/>
                  </a:cubicBezTo>
                  <a:lnTo>
                    <a:pt x="13285" y="119040"/>
                  </a:lnTo>
                  <a:cubicBezTo>
                    <a:pt x="13285" y="119040"/>
                    <a:pt x="13285" y="119040"/>
                    <a:pt x="13285" y="88320"/>
                  </a:cubicBezTo>
                  <a:cubicBezTo>
                    <a:pt x="26571" y="88320"/>
                    <a:pt x="26571" y="88320"/>
                    <a:pt x="39428" y="88320"/>
                  </a:cubicBezTo>
                  <a:lnTo>
                    <a:pt x="39428" y="88320"/>
                  </a:lnTo>
                  <a:lnTo>
                    <a:pt x="53142" y="88320"/>
                  </a:lnTo>
                  <a:lnTo>
                    <a:pt x="53142" y="88320"/>
                  </a:lnTo>
                  <a:lnTo>
                    <a:pt x="53142" y="88320"/>
                  </a:lnTo>
                  <a:lnTo>
                    <a:pt x="53142" y="88320"/>
                  </a:lnTo>
                  <a:lnTo>
                    <a:pt x="53142" y="88320"/>
                  </a:lnTo>
                  <a:cubicBezTo>
                    <a:pt x="53142" y="88320"/>
                    <a:pt x="53142" y="88320"/>
                    <a:pt x="66428" y="119040"/>
                  </a:cubicBezTo>
                  <a:lnTo>
                    <a:pt x="66428" y="119040"/>
                  </a:lnTo>
                  <a:lnTo>
                    <a:pt x="66428" y="119040"/>
                  </a:lnTo>
                  <a:cubicBezTo>
                    <a:pt x="79714" y="119040"/>
                    <a:pt x="79714" y="119040"/>
                    <a:pt x="79714" y="119040"/>
                  </a:cubicBezTo>
                  <a:lnTo>
                    <a:pt x="79714" y="119040"/>
                  </a:lnTo>
                  <a:lnTo>
                    <a:pt x="79714" y="119040"/>
                  </a:lnTo>
                  <a:lnTo>
                    <a:pt x="79714" y="119040"/>
                  </a:lnTo>
                  <a:cubicBezTo>
                    <a:pt x="79714" y="29760"/>
                    <a:pt x="79714" y="29760"/>
                    <a:pt x="79714" y="29760"/>
                  </a:cubicBezTo>
                  <a:cubicBezTo>
                    <a:pt x="93000" y="58560"/>
                    <a:pt x="93000" y="58560"/>
                    <a:pt x="93000" y="58560"/>
                  </a:cubicBezTo>
                  <a:cubicBezTo>
                    <a:pt x="93000" y="58560"/>
                    <a:pt x="93000" y="58560"/>
                    <a:pt x="106285" y="58560"/>
                  </a:cubicBezTo>
                  <a:lnTo>
                    <a:pt x="106285" y="58560"/>
                  </a:lnTo>
                  <a:lnTo>
                    <a:pt x="106285" y="58560"/>
                  </a:lnTo>
                  <a:lnTo>
                    <a:pt x="106285" y="58560"/>
                  </a:lnTo>
                  <a:cubicBezTo>
                    <a:pt x="106285" y="29760"/>
                    <a:pt x="119571" y="29760"/>
                    <a:pt x="119571" y="29760"/>
                  </a:cubicBezTo>
                  <a:cubicBezTo>
                    <a:pt x="119571" y="29760"/>
                    <a:pt x="119571" y="29760"/>
                    <a:pt x="119571" y="0"/>
                  </a:cubicBezTo>
                  <a:lnTo>
                    <a:pt x="119571" y="0"/>
                  </a:lnTo>
                  <a:lnTo>
                    <a:pt x="119571" y="0"/>
                  </a:lnTo>
                  <a:cubicBezTo>
                    <a:pt x="106285" y="0"/>
                    <a:pt x="106285" y="0"/>
                    <a:pt x="106285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8" name="Shape 11808"/>
            <p:cNvSpPr/>
            <p:nvPr/>
          </p:nvSpPr>
          <p:spPr>
            <a:xfrm>
              <a:off x="4192588" y="1690688"/>
              <a:ext cx="346075" cy="1222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75" y="54545"/>
                  </a:moveTo>
                  <a:lnTo>
                    <a:pt x="119875" y="54545"/>
                  </a:lnTo>
                  <a:cubicBezTo>
                    <a:pt x="116129" y="54545"/>
                    <a:pt x="116129" y="54545"/>
                    <a:pt x="116129" y="54545"/>
                  </a:cubicBezTo>
                  <a:lnTo>
                    <a:pt x="116129" y="54545"/>
                  </a:lnTo>
                  <a:cubicBezTo>
                    <a:pt x="116129" y="43636"/>
                    <a:pt x="116129" y="43636"/>
                    <a:pt x="119875" y="43636"/>
                  </a:cubicBezTo>
                  <a:lnTo>
                    <a:pt x="119875" y="43636"/>
                  </a:lnTo>
                  <a:lnTo>
                    <a:pt x="119875" y="43636"/>
                  </a:lnTo>
                  <a:cubicBezTo>
                    <a:pt x="116129" y="43636"/>
                    <a:pt x="116129" y="43636"/>
                    <a:pt x="116129" y="32375"/>
                  </a:cubicBezTo>
                  <a:lnTo>
                    <a:pt x="116129" y="32375"/>
                  </a:lnTo>
                  <a:lnTo>
                    <a:pt x="116129" y="32375"/>
                  </a:lnTo>
                  <a:cubicBezTo>
                    <a:pt x="116129" y="32375"/>
                    <a:pt x="112258" y="32375"/>
                    <a:pt x="112258" y="21466"/>
                  </a:cubicBezTo>
                  <a:lnTo>
                    <a:pt x="112258" y="21466"/>
                  </a:lnTo>
                  <a:lnTo>
                    <a:pt x="112258" y="21466"/>
                  </a:lnTo>
                  <a:lnTo>
                    <a:pt x="112258" y="21466"/>
                  </a:lnTo>
                  <a:cubicBezTo>
                    <a:pt x="112258" y="10909"/>
                    <a:pt x="112258" y="10909"/>
                    <a:pt x="112258" y="10909"/>
                  </a:cubicBezTo>
                  <a:lnTo>
                    <a:pt x="108387" y="10909"/>
                  </a:lnTo>
                  <a:cubicBezTo>
                    <a:pt x="108387" y="10909"/>
                    <a:pt x="108387" y="10909"/>
                    <a:pt x="104391" y="10909"/>
                  </a:cubicBezTo>
                  <a:lnTo>
                    <a:pt x="104391" y="10909"/>
                  </a:lnTo>
                  <a:lnTo>
                    <a:pt x="104391" y="10909"/>
                  </a:lnTo>
                  <a:cubicBezTo>
                    <a:pt x="100645" y="10909"/>
                    <a:pt x="100645" y="21466"/>
                    <a:pt x="100645" y="21466"/>
                  </a:cubicBezTo>
                  <a:cubicBezTo>
                    <a:pt x="96774" y="21466"/>
                    <a:pt x="96774" y="21466"/>
                    <a:pt x="96774" y="21466"/>
                  </a:cubicBezTo>
                  <a:lnTo>
                    <a:pt x="92778" y="21466"/>
                  </a:lnTo>
                  <a:lnTo>
                    <a:pt x="92778" y="21466"/>
                  </a:lnTo>
                  <a:cubicBezTo>
                    <a:pt x="89032" y="21466"/>
                    <a:pt x="89032" y="21466"/>
                    <a:pt x="89032" y="21466"/>
                  </a:cubicBezTo>
                  <a:cubicBezTo>
                    <a:pt x="85161" y="21466"/>
                    <a:pt x="85161" y="21466"/>
                    <a:pt x="85161" y="21466"/>
                  </a:cubicBezTo>
                  <a:lnTo>
                    <a:pt x="81290" y="21466"/>
                  </a:lnTo>
                  <a:lnTo>
                    <a:pt x="81290" y="21466"/>
                  </a:lnTo>
                  <a:lnTo>
                    <a:pt x="81290" y="21466"/>
                  </a:lnTo>
                  <a:cubicBezTo>
                    <a:pt x="77419" y="21466"/>
                    <a:pt x="73548" y="21466"/>
                    <a:pt x="69677" y="10909"/>
                  </a:cubicBezTo>
                  <a:lnTo>
                    <a:pt x="69677" y="10909"/>
                  </a:lnTo>
                  <a:lnTo>
                    <a:pt x="69677" y="10909"/>
                  </a:lnTo>
                  <a:lnTo>
                    <a:pt x="69677" y="10909"/>
                  </a:lnTo>
                  <a:lnTo>
                    <a:pt x="65806" y="10909"/>
                  </a:lnTo>
                  <a:cubicBezTo>
                    <a:pt x="65806" y="10909"/>
                    <a:pt x="65806" y="10909"/>
                    <a:pt x="61935" y="0"/>
                  </a:cubicBezTo>
                  <a:lnTo>
                    <a:pt x="61935" y="10909"/>
                  </a:lnTo>
                  <a:cubicBezTo>
                    <a:pt x="58064" y="10909"/>
                    <a:pt x="58064" y="10909"/>
                    <a:pt x="58064" y="0"/>
                  </a:cubicBezTo>
                  <a:lnTo>
                    <a:pt x="58064" y="0"/>
                  </a:lnTo>
                  <a:cubicBezTo>
                    <a:pt x="54193" y="0"/>
                    <a:pt x="54193" y="0"/>
                    <a:pt x="50322" y="0"/>
                  </a:cubicBezTo>
                  <a:lnTo>
                    <a:pt x="50322" y="0"/>
                  </a:lnTo>
                  <a:lnTo>
                    <a:pt x="50322" y="0"/>
                  </a:lnTo>
                  <a:cubicBezTo>
                    <a:pt x="46451" y="0"/>
                    <a:pt x="46451" y="0"/>
                    <a:pt x="42580" y="0"/>
                  </a:cubicBezTo>
                  <a:cubicBezTo>
                    <a:pt x="42580" y="0"/>
                    <a:pt x="38709" y="10909"/>
                    <a:pt x="34838" y="10909"/>
                  </a:cubicBezTo>
                  <a:cubicBezTo>
                    <a:pt x="34838" y="10909"/>
                    <a:pt x="34838" y="10909"/>
                    <a:pt x="30967" y="10909"/>
                  </a:cubicBezTo>
                  <a:cubicBezTo>
                    <a:pt x="30967" y="21466"/>
                    <a:pt x="30967" y="21466"/>
                    <a:pt x="27096" y="21466"/>
                  </a:cubicBezTo>
                  <a:lnTo>
                    <a:pt x="27096" y="21466"/>
                  </a:lnTo>
                  <a:cubicBezTo>
                    <a:pt x="27096" y="21466"/>
                    <a:pt x="23225" y="21466"/>
                    <a:pt x="19354" y="21466"/>
                  </a:cubicBezTo>
                  <a:cubicBezTo>
                    <a:pt x="19354" y="10909"/>
                    <a:pt x="15483" y="10909"/>
                    <a:pt x="11612" y="10909"/>
                  </a:cubicBezTo>
                  <a:cubicBezTo>
                    <a:pt x="11612" y="10909"/>
                    <a:pt x="7741" y="10909"/>
                    <a:pt x="7741" y="0"/>
                  </a:cubicBezTo>
                  <a:lnTo>
                    <a:pt x="7741" y="0"/>
                  </a:lnTo>
                  <a:cubicBezTo>
                    <a:pt x="3870" y="0"/>
                    <a:pt x="3870" y="0"/>
                    <a:pt x="3870" y="0"/>
                  </a:cubicBezTo>
                  <a:lnTo>
                    <a:pt x="0" y="0"/>
                  </a:lnTo>
                  <a:cubicBezTo>
                    <a:pt x="3870" y="0"/>
                    <a:pt x="3870" y="0"/>
                    <a:pt x="3870" y="0"/>
                  </a:cubicBezTo>
                  <a:lnTo>
                    <a:pt x="3870" y="0"/>
                  </a:lnTo>
                  <a:cubicBezTo>
                    <a:pt x="3870" y="10909"/>
                    <a:pt x="0" y="10909"/>
                    <a:pt x="0" y="10909"/>
                  </a:cubicBezTo>
                  <a:lnTo>
                    <a:pt x="0" y="21466"/>
                  </a:lnTo>
                  <a:cubicBezTo>
                    <a:pt x="3870" y="21466"/>
                    <a:pt x="3870" y="21466"/>
                    <a:pt x="3870" y="21466"/>
                  </a:cubicBezTo>
                  <a:cubicBezTo>
                    <a:pt x="0" y="32375"/>
                    <a:pt x="0" y="32375"/>
                    <a:pt x="0" y="32375"/>
                  </a:cubicBezTo>
                  <a:cubicBezTo>
                    <a:pt x="3870" y="43636"/>
                    <a:pt x="3870" y="43636"/>
                    <a:pt x="3870" y="43636"/>
                  </a:cubicBezTo>
                  <a:lnTo>
                    <a:pt x="3870" y="43636"/>
                  </a:lnTo>
                  <a:lnTo>
                    <a:pt x="3870" y="54545"/>
                  </a:lnTo>
                  <a:cubicBezTo>
                    <a:pt x="3870" y="65102"/>
                    <a:pt x="3870" y="65102"/>
                    <a:pt x="3870" y="65102"/>
                  </a:cubicBezTo>
                  <a:lnTo>
                    <a:pt x="3870" y="65102"/>
                  </a:lnTo>
                  <a:lnTo>
                    <a:pt x="3870" y="76011"/>
                  </a:lnTo>
                  <a:cubicBezTo>
                    <a:pt x="3870" y="76011"/>
                    <a:pt x="7741" y="76011"/>
                    <a:pt x="7741" y="87272"/>
                  </a:cubicBezTo>
                  <a:cubicBezTo>
                    <a:pt x="7741" y="98181"/>
                    <a:pt x="7741" y="98181"/>
                    <a:pt x="7741" y="108739"/>
                  </a:cubicBezTo>
                  <a:lnTo>
                    <a:pt x="7741" y="108739"/>
                  </a:lnTo>
                  <a:lnTo>
                    <a:pt x="7741" y="108739"/>
                  </a:lnTo>
                  <a:lnTo>
                    <a:pt x="7741" y="108739"/>
                  </a:lnTo>
                  <a:lnTo>
                    <a:pt x="7741" y="108739"/>
                  </a:lnTo>
                  <a:cubicBezTo>
                    <a:pt x="7741" y="98181"/>
                    <a:pt x="11612" y="98181"/>
                    <a:pt x="11612" y="98181"/>
                  </a:cubicBezTo>
                  <a:lnTo>
                    <a:pt x="11612" y="98181"/>
                  </a:lnTo>
                  <a:cubicBezTo>
                    <a:pt x="15483" y="98181"/>
                    <a:pt x="15483" y="98181"/>
                    <a:pt x="19354" y="108739"/>
                  </a:cubicBezTo>
                  <a:cubicBezTo>
                    <a:pt x="19354" y="108739"/>
                    <a:pt x="19354" y="108739"/>
                    <a:pt x="23225" y="108739"/>
                  </a:cubicBezTo>
                  <a:lnTo>
                    <a:pt x="23225" y="108739"/>
                  </a:lnTo>
                  <a:lnTo>
                    <a:pt x="23225" y="108739"/>
                  </a:lnTo>
                  <a:lnTo>
                    <a:pt x="23225" y="108739"/>
                  </a:lnTo>
                  <a:cubicBezTo>
                    <a:pt x="27096" y="108739"/>
                    <a:pt x="27096" y="98181"/>
                    <a:pt x="30967" y="98181"/>
                  </a:cubicBezTo>
                  <a:cubicBezTo>
                    <a:pt x="34838" y="98181"/>
                    <a:pt x="38709" y="108739"/>
                    <a:pt x="38709" y="108739"/>
                  </a:cubicBezTo>
                  <a:cubicBezTo>
                    <a:pt x="38709" y="108739"/>
                    <a:pt x="42580" y="108739"/>
                    <a:pt x="42580" y="119648"/>
                  </a:cubicBezTo>
                  <a:lnTo>
                    <a:pt x="42580" y="119648"/>
                  </a:lnTo>
                  <a:cubicBezTo>
                    <a:pt x="42580" y="119648"/>
                    <a:pt x="46451" y="119648"/>
                    <a:pt x="46451" y="108739"/>
                  </a:cubicBezTo>
                  <a:lnTo>
                    <a:pt x="50322" y="108739"/>
                  </a:lnTo>
                  <a:lnTo>
                    <a:pt x="50322" y="108739"/>
                  </a:lnTo>
                  <a:cubicBezTo>
                    <a:pt x="54193" y="98181"/>
                    <a:pt x="54193" y="98181"/>
                    <a:pt x="54193" y="98181"/>
                  </a:cubicBezTo>
                  <a:cubicBezTo>
                    <a:pt x="54193" y="98181"/>
                    <a:pt x="54193" y="98181"/>
                    <a:pt x="58064" y="98181"/>
                  </a:cubicBezTo>
                  <a:lnTo>
                    <a:pt x="58064" y="98181"/>
                  </a:lnTo>
                  <a:cubicBezTo>
                    <a:pt x="61935" y="98181"/>
                    <a:pt x="61935" y="98181"/>
                    <a:pt x="61935" y="98181"/>
                  </a:cubicBezTo>
                  <a:lnTo>
                    <a:pt x="61935" y="98181"/>
                  </a:lnTo>
                  <a:lnTo>
                    <a:pt x="61935" y="98181"/>
                  </a:lnTo>
                  <a:lnTo>
                    <a:pt x="61935" y="98181"/>
                  </a:lnTo>
                  <a:lnTo>
                    <a:pt x="61935" y="98181"/>
                  </a:lnTo>
                  <a:lnTo>
                    <a:pt x="65806" y="98181"/>
                  </a:lnTo>
                  <a:lnTo>
                    <a:pt x="69677" y="98181"/>
                  </a:lnTo>
                  <a:lnTo>
                    <a:pt x="69677" y="98181"/>
                  </a:lnTo>
                  <a:lnTo>
                    <a:pt x="69677" y="98181"/>
                  </a:lnTo>
                  <a:cubicBezTo>
                    <a:pt x="69677" y="98181"/>
                    <a:pt x="69677" y="98181"/>
                    <a:pt x="73548" y="98181"/>
                  </a:cubicBezTo>
                  <a:lnTo>
                    <a:pt x="73548" y="98181"/>
                  </a:lnTo>
                  <a:lnTo>
                    <a:pt x="73548" y="98181"/>
                  </a:lnTo>
                  <a:lnTo>
                    <a:pt x="73548" y="98181"/>
                  </a:lnTo>
                  <a:lnTo>
                    <a:pt x="77419" y="98181"/>
                  </a:lnTo>
                  <a:lnTo>
                    <a:pt x="77419" y="98181"/>
                  </a:lnTo>
                  <a:lnTo>
                    <a:pt x="77419" y="98181"/>
                  </a:lnTo>
                  <a:lnTo>
                    <a:pt x="77419" y="98181"/>
                  </a:lnTo>
                  <a:cubicBezTo>
                    <a:pt x="77419" y="98181"/>
                    <a:pt x="77419" y="98181"/>
                    <a:pt x="81290" y="98181"/>
                  </a:cubicBezTo>
                  <a:lnTo>
                    <a:pt x="81290" y="98181"/>
                  </a:lnTo>
                  <a:cubicBezTo>
                    <a:pt x="85161" y="98181"/>
                    <a:pt x="85161" y="98181"/>
                    <a:pt x="85161" y="98181"/>
                  </a:cubicBezTo>
                  <a:lnTo>
                    <a:pt x="85161" y="98181"/>
                  </a:lnTo>
                  <a:cubicBezTo>
                    <a:pt x="85161" y="98181"/>
                    <a:pt x="85161" y="98181"/>
                    <a:pt x="89032" y="98181"/>
                  </a:cubicBezTo>
                  <a:lnTo>
                    <a:pt x="89032" y="98181"/>
                  </a:lnTo>
                  <a:cubicBezTo>
                    <a:pt x="89032" y="98181"/>
                    <a:pt x="89032" y="98181"/>
                    <a:pt x="92778" y="98181"/>
                  </a:cubicBezTo>
                  <a:lnTo>
                    <a:pt x="92778" y="98181"/>
                  </a:lnTo>
                  <a:cubicBezTo>
                    <a:pt x="96774" y="87272"/>
                    <a:pt x="96774" y="87272"/>
                    <a:pt x="96774" y="87272"/>
                  </a:cubicBezTo>
                  <a:cubicBezTo>
                    <a:pt x="100645" y="87272"/>
                    <a:pt x="100645" y="87272"/>
                    <a:pt x="100645" y="87272"/>
                  </a:cubicBezTo>
                  <a:lnTo>
                    <a:pt x="104391" y="87272"/>
                  </a:lnTo>
                  <a:lnTo>
                    <a:pt x="104391" y="87272"/>
                  </a:lnTo>
                  <a:lnTo>
                    <a:pt x="104391" y="87272"/>
                  </a:lnTo>
                  <a:lnTo>
                    <a:pt x="108387" y="87272"/>
                  </a:lnTo>
                  <a:lnTo>
                    <a:pt x="108387" y="87272"/>
                  </a:lnTo>
                  <a:lnTo>
                    <a:pt x="108387" y="87272"/>
                  </a:lnTo>
                  <a:lnTo>
                    <a:pt x="108387" y="87272"/>
                  </a:lnTo>
                  <a:lnTo>
                    <a:pt x="108387" y="87272"/>
                  </a:lnTo>
                  <a:cubicBezTo>
                    <a:pt x="108387" y="87272"/>
                    <a:pt x="108387" y="87272"/>
                    <a:pt x="112258" y="87272"/>
                  </a:cubicBezTo>
                  <a:lnTo>
                    <a:pt x="112258" y="87272"/>
                  </a:lnTo>
                  <a:lnTo>
                    <a:pt x="112258" y="87272"/>
                  </a:lnTo>
                  <a:lnTo>
                    <a:pt x="116129" y="87272"/>
                  </a:lnTo>
                  <a:lnTo>
                    <a:pt x="116129" y="87272"/>
                  </a:lnTo>
                  <a:lnTo>
                    <a:pt x="119875" y="87272"/>
                  </a:lnTo>
                  <a:cubicBezTo>
                    <a:pt x="119875" y="87272"/>
                    <a:pt x="119875" y="87272"/>
                    <a:pt x="119875" y="76011"/>
                  </a:cubicBezTo>
                  <a:lnTo>
                    <a:pt x="119875" y="76011"/>
                  </a:lnTo>
                  <a:lnTo>
                    <a:pt x="119875" y="76011"/>
                  </a:lnTo>
                  <a:lnTo>
                    <a:pt x="119875" y="76011"/>
                  </a:lnTo>
                  <a:cubicBezTo>
                    <a:pt x="119875" y="65102"/>
                    <a:pt x="119875" y="65102"/>
                    <a:pt x="119875" y="65102"/>
                  </a:cubicBezTo>
                  <a:lnTo>
                    <a:pt x="119875" y="54545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9" name="Shape 11809"/>
            <p:cNvSpPr/>
            <p:nvPr/>
          </p:nvSpPr>
          <p:spPr>
            <a:xfrm>
              <a:off x="5275263" y="1958975"/>
              <a:ext cx="134937" cy="777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892" y="33732"/>
                  </a:moveTo>
                  <a:lnTo>
                    <a:pt x="39892" y="33732"/>
                  </a:lnTo>
                  <a:lnTo>
                    <a:pt x="39892" y="33732"/>
                  </a:lnTo>
                  <a:lnTo>
                    <a:pt x="39892" y="33732"/>
                  </a:lnTo>
                  <a:lnTo>
                    <a:pt x="39892" y="33732"/>
                  </a:lnTo>
                  <a:cubicBezTo>
                    <a:pt x="29919" y="33732"/>
                    <a:pt x="29919" y="33732"/>
                    <a:pt x="29919" y="17142"/>
                  </a:cubicBezTo>
                  <a:cubicBezTo>
                    <a:pt x="19624" y="17142"/>
                    <a:pt x="19624" y="17142"/>
                    <a:pt x="19624" y="0"/>
                  </a:cubicBezTo>
                  <a:lnTo>
                    <a:pt x="19624" y="0"/>
                  </a:lnTo>
                  <a:cubicBezTo>
                    <a:pt x="9651" y="0"/>
                    <a:pt x="9651" y="0"/>
                    <a:pt x="9651" y="0"/>
                  </a:cubicBezTo>
                  <a:cubicBezTo>
                    <a:pt x="9651" y="0"/>
                    <a:pt x="9651" y="0"/>
                    <a:pt x="0" y="0"/>
                  </a:cubicBezTo>
                  <a:cubicBezTo>
                    <a:pt x="0" y="0"/>
                    <a:pt x="0" y="0"/>
                    <a:pt x="0" y="17142"/>
                  </a:cubicBezTo>
                  <a:lnTo>
                    <a:pt x="0" y="17142"/>
                  </a:lnTo>
                  <a:lnTo>
                    <a:pt x="0" y="17142"/>
                  </a:lnTo>
                  <a:lnTo>
                    <a:pt x="0" y="17142"/>
                  </a:lnTo>
                  <a:cubicBezTo>
                    <a:pt x="0" y="33732"/>
                    <a:pt x="0" y="33732"/>
                    <a:pt x="0" y="33732"/>
                  </a:cubicBezTo>
                  <a:lnTo>
                    <a:pt x="0" y="33732"/>
                  </a:lnTo>
                  <a:lnTo>
                    <a:pt x="0" y="33732"/>
                  </a:lnTo>
                  <a:cubicBezTo>
                    <a:pt x="9651" y="33732"/>
                    <a:pt x="9651" y="50875"/>
                    <a:pt x="9651" y="50875"/>
                  </a:cubicBezTo>
                  <a:lnTo>
                    <a:pt x="9651" y="50875"/>
                  </a:lnTo>
                  <a:lnTo>
                    <a:pt x="19624" y="50875"/>
                  </a:lnTo>
                  <a:cubicBezTo>
                    <a:pt x="19624" y="50875"/>
                    <a:pt x="19624" y="50875"/>
                    <a:pt x="29919" y="50875"/>
                  </a:cubicBezTo>
                  <a:lnTo>
                    <a:pt x="29919" y="50875"/>
                  </a:lnTo>
                  <a:cubicBezTo>
                    <a:pt x="29919" y="68571"/>
                    <a:pt x="29919" y="68571"/>
                    <a:pt x="29919" y="68571"/>
                  </a:cubicBezTo>
                  <a:lnTo>
                    <a:pt x="39892" y="68571"/>
                  </a:lnTo>
                  <a:lnTo>
                    <a:pt x="39892" y="68571"/>
                  </a:lnTo>
                  <a:lnTo>
                    <a:pt x="39892" y="85714"/>
                  </a:lnTo>
                  <a:cubicBezTo>
                    <a:pt x="39892" y="85714"/>
                    <a:pt x="39892" y="85714"/>
                    <a:pt x="39892" y="68571"/>
                  </a:cubicBezTo>
                  <a:lnTo>
                    <a:pt x="39892" y="68571"/>
                  </a:lnTo>
                  <a:cubicBezTo>
                    <a:pt x="49544" y="68571"/>
                    <a:pt x="49544" y="68571"/>
                    <a:pt x="49544" y="68571"/>
                  </a:cubicBezTo>
                  <a:lnTo>
                    <a:pt x="59517" y="68571"/>
                  </a:lnTo>
                  <a:cubicBezTo>
                    <a:pt x="59517" y="68571"/>
                    <a:pt x="69812" y="68571"/>
                    <a:pt x="69812" y="85714"/>
                  </a:cubicBezTo>
                  <a:cubicBezTo>
                    <a:pt x="69812" y="85714"/>
                    <a:pt x="69812" y="85714"/>
                    <a:pt x="69812" y="102304"/>
                  </a:cubicBezTo>
                  <a:cubicBezTo>
                    <a:pt x="69812" y="102304"/>
                    <a:pt x="69812" y="102304"/>
                    <a:pt x="79785" y="102304"/>
                  </a:cubicBezTo>
                  <a:lnTo>
                    <a:pt x="79785" y="102304"/>
                  </a:lnTo>
                  <a:lnTo>
                    <a:pt x="79785" y="102304"/>
                  </a:lnTo>
                  <a:lnTo>
                    <a:pt x="79785" y="102304"/>
                  </a:lnTo>
                  <a:cubicBezTo>
                    <a:pt x="89436" y="102304"/>
                    <a:pt x="89436" y="102304"/>
                    <a:pt x="89436" y="102304"/>
                  </a:cubicBezTo>
                  <a:lnTo>
                    <a:pt x="89436" y="102304"/>
                  </a:lnTo>
                  <a:lnTo>
                    <a:pt x="89436" y="102304"/>
                  </a:lnTo>
                  <a:lnTo>
                    <a:pt x="89436" y="102304"/>
                  </a:lnTo>
                  <a:cubicBezTo>
                    <a:pt x="99410" y="102304"/>
                    <a:pt x="99410" y="102304"/>
                    <a:pt x="99410" y="102304"/>
                  </a:cubicBezTo>
                  <a:lnTo>
                    <a:pt x="109705" y="102304"/>
                  </a:lnTo>
                  <a:cubicBezTo>
                    <a:pt x="109705" y="119447"/>
                    <a:pt x="109705" y="119447"/>
                    <a:pt x="109705" y="119447"/>
                  </a:cubicBezTo>
                  <a:lnTo>
                    <a:pt x="109705" y="119447"/>
                  </a:lnTo>
                  <a:lnTo>
                    <a:pt x="119678" y="102304"/>
                  </a:lnTo>
                  <a:lnTo>
                    <a:pt x="119678" y="102304"/>
                  </a:lnTo>
                  <a:lnTo>
                    <a:pt x="119678" y="102304"/>
                  </a:lnTo>
                  <a:lnTo>
                    <a:pt x="119678" y="85714"/>
                  </a:lnTo>
                  <a:cubicBezTo>
                    <a:pt x="109705" y="85714"/>
                    <a:pt x="109705" y="85714"/>
                    <a:pt x="109705" y="85714"/>
                  </a:cubicBezTo>
                  <a:lnTo>
                    <a:pt x="99410" y="85714"/>
                  </a:lnTo>
                  <a:lnTo>
                    <a:pt x="99410" y="85714"/>
                  </a:lnTo>
                  <a:lnTo>
                    <a:pt x="99410" y="85714"/>
                  </a:lnTo>
                  <a:lnTo>
                    <a:pt x="99410" y="85714"/>
                  </a:lnTo>
                  <a:cubicBezTo>
                    <a:pt x="99410" y="85714"/>
                    <a:pt x="99410" y="85714"/>
                    <a:pt x="89436" y="85714"/>
                  </a:cubicBezTo>
                  <a:lnTo>
                    <a:pt x="89436" y="85714"/>
                  </a:lnTo>
                  <a:lnTo>
                    <a:pt x="89436" y="85714"/>
                  </a:lnTo>
                  <a:lnTo>
                    <a:pt x="89436" y="85714"/>
                  </a:lnTo>
                  <a:cubicBezTo>
                    <a:pt x="79785" y="85714"/>
                    <a:pt x="79785" y="85714"/>
                    <a:pt x="79785" y="68571"/>
                  </a:cubicBezTo>
                  <a:lnTo>
                    <a:pt x="69812" y="68571"/>
                  </a:lnTo>
                  <a:lnTo>
                    <a:pt x="69812" y="68571"/>
                  </a:lnTo>
                  <a:lnTo>
                    <a:pt x="69812" y="68571"/>
                  </a:lnTo>
                  <a:lnTo>
                    <a:pt x="59517" y="50875"/>
                  </a:lnTo>
                  <a:cubicBezTo>
                    <a:pt x="49544" y="50875"/>
                    <a:pt x="49544" y="50875"/>
                    <a:pt x="49544" y="33732"/>
                  </a:cubicBezTo>
                  <a:cubicBezTo>
                    <a:pt x="49544" y="50875"/>
                    <a:pt x="49544" y="50875"/>
                    <a:pt x="49544" y="50875"/>
                  </a:cubicBezTo>
                  <a:lnTo>
                    <a:pt x="49544" y="50875"/>
                  </a:lnTo>
                  <a:lnTo>
                    <a:pt x="49544" y="50875"/>
                  </a:lnTo>
                  <a:cubicBezTo>
                    <a:pt x="39892" y="50875"/>
                    <a:pt x="39892" y="50875"/>
                    <a:pt x="39892" y="3373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0" name="Shape 11810"/>
            <p:cNvSpPr/>
            <p:nvPr/>
          </p:nvSpPr>
          <p:spPr>
            <a:xfrm>
              <a:off x="4729163" y="1679575"/>
              <a:ext cx="234950" cy="1460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11" y="64296"/>
                  </a:moveTo>
                  <a:lnTo>
                    <a:pt x="11411" y="64296"/>
                  </a:lnTo>
                  <a:cubicBezTo>
                    <a:pt x="11411" y="64296"/>
                    <a:pt x="11411" y="73481"/>
                    <a:pt x="11411" y="82962"/>
                  </a:cubicBezTo>
                  <a:lnTo>
                    <a:pt x="11411" y="73481"/>
                  </a:lnTo>
                  <a:lnTo>
                    <a:pt x="16932" y="64296"/>
                  </a:lnTo>
                  <a:lnTo>
                    <a:pt x="16932" y="64296"/>
                  </a:lnTo>
                  <a:lnTo>
                    <a:pt x="16932" y="64296"/>
                  </a:lnTo>
                  <a:lnTo>
                    <a:pt x="22822" y="64296"/>
                  </a:lnTo>
                  <a:lnTo>
                    <a:pt x="22822" y="73481"/>
                  </a:lnTo>
                  <a:cubicBezTo>
                    <a:pt x="22822" y="73481"/>
                    <a:pt x="22822" y="64296"/>
                    <a:pt x="28527" y="64296"/>
                  </a:cubicBezTo>
                  <a:lnTo>
                    <a:pt x="28527" y="64296"/>
                  </a:lnTo>
                  <a:lnTo>
                    <a:pt x="28527" y="64296"/>
                  </a:lnTo>
                  <a:lnTo>
                    <a:pt x="28527" y="64296"/>
                  </a:lnTo>
                  <a:lnTo>
                    <a:pt x="28527" y="64296"/>
                  </a:lnTo>
                  <a:cubicBezTo>
                    <a:pt x="34233" y="64296"/>
                    <a:pt x="34233" y="64296"/>
                    <a:pt x="34233" y="64296"/>
                  </a:cubicBezTo>
                  <a:cubicBezTo>
                    <a:pt x="34233" y="64296"/>
                    <a:pt x="34233" y="64296"/>
                    <a:pt x="39754" y="64296"/>
                  </a:cubicBezTo>
                  <a:lnTo>
                    <a:pt x="45644" y="73481"/>
                  </a:lnTo>
                  <a:cubicBezTo>
                    <a:pt x="51349" y="73481"/>
                    <a:pt x="51349" y="73481"/>
                    <a:pt x="51349" y="73481"/>
                  </a:cubicBezTo>
                  <a:lnTo>
                    <a:pt x="51349" y="73481"/>
                  </a:lnTo>
                  <a:cubicBezTo>
                    <a:pt x="51349" y="73481"/>
                    <a:pt x="51349" y="73481"/>
                    <a:pt x="57055" y="73481"/>
                  </a:cubicBezTo>
                  <a:cubicBezTo>
                    <a:pt x="57055" y="73481"/>
                    <a:pt x="57055" y="73481"/>
                    <a:pt x="57055" y="82962"/>
                  </a:cubicBezTo>
                  <a:cubicBezTo>
                    <a:pt x="62576" y="82962"/>
                    <a:pt x="62576" y="82962"/>
                    <a:pt x="62576" y="82962"/>
                  </a:cubicBezTo>
                  <a:lnTo>
                    <a:pt x="62576" y="82962"/>
                  </a:lnTo>
                  <a:cubicBezTo>
                    <a:pt x="62576" y="82962"/>
                    <a:pt x="62576" y="92148"/>
                    <a:pt x="68466" y="92148"/>
                  </a:cubicBezTo>
                  <a:lnTo>
                    <a:pt x="68466" y="92148"/>
                  </a:lnTo>
                  <a:lnTo>
                    <a:pt x="68466" y="92148"/>
                  </a:lnTo>
                  <a:lnTo>
                    <a:pt x="74171" y="92148"/>
                  </a:lnTo>
                  <a:lnTo>
                    <a:pt x="74171" y="92148"/>
                  </a:lnTo>
                  <a:lnTo>
                    <a:pt x="74171" y="92148"/>
                  </a:lnTo>
                  <a:lnTo>
                    <a:pt x="74171" y="92148"/>
                  </a:lnTo>
                  <a:lnTo>
                    <a:pt x="74171" y="92148"/>
                  </a:lnTo>
                  <a:lnTo>
                    <a:pt x="74171" y="92148"/>
                  </a:lnTo>
                  <a:lnTo>
                    <a:pt x="74171" y="92148"/>
                  </a:lnTo>
                  <a:cubicBezTo>
                    <a:pt x="79877" y="92148"/>
                    <a:pt x="79877" y="92148"/>
                    <a:pt x="79877" y="101037"/>
                  </a:cubicBezTo>
                  <a:lnTo>
                    <a:pt x="79877" y="101037"/>
                  </a:lnTo>
                  <a:cubicBezTo>
                    <a:pt x="79877" y="101037"/>
                    <a:pt x="79877" y="101037"/>
                    <a:pt x="79877" y="110222"/>
                  </a:cubicBezTo>
                  <a:cubicBezTo>
                    <a:pt x="85398" y="110222"/>
                    <a:pt x="85398" y="110222"/>
                    <a:pt x="85398" y="110222"/>
                  </a:cubicBezTo>
                  <a:cubicBezTo>
                    <a:pt x="85398" y="119703"/>
                    <a:pt x="85398" y="119703"/>
                    <a:pt x="85398" y="119703"/>
                  </a:cubicBezTo>
                  <a:cubicBezTo>
                    <a:pt x="85398" y="119703"/>
                    <a:pt x="85398" y="119703"/>
                    <a:pt x="91288" y="119703"/>
                  </a:cubicBezTo>
                  <a:lnTo>
                    <a:pt x="91288" y="119703"/>
                  </a:lnTo>
                  <a:lnTo>
                    <a:pt x="91288" y="119703"/>
                  </a:lnTo>
                  <a:lnTo>
                    <a:pt x="91288" y="119703"/>
                  </a:lnTo>
                  <a:cubicBezTo>
                    <a:pt x="91288" y="119703"/>
                    <a:pt x="91288" y="119703"/>
                    <a:pt x="96993" y="110222"/>
                  </a:cubicBezTo>
                  <a:lnTo>
                    <a:pt x="96993" y="110222"/>
                  </a:lnTo>
                  <a:lnTo>
                    <a:pt x="96993" y="110222"/>
                  </a:lnTo>
                  <a:lnTo>
                    <a:pt x="96993" y="110222"/>
                  </a:lnTo>
                  <a:lnTo>
                    <a:pt x="96993" y="110222"/>
                  </a:lnTo>
                  <a:lnTo>
                    <a:pt x="96993" y="110222"/>
                  </a:lnTo>
                  <a:lnTo>
                    <a:pt x="96993" y="110222"/>
                  </a:lnTo>
                  <a:lnTo>
                    <a:pt x="102699" y="110222"/>
                  </a:lnTo>
                  <a:lnTo>
                    <a:pt x="102699" y="110222"/>
                  </a:lnTo>
                  <a:lnTo>
                    <a:pt x="102699" y="110222"/>
                  </a:lnTo>
                  <a:lnTo>
                    <a:pt x="102699" y="110222"/>
                  </a:lnTo>
                  <a:lnTo>
                    <a:pt x="108220" y="110222"/>
                  </a:lnTo>
                  <a:lnTo>
                    <a:pt x="108220" y="101037"/>
                  </a:lnTo>
                  <a:cubicBezTo>
                    <a:pt x="108220" y="101037"/>
                    <a:pt x="108220" y="101037"/>
                    <a:pt x="108220" y="92148"/>
                  </a:cubicBezTo>
                  <a:cubicBezTo>
                    <a:pt x="114110" y="92148"/>
                    <a:pt x="114110" y="82962"/>
                    <a:pt x="119815" y="82962"/>
                  </a:cubicBezTo>
                  <a:lnTo>
                    <a:pt x="119815" y="82962"/>
                  </a:lnTo>
                  <a:lnTo>
                    <a:pt x="119815" y="82962"/>
                  </a:lnTo>
                  <a:lnTo>
                    <a:pt x="119815" y="82962"/>
                  </a:lnTo>
                  <a:lnTo>
                    <a:pt x="119815" y="82962"/>
                  </a:lnTo>
                  <a:lnTo>
                    <a:pt x="119815" y="82962"/>
                  </a:lnTo>
                  <a:lnTo>
                    <a:pt x="119815" y="82962"/>
                  </a:lnTo>
                  <a:lnTo>
                    <a:pt x="119815" y="82962"/>
                  </a:lnTo>
                  <a:cubicBezTo>
                    <a:pt x="119815" y="82962"/>
                    <a:pt x="119815" y="73481"/>
                    <a:pt x="114110" y="73481"/>
                  </a:cubicBezTo>
                  <a:cubicBezTo>
                    <a:pt x="114110" y="73481"/>
                    <a:pt x="114110" y="73481"/>
                    <a:pt x="108220" y="73481"/>
                  </a:cubicBezTo>
                  <a:lnTo>
                    <a:pt x="108220" y="73481"/>
                  </a:lnTo>
                  <a:cubicBezTo>
                    <a:pt x="108220" y="64296"/>
                    <a:pt x="102699" y="64296"/>
                    <a:pt x="102699" y="64296"/>
                  </a:cubicBezTo>
                  <a:cubicBezTo>
                    <a:pt x="102699" y="55407"/>
                    <a:pt x="102699" y="55407"/>
                    <a:pt x="96993" y="55407"/>
                  </a:cubicBezTo>
                  <a:lnTo>
                    <a:pt x="96993" y="55407"/>
                  </a:lnTo>
                  <a:lnTo>
                    <a:pt x="96993" y="55407"/>
                  </a:lnTo>
                  <a:cubicBezTo>
                    <a:pt x="96993" y="55407"/>
                    <a:pt x="96993" y="55407"/>
                    <a:pt x="91288" y="55407"/>
                  </a:cubicBezTo>
                  <a:cubicBezTo>
                    <a:pt x="91288" y="55407"/>
                    <a:pt x="91288" y="55407"/>
                    <a:pt x="91288" y="46222"/>
                  </a:cubicBezTo>
                  <a:lnTo>
                    <a:pt x="91288" y="46222"/>
                  </a:lnTo>
                  <a:cubicBezTo>
                    <a:pt x="85398" y="46222"/>
                    <a:pt x="85398" y="46222"/>
                    <a:pt x="85398" y="36740"/>
                  </a:cubicBezTo>
                  <a:lnTo>
                    <a:pt x="85398" y="36740"/>
                  </a:lnTo>
                  <a:lnTo>
                    <a:pt x="85398" y="36740"/>
                  </a:lnTo>
                  <a:cubicBezTo>
                    <a:pt x="79877" y="27555"/>
                    <a:pt x="79877" y="27555"/>
                    <a:pt x="79877" y="27555"/>
                  </a:cubicBezTo>
                  <a:lnTo>
                    <a:pt x="79877" y="27555"/>
                  </a:lnTo>
                  <a:lnTo>
                    <a:pt x="79877" y="27555"/>
                  </a:lnTo>
                  <a:lnTo>
                    <a:pt x="74171" y="27555"/>
                  </a:lnTo>
                  <a:cubicBezTo>
                    <a:pt x="74171" y="27555"/>
                    <a:pt x="74171" y="27555"/>
                    <a:pt x="68466" y="27555"/>
                  </a:cubicBezTo>
                  <a:lnTo>
                    <a:pt x="68466" y="27555"/>
                  </a:lnTo>
                  <a:lnTo>
                    <a:pt x="68466" y="27555"/>
                  </a:lnTo>
                  <a:lnTo>
                    <a:pt x="62576" y="18666"/>
                  </a:lnTo>
                  <a:lnTo>
                    <a:pt x="62576" y="18666"/>
                  </a:lnTo>
                  <a:lnTo>
                    <a:pt x="62576" y="9481"/>
                  </a:lnTo>
                  <a:lnTo>
                    <a:pt x="62576" y="9481"/>
                  </a:lnTo>
                  <a:cubicBezTo>
                    <a:pt x="62576" y="9481"/>
                    <a:pt x="62576" y="9481"/>
                    <a:pt x="62576" y="0"/>
                  </a:cubicBezTo>
                  <a:lnTo>
                    <a:pt x="62576" y="0"/>
                  </a:lnTo>
                  <a:lnTo>
                    <a:pt x="62576" y="0"/>
                  </a:lnTo>
                  <a:lnTo>
                    <a:pt x="62576" y="0"/>
                  </a:lnTo>
                  <a:lnTo>
                    <a:pt x="62576" y="0"/>
                  </a:lnTo>
                  <a:cubicBezTo>
                    <a:pt x="62576" y="0"/>
                    <a:pt x="62576" y="0"/>
                    <a:pt x="57055" y="0"/>
                  </a:cubicBezTo>
                  <a:cubicBezTo>
                    <a:pt x="57055" y="0"/>
                    <a:pt x="57055" y="0"/>
                    <a:pt x="51349" y="0"/>
                  </a:cubicBezTo>
                  <a:lnTo>
                    <a:pt x="51349" y="0"/>
                  </a:lnTo>
                  <a:lnTo>
                    <a:pt x="51349" y="0"/>
                  </a:lnTo>
                  <a:cubicBezTo>
                    <a:pt x="51349" y="0"/>
                    <a:pt x="51349" y="0"/>
                    <a:pt x="45644" y="0"/>
                  </a:cubicBezTo>
                  <a:lnTo>
                    <a:pt x="45644" y="0"/>
                  </a:lnTo>
                  <a:cubicBezTo>
                    <a:pt x="45644" y="9481"/>
                    <a:pt x="45644" y="9481"/>
                    <a:pt x="45644" y="9481"/>
                  </a:cubicBezTo>
                  <a:lnTo>
                    <a:pt x="39754" y="9481"/>
                  </a:lnTo>
                  <a:lnTo>
                    <a:pt x="39754" y="9481"/>
                  </a:lnTo>
                  <a:cubicBezTo>
                    <a:pt x="39754" y="9481"/>
                    <a:pt x="39754" y="18666"/>
                    <a:pt x="39754" y="27555"/>
                  </a:cubicBezTo>
                  <a:lnTo>
                    <a:pt x="39754" y="27555"/>
                  </a:lnTo>
                  <a:cubicBezTo>
                    <a:pt x="34233" y="27555"/>
                    <a:pt x="34233" y="27555"/>
                    <a:pt x="34233" y="27555"/>
                  </a:cubicBezTo>
                  <a:lnTo>
                    <a:pt x="34233" y="27555"/>
                  </a:lnTo>
                  <a:lnTo>
                    <a:pt x="34233" y="27555"/>
                  </a:lnTo>
                  <a:cubicBezTo>
                    <a:pt x="34233" y="27555"/>
                    <a:pt x="34233" y="27555"/>
                    <a:pt x="28527" y="27555"/>
                  </a:cubicBezTo>
                  <a:cubicBezTo>
                    <a:pt x="28527" y="27555"/>
                    <a:pt x="28527" y="27555"/>
                    <a:pt x="22822" y="27555"/>
                  </a:cubicBezTo>
                  <a:lnTo>
                    <a:pt x="22822" y="27555"/>
                  </a:lnTo>
                  <a:lnTo>
                    <a:pt x="22822" y="27555"/>
                  </a:lnTo>
                  <a:lnTo>
                    <a:pt x="22822" y="27555"/>
                  </a:lnTo>
                  <a:cubicBezTo>
                    <a:pt x="22822" y="27555"/>
                    <a:pt x="16932" y="27555"/>
                    <a:pt x="16932" y="18666"/>
                  </a:cubicBezTo>
                  <a:cubicBezTo>
                    <a:pt x="16932" y="27555"/>
                    <a:pt x="11411" y="27555"/>
                    <a:pt x="11411" y="27555"/>
                  </a:cubicBezTo>
                  <a:lnTo>
                    <a:pt x="11411" y="27555"/>
                  </a:lnTo>
                  <a:cubicBezTo>
                    <a:pt x="11411" y="27555"/>
                    <a:pt x="11411" y="36740"/>
                    <a:pt x="5705" y="36740"/>
                  </a:cubicBezTo>
                  <a:cubicBezTo>
                    <a:pt x="5705" y="36740"/>
                    <a:pt x="5705" y="36740"/>
                    <a:pt x="0" y="36740"/>
                  </a:cubicBezTo>
                  <a:lnTo>
                    <a:pt x="0" y="36740"/>
                  </a:lnTo>
                  <a:lnTo>
                    <a:pt x="0" y="36740"/>
                  </a:lnTo>
                  <a:lnTo>
                    <a:pt x="0" y="36740"/>
                  </a:lnTo>
                  <a:lnTo>
                    <a:pt x="0" y="36740"/>
                  </a:lnTo>
                  <a:cubicBezTo>
                    <a:pt x="5705" y="36740"/>
                    <a:pt x="5705" y="46222"/>
                    <a:pt x="5705" y="46222"/>
                  </a:cubicBezTo>
                  <a:lnTo>
                    <a:pt x="5705" y="46222"/>
                  </a:lnTo>
                  <a:cubicBezTo>
                    <a:pt x="5705" y="55407"/>
                    <a:pt x="5705" y="55407"/>
                    <a:pt x="11411" y="64296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1" name="Shape 11811"/>
            <p:cNvSpPr/>
            <p:nvPr/>
          </p:nvSpPr>
          <p:spPr>
            <a:xfrm>
              <a:off x="4873625" y="1768475"/>
              <a:ext cx="212725" cy="190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96" y="42419"/>
                  </a:moveTo>
                  <a:lnTo>
                    <a:pt x="119796" y="42419"/>
                  </a:lnTo>
                  <a:lnTo>
                    <a:pt x="119796" y="42419"/>
                  </a:lnTo>
                  <a:lnTo>
                    <a:pt x="119796" y="42419"/>
                  </a:lnTo>
                  <a:lnTo>
                    <a:pt x="119796" y="42419"/>
                  </a:lnTo>
                  <a:lnTo>
                    <a:pt x="119796" y="42419"/>
                  </a:lnTo>
                  <a:lnTo>
                    <a:pt x="113288" y="42419"/>
                  </a:lnTo>
                  <a:lnTo>
                    <a:pt x="113288" y="35387"/>
                  </a:lnTo>
                  <a:lnTo>
                    <a:pt x="113288" y="35387"/>
                  </a:lnTo>
                  <a:lnTo>
                    <a:pt x="113288" y="35387"/>
                  </a:lnTo>
                  <a:cubicBezTo>
                    <a:pt x="113288" y="28128"/>
                    <a:pt x="113288" y="28128"/>
                    <a:pt x="113288" y="28128"/>
                  </a:cubicBezTo>
                  <a:cubicBezTo>
                    <a:pt x="113288" y="28128"/>
                    <a:pt x="113288" y="28128"/>
                    <a:pt x="113288" y="21096"/>
                  </a:cubicBezTo>
                  <a:lnTo>
                    <a:pt x="113288" y="21096"/>
                  </a:lnTo>
                  <a:lnTo>
                    <a:pt x="113288" y="21096"/>
                  </a:lnTo>
                  <a:lnTo>
                    <a:pt x="113288" y="14291"/>
                  </a:lnTo>
                  <a:lnTo>
                    <a:pt x="113288" y="14291"/>
                  </a:lnTo>
                  <a:cubicBezTo>
                    <a:pt x="113288" y="14291"/>
                    <a:pt x="113288" y="14291"/>
                    <a:pt x="113288" y="7258"/>
                  </a:cubicBezTo>
                  <a:lnTo>
                    <a:pt x="113288" y="7258"/>
                  </a:lnTo>
                  <a:lnTo>
                    <a:pt x="113288" y="7258"/>
                  </a:lnTo>
                  <a:cubicBezTo>
                    <a:pt x="113288" y="0"/>
                    <a:pt x="113288" y="0"/>
                    <a:pt x="113288" y="0"/>
                  </a:cubicBezTo>
                  <a:cubicBezTo>
                    <a:pt x="113288" y="7258"/>
                    <a:pt x="113288" y="7258"/>
                    <a:pt x="113288" y="7258"/>
                  </a:cubicBezTo>
                  <a:lnTo>
                    <a:pt x="113288" y="7258"/>
                  </a:lnTo>
                  <a:lnTo>
                    <a:pt x="107186" y="14291"/>
                  </a:lnTo>
                  <a:lnTo>
                    <a:pt x="107186" y="14291"/>
                  </a:lnTo>
                  <a:lnTo>
                    <a:pt x="100881" y="14291"/>
                  </a:lnTo>
                  <a:lnTo>
                    <a:pt x="100881" y="14291"/>
                  </a:lnTo>
                  <a:lnTo>
                    <a:pt x="100881" y="21096"/>
                  </a:lnTo>
                  <a:cubicBezTo>
                    <a:pt x="100881" y="21096"/>
                    <a:pt x="100881" y="21096"/>
                    <a:pt x="94372" y="21096"/>
                  </a:cubicBezTo>
                  <a:lnTo>
                    <a:pt x="94372" y="21096"/>
                  </a:lnTo>
                  <a:cubicBezTo>
                    <a:pt x="94372" y="21096"/>
                    <a:pt x="94372" y="21096"/>
                    <a:pt x="88067" y="21096"/>
                  </a:cubicBezTo>
                  <a:lnTo>
                    <a:pt x="88067" y="21096"/>
                  </a:lnTo>
                  <a:lnTo>
                    <a:pt x="88067" y="21096"/>
                  </a:lnTo>
                  <a:cubicBezTo>
                    <a:pt x="81966" y="21096"/>
                    <a:pt x="81966" y="28128"/>
                    <a:pt x="81966" y="28128"/>
                  </a:cubicBezTo>
                  <a:lnTo>
                    <a:pt x="81966" y="28128"/>
                  </a:lnTo>
                  <a:lnTo>
                    <a:pt x="81966" y="28128"/>
                  </a:lnTo>
                  <a:lnTo>
                    <a:pt x="75661" y="21096"/>
                  </a:lnTo>
                  <a:lnTo>
                    <a:pt x="75661" y="21096"/>
                  </a:lnTo>
                  <a:lnTo>
                    <a:pt x="69355" y="21096"/>
                  </a:lnTo>
                  <a:cubicBezTo>
                    <a:pt x="62847" y="21096"/>
                    <a:pt x="62847" y="21096"/>
                    <a:pt x="62847" y="21096"/>
                  </a:cubicBezTo>
                  <a:lnTo>
                    <a:pt x="62847" y="21096"/>
                  </a:lnTo>
                  <a:cubicBezTo>
                    <a:pt x="62847" y="21096"/>
                    <a:pt x="56745" y="21096"/>
                    <a:pt x="56745" y="14291"/>
                  </a:cubicBezTo>
                  <a:cubicBezTo>
                    <a:pt x="56745" y="21096"/>
                    <a:pt x="56745" y="21096"/>
                    <a:pt x="56745" y="21096"/>
                  </a:cubicBezTo>
                  <a:lnTo>
                    <a:pt x="56745" y="21096"/>
                  </a:lnTo>
                  <a:lnTo>
                    <a:pt x="50440" y="21096"/>
                  </a:lnTo>
                  <a:lnTo>
                    <a:pt x="50440" y="21096"/>
                  </a:lnTo>
                  <a:lnTo>
                    <a:pt x="50440" y="21096"/>
                  </a:lnTo>
                  <a:lnTo>
                    <a:pt x="50440" y="21096"/>
                  </a:lnTo>
                  <a:lnTo>
                    <a:pt x="50440" y="28128"/>
                  </a:lnTo>
                  <a:lnTo>
                    <a:pt x="50440" y="28128"/>
                  </a:lnTo>
                  <a:lnTo>
                    <a:pt x="50440" y="28128"/>
                  </a:lnTo>
                  <a:lnTo>
                    <a:pt x="50440" y="28128"/>
                  </a:lnTo>
                  <a:lnTo>
                    <a:pt x="44135" y="35387"/>
                  </a:lnTo>
                  <a:lnTo>
                    <a:pt x="44135" y="35387"/>
                  </a:lnTo>
                  <a:lnTo>
                    <a:pt x="44135" y="35387"/>
                  </a:lnTo>
                  <a:lnTo>
                    <a:pt x="37627" y="35387"/>
                  </a:lnTo>
                  <a:lnTo>
                    <a:pt x="37627" y="35387"/>
                  </a:lnTo>
                  <a:cubicBezTo>
                    <a:pt x="37627" y="42419"/>
                    <a:pt x="31525" y="42419"/>
                    <a:pt x="31525" y="42419"/>
                  </a:cubicBezTo>
                  <a:lnTo>
                    <a:pt x="31525" y="42419"/>
                  </a:lnTo>
                  <a:lnTo>
                    <a:pt x="31525" y="42419"/>
                  </a:lnTo>
                  <a:cubicBezTo>
                    <a:pt x="31525" y="49224"/>
                    <a:pt x="25220" y="49224"/>
                    <a:pt x="25220" y="49224"/>
                  </a:cubicBezTo>
                  <a:lnTo>
                    <a:pt x="25220" y="49224"/>
                  </a:lnTo>
                  <a:lnTo>
                    <a:pt x="25220" y="49224"/>
                  </a:lnTo>
                  <a:cubicBezTo>
                    <a:pt x="18915" y="49224"/>
                    <a:pt x="18915" y="49224"/>
                    <a:pt x="18915" y="49224"/>
                  </a:cubicBezTo>
                  <a:lnTo>
                    <a:pt x="18915" y="49224"/>
                  </a:lnTo>
                  <a:lnTo>
                    <a:pt x="18915" y="49224"/>
                  </a:lnTo>
                  <a:cubicBezTo>
                    <a:pt x="12406" y="49224"/>
                    <a:pt x="12406" y="49224"/>
                    <a:pt x="12406" y="42419"/>
                  </a:cubicBezTo>
                  <a:cubicBezTo>
                    <a:pt x="12406" y="42419"/>
                    <a:pt x="12406" y="42419"/>
                    <a:pt x="6305" y="42419"/>
                  </a:cubicBezTo>
                  <a:lnTo>
                    <a:pt x="6305" y="42419"/>
                  </a:lnTo>
                  <a:lnTo>
                    <a:pt x="6305" y="42419"/>
                  </a:lnTo>
                  <a:lnTo>
                    <a:pt x="6305" y="42419"/>
                  </a:lnTo>
                  <a:cubicBezTo>
                    <a:pt x="6305" y="49224"/>
                    <a:pt x="6305" y="49224"/>
                    <a:pt x="6305" y="49224"/>
                  </a:cubicBezTo>
                  <a:lnTo>
                    <a:pt x="6305" y="49224"/>
                  </a:lnTo>
                  <a:lnTo>
                    <a:pt x="6305" y="49224"/>
                  </a:lnTo>
                  <a:lnTo>
                    <a:pt x="6305" y="49224"/>
                  </a:lnTo>
                  <a:cubicBezTo>
                    <a:pt x="6305" y="56257"/>
                    <a:pt x="6305" y="56257"/>
                    <a:pt x="6305" y="63516"/>
                  </a:cubicBezTo>
                  <a:lnTo>
                    <a:pt x="6305" y="63516"/>
                  </a:lnTo>
                  <a:lnTo>
                    <a:pt x="6305" y="63516"/>
                  </a:lnTo>
                  <a:lnTo>
                    <a:pt x="6305" y="63516"/>
                  </a:lnTo>
                  <a:lnTo>
                    <a:pt x="6305" y="63516"/>
                  </a:lnTo>
                  <a:lnTo>
                    <a:pt x="6305" y="63516"/>
                  </a:lnTo>
                  <a:cubicBezTo>
                    <a:pt x="6305" y="70548"/>
                    <a:pt x="6305" y="70548"/>
                    <a:pt x="6305" y="70548"/>
                  </a:cubicBezTo>
                  <a:lnTo>
                    <a:pt x="6305" y="70548"/>
                  </a:lnTo>
                  <a:lnTo>
                    <a:pt x="6305" y="70548"/>
                  </a:lnTo>
                  <a:lnTo>
                    <a:pt x="6305" y="70548"/>
                  </a:lnTo>
                  <a:lnTo>
                    <a:pt x="6305" y="70548"/>
                  </a:lnTo>
                  <a:cubicBezTo>
                    <a:pt x="0" y="77353"/>
                    <a:pt x="0" y="77353"/>
                    <a:pt x="0" y="77353"/>
                  </a:cubicBezTo>
                  <a:cubicBezTo>
                    <a:pt x="6305" y="77353"/>
                    <a:pt x="6305" y="84385"/>
                    <a:pt x="6305" y="84385"/>
                  </a:cubicBezTo>
                  <a:lnTo>
                    <a:pt x="6305" y="84385"/>
                  </a:lnTo>
                  <a:lnTo>
                    <a:pt x="6305" y="91644"/>
                  </a:lnTo>
                  <a:lnTo>
                    <a:pt x="6305" y="91644"/>
                  </a:lnTo>
                  <a:lnTo>
                    <a:pt x="6305" y="91644"/>
                  </a:lnTo>
                  <a:cubicBezTo>
                    <a:pt x="12406" y="91644"/>
                    <a:pt x="12406" y="91644"/>
                    <a:pt x="12406" y="98676"/>
                  </a:cubicBezTo>
                  <a:lnTo>
                    <a:pt x="12406" y="98676"/>
                  </a:lnTo>
                  <a:lnTo>
                    <a:pt x="18915" y="105482"/>
                  </a:lnTo>
                  <a:cubicBezTo>
                    <a:pt x="18915" y="112514"/>
                    <a:pt x="18915" y="112514"/>
                    <a:pt x="12406" y="112514"/>
                  </a:cubicBezTo>
                  <a:cubicBezTo>
                    <a:pt x="12406" y="112514"/>
                    <a:pt x="12406" y="119773"/>
                    <a:pt x="6305" y="119773"/>
                  </a:cubicBezTo>
                  <a:cubicBezTo>
                    <a:pt x="12406" y="119773"/>
                    <a:pt x="12406" y="119773"/>
                    <a:pt x="12406" y="119773"/>
                  </a:cubicBezTo>
                  <a:lnTo>
                    <a:pt x="18915" y="119773"/>
                  </a:lnTo>
                  <a:lnTo>
                    <a:pt x="18915" y="119773"/>
                  </a:lnTo>
                  <a:lnTo>
                    <a:pt x="18915" y="119773"/>
                  </a:lnTo>
                  <a:lnTo>
                    <a:pt x="18915" y="119773"/>
                  </a:lnTo>
                  <a:lnTo>
                    <a:pt x="18915" y="119773"/>
                  </a:lnTo>
                  <a:cubicBezTo>
                    <a:pt x="25220" y="119773"/>
                    <a:pt x="31525" y="119773"/>
                    <a:pt x="31525" y="119773"/>
                  </a:cubicBezTo>
                  <a:lnTo>
                    <a:pt x="31525" y="119773"/>
                  </a:lnTo>
                  <a:cubicBezTo>
                    <a:pt x="37627" y="119773"/>
                    <a:pt x="37627" y="119773"/>
                    <a:pt x="37627" y="119773"/>
                  </a:cubicBezTo>
                  <a:lnTo>
                    <a:pt x="37627" y="119773"/>
                  </a:lnTo>
                  <a:cubicBezTo>
                    <a:pt x="37627" y="119773"/>
                    <a:pt x="37627" y="119773"/>
                    <a:pt x="44135" y="119773"/>
                  </a:cubicBezTo>
                  <a:lnTo>
                    <a:pt x="44135" y="119773"/>
                  </a:lnTo>
                  <a:lnTo>
                    <a:pt x="44135" y="119773"/>
                  </a:lnTo>
                  <a:lnTo>
                    <a:pt x="44135" y="119773"/>
                  </a:lnTo>
                  <a:lnTo>
                    <a:pt x="50440" y="119773"/>
                  </a:lnTo>
                  <a:lnTo>
                    <a:pt x="56745" y="119773"/>
                  </a:lnTo>
                  <a:lnTo>
                    <a:pt x="56745" y="119773"/>
                  </a:lnTo>
                  <a:lnTo>
                    <a:pt x="56745" y="119773"/>
                  </a:lnTo>
                  <a:cubicBezTo>
                    <a:pt x="56745" y="112514"/>
                    <a:pt x="56745" y="112514"/>
                    <a:pt x="56745" y="112514"/>
                  </a:cubicBezTo>
                  <a:cubicBezTo>
                    <a:pt x="56745" y="112514"/>
                    <a:pt x="56745" y="105482"/>
                    <a:pt x="62847" y="98676"/>
                  </a:cubicBezTo>
                  <a:lnTo>
                    <a:pt x="69355" y="98676"/>
                  </a:lnTo>
                  <a:lnTo>
                    <a:pt x="69355" y="98676"/>
                  </a:lnTo>
                  <a:lnTo>
                    <a:pt x="69355" y="98676"/>
                  </a:lnTo>
                  <a:cubicBezTo>
                    <a:pt x="69355" y="98676"/>
                    <a:pt x="69355" y="98676"/>
                    <a:pt x="75661" y="98676"/>
                  </a:cubicBezTo>
                  <a:lnTo>
                    <a:pt x="75661" y="98676"/>
                  </a:lnTo>
                  <a:cubicBezTo>
                    <a:pt x="75661" y="98676"/>
                    <a:pt x="75661" y="98676"/>
                    <a:pt x="75661" y="91644"/>
                  </a:cubicBezTo>
                  <a:lnTo>
                    <a:pt x="75661" y="91644"/>
                  </a:lnTo>
                  <a:cubicBezTo>
                    <a:pt x="81966" y="91644"/>
                    <a:pt x="81966" y="84385"/>
                    <a:pt x="81966" y="84385"/>
                  </a:cubicBezTo>
                  <a:cubicBezTo>
                    <a:pt x="88067" y="84385"/>
                    <a:pt x="88067" y="84385"/>
                    <a:pt x="88067" y="91644"/>
                  </a:cubicBezTo>
                  <a:lnTo>
                    <a:pt x="88067" y="91644"/>
                  </a:lnTo>
                  <a:lnTo>
                    <a:pt x="88067" y="91644"/>
                  </a:lnTo>
                  <a:lnTo>
                    <a:pt x="88067" y="91644"/>
                  </a:lnTo>
                  <a:lnTo>
                    <a:pt x="88067" y="91644"/>
                  </a:lnTo>
                  <a:lnTo>
                    <a:pt x="94372" y="91644"/>
                  </a:lnTo>
                  <a:lnTo>
                    <a:pt x="94372" y="84385"/>
                  </a:lnTo>
                  <a:lnTo>
                    <a:pt x="94372" y="84385"/>
                  </a:lnTo>
                  <a:cubicBezTo>
                    <a:pt x="88067" y="84385"/>
                    <a:pt x="88067" y="84385"/>
                    <a:pt x="88067" y="84385"/>
                  </a:cubicBezTo>
                  <a:cubicBezTo>
                    <a:pt x="88067" y="77353"/>
                    <a:pt x="94372" y="77353"/>
                    <a:pt x="94372" y="77353"/>
                  </a:cubicBezTo>
                  <a:cubicBezTo>
                    <a:pt x="94372" y="70548"/>
                    <a:pt x="100881" y="70548"/>
                    <a:pt x="100881" y="70548"/>
                  </a:cubicBezTo>
                  <a:lnTo>
                    <a:pt x="100881" y="70548"/>
                  </a:lnTo>
                  <a:lnTo>
                    <a:pt x="100881" y="70548"/>
                  </a:lnTo>
                  <a:lnTo>
                    <a:pt x="100881" y="70548"/>
                  </a:lnTo>
                  <a:cubicBezTo>
                    <a:pt x="100881" y="63516"/>
                    <a:pt x="100881" y="63516"/>
                    <a:pt x="100881" y="63516"/>
                  </a:cubicBezTo>
                  <a:lnTo>
                    <a:pt x="100881" y="56257"/>
                  </a:lnTo>
                  <a:lnTo>
                    <a:pt x="107186" y="56257"/>
                  </a:lnTo>
                  <a:lnTo>
                    <a:pt x="107186" y="56257"/>
                  </a:lnTo>
                  <a:lnTo>
                    <a:pt x="107186" y="56257"/>
                  </a:lnTo>
                  <a:cubicBezTo>
                    <a:pt x="107186" y="49224"/>
                    <a:pt x="107186" y="49224"/>
                    <a:pt x="107186" y="49224"/>
                  </a:cubicBezTo>
                  <a:cubicBezTo>
                    <a:pt x="113288" y="49224"/>
                    <a:pt x="113288" y="42419"/>
                    <a:pt x="113288" y="42419"/>
                  </a:cubicBezTo>
                  <a:cubicBezTo>
                    <a:pt x="113288" y="42419"/>
                    <a:pt x="113288" y="42419"/>
                    <a:pt x="119796" y="42419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2" name="Shape 11812"/>
            <p:cNvSpPr/>
            <p:nvPr/>
          </p:nvSpPr>
          <p:spPr>
            <a:xfrm>
              <a:off x="4784725" y="1612900"/>
              <a:ext cx="234950" cy="155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2822" y="0"/>
                  </a:moveTo>
                  <a:lnTo>
                    <a:pt x="22822" y="0"/>
                  </a:lnTo>
                  <a:lnTo>
                    <a:pt x="22822" y="0"/>
                  </a:lnTo>
                  <a:lnTo>
                    <a:pt x="22822" y="0"/>
                  </a:lnTo>
                  <a:cubicBezTo>
                    <a:pt x="0" y="8571"/>
                    <a:pt x="0" y="8571"/>
                    <a:pt x="0" y="8571"/>
                  </a:cubicBezTo>
                  <a:cubicBezTo>
                    <a:pt x="0" y="60000"/>
                    <a:pt x="0" y="60000"/>
                    <a:pt x="0" y="60000"/>
                  </a:cubicBezTo>
                  <a:lnTo>
                    <a:pt x="0" y="60000"/>
                  </a:lnTo>
                  <a:cubicBezTo>
                    <a:pt x="5705" y="60000"/>
                    <a:pt x="5705" y="60000"/>
                    <a:pt x="5705" y="60000"/>
                  </a:cubicBezTo>
                  <a:lnTo>
                    <a:pt x="5705" y="60000"/>
                  </a:lnTo>
                  <a:cubicBezTo>
                    <a:pt x="5705" y="51152"/>
                    <a:pt x="5705" y="51152"/>
                    <a:pt x="5705" y="51152"/>
                  </a:cubicBezTo>
                  <a:cubicBezTo>
                    <a:pt x="5705" y="42580"/>
                    <a:pt x="11226" y="42580"/>
                    <a:pt x="11226" y="42580"/>
                  </a:cubicBezTo>
                  <a:lnTo>
                    <a:pt x="11226" y="42580"/>
                  </a:lnTo>
                  <a:lnTo>
                    <a:pt x="11226" y="42580"/>
                  </a:lnTo>
                  <a:lnTo>
                    <a:pt x="11226" y="42580"/>
                  </a:lnTo>
                  <a:lnTo>
                    <a:pt x="11226" y="42580"/>
                  </a:lnTo>
                  <a:cubicBezTo>
                    <a:pt x="17116" y="34285"/>
                    <a:pt x="17116" y="34285"/>
                    <a:pt x="22822" y="34285"/>
                  </a:cubicBezTo>
                  <a:lnTo>
                    <a:pt x="22822" y="34285"/>
                  </a:lnTo>
                  <a:lnTo>
                    <a:pt x="28527" y="34285"/>
                  </a:lnTo>
                  <a:lnTo>
                    <a:pt x="34049" y="34285"/>
                  </a:lnTo>
                  <a:lnTo>
                    <a:pt x="34049" y="34285"/>
                  </a:lnTo>
                  <a:cubicBezTo>
                    <a:pt x="34049" y="34285"/>
                    <a:pt x="34049" y="34285"/>
                    <a:pt x="34049" y="42580"/>
                  </a:cubicBezTo>
                  <a:lnTo>
                    <a:pt x="34049" y="42580"/>
                  </a:lnTo>
                  <a:lnTo>
                    <a:pt x="34049" y="42580"/>
                  </a:lnTo>
                  <a:cubicBezTo>
                    <a:pt x="39938" y="42580"/>
                    <a:pt x="39938" y="42580"/>
                    <a:pt x="39938" y="42580"/>
                  </a:cubicBezTo>
                  <a:lnTo>
                    <a:pt x="39938" y="42580"/>
                  </a:lnTo>
                  <a:cubicBezTo>
                    <a:pt x="45644" y="51152"/>
                    <a:pt x="45644" y="51152"/>
                    <a:pt x="45644" y="51152"/>
                  </a:cubicBezTo>
                  <a:lnTo>
                    <a:pt x="45644" y="51152"/>
                  </a:lnTo>
                  <a:cubicBezTo>
                    <a:pt x="45644" y="60000"/>
                    <a:pt x="45644" y="60000"/>
                    <a:pt x="45644" y="60000"/>
                  </a:cubicBezTo>
                  <a:lnTo>
                    <a:pt x="45644" y="60000"/>
                  </a:lnTo>
                  <a:lnTo>
                    <a:pt x="45644" y="60000"/>
                  </a:lnTo>
                  <a:cubicBezTo>
                    <a:pt x="45644" y="60000"/>
                    <a:pt x="45644" y="60000"/>
                    <a:pt x="51349" y="60000"/>
                  </a:cubicBezTo>
                  <a:lnTo>
                    <a:pt x="51349" y="60000"/>
                  </a:lnTo>
                  <a:lnTo>
                    <a:pt x="51349" y="60000"/>
                  </a:lnTo>
                  <a:lnTo>
                    <a:pt x="56871" y="60000"/>
                  </a:lnTo>
                  <a:lnTo>
                    <a:pt x="62760" y="68571"/>
                  </a:lnTo>
                  <a:lnTo>
                    <a:pt x="62760" y="68571"/>
                  </a:lnTo>
                  <a:lnTo>
                    <a:pt x="62760" y="68571"/>
                  </a:lnTo>
                  <a:lnTo>
                    <a:pt x="62760" y="76866"/>
                  </a:lnTo>
                  <a:cubicBezTo>
                    <a:pt x="68466" y="76866"/>
                    <a:pt x="68466" y="85437"/>
                    <a:pt x="68466" y="85437"/>
                  </a:cubicBezTo>
                  <a:lnTo>
                    <a:pt x="68466" y="85437"/>
                  </a:lnTo>
                  <a:lnTo>
                    <a:pt x="68466" y="85437"/>
                  </a:lnTo>
                  <a:lnTo>
                    <a:pt x="68466" y="85437"/>
                  </a:lnTo>
                  <a:lnTo>
                    <a:pt x="68466" y="85437"/>
                  </a:lnTo>
                  <a:lnTo>
                    <a:pt x="74171" y="85437"/>
                  </a:lnTo>
                  <a:cubicBezTo>
                    <a:pt x="74171" y="94285"/>
                    <a:pt x="79693" y="94285"/>
                    <a:pt x="79693" y="94285"/>
                  </a:cubicBezTo>
                  <a:cubicBezTo>
                    <a:pt x="79693" y="102857"/>
                    <a:pt x="79693" y="102857"/>
                    <a:pt x="79693" y="102857"/>
                  </a:cubicBezTo>
                  <a:cubicBezTo>
                    <a:pt x="79693" y="102857"/>
                    <a:pt x="79693" y="102857"/>
                    <a:pt x="85582" y="102857"/>
                  </a:cubicBezTo>
                  <a:lnTo>
                    <a:pt x="85582" y="102857"/>
                  </a:lnTo>
                  <a:lnTo>
                    <a:pt x="91288" y="102857"/>
                  </a:lnTo>
                  <a:cubicBezTo>
                    <a:pt x="96993" y="111152"/>
                    <a:pt x="96993" y="111152"/>
                    <a:pt x="96993" y="111152"/>
                  </a:cubicBezTo>
                  <a:lnTo>
                    <a:pt x="108404" y="111152"/>
                  </a:lnTo>
                  <a:lnTo>
                    <a:pt x="108404" y="111152"/>
                  </a:lnTo>
                  <a:cubicBezTo>
                    <a:pt x="114110" y="119723"/>
                    <a:pt x="114110" y="119723"/>
                    <a:pt x="114110" y="119723"/>
                  </a:cubicBezTo>
                  <a:cubicBezTo>
                    <a:pt x="108404" y="111152"/>
                    <a:pt x="108404" y="111152"/>
                    <a:pt x="108404" y="111152"/>
                  </a:cubicBezTo>
                  <a:lnTo>
                    <a:pt x="108404" y="111152"/>
                  </a:lnTo>
                  <a:lnTo>
                    <a:pt x="108404" y="111152"/>
                  </a:lnTo>
                  <a:lnTo>
                    <a:pt x="108404" y="111152"/>
                  </a:lnTo>
                  <a:lnTo>
                    <a:pt x="108404" y="102857"/>
                  </a:lnTo>
                  <a:cubicBezTo>
                    <a:pt x="108404" y="102857"/>
                    <a:pt x="108404" y="102857"/>
                    <a:pt x="108404" y="94285"/>
                  </a:cubicBezTo>
                  <a:lnTo>
                    <a:pt x="108404" y="94285"/>
                  </a:lnTo>
                  <a:lnTo>
                    <a:pt x="108404" y="94285"/>
                  </a:lnTo>
                  <a:cubicBezTo>
                    <a:pt x="114110" y="85437"/>
                    <a:pt x="114110" y="85437"/>
                    <a:pt x="114110" y="85437"/>
                  </a:cubicBezTo>
                  <a:lnTo>
                    <a:pt x="114110" y="85437"/>
                  </a:lnTo>
                  <a:lnTo>
                    <a:pt x="114110" y="85437"/>
                  </a:lnTo>
                  <a:cubicBezTo>
                    <a:pt x="114110" y="85437"/>
                    <a:pt x="114110" y="85437"/>
                    <a:pt x="119815" y="85437"/>
                  </a:cubicBezTo>
                  <a:lnTo>
                    <a:pt x="119815" y="85437"/>
                  </a:lnTo>
                  <a:lnTo>
                    <a:pt x="119815" y="85437"/>
                  </a:lnTo>
                  <a:lnTo>
                    <a:pt x="119815" y="85437"/>
                  </a:lnTo>
                  <a:cubicBezTo>
                    <a:pt x="119815" y="85437"/>
                    <a:pt x="119815" y="76866"/>
                    <a:pt x="114110" y="76866"/>
                  </a:cubicBezTo>
                  <a:lnTo>
                    <a:pt x="114110" y="76866"/>
                  </a:lnTo>
                  <a:lnTo>
                    <a:pt x="114110" y="76866"/>
                  </a:lnTo>
                  <a:lnTo>
                    <a:pt x="114110" y="76866"/>
                  </a:lnTo>
                  <a:lnTo>
                    <a:pt x="114110" y="76866"/>
                  </a:lnTo>
                  <a:lnTo>
                    <a:pt x="114110" y="76866"/>
                  </a:lnTo>
                  <a:lnTo>
                    <a:pt x="114110" y="76866"/>
                  </a:lnTo>
                  <a:lnTo>
                    <a:pt x="108404" y="76866"/>
                  </a:lnTo>
                  <a:lnTo>
                    <a:pt x="108404" y="76866"/>
                  </a:lnTo>
                  <a:cubicBezTo>
                    <a:pt x="108404" y="76866"/>
                    <a:pt x="102515" y="76866"/>
                    <a:pt x="102515" y="68571"/>
                  </a:cubicBezTo>
                  <a:lnTo>
                    <a:pt x="102515" y="68571"/>
                  </a:lnTo>
                  <a:lnTo>
                    <a:pt x="102515" y="68571"/>
                  </a:lnTo>
                  <a:lnTo>
                    <a:pt x="102515" y="60000"/>
                  </a:lnTo>
                  <a:cubicBezTo>
                    <a:pt x="96993" y="60000"/>
                    <a:pt x="91288" y="51152"/>
                    <a:pt x="91288" y="42580"/>
                  </a:cubicBezTo>
                  <a:lnTo>
                    <a:pt x="91288" y="42580"/>
                  </a:lnTo>
                  <a:lnTo>
                    <a:pt x="91288" y="34285"/>
                  </a:lnTo>
                  <a:lnTo>
                    <a:pt x="91288" y="34285"/>
                  </a:lnTo>
                  <a:lnTo>
                    <a:pt x="91288" y="34285"/>
                  </a:lnTo>
                  <a:lnTo>
                    <a:pt x="85582" y="34285"/>
                  </a:lnTo>
                  <a:lnTo>
                    <a:pt x="85582" y="34285"/>
                  </a:lnTo>
                  <a:lnTo>
                    <a:pt x="85582" y="34285"/>
                  </a:lnTo>
                  <a:cubicBezTo>
                    <a:pt x="79693" y="34285"/>
                    <a:pt x="79693" y="34285"/>
                    <a:pt x="79693" y="34285"/>
                  </a:cubicBezTo>
                  <a:lnTo>
                    <a:pt x="79693" y="34285"/>
                  </a:lnTo>
                  <a:cubicBezTo>
                    <a:pt x="74171" y="34285"/>
                    <a:pt x="74171" y="34285"/>
                    <a:pt x="68466" y="34285"/>
                  </a:cubicBezTo>
                  <a:lnTo>
                    <a:pt x="68466" y="34285"/>
                  </a:lnTo>
                  <a:lnTo>
                    <a:pt x="62760" y="34285"/>
                  </a:lnTo>
                  <a:cubicBezTo>
                    <a:pt x="62760" y="34285"/>
                    <a:pt x="62760" y="34285"/>
                    <a:pt x="56871" y="34285"/>
                  </a:cubicBezTo>
                  <a:lnTo>
                    <a:pt x="56871" y="34285"/>
                  </a:lnTo>
                  <a:cubicBezTo>
                    <a:pt x="51349" y="25714"/>
                    <a:pt x="51349" y="25714"/>
                    <a:pt x="45644" y="25714"/>
                  </a:cubicBezTo>
                  <a:cubicBezTo>
                    <a:pt x="45644" y="16866"/>
                    <a:pt x="45644" y="16866"/>
                    <a:pt x="45644" y="16866"/>
                  </a:cubicBezTo>
                  <a:lnTo>
                    <a:pt x="45644" y="16866"/>
                  </a:lnTo>
                  <a:lnTo>
                    <a:pt x="45644" y="16866"/>
                  </a:lnTo>
                  <a:cubicBezTo>
                    <a:pt x="45644" y="25714"/>
                    <a:pt x="39938" y="25714"/>
                    <a:pt x="39938" y="25714"/>
                  </a:cubicBezTo>
                  <a:cubicBezTo>
                    <a:pt x="34049" y="25714"/>
                    <a:pt x="34049" y="25714"/>
                    <a:pt x="34049" y="25714"/>
                  </a:cubicBezTo>
                  <a:lnTo>
                    <a:pt x="34049" y="25714"/>
                  </a:lnTo>
                  <a:cubicBezTo>
                    <a:pt x="28527" y="16866"/>
                    <a:pt x="28527" y="16866"/>
                    <a:pt x="28527" y="16866"/>
                  </a:cubicBezTo>
                  <a:cubicBezTo>
                    <a:pt x="28527" y="16866"/>
                    <a:pt x="22822" y="16866"/>
                    <a:pt x="22822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3" name="Shape 11813"/>
            <p:cNvSpPr/>
            <p:nvPr/>
          </p:nvSpPr>
          <p:spPr>
            <a:xfrm>
              <a:off x="5064125" y="1701800"/>
              <a:ext cx="33338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8297" y="116129"/>
                  </a:moveTo>
                  <a:lnTo>
                    <a:pt x="38297" y="116129"/>
                  </a:lnTo>
                  <a:lnTo>
                    <a:pt x="38297" y="116129"/>
                  </a:lnTo>
                  <a:lnTo>
                    <a:pt x="79148" y="116129"/>
                  </a:lnTo>
                  <a:lnTo>
                    <a:pt x="79148" y="116129"/>
                  </a:lnTo>
                  <a:lnTo>
                    <a:pt x="79148" y="116129"/>
                  </a:lnTo>
                  <a:lnTo>
                    <a:pt x="79148" y="116129"/>
                  </a:lnTo>
                  <a:cubicBezTo>
                    <a:pt x="118723" y="116129"/>
                    <a:pt x="118723" y="116129"/>
                    <a:pt x="118723" y="116129"/>
                  </a:cubicBezTo>
                  <a:cubicBezTo>
                    <a:pt x="118723" y="0"/>
                    <a:pt x="118723" y="0"/>
                    <a:pt x="79148" y="0"/>
                  </a:cubicBezTo>
                  <a:cubicBezTo>
                    <a:pt x="79148" y="0"/>
                    <a:pt x="79148" y="0"/>
                    <a:pt x="79148" y="116129"/>
                  </a:cubicBezTo>
                  <a:cubicBezTo>
                    <a:pt x="79148" y="116129"/>
                    <a:pt x="79148" y="116129"/>
                    <a:pt x="38297" y="116129"/>
                  </a:cubicBezTo>
                  <a:lnTo>
                    <a:pt x="38297" y="116129"/>
                  </a:lnTo>
                  <a:lnTo>
                    <a:pt x="38297" y="116129"/>
                  </a:lnTo>
                  <a:lnTo>
                    <a:pt x="38297" y="116129"/>
                  </a:lnTo>
                  <a:lnTo>
                    <a:pt x="38297" y="116129"/>
                  </a:lnTo>
                  <a:cubicBezTo>
                    <a:pt x="0" y="116129"/>
                    <a:pt x="0" y="116129"/>
                    <a:pt x="0" y="116129"/>
                  </a:cubicBezTo>
                  <a:cubicBezTo>
                    <a:pt x="38297" y="116129"/>
                    <a:pt x="38297" y="116129"/>
                    <a:pt x="38297" y="116129"/>
                  </a:cubicBezTo>
                  <a:cubicBezTo>
                    <a:pt x="0" y="116129"/>
                    <a:pt x="0" y="116129"/>
                    <a:pt x="0" y="116129"/>
                  </a:cubicBezTo>
                  <a:lnTo>
                    <a:pt x="0" y="116129"/>
                  </a:lnTo>
                  <a:lnTo>
                    <a:pt x="38297" y="116129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4" name="Shape 11814"/>
            <p:cNvSpPr/>
            <p:nvPr/>
          </p:nvSpPr>
          <p:spPr>
            <a:xfrm>
              <a:off x="5040313" y="1701800"/>
              <a:ext cx="23812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6129"/>
                  </a:moveTo>
                  <a:lnTo>
                    <a:pt x="0" y="116129"/>
                  </a:lnTo>
                  <a:cubicBezTo>
                    <a:pt x="0" y="116129"/>
                    <a:pt x="0" y="116129"/>
                    <a:pt x="60000" y="116129"/>
                  </a:cubicBezTo>
                  <a:lnTo>
                    <a:pt x="60000" y="116129"/>
                  </a:lnTo>
                  <a:lnTo>
                    <a:pt x="60000" y="116129"/>
                  </a:lnTo>
                  <a:lnTo>
                    <a:pt x="60000" y="116129"/>
                  </a:lnTo>
                  <a:lnTo>
                    <a:pt x="60000" y="116129"/>
                  </a:lnTo>
                  <a:lnTo>
                    <a:pt x="60000" y="116129"/>
                  </a:lnTo>
                  <a:lnTo>
                    <a:pt x="60000" y="116129"/>
                  </a:lnTo>
                  <a:cubicBezTo>
                    <a:pt x="118125" y="116129"/>
                    <a:pt x="118125" y="116129"/>
                    <a:pt x="118125" y="116129"/>
                  </a:cubicBezTo>
                  <a:cubicBezTo>
                    <a:pt x="118125" y="0"/>
                    <a:pt x="118125" y="0"/>
                    <a:pt x="118125" y="0"/>
                  </a:cubicBezTo>
                  <a:lnTo>
                    <a:pt x="118125" y="0"/>
                  </a:lnTo>
                  <a:cubicBezTo>
                    <a:pt x="60000" y="0"/>
                    <a:pt x="6000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116129"/>
                    <a:pt x="0" y="116129"/>
                    <a:pt x="0" y="116129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5" name="Shape 11815"/>
            <p:cNvSpPr/>
            <p:nvPr/>
          </p:nvSpPr>
          <p:spPr>
            <a:xfrm>
              <a:off x="5097463" y="1747838"/>
              <a:ext cx="55562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89280"/>
                  </a:moveTo>
                  <a:lnTo>
                    <a:pt x="0" y="89280"/>
                  </a:lnTo>
                  <a:cubicBezTo>
                    <a:pt x="0" y="119040"/>
                    <a:pt x="0" y="119040"/>
                    <a:pt x="0" y="119040"/>
                  </a:cubicBezTo>
                  <a:lnTo>
                    <a:pt x="0" y="119040"/>
                  </a:lnTo>
                  <a:lnTo>
                    <a:pt x="0" y="119040"/>
                  </a:lnTo>
                  <a:lnTo>
                    <a:pt x="0" y="119040"/>
                  </a:lnTo>
                  <a:lnTo>
                    <a:pt x="0" y="119040"/>
                  </a:lnTo>
                  <a:cubicBezTo>
                    <a:pt x="0" y="119040"/>
                    <a:pt x="0" y="119040"/>
                    <a:pt x="23225" y="119040"/>
                  </a:cubicBezTo>
                  <a:lnTo>
                    <a:pt x="23225" y="119040"/>
                  </a:lnTo>
                  <a:lnTo>
                    <a:pt x="23225" y="119040"/>
                  </a:lnTo>
                  <a:lnTo>
                    <a:pt x="23225" y="119040"/>
                  </a:lnTo>
                  <a:lnTo>
                    <a:pt x="47225" y="119040"/>
                  </a:lnTo>
                  <a:lnTo>
                    <a:pt x="47225" y="119040"/>
                  </a:lnTo>
                  <a:lnTo>
                    <a:pt x="47225" y="119040"/>
                  </a:lnTo>
                  <a:lnTo>
                    <a:pt x="47225" y="119040"/>
                  </a:lnTo>
                  <a:lnTo>
                    <a:pt x="47225" y="119040"/>
                  </a:lnTo>
                  <a:cubicBezTo>
                    <a:pt x="72000" y="119040"/>
                    <a:pt x="72000" y="119040"/>
                    <a:pt x="72000" y="119040"/>
                  </a:cubicBezTo>
                  <a:lnTo>
                    <a:pt x="72000" y="119040"/>
                  </a:lnTo>
                  <a:lnTo>
                    <a:pt x="96000" y="119040"/>
                  </a:lnTo>
                  <a:lnTo>
                    <a:pt x="96000" y="119040"/>
                  </a:lnTo>
                  <a:cubicBezTo>
                    <a:pt x="96000" y="89280"/>
                    <a:pt x="96000" y="89280"/>
                    <a:pt x="96000" y="89280"/>
                  </a:cubicBezTo>
                  <a:lnTo>
                    <a:pt x="96000" y="89280"/>
                  </a:lnTo>
                  <a:lnTo>
                    <a:pt x="119225" y="89280"/>
                  </a:lnTo>
                  <a:lnTo>
                    <a:pt x="119225" y="89280"/>
                  </a:lnTo>
                  <a:lnTo>
                    <a:pt x="119225" y="58560"/>
                  </a:lnTo>
                  <a:lnTo>
                    <a:pt x="119225" y="58560"/>
                  </a:lnTo>
                  <a:lnTo>
                    <a:pt x="119225" y="58560"/>
                  </a:lnTo>
                  <a:lnTo>
                    <a:pt x="119225" y="58560"/>
                  </a:lnTo>
                  <a:lnTo>
                    <a:pt x="96000" y="58560"/>
                  </a:lnTo>
                  <a:lnTo>
                    <a:pt x="96000" y="58560"/>
                  </a:lnTo>
                  <a:lnTo>
                    <a:pt x="96000" y="58560"/>
                  </a:lnTo>
                  <a:lnTo>
                    <a:pt x="96000" y="58560"/>
                  </a:lnTo>
                  <a:cubicBezTo>
                    <a:pt x="72000" y="58560"/>
                    <a:pt x="72000" y="58560"/>
                    <a:pt x="72000" y="28800"/>
                  </a:cubicBezTo>
                  <a:lnTo>
                    <a:pt x="72000" y="28800"/>
                  </a:lnTo>
                  <a:lnTo>
                    <a:pt x="47225" y="28800"/>
                  </a:lnTo>
                  <a:lnTo>
                    <a:pt x="47225" y="28800"/>
                  </a:lnTo>
                  <a:lnTo>
                    <a:pt x="47225" y="28800"/>
                  </a:lnTo>
                  <a:cubicBezTo>
                    <a:pt x="47225" y="28800"/>
                    <a:pt x="47225" y="0"/>
                    <a:pt x="23225" y="0"/>
                  </a:cubicBezTo>
                  <a:lnTo>
                    <a:pt x="23225" y="0"/>
                  </a:lnTo>
                  <a:lnTo>
                    <a:pt x="23225" y="0"/>
                  </a:lnTo>
                  <a:lnTo>
                    <a:pt x="23225" y="0"/>
                  </a:lnTo>
                  <a:lnTo>
                    <a:pt x="23225" y="0"/>
                  </a:lnTo>
                  <a:cubicBezTo>
                    <a:pt x="23225" y="28800"/>
                    <a:pt x="0" y="28800"/>
                    <a:pt x="0" y="28800"/>
                  </a:cubicBezTo>
                  <a:cubicBezTo>
                    <a:pt x="0" y="28800"/>
                    <a:pt x="0" y="28800"/>
                    <a:pt x="0" y="58560"/>
                  </a:cubicBezTo>
                  <a:lnTo>
                    <a:pt x="0" y="58560"/>
                  </a:lnTo>
                  <a:lnTo>
                    <a:pt x="0" y="58560"/>
                  </a:lnTo>
                  <a:lnTo>
                    <a:pt x="0" y="58560"/>
                  </a:lnTo>
                  <a:cubicBezTo>
                    <a:pt x="0" y="58560"/>
                    <a:pt x="0" y="58560"/>
                    <a:pt x="0" y="8928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6" name="Shape 11816"/>
            <p:cNvSpPr/>
            <p:nvPr/>
          </p:nvSpPr>
          <p:spPr>
            <a:xfrm>
              <a:off x="5029200" y="1735138"/>
              <a:ext cx="44450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240" y="29760"/>
                  </a:moveTo>
                  <a:lnTo>
                    <a:pt x="90240" y="29760"/>
                  </a:lnTo>
                  <a:lnTo>
                    <a:pt x="90240" y="29760"/>
                  </a:lnTo>
                  <a:lnTo>
                    <a:pt x="60480" y="29760"/>
                  </a:lnTo>
                  <a:lnTo>
                    <a:pt x="29760" y="29760"/>
                  </a:lnTo>
                  <a:lnTo>
                    <a:pt x="29760" y="29760"/>
                  </a:lnTo>
                  <a:lnTo>
                    <a:pt x="29760" y="29760"/>
                  </a:lnTo>
                  <a:cubicBezTo>
                    <a:pt x="29760" y="29760"/>
                    <a:pt x="29760" y="29760"/>
                    <a:pt x="0" y="0"/>
                  </a:cubicBezTo>
                  <a:cubicBezTo>
                    <a:pt x="0" y="29760"/>
                    <a:pt x="0" y="29760"/>
                    <a:pt x="0" y="29760"/>
                  </a:cubicBezTo>
                  <a:lnTo>
                    <a:pt x="0" y="29760"/>
                  </a:lnTo>
                  <a:lnTo>
                    <a:pt x="0" y="29760"/>
                  </a:lnTo>
                  <a:lnTo>
                    <a:pt x="0" y="29760"/>
                  </a:lnTo>
                  <a:lnTo>
                    <a:pt x="0" y="29760"/>
                  </a:lnTo>
                  <a:lnTo>
                    <a:pt x="0" y="29760"/>
                  </a:lnTo>
                  <a:lnTo>
                    <a:pt x="0" y="58560"/>
                  </a:lnTo>
                  <a:lnTo>
                    <a:pt x="0" y="58560"/>
                  </a:lnTo>
                  <a:lnTo>
                    <a:pt x="0" y="58560"/>
                  </a:lnTo>
                  <a:cubicBezTo>
                    <a:pt x="0" y="88320"/>
                    <a:pt x="0" y="88320"/>
                    <a:pt x="0" y="88320"/>
                  </a:cubicBezTo>
                  <a:lnTo>
                    <a:pt x="0" y="88320"/>
                  </a:lnTo>
                  <a:lnTo>
                    <a:pt x="0" y="88320"/>
                  </a:lnTo>
                  <a:lnTo>
                    <a:pt x="0" y="88320"/>
                  </a:lnTo>
                  <a:lnTo>
                    <a:pt x="0" y="119040"/>
                  </a:lnTo>
                  <a:lnTo>
                    <a:pt x="0" y="119040"/>
                  </a:lnTo>
                  <a:lnTo>
                    <a:pt x="0" y="119040"/>
                  </a:lnTo>
                  <a:cubicBezTo>
                    <a:pt x="29760" y="119040"/>
                    <a:pt x="29760" y="119040"/>
                    <a:pt x="29760" y="119040"/>
                  </a:cubicBezTo>
                  <a:lnTo>
                    <a:pt x="29760" y="119040"/>
                  </a:lnTo>
                  <a:lnTo>
                    <a:pt x="29760" y="119040"/>
                  </a:lnTo>
                  <a:lnTo>
                    <a:pt x="29760" y="88320"/>
                  </a:lnTo>
                  <a:lnTo>
                    <a:pt x="29760" y="88320"/>
                  </a:lnTo>
                  <a:cubicBezTo>
                    <a:pt x="60480" y="88320"/>
                    <a:pt x="60480" y="88320"/>
                    <a:pt x="60480" y="88320"/>
                  </a:cubicBezTo>
                  <a:lnTo>
                    <a:pt x="60480" y="88320"/>
                  </a:lnTo>
                  <a:lnTo>
                    <a:pt x="60480" y="88320"/>
                  </a:lnTo>
                  <a:lnTo>
                    <a:pt x="60480" y="88320"/>
                  </a:lnTo>
                  <a:lnTo>
                    <a:pt x="90240" y="58560"/>
                  </a:lnTo>
                  <a:lnTo>
                    <a:pt x="90240" y="58560"/>
                  </a:lnTo>
                  <a:cubicBezTo>
                    <a:pt x="90240" y="58560"/>
                    <a:pt x="90240" y="58560"/>
                    <a:pt x="119040" y="58560"/>
                  </a:cubicBezTo>
                  <a:cubicBezTo>
                    <a:pt x="90240" y="29760"/>
                    <a:pt x="90240" y="29760"/>
                    <a:pt x="90240" y="2976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7" name="Shape 11817"/>
            <p:cNvSpPr/>
            <p:nvPr/>
          </p:nvSpPr>
          <p:spPr>
            <a:xfrm>
              <a:off x="5073650" y="1668463"/>
              <a:ext cx="168275" cy="682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154" y="79148"/>
                  </a:moveTo>
                  <a:lnTo>
                    <a:pt x="48154" y="79148"/>
                  </a:lnTo>
                  <a:lnTo>
                    <a:pt x="48154" y="79148"/>
                  </a:lnTo>
                  <a:cubicBezTo>
                    <a:pt x="48154" y="79148"/>
                    <a:pt x="48154" y="79148"/>
                    <a:pt x="48154" y="60000"/>
                  </a:cubicBezTo>
                  <a:lnTo>
                    <a:pt x="48154" y="60000"/>
                  </a:lnTo>
                  <a:cubicBezTo>
                    <a:pt x="55879" y="60000"/>
                    <a:pt x="55879" y="60000"/>
                    <a:pt x="55879" y="60000"/>
                  </a:cubicBezTo>
                  <a:lnTo>
                    <a:pt x="55879" y="60000"/>
                  </a:lnTo>
                  <a:lnTo>
                    <a:pt x="55879" y="60000"/>
                  </a:lnTo>
                  <a:lnTo>
                    <a:pt x="55879" y="60000"/>
                  </a:lnTo>
                  <a:cubicBezTo>
                    <a:pt x="63862" y="60000"/>
                    <a:pt x="63862" y="60000"/>
                    <a:pt x="63862" y="60000"/>
                  </a:cubicBezTo>
                  <a:lnTo>
                    <a:pt x="63862" y="60000"/>
                  </a:lnTo>
                  <a:lnTo>
                    <a:pt x="63862" y="60000"/>
                  </a:lnTo>
                  <a:lnTo>
                    <a:pt x="63862" y="60000"/>
                  </a:lnTo>
                  <a:cubicBezTo>
                    <a:pt x="72103" y="60000"/>
                    <a:pt x="72103" y="60000"/>
                    <a:pt x="72103" y="79148"/>
                  </a:cubicBezTo>
                  <a:cubicBezTo>
                    <a:pt x="72103" y="79148"/>
                    <a:pt x="72103" y="60000"/>
                    <a:pt x="80085" y="60000"/>
                  </a:cubicBezTo>
                  <a:lnTo>
                    <a:pt x="80085" y="60000"/>
                  </a:lnTo>
                  <a:cubicBezTo>
                    <a:pt x="80085" y="60000"/>
                    <a:pt x="80085" y="60000"/>
                    <a:pt x="80085" y="40212"/>
                  </a:cubicBezTo>
                  <a:lnTo>
                    <a:pt x="80085" y="40212"/>
                  </a:lnTo>
                  <a:cubicBezTo>
                    <a:pt x="87811" y="40212"/>
                    <a:pt x="87811" y="40212"/>
                    <a:pt x="87811" y="40212"/>
                  </a:cubicBezTo>
                  <a:lnTo>
                    <a:pt x="87811" y="40212"/>
                  </a:lnTo>
                  <a:lnTo>
                    <a:pt x="87811" y="40212"/>
                  </a:lnTo>
                  <a:lnTo>
                    <a:pt x="87811" y="40212"/>
                  </a:lnTo>
                  <a:cubicBezTo>
                    <a:pt x="87811" y="40212"/>
                    <a:pt x="95793" y="40212"/>
                    <a:pt x="104034" y="40212"/>
                  </a:cubicBezTo>
                  <a:lnTo>
                    <a:pt x="104034" y="40212"/>
                  </a:lnTo>
                  <a:cubicBezTo>
                    <a:pt x="104034" y="19787"/>
                    <a:pt x="112017" y="19787"/>
                    <a:pt x="112017" y="19787"/>
                  </a:cubicBezTo>
                  <a:cubicBezTo>
                    <a:pt x="112017" y="19787"/>
                    <a:pt x="112017" y="19787"/>
                    <a:pt x="119742" y="19787"/>
                  </a:cubicBezTo>
                  <a:lnTo>
                    <a:pt x="119742" y="19787"/>
                  </a:lnTo>
                  <a:lnTo>
                    <a:pt x="119742" y="19787"/>
                  </a:lnTo>
                  <a:cubicBezTo>
                    <a:pt x="112017" y="19787"/>
                    <a:pt x="112017" y="0"/>
                    <a:pt x="112017" y="0"/>
                  </a:cubicBezTo>
                  <a:lnTo>
                    <a:pt x="112017" y="0"/>
                  </a:lnTo>
                  <a:lnTo>
                    <a:pt x="112017" y="0"/>
                  </a:lnTo>
                  <a:lnTo>
                    <a:pt x="112017" y="0"/>
                  </a:lnTo>
                  <a:cubicBezTo>
                    <a:pt x="104034" y="0"/>
                    <a:pt x="104034" y="0"/>
                    <a:pt x="104034" y="0"/>
                  </a:cubicBezTo>
                  <a:cubicBezTo>
                    <a:pt x="104034" y="0"/>
                    <a:pt x="104034" y="0"/>
                    <a:pt x="95793" y="0"/>
                  </a:cubicBezTo>
                  <a:lnTo>
                    <a:pt x="95793" y="0"/>
                  </a:lnTo>
                  <a:lnTo>
                    <a:pt x="95793" y="0"/>
                  </a:lnTo>
                  <a:cubicBezTo>
                    <a:pt x="87811" y="0"/>
                    <a:pt x="87811" y="0"/>
                    <a:pt x="87811" y="0"/>
                  </a:cubicBezTo>
                  <a:lnTo>
                    <a:pt x="87811" y="0"/>
                  </a:lnTo>
                  <a:cubicBezTo>
                    <a:pt x="80085" y="0"/>
                    <a:pt x="80085" y="0"/>
                    <a:pt x="80085" y="0"/>
                  </a:cubicBezTo>
                  <a:lnTo>
                    <a:pt x="80085" y="0"/>
                  </a:lnTo>
                  <a:lnTo>
                    <a:pt x="80085" y="0"/>
                  </a:lnTo>
                  <a:lnTo>
                    <a:pt x="80085" y="0"/>
                  </a:lnTo>
                  <a:cubicBezTo>
                    <a:pt x="72103" y="0"/>
                    <a:pt x="72103" y="0"/>
                    <a:pt x="72103" y="0"/>
                  </a:cubicBezTo>
                  <a:cubicBezTo>
                    <a:pt x="72103" y="0"/>
                    <a:pt x="72103" y="0"/>
                    <a:pt x="63862" y="0"/>
                  </a:cubicBezTo>
                  <a:lnTo>
                    <a:pt x="63862" y="0"/>
                  </a:lnTo>
                  <a:cubicBezTo>
                    <a:pt x="55879" y="0"/>
                    <a:pt x="55879" y="0"/>
                    <a:pt x="55879" y="0"/>
                  </a:cubicBezTo>
                  <a:cubicBezTo>
                    <a:pt x="55879" y="0"/>
                    <a:pt x="55879" y="0"/>
                    <a:pt x="48154" y="0"/>
                  </a:cubicBezTo>
                  <a:lnTo>
                    <a:pt x="48154" y="0"/>
                  </a:lnTo>
                  <a:lnTo>
                    <a:pt x="48154" y="0"/>
                  </a:lnTo>
                  <a:lnTo>
                    <a:pt x="48154" y="0"/>
                  </a:lnTo>
                  <a:lnTo>
                    <a:pt x="48154" y="0"/>
                  </a:lnTo>
                  <a:lnTo>
                    <a:pt x="48154" y="0"/>
                  </a:lnTo>
                  <a:cubicBezTo>
                    <a:pt x="48154" y="19787"/>
                    <a:pt x="48154" y="19787"/>
                    <a:pt x="40171" y="19787"/>
                  </a:cubicBezTo>
                  <a:lnTo>
                    <a:pt x="40171" y="19787"/>
                  </a:lnTo>
                  <a:cubicBezTo>
                    <a:pt x="31931" y="19787"/>
                    <a:pt x="31931" y="19787"/>
                    <a:pt x="31931" y="19787"/>
                  </a:cubicBezTo>
                  <a:cubicBezTo>
                    <a:pt x="23948" y="19787"/>
                    <a:pt x="23948" y="19787"/>
                    <a:pt x="23948" y="19787"/>
                  </a:cubicBezTo>
                  <a:cubicBezTo>
                    <a:pt x="16223" y="0"/>
                    <a:pt x="16223" y="0"/>
                    <a:pt x="16223" y="0"/>
                  </a:cubicBezTo>
                  <a:lnTo>
                    <a:pt x="16223" y="0"/>
                  </a:lnTo>
                  <a:cubicBezTo>
                    <a:pt x="8240" y="0"/>
                    <a:pt x="8240" y="19787"/>
                    <a:pt x="8240" y="19787"/>
                  </a:cubicBezTo>
                  <a:lnTo>
                    <a:pt x="8240" y="19787"/>
                  </a:lnTo>
                  <a:cubicBezTo>
                    <a:pt x="0" y="19787"/>
                    <a:pt x="0" y="40212"/>
                    <a:pt x="0" y="40212"/>
                  </a:cubicBezTo>
                  <a:lnTo>
                    <a:pt x="0" y="40212"/>
                  </a:lnTo>
                  <a:lnTo>
                    <a:pt x="0" y="40212"/>
                  </a:lnTo>
                  <a:lnTo>
                    <a:pt x="0" y="40212"/>
                  </a:lnTo>
                  <a:lnTo>
                    <a:pt x="0" y="40212"/>
                  </a:lnTo>
                  <a:cubicBezTo>
                    <a:pt x="8240" y="40212"/>
                    <a:pt x="8240" y="40212"/>
                    <a:pt x="8240" y="40212"/>
                  </a:cubicBezTo>
                  <a:lnTo>
                    <a:pt x="8240" y="40212"/>
                  </a:lnTo>
                  <a:cubicBezTo>
                    <a:pt x="16223" y="40212"/>
                    <a:pt x="23948" y="40212"/>
                    <a:pt x="23948" y="40212"/>
                  </a:cubicBezTo>
                  <a:lnTo>
                    <a:pt x="23948" y="40212"/>
                  </a:lnTo>
                  <a:cubicBezTo>
                    <a:pt x="31931" y="60000"/>
                    <a:pt x="31931" y="60000"/>
                    <a:pt x="31931" y="79148"/>
                  </a:cubicBezTo>
                  <a:lnTo>
                    <a:pt x="31931" y="79148"/>
                  </a:lnTo>
                  <a:lnTo>
                    <a:pt x="31931" y="79148"/>
                  </a:lnTo>
                  <a:cubicBezTo>
                    <a:pt x="31931" y="98936"/>
                    <a:pt x="23948" y="98936"/>
                    <a:pt x="23948" y="98936"/>
                  </a:cubicBezTo>
                  <a:lnTo>
                    <a:pt x="23948" y="98936"/>
                  </a:lnTo>
                  <a:lnTo>
                    <a:pt x="23948" y="98936"/>
                  </a:lnTo>
                  <a:cubicBezTo>
                    <a:pt x="23948" y="98936"/>
                    <a:pt x="16223" y="98936"/>
                    <a:pt x="16223" y="119361"/>
                  </a:cubicBezTo>
                  <a:lnTo>
                    <a:pt x="16223" y="119361"/>
                  </a:lnTo>
                  <a:lnTo>
                    <a:pt x="16223" y="119361"/>
                  </a:lnTo>
                  <a:lnTo>
                    <a:pt x="16223" y="119361"/>
                  </a:lnTo>
                  <a:lnTo>
                    <a:pt x="16223" y="119361"/>
                  </a:lnTo>
                  <a:cubicBezTo>
                    <a:pt x="16223" y="119361"/>
                    <a:pt x="16223" y="119361"/>
                    <a:pt x="23948" y="119361"/>
                  </a:cubicBezTo>
                  <a:lnTo>
                    <a:pt x="23948" y="119361"/>
                  </a:lnTo>
                  <a:lnTo>
                    <a:pt x="23948" y="119361"/>
                  </a:lnTo>
                  <a:lnTo>
                    <a:pt x="23948" y="119361"/>
                  </a:lnTo>
                  <a:lnTo>
                    <a:pt x="23948" y="98936"/>
                  </a:lnTo>
                  <a:lnTo>
                    <a:pt x="23948" y="98936"/>
                  </a:lnTo>
                  <a:cubicBezTo>
                    <a:pt x="31931" y="98936"/>
                    <a:pt x="31931" y="98936"/>
                    <a:pt x="31931" y="119361"/>
                  </a:cubicBezTo>
                  <a:lnTo>
                    <a:pt x="31931" y="119361"/>
                  </a:lnTo>
                  <a:lnTo>
                    <a:pt x="31931" y="119361"/>
                  </a:lnTo>
                  <a:cubicBezTo>
                    <a:pt x="40171" y="98936"/>
                    <a:pt x="40171" y="98936"/>
                    <a:pt x="40171" y="98936"/>
                  </a:cubicBezTo>
                  <a:lnTo>
                    <a:pt x="40171" y="79148"/>
                  </a:lnTo>
                  <a:cubicBezTo>
                    <a:pt x="40171" y="79148"/>
                    <a:pt x="40171" y="79148"/>
                    <a:pt x="48154" y="7914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8" name="Shape 11818"/>
            <p:cNvSpPr/>
            <p:nvPr/>
          </p:nvSpPr>
          <p:spPr>
            <a:xfrm>
              <a:off x="5443538" y="2003425"/>
              <a:ext cx="33337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60000"/>
                  </a:moveTo>
                  <a:lnTo>
                    <a:pt x="40000" y="60000"/>
                  </a:lnTo>
                  <a:lnTo>
                    <a:pt x="40000" y="60000"/>
                  </a:lnTo>
                  <a:lnTo>
                    <a:pt x="40000" y="60000"/>
                  </a:lnTo>
                  <a:cubicBezTo>
                    <a:pt x="40000" y="60000"/>
                    <a:pt x="40000" y="60000"/>
                    <a:pt x="78709" y="60000"/>
                  </a:cubicBezTo>
                  <a:lnTo>
                    <a:pt x="78709" y="60000"/>
                  </a:lnTo>
                  <a:lnTo>
                    <a:pt x="78709" y="118064"/>
                  </a:lnTo>
                  <a:cubicBezTo>
                    <a:pt x="118709" y="118064"/>
                    <a:pt x="118709" y="118064"/>
                    <a:pt x="118709" y="118064"/>
                  </a:cubicBezTo>
                  <a:lnTo>
                    <a:pt x="118709" y="118064"/>
                  </a:lnTo>
                  <a:lnTo>
                    <a:pt x="118709" y="118064"/>
                  </a:lnTo>
                  <a:lnTo>
                    <a:pt x="118709" y="118064"/>
                  </a:lnTo>
                  <a:lnTo>
                    <a:pt x="118709" y="118064"/>
                  </a:lnTo>
                  <a:lnTo>
                    <a:pt x="118709" y="118064"/>
                  </a:lnTo>
                  <a:cubicBezTo>
                    <a:pt x="118709" y="60000"/>
                    <a:pt x="118709" y="60000"/>
                    <a:pt x="118709" y="60000"/>
                  </a:cubicBezTo>
                  <a:cubicBezTo>
                    <a:pt x="118709" y="60000"/>
                    <a:pt x="118709" y="60000"/>
                    <a:pt x="78709" y="60000"/>
                  </a:cubicBezTo>
                  <a:lnTo>
                    <a:pt x="78709" y="60000"/>
                  </a:lnTo>
                  <a:lnTo>
                    <a:pt x="78709" y="60000"/>
                  </a:lnTo>
                  <a:cubicBezTo>
                    <a:pt x="40000" y="60000"/>
                    <a:pt x="40000" y="60000"/>
                    <a:pt x="40000" y="0"/>
                  </a:cubicBezTo>
                  <a:cubicBezTo>
                    <a:pt x="40000" y="60000"/>
                    <a:pt x="40000" y="60000"/>
                    <a:pt x="0" y="60000"/>
                  </a:cubicBezTo>
                  <a:lnTo>
                    <a:pt x="0" y="60000"/>
                  </a:lnTo>
                  <a:lnTo>
                    <a:pt x="0" y="60000"/>
                  </a:lnTo>
                  <a:lnTo>
                    <a:pt x="0" y="60000"/>
                  </a:lnTo>
                  <a:lnTo>
                    <a:pt x="40000" y="6000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9" name="Shape 11819"/>
            <p:cNvSpPr/>
            <p:nvPr/>
          </p:nvSpPr>
          <p:spPr>
            <a:xfrm>
              <a:off x="6156325" y="1690688"/>
              <a:ext cx="77788" cy="777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304" y="0"/>
                  </a:moveTo>
                  <a:lnTo>
                    <a:pt x="102304" y="0"/>
                  </a:lnTo>
                  <a:lnTo>
                    <a:pt x="102304" y="0"/>
                  </a:lnTo>
                  <a:lnTo>
                    <a:pt x="102304" y="0"/>
                  </a:lnTo>
                  <a:lnTo>
                    <a:pt x="102304" y="17142"/>
                  </a:lnTo>
                  <a:cubicBezTo>
                    <a:pt x="102304" y="17142"/>
                    <a:pt x="85161" y="17142"/>
                    <a:pt x="85161" y="33732"/>
                  </a:cubicBezTo>
                  <a:lnTo>
                    <a:pt x="85161" y="33732"/>
                  </a:lnTo>
                  <a:cubicBezTo>
                    <a:pt x="68018" y="33732"/>
                    <a:pt x="68018" y="17142"/>
                    <a:pt x="50875" y="17142"/>
                  </a:cubicBezTo>
                  <a:lnTo>
                    <a:pt x="50875" y="17142"/>
                  </a:lnTo>
                  <a:lnTo>
                    <a:pt x="50875" y="17142"/>
                  </a:lnTo>
                  <a:cubicBezTo>
                    <a:pt x="50875" y="33732"/>
                    <a:pt x="33732" y="33732"/>
                    <a:pt x="33732" y="33732"/>
                  </a:cubicBezTo>
                  <a:lnTo>
                    <a:pt x="33732" y="33732"/>
                  </a:lnTo>
                  <a:cubicBezTo>
                    <a:pt x="16589" y="33732"/>
                    <a:pt x="16589" y="50875"/>
                    <a:pt x="16589" y="50875"/>
                  </a:cubicBezTo>
                  <a:cubicBezTo>
                    <a:pt x="16589" y="50875"/>
                    <a:pt x="16589" y="50875"/>
                    <a:pt x="0" y="50875"/>
                  </a:cubicBezTo>
                  <a:lnTo>
                    <a:pt x="0" y="50875"/>
                  </a:lnTo>
                  <a:lnTo>
                    <a:pt x="0" y="50875"/>
                  </a:lnTo>
                  <a:cubicBezTo>
                    <a:pt x="16589" y="50875"/>
                    <a:pt x="16589" y="68571"/>
                    <a:pt x="16589" y="85714"/>
                  </a:cubicBezTo>
                  <a:lnTo>
                    <a:pt x="16589" y="85714"/>
                  </a:lnTo>
                  <a:lnTo>
                    <a:pt x="16589" y="102304"/>
                  </a:lnTo>
                  <a:lnTo>
                    <a:pt x="16589" y="119447"/>
                  </a:lnTo>
                  <a:lnTo>
                    <a:pt x="16589" y="119447"/>
                  </a:lnTo>
                  <a:lnTo>
                    <a:pt x="16589" y="119447"/>
                  </a:lnTo>
                  <a:cubicBezTo>
                    <a:pt x="33732" y="119447"/>
                    <a:pt x="33732" y="119447"/>
                    <a:pt x="33732" y="119447"/>
                  </a:cubicBezTo>
                  <a:lnTo>
                    <a:pt x="33732" y="119447"/>
                  </a:lnTo>
                  <a:lnTo>
                    <a:pt x="33732" y="119447"/>
                  </a:lnTo>
                  <a:lnTo>
                    <a:pt x="50875" y="102304"/>
                  </a:lnTo>
                  <a:lnTo>
                    <a:pt x="50875" y="102304"/>
                  </a:lnTo>
                  <a:cubicBezTo>
                    <a:pt x="68018" y="102304"/>
                    <a:pt x="68018" y="102304"/>
                    <a:pt x="68018" y="102304"/>
                  </a:cubicBezTo>
                  <a:lnTo>
                    <a:pt x="85161" y="102304"/>
                  </a:lnTo>
                  <a:lnTo>
                    <a:pt x="85161" y="102304"/>
                  </a:lnTo>
                  <a:lnTo>
                    <a:pt x="68018" y="85714"/>
                  </a:lnTo>
                  <a:cubicBezTo>
                    <a:pt x="68018" y="85714"/>
                    <a:pt x="50875" y="68571"/>
                    <a:pt x="68018" y="68571"/>
                  </a:cubicBezTo>
                  <a:cubicBezTo>
                    <a:pt x="68018" y="50875"/>
                    <a:pt x="68018" y="50875"/>
                    <a:pt x="85161" y="50875"/>
                  </a:cubicBezTo>
                  <a:cubicBezTo>
                    <a:pt x="85161" y="33732"/>
                    <a:pt x="85161" y="33732"/>
                    <a:pt x="102304" y="33732"/>
                  </a:cubicBezTo>
                  <a:lnTo>
                    <a:pt x="102304" y="33732"/>
                  </a:lnTo>
                  <a:cubicBezTo>
                    <a:pt x="102304" y="33732"/>
                    <a:pt x="102304" y="17142"/>
                    <a:pt x="119447" y="17142"/>
                  </a:cubicBezTo>
                  <a:lnTo>
                    <a:pt x="119447" y="17142"/>
                  </a:lnTo>
                  <a:cubicBezTo>
                    <a:pt x="119447" y="17142"/>
                    <a:pt x="119447" y="17142"/>
                    <a:pt x="119447" y="0"/>
                  </a:cubicBezTo>
                  <a:lnTo>
                    <a:pt x="119447" y="0"/>
                  </a:lnTo>
                  <a:lnTo>
                    <a:pt x="119447" y="0"/>
                  </a:lnTo>
                  <a:lnTo>
                    <a:pt x="119447" y="0"/>
                  </a:lnTo>
                  <a:lnTo>
                    <a:pt x="102304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0" name="Shape 11820"/>
            <p:cNvSpPr/>
            <p:nvPr/>
          </p:nvSpPr>
          <p:spPr>
            <a:xfrm>
              <a:off x="4014788" y="1512888"/>
              <a:ext cx="55562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384" y="59047"/>
                  </a:moveTo>
                  <a:lnTo>
                    <a:pt x="95384" y="59047"/>
                  </a:lnTo>
                  <a:cubicBezTo>
                    <a:pt x="95384" y="59047"/>
                    <a:pt x="95384" y="59047"/>
                    <a:pt x="71538" y="59047"/>
                  </a:cubicBezTo>
                  <a:lnTo>
                    <a:pt x="71538" y="59047"/>
                  </a:lnTo>
                  <a:cubicBezTo>
                    <a:pt x="71538" y="0"/>
                    <a:pt x="71538" y="0"/>
                    <a:pt x="71538" y="0"/>
                  </a:cubicBezTo>
                  <a:lnTo>
                    <a:pt x="47692" y="0"/>
                  </a:lnTo>
                  <a:lnTo>
                    <a:pt x="47692" y="0"/>
                  </a:lnTo>
                  <a:lnTo>
                    <a:pt x="47692" y="0"/>
                  </a:lnTo>
                  <a:cubicBezTo>
                    <a:pt x="47692" y="59047"/>
                    <a:pt x="47692" y="59047"/>
                    <a:pt x="47692" y="59047"/>
                  </a:cubicBezTo>
                  <a:lnTo>
                    <a:pt x="23846" y="59047"/>
                  </a:lnTo>
                  <a:cubicBezTo>
                    <a:pt x="23846" y="118095"/>
                    <a:pt x="23846" y="118095"/>
                    <a:pt x="0" y="118095"/>
                  </a:cubicBezTo>
                  <a:lnTo>
                    <a:pt x="0" y="118095"/>
                  </a:lnTo>
                  <a:lnTo>
                    <a:pt x="0" y="118095"/>
                  </a:lnTo>
                  <a:lnTo>
                    <a:pt x="0" y="118095"/>
                  </a:lnTo>
                  <a:lnTo>
                    <a:pt x="0" y="118095"/>
                  </a:lnTo>
                  <a:lnTo>
                    <a:pt x="0" y="118095"/>
                  </a:lnTo>
                  <a:lnTo>
                    <a:pt x="0" y="118095"/>
                  </a:lnTo>
                  <a:lnTo>
                    <a:pt x="23846" y="118095"/>
                  </a:lnTo>
                  <a:lnTo>
                    <a:pt x="23846" y="118095"/>
                  </a:lnTo>
                  <a:lnTo>
                    <a:pt x="23846" y="118095"/>
                  </a:lnTo>
                  <a:lnTo>
                    <a:pt x="23846" y="118095"/>
                  </a:lnTo>
                  <a:cubicBezTo>
                    <a:pt x="47692" y="118095"/>
                    <a:pt x="47692" y="59047"/>
                    <a:pt x="71538" y="59047"/>
                  </a:cubicBezTo>
                  <a:lnTo>
                    <a:pt x="71538" y="59047"/>
                  </a:lnTo>
                  <a:lnTo>
                    <a:pt x="71538" y="59047"/>
                  </a:lnTo>
                  <a:cubicBezTo>
                    <a:pt x="71538" y="118095"/>
                    <a:pt x="71538" y="118095"/>
                    <a:pt x="71538" y="118095"/>
                  </a:cubicBezTo>
                  <a:lnTo>
                    <a:pt x="71538" y="118095"/>
                  </a:lnTo>
                  <a:cubicBezTo>
                    <a:pt x="95384" y="59047"/>
                    <a:pt x="95384" y="59047"/>
                    <a:pt x="95384" y="59047"/>
                  </a:cubicBezTo>
                  <a:lnTo>
                    <a:pt x="95384" y="59047"/>
                  </a:lnTo>
                  <a:lnTo>
                    <a:pt x="119230" y="59047"/>
                  </a:lnTo>
                  <a:lnTo>
                    <a:pt x="119230" y="59047"/>
                  </a:lnTo>
                  <a:lnTo>
                    <a:pt x="119230" y="59047"/>
                  </a:lnTo>
                  <a:cubicBezTo>
                    <a:pt x="95384" y="59047"/>
                    <a:pt x="95384" y="59047"/>
                    <a:pt x="95384" y="59047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1" name="Shape 11821"/>
            <p:cNvSpPr/>
            <p:nvPr/>
          </p:nvSpPr>
          <p:spPr>
            <a:xfrm>
              <a:off x="4092575" y="1355725"/>
              <a:ext cx="88900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8800"/>
                  </a:moveTo>
                  <a:lnTo>
                    <a:pt x="0" y="28800"/>
                  </a:lnTo>
                  <a:lnTo>
                    <a:pt x="14939" y="28800"/>
                  </a:lnTo>
                  <a:lnTo>
                    <a:pt x="14939" y="28800"/>
                  </a:lnTo>
                  <a:lnTo>
                    <a:pt x="29879" y="28800"/>
                  </a:lnTo>
                  <a:lnTo>
                    <a:pt x="29879" y="28800"/>
                  </a:lnTo>
                  <a:cubicBezTo>
                    <a:pt x="44819" y="58560"/>
                    <a:pt x="44819" y="58560"/>
                    <a:pt x="44819" y="58560"/>
                  </a:cubicBezTo>
                  <a:cubicBezTo>
                    <a:pt x="44819" y="89280"/>
                    <a:pt x="44819" y="89280"/>
                    <a:pt x="44819" y="89280"/>
                  </a:cubicBezTo>
                  <a:lnTo>
                    <a:pt x="44819" y="89280"/>
                  </a:lnTo>
                  <a:lnTo>
                    <a:pt x="59759" y="89280"/>
                  </a:lnTo>
                  <a:lnTo>
                    <a:pt x="59759" y="89280"/>
                  </a:lnTo>
                  <a:lnTo>
                    <a:pt x="59759" y="89280"/>
                  </a:lnTo>
                  <a:cubicBezTo>
                    <a:pt x="74216" y="89280"/>
                    <a:pt x="74216" y="119040"/>
                    <a:pt x="74216" y="119040"/>
                  </a:cubicBezTo>
                  <a:lnTo>
                    <a:pt x="74216" y="119040"/>
                  </a:lnTo>
                  <a:cubicBezTo>
                    <a:pt x="74216" y="89280"/>
                    <a:pt x="74216" y="89280"/>
                    <a:pt x="74216" y="89280"/>
                  </a:cubicBezTo>
                  <a:cubicBezTo>
                    <a:pt x="89638" y="89280"/>
                    <a:pt x="89638" y="89280"/>
                    <a:pt x="89638" y="89280"/>
                  </a:cubicBezTo>
                  <a:lnTo>
                    <a:pt x="89638" y="89280"/>
                  </a:lnTo>
                  <a:lnTo>
                    <a:pt x="89638" y="89280"/>
                  </a:lnTo>
                  <a:lnTo>
                    <a:pt x="89638" y="89280"/>
                  </a:lnTo>
                  <a:lnTo>
                    <a:pt x="104578" y="89280"/>
                  </a:lnTo>
                  <a:cubicBezTo>
                    <a:pt x="104578" y="58560"/>
                    <a:pt x="104578" y="28800"/>
                    <a:pt x="119518" y="28800"/>
                  </a:cubicBezTo>
                  <a:lnTo>
                    <a:pt x="119518" y="28800"/>
                  </a:lnTo>
                  <a:lnTo>
                    <a:pt x="119518" y="28800"/>
                  </a:lnTo>
                  <a:lnTo>
                    <a:pt x="119518" y="28800"/>
                  </a:lnTo>
                  <a:lnTo>
                    <a:pt x="104578" y="28800"/>
                  </a:lnTo>
                  <a:lnTo>
                    <a:pt x="104578" y="28800"/>
                  </a:lnTo>
                  <a:lnTo>
                    <a:pt x="104578" y="28800"/>
                  </a:lnTo>
                  <a:cubicBezTo>
                    <a:pt x="104578" y="28800"/>
                    <a:pt x="89638" y="28800"/>
                    <a:pt x="89638" y="0"/>
                  </a:cubicBezTo>
                  <a:lnTo>
                    <a:pt x="89638" y="0"/>
                  </a:lnTo>
                  <a:lnTo>
                    <a:pt x="89638" y="0"/>
                  </a:lnTo>
                  <a:lnTo>
                    <a:pt x="89638" y="0"/>
                  </a:lnTo>
                  <a:lnTo>
                    <a:pt x="89638" y="0"/>
                  </a:lnTo>
                  <a:cubicBezTo>
                    <a:pt x="74216" y="0"/>
                    <a:pt x="74216" y="0"/>
                    <a:pt x="74216" y="0"/>
                  </a:cubicBezTo>
                  <a:lnTo>
                    <a:pt x="59759" y="0"/>
                  </a:lnTo>
                  <a:lnTo>
                    <a:pt x="59759" y="0"/>
                  </a:lnTo>
                  <a:lnTo>
                    <a:pt x="59759" y="0"/>
                  </a:lnTo>
                  <a:lnTo>
                    <a:pt x="59759" y="0"/>
                  </a:lnTo>
                  <a:cubicBezTo>
                    <a:pt x="44819" y="0"/>
                    <a:pt x="44819" y="0"/>
                    <a:pt x="44819" y="0"/>
                  </a:cubicBezTo>
                  <a:cubicBezTo>
                    <a:pt x="29879" y="0"/>
                    <a:pt x="29879" y="0"/>
                    <a:pt x="29879" y="0"/>
                  </a:cubicBezTo>
                  <a:lnTo>
                    <a:pt x="14939" y="0"/>
                  </a:lnTo>
                  <a:cubicBezTo>
                    <a:pt x="14939" y="0"/>
                    <a:pt x="14939" y="0"/>
                    <a:pt x="0" y="0"/>
                  </a:cubicBezTo>
                  <a:cubicBezTo>
                    <a:pt x="0" y="0"/>
                    <a:pt x="0" y="0"/>
                    <a:pt x="0" y="2880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2" name="Shape 11822"/>
            <p:cNvSpPr/>
            <p:nvPr/>
          </p:nvSpPr>
          <p:spPr>
            <a:xfrm>
              <a:off x="4003675" y="1535113"/>
              <a:ext cx="100013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285" y="0"/>
                  </a:moveTo>
                  <a:lnTo>
                    <a:pt x="106285" y="0"/>
                  </a:lnTo>
                  <a:cubicBezTo>
                    <a:pt x="93000" y="0"/>
                    <a:pt x="93000" y="0"/>
                    <a:pt x="93000" y="0"/>
                  </a:cubicBezTo>
                  <a:cubicBezTo>
                    <a:pt x="93000" y="0"/>
                    <a:pt x="93000" y="0"/>
                    <a:pt x="93000" y="28800"/>
                  </a:cubicBezTo>
                  <a:cubicBezTo>
                    <a:pt x="79714" y="28800"/>
                    <a:pt x="79714" y="28800"/>
                    <a:pt x="79714" y="28800"/>
                  </a:cubicBezTo>
                  <a:lnTo>
                    <a:pt x="79714" y="28800"/>
                  </a:lnTo>
                  <a:lnTo>
                    <a:pt x="79714" y="28800"/>
                  </a:lnTo>
                  <a:cubicBezTo>
                    <a:pt x="66428" y="28800"/>
                    <a:pt x="66428" y="28800"/>
                    <a:pt x="66428" y="28800"/>
                  </a:cubicBezTo>
                  <a:cubicBezTo>
                    <a:pt x="66428" y="28800"/>
                    <a:pt x="66428" y="59520"/>
                    <a:pt x="53142" y="59520"/>
                  </a:cubicBezTo>
                  <a:lnTo>
                    <a:pt x="53142" y="28800"/>
                  </a:lnTo>
                  <a:lnTo>
                    <a:pt x="53142" y="28800"/>
                  </a:lnTo>
                  <a:lnTo>
                    <a:pt x="53142" y="28800"/>
                  </a:lnTo>
                  <a:cubicBezTo>
                    <a:pt x="39857" y="59520"/>
                    <a:pt x="39857" y="59520"/>
                    <a:pt x="39857" y="59520"/>
                  </a:cubicBezTo>
                  <a:cubicBezTo>
                    <a:pt x="39857" y="59520"/>
                    <a:pt x="39857" y="59520"/>
                    <a:pt x="26571" y="59520"/>
                  </a:cubicBezTo>
                  <a:lnTo>
                    <a:pt x="26571" y="59520"/>
                  </a:lnTo>
                  <a:lnTo>
                    <a:pt x="26571" y="59520"/>
                  </a:lnTo>
                  <a:lnTo>
                    <a:pt x="26571" y="59520"/>
                  </a:lnTo>
                  <a:lnTo>
                    <a:pt x="26571" y="59520"/>
                  </a:lnTo>
                  <a:lnTo>
                    <a:pt x="26571" y="59520"/>
                  </a:lnTo>
                  <a:cubicBezTo>
                    <a:pt x="13285" y="59520"/>
                    <a:pt x="13285" y="59520"/>
                    <a:pt x="13285" y="59520"/>
                  </a:cubicBezTo>
                  <a:cubicBezTo>
                    <a:pt x="13285" y="59520"/>
                    <a:pt x="13285" y="59520"/>
                    <a:pt x="0" y="59520"/>
                  </a:cubicBezTo>
                  <a:lnTo>
                    <a:pt x="0" y="59520"/>
                  </a:lnTo>
                  <a:lnTo>
                    <a:pt x="0" y="59520"/>
                  </a:lnTo>
                  <a:lnTo>
                    <a:pt x="0" y="59520"/>
                  </a:lnTo>
                  <a:cubicBezTo>
                    <a:pt x="0" y="89280"/>
                    <a:pt x="0" y="89280"/>
                    <a:pt x="0" y="89280"/>
                  </a:cubicBezTo>
                  <a:lnTo>
                    <a:pt x="0" y="89280"/>
                  </a:lnTo>
                  <a:lnTo>
                    <a:pt x="0" y="89280"/>
                  </a:lnTo>
                  <a:lnTo>
                    <a:pt x="0" y="89280"/>
                  </a:lnTo>
                  <a:cubicBezTo>
                    <a:pt x="0" y="89280"/>
                    <a:pt x="0" y="89280"/>
                    <a:pt x="0" y="119040"/>
                  </a:cubicBezTo>
                  <a:lnTo>
                    <a:pt x="0" y="119040"/>
                  </a:lnTo>
                  <a:cubicBezTo>
                    <a:pt x="13285" y="119040"/>
                    <a:pt x="13285" y="119040"/>
                    <a:pt x="13285" y="119040"/>
                  </a:cubicBezTo>
                  <a:lnTo>
                    <a:pt x="13285" y="119040"/>
                  </a:lnTo>
                  <a:lnTo>
                    <a:pt x="13285" y="119040"/>
                  </a:lnTo>
                  <a:lnTo>
                    <a:pt x="13285" y="119040"/>
                  </a:lnTo>
                  <a:lnTo>
                    <a:pt x="13285" y="119040"/>
                  </a:lnTo>
                  <a:lnTo>
                    <a:pt x="13285" y="119040"/>
                  </a:lnTo>
                  <a:cubicBezTo>
                    <a:pt x="26571" y="119040"/>
                    <a:pt x="26571" y="119040"/>
                    <a:pt x="26571" y="119040"/>
                  </a:cubicBezTo>
                  <a:cubicBezTo>
                    <a:pt x="26571" y="119040"/>
                    <a:pt x="26571" y="119040"/>
                    <a:pt x="39857" y="119040"/>
                  </a:cubicBezTo>
                  <a:lnTo>
                    <a:pt x="39857" y="119040"/>
                  </a:lnTo>
                  <a:lnTo>
                    <a:pt x="53142" y="119040"/>
                  </a:lnTo>
                  <a:lnTo>
                    <a:pt x="53142" y="119040"/>
                  </a:lnTo>
                  <a:lnTo>
                    <a:pt x="53142" y="119040"/>
                  </a:lnTo>
                  <a:lnTo>
                    <a:pt x="53142" y="119040"/>
                  </a:lnTo>
                  <a:lnTo>
                    <a:pt x="53142" y="119040"/>
                  </a:lnTo>
                  <a:lnTo>
                    <a:pt x="53142" y="119040"/>
                  </a:lnTo>
                  <a:cubicBezTo>
                    <a:pt x="66428" y="119040"/>
                    <a:pt x="66428" y="119040"/>
                    <a:pt x="66428" y="119040"/>
                  </a:cubicBezTo>
                  <a:lnTo>
                    <a:pt x="66428" y="119040"/>
                  </a:lnTo>
                  <a:lnTo>
                    <a:pt x="66428" y="119040"/>
                  </a:lnTo>
                  <a:lnTo>
                    <a:pt x="66428" y="119040"/>
                  </a:lnTo>
                  <a:cubicBezTo>
                    <a:pt x="66428" y="119040"/>
                    <a:pt x="66428" y="119040"/>
                    <a:pt x="79714" y="119040"/>
                  </a:cubicBezTo>
                  <a:lnTo>
                    <a:pt x="79714" y="119040"/>
                  </a:lnTo>
                  <a:lnTo>
                    <a:pt x="79714" y="89280"/>
                  </a:lnTo>
                  <a:lnTo>
                    <a:pt x="93000" y="89280"/>
                  </a:lnTo>
                  <a:cubicBezTo>
                    <a:pt x="93000" y="59520"/>
                    <a:pt x="106285" y="59520"/>
                    <a:pt x="106285" y="28800"/>
                  </a:cubicBezTo>
                  <a:lnTo>
                    <a:pt x="119571" y="28800"/>
                  </a:lnTo>
                  <a:lnTo>
                    <a:pt x="119571" y="28800"/>
                  </a:lnTo>
                  <a:cubicBezTo>
                    <a:pt x="106285" y="28800"/>
                    <a:pt x="106285" y="0"/>
                    <a:pt x="106285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3" name="Shape 11823"/>
            <p:cNvSpPr/>
            <p:nvPr/>
          </p:nvSpPr>
          <p:spPr>
            <a:xfrm>
              <a:off x="3757613" y="1423988"/>
              <a:ext cx="44450" cy="333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760" y="118709"/>
                  </a:moveTo>
                  <a:lnTo>
                    <a:pt x="29760" y="118709"/>
                  </a:lnTo>
                  <a:lnTo>
                    <a:pt x="59520" y="80000"/>
                  </a:lnTo>
                  <a:cubicBezTo>
                    <a:pt x="59520" y="80000"/>
                    <a:pt x="59520" y="80000"/>
                    <a:pt x="90240" y="80000"/>
                  </a:cubicBezTo>
                  <a:lnTo>
                    <a:pt x="90240" y="80000"/>
                  </a:lnTo>
                  <a:lnTo>
                    <a:pt x="90240" y="80000"/>
                  </a:lnTo>
                  <a:lnTo>
                    <a:pt x="90240" y="40000"/>
                  </a:lnTo>
                  <a:lnTo>
                    <a:pt x="90240" y="40000"/>
                  </a:lnTo>
                  <a:lnTo>
                    <a:pt x="90240" y="40000"/>
                  </a:lnTo>
                  <a:cubicBezTo>
                    <a:pt x="90240" y="40000"/>
                    <a:pt x="90240" y="40000"/>
                    <a:pt x="90240" y="0"/>
                  </a:cubicBezTo>
                  <a:lnTo>
                    <a:pt x="90240" y="0"/>
                  </a:lnTo>
                  <a:lnTo>
                    <a:pt x="90240" y="0"/>
                  </a:lnTo>
                  <a:cubicBezTo>
                    <a:pt x="119040" y="0"/>
                    <a:pt x="119040" y="0"/>
                    <a:pt x="119040" y="0"/>
                  </a:cubicBezTo>
                  <a:lnTo>
                    <a:pt x="119040" y="0"/>
                  </a:lnTo>
                  <a:lnTo>
                    <a:pt x="119040" y="0"/>
                  </a:lnTo>
                  <a:lnTo>
                    <a:pt x="90240" y="0"/>
                  </a:lnTo>
                  <a:cubicBezTo>
                    <a:pt x="90240" y="0"/>
                    <a:pt x="90240" y="0"/>
                    <a:pt x="59520" y="0"/>
                  </a:cubicBezTo>
                  <a:cubicBezTo>
                    <a:pt x="59520" y="0"/>
                    <a:pt x="59520" y="0"/>
                    <a:pt x="29760" y="0"/>
                  </a:cubicBezTo>
                  <a:lnTo>
                    <a:pt x="29760" y="0"/>
                  </a:lnTo>
                  <a:lnTo>
                    <a:pt x="29760" y="0"/>
                  </a:lnTo>
                  <a:cubicBezTo>
                    <a:pt x="29760" y="0"/>
                    <a:pt x="29760" y="0"/>
                    <a:pt x="29760" y="40000"/>
                  </a:cubicBezTo>
                  <a:cubicBezTo>
                    <a:pt x="29760" y="40000"/>
                    <a:pt x="29760" y="40000"/>
                    <a:pt x="0" y="40000"/>
                  </a:cubicBezTo>
                  <a:cubicBezTo>
                    <a:pt x="29760" y="80000"/>
                    <a:pt x="29760" y="80000"/>
                    <a:pt x="29760" y="80000"/>
                  </a:cubicBezTo>
                  <a:lnTo>
                    <a:pt x="29760" y="118709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4" name="Shape 11824"/>
            <p:cNvSpPr/>
            <p:nvPr/>
          </p:nvSpPr>
          <p:spPr>
            <a:xfrm>
              <a:off x="3579813" y="1479550"/>
              <a:ext cx="234950" cy="1793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233" y="112273"/>
                  </a:moveTo>
                  <a:lnTo>
                    <a:pt x="34233" y="112273"/>
                  </a:lnTo>
                  <a:lnTo>
                    <a:pt x="34233" y="112273"/>
                  </a:lnTo>
                  <a:lnTo>
                    <a:pt x="34233" y="112273"/>
                  </a:lnTo>
                  <a:lnTo>
                    <a:pt x="34233" y="112273"/>
                  </a:lnTo>
                  <a:lnTo>
                    <a:pt x="40122" y="112273"/>
                  </a:lnTo>
                  <a:cubicBezTo>
                    <a:pt x="40122" y="119758"/>
                    <a:pt x="40122" y="119758"/>
                    <a:pt x="45644" y="119758"/>
                  </a:cubicBezTo>
                  <a:lnTo>
                    <a:pt x="45644" y="119758"/>
                  </a:lnTo>
                  <a:lnTo>
                    <a:pt x="51349" y="119758"/>
                  </a:lnTo>
                  <a:lnTo>
                    <a:pt x="57055" y="119758"/>
                  </a:lnTo>
                  <a:lnTo>
                    <a:pt x="57055" y="119758"/>
                  </a:lnTo>
                  <a:lnTo>
                    <a:pt x="62944" y="119758"/>
                  </a:lnTo>
                  <a:cubicBezTo>
                    <a:pt x="62944" y="119758"/>
                    <a:pt x="62944" y="119758"/>
                    <a:pt x="68466" y="119758"/>
                  </a:cubicBezTo>
                  <a:lnTo>
                    <a:pt x="68466" y="119758"/>
                  </a:lnTo>
                  <a:lnTo>
                    <a:pt x="68466" y="119758"/>
                  </a:lnTo>
                  <a:cubicBezTo>
                    <a:pt x="74171" y="112273"/>
                    <a:pt x="74171" y="112273"/>
                    <a:pt x="74171" y="112273"/>
                  </a:cubicBezTo>
                  <a:cubicBezTo>
                    <a:pt x="79877" y="104547"/>
                    <a:pt x="79877" y="104547"/>
                    <a:pt x="79877" y="104547"/>
                  </a:cubicBezTo>
                  <a:cubicBezTo>
                    <a:pt x="85766" y="104547"/>
                    <a:pt x="85766" y="104547"/>
                    <a:pt x="85766" y="104547"/>
                  </a:cubicBezTo>
                  <a:cubicBezTo>
                    <a:pt x="85766" y="104547"/>
                    <a:pt x="91288" y="104547"/>
                    <a:pt x="96993" y="112273"/>
                  </a:cubicBezTo>
                  <a:lnTo>
                    <a:pt x="96993" y="112273"/>
                  </a:lnTo>
                  <a:cubicBezTo>
                    <a:pt x="102699" y="112273"/>
                    <a:pt x="102699" y="112273"/>
                    <a:pt x="102699" y="112273"/>
                  </a:cubicBezTo>
                  <a:cubicBezTo>
                    <a:pt x="102699" y="112273"/>
                    <a:pt x="102699" y="112273"/>
                    <a:pt x="108588" y="112273"/>
                  </a:cubicBezTo>
                  <a:lnTo>
                    <a:pt x="108588" y="112273"/>
                  </a:lnTo>
                  <a:lnTo>
                    <a:pt x="114110" y="104547"/>
                  </a:lnTo>
                  <a:cubicBezTo>
                    <a:pt x="108588" y="104547"/>
                    <a:pt x="108588" y="104547"/>
                    <a:pt x="108588" y="97303"/>
                  </a:cubicBezTo>
                  <a:lnTo>
                    <a:pt x="108588" y="97303"/>
                  </a:lnTo>
                  <a:lnTo>
                    <a:pt x="108588" y="97303"/>
                  </a:lnTo>
                  <a:lnTo>
                    <a:pt x="108588" y="89818"/>
                  </a:lnTo>
                  <a:lnTo>
                    <a:pt x="108588" y="89818"/>
                  </a:lnTo>
                  <a:cubicBezTo>
                    <a:pt x="108588" y="82334"/>
                    <a:pt x="108588" y="82334"/>
                    <a:pt x="108588" y="82334"/>
                  </a:cubicBezTo>
                  <a:lnTo>
                    <a:pt x="102699" y="74607"/>
                  </a:lnTo>
                  <a:lnTo>
                    <a:pt x="102699" y="74607"/>
                  </a:lnTo>
                  <a:lnTo>
                    <a:pt x="96993" y="67364"/>
                  </a:lnTo>
                  <a:cubicBezTo>
                    <a:pt x="96993" y="67364"/>
                    <a:pt x="96993" y="67364"/>
                    <a:pt x="102699" y="59879"/>
                  </a:cubicBezTo>
                  <a:lnTo>
                    <a:pt x="102699" y="59879"/>
                  </a:lnTo>
                  <a:lnTo>
                    <a:pt x="102699" y="59879"/>
                  </a:lnTo>
                  <a:lnTo>
                    <a:pt x="102699" y="59879"/>
                  </a:lnTo>
                  <a:lnTo>
                    <a:pt x="102699" y="59879"/>
                  </a:lnTo>
                  <a:cubicBezTo>
                    <a:pt x="108588" y="52394"/>
                    <a:pt x="108588" y="52394"/>
                    <a:pt x="108588" y="52394"/>
                  </a:cubicBezTo>
                  <a:lnTo>
                    <a:pt x="108588" y="52394"/>
                  </a:lnTo>
                  <a:cubicBezTo>
                    <a:pt x="108588" y="52394"/>
                    <a:pt x="108588" y="52394"/>
                    <a:pt x="108588" y="44668"/>
                  </a:cubicBezTo>
                  <a:cubicBezTo>
                    <a:pt x="114110" y="44668"/>
                    <a:pt x="114110" y="44668"/>
                    <a:pt x="114110" y="44668"/>
                  </a:cubicBezTo>
                  <a:lnTo>
                    <a:pt x="114110" y="44668"/>
                  </a:lnTo>
                  <a:lnTo>
                    <a:pt x="114110" y="44668"/>
                  </a:lnTo>
                  <a:lnTo>
                    <a:pt x="114110" y="44668"/>
                  </a:lnTo>
                  <a:cubicBezTo>
                    <a:pt x="114110" y="37424"/>
                    <a:pt x="114110" y="37424"/>
                    <a:pt x="119815" y="29939"/>
                  </a:cubicBezTo>
                  <a:cubicBezTo>
                    <a:pt x="114110" y="29939"/>
                    <a:pt x="114110" y="29939"/>
                    <a:pt x="114110" y="29939"/>
                  </a:cubicBezTo>
                  <a:lnTo>
                    <a:pt x="114110" y="29939"/>
                  </a:lnTo>
                  <a:lnTo>
                    <a:pt x="114110" y="29939"/>
                  </a:lnTo>
                  <a:cubicBezTo>
                    <a:pt x="108588" y="29939"/>
                    <a:pt x="108588" y="29939"/>
                    <a:pt x="108588" y="29939"/>
                  </a:cubicBezTo>
                  <a:lnTo>
                    <a:pt x="108588" y="29939"/>
                  </a:lnTo>
                  <a:lnTo>
                    <a:pt x="108588" y="29939"/>
                  </a:lnTo>
                  <a:lnTo>
                    <a:pt x="108588" y="29939"/>
                  </a:lnTo>
                  <a:lnTo>
                    <a:pt x="102699" y="29939"/>
                  </a:lnTo>
                  <a:lnTo>
                    <a:pt x="102699" y="29939"/>
                  </a:lnTo>
                  <a:lnTo>
                    <a:pt x="102699" y="29939"/>
                  </a:lnTo>
                  <a:lnTo>
                    <a:pt x="102699" y="29939"/>
                  </a:lnTo>
                  <a:cubicBezTo>
                    <a:pt x="96993" y="29939"/>
                    <a:pt x="96993" y="22454"/>
                    <a:pt x="96993" y="22454"/>
                  </a:cubicBezTo>
                  <a:lnTo>
                    <a:pt x="96993" y="22454"/>
                  </a:lnTo>
                  <a:cubicBezTo>
                    <a:pt x="91288" y="22454"/>
                    <a:pt x="91288" y="22454"/>
                    <a:pt x="91288" y="22454"/>
                  </a:cubicBezTo>
                  <a:lnTo>
                    <a:pt x="91288" y="22454"/>
                  </a:lnTo>
                  <a:lnTo>
                    <a:pt x="85766" y="22454"/>
                  </a:lnTo>
                  <a:lnTo>
                    <a:pt x="85766" y="22454"/>
                  </a:lnTo>
                  <a:lnTo>
                    <a:pt x="79877" y="14728"/>
                  </a:lnTo>
                  <a:cubicBezTo>
                    <a:pt x="79877" y="14728"/>
                    <a:pt x="74171" y="14728"/>
                    <a:pt x="74171" y="7484"/>
                  </a:cubicBezTo>
                  <a:lnTo>
                    <a:pt x="74171" y="7484"/>
                  </a:lnTo>
                  <a:lnTo>
                    <a:pt x="74171" y="7484"/>
                  </a:lnTo>
                  <a:cubicBezTo>
                    <a:pt x="68466" y="7484"/>
                    <a:pt x="68466" y="7484"/>
                    <a:pt x="68466" y="0"/>
                  </a:cubicBezTo>
                  <a:lnTo>
                    <a:pt x="68466" y="0"/>
                  </a:lnTo>
                  <a:cubicBezTo>
                    <a:pt x="62944" y="0"/>
                    <a:pt x="62944" y="0"/>
                    <a:pt x="62944" y="0"/>
                  </a:cubicBezTo>
                  <a:lnTo>
                    <a:pt x="62944" y="0"/>
                  </a:lnTo>
                  <a:cubicBezTo>
                    <a:pt x="74171" y="14728"/>
                    <a:pt x="74171" y="14728"/>
                    <a:pt x="74171" y="14728"/>
                  </a:cubicBezTo>
                  <a:cubicBezTo>
                    <a:pt x="62944" y="14728"/>
                    <a:pt x="62944" y="14728"/>
                    <a:pt x="62944" y="14728"/>
                  </a:cubicBezTo>
                  <a:lnTo>
                    <a:pt x="62944" y="14728"/>
                  </a:lnTo>
                  <a:cubicBezTo>
                    <a:pt x="57055" y="14728"/>
                    <a:pt x="57055" y="14728"/>
                    <a:pt x="57055" y="14728"/>
                  </a:cubicBezTo>
                  <a:cubicBezTo>
                    <a:pt x="51349" y="22454"/>
                    <a:pt x="40122" y="29939"/>
                    <a:pt x="40122" y="29939"/>
                  </a:cubicBezTo>
                  <a:cubicBezTo>
                    <a:pt x="34233" y="29939"/>
                    <a:pt x="34233" y="22454"/>
                    <a:pt x="28527" y="22454"/>
                  </a:cubicBezTo>
                  <a:lnTo>
                    <a:pt x="28527" y="22454"/>
                  </a:lnTo>
                  <a:cubicBezTo>
                    <a:pt x="34233" y="29939"/>
                    <a:pt x="34233" y="29939"/>
                    <a:pt x="28527" y="37424"/>
                  </a:cubicBezTo>
                  <a:cubicBezTo>
                    <a:pt x="28527" y="37424"/>
                    <a:pt x="28527" y="37424"/>
                    <a:pt x="22822" y="37424"/>
                  </a:cubicBezTo>
                  <a:lnTo>
                    <a:pt x="22822" y="37424"/>
                  </a:lnTo>
                  <a:lnTo>
                    <a:pt x="22822" y="37424"/>
                  </a:lnTo>
                  <a:lnTo>
                    <a:pt x="22822" y="37424"/>
                  </a:lnTo>
                  <a:lnTo>
                    <a:pt x="22822" y="37424"/>
                  </a:lnTo>
                  <a:lnTo>
                    <a:pt x="17300" y="37424"/>
                  </a:lnTo>
                  <a:cubicBezTo>
                    <a:pt x="17300" y="37424"/>
                    <a:pt x="11411" y="37424"/>
                    <a:pt x="11411" y="29939"/>
                  </a:cubicBezTo>
                  <a:lnTo>
                    <a:pt x="11411" y="29939"/>
                  </a:lnTo>
                  <a:cubicBezTo>
                    <a:pt x="5705" y="37424"/>
                    <a:pt x="5705" y="37424"/>
                    <a:pt x="0" y="37424"/>
                  </a:cubicBezTo>
                  <a:lnTo>
                    <a:pt x="0" y="37424"/>
                  </a:lnTo>
                  <a:lnTo>
                    <a:pt x="0" y="37424"/>
                  </a:lnTo>
                  <a:lnTo>
                    <a:pt x="0" y="37424"/>
                  </a:lnTo>
                  <a:lnTo>
                    <a:pt x="0" y="37424"/>
                  </a:lnTo>
                  <a:lnTo>
                    <a:pt x="0" y="37424"/>
                  </a:lnTo>
                  <a:cubicBezTo>
                    <a:pt x="5705" y="37424"/>
                    <a:pt x="5705" y="37424"/>
                    <a:pt x="5705" y="37424"/>
                  </a:cubicBezTo>
                  <a:cubicBezTo>
                    <a:pt x="5705" y="37424"/>
                    <a:pt x="5705" y="37424"/>
                    <a:pt x="11411" y="37424"/>
                  </a:cubicBezTo>
                  <a:cubicBezTo>
                    <a:pt x="11411" y="37424"/>
                    <a:pt x="11411" y="37424"/>
                    <a:pt x="11411" y="44668"/>
                  </a:cubicBezTo>
                  <a:lnTo>
                    <a:pt x="11411" y="44668"/>
                  </a:lnTo>
                  <a:lnTo>
                    <a:pt x="17300" y="44668"/>
                  </a:lnTo>
                  <a:cubicBezTo>
                    <a:pt x="17300" y="44668"/>
                    <a:pt x="22822" y="44668"/>
                    <a:pt x="22822" y="52394"/>
                  </a:cubicBezTo>
                  <a:lnTo>
                    <a:pt x="22822" y="52394"/>
                  </a:lnTo>
                  <a:lnTo>
                    <a:pt x="22822" y="59879"/>
                  </a:lnTo>
                  <a:lnTo>
                    <a:pt x="28527" y="59879"/>
                  </a:lnTo>
                  <a:lnTo>
                    <a:pt x="34233" y="67364"/>
                  </a:lnTo>
                  <a:cubicBezTo>
                    <a:pt x="40122" y="74607"/>
                    <a:pt x="40122" y="74607"/>
                    <a:pt x="34233" y="97303"/>
                  </a:cubicBezTo>
                  <a:lnTo>
                    <a:pt x="34233" y="104547"/>
                  </a:lnTo>
                  <a:cubicBezTo>
                    <a:pt x="34233" y="104547"/>
                    <a:pt x="34233" y="104547"/>
                    <a:pt x="34233" y="11227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5" name="Shape 11825"/>
            <p:cNvSpPr/>
            <p:nvPr/>
          </p:nvSpPr>
          <p:spPr>
            <a:xfrm>
              <a:off x="3802063" y="1557338"/>
              <a:ext cx="44450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040" y="0"/>
                  </a:moveTo>
                  <a:lnTo>
                    <a:pt x="119040" y="0"/>
                  </a:lnTo>
                  <a:cubicBezTo>
                    <a:pt x="90240" y="0"/>
                    <a:pt x="90240" y="0"/>
                    <a:pt x="90240" y="0"/>
                  </a:cubicBezTo>
                  <a:lnTo>
                    <a:pt x="90240" y="0"/>
                  </a:lnTo>
                  <a:lnTo>
                    <a:pt x="59520" y="59047"/>
                  </a:lnTo>
                  <a:lnTo>
                    <a:pt x="59520" y="59047"/>
                  </a:lnTo>
                  <a:lnTo>
                    <a:pt x="59520" y="59047"/>
                  </a:lnTo>
                  <a:lnTo>
                    <a:pt x="59520" y="59047"/>
                  </a:lnTo>
                  <a:cubicBezTo>
                    <a:pt x="29760" y="59047"/>
                    <a:pt x="29760" y="59047"/>
                    <a:pt x="29760" y="59047"/>
                  </a:cubicBezTo>
                  <a:lnTo>
                    <a:pt x="29760" y="59047"/>
                  </a:lnTo>
                  <a:lnTo>
                    <a:pt x="29760" y="59047"/>
                  </a:lnTo>
                  <a:lnTo>
                    <a:pt x="0" y="59047"/>
                  </a:lnTo>
                  <a:lnTo>
                    <a:pt x="0" y="118095"/>
                  </a:lnTo>
                  <a:lnTo>
                    <a:pt x="0" y="118095"/>
                  </a:lnTo>
                  <a:lnTo>
                    <a:pt x="0" y="118095"/>
                  </a:lnTo>
                  <a:lnTo>
                    <a:pt x="29760" y="118095"/>
                  </a:lnTo>
                  <a:lnTo>
                    <a:pt x="29760" y="118095"/>
                  </a:lnTo>
                  <a:lnTo>
                    <a:pt x="29760" y="118095"/>
                  </a:lnTo>
                  <a:lnTo>
                    <a:pt x="29760" y="118095"/>
                  </a:lnTo>
                  <a:lnTo>
                    <a:pt x="29760" y="118095"/>
                  </a:lnTo>
                  <a:cubicBezTo>
                    <a:pt x="29760" y="118095"/>
                    <a:pt x="29760" y="118095"/>
                    <a:pt x="59520" y="118095"/>
                  </a:cubicBezTo>
                  <a:lnTo>
                    <a:pt x="59520" y="118095"/>
                  </a:lnTo>
                  <a:cubicBezTo>
                    <a:pt x="59520" y="59047"/>
                    <a:pt x="59520" y="59047"/>
                    <a:pt x="59520" y="59047"/>
                  </a:cubicBezTo>
                  <a:lnTo>
                    <a:pt x="59520" y="59047"/>
                  </a:lnTo>
                  <a:cubicBezTo>
                    <a:pt x="90240" y="59047"/>
                    <a:pt x="90240" y="59047"/>
                    <a:pt x="90240" y="59047"/>
                  </a:cubicBezTo>
                  <a:cubicBezTo>
                    <a:pt x="90240" y="59047"/>
                    <a:pt x="90240" y="59047"/>
                    <a:pt x="90240" y="118095"/>
                  </a:cubicBezTo>
                  <a:cubicBezTo>
                    <a:pt x="119040" y="59047"/>
                    <a:pt x="119040" y="59047"/>
                    <a:pt x="119040" y="59047"/>
                  </a:cubicBezTo>
                  <a:lnTo>
                    <a:pt x="119040" y="59047"/>
                  </a:lnTo>
                  <a:lnTo>
                    <a:pt x="119040" y="59047"/>
                  </a:lnTo>
                  <a:lnTo>
                    <a:pt x="119040" y="59047"/>
                  </a:lnTo>
                  <a:lnTo>
                    <a:pt x="11904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6" name="Shape 11826"/>
            <p:cNvSpPr/>
            <p:nvPr/>
          </p:nvSpPr>
          <p:spPr>
            <a:xfrm>
              <a:off x="3802063" y="1579563"/>
              <a:ext cx="190500" cy="144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058" y="36923"/>
                  </a:moveTo>
                  <a:lnTo>
                    <a:pt x="7058" y="36923"/>
                  </a:lnTo>
                  <a:lnTo>
                    <a:pt x="7058" y="36923"/>
                  </a:lnTo>
                  <a:lnTo>
                    <a:pt x="14117" y="36923"/>
                  </a:lnTo>
                  <a:lnTo>
                    <a:pt x="14117" y="36923"/>
                  </a:lnTo>
                  <a:lnTo>
                    <a:pt x="21404" y="27692"/>
                  </a:lnTo>
                  <a:cubicBezTo>
                    <a:pt x="28235" y="27692"/>
                    <a:pt x="28235" y="27692"/>
                    <a:pt x="28235" y="27692"/>
                  </a:cubicBezTo>
                  <a:lnTo>
                    <a:pt x="35294" y="36923"/>
                  </a:lnTo>
                  <a:lnTo>
                    <a:pt x="35294" y="36923"/>
                  </a:lnTo>
                  <a:cubicBezTo>
                    <a:pt x="49411" y="36923"/>
                    <a:pt x="49639" y="55384"/>
                    <a:pt x="49639" y="55384"/>
                  </a:cubicBezTo>
                  <a:lnTo>
                    <a:pt x="49639" y="55384"/>
                  </a:lnTo>
                  <a:cubicBezTo>
                    <a:pt x="49639" y="64615"/>
                    <a:pt x="49639" y="64615"/>
                    <a:pt x="49639" y="64615"/>
                  </a:cubicBezTo>
                  <a:lnTo>
                    <a:pt x="56242" y="64615"/>
                  </a:lnTo>
                  <a:lnTo>
                    <a:pt x="56242" y="64615"/>
                  </a:lnTo>
                  <a:lnTo>
                    <a:pt x="56242" y="64615"/>
                  </a:lnTo>
                  <a:lnTo>
                    <a:pt x="56242" y="64615"/>
                  </a:lnTo>
                  <a:cubicBezTo>
                    <a:pt x="63301" y="64615"/>
                    <a:pt x="63301" y="73548"/>
                    <a:pt x="63301" y="73548"/>
                  </a:cubicBezTo>
                  <a:cubicBezTo>
                    <a:pt x="63301" y="73548"/>
                    <a:pt x="63301" y="82779"/>
                    <a:pt x="70360" y="82779"/>
                  </a:cubicBezTo>
                  <a:lnTo>
                    <a:pt x="70360" y="82779"/>
                  </a:lnTo>
                  <a:lnTo>
                    <a:pt x="77419" y="92307"/>
                  </a:lnTo>
                  <a:lnTo>
                    <a:pt x="77419" y="92307"/>
                  </a:lnTo>
                  <a:lnTo>
                    <a:pt x="77419" y="92307"/>
                  </a:lnTo>
                  <a:cubicBezTo>
                    <a:pt x="84478" y="92307"/>
                    <a:pt x="84478" y="92307"/>
                    <a:pt x="91537" y="92307"/>
                  </a:cubicBezTo>
                  <a:cubicBezTo>
                    <a:pt x="91537" y="101538"/>
                    <a:pt x="91537" y="101538"/>
                    <a:pt x="91537" y="101538"/>
                  </a:cubicBezTo>
                  <a:lnTo>
                    <a:pt x="91537" y="101538"/>
                  </a:lnTo>
                  <a:cubicBezTo>
                    <a:pt x="98595" y="101538"/>
                    <a:pt x="98595" y="101538"/>
                    <a:pt x="98595" y="101538"/>
                  </a:cubicBezTo>
                  <a:cubicBezTo>
                    <a:pt x="105654" y="101538"/>
                    <a:pt x="105654" y="110471"/>
                    <a:pt x="105654" y="110471"/>
                  </a:cubicBezTo>
                  <a:lnTo>
                    <a:pt x="105654" y="110471"/>
                  </a:lnTo>
                  <a:lnTo>
                    <a:pt x="105654" y="110471"/>
                  </a:lnTo>
                  <a:lnTo>
                    <a:pt x="105654" y="110471"/>
                  </a:lnTo>
                  <a:lnTo>
                    <a:pt x="105654" y="110471"/>
                  </a:lnTo>
                  <a:cubicBezTo>
                    <a:pt x="112713" y="110471"/>
                    <a:pt x="112713" y="110471"/>
                    <a:pt x="112713" y="119702"/>
                  </a:cubicBezTo>
                  <a:cubicBezTo>
                    <a:pt x="119772" y="110471"/>
                    <a:pt x="119772" y="110471"/>
                    <a:pt x="119772" y="110471"/>
                  </a:cubicBezTo>
                  <a:lnTo>
                    <a:pt x="119772" y="110471"/>
                  </a:lnTo>
                  <a:cubicBezTo>
                    <a:pt x="119772" y="110471"/>
                    <a:pt x="119772" y="101538"/>
                    <a:pt x="112713" y="101538"/>
                  </a:cubicBezTo>
                  <a:lnTo>
                    <a:pt x="112713" y="101538"/>
                  </a:lnTo>
                  <a:cubicBezTo>
                    <a:pt x="105654" y="92307"/>
                    <a:pt x="105654" y="92307"/>
                    <a:pt x="105654" y="92307"/>
                  </a:cubicBezTo>
                  <a:lnTo>
                    <a:pt x="98595" y="92307"/>
                  </a:lnTo>
                  <a:cubicBezTo>
                    <a:pt x="91537" y="82779"/>
                    <a:pt x="91537" y="82779"/>
                    <a:pt x="91537" y="82779"/>
                  </a:cubicBezTo>
                  <a:lnTo>
                    <a:pt x="91537" y="82779"/>
                  </a:lnTo>
                  <a:cubicBezTo>
                    <a:pt x="84478" y="82779"/>
                    <a:pt x="84478" y="73548"/>
                    <a:pt x="84478" y="73548"/>
                  </a:cubicBezTo>
                  <a:cubicBezTo>
                    <a:pt x="84478" y="64615"/>
                    <a:pt x="84478" y="64615"/>
                    <a:pt x="84478" y="64615"/>
                  </a:cubicBezTo>
                  <a:lnTo>
                    <a:pt x="77419" y="64615"/>
                  </a:lnTo>
                  <a:lnTo>
                    <a:pt x="77419" y="64615"/>
                  </a:lnTo>
                  <a:cubicBezTo>
                    <a:pt x="77419" y="55384"/>
                    <a:pt x="77419" y="55384"/>
                    <a:pt x="70360" y="55384"/>
                  </a:cubicBezTo>
                  <a:cubicBezTo>
                    <a:pt x="70360" y="55384"/>
                    <a:pt x="63301" y="55384"/>
                    <a:pt x="63301" y="45856"/>
                  </a:cubicBezTo>
                  <a:lnTo>
                    <a:pt x="63301" y="36923"/>
                  </a:lnTo>
                  <a:lnTo>
                    <a:pt x="63301" y="36923"/>
                  </a:lnTo>
                  <a:lnTo>
                    <a:pt x="63301" y="27692"/>
                  </a:lnTo>
                  <a:cubicBezTo>
                    <a:pt x="63301" y="27692"/>
                    <a:pt x="63301" y="27692"/>
                    <a:pt x="63301" y="18461"/>
                  </a:cubicBezTo>
                  <a:cubicBezTo>
                    <a:pt x="63301" y="18461"/>
                    <a:pt x="63301" y="8933"/>
                    <a:pt x="70360" y="8933"/>
                  </a:cubicBezTo>
                  <a:lnTo>
                    <a:pt x="70360" y="8933"/>
                  </a:lnTo>
                  <a:lnTo>
                    <a:pt x="77419" y="8933"/>
                  </a:lnTo>
                  <a:lnTo>
                    <a:pt x="77419" y="0"/>
                  </a:lnTo>
                  <a:cubicBezTo>
                    <a:pt x="70360" y="0"/>
                    <a:pt x="70360" y="0"/>
                    <a:pt x="70360" y="0"/>
                  </a:cubicBezTo>
                  <a:lnTo>
                    <a:pt x="70360" y="0"/>
                  </a:lnTo>
                  <a:lnTo>
                    <a:pt x="70360" y="0"/>
                  </a:lnTo>
                  <a:cubicBezTo>
                    <a:pt x="63301" y="0"/>
                    <a:pt x="63301" y="0"/>
                    <a:pt x="63301" y="0"/>
                  </a:cubicBezTo>
                  <a:lnTo>
                    <a:pt x="63301" y="0"/>
                  </a:lnTo>
                  <a:cubicBezTo>
                    <a:pt x="63301" y="0"/>
                    <a:pt x="63301" y="0"/>
                    <a:pt x="56242" y="0"/>
                  </a:cubicBezTo>
                  <a:lnTo>
                    <a:pt x="56242" y="0"/>
                  </a:lnTo>
                  <a:lnTo>
                    <a:pt x="56242" y="0"/>
                  </a:lnTo>
                  <a:cubicBezTo>
                    <a:pt x="56242" y="0"/>
                    <a:pt x="56242" y="0"/>
                    <a:pt x="49639" y="0"/>
                  </a:cubicBezTo>
                  <a:lnTo>
                    <a:pt x="49639" y="0"/>
                  </a:lnTo>
                  <a:lnTo>
                    <a:pt x="49639" y="0"/>
                  </a:lnTo>
                  <a:lnTo>
                    <a:pt x="49639" y="0"/>
                  </a:lnTo>
                  <a:lnTo>
                    <a:pt x="42352" y="0"/>
                  </a:lnTo>
                  <a:cubicBezTo>
                    <a:pt x="42352" y="8933"/>
                    <a:pt x="42352" y="8933"/>
                    <a:pt x="42352" y="8933"/>
                  </a:cubicBezTo>
                  <a:lnTo>
                    <a:pt x="42352" y="8933"/>
                  </a:lnTo>
                  <a:lnTo>
                    <a:pt x="42352" y="8933"/>
                  </a:lnTo>
                  <a:cubicBezTo>
                    <a:pt x="42352" y="8933"/>
                    <a:pt x="42352" y="8933"/>
                    <a:pt x="35294" y="8933"/>
                  </a:cubicBezTo>
                  <a:lnTo>
                    <a:pt x="35294" y="8933"/>
                  </a:lnTo>
                  <a:lnTo>
                    <a:pt x="35294" y="8933"/>
                  </a:lnTo>
                  <a:lnTo>
                    <a:pt x="35294" y="8933"/>
                  </a:lnTo>
                  <a:lnTo>
                    <a:pt x="35294" y="8933"/>
                  </a:lnTo>
                  <a:lnTo>
                    <a:pt x="35294" y="8933"/>
                  </a:lnTo>
                  <a:cubicBezTo>
                    <a:pt x="35294" y="18461"/>
                    <a:pt x="28235" y="18461"/>
                    <a:pt x="28235" y="18461"/>
                  </a:cubicBezTo>
                  <a:lnTo>
                    <a:pt x="28235" y="18461"/>
                  </a:lnTo>
                  <a:cubicBezTo>
                    <a:pt x="21404" y="18461"/>
                    <a:pt x="21404" y="18461"/>
                    <a:pt x="21404" y="18461"/>
                  </a:cubicBezTo>
                  <a:lnTo>
                    <a:pt x="21404" y="18461"/>
                  </a:lnTo>
                  <a:lnTo>
                    <a:pt x="21404" y="18461"/>
                  </a:lnTo>
                  <a:cubicBezTo>
                    <a:pt x="21404" y="8933"/>
                    <a:pt x="21404" y="8933"/>
                    <a:pt x="14117" y="8933"/>
                  </a:cubicBezTo>
                  <a:lnTo>
                    <a:pt x="14117" y="8933"/>
                  </a:lnTo>
                  <a:cubicBezTo>
                    <a:pt x="14117" y="18461"/>
                    <a:pt x="7058" y="18461"/>
                    <a:pt x="7058" y="18461"/>
                  </a:cubicBezTo>
                  <a:lnTo>
                    <a:pt x="7058" y="18461"/>
                  </a:lnTo>
                  <a:lnTo>
                    <a:pt x="7058" y="18461"/>
                  </a:lnTo>
                  <a:lnTo>
                    <a:pt x="7058" y="18461"/>
                  </a:lnTo>
                  <a:lnTo>
                    <a:pt x="7058" y="18461"/>
                  </a:lnTo>
                  <a:cubicBezTo>
                    <a:pt x="7058" y="18461"/>
                    <a:pt x="7058" y="27692"/>
                    <a:pt x="0" y="27692"/>
                  </a:cubicBezTo>
                  <a:lnTo>
                    <a:pt x="0" y="27692"/>
                  </a:lnTo>
                  <a:cubicBezTo>
                    <a:pt x="7058" y="27692"/>
                    <a:pt x="7058" y="27692"/>
                    <a:pt x="7058" y="3692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7" name="Shape 11827"/>
            <p:cNvSpPr/>
            <p:nvPr/>
          </p:nvSpPr>
          <p:spPr>
            <a:xfrm>
              <a:off x="3970338" y="1612900"/>
              <a:ext cx="11112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60000"/>
                  </a:lnTo>
                  <a:lnTo>
                    <a:pt x="0" y="60000"/>
                  </a:lnTo>
                  <a:lnTo>
                    <a:pt x="0" y="60000"/>
                  </a:lnTo>
                  <a:cubicBezTo>
                    <a:pt x="0" y="118064"/>
                    <a:pt x="116250" y="118064"/>
                    <a:pt x="116250" y="118064"/>
                  </a:cubicBezTo>
                  <a:cubicBezTo>
                    <a:pt x="116250" y="118064"/>
                    <a:pt x="116250" y="118064"/>
                    <a:pt x="116250" y="60000"/>
                  </a:cubicBezTo>
                  <a:lnTo>
                    <a:pt x="116250" y="60000"/>
                  </a:lnTo>
                  <a:cubicBezTo>
                    <a:pt x="0" y="60000"/>
                    <a:pt x="0" y="60000"/>
                    <a:pt x="0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8" name="Shape 11828"/>
            <p:cNvSpPr/>
            <p:nvPr/>
          </p:nvSpPr>
          <p:spPr>
            <a:xfrm>
              <a:off x="3981450" y="1590675"/>
              <a:ext cx="22225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095" y="0"/>
                  </a:moveTo>
                  <a:lnTo>
                    <a:pt x="118095" y="0"/>
                  </a:lnTo>
                  <a:lnTo>
                    <a:pt x="59047" y="0"/>
                  </a:lnTo>
                  <a:lnTo>
                    <a:pt x="59047" y="0"/>
                  </a:lnTo>
                  <a:cubicBezTo>
                    <a:pt x="59047" y="0"/>
                    <a:pt x="59047" y="0"/>
                    <a:pt x="0" y="0"/>
                  </a:cubicBezTo>
                  <a:cubicBezTo>
                    <a:pt x="0" y="0"/>
                    <a:pt x="0" y="0"/>
                    <a:pt x="0" y="116363"/>
                  </a:cubicBezTo>
                  <a:lnTo>
                    <a:pt x="0" y="116363"/>
                  </a:lnTo>
                  <a:lnTo>
                    <a:pt x="0" y="116363"/>
                  </a:lnTo>
                  <a:cubicBezTo>
                    <a:pt x="59047" y="116363"/>
                    <a:pt x="59047" y="116363"/>
                    <a:pt x="59047" y="116363"/>
                  </a:cubicBezTo>
                  <a:lnTo>
                    <a:pt x="59047" y="116363"/>
                  </a:lnTo>
                  <a:lnTo>
                    <a:pt x="59047" y="116363"/>
                  </a:lnTo>
                  <a:lnTo>
                    <a:pt x="59047" y="116363"/>
                  </a:lnTo>
                  <a:lnTo>
                    <a:pt x="59047" y="116363"/>
                  </a:lnTo>
                  <a:cubicBezTo>
                    <a:pt x="118095" y="116363"/>
                    <a:pt x="118095" y="116363"/>
                    <a:pt x="118095" y="116363"/>
                  </a:cubicBezTo>
                  <a:lnTo>
                    <a:pt x="118095" y="116363"/>
                  </a:lnTo>
                  <a:cubicBezTo>
                    <a:pt x="118095" y="0"/>
                    <a:pt x="118095" y="0"/>
                    <a:pt x="118095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9" name="Shape 11829"/>
            <p:cNvSpPr/>
            <p:nvPr/>
          </p:nvSpPr>
          <p:spPr>
            <a:xfrm>
              <a:off x="4371975" y="1914525"/>
              <a:ext cx="33338" cy="555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723" y="46923"/>
                  </a:moveTo>
                  <a:lnTo>
                    <a:pt x="118723" y="46923"/>
                  </a:lnTo>
                  <a:cubicBezTo>
                    <a:pt x="79148" y="46923"/>
                    <a:pt x="79148" y="46923"/>
                    <a:pt x="79148" y="23846"/>
                  </a:cubicBezTo>
                  <a:lnTo>
                    <a:pt x="79148" y="23846"/>
                  </a:lnTo>
                  <a:cubicBezTo>
                    <a:pt x="79148" y="23846"/>
                    <a:pt x="79148" y="23846"/>
                    <a:pt x="79148" y="0"/>
                  </a:cubicBezTo>
                  <a:lnTo>
                    <a:pt x="79148" y="0"/>
                  </a:lnTo>
                  <a:lnTo>
                    <a:pt x="79148" y="0"/>
                  </a:lnTo>
                  <a:lnTo>
                    <a:pt x="39574" y="0"/>
                  </a:lnTo>
                  <a:lnTo>
                    <a:pt x="39574" y="0"/>
                  </a:lnTo>
                  <a:lnTo>
                    <a:pt x="39574" y="0"/>
                  </a:lnTo>
                  <a:cubicBezTo>
                    <a:pt x="39574" y="23846"/>
                    <a:pt x="39574" y="23846"/>
                    <a:pt x="0" y="23846"/>
                  </a:cubicBezTo>
                  <a:lnTo>
                    <a:pt x="0" y="23846"/>
                  </a:lnTo>
                  <a:cubicBezTo>
                    <a:pt x="0" y="23846"/>
                    <a:pt x="0" y="23846"/>
                    <a:pt x="0" y="46923"/>
                  </a:cubicBezTo>
                  <a:lnTo>
                    <a:pt x="0" y="46923"/>
                  </a:lnTo>
                  <a:lnTo>
                    <a:pt x="0" y="46923"/>
                  </a:lnTo>
                  <a:cubicBezTo>
                    <a:pt x="39574" y="46923"/>
                    <a:pt x="0" y="70769"/>
                    <a:pt x="0" y="70769"/>
                  </a:cubicBezTo>
                  <a:lnTo>
                    <a:pt x="0" y="95384"/>
                  </a:lnTo>
                  <a:lnTo>
                    <a:pt x="0" y="95384"/>
                  </a:lnTo>
                  <a:lnTo>
                    <a:pt x="0" y="95384"/>
                  </a:lnTo>
                  <a:cubicBezTo>
                    <a:pt x="0" y="95384"/>
                    <a:pt x="0" y="95384"/>
                    <a:pt x="0" y="119230"/>
                  </a:cubicBezTo>
                  <a:lnTo>
                    <a:pt x="0" y="119230"/>
                  </a:lnTo>
                  <a:cubicBezTo>
                    <a:pt x="0" y="119230"/>
                    <a:pt x="0" y="119230"/>
                    <a:pt x="39574" y="119230"/>
                  </a:cubicBezTo>
                  <a:lnTo>
                    <a:pt x="39574" y="95384"/>
                  </a:lnTo>
                  <a:cubicBezTo>
                    <a:pt x="39574" y="95384"/>
                    <a:pt x="79148" y="70769"/>
                    <a:pt x="118723" y="70769"/>
                  </a:cubicBezTo>
                  <a:lnTo>
                    <a:pt x="118723" y="70769"/>
                  </a:lnTo>
                  <a:lnTo>
                    <a:pt x="118723" y="70769"/>
                  </a:lnTo>
                  <a:lnTo>
                    <a:pt x="118723" y="70769"/>
                  </a:lnTo>
                  <a:lnTo>
                    <a:pt x="118723" y="46923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0" name="Shape 11830"/>
            <p:cNvSpPr/>
            <p:nvPr/>
          </p:nvSpPr>
          <p:spPr>
            <a:xfrm>
              <a:off x="4383088" y="1801813"/>
              <a:ext cx="100012" cy="889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3285" y="45301"/>
                  </a:moveTo>
                  <a:lnTo>
                    <a:pt x="13285" y="45301"/>
                  </a:lnTo>
                  <a:lnTo>
                    <a:pt x="13285" y="45301"/>
                  </a:lnTo>
                  <a:cubicBezTo>
                    <a:pt x="13285" y="45301"/>
                    <a:pt x="13285" y="45301"/>
                    <a:pt x="13285" y="59759"/>
                  </a:cubicBezTo>
                  <a:cubicBezTo>
                    <a:pt x="26571" y="59759"/>
                    <a:pt x="26571" y="59759"/>
                    <a:pt x="26571" y="74698"/>
                  </a:cubicBezTo>
                  <a:cubicBezTo>
                    <a:pt x="26571" y="74698"/>
                    <a:pt x="26571" y="74698"/>
                    <a:pt x="26571" y="90120"/>
                  </a:cubicBezTo>
                  <a:lnTo>
                    <a:pt x="26571" y="90120"/>
                  </a:lnTo>
                  <a:lnTo>
                    <a:pt x="13285" y="90120"/>
                  </a:lnTo>
                  <a:lnTo>
                    <a:pt x="13285" y="90120"/>
                  </a:lnTo>
                  <a:lnTo>
                    <a:pt x="13285" y="90120"/>
                  </a:lnTo>
                  <a:cubicBezTo>
                    <a:pt x="13285" y="105060"/>
                    <a:pt x="13285" y="105060"/>
                    <a:pt x="13285" y="105060"/>
                  </a:cubicBezTo>
                  <a:lnTo>
                    <a:pt x="0" y="119518"/>
                  </a:lnTo>
                  <a:cubicBezTo>
                    <a:pt x="0" y="119518"/>
                    <a:pt x="0" y="119518"/>
                    <a:pt x="13285" y="119518"/>
                  </a:cubicBezTo>
                  <a:lnTo>
                    <a:pt x="13285" y="119518"/>
                  </a:lnTo>
                  <a:lnTo>
                    <a:pt x="13285" y="119518"/>
                  </a:lnTo>
                  <a:lnTo>
                    <a:pt x="26571" y="119518"/>
                  </a:lnTo>
                  <a:lnTo>
                    <a:pt x="26571" y="119518"/>
                  </a:lnTo>
                  <a:cubicBezTo>
                    <a:pt x="26571" y="105060"/>
                    <a:pt x="39857" y="105060"/>
                    <a:pt x="53142" y="105060"/>
                  </a:cubicBezTo>
                  <a:lnTo>
                    <a:pt x="53142" y="90120"/>
                  </a:lnTo>
                  <a:lnTo>
                    <a:pt x="53142" y="90120"/>
                  </a:lnTo>
                  <a:cubicBezTo>
                    <a:pt x="66428" y="90120"/>
                    <a:pt x="92571" y="74698"/>
                    <a:pt x="92571" y="74698"/>
                  </a:cubicBezTo>
                  <a:cubicBezTo>
                    <a:pt x="106285" y="59759"/>
                    <a:pt x="106285" y="59759"/>
                    <a:pt x="106285" y="45301"/>
                  </a:cubicBezTo>
                  <a:cubicBezTo>
                    <a:pt x="119571" y="45301"/>
                    <a:pt x="119571" y="45301"/>
                    <a:pt x="119571" y="45301"/>
                  </a:cubicBezTo>
                  <a:cubicBezTo>
                    <a:pt x="106285" y="45301"/>
                    <a:pt x="106285" y="30361"/>
                    <a:pt x="106285" y="30361"/>
                  </a:cubicBezTo>
                  <a:lnTo>
                    <a:pt x="106285" y="14939"/>
                  </a:lnTo>
                  <a:lnTo>
                    <a:pt x="106285" y="14939"/>
                  </a:lnTo>
                  <a:lnTo>
                    <a:pt x="106285" y="14939"/>
                  </a:lnTo>
                  <a:lnTo>
                    <a:pt x="106285" y="14939"/>
                  </a:lnTo>
                  <a:lnTo>
                    <a:pt x="106285" y="0"/>
                  </a:lnTo>
                  <a:lnTo>
                    <a:pt x="106285" y="0"/>
                  </a:lnTo>
                  <a:lnTo>
                    <a:pt x="106285" y="0"/>
                  </a:lnTo>
                  <a:cubicBezTo>
                    <a:pt x="106285" y="0"/>
                    <a:pt x="106285" y="0"/>
                    <a:pt x="92571" y="14939"/>
                  </a:cubicBezTo>
                  <a:cubicBezTo>
                    <a:pt x="92571" y="14939"/>
                    <a:pt x="92571" y="14939"/>
                    <a:pt x="79714" y="14939"/>
                  </a:cubicBezTo>
                  <a:lnTo>
                    <a:pt x="79714" y="14939"/>
                  </a:lnTo>
                  <a:cubicBezTo>
                    <a:pt x="66428" y="14939"/>
                    <a:pt x="66428" y="14939"/>
                    <a:pt x="66428" y="14939"/>
                  </a:cubicBezTo>
                  <a:cubicBezTo>
                    <a:pt x="66428" y="14939"/>
                    <a:pt x="66428" y="14939"/>
                    <a:pt x="53142" y="14939"/>
                  </a:cubicBezTo>
                  <a:lnTo>
                    <a:pt x="53142" y="14939"/>
                  </a:lnTo>
                  <a:lnTo>
                    <a:pt x="53142" y="14939"/>
                  </a:lnTo>
                  <a:cubicBezTo>
                    <a:pt x="39857" y="14939"/>
                    <a:pt x="39857" y="14939"/>
                    <a:pt x="39857" y="14939"/>
                  </a:cubicBezTo>
                  <a:lnTo>
                    <a:pt x="39857" y="14939"/>
                  </a:lnTo>
                  <a:lnTo>
                    <a:pt x="39857" y="14939"/>
                  </a:lnTo>
                  <a:cubicBezTo>
                    <a:pt x="26571" y="14939"/>
                    <a:pt x="26571" y="14939"/>
                    <a:pt x="26571" y="14939"/>
                  </a:cubicBezTo>
                  <a:lnTo>
                    <a:pt x="26571" y="14939"/>
                  </a:lnTo>
                  <a:lnTo>
                    <a:pt x="26571" y="14939"/>
                  </a:lnTo>
                  <a:cubicBezTo>
                    <a:pt x="26571" y="30361"/>
                    <a:pt x="13285" y="30361"/>
                    <a:pt x="13285" y="30361"/>
                  </a:cubicBezTo>
                  <a:lnTo>
                    <a:pt x="13285" y="30361"/>
                  </a:lnTo>
                  <a:lnTo>
                    <a:pt x="13285" y="30361"/>
                  </a:lnTo>
                  <a:cubicBezTo>
                    <a:pt x="13285" y="30361"/>
                    <a:pt x="13285" y="30361"/>
                    <a:pt x="0" y="30361"/>
                  </a:cubicBezTo>
                  <a:lnTo>
                    <a:pt x="0" y="30361"/>
                  </a:lnTo>
                  <a:cubicBezTo>
                    <a:pt x="0" y="45301"/>
                    <a:pt x="0" y="45301"/>
                    <a:pt x="0" y="45301"/>
                  </a:cubicBezTo>
                  <a:cubicBezTo>
                    <a:pt x="0" y="45301"/>
                    <a:pt x="0" y="45301"/>
                    <a:pt x="13285" y="4530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1" name="Shape 11831"/>
            <p:cNvSpPr/>
            <p:nvPr/>
          </p:nvSpPr>
          <p:spPr>
            <a:xfrm>
              <a:off x="3924300" y="1490663"/>
              <a:ext cx="100013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57142"/>
                  </a:moveTo>
                  <a:lnTo>
                    <a:pt x="0" y="57142"/>
                  </a:lnTo>
                  <a:lnTo>
                    <a:pt x="0" y="57142"/>
                  </a:lnTo>
                  <a:cubicBezTo>
                    <a:pt x="0" y="57142"/>
                    <a:pt x="13285" y="57142"/>
                    <a:pt x="13285" y="118095"/>
                  </a:cubicBezTo>
                  <a:lnTo>
                    <a:pt x="13285" y="118095"/>
                  </a:lnTo>
                  <a:cubicBezTo>
                    <a:pt x="26571" y="118095"/>
                    <a:pt x="26571" y="118095"/>
                    <a:pt x="26571" y="118095"/>
                  </a:cubicBezTo>
                  <a:lnTo>
                    <a:pt x="26571" y="118095"/>
                  </a:lnTo>
                  <a:lnTo>
                    <a:pt x="26571" y="118095"/>
                  </a:lnTo>
                  <a:lnTo>
                    <a:pt x="39857" y="118095"/>
                  </a:lnTo>
                  <a:lnTo>
                    <a:pt x="39857" y="118095"/>
                  </a:lnTo>
                  <a:lnTo>
                    <a:pt x="53142" y="118095"/>
                  </a:lnTo>
                  <a:lnTo>
                    <a:pt x="53142" y="118095"/>
                  </a:lnTo>
                  <a:cubicBezTo>
                    <a:pt x="66428" y="118095"/>
                    <a:pt x="66428" y="118095"/>
                    <a:pt x="79714" y="118095"/>
                  </a:cubicBezTo>
                  <a:lnTo>
                    <a:pt x="79714" y="118095"/>
                  </a:lnTo>
                  <a:lnTo>
                    <a:pt x="79714" y="118095"/>
                  </a:lnTo>
                  <a:lnTo>
                    <a:pt x="79714" y="118095"/>
                  </a:lnTo>
                  <a:lnTo>
                    <a:pt x="79714" y="118095"/>
                  </a:lnTo>
                  <a:cubicBezTo>
                    <a:pt x="79714" y="118095"/>
                    <a:pt x="79714" y="118095"/>
                    <a:pt x="93000" y="118095"/>
                  </a:cubicBezTo>
                  <a:cubicBezTo>
                    <a:pt x="93000" y="118095"/>
                    <a:pt x="93000" y="118095"/>
                    <a:pt x="106285" y="118095"/>
                  </a:cubicBezTo>
                  <a:lnTo>
                    <a:pt x="106285" y="118095"/>
                  </a:lnTo>
                  <a:lnTo>
                    <a:pt x="106285" y="118095"/>
                  </a:lnTo>
                  <a:lnTo>
                    <a:pt x="119571" y="57142"/>
                  </a:lnTo>
                  <a:lnTo>
                    <a:pt x="119571" y="57142"/>
                  </a:lnTo>
                  <a:lnTo>
                    <a:pt x="119571" y="57142"/>
                  </a:lnTo>
                  <a:lnTo>
                    <a:pt x="106285" y="57142"/>
                  </a:lnTo>
                  <a:cubicBezTo>
                    <a:pt x="106285" y="57142"/>
                    <a:pt x="106285" y="57142"/>
                    <a:pt x="93000" y="57142"/>
                  </a:cubicBezTo>
                  <a:lnTo>
                    <a:pt x="93000" y="57142"/>
                  </a:lnTo>
                  <a:lnTo>
                    <a:pt x="93000" y="57142"/>
                  </a:lnTo>
                  <a:lnTo>
                    <a:pt x="93000" y="57142"/>
                  </a:lnTo>
                  <a:lnTo>
                    <a:pt x="93000" y="57142"/>
                  </a:lnTo>
                  <a:lnTo>
                    <a:pt x="93000" y="57142"/>
                  </a:lnTo>
                  <a:cubicBezTo>
                    <a:pt x="93000" y="57142"/>
                    <a:pt x="93000" y="57142"/>
                    <a:pt x="79714" y="57142"/>
                  </a:cubicBezTo>
                  <a:lnTo>
                    <a:pt x="79714" y="57142"/>
                  </a:lnTo>
                  <a:lnTo>
                    <a:pt x="79714" y="57142"/>
                  </a:lnTo>
                  <a:cubicBezTo>
                    <a:pt x="66428" y="57142"/>
                    <a:pt x="66428" y="0"/>
                    <a:pt x="66428" y="0"/>
                  </a:cubicBezTo>
                  <a:lnTo>
                    <a:pt x="66428" y="0"/>
                  </a:lnTo>
                  <a:lnTo>
                    <a:pt x="53142" y="0"/>
                  </a:lnTo>
                  <a:lnTo>
                    <a:pt x="53142" y="0"/>
                  </a:lnTo>
                  <a:lnTo>
                    <a:pt x="53142" y="0"/>
                  </a:lnTo>
                  <a:cubicBezTo>
                    <a:pt x="39857" y="0"/>
                    <a:pt x="39857" y="0"/>
                    <a:pt x="39857" y="0"/>
                  </a:cubicBezTo>
                  <a:lnTo>
                    <a:pt x="39857" y="0"/>
                  </a:lnTo>
                  <a:lnTo>
                    <a:pt x="39857" y="0"/>
                  </a:lnTo>
                  <a:lnTo>
                    <a:pt x="26571" y="0"/>
                  </a:lnTo>
                  <a:lnTo>
                    <a:pt x="13285" y="0"/>
                  </a:lnTo>
                  <a:lnTo>
                    <a:pt x="13285" y="0"/>
                  </a:lnTo>
                  <a:lnTo>
                    <a:pt x="0" y="0"/>
                  </a:lnTo>
                  <a:lnTo>
                    <a:pt x="0" y="57142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2" name="Shape 11832"/>
            <p:cNvSpPr/>
            <p:nvPr/>
          </p:nvSpPr>
          <p:spPr>
            <a:xfrm>
              <a:off x="3913188" y="1535113"/>
              <a:ext cx="77787" cy="333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128" y="38297"/>
                  </a:moveTo>
                  <a:lnTo>
                    <a:pt x="34128" y="38297"/>
                  </a:lnTo>
                  <a:lnTo>
                    <a:pt x="34128" y="38297"/>
                  </a:lnTo>
                  <a:lnTo>
                    <a:pt x="17064" y="38297"/>
                  </a:lnTo>
                  <a:cubicBezTo>
                    <a:pt x="17064" y="79148"/>
                    <a:pt x="17064" y="79148"/>
                    <a:pt x="17064" y="79148"/>
                  </a:cubicBezTo>
                  <a:cubicBezTo>
                    <a:pt x="0" y="79148"/>
                    <a:pt x="0" y="79148"/>
                    <a:pt x="0" y="79148"/>
                  </a:cubicBezTo>
                  <a:lnTo>
                    <a:pt x="0" y="79148"/>
                  </a:lnTo>
                  <a:lnTo>
                    <a:pt x="0" y="79148"/>
                  </a:lnTo>
                  <a:cubicBezTo>
                    <a:pt x="0" y="79148"/>
                    <a:pt x="0" y="79148"/>
                    <a:pt x="0" y="118723"/>
                  </a:cubicBezTo>
                  <a:lnTo>
                    <a:pt x="0" y="118723"/>
                  </a:lnTo>
                  <a:cubicBezTo>
                    <a:pt x="17064" y="118723"/>
                    <a:pt x="17064" y="118723"/>
                    <a:pt x="17064" y="118723"/>
                  </a:cubicBezTo>
                  <a:lnTo>
                    <a:pt x="17064" y="118723"/>
                  </a:lnTo>
                  <a:cubicBezTo>
                    <a:pt x="34128" y="79148"/>
                    <a:pt x="34128" y="79148"/>
                    <a:pt x="34128" y="79148"/>
                  </a:cubicBezTo>
                  <a:cubicBezTo>
                    <a:pt x="34128" y="118723"/>
                    <a:pt x="34128" y="118723"/>
                    <a:pt x="34128" y="118723"/>
                  </a:cubicBezTo>
                  <a:lnTo>
                    <a:pt x="34128" y="118723"/>
                  </a:lnTo>
                  <a:lnTo>
                    <a:pt x="34128" y="118723"/>
                  </a:lnTo>
                  <a:lnTo>
                    <a:pt x="34128" y="118723"/>
                  </a:lnTo>
                  <a:lnTo>
                    <a:pt x="51192" y="118723"/>
                  </a:lnTo>
                  <a:lnTo>
                    <a:pt x="51192" y="118723"/>
                  </a:lnTo>
                  <a:lnTo>
                    <a:pt x="51192" y="118723"/>
                  </a:lnTo>
                  <a:lnTo>
                    <a:pt x="51192" y="118723"/>
                  </a:lnTo>
                  <a:lnTo>
                    <a:pt x="51192" y="118723"/>
                  </a:lnTo>
                  <a:lnTo>
                    <a:pt x="51192" y="118723"/>
                  </a:lnTo>
                  <a:lnTo>
                    <a:pt x="51192" y="118723"/>
                  </a:lnTo>
                  <a:lnTo>
                    <a:pt x="51192" y="118723"/>
                  </a:lnTo>
                  <a:lnTo>
                    <a:pt x="51192" y="118723"/>
                  </a:lnTo>
                  <a:lnTo>
                    <a:pt x="68256" y="79148"/>
                  </a:lnTo>
                  <a:lnTo>
                    <a:pt x="68256" y="79148"/>
                  </a:lnTo>
                  <a:lnTo>
                    <a:pt x="68256" y="118723"/>
                  </a:lnTo>
                  <a:cubicBezTo>
                    <a:pt x="85321" y="118723"/>
                    <a:pt x="85321" y="118723"/>
                    <a:pt x="85321" y="118723"/>
                  </a:cubicBezTo>
                  <a:lnTo>
                    <a:pt x="85321" y="118723"/>
                  </a:lnTo>
                  <a:cubicBezTo>
                    <a:pt x="85321" y="79148"/>
                    <a:pt x="85321" y="79148"/>
                    <a:pt x="85321" y="79148"/>
                  </a:cubicBezTo>
                  <a:cubicBezTo>
                    <a:pt x="102385" y="79148"/>
                    <a:pt x="102385" y="79148"/>
                    <a:pt x="102385" y="79148"/>
                  </a:cubicBezTo>
                  <a:lnTo>
                    <a:pt x="102385" y="79148"/>
                  </a:lnTo>
                  <a:lnTo>
                    <a:pt x="102385" y="79148"/>
                  </a:lnTo>
                  <a:cubicBezTo>
                    <a:pt x="102385" y="38297"/>
                    <a:pt x="102385" y="38297"/>
                    <a:pt x="102385" y="38297"/>
                  </a:cubicBezTo>
                  <a:lnTo>
                    <a:pt x="102385" y="38297"/>
                  </a:lnTo>
                  <a:cubicBezTo>
                    <a:pt x="102385" y="38297"/>
                    <a:pt x="102385" y="38297"/>
                    <a:pt x="119449" y="38297"/>
                  </a:cubicBezTo>
                  <a:lnTo>
                    <a:pt x="119449" y="38297"/>
                  </a:lnTo>
                  <a:lnTo>
                    <a:pt x="119449" y="38297"/>
                  </a:lnTo>
                  <a:lnTo>
                    <a:pt x="119449" y="38297"/>
                  </a:lnTo>
                  <a:lnTo>
                    <a:pt x="119449" y="38297"/>
                  </a:lnTo>
                  <a:cubicBezTo>
                    <a:pt x="119449" y="0"/>
                    <a:pt x="119449" y="0"/>
                    <a:pt x="119449" y="0"/>
                  </a:cubicBezTo>
                  <a:lnTo>
                    <a:pt x="119449" y="0"/>
                  </a:lnTo>
                  <a:lnTo>
                    <a:pt x="119449" y="0"/>
                  </a:lnTo>
                  <a:lnTo>
                    <a:pt x="119449" y="0"/>
                  </a:lnTo>
                  <a:cubicBezTo>
                    <a:pt x="119449" y="0"/>
                    <a:pt x="119449" y="0"/>
                    <a:pt x="102385" y="0"/>
                  </a:cubicBezTo>
                  <a:lnTo>
                    <a:pt x="102385" y="0"/>
                  </a:lnTo>
                  <a:lnTo>
                    <a:pt x="102385" y="0"/>
                  </a:lnTo>
                  <a:lnTo>
                    <a:pt x="85321" y="0"/>
                  </a:lnTo>
                  <a:lnTo>
                    <a:pt x="85321" y="0"/>
                  </a:lnTo>
                  <a:lnTo>
                    <a:pt x="85321" y="0"/>
                  </a:lnTo>
                  <a:cubicBezTo>
                    <a:pt x="68256" y="0"/>
                    <a:pt x="68256" y="0"/>
                    <a:pt x="51192" y="0"/>
                  </a:cubicBezTo>
                  <a:lnTo>
                    <a:pt x="51192" y="0"/>
                  </a:lnTo>
                  <a:lnTo>
                    <a:pt x="51192" y="0"/>
                  </a:lnTo>
                  <a:cubicBezTo>
                    <a:pt x="34128" y="0"/>
                    <a:pt x="34128" y="0"/>
                    <a:pt x="34128" y="0"/>
                  </a:cubicBezTo>
                  <a:lnTo>
                    <a:pt x="34128" y="0"/>
                  </a:lnTo>
                  <a:lnTo>
                    <a:pt x="34128" y="0"/>
                  </a:lnTo>
                  <a:lnTo>
                    <a:pt x="34128" y="38297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3" name="Shape 11833"/>
            <p:cNvSpPr/>
            <p:nvPr/>
          </p:nvSpPr>
          <p:spPr>
            <a:xfrm>
              <a:off x="3948113" y="1579563"/>
              <a:ext cx="22225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047" y="57142"/>
                  </a:moveTo>
                  <a:lnTo>
                    <a:pt x="59047" y="57142"/>
                  </a:lnTo>
                  <a:lnTo>
                    <a:pt x="59047" y="57142"/>
                  </a:lnTo>
                  <a:lnTo>
                    <a:pt x="59047" y="57142"/>
                  </a:lnTo>
                  <a:cubicBezTo>
                    <a:pt x="59047" y="57142"/>
                    <a:pt x="59047" y="57142"/>
                    <a:pt x="118095" y="57142"/>
                  </a:cubicBezTo>
                  <a:lnTo>
                    <a:pt x="118095" y="57142"/>
                  </a:lnTo>
                  <a:lnTo>
                    <a:pt x="118095" y="57142"/>
                  </a:lnTo>
                  <a:lnTo>
                    <a:pt x="118095" y="0"/>
                  </a:lnTo>
                  <a:cubicBezTo>
                    <a:pt x="118095" y="0"/>
                    <a:pt x="118095" y="0"/>
                    <a:pt x="59047" y="0"/>
                  </a:cubicBezTo>
                  <a:lnTo>
                    <a:pt x="59047" y="0"/>
                  </a:lnTo>
                  <a:cubicBezTo>
                    <a:pt x="59047" y="57142"/>
                    <a:pt x="59047" y="57142"/>
                    <a:pt x="59047" y="57142"/>
                  </a:cubicBezTo>
                  <a:lnTo>
                    <a:pt x="59047" y="57142"/>
                  </a:lnTo>
                  <a:cubicBezTo>
                    <a:pt x="0" y="57142"/>
                    <a:pt x="0" y="57142"/>
                    <a:pt x="0" y="57142"/>
                  </a:cubicBezTo>
                  <a:lnTo>
                    <a:pt x="0" y="57142"/>
                  </a:lnTo>
                  <a:lnTo>
                    <a:pt x="0" y="57142"/>
                  </a:lnTo>
                  <a:lnTo>
                    <a:pt x="0" y="57142"/>
                  </a:lnTo>
                  <a:lnTo>
                    <a:pt x="0" y="57142"/>
                  </a:lnTo>
                  <a:lnTo>
                    <a:pt x="0" y="57142"/>
                  </a:lnTo>
                  <a:lnTo>
                    <a:pt x="0" y="57142"/>
                  </a:lnTo>
                  <a:cubicBezTo>
                    <a:pt x="0" y="118095"/>
                    <a:pt x="0" y="118095"/>
                    <a:pt x="0" y="118095"/>
                  </a:cubicBezTo>
                  <a:cubicBezTo>
                    <a:pt x="0" y="118095"/>
                    <a:pt x="0" y="57142"/>
                    <a:pt x="59047" y="5714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4" name="Shape 11834"/>
            <p:cNvSpPr/>
            <p:nvPr/>
          </p:nvSpPr>
          <p:spPr>
            <a:xfrm>
              <a:off x="4037013" y="1590675"/>
              <a:ext cx="66675" cy="777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358" y="85871"/>
                  </a:moveTo>
                  <a:lnTo>
                    <a:pt x="119358" y="85871"/>
                  </a:lnTo>
                  <a:lnTo>
                    <a:pt x="119358" y="68256"/>
                  </a:lnTo>
                  <a:lnTo>
                    <a:pt x="119358" y="68256"/>
                  </a:lnTo>
                  <a:lnTo>
                    <a:pt x="119358" y="68256"/>
                  </a:lnTo>
                  <a:cubicBezTo>
                    <a:pt x="99465" y="68256"/>
                    <a:pt x="99465" y="68256"/>
                    <a:pt x="99465" y="68256"/>
                  </a:cubicBezTo>
                  <a:lnTo>
                    <a:pt x="99465" y="68256"/>
                  </a:lnTo>
                  <a:cubicBezTo>
                    <a:pt x="99465" y="51743"/>
                    <a:pt x="79572" y="51743"/>
                    <a:pt x="79572" y="34678"/>
                  </a:cubicBezTo>
                  <a:cubicBezTo>
                    <a:pt x="59679" y="34678"/>
                    <a:pt x="59679" y="17614"/>
                    <a:pt x="59679" y="17614"/>
                  </a:cubicBezTo>
                  <a:cubicBezTo>
                    <a:pt x="59679" y="17614"/>
                    <a:pt x="39786" y="17614"/>
                    <a:pt x="39786" y="0"/>
                  </a:cubicBezTo>
                  <a:lnTo>
                    <a:pt x="39786" y="0"/>
                  </a:lnTo>
                  <a:cubicBezTo>
                    <a:pt x="39786" y="17614"/>
                    <a:pt x="39786" y="17614"/>
                    <a:pt x="39786" y="17614"/>
                  </a:cubicBezTo>
                  <a:lnTo>
                    <a:pt x="39786" y="17614"/>
                  </a:lnTo>
                  <a:cubicBezTo>
                    <a:pt x="39786" y="34678"/>
                    <a:pt x="39786" y="34678"/>
                    <a:pt x="39786" y="34678"/>
                  </a:cubicBezTo>
                  <a:lnTo>
                    <a:pt x="39786" y="34678"/>
                  </a:lnTo>
                  <a:lnTo>
                    <a:pt x="39786" y="51743"/>
                  </a:lnTo>
                  <a:lnTo>
                    <a:pt x="39786" y="51743"/>
                  </a:lnTo>
                  <a:lnTo>
                    <a:pt x="39786" y="51743"/>
                  </a:lnTo>
                  <a:lnTo>
                    <a:pt x="39786" y="51743"/>
                  </a:lnTo>
                  <a:lnTo>
                    <a:pt x="39786" y="68256"/>
                  </a:lnTo>
                  <a:lnTo>
                    <a:pt x="39786" y="68256"/>
                  </a:lnTo>
                  <a:lnTo>
                    <a:pt x="39786" y="68256"/>
                  </a:lnTo>
                  <a:lnTo>
                    <a:pt x="39786" y="68256"/>
                  </a:lnTo>
                  <a:cubicBezTo>
                    <a:pt x="39786" y="85871"/>
                    <a:pt x="19893" y="102935"/>
                    <a:pt x="19893" y="102935"/>
                  </a:cubicBezTo>
                  <a:cubicBezTo>
                    <a:pt x="0" y="102935"/>
                    <a:pt x="0" y="102935"/>
                    <a:pt x="0" y="102935"/>
                  </a:cubicBezTo>
                  <a:lnTo>
                    <a:pt x="0" y="102935"/>
                  </a:lnTo>
                  <a:cubicBezTo>
                    <a:pt x="19893" y="119449"/>
                    <a:pt x="19893" y="119449"/>
                    <a:pt x="19893" y="119449"/>
                  </a:cubicBezTo>
                  <a:cubicBezTo>
                    <a:pt x="0" y="119449"/>
                    <a:pt x="0" y="119449"/>
                    <a:pt x="0" y="119449"/>
                  </a:cubicBezTo>
                  <a:cubicBezTo>
                    <a:pt x="19893" y="119449"/>
                    <a:pt x="19893" y="119449"/>
                    <a:pt x="19893" y="119449"/>
                  </a:cubicBezTo>
                  <a:cubicBezTo>
                    <a:pt x="19893" y="119449"/>
                    <a:pt x="19893" y="119449"/>
                    <a:pt x="19893" y="102935"/>
                  </a:cubicBezTo>
                  <a:cubicBezTo>
                    <a:pt x="19893" y="102935"/>
                    <a:pt x="19893" y="102935"/>
                    <a:pt x="39786" y="102935"/>
                  </a:cubicBezTo>
                  <a:lnTo>
                    <a:pt x="39786" y="102935"/>
                  </a:lnTo>
                  <a:lnTo>
                    <a:pt x="59679" y="119449"/>
                  </a:lnTo>
                  <a:lnTo>
                    <a:pt x="59679" y="119449"/>
                  </a:lnTo>
                  <a:lnTo>
                    <a:pt x="59679" y="119449"/>
                  </a:lnTo>
                  <a:lnTo>
                    <a:pt x="59679" y="119449"/>
                  </a:lnTo>
                  <a:lnTo>
                    <a:pt x="59679" y="119449"/>
                  </a:lnTo>
                  <a:lnTo>
                    <a:pt x="59679" y="119449"/>
                  </a:lnTo>
                  <a:cubicBezTo>
                    <a:pt x="59679" y="119449"/>
                    <a:pt x="59679" y="119449"/>
                    <a:pt x="79572" y="119449"/>
                  </a:cubicBezTo>
                  <a:lnTo>
                    <a:pt x="79572" y="119449"/>
                  </a:lnTo>
                  <a:cubicBezTo>
                    <a:pt x="79572" y="119449"/>
                    <a:pt x="79572" y="119449"/>
                    <a:pt x="99465" y="119449"/>
                  </a:cubicBezTo>
                  <a:cubicBezTo>
                    <a:pt x="99465" y="119449"/>
                    <a:pt x="99465" y="102935"/>
                    <a:pt x="119358" y="102935"/>
                  </a:cubicBezTo>
                  <a:cubicBezTo>
                    <a:pt x="119358" y="102935"/>
                    <a:pt x="119358" y="102935"/>
                    <a:pt x="119358" y="119449"/>
                  </a:cubicBezTo>
                  <a:cubicBezTo>
                    <a:pt x="119358" y="102935"/>
                    <a:pt x="119358" y="102935"/>
                    <a:pt x="119358" y="102935"/>
                  </a:cubicBezTo>
                  <a:lnTo>
                    <a:pt x="119358" y="102935"/>
                  </a:lnTo>
                  <a:lnTo>
                    <a:pt x="119358" y="102935"/>
                  </a:lnTo>
                  <a:lnTo>
                    <a:pt x="119358" y="102935"/>
                  </a:lnTo>
                  <a:cubicBezTo>
                    <a:pt x="119358" y="85871"/>
                    <a:pt x="119358" y="85871"/>
                    <a:pt x="119358" y="8587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5" name="Shape 11835"/>
            <p:cNvSpPr/>
            <p:nvPr/>
          </p:nvSpPr>
          <p:spPr>
            <a:xfrm>
              <a:off x="3992563" y="1612900"/>
              <a:ext cx="44450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040" y="29760"/>
                  </a:moveTo>
                  <a:lnTo>
                    <a:pt x="119040" y="29760"/>
                  </a:lnTo>
                  <a:lnTo>
                    <a:pt x="119040" y="29760"/>
                  </a:lnTo>
                  <a:lnTo>
                    <a:pt x="119040" y="29760"/>
                  </a:lnTo>
                  <a:lnTo>
                    <a:pt x="119040" y="29760"/>
                  </a:lnTo>
                  <a:lnTo>
                    <a:pt x="119040" y="29760"/>
                  </a:lnTo>
                  <a:cubicBezTo>
                    <a:pt x="89280" y="29760"/>
                    <a:pt x="89280" y="29760"/>
                    <a:pt x="89280" y="29760"/>
                  </a:cubicBezTo>
                  <a:lnTo>
                    <a:pt x="89280" y="29760"/>
                  </a:lnTo>
                  <a:lnTo>
                    <a:pt x="89280" y="29760"/>
                  </a:lnTo>
                  <a:lnTo>
                    <a:pt x="89280" y="29760"/>
                  </a:lnTo>
                  <a:cubicBezTo>
                    <a:pt x="59520" y="29760"/>
                    <a:pt x="2976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29760"/>
                  </a:cubicBezTo>
                  <a:lnTo>
                    <a:pt x="0" y="29760"/>
                  </a:lnTo>
                  <a:cubicBezTo>
                    <a:pt x="0" y="29760"/>
                    <a:pt x="0" y="29760"/>
                    <a:pt x="29760" y="29760"/>
                  </a:cubicBezTo>
                  <a:cubicBezTo>
                    <a:pt x="29760" y="58560"/>
                    <a:pt x="29760" y="58560"/>
                    <a:pt x="59520" y="58560"/>
                  </a:cubicBezTo>
                  <a:cubicBezTo>
                    <a:pt x="59520" y="89280"/>
                    <a:pt x="59520" y="89280"/>
                    <a:pt x="59520" y="89280"/>
                  </a:cubicBezTo>
                  <a:lnTo>
                    <a:pt x="59520" y="89280"/>
                  </a:lnTo>
                  <a:lnTo>
                    <a:pt x="59520" y="89280"/>
                  </a:lnTo>
                  <a:cubicBezTo>
                    <a:pt x="89280" y="89280"/>
                    <a:pt x="89280" y="119040"/>
                    <a:pt x="89280" y="119040"/>
                  </a:cubicBezTo>
                  <a:cubicBezTo>
                    <a:pt x="89280" y="89280"/>
                    <a:pt x="89280" y="89280"/>
                    <a:pt x="119040" y="89280"/>
                  </a:cubicBezTo>
                  <a:cubicBezTo>
                    <a:pt x="119040" y="58560"/>
                    <a:pt x="119040" y="58560"/>
                    <a:pt x="119040" y="58560"/>
                  </a:cubicBezTo>
                  <a:cubicBezTo>
                    <a:pt x="119040" y="58560"/>
                    <a:pt x="119040" y="58560"/>
                    <a:pt x="119040" y="2976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6" name="Shape 11836"/>
            <p:cNvSpPr/>
            <p:nvPr/>
          </p:nvSpPr>
          <p:spPr>
            <a:xfrm>
              <a:off x="4081463" y="1712913"/>
              <a:ext cx="33337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148" y="0"/>
                  </a:moveTo>
                  <a:lnTo>
                    <a:pt x="79148" y="0"/>
                  </a:lnTo>
                  <a:cubicBezTo>
                    <a:pt x="79148" y="0"/>
                    <a:pt x="79148" y="0"/>
                    <a:pt x="39574" y="0"/>
                  </a:cubicBezTo>
                  <a:lnTo>
                    <a:pt x="39574" y="0"/>
                  </a:lnTo>
                  <a:lnTo>
                    <a:pt x="39574" y="0"/>
                  </a:lnTo>
                  <a:lnTo>
                    <a:pt x="39574" y="0"/>
                  </a:lnTo>
                  <a:lnTo>
                    <a:pt x="39574" y="0"/>
                  </a:lnTo>
                  <a:cubicBezTo>
                    <a:pt x="39574" y="29760"/>
                    <a:pt x="39574" y="29760"/>
                    <a:pt x="0" y="29760"/>
                  </a:cubicBezTo>
                  <a:lnTo>
                    <a:pt x="0" y="29760"/>
                  </a:lnTo>
                  <a:lnTo>
                    <a:pt x="0" y="60480"/>
                  </a:lnTo>
                  <a:lnTo>
                    <a:pt x="0" y="60480"/>
                  </a:lnTo>
                  <a:lnTo>
                    <a:pt x="0" y="60480"/>
                  </a:lnTo>
                  <a:cubicBezTo>
                    <a:pt x="0" y="90240"/>
                    <a:pt x="0" y="90240"/>
                    <a:pt x="0" y="119040"/>
                  </a:cubicBezTo>
                  <a:lnTo>
                    <a:pt x="0" y="119040"/>
                  </a:lnTo>
                  <a:lnTo>
                    <a:pt x="39574" y="119040"/>
                  </a:lnTo>
                  <a:lnTo>
                    <a:pt x="39574" y="119040"/>
                  </a:lnTo>
                  <a:cubicBezTo>
                    <a:pt x="39574" y="119040"/>
                    <a:pt x="39574" y="119040"/>
                    <a:pt x="79148" y="119040"/>
                  </a:cubicBezTo>
                  <a:lnTo>
                    <a:pt x="79148" y="119040"/>
                  </a:lnTo>
                  <a:lnTo>
                    <a:pt x="79148" y="119040"/>
                  </a:lnTo>
                  <a:cubicBezTo>
                    <a:pt x="79148" y="90240"/>
                    <a:pt x="79148" y="90240"/>
                    <a:pt x="79148" y="90240"/>
                  </a:cubicBezTo>
                  <a:cubicBezTo>
                    <a:pt x="79148" y="90240"/>
                    <a:pt x="79148" y="60480"/>
                    <a:pt x="118723" y="60480"/>
                  </a:cubicBezTo>
                  <a:cubicBezTo>
                    <a:pt x="79148" y="60480"/>
                    <a:pt x="79148" y="29760"/>
                    <a:pt x="79148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7" name="Shape 11837"/>
            <p:cNvSpPr/>
            <p:nvPr/>
          </p:nvSpPr>
          <p:spPr>
            <a:xfrm>
              <a:off x="4148138" y="1322388"/>
              <a:ext cx="68262" cy="349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361" y="79578"/>
                  </a:moveTo>
                  <a:lnTo>
                    <a:pt x="119361" y="79578"/>
                  </a:lnTo>
                  <a:lnTo>
                    <a:pt x="119361" y="79578"/>
                  </a:lnTo>
                  <a:lnTo>
                    <a:pt x="119361" y="79578"/>
                  </a:lnTo>
                  <a:cubicBezTo>
                    <a:pt x="99574" y="79578"/>
                    <a:pt x="99574" y="79578"/>
                    <a:pt x="99574" y="40421"/>
                  </a:cubicBezTo>
                  <a:lnTo>
                    <a:pt x="99574" y="40421"/>
                  </a:lnTo>
                  <a:lnTo>
                    <a:pt x="99574" y="40421"/>
                  </a:lnTo>
                  <a:lnTo>
                    <a:pt x="99574" y="40421"/>
                  </a:lnTo>
                  <a:lnTo>
                    <a:pt x="99574" y="40421"/>
                  </a:lnTo>
                  <a:lnTo>
                    <a:pt x="99574" y="40421"/>
                  </a:lnTo>
                  <a:cubicBezTo>
                    <a:pt x="79787" y="40421"/>
                    <a:pt x="79787" y="40421"/>
                    <a:pt x="79787" y="40421"/>
                  </a:cubicBezTo>
                  <a:lnTo>
                    <a:pt x="79787" y="40421"/>
                  </a:lnTo>
                  <a:cubicBezTo>
                    <a:pt x="60000" y="40421"/>
                    <a:pt x="60000" y="0"/>
                    <a:pt x="40212" y="0"/>
                  </a:cubicBezTo>
                  <a:lnTo>
                    <a:pt x="40212" y="0"/>
                  </a:lnTo>
                  <a:cubicBezTo>
                    <a:pt x="40212" y="0"/>
                    <a:pt x="40212" y="0"/>
                    <a:pt x="20425" y="0"/>
                  </a:cubicBezTo>
                  <a:lnTo>
                    <a:pt x="20425" y="0"/>
                  </a:lnTo>
                  <a:lnTo>
                    <a:pt x="20425" y="0"/>
                  </a:lnTo>
                  <a:lnTo>
                    <a:pt x="20425" y="0"/>
                  </a:lnTo>
                  <a:cubicBezTo>
                    <a:pt x="20425" y="40421"/>
                    <a:pt x="20425" y="40421"/>
                    <a:pt x="0" y="40421"/>
                  </a:cubicBezTo>
                  <a:cubicBezTo>
                    <a:pt x="0" y="40421"/>
                    <a:pt x="0" y="40421"/>
                    <a:pt x="20425" y="40421"/>
                  </a:cubicBezTo>
                  <a:lnTo>
                    <a:pt x="20425" y="40421"/>
                  </a:lnTo>
                  <a:lnTo>
                    <a:pt x="20425" y="40421"/>
                  </a:lnTo>
                  <a:lnTo>
                    <a:pt x="40212" y="79578"/>
                  </a:lnTo>
                  <a:lnTo>
                    <a:pt x="40212" y="79578"/>
                  </a:lnTo>
                  <a:lnTo>
                    <a:pt x="40212" y="79578"/>
                  </a:lnTo>
                  <a:cubicBezTo>
                    <a:pt x="60000" y="79578"/>
                    <a:pt x="79787" y="79578"/>
                    <a:pt x="79787" y="118736"/>
                  </a:cubicBezTo>
                  <a:lnTo>
                    <a:pt x="79787" y="118736"/>
                  </a:lnTo>
                  <a:lnTo>
                    <a:pt x="79787" y="118736"/>
                  </a:lnTo>
                  <a:lnTo>
                    <a:pt x="79787" y="118736"/>
                  </a:lnTo>
                  <a:lnTo>
                    <a:pt x="79787" y="118736"/>
                  </a:lnTo>
                  <a:lnTo>
                    <a:pt x="79787" y="118736"/>
                  </a:lnTo>
                  <a:cubicBezTo>
                    <a:pt x="99574" y="118736"/>
                    <a:pt x="99574" y="118736"/>
                    <a:pt x="99574" y="118736"/>
                  </a:cubicBezTo>
                  <a:cubicBezTo>
                    <a:pt x="99574" y="79578"/>
                    <a:pt x="119361" y="79578"/>
                    <a:pt x="119361" y="7957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8" name="Shape 11838"/>
            <p:cNvSpPr/>
            <p:nvPr/>
          </p:nvSpPr>
          <p:spPr>
            <a:xfrm>
              <a:off x="4148138" y="1277938"/>
              <a:ext cx="57150" cy="349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541" y="40421"/>
                  </a:moveTo>
                  <a:lnTo>
                    <a:pt x="95541" y="40421"/>
                  </a:lnTo>
                  <a:cubicBezTo>
                    <a:pt x="71847" y="40421"/>
                    <a:pt x="71847" y="40421"/>
                    <a:pt x="48152" y="0"/>
                  </a:cubicBezTo>
                  <a:lnTo>
                    <a:pt x="48152" y="0"/>
                  </a:lnTo>
                  <a:lnTo>
                    <a:pt x="24458" y="0"/>
                  </a:lnTo>
                  <a:cubicBezTo>
                    <a:pt x="24458" y="0"/>
                    <a:pt x="24458" y="0"/>
                    <a:pt x="0" y="40421"/>
                  </a:cubicBezTo>
                  <a:lnTo>
                    <a:pt x="0" y="40421"/>
                  </a:lnTo>
                  <a:lnTo>
                    <a:pt x="0" y="40421"/>
                  </a:lnTo>
                  <a:lnTo>
                    <a:pt x="0" y="40421"/>
                  </a:lnTo>
                  <a:cubicBezTo>
                    <a:pt x="0" y="40421"/>
                    <a:pt x="0" y="79578"/>
                    <a:pt x="24458" y="79578"/>
                  </a:cubicBezTo>
                  <a:lnTo>
                    <a:pt x="24458" y="79578"/>
                  </a:lnTo>
                  <a:cubicBezTo>
                    <a:pt x="48152" y="79578"/>
                    <a:pt x="71847" y="79578"/>
                    <a:pt x="71847" y="118736"/>
                  </a:cubicBezTo>
                  <a:lnTo>
                    <a:pt x="95541" y="118736"/>
                  </a:lnTo>
                  <a:lnTo>
                    <a:pt x="95541" y="118736"/>
                  </a:lnTo>
                  <a:lnTo>
                    <a:pt x="119235" y="118736"/>
                  </a:lnTo>
                  <a:lnTo>
                    <a:pt x="119235" y="79578"/>
                  </a:lnTo>
                  <a:lnTo>
                    <a:pt x="119235" y="79578"/>
                  </a:lnTo>
                  <a:lnTo>
                    <a:pt x="119235" y="40421"/>
                  </a:lnTo>
                  <a:lnTo>
                    <a:pt x="119235" y="40421"/>
                  </a:lnTo>
                  <a:lnTo>
                    <a:pt x="95541" y="40421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9" name="Shape 11839"/>
            <p:cNvSpPr/>
            <p:nvPr/>
          </p:nvSpPr>
          <p:spPr>
            <a:xfrm>
              <a:off x="4092575" y="1044575"/>
              <a:ext cx="190500" cy="2127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4545" y="18915"/>
                  </a:moveTo>
                  <a:lnTo>
                    <a:pt x="84545" y="18915"/>
                  </a:lnTo>
                  <a:lnTo>
                    <a:pt x="84545" y="18915"/>
                  </a:lnTo>
                  <a:lnTo>
                    <a:pt x="84545" y="12610"/>
                  </a:lnTo>
                  <a:lnTo>
                    <a:pt x="84545" y="12610"/>
                  </a:lnTo>
                  <a:cubicBezTo>
                    <a:pt x="84545" y="6305"/>
                    <a:pt x="84545" y="6305"/>
                    <a:pt x="84545" y="6305"/>
                  </a:cubicBezTo>
                  <a:lnTo>
                    <a:pt x="84545" y="6305"/>
                  </a:lnTo>
                  <a:cubicBezTo>
                    <a:pt x="84545" y="6305"/>
                    <a:pt x="84545" y="6305"/>
                    <a:pt x="84545" y="0"/>
                  </a:cubicBezTo>
                  <a:lnTo>
                    <a:pt x="84545" y="0"/>
                  </a:lnTo>
                  <a:lnTo>
                    <a:pt x="84545" y="0"/>
                  </a:lnTo>
                  <a:cubicBezTo>
                    <a:pt x="77500" y="0"/>
                    <a:pt x="77500" y="0"/>
                    <a:pt x="77500" y="0"/>
                  </a:cubicBezTo>
                  <a:cubicBezTo>
                    <a:pt x="77500" y="0"/>
                    <a:pt x="77500" y="0"/>
                    <a:pt x="70454" y="0"/>
                  </a:cubicBezTo>
                  <a:lnTo>
                    <a:pt x="70454" y="0"/>
                  </a:lnTo>
                  <a:lnTo>
                    <a:pt x="70454" y="0"/>
                  </a:lnTo>
                  <a:cubicBezTo>
                    <a:pt x="63409" y="0"/>
                    <a:pt x="63409" y="0"/>
                    <a:pt x="63409" y="0"/>
                  </a:cubicBezTo>
                  <a:lnTo>
                    <a:pt x="63409" y="0"/>
                  </a:lnTo>
                  <a:cubicBezTo>
                    <a:pt x="63409" y="6305"/>
                    <a:pt x="56363" y="12610"/>
                    <a:pt x="56363" y="12610"/>
                  </a:cubicBezTo>
                  <a:lnTo>
                    <a:pt x="56363" y="12610"/>
                  </a:lnTo>
                  <a:cubicBezTo>
                    <a:pt x="56363" y="12610"/>
                    <a:pt x="56363" y="12610"/>
                    <a:pt x="49318" y="12610"/>
                  </a:cubicBezTo>
                  <a:lnTo>
                    <a:pt x="49318" y="18915"/>
                  </a:lnTo>
                  <a:lnTo>
                    <a:pt x="42272" y="18915"/>
                  </a:lnTo>
                  <a:lnTo>
                    <a:pt x="35000" y="18915"/>
                  </a:lnTo>
                  <a:lnTo>
                    <a:pt x="35000" y="18915"/>
                  </a:lnTo>
                  <a:lnTo>
                    <a:pt x="28181" y="18915"/>
                  </a:lnTo>
                  <a:lnTo>
                    <a:pt x="28181" y="18915"/>
                  </a:lnTo>
                  <a:cubicBezTo>
                    <a:pt x="28181" y="18915"/>
                    <a:pt x="35000" y="18915"/>
                    <a:pt x="35000" y="25220"/>
                  </a:cubicBezTo>
                  <a:lnTo>
                    <a:pt x="35000" y="25220"/>
                  </a:lnTo>
                  <a:lnTo>
                    <a:pt x="35000" y="25220"/>
                  </a:lnTo>
                  <a:cubicBezTo>
                    <a:pt x="35000" y="31525"/>
                    <a:pt x="35000" y="31525"/>
                    <a:pt x="35000" y="31525"/>
                  </a:cubicBezTo>
                  <a:lnTo>
                    <a:pt x="35000" y="31525"/>
                  </a:lnTo>
                  <a:lnTo>
                    <a:pt x="35000" y="31525"/>
                  </a:lnTo>
                  <a:cubicBezTo>
                    <a:pt x="35000" y="31525"/>
                    <a:pt x="35000" y="31525"/>
                    <a:pt x="42272" y="37830"/>
                  </a:cubicBezTo>
                  <a:lnTo>
                    <a:pt x="42272" y="37830"/>
                  </a:lnTo>
                  <a:lnTo>
                    <a:pt x="42272" y="37830"/>
                  </a:lnTo>
                  <a:cubicBezTo>
                    <a:pt x="35000" y="37830"/>
                    <a:pt x="35000" y="44135"/>
                    <a:pt x="35000" y="44135"/>
                  </a:cubicBezTo>
                  <a:lnTo>
                    <a:pt x="35000" y="44135"/>
                  </a:lnTo>
                  <a:lnTo>
                    <a:pt x="42272" y="44135"/>
                  </a:lnTo>
                  <a:cubicBezTo>
                    <a:pt x="49318" y="44135"/>
                    <a:pt x="56363" y="50440"/>
                    <a:pt x="56363" y="56745"/>
                  </a:cubicBezTo>
                  <a:lnTo>
                    <a:pt x="56363" y="63050"/>
                  </a:lnTo>
                  <a:lnTo>
                    <a:pt x="49318" y="69355"/>
                  </a:lnTo>
                  <a:lnTo>
                    <a:pt x="42272" y="63050"/>
                  </a:lnTo>
                  <a:lnTo>
                    <a:pt x="42272" y="63050"/>
                  </a:lnTo>
                  <a:cubicBezTo>
                    <a:pt x="42272" y="69355"/>
                    <a:pt x="35000" y="69355"/>
                    <a:pt x="35000" y="69355"/>
                  </a:cubicBezTo>
                  <a:cubicBezTo>
                    <a:pt x="35000" y="69355"/>
                    <a:pt x="35000" y="75661"/>
                    <a:pt x="28181" y="75661"/>
                  </a:cubicBezTo>
                  <a:lnTo>
                    <a:pt x="28181" y="75661"/>
                  </a:lnTo>
                  <a:cubicBezTo>
                    <a:pt x="21136" y="81762"/>
                    <a:pt x="21136" y="81762"/>
                    <a:pt x="21136" y="81762"/>
                  </a:cubicBezTo>
                  <a:cubicBezTo>
                    <a:pt x="14090" y="81762"/>
                    <a:pt x="14090" y="81762"/>
                    <a:pt x="14090" y="81762"/>
                  </a:cubicBezTo>
                  <a:lnTo>
                    <a:pt x="14090" y="81762"/>
                  </a:lnTo>
                  <a:cubicBezTo>
                    <a:pt x="14090" y="88271"/>
                    <a:pt x="0" y="94576"/>
                    <a:pt x="0" y="94576"/>
                  </a:cubicBezTo>
                  <a:cubicBezTo>
                    <a:pt x="0" y="94576"/>
                    <a:pt x="0" y="94576"/>
                    <a:pt x="7045" y="100881"/>
                  </a:cubicBezTo>
                  <a:lnTo>
                    <a:pt x="7045" y="100881"/>
                  </a:lnTo>
                  <a:cubicBezTo>
                    <a:pt x="7045" y="106983"/>
                    <a:pt x="7045" y="106983"/>
                    <a:pt x="7045" y="113491"/>
                  </a:cubicBezTo>
                  <a:lnTo>
                    <a:pt x="7045" y="113491"/>
                  </a:lnTo>
                  <a:lnTo>
                    <a:pt x="7045" y="113491"/>
                  </a:lnTo>
                  <a:cubicBezTo>
                    <a:pt x="14090" y="113491"/>
                    <a:pt x="14090" y="119796"/>
                    <a:pt x="14090" y="119796"/>
                  </a:cubicBezTo>
                  <a:lnTo>
                    <a:pt x="14090" y="119796"/>
                  </a:lnTo>
                  <a:lnTo>
                    <a:pt x="14090" y="119796"/>
                  </a:lnTo>
                  <a:lnTo>
                    <a:pt x="21136" y="119796"/>
                  </a:lnTo>
                  <a:cubicBezTo>
                    <a:pt x="21136" y="119796"/>
                    <a:pt x="21136" y="119796"/>
                    <a:pt x="28181" y="119796"/>
                  </a:cubicBezTo>
                  <a:cubicBezTo>
                    <a:pt x="28181" y="119796"/>
                    <a:pt x="28181" y="119796"/>
                    <a:pt x="35000" y="119796"/>
                  </a:cubicBezTo>
                  <a:lnTo>
                    <a:pt x="35000" y="119796"/>
                  </a:lnTo>
                  <a:cubicBezTo>
                    <a:pt x="42272" y="119796"/>
                    <a:pt x="42272" y="119796"/>
                    <a:pt x="42272" y="119796"/>
                  </a:cubicBezTo>
                  <a:cubicBezTo>
                    <a:pt x="42272" y="119796"/>
                    <a:pt x="49318" y="119796"/>
                    <a:pt x="49318" y="113491"/>
                  </a:cubicBezTo>
                  <a:lnTo>
                    <a:pt x="49318" y="113491"/>
                  </a:lnTo>
                  <a:cubicBezTo>
                    <a:pt x="56363" y="113491"/>
                    <a:pt x="56363" y="113491"/>
                    <a:pt x="56363" y="113491"/>
                  </a:cubicBezTo>
                  <a:lnTo>
                    <a:pt x="63409" y="113491"/>
                  </a:lnTo>
                  <a:lnTo>
                    <a:pt x="63409" y="113491"/>
                  </a:lnTo>
                  <a:lnTo>
                    <a:pt x="63409" y="113491"/>
                  </a:lnTo>
                  <a:cubicBezTo>
                    <a:pt x="70454" y="113491"/>
                    <a:pt x="70454" y="113491"/>
                    <a:pt x="70454" y="113491"/>
                  </a:cubicBezTo>
                  <a:lnTo>
                    <a:pt x="70454" y="113491"/>
                  </a:lnTo>
                  <a:cubicBezTo>
                    <a:pt x="77500" y="113491"/>
                    <a:pt x="77500" y="113491"/>
                    <a:pt x="77500" y="113491"/>
                  </a:cubicBezTo>
                  <a:lnTo>
                    <a:pt x="77500" y="113491"/>
                  </a:lnTo>
                  <a:lnTo>
                    <a:pt x="77500" y="113491"/>
                  </a:lnTo>
                  <a:lnTo>
                    <a:pt x="84545" y="106983"/>
                  </a:lnTo>
                  <a:lnTo>
                    <a:pt x="84545" y="106983"/>
                  </a:lnTo>
                  <a:cubicBezTo>
                    <a:pt x="84545" y="106983"/>
                    <a:pt x="84545" y="106983"/>
                    <a:pt x="91590" y="106983"/>
                  </a:cubicBezTo>
                  <a:cubicBezTo>
                    <a:pt x="91590" y="106983"/>
                    <a:pt x="91590" y="106983"/>
                    <a:pt x="98636" y="100881"/>
                  </a:cubicBezTo>
                  <a:lnTo>
                    <a:pt x="98636" y="100881"/>
                  </a:lnTo>
                  <a:cubicBezTo>
                    <a:pt x="98636" y="100881"/>
                    <a:pt x="98636" y="100881"/>
                    <a:pt x="105681" y="94576"/>
                  </a:cubicBezTo>
                  <a:cubicBezTo>
                    <a:pt x="105681" y="94576"/>
                    <a:pt x="112727" y="88271"/>
                    <a:pt x="119772" y="88271"/>
                  </a:cubicBezTo>
                  <a:lnTo>
                    <a:pt x="119772" y="88271"/>
                  </a:lnTo>
                  <a:lnTo>
                    <a:pt x="119772" y="88271"/>
                  </a:lnTo>
                  <a:lnTo>
                    <a:pt x="119772" y="88271"/>
                  </a:lnTo>
                  <a:lnTo>
                    <a:pt x="119772" y="88271"/>
                  </a:lnTo>
                  <a:lnTo>
                    <a:pt x="119772" y="88271"/>
                  </a:lnTo>
                  <a:lnTo>
                    <a:pt x="112727" y="88271"/>
                  </a:lnTo>
                  <a:lnTo>
                    <a:pt x="112727" y="81762"/>
                  </a:lnTo>
                  <a:cubicBezTo>
                    <a:pt x="105681" y="81762"/>
                    <a:pt x="105681" y="81762"/>
                    <a:pt x="105681" y="81762"/>
                  </a:cubicBezTo>
                  <a:cubicBezTo>
                    <a:pt x="98636" y="75661"/>
                    <a:pt x="98636" y="75661"/>
                    <a:pt x="98636" y="75661"/>
                  </a:cubicBezTo>
                  <a:lnTo>
                    <a:pt x="98636" y="75661"/>
                  </a:lnTo>
                  <a:cubicBezTo>
                    <a:pt x="98636" y="75661"/>
                    <a:pt x="98636" y="69355"/>
                    <a:pt x="105681" y="69355"/>
                  </a:cubicBezTo>
                  <a:lnTo>
                    <a:pt x="105681" y="69355"/>
                  </a:lnTo>
                  <a:cubicBezTo>
                    <a:pt x="98636" y="69355"/>
                    <a:pt x="98636" y="63050"/>
                    <a:pt x="98636" y="63050"/>
                  </a:cubicBezTo>
                  <a:lnTo>
                    <a:pt x="98636" y="63050"/>
                  </a:lnTo>
                  <a:lnTo>
                    <a:pt x="98636" y="56745"/>
                  </a:lnTo>
                  <a:lnTo>
                    <a:pt x="98636" y="50440"/>
                  </a:lnTo>
                  <a:lnTo>
                    <a:pt x="98636" y="50440"/>
                  </a:lnTo>
                  <a:lnTo>
                    <a:pt x="98636" y="44135"/>
                  </a:lnTo>
                  <a:lnTo>
                    <a:pt x="98636" y="44135"/>
                  </a:lnTo>
                  <a:lnTo>
                    <a:pt x="98636" y="44135"/>
                  </a:lnTo>
                  <a:cubicBezTo>
                    <a:pt x="98636" y="44135"/>
                    <a:pt x="91590" y="44135"/>
                    <a:pt x="91590" y="37830"/>
                  </a:cubicBezTo>
                  <a:lnTo>
                    <a:pt x="91590" y="37830"/>
                  </a:lnTo>
                  <a:lnTo>
                    <a:pt x="91590" y="37830"/>
                  </a:lnTo>
                  <a:cubicBezTo>
                    <a:pt x="91590" y="37830"/>
                    <a:pt x="91590" y="37830"/>
                    <a:pt x="91590" y="31525"/>
                  </a:cubicBezTo>
                  <a:cubicBezTo>
                    <a:pt x="91590" y="31525"/>
                    <a:pt x="91590" y="31525"/>
                    <a:pt x="91590" y="25220"/>
                  </a:cubicBezTo>
                  <a:lnTo>
                    <a:pt x="91590" y="25220"/>
                  </a:lnTo>
                  <a:lnTo>
                    <a:pt x="91590" y="25220"/>
                  </a:lnTo>
                  <a:lnTo>
                    <a:pt x="91590" y="25220"/>
                  </a:lnTo>
                  <a:lnTo>
                    <a:pt x="91590" y="25220"/>
                  </a:lnTo>
                  <a:lnTo>
                    <a:pt x="91590" y="25220"/>
                  </a:lnTo>
                  <a:lnTo>
                    <a:pt x="84545" y="18915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0" name="Shape 11840"/>
            <p:cNvSpPr/>
            <p:nvPr/>
          </p:nvSpPr>
          <p:spPr>
            <a:xfrm>
              <a:off x="4114800" y="1457325"/>
              <a:ext cx="334963" cy="1571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905" y="25871"/>
                  </a:moveTo>
                  <a:lnTo>
                    <a:pt x="87905" y="25871"/>
                  </a:lnTo>
                  <a:lnTo>
                    <a:pt x="87905" y="17339"/>
                  </a:lnTo>
                  <a:lnTo>
                    <a:pt x="87905" y="17339"/>
                  </a:lnTo>
                  <a:lnTo>
                    <a:pt x="87905" y="17339"/>
                  </a:lnTo>
                  <a:lnTo>
                    <a:pt x="87905" y="17339"/>
                  </a:lnTo>
                  <a:cubicBezTo>
                    <a:pt x="83909" y="17339"/>
                    <a:pt x="83909" y="17339"/>
                    <a:pt x="83909" y="17339"/>
                  </a:cubicBezTo>
                  <a:lnTo>
                    <a:pt x="79914" y="17339"/>
                  </a:lnTo>
                  <a:lnTo>
                    <a:pt x="79914" y="17339"/>
                  </a:lnTo>
                  <a:cubicBezTo>
                    <a:pt x="79914" y="8807"/>
                    <a:pt x="79914" y="8807"/>
                    <a:pt x="79914" y="8807"/>
                  </a:cubicBezTo>
                  <a:cubicBezTo>
                    <a:pt x="79914" y="0"/>
                    <a:pt x="79914" y="0"/>
                    <a:pt x="79914" y="0"/>
                  </a:cubicBezTo>
                  <a:cubicBezTo>
                    <a:pt x="79914" y="0"/>
                    <a:pt x="79914" y="0"/>
                    <a:pt x="75918" y="0"/>
                  </a:cubicBezTo>
                  <a:lnTo>
                    <a:pt x="75918" y="0"/>
                  </a:lnTo>
                  <a:cubicBezTo>
                    <a:pt x="71922" y="0"/>
                    <a:pt x="71922" y="0"/>
                    <a:pt x="71922" y="0"/>
                  </a:cubicBezTo>
                  <a:lnTo>
                    <a:pt x="67926" y="0"/>
                  </a:lnTo>
                  <a:lnTo>
                    <a:pt x="67926" y="0"/>
                  </a:lnTo>
                  <a:lnTo>
                    <a:pt x="67926" y="0"/>
                  </a:lnTo>
                  <a:cubicBezTo>
                    <a:pt x="63931" y="0"/>
                    <a:pt x="63931" y="0"/>
                    <a:pt x="63931" y="0"/>
                  </a:cubicBezTo>
                  <a:cubicBezTo>
                    <a:pt x="63931" y="0"/>
                    <a:pt x="63931" y="0"/>
                    <a:pt x="59935" y="0"/>
                  </a:cubicBezTo>
                  <a:lnTo>
                    <a:pt x="59935" y="0"/>
                  </a:lnTo>
                  <a:cubicBezTo>
                    <a:pt x="59935" y="8807"/>
                    <a:pt x="59935" y="8807"/>
                    <a:pt x="59935" y="8807"/>
                  </a:cubicBezTo>
                  <a:lnTo>
                    <a:pt x="59935" y="8807"/>
                  </a:lnTo>
                  <a:cubicBezTo>
                    <a:pt x="59935" y="17339"/>
                    <a:pt x="55939" y="17339"/>
                    <a:pt x="55939" y="17339"/>
                  </a:cubicBezTo>
                  <a:lnTo>
                    <a:pt x="55939" y="17339"/>
                  </a:lnTo>
                  <a:lnTo>
                    <a:pt x="55939" y="17339"/>
                  </a:lnTo>
                  <a:cubicBezTo>
                    <a:pt x="51944" y="17339"/>
                    <a:pt x="51944" y="17339"/>
                    <a:pt x="51944" y="8807"/>
                  </a:cubicBezTo>
                  <a:cubicBezTo>
                    <a:pt x="51944" y="17339"/>
                    <a:pt x="51944" y="17339"/>
                    <a:pt x="47948" y="17339"/>
                  </a:cubicBezTo>
                  <a:lnTo>
                    <a:pt x="47948" y="17339"/>
                  </a:lnTo>
                  <a:lnTo>
                    <a:pt x="47948" y="8807"/>
                  </a:lnTo>
                  <a:lnTo>
                    <a:pt x="43952" y="8807"/>
                  </a:lnTo>
                  <a:lnTo>
                    <a:pt x="43952" y="8807"/>
                  </a:lnTo>
                  <a:cubicBezTo>
                    <a:pt x="39957" y="8807"/>
                    <a:pt x="39957" y="8807"/>
                    <a:pt x="39957" y="8807"/>
                  </a:cubicBezTo>
                  <a:lnTo>
                    <a:pt x="39957" y="8807"/>
                  </a:lnTo>
                  <a:lnTo>
                    <a:pt x="39957" y="8807"/>
                  </a:lnTo>
                  <a:lnTo>
                    <a:pt x="35961" y="8807"/>
                  </a:lnTo>
                  <a:lnTo>
                    <a:pt x="35961" y="8807"/>
                  </a:lnTo>
                  <a:lnTo>
                    <a:pt x="35961" y="8807"/>
                  </a:lnTo>
                  <a:lnTo>
                    <a:pt x="31965" y="8807"/>
                  </a:lnTo>
                  <a:lnTo>
                    <a:pt x="31965" y="8807"/>
                  </a:lnTo>
                  <a:cubicBezTo>
                    <a:pt x="31965" y="8807"/>
                    <a:pt x="27969" y="0"/>
                    <a:pt x="23974" y="0"/>
                  </a:cubicBezTo>
                  <a:lnTo>
                    <a:pt x="23974" y="0"/>
                  </a:lnTo>
                  <a:lnTo>
                    <a:pt x="23974" y="0"/>
                  </a:lnTo>
                  <a:cubicBezTo>
                    <a:pt x="23974" y="0"/>
                    <a:pt x="23974" y="0"/>
                    <a:pt x="19978" y="0"/>
                  </a:cubicBezTo>
                  <a:cubicBezTo>
                    <a:pt x="19978" y="0"/>
                    <a:pt x="15982" y="0"/>
                    <a:pt x="15982" y="8807"/>
                  </a:cubicBezTo>
                  <a:lnTo>
                    <a:pt x="11858" y="8807"/>
                  </a:lnTo>
                  <a:lnTo>
                    <a:pt x="11858" y="8807"/>
                  </a:lnTo>
                  <a:lnTo>
                    <a:pt x="11858" y="8807"/>
                  </a:lnTo>
                  <a:lnTo>
                    <a:pt x="11858" y="8807"/>
                  </a:lnTo>
                  <a:lnTo>
                    <a:pt x="11858" y="17339"/>
                  </a:lnTo>
                  <a:lnTo>
                    <a:pt x="11858" y="17339"/>
                  </a:lnTo>
                  <a:lnTo>
                    <a:pt x="11858" y="17339"/>
                  </a:lnTo>
                  <a:cubicBezTo>
                    <a:pt x="11858" y="25871"/>
                    <a:pt x="11858" y="34128"/>
                    <a:pt x="7991" y="34128"/>
                  </a:cubicBezTo>
                  <a:lnTo>
                    <a:pt x="7991" y="34128"/>
                  </a:lnTo>
                  <a:lnTo>
                    <a:pt x="7991" y="34128"/>
                  </a:lnTo>
                  <a:lnTo>
                    <a:pt x="7991" y="34128"/>
                  </a:lnTo>
                  <a:lnTo>
                    <a:pt x="3995" y="34128"/>
                  </a:lnTo>
                  <a:lnTo>
                    <a:pt x="3995" y="34128"/>
                  </a:lnTo>
                  <a:lnTo>
                    <a:pt x="3995" y="34128"/>
                  </a:lnTo>
                  <a:lnTo>
                    <a:pt x="3995" y="42935"/>
                  </a:lnTo>
                  <a:lnTo>
                    <a:pt x="3995" y="42935"/>
                  </a:lnTo>
                  <a:lnTo>
                    <a:pt x="3995" y="42935"/>
                  </a:lnTo>
                  <a:lnTo>
                    <a:pt x="3995" y="51467"/>
                  </a:lnTo>
                  <a:lnTo>
                    <a:pt x="0" y="51467"/>
                  </a:lnTo>
                  <a:lnTo>
                    <a:pt x="0" y="51467"/>
                  </a:lnTo>
                  <a:cubicBezTo>
                    <a:pt x="0" y="51467"/>
                    <a:pt x="0" y="51467"/>
                    <a:pt x="0" y="60000"/>
                  </a:cubicBezTo>
                  <a:lnTo>
                    <a:pt x="0" y="60000"/>
                  </a:lnTo>
                  <a:lnTo>
                    <a:pt x="0" y="60000"/>
                  </a:lnTo>
                  <a:lnTo>
                    <a:pt x="0" y="60000"/>
                  </a:lnTo>
                  <a:lnTo>
                    <a:pt x="0" y="60000"/>
                  </a:lnTo>
                  <a:cubicBezTo>
                    <a:pt x="3995" y="60000"/>
                    <a:pt x="3995" y="60000"/>
                    <a:pt x="3995" y="60000"/>
                  </a:cubicBezTo>
                  <a:cubicBezTo>
                    <a:pt x="3995" y="60000"/>
                    <a:pt x="3995" y="60000"/>
                    <a:pt x="7991" y="60000"/>
                  </a:cubicBezTo>
                  <a:lnTo>
                    <a:pt x="11858" y="60000"/>
                  </a:lnTo>
                  <a:lnTo>
                    <a:pt x="11858" y="60000"/>
                  </a:lnTo>
                  <a:lnTo>
                    <a:pt x="15982" y="60000"/>
                  </a:lnTo>
                  <a:cubicBezTo>
                    <a:pt x="15982" y="60000"/>
                    <a:pt x="15982" y="60000"/>
                    <a:pt x="19978" y="60000"/>
                  </a:cubicBezTo>
                  <a:lnTo>
                    <a:pt x="19978" y="60000"/>
                  </a:lnTo>
                  <a:cubicBezTo>
                    <a:pt x="19978" y="60000"/>
                    <a:pt x="19978" y="60000"/>
                    <a:pt x="23974" y="60000"/>
                  </a:cubicBezTo>
                  <a:lnTo>
                    <a:pt x="27969" y="60000"/>
                  </a:lnTo>
                  <a:lnTo>
                    <a:pt x="27969" y="60000"/>
                  </a:lnTo>
                  <a:lnTo>
                    <a:pt x="27969" y="60000"/>
                  </a:lnTo>
                  <a:cubicBezTo>
                    <a:pt x="27969" y="60000"/>
                    <a:pt x="27969" y="60000"/>
                    <a:pt x="27969" y="51467"/>
                  </a:cubicBezTo>
                  <a:lnTo>
                    <a:pt x="27969" y="51467"/>
                  </a:lnTo>
                  <a:lnTo>
                    <a:pt x="27969" y="51467"/>
                  </a:lnTo>
                  <a:lnTo>
                    <a:pt x="31965" y="51467"/>
                  </a:lnTo>
                  <a:lnTo>
                    <a:pt x="31965" y="51467"/>
                  </a:lnTo>
                  <a:lnTo>
                    <a:pt x="31965" y="51467"/>
                  </a:lnTo>
                  <a:lnTo>
                    <a:pt x="31965" y="51467"/>
                  </a:lnTo>
                  <a:lnTo>
                    <a:pt x="31965" y="51467"/>
                  </a:lnTo>
                  <a:lnTo>
                    <a:pt x="35961" y="51467"/>
                  </a:lnTo>
                  <a:lnTo>
                    <a:pt x="39957" y="51467"/>
                  </a:lnTo>
                  <a:cubicBezTo>
                    <a:pt x="39957" y="51467"/>
                    <a:pt x="43952" y="51467"/>
                    <a:pt x="43952" y="60000"/>
                  </a:cubicBezTo>
                  <a:lnTo>
                    <a:pt x="43952" y="60000"/>
                  </a:lnTo>
                  <a:lnTo>
                    <a:pt x="43952" y="60000"/>
                  </a:lnTo>
                  <a:cubicBezTo>
                    <a:pt x="47948" y="60000"/>
                    <a:pt x="51944" y="60000"/>
                    <a:pt x="51944" y="68256"/>
                  </a:cubicBezTo>
                  <a:lnTo>
                    <a:pt x="51944" y="68256"/>
                  </a:lnTo>
                  <a:lnTo>
                    <a:pt x="51944" y="68256"/>
                  </a:lnTo>
                  <a:cubicBezTo>
                    <a:pt x="51944" y="68256"/>
                    <a:pt x="51944" y="68256"/>
                    <a:pt x="51944" y="77064"/>
                  </a:cubicBezTo>
                  <a:lnTo>
                    <a:pt x="51944" y="77064"/>
                  </a:lnTo>
                  <a:cubicBezTo>
                    <a:pt x="55939" y="77064"/>
                    <a:pt x="55939" y="85596"/>
                    <a:pt x="55939" y="85596"/>
                  </a:cubicBezTo>
                  <a:lnTo>
                    <a:pt x="55939" y="85596"/>
                  </a:lnTo>
                  <a:lnTo>
                    <a:pt x="55939" y="85596"/>
                  </a:lnTo>
                  <a:cubicBezTo>
                    <a:pt x="59935" y="85596"/>
                    <a:pt x="59935" y="77064"/>
                    <a:pt x="63931" y="77064"/>
                  </a:cubicBezTo>
                  <a:lnTo>
                    <a:pt x="63931" y="77064"/>
                  </a:lnTo>
                  <a:cubicBezTo>
                    <a:pt x="67926" y="77064"/>
                    <a:pt x="67926" y="85596"/>
                    <a:pt x="67926" y="85596"/>
                  </a:cubicBezTo>
                  <a:cubicBezTo>
                    <a:pt x="67926" y="85596"/>
                    <a:pt x="67926" y="85596"/>
                    <a:pt x="67926" y="94128"/>
                  </a:cubicBezTo>
                  <a:lnTo>
                    <a:pt x="67926" y="94128"/>
                  </a:lnTo>
                  <a:cubicBezTo>
                    <a:pt x="67926" y="94128"/>
                    <a:pt x="71922" y="94128"/>
                    <a:pt x="71922" y="85596"/>
                  </a:cubicBezTo>
                  <a:lnTo>
                    <a:pt x="75918" y="85596"/>
                  </a:lnTo>
                  <a:lnTo>
                    <a:pt x="75918" y="85596"/>
                  </a:lnTo>
                  <a:lnTo>
                    <a:pt x="79914" y="94128"/>
                  </a:lnTo>
                  <a:cubicBezTo>
                    <a:pt x="83909" y="94128"/>
                    <a:pt x="83909" y="94128"/>
                    <a:pt x="83909" y="94128"/>
                  </a:cubicBezTo>
                  <a:cubicBezTo>
                    <a:pt x="79914" y="111192"/>
                    <a:pt x="79914" y="111192"/>
                    <a:pt x="79914" y="111192"/>
                  </a:cubicBezTo>
                  <a:lnTo>
                    <a:pt x="79914" y="111192"/>
                  </a:lnTo>
                  <a:lnTo>
                    <a:pt x="79914" y="111192"/>
                  </a:lnTo>
                  <a:lnTo>
                    <a:pt x="79914" y="111192"/>
                  </a:lnTo>
                  <a:lnTo>
                    <a:pt x="79914" y="119724"/>
                  </a:lnTo>
                  <a:lnTo>
                    <a:pt x="83909" y="119724"/>
                  </a:lnTo>
                  <a:lnTo>
                    <a:pt x="83909" y="119724"/>
                  </a:lnTo>
                  <a:lnTo>
                    <a:pt x="83909" y="119724"/>
                  </a:lnTo>
                  <a:lnTo>
                    <a:pt x="87905" y="119724"/>
                  </a:lnTo>
                  <a:lnTo>
                    <a:pt x="87905" y="119724"/>
                  </a:lnTo>
                  <a:cubicBezTo>
                    <a:pt x="87905" y="111192"/>
                    <a:pt x="87905" y="111192"/>
                    <a:pt x="87905" y="111192"/>
                  </a:cubicBezTo>
                  <a:lnTo>
                    <a:pt x="87905" y="111192"/>
                  </a:lnTo>
                  <a:cubicBezTo>
                    <a:pt x="83909" y="111192"/>
                    <a:pt x="83909" y="102385"/>
                    <a:pt x="83909" y="102385"/>
                  </a:cubicBezTo>
                  <a:cubicBezTo>
                    <a:pt x="83909" y="94128"/>
                    <a:pt x="83909" y="94128"/>
                    <a:pt x="83909" y="94128"/>
                  </a:cubicBezTo>
                  <a:cubicBezTo>
                    <a:pt x="83909" y="85596"/>
                    <a:pt x="83909" y="85596"/>
                    <a:pt x="83909" y="85596"/>
                  </a:cubicBezTo>
                  <a:lnTo>
                    <a:pt x="83909" y="85596"/>
                  </a:lnTo>
                  <a:cubicBezTo>
                    <a:pt x="87905" y="85596"/>
                    <a:pt x="87905" y="85596"/>
                    <a:pt x="91901" y="85596"/>
                  </a:cubicBezTo>
                  <a:lnTo>
                    <a:pt x="91901" y="85596"/>
                  </a:lnTo>
                  <a:lnTo>
                    <a:pt x="95896" y="85596"/>
                  </a:lnTo>
                  <a:cubicBezTo>
                    <a:pt x="95896" y="85596"/>
                    <a:pt x="95896" y="85596"/>
                    <a:pt x="99892" y="85596"/>
                  </a:cubicBezTo>
                  <a:lnTo>
                    <a:pt x="99892" y="85596"/>
                  </a:lnTo>
                  <a:cubicBezTo>
                    <a:pt x="99892" y="85596"/>
                    <a:pt x="99892" y="85596"/>
                    <a:pt x="99892" y="77064"/>
                  </a:cubicBezTo>
                  <a:cubicBezTo>
                    <a:pt x="103888" y="77064"/>
                    <a:pt x="103888" y="77064"/>
                    <a:pt x="103888" y="77064"/>
                  </a:cubicBezTo>
                  <a:cubicBezTo>
                    <a:pt x="107883" y="77064"/>
                    <a:pt x="107883" y="77064"/>
                    <a:pt x="107883" y="77064"/>
                  </a:cubicBezTo>
                  <a:lnTo>
                    <a:pt x="107883" y="77064"/>
                  </a:lnTo>
                  <a:cubicBezTo>
                    <a:pt x="107883" y="68256"/>
                    <a:pt x="111879" y="60000"/>
                    <a:pt x="111879" y="60000"/>
                  </a:cubicBezTo>
                  <a:lnTo>
                    <a:pt x="111879" y="60000"/>
                  </a:lnTo>
                  <a:cubicBezTo>
                    <a:pt x="115875" y="60000"/>
                    <a:pt x="115875" y="60000"/>
                    <a:pt x="115875" y="60000"/>
                  </a:cubicBezTo>
                  <a:lnTo>
                    <a:pt x="119871" y="60000"/>
                  </a:lnTo>
                  <a:lnTo>
                    <a:pt x="119871" y="60000"/>
                  </a:lnTo>
                  <a:lnTo>
                    <a:pt x="119871" y="60000"/>
                  </a:lnTo>
                  <a:lnTo>
                    <a:pt x="119871" y="60000"/>
                  </a:lnTo>
                  <a:lnTo>
                    <a:pt x="119871" y="60000"/>
                  </a:lnTo>
                  <a:lnTo>
                    <a:pt x="119871" y="51467"/>
                  </a:lnTo>
                  <a:lnTo>
                    <a:pt x="119871" y="51467"/>
                  </a:lnTo>
                  <a:lnTo>
                    <a:pt x="119871" y="42935"/>
                  </a:lnTo>
                  <a:lnTo>
                    <a:pt x="119871" y="42935"/>
                  </a:lnTo>
                  <a:lnTo>
                    <a:pt x="119871" y="42935"/>
                  </a:lnTo>
                  <a:lnTo>
                    <a:pt x="119871" y="42935"/>
                  </a:lnTo>
                  <a:lnTo>
                    <a:pt x="119871" y="42935"/>
                  </a:lnTo>
                  <a:cubicBezTo>
                    <a:pt x="115875" y="42935"/>
                    <a:pt x="115875" y="42935"/>
                    <a:pt x="115875" y="34128"/>
                  </a:cubicBezTo>
                  <a:lnTo>
                    <a:pt x="111879" y="34128"/>
                  </a:lnTo>
                  <a:lnTo>
                    <a:pt x="111879" y="34128"/>
                  </a:lnTo>
                  <a:cubicBezTo>
                    <a:pt x="107883" y="34128"/>
                    <a:pt x="107883" y="34128"/>
                    <a:pt x="107883" y="34128"/>
                  </a:cubicBezTo>
                  <a:lnTo>
                    <a:pt x="107883" y="34128"/>
                  </a:lnTo>
                  <a:cubicBezTo>
                    <a:pt x="103888" y="34128"/>
                    <a:pt x="103888" y="34128"/>
                    <a:pt x="103888" y="34128"/>
                  </a:cubicBezTo>
                  <a:lnTo>
                    <a:pt x="103888" y="34128"/>
                  </a:lnTo>
                  <a:lnTo>
                    <a:pt x="103888" y="34128"/>
                  </a:lnTo>
                  <a:lnTo>
                    <a:pt x="103888" y="34128"/>
                  </a:lnTo>
                  <a:cubicBezTo>
                    <a:pt x="103888" y="34128"/>
                    <a:pt x="103888" y="34128"/>
                    <a:pt x="99892" y="34128"/>
                  </a:cubicBezTo>
                  <a:lnTo>
                    <a:pt x="99892" y="34128"/>
                  </a:lnTo>
                  <a:lnTo>
                    <a:pt x="99892" y="34128"/>
                  </a:lnTo>
                  <a:cubicBezTo>
                    <a:pt x="99892" y="34128"/>
                    <a:pt x="99892" y="34128"/>
                    <a:pt x="95896" y="34128"/>
                  </a:cubicBezTo>
                  <a:lnTo>
                    <a:pt x="95896" y="34128"/>
                  </a:lnTo>
                  <a:lnTo>
                    <a:pt x="95896" y="34128"/>
                  </a:lnTo>
                  <a:lnTo>
                    <a:pt x="95896" y="34128"/>
                  </a:lnTo>
                  <a:cubicBezTo>
                    <a:pt x="91901" y="34128"/>
                    <a:pt x="91901" y="34128"/>
                    <a:pt x="91901" y="34128"/>
                  </a:cubicBezTo>
                  <a:lnTo>
                    <a:pt x="91901" y="34128"/>
                  </a:lnTo>
                  <a:cubicBezTo>
                    <a:pt x="87905" y="34128"/>
                    <a:pt x="87905" y="25871"/>
                    <a:pt x="87905" y="2587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1" name="Shape 11841"/>
            <p:cNvSpPr/>
            <p:nvPr/>
          </p:nvSpPr>
          <p:spPr>
            <a:xfrm>
              <a:off x="4148138" y="1366838"/>
              <a:ext cx="146050" cy="889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518" y="45301"/>
                  </a:moveTo>
                  <a:lnTo>
                    <a:pt x="110518" y="45301"/>
                  </a:lnTo>
                  <a:lnTo>
                    <a:pt x="110518" y="45301"/>
                  </a:lnTo>
                  <a:cubicBezTo>
                    <a:pt x="110518" y="45301"/>
                    <a:pt x="101333" y="45301"/>
                    <a:pt x="101333" y="30361"/>
                  </a:cubicBezTo>
                  <a:lnTo>
                    <a:pt x="101333" y="30361"/>
                  </a:lnTo>
                  <a:lnTo>
                    <a:pt x="101333" y="30361"/>
                  </a:lnTo>
                  <a:cubicBezTo>
                    <a:pt x="101333" y="14939"/>
                    <a:pt x="101333" y="14939"/>
                    <a:pt x="101333" y="14939"/>
                  </a:cubicBezTo>
                  <a:lnTo>
                    <a:pt x="101333" y="14939"/>
                  </a:lnTo>
                  <a:cubicBezTo>
                    <a:pt x="101333" y="14939"/>
                    <a:pt x="101333" y="14939"/>
                    <a:pt x="101333" y="0"/>
                  </a:cubicBezTo>
                  <a:cubicBezTo>
                    <a:pt x="101333" y="0"/>
                    <a:pt x="101333" y="0"/>
                    <a:pt x="92148" y="0"/>
                  </a:cubicBezTo>
                  <a:cubicBezTo>
                    <a:pt x="92148" y="14939"/>
                    <a:pt x="92148" y="14939"/>
                    <a:pt x="92148" y="14939"/>
                  </a:cubicBezTo>
                  <a:cubicBezTo>
                    <a:pt x="92148" y="14939"/>
                    <a:pt x="92148" y="14939"/>
                    <a:pt x="82962" y="14939"/>
                  </a:cubicBezTo>
                  <a:cubicBezTo>
                    <a:pt x="82962" y="14939"/>
                    <a:pt x="82962" y="0"/>
                    <a:pt x="73777" y="0"/>
                  </a:cubicBezTo>
                  <a:lnTo>
                    <a:pt x="73777" y="0"/>
                  </a:lnTo>
                  <a:cubicBezTo>
                    <a:pt x="64592" y="0"/>
                    <a:pt x="64592" y="0"/>
                    <a:pt x="64592" y="0"/>
                  </a:cubicBezTo>
                  <a:lnTo>
                    <a:pt x="64592" y="0"/>
                  </a:lnTo>
                  <a:lnTo>
                    <a:pt x="64592" y="0"/>
                  </a:lnTo>
                  <a:lnTo>
                    <a:pt x="64592" y="0"/>
                  </a:lnTo>
                  <a:cubicBezTo>
                    <a:pt x="55407" y="0"/>
                    <a:pt x="55407" y="0"/>
                    <a:pt x="55407" y="0"/>
                  </a:cubicBezTo>
                  <a:cubicBezTo>
                    <a:pt x="55407" y="0"/>
                    <a:pt x="46222" y="0"/>
                    <a:pt x="46222" y="14939"/>
                  </a:cubicBezTo>
                  <a:lnTo>
                    <a:pt x="46222" y="14939"/>
                  </a:lnTo>
                  <a:cubicBezTo>
                    <a:pt x="46222" y="14939"/>
                    <a:pt x="46222" y="14939"/>
                    <a:pt x="46222" y="30361"/>
                  </a:cubicBezTo>
                  <a:cubicBezTo>
                    <a:pt x="37037" y="30361"/>
                    <a:pt x="37037" y="30361"/>
                    <a:pt x="37037" y="30361"/>
                  </a:cubicBezTo>
                  <a:lnTo>
                    <a:pt x="27851" y="30361"/>
                  </a:lnTo>
                  <a:lnTo>
                    <a:pt x="27851" y="30361"/>
                  </a:lnTo>
                  <a:lnTo>
                    <a:pt x="27851" y="30361"/>
                  </a:lnTo>
                  <a:lnTo>
                    <a:pt x="27851" y="45301"/>
                  </a:lnTo>
                  <a:lnTo>
                    <a:pt x="27851" y="45301"/>
                  </a:lnTo>
                  <a:cubicBezTo>
                    <a:pt x="27851" y="59759"/>
                    <a:pt x="18666" y="59759"/>
                    <a:pt x="18666" y="59759"/>
                  </a:cubicBezTo>
                  <a:lnTo>
                    <a:pt x="18666" y="59759"/>
                  </a:lnTo>
                  <a:cubicBezTo>
                    <a:pt x="18666" y="59759"/>
                    <a:pt x="18666" y="59759"/>
                    <a:pt x="9481" y="59759"/>
                  </a:cubicBezTo>
                  <a:lnTo>
                    <a:pt x="9481" y="59759"/>
                  </a:lnTo>
                  <a:lnTo>
                    <a:pt x="9481" y="59759"/>
                  </a:lnTo>
                  <a:lnTo>
                    <a:pt x="0" y="75180"/>
                  </a:lnTo>
                  <a:lnTo>
                    <a:pt x="0" y="75180"/>
                  </a:lnTo>
                  <a:lnTo>
                    <a:pt x="0" y="75180"/>
                  </a:lnTo>
                  <a:lnTo>
                    <a:pt x="0" y="75180"/>
                  </a:lnTo>
                  <a:lnTo>
                    <a:pt x="0" y="90120"/>
                  </a:lnTo>
                  <a:lnTo>
                    <a:pt x="0" y="105060"/>
                  </a:lnTo>
                  <a:lnTo>
                    <a:pt x="0" y="105060"/>
                  </a:lnTo>
                  <a:lnTo>
                    <a:pt x="0" y="105060"/>
                  </a:lnTo>
                  <a:lnTo>
                    <a:pt x="0" y="105060"/>
                  </a:lnTo>
                  <a:lnTo>
                    <a:pt x="0" y="105060"/>
                  </a:lnTo>
                  <a:lnTo>
                    <a:pt x="0" y="105060"/>
                  </a:lnTo>
                  <a:cubicBezTo>
                    <a:pt x="9481" y="105060"/>
                    <a:pt x="9481" y="105060"/>
                    <a:pt x="18666" y="105060"/>
                  </a:cubicBezTo>
                  <a:cubicBezTo>
                    <a:pt x="27851" y="105060"/>
                    <a:pt x="27851" y="105060"/>
                    <a:pt x="27851" y="105060"/>
                  </a:cubicBezTo>
                  <a:lnTo>
                    <a:pt x="27851" y="105060"/>
                  </a:lnTo>
                  <a:cubicBezTo>
                    <a:pt x="37037" y="105060"/>
                    <a:pt x="46222" y="105060"/>
                    <a:pt x="55407" y="105060"/>
                  </a:cubicBezTo>
                  <a:lnTo>
                    <a:pt x="55407" y="105060"/>
                  </a:lnTo>
                  <a:lnTo>
                    <a:pt x="55407" y="105060"/>
                  </a:lnTo>
                  <a:lnTo>
                    <a:pt x="55407" y="105060"/>
                  </a:lnTo>
                  <a:lnTo>
                    <a:pt x="64592" y="105060"/>
                  </a:lnTo>
                  <a:cubicBezTo>
                    <a:pt x="64592" y="105060"/>
                    <a:pt x="64592" y="105060"/>
                    <a:pt x="73777" y="105060"/>
                  </a:cubicBezTo>
                  <a:lnTo>
                    <a:pt x="73777" y="105060"/>
                  </a:lnTo>
                  <a:lnTo>
                    <a:pt x="73777" y="105060"/>
                  </a:lnTo>
                  <a:lnTo>
                    <a:pt x="73777" y="105060"/>
                  </a:lnTo>
                  <a:lnTo>
                    <a:pt x="73777" y="105060"/>
                  </a:lnTo>
                  <a:cubicBezTo>
                    <a:pt x="82962" y="105060"/>
                    <a:pt x="82962" y="105060"/>
                    <a:pt x="82962" y="119518"/>
                  </a:cubicBezTo>
                  <a:lnTo>
                    <a:pt x="82962" y="119518"/>
                  </a:lnTo>
                  <a:lnTo>
                    <a:pt x="82962" y="119518"/>
                  </a:lnTo>
                  <a:cubicBezTo>
                    <a:pt x="82962" y="119518"/>
                    <a:pt x="82962" y="119518"/>
                    <a:pt x="92148" y="119518"/>
                  </a:cubicBezTo>
                  <a:lnTo>
                    <a:pt x="92148" y="119518"/>
                  </a:lnTo>
                  <a:lnTo>
                    <a:pt x="92148" y="119518"/>
                  </a:lnTo>
                  <a:lnTo>
                    <a:pt x="92148" y="119518"/>
                  </a:lnTo>
                  <a:lnTo>
                    <a:pt x="92148" y="119518"/>
                  </a:lnTo>
                  <a:cubicBezTo>
                    <a:pt x="92148" y="119518"/>
                    <a:pt x="92148" y="119518"/>
                    <a:pt x="101333" y="119518"/>
                  </a:cubicBezTo>
                  <a:cubicBezTo>
                    <a:pt x="101333" y="105060"/>
                    <a:pt x="101333" y="105060"/>
                    <a:pt x="101333" y="105060"/>
                  </a:cubicBezTo>
                  <a:lnTo>
                    <a:pt x="101333" y="90120"/>
                  </a:lnTo>
                  <a:lnTo>
                    <a:pt x="110518" y="90120"/>
                  </a:lnTo>
                  <a:lnTo>
                    <a:pt x="110518" y="90120"/>
                  </a:lnTo>
                  <a:lnTo>
                    <a:pt x="110518" y="90120"/>
                  </a:lnTo>
                  <a:cubicBezTo>
                    <a:pt x="110518" y="90120"/>
                    <a:pt x="110518" y="90120"/>
                    <a:pt x="110518" y="75180"/>
                  </a:cubicBezTo>
                  <a:lnTo>
                    <a:pt x="110518" y="75180"/>
                  </a:lnTo>
                  <a:lnTo>
                    <a:pt x="110518" y="75180"/>
                  </a:lnTo>
                  <a:lnTo>
                    <a:pt x="110518" y="75180"/>
                  </a:lnTo>
                  <a:lnTo>
                    <a:pt x="110518" y="59759"/>
                  </a:lnTo>
                  <a:lnTo>
                    <a:pt x="110518" y="59759"/>
                  </a:lnTo>
                  <a:cubicBezTo>
                    <a:pt x="119703" y="59759"/>
                    <a:pt x="119703" y="59759"/>
                    <a:pt x="119703" y="59759"/>
                  </a:cubicBezTo>
                  <a:lnTo>
                    <a:pt x="119703" y="59759"/>
                  </a:lnTo>
                  <a:cubicBezTo>
                    <a:pt x="119703" y="59759"/>
                    <a:pt x="110518" y="59759"/>
                    <a:pt x="110518" y="4530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2" name="Shape 11842"/>
            <p:cNvSpPr/>
            <p:nvPr/>
          </p:nvSpPr>
          <p:spPr>
            <a:xfrm>
              <a:off x="3948113" y="809625"/>
              <a:ext cx="100012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6428" y="19893"/>
                  </a:moveTo>
                  <a:lnTo>
                    <a:pt x="66428" y="19893"/>
                  </a:lnTo>
                  <a:lnTo>
                    <a:pt x="66428" y="39786"/>
                  </a:lnTo>
                  <a:cubicBezTo>
                    <a:pt x="66428" y="39786"/>
                    <a:pt x="66428" y="39786"/>
                    <a:pt x="66428" y="59679"/>
                  </a:cubicBezTo>
                  <a:lnTo>
                    <a:pt x="66428" y="79572"/>
                  </a:lnTo>
                  <a:cubicBezTo>
                    <a:pt x="53142" y="79572"/>
                    <a:pt x="53142" y="79572"/>
                    <a:pt x="53142" y="79572"/>
                  </a:cubicBezTo>
                  <a:cubicBezTo>
                    <a:pt x="39857" y="79572"/>
                    <a:pt x="39857" y="79572"/>
                    <a:pt x="39857" y="79572"/>
                  </a:cubicBezTo>
                  <a:lnTo>
                    <a:pt x="39857" y="79572"/>
                  </a:lnTo>
                  <a:cubicBezTo>
                    <a:pt x="26571" y="79572"/>
                    <a:pt x="26571" y="79572"/>
                    <a:pt x="26571" y="79572"/>
                  </a:cubicBezTo>
                  <a:lnTo>
                    <a:pt x="26571" y="79572"/>
                  </a:lnTo>
                  <a:cubicBezTo>
                    <a:pt x="26571" y="99465"/>
                    <a:pt x="13285" y="99465"/>
                    <a:pt x="13285" y="99465"/>
                  </a:cubicBezTo>
                  <a:lnTo>
                    <a:pt x="0" y="99465"/>
                  </a:lnTo>
                  <a:lnTo>
                    <a:pt x="0" y="99465"/>
                  </a:lnTo>
                  <a:lnTo>
                    <a:pt x="13285" y="99465"/>
                  </a:lnTo>
                  <a:cubicBezTo>
                    <a:pt x="26571" y="99465"/>
                    <a:pt x="39857" y="99465"/>
                    <a:pt x="39857" y="119358"/>
                  </a:cubicBezTo>
                  <a:lnTo>
                    <a:pt x="53142" y="119358"/>
                  </a:lnTo>
                  <a:cubicBezTo>
                    <a:pt x="53142" y="119358"/>
                    <a:pt x="53142" y="119358"/>
                    <a:pt x="66428" y="99465"/>
                  </a:cubicBezTo>
                  <a:lnTo>
                    <a:pt x="66428" y="99465"/>
                  </a:lnTo>
                  <a:cubicBezTo>
                    <a:pt x="66428" y="99465"/>
                    <a:pt x="79714" y="79572"/>
                    <a:pt x="93000" y="79572"/>
                  </a:cubicBezTo>
                  <a:lnTo>
                    <a:pt x="93000" y="79572"/>
                  </a:lnTo>
                  <a:lnTo>
                    <a:pt x="93000" y="59679"/>
                  </a:lnTo>
                  <a:lnTo>
                    <a:pt x="106285" y="59679"/>
                  </a:lnTo>
                  <a:lnTo>
                    <a:pt x="106285" y="59679"/>
                  </a:lnTo>
                  <a:lnTo>
                    <a:pt x="119571" y="39786"/>
                  </a:lnTo>
                  <a:lnTo>
                    <a:pt x="119571" y="39786"/>
                  </a:lnTo>
                  <a:lnTo>
                    <a:pt x="119571" y="39786"/>
                  </a:lnTo>
                  <a:cubicBezTo>
                    <a:pt x="106285" y="39786"/>
                    <a:pt x="106285" y="39786"/>
                    <a:pt x="93000" y="19893"/>
                  </a:cubicBezTo>
                  <a:lnTo>
                    <a:pt x="93000" y="19893"/>
                  </a:lnTo>
                  <a:lnTo>
                    <a:pt x="93000" y="19893"/>
                  </a:lnTo>
                  <a:lnTo>
                    <a:pt x="93000" y="19893"/>
                  </a:lnTo>
                  <a:cubicBezTo>
                    <a:pt x="79714" y="19893"/>
                    <a:pt x="79714" y="19893"/>
                    <a:pt x="79714" y="0"/>
                  </a:cubicBezTo>
                  <a:lnTo>
                    <a:pt x="79714" y="0"/>
                  </a:lnTo>
                  <a:cubicBezTo>
                    <a:pt x="66428" y="0"/>
                    <a:pt x="66428" y="0"/>
                    <a:pt x="53142" y="0"/>
                  </a:cubicBezTo>
                  <a:cubicBezTo>
                    <a:pt x="53142" y="19893"/>
                    <a:pt x="66428" y="19893"/>
                    <a:pt x="66428" y="1989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3" name="Shape 11843"/>
            <p:cNvSpPr/>
            <p:nvPr/>
          </p:nvSpPr>
          <p:spPr>
            <a:xfrm>
              <a:off x="3890963" y="820738"/>
              <a:ext cx="77787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064" y="0"/>
                  </a:moveTo>
                  <a:lnTo>
                    <a:pt x="17064" y="0"/>
                  </a:lnTo>
                  <a:lnTo>
                    <a:pt x="34128" y="116250"/>
                  </a:lnTo>
                  <a:cubicBezTo>
                    <a:pt x="51192" y="116250"/>
                    <a:pt x="51192" y="116250"/>
                    <a:pt x="51192" y="116250"/>
                  </a:cubicBezTo>
                  <a:lnTo>
                    <a:pt x="51192" y="116250"/>
                  </a:lnTo>
                  <a:lnTo>
                    <a:pt x="51192" y="116250"/>
                  </a:lnTo>
                  <a:lnTo>
                    <a:pt x="68256" y="116250"/>
                  </a:lnTo>
                  <a:lnTo>
                    <a:pt x="68256" y="116250"/>
                  </a:lnTo>
                  <a:cubicBezTo>
                    <a:pt x="68256" y="116250"/>
                    <a:pt x="85321" y="116250"/>
                    <a:pt x="102385" y="116250"/>
                  </a:cubicBezTo>
                  <a:lnTo>
                    <a:pt x="102385" y="116250"/>
                  </a:lnTo>
                  <a:cubicBezTo>
                    <a:pt x="102385" y="116250"/>
                    <a:pt x="102385" y="0"/>
                    <a:pt x="119449" y="0"/>
                  </a:cubicBezTo>
                  <a:lnTo>
                    <a:pt x="119449" y="0"/>
                  </a:lnTo>
                  <a:cubicBezTo>
                    <a:pt x="102385" y="0"/>
                    <a:pt x="102385" y="0"/>
                    <a:pt x="102385" y="0"/>
                  </a:cubicBezTo>
                  <a:lnTo>
                    <a:pt x="102385" y="0"/>
                  </a:lnTo>
                  <a:cubicBezTo>
                    <a:pt x="85321" y="0"/>
                    <a:pt x="85321" y="116250"/>
                    <a:pt x="68256" y="116250"/>
                  </a:cubicBezTo>
                  <a:cubicBezTo>
                    <a:pt x="68256" y="116250"/>
                    <a:pt x="68256" y="116250"/>
                    <a:pt x="51192" y="0"/>
                  </a:cubicBezTo>
                  <a:lnTo>
                    <a:pt x="51192" y="0"/>
                  </a:lnTo>
                  <a:lnTo>
                    <a:pt x="51192" y="0"/>
                  </a:lnTo>
                  <a:lnTo>
                    <a:pt x="34128" y="0"/>
                  </a:lnTo>
                  <a:cubicBezTo>
                    <a:pt x="34128" y="0"/>
                    <a:pt x="34128" y="0"/>
                    <a:pt x="1706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17064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4" name="Shape 11844"/>
            <p:cNvSpPr/>
            <p:nvPr/>
          </p:nvSpPr>
          <p:spPr>
            <a:xfrm>
              <a:off x="6469063" y="2728913"/>
              <a:ext cx="168275" cy="1571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59862"/>
                  </a:moveTo>
                  <a:lnTo>
                    <a:pt x="0" y="59862"/>
                  </a:lnTo>
                  <a:cubicBezTo>
                    <a:pt x="0" y="59862"/>
                    <a:pt x="0" y="59862"/>
                    <a:pt x="0" y="68413"/>
                  </a:cubicBezTo>
                  <a:lnTo>
                    <a:pt x="0" y="68413"/>
                  </a:lnTo>
                  <a:cubicBezTo>
                    <a:pt x="0" y="68413"/>
                    <a:pt x="0" y="68413"/>
                    <a:pt x="0" y="85517"/>
                  </a:cubicBezTo>
                  <a:cubicBezTo>
                    <a:pt x="0" y="85517"/>
                    <a:pt x="0" y="94068"/>
                    <a:pt x="0" y="102620"/>
                  </a:cubicBezTo>
                  <a:lnTo>
                    <a:pt x="7982" y="102620"/>
                  </a:lnTo>
                  <a:lnTo>
                    <a:pt x="7982" y="102620"/>
                  </a:lnTo>
                  <a:lnTo>
                    <a:pt x="7982" y="102620"/>
                  </a:lnTo>
                  <a:lnTo>
                    <a:pt x="7982" y="102620"/>
                  </a:lnTo>
                  <a:cubicBezTo>
                    <a:pt x="15965" y="102620"/>
                    <a:pt x="15965" y="102620"/>
                    <a:pt x="15965" y="102620"/>
                  </a:cubicBezTo>
                  <a:lnTo>
                    <a:pt x="23948" y="102620"/>
                  </a:lnTo>
                  <a:lnTo>
                    <a:pt x="23948" y="102620"/>
                  </a:lnTo>
                  <a:lnTo>
                    <a:pt x="23948" y="102620"/>
                  </a:lnTo>
                  <a:lnTo>
                    <a:pt x="23948" y="102620"/>
                  </a:lnTo>
                  <a:cubicBezTo>
                    <a:pt x="23948" y="94068"/>
                    <a:pt x="31931" y="94068"/>
                    <a:pt x="31931" y="94068"/>
                  </a:cubicBezTo>
                  <a:cubicBezTo>
                    <a:pt x="31931" y="94068"/>
                    <a:pt x="31931" y="94068"/>
                    <a:pt x="31931" y="85517"/>
                  </a:cubicBezTo>
                  <a:cubicBezTo>
                    <a:pt x="39914" y="76965"/>
                    <a:pt x="47896" y="76965"/>
                    <a:pt x="47896" y="76965"/>
                  </a:cubicBezTo>
                  <a:cubicBezTo>
                    <a:pt x="47896" y="76965"/>
                    <a:pt x="47896" y="76965"/>
                    <a:pt x="55879" y="76965"/>
                  </a:cubicBezTo>
                  <a:lnTo>
                    <a:pt x="55879" y="76965"/>
                  </a:lnTo>
                  <a:cubicBezTo>
                    <a:pt x="63862" y="76965"/>
                    <a:pt x="63862" y="76965"/>
                    <a:pt x="63862" y="76965"/>
                  </a:cubicBezTo>
                  <a:lnTo>
                    <a:pt x="71845" y="76965"/>
                  </a:lnTo>
                  <a:cubicBezTo>
                    <a:pt x="79828" y="85517"/>
                    <a:pt x="79828" y="85517"/>
                    <a:pt x="79828" y="85517"/>
                  </a:cubicBezTo>
                  <a:lnTo>
                    <a:pt x="79828" y="94068"/>
                  </a:lnTo>
                  <a:lnTo>
                    <a:pt x="79828" y="94068"/>
                  </a:lnTo>
                  <a:cubicBezTo>
                    <a:pt x="87811" y="94068"/>
                    <a:pt x="87811" y="94068"/>
                    <a:pt x="87811" y="102620"/>
                  </a:cubicBezTo>
                  <a:lnTo>
                    <a:pt x="87811" y="102620"/>
                  </a:lnTo>
                  <a:lnTo>
                    <a:pt x="87811" y="102620"/>
                  </a:lnTo>
                  <a:cubicBezTo>
                    <a:pt x="95793" y="102620"/>
                    <a:pt x="95793" y="111172"/>
                    <a:pt x="95793" y="111172"/>
                  </a:cubicBezTo>
                  <a:lnTo>
                    <a:pt x="95793" y="111172"/>
                  </a:lnTo>
                  <a:lnTo>
                    <a:pt x="103776" y="111172"/>
                  </a:lnTo>
                  <a:lnTo>
                    <a:pt x="103776" y="111172"/>
                  </a:lnTo>
                  <a:lnTo>
                    <a:pt x="103776" y="111172"/>
                  </a:lnTo>
                  <a:lnTo>
                    <a:pt x="111759" y="119724"/>
                  </a:lnTo>
                  <a:cubicBezTo>
                    <a:pt x="119742" y="119724"/>
                    <a:pt x="119742" y="119724"/>
                    <a:pt x="119742" y="119724"/>
                  </a:cubicBezTo>
                  <a:cubicBezTo>
                    <a:pt x="111759" y="119724"/>
                    <a:pt x="111759" y="111172"/>
                    <a:pt x="111759" y="111172"/>
                  </a:cubicBezTo>
                  <a:lnTo>
                    <a:pt x="111759" y="111172"/>
                  </a:lnTo>
                  <a:cubicBezTo>
                    <a:pt x="111759" y="111172"/>
                    <a:pt x="103776" y="111172"/>
                    <a:pt x="103776" y="102620"/>
                  </a:cubicBezTo>
                  <a:lnTo>
                    <a:pt x="95793" y="102620"/>
                  </a:lnTo>
                  <a:cubicBezTo>
                    <a:pt x="95793" y="94068"/>
                    <a:pt x="95793" y="94068"/>
                    <a:pt x="95793" y="94068"/>
                  </a:cubicBezTo>
                  <a:cubicBezTo>
                    <a:pt x="95793" y="85517"/>
                    <a:pt x="87811" y="85517"/>
                    <a:pt x="87811" y="85517"/>
                  </a:cubicBezTo>
                  <a:lnTo>
                    <a:pt x="87811" y="76965"/>
                  </a:lnTo>
                  <a:cubicBezTo>
                    <a:pt x="79828" y="76965"/>
                    <a:pt x="79828" y="68413"/>
                    <a:pt x="79828" y="68413"/>
                  </a:cubicBezTo>
                  <a:cubicBezTo>
                    <a:pt x="79828" y="59862"/>
                    <a:pt x="79828" y="59862"/>
                    <a:pt x="79828" y="59862"/>
                  </a:cubicBezTo>
                  <a:cubicBezTo>
                    <a:pt x="79828" y="51310"/>
                    <a:pt x="79828" y="51310"/>
                    <a:pt x="87811" y="51310"/>
                  </a:cubicBezTo>
                  <a:cubicBezTo>
                    <a:pt x="79828" y="51310"/>
                    <a:pt x="79828" y="51310"/>
                    <a:pt x="79828" y="51310"/>
                  </a:cubicBezTo>
                  <a:cubicBezTo>
                    <a:pt x="79828" y="51310"/>
                    <a:pt x="79828" y="51310"/>
                    <a:pt x="71845" y="51310"/>
                  </a:cubicBezTo>
                  <a:cubicBezTo>
                    <a:pt x="71845" y="51310"/>
                    <a:pt x="63862" y="51310"/>
                    <a:pt x="63862" y="42758"/>
                  </a:cubicBezTo>
                  <a:lnTo>
                    <a:pt x="63862" y="34206"/>
                  </a:lnTo>
                  <a:cubicBezTo>
                    <a:pt x="63862" y="34206"/>
                    <a:pt x="63862" y="34206"/>
                    <a:pt x="63862" y="25655"/>
                  </a:cubicBezTo>
                  <a:lnTo>
                    <a:pt x="63862" y="25655"/>
                  </a:lnTo>
                  <a:cubicBezTo>
                    <a:pt x="55879" y="25655"/>
                    <a:pt x="55879" y="25655"/>
                    <a:pt x="55879" y="17103"/>
                  </a:cubicBezTo>
                  <a:cubicBezTo>
                    <a:pt x="47896" y="17103"/>
                    <a:pt x="47896" y="17103"/>
                    <a:pt x="47896" y="17103"/>
                  </a:cubicBezTo>
                  <a:lnTo>
                    <a:pt x="47896" y="17103"/>
                  </a:lnTo>
                  <a:lnTo>
                    <a:pt x="47896" y="17103"/>
                  </a:lnTo>
                  <a:lnTo>
                    <a:pt x="47896" y="17103"/>
                  </a:lnTo>
                  <a:lnTo>
                    <a:pt x="47896" y="17103"/>
                  </a:lnTo>
                  <a:cubicBezTo>
                    <a:pt x="39914" y="17103"/>
                    <a:pt x="39914" y="17103"/>
                    <a:pt x="31931" y="8551"/>
                  </a:cubicBezTo>
                  <a:lnTo>
                    <a:pt x="31931" y="8551"/>
                  </a:lnTo>
                  <a:lnTo>
                    <a:pt x="31931" y="8551"/>
                  </a:lnTo>
                  <a:cubicBezTo>
                    <a:pt x="23948" y="8551"/>
                    <a:pt x="23948" y="8551"/>
                    <a:pt x="23948" y="8551"/>
                  </a:cubicBezTo>
                  <a:lnTo>
                    <a:pt x="15965" y="0"/>
                  </a:lnTo>
                  <a:cubicBezTo>
                    <a:pt x="15965" y="0"/>
                    <a:pt x="7982" y="0"/>
                    <a:pt x="0" y="0"/>
                  </a:cubicBezTo>
                  <a:cubicBezTo>
                    <a:pt x="0" y="51310"/>
                    <a:pt x="0" y="51310"/>
                    <a:pt x="0" y="51310"/>
                  </a:cubicBezTo>
                  <a:cubicBezTo>
                    <a:pt x="7982" y="51310"/>
                    <a:pt x="7982" y="51310"/>
                    <a:pt x="7982" y="51310"/>
                  </a:cubicBezTo>
                  <a:cubicBezTo>
                    <a:pt x="0" y="51310"/>
                    <a:pt x="0" y="51310"/>
                    <a:pt x="0" y="51310"/>
                  </a:cubicBezTo>
                  <a:lnTo>
                    <a:pt x="0" y="59862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5" name="Shape 11845"/>
            <p:cNvSpPr/>
            <p:nvPr/>
          </p:nvSpPr>
          <p:spPr>
            <a:xfrm>
              <a:off x="4605338" y="1377950"/>
              <a:ext cx="781050" cy="3238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53806"/>
                  </a:moveTo>
                  <a:lnTo>
                    <a:pt x="0" y="53806"/>
                  </a:lnTo>
                  <a:cubicBezTo>
                    <a:pt x="0" y="57935"/>
                    <a:pt x="0" y="57935"/>
                    <a:pt x="0" y="57935"/>
                  </a:cubicBezTo>
                  <a:lnTo>
                    <a:pt x="0" y="57935"/>
                  </a:lnTo>
                  <a:cubicBezTo>
                    <a:pt x="1714" y="57935"/>
                    <a:pt x="1714" y="57935"/>
                    <a:pt x="1714" y="57935"/>
                  </a:cubicBezTo>
                  <a:lnTo>
                    <a:pt x="3373" y="61931"/>
                  </a:lnTo>
                  <a:cubicBezTo>
                    <a:pt x="3373" y="61931"/>
                    <a:pt x="3373" y="61931"/>
                    <a:pt x="3373" y="66193"/>
                  </a:cubicBezTo>
                  <a:lnTo>
                    <a:pt x="5142" y="66193"/>
                  </a:lnTo>
                  <a:cubicBezTo>
                    <a:pt x="6857" y="66193"/>
                    <a:pt x="6857" y="70321"/>
                    <a:pt x="6857" y="70321"/>
                  </a:cubicBezTo>
                  <a:lnTo>
                    <a:pt x="6857" y="70321"/>
                  </a:lnTo>
                  <a:lnTo>
                    <a:pt x="6857" y="70321"/>
                  </a:lnTo>
                  <a:lnTo>
                    <a:pt x="8571" y="70321"/>
                  </a:lnTo>
                  <a:lnTo>
                    <a:pt x="8571" y="70321"/>
                  </a:lnTo>
                  <a:cubicBezTo>
                    <a:pt x="8571" y="66193"/>
                    <a:pt x="10230" y="66193"/>
                    <a:pt x="10230" y="66193"/>
                  </a:cubicBezTo>
                  <a:lnTo>
                    <a:pt x="12000" y="66193"/>
                  </a:lnTo>
                  <a:lnTo>
                    <a:pt x="12000" y="66193"/>
                  </a:lnTo>
                  <a:cubicBezTo>
                    <a:pt x="12000" y="66193"/>
                    <a:pt x="12000" y="66193"/>
                    <a:pt x="13714" y="66193"/>
                  </a:cubicBezTo>
                  <a:lnTo>
                    <a:pt x="13714" y="66193"/>
                  </a:lnTo>
                  <a:lnTo>
                    <a:pt x="13714" y="66193"/>
                  </a:lnTo>
                  <a:lnTo>
                    <a:pt x="15428" y="66193"/>
                  </a:lnTo>
                  <a:lnTo>
                    <a:pt x="17087" y="66193"/>
                  </a:lnTo>
                  <a:lnTo>
                    <a:pt x="18857" y="66193"/>
                  </a:lnTo>
                  <a:cubicBezTo>
                    <a:pt x="18857" y="70321"/>
                    <a:pt x="18857" y="70321"/>
                    <a:pt x="18857" y="70321"/>
                  </a:cubicBezTo>
                  <a:lnTo>
                    <a:pt x="18857" y="70321"/>
                  </a:lnTo>
                  <a:cubicBezTo>
                    <a:pt x="18857" y="70321"/>
                    <a:pt x="18857" y="70321"/>
                    <a:pt x="18857" y="74450"/>
                  </a:cubicBezTo>
                  <a:lnTo>
                    <a:pt x="18857" y="78446"/>
                  </a:lnTo>
                  <a:cubicBezTo>
                    <a:pt x="18857" y="82708"/>
                    <a:pt x="18857" y="86836"/>
                    <a:pt x="17087" y="86836"/>
                  </a:cubicBezTo>
                  <a:lnTo>
                    <a:pt x="17087" y="86836"/>
                  </a:lnTo>
                  <a:cubicBezTo>
                    <a:pt x="17087" y="86836"/>
                    <a:pt x="17087" y="86836"/>
                    <a:pt x="15428" y="86836"/>
                  </a:cubicBezTo>
                  <a:lnTo>
                    <a:pt x="13714" y="86836"/>
                  </a:lnTo>
                  <a:lnTo>
                    <a:pt x="13714" y="86836"/>
                  </a:lnTo>
                  <a:lnTo>
                    <a:pt x="13714" y="86836"/>
                  </a:lnTo>
                  <a:lnTo>
                    <a:pt x="13714" y="90965"/>
                  </a:lnTo>
                  <a:cubicBezTo>
                    <a:pt x="13714" y="90965"/>
                    <a:pt x="13714" y="94961"/>
                    <a:pt x="12000" y="94961"/>
                  </a:cubicBezTo>
                  <a:cubicBezTo>
                    <a:pt x="13714" y="94961"/>
                    <a:pt x="13714" y="99223"/>
                    <a:pt x="13714" y="99223"/>
                  </a:cubicBezTo>
                  <a:lnTo>
                    <a:pt x="13714" y="99223"/>
                  </a:lnTo>
                  <a:cubicBezTo>
                    <a:pt x="13714" y="99223"/>
                    <a:pt x="13714" y="99223"/>
                    <a:pt x="15428" y="99223"/>
                  </a:cubicBezTo>
                  <a:lnTo>
                    <a:pt x="15428" y="99223"/>
                  </a:lnTo>
                  <a:cubicBezTo>
                    <a:pt x="15428" y="103351"/>
                    <a:pt x="17087" y="103351"/>
                    <a:pt x="17087" y="103351"/>
                  </a:cubicBezTo>
                  <a:cubicBezTo>
                    <a:pt x="17087" y="107347"/>
                    <a:pt x="17087" y="107347"/>
                    <a:pt x="17087" y="107347"/>
                  </a:cubicBezTo>
                  <a:lnTo>
                    <a:pt x="18857" y="107347"/>
                  </a:lnTo>
                  <a:lnTo>
                    <a:pt x="18857" y="107347"/>
                  </a:lnTo>
                  <a:cubicBezTo>
                    <a:pt x="20571" y="107347"/>
                    <a:pt x="20571" y="103351"/>
                    <a:pt x="20571" y="103351"/>
                  </a:cubicBezTo>
                  <a:lnTo>
                    <a:pt x="20571" y="103351"/>
                  </a:lnTo>
                  <a:lnTo>
                    <a:pt x="22285" y="107347"/>
                  </a:lnTo>
                  <a:cubicBezTo>
                    <a:pt x="23944" y="107347"/>
                    <a:pt x="23944" y="111476"/>
                    <a:pt x="25714" y="111476"/>
                  </a:cubicBezTo>
                  <a:cubicBezTo>
                    <a:pt x="25714" y="115738"/>
                    <a:pt x="25714" y="115738"/>
                    <a:pt x="25714" y="115738"/>
                  </a:cubicBezTo>
                  <a:cubicBezTo>
                    <a:pt x="25714" y="82708"/>
                    <a:pt x="25714" y="82708"/>
                    <a:pt x="25714" y="82708"/>
                  </a:cubicBezTo>
                  <a:cubicBezTo>
                    <a:pt x="34285" y="78446"/>
                    <a:pt x="34285" y="78446"/>
                    <a:pt x="34285" y="78446"/>
                  </a:cubicBezTo>
                  <a:cubicBezTo>
                    <a:pt x="36000" y="78446"/>
                    <a:pt x="36000" y="78446"/>
                    <a:pt x="36000" y="78446"/>
                  </a:cubicBezTo>
                  <a:lnTo>
                    <a:pt x="37658" y="74450"/>
                  </a:lnTo>
                  <a:lnTo>
                    <a:pt x="37658" y="74450"/>
                  </a:lnTo>
                  <a:cubicBezTo>
                    <a:pt x="39428" y="74450"/>
                    <a:pt x="39428" y="74450"/>
                    <a:pt x="39428" y="74450"/>
                  </a:cubicBezTo>
                  <a:cubicBezTo>
                    <a:pt x="39428" y="74450"/>
                    <a:pt x="39428" y="74450"/>
                    <a:pt x="41142" y="74450"/>
                  </a:cubicBezTo>
                  <a:lnTo>
                    <a:pt x="41142" y="74450"/>
                  </a:lnTo>
                  <a:cubicBezTo>
                    <a:pt x="41142" y="74450"/>
                    <a:pt x="41142" y="74450"/>
                    <a:pt x="42857" y="78446"/>
                  </a:cubicBezTo>
                  <a:lnTo>
                    <a:pt x="42857" y="78446"/>
                  </a:lnTo>
                  <a:lnTo>
                    <a:pt x="42857" y="82708"/>
                  </a:lnTo>
                  <a:cubicBezTo>
                    <a:pt x="42857" y="86836"/>
                    <a:pt x="42857" y="86836"/>
                    <a:pt x="42857" y="90965"/>
                  </a:cubicBezTo>
                  <a:lnTo>
                    <a:pt x="42857" y="90965"/>
                  </a:lnTo>
                  <a:lnTo>
                    <a:pt x="42857" y="90965"/>
                  </a:lnTo>
                  <a:cubicBezTo>
                    <a:pt x="42857" y="90965"/>
                    <a:pt x="44516" y="90965"/>
                    <a:pt x="44516" y="94961"/>
                  </a:cubicBezTo>
                  <a:lnTo>
                    <a:pt x="44516" y="94961"/>
                  </a:lnTo>
                  <a:lnTo>
                    <a:pt x="46285" y="94961"/>
                  </a:lnTo>
                  <a:lnTo>
                    <a:pt x="46285" y="94961"/>
                  </a:lnTo>
                  <a:lnTo>
                    <a:pt x="46285" y="94961"/>
                  </a:lnTo>
                  <a:cubicBezTo>
                    <a:pt x="48000" y="94961"/>
                    <a:pt x="48000" y="94961"/>
                    <a:pt x="48000" y="94961"/>
                  </a:cubicBezTo>
                  <a:cubicBezTo>
                    <a:pt x="49714" y="94961"/>
                    <a:pt x="49714" y="94961"/>
                    <a:pt x="51373" y="94961"/>
                  </a:cubicBezTo>
                  <a:lnTo>
                    <a:pt x="51373" y="94961"/>
                  </a:lnTo>
                  <a:lnTo>
                    <a:pt x="51373" y="94961"/>
                  </a:lnTo>
                  <a:lnTo>
                    <a:pt x="53142" y="94961"/>
                  </a:lnTo>
                  <a:lnTo>
                    <a:pt x="53142" y="94961"/>
                  </a:lnTo>
                  <a:lnTo>
                    <a:pt x="53142" y="94961"/>
                  </a:lnTo>
                  <a:cubicBezTo>
                    <a:pt x="54857" y="94961"/>
                    <a:pt x="54857" y="94961"/>
                    <a:pt x="54857" y="94961"/>
                  </a:cubicBezTo>
                  <a:lnTo>
                    <a:pt x="54857" y="94961"/>
                  </a:lnTo>
                  <a:cubicBezTo>
                    <a:pt x="56571" y="94961"/>
                    <a:pt x="56571" y="94961"/>
                    <a:pt x="56571" y="94961"/>
                  </a:cubicBezTo>
                  <a:cubicBezTo>
                    <a:pt x="56571" y="99223"/>
                    <a:pt x="56571" y="99223"/>
                    <a:pt x="56571" y="99223"/>
                  </a:cubicBezTo>
                  <a:cubicBezTo>
                    <a:pt x="58230" y="99223"/>
                    <a:pt x="58230" y="99223"/>
                    <a:pt x="58230" y="103351"/>
                  </a:cubicBezTo>
                  <a:cubicBezTo>
                    <a:pt x="58230" y="103351"/>
                    <a:pt x="58230" y="103351"/>
                    <a:pt x="58230" y="107347"/>
                  </a:cubicBezTo>
                  <a:lnTo>
                    <a:pt x="58230" y="107347"/>
                  </a:lnTo>
                  <a:cubicBezTo>
                    <a:pt x="58230" y="107347"/>
                    <a:pt x="58230" y="107347"/>
                    <a:pt x="60000" y="107347"/>
                  </a:cubicBezTo>
                  <a:cubicBezTo>
                    <a:pt x="60000" y="111476"/>
                    <a:pt x="60000" y="111476"/>
                    <a:pt x="60000" y="115738"/>
                  </a:cubicBezTo>
                  <a:lnTo>
                    <a:pt x="61714" y="115738"/>
                  </a:lnTo>
                  <a:lnTo>
                    <a:pt x="61714" y="115738"/>
                  </a:lnTo>
                  <a:lnTo>
                    <a:pt x="61714" y="115738"/>
                  </a:lnTo>
                  <a:lnTo>
                    <a:pt x="61714" y="115738"/>
                  </a:lnTo>
                  <a:lnTo>
                    <a:pt x="61714" y="115738"/>
                  </a:lnTo>
                  <a:lnTo>
                    <a:pt x="61714" y="115738"/>
                  </a:lnTo>
                  <a:cubicBezTo>
                    <a:pt x="61714" y="115738"/>
                    <a:pt x="61714" y="115738"/>
                    <a:pt x="63428" y="115738"/>
                  </a:cubicBezTo>
                  <a:lnTo>
                    <a:pt x="63428" y="115738"/>
                  </a:lnTo>
                  <a:cubicBezTo>
                    <a:pt x="63428" y="115738"/>
                    <a:pt x="65087" y="115738"/>
                    <a:pt x="65087" y="119866"/>
                  </a:cubicBezTo>
                  <a:lnTo>
                    <a:pt x="65087" y="119866"/>
                  </a:lnTo>
                  <a:lnTo>
                    <a:pt x="65087" y="119866"/>
                  </a:lnTo>
                  <a:lnTo>
                    <a:pt x="65087" y="119866"/>
                  </a:lnTo>
                  <a:lnTo>
                    <a:pt x="65087" y="115738"/>
                  </a:lnTo>
                  <a:lnTo>
                    <a:pt x="65087" y="115738"/>
                  </a:lnTo>
                  <a:lnTo>
                    <a:pt x="65087" y="115738"/>
                  </a:lnTo>
                  <a:lnTo>
                    <a:pt x="65087" y="115738"/>
                  </a:lnTo>
                  <a:cubicBezTo>
                    <a:pt x="65087" y="111476"/>
                    <a:pt x="65087" y="111476"/>
                    <a:pt x="65087" y="111476"/>
                  </a:cubicBezTo>
                  <a:cubicBezTo>
                    <a:pt x="65087" y="115738"/>
                    <a:pt x="65087" y="115738"/>
                    <a:pt x="65087" y="115738"/>
                  </a:cubicBezTo>
                  <a:cubicBezTo>
                    <a:pt x="65087" y="115738"/>
                    <a:pt x="65087" y="111476"/>
                    <a:pt x="66801" y="111476"/>
                  </a:cubicBezTo>
                  <a:lnTo>
                    <a:pt x="66801" y="111476"/>
                  </a:lnTo>
                  <a:cubicBezTo>
                    <a:pt x="68571" y="111476"/>
                    <a:pt x="68571" y="111476"/>
                    <a:pt x="70285" y="111476"/>
                  </a:cubicBezTo>
                  <a:cubicBezTo>
                    <a:pt x="70285" y="107347"/>
                    <a:pt x="70285" y="107347"/>
                    <a:pt x="70285" y="107347"/>
                  </a:cubicBezTo>
                  <a:lnTo>
                    <a:pt x="70285" y="107347"/>
                  </a:lnTo>
                  <a:lnTo>
                    <a:pt x="70285" y="107347"/>
                  </a:lnTo>
                  <a:cubicBezTo>
                    <a:pt x="71944" y="107347"/>
                    <a:pt x="71944" y="107347"/>
                    <a:pt x="71944" y="107347"/>
                  </a:cubicBezTo>
                  <a:cubicBezTo>
                    <a:pt x="71944" y="103351"/>
                    <a:pt x="71944" y="103351"/>
                    <a:pt x="73714" y="99223"/>
                  </a:cubicBezTo>
                  <a:lnTo>
                    <a:pt x="75428" y="99223"/>
                  </a:lnTo>
                  <a:lnTo>
                    <a:pt x="77087" y="103351"/>
                  </a:lnTo>
                  <a:cubicBezTo>
                    <a:pt x="78801" y="103351"/>
                    <a:pt x="78801" y="103351"/>
                    <a:pt x="78801" y="103351"/>
                  </a:cubicBezTo>
                  <a:cubicBezTo>
                    <a:pt x="78801" y="103351"/>
                    <a:pt x="78801" y="103351"/>
                    <a:pt x="78801" y="99223"/>
                  </a:cubicBezTo>
                  <a:lnTo>
                    <a:pt x="80571" y="99223"/>
                  </a:lnTo>
                  <a:cubicBezTo>
                    <a:pt x="82285" y="99223"/>
                    <a:pt x="82285" y="99223"/>
                    <a:pt x="82285" y="99223"/>
                  </a:cubicBezTo>
                  <a:cubicBezTo>
                    <a:pt x="82285" y="99223"/>
                    <a:pt x="82285" y="99223"/>
                    <a:pt x="83944" y="99223"/>
                  </a:cubicBezTo>
                  <a:lnTo>
                    <a:pt x="83944" y="99223"/>
                  </a:lnTo>
                  <a:cubicBezTo>
                    <a:pt x="85658" y="99223"/>
                    <a:pt x="85658" y="99223"/>
                    <a:pt x="85658" y="99223"/>
                  </a:cubicBezTo>
                  <a:lnTo>
                    <a:pt x="85658" y="99223"/>
                  </a:lnTo>
                  <a:lnTo>
                    <a:pt x="87428" y="99223"/>
                  </a:lnTo>
                  <a:lnTo>
                    <a:pt x="87428" y="99223"/>
                  </a:lnTo>
                  <a:lnTo>
                    <a:pt x="89142" y="99223"/>
                  </a:lnTo>
                  <a:lnTo>
                    <a:pt x="89142" y="99223"/>
                  </a:lnTo>
                  <a:lnTo>
                    <a:pt x="90801" y="99223"/>
                  </a:lnTo>
                  <a:lnTo>
                    <a:pt x="90801" y="99223"/>
                  </a:lnTo>
                  <a:cubicBezTo>
                    <a:pt x="90801" y="99223"/>
                    <a:pt x="90801" y="99223"/>
                    <a:pt x="92516" y="99223"/>
                  </a:cubicBezTo>
                  <a:lnTo>
                    <a:pt x="92516" y="99223"/>
                  </a:lnTo>
                  <a:cubicBezTo>
                    <a:pt x="92516" y="99223"/>
                    <a:pt x="92516" y="99223"/>
                    <a:pt x="94285" y="99223"/>
                  </a:cubicBezTo>
                  <a:lnTo>
                    <a:pt x="94285" y="99223"/>
                  </a:lnTo>
                  <a:lnTo>
                    <a:pt x="94285" y="99223"/>
                  </a:lnTo>
                  <a:cubicBezTo>
                    <a:pt x="96000" y="99223"/>
                    <a:pt x="96000" y="99223"/>
                    <a:pt x="96000" y="99223"/>
                  </a:cubicBezTo>
                  <a:lnTo>
                    <a:pt x="96000" y="99223"/>
                  </a:lnTo>
                  <a:cubicBezTo>
                    <a:pt x="97658" y="99223"/>
                    <a:pt x="97658" y="103351"/>
                    <a:pt x="97658" y="103351"/>
                  </a:cubicBezTo>
                  <a:cubicBezTo>
                    <a:pt x="99373" y="103351"/>
                    <a:pt x="99373" y="103351"/>
                    <a:pt x="99373" y="103351"/>
                  </a:cubicBezTo>
                  <a:lnTo>
                    <a:pt x="99373" y="103351"/>
                  </a:lnTo>
                  <a:lnTo>
                    <a:pt x="99373" y="103351"/>
                  </a:lnTo>
                  <a:cubicBezTo>
                    <a:pt x="99373" y="103351"/>
                    <a:pt x="99373" y="103351"/>
                    <a:pt x="101142" y="99223"/>
                  </a:cubicBezTo>
                  <a:lnTo>
                    <a:pt x="101142" y="99223"/>
                  </a:lnTo>
                  <a:lnTo>
                    <a:pt x="101142" y="99223"/>
                  </a:lnTo>
                  <a:lnTo>
                    <a:pt x="101142" y="99223"/>
                  </a:lnTo>
                  <a:lnTo>
                    <a:pt x="101142" y="99223"/>
                  </a:lnTo>
                  <a:cubicBezTo>
                    <a:pt x="99373" y="94961"/>
                    <a:pt x="99373" y="94961"/>
                    <a:pt x="99373" y="90965"/>
                  </a:cubicBezTo>
                  <a:cubicBezTo>
                    <a:pt x="99373" y="90965"/>
                    <a:pt x="97658" y="90965"/>
                    <a:pt x="97658" y="86836"/>
                  </a:cubicBezTo>
                  <a:lnTo>
                    <a:pt x="97658" y="86836"/>
                  </a:lnTo>
                  <a:lnTo>
                    <a:pt x="97658" y="86836"/>
                  </a:lnTo>
                  <a:lnTo>
                    <a:pt x="97658" y="86836"/>
                  </a:lnTo>
                  <a:lnTo>
                    <a:pt x="97658" y="86836"/>
                  </a:lnTo>
                  <a:lnTo>
                    <a:pt x="97658" y="86836"/>
                  </a:lnTo>
                  <a:cubicBezTo>
                    <a:pt x="97658" y="86836"/>
                    <a:pt x="99373" y="86836"/>
                    <a:pt x="99373" y="82708"/>
                  </a:cubicBezTo>
                  <a:lnTo>
                    <a:pt x="99373" y="82708"/>
                  </a:lnTo>
                  <a:lnTo>
                    <a:pt x="99373" y="82708"/>
                  </a:lnTo>
                  <a:lnTo>
                    <a:pt x="99373" y="82708"/>
                  </a:lnTo>
                  <a:lnTo>
                    <a:pt x="101142" y="82708"/>
                  </a:lnTo>
                  <a:lnTo>
                    <a:pt x="102857" y="82708"/>
                  </a:lnTo>
                  <a:lnTo>
                    <a:pt x="102857" y="82708"/>
                  </a:lnTo>
                  <a:lnTo>
                    <a:pt x="102857" y="82708"/>
                  </a:lnTo>
                  <a:cubicBezTo>
                    <a:pt x="102857" y="78446"/>
                    <a:pt x="104516" y="78446"/>
                    <a:pt x="104516" y="78446"/>
                  </a:cubicBezTo>
                  <a:lnTo>
                    <a:pt x="104516" y="78446"/>
                  </a:lnTo>
                  <a:lnTo>
                    <a:pt x="106230" y="78446"/>
                  </a:lnTo>
                  <a:lnTo>
                    <a:pt x="106230" y="78446"/>
                  </a:lnTo>
                  <a:cubicBezTo>
                    <a:pt x="106230" y="78446"/>
                    <a:pt x="106230" y="78446"/>
                    <a:pt x="106230" y="74450"/>
                  </a:cubicBezTo>
                  <a:lnTo>
                    <a:pt x="106230" y="74450"/>
                  </a:lnTo>
                  <a:lnTo>
                    <a:pt x="106230" y="74450"/>
                  </a:lnTo>
                  <a:cubicBezTo>
                    <a:pt x="106230" y="70321"/>
                    <a:pt x="106230" y="70321"/>
                    <a:pt x="106230" y="70321"/>
                  </a:cubicBezTo>
                  <a:cubicBezTo>
                    <a:pt x="106230" y="70321"/>
                    <a:pt x="106230" y="66193"/>
                    <a:pt x="108000" y="66193"/>
                  </a:cubicBezTo>
                  <a:lnTo>
                    <a:pt x="108000" y="66193"/>
                  </a:lnTo>
                  <a:lnTo>
                    <a:pt x="109714" y="66193"/>
                  </a:lnTo>
                  <a:cubicBezTo>
                    <a:pt x="109714" y="66193"/>
                    <a:pt x="109714" y="66193"/>
                    <a:pt x="111373" y="66193"/>
                  </a:cubicBezTo>
                  <a:lnTo>
                    <a:pt x="111373" y="66193"/>
                  </a:lnTo>
                  <a:lnTo>
                    <a:pt x="111373" y="66193"/>
                  </a:lnTo>
                  <a:lnTo>
                    <a:pt x="113087" y="66193"/>
                  </a:lnTo>
                  <a:lnTo>
                    <a:pt x="113087" y="66193"/>
                  </a:lnTo>
                  <a:lnTo>
                    <a:pt x="113087" y="66193"/>
                  </a:lnTo>
                  <a:cubicBezTo>
                    <a:pt x="114857" y="66193"/>
                    <a:pt x="114857" y="66193"/>
                    <a:pt x="114857" y="66193"/>
                  </a:cubicBezTo>
                  <a:cubicBezTo>
                    <a:pt x="114857" y="66193"/>
                    <a:pt x="114857" y="66193"/>
                    <a:pt x="116571" y="66193"/>
                  </a:cubicBezTo>
                  <a:lnTo>
                    <a:pt x="116571" y="66193"/>
                  </a:lnTo>
                  <a:cubicBezTo>
                    <a:pt x="114857" y="61931"/>
                    <a:pt x="114857" y="61931"/>
                    <a:pt x="114857" y="61931"/>
                  </a:cubicBezTo>
                  <a:lnTo>
                    <a:pt x="114857" y="61931"/>
                  </a:lnTo>
                  <a:cubicBezTo>
                    <a:pt x="114857" y="57935"/>
                    <a:pt x="116571" y="57935"/>
                    <a:pt x="116571" y="53806"/>
                  </a:cubicBezTo>
                  <a:cubicBezTo>
                    <a:pt x="116571" y="53806"/>
                    <a:pt x="116571" y="53806"/>
                    <a:pt x="118230" y="53806"/>
                  </a:cubicBezTo>
                  <a:lnTo>
                    <a:pt x="118230" y="53806"/>
                  </a:lnTo>
                  <a:cubicBezTo>
                    <a:pt x="118230" y="53806"/>
                    <a:pt x="118230" y="53806"/>
                    <a:pt x="119944" y="53806"/>
                  </a:cubicBezTo>
                  <a:lnTo>
                    <a:pt x="119944" y="49678"/>
                  </a:lnTo>
                  <a:lnTo>
                    <a:pt x="119944" y="49678"/>
                  </a:lnTo>
                  <a:lnTo>
                    <a:pt x="119944" y="49678"/>
                  </a:lnTo>
                  <a:lnTo>
                    <a:pt x="119944" y="49678"/>
                  </a:lnTo>
                  <a:cubicBezTo>
                    <a:pt x="119944" y="49678"/>
                    <a:pt x="119944" y="49678"/>
                    <a:pt x="118230" y="49678"/>
                  </a:cubicBezTo>
                  <a:lnTo>
                    <a:pt x="118230" y="49678"/>
                  </a:lnTo>
                  <a:cubicBezTo>
                    <a:pt x="116571" y="49678"/>
                    <a:pt x="116571" y="49678"/>
                    <a:pt x="114857" y="49678"/>
                  </a:cubicBezTo>
                  <a:lnTo>
                    <a:pt x="114857" y="49678"/>
                  </a:lnTo>
                  <a:lnTo>
                    <a:pt x="113087" y="45416"/>
                  </a:lnTo>
                  <a:lnTo>
                    <a:pt x="113087" y="45416"/>
                  </a:lnTo>
                  <a:lnTo>
                    <a:pt x="113087" y="45416"/>
                  </a:lnTo>
                  <a:lnTo>
                    <a:pt x="113087" y="45416"/>
                  </a:lnTo>
                  <a:cubicBezTo>
                    <a:pt x="111373" y="45416"/>
                    <a:pt x="111373" y="41420"/>
                    <a:pt x="111373" y="41420"/>
                  </a:cubicBezTo>
                  <a:lnTo>
                    <a:pt x="111373" y="41420"/>
                  </a:lnTo>
                  <a:lnTo>
                    <a:pt x="111373" y="41420"/>
                  </a:lnTo>
                  <a:cubicBezTo>
                    <a:pt x="109714" y="41420"/>
                    <a:pt x="109714" y="37291"/>
                    <a:pt x="109714" y="37291"/>
                  </a:cubicBezTo>
                  <a:cubicBezTo>
                    <a:pt x="109714" y="41420"/>
                    <a:pt x="108000" y="41420"/>
                    <a:pt x="108000" y="41420"/>
                  </a:cubicBezTo>
                  <a:lnTo>
                    <a:pt x="108000" y="41420"/>
                  </a:lnTo>
                  <a:lnTo>
                    <a:pt x="108000" y="41420"/>
                  </a:lnTo>
                  <a:lnTo>
                    <a:pt x="108000" y="41420"/>
                  </a:lnTo>
                  <a:lnTo>
                    <a:pt x="108000" y="41420"/>
                  </a:lnTo>
                  <a:cubicBezTo>
                    <a:pt x="106230" y="41420"/>
                    <a:pt x="106230" y="41420"/>
                    <a:pt x="106230" y="41420"/>
                  </a:cubicBezTo>
                  <a:cubicBezTo>
                    <a:pt x="106230" y="41420"/>
                    <a:pt x="106230" y="41420"/>
                    <a:pt x="104516" y="41420"/>
                  </a:cubicBezTo>
                  <a:lnTo>
                    <a:pt x="104516" y="41420"/>
                  </a:lnTo>
                  <a:lnTo>
                    <a:pt x="104516" y="41420"/>
                  </a:lnTo>
                  <a:lnTo>
                    <a:pt x="104516" y="41420"/>
                  </a:lnTo>
                  <a:lnTo>
                    <a:pt x="104516" y="41420"/>
                  </a:lnTo>
                  <a:cubicBezTo>
                    <a:pt x="102857" y="41420"/>
                    <a:pt x="102857" y="37291"/>
                    <a:pt x="102857" y="37291"/>
                  </a:cubicBezTo>
                  <a:lnTo>
                    <a:pt x="102857" y="37291"/>
                  </a:lnTo>
                  <a:cubicBezTo>
                    <a:pt x="101142" y="37291"/>
                    <a:pt x="101142" y="41420"/>
                    <a:pt x="101142" y="41420"/>
                  </a:cubicBezTo>
                  <a:lnTo>
                    <a:pt x="101142" y="41420"/>
                  </a:lnTo>
                  <a:lnTo>
                    <a:pt x="101142" y="41420"/>
                  </a:lnTo>
                  <a:lnTo>
                    <a:pt x="99373" y="41420"/>
                  </a:lnTo>
                  <a:lnTo>
                    <a:pt x="99373" y="41420"/>
                  </a:lnTo>
                  <a:cubicBezTo>
                    <a:pt x="99373" y="41420"/>
                    <a:pt x="97658" y="41420"/>
                    <a:pt x="97658" y="37291"/>
                  </a:cubicBezTo>
                  <a:lnTo>
                    <a:pt x="97658" y="37291"/>
                  </a:lnTo>
                  <a:cubicBezTo>
                    <a:pt x="97658" y="33163"/>
                    <a:pt x="96000" y="33163"/>
                    <a:pt x="96000" y="28901"/>
                  </a:cubicBezTo>
                  <a:lnTo>
                    <a:pt x="96000" y="28901"/>
                  </a:lnTo>
                  <a:cubicBezTo>
                    <a:pt x="96000" y="28901"/>
                    <a:pt x="96000" y="28901"/>
                    <a:pt x="94285" y="24905"/>
                  </a:cubicBezTo>
                  <a:lnTo>
                    <a:pt x="92516" y="20776"/>
                  </a:lnTo>
                  <a:lnTo>
                    <a:pt x="90801" y="16648"/>
                  </a:lnTo>
                  <a:lnTo>
                    <a:pt x="90801" y="16648"/>
                  </a:lnTo>
                  <a:lnTo>
                    <a:pt x="90801" y="16648"/>
                  </a:lnTo>
                  <a:lnTo>
                    <a:pt x="89142" y="16648"/>
                  </a:lnTo>
                  <a:cubicBezTo>
                    <a:pt x="89142" y="12386"/>
                    <a:pt x="89142" y="12386"/>
                    <a:pt x="89142" y="12386"/>
                  </a:cubicBezTo>
                  <a:lnTo>
                    <a:pt x="89142" y="12386"/>
                  </a:lnTo>
                  <a:cubicBezTo>
                    <a:pt x="87428" y="12386"/>
                    <a:pt x="87428" y="12386"/>
                    <a:pt x="87428" y="12386"/>
                  </a:cubicBezTo>
                  <a:lnTo>
                    <a:pt x="87428" y="12386"/>
                  </a:lnTo>
                  <a:lnTo>
                    <a:pt x="85658" y="12386"/>
                  </a:lnTo>
                  <a:lnTo>
                    <a:pt x="85658" y="12386"/>
                  </a:lnTo>
                  <a:cubicBezTo>
                    <a:pt x="85658" y="12386"/>
                    <a:pt x="85658" y="16648"/>
                    <a:pt x="83944" y="16648"/>
                  </a:cubicBezTo>
                  <a:lnTo>
                    <a:pt x="83944" y="16648"/>
                  </a:lnTo>
                  <a:cubicBezTo>
                    <a:pt x="83944" y="16648"/>
                    <a:pt x="83944" y="20776"/>
                    <a:pt x="82285" y="20776"/>
                  </a:cubicBezTo>
                  <a:lnTo>
                    <a:pt x="82285" y="20776"/>
                  </a:lnTo>
                  <a:lnTo>
                    <a:pt x="82285" y="20776"/>
                  </a:lnTo>
                  <a:cubicBezTo>
                    <a:pt x="82285" y="20776"/>
                    <a:pt x="82285" y="16648"/>
                    <a:pt x="80571" y="16648"/>
                  </a:cubicBezTo>
                  <a:lnTo>
                    <a:pt x="80571" y="16648"/>
                  </a:lnTo>
                  <a:lnTo>
                    <a:pt x="80571" y="16648"/>
                  </a:lnTo>
                  <a:cubicBezTo>
                    <a:pt x="78801" y="16648"/>
                    <a:pt x="78801" y="16648"/>
                    <a:pt x="78801" y="16648"/>
                  </a:cubicBezTo>
                  <a:lnTo>
                    <a:pt x="78801" y="16648"/>
                  </a:lnTo>
                  <a:cubicBezTo>
                    <a:pt x="78801" y="16648"/>
                    <a:pt x="78801" y="12386"/>
                    <a:pt x="77087" y="12386"/>
                  </a:cubicBezTo>
                  <a:lnTo>
                    <a:pt x="77087" y="12386"/>
                  </a:lnTo>
                  <a:lnTo>
                    <a:pt x="77087" y="12386"/>
                  </a:lnTo>
                  <a:lnTo>
                    <a:pt x="77087" y="12386"/>
                  </a:lnTo>
                  <a:lnTo>
                    <a:pt x="77087" y="12386"/>
                  </a:lnTo>
                  <a:lnTo>
                    <a:pt x="75428" y="12386"/>
                  </a:lnTo>
                  <a:lnTo>
                    <a:pt x="75428" y="12386"/>
                  </a:lnTo>
                  <a:lnTo>
                    <a:pt x="75428" y="12386"/>
                  </a:lnTo>
                  <a:lnTo>
                    <a:pt x="75428" y="12386"/>
                  </a:lnTo>
                  <a:lnTo>
                    <a:pt x="75428" y="12386"/>
                  </a:lnTo>
                  <a:lnTo>
                    <a:pt x="75428" y="12386"/>
                  </a:lnTo>
                  <a:lnTo>
                    <a:pt x="73714" y="12386"/>
                  </a:lnTo>
                  <a:lnTo>
                    <a:pt x="73714" y="12386"/>
                  </a:lnTo>
                  <a:cubicBezTo>
                    <a:pt x="71944" y="12386"/>
                    <a:pt x="71944" y="12386"/>
                    <a:pt x="71944" y="8390"/>
                  </a:cubicBezTo>
                  <a:lnTo>
                    <a:pt x="71944" y="8390"/>
                  </a:lnTo>
                  <a:lnTo>
                    <a:pt x="71944" y="8390"/>
                  </a:lnTo>
                  <a:lnTo>
                    <a:pt x="70285" y="4261"/>
                  </a:lnTo>
                  <a:lnTo>
                    <a:pt x="70285" y="4261"/>
                  </a:lnTo>
                  <a:lnTo>
                    <a:pt x="70285" y="4261"/>
                  </a:lnTo>
                  <a:cubicBezTo>
                    <a:pt x="70285" y="4261"/>
                    <a:pt x="70285" y="4261"/>
                    <a:pt x="70285" y="0"/>
                  </a:cubicBezTo>
                  <a:cubicBezTo>
                    <a:pt x="70285" y="4261"/>
                    <a:pt x="70285" y="4261"/>
                    <a:pt x="70285" y="4261"/>
                  </a:cubicBezTo>
                  <a:lnTo>
                    <a:pt x="70285" y="4261"/>
                  </a:lnTo>
                  <a:cubicBezTo>
                    <a:pt x="68571" y="4261"/>
                    <a:pt x="68571" y="0"/>
                    <a:pt x="68571" y="0"/>
                  </a:cubicBezTo>
                  <a:lnTo>
                    <a:pt x="66801" y="0"/>
                  </a:lnTo>
                  <a:lnTo>
                    <a:pt x="66801" y="0"/>
                  </a:lnTo>
                  <a:cubicBezTo>
                    <a:pt x="65087" y="0"/>
                    <a:pt x="65087" y="4261"/>
                    <a:pt x="65087" y="4261"/>
                  </a:cubicBezTo>
                  <a:lnTo>
                    <a:pt x="65087" y="4261"/>
                  </a:lnTo>
                  <a:cubicBezTo>
                    <a:pt x="63428" y="8390"/>
                    <a:pt x="63428" y="8390"/>
                    <a:pt x="63428" y="8390"/>
                  </a:cubicBezTo>
                  <a:cubicBezTo>
                    <a:pt x="61714" y="8390"/>
                    <a:pt x="61714" y="4261"/>
                    <a:pt x="61714" y="4261"/>
                  </a:cubicBezTo>
                  <a:lnTo>
                    <a:pt x="61714" y="4261"/>
                  </a:lnTo>
                  <a:cubicBezTo>
                    <a:pt x="60000" y="4261"/>
                    <a:pt x="60000" y="8390"/>
                    <a:pt x="60000" y="8390"/>
                  </a:cubicBezTo>
                  <a:lnTo>
                    <a:pt x="58230" y="8390"/>
                  </a:lnTo>
                  <a:lnTo>
                    <a:pt x="58230" y="8390"/>
                  </a:lnTo>
                  <a:cubicBezTo>
                    <a:pt x="56571" y="8390"/>
                    <a:pt x="56571" y="8390"/>
                    <a:pt x="56571" y="8390"/>
                  </a:cubicBezTo>
                  <a:lnTo>
                    <a:pt x="56571" y="8390"/>
                  </a:lnTo>
                  <a:lnTo>
                    <a:pt x="56571" y="8390"/>
                  </a:lnTo>
                  <a:lnTo>
                    <a:pt x="56571" y="8390"/>
                  </a:lnTo>
                  <a:lnTo>
                    <a:pt x="56571" y="8390"/>
                  </a:lnTo>
                  <a:cubicBezTo>
                    <a:pt x="54857" y="8390"/>
                    <a:pt x="54857" y="12386"/>
                    <a:pt x="54857" y="12386"/>
                  </a:cubicBezTo>
                  <a:lnTo>
                    <a:pt x="54857" y="12386"/>
                  </a:lnTo>
                  <a:cubicBezTo>
                    <a:pt x="53142" y="12386"/>
                    <a:pt x="53142" y="12386"/>
                    <a:pt x="53142" y="12386"/>
                  </a:cubicBezTo>
                  <a:lnTo>
                    <a:pt x="53142" y="12386"/>
                  </a:lnTo>
                  <a:cubicBezTo>
                    <a:pt x="51373" y="12386"/>
                    <a:pt x="51373" y="12386"/>
                    <a:pt x="49714" y="12386"/>
                  </a:cubicBezTo>
                  <a:cubicBezTo>
                    <a:pt x="48000" y="12386"/>
                    <a:pt x="48000" y="12386"/>
                    <a:pt x="48000" y="12386"/>
                  </a:cubicBezTo>
                  <a:cubicBezTo>
                    <a:pt x="46285" y="12386"/>
                    <a:pt x="46285" y="12386"/>
                    <a:pt x="46285" y="12386"/>
                  </a:cubicBezTo>
                  <a:lnTo>
                    <a:pt x="46285" y="12386"/>
                  </a:lnTo>
                  <a:cubicBezTo>
                    <a:pt x="44516" y="12386"/>
                    <a:pt x="44516" y="12386"/>
                    <a:pt x="44516" y="12386"/>
                  </a:cubicBezTo>
                  <a:lnTo>
                    <a:pt x="44516" y="12386"/>
                  </a:lnTo>
                  <a:lnTo>
                    <a:pt x="44516" y="16648"/>
                  </a:lnTo>
                  <a:lnTo>
                    <a:pt x="44516" y="16648"/>
                  </a:lnTo>
                  <a:lnTo>
                    <a:pt x="44516" y="16648"/>
                  </a:lnTo>
                  <a:lnTo>
                    <a:pt x="44516" y="16648"/>
                  </a:lnTo>
                  <a:lnTo>
                    <a:pt x="44516" y="16648"/>
                  </a:lnTo>
                  <a:lnTo>
                    <a:pt x="44516" y="16648"/>
                  </a:lnTo>
                  <a:cubicBezTo>
                    <a:pt x="44516" y="20776"/>
                    <a:pt x="44516" y="20776"/>
                    <a:pt x="44516" y="20776"/>
                  </a:cubicBezTo>
                  <a:lnTo>
                    <a:pt x="44516" y="20776"/>
                  </a:lnTo>
                  <a:lnTo>
                    <a:pt x="44516" y="20776"/>
                  </a:lnTo>
                  <a:cubicBezTo>
                    <a:pt x="44516" y="20776"/>
                    <a:pt x="44516" y="20776"/>
                    <a:pt x="42857" y="20776"/>
                  </a:cubicBezTo>
                  <a:lnTo>
                    <a:pt x="42857" y="24905"/>
                  </a:lnTo>
                  <a:lnTo>
                    <a:pt x="42857" y="24905"/>
                  </a:lnTo>
                  <a:lnTo>
                    <a:pt x="42857" y="24905"/>
                  </a:lnTo>
                  <a:lnTo>
                    <a:pt x="42857" y="24905"/>
                  </a:lnTo>
                  <a:lnTo>
                    <a:pt x="42857" y="28901"/>
                  </a:lnTo>
                  <a:lnTo>
                    <a:pt x="44516" y="28901"/>
                  </a:lnTo>
                  <a:cubicBezTo>
                    <a:pt x="44516" y="33163"/>
                    <a:pt x="44516" y="33163"/>
                    <a:pt x="44516" y="33163"/>
                  </a:cubicBezTo>
                  <a:lnTo>
                    <a:pt x="44516" y="33163"/>
                  </a:lnTo>
                  <a:cubicBezTo>
                    <a:pt x="44516" y="37291"/>
                    <a:pt x="44516" y="41420"/>
                    <a:pt x="42857" y="41420"/>
                  </a:cubicBezTo>
                  <a:lnTo>
                    <a:pt x="42857" y="41420"/>
                  </a:lnTo>
                  <a:lnTo>
                    <a:pt x="42857" y="41420"/>
                  </a:lnTo>
                  <a:lnTo>
                    <a:pt x="42857" y="41420"/>
                  </a:lnTo>
                  <a:lnTo>
                    <a:pt x="42857" y="41420"/>
                  </a:lnTo>
                  <a:lnTo>
                    <a:pt x="41142" y="41420"/>
                  </a:lnTo>
                  <a:cubicBezTo>
                    <a:pt x="41142" y="41420"/>
                    <a:pt x="41142" y="41420"/>
                    <a:pt x="39428" y="41420"/>
                  </a:cubicBezTo>
                  <a:lnTo>
                    <a:pt x="39428" y="41420"/>
                  </a:lnTo>
                  <a:lnTo>
                    <a:pt x="39428" y="41420"/>
                  </a:lnTo>
                  <a:lnTo>
                    <a:pt x="39428" y="41420"/>
                  </a:lnTo>
                  <a:lnTo>
                    <a:pt x="37658" y="41420"/>
                  </a:lnTo>
                  <a:lnTo>
                    <a:pt x="37658" y="41420"/>
                  </a:lnTo>
                  <a:lnTo>
                    <a:pt x="36000" y="41420"/>
                  </a:lnTo>
                  <a:lnTo>
                    <a:pt x="36000" y="41420"/>
                  </a:lnTo>
                  <a:cubicBezTo>
                    <a:pt x="34285" y="41420"/>
                    <a:pt x="34285" y="41420"/>
                    <a:pt x="34285" y="37291"/>
                  </a:cubicBezTo>
                  <a:lnTo>
                    <a:pt x="34285" y="37291"/>
                  </a:lnTo>
                  <a:lnTo>
                    <a:pt x="34285" y="37291"/>
                  </a:lnTo>
                  <a:cubicBezTo>
                    <a:pt x="32571" y="37291"/>
                    <a:pt x="32571" y="37291"/>
                    <a:pt x="32571" y="37291"/>
                  </a:cubicBezTo>
                  <a:cubicBezTo>
                    <a:pt x="32571" y="37291"/>
                    <a:pt x="32571" y="41420"/>
                    <a:pt x="30801" y="41420"/>
                  </a:cubicBezTo>
                  <a:lnTo>
                    <a:pt x="30801" y="41420"/>
                  </a:lnTo>
                  <a:lnTo>
                    <a:pt x="30801" y="41420"/>
                  </a:lnTo>
                  <a:lnTo>
                    <a:pt x="30801" y="41420"/>
                  </a:lnTo>
                  <a:cubicBezTo>
                    <a:pt x="29142" y="41420"/>
                    <a:pt x="29142" y="37291"/>
                    <a:pt x="29142" y="37291"/>
                  </a:cubicBezTo>
                  <a:lnTo>
                    <a:pt x="29142" y="37291"/>
                  </a:lnTo>
                  <a:cubicBezTo>
                    <a:pt x="29142" y="37291"/>
                    <a:pt x="27428" y="37291"/>
                    <a:pt x="27428" y="41420"/>
                  </a:cubicBezTo>
                  <a:lnTo>
                    <a:pt x="27428" y="41420"/>
                  </a:lnTo>
                  <a:lnTo>
                    <a:pt x="25714" y="41420"/>
                  </a:lnTo>
                  <a:lnTo>
                    <a:pt x="25714" y="41420"/>
                  </a:lnTo>
                  <a:lnTo>
                    <a:pt x="25714" y="41420"/>
                  </a:lnTo>
                  <a:lnTo>
                    <a:pt x="25714" y="41420"/>
                  </a:lnTo>
                  <a:cubicBezTo>
                    <a:pt x="23944" y="41420"/>
                    <a:pt x="23944" y="41420"/>
                    <a:pt x="23944" y="37291"/>
                  </a:cubicBezTo>
                  <a:lnTo>
                    <a:pt x="23944" y="37291"/>
                  </a:lnTo>
                  <a:lnTo>
                    <a:pt x="23944" y="37291"/>
                  </a:lnTo>
                  <a:cubicBezTo>
                    <a:pt x="23944" y="41420"/>
                    <a:pt x="22285" y="41420"/>
                    <a:pt x="22285" y="41420"/>
                  </a:cubicBezTo>
                  <a:lnTo>
                    <a:pt x="22285" y="41420"/>
                  </a:lnTo>
                  <a:lnTo>
                    <a:pt x="22285" y="41420"/>
                  </a:lnTo>
                  <a:lnTo>
                    <a:pt x="22285" y="41420"/>
                  </a:lnTo>
                  <a:cubicBezTo>
                    <a:pt x="20571" y="41420"/>
                    <a:pt x="20571" y="41420"/>
                    <a:pt x="20571" y="37291"/>
                  </a:cubicBezTo>
                  <a:lnTo>
                    <a:pt x="20571" y="37291"/>
                  </a:lnTo>
                  <a:lnTo>
                    <a:pt x="20571" y="37291"/>
                  </a:lnTo>
                  <a:lnTo>
                    <a:pt x="18857" y="37291"/>
                  </a:lnTo>
                  <a:lnTo>
                    <a:pt x="18857" y="37291"/>
                  </a:lnTo>
                  <a:cubicBezTo>
                    <a:pt x="18857" y="33163"/>
                    <a:pt x="18857" y="33163"/>
                    <a:pt x="18857" y="33163"/>
                  </a:cubicBezTo>
                  <a:lnTo>
                    <a:pt x="17087" y="33163"/>
                  </a:lnTo>
                  <a:cubicBezTo>
                    <a:pt x="17087" y="33163"/>
                    <a:pt x="17087" y="33163"/>
                    <a:pt x="17087" y="37291"/>
                  </a:cubicBezTo>
                  <a:lnTo>
                    <a:pt x="17087" y="37291"/>
                  </a:lnTo>
                  <a:lnTo>
                    <a:pt x="17087" y="37291"/>
                  </a:lnTo>
                  <a:lnTo>
                    <a:pt x="17087" y="37291"/>
                  </a:lnTo>
                  <a:cubicBezTo>
                    <a:pt x="15428" y="37291"/>
                    <a:pt x="15428" y="33163"/>
                    <a:pt x="15428" y="33163"/>
                  </a:cubicBezTo>
                  <a:lnTo>
                    <a:pt x="15428" y="33163"/>
                  </a:lnTo>
                  <a:lnTo>
                    <a:pt x="15428" y="33163"/>
                  </a:lnTo>
                  <a:lnTo>
                    <a:pt x="15428" y="33163"/>
                  </a:lnTo>
                  <a:cubicBezTo>
                    <a:pt x="13714" y="33163"/>
                    <a:pt x="13714" y="33163"/>
                    <a:pt x="13714" y="33163"/>
                  </a:cubicBezTo>
                  <a:lnTo>
                    <a:pt x="13714" y="33163"/>
                  </a:lnTo>
                  <a:lnTo>
                    <a:pt x="13714" y="33163"/>
                  </a:lnTo>
                  <a:lnTo>
                    <a:pt x="12000" y="33163"/>
                  </a:lnTo>
                  <a:lnTo>
                    <a:pt x="12000" y="33163"/>
                  </a:lnTo>
                  <a:lnTo>
                    <a:pt x="12000" y="33163"/>
                  </a:lnTo>
                  <a:lnTo>
                    <a:pt x="12000" y="33163"/>
                  </a:lnTo>
                  <a:lnTo>
                    <a:pt x="12000" y="33163"/>
                  </a:lnTo>
                  <a:lnTo>
                    <a:pt x="10230" y="33163"/>
                  </a:lnTo>
                  <a:lnTo>
                    <a:pt x="10230" y="33163"/>
                  </a:lnTo>
                  <a:lnTo>
                    <a:pt x="10230" y="33163"/>
                  </a:lnTo>
                  <a:lnTo>
                    <a:pt x="10230" y="33163"/>
                  </a:lnTo>
                  <a:lnTo>
                    <a:pt x="10230" y="33163"/>
                  </a:lnTo>
                  <a:lnTo>
                    <a:pt x="10230" y="33163"/>
                  </a:lnTo>
                  <a:lnTo>
                    <a:pt x="10230" y="33163"/>
                  </a:lnTo>
                  <a:cubicBezTo>
                    <a:pt x="10230" y="33163"/>
                    <a:pt x="10230" y="37291"/>
                    <a:pt x="8571" y="37291"/>
                  </a:cubicBezTo>
                  <a:lnTo>
                    <a:pt x="8571" y="37291"/>
                  </a:lnTo>
                  <a:lnTo>
                    <a:pt x="8571" y="37291"/>
                  </a:lnTo>
                  <a:cubicBezTo>
                    <a:pt x="6857" y="37291"/>
                    <a:pt x="6857" y="37291"/>
                    <a:pt x="6857" y="37291"/>
                  </a:cubicBezTo>
                  <a:lnTo>
                    <a:pt x="6857" y="37291"/>
                  </a:lnTo>
                  <a:lnTo>
                    <a:pt x="6857" y="37291"/>
                  </a:lnTo>
                  <a:cubicBezTo>
                    <a:pt x="5142" y="41420"/>
                    <a:pt x="5142" y="41420"/>
                    <a:pt x="5142" y="41420"/>
                  </a:cubicBezTo>
                  <a:lnTo>
                    <a:pt x="5142" y="41420"/>
                  </a:lnTo>
                  <a:cubicBezTo>
                    <a:pt x="5142" y="41420"/>
                    <a:pt x="5142" y="41420"/>
                    <a:pt x="5142" y="45416"/>
                  </a:cubicBezTo>
                  <a:lnTo>
                    <a:pt x="5142" y="45416"/>
                  </a:lnTo>
                  <a:lnTo>
                    <a:pt x="5142" y="45416"/>
                  </a:lnTo>
                  <a:cubicBezTo>
                    <a:pt x="5142" y="45416"/>
                    <a:pt x="5142" y="45416"/>
                    <a:pt x="5142" y="49678"/>
                  </a:cubicBezTo>
                  <a:cubicBezTo>
                    <a:pt x="3373" y="49678"/>
                    <a:pt x="3373" y="49678"/>
                    <a:pt x="3373" y="49678"/>
                  </a:cubicBezTo>
                  <a:lnTo>
                    <a:pt x="3373" y="49678"/>
                  </a:lnTo>
                  <a:lnTo>
                    <a:pt x="3373" y="49678"/>
                  </a:lnTo>
                  <a:lnTo>
                    <a:pt x="3373" y="49678"/>
                  </a:lnTo>
                  <a:lnTo>
                    <a:pt x="3373" y="49678"/>
                  </a:lnTo>
                  <a:cubicBezTo>
                    <a:pt x="1714" y="49678"/>
                    <a:pt x="1714" y="49678"/>
                    <a:pt x="1714" y="45416"/>
                  </a:cubicBezTo>
                  <a:lnTo>
                    <a:pt x="1714" y="45416"/>
                  </a:lnTo>
                  <a:lnTo>
                    <a:pt x="1714" y="45416"/>
                  </a:lnTo>
                  <a:cubicBezTo>
                    <a:pt x="1714" y="45416"/>
                    <a:pt x="1714" y="45416"/>
                    <a:pt x="0" y="45416"/>
                  </a:cubicBezTo>
                  <a:cubicBezTo>
                    <a:pt x="0" y="45416"/>
                    <a:pt x="0" y="45416"/>
                    <a:pt x="0" y="41420"/>
                  </a:cubicBezTo>
                  <a:lnTo>
                    <a:pt x="0" y="41420"/>
                  </a:lnTo>
                  <a:lnTo>
                    <a:pt x="0" y="41420"/>
                  </a:lnTo>
                  <a:cubicBezTo>
                    <a:pt x="0" y="45416"/>
                    <a:pt x="0" y="45416"/>
                    <a:pt x="0" y="49678"/>
                  </a:cubicBezTo>
                  <a:lnTo>
                    <a:pt x="0" y="49678"/>
                  </a:lnTo>
                  <a:lnTo>
                    <a:pt x="0" y="49678"/>
                  </a:lnTo>
                  <a:lnTo>
                    <a:pt x="0" y="49678"/>
                  </a:lnTo>
                  <a:lnTo>
                    <a:pt x="0" y="49678"/>
                  </a:lnTo>
                  <a:cubicBezTo>
                    <a:pt x="0" y="49678"/>
                    <a:pt x="0" y="49678"/>
                    <a:pt x="0" y="53806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6" name="Shape 11846"/>
            <p:cNvSpPr/>
            <p:nvPr/>
          </p:nvSpPr>
          <p:spPr>
            <a:xfrm>
              <a:off x="6469063" y="1624013"/>
              <a:ext cx="77787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128" y="0"/>
                  </a:moveTo>
                  <a:lnTo>
                    <a:pt x="34128" y="0"/>
                  </a:lnTo>
                  <a:lnTo>
                    <a:pt x="34128" y="0"/>
                  </a:lnTo>
                  <a:lnTo>
                    <a:pt x="34128" y="0"/>
                  </a:lnTo>
                  <a:lnTo>
                    <a:pt x="34128" y="29032"/>
                  </a:lnTo>
                  <a:cubicBezTo>
                    <a:pt x="34128" y="29032"/>
                    <a:pt x="34128" y="29032"/>
                    <a:pt x="34128" y="60000"/>
                  </a:cubicBezTo>
                  <a:lnTo>
                    <a:pt x="34128" y="60000"/>
                  </a:lnTo>
                  <a:lnTo>
                    <a:pt x="17064" y="90000"/>
                  </a:lnTo>
                  <a:lnTo>
                    <a:pt x="17064" y="90000"/>
                  </a:lnTo>
                  <a:cubicBezTo>
                    <a:pt x="0" y="90000"/>
                    <a:pt x="0" y="90000"/>
                    <a:pt x="0" y="90000"/>
                  </a:cubicBezTo>
                  <a:lnTo>
                    <a:pt x="0" y="90000"/>
                  </a:lnTo>
                  <a:lnTo>
                    <a:pt x="0" y="90000"/>
                  </a:lnTo>
                  <a:cubicBezTo>
                    <a:pt x="17064" y="90000"/>
                    <a:pt x="17064" y="90000"/>
                    <a:pt x="17064" y="90000"/>
                  </a:cubicBezTo>
                  <a:lnTo>
                    <a:pt x="17064" y="90000"/>
                  </a:lnTo>
                  <a:cubicBezTo>
                    <a:pt x="34128" y="90000"/>
                    <a:pt x="34128" y="90000"/>
                    <a:pt x="34128" y="90000"/>
                  </a:cubicBezTo>
                  <a:lnTo>
                    <a:pt x="34128" y="90000"/>
                  </a:lnTo>
                  <a:lnTo>
                    <a:pt x="51192" y="119032"/>
                  </a:lnTo>
                  <a:cubicBezTo>
                    <a:pt x="68256" y="119032"/>
                    <a:pt x="68256" y="119032"/>
                    <a:pt x="68256" y="119032"/>
                  </a:cubicBezTo>
                  <a:lnTo>
                    <a:pt x="68256" y="119032"/>
                  </a:lnTo>
                  <a:cubicBezTo>
                    <a:pt x="68256" y="90000"/>
                    <a:pt x="68256" y="90000"/>
                    <a:pt x="85321" y="90000"/>
                  </a:cubicBezTo>
                  <a:cubicBezTo>
                    <a:pt x="85321" y="60000"/>
                    <a:pt x="85321" y="60000"/>
                    <a:pt x="102385" y="60000"/>
                  </a:cubicBezTo>
                  <a:lnTo>
                    <a:pt x="102385" y="60000"/>
                  </a:lnTo>
                  <a:lnTo>
                    <a:pt x="102385" y="60000"/>
                  </a:lnTo>
                  <a:lnTo>
                    <a:pt x="102385" y="60000"/>
                  </a:lnTo>
                  <a:cubicBezTo>
                    <a:pt x="119449" y="60000"/>
                    <a:pt x="119449" y="60000"/>
                    <a:pt x="119449" y="60000"/>
                  </a:cubicBezTo>
                  <a:lnTo>
                    <a:pt x="119449" y="60000"/>
                  </a:lnTo>
                  <a:lnTo>
                    <a:pt x="119449" y="60000"/>
                  </a:lnTo>
                  <a:lnTo>
                    <a:pt x="119449" y="60000"/>
                  </a:lnTo>
                  <a:cubicBezTo>
                    <a:pt x="102385" y="60000"/>
                    <a:pt x="102385" y="60000"/>
                    <a:pt x="102385" y="29032"/>
                  </a:cubicBezTo>
                  <a:lnTo>
                    <a:pt x="85321" y="29032"/>
                  </a:lnTo>
                  <a:cubicBezTo>
                    <a:pt x="68256" y="29032"/>
                    <a:pt x="68256" y="29032"/>
                    <a:pt x="51192" y="0"/>
                  </a:cubicBezTo>
                  <a:lnTo>
                    <a:pt x="51192" y="0"/>
                  </a:lnTo>
                  <a:cubicBezTo>
                    <a:pt x="51192" y="0"/>
                    <a:pt x="51192" y="0"/>
                    <a:pt x="34128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7" name="Shape 11847"/>
            <p:cNvSpPr/>
            <p:nvPr/>
          </p:nvSpPr>
          <p:spPr>
            <a:xfrm>
              <a:off x="6491288" y="1423988"/>
              <a:ext cx="33337" cy="1000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26571"/>
                  </a:moveTo>
                  <a:lnTo>
                    <a:pt x="0" y="26571"/>
                  </a:lnTo>
                  <a:cubicBezTo>
                    <a:pt x="0" y="39428"/>
                    <a:pt x="0" y="39428"/>
                    <a:pt x="0" y="39428"/>
                  </a:cubicBezTo>
                  <a:cubicBezTo>
                    <a:pt x="0" y="39428"/>
                    <a:pt x="0" y="39428"/>
                    <a:pt x="39574" y="39428"/>
                  </a:cubicBezTo>
                  <a:lnTo>
                    <a:pt x="39574" y="39428"/>
                  </a:lnTo>
                  <a:lnTo>
                    <a:pt x="39574" y="53142"/>
                  </a:lnTo>
                  <a:cubicBezTo>
                    <a:pt x="39574" y="66428"/>
                    <a:pt x="39574" y="66428"/>
                    <a:pt x="39574" y="66428"/>
                  </a:cubicBezTo>
                  <a:lnTo>
                    <a:pt x="39574" y="66428"/>
                  </a:lnTo>
                  <a:lnTo>
                    <a:pt x="39574" y="66428"/>
                  </a:lnTo>
                  <a:cubicBezTo>
                    <a:pt x="39574" y="79714"/>
                    <a:pt x="39574" y="92571"/>
                    <a:pt x="39574" y="92571"/>
                  </a:cubicBezTo>
                  <a:cubicBezTo>
                    <a:pt x="39574" y="106285"/>
                    <a:pt x="39574" y="106285"/>
                    <a:pt x="39574" y="106285"/>
                  </a:cubicBezTo>
                  <a:lnTo>
                    <a:pt x="39574" y="119571"/>
                  </a:lnTo>
                  <a:lnTo>
                    <a:pt x="39574" y="119571"/>
                  </a:lnTo>
                  <a:lnTo>
                    <a:pt x="39574" y="119571"/>
                  </a:lnTo>
                  <a:lnTo>
                    <a:pt x="39574" y="119571"/>
                  </a:lnTo>
                  <a:lnTo>
                    <a:pt x="39574" y="119571"/>
                  </a:lnTo>
                  <a:cubicBezTo>
                    <a:pt x="39574" y="119571"/>
                    <a:pt x="39574" y="119571"/>
                    <a:pt x="39574" y="106285"/>
                  </a:cubicBezTo>
                  <a:cubicBezTo>
                    <a:pt x="39574" y="106285"/>
                    <a:pt x="39574" y="106285"/>
                    <a:pt x="39574" y="92571"/>
                  </a:cubicBezTo>
                  <a:lnTo>
                    <a:pt x="79148" y="92571"/>
                  </a:lnTo>
                  <a:lnTo>
                    <a:pt x="79148" y="92571"/>
                  </a:lnTo>
                  <a:cubicBezTo>
                    <a:pt x="118723" y="92571"/>
                    <a:pt x="118723" y="92571"/>
                    <a:pt x="118723" y="92571"/>
                  </a:cubicBezTo>
                  <a:lnTo>
                    <a:pt x="118723" y="92571"/>
                  </a:lnTo>
                  <a:lnTo>
                    <a:pt x="118723" y="92571"/>
                  </a:lnTo>
                  <a:cubicBezTo>
                    <a:pt x="118723" y="79714"/>
                    <a:pt x="79148" y="79714"/>
                    <a:pt x="118723" y="79714"/>
                  </a:cubicBezTo>
                  <a:lnTo>
                    <a:pt x="118723" y="79714"/>
                  </a:lnTo>
                  <a:cubicBezTo>
                    <a:pt x="118723" y="79714"/>
                    <a:pt x="118723" y="79714"/>
                    <a:pt x="79148" y="66428"/>
                  </a:cubicBezTo>
                  <a:lnTo>
                    <a:pt x="79148" y="66428"/>
                  </a:lnTo>
                  <a:lnTo>
                    <a:pt x="79148" y="53142"/>
                  </a:lnTo>
                  <a:cubicBezTo>
                    <a:pt x="79148" y="53142"/>
                    <a:pt x="79148" y="39428"/>
                    <a:pt x="39574" y="39428"/>
                  </a:cubicBezTo>
                  <a:cubicBezTo>
                    <a:pt x="39574" y="26571"/>
                    <a:pt x="39574" y="13285"/>
                    <a:pt x="79148" y="13285"/>
                  </a:cubicBezTo>
                  <a:lnTo>
                    <a:pt x="79148" y="13285"/>
                  </a:lnTo>
                  <a:lnTo>
                    <a:pt x="79148" y="13285"/>
                  </a:lnTo>
                  <a:lnTo>
                    <a:pt x="79148" y="0"/>
                  </a:lnTo>
                  <a:lnTo>
                    <a:pt x="79148" y="0"/>
                  </a:lnTo>
                  <a:lnTo>
                    <a:pt x="79148" y="0"/>
                  </a:lnTo>
                  <a:cubicBezTo>
                    <a:pt x="79148" y="0"/>
                    <a:pt x="79148" y="0"/>
                    <a:pt x="39574" y="0"/>
                  </a:cubicBezTo>
                  <a:lnTo>
                    <a:pt x="39574" y="0"/>
                  </a:lnTo>
                  <a:lnTo>
                    <a:pt x="39574" y="0"/>
                  </a:lnTo>
                  <a:cubicBezTo>
                    <a:pt x="39574" y="13285"/>
                    <a:pt x="0" y="13285"/>
                    <a:pt x="0" y="2657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8" name="Shape 11848"/>
            <p:cNvSpPr/>
            <p:nvPr/>
          </p:nvSpPr>
          <p:spPr>
            <a:xfrm>
              <a:off x="5141913" y="1423988"/>
              <a:ext cx="1193800" cy="7366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056" y="45454"/>
                  </a:moveTo>
                  <a:lnTo>
                    <a:pt x="102056" y="45454"/>
                  </a:lnTo>
                  <a:lnTo>
                    <a:pt x="102056" y="45454"/>
                  </a:lnTo>
                  <a:lnTo>
                    <a:pt x="102056" y="45454"/>
                  </a:lnTo>
                  <a:lnTo>
                    <a:pt x="102056" y="45454"/>
                  </a:lnTo>
                  <a:lnTo>
                    <a:pt x="103141" y="43636"/>
                  </a:lnTo>
                  <a:lnTo>
                    <a:pt x="103141" y="43636"/>
                  </a:lnTo>
                  <a:lnTo>
                    <a:pt x="103141" y="43636"/>
                  </a:lnTo>
                  <a:lnTo>
                    <a:pt x="104262" y="43636"/>
                  </a:lnTo>
                  <a:cubicBezTo>
                    <a:pt x="104262" y="41759"/>
                    <a:pt x="104262" y="41759"/>
                    <a:pt x="105384" y="41759"/>
                  </a:cubicBezTo>
                  <a:lnTo>
                    <a:pt x="105384" y="41759"/>
                  </a:lnTo>
                  <a:cubicBezTo>
                    <a:pt x="106505" y="41759"/>
                    <a:pt x="106505" y="41759"/>
                    <a:pt x="106505" y="41759"/>
                  </a:cubicBezTo>
                  <a:cubicBezTo>
                    <a:pt x="106505" y="41759"/>
                    <a:pt x="107627" y="41759"/>
                    <a:pt x="107627" y="39941"/>
                  </a:cubicBezTo>
                  <a:lnTo>
                    <a:pt x="107627" y="39941"/>
                  </a:lnTo>
                  <a:lnTo>
                    <a:pt x="108748" y="39941"/>
                  </a:lnTo>
                  <a:lnTo>
                    <a:pt x="108748" y="39941"/>
                  </a:lnTo>
                  <a:cubicBezTo>
                    <a:pt x="109870" y="39941"/>
                    <a:pt x="109870" y="38181"/>
                    <a:pt x="109870" y="38181"/>
                  </a:cubicBezTo>
                  <a:cubicBezTo>
                    <a:pt x="109870" y="38181"/>
                    <a:pt x="109870" y="38181"/>
                    <a:pt x="111028" y="36363"/>
                  </a:cubicBezTo>
                  <a:lnTo>
                    <a:pt x="111028" y="36363"/>
                  </a:lnTo>
                  <a:lnTo>
                    <a:pt x="111028" y="36363"/>
                  </a:lnTo>
                  <a:cubicBezTo>
                    <a:pt x="112113" y="36363"/>
                    <a:pt x="112113" y="36363"/>
                    <a:pt x="112113" y="36363"/>
                  </a:cubicBezTo>
                  <a:lnTo>
                    <a:pt x="113234" y="36363"/>
                  </a:lnTo>
                  <a:lnTo>
                    <a:pt x="113234" y="36363"/>
                  </a:lnTo>
                  <a:lnTo>
                    <a:pt x="113234" y="36363"/>
                  </a:lnTo>
                  <a:cubicBezTo>
                    <a:pt x="113234" y="36363"/>
                    <a:pt x="113234" y="36363"/>
                    <a:pt x="113234" y="34486"/>
                  </a:cubicBezTo>
                  <a:lnTo>
                    <a:pt x="113234" y="34486"/>
                  </a:lnTo>
                  <a:lnTo>
                    <a:pt x="113234" y="32727"/>
                  </a:lnTo>
                  <a:lnTo>
                    <a:pt x="113234" y="32727"/>
                  </a:lnTo>
                  <a:lnTo>
                    <a:pt x="112113" y="32727"/>
                  </a:lnTo>
                  <a:cubicBezTo>
                    <a:pt x="112113" y="30909"/>
                    <a:pt x="112113" y="30909"/>
                    <a:pt x="112113" y="30909"/>
                  </a:cubicBezTo>
                  <a:cubicBezTo>
                    <a:pt x="112113" y="30909"/>
                    <a:pt x="112113" y="29090"/>
                    <a:pt x="113234" y="29090"/>
                  </a:cubicBezTo>
                  <a:lnTo>
                    <a:pt x="113234" y="29090"/>
                  </a:lnTo>
                  <a:lnTo>
                    <a:pt x="114356" y="29090"/>
                  </a:lnTo>
                  <a:cubicBezTo>
                    <a:pt x="114356" y="29090"/>
                    <a:pt x="114356" y="29090"/>
                    <a:pt x="114356" y="27214"/>
                  </a:cubicBezTo>
                  <a:lnTo>
                    <a:pt x="114356" y="27214"/>
                  </a:lnTo>
                  <a:cubicBezTo>
                    <a:pt x="114356" y="27214"/>
                    <a:pt x="114356" y="27214"/>
                    <a:pt x="115477" y="27214"/>
                  </a:cubicBezTo>
                  <a:lnTo>
                    <a:pt x="115477" y="27214"/>
                  </a:lnTo>
                  <a:lnTo>
                    <a:pt x="115477" y="27214"/>
                  </a:lnTo>
                  <a:cubicBezTo>
                    <a:pt x="115477" y="27214"/>
                    <a:pt x="115477" y="27214"/>
                    <a:pt x="116599" y="29090"/>
                  </a:cubicBezTo>
                  <a:lnTo>
                    <a:pt x="116599" y="29090"/>
                  </a:lnTo>
                  <a:cubicBezTo>
                    <a:pt x="116599" y="27214"/>
                    <a:pt x="117720" y="27214"/>
                    <a:pt x="117720" y="27214"/>
                  </a:cubicBezTo>
                  <a:lnTo>
                    <a:pt x="117720" y="27214"/>
                  </a:lnTo>
                  <a:lnTo>
                    <a:pt x="117720" y="27214"/>
                  </a:lnTo>
                  <a:lnTo>
                    <a:pt x="117720" y="27214"/>
                  </a:lnTo>
                  <a:lnTo>
                    <a:pt x="117720" y="27214"/>
                  </a:lnTo>
                  <a:cubicBezTo>
                    <a:pt x="117720" y="25454"/>
                    <a:pt x="118842" y="25454"/>
                    <a:pt x="118842" y="23636"/>
                  </a:cubicBezTo>
                  <a:lnTo>
                    <a:pt x="118842" y="23636"/>
                  </a:lnTo>
                  <a:lnTo>
                    <a:pt x="118842" y="23636"/>
                  </a:lnTo>
                  <a:cubicBezTo>
                    <a:pt x="118842" y="21818"/>
                    <a:pt x="118842" y="21818"/>
                    <a:pt x="118842" y="21818"/>
                  </a:cubicBezTo>
                  <a:cubicBezTo>
                    <a:pt x="118842" y="21818"/>
                    <a:pt x="118842" y="19941"/>
                    <a:pt x="119963" y="19941"/>
                  </a:cubicBezTo>
                  <a:lnTo>
                    <a:pt x="119963" y="19941"/>
                  </a:lnTo>
                  <a:lnTo>
                    <a:pt x="119963" y="19941"/>
                  </a:lnTo>
                  <a:lnTo>
                    <a:pt x="118842" y="19941"/>
                  </a:lnTo>
                  <a:lnTo>
                    <a:pt x="118842" y="19941"/>
                  </a:lnTo>
                  <a:cubicBezTo>
                    <a:pt x="117720" y="19941"/>
                    <a:pt x="117720" y="19941"/>
                    <a:pt x="117720" y="19941"/>
                  </a:cubicBezTo>
                  <a:lnTo>
                    <a:pt x="117720" y="19941"/>
                  </a:lnTo>
                  <a:lnTo>
                    <a:pt x="117720" y="19941"/>
                  </a:lnTo>
                  <a:cubicBezTo>
                    <a:pt x="117720" y="21818"/>
                    <a:pt x="116599" y="21818"/>
                    <a:pt x="115477" y="21818"/>
                  </a:cubicBezTo>
                  <a:lnTo>
                    <a:pt x="115477" y="21818"/>
                  </a:lnTo>
                  <a:cubicBezTo>
                    <a:pt x="114356" y="21818"/>
                    <a:pt x="114356" y="21818"/>
                    <a:pt x="113234" y="21818"/>
                  </a:cubicBezTo>
                  <a:lnTo>
                    <a:pt x="113234" y="21818"/>
                  </a:lnTo>
                  <a:cubicBezTo>
                    <a:pt x="112113" y="21818"/>
                    <a:pt x="112113" y="19941"/>
                    <a:pt x="112113" y="19941"/>
                  </a:cubicBezTo>
                  <a:cubicBezTo>
                    <a:pt x="112113" y="19941"/>
                    <a:pt x="112113" y="19941"/>
                    <a:pt x="112113" y="18181"/>
                  </a:cubicBezTo>
                  <a:lnTo>
                    <a:pt x="112113" y="18181"/>
                  </a:lnTo>
                  <a:lnTo>
                    <a:pt x="112113" y="18181"/>
                  </a:lnTo>
                  <a:cubicBezTo>
                    <a:pt x="111028" y="18181"/>
                    <a:pt x="111028" y="18181"/>
                    <a:pt x="111028" y="16363"/>
                  </a:cubicBezTo>
                  <a:cubicBezTo>
                    <a:pt x="111028" y="16363"/>
                    <a:pt x="111028" y="16363"/>
                    <a:pt x="109870" y="16363"/>
                  </a:cubicBezTo>
                  <a:lnTo>
                    <a:pt x="109870" y="16363"/>
                  </a:lnTo>
                  <a:lnTo>
                    <a:pt x="109870" y="16363"/>
                  </a:lnTo>
                  <a:lnTo>
                    <a:pt x="109870" y="16363"/>
                  </a:lnTo>
                  <a:cubicBezTo>
                    <a:pt x="108748" y="16363"/>
                    <a:pt x="107627" y="16363"/>
                    <a:pt x="107627" y="16363"/>
                  </a:cubicBezTo>
                  <a:cubicBezTo>
                    <a:pt x="106505" y="14545"/>
                    <a:pt x="106505" y="14545"/>
                    <a:pt x="105384" y="12668"/>
                  </a:cubicBezTo>
                  <a:lnTo>
                    <a:pt x="105384" y="10909"/>
                  </a:lnTo>
                  <a:cubicBezTo>
                    <a:pt x="105384" y="9090"/>
                    <a:pt x="105384" y="9090"/>
                    <a:pt x="104262" y="9090"/>
                  </a:cubicBezTo>
                  <a:cubicBezTo>
                    <a:pt x="104262" y="7272"/>
                    <a:pt x="104262" y="7272"/>
                    <a:pt x="104262" y="7272"/>
                  </a:cubicBezTo>
                  <a:cubicBezTo>
                    <a:pt x="104262" y="7272"/>
                    <a:pt x="104262" y="5395"/>
                    <a:pt x="103141" y="5395"/>
                  </a:cubicBezTo>
                  <a:lnTo>
                    <a:pt x="103141" y="3636"/>
                  </a:lnTo>
                  <a:cubicBezTo>
                    <a:pt x="103141" y="3636"/>
                    <a:pt x="103141" y="1818"/>
                    <a:pt x="102056" y="1818"/>
                  </a:cubicBezTo>
                  <a:lnTo>
                    <a:pt x="102056" y="1818"/>
                  </a:lnTo>
                  <a:lnTo>
                    <a:pt x="102056" y="1818"/>
                  </a:lnTo>
                  <a:lnTo>
                    <a:pt x="102056" y="1818"/>
                  </a:lnTo>
                  <a:lnTo>
                    <a:pt x="102056" y="1818"/>
                  </a:lnTo>
                  <a:lnTo>
                    <a:pt x="100898" y="1818"/>
                  </a:lnTo>
                  <a:lnTo>
                    <a:pt x="100898" y="1818"/>
                  </a:lnTo>
                  <a:lnTo>
                    <a:pt x="99776" y="1818"/>
                  </a:lnTo>
                  <a:cubicBezTo>
                    <a:pt x="99776" y="1818"/>
                    <a:pt x="99776" y="0"/>
                    <a:pt x="98655" y="0"/>
                  </a:cubicBezTo>
                  <a:lnTo>
                    <a:pt x="96412" y="0"/>
                  </a:lnTo>
                  <a:lnTo>
                    <a:pt x="96412" y="0"/>
                  </a:lnTo>
                  <a:cubicBezTo>
                    <a:pt x="95290" y="0"/>
                    <a:pt x="95290" y="0"/>
                    <a:pt x="95290" y="0"/>
                  </a:cubicBezTo>
                  <a:cubicBezTo>
                    <a:pt x="95290" y="1818"/>
                    <a:pt x="95290" y="1818"/>
                    <a:pt x="94169" y="1818"/>
                  </a:cubicBezTo>
                  <a:lnTo>
                    <a:pt x="94169" y="1818"/>
                  </a:lnTo>
                  <a:lnTo>
                    <a:pt x="94169" y="1818"/>
                  </a:lnTo>
                  <a:cubicBezTo>
                    <a:pt x="94169" y="0"/>
                    <a:pt x="94169" y="0"/>
                    <a:pt x="94169" y="0"/>
                  </a:cubicBezTo>
                  <a:lnTo>
                    <a:pt x="93084" y="1818"/>
                  </a:lnTo>
                  <a:lnTo>
                    <a:pt x="93084" y="1818"/>
                  </a:lnTo>
                  <a:lnTo>
                    <a:pt x="94169" y="1818"/>
                  </a:lnTo>
                  <a:cubicBezTo>
                    <a:pt x="94169" y="3636"/>
                    <a:pt x="94169" y="3636"/>
                    <a:pt x="94169" y="3636"/>
                  </a:cubicBezTo>
                  <a:lnTo>
                    <a:pt x="94169" y="3636"/>
                  </a:lnTo>
                  <a:lnTo>
                    <a:pt x="94169" y="3636"/>
                  </a:lnTo>
                  <a:cubicBezTo>
                    <a:pt x="94169" y="5395"/>
                    <a:pt x="93084" y="5395"/>
                    <a:pt x="93084" y="7272"/>
                  </a:cubicBezTo>
                  <a:lnTo>
                    <a:pt x="91926" y="7272"/>
                  </a:lnTo>
                  <a:lnTo>
                    <a:pt x="91926" y="9090"/>
                  </a:lnTo>
                  <a:lnTo>
                    <a:pt x="91926" y="9090"/>
                  </a:lnTo>
                  <a:lnTo>
                    <a:pt x="91926" y="9090"/>
                  </a:lnTo>
                  <a:lnTo>
                    <a:pt x="90804" y="10909"/>
                  </a:lnTo>
                  <a:lnTo>
                    <a:pt x="90804" y="10909"/>
                  </a:lnTo>
                  <a:lnTo>
                    <a:pt x="90804" y="10909"/>
                  </a:lnTo>
                  <a:lnTo>
                    <a:pt x="90804" y="10909"/>
                  </a:lnTo>
                  <a:cubicBezTo>
                    <a:pt x="90804" y="12668"/>
                    <a:pt x="90804" y="12668"/>
                    <a:pt x="89683" y="12668"/>
                  </a:cubicBezTo>
                  <a:lnTo>
                    <a:pt x="89683" y="12668"/>
                  </a:lnTo>
                  <a:lnTo>
                    <a:pt x="89683" y="12668"/>
                  </a:lnTo>
                  <a:cubicBezTo>
                    <a:pt x="89683" y="14545"/>
                    <a:pt x="89683" y="14545"/>
                    <a:pt x="88598" y="14545"/>
                  </a:cubicBezTo>
                  <a:cubicBezTo>
                    <a:pt x="88598" y="14545"/>
                    <a:pt x="87440" y="14545"/>
                    <a:pt x="86318" y="14545"/>
                  </a:cubicBezTo>
                  <a:lnTo>
                    <a:pt x="86318" y="14545"/>
                  </a:lnTo>
                  <a:lnTo>
                    <a:pt x="85197" y="14545"/>
                  </a:lnTo>
                  <a:cubicBezTo>
                    <a:pt x="85197" y="14545"/>
                    <a:pt x="85197" y="16363"/>
                    <a:pt x="84112" y="16363"/>
                  </a:cubicBezTo>
                  <a:lnTo>
                    <a:pt x="84112" y="18181"/>
                  </a:lnTo>
                  <a:lnTo>
                    <a:pt x="84112" y="18181"/>
                  </a:lnTo>
                  <a:lnTo>
                    <a:pt x="84112" y="18181"/>
                  </a:lnTo>
                  <a:lnTo>
                    <a:pt x="84112" y="18181"/>
                  </a:lnTo>
                  <a:lnTo>
                    <a:pt x="84112" y="18181"/>
                  </a:lnTo>
                  <a:lnTo>
                    <a:pt x="84112" y="18181"/>
                  </a:lnTo>
                  <a:cubicBezTo>
                    <a:pt x="85197" y="18181"/>
                    <a:pt x="85197" y="18181"/>
                    <a:pt x="85197" y="18181"/>
                  </a:cubicBezTo>
                  <a:lnTo>
                    <a:pt x="85197" y="18181"/>
                  </a:lnTo>
                  <a:lnTo>
                    <a:pt x="86318" y="18181"/>
                  </a:lnTo>
                  <a:lnTo>
                    <a:pt x="86318" y="18181"/>
                  </a:lnTo>
                  <a:cubicBezTo>
                    <a:pt x="87440" y="18181"/>
                    <a:pt x="87440" y="18181"/>
                    <a:pt x="87440" y="18181"/>
                  </a:cubicBezTo>
                  <a:lnTo>
                    <a:pt x="87440" y="18181"/>
                  </a:lnTo>
                  <a:cubicBezTo>
                    <a:pt x="88598" y="18181"/>
                    <a:pt x="88598" y="18181"/>
                    <a:pt x="88598" y="18181"/>
                  </a:cubicBezTo>
                  <a:cubicBezTo>
                    <a:pt x="88598" y="18181"/>
                    <a:pt x="88598" y="18181"/>
                    <a:pt x="89683" y="18181"/>
                  </a:cubicBezTo>
                  <a:cubicBezTo>
                    <a:pt x="89683" y="19941"/>
                    <a:pt x="91926" y="21818"/>
                    <a:pt x="91926" y="21818"/>
                  </a:cubicBezTo>
                  <a:lnTo>
                    <a:pt x="91926" y="23636"/>
                  </a:lnTo>
                  <a:cubicBezTo>
                    <a:pt x="91926" y="23636"/>
                    <a:pt x="91926" y="23636"/>
                    <a:pt x="91926" y="25454"/>
                  </a:cubicBezTo>
                  <a:lnTo>
                    <a:pt x="91926" y="25454"/>
                  </a:lnTo>
                  <a:cubicBezTo>
                    <a:pt x="91926" y="25454"/>
                    <a:pt x="91926" y="27214"/>
                    <a:pt x="90804" y="27214"/>
                  </a:cubicBezTo>
                  <a:lnTo>
                    <a:pt x="90804" y="27214"/>
                  </a:lnTo>
                  <a:lnTo>
                    <a:pt x="90804" y="25454"/>
                  </a:lnTo>
                  <a:lnTo>
                    <a:pt x="90804" y="25454"/>
                  </a:lnTo>
                  <a:cubicBezTo>
                    <a:pt x="89683" y="25454"/>
                    <a:pt x="89683" y="25454"/>
                    <a:pt x="89683" y="25454"/>
                  </a:cubicBezTo>
                  <a:lnTo>
                    <a:pt x="89683" y="25454"/>
                  </a:lnTo>
                  <a:lnTo>
                    <a:pt x="89683" y="25454"/>
                  </a:lnTo>
                  <a:lnTo>
                    <a:pt x="89683" y="25454"/>
                  </a:lnTo>
                  <a:lnTo>
                    <a:pt x="89683" y="25454"/>
                  </a:lnTo>
                  <a:cubicBezTo>
                    <a:pt x="88598" y="25454"/>
                    <a:pt x="88598" y="25454"/>
                    <a:pt x="88598" y="25454"/>
                  </a:cubicBezTo>
                  <a:lnTo>
                    <a:pt x="88598" y="25454"/>
                  </a:lnTo>
                  <a:lnTo>
                    <a:pt x="88598" y="25454"/>
                  </a:lnTo>
                  <a:cubicBezTo>
                    <a:pt x="88598" y="25454"/>
                    <a:pt x="88598" y="25454"/>
                    <a:pt x="87440" y="25454"/>
                  </a:cubicBezTo>
                  <a:cubicBezTo>
                    <a:pt x="87440" y="27214"/>
                    <a:pt x="87440" y="27214"/>
                    <a:pt x="87440" y="27214"/>
                  </a:cubicBezTo>
                  <a:lnTo>
                    <a:pt x="87440" y="27214"/>
                  </a:lnTo>
                  <a:lnTo>
                    <a:pt x="87440" y="27214"/>
                  </a:lnTo>
                  <a:cubicBezTo>
                    <a:pt x="86318" y="27214"/>
                    <a:pt x="86318" y="27214"/>
                    <a:pt x="86318" y="27214"/>
                  </a:cubicBezTo>
                  <a:lnTo>
                    <a:pt x="86318" y="27214"/>
                  </a:lnTo>
                  <a:lnTo>
                    <a:pt x="86318" y="27214"/>
                  </a:lnTo>
                  <a:lnTo>
                    <a:pt x="85197" y="27214"/>
                  </a:lnTo>
                  <a:lnTo>
                    <a:pt x="85197" y="27214"/>
                  </a:lnTo>
                  <a:lnTo>
                    <a:pt x="85197" y="27214"/>
                  </a:lnTo>
                  <a:cubicBezTo>
                    <a:pt x="85197" y="29090"/>
                    <a:pt x="85197" y="29090"/>
                    <a:pt x="84112" y="29090"/>
                  </a:cubicBezTo>
                  <a:cubicBezTo>
                    <a:pt x="84112" y="30909"/>
                    <a:pt x="84112" y="30909"/>
                    <a:pt x="84112" y="30909"/>
                  </a:cubicBezTo>
                  <a:cubicBezTo>
                    <a:pt x="82954" y="30909"/>
                    <a:pt x="82954" y="30909"/>
                    <a:pt x="82954" y="30909"/>
                  </a:cubicBezTo>
                  <a:lnTo>
                    <a:pt x="82954" y="30909"/>
                  </a:lnTo>
                  <a:lnTo>
                    <a:pt x="81832" y="30909"/>
                  </a:lnTo>
                  <a:lnTo>
                    <a:pt x="81832" y="30909"/>
                  </a:lnTo>
                  <a:lnTo>
                    <a:pt x="81832" y="30909"/>
                  </a:lnTo>
                  <a:cubicBezTo>
                    <a:pt x="81832" y="30909"/>
                    <a:pt x="80711" y="30909"/>
                    <a:pt x="80711" y="32727"/>
                  </a:cubicBezTo>
                  <a:cubicBezTo>
                    <a:pt x="79626" y="32727"/>
                    <a:pt x="79626" y="32727"/>
                    <a:pt x="79626" y="32727"/>
                  </a:cubicBezTo>
                  <a:lnTo>
                    <a:pt x="79626" y="32727"/>
                  </a:lnTo>
                  <a:lnTo>
                    <a:pt x="79626" y="32727"/>
                  </a:lnTo>
                  <a:cubicBezTo>
                    <a:pt x="78468" y="32727"/>
                    <a:pt x="78468" y="32727"/>
                    <a:pt x="78468" y="32727"/>
                  </a:cubicBezTo>
                  <a:lnTo>
                    <a:pt x="78468" y="32727"/>
                  </a:lnTo>
                  <a:cubicBezTo>
                    <a:pt x="77347" y="32727"/>
                    <a:pt x="77347" y="32727"/>
                    <a:pt x="77347" y="32727"/>
                  </a:cubicBezTo>
                  <a:cubicBezTo>
                    <a:pt x="76225" y="32727"/>
                    <a:pt x="76225" y="32727"/>
                    <a:pt x="75140" y="32727"/>
                  </a:cubicBezTo>
                  <a:lnTo>
                    <a:pt x="75140" y="32727"/>
                  </a:lnTo>
                  <a:lnTo>
                    <a:pt x="75140" y="32727"/>
                  </a:lnTo>
                  <a:lnTo>
                    <a:pt x="75140" y="32727"/>
                  </a:lnTo>
                  <a:lnTo>
                    <a:pt x="75140" y="32727"/>
                  </a:lnTo>
                  <a:cubicBezTo>
                    <a:pt x="76225" y="32727"/>
                    <a:pt x="76225" y="34486"/>
                    <a:pt x="76225" y="34486"/>
                  </a:cubicBezTo>
                  <a:cubicBezTo>
                    <a:pt x="76225" y="36363"/>
                    <a:pt x="76225" y="36363"/>
                    <a:pt x="76225" y="36363"/>
                  </a:cubicBezTo>
                  <a:lnTo>
                    <a:pt x="76225" y="36363"/>
                  </a:lnTo>
                  <a:cubicBezTo>
                    <a:pt x="76225" y="38181"/>
                    <a:pt x="75140" y="38181"/>
                    <a:pt x="75140" y="38181"/>
                  </a:cubicBezTo>
                  <a:lnTo>
                    <a:pt x="75140" y="38181"/>
                  </a:lnTo>
                  <a:cubicBezTo>
                    <a:pt x="75140" y="38181"/>
                    <a:pt x="75140" y="38181"/>
                    <a:pt x="73982" y="38181"/>
                  </a:cubicBezTo>
                  <a:lnTo>
                    <a:pt x="73982" y="38181"/>
                  </a:lnTo>
                  <a:lnTo>
                    <a:pt x="73982" y="38181"/>
                  </a:lnTo>
                  <a:lnTo>
                    <a:pt x="73982" y="38181"/>
                  </a:lnTo>
                  <a:lnTo>
                    <a:pt x="73982" y="38181"/>
                  </a:lnTo>
                  <a:cubicBezTo>
                    <a:pt x="73982" y="39941"/>
                    <a:pt x="73982" y="39941"/>
                    <a:pt x="72861" y="39941"/>
                  </a:cubicBezTo>
                  <a:cubicBezTo>
                    <a:pt x="72861" y="41759"/>
                    <a:pt x="71739" y="41759"/>
                    <a:pt x="71739" y="41759"/>
                  </a:cubicBezTo>
                  <a:lnTo>
                    <a:pt x="71739" y="41759"/>
                  </a:lnTo>
                  <a:cubicBezTo>
                    <a:pt x="70654" y="41759"/>
                    <a:pt x="70654" y="41759"/>
                    <a:pt x="70654" y="41759"/>
                  </a:cubicBezTo>
                  <a:lnTo>
                    <a:pt x="69496" y="41759"/>
                  </a:lnTo>
                  <a:cubicBezTo>
                    <a:pt x="68375" y="41759"/>
                    <a:pt x="68375" y="41759"/>
                    <a:pt x="67253" y="41759"/>
                  </a:cubicBezTo>
                  <a:lnTo>
                    <a:pt x="66168" y="41759"/>
                  </a:lnTo>
                  <a:lnTo>
                    <a:pt x="66168" y="41759"/>
                  </a:lnTo>
                  <a:cubicBezTo>
                    <a:pt x="66168" y="41759"/>
                    <a:pt x="65010" y="43636"/>
                    <a:pt x="63889" y="43636"/>
                  </a:cubicBezTo>
                  <a:cubicBezTo>
                    <a:pt x="63889" y="43636"/>
                    <a:pt x="62767" y="45454"/>
                    <a:pt x="61682" y="45454"/>
                  </a:cubicBezTo>
                  <a:lnTo>
                    <a:pt x="61682" y="45454"/>
                  </a:lnTo>
                  <a:cubicBezTo>
                    <a:pt x="60524" y="45454"/>
                    <a:pt x="60524" y="45454"/>
                    <a:pt x="60524" y="43636"/>
                  </a:cubicBezTo>
                  <a:lnTo>
                    <a:pt x="60524" y="43636"/>
                  </a:lnTo>
                  <a:cubicBezTo>
                    <a:pt x="59403" y="43636"/>
                    <a:pt x="59403" y="45454"/>
                    <a:pt x="59403" y="45454"/>
                  </a:cubicBezTo>
                  <a:lnTo>
                    <a:pt x="59403" y="45454"/>
                  </a:lnTo>
                  <a:lnTo>
                    <a:pt x="59403" y="45454"/>
                  </a:lnTo>
                  <a:cubicBezTo>
                    <a:pt x="59403" y="45454"/>
                    <a:pt x="59403" y="45454"/>
                    <a:pt x="58281" y="45454"/>
                  </a:cubicBezTo>
                  <a:lnTo>
                    <a:pt x="58281" y="45454"/>
                  </a:lnTo>
                  <a:cubicBezTo>
                    <a:pt x="58281" y="45454"/>
                    <a:pt x="58281" y="45454"/>
                    <a:pt x="57196" y="43636"/>
                  </a:cubicBezTo>
                  <a:lnTo>
                    <a:pt x="57196" y="43636"/>
                  </a:lnTo>
                  <a:lnTo>
                    <a:pt x="57196" y="43636"/>
                  </a:lnTo>
                  <a:lnTo>
                    <a:pt x="57196" y="43636"/>
                  </a:lnTo>
                  <a:lnTo>
                    <a:pt x="57196" y="43636"/>
                  </a:lnTo>
                  <a:cubicBezTo>
                    <a:pt x="57196" y="43636"/>
                    <a:pt x="57196" y="43636"/>
                    <a:pt x="56038" y="43636"/>
                  </a:cubicBezTo>
                  <a:lnTo>
                    <a:pt x="56038" y="43636"/>
                  </a:lnTo>
                  <a:cubicBezTo>
                    <a:pt x="54917" y="43636"/>
                    <a:pt x="54917" y="41759"/>
                    <a:pt x="53795" y="41759"/>
                  </a:cubicBezTo>
                  <a:lnTo>
                    <a:pt x="53795" y="41759"/>
                  </a:lnTo>
                  <a:lnTo>
                    <a:pt x="53795" y="41759"/>
                  </a:lnTo>
                  <a:cubicBezTo>
                    <a:pt x="52710" y="41759"/>
                    <a:pt x="52710" y="41759"/>
                    <a:pt x="52710" y="41759"/>
                  </a:cubicBezTo>
                  <a:lnTo>
                    <a:pt x="51552" y="41759"/>
                  </a:lnTo>
                  <a:lnTo>
                    <a:pt x="51552" y="41759"/>
                  </a:lnTo>
                  <a:cubicBezTo>
                    <a:pt x="50431" y="41759"/>
                    <a:pt x="50431" y="41759"/>
                    <a:pt x="50431" y="41759"/>
                  </a:cubicBezTo>
                  <a:cubicBezTo>
                    <a:pt x="49345" y="41759"/>
                    <a:pt x="48188" y="41759"/>
                    <a:pt x="48188" y="41759"/>
                  </a:cubicBezTo>
                  <a:cubicBezTo>
                    <a:pt x="48188" y="41759"/>
                    <a:pt x="45945" y="41759"/>
                    <a:pt x="44859" y="39941"/>
                  </a:cubicBezTo>
                  <a:lnTo>
                    <a:pt x="44859" y="39941"/>
                  </a:lnTo>
                  <a:cubicBezTo>
                    <a:pt x="43738" y="39941"/>
                    <a:pt x="43738" y="39941"/>
                    <a:pt x="43738" y="39941"/>
                  </a:cubicBezTo>
                  <a:lnTo>
                    <a:pt x="43738" y="39941"/>
                  </a:lnTo>
                  <a:cubicBezTo>
                    <a:pt x="42580" y="39941"/>
                    <a:pt x="42580" y="38181"/>
                    <a:pt x="42580" y="38181"/>
                  </a:cubicBezTo>
                  <a:lnTo>
                    <a:pt x="41459" y="36363"/>
                  </a:lnTo>
                  <a:lnTo>
                    <a:pt x="41459" y="36363"/>
                  </a:lnTo>
                  <a:cubicBezTo>
                    <a:pt x="41459" y="36363"/>
                    <a:pt x="41459" y="36363"/>
                    <a:pt x="41459" y="34486"/>
                  </a:cubicBezTo>
                  <a:lnTo>
                    <a:pt x="41459" y="34486"/>
                  </a:lnTo>
                  <a:lnTo>
                    <a:pt x="41459" y="34486"/>
                  </a:lnTo>
                  <a:lnTo>
                    <a:pt x="41459" y="34486"/>
                  </a:lnTo>
                  <a:cubicBezTo>
                    <a:pt x="40373" y="34486"/>
                    <a:pt x="40373" y="34486"/>
                    <a:pt x="40373" y="34486"/>
                  </a:cubicBezTo>
                  <a:cubicBezTo>
                    <a:pt x="39252" y="34486"/>
                    <a:pt x="39252" y="32727"/>
                    <a:pt x="39252" y="32727"/>
                  </a:cubicBezTo>
                  <a:lnTo>
                    <a:pt x="38094" y="32727"/>
                  </a:lnTo>
                  <a:lnTo>
                    <a:pt x="38094" y="32727"/>
                  </a:lnTo>
                  <a:cubicBezTo>
                    <a:pt x="38094" y="32727"/>
                    <a:pt x="38094" y="32727"/>
                    <a:pt x="36973" y="32727"/>
                  </a:cubicBezTo>
                  <a:cubicBezTo>
                    <a:pt x="36973" y="32727"/>
                    <a:pt x="36973" y="32727"/>
                    <a:pt x="35887" y="32727"/>
                  </a:cubicBezTo>
                  <a:lnTo>
                    <a:pt x="35887" y="32727"/>
                  </a:lnTo>
                  <a:lnTo>
                    <a:pt x="35887" y="32727"/>
                  </a:lnTo>
                  <a:cubicBezTo>
                    <a:pt x="34766" y="32727"/>
                    <a:pt x="34766" y="32727"/>
                    <a:pt x="33608" y="32727"/>
                  </a:cubicBezTo>
                  <a:cubicBezTo>
                    <a:pt x="32487" y="32727"/>
                    <a:pt x="32487" y="30909"/>
                    <a:pt x="32487" y="30909"/>
                  </a:cubicBezTo>
                  <a:cubicBezTo>
                    <a:pt x="32487" y="29090"/>
                    <a:pt x="32487" y="29090"/>
                    <a:pt x="32487" y="29090"/>
                  </a:cubicBezTo>
                  <a:lnTo>
                    <a:pt x="32487" y="27214"/>
                  </a:lnTo>
                  <a:cubicBezTo>
                    <a:pt x="32487" y="25454"/>
                    <a:pt x="32487" y="25454"/>
                    <a:pt x="32487" y="25454"/>
                  </a:cubicBezTo>
                  <a:cubicBezTo>
                    <a:pt x="32487" y="25454"/>
                    <a:pt x="32487" y="25454"/>
                    <a:pt x="32487" y="23636"/>
                  </a:cubicBezTo>
                  <a:cubicBezTo>
                    <a:pt x="32487" y="23636"/>
                    <a:pt x="31401" y="23636"/>
                    <a:pt x="31401" y="21818"/>
                  </a:cubicBezTo>
                  <a:lnTo>
                    <a:pt x="31401" y="21818"/>
                  </a:lnTo>
                  <a:lnTo>
                    <a:pt x="31401" y="21818"/>
                  </a:lnTo>
                  <a:cubicBezTo>
                    <a:pt x="31401" y="21818"/>
                    <a:pt x="31401" y="21818"/>
                    <a:pt x="30280" y="21818"/>
                  </a:cubicBezTo>
                  <a:lnTo>
                    <a:pt x="30280" y="21818"/>
                  </a:lnTo>
                  <a:cubicBezTo>
                    <a:pt x="30280" y="21818"/>
                    <a:pt x="30280" y="21818"/>
                    <a:pt x="29122" y="21818"/>
                  </a:cubicBezTo>
                  <a:cubicBezTo>
                    <a:pt x="29122" y="19941"/>
                    <a:pt x="28001" y="19941"/>
                    <a:pt x="28001" y="19941"/>
                  </a:cubicBezTo>
                  <a:lnTo>
                    <a:pt x="28001" y="19941"/>
                  </a:lnTo>
                  <a:cubicBezTo>
                    <a:pt x="26915" y="19941"/>
                    <a:pt x="26915" y="18181"/>
                    <a:pt x="26915" y="18181"/>
                  </a:cubicBezTo>
                  <a:cubicBezTo>
                    <a:pt x="26915" y="18181"/>
                    <a:pt x="25794" y="18181"/>
                    <a:pt x="25794" y="16363"/>
                  </a:cubicBezTo>
                  <a:cubicBezTo>
                    <a:pt x="25794" y="18181"/>
                    <a:pt x="25794" y="18181"/>
                    <a:pt x="25794" y="18181"/>
                  </a:cubicBezTo>
                  <a:cubicBezTo>
                    <a:pt x="25794" y="19941"/>
                    <a:pt x="24636" y="19941"/>
                    <a:pt x="24636" y="19941"/>
                  </a:cubicBezTo>
                  <a:cubicBezTo>
                    <a:pt x="24636" y="19941"/>
                    <a:pt x="24636" y="19941"/>
                    <a:pt x="23515" y="19941"/>
                  </a:cubicBezTo>
                  <a:lnTo>
                    <a:pt x="23515" y="19941"/>
                  </a:lnTo>
                  <a:lnTo>
                    <a:pt x="23515" y="19941"/>
                  </a:lnTo>
                  <a:lnTo>
                    <a:pt x="23515" y="19941"/>
                  </a:lnTo>
                  <a:cubicBezTo>
                    <a:pt x="23515" y="21818"/>
                    <a:pt x="23515" y="21818"/>
                    <a:pt x="23515" y="21818"/>
                  </a:cubicBezTo>
                  <a:lnTo>
                    <a:pt x="23515" y="21818"/>
                  </a:lnTo>
                  <a:lnTo>
                    <a:pt x="23515" y="21818"/>
                  </a:lnTo>
                  <a:cubicBezTo>
                    <a:pt x="23515" y="23636"/>
                    <a:pt x="23515" y="23636"/>
                    <a:pt x="23515" y="23636"/>
                  </a:cubicBezTo>
                  <a:cubicBezTo>
                    <a:pt x="22429" y="25454"/>
                    <a:pt x="22429" y="25454"/>
                    <a:pt x="22429" y="25454"/>
                  </a:cubicBezTo>
                  <a:cubicBezTo>
                    <a:pt x="21308" y="25454"/>
                    <a:pt x="21308" y="25454"/>
                    <a:pt x="21308" y="25454"/>
                  </a:cubicBezTo>
                  <a:lnTo>
                    <a:pt x="20150" y="25454"/>
                  </a:lnTo>
                  <a:lnTo>
                    <a:pt x="20150" y="25454"/>
                  </a:lnTo>
                  <a:lnTo>
                    <a:pt x="20150" y="25454"/>
                  </a:lnTo>
                  <a:cubicBezTo>
                    <a:pt x="20150" y="25454"/>
                    <a:pt x="20150" y="25454"/>
                    <a:pt x="19029" y="25454"/>
                  </a:cubicBezTo>
                  <a:lnTo>
                    <a:pt x="19029" y="25454"/>
                  </a:lnTo>
                  <a:cubicBezTo>
                    <a:pt x="17943" y="25454"/>
                    <a:pt x="17943" y="25454"/>
                    <a:pt x="17943" y="25454"/>
                  </a:cubicBezTo>
                  <a:cubicBezTo>
                    <a:pt x="17943" y="23636"/>
                    <a:pt x="17943" y="23636"/>
                    <a:pt x="17943" y="23636"/>
                  </a:cubicBezTo>
                  <a:lnTo>
                    <a:pt x="17943" y="23636"/>
                  </a:lnTo>
                  <a:cubicBezTo>
                    <a:pt x="17943" y="25454"/>
                    <a:pt x="17943" y="25454"/>
                    <a:pt x="17943" y="25454"/>
                  </a:cubicBezTo>
                  <a:lnTo>
                    <a:pt x="17943" y="25454"/>
                  </a:lnTo>
                  <a:lnTo>
                    <a:pt x="17943" y="25454"/>
                  </a:lnTo>
                  <a:cubicBezTo>
                    <a:pt x="17943" y="27214"/>
                    <a:pt x="17943" y="27214"/>
                    <a:pt x="17943" y="27214"/>
                  </a:cubicBezTo>
                  <a:cubicBezTo>
                    <a:pt x="17943" y="27214"/>
                    <a:pt x="16822" y="27214"/>
                    <a:pt x="16822" y="29090"/>
                  </a:cubicBezTo>
                  <a:cubicBezTo>
                    <a:pt x="17943" y="29090"/>
                    <a:pt x="17943" y="29090"/>
                    <a:pt x="17943" y="29090"/>
                  </a:cubicBezTo>
                  <a:lnTo>
                    <a:pt x="17943" y="29090"/>
                  </a:lnTo>
                  <a:cubicBezTo>
                    <a:pt x="17943" y="30909"/>
                    <a:pt x="17943" y="30909"/>
                    <a:pt x="17943" y="30909"/>
                  </a:cubicBezTo>
                  <a:lnTo>
                    <a:pt x="17943" y="30909"/>
                  </a:lnTo>
                  <a:cubicBezTo>
                    <a:pt x="17943" y="30909"/>
                    <a:pt x="16822" y="32727"/>
                    <a:pt x="15664" y="32727"/>
                  </a:cubicBezTo>
                  <a:lnTo>
                    <a:pt x="15664" y="32727"/>
                  </a:lnTo>
                  <a:lnTo>
                    <a:pt x="15664" y="32727"/>
                  </a:lnTo>
                  <a:lnTo>
                    <a:pt x="15664" y="32727"/>
                  </a:lnTo>
                  <a:lnTo>
                    <a:pt x="15664" y="32727"/>
                  </a:lnTo>
                  <a:cubicBezTo>
                    <a:pt x="14543" y="30909"/>
                    <a:pt x="14543" y="30909"/>
                    <a:pt x="14543" y="30909"/>
                  </a:cubicBezTo>
                  <a:cubicBezTo>
                    <a:pt x="14543" y="30909"/>
                    <a:pt x="14543" y="30909"/>
                    <a:pt x="13457" y="32727"/>
                  </a:cubicBezTo>
                  <a:lnTo>
                    <a:pt x="13457" y="32727"/>
                  </a:lnTo>
                  <a:lnTo>
                    <a:pt x="13457" y="32727"/>
                  </a:lnTo>
                  <a:lnTo>
                    <a:pt x="13457" y="32727"/>
                  </a:lnTo>
                  <a:lnTo>
                    <a:pt x="13457" y="32727"/>
                  </a:lnTo>
                  <a:lnTo>
                    <a:pt x="13457" y="32727"/>
                  </a:lnTo>
                  <a:lnTo>
                    <a:pt x="13457" y="34486"/>
                  </a:lnTo>
                  <a:lnTo>
                    <a:pt x="13457" y="34486"/>
                  </a:lnTo>
                  <a:cubicBezTo>
                    <a:pt x="13457" y="36363"/>
                    <a:pt x="13457" y="36363"/>
                    <a:pt x="13457" y="38181"/>
                  </a:cubicBezTo>
                  <a:lnTo>
                    <a:pt x="13457" y="38181"/>
                  </a:lnTo>
                  <a:lnTo>
                    <a:pt x="13457" y="38181"/>
                  </a:lnTo>
                  <a:cubicBezTo>
                    <a:pt x="13457" y="39941"/>
                    <a:pt x="13457" y="39941"/>
                    <a:pt x="13457" y="39941"/>
                  </a:cubicBezTo>
                  <a:lnTo>
                    <a:pt x="13457" y="39941"/>
                  </a:lnTo>
                  <a:lnTo>
                    <a:pt x="13457" y="39941"/>
                  </a:lnTo>
                  <a:cubicBezTo>
                    <a:pt x="12336" y="39941"/>
                    <a:pt x="12336" y="39941"/>
                    <a:pt x="12336" y="39941"/>
                  </a:cubicBezTo>
                  <a:lnTo>
                    <a:pt x="12336" y="39941"/>
                  </a:lnTo>
                  <a:lnTo>
                    <a:pt x="12336" y="39941"/>
                  </a:lnTo>
                  <a:cubicBezTo>
                    <a:pt x="12336" y="41759"/>
                    <a:pt x="12336" y="41759"/>
                    <a:pt x="12336" y="41759"/>
                  </a:cubicBezTo>
                  <a:cubicBezTo>
                    <a:pt x="12336" y="43636"/>
                    <a:pt x="12336" y="43636"/>
                    <a:pt x="12336" y="43636"/>
                  </a:cubicBezTo>
                  <a:lnTo>
                    <a:pt x="12336" y="43636"/>
                  </a:lnTo>
                  <a:lnTo>
                    <a:pt x="11178" y="43636"/>
                  </a:lnTo>
                  <a:cubicBezTo>
                    <a:pt x="10057" y="43636"/>
                    <a:pt x="10057" y="43636"/>
                    <a:pt x="10057" y="43636"/>
                  </a:cubicBezTo>
                  <a:lnTo>
                    <a:pt x="10057" y="45454"/>
                  </a:lnTo>
                  <a:lnTo>
                    <a:pt x="8971" y="45454"/>
                  </a:lnTo>
                  <a:cubicBezTo>
                    <a:pt x="8971" y="47214"/>
                    <a:pt x="7850" y="47214"/>
                    <a:pt x="7850" y="47214"/>
                  </a:cubicBezTo>
                  <a:cubicBezTo>
                    <a:pt x="6692" y="47214"/>
                    <a:pt x="6692" y="47214"/>
                    <a:pt x="5571" y="47214"/>
                  </a:cubicBezTo>
                  <a:cubicBezTo>
                    <a:pt x="5571" y="49032"/>
                    <a:pt x="5571" y="49032"/>
                    <a:pt x="4485" y="49032"/>
                  </a:cubicBezTo>
                  <a:lnTo>
                    <a:pt x="4485" y="49032"/>
                  </a:lnTo>
                  <a:lnTo>
                    <a:pt x="3364" y="49032"/>
                  </a:lnTo>
                  <a:lnTo>
                    <a:pt x="3364" y="49032"/>
                  </a:lnTo>
                  <a:lnTo>
                    <a:pt x="2206" y="49032"/>
                  </a:lnTo>
                  <a:cubicBezTo>
                    <a:pt x="2206" y="49032"/>
                    <a:pt x="2206" y="49032"/>
                    <a:pt x="1085" y="49032"/>
                  </a:cubicBezTo>
                  <a:lnTo>
                    <a:pt x="1085" y="49032"/>
                  </a:lnTo>
                  <a:lnTo>
                    <a:pt x="1085" y="49032"/>
                  </a:lnTo>
                  <a:lnTo>
                    <a:pt x="1085" y="50909"/>
                  </a:lnTo>
                  <a:lnTo>
                    <a:pt x="1085" y="50909"/>
                  </a:lnTo>
                  <a:lnTo>
                    <a:pt x="0" y="50909"/>
                  </a:lnTo>
                  <a:lnTo>
                    <a:pt x="0" y="50909"/>
                  </a:lnTo>
                  <a:lnTo>
                    <a:pt x="0" y="50909"/>
                  </a:lnTo>
                  <a:lnTo>
                    <a:pt x="0" y="50909"/>
                  </a:lnTo>
                  <a:cubicBezTo>
                    <a:pt x="0" y="52727"/>
                    <a:pt x="0" y="52727"/>
                    <a:pt x="0" y="52727"/>
                  </a:cubicBezTo>
                  <a:lnTo>
                    <a:pt x="0" y="52727"/>
                  </a:lnTo>
                  <a:lnTo>
                    <a:pt x="0" y="52727"/>
                  </a:lnTo>
                  <a:cubicBezTo>
                    <a:pt x="0" y="52727"/>
                    <a:pt x="0" y="52727"/>
                    <a:pt x="1085" y="52727"/>
                  </a:cubicBezTo>
                  <a:lnTo>
                    <a:pt x="1085" y="52727"/>
                  </a:lnTo>
                  <a:lnTo>
                    <a:pt x="1085" y="52727"/>
                  </a:lnTo>
                  <a:cubicBezTo>
                    <a:pt x="2206" y="54486"/>
                    <a:pt x="2206" y="56304"/>
                    <a:pt x="2206" y="56304"/>
                  </a:cubicBezTo>
                  <a:cubicBezTo>
                    <a:pt x="2206" y="58181"/>
                    <a:pt x="2206" y="58181"/>
                    <a:pt x="2206" y="58181"/>
                  </a:cubicBezTo>
                  <a:lnTo>
                    <a:pt x="2206" y="60000"/>
                  </a:lnTo>
                  <a:lnTo>
                    <a:pt x="3364" y="60000"/>
                  </a:lnTo>
                  <a:lnTo>
                    <a:pt x="3364" y="60000"/>
                  </a:lnTo>
                  <a:cubicBezTo>
                    <a:pt x="4485" y="61759"/>
                    <a:pt x="4485" y="61759"/>
                    <a:pt x="4485" y="61759"/>
                  </a:cubicBezTo>
                  <a:lnTo>
                    <a:pt x="4485" y="61759"/>
                  </a:lnTo>
                  <a:lnTo>
                    <a:pt x="4485" y="61759"/>
                  </a:lnTo>
                  <a:lnTo>
                    <a:pt x="4485" y="63577"/>
                  </a:lnTo>
                  <a:lnTo>
                    <a:pt x="4485" y="63577"/>
                  </a:lnTo>
                  <a:cubicBezTo>
                    <a:pt x="4485" y="63577"/>
                    <a:pt x="4485" y="63577"/>
                    <a:pt x="5571" y="63577"/>
                  </a:cubicBezTo>
                  <a:lnTo>
                    <a:pt x="5571" y="63577"/>
                  </a:lnTo>
                  <a:cubicBezTo>
                    <a:pt x="6692" y="65454"/>
                    <a:pt x="6692" y="65454"/>
                    <a:pt x="6692" y="65454"/>
                  </a:cubicBezTo>
                  <a:cubicBezTo>
                    <a:pt x="6692" y="65454"/>
                    <a:pt x="6692" y="65454"/>
                    <a:pt x="7850" y="63577"/>
                  </a:cubicBezTo>
                  <a:lnTo>
                    <a:pt x="7850" y="63577"/>
                  </a:lnTo>
                  <a:lnTo>
                    <a:pt x="7850" y="63577"/>
                  </a:lnTo>
                  <a:cubicBezTo>
                    <a:pt x="7850" y="63577"/>
                    <a:pt x="7850" y="63577"/>
                    <a:pt x="8971" y="63577"/>
                  </a:cubicBezTo>
                  <a:lnTo>
                    <a:pt x="8971" y="63577"/>
                  </a:lnTo>
                  <a:lnTo>
                    <a:pt x="8971" y="63577"/>
                  </a:lnTo>
                  <a:lnTo>
                    <a:pt x="10057" y="63577"/>
                  </a:lnTo>
                  <a:cubicBezTo>
                    <a:pt x="10057" y="63577"/>
                    <a:pt x="10057" y="63577"/>
                    <a:pt x="11178" y="63577"/>
                  </a:cubicBezTo>
                  <a:lnTo>
                    <a:pt x="11178" y="63577"/>
                  </a:lnTo>
                  <a:lnTo>
                    <a:pt x="11178" y="63577"/>
                  </a:lnTo>
                  <a:lnTo>
                    <a:pt x="11178" y="63577"/>
                  </a:lnTo>
                  <a:cubicBezTo>
                    <a:pt x="12336" y="63577"/>
                    <a:pt x="12336" y="63577"/>
                    <a:pt x="12336" y="63577"/>
                  </a:cubicBezTo>
                  <a:lnTo>
                    <a:pt x="12336" y="63577"/>
                  </a:lnTo>
                  <a:lnTo>
                    <a:pt x="12336" y="63577"/>
                  </a:lnTo>
                  <a:lnTo>
                    <a:pt x="12336" y="63577"/>
                  </a:lnTo>
                  <a:lnTo>
                    <a:pt x="12336" y="63577"/>
                  </a:lnTo>
                  <a:lnTo>
                    <a:pt x="12336" y="63577"/>
                  </a:lnTo>
                  <a:lnTo>
                    <a:pt x="12336" y="63577"/>
                  </a:lnTo>
                  <a:lnTo>
                    <a:pt x="12336" y="63577"/>
                  </a:lnTo>
                  <a:lnTo>
                    <a:pt x="12336" y="65454"/>
                  </a:lnTo>
                  <a:cubicBezTo>
                    <a:pt x="12336" y="65454"/>
                    <a:pt x="13457" y="65454"/>
                    <a:pt x="13457" y="67272"/>
                  </a:cubicBezTo>
                  <a:lnTo>
                    <a:pt x="13457" y="69032"/>
                  </a:lnTo>
                  <a:lnTo>
                    <a:pt x="13457" y="69032"/>
                  </a:lnTo>
                  <a:lnTo>
                    <a:pt x="12336" y="69032"/>
                  </a:lnTo>
                  <a:lnTo>
                    <a:pt x="12336" y="69032"/>
                  </a:lnTo>
                  <a:lnTo>
                    <a:pt x="12336" y="70850"/>
                  </a:lnTo>
                  <a:lnTo>
                    <a:pt x="12336" y="70850"/>
                  </a:lnTo>
                  <a:cubicBezTo>
                    <a:pt x="12336" y="70850"/>
                    <a:pt x="12336" y="72727"/>
                    <a:pt x="11178" y="72727"/>
                  </a:cubicBezTo>
                  <a:lnTo>
                    <a:pt x="11178" y="72727"/>
                  </a:lnTo>
                  <a:lnTo>
                    <a:pt x="11178" y="72727"/>
                  </a:lnTo>
                  <a:lnTo>
                    <a:pt x="11178" y="74545"/>
                  </a:lnTo>
                  <a:lnTo>
                    <a:pt x="11178" y="74545"/>
                  </a:lnTo>
                  <a:lnTo>
                    <a:pt x="11178" y="76304"/>
                  </a:lnTo>
                  <a:lnTo>
                    <a:pt x="11178" y="76304"/>
                  </a:lnTo>
                  <a:cubicBezTo>
                    <a:pt x="11178" y="78123"/>
                    <a:pt x="11178" y="78123"/>
                    <a:pt x="10057" y="80000"/>
                  </a:cubicBezTo>
                  <a:lnTo>
                    <a:pt x="10057" y="80000"/>
                  </a:lnTo>
                  <a:lnTo>
                    <a:pt x="10057" y="80000"/>
                  </a:lnTo>
                  <a:lnTo>
                    <a:pt x="10057" y="80000"/>
                  </a:lnTo>
                  <a:lnTo>
                    <a:pt x="10057" y="80000"/>
                  </a:lnTo>
                  <a:lnTo>
                    <a:pt x="10057" y="80000"/>
                  </a:lnTo>
                  <a:lnTo>
                    <a:pt x="10057" y="80000"/>
                  </a:lnTo>
                  <a:cubicBezTo>
                    <a:pt x="10057" y="80000"/>
                    <a:pt x="11178" y="80000"/>
                    <a:pt x="11178" y="81818"/>
                  </a:cubicBezTo>
                  <a:lnTo>
                    <a:pt x="11178" y="81818"/>
                  </a:lnTo>
                  <a:lnTo>
                    <a:pt x="11178" y="81818"/>
                  </a:lnTo>
                  <a:cubicBezTo>
                    <a:pt x="11178" y="81818"/>
                    <a:pt x="11178" y="81818"/>
                    <a:pt x="12336" y="81818"/>
                  </a:cubicBezTo>
                  <a:cubicBezTo>
                    <a:pt x="12336" y="83577"/>
                    <a:pt x="13457" y="83577"/>
                    <a:pt x="13457" y="85395"/>
                  </a:cubicBezTo>
                  <a:lnTo>
                    <a:pt x="13457" y="85395"/>
                  </a:lnTo>
                  <a:lnTo>
                    <a:pt x="13457" y="85395"/>
                  </a:lnTo>
                  <a:lnTo>
                    <a:pt x="13457" y="85395"/>
                  </a:lnTo>
                  <a:lnTo>
                    <a:pt x="13457" y="85395"/>
                  </a:lnTo>
                  <a:lnTo>
                    <a:pt x="14543" y="83577"/>
                  </a:lnTo>
                  <a:lnTo>
                    <a:pt x="14543" y="83577"/>
                  </a:lnTo>
                  <a:lnTo>
                    <a:pt x="14543" y="83577"/>
                  </a:lnTo>
                  <a:cubicBezTo>
                    <a:pt x="15664" y="83577"/>
                    <a:pt x="16822" y="83577"/>
                    <a:pt x="16822" y="85395"/>
                  </a:cubicBezTo>
                  <a:cubicBezTo>
                    <a:pt x="16822" y="85395"/>
                    <a:pt x="16822" y="85395"/>
                    <a:pt x="16822" y="87272"/>
                  </a:cubicBezTo>
                  <a:cubicBezTo>
                    <a:pt x="17943" y="87272"/>
                    <a:pt x="17943" y="87272"/>
                    <a:pt x="17943" y="87272"/>
                  </a:cubicBezTo>
                  <a:lnTo>
                    <a:pt x="17943" y="87272"/>
                  </a:lnTo>
                  <a:cubicBezTo>
                    <a:pt x="19029" y="87272"/>
                    <a:pt x="19029" y="87272"/>
                    <a:pt x="19029" y="87272"/>
                  </a:cubicBezTo>
                  <a:lnTo>
                    <a:pt x="19029" y="87272"/>
                  </a:lnTo>
                  <a:lnTo>
                    <a:pt x="19029" y="87272"/>
                  </a:lnTo>
                  <a:cubicBezTo>
                    <a:pt x="20150" y="87272"/>
                    <a:pt x="20150" y="87272"/>
                    <a:pt x="20150" y="87272"/>
                  </a:cubicBezTo>
                  <a:lnTo>
                    <a:pt x="20150" y="87272"/>
                  </a:lnTo>
                  <a:cubicBezTo>
                    <a:pt x="20150" y="87272"/>
                    <a:pt x="20150" y="87272"/>
                    <a:pt x="20150" y="89090"/>
                  </a:cubicBezTo>
                  <a:cubicBezTo>
                    <a:pt x="21308" y="89090"/>
                    <a:pt x="21308" y="89090"/>
                    <a:pt x="21308" y="90850"/>
                  </a:cubicBezTo>
                  <a:lnTo>
                    <a:pt x="21308" y="90850"/>
                  </a:lnTo>
                  <a:lnTo>
                    <a:pt x="21308" y="90850"/>
                  </a:lnTo>
                  <a:lnTo>
                    <a:pt x="21308" y="90850"/>
                  </a:lnTo>
                  <a:lnTo>
                    <a:pt x="22429" y="90850"/>
                  </a:lnTo>
                  <a:lnTo>
                    <a:pt x="22429" y="90850"/>
                  </a:lnTo>
                  <a:lnTo>
                    <a:pt x="23515" y="90850"/>
                  </a:lnTo>
                  <a:lnTo>
                    <a:pt x="23515" y="90850"/>
                  </a:lnTo>
                  <a:cubicBezTo>
                    <a:pt x="23515" y="90850"/>
                    <a:pt x="23515" y="90850"/>
                    <a:pt x="23515" y="92668"/>
                  </a:cubicBezTo>
                  <a:lnTo>
                    <a:pt x="24636" y="92668"/>
                  </a:lnTo>
                  <a:lnTo>
                    <a:pt x="24636" y="92668"/>
                  </a:lnTo>
                  <a:lnTo>
                    <a:pt x="24636" y="92668"/>
                  </a:lnTo>
                  <a:lnTo>
                    <a:pt x="25794" y="92668"/>
                  </a:lnTo>
                  <a:lnTo>
                    <a:pt x="25794" y="92668"/>
                  </a:lnTo>
                  <a:lnTo>
                    <a:pt x="26915" y="92668"/>
                  </a:lnTo>
                  <a:lnTo>
                    <a:pt x="26915" y="92668"/>
                  </a:lnTo>
                  <a:lnTo>
                    <a:pt x="26915" y="92668"/>
                  </a:lnTo>
                  <a:lnTo>
                    <a:pt x="26915" y="92668"/>
                  </a:lnTo>
                  <a:cubicBezTo>
                    <a:pt x="28001" y="92668"/>
                    <a:pt x="28001" y="92668"/>
                    <a:pt x="28001" y="92668"/>
                  </a:cubicBezTo>
                  <a:lnTo>
                    <a:pt x="28001" y="92668"/>
                  </a:lnTo>
                  <a:cubicBezTo>
                    <a:pt x="29122" y="92668"/>
                    <a:pt x="29122" y="92668"/>
                    <a:pt x="29122" y="92668"/>
                  </a:cubicBezTo>
                  <a:lnTo>
                    <a:pt x="29122" y="92668"/>
                  </a:lnTo>
                  <a:lnTo>
                    <a:pt x="29122" y="92668"/>
                  </a:lnTo>
                  <a:lnTo>
                    <a:pt x="29122" y="92668"/>
                  </a:lnTo>
                  <a:cubicBezTo>
                    <a:pt x="29122" y="92668"/>
                    <a:pt x="29122" y="92668"/>
                    <a:pt x="30280" y="92668"/>
                  </a:cubicBezTo>
                  <a:lnTo>
                    <a:pt x="30280" y="92668"/>
                  </a:lnTo>
                  <a:lnTo>
                    <a:pt x="30280" y="92668"/>
                  </a:lnTo>
                  <a:lnTo>
                    <a:pt x="30280" y="92668"/>
                  </a:lnTo>
                  <a:cubicBezTo>
                    <a:pt x="30280" y="92668"/>
                    <a:pt x="30280" y="90850"/>
                    <a:pt x="31401" y="90850"/>
                  </a:cubicBezTo>
                  <a:lnTo>
                    <a:pt x="31401" y="90850"/>
                  </a:lnTo>
                  <a:cubicBezTo>
                    <a:pt x="32487" y="90850"/>
                    <a:pt x="32487" y="92668"/>
                    <a:pt x="32487" y="92668"/>
                  </a:cubicBezTo>
                  <a:lnTo>
                    <a:pt x="32487" y="92668"/>
                  </a:lnTo>
                  <a:lnTo>
                    <a:pt x="32487" y="92668"/>
                  </a:lnTo>
                  <a:cubicBezTo>
                    <a:pt x="33608" y="92668"/>
                    <a:pt x="33608" y="92668"/>
                    <a:pt x="33608" y="92668"/>
                  </a:cubicBezTo>
                  <a:lnTo>
                    <a:pt x="33608" y="92668"/>
                  </a:lnTo>
                  <a:lnTo>
                    <a:pt x="33608" y="92668"/>
                  </a:lnTo>
                  <a:lnTo>
                    <a:pt x="33608" y="92668"/>
                  </a:lnTo>
                  <a:cubicBezTo>
                    <a:pt x="34766" y="92668"/>
                    <a:pt x="34766" y="92668"/>
                    <a:pt x="34766" y="92668"/>
                  </a:cubicBezTo>
                  <a:lnTo>
                    <a:pt x="34766" y="92668"/>
                  </a:lnTo>
                  <a:lnTo>
                    <a:pt x="34766" y="92668"/>
                  </a:lnTo>
                  <a:lnTo>
                    <a:pt x="34766" y="92668"/>
                  </a:lnTo>
                  <a:lnTo>
                    <a:pt x="34766" y="94545"/>
                  </a:lnTo>
                  <a:cubicBezTo>
                    <a:pt x="35887" y="94545"/>
                    <a:pt x="35887" y="94545"/>
                    <a:pt x="35887" y="94545"/>
                  </a:cubicBezTo>
                  <a:lnTo>
                    <a:pt x="35887" y="94545"/>
                  </a:lnTo>
                  <a:cubicBezTo>
                    <a:pt x="35887" y="94545"/>
                    <a:pt x="35887" y="94545"/>
                    <a:pt x="35887" y="92668"/>
                  </a:cubicBezTo>
                  <a:cubicBezTo>
                    <a:pt x="36973" y="92668"/>
                    <a:pt x="36973" y="92668"/>
                    <a:pt x="36973" y="92668"/>
                  </a:cubicBezTo>
                  <a:lnTo>
                    <a:pt x="36973" y="92668"/>
                  </a:lnTo>
                  <a:lnTo>
                    <a:pt x="36973" y="92668"/>
                  </a:lnTo>
                  <a:lnTo>
                    <a:pt x="36973" y="92668"/>
                  </a:lnTo>
                  <a:cubicBezTo>
                    <a:pt x="36973" y="90850"/>
                    <a:pt x="38094" y="90850"/>
                    <a:pt x="38094" y="90850"/>
                  </a:cubicBezTo>
                  <a:cubicBezTo>
                    <a:pt x="38094" y="89090"/>
                    <a:pt x="39252" y="89090"/>
                    <a:pt x="39252" y="89090"/>
                  </a:cubicBezTo>
                  <a:lnTo>
                    <a:pt x="39252" y="89090"/>
                  </a:lnTo>
                  <a:cubicBezTo>
                    <a:pt x="39252" y="89090"/>
                    <a:pt x="39252" y="89090"/>
                    <a:pt x="40373" y="89090"/>
                  </a:cubicBezTo>
                  <a:lnTo>
                    <a:pt x="40373" y="89090"/>
                  </a:lnTo>
                  <a:lnTo>
                    <a:pt x="40373" y="87272"/>
                  </a:lnTo>
                  <a:lnTo>
                    <a:pt x="40373" y="87272"/>
                  </a:lnTo>
                  <a:cubicBezTo>
                    <a:pt x="41459" y="87272"/>
                    <a:pt x="41459" y="87272"/>
                    <a:pt x="41459" y="89090"/>
                  </a:cubicBezTo>
                  <a:lnTo>
                    <a:pt x="41459" y="89090"/>
                  </a:lnTo>
                  <a:lnTo>
                    <a:pt x="41459" y="89090"/>
                  </a:lnTo>
                  <a:cubicBezTo>
                    <a:pt x="42580" y="87272"/>
                    <a:pt x="42580" y="87272"/>
                    <a:pt x="43738" y="87272"/>
                  </a:cubicBezTo>
                  <a:lnTo>
                    <a:pt x="43738" y="87272"/>
                  </a:lnTo>
                  <a:lnTo>
                    <a:pt x="43738" y="87272"/>
                  </a:lnTo>
                  <a:cubicBezTo>
                    <a:pt x="43738" y="87272"/>
                    <a:pt x="43738" y="87272"/>
                    <a:pt x="44859" y="87272"/>
                  </a:cubicBezTo>
                  <a:cubicBezTo>
                    <a:pt x="44859" y="89090"/>
                    <a:pt x="45945" y="89090"/>
                    <a:pt x="45945" y="90850"/>
                  </a:cubicBezTo>
                  <a:lnTo>
                    <a:pt x="45945" y="90850"/>
                  </a:lnTo>
                  <a:cubicBezTo>
                    <a:pt x="45945" y="90850"/>
                    <a:pt x="45945" y="90850"/>
                    <a:pt x="44859" y="90850"/>
                  </a:cubicBezTo>
                  <a:cubicBezTo>
                    <a:pt x="45945" y="90850"/>
                    <a:pt x="45945" y="90850"/>
                    <a:pt x="45945" y="90850"/>
                  </a:cubicBezTo>
                  <a:cubicBezTo>
                    <a:pt x="45945" y="90850"/>
                    <a:pt x="45945" y="90850"/>
                    <a:pt x="47066" y="90850"/>
                  </a:cubicBezTo>
                  <a:lnTo>
                    <a:pt x="47066" y="90850"/>
                  </a:lnTo>
                  <a:lnTo>
                    <a:pt x="47066" y="90850"/>
                  </a:lnTo>
                  <a:cubicBezTo>
                    <a:pt x="48188" y="92668"/>
                    <a:pt x="48188" y="92668"/>
                    <a:pt x="48188" y="94545"/>
                  </a:cubicBezTo>
                  <a:lnTo>
                    <a:pt x="48188" y="94545"/>
                  </a:lnTo>
                  <a:cubicBezTo>
                    <a:pt x="49345" y="94545"/>
                    <a:pt x="49345" y="96363"/>
                    <a:pt x="49345" y="96363"/>
                  </a:cubicBezTo>
                  <a:cubicBezTo>
                    <a:pt x="50431" y="96363"/>
                    <a:pt x="50431" y="99941"/>
                    <a:pt x="50431" y="99941"/>
                  </a:cubicBezTo>
                  <a:lnTo>
                    <a:pt x="50431" y="99941"/>
                  </a:lnTo>
                  <a:cubicBezTo>
                    <a:pt x="50431" y="99941"/>
                    <a:pt x="50431" y="101818"/>
                    <a:pt x="49345" y="103636"/>
                  </a:cubicBezTo>
                  <a:lnTo>
                    <a:pt x="49345" y="103636"/>
                  </a:lnTo>
                  <a:lnTo>
                    <a:pt x="49345" y="103636"/>
                  </a:lnTo>
                  <a:lnTo>
                    <a:pt x="49345" y="105395"/>
                  </a:lnTo>
                  <a:lnTo>
                    <a:pt x="49345" y="105395"/>
                  </a:lnTo>
                  <a:lnTo>
                    <a:pt x="48188" y="105395"/>
                  </a:lnTo>
                  <a:lnTo>
                    <a:pt x="48188" y="105395"/>
                  </a:lnTo>
                  <a:lnTo>
                    <a:pt x="48188" y="107214"/>
                  </a:lnTo>
                  <a:lnTo>
                    <a:pt x="48188" y="107214"/>
                  </a:lnTo>
                  <a:lnTo>
                    <a:pt x="48188" y="107214"/>
                  </a:lnTo>
                  <a:lnTo>
                    <a:pt x="48188" y="107214"/>
                  </a:lnTo>
                  <a:lnTo>
                    <a:pt x="48188" y="107214"/>
                  </a:lnTo>
                  <a:lnTo>
                    <a:pt x="48188" y="107214"/>
                  </a:lnTo>
                  <a:lnTo>
                    <a:pt x="48188" y="107214"/>
                  </a:lnTo>
                  <a:lnTo>
                    <a:pt x="48188" y="107214"/>
                  </a:lnTo>
                  <a:cubicBezTo>
                    <a:pt x="48188" y="107214"/>
                    <a:pt x="48188" y="107214"/>
                    <a:pt x="49345" y="107214"/>
                  </a:cubicBezTo>
                  <a:lnTo>
                    <a:pt x="49345" y="107214"/>
                  </a:lnTo>
                  <a:cubicBezTo>
                    <a:pt x="49345" y="107214"/>
                    <a:pt x="50431" y="107214"/>
                    <a:pt x="50431" y="109090"/>
                  </a:cubicBezTo>
                  <a:lnTo>
                    <a:pt x="50431" y="110850"/>
                  </a:lnTo>
                  <a:lnTo>
                    <a:pt x="50431" y="110850"/>
                  </a:lnTo>
                  <a:lnTo>
                    <a:pt x="50431" y="110850"/>
                  </a:lnTo>
                  <a:cubicBezTo>
                    <a:pt x="50431" y="110850"/>
                    <a:pt x="50431" y="110850"/>
                    <a:pt x="51552" y="112668"/>
                  </a:cubicBezTo>
                  <a:lnTo>
                    <a:pt x="51552" y="112668"/>
                  </a:lnTo>
                  <a:lnTo>
                    <a:pt x="51552" y="112668"/>
                  </a:lnTo>
                  <a:cubicBezTo>
                    <a:pt x="51552" y="114486"/>
                    <a:pt x="51552" y="114486"/>
                    <a:pt x="51552" y="114486"/>
                  </a:cubicBezTo>
                  <a:lnTo>
                    <a:pt x="51552" y="114486"/>
                  </a:lnTo>
                  <a:lnTo>
                    <a:pt x="51552" y="114486"/>
                  </a:lnTo>
                  <a:cubicBezTo>
                    <a:pt x="51552" y="114486"/>
                    <a:pt x="51552" y="114486"/>
                    <a:pt x="50431" y="114486"/>
                  </a:cubicBezTo>
                  <a:cubicBezTo>
                    <a:pt x="51552" y="114486"/>
                    <a:pt x="51552" y="114486"/>
                    <a:pt x="51552" y="114486"/>
                  </a:cubicBezTo>
                  <a:cubicBezTo>
                    <a:pt x="51552" y="116363"/>
                    <a:pt x="51552" y="116363"/>
                    <a:pt x="51552" y="116363"/>
                  </a:cubicBezTo>
                  <a:lnTo>
                    <a:pt x="51552" y="116363"/>
                  </a:lnTo>
                  <a:lnTo>
                    <a:pt x="52710" y="116363"/>
                  </a:lnTo>
                  <a:lnTo>
                    <a:pt x="52710" y="116363"/>
                  </a:lnTo>
                  <a:cubicBezTo>
                    <a:pt x="52710" y="116363"/>
                    <a:pt x="52710" y="116363"/>
                    <a:pt x="52710" y="118123"/>
                  </a:cubicBezTo>
                  <a:cubicBezTo>
                    <a:pt x="52710" y="116363"/>
                    <a:pt x="52710" y="116363"/>
                    <a:pt x="52710" y="116363"/>
                  </a:cubicBezTo>
                  <a:cubicBezTo>
                    <a:pt x="52710" y="116363"/>
                    <a:pt x="52710" y="116363"/>
                    <a:pt x="53795" y="116363"/>
                  </a:cubicBezTo>
                  <a:lnTo>
                    <a:pt x="53795" y="116363"/>
                  </a:lnTo>
                  <a:lnTo>
                    <a:pt x="53795" y="116363"/>
                  </a:lnTo>
                  <a:lnTo>
                    <a:pt x="53795" y="116363"/>
                  </a:lnTo>
                  <a:lnTo>
                    <a:pt x="53795" y="116363"/>
                  </a:lnTo>
                  <a:cubicBezTo>
                    <a:pt x="53795" y="114486"/>
                    <a:pt x="53795" y="114486"/>
                    <a:pt x="54917" y="114486"/>
                  </a:cubicBezTo>
                  <a:lnTo>
                    <a:pt x="54917" y="114486"/>
                  </a:lnTo>
                  <a:cubicBezTo>
                    <a:pt x="54917" y="114486"/>
                    <a:pt x="54917" y="114486"/>
                    <a:pt x="56038" y="114486"/>
                  </a:cubicBezTo>
                  <a:lnTo>
                    <a:pt x="56038" y="114486"/>
                  </a:lnTo>
                  <a:cubicBezTo>
                    <a:pt x="56038" y="112668"/>
                    <a:pt x="56038" y="112668"/>
                    <a:pt x="57196" y="112668"/>
                  </a:cubicBezTo>
                  <a:lnTo>
                    <a:pt x="57196" y="112668"/>
                  </a:lnTo>
                  <a:lnTo>
                    <a:pt x="57196" y="112668"/>
                  </a:lnTo>
                  <a:cubicBezTo>
                    <a:pt x="58281" y="112668"/>
                    <a:pt x="58281" y="112668"/>
                    <a:pt x="58281" y="112668"/>
                  </a:cubicBezTo>
                  <a:lnTo>
                    <a:pt x="58281" y="112668"/>
                  </a:lnTo>
                  <a:lnTo>
                    <a:pt x="58281" y="112668"/>
                  </a:lnTo>
                  <a:cubicBezTo>
                    <a:pt x="59403" y="112668"/>
                    <a:pt x="59403" y="112668"/>
                    <a:pt x="59403" y="112668"/>
                  </a:cubicBezTo>
                  <a:lnTo>
                    <a:pt x="59403" y="112668"/>
                  </a:lnTo>
                  <a:cubicBezTo>
                    <a:pt x="60524" y="112668"/>
                    <a:pt x="60524" y="112668"/>
                    <a:pt x="60524" y="112668"/>
                  </a:cubicBezTo>
                  <a:lnTo>
                    <a:pt x="60524" y="112668"/>
                  </a:lnTo>
                  <a:lnTo>
                    <a:pt x="60524" y="112668"/>
                  </a:lnTo>
                  <a:cubicBezTo>
                    <a:pt x="60524" y="112668"/>
                    <a:pt x="60524" y="110850"/>
                    <a:pt x="61682" y="110850"/>
                  </a:cubicBezTo>
                  <a:lnTo>
                    <a:pt x="61682" y="110850"/>
                  </a:lnTo>
                  <a:lnTo>
                    <a:pt x="61682" y="110850"/>
                  </a:lnTo>
                  <a:lnTo>
                    <a:pt x="61682" y="110850"/>
                  </a:lnTo>
                  <a:lnTo>
                    <a:pt x="62767" y="110850"/>
                  </a:lnTo>
                  <a:lnTo>
                    <a:pt x="62767" y="110850"/>
                  </a:lnTo>
                  <a:lnTo>
                    <a:pt x="62767" y="110850"/>
                  </a:lnTo>
                  <a:lnTo>
                    <a:pt x="62767" y="110850"/>
                  </a:lnTo>
                  <a:cubicBezTo>
                    <a:pt x="62767" y="110850"/>
                    <a:pt x="63889" y="110850"/>
                    <a:pt x="63889" y="112668"/>
                  </a:cubicBezTo>
                  <a:lnTo>
                    <a:pt x="63889" y="112668"/>
                  </a:lnTo>
                  <a:cubicBezTo>
                    <a:pt x="63889" y="112668"/>
                    <a:pt x="63889" y="112668"/>
                    <a:pt x="65010" y="112668"/>
                  </a:cubicBezTo>
                  <a:lnTo>
                    <a:pt x="65010" y="112668"/>
                  </a:lnTo>
                  <a:lnTo>
                    <a:pt x="65010" y="112668"/>
                  </a:lnTo>
                  <a:cubicBezTo>
                    <a:pt x="66168" y="112668"/>
                    <a:pt x="66168" y="114486"/>
                    <a:pt x="66168" y="114486"/>
                  </a:cubicBezTo>
                  <a:lnTo>
                    <a:pt x="66168" y="114486"/>
                  </a:lnTo>
                  <a:lnTo>
                    <a:pt x="66168" y="114486"/>
                  </a:lnTo>
                  <a:lnTo>
                    <a:pt x="66168" y="114486"/>
                  </a:lnTo>
                  <a:cubicBezTo>
                    <a:pt x="66168" y="116363"/>
                    <a:pt x="66168" y="116363"/>
                    <a:pt x="66168" y="116363"/>
                  </a:cubicBezTo>
                  <a:lnTo>
                    <a:pt x="66168" y="116363"/>
                  </a:lnTo>
                  <a:cubicBezTo>
                    <a:pt x="66168" y="116363"/>
                    <a:pt x="67253" y="116363"/>
                    <a:pt x="67253" y="118123"/>
                  </a:cubicBezTo>
                  <a:cubicBezTo>
                    <a:pt x="68375" y="118123"/>
                    <a:pt x="68375" y="118123"/>
                    <a:pt x="68375" y="118123"/>
                  </a:cubicBezTo>
                  <a:lnTo>
                    <a:pt x="68375" y="118123"/>
                  </a:lnTo>
                  <a:cubicBezTo>
                    <a:pt x="68375" y="116363"/>
                    <a:pt x="69496" y="116363"/>
                    <a:pt x="69496" y="116363"/>
                  </a:cubicBezTo>
                  <a:cubicBezTo>
                    <a:pt x="69496" y="116363"/>
                    <a:pt x="69496" y="118123"/>
                    <a:pt x="70654" y="118123"/>
                  </a:cubicBezTo>
                  <a:lnTo>
                    <a:pt x="70654" y="118123"/>
                  </a:lnTo>
                  <a:lnTo>
                    <a:pt x="70654" y="118123"/>
                  </a:lnTo>
                  <a:lnTo>
                    <a:pt x="70654" y="118123"/>
                  </a:lnTo>
                  <a:cubicBezTo>
                    <a:pt x="71739" y="118123"/>
                    <a:pt x="71739" y="118123"/>
                    <a:pt x="71739" y="118123"/>
                  </a:cubicBezTo>
                  <a:lnTo>
                    <a:pt x="71739" y="119941"/>
                  </a:lnTo>
                  <a:cubicBezTo>
                    <a:pt x="72861" y="118123"/>
                    <a:pt x="72861" y="118123"/>
                    <a:pt x="73982" y="118123"/>
                  </a:cubicBezTo>
                  <a:lnTo>
                    <a:pt x="77347" y="116363"/>
                  </a:lnTo>
                  <a:cubicBezTo>
                    <a:pt x="77347" y="116363"/>
                    <a:pt x="78468" y="116363"/>
                    <a:pt x="78468" y="114486"/>
                  </a:cubicBezTo>
                  <a:cubicBezTo>
                    <a:pt x="78468" y="114486"/>
                    <a:pt x="78468" y="112668"/>
                    <a:pt x="79626" y="112668"/>
                  </a:cubicBezTo>
                  <a:cubicBezTo>
                    <a:pt x="79626" y="112668"/>
                    <a:pt x="79626" y="112668"/>
                    <a:pt x="80711" y="114486"/>
                  </a:cubicBezTo>
                  <a:cubicBezTo>
                    <a:pt x="80711" y="112668"/>
                    <a:pt x="81832" y="112668"/>
                    <a:pt x="81832" y="112668"/>
                  </a:cubicBezTo>
                  <a:lnTo>
                    <a:pt x="81832" y="112668"/>
                  </a:lnTo>
                  <a:cubicBezTo>
                    <a:pt x="82954" y="112668"/>
                    <a:pt x="82954" y="112668"/>
                    <a:pt x="82954" y="112668"/>
                  </a:cubicBezTo>
                  <a:lnTo>
                    <a:pt x="82954" y="112668"/>
                  </a:lnTo>
                  <a:cubicBezTo>
                    <a:pt x="84112" y="112668"/>
                    <a:pt x="84112" y="112668"/>
                    <a:pt x="84112" y="112668"/>
                  </a:cubicBezTo>
                  <a:cubicBezTo>
                    <a:pt x="84112" y="110850"/>
                    <a:pt x="84112" y="110850"/>
                    <a:pt x="85197" y="110850"/>
                  </a:cubicBezTo>
                  <a:cubicBezTo>
                    <a:pt x="85197" y="110850"/>
                    <a:pt x="85197" y="110850"/>
                    <a:pt x="85197" y="109090"/>
                  </a:cubicBezTo>
                  <a:lnTo>
                    <a:pt x="85197" y="109090"/>
                  </a:lnTo>
                  <a:cubicBezTo>
                    <a:pt x="86318" y="109090"/>
                    <a:pt x="86318" y="107214"/>
                    <a:pt x="86318" y="107214"/>
                  </a:cubicBezTo>
                  <a:cubicBezTo>
                    <a:pt x="87440" y="107214"/>
                    <a:pt x="87440" y="105395"/>
                    <a:pt x="87440" y="105395"/>
                  </a:cubicBezTo>
                  <a:lnTo>
                    <a:pt x="87440" y="105395"/>
                  </a:lnTo>
                  <a:cubicBezTo>
                    <a:pt x="88598" y="105395"/>
                    <a:pt x="88598" y="105395"/>
                    <a:pt x="88598" y="105395"/>
                  </a:cubicBezTo>
                  <a:lnTo>
                    <a:pt x="88598" y="105395"/>
                  </a:lnTo>
                  <a:lnTo>
                    <a:pt x="88598" y="105395"/>
                  </a:lnTo>
                  <a:cubicBezTo>
                    <a:pt x="88598" y="105395"/>
                    <a:pt x="89683" y="105395"/>
                    <a:pt x="89683" y="103636"/>
                  </a:cubicBezTo>
                  <a:lnTo>
                    <a:pt x="90804" y="101818"/>
                  </a:lnTo>
                  <a:cubicBezTo>
                    <a:pt x="90804" y="99941"/>
                    <a:pt x="90804" y="99941"/>
                    <a:pt x="90804" y="99941"/>
                  </a:cubicBezTo>
                  <a:cubicBezTo>
                    <a:pt x="90804" y="99941"/>
                    <a:pt x="90804" y="99941"/>
                    <a:pt x="90804" y="98123"/>
                  </a:cubicBezTo>
                  <a:cubicBezTo>
                    <a:pt x="91926" y="98123"/>
                    <a:pt x="91926" y="96363"/>
                    <a:pt x="91926" y="96363"/>
                  </a:cubicBezTo>
                  <a:cubicBezTo>
                    <a:pt x="91926" y="96363"/>
                    <a:pt x="91926" y="94545"/>
                    <a:pt x="93084" y="94545"/>
                  </a:cubicBezTo>
                  <a:lnTo>
                    <a:pt x="93084" y="94545"/>
                  </a:lnTo>
                  <a:cubicBezTo>
                    <a:pt x="93084" y="92668"/>
                    <a:pt x="94169" y="92668"/>
                    <a:pt x="94169" y="92668"/>
                  </a:cubicBezTo>
                  <a:lnTo>
                    <a:pt x="94169" y="92668"/>
                  </a:lnTo>
                  <a:lnTo>
                    <a:pt x="94169" y="92668"/>
                  </a:lnTo>
                  <a:lnTo>
                    <a:pt x="94169" y="90850"/>
                  </a:lnTo>
                  <a:lnTo>
                    <a:pt x="94169" y="90850"/>
                  </a:lnTo>
                  <a:lnTo>
                    <a:pt x="94169" y="90850"/>
                  </a:lnTo>
                  <a:cubicBezTo>
                    <a:pt x="94169" y="89090"/>
                    <a:pt x="94169" y="89090"/>
                    <a:pt x="94169" y="89090"/>
                  </a:cubicBezTo>
                  <a:lnTo>
                    <a:pt x="94169" y="89090"/>
                  </a:lnTo>
                  <a:lnTo>
                    <a:pt x="94169" y="89090"/>
                  </a:lnTo>
                  <a:cubicBezTo>
                    <a:pt x="93084" y="89090"/>
                    <a:pt x="93084" y="89090"/>
                    <a:pt x="93084" y="89090"/>
                  </a:cubicBezTo>
                  <a:cubicBezTo>
                    <a:pt x="89683" y="87272"/>
                    <a:pt x="89683" y="87272"/>
                    <a:pt x="89683" y="87272"/>
                  </a:cubicBezTo>
                  <a:cubicBezTo>
                    <a:pt x="91926" y="85395"/>
                    <a:pt x="91926" y="85395"/>
                    <a:pt x="91926" y="85395"/>
                  </a:cubicBezTo>
                  <a:cubicBezTo>
                    <a:pt x="91926" y="85395"/>
                    <a:pt x="93084" y="83577"/>
                    <a:pt x="94169" y="83577"/>
                  </a:cubicBezTo>
                  <a:cubicBezTo>
                    <a:pt x="93084" y="83577"/>
                    <a:pt x="93084" y="81818"/>
                    <a:pt x="93084" y="81818"/>
                  </a:cubicBezTo>
                  <a:cubicBezTo>
                    <a:pt x="91926" y="78123"/>
                    <a:pt x="91926" y="78123"/>
                    <a:pt x="91926" y="78123"/>
                  </a:cubicBezTo>
                  <a:cubicBezTo>
                    <a:pt x="93084" y="78123"/>
                    <a:pt x="93084" y="78123"/>
                    <a:pt x="93084" y="78123"/>
                  </a:cubicBezTo>
                  <a:lnTo>
                    <a:pt x="93084" y="78123"/>
                  </a:lnTo>
                  <a:lnTo>
                    <a:pt x="93084" y="78123"/>
                  </a:lnTo>
                  <a:cubicBezTo>
                    <a:pt x="91926" y="78123"/>
                    <a:pt x="93084" y="76304"/>
                    <a:pt x="93084" y="76304"/>
                  </a:cubicBezTo>
                  <a:cubicBezTo>
                    <a:pt x="93084" y="76304"/>
                    <a:pt x="93084" y="76304"/>
                    <a:pt x="93084" y="74545"/>
                  </a:cubicBezTo>
                  <a:lnTo>
                    <a:pt x="93084" y="74545"/>
                  </a:lnTo>
                  <a:cubicBezTo>
                    <a:pt x="93084" y="74545"/>
                    <a:pt x="91926" y="74545"/>
                    <a:pt x="91926" y="72727"/>
                  </a:cubicBezTo>
                  <a:lnTo>
                    <a:pt x="91926" y="72727"/>
                  </a:lnTo>
                  <a:lnTo>
                    <a:pt x="91926" y="72727"/>
                  </a:lnTo>
                  <a:lnTo>
                    <a:pt x="91926" y="72727"/>
                  </a:lnTo>
                  <a:cubicBezTo>
                    <a:pt x="90804" y="72727"/>
                    <a:pt x="90804" y="70850"/>
                    <a:pt x="89683" y="70850"/>
                  </a:cubicBezTo>
                  <a:cubicBezTo>
                    <a:pt x="89683" y="70850"/>
                    <a:pt x="89683" y="70850"/>
                    <a:pt x="88598" y="70850"/>
                  </a:cubicBezTo>
                  <a:cubicBezTo>
                    <a:pt x="88598" y="69032"/>
                    <a:pt x="89683" y="69032"/>
                    <a:pt x="89683" y="67272"/>
                  </a:cubicBezTo>
                  <a:lnTo>
                    <a:pt x="89683" y="67272"/>
                  </a:lnTo>
                  <a:cubicBezTo>
                    <a:pt x="89683" y="67272"/>
                    <a:pt x="89683" y="65454"/>
                    <a:pt x="90804" y="65454"/>
                  </a:cubicBezTo>
                  <a:cubicBezTo>
                    <a:pt x="90804" y="65454"/>
                    <a:pt x="90804" y="65454"/>
                    <a:pt x="90804" y="63577"/>
                  </a:cubicBezTo>
                  <a:cubicBezTo>
                    <a:pt x="91926" y="63577"/>
                    <a:pt x="91926" y="61759"/>
                    <a:pt x="91926" y="61759"/>
                  </a:cubicBezTo>
                  <a:lnTo>
                    <a:pt x="91926" y="61759"/>
                  </a:lnTo>
                  <a:cubicBezTo>
                    <a:pt x="91926" y="61759"/>
                    <a:pt x="91926" y="61759"/>
                    <a:pt x="90804" y="61759"/>
                  </a:cubicBezTo>
                  <a:cubicBezTo>
                    <a:pt x="90804" y="61759"/>
                    <a:pt x="90804" y="61759"/>
                    <a:pt x="89683" y="61759"/>
                  </a:cubicBezTo>
                  <a:lnTo>
                    <a:pt x="89683" y="61759"/>
                  </a:lnTo>
                  <a:cubicBezTo>
                    <a:pt x="89683" y="61759"/>
                    <a:pt x="88598" y="61759"/>
                    <a:pt x="88598" y="60000"/>
                  </a:cubicBezTo>
                  <a:cubicBezTo>
                    <a:pt x="88598" y="60000"/>
                    <a:pt x="88598" y="58181"/>
                    <a:pt x="89683" y="58181"/>
                  </a:cubicBezTo>
                  <a:lnTo>
                    <a:pt x="89683" y="58181"/>
                  </a:lnTo>
                  <a:lnTo>
                    <a:pt x="89683" y="58181"/>
                  </a:lnTo>
                  <a:cubicBezTo>
                    <a:pt x="89683" y="58181"/>
                    <a:pt x="89683" y="58181"/>
                    <a:pt x="88598" y="58181"/>
                  </a:cubicBezTo>
                  <a:lnTo>
                    <a:pt x="88598" y="58181"/>
                  </a:lnTo>
                  <a:cubicBezTo>
                    <a:pt x="87440" y="58181"/>
                    <a:pt x="86318" y="56304"/>
                    <a:pt x="86318" y="56304"/>
                  </a:cubicBezTo>
                  <a:cubicBezTo>
                    <a:pt x="86318" y="54486"/>
                    <a:pt x="86318" y="54486"/>
                    <a:pt x="86318" y="52727"/>
                  </a:cubicBezTo>
                  <a:cubicBezTo>
                    <a:pt x="86318" y="52727"/>
                    <a:pt x="86318" y="52727"/>
                    <a:pt x="87440" y="52727"/>
                  </a:cubicBezTo>
                  <a:lnTo>
                    <a:pt x="87440" y="52727"/>
                  </a:lnTo>
                  <a:cubicBezTo>
                    <a:pt x="87440" y="50909"/>
                    <a:pt x="87440" y="50909"/>
                    <a:pt x="87440" y="50909"/>
                  </a:cubicBezTo>
                  <a:lnTo>
                    <a:pt x="88598" y="50909"/>
                  </a:lnTo>
                  <a:lnTo>
                    <a:pt x="88598" y="50909"/>
                  </a:lnTo>
                  <a:cubicBezTo>
                    <a:pt x="88598" y="50909"/>
                    <a:pt x="88598" y="50909"/>
                    <a:pt x="89683" y="50909"/>
                  </a:cubicBezTo>
                  <a:cubicBezTo>
                    <a:pt x="89683" y="49032"/>
                    <a:pt x="89683" y="49032"/>
                    <a:pt x="90804" y="49032"/>
                  </a:cubicBezTo>
                  <a:cubicBezTo>
                    <a:pt x="90804" y="47214"/>
                    <a:pt x="91926" y="47214"/>
                    <a:pt x="91926" y="45454"/>
                  </a:cubicBezTo>
                  <a:cubicBezTo>
                    <a:pt x="93084" y="43636"/>
                    <a:pt x="94169" y="43636"/>
                    <a:pt x="94169" y="43636"/>
                  </a:cubicBezTo>
                  <a:lnTo>
                    <a:pt x="94169" y="43636"/>
                  </a:lnTo>
                  <a:cubicBezTo>
                    <a:pt x="95290" y="43636"/>
                    <a:pt x="96412" y="43636"/>
                    <a:pt x="96412" y="45454"/>
                  </a:cubicBezTo>
                  <a:cubicBezTo>
                    <a:pt x="97570" y="47214"/>
                    <a:pt x="97570" y="47214"/>
                    <a:pt x="96412" y="49032"/>
                  </a:cubicBezTo>
                  <a:cubicBezTo>
                    <a:pt x="96412" y="49032"/>
                    <a:pt x="96412" y="49032"/>
                    <a:pt x="96412" y="50909"/>
                  </a:cubicBezTo>
                  <a:cubicBezTo>
                    <a:pt x="96412" y="50909"/>
                    <a:pt x="96412" y="50909"/>
                    <a:pt x="95290" y="50909"/>
                  </a:cubicBezTo>
                  <a:lnTo>
                    <a:pt x="95290" y="50909"/>
                  </a:lnTo>
                  <a:lnTo>
                    <a:pt x="96412" y="50909"/>
                  </a:lnTo>
                  <a:cubicBezTo>
                    <a:pt x="96412" y="50909"/>
                    <a:pt x="97570" y="49032"/>
                    <a:pt x="98655" y="49032"/>
                  </a:cubicBezTo>
                  <a:cubicBezTo>
                    <a:pt x="98655" y="49032"/>
                    <a:pt x="98655" y="49032"/>
                    <a:pt x="99776" y="47214"/>
                  </a:cubicBezTo>
                  <a:cubicBezTo>
                    <a:pt x="99776" y="47214"/>
                    <a:pt x="99776" y="47214"/>
                    <a:pt x="100898" y="47214"/>
                  </a:cubicBezTo>
                  <a:lnTo>
                    <a:pt x="100898" y="47214"/>
                  </a:lnTo>
                  <a:cubicBezTo>
                    <a:pt x="100898" y="45454"/>
                    <a:pt x="100898" y="45454"/>
                    <a:pt x="102056" y="45454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9" name="Shape 11849"/>
            <p:cNvSpPr/>
            <p:nvPr/>
          </p:nvSpPr>
          <p:spPr>
            <a:xfrm>
              <a:off x="6291263" y="1712913"/>
              <a:ext cx="190500" cy="1571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72" y="8532"/>
                  </a:moveTo>
                  <a:lnTo>
                    <a:pt x="119772" y="8532"/>
                  </a:lnTo>
                  <a:lnTo>
                    <a:pt x="119772" y="0"/>
                  </a:lnTo>
                  <a:lnTo>
                    <a:pt x="112727" y="0"/>
                  </a:lnTo>
                  <a:lnTo>
                    <a:pt x="112727" y="0"/>
                  </a:lnTo>
                  <a:lnTo>
                    <a:pt x="112727" y="0"/>
                  </a:lnTo>
                  <a:cubicBezTo>
                    <a:pt x="112727" y="0"/>
                    <a:pt x="112727" y="0"/>
                    <a:pt x="105681" y="0"/>
                  </a:cubicBezTo>
                  <a:lnTo>
                    <a:pt x="105681" y="0"/>
                  </a:lnTo>
                  <a:lnTo>
                    <a:pt x="105681" y="0"/>
                  </a:lnTo>
                  <a:lnTo>
                    <a:pt x="105681" y="8532"/>
                  </a:lnTo>
                  <a:lnTo>
                    <a:pt x="105681" y="8532"/>
                  </a:lnTo>
                  <a:lnTo>
                    <a:pt x="105681" y="8532"/>
                  </a:lnTo>
                  <a:cubicBezTo>
                    <a:pt x="105681" y="8532"/>
                    <a:pt x="105681" y="8532"/>
                    <a:pt x="105681" y="17339"/>
                  </a:cubicBezTo>
                  <a:cubicBezTo>
                    <a:pt x="105681" y="17339"/>
                    <a:pt x="105681" y="17339"/>
                    <a:pt x="105681" y="25871"/>
                  </a:cubicBezTo>
                  <a:lnTo>
                    <a:pt x="105681" y="25871"/>
                  </a:lnTo>
                  <a:lnTo>
                    <a:pt x="105681" y="25871"/>
                  </a:lnTo>
                  <a:cubicBezTo>
                    <a:pt x="105681" y="25871"/>
                    <a:pt x="105681" y="25871"/>
                    <a:pt x="105681" y="34128"/>
                  </a:cubicBezTo>
                  <a:lnTo>
                    <a:pt x="105681" y="34128"/>
                  </a:lnTo>
                  <a:lnTo>
                    <a:pt x="105681" y="34128"/>
                  </a:lnTo>
                  <a:cubicBezTo>
                    <a:pt x="105681" y="34128"/>
                    <a:pt x="98636" y="42660"/>
                    <a:pt x="98636" y="51467"/>
                  </a:cubicBezTo>
                  <a:lnTo>
                    <a:pt x="98636" y="51467"/>
                  </a:lnTo>
                  <a:cubicBezTo>
                    <a:pt x="91590" y="51467"/>
                    <a:pt x="91590" y="51467"/>
                    <a:pt x="91590" y="51467"/>
                  </a:cubicBezTo>
                  <a:lnTo>
                    <a:pt x="91590" y="51467"/>
                  </a:lnTo>
                  <a:cubicBezTo>
                    <a:pt x="91590" y="51467"/>
                    <a:pt x="91590" y="60000"/>
                    <a:pt x="84545" y="60000"/>
                  </a:cubicBezTo>
                  <a:lnTo>
                    <a:pt x="77500" y="68256"/>
                  </a:lnTo>
                  <a:cubicBezTo>
                    <a:pt x="77500" y="68256"/>
                    <a:pt x="70454" y="76788"/>
                    <a:pt x="63409" y="76788"/>
                  </a:cubicBezTo>
                  <a:lnTo>
                    <a:pt x="63409" y="68256"/>
                  </a:lnTo>
                  <a:lnTo>
                    <a:pt x="63409" y="68256"/>
                  </a:lnTo>
                  <a:cubicBezTo>
                    <a:pt x="63409" y="76788"/>
                    <a:pt x="63409" y="76788"/>
                    <a:pt x="56363" y="76788"/>
                  </a:cubicBezTo>
                  <a:lnTo>
                    <a:pt x="56363" y="76788"/>
                  </a:lnTo>
                  <a:lnTo>
                    <a:pt x="56363" y="76788"/>
                  </a:lnTo>
                  <a:cubicBezTo>
                    <a:pt x="56363" y="85596"/>
                    <a:pt x="56363" y="94128"/>
                    <a:pt x="49318" y="94128"/>
                  </a:cubicBezTo>
                  <a:lnTo>
                    <a:pt x="49318" y="94128"/>
                  </a:lnTo>
                  <a:cubicBezTo>
                    <a:pt x="49318" y="94128"/>
                    <a:pt x="49318" y="94128"/>
                    <a:pt x="42272" y="94128"/>
                  </a:cubicBezTo>
                  <a:lnTo>
                    <a:pt x="42272" y="94128"/>
                  </a:lnTo>
                  <a:lnTo>
                    <a:pt x="35227" y="94128"/>
                  </a:lnTo>
                  <a:lnTo>
                    <a:pt x="28181" y="94128"/>
                  </a:lnTo>
                  <a:cubicBezTo>
                    <a:pt x="21136" y="94128"/>
                    <a:pt x="21136" y="94128"/>
                    <a:pt x="21136" y="94128"/>
                  </a:cubicBezTo>
                  <a:cubicBezTo>
                    <a:pt x="14090" y="94128"/>
                    <a:pt x="14090" y="94128"/>
                    <a:pt x="14090" y="94128"/>
                  </a:cubicBezTo>
                  <a:lnTo>
                    <a:pt x="14090" y="94128"/>
                  </a:lnTo>
                  <a:cubicBezTo>
                    <a:pt x="7045" y="102385"/>
                    <a:pt x="7045" y="102385"/>
                    <a:pt x="0" y="102385"/>
                  </a:cubicBezTo>
                  <a:lnTo>
                    <a:pt x="0" y="110917"/>
                  </a:lnTo>
                  <a:lnTo>
                    <a:pt x="0" y="110917"/>
                  </a:lnTo>
                  <a:lnTo>
                    <a:pt x="0" y="110917"/>
                  </a:lnTo>
                  <a:lnTo>
                    <a:pt x="0" y="110917"/>
                  </a:lnTo>
                  <a:lnTo>
                    <a:pt x="7045" y="110917"/>
                  </a:lnTo>
                  <a:lnTo>
                    <a:pt x="7045" y="110917"/>
                  </a:lnTo>
                  <a:lnTo>
                    <a:pt x="14090" y="110917"/>
                  </a:lnTo>
                  <a:cubicBezTo>
                    <a:pt x="14090" y="102385"/>
                    <a:pt x="14090" y="102385"/>
                    <a:pt x="21136" y="102385"/>
                  </a:cubicBezTo>
                  <a:lnTo>
                    <a:pt x="21136" y="102385"/>
                  </a:lnTo>
                  <a:lnTo>
                    <a:pt x="28181" y="94128"/>
                  </a:lnTo>
                  <a:lnTo>
                    <a:pt x="35227" y="94128"/>
                  </a:lnTo>
                  <a:lnTo>
                    <a:pt x="35227" y="94128"/>
                  </a:lnTo>
                  <a:lnTo>
                    <a:pt x="35227" y="94128"/>
                  </a:lnTo>
                  <a:lnTo>
                    <a:pt x="35227" y="94128"/>
                  </a:lnTo>
                  <a:lnTo>
                    <a:pt x="42272" y="94128"/>
                  </a:lnTo>
                  <a:cubicBezTo>
                    <a:pt x="42272" y="94128"/>
                    <a:pt x="42272" y="94128"/>
                    <a:pt x="49318" y="102385"/>
                  </a:cubicBezTo>
                  <a:cubicBezTo>
                    <a:pt x="49318" y="102385"/>
                    <a:pt x="49318" y="110917"/>
                    <a:pt x="42272" y="110917"/>
                  </a:cubicBezTo>
                  <a:lnTo>
                    <a:pt x="42272" y="110917"/>
                  </a:lnTo>
                  <a:cubicBezTo>
                    <a:pt x="42272" y="119724"/>
                    <a:pt x="42272" y="119724"/>
                    <a:pt x="49318" y="119724"/>
                  </a:cubicBezTo>
                  <a:lnTo>
                    <a:pt x="49318" y="119724"/>
                  </a:lnTo>
                  <a:cubicBezTo>
                    <a:pt x="49318" y="119724"/>
                    <a:pt x="49318" y="119724"/>
                    <a:pt x="49318" y="110917"/>
                  </a:cubicBezTo>
                  <a:cubicBezTo>
                    <a:pt x="49318" y="110917"/>
                    <a:pt x="49318" y="110917"/>
                    <a:pt x="56363" y="110917"/>
                  </a:cubicBezTo>
                  <a:cubicBezTo>
                    <a:pt x="56363" y="102385"/>
                    <a:pt x="56363" y="102385"/>
                    <a:pt x="56363" y="102385"/>
                  </a:cubicBezTo>
                  <a:cubicBezTo>
                    <a:pt x="56363" y="94128"/>
                    <a:pt x="56363" y="94128"/>
                    <a:pt x="56363" y="94128"/>
                  </a:cubicBezTo>
                  <a:lnTo>
                    <a:pt x="56363" y="94128"/>
                  </a:lnTo>
                  <a:cubicBezTo>
                    <a:pt x="63409" y="94128"/>
                    <a:pt x="63409" y="94128"/>
                    <a:pt x="70454" y="102385"/>
                  </a:cubicBezTo>
                  <a:lnTo>
                    <a:pt x="70454" y="102385"/>
                  </a:lnTo>
                  <a:lnTo>
                    <a:pt x="70454" y="102385"/>
                  </a:lnTo>
                  <a:lnTo>
                    <a:pt x="70454" y="102385"/>
                  </a:lnTo>
                  <a:cubicBezTo>
                    <a:pt x="77500" y="94128"/>
                    <a:pt x="77500" y="94128"/>
                    <a:pt x="77500" y="94128"/>
                  </a:cubicBezTo>
                  <a:lnTo>
                    <a:pt x="84545" y="94128"/>
                  </a:lnTo>
                  <a:lnTo>
                    <a:pt x="84545" y="94128"/>
                  </a:lnTo>
                  <a:lnTo>
                    <a:pt x="84545" y="94128"/>
                  </a:lnTo>
                  <a:lnTo>
                    <a:pt x="91590" y="85596"/>
                  </a:lnTo>
                  <a:lnTo>
                    <a:pt x="91590" y="85596"/>
                  </a:lnTo>
                  <a:cubicBezTo>
                    <a:pt x="91590" y="85596"/>
                    <a:pt x="91590" y="85596"/>
                    <a:pt x="98636" y="85596"/>
                  </a:cubicBezTo>
                  <a:lnTo>
                    <a:pt x="98636" y="85596"/>
                  </a:lnTo>
                  <a:lnTo>
                    <a:pt x="98636" y="85596"/>
                  </a:lnTo>
                  <a:cubicBezTo>
                    <a:pt x="105681" y="85596"/>
                    <a:pt x="105681" y="85596"/>
                    <a:pt x="105681" y="85596"/>
                  </a:cubicBezTo>
                  <a:lnTo>
                    <a:pt x="105681" y="85596"/>
                  </a:lnTo>
                  <a:cubicBezTo>
                    <a:pt x="105681" y="85596"/>
                    <a:pt x="105681" y="76788"/>
                    <a:pt x="105681" y="68256"/>
                  </a:cubicBezTo>
                  <a:cubicBezTo>
                    <a:pt x="105681" y="68256"/>
                    <a:pt x="105681" y="68256"/>
                    <a:pt x="105681" y="60000"/>
                  </a:cubicBezTo>
                  <a:lnTo>
                    <a:pt x="112727" y="60000"/>
                  </a:lnTo>
                  <a:lnTo>
                    <a:pt x="105681" y="51467"/>
                  </a:lnTo>
                  <a:lnTo>
                    <a:pt x="105681" y="51467"/>
                  </a:lnTo>
                  <a:lnTo>
                    <a:pt x="105681" y="42660"/>
                  </a:lnTo>
                  <a:lnTo>
                    <a:pt x="112727" y="34128"/>
                  </a:lnTo>
                  <a:lnTo>
                    <a:pt x="112727" y="34128"/>
                  </a:lnTo>
                  <a:cubicBezTo>
                    <a:pt x="119772" y="25871"/>
                    <a:pt x="119772" y="25871"/>
                    <a:pt x="119772" y="25871"/>
                  </a:cubicBezTo>
                  <a:lnTo>
                    <a:pt x="119772" y="25871"/>
                  </a:lnTo>
                  <a:lnTo>
                    <a:pt x="119772" y="25871"/>
                  </a:lnTo>
                  <a:lnTo>
                    <a:pt x="119772" y="25871"/>
                  </a:lnTo>
                  <a:cubicBezTo>
                    <a:pt x="119772" y="17339"/>
                    <a:pt x="119772" y="17339"/>
                    <a:pt x="119772" y="17339"/>
                  </a:cubicBezTo>
                  <a:cubicBezTo>
                    <a:pt x="119772" y="8532"/>
                    <a:pt x="119772" y="8532"/>
                    <a:pt x="119772" y="853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0" name="Shape 11850"/>
            <p:cNvSpPr/>
            <p:nvPr/>
          </p:nvSpPr>
          <p:spPr>
            <a:xfrm>
              <a:off x="6246813" y="1870075"/>
              <a:ext cx="33337" cy="555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8709" y="23846"/>
                  </a:moveTo>
                  <a:lnTo>
                    <a:pt x="78709" y="23846"/>
                  </a:lnTo>
                  <a:lnTo>
                    <a:pt x="78709" y="23846"/>
                  </a:lnTo>
                  <a:lnTo>
                    <a:pt x="78709" y="0"/>
                  </a:lnTo>
                  <a:lnTo>
                    <a:pt x="78709" y="0"/>
                  </a:lnTo>
                  <a:lnTo>
                    <a:pt x="78709" y="23846"/>
                  </a:lnTo>
                  <a:cubicBezTo>
                    <a:pt x="38709" y="23846"/>
                    <a:pt x="38709" y="23846"/>
                    <a:pt x="38709" y="23846"/>
                  </a:cubicBezTo>
                  <a:cubicBezTo>
                    <a:pt x="38709" y="23846"/>
                    <a:pt x="38709" y="23846"/>
                    <a:pt x="0" y="23846"/>
                  </a:cubicBezTo>
                  <a:lnTo>
                    <a:pt x="0" y="23846"/>
                  </a:lnTo>
                  <a:cubicBezTo>
                    <a:pt x="0" y="46923"/>
                    <a:pt x="0" y="46923"/>
                    <a:pt x="0" y="46923"/>
                  </a:cubicBezTo>
                  <a:cubicBezTo>
                    <a:pt x="38709" y="46923"/>
                    <a:pt x="38709" y="46923"/>
                    <a:pt x="38709" y="70769"/>
                  </a:cubicBezTo>
                  <a:cubicBezTo>
                    <a:pt x="38709" y="70769"/>
                    <a:pt x="38709" y="70769"/>
                    <a:pt x="38709" y="95384"/>
                  </a:cubicBezTo>
                  <a:lnTo>
                    <a:pt x="78709" y="95384"/>
                  </a:lnTo>
                  <a:cubicBezTo>
                    <a:pt x="78709" y="95384"/>
                    <a:pt x="78709" y="95384"/>
                    <a:pt x="78709" y="119230"/>
                  </a:cubicBezTo>
                  <a:cubicBezTo>
                    <a:pt x="78709" y="95384"/>
                    <a:pt x="78709" y="95384"/>
                    <a:pt x="78709" y="95384"/>
                  </a:cubicBezTo>
                  <a:lnTo>
                    <a:pt x="118709" y="95384"/>
                  </a:lnTo>
                  <a:lnTo>
                    <a:pt x="118709" y="70769"/>
                  </a:lnTo>
                  <a:lnTo>
                    <a:pt x="118709" y="46923"/>
                  </a:lnTo>
                  <a:lnTo>
                    <a:pt x="118709" y="46923"/>
                  </a:lnTo>
                  <a:lnTo>
                    <a:pt x="118709" y="23846"/>
                  </a:lnTo>
                  <a:cubicBezTo>
                    <a:pt x="78709" y="23846"/>
                    <a:pt x="78709" y="23846"/>
                    <a:pt x="78709" y="23846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1" name="Shape 11851"/>
            <p:cNvSpPr/>
            <p:nvPr/>
          </p:nvSpPr>
          <p:spPr>
            <a:xfrm>
              <a:off x="5419725" y="1457325"/>
              <a:ext cx="614363" cy="2238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249" y="23961"/>
                  </a:moveTo>
                  <a:lnTo>
                    <a:pt x="39249" y="23961"/>
                  </a:lnTo>
                  <a:lnTo>
                    <a:pt x="39249" y="23961"/>
                  </a:lnTo>
                  <a:lnTo>
                    <a:pt x="39249" y="23961"/>
                  </a:lnTo>
                  <a:lnTo>
                    <a:pt x="39249" y="23961"/>
                  </a:lnTo>
                  <a:cubicBezTo>
                    <a:pt x="37069" y="30144"/>
                    <a:pt x="37069" y="30144"/>
                    <a:pt x="34888" y="30144"/>
                  </a:cubicBezTo>
                  <a:lnTo>
                    <a:pt x="34888" y="30144"/>
                  </a:lnTo>
                  <a:lnTo>
                    <a:pt x="34888" y="30144"/>
                  </a:lnTo>
                  <a:lnTo>
                    <a:pt x="32778" y="30144"/>
                  </a:lnTo>
                  <a:lnTo>
                    <a:pt x="32778" y="30144"/>
                  </a:lnTo>
                  <a:cubicBezTo>
                    <a:pt x="32778" y="30144"/>
                    <a:pt x="32778" y="30144"/>
                    <a:pt x="30597" y="30144"/>
                  </a:cubicBezTo>
                  <a:lnTo>
                    <a:pt x="30597" y="30144"/>
                  </a:lnTo>
                  <a:lnTo>
                    <a:pt x="28347" y="30144"/>
                  </a:lnTo>
                  <a:lnTo>
                    <a:pt x="28347" y="30144"/>
                  </a:lnTo>
                  <a:lnTo>
                    <a:pt x="26166" y="30144"/>
                  </a:lnTo>
                  <a:lnTo>
                    <a:pt x="26166" y="30144"/>
                  </a:lnTo>
                  <a:lnTo>
                    <a:pt x="26166" y="30144"/>
                  </a:lnTo>
                  <a:cubicBezTo>
                    <a:pt x="24056" y="30144"/>
                    <a:pt x="24056" y="23961"/>
                    <a:pt x="24056" y="23961"/>
                  </a:cubicBezTo>
                  <a:lnTo>
                    <a:pt x="24056" y="23961"/>
                  </a:lnTo>
                  <a:cubicBezTo>
                    <a:pt x="21875" y="23961"/>
                    <a:pt x="21875" y="23961"/>
                    <a:pt x="21875" y="18164"/>
                  </a:cubicBezTo>
                  <a:lnTo>
                    <a:pt x="21875" y="18164"/>
                  </a:lnTo>
                  <a:lnTo>
                    <a:pt x="21875" y="18164"/>
                  </a:lnTo>
                  <a:lnTo>
                    <a:pt x="21875" y="18164"/>
                  </a:lnTo>
                  <a:cubicBezTo>
                    <a:pt x="19624" y="18164"/>
                    <a:pt x="19624" y="18164"/>
                    <a:pt x="17444" y="18164"/>
                  </a:cubicBezTo>
                  <a:lnTo>
                    <a:pt x="17444" y="18164"/>
                  </a:lnTo>
                  <a:lnTo>
                    <a:pt x="17444" y="18164"/>
                  </a:lnTo>
                  <a:lnTo>
                    <a:pt x="15334" y="18164"/>
                  </a:lnTo>
                  <a:cubicBezTo>
                    <a:pt x="15334" y="18164"/>
                    <a:pt x="15334" y="18164"/>
                    <a:pt x="13153" y="18164"/>
                  </a:cubicBezTo>
                  <a:lnTo>
                    <a:pt x="13153" y="18164"/>
                  </a:lnTo>
                  <a:cubicBezTo>
                    <a:pt x="13153" y="18164"/>
                    <a:pt x="13153" y="18164"/>
                    <a:pt x="10902" y="18164"/>
                  </a:cubicBezTo>
                  <a:lnTo>
                    <a:pt x="10902" y="23961"/>
                  </a:lnTo>
                  <a:cubicBezTo>
                    <a:pt x="8722" y="23961"/>
                    <a:pt x="8722" y="23961"/>
                    <a:pt x="6611" y="23961"/>
                  </a:cubicBezTo>
                  <a:lnTo>
                    <a:pt x="6611" y="30144"/>
                  </a:lnTo>
                  <a:lnTo>
                    <a:pt x="6611" y="30144"/>
                  </a:lnTo>
                  <a:cubicBezTo>
                    <a:pt x="4431" y="36135"/>
                    <a:pt x="4431" y="36135"/>
                    <a:pt x="4431" y="36135"/>
                  </a:cubicBezTo>
                  <a:lnTo>
                    <a:pt x="4431" y="36135"/>
                  </a:lnTo>
                  <a:lnTo>
                    <a:pt x="4431" y="36135"/>
                  </a:lnTo>
                  <a:cubicBezTo>
                    <a:pt x="2180" y="36135"/>
                    <a:pt x="2180" y="36135"/>
                    <a:pt x="2180" y="36135"/>
                  </a:cubicBezTo>
                  <a:lnTo>
                    <a:pt x="0" y="36135"/>
                  </a:lnTo>
                  <a:lnTo>
                    <a:pt x="0" y="36135"/>
                  </a:lnTo>
                  <a:lnTo>
                    <a:pt x="0" y="36135"/>
                  </a:lnTo>
                  <a:lnTo>
                    <a:pt x="0" y="36135"/>
                  </a:lnTo>
                  <a:cubicBezTo>
                    <a:pt x="2180" y="36135"/>
                    <a:pt x="2180" y="42125"/>
                    <a:pt x="2180" y="42125"/>
                  </a:cubicBezTo>
                  <a:cubicBezTo>
                    <a:pt x="4431" y="42125"/>
                    <a:pt x="4431" y="42125"/>
                    <a:pt x="4431" y="42125"/>
                  </a:cubicBezTo>
                  <a:cubicBezTo>
                    <a:pt x="6611" y="42125"/>
                    <a:pt x="6611" y="42125"/>
                    <a:pt x="6611" y="42125"/>
                  </a:cubicBezTo>
                  <a:cubicBezTo>
                    <a:pt x="6611" y="42125"/>
                    <a:pt x="6611" y="42125"/>
                    <a:pt x="8722" y="47922"/>
                  </a:cubicBezTo>
                  <a:lnTo>
                    <a:pt x="8722" y="47922"/>
                  </a:lnTo>
                  <a:lnTo>
                    <a:pt x="8722" y="47922"/>
                  </a:lnTo>
                  <a:cubicBezTo>
                    <a:pt x="8722" y="47922"/>
                    <a:pt x="8722" y="47922"/>
                    <a:pt x="8722" y="54106"/>
                  </a:cubicBezTo>
                  <a:cubicBezTo>
                    <a:pt x="8722" y="54106"/>
                    <a:pt x="8722" y="54106"/>
                    <a:pt x="10902" y="54106"/>
                  </a:cubicBezTo>
                  <a:lnTo>
                    <a:pt x="10902" y="54106"/>
                  </a:lnTo>
                  <a:lnTo>
                    <a:pt x="13153" y="60096"/>
                  </a:lnTo>
                  <a:lnTo>
                    <a:pt x="13153" y="66086"/>
                  </a:lnTo>
                  <a:lnTo>
                    <a:pt x="13153" y="66086"/>
                  </a:lnTo>
                  <a:cubicBezTo>
                    <a:pt x="13153" y="71884"/>
                    <a:pt x="10902" y="71884"/>
                    <a:pt x="10902" y="71884"/>
                  </a:cubicBezTo>
                  <a:cubicBezTo>
                    <a:pt x="10902" y="78067"/>
                    <a:pt x="10902" y="78067"/>
                    <a:pt x="10902" y="78067"/>
                  </a:cubicBezTo>
                  <a:lnTo>
                    <a:pt x="10902" y="78067"/>
                  </a:lnTo>
                  <a:cubicBezTo>
                    <a:pt x="13153" y="78067"/>
                    <a:pt x="13153" y="78067"/>
                    <a:pt x="15334" y="78067"/>
                  </a:cubicBezTo>
                  <a:lnTo>
                    <a:pt x="15334" y="78067"/>
                  </a:lnTo>
                  <a:lnTo>
                    <a:pt x="15334" y="78067"/>
                  </a:lnTo>
                  <a:cubicBezTo>
                    <a:pt x="17444" y="78067"/>
                    <a:pt x="17444" y="78067"/>
                    <a:pt x="19624" y="78067"/>
                  </a:cubicBezTo>
                  <a:lnTo>
                    <a:pt x="19624" y="78067"/>
                  </a:lnTo>
                  <a:lnTo>
                    <a:pt x="19624" y="78067"/>
                  </a:lnTo>
                  <a:lnTo>
                    <a:pt x="19624" y="78067"/>
                  </a:lnTo>
                  <a:cubicBezTo>
                    <a:pt x="21875" y="78067"/>
                    <a:pt x="21875" y="78067"/>
                    <a:pt x="21875" y="78067"/>
                  </a:cubicBezTo>
                  <a:lnTo>
                    <a:pt x="21875" y="78067"/>
                  </a:lnTo>
                  <a:cubicBezTo>
                    <a:pt x="21875" y="78067"/>
                    <a:pt x="21875" y="78067"/>
                    <a:pt x="24056" y="78067"/>
                  </a:cubicBezTo>
                  <a:lnTo>
                    <a:pt x="24056" y="78067"/>
                  </a:lnTo>
                  <a:lnTo>
                    <a:pt x="24056" y="84057"/>
                  </a:lnTo>
                  <a:lnTo>
                    <a:pt x="24056" y="84057"/>
                  </a:lnTo>
                  <a:lnTo>
                    <a:pt x="26166" y="84057"/>
                  </a:lnTo>
                  <a:lnTo>
                    <a:pt x="28347" y="84057"/>
                  </a:lnTo>
                  <a:cubicBezTo>
                    <a:pt x="28347" y="90048"/>
                    <a:pt x="30597" y="90048"/>
                    <a:pt x="30597" y="90048"/>
                  </a:cubicBezTo>
                  <a:lnTo>
                    <a:pt x="30597" y="90048"/>
                  </a:lnTo>
                  <a:lnTo>
                    <a:pt x="30597" y="95845"/>
                  </a:lnTo>
                  <a:lnTo>
                    <a:pt x="30597" y="95845"/>
                  </a:lnTo>
                  <a:lnTo>
                    <a:pt x="30597" y="95845"/>
                  </a:lnTo>
                  <a:lnTo>
                    <a:pt x="30597" y="102028"/>
                  </a:lnTo>
                  <a:cubicBezTo>
                    <a:pt x="32778" y="102028"/>
                    <a:pt x="32778" y="102028"/>
                    <a:pt x="32778" y="108019"/>
                  </a:cubicBezTo>
                  <a:lnTo>
                    <a:pt x="32778" y="108019"/>
                  </a:lnTo>
                  <a:lnTo>
                    <a:pt x="32778" y="108019"/>
                  </a:lnTo>
                  <a:cubicBezTo>
                    <a:pt x="34888" y="108019"/>
                    <a:pt x="39249" y="108019"/>
                    <a:pt x="39249" y="108019"/>
                  </a:cubicBezTo>
                  <a:cubicBezTo>
                    <a:pt x="41500" y="108019"/>
                    <a:pt x="41500" y="108019"/>
                    <a:pt x="43610" y="108019"/>
                  </a:cubicBezTo>
                  <a:lnTo>
                    <a:pt x="43610" y="108019"/>
                  </a:lnTo>
                  <a:cubicBezTo>
                    <a:pt x="45791" y="108019"/>
                    <a:pt x="45791" y="108019"/>
                    <a:pt x="45791" y="108019"/>
                  </a:cubicBezTo>
                  <a:lnTo>
                    <a:pt x="48042" y="108019"/>
                  </a:lnTo>
                  <a:cubicBezTo>
                    <a:pt x="48042" y="108019"/>
                    <a:pt x="48042" y="108019"/>
                    <a:pt x="50152" y="108019"/>
                  </a:cubicBezTo>
                  <a:lnTo>
                    <a:pt x="50152" y="108019"/>
                  </a:lnTo>
                  <a:lnTo>
                    <a:pt x="52332" y="108019"/>
                  </a:lnTo>
                  <a:cubicBezTo>
                    <a:pt x="54513" y="113816"/>
                    <a:pt x="54513" y="113816"/>
                    <a:pt x="54513" y="113816"/>
                  </a:cubicBezTo>
                  <a:lnTo>
                    <a:pt x="54513" y="113816"/>
                  </a:lnTo>
                  <a:cubicBezTo>
                    <a:pt x="56764" y="113816"/>
                    <a:pt x="56764" y="113816"/>
                    <a:pt x="56764" y="113816"/>
                  </a:cubicBezTo>
                  <a:lnTo>
                    <a:pt x="56764" y="113816"/>
                  </a:lnTo>
                  <a:cubicBezTo>
                    <a:pt x="56764" y="113816"/>
                    <a:pt x="56764" y="113816"/>
                    <a:pt x="58874" y="113816"/>
                  </a:cubicBezTo>
                  <a:lnTo>
                    <a:pt x="58874" y="119806"/>
                  </a:lnTo>
                  <a:lnTo>
                    <a:pt x="58874" y="119806"/>
                  </a:lnTo>
                  <a:cubicBezTo>
                    <a:pt x="61055" y="119806"/>
                    <a:pt x="61055" y="113816"/>
                    <a:pt x="61055" y="113816"/>
                  </a:cubicBezTo>
                  <a:lnTo>
                    <a:pt x="61055" y="113816"/>
                  </a:lnTo>
                  <a:lnTo>
                    <a:pt x="61055" y="113816"/>
                  </a:lnTo>
                  <a:lnTo>
                    <a:pt x="63235" y="113816"/>
                  </a:lnTo>
                  <a:lnTo>
                    <a:pt x="63235" y="113816"/>
                  </a:lnTo>
                  <a:cubicBezTo>
                    <a:pt x="63235" y="113816"/>
                    <a:pt x="63235" y="113816"/>
                    <a:pt x="63235" y="119806"/>
                  </a:cubicBezTo>
                  <a:cubicBezTo>
                    <a:pt x="65486" y="119806"/>
                    <a:pt x="65486" y="119806"/>
                    <a:pt x="65486" y="119806"/>
                  </a:cubicBezTo>
                  <a:cubicBezTo>
                    <a:pt x="65486" y="119806"/>
                    <a:pt x="67596" y="113816"/>
                    <a:pt x="69777" y="113816"/>
                  </a:cubicBezTo>
                  <a:cubicBezTo>
                    <a:pt x="69777" y="113816"/>
                    <a:pt x="71957" y="108019"/>
                    <a:pt x="74208" y="108019"/>
                  </a:cubicBezTo>
                  <a:lnTo>
                    <a:pt x="74208" y="108019"/>
                  </a:lnTo>
                  <a:lnTo>
                    <a:pt x="76318" y="108019"/>
                  </a:lnTo>
                  <a:cubicBezTo>
                    <a:pt x="78499" y="108019"/>
                    <a:pt x="78499" y="108019"/>
                    <a:pt x="80679" y="108019"/>
                  </a:cubicBezTo>
                  <a:lnTo>
                    <a:pt x="80679" y="108019"/>
                  </a:lnTo>
                  <a:cubicBezTo>
                    <a:pt x="82930" y="108019"/>
                    <a:pt x="82930" y="108019"/>
                    <a:pt x="85041" y="108019"/>
                  </a:cubicBezTo>
                  <a:lnTo>
                    <a:pt x="85041" y="108019"/>
                  </a:lnTo>
                  <a:lnTo>
                    <a:pt x="85041" y="108019"/>
                  </a:lnTo>
                  <a:cubicBezTo>
                    <a:pt x="85041" y="108019"/>
                    <a:pt x="85041" y="102028"/>
                    <a:pt x="87221" y="102028"/>
                  </a:cubicBezTo>
                  <a:lnTo>
                    <a:pt x="87221" y="102028"/>
                  </a:lnTo>
                  <a:cubicBezTo>
                    <a:pt x="87221" y="102028"/>
                    <a:pt x="87221" y="102028"/>
                    <a:pt x="87221" y="95845"/>
                  </a:cubicBezTo>
                  <a:cubicBezTo>
                    <a:pt x="89402" y="95845"/>
                    <a:pt x="89402" y="95845"/>
                    <a:pt x="89402" y="95845"/>
                  </a:cubicBezTo>
                  <a:lnTo>
                    <a:pt x="89402" y="95845"/>
                  </a:lnTo>
                  <a:lnTo>
                    <a:pt x="89402" y="90048"/>
                  </a:lnTo>
                  <a:lnTo>
                    <a:pt x="89402" y="90048"/>
                  </a:lnTo>
                  <a:lnTo>
                    <a:pt x="89402" y="90048"/>
                  </a:lnTo>
                  <a:cubicBezTo>
                    <a:pt x="89402" y="84057"/>
                    <a:pt x="89402" y="84057"/>
                    <a:pt x="89402" y="84057"/>
                  </a:cubicBezTo>
                  <a:cubicBezTo>
                    <a:pt x="89402" y="78067"/>
                    <a:pt x="89402" y="78067"/>
                    <a:pt x="91652" y="78067"/>
                  </a:cubicBezTo>
                  <a:lnTo>
                    <a:pt x="91652" y="78067"/>
                  </a:lnTo>
                  <a:cubicBezTo>
                    <a:pt x="93763" y="78067"/>
                    <a:pt x="95943" y="78067"/>
                    <a:pt x="95943" y="78067"/>
                  </a:cubicBezTo>
                  <a:cubicBezTo>
                    <a:pt x="95943" y="78067"/>
                    <a:pt x="95943" y="78067"/>
                    <a:pt x="98124" y="78067"/>
                  </a:cubicBezTo>
                  <a:lnTo>
                    <a:pt x="98124" y="78067"/>
                  </a:lnTo>
                  <a:lnTo>
                    <a:pt x="98124" y="78067"/>
                  </a:lnTo>
                  <a:lnTo>
                    <a:pt x="100375" y="78067"/>
                  </a:lnTo>
                  <a:lnTo>
                    <a:pt x="100375" y="78067"/>
                  </a:lnTo>
                  <a:lnTo>
                    <a:pt x="100375" y="78067"/>
                  </a:lnTo>
                  <a:lnTo>
                    <a:pt x="100375" y="78067"/>
                  </a:lnTo>
                  <a:cubicBezTo>
                    <a:pt x="100375" y="78067"/>
                    <a:pt x="102485" y="71884"/>
                    <a:pt x="104665" y="71884"/>
                  </a:cubicBezTo>
                  <a:lnTo>
                    <a:pt x="104665" y="71884"/>
                  </a:lnTo>
                  <a:lnTo>
                    <a:pt x="104665" y="71884"/>
                  </a:lnTo>
                  <a:cubicBezTo>
                    <a:pt x="106846" y="71884"/>
                    <a:pt x="106846" y="71884"/>
                    <a:pt x="106846" y="71884"/>
                  </a:cubicBezTo>
                  <a:lnTo>
                    <a:pt x="106846" y="71884"/>
                  </a:lnTo>
                  <a:lnTo>
                    <a:pt x="106846" y="71884"/>
                  </a:lnTo>
                  <a:lnTo>
                    <a:pt x="106846" y="71884"/>
                  </a:lnTo>
                  <a:lnTo>
                    <a:pt x="109097" y="71884"/>
                  </a:lnTo>
                  <a:cubicBezTo>
                    <a:pt x="109097" y="66086"/>
                    <a:pt x="109097" y="66086"/>
                    <a:pt x="109097" y="66086"/>
                  </a:cubicBezTo>
                  <a:cubicBezTo>
                    <a:pt x="109097" y="66086"/>
                    <a:pt x="109097" y="60096"/>
                    <a:pt x="111207" y="60096"/>
                  </a:cubicBezTo>
                  <a:lnTo>
                    <a:pt x="111207" y="60096"/>
                  </a:lnTo>
                  <a:cubicBezTo>
                    <a:pt x="111207" y="60096"/>
                    <a:pt x="111207" y="60096"/>
                    <a:pt x="113388" y="60096"/>
                  </a:cubicBezTo>
                  <a:lnTo>
                    <a:pt x="113388" y="60096"/>
                  </a:lnTo>
                  <a:lnTo>
                    <a:pt x="113388" y="60096"/>
                  </a:lnTo>
                  <a:cubicBezTo>
                    <a:pt x="115568" y="54106"/>
                    <a:pt x="115568" y="54106"/>
                    <a:pt x="115568" y="54106"/>
                  </a:cubicBezTo>
                  <a:lnTo>
                    <a:pt x="117819" y="54106"/>
                  </a:lnTo>
                  <a:lnTo>
                    <a:pt x="117819" y="54106"/>
                  </a:lnTo>
                  <a:lnTo>
                    <a:pt x="117819" y="54106"/>
                  </a:lnTo>
                  <a:lnTo>
                    <a:pt x="117819" y="54106"/>
                  </a:lnTo>
                  <a:lnTo>
                    <a:pt x="119929" y="54106"/>
                  </a:lnTo>
                  <a:lnTo>
                    <a:pt x="119929" y="54106"/>
                  </a:lnTo>
                  <a:lnTo>
                    <a:pt x="117819" y="54106"/>
                  </a:lnTo>
                  <a:lnTo>
                    <a:pt x="117819" y="54106"/>
                  </a:lnTo>
                  <a:lnTo>
                    <a:pt x="117819" y="54106"/>
                  </a:lnTo>
                  <a:cubicBezTo>
                    <a:pt x="115568" y="54106"/>
                    <a:pt x="115568" y="54106"/>
                    <a:pt x="115568" y="54106"/>
                  </a:cubicBezTo>
                  <a:lnTo>
                    <a:pt x="115568" y="54106"/>
                  </a:lnTo>
                  <a:lnTo>
                    <a:pt x="113388" y="54106"/>
                  </a:lnTo>
                  <a:lnTo>
                    <a:pt x="113388" y="54106"/>
                  </a:lnTo>
                  <a:cubicBezTo>
                    <a:pt x="113388" y="54106"/>
                    <a:pt x="113388" y="54106"/>
                    <a:pt x="111207" y="54106"/>
                  </a:cubicBezTo>
                  <a:lnTo>
                    <a:pt x="111207" y="54106"/>
                  </a:lnTo>
                  <a:lnTo>
                    <a:pt x="111207" y="54106"/>
                  </a:lnTo>
                  <a:cubicBezTo>
                    <a:pt x="111207" y="54106"/>
                    <a:pt x="111207" y="54106"/>
                    <a:pt x="109097" y="54106"/>
                  </a:cubicBezTo>
                  <a:lnTo>
                    <a:pt x="109097" y="54106"/>
                  </a:lnTo>
                  <a:lnTo>
                    <a:pt x="109097" y="54106"/>
                  </a:lnTo>
                  <a:lnTo>
                    <a:pt x="109097" y="54106"/>
                  </a:lnTo>
                  <a:lnTo>
                    <a:pt x="109097" y="54106"/>
                  </a:lnTo>
                  <a:lnTo>
                    <a:pt x="109097" y="54106"/>
                  </a:lnTo>
                  <a:cubicBezTo>
                    <a:pt x="106846" y="54106"/>
                    <a:pt x="104665" y="54106"/>
                    <a:pt x="104665" y="47922"/>
                  </a:cubicBezTo>
                  <a:lnTo>
                    <a:pt x="104665" y="47922"/>
                  </a:lnTo>
                  <a:lnTo>
                    <a:pt x="104665" y="47922"/>
                  </a:lnTo>
                  <a:cubicBezTo>
                    <a:pt x="104665" y="42125"/>
                    <a:pt x="104665" y="42125"/>
                    <a:pt x="104665" y="42125"/>
                  </a:cubicBezTo>
                  <a:lnTo>
                    <a:pt x="104665" y="42125"/>
                  </a:lnTo>
                  <a:cubicBezTo>
                    <a:pt x="104665" y="36135"/>
                    <a:pt x="104665" y="36135"/>
                    <a:pt x="104665" y="36135"/>
                  </a:cubicBezTo>
                  <a:lnTo>
                    <a:pt x="106846" y="36135"/>
                  </a:lnTo>
                  <a:lnTo>
                    <a:pt x="106846" y="30144"/>
                  </a:lnTo>
                  <a:lnTo>
                    <a:pt x="106846" y="30144"/>
                  </a:lnTo>
                  <a:lnTo>
                    <a:pt x="106846" y="30144"/>
                  </a:lnTo>
                  <a:cubicBezTo>
                    <a:pt x="104665" y="30144"/>
                    <a:pt x="104665" y="23961"/>
                    <a:pt x="104665" y="23961"/>
                  </a:cubicBezTo>
                  <a:cubicBezTo>
                    <a:pt x="104665" y="23961"/>
                    <a:pt x="104665" y="23961"/>
                    <a:pt x="102485" y="23961"/>
                  </a:cubicBezTo>
                  <a:lnTo>
                    <a:pt x="102485" y="23961"/>
                  </a:lnTo>
                  <a:lnTo>
                    <a:pt x="100375" y="23961"/>
                  </a:lnTo>
                  <a:lnTo>
                    <a:pt x="98124" y="23961"/>
                  </a:lnTo>
                  <a:cubicBezTo>
                    <a:pt x="98124" y="30144"/>
                    <a:pt x="98124" y="30144"/>
                    <a:pt x="95943" y="30144"/>
                  </a:cubicBezTo>
                  <a:cubicBezTo>
                    <a:pt x="95943" y="36135"/>
                    <a:pt x="95943" y="36135"/>
                    <a:pt x="93763" y="36135"/>
                  </a:cubicBezTo>
                  <a:cubicBezTo>
                    <a:pt x="93763" y="36135"/>
                    <a:pt x="93763" y="36135"/>
                    <a:pt x="91652" y="36135"/>
                  </a:cubicBezTo>
                  <a:lnTo>
                    <a:pt x="91652" y="36135"/>
                  </a:lnTo>
                  <a:lnTo>
                    <a:pt x="89402" y="36135"/>
                  </a:lnTo>
                  <a:lnTo>
                    <a:pt x="87221" y="36135"/>
                  </a:lnTo>
                  <a:lnTo>
                    <a:pt x="87221" y="36135"/>
                  </a:lnTo>
                  <a:lnTo>
                    <a:pt x="85041" y="36135"/>
                  </a:lnTo>
                  <a:lnTo>
                    <a:pt x="85041" y="36135"/>
                  </a:lnTo>
                  <a:cubicBezTo>
                    <a:pt x="82930" y="36135"/>
                    <a:pt x="82930" y="36135"/>
                    <a:pt x="82930" y="36135"/>
                  </a:cubicBezTo>
                  <a:cubicBezTo>
                    <a:pt x="80679" y="36135"/>
                    <a:pt x="80679" y="36135"/>
                    <a:pt x="80679" y="36135"/>
                  </a:cubicBezTo>
                  <a:cubicBezTo>
                    <a:pt x="78499" y="36135"/>
                    <a:pt x="76318" y="30144"/>
                    <a:pt x="76318" y="30144"/>
                  </a:cubicBezTo>
                  <a:lnTo>
                    <a:pt x="76318" y="30144"/>
                  </a:lnTo>
                  <a:cubicBezTo>
                    <a:pt x="74208" y="30144"/>
                    <a:pt x="74208" y="30144"/>
                    <a:pt x="74208" y="23961"/>
                  </a:cubicBezTo>
                  <a:cubicBezTo>
                    <a:pt x="71957" y="23961"/>
                    <a:pt x="69777" y="23961"/>
                    <a:pt x="67596" y="23961"/>
                  </a:cubicBezTo>
                  <a:lnTo>
                    <a:pt x="67596" y="23961"/>
                  </a:lnTo>
                  <a:lnTo>
                    <a:pt x="67596" y="23961"/>
                  </a:lnTo>
                  <a:lnTo>
                    <a:pt x="65486" y="23961"/>
                  </a:lnTo>
                  <a:lnTo>
                    <a:pt x="63235" y="23961"/>
                  </a:lnTo>
                  <a:lnTo>
                    <a:pt x="61055" y="23961"/>
                  </a:lnTo>
                  <a:lnTo>
                    <a:pt x="61055" y="23961"/>
                  </a:lnTo>
                  <a:lnTo>
                    <a:pt x="58874" y="23961"/>
                  </a:lnTo>
                  <a:lnTo>
                    <a:pt x="58874" y="23961"/>
                  </a:lnTo>
                  <a:cubicBezTo>
                    <a:pt x="56764" y="23961"/>
                    <a:pt x="56764" y="23961"/>
                    <a:pt x="56764" y="23961"/>
                  </a:cubicBezTo>
                  <a:cubicBezTo>
                    <a:pt x="54513" y="23961"/>
                    <a:pt x="54513" y="23961"/>
                    <a:pt x="54513" y="23961"/>
                  </a:cubicBezTo>
                  <a:lnTo>
                    <a:pt x="54513" y="18164"/>
                  </a:lnTo>
                  <a:lnTo>
                    <a:pt x="52332" y="18164"/>
                  </a:lnTo>
                  <a:lnTo>
                    <a:pt x="52332" y="18164"/>
                  </a:lnTo>
                  <a:lnTo>
                    <a:pt x="52332" y="12173"/>
                  </a:lnTo>
                  <a:lnTo>
                    <a:pt x="52332" y="12173"/>
                  </a:lnTo>
                  <a:lnTo>
                    <a:pt x="50152" y="6183"/>
                  </a:lnTo>
                  <a:cubicBezTo>
                    <a:pt x="48042" y="6183"/>
                    <a:pt x="48042" y="6183"/>
                    <a:pt x="45791" y="6183"/>
                  </a:cubicBezTo>
                  <a:lnTo>
                    <a:pt x="45791" y="6183"/>
                  </a:lnTo>
                  <a:cubicBezTo>
                    <a:pt x="43610" y="6183"/>
                    <a:pt x="43610" y="6183"/>
                    <a:pt x="41500" y="0"/>
                  </a:cubicBezTo>
                  <a:cubicBezTo>
                    <a:pt x="41500" y="6183"/>
                    <a:pt x="41500" y="6183"/>
                    <a:pt x="39249" y="6183"/>
                  </a:cubicBezTo>
                  <a:cubicBezTo>
                    <a:pt x="39249" y="6183"/>
                    <a:pt x="39249" y="6183"/>
                    <a:pt x="39249" y="12173"/>
                  </a:cubicBezTo>
                  <a:lnTo>
                    <a:pt x="39249" y="12173"/>
                  </a:lnTo>
                  <a:lnTo>
                    <a:pt x="39249" y="12173"/>
                  </a:lnTo>
                  <a:lnTo>
                    <a:pt x="39249" y="12173"/>
                  </a:lnTo>
                  <a:lnTo>
                    <a:pt x="39249" y="12173"/>
                  </a:lnTo>
                  <a:cubicBezTo>
                    <a:pt x="39249" y="12173"/>
                    <a:pt x="41500" y="12173"/>
                    <a:pt x="41500" y="18164"/>
                  </a:cubicBezTo>
                  <a:lnTo>
                    <a:pt x="41500" y="18164"/>
                  </a:lnTo>
                  <a:lnTo>
                    <a:pt x="41500" y="18164"/>
                  </a:lnTo>
                  <a:cubicBezTo>
                    <a:pt x="41500" y="18164"/>
                    <a:pt x="41500" y="18164"/>
                    <a:pt x="39249" y="2396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2" name="Shape 11852"/>
            <p:cNvSpPr/>
            <p:nvPr/>
          </p:nvSpPr>
          <p:spPr>
            <a:xfrm>
              <a:off x="4114800" y="798513"/>
              <a:ext cx="33338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0" y="116250"/>
                  </a:moveTo>
                  <a:lnTo>
                    <a:pt x="40000" y="116250"/>
                  </a:lnTo>
                  <a:lnTo>
                    <a:pt x="80000" y="116250"/>
                  </a:lnTo>
                  <a:cubicBezTo>
                    <a:pt x="80000" y="116250"/>
                    <a:pt x="118709" y="116250"/>
                    <a:pt x="118709" y="0"/>
                  </a:cubicBezTo>
                  <a:lnTo>
                    <a:pt x="118709" y="0"/>
                  </a:lnTo>
                  <a:cubicBezTo>
                    <a:pt x="80000" y="116250"/>
                    <a:pt x="80000" y="116250"/>
                    <a:pt x="80000" y="116250"/>
                  </a:cubicBezTo>
                  <a:lnTo>
                    <a:pt x="40000" y="116250"/>
                  </a:lnTo>
                  <a:lnTo>
                    <a:pt x="40000" y="116250"/>
                  </a:lnTo>
                  <a:lnTo>
                    <a:pt x="0" y="116250"/>
                  </a:lnTo>
                  <a:lnTo>
                    <a:pt x="0" y="116250"/>
                  </a:lnTo>
                  <a:lnTo>
                    <a:pt x="0" y="116250"/>
                  </a:lnTo>
                  <a:cubicBezTo>
                    <a:pt x="40000" y="116250"/>
                    <a:pt x="40000" y="116250"/>
                    <a:pt x="40000" y="11625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3" name="Shape 11853"/>
            <p:cNvSpPr/>
            <p:nvPr/>
          </p:nvSpPr>
          <p:spPr>
            <a:xfrm>
              <a:off x="3779838" y="1189038"/>
              <a:ext cx="122237" cy="1127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648" y="71923"/>
                  </a:moveTo>
                  <a:lnTo>
                    <a:pt x="119648" y="71923"/>
                  </a:lnTo>
                  <a:lnTo>
                    <a:pt x="119648" y="71923"/>
                  </a:lnTo>
                  <a:lnTo>
                    <a:pt x="119648" y="71923"/>
                  </a:lnTo>
                  <a:lnTo>
                    <a:pt x="119648" y="71923"/>
                  </a:lnTo>
                  <a:lnTo>
                    <a:pt x="119648" y="71923"/>
                  </a:lnTo>
                  <a:cubicBezTo>
                    <a:pt x="119648" y="71923"/>
                    <a:pt x="108739" y="71923"/>
                    <a:pt x="108739" y="60000"/>
                  </a:cubicBezTo>
                  <a:lnTo>
                    <a:pt x="108739" y="60000"/>
                  </a:lnTo>
                  <a:lnTo>
                    <a:pt x="108739" y="60000"/>
                  </a:lnTo>
                  <a:lnTo>
                    <a:pt x="108739" y="60000"/>
                  </a:lnTo>
                  <a:cubicBezTo>
                    <a:pt x="119648" y="47692"/>
                    <a:pt x="119648" y="47692"/>
                    <a:pt x="119648" y="47692"/>
                  </a:cubicBezTo>
                  <a:cubicBezTo>
                    <a:pt x="119648" y="47692"/>
                    <a:pt x="108739" y="47692"/>
                    <a:pt x="119648" y="36153"/>
                  </a:cubicBezTo>
                  <a:lnTo>
                    <a:pt x="119648" y="36153"/>
                  </a:lnTo>
                  <a:lnTo>
                    <a:pt x="119648" y="36153"/>
                  </a:lnTo>
                  <a:cubicBezTo>
                    <a:pt x="108739" y="24230"/>
                    <a:pt x="108739" y="24230"/>
                    <a:pt x="108739" y="24230"/>
                  </a:cubicBezTo>
                  <a:lnTo>
                    <a:pt x="108739" y="24230"/>
                  </a:lnTo>
                  <a:lnTo>
                    <a:pt x="108739" y="24230"/>
                  </a:lnTo>
                  <a:cubicBezTo>
                    <a:pt x="108739" y="12307"/>
                    <a:pt x="108739" y="12307"/>
                    <a:pt x="108739" y="12307"/>
                  </a:cubicBezTo>
                  <a:lnTo>
                    <a:pt x="108739" y="12307"/>
                  </a:lnTo>
                  <a:lnTo>
                    <a:pt x="108739" y="0"/>
                  </a:lnTo>
                  <a:lnTo>
                    <a:pt x="108739" y="0"/>
                  </a:lnTo>
                  <a:lnTo>
                    <a:pt x="108739" y="0"/>
                  </a:lnTo>
                  <a:cubicBezTo>
                    <a:pt x="108739" y="0"/>
                    <a:pt x="108739" y="0"/>
                    <a:pt x="98533" y="12307"/>
                  </a:cubicBezTo>
                  <a:lnTo>
                    <a:pt x="87272" y="12307"/>
                  </a:lnTo>
                  <a:cubicBezTo>
                    <a:pt x="87272" y="12307"/>
                    <a:pt x="76363" y="12307"/>
                    <a:pt x="76363" y="0"/>
                  </a:cubicBezTo>
                  <a:lnTo>
                    <a:pt x="76363" y="0"/>
                  </a:lnTo>
                  <a:cubicBezTo>
                    <a:pt x="65454" y="0"/>
                    <a:pt x="65454" y="0"/>
                    <a:pt x="65454" y="0"/>
                  </a:cubicBezTo>
                  <a:cubicBezTo>
                    <a:pt x="65454" y="0"/>
                    <a:pt x="65454" y="12307"/>
                    <a:pt x="54897" y="12307"/>
                  </a:cubicBezTo>
                  <a:lnTo>
                    <a:pt x="54897" y="12307"/>
                  </a:lnTo>
                  <a:lnTo>
                    <a:pt x="43636" y="12307"/>
                  </a:lnTo>
                  <a:lnTo>
                    <a:pt x="43636" y="12307"/>
                  </a:lnTo>
                  <a:cubicBezTo>
                    <a:pt x="43636" y="12307"/>
                    <a:pt x="43636" y="24230"/>
                    <a:pt x="32727" y="24230"/>
                  </a:cubicBezTo>
                  <a:lnTo>
                    <a:pt x="21818" y="24230"/>
                  </a:lnTo>
                  <a:lnTo>
                    <a:pt x="21818" y="24230"/>
                  </a:lnTo>
                  <a:cubicBezTo>
                    <a:pt x="21818" y="36153"/>
                    <a:pt x="11260" y="36153"/>
                    <a:pt x="11260" y="36153"/>
                  </a:cubicBezTo>
                  <a:lnTo>
                    <a:pt x="11260" y="36153"/>
                  </a:lnTo>
                  <a:cubicBezTo>
                    <a:pt x="21818" y="36153"/>
                    <a:pt x="21818" y="36153"/>
                    <a:pt x="21818" y="36153"/>
                  </a:cubicBezTo>
                  <a:lnTo>
                    <a:pt x="21818" y="36153"/>
                  </a:lnTo>
                  <a:lnTo>
                    <a:pt x="21818" y="36153"/>
                  </a:lnTo>
                  <a:lnTo>
                    <a:pt x="32727" y="36153"/>
                  </a:lnTo>
                  <a:cubicBezTo>
                    <a:pt x="32727" y="36153"/>
                    <a:pt x="32727" y="36153"/>
                    <a:pt x="32727" y="47692"/>
                  </a:cubicBezTo>
                  <a:cubicBezTo>
                    <a:pt x="43636" y="47692"/>
                    <a:pt x="32727" y="60000"/>
                    <a:pt x="32727" y="60000"/>
                  </a:cubicBezTo>
                  <a:cubicBezTo>
                    <a:pt x="32727" y="60000"/>
                    <a:pt x="32727" y="60000"/>
                    <a:pt x="21818" y="60000"/>
                  </a:cubicBezTo>
                  <a:cubicBezTo>
                    <a:pt x="43636" y="60000"/>
                    <a:pt x="43636" y="60000"/>
                    <a:pt x="43636" y="60000"/>
                  </a:cubicBezTo>
                  <a:cubicBezTo>
                    <a:pt x="21818" y="83846"/>
                    <a:pt x="21818" y="83846"/>
                    <a:pt x="21818" y="83846"/>
                  </a:cubicBezTo>
                  <a:cubicBezTo>
                    <a:pt x="21818" y="83846"/>
                    <a:pt x="21818" y="83846"/>
                    <a:pt x="11260" y="95384"/>
                  </a:cubicBezTo>
                  <a:lnTo>
                    <a:pt x="0" y="95384"/>
                  </a:lnTo>
                  <a:lnTo>
                    <a:pt x="0" y="95384"/>
                  </a:lnTo>
                  <a:lnTo>
                    <a:pt x="0" y="107692"/>
                  </a:lnTo>
                  <a:lnTo>
                    <a:pt x="0" y="107692"/>
                  </a:lnTo>
                  <a:cubicBezTo>
                    <a:pt x="0" y="107692"/>
                    <a:pt x="11260" y="107692"/>
                    <a:pt x="11260" y="119615"/>
                  </a:cubicBezTo>
                  <a:cubicBezTo>
                    <a:pt x="11260" y="119615"/>
                    <a:pt x="11260" y="119615"/>
                    <a:pt x="21818" y="119615"/>
                  </a:cubicBezTo>
                  <a:lnTo>
                    <a:pt x="21818" y="119615"/>
                  </a:lnTo>
                  <a:lnTo>
                    <a:pt x="32727" y="119615"/>
                  </a:lnTo>
                  <a:cubicBezTo>
                    <a:pt x="43636" y="119615"/>
                    <a:pt x="43636" y="119615"/>
                    <a:pt x="54897" y="107692"/>
                  </a:cubicBezTo>
                  <a:lnTo>
                    <a:pt x="54897" y="107692"/>
                  </a:lnTo>
                  <a:cubicBezTo>
                    <a:pt x="65454" y="95384"/>
                    <a:pt x="65454" y="95384"/>
                    <a:pt x="76363" y="95384"/>
                  </a:cubicBezTo>
                  <a:lnTo>
                    <a:pt x="76363" y="95384"/>
                  </a:lnTo>
                  <a:lnTo>
                    <a:pt x="76363" y="95384"/>
                  </a:lnTo>
                  <a:cubicBezTo>
                    <a:pt x="76363" y="95384"/>
                    <a:pt x="76363" y="83846"/>
                    <a:pt x="87272" y="83846"/>
                  </a:cubicBezTo>
                  <a:cubicBezTo>
                    <a:pt x="87272" y="71923"/>
                    <a:pt x="87272" y="71923"/>
                    <a:pt x="87272" y="71923"/>
                  </a:cubicBezTo>
                  <a:cubicBezTo>
                    <a:pt x="98533" y="71923"/>
                    <a:pt x="98533" y="71923"/>
                    <a:pt x="98533" y="83846"/>
                  </a:cubicBezTo>
                  <a:cubicBezTo>
                    <a:pt x="108739" y="83846"/>
                    <a:pt x="108739" y="83846"/>
                    <a:pt x="108739" y="83846"/>
                  </a:cubicBezTo>
                  <a:lnTo>
                    <a:pt x="108739" y="83846"/>
                  </a:lnTo>
                  <a:cubicBezTo>
                    <a:pt x="108739" y="71923"/>
                    <a:pt x="108739" y="71923"/>
                    <a:pt x="119648" y="7192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4" name="Shape 11854"/>
            <p:cNvSpPr/>
            <p:nvPr/>
          </p:nvSpPr>
          <p:spPr>
            <a:xfrm>
              <a:off x="4092575" y="1033463"/>
              <a:ext cx="77788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064" y="59047"/>
                  </a:moveTo>
                  <a:lnTo>
                    <a:pt x="17064" y="59047"/>
                  </a:lnTo>
                  <a:lnTo>
                    <a:pt x="34128" y="118095"/>
                  </a:lnTo>
                  <a:lnTo>
                    <a:pt x="51192" y="118095"/>
                  </a:lnTo>
                  <a:cubicBezTo>
                    <a:pt x="51192" y="118095"/>
                    <a:pt x="51192" y="118095"/>
                    <a:pt x="68256" y="118095"/>
                  </a:cubicBezTo>
                  <a:lnTo>
                    <a:pt x="68256" y="118095"/>
                  </a:lnTo>
                  <a:cubicBezTo>
                    <a:pt x="84770" y="118095"/>
                    <a:pt x="84770" y="118095"/>
                    <a:pt x="102385" y="118095"/>
                  </a:cubicBezTo>
                  <a:lnTo>
                    <a:pt x="102385" y="118095"/>
                  </a:lnTo>
                  <a:lnTo>
                    <a:pt x="102385" y="118095"/>
                  </a:lnTo>
                  <a:lnTo>
                    <a:pt x="102385" y="118095"/>
                  </a:lnTo>
                  <a:cubicBezTo>
                    <a:pt x="102385" y="118095"/>
                    <a:pt x="102385" y="118095"/>
                    <a:pt x="119449" y="118095"/>
                  </a:cubicBezTo>
                  <a:lnTo>
                    <a:pt x="119449" y="118095"/>
                  </a:lnTo>
                  <a:cubicBezTo>
                    <a:pt x="119449" y="59047"/>
                    <a:pt x="119449" y="59047"/>
                    <a:pt x="119449" y="59047"/>
                  </a:cubicBezTo>
                  <a:lnTo>
                    <a:pt x="119449" y="0"/>
                  </a:lnTo>
                  <a:lnTo>
                    <a:pt x="119449" y="0"/>
                  </a:lnTo>
                  <a:lnTo>
                    <a:pt x="119449" y="59047"/>
                  </a:lnTo>
                  <a:cubicBezTo>
                    <a:pt x="102385" y="59047"/>
                    <a:pt x="102385" y="0"/>
                    <a:pt x="102385" y="0"/>
                  </a:cubicBezTo>
                  <a:lnTo>
                    <a:pt x="102385" y="0"/>
                  </a:lnTo>
                  <a:cubicBezTo>
                    <a:pt x="84770" y="0"/>
                    <a:pt x="84770" y="0"/>
                    <a:pt x="68256" y="0"/>
                  </a:cubicBezTo>
                  <a:lnTo>
                    <a:pt x="68256" y="0"/>
                  </a:lnTo>
                  <a:lnTo>
                    <a:pt x="51192" y="0"/>
                  </a:lnTo>
                  <a:lnTo>
                    <a:pt x="51192" y="0"/>
                  </a:lnTo>
                  <a:lnTo>
                    <a:pt x="34128" y="0"/>
                  </a:lnTo>
                  <a:cubicBezTo>
                    <a:pt x="17064" y="0"/>
                    <a:pt x="17064" y="0"/>
                    <a:pt x="17064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59047"/>
                  </a:cubicBezTo>
                  <a:lnTo>
                    <a:pt x="0" y="59047"/>
                  </a:lnTo>
                  <a:lnTo>
                    <a:pt x="0" y="59047"/>
                  </a:lnTo>
                  <a:lnTo>
                    <a:pt x="17064" y="59047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5" name="Shape 11855"/>
            <p:cNvSpPr/>
            <p:nvPr/>
          </p:nvSpPr>
          <p:spPr>
            <a:xfrm>
              <a:off x="4192588" y="1022350"/>
              <a:ext cx="77787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064" y="59047"/>
                  </a:moveTo>
                  <a:lnTo>
                    <a:pt x="17064" y="59047"/>
                  </a:lnTo>
                  <a:lnTo>
                    <a:pt x="17064" y="59047"/>
                  </a:lnTo>
                  <a:lnTo>
                    <a:pt x="34128" y="0"/>
                  </a:lnTo>
                  <a:lnTo>
                    <a:pt x="34128" y="0"/>
                  </a:lnTo>
                  <a:cubicBezTo>
                    <a:pt x="34128" y="0"/>
                    <a:pt x="34128" y="0"/>
                    <a:pt x="51192" y="0"/>
                  </a:cubicBezTo>
                  <a:cubicBezTo>
                    <a:pt x="51192" y="0"/>
                    <a:pt x="68256" y="0"/>
                    <a:pt x="68256" y="59047"/>
                  </a:cubicBezTo>
                  <a:cubicBezTo>
                    <a:pt x="68256" y="59047"/>
                    <a:pt x="68256" y="59047"/>
                    <a:pt x="85321" y="59047"/>
                  </a:cubicBezTo>
                  <a:lnTo>
                    <a:pt x="85321" y="59047"/>
                  </a:lnTo>
                  <a:cubicBezTo>
                    <a:pt x="85321" y="59047"/>
                    <a:pt x="85321" y="59047"/>
                    <a:pt x="85321" y="118095"/>
                  </a:cubicBezTo>
                  <a:cubicBezTo>
                    <a:pt x="85321" y="59047"/>
                    <a:pt x="102385" y="59047"/>
                    <a:pt x="102385" y="59047"/>
                  </a:cubicBezTo>
                  <a:lnTo>
                    <a:pt x="102385" y="59047"/>
                  </a:lnTo>
                  <a:cubicBezTo>
                    <a:pt x="119449" y="59047"/>
                    <a:pt x="119449" y="59047"/>
                    <a:pt x="119449" y="59047"/>
                  </a:cubicBezTo>
                  <a:lnTo>
                    <a:pt x="119449" y="59047"/>
                  </a:lnTo>
                  <a:lnTo>
                    <a:pt x="119449" y="59047"/>
                  </a:lnTo>
                  <a:lnTo>
                    <a:pt x="119449" y="59047"/>
                  </a:lnTo>
                  <a:cubicBezTo>
                    <a:pt x="119449" y="59047"/>
                    <a:pt x="119449" y="59047"/>
                    <a:pt x="102385" y="59047"/>
                  </a:cubicBezTo>
                  <a:lnTo>
                    <a:pt x="85321" y="0"/>
                  </a:lnTo>
                  <a:cubicBezTo>
                    <a:pt x="68256" y="0"/>
                    <a:pt x="51192" y="0"/>
                    <a:pt x="34128" y="0"/>
                  </a:cubicBezTo>
                  <a:lnTo>
                    <a:pt x="34128" y="0"/>
                  </a:lnTo>
                  <a:cubicBezTo>
                    <a:pt x="17064" y="0"/>
                    <a:pt x="17064" y="0"/>
                    <a:pt x="17064" y="0"/>
                  </a:cubicBezTo>
                  <a:lnTo>
                    <a:pt x="0" y="0"/>
                  </a:lnTo>
                  <a:lnTo>
                    <a:pt x="17064" y="0"/>
                  </a:lnTo>
                  <a:cubicBezTo>
                    <a:pt x="17064" y="0"/>
                    <a:pt x="17064" y="0"/>
                    <a:pt x="17064" y="59047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6" name="Shape 11856"/>
            <p:cNvSpPr/>
            <p:nvPr/>
          </p:nvSpPr>
          <p:spPr>
            <a:xfrm>
              <a:off x="3890963" y="1111250"/>
              <a:ext cx="77787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064" y="119358"/>
                  </a:moveTo>
                  <a:lnTo>
                    <a:pt x="17064" y="119358"/>
                  </a:lnTo>
                  <a:cubicBezTo>
                    <a:pt x="17064" y="99465"/>
                    <a:pt x="34128" y="99465"/>
                    <a:pt x="34128" y="99465"/>
                  </a:cubicBezTo>
                  <a:lnTo>
                    <a:pt x="34128" y="99465"/>
                  </a:lnTo>
                  <a:lnTo>
                    <a:pt x="34128" y="99465"/>
                  </a:lnTo>
                  <a:cubicBezTo>
                    <a:pt x="51192" y="99465"/>
                    <a:pt x="51192" y="99465"/>
                    <a:pt x="51192" y="99465"/>
                  </a:cubicBezTo>
                  <a:lnTo>
                    <a:pt x="51192" y="99465"/>
                  </a:lnTo>
                  <a:lnTo>
                    <a:pt x="51192" y="99465"/>
                  </a:lnTo>
                  <a:cubicBezTo>
                    <a:pt x="51192" y="79572"/>
                    <a:pt x="51192" y="79572"/>
                    <a:pt x="51192" y="79572"/>
                  </a:cubicBezTo>
                  <a:lnTo>
                    <a:pt x="51192" y="79572"/>
                  </a:lnTo>
                  <a:lnTo>
                    <a:pt x="68256" y="59679"/>
                  </a:lnTo>
                  <a:lnTo>
                    <a:pt x="68256" y="59679"/>
                  </a:lnTo>
                  <a:lnTo>
                    <a:pt x="68256" y="59679"/>
                  </a:lnTo>
                  <a:lnTo>
                    <a:pt x="68256" y="59679"/>
                  </a:lnTo>
                  <a:lnTo>
                    <a:pt x="68256" y="59679"/>
                  </a:lnTo>
                  <a:lnTo>
                    <a:pt x="85321" y="39786"/>
                  </a:lnTo>
                  <a:lnTo>
                    <a:pt x="85321" y="39786"/>
                  </a:lnTo>
                  <a:lnTo>
                    <a:pt x="85321" y="19893"/>
                  </a:lnTo>
                  <a:cubicBezTo>
                    <a:pt x="85321" y="19893"/>
                    <a:pt x="85321" y="0"/>
                    <a:pt x="102385" y="0"/>
                  </a:cubicBezTo>
                  <a:lnTo>
                    <a:pt x="102385" y="0"/>
                  </a:lnTo>
                  <a:lnTo>
                    <a:pt x="102385" y="0"/>
                  </a:lnTo>
                  <a:lnTo>
                    <a:pt x="102385" y="0"/>
                  </a:lnTo>
                  <a:lnTo>
                    <a:pt x="102385" y="0"/>
                  </a:lnTo>
                  <a:lnTo>
                    <a:pt x="119449" y="0"/>
                  </a:lnTo>
                  <a:lnTo>
                    <a:pt x="119449" y="0"/>
                  </a:lnTo>
                  <a:lnTo>
                    <a:pt x="119449" y="0"/>
                  </a:lnTo>
                  <a:lnTo>
                    <a:pt x="102385" y="0"/>
                  </a:lnTo>
                  <a:lnTo>
                    <a:pt x="102385" y="0"/>
                  </a:lnTo>
                  <a:lnTo>
                    <a:pt x="102385" y="0"/>
                  </a:lnTo>
                  <a:cubicBezTo>
                    <a:pt x="85321" y="0"/>
                    <a:pt x="85321" y="0"/>
                    <a:pt x="85321" y="0"/>
                  </a:cubicBezTo>
                  <a:lnTo>
                    <a:pt x="85321" y="0"/>
                  </a:lnTo>
                  <a:lnTo>
                    <a:pt x="85321" y="0"/>
                  </a:lnTo>
                  <a:cubicBezTo>
                    <a:pt x="68256" y="0"/>
                    <a:pt x="68256" y="0"/>
                    <a:pt x="68256" y="0"/>
                  </a:cubicBezTo>
                  <a:lnTo>
                    <a:pt x="68256" y="19893"/>
                  </a:lnTo>
                  <a:cubicBezTo>
                    <a:pt x="68256" y="39786"/>
                    <a:pt x="51192" y="59679"/>
                    <a:pt x="51192" y="59679"/>
                  </a:cubicBezTo>
                  <a:cubicBezTo>
                    <a:pt x="51192" y="59679"/>
                    <a:pt x="51192" y="59679"/>
                    <a:pt x="34128" y="59679"/>
                  </a:cubicBezTo>
                  <a:lnTo>
                    <a:pt x="34128" y="59679"/>
                  </a:lnTo>
                  <a:lnTo>
                    <a:pt x="34128" y="59679"/>
                  </a:lnTo>
                  <a:cubicBezTo>
                    <a:pt x="34128" y="79572"/>
                    <a:pt x="34128" y="79572"/>
                    <a:pt x="17064" y="79572"/>
                  </a:cubicBezTo>
                  <a:cubicBezTo>
                    <a:pt x="17064" y="99465"/>
                    <a:pt x="17064" y="99465"/>
                    <a:pt x="0" y="99465"/>
                  </a:cubicBezTo>
                  <a:cubicBezTo>
                    <a:pt x="0" y="99465"/>
                    <a:pt x="17064" y="99465"/>
                    <a:pt x="17064" y="11935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7" name="Shape 11857"/>
            <p:cNvSpPr/>
            <p:nvPr/>
          </p:nvSpPr>
          <p:spPr>
            <a:xfrm>
              <a:off x="4025900" y="1033463"/>
              <a:ext cx="44450" cy="333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760" y="79148"/>
                  </a:moveTo>
                  <a:lnTo>
                    <a:pt x="29760" y="79148"/>
                  </a:lnTo>
                  <a:cubicBezTo>
                    <a:pt x="29760" y="79148"/>
                    <a:pt x="29760" y="79148"/>
                    <a:pt x="59520" y="79148"/>
                  </a:cubicBezTo>
                  <a:cubicBezTo>
                    <a:pt x="59520" y="79148"/>
                    <a:pt x="59520" y="118723"/>
                    <a:pt x="89280" y="118723"/>
                  </a:cubicBezTo>
                  <a:lnTo>
                    <a:pt x="89280" y="118723"/>
                  </a:lnTo>
                  <a:lnTo>
                    <a:pt x="89280" y="118723"/>
                  </a:lnTo>
                  <a:lnTo>
                    <a:pt x="89280" y="118723"/>
                  </a:lnTo>
                  <a:cubicBezTo>
                    <a:pt x="119040" y="79148"/>
                    <a:pt x="119040" y="79148"/>
                    <a:pt x="119040" y="79148"/>
                  </a:cubicBezTo>
                  <a:lnTo>
                    <a:pt x="119040" y="79148"/>
                  </a:lnTo>
                  <a:cubicBezTo>
                    <a:pt x="89280" y="79148"/>
                    <a:pt x="89280" y="79148"/>
                    <a:pt x="89280" y="39574"/>
                  </a:cubicBezTo>
                  <a:lnTo>
                    <a:pt x="89280" y="39574"/>
                  </a:lnTo>
                  <a:lnTo>
                    <a:pt x="89280" y="39574"/>
                  </a:lnTo>
                  <a:cubicBezTo>
                    <a:pt x="89280" y="0"/>
                    <a:pt x="89280" y="0"/>
                    <a:pt x="89280" y="0"/>
                  </a:cubicBezTo>
                  <a:lnTo>
                    <a:pt x="89280" y="0"/>
                  </a:lnTo>
                  <a:cubicBezTo>
                    <a:pt x="59520" y="39574"/>
                    <a:pt x="59520" y="39574"/>
                    <a:pt x="59520" y="39574"/>
                  </a:cubicBezTo>
                  <a:lnTo>
                    <a:pt x="59520" y="39574"/>
                  </a:lnTo>
                  <a:cubicBezTo>
                    <a:pt x="59520" y="39574"/>
                    <a:pt x="59520" y="39574"/>
                    <a:pt x="29760" y="79148"/>
                  </a:cubicBezTo>
                  <a:cubicBezTo>
                    <a:pt x="29760" y="79148"/>
                    <a:pt x="29760" y="79148"/>
                    <a:pt x="0" y="79148"/>
                  </a:cubicBezTo>
                  <a:lnTo>
                    <a:pt x="0" y="79148"/>
                  </a:lnTo>
                  <a:lnTo>
                    <a:pt x="0" y="79148"/>
                  </a:lnTo>
                  <a:lnTo>
                    <a:pt x="0" y="79148"/>
                  </a:lnTo>
                  <a:lnTo>
                    <a:pt x="29760" y="79148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8" name="Shape 11858"/>
            <p:cNvSpPr/>
            <p:nvPr/>
          </p:nvSpPr>
          <p:spPr>
            <a:xfrm>
              <a:off x="5521325" y="787400"/>
              <a:ext cx="112713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307" y="59520"/>
                  </a:moveTo>
                  <a:lnTo>
                    <a:pt x="107307" y="59520"/>
                  </a:lnTo>
                  <a:lnTo>
                    <a:pt x="107307" y="59520"/>
                  </a:lnTo>
                  <a:cubicBezTo>
                    <a:pt x="107307" y="59520"/>
                    <a:pt x="107307" y="59520"/>
                    <a:pt x="107307" y="89280"/>
                  </a:cubicBezTo>
                  <a:cubicBezTo>
                    <a:pt x="95384" y="89280"/>
                    <a:pt x="95384" y="89280"/>
                    <a:pt x="95384" y="89280"/>
                  </a:cubicBezTo>
                  <a:lnTo>
                    <a:pt x="83461" y="59520"/>
                  </a:lnTo>
                  <a:lnTo>
                    <a:pt x="83461" y="29760"/>
                  </a:lnTo>
                  <a:lnTo>
                    <a:pt x="83461" y="0"/>
                  </a:lnTo>
                  <a:lnTo>
                    <a:pt x="83461" y="0"/>
                  </a:lnTo>
                  <a:cubicBezTo>
                    <a:pt x="71923" y="0"/>
                    <a:pt x="71923" y="0"/>
                    <a:pt x="60000" y="0"/>
                  </a:cubicBezTo>
                  <a:cubicBezTo>
                    <a:pt x="60000" y="0"/>
                    <a:pt x="60000" y="0"/>
                    <a:pt x="47692" y="0"/>
                  </a:cubicBezTo>
                  <a:lnTo>
                    <a:pt x="47692" y="0"/>
                  </a:lnTo>
                  <a:cubicBezTo>
                    <a:pt x="47692" y="0"/>
                    <a:pt x="47692" y="0"/>
                    <a:pt x="35769" y="0"/>
                  </a:cubicBezTo>
                  <a:lnTo>
                    <a:pt x="35769" y="0"/>
                  </a:lnTo>
                  <a:cubicBezTo>
                    <a:pt x="35769" y="0"/>
                    <a:pt x="24230" y="0"/>
                    <a:pt x="12307" y="0"/>
                  </a:cubicBezTo>
                  <a:lnTo>
                    <a:pt x="1230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9760"/>
                  </a:lnTo>
                  <a:lnTo>
                    <a:pt x="0" y="29760"/>
                  </a:lnTo>
                  <a:cubicBezTo>
                    <a:pt x="12307" y="29760"/>
                    <a:pt x="12307" y="29760"/>
                    <a:pt x="12307" y="29760"/>
                  </a:cubicBezTo>
                  <a:lnTo>
                    <a:pt x="12307" y="29760"/>
                  </a:lnTo>
                  <a:lnTo>
                    <a:pt x="12307" y="29760"/>
                  </a:lnTo>
                  <a:lnTo>
                    <a:pt x="24230" y="29760"/>
                  </a:lnTo>
                  <a:cubicBezTo>
                    <a:pt x="24230" y="0"/>
                    <a:pt x="24230" y="0"/>
                    <a:pt x="35769" y="0"/>
                  </a:cubicBezTo>
                  <a:lnTo>
                    <a:pt x="35769" y="0"/>
                  </a:lnTo>
                  <a:lnTo>
                    <a:pt x="47692" y="29760"/>
                  </a:lnTo>
                  <a:cubicBezTo>
                    <a:pt x="47692" y="59520"/>
                    <a:pt x="35769" y="59520"/>
                    <a:pt x="35769" y="89280"/>
                  </a:cubicBezTo>
                  <a:cubicBezTo>
                    <a:pt x="35769" y="89280"/>
                    <a:pt x="47692" y="89280"/>
                    <a:pt x="60000" y="89280"/>
                  </a:cubicBezTo>
                  <a:lnTo>
                    <a:pt x="60000" y="89280"/>
                  </a:lnTo>
                  <a:lnTo>
                    <a:pt x="60000" y="89280"/>
                  </a:lnTo>
                  <a:cubicBezTo>
                    <a:pt x="71923" y="89280"/>
                    <a:pt x="83461" y="89280"/>
                    <a:pt x="83461" y="89280"/>
                  </a:cubicBezTo>
                  <a:lnTo>
                    <a:pt x="95384" y="89280"/>
                  </a:lnTo>
                  <a:lnTo>
                    <a:pt x="95384" y="89280"/>
                  </a:lnTo>
                  <a:lnTo>
                    <a:pt x="95384" y="89280"/>
                  </a:lnTo>
                  <a:cubicBezTo>
                    <a:pt x="107307" y="89280"/>
                    <a:pt x="107307" y="89280"/>
                    <a:pt x="107307" y="89280"/>
                  </a:cubicBezTo>
                  <a:lnTo>
                    <a:pt x="107307" y="89280"/>
                  </a:lnTo>
                  <a:lnTo>
                    <a:pt x="107307" y="119040"/>
                  </a:lnTo>
                  <a:cubicBezTo>
                    <a:pt x="107307" y="89280"/>
                    <a:pt x="107307" y="89280"/>
                    <a:pt x="119615" y="89280"/>
                  </a:cubicBezTo>
                  <a:lnTo>
                    <a:pt x="119615" y="89280"/>
                  </a:lnTo>
                  <a:lnTo>
                    <a:pt x="107307" y="5952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9" name="Shape 11859"/>
            <p:cNvSpPr/>
            <p:nvPr/>
          </p:nvSpPr>
          <p:spPr>
            <a:xfrm>
              <a:off x="6402388" y="898525"/>
              <a:ext cx="134937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812" y="59047"/>
                  </a:moveTo>
                  <a:lnTo>
                    <a:pt x="69812" y="59047"/>
                  </a:lnTo>
                  <a:lnTo>
                    <a:pt x="69812" y="59047"/>
                  </a:lnTo>
                  <a:cubicBezTo>
                    <a:pt x="79785" y="59047"/>
                    <a:pt x="79785" y="59047"/>
                    <a:pt x="79785" y="59047"/>
                  </a:cubicBezTo>
                  <a:lnTo>
                    <a:pt x="79785" y="59047"/>
                  </a:lnTo>
                  <a:lnTo>
                    <a:pt x="89758" y="59047"/>
                  </a:lnTo>
                  <a:lnTo>
                    <a:pt x="89758" y="59047"/>
                  </a:lnTo>
                  <a:cubicBezTo>
                    <a:pt x="99731" y="59047"/>
                    <a:pt x="99731" y="59047"/>
                    <a:pt x="99731" y="59047"/>
                  </a:cubicBezTo>
                  <a:cubicBezTo>
                    <a:pt x="109705" y="59047"/>
                    <a:pt x="109705" y="59047"/>
                    <a:pt x="119678" y="59047"/>
                  </a:cubicBezTo>
                  <a:lnTo>
                    <a:pt x="119678" y="59047"/>
                  </a:lnTo>
                  <a:cubicBezTo>
                    <a:pt x="109705" y="59047"/>
                    <a:pt x="109705" y="59047"/>
                    <a:pt x="109705" y="59047"/>
                  </a:cubicBezTo>
                  <a:lnTo>
                    <a:pt x="99731" y="59047"/>
                  </a:lnTo>
                  <a:lnTo>
                    <a:pt x="99731" y="59047"/>
                  </a:lnTo>
                  <a:lnTo>
                    <a:pt x="89758" y="59047"/>
                  </a:lnTo>
                  <a:lnTo>
                    <a:pt x="79785" y="59047"/>
                  </a:lnTo>
                  <a:lnTo>
                    <a:pt x="69812" y="0"/>
                  </a:lnTo>
                  <a:lnTo>
                    <a:pt x="69812" y="0"/>
                  </a:lnTo>
                  <a:lnTo>
                    <a:pt x="69812" y="59047"/>
                  </a:lnTo>
                  <a:cubicBezTo>
                    <a:pt x="59839" y="59047"/>
                    <a:pt x="59839" y="59047"/>
                    <a:pt x="49865" y="59047"/>
                  </a:cubicBezTo>
                  <a:cubicBezTo>
                    <a:pt x="49865" y="59047"/>
                    <a:pt x="49865" y="59047"/>
                    <a:pt x="39892" y="59047"/>
                  </a:cubicBezTo>
                  <a:cubicBezTo>
                    <a:pt x="39892" y="59047"/>
                    <a:pt x="39892" y="59047"/>
                    <a:pt x="29919" y="59047"/>
                  </a:cubicBezTo>
                  <a:cubicBezTo>
                    <a:pt x="29919" y="0"/>
                    <a:pt x="29919" y="0"/>
                    <a:pt x="29919" y="0"/>
                  </a:cubicBezTo>
                  <a:lnTo>
                    <a:pt x="19946" y="0"/>
                  </a:lnTo>
                  <a:cubicBezTo>
                    <a:pt x="19946" y="0"/>
                    <a:pt x="19946" y="0"/>
                    <a:pt x="9973" y="0"/>
                  </a:cubicBezTo>
                  <a:cubicBezTo>
                    <a:pt x="9973" y="0"/>
                    <a:pt x="9973" y="0"/>
                    <a:pt x="0" y="59047"/>
                  </a:cubicBezTo>
                  <a:lnTo>
                    <a:pt x="0" y="59047"/>
                  </a:lnTo>
                  <a:lnTo>
                    <a:pt x="0" y="59047"/>
                  </a:lnTo>
                  <a:cubicBezTo>
                    <a:pt x="0" y="59047"/>
                    <a:pt x="9973" y="59047"/>
                    <a:pt x="9973" y="118095"/>
                  </a:cubicBezTo>
                  <a:lnTo>
                    <a:pt x="9973" y="59047"/>
                  </a:lnTo>
                  <a:cubicBezTo>
                    <a:pt x="9973" y="59047"/>
                    <a:pt x="9973" y="59047"/>
                    <a:pt x="19946" y="59047"/>
                  </a:cubicBezTo>
                  <a:lnTo>
                    <a:pt x="19946" y="59047"/>
                  </a:lnTo>
                  <a:lnTo>
                    <a:pt x="19946" y="59047"/>
                  </a:lnTo>
                  <a:lnTo>
                    <a:pt x="19946" y="59047"/>
                  </a:lnTo>
                  <a:cubicBezTo>
                    <a:pt x="29919" y="59047"/>
                    <a:pt x="29919" y="59047"/>
                    <a:pt x="29919" y="59047"/>
                  </a:cubicBezTo>
                  <a:lnTo>
                    <a:pt x="39892" y="59047"/>
                  </a:lnTo>
                  <a:lnTo>
                    <a:pt x="39892" y="59047"/>
                  </a:lnTo>
                  <a:cubicBezTo>
                    <a:pt x="49865" y="59047"/>
                    <a:pt x="59839" y="59047"/>
                    <a:pt x="59839" y="59047"/>
                  </a:cubicBezTo>
                  <a:cubicBezTo>
                    <a:pt x="59839" y="59047"/>
                    <a:pt x="59839" y="59047"/>
                    <a:pt x="69812" y="59047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0" name="Shape 11860"/>
            <p:cNvSpPr/>
            <p:nvPr/>
          </p:nvSpPr>
          <p:spPr>
            <a:xfrm>
              <a:off x="4795838" y="909638"/>
              <a:ext cx="66675" cy="333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9251" y="118723"/>
                  </a:moveTo>
                  <a:lnTo>
                    <a:pt x="19251" y="118723"/>
                  </a:lnTo>
                  <a:lnTo>
                    <a:pt x="19251" y="118723"/>
                  </a:lnTo>
                  <a:cubicBezTo>
                    <a:pt x="19251" y="79148"/>
                    <a:pt x="19251" y="79148"/>
                    <a:pt x="39786" y="79148"/>
                  </a:cubicBezTo>
                  <a:lnTo>
                    <a:pt x="39786" y="79148"/>
                  </a:lnTo>
                  <a:cubicBezTo>
                    <a:pt x="39786" y="79148"/>
                    <a:pt x="39786" y="39574"/>
                    <a:pt x="59679" y="39574"/>
                  </a:cubicBezTo>
                  <a:lnTo>
                    <a:pt x="59679" y="39574"/>
                  </a:lnTo>
                  <a:lnTo>
                    <a:pt x="59679" y="39574"/>
                  </a:lnTo>
                  <a:cubicBezTo>
                    <a:pt x="59679" y="39574"/>
                    <a:pt x="59679" y="39574"/>
                    <a:pt x="79572" y="39574"/>
                  </a:cubicBezTo>
                  <a:cubicBezTo>
                    <a:pt x="79572" y="0"/>
                    <a:pt x="98823" y="39574"/>
                    <a:pt x="98823" y="39574"/>
                  </a:cubicBezTo>
                  <a:lnTo>
                    <a:pt x="98823" y="39574"/>
                  </a:lnTo>
                  <a:cubicBezTo>
                    <a:pt x="98823" y="39574"/>
                    <a:pt x="98823" y="0"/>
                    <a:pt x="119358" y="0"/>
                  </a:cubicBezTo>
                  <a:lnTo>
                    <a:pt x="119358" y="0"/>
                  </a:lnTo>
                  <a:cubicBezTo>
                    <a:pt x="98823" y="0"/>
                    <a:pt x="98823" y="0"/>
                    <a:pt x="98823" y="0"/>
                  </a:cubicBezTo>
                  <a:lnTo>
                    <a:pt x="98823" y="0"/>
                  </a:lnTo>
                  <a:lnTo>
                    <a:pt x="98823" y="0"/>
                  </a:lnTo>
                  <a:lnTo>
                    <a:pt x="79572" y="0"/>
                  </a:lnTo>
                  <a:lnTo>
                    <a:pt x="79572" y="0"/>
                  </a:lnTo>
                  <a:cubicBezTo>
                    <a:pt x="79572" y="0"/>
                    <a:pt x="79572" y="0"/>
                    <a:pt x="59679" y="0"/>
                  </a:cubicBezTo>
                  <a:lnTo>
                    <a:pt x="59679" y="0"/>
                  </a:lnTo>
                  <a:lnTo>
                    <a:pt x="39786" y="0"/>
                  </a:lnTo>
                  <a:lnTo>
                    <a:pt x="39786" y="0"/>
                  </a:lnTo>
                  <a:cubicBezTo>
                    <a:pt x="39786" y="39574"/>
                    <a:pt x="39786" y="39574"/>
                    <a:pt x="19251" y="39574"/>
                  </a:cubicBezTo>
                  <a:lnTo>
                    <a:pt x="19251" y="39574"/>
                  </a:lnTo>
                  <a:lnTo>
                    <a:pt x="0" y="79148"/>
                  </a:lnTo>
                  <a:lnTo>
                    <a:pt x="0" y="79148"/>
                  </a:lnTo>
                  <a:lnTo>
                    <a:pt x="0" y="79148"/>
                  </a:lnTo>
                  <a:lnTo>
                    <a:pt x="0" y="79148"/>
                  </a:lnTo>
                  <a:lnTo>
                    <a:pt x="19251" y="118723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1" name="Shape 11861"/>
            <p:cNvSpPr/>
            <p:nvPr/>
          </p:nvSpPr>
          <p:spPr>
            <a:xfrm>
              <a:off x="4716463" y="965200"/>
              <a:ext cx="57150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152" y="89280"/>
                  </a:moveTo>
                  <a:lnTo>
                    <a:pt x="48152" y="89280"/>
                  </a:lnTo>
                  <a:lnTo>
                    <a:pt x="48152" y="119040"/>
                  </a:lnTo>
                  <a:lnTo>
                    <a:pt x="48152" y="119040"/>
                  </a:lnTo>
                  <a:lnTo>
                    <a:pt x="48152" y="119040"/>
                  </a:lnTo>
                  <a:lnTo>
                    <a:pt x="48152" y="119040"/>
                  </a:lnTo>
                  <a:cubicBezTo>
                    <a:pt x="71847" y="119040"/>
                    <a:pt x="71847" y="119040"/>
                    <a:pt x="71847" y="119040"/>
                  </a:cubicBezTo>
                  <a:cubicBezTo>
                    <a:pt x="94777" y="119040"/>
                    <a:pt x="94777" y="119040"/>
                    <a:pt x="119235" y="119040"/>
                  </a:cubicBezTo>
                  <a:lnTo>
                    <a:pt x="119235" y="119040"/>
                  </a:lnTo>
                  <a:lnTo>
                    <a:pt x="119235" y="119040"/>
                  </a:lnTo>
                  <a:lnTo>
                    <a:pt x="119235" y="119040"/>
                  </a:lnTo>
                  <a:cubicBezTo>
                    <a:pt x="94777" y="119040"/>
                    <a:pt x="94777" y="89280"/>
                    <a:pt x="71847" y="59520"/>
                  </a:cubicBezTo>
                  <a:lnTo>
                    <a:pt x="71847" y="29760"/>
                  </a:lnTo>
                  <a:lnTo>
                    <a:pt x="71847" y="29760"/>
                  </a:lnTo>
                  <a:lnTo>
                    <a:pt x="71847" y="0"/>
                  </a:lnTo>
                  <a:lnTo>
                    <a:pt x="71847" y="0"/>
                  </a:lnTo>
                  <a:cubicBezTo>
                    <a:pt x="71847" y="0"/>
                    <a:pt x="71847" y="0"/>
                    <a:pt x="48152" y="0"/>
                  </a:cubicBezTo>
                  <a:lnTo>
                    <a:pt x="48152" y="0"/>
                  </a:lnTo>
                  <a:lnTo>
                    <a:pt x="48152" y="0"/>
                  </a:lnTo>
                  <a:lnTo>
                    <a:pt x="24458" y="29760"/>
                  </a:lnTo>
                  <a:cubicBezTo>
                    <a:pt x="24458" y="29760"/>
                    <a:pt x="24458" y="59520"/>
                    <a:pt x="0" y="59520"/>
                  </a:cubicBezTo>
                  <a:lnTo>
                    <a:pt x="0" y="59520"/>
                  </a:lnTo>
                  <a:cubicBezTo>
                    <a:pt x="24458" y="59520"/>
                    <a:pt x="24458" y="59520"/>
                    <a:pt x="48152" y="8928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2" name="Shape 11862"/>
            <p:cNvSpPr/>
            <p:nvPr/>
          </p:nvSpPr>
          <p:spPr>
            <a:xfrm>
              <a:off x="6178550" y="1781175"/>
              <a:ext cx="55563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538" y="0"/>
                  </a:moveTo>
                  <a:lnTo>
                    <a:pt x="71538" y="0"/>
                  </a:lnTo>
                  <a:lnTo>
                    <a:pt x="71538" y="0"/>
                  </a:lnTo>
                  <a:lnTo>
                    <a:pt x="71538" y="0"/>
                  </a:lnTo>
                  <a:cubicBezTo>
                    <a:pt x="71538" y="0"/>
                    <a:pt x="71538" y="0"/>
                    <a:pt x="47692" y="0"/>
                  </a:cubicBezTo>
                  <a:lnTo>
                    <a:pt x="47692" y="0"/>
                  </a:lnTo>
                  <a:lnTo>
                    <a:pt x="47692" y="0"/>
                  </a:lnTo>
                  <a:lnTo>
                    <a:pt x="47692" y="0"/>
                  </a:lnTo>
                  <a:lnTo>
                    <a:pt x="23846" y="0"/>
                  </a:lnTo>
                  <a:cubicBezTo>
                    <a:pt x="47692" y="0"/>
                    <a:pt x="47692" y="20000"/>
                    <a:pt x="47692" y="20000"/>
                  </a:cubicBezTo>
                  <a:cubicBezTo>
                    <a:pt x="47692" y="39354"/>
                    <a:pt x="47692" y="39354"/>
                    <a:pt x="47692" y="59354"/>
                  </a:cubicBezTo>
                  <a:cubicBezTo>
                    <a:pt x="23846" y="59354"/>
                    <a:pt x="23846" y="59354"/>
                    <a:pt x="23846" y="59354"/>
                  </a:cubicBezTo>
                  <a:cubicBezTo>
                    <a:pt x="23846" y="80000"/>
                    <a:pt x="23846" y="80000"/>
                    <a:pt x="23846" y="100000"/>
                  </a:cubicBezTo>
                  <a:cubicBezTo>
                    <a:pt x="23846" y="100000"/>
                    <a:pt x="23846" y="119354"/>
                    <a:pt x="0" y="119354"/>
                  </a:cubicBezTo>
                  <a:cubicBezTo>
                    <a:pt x="23846" y="119354"/>
                    <a:pt x="23846" y="119354"/>
                    <a:pt x="23846" y="119354"/>
                  </a:cubicBezTo>
                  <a:cubicBezTo>
                    <a:pt x="47692" y="100000"/>
                    <a:pt x="47692" y="100000"/>
                    <a:pt x="47692" y="100000"/>
                  </a:cubicBezTo>
                  <a:lnTo>
                    <a:pt x="47692" y="100000"/>
                  </a:lnTo>
                  <a:lnTo>
                    <a:pt x="71538" y="80000"/>
                  </a:lnTo>
                  <a:lnTo>
                    <a:pt x="71538" y="80000"/>
                  </a:lnTo>
                  <a:cubicBezTo>
                    <a:pt x="95384" y="80000"/>
                    <a:pt x="95384" y="80000"/>
                    <a:pt x="95384" y="80000"/>
                  </a:cubicBezTo>
                  <a:cubicBezTo>
                    <a:pt x="95384" y="80000"/>
                    <a:pt x="95384" y="80000"/>
                    <a:pt x="119230" y="80000"/>
                  </a:cubicBezTo>
                  <a:lnTo>
                    <a:pt x="119230" y="80000"/>
                  </a:lnTo>
                  <a:cubicBezTo>
                    <a:pt x="119230" y="80000"/>
                    <a:pt x="119230" y="59354"/>
                    <a:pt x="119230" y="39354"/>
                  </a:cubicBezTo>
                  <a:cubicBezTo>
                    <a:pt x="119230" y="20000"/>
                    <a:pt x="95384" y="20000"/>
                    <a:pt x="95384" y="0"/>
                  </a:cubicBezTo>
                  <a:cubicBezTo>
                    <a:pt x="95384" y="0"/>
                    <a:pt x="95384" y="0"/>
                    <a:pt x="71538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3" name="Shape 11863"/>
            <p:cNvSpPr/>
            <p:nvPr/>
          </p:nvSpPr>
          <p:spPr>
            <a:xfrm>
              <a:off x="6134100" y="2438400"/>
              <a:ext cx="33338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723" y="20534"/>
                  </a:moveTo>
                  <a:lnTo>
                    <a:pt x="118723" y="20534"/>
                  </a:lnTo>
                  <a:cubicBezTo>
                    <a:pt x="80425" y="20534"/>
                    <a:pt x="80425" y="20534"/>
                    <a:pt x="80425" y="20534"/>
                  </a:cubicBezTo>
                  <a:cubicBezTo>
                    <a:pt x="80425" y="20534"/>
                    <a:pt x="80425" y="20534"/>
                    <a:pt x="39574" y="39786"/>
                  </a:cubicBezTo>
                  <a:lnTo>
                    <a:pt x="39574" y="39786"/>
                  </a:lnTo>
                  <a:cubicBezTo>
                    <a:pt x="39574" y="59679"/>
                    <a:pt x="0" y="59679"/>
                    <a:pt x="0" y="59679"/>
                  </a:cubicBezTo>
                  <a:lnTo>
                    <a:pt x="0" y="59679"/>
                  </a:lnTo>
                  <a:lnTo>
                    <a:pt x="0" y="59679"/>
                  </a:lnTo>
                  <a:cubicBezTo>
                    <a:pt x="39574" y="79572"/>
                    <a:pt x="39574" y="79572"/>
                    <a:pt x="0" y="100106"/>
                  </a:cubicBezTo>
                  <a:lnTo>
                    <a:pt x="0" y="100106"/>
                  </a:lnTo>
                  <a:lnTo>
                    <a:pt x="0" y="100106"/>
                  </a:lnTo>
                  <a:lnTo>
                    <a:pt x="0" y="119358"/>
                  </a:lnTo>
                  <a:lnTo>
                    <a:pt x="0" y="119358"/>
                  </a:lnTo>
                  <a:lnTo>
                    <a:pt x="0" y="119358"/>
                  </a:lnTo>
                  <a:lnTo>
                    <a:pt x="39574" y="119358"/>
                  </a:lnTo>
                  <a:lnTo>
                    <a:pt x="80425" y="119358"/>
                  </a:lnTo>
                  <a:lnTo>
                    <a:pt x="80425" y="119358"/>
                  </a:lnTo>
                  <a:cubicBezTo>
                    <a:pt x="39574" y="119358"/>
                    <a:pt x="39574" y="100106"/>
                    <a:pt x="39574" y="100106"/>
                  </a:cubicBezTo>
                  <a:cubicBezTo>
                    <a:pt x="80425" y="79572"/>
                    <a:pt x="80425" y="79572"/>
                    <a:pt x="80425" y="79572"/>
                  </a:cubicBezTo>
                  <a:cubicBezTo>
                    <a:pt x="80425" y="79572"/>
                    <a:pt x="80425" y="79572"/>
                    <a:pt x="118723" y="79572"/>
                  </a:cubicBezTo>
                  <a:lnTo>
                    <a:pt x="118723" y="79572"/>
                  </a:lnTo>
                  <a:lnTo>
                    <a:pt x="118723" y="79572"/>
                  </a:lnTo>
                  <a:lnTo>
                    <a:pt x="118723" y="79572"/>
                  </a:lnTo>
                  <a:lnTo>
                    <a:pt x="118723" y="79572"/>
                  </a:lnTo>
                  <a:cubicBezTo>
                    <a:pt x="118723" y="59679"/>
                    <a:pt x="118723" y="59679"/>
                    <a:pt x="118723" y="59679"/>
                  </a:cubicBezTo>
                  <a:lnTo>
                    <a:pt x="118723" y="39786"/>
                  </a:lnTo>
                  <a:cubicBezTo>
                    <a:pt x="118723" y="39786"/>
                    <a:pt x="118723" y="39786"/>
                    <a:pt x="118723" y="20534"/>
                  </a:cubicBezTo>
                  <a:lnTo>
                    <a:pt x="118723" y="20534"/>
                  </a:lnTo>
                  <a:lnTo>
                    <a:pt x="118723" y="20534"/>
                  </a:lnTo>
                  <a:lnTo>
                    <a:pt x="118723" y="20534"/>
                  </a:lnTo>
                  <a:lnTo>
                    <a:pt x="118723" y="20534"/>
                  </a:lnTo>
                  <a:lnTo>
                    <a:pt x="118723" y="0"/>
                  </a:lnTo>
                  <a:lnTo>
                    <a:pt x="118723" y="20534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4" name="Shape 11864"/>
            <p:cNvSpPr/>
            <p:nvPr/>
          </p:nvSpPr>
          <p:spPr>
            <a:xfrm>
              <a:off x="6034088" y="2684463"/>
              <a:ext cx="34925" cy="555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8315" y="0"/>
                  </a:moveTo>
                  <a:lnTo>
                    <a:pt x="78315" y="0"/>
                  </a:lnTo>
                  <a:cubicBezTo>
                    <a:pt x="39157" y="0"/>
                    <a:pt x="39157" y="0"/>
                    <a:pt x="39157" y="0"/>
                  </a:cubicBezTo>
                  <a:lnTo>
                    <a:pt x="39157" y="0"/>
                  </a:lnTo>
                  <a:lnTo>
                    <a:pt x="39157" y="0"/>
                  </a:lnTo>
                  <a:lnTo>
                    <a:pt x="39157" y="23846"/>
                  </a:lnTo>
                  <a:lnTo>
                    <a:pt x="39157" y="23846"/>
                  </a:lnTo>
                  <a:cubicBezTo>
                    <a:pt x="39157" y="47692"/>
                    <a:pt x="39157" y="47692"/>
                    <a:pt x="39157" y="47692"/>
                  </a:cubicBezTo>
                  <a:cubicBezTo>
                    <a:pt x="39157" y="47692"/>
                    <a:pt x="39157" y="47692"/>
                    <a:pt x="39157" y="71538"/>
                  </a:cubicBezTo>
                  <a:lnTo>
                    <a:pt x="0" y="71538"/>
                  </a:lnTo>
                  <a:lnTo>
                    <a:pt x="0" y="71538"/>
                  </a:lnTo>
                  <a:lnTo>
                    <a:pt x="0" y="71538"/>
                  </a:lnTo>
                  <a:cubicBezTo>
                    <a:pt x="39157" y="71538"/>
                    <a:pt x="39157" y="95384"/>
                    <a:pt x="39157" y="95384"/>
                  </a:cubicBezTo>
                  <a:cubicBezTo>
                    <a:pt x="39157" y="95384"/>
                    <a:pt x="39157" y="95384"/>
                    <a:pt x="39157" y="119230"/>
                  </a:cubicBezTo>
                  <a:lnTo>
                    <a:pt x="39157" y="119230"/>
                  </a:lnTo>
                  <a:lnTo>
                    <a:pt x="39157" y="119230"/>
                  </a:lnTo>
                  <a:lnTo>
                    <a:pt x="39157" y="119230"/>
                  </a:lnTo>
                  <a:cubicBezTo>
                    <a:pt x="39157" y="119230"/>
                    <a:pt x="39157" y="119230"/>
                    <a:pt x="39157" y="95384"/>
                  </a:cubicBezTo>
                  <a:lnTo>
                    <a:pt x="39157" y="95384"/>
                  </a:lnTo>
                  <a:cubicBezTo>
                    <a:pt x="39157" y="95384"/>
                    <a:pt x="39157" y="95384"/>
                    <a:pt x="39157" y="71538"/>
                  </a:cubicBezTo>
                  <a:lnTo>
                    <a:pt x="78315" y="47692"/>
                  </a:lnTo>
                  <a:lnTo>
                    <a:pt x="78315" y="47692"/>
                  </a:lnTo>
                  <a:lnTo>
                    <a:pt x="118736" y="47692"/>
                  </a:lnTo>
                  <a:lnTo>
                    <a:pt x="118736" y="47692"/>
                  </a:lnTo>
                  <a:cubicBezTo>
                    <a:pt x="118736" y="23846"/>
                    <a:pt x="118736" y="23846"/>
                    <a:pt x="118736" y="23846"/>
                  </a:cubicBezTo>
                  <a:lnTo>
                    <a:pt x="118736" y="23846"/>
                  </a:lnTo>
                  <a:lnTo>
                    <a:pt x="118736" y="23846"/>
                  </a:lnTo>
                  <a:cubicBezTo>
                    <a:pt x="78315" y="23846"/>
                    <a:pt x="78315" y="23846"/>
                    <a:pt x="78315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5" name="Shape 11865"/>
            <p:cNvSpPr/>
            <p:nvPr/>
          </p:nvSpPr>
          <p:spPr>
            <a:xfrm>
              <a:off x="6280150" y="2673350"/>
              <a:ext cx="44450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760" y="118095"/>
                  </a:moveTo>
                  <a:lnTo>
                    <a:pt x="29760" y="118095"/>
                  </a:lnTo>
                  <a:lnTo>
                    <a:pt x="29760" y="118095"/>
                  </a:lnTo>
                  <a:lnTo>
                    <a:pt x="29760" y="118095"/>
                  </a:lnTo>
                  <a:lnTo>
                    <a:pt x="59520" y="118095"/>
                  </a:lnTo>
                  <a:lnTo>
                    <a:pt x="59520" y="118095"/>
                  </a:lnTo>
                  <a:lnTo>
                    <a:pt x="59520" y="118095"/>
                  </a:lnTo>
                  <a:cubicBezTo>
                    <a:pt x="89280" y="118095"/>
                    <a:pt x="89280" y="118095"/>
                    <a:pt x="119040" y="118095"/>
                  </a:cubicBezTo>
                  <a:lnTo>
                    <a:pt x="119040" y="118095"/>
                  </a:lnTo>
                  <a:cubicBezTo>
                    <a:pt x="119040" y="118095"/>
                    <a:pt x="119040" y="118095"/>
                    <a:pt x="119040" y="59047"/>
                  </a:cubicBezTo>
                  <a:lnTo>
                    <a:pt x="119040" y="59047"/>
                  </a:lnTo>
                  <a:lnTo>
                    <a:pt x="119040" y="59047"/>
                  </a:lnTo>
                  <a:lnTo>
                    <a:pt x="119040" y="0"/>
                  </a:lnTo>
                  <a:lnTo>
                    <a:pt x="119040" y="0"/>
                  </a:lnTo>
                  <a:lnTo>
                    <a:pt x="119040" y="0"/>
                  </a:lnTo>
                  <a:cubicBezTo>
                    <a:pt x="89280" y="0"/>
                    <a:pt x="89280" y="0"/>
                    <a:pt x="59520" y="0"/>
                  </a:cubicBezTo>
                  <a:lnTo>
                    <a:pt x="59520" y="0"/>
                  </a:lnTo>
                  <a:lnTo>
                    <a:pt x="59520" y="0"/>
                  </a:lnTo>
                  <a:lnTo>
                    <a:pt x="59520" y="0"/>
                  </a:lnTo>
                  <a:cubicBezTo>
                    <a:pt x="29760" y="0"/>
                    <a:pt x="29760" y="0"/>
                    <a:pt x="2976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29760" y="59047"/>
                    <a:pt x="29760" y="59047"/>
                    <a:pt x="29760" y="118095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6" name="Shape 11866"/>
            <p:cNvSpPr/>
            <p:nvPr/>
          </p:nvSpPr>
          <p:spPr>
            <a:xfrm>
              <a:off x="6313488" y="2695575"/>
              <a:ext cx="146050" cy="1460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07" y="18415"/>
                  </a:moveTo>
                  <a:lnTo>
                    <a:pt x="9207" y="18415"/>
                  </a:lnTo>
                  <a:cubicBezTo>
                    <a:pt x="0" y="18415"/>
                    <a:pt x="0" y="18415"/>
                    <a:pt x="0" y="18415"/>
                  </a:cubicBezTo>
                  <a:lnTo>
                    <a:pt x="0" y="18415"/>
                  </a:lnTo>
                  <a:cubicBezTo>
                    <a:pt x="0" y="18415"/>
                    <a:pt x="0" y="18415"/>
                    <a:pt x="0" y="27623"/>
                  </a:cubicBezTo>
                  <a:cubicBezTo>
                    <a:pt x="0" y="27623"/>
                    <a:pt x="0" y="27623"/>
                    <a:pt x="0" y="36831"/>
                  </a:cubicBezTo>
                  <a:lnTo>
                    <a:pt x="0" y="36831"/>
                  </a:lnTo>
                  <a:cubicBezTo>
                    <a:pt x="0" y="27623"/>
                    <a:pt x="9207" y="27623"/>
                    <a:pt x="9207" y="27623"/>
                  </a:cubicBezTo>
                  <a:lnTo>
                    <a:pt x="9207" y="27623"/>
                  </a:lnTo>
                  <a:cubicBezTo>
                    <a:pt x="9207" y="27623"/>
                    <a:pt x="18415" y="27623"/>
                    <a:pt x="18415" y="36831"/>
                  </a:cubicBezTo>
                  <a:lnTo>
                    <a:pt x="18415" y="36831"/>
                  </a:lnTo>
                  <a:lnTo>
                    <a:pt x="18415" y="36831"/>
                  </a:lnTo>
                  <a:lnTo>
                    <a:pt x="18415" y="36831"/>
                  </a:lnTo>
                  <a:cubicBezTo>
                    <a:pt x="27623" y="36831"/>
                    <a:pt x="27623" y="36831"/>
                    <a:pt x="27623" y="36831"/>
                  </a:cubicBezTo>
                  <a:lnTo>
                    <a:pt x="36831" y="36831"/>
                  </a:lnTo>
                  <a:cubicBezTo>
                    <a:pt x="36831" y="46039"/>
                    <a:pt x="36831" y="46039"/>
                    <a:pt x="36831" y="46039"/>
                  </a:cubicBezTo>
                  <a:lnTo>
                    <a:pt x="36831" y="46039"/>
                  </a:lnTo>
                  <a:cubicBezTo>
                    <a:pt x="36831" y="46039"/>
                    <a:pt x="36831" y="46039"/>
                    <a:pt x="46039" y="46039"/>
                  </a:cubicBezTo>
                  <a:lnTo>
                    <a:pt x="55247" y="46039"/>
                  </a:lnTo>
                  <a:lnTo>
                    <a:pt x="55247" y="46039"/>
                  </a:lnTo>
                  <a:cubicBezTo>
                    <a:pt x="55247" y="46039"/>
                    <a:pt x="55247" y="46039"/>
                    <a:pt x="64455" y="46039"/>
                  </a:cubicBezTo>
                  <a:cubicBezTo>
                    <a:pt x="64455" y="46039"/>
                    <a:pt x="64455" y="46039"/>
                    <a:pt x="73663" y="55247"/>
                  </a:cubicBezTo>
                  <a:cubicBezTo>
                    <a:pt x="73663" y="64455"/>
                    <a:pt x="73663" y="64455"/>
                    <a:pt x="73663" y="64455"/>
                  </a:cubicBezTo>
                  <a:cubicBezTo>
                    <a:pt x="82871" y="64455"/>
                    <a:pt x="82871" y="64455"/>
                    <a:pt x="82871" y="64455"/>
                  </a:cubicBezTo>
                  <a:cubicBezTo>
                    <a:pt x="82871" y="73663"/>
                    <a:pt x="82871" y="73663"/>
                    <a:pt x="82871" y="73663"/>
                  </a:cubicBezTo>
                  <a:lnTo>
                    <a:pt x="82871" y="73663"/>
                  </a:lnTo>
                  <a:cubicBezTo>
                    <a:pt x="92079" y="73663"/>
                    <a:pt x="92079" y="73663"/>
                    <a:pt x="92079" y="82871"/>
                  </a:cubicBezTo>
                  <a:cubicBezTo>
                    <a:pt x="92079" y="82871"/>
                    <a:pt x="92079" y="82871"/>
                    <a:pt x="92079" y="92079"/>
                  </a:cubicBezTo>
                  <a:lnTo>
                    <a:pt x="92079" y="92079"/>
                  </a:lnTo>
                  <a:cubicBezTo>
                    <a:pt x="101287" y="101287"/>
                    <a:pt x="101287" y="101287"/>
                    <a:pt x="92079" y="101287"/>
                  </a:cubicBezTo>
                  <a:cubicBezTo>
                    <a:pt x="92079" y="110495"/>
                    <a:pt x="92079" y="110495"/>
                    <a:pt x="82871" y="110495"/>
                  </a:cubicBezTo>
                  <a:lnTo>
                    <a:pt x="82871" y="110495"/>
                  </a:lnTo>
                  <a:cubicBezTo>
                    <a:pt x="82871" y="119702"/>
                    <a:pt x="82871" y="119702"/>
                    <a:pt x="82871" y="119702"/>
                  </a:cubicBezTo>
                  <a:lnTo>
                    <a:pt x="82871" y="119702"/>
                  </a:lnTo>
                  <a:cubicBezTo>
                    <a:pt x="82871" y="119702"/>
                    <a:pt x="82871" y="119702"/>
                    <a:pt x="92079" y="119702"/>
                  </a:cubicBezTo>
                  <a:lnTo>
                    <a:pt x="92079" y="119702"/>
                  </a:lnTo>
                  <a:lnTo>
                    <a:pt x="92079" y="119702"/>
                  </a:lnTo>
                  <a:lnTo>
                    <a:pt x="92079" y="119702"/>
                  </a:lnTo>
                  <a:cubicBezTo>
                    <a:pt x="92079" y="110495"/>
                    <a:pt x="92079" y="110495"/>
                    <a:pt x="101287" y="110495"/>
                  </a:cubicBezTo>
                  <a:lnTo>
                    <a:pt x="101287" y="110495"/>
                  </a:lnTo>
                  <a:lnTo>
                    <a:pt x="110495" y="110495"/>
                  </a:lnTo>
                  <a:cubicBezTo>
                    <a:pt x="110495" y="110495"/>
                    <a:pt x="119702" y="110495"/>
                    <a:pt x="119702" y="119702"/>
                  </a:cubicBezTo>
                  <a:lnTo>
                    <a:pt x="119702" y="119702"/>
                  </a:lnTo>
                  <a:cubicBezTo>
                    <a:pt x="119702" y="101287"/>
                    <a:pt x="119702" y="101287"/>
                    <a:pt x="119702" y="101287"/>
                  </a:cubicBezTo>
                  <a:lnTo>
                    <a:pt x="119702" y="101287"/>
                  </a:lnTo>
                  <a:cubicBezTo>
                    <a:pt x="119702" y="101287"/>
                    <a:pt x="119702" y="101287"/>
                    <a:pt x="119702" y="92079"/>
                  </a:cubicBezTo>
                  <a:lnTo>
                    <a:pt x="119702" y="92079"/>
                  </a:lnTo>
                  <a:lnTo>
                    <a:pt x="119702" y="92079"/>
                  </a:lnTo>
                  <a:lnTo>
                    <a:pt x="119702" y="82871"/>
                  </a:lnTo>
                  <a:lnTo>
                    <a:pt x="119702" y="82871"/>
                  </a:lnTo>
                  <a:lnTo>
                    <a:pt x="119702" y="82871"/>
                  </a:lnTo>
                  <a:lnTo>
                    <a:pt x="119702" y="82871"/>
                  </a:lnTo>
                  <a:cubicBezTo>
                    <a:pt x="119702" y="18415"/>
                    <a:pt x="119702" y="18415"/>
                    <a:pt x="119702" y="18415"/>
                  </a:cubicBezTo>
                  <a:cubicBezTo>
                    <a:pt x="119702" y="18415"/>
                    <a:pt x="119702" y="18415"/>
                    <a:pt x="110495" y="18415"/>
                  </a:cubicBezTo>
                  <a:lnTo>
                    <a:pt x="110495" y="18415"/>
                  </a:lnTo>
                  <a:lnTo>
                    <a:pt x="110495" y="18415"/>
                  </a:lnTo>
                  <a:cubicBezTo>
                    <a:pt x="101287" y="18415"/>
                    <a:pt x="101287" y="18415"/>
                    <a:pt x="101287" y="18415"/>
                  </a:cubicBezTo>
                  <a:lnTo>
                    <a:pt x="101287" y="18415"/>
                  </a:lnTo>
                  <a:cubicBezTo>
                    <a:pt x="92079" y="18415"/>
                    <a:pt x="92079" y="9207"/>
                    <a:pt x="92079" y="9207"/>
                  </a:cubicBezTo>
                  <a:lnTo>
                    <a:pt x="92079" y="9207"/>
                  </a:lnTo>
                  <a:cubicBezTo>
                    <a:pt x="82871" y="0"/>
                    <a:pt x="82871" y="0"/>
                    <a:pt x="82871" y="0"/>
                  </a:cubicBezTo>
                  <a:lnTo>
                    <a:pt x="73663" y="0"/>
                  </a:lnTo>
                  <a:lnTo>
                    <a:pt x="73663" y="0"/>
                  </a:lnTo>
                  <a:cubicBezTo>
                    <a:pt x="73663" y="9207"/>
                    <a:pt x="64455" y="18415"/>
                    <a:pt x="64455" y="18415"/>
                  </a:cubicBezTo>
                  <a:lnTo>
                    <a:pt x="55247" y="18415"/>
                  </a:lnTo>
                  <a:lnTo>
                    <a:pt x="55247" y="18415"/>
                  </a:lnTo>
                  <a:lnTo>
                    <a:pt x="55247" y="18415"/>
                  </a:lnTo>
                  <a:cubicBezTo>
                    <a:pt x="55247" y="18415"/>
                    <a:pt x="55247" y="18415"/>
                    <a:pt x="55247" y="27623"/>
                  </a:cubicBezTo>
                  <a:cubicBezTo>
                    <a:pt x="46039" y="27623"/>
                    <a:pt x="36831" y="36831"/>
                    <a:pt x="36831" y="36831"/>
                  </a:cubicBezTo>
                  <a:lnTo>
                    <a:pt x="27623" y="36831"/>
                  </a:lnTo>
                  <a:lnTo>
                    <a:pt x="18415" y="27623"/>
                  </a:lnTo>
                  <a:lnTo>
                    <a:pt x="18415" y="27623"/>
                  </a:lnTo>
                  <a:lnTo>
                    <a:pt x="9207" y="18415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7" name="Shape 11867"/>
            <p:cNvSpPr/>
            <p:nvPr/>
          </p:nvSpPr>
          <p:spPr>
            <a:xfrm>
              <a:off x="5610225" y="2192338"/>
              <a:ext cx="146050" cy="168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851" y="79570"/>
                  </a:moveTo>
                  <a:lnTo>
                    <a:pt x="91851" y="79570"/>
                  </a:lnTo>
                  <a:lnTo>
                    <a:pt x="101037" y="79570"/>
                  </a:lnTo>
                  <a:cubicBezTo>
                    <a:pt x="101037" y="87811"/>
                    <a:pt x="101037" y="87811"/>
                    <a:pt x="101037" y="87811"/>
                  </a:cubicBezTo>
                  <a:cubicBezTo>
                    <a:pt x="110222" y="79570"/>
                    <a:pt x="110222" y="79570"/>
                    <a:pt x="110222" y="79570"/>
                  </a:cubicBezTo>
                  <a:cubicBezTo>
                    <a:pt x="110222" y="79570"/>
                    <a:pt x="119703" y="79570"/>
                    <a:pt x="119703" y="87811"/>
                  </a:cubicBezTo>
                  <a:cubicBezTo>
                    <a:pt x="119703" y="79570"/>
                    <a:pt x="119703" y="79570"/>
                    <a:pt x="119703" y="79570"/>
                  </a:cubicBezTo>
                  <a:lnTo>
                    <a:pt x="119703" y="79570"/>
                  </a:lnTo>
                  <a:lnTo>
                    <a:pt x="119703" y="71845"/>
                  </a:lnTo>
                  <a:lnTo>
                    <a:pt x="119703" y="71845"/>
                  </a:lnTo>
                  <a:cubicBezTo>
                    <a:pt x="119703" y="71845"/>
                    <a:pt x="119703" y="71845"/>
                    <a:pt x="119703" y="63862"/>
                  </a:cubicBezTo>
                  <a:lnTo>
                    <a:pt x="119703" y="63862"/>
                  </a:lnTo>
                  <a:lnTo>
                    <a:pt x="119703" y="63862"/>
                  </a:lnTo>
                  <a:cubicBezTo>
                    <a:pt x="110222" y="63862"/>
                    <a:pt x="110222" y="56137"/>
                    <a:pt x="110222" y="56137"/>
                  </a:cubicBezTo>
                  <a:lnTo>
                    <a:pt x="110222" y="47896"/>
                  </a:lnTo>
                  <a:lnTo>
                    <a:pt x="110222" y="47896"/>
                  </a:lnTo>
                  <a:lnTo>
                    <a:pt x="110222" y="39914"/>
                  </a:lnTo>
                  <a:lnTo>
                    <a:pt x="101037" y="39914"/>
                  </a:lnTo>
                  <a:lnTo>
                    <a:pt x="101037" y="31931"/>
                  </a:lnTo>
                  <a:cubicBezTo>
                    <a:pt x="101037" y="31931"/>
                    <a:pt x="101037" y="31931"/>
                    <a:pt x="91851" y="31931"/>
                  </a:cubicBezTo>
                  <a:lnTo>
                    <a:pt x="91851" y="31931"/>
                  </a:lnTo>
                  <a:lnTo>
                    <a:pt x="91851" y="31931"/>
                  </a:lnTo>
                  <a:lnTo>
                    <a:pt x="91851" y="31931"/>
                  </a:lnTo>
                  <a:lnTo>
                    <a:pt x="82962" y="39914"/>
                  </a:lnTo>
                  <a:lnTo>
                    <a:pt x="82962" y="39914"/>
                  </a:lnTo>
                  <a:lnTo>
                    <a:pt x="82962" y="39914"/>
                  </a:lnTo>
                  <a:lnTo>
                    <a:pt x="82962" y="39914"/>
                  </a:lnTo>
                  <a:cubicBezTo>
                    <a:pt x="73481" y="39914"/>
                    <a:pt x="73481" y="39914"/>
                    <a:pt x="73481" y="31931"/>
                  </a:cubicBezTo>
                  <a:cubicBezTo>
                    <a:pt x="73481" y="31931"/>
                    <a:pt x="73481" y="31931"/>
                    <a:pt x="64296" y="31931"/>
                  </a:cubicBezTo>
                  <a:lnTo>
                    <a:pt x="64296" y="39914"/>
                  </a:lnTo>
                  <a:lnTo>
                    <a:pt x="64296" y="39914"/>
                  </a:lnTo>
                  <a:cubicBezTo>
                    <a:pt x="64296" y="39914"/>
                    <a:pt x="64296" y="47896"/>
                    <a:pt x="55111" y="47896"/>
                  </a:cubicBezTo>
                  <a:lnTo>
                    <a:pt x="55111" y="47896"/>
                  </a:lnTo>
                  <a:lnTo>
                    <a:pt x="55111" y="47896"/>
                  </a:lnTo>
                  <a:lnTo>
                    <a:pt x="55111" y="47896"/>
                  </a:lnTo>
                  <a:cubicBezTo>
                    <a:pt x="46222" y="47896"/>
                    <a:pt x="46222" y="39914"/>
                    <a:pt x="46222" y="39914"/>
                  </a:cubicBezTo>
                  <a:cubicBezTo>
                    <a:pt x="46222" y="31931"/>
                    <a:pt x="46222" y="31931"/>
                    <a:pt x="46222" y="31931"/>
                  </a:cubicBezTo>
                  <a:cubicBezTo>
                    <a:pt x="46222" y="31931"/>
                    <a:pt x="46222" y="31931"/>
                    <a:pt x="46222" y="24206"/>
                  </a:cubicBezTo>
                  <a:lnTo>
                    <a:pt x="46222" y="24206"/>
                  </a:lnTo>
                  <a:lnTo>
                    <a:pt x="46222" y="24206"/>
                  </a:lnTo>
                  <a:cubicBezTo>
                    <a:pt x="46222" y="24206"/>
                    <a:pt x="46222" y="24206"/>
                    <a:pt x="46222" y="15965"/>
                  </a:cubicBezTo>
                  <a:lnTo>
                    <a:pt x="46222" y="15965"/>
                  </a:lnTo>
                  <a:lnTo>
                    <a:pt x="46222" y="15965"/>
                  </a:lnTo>
                  <a:lnTo>
                    <a:pt x="46222" y="15965"/>
                  </a:lnTo>
                  <a:lnTo>
                    <a:pt x="46222" y="15965"/>
                  </a:lnTo>
                  <a:cubicBezTo>
                    <a:pt x="46222" y="15965"/>
                    <a:pt x="46222" y="15965"/>
                    <a:pt x="46222" y="7982"/>
                  </a:cubicBezTo>
                  <a:cubicBezTo>
                    <a:pt x="36740" y="7982"/>
                    <a:pt x="36740" y="7982"/>
                    <a:pt x="36740" y="7982"/>
                  </a:cubicBezTo>
                  <a:cubicBezTo>
                    <a:pt x="36740" y="0"/>
                    <a:pt x="36740" y="0"/>
                    <a:pt x="36740" y="0"/>
                  </a:cubicBezTo>
                  <a:lnTo>
                    <a:pt x="36740" y="0"/>
                  </a:lnTo>
                  <a:lnTo>
                    <a:pt x="36740" y="0"/>
                  </a:lnTo>
                  <a:lnTo>
                    <a:pt x="36740" y="0"/>
                  </a:lnTo>
                  <a:lnTo>
                    <a:pt x="36740" y="0"/>
                  </a:lnTo>
                  <a:cubicBezTo>
                    <a:pt x="27555" y="0"/>
                    <a:pt x="27555" y="0"/>
                    <a:pt x="27555" y="0"/>
                  </a:cubicBezTo>
                  <a:lnTo>
                    <a:pt x="27555" y="0"/>
                  </a:lnTo>
                  <a:cubicBezTo>
                    <a:pt x="27555" y="7982"/>
                    <a:pt x="18666" y="7982"/>
                    <a:pt x="18666" y="7982"/>
                  </a:cubicBezTo>
                  <a:cubicBezTo>
                    <a:pt x="18666" y="7982"/>
                    <a:pt x="18666" y="7982"/>
                    <a:pt x="9185" y="7982"/>
                  </a:cubicBezTo>
                  <a:lnTo>
                    <a:pt x="9185" y="7982"/>
                  </a:lnTo>
                  <a:lnTo>
                    <a:pt x="9185" y="7982"/>
                  </a:lnTo>
                  <a:lnTo>
                    <a:pt x="9185" y="7982"/>
                  </a:lnTo>
                  <a:lnTo>
                    <a:pt x="9185" y="7982"/>
                  </a:lnTo>
                  <a:cubicBezTo>
                    <a:pt x="9185" y="15965"/>
                    <a:pt x="9185" y="15965"/>
                    <a:pt x="9185" y="15965"/>
                  </a:cubicBezTo>
                  <a:lnTo>
                    <a:pt x="9185" y="15965"/>
                  </a:lnTo>
                  <a:cubicBezTo>
                    <a:pt x="9185" y="24206"/>
                    <a:pt x="9185" y="24206"/>
                    <a:pt x="0" y="24206"/>
                  </a:cubicBezTo>
                  <a:cubicBezTo>
                    <a:pt x="0" y="24206"/>
                    <a:pt x="0" y="24206"/>
                    <a:pt x="0" y="31931"/>
                  </a:cubicBezTo>
                  <a:lnTo>
                    <a:pt x="0" y="31931"/>
                  </a:lnTo>
                  <a:cubicBezTo>
                    <a:pt x="9185" y="31931"/>
                    <a:pt x="9185" y="31931"/>
                    <a:pt x="9185" y="31931"/>
                  </a:cubicBezTo>
                  <a:lnTo>
                    <a:pt x="9185" y="31931"/>
                  </a:lnTo>
                  <a:cubicBezTo>
                    <a:pt x="9185" y="31931"/>
                    <a:pt x="9185" y="31931"/>
                    <a:pt x="9185" y="39914"/>
                  </a:cubicBezTo>
                  <a:cubicBezTo>
                    <a:pt x="18666" y="39914"/>
                    <a:pt x="18666" y="47896"/>
                    <a:pt x="18666" y="47896"/>
                  </a:cubicBezTo>
                  <a:lnTo>
                    <a:pt x="18666" y="47896"/>
                  </a:lnTo>
                  <a:lnTo>
                    <a:pt x="18666" y="56137"/>
                  </a:lnTo>
                  <a:cubicBezTo>
                    <a:pt x="18666" y="56137"/>
                    <a:pt x="27555" y="56137"/>
                    <a:pt x="27555" y="63862"/>
                  </a:cubicBezTo>
                  <a:lnTo>
                    <a:pt x="27555" y="63862"/>
                  </a:lnTo>
                  <a:cubicBezTo>
                    <a:pt x="27555" y="63862"/>
                    <a:pt x="27555" y="63862"/>
                    <a:pt x="18666" y="63862"/>
                  </a:cubicBezTo>
                  <a:cubicBezTo>
                    <a:pt x="18666" y="71845"/>
                    <a:pt x="18666" y="71845"/>
                    <a:pt x="18666" y="71845"/>
                  </a:cubicBezTo>
                  <a:lnTo>
                    <a:pt x="18666" y="79570"/>
                  </a:lnTo>
                  <a:lnTo>
                    <a:pt x="18666" y="87811"/>
                  </a:lnTo>
                  <a:lnTo>
                    <a:pt x="18666" y="87811"/>
                  </a:lnTo>
                  <a:cubicBezTo>
                    <a:pt x="27555" y="87811"/>
                    <a:pt x="27555" y="103519"/>
                    <a:pt x="27555" y="111502"/>
                  </a:cubicBezTo>
                  <a:lnTo>
                    <a:pt x="27555" y="111502"/>
                  </a:lnTo>
                  <a:lnTo>
                    <a:pt x="27555" y="111502"/>
                  </a:lnTo>
                  <a:lnTo>
                    <a:pt x="27555" y="111502"/>
                  </a:lnTo>
                  <a:cubicBezTo>
                    <a:pt x="27555" y="119742"/>
                    <a:pt x="27555" y="119742"/>
                    <a:pt x="27555" y="119742"/>
                  </a:cubicBezTo>
                  <a:cubicBezTo>
                    <a:pt x="27555" y="119742"/>
                    <a:pt x="27555" y="119742"/>
                    <a:pt x="36740" y="119742"/>
                  </a:cubicBezTo>
                  <a:cubicBezTo>
                    <a:pt x="36740" y="119742"/>
                    <a:pt x="27555" y="119742"/>
                    <a:pt x="27555" y="111502"/>
                  </a:cubicBezTo>
                  <a:lnTo>
                    <a:pt x="27555" y="111502"/>
                  </a:lnTo>
                  <a:cubicBezTo>
                    <a:pt x="27555" y="111502"/>
                    <a:pt x="36740" y="95536"/>
                    <a:pt x="46222" y="95536"/>
                  </a:cubicBezTo>
                  <a:cubicBezTo>
                    <a:pt x="46222" y="95536"/>
                    <a:pt x="55111" y="95536"/>
                    <a:pt x="55111" y="103519"/>
                  </a:cubicBezTo>
                  <a:lnTo>
                    <a:pt x="55111" y="103519"/>
                  </a:lnTo>
                  <a:cubicBezTo>
                    <a:pt x="64296" y="103519"/>
                    <a:pt x="55111" y="111502"/>
                    <a:pt x="55111" y="111502"/>
                  </a:cubicBezTo>
                  <a:cubicBezTo>
                    <a:pt x="64296" y="111502"/>
                    <a:pt x="64296" y="111502"/>
                    <a:pt x="64296" y="111502"/>
                  </a:cubicBezTo>
                  <a:cubicBezTo>
                    <a:pt x="64296" y="111502"/>
                    <a:pt x="64296" y="111502"/>
                    <a:pt x="73481" y="111502"/>
                  </a:cubicBezTo>
                  <a:cubicBezTo>
                    <a:pt x="73481" y="111502"/>
                    <a:pt x="73481" y="111502"/>
                    <a:pt x="73481" y="103519"/>
                  </a:cubicBezTo>
                  <a:lnTo>
                    <a:pt x="73481" y="103519"/>
                  </a:lnTo>
                  <a:cubicBezTo>
                    <a:pt x="73481" y="95536"/>
                    <a:pt x="73481" y="95536"/>
                    <a:pt x="82962" y="87811"/>
                  </a:cubicBezTo>
                  <a:lnTo>
                    <a:pt x="91851" y="7957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8" name="Shape 11868"/>
            <p:cNvSpPr/>
            <p:nvPr/>
          </p:nvSpPr>
          <p:spPr>
            <a:xfrm>
              <a:off x="5665788" y="2527300"/>
              <a:ext cx="55562" cy="777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225" y="0"/>
                  </a:moveTo>
                  <a:lnTo>
                    <a:pt x="47225" y="0"/>
                  </a:lnTo>
                  <a:lnTo>
                    <a:pt x="47225" y="0"/>
                  </a:lnTo>
                  <a:lnTo>
                    <a:pt x="47225" y="0"/>
                  </a:lnTo>
                  <a:lnTo>
                    <a:pt x="47225" y="0"/>
                  </a:lnTo>
                  <a:lnTo>
                    <a:pt x="47225" y="0"/>
                  </a:lnTo>
                  <a:cubicBezTo>
                    <a:pt x="47225" y="17064"/>
                    <a:pt x="23225" y="17064"/>
                    <a:pt x="23225" y="17064"/>
                  </a:cubicBezTo>
                  <a:lnTo>
                    <a:pt x="23225" y="17064"/>
                  </a:lnTo>
                  <a:lnTo>
                    <a:pt x="23225" y="17064"/>
                  </a:lnTo>
                  <a:cubicBezTo>
                    <a:pt x="23225" y="17064"/>
                    <a:pt x="23225" y="17064"/>
                    <a:pt x="0" y="0"/>
                  </a:cubicBezTo>
                  <a:cubicBezTo>
                    <a:pt x="23225" y="17064"/>
                    <a:pt x="23225" y="17064"/>
                    <a:pt x="23225" y="34128"/>
                  </a:cubicBezTo>
                  <a:lnTo>
                    <a:pt x="23225" y="34128"/>
                  </a:lnTo>
                  <a:lnTo>
                    <a:pt x="23225" y="34128"/>
                  </a:lnTo>
                  <a:cubicBezTo>
                    <a:pt x="23225" y="34128"/>
                    <a:pt x="23225" y="51192"/>
                    <a:pt x="47225" y="51192"/>
                  </a:cubicBezTo>
                  <a:cubicBezTo>
                    <a:pt x="47225" y="51192"/>
                    <a:pt x="47225" y="68256"/>
                    <a:pt x="47225" y="85321"/>
                  </a:cubicBezTo>
                  <a:lnTo>
                    <a:pt x="47225" y="85321"/>
                  </a:lnTo>
                  <a:cubicBezTo>
                    <a:pt x="47225" y="85321"/>
                    <a:pt x="47225" y="85321"/>
                    <a:pt x="71225" y="85321"/>
                  </a:cubicBezTo>
                  <a:cubicBezTo>
                    <a:pt x="71225" y="102385"/>
                    <a:pt x="71225" y="102385"/>
                    <a:pt x="71225" y="102385"/>
                  </a:cubicBezTo>
                  <a:cubicBezTo>
                    <a:pt x="96000" y="102385"/>
                    <a:pt x="96000" y="102385"/>
                    <a:pt x="96000" y="119449"/>
                  </a:cubicBezTo>
                  <a:cubicBezTo>
                    <a:pt x="119225" y="119449"/>
                    <a:pt x="119225" y="119449"/>
                    <a:pt x="119225" y="119449"/>
                  </a:cubicBezTo>
                  <a:lnTo>
                    <a:pt x="119225" y="119449"/>
                  </a:lnTo>
                  <a:cubicBezTo>
                    <a:pt x="119225" y="102385"/>
                    <a:pt x="119225" y="102385"/>
                    <a:pt x="119225" y="102385"/>
                  </a:cubicBezTo>
                  <a:lnTo>
                    <a:pt x="119225" y="102385"/>
                  </a:lnTo>
                  <a:cubicBezTo>
                    <a:pt x="119225" y="102385"/>
                    <a:pt x="119225" y="102385"/>
                    <a:pt x="96000" y="85321"/>
                  </a:cubicBezTo>
                  <a:cubicBezTo>
                    <a:pt x="96000" y="85321"/>
                    <a:pt x="96000" y="68256"/>
                    <a:pt x="96000" y="51192"/>
                  </a:cubicBezTo>
                  <a:cubicBezTo>
                    <a:pt x="96000" y="34128"/>
                    <a:pt x="96000" y="34128"/>
                    <a:pt x="96000" y="17064"/>
                  </a:cubicBezTo>
                  <a:cubicBezTo>
                    <a:pt x="96000" y="17064"/>
                    <a:pt x="96000" y="0"/>
                    <a:pt x="71225" y="0"/>
                  </a:cubicBezTo>
                  <a:lnTo>
                    <a:pt x="71225" y="0"/>
                  </a:lnTo>
                  <a:cubicBezTo>
                    <a:pt x="71225" y="0"/>
                    <a:pt x="71225" y="0"/>
                    <a:pt x="47225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9" name="Shape 11869"/>
            <p:cNvSpPr/>
            <p:nvPr/>
          </p:nvSpPr>
          <p:spPr>
            <a:xfrm>
              <a:off x="5754688" y="2238375"/>
              <a:ext cx="44450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40000"/>
                  </a:moveTo>
                  <a:lnTo>
                    <a:pt x="0" y="40000"/>
                  </a:lnTo>
                  <a:cubicBezTo>
                    <a:pt x="0" y="40000"/>
                    <a:pt x="0" y="40000"/>
                    <a:pt x="0" y="60645"/>
                  </a:cubicBezTo>
                  <a:lnTo>
                    <a:pt x="0" y="60645"/>
                  </a:lnTo>
                  <a:cubicBezTo>
                    <a:pt x="28800" y="60645"/>
                    <a:pt x="28800" y="60645"/>
                    <a:pt x="28800" y="60645"/>
                  </a:cubicBezTo>
                  <a:lnTo>
                    <a:pt x="28800" y="60645"/>
                  </a:lnTo>
                  <a:cubicBezTo>
                    <a:pt x="28800" y="60645"/>
                    <a:pt x="58560" y="60645"/>
                    <a:pt x="58560" y="80000"/>
                  </a:cubicBezTo>
                  <a:lnTo>
                    <a:pt x="58560" y="80000"/>
                  </a:lnTo>
                  <a:cubicBezTo>
                    <a:pt x="58560" y="80000"/>
                    <a:pt x="58560" y="80000"/>
                    <a:pt x="58560" y="100000"/>
                  </a:cubicBezTo>
                  <a:cubicBezTo>
                    <a:pt x="58560" y="100000"/>
                    <a:pt x="58560" y="100000"/>
                    <a:pt x="58560" y="119354"/>
                  </a:cubicBezTo>
                  <a:lnTo>
                    <a:pt x="58560" y="119354"/>
                  </a:lnTo>
                  <a:lnTo>
                    <a:pt x="58560" y="119354"/>
                  </a:lnTo>
                  <a:lnTo>
                    <a:pt x="58560" y="119354"/>
                  </a:lnTo>
                  <a:cubicBezTo>
                    <a:pt x="88320" y="119354"/>
                    <a:pt x="88320" y="119354"/>
                    <a:pt x="88320" y="119354"/>
                  </a:cubicBezTo>
                  <a:lnTo>
                    <a:pt x="88320" y="119354"/>
                  </a:lnTo>
                  <a:lnTo>
                    <a:pt x="88320" y="119354"/>
                  </a:lnTo>
                  <a:lnTo>
                    <a:pt x="88320" y="119354"/>
                  </a:lnTo>
                  <a:cubicBezTo>
                    <a:pt x="88320" y="119354"/>
                    <a:pt x="88320" y="119354"/>
                    <a:pt x="119040" y="119354"/>
                  </a:cubicBezTo>
                  <a:lnTo>
                    <a:pt x="119040" y="119354"/>
                  </a:lnTo>
                  <a:lnTo>
                    <a:pt x="119040" y="119354"/>
                  </a:lnTo>
                  <a:lnTo>
                    <a:pt x="88320" y="100000"/>
                  </a:lnTo>
                  <a:lnTo>
                    <a:pt x="88320" y="100000"/>
                  </a:lnTo>
                  <a:lnTo>
                    <a:pt x="88320" y="80000"/>
                  </a:lnTo>
                  <a:lnTo>
                    <a:pt x="88320" y="80000"/>
                  </a:lnTo>
                  <a:cubicBezTo>
                    <a:pt x="88320" y="80000"/>
                    <a:pt x="58560" y="80000"/>
                    <a:pt x="58560" y="60645"/>
                  </a:cubicBezTo>
                  <a:lnTo>
                    <a:pt x="28800" y="40000"/>
                  </a:lnTo>
                  <a:cubicBezTo>
                    <a:pt x="28800" y="20000"/>
                    <a:pt x="0" y="2000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4000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0" name="Shape 11870"/>
            <p:cNvSpPr/>
            <p:nvPr/>
          </p:nvSpPr>
          <p:spPr>
            <a:xfrm>
              <a:off x="5676900" y="2147888"/>
              <a:ext cx="66675" cy="793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9893" y="33972"/>
                  </a:moveTo>
                  <a:lnTo>
                    <a:pt x="19893" y="33972"/>
                  </a:lnTo>
                  <a:lnTo>
                    <a:pt x="19893" y="33972"/>
                  </a:lnTo>
                  <a:lnTo>
                    <a:pt x="0" y="33972"/>
                  </a:lnTo>
                  <a:lnTo>
                    <a:pt x="0" y="33972"/>
                  </a:lnTo>
                  <a:lnTo>
                    <a:pt x="0" y="33972"/>
                  </a:lnTo>
                  <a:lnTo>
                    <a:pt x="0" y="33972"/>
                  </a:lnTo>
                  <a:lnTo>
                    <a:pt x="0" y="33972"/>
                  </a:lnTo>
                  <a:lnTo>
                    <a:pt x="0" y="33972"/>
                  </a:lnTo>
                  <a:cubicBezTo>
                    <a:pt x="0" y="51506"/>
                    <a:pt x="0" y="51506"/>
                    <a:pt x="0" y="51506"/>
                  </a:cubicBezTo>
                  <a:lnTo>
                    <a:pt x="0" y="51506"/>
                  </a:lnTo>
                  <a:lnTo>
                    <a:pt x="0" y="51506"/>
                  </a:lnTo>
                  <a:lnTo>
                    <a:pt x="0" y="51506"/>
                  </a:lnTo>
                  <a:cubicBezTo>
                    <a:pt x="19893" y="67945"/>
                    <a:pt x="19893" y="67945"/>
                    <a:pt x="19893" y="67945"/>
                  </a:cubicBezTo>
                  <a:lnTo>
                    <a:pt x="19893" y="67945"/>
                  </a:lnTo>
                  <a:cubicBezTo>
                    <a:pt x="19893" y="84931"/>
                    <a:pt x="19893" y="84931"/>
                    <a:pt x="19893" y="84931"/>
                  </a:cubicBezTo>
                  <a:lnTo>
                    <a:pt x="19893" y="84931"/>
                  </a:lnTo>
                  <a:lnTo>
                    <a:pt x="19893" y="84931"/>
                  </a:lnTo>
                  <a:lnTo>
                    <a:pt x="19893" y="84931"/>
                  </a:lnTo>
                  <a:lnTo>
                    <a:pt x="19893" y="101917"/>
                  </a:lnTo>
                  <a:lnTo>
                    <a:pt x="19893" y="101917"/>
                  </a:lnTo>
                  <a:lnTo>
                    <a:pt x="19893" y="101917"/>
                  </a:lnTo>
                  <a:lnTo>
                    <a:pt x="19893" y="101917"/>
                  </a:lnTo>
                  <a:cubicBezTo>
                    <a:pt x="19893" y="101917"/>
                    <a:pt x="19893" y="101917"/>
                    <a:pt x="19893" y="119452"/>
                  </a:cubicBezTo>
                  <a:cubicBezTo>
                    <a:pt x="19893" y="101917"/>
                    <a:pt x="39786" y="101917"/>
                    <a:pt x="39786" y="101917"/>
                  </a:cubicBezTo>
                  <a:cubicBezTo>
                    <a:pt x="39786" y="101917"/>
                    <a:pt x="39786" y="101917"/>
                    <a:pt x="60320" y="119452"/>
                  </a:cubicBezTo>
                  <a:lnTo>
                    <a:pt x="60320" y="119452"/>
                  </a:lnTo>
                  <a:lnTo>
                    <a:pt x="60320" y="119452"/>
                  </a:lnTo>
                  <a:lnTo>
                    <a:pt x="60320" y="119452"/>
                  </a:lnTo>
                  <a:cubicBezTo>
                    <a:pt x="60320" y="101917"/>
                    <a:pt x="60320" y="101917"/>
                    <a:pt x="60320" y="101917"/>
                  </a:cubicBezTo>
                  <a:lnTo>
                    <a:pt x="60320" y="101917"/>
                  </a:lnTo>
                  <a:cubicBezTo>
                    <a:pt x="79572" y="101917"/>
                    <a:pt x="79572" y="101917"/>
                    <a:pt x="79572" y="101917"/>
                  </a:cubicBezTo>
                  <a:lnTo>
                    <a:pt x="99465" y="101917"/>
                  </a:lnTo>
                  <a:cubicBezTo>
                    <a:pt x="79572" y="84931"/>
                    <a:pt x="79572" y="84931"/>
                    <a:pt x="79572" y="84931"/>
                  </a:cubicBezTo>
                  <a:lnTo>
                    <a:pt x="79572" y="67945"/>
                  </a:lnTo>
                  <a:lnTo>
                    <a:pt x="99465" y="67945"/>
                  </a:lnTo>
                  <a:cubicBezTo>
                    <a:pt x="99465" y="51506"/>
                    <a:pt x="99465" y="51506"/>
                    <a:pt x="99465" y="51506"/>
                  </a:cubicBezTo>
                  <a:lnTo>
                    <a:pt x="99465" y="51506"/>
                  </a:lnTo>
                  <a:cubicBezTo>
                    <a:pt x="99465" y="51506"/>
                    <a:pt x="99465" y="51506"/>
                    <a:pt x="119358" y="51506"/>
                  </a:cubicBezTo>
                  <a:lnTo>
                    <a:pt x="119358" y="51506"/>
                  </a:lnTo>
                  <a:lnTo>
                    <a:pt x="119358" y="51506"/>
                  </a:lnTo>
                  <a:lnTo>
                    <a:pt x="119358" y="51506"/>
                  </a:lnTo>
                  <a:lnTo>
                    <a:pt x="119358" y="51506"/>
                  </a:lnTo>
                  <a:lnTo>
                    <a:pt x="119358" y="51506"/>
                  </a:lnTo>
                  <a:lnTo>
                    <a:pt x="99465" y="51506"/>
                  </a:lnTo>
                  <a:lnTo>
                    <a:pt x="99465" y="51506"/>
                  </a:lnTo>
                  <a:lnTo>
                    <a:pt x="99465" y="51506"/>
                  </a:lnTo>
                  <a:lnTo>
                    <a:pt x="79572" y="51506"/>
                  </a:lnTo>
                  <a:lnTo>
                    <a:pt x="79572" y="51506"/>
                  </a:lnTo>
                  <a:lnTo>
                    <a:pt x="79572" y="51506"/>
                  </a:lnTo>
                  <a:lnTo>
                    <a:pt x="79572" y="51506"/>
                  </a:lnTo>
                  <a:cubicBezTo>
                    <a:pt x="60320" y="51506"/>
                    <a:pt x="60320" y="33972"/>
                    <a:pt x="39786" y="33972"/>
                  </a:cubicBezTo>
                  <a:lnTo>
                    <a:pt x="39786" y="16986"/>
                  </a:lnTo>
                  <a:lnTo>
                    <a:pt x="39786" y="16986"/>
                  </a:lnTo>
                  <a:lnTo>
                    <a:pt x="39786" y="16986"/>
                  </a:lnTo>
                  <a:lnTo>
                    <a:pt x="39786" y="16986"/>
                  </a:lnTo>
                  <a:lnTo>
                    <a:pt x="39786" y="16986"/>
                  </a:lnTo>
                  <a:cubicBezTo>
                    <a:pt x="39786" y="16986"/>
                    <a:pt x="39786" y="16986"/>
                    <a:pt x="39786" y="0"/>
                  </a:cubicBezTo>
                  <a:cubicBezTo>
                    <a:pt x="39786" y="16986"/>
                    <a:pt x="39786" y="16986"/>
                    <a:pt x="39786" y="16986"/>
                  </a:cubicBezTo>
                  <a:cubicBezTo>
                    <a:pt x="39786" y="16986"/>
                    <a:pt x="39786" y="33972"/>
                    <a:pt x="19893" y="3397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1" name="Shape 11871"/>
            <p:cNvSpPr/>
            <p:nvPr/>
          </p:nvSpPr>
          <p:spPr>
            <a:xfrm>
              <a:off x="5967413" y="2505075"/>
              <a:ext cx="57150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89280"/>
                  </a:moveTo>
                  <a:lnTo>
                    <a:pt x="0" y="89280"/>
                  </a:lnTo>
                  <a:lnTo>
                    <a:pt x="0" y="89280"/>
                  </a:lnTo>
                  <a:cubicBezTo>
                    <a:pt x="24458" y="89280"/>
                    <a:pt x="47388" y="89280"/>
                    <a:pt x="71082" y="119040"/>
                  </a:cubicBezTo>
                  <a:cubicBezTo>
                    <a:pt x="71082" y="89280"/>
                    <a:pt x="71082" y="89280"/>
                    <a:pt x="71082" y="89280"/>
                  </a:cubicBezTo>
                  <a:cubicBezTo>
                    <a:pt x="71082" y="89280"/>
                    <a:pt x="71082" y="89280"/>
                    <a:pt x="94777" y="89280"/>
                  </a:cubicBezTo>
                  <a:lnTo>
                    <a:pt x="94777" y="89280"/>
                  </a:lnTo>
                  <a:cubicBezTo>
                    <a:pt x="94777" y="89280"/>
                    <a:pt x="94777" y="59520"/>
                    <a:pt x="119235" y="59520"/>
                  </a:cubicBezTo>
                  <a:lnTo>
                    <a:pt x="119235" y="59520"/>
                  </a:lnTo>
                  <a:cubicBezTo>
                    <a:pt x="94777" y="59520"/>
                    <a:pt x="94777" y="59520"/>
                    <a:pt x="94777" y="59520"/>
                  </a:cubicBezTo>
                  <a:cubicBezTo>
                    <a:pt x="94777" y="59520"/>
                    <a:pt x="94777" y="59520"/>
                    <a:pt x="94777" y="29760"/>
                  </a:cubicBezTo>
                  <a:lnTo>
                    <a:pt x="94777" y="29760"/>
                  </a:lnTo>
                  <a:cubicBezTo>
                    <a:pt x="94777" y="59520"/>
                    <a:pt x="94777" y="59520"/>
                    <a:pt x="94777" y="59520"/>
                  </a:cubicBezTo>
                  <a:cubicBezTo>
                    <a:pt x="71082" y="59520"/>
                    <a:pt x="71082" y="29760"/>
                    <a:pt x="71082" y="29760"/>
                  </a:cubicBezTo>
                  <a:cubicBezTo>
                    <a:pt x="71082" y="29760"/>
                    <a:pt x="71082" y="29760"/>
                    <a:pt x="71082" y="0"/>
                  </a:cubicBezTo>
                  <a:lnTo>
                    <a:pt x="71082" y="0"/>
                  </a:lnTo>
                  <a:cubicBezTo>
                    <a:pt x="47388" y="0"/>
                    <a:pt x="47388" y="0"/>
                    <a:pt x="47388" y="0"/>
                  </a:cubicBezTo>
                  <a:lnTo>
                    <a:pt x="47388" y="0"/>
                  </a:lnTo>
                  <a:lnTo>
                    <a:pt x="47388" y="0"/>
                  </a:lnTo>
                  <a:cubicBezTo>
                    <a:pt x="24458" y="29760"/>
                    <a:pt x="24458" y="59520"/>
                    <a:pt x="0" y="59520"/>
                  </a:cubicBezTo>
                  <a:lnTo>
                    <a:pt x="0" y="8928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2" name="Shape 11872"/>
            <p:cNvSpPr/>
            <p:nvPr/>
          </p:nvSpPr>
          <p:spPr>
            <a:xfrm>
              <a:off x="5878513" y="2560638"/>
              <a:ext cx="77787" cy="555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9230"/>
                  </a:moveTo>
                  <a:lnTo>
                    <a:pt x="0" y="119230"/>
                  </a:lnTo>
                  <a:lnTo>
                    <a:pt x="0" y="119230"/>
                  </a:lnTo>
                  <a:cubicBezTo>
                    <a:pt x="17614" y="119230"/>
                    <a:pt x="17614" y="95384"/>
                    <a:pt x="34128" y="95384"/>
                  </a:cubicBezTo>
                  <a:lnTo>
                    <a:pt x="34128" y="95384"/>
                  </a:lnTo>
                  <a:lnTo>
                    <a:pt x="34128" y="95384"/>
                  </a:lnTo>
                  <a:lnTo>
                    <a:pt x="34128" y="95384"/>
                  </a:lnTo>
                  <a:cubicBezTo>
                    <a:pt x="34128" y="95384"/>
                    <a:pt x="51192" y="95384"/>
                    <a:pt x="51192" y="119230"/>
                  </a:cubicBezTo>
                  <a:cubicBezTo>
                    <a:pt x="68256" y="119230"/>
                    <a:pt x="68256" y="119230"/>
                    <a:pt x="68256" y="119230"/>
                  </a:cubicBezTo>
                  <a:lnTo>
                    <a:pt x="68256" y="119230"/>
                  </a:lnTo>
                  <a:lnTo>
                    <a:pt x="68256" y="119230"/>
                  </a:lnTo>
                  <a:lnTo>
                    <a:pt x="68256" y="119230"/>
                  </a:lnTo>
                  <a:cubicBezTo>
                    <a:pt x="68256" y="119230"/>
                    <a:pt x="68256" y="95384"/>
                    <a:pt x="85871" y="95384"/>
                  </a:cubicBezTo>
                  <a:lnTo>
                    <a:pt x="85871" y="95384"/>
                  </a:lnTo>
                  <a:cubicBezTo>
                    <a:pt x="85871" y="95384"/>
                    <a:pt x="85871" y="95384"/>
                    <a:pt x="85871" y="71538"/>
                  </a:cubicBezTo>
                  <a:cubicBezTo>
                    <a:pt x="102385" y="71538"/>
                    <a:pt x="102385" y="71538"/>
                    <a:pt x="102385" y="71538"/>
                  </a:cubicBezTo>
                  <a:cubicBezTo>
                    <a:pt x="102385" y="71538"/>
                    <a:pt x="102385" y="71538"/>
                    <a:pt x="102385" y="47692"/>
                  </a:cubicBezTo>
                  <a:lnTo>
                    <a:pt x="102385" y="23846"/>
                  </a:lnTo>
                  <a:lnTo>
                    <a:pt x="102385" y="23846"/>
                  </a:lnTo>
                  <a:lnTo>
                    <a:pt x="102385" y="23846"/>
                  </a:lnTo>
                  <a:cubicBezTo>
                    <a:pt x="102385" y="23846"/>
                    <a:pt x="102385" y="0"/>
                    <a:pt x="119449" y="0"/>
                  </a:cubicBezTo>
                  <a:lnTo>
                    <a:pt x="119449" y="0"/>
                  </a:lnTo>
                  <a:cubicBezTo>
                    <a:pt x="102385" y="23846"/>
                    <a:pt x="102385" y="23846"/>
                    <a:pt x="102385" y="23846"/>
                  </a:cubicBezTo>
                  <a:lnTo>
                    <a:pt x="85871" y="23846"/>
                  </a:lnTo>
                  <a:lnTo>
                    <a:pt x="85871" y="23846"/>
                  </a:lnTo>
                  <a:lnTo>
                    <a:pt x="85871" y="0"/>
                  </a:lnTo>
                  <a:cubicBezTo>
                    <a:pt x="85871" y="23846"/>
                    <a:pt x="68256" y="23846"/>
                    <a:pt x="68256" y="23846"/>
                  </a:cubicBezTo>
                  <a:lnTo>
                    <a:pt x="68256" y="23846"/>
                  </a:lnTo>
                  <a:cubicBezTo>
                    <a:pt x="68256" y="47692"/>
                    <a:pt x="68256" y="47692"/>
                    <a:pt x="51192" y="47692"/>
                  </a:cubicBezTo>
                  <a:lnTo>
                    <a:pt x="51192" y="71538"/>
                  </a:lnTo>
                  <a:cubicBezTo>
                    <a:pt x="34128" y="71538"/>
                    <a:pt x="17614" y="71538"/>
                    <a:pt x="17614" y="71538"/>
                  </a:cubicBezTo>
                  <a:lnTo>
                    <a:pt x="17614" y="71538"/>
                  </a:lnTo>
                  <a:cubicBezTo>
                    <a:pt x="17614" y="95384"/>
                    <a:pt x="0" y="95384"/>
                    <a:pt x="0" y="11923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3" name="Shape 11873"/>
            <p:cNvSpPr/>
            <p:nvPr/>
          </p:nvSpPr>
          <p:spPr>
            <a:xfrm>
              <a:off x="5710238" y="2125663"/>
              <a:ext cx="88900" cy="777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096" y="51192"/>
                  </a:moveTo>
                  <a:lnTo>
                    <a:pt x="104096" y="51192"/>
                  </a:lnTo>
                  <a:lnTo>
                    <a:pt x="104096" y="51192"/>
                  </a:lnTo>
                  <a:cubicBezTo>
                    <a:pt x="89156" y="34128"/>
                    <a:pt x="89156" y="34128"/>
                    <a:pt x="89156" y="34128"/>
                  </a:cubicBezTo>
                  <a:lnTo>
                    <a:pt x="89156" y="17614"/>
                  </a:lnTo>
                  <a:lnTo>
                    <a:pt x="89156" y="17614"/>
                  </a:lnTo>
                  <a:lnTo>
                    <a:pt x="89156" y="17614"/>
                  </a:lnTo>
                  <a:lnTo>
                    <a:pt x="89156" y="17614"/>
                  </a:lnTo>
                  <a:lnTo>
                    <a:pt x="89156" y="17614"/>
                  </a:lnTo>
                  <a:lnTo>
                    <a:pt x="74216" y="17614"/>
                  </a:lnTo>
                  <a:lnTo>
                    <a:pt x="74216" y="17614"/>
                  </a:lnTo>
                  <a:cubicBezTo>
                    <a:pt x="74216" y="17614"/>
                    <a:pt x="74216" y="0"/>
                    <a:pt x="59759" y="0"/>
                  </a:cubicBezTo>
                  <a:lnTo>
                    <a:pt x="59759" y="0"/>
                  </a:lnTo>
                  <a:lnTo>
                    <a:pt x="59759" y="0"/>
                  </a:lnTo>
                  <a:lnTo>
                    <a:pt x="59759" y="0"/>
                  </a:lnTo>
                  <a:lnTo>
                    <a:pt x="59759" y="0"/>
                  </a:lnTo>
                  <a:lnTo>
                    <a:pt x="59759" y="0"/>
                  </a:lnTo>
                  <a:lnTo>
                    <a:pt x="59759" y="0"/>
                  </a:lnTo>
                  <a:cubicBezTo>
                    <a:pt x="59759" y="0"/>
                    <a:pt x="59759" y="0"/>
                    <a:pt x="59759" y="17614"/>
                  </a:cubicBezTo>
                  <a:lnTo>
                    <a:pt x="59759" y="17614"/>
                  </a:lnTo>
                  <a:lnTo>
                    <a:pt x="44337" y="17614"/>
                  </a:lnTo>
                  <a:lnTo>
                    <a:pt x="44337" y="17614"/>
                  </a:lnTo>
                  <a:lnTo>
                    <a:pt x="44337" y="17614"/>
                  </a:lnTo>
                  <a:cubicBezTo>
                    <a:pt x="44337" y="17614"/>
                    <a:pt x="44337" y="17614"/>
                    <a:pt x="29397" y="17614"/>
                  </a:cubicBezTo>
                  <a:cubicBezTo>
                    <a:pt x="29397" y="17614"/>
                    <a:pt x="29397" y="17614"/>
                    <a:pt x="14457" y="17614"/>
                  </a:cubicBezTo>
                  <a:lnTo>
                    <a:pt x="14457" y="17614"/>
                  </a:lnTo>
                  <a:lnTo>
                    <a:pt x="14457" y="17614"/>
                  </a:lnTo>
                  <a:lnTo>
                    <a:pt x="14457" y="17614"/>
                  </a:lnTo>
                  <a:lnTo>
                    <a:pt x="14457" y="17614"/>
                  </a:lnTo>
                  <a:cubicBezTo>
                    <a:pt x="14457" y="17614"/>
                    <a:pt x="14457" y="17614"/>
                    <a:pt x="0" y="17614"/>
                  </a:cubicBezTo>
                  <a:cubicBezTo>
                    <a:pt x="0" y="17614"/>
                    <a:pt x="0" y="17614"/>
                    <a:pt x="14457" y="17614"/>
                  </a:cubicBezTo>
                  <a:lnTo>
                    <a:pt x="14457" y="17614"/>
                  </a:lnTo>
                  <a:cubicBezTo>
                    <a:pt x="14457" y="34128"/>
                    <a:pt x="14457" y="34128"/>
                    <a:pt x="14457" y="51192"/>
                  </a:cubicBezTo>
                  <a:lnTo>
                    <a:pt x="14457" y="51192"/>
                  </a:lnTo>
                  <a:lnTo>
                    <a:pt x="14457" y="51192"/>
                  </a:lnTo>
                  <a:cubicBezTo>
                    <a:pt x="14457" y="51192"/>
                    <a:pt x="14457" y="51192"/>
                    <a:pt x="29397" y="51192"/>
                  </a:cubicBezTo>
                  <a:lnTo>
                    <a:pt x="29397" y="34128"/>
                  </a:lnTo>
                  <a:lnTo>
                    <a:pt x="29397" y="34128"/>
                  </a:lnTo>
                  <a:cubicBezTo>
                    <a:pt x="44337" y="51192"/>
                    <a:pt x="44337" y="51192"/>
                    <a:pt x="44337" y="51192"/>
                  </a:cubicBezTo>
                  <a:lnTo>
                    <a:pt x="44337" y="51192"/>
                  </a:lnTo>
                  <a:lnTo>
                    <a:pt x="44337" y="51192"/>
                  </a:lnTo>
                  <a:lnTo>
                    <a:pt x="59759" y="51192"/>
                  </a:lnTo>
                  <a:cubicBezTo>
                    <a:pt x="59759" y="68256"/>
                    <a:pt x="59759" y="68256"/>
                    <a:pt x="59759" y="85871"/>
                  </a:cubicBezTo>
                  <a:lnTo>
                    <a:pt x="59759" y="85871"/>
                  </a:lnTo>
                  <a:lnTo>
                    <a:pt x="59759" y="85871"/>
                  </a:lnTo>
                  <a:cubicBezTo>
                    <a:pt x="74216" y="85871"/>
                    <a:pt x="74216" y="85871"/>
                    <a:pt x="74216" y="102385"/>
                  </a:cubicBezTo>
                  <a:lnTo>
                    <a:pt x="74216" y="102385"/>
                  </a:lnTo>
                  <a:lnTo>
                    <a:pt x="74216" y="102385"/>
                  </a:lnTo>
                  <a:lnTo>
                    <a:pt x="59759" y="102385"/>
                  </a:lnTo>
                  <a:lnTo>
                    <a:pt x="59759" y="102385"/>
                  </a:lnTo>
                  <a:lnTo>
                    <a:pt x="59759" y="119449"/>
                  </a:lnTo>
                  <a:lnTo>
                    <a:pt x="59759" y="119449"/>
                  </a:lnTo>
                  <a:lnTo>
                    <a:pt x="59759" y="119449"/>
                  </a:lnTo>
                  <a:lnTo>
                    <a:pt x="59759" y="119449"/>
                  </a:lnTo>
                  <a:lnTo>
                    <a:pt x="59759" y="119449"/>
                  </a:lnTo>
                  <a:lnTo>
                    <a:pt x="74216" y="102385"/>
                  </a:lnTo>
                  <a:lnTo>
                    <a:pt x="74216" y="102385"/>
                  </a:lnTo>
                  <a:cubicBezTo>
                    <a:pt x="74216" y="85871"/>
                    <a:pt x="89156" y="85871"/>
                    <a:pt x="89156" y="85871"/>
                  </a:cubicBezTo>
                  <a:cubicBezTo>
                    <a:pt x="89156" y="85871"/>
                    <a:pt x="89156" y="85871"/>
                    <a:pt x="104096" y="85871"/>
                  </a:cubicBezTo>
                  <a:cubicBezTo>
                    <a:pt x="104096" y="68256"/>
                    <a:pt x="104096" y="68256"/>
                    <a:pt x="104096" y="68256"/>
                  </a:cubicBezTo>
                  <a:lnTo>
                    <a:pt x="104096" y="68256"/>
                  </a:lnTo>
                  <a:cubicBezTo>
                    <a:pt x="104096" y="51192"/>
                    <a:pt x="104096" y="51192"/>
                    <a:pt x="119518" y="51192"/>
                  </a:cubicBezTo>
                  <a:cubicBezTo>
                    <a:pt x="119518" y="51192"/>
                    <a:pt x="119518" y="51192"/>
                    <a:pt x="104096" y="5119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4" name="Shape 11874"/>
            <p:cNvSpPr/>
            <p:nvPr/>
          </p:nvSpPr>
          <p:spPr>
            <a:xfrm>
              <a:off x="5776913" y="2282825"/>
              <a:ext cx="55562" cy="1333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461" y="89677"/>
                  </a:moveTo>
                  <a:lnTo>
                    <a:pt x="48461" y="89677"/>
                  </a:lnTo>
                  <a:lnTo>
                    <a:pt x="48461" y="89677"/>
                  </a:lnTo>
                  <a:lnTo>
                    <a:pt x="48461" y="89677"/>
                  </a:lnTo>
                  <a:cubicBezTo>
                    <a:pt x="23846" y="89677"/>
                    <a:pt x="23846" y="99677"/>
                    <a:pt x="23846" y="99677"/>
                  </a:cubicBezTo>
                  <a:lnTo>
                    <a:pt x="23846" y="99677"/>
                  </a:lnTo>
                  <a:lnTo>
                    <a:pt x="23846" y="99677"/>
                  </a:lnTo>
                  <a:lnTo>
                    <a:pt x="23846" y="99677"/>
                  </a:lnTo>
                  <a:lnTo>
                    <a:pt x="23846" y="99677"/>
                  </a:lnTo>
                  <a:cubicBezTo>
                    <a:pt x="23846" y="110000"/>
                    <a:pt x="23846" y="110000"/>
                    <a:pt x="0" y="110000"/>
                  </a:cubicBezTo>
                  <a:lnTo>
                    <a:pt x="0" y="110000"/>
                  </a:lnTo>
                  <a:lnTo>
                    <a:pt x="0" y="110000"/>
                  </a:lnTo>
                  <a:lnTo>
                    <a:pt x="0" y="110000"/>
                  </a:lnTo>
                  <a:lnTo>
                    <a:pt x="23846" y="119677"/>
                  </a:lnTo>
                  <a:lnTo>
                    <a:pt x="23846" y="119677"/>
                  </a:lnTo>
                  <a:cubicBezTo>
                    <a:pt x="23846" y="110000"/>
                    <a:pt x="48461" y="110000"/>
                    <a:pt x="71538" y="110000"/>
                  </a:cubicBezTo>
                  <a:lnTo>
                    <a:pt x="71538" y="110000"/>
                  </a:lnTo>
                  <a:cubicBezTo>
                    <a:pt x="71538" y="99677"/>
                    <a:pt x="71538" y="99677"/>
                    <a:pt x="71538" y="99677"/>
                  </a:cubicBezTo>
                  <a:lnTo>
                    <a:pt x="71538" y="99677"/>
                  </a:lnTo>
                  <a:cubicBezTo>
                    <a:pt x="71538" y="99677"/>
                    <a:pt x="95384" y="89677"/>
                    <a:pt x="119230" y="79677"/>
                  </a:cubicBezTo>
                  <a:lnTo>
                    <a:pt x="119230" y="79677"/>
                  </a:lnTo>
                  <a:lnTo>
                    <a:pt x="119230" y="70000"/>
                  </a:lnTo>
                  <a:cubicBezTo>
                    <a:pt x="119230" y="59677"/>
                    <a:pt x="119230" y="59677"/>
                    <a:pt x="119230" y="59677"/>
                  </a:cubicBezTo>
                  <a:cubicBezTo>
                    <a:pt x="119230" y="59677"/>
                    <a:pt x="119230" y="59677"/>
                    <a:pt x="119230" y="49677"/>
                  </a:cubicBezTo>
                  <a:lnTo>
                    <a:pt x="119230" y="49677"/>
                  </a:lnTo>
                  <a:lnTo>
                    <a:pt x="119230" y="39677"/>
                  </a:lnTo>
                  <a:lnTo>
                    <a:pt x="119230" y="39677"/>
                  </a:lnTo>
                  <a:cubicBezTo>
                    <a:pt x="95384" y="30000"/>
                    <a:pt x="95384" y="19677"/>
                    <a:pt x="95384" y="10000"/>
                  </a:cubicBezTo>
                  <a:lnTo>
                    <a:pt x="95384" y="10000"/>
                  </a:lnTo>
                  <a:cubicBezTo>
                    <a:pt x="95384" y="10000"/>
                    <a:pt x="95384" y="10000"/>
                    <a:pt x="71538" y="10000"/>
                  </a:cubicBezTo>
                  <a:cubicBezTo>
                    <a:pt x="71538" y="0"/>
                    <a:pt x="71538" y="0"/>
                    <a:pt x="71538" y="0"/>
                  </a:cubicBezTo>
                  <a:lnTo>
                    <a:pt x="71538" y="10000"/>
                  </a:lnTo>
                  <a:lnTo>
                    <a:pt x="71538" y="10000"/>
                  </a:lnTo>
                  <a:lnTo>
                    <a:pt x="71538" y="10000"/>
                  </a:lnTo>
                  <a:lnTo>
                    <a:pt x="71538" y="10000"/>
                  </a:lnTo>
                  <a:lnTo>
                    <a:pt x="71538" y="10000"/>
                  </a:lnTo>
                  <a:lnTo>
                    <a:pt x="71538" y="19677"/>
                  </a:lnTo>
                  <a:cubicBezTo>
                    <a:pt x="71538" y="19677"/>
                    <a:pt x="71538" y="19677"/>
                    <a:pt x="71538" y="30000"/>
                  </a:cubicBezTo>
                  <a:lnTo>
                    <a:pt x="71538" y="30000"/>
                  </a:lnTo>
                  <a:lnTo>
                    <a:pt x="71538" y="30000"/>
                  </a:lnTo>
                  <a:lnTo>
                    <a:pt x="71538" y="30000"/>
                  </a:lnTo>
                  <a:cubicBezTo>
                    <a:pt x="71538" y="30000"/>
                    <a:pt x="71538" y="30000"/>
                    <a:pt x="71538" y="39677"/>
                  </a:cubicBezTo>
                  <a:cubicBezTo>
                    <a:pt x="71538" y="39677"/>
                    <a:pt x="71538" y="39677"/>
                    <a:pt x="71538" y="49677"/>
                  </a:cubicBezTo>
                  <a:cubicBezTo>
                    <a:pt x="71538" y="59677"/>
                    <a:pt x="71538" y="59677"/>
                    <a:pt x="71538" y="59677"/>
                  </a:cubicBezTo>
                  <a:lnTo>
                    <a:pt x="71538" y="70000"/>
                  </a:lnTo>
                  <a:cubicBezTo>
                    <a:pt x="71538" y="70000"/>
                    <a:pt x="71538" y="70000"/>
                    <a:pt x="71538" y="79677"/>
                  </a:cubicBezTo>
                  <a:cubicBezTo>
                    <a:pt x="71538" y="79677"/>
                    <a:pt x="71538" y="79677"/>
                    <a:pt x="71538" y="89677"/>
                  </a:cubicBezTo>
                  <a:lnTo>
                    <a:pt x="71538" y="89677"/>
                  </a:lnTo>
                  <a:lnTo>
                    <a:pt x="48461" y="89677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5" name="Shape 11875"/>
            <p:cNvSpPr/>
            <p:nvPr/>
          </p:nvSpPr>
          <p:spPr>
            <a:xfrm>
              <a:off x="5710238" y="2327275"/>
              <a:ext cx="88900" cy="793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216" y="84931"/>
                  </a:moveTo>
                  <a:lnTo>
                    <a:pt x="74216" y="84931"/>
                  </a:lnTo>
                  <a:lnTo>
                    <a:pt x="74216" y="84931"/>
                  </a:lnTo>
                  <a:lnTo>
                    <a:pt x="74216" y="84931"/>
                  </a:lnTo>
                  <a:lnTo>
                    <a:pt x="74216" y="84931"/>
                  </a:lnTo>
                  <a:lnTo>
                    <a:pt x="74216" y="84931"/>
                  </a:lnTo>
                  <a:lnTo>
                    <a:pt x="74216" y="67945"/>
                  </a:lnTo>
                  <a:lnTo>
                    <a:pt x="74216" y="67945"/>
                  </a:lnTo>
                  <a:lnTo>
                    <a:pt x="74216" y="67945"/>
                  </a:lnTo>
                  <a:cubicBezTo>
                    <a:pt x="89156" y="67945"/>
                    <a:pt x="89156" y="67945"/>
                    <a:pt x="89156" y="67945"/>
                  </a:cubicBezTo>
                  <a:lnTo>
                    <a:pt x="89156" y="67945"/>
                  </a:lnTo>
                  <a:cubicBezTo>
                    <a:pt x="104096" y="67945"/>
                    <a:pt x="104096" y="67945"/>
                    <a:pt x="104096" y="67945"/>
                  </a:cubicBezTo>
                  <a:lnTo>
                    <a:pt x="104096" y="67945"/>
                  </a:lnTo>
                  <a:cubicBezTo>
                    <a:pt x="104096" y="51506"/>
                    <a:pt x="104096" y="51506"/>
                    <a:pt x="119518" y="51506"/>
                  </a:cubicBezTo>
                  <a:lnTo>
                    <a:pt x="119518" y="51506"/>
                  </a:lnTo>
                  <a:lnTo>
                    <a:pt x="119518" y="51506"/>
                  </a:lnTo>
                  <a:cubicBezTo>
                    <a:pt x="119518" y="51506"/>
                    <a:pt x="119518" y="51506"/>
                    <a:pt x="119518" y="33972"/>
                  </a:cubicBezTo>
                  <a:cubicBezTo>
                    <a:pt x="119518" y="33972"/>
                    <a:pt x="119518" y="33972"/>
                    <a:pt x="119518" y="16986"/>
                  </a:cubicBezTo>
                  <a:lnTo>
                    <a:pt x="119518" y="0"/>
                  </a:lnTo>
                  <a:lnTo>
                    <a:pt x="119518" y="0"/>
                  </a:lnTo>
                  <a:lnTo>
                    <a:pt x="119518" y="0"/>
                  </a:lnTo>
                  <a:lnTo>
                    <a:pt x="119518" y="0"/>
                  </a:lnTo>
                  <a:cubicBezTo>
                    <a:pt x="104096" y="0"/>
                    <a:pt x="104096" y="0"/>
                    <a:pt x="104096" y="0"/>
                  </a:cubicBezTo>
                  <a:lnTo>
                    <a:pt x="104096" y="0"/>
                  </a:lnTo>
                  <a:lnTo>
                    <a:pt x="104096" y="0"/>
                  </a:lnTo>
                  <a:lnTo>
                    <a:pt x="104096" y="0"/>
                  </a:lnTo>
                  <a:lnTo>
                    <a:pt x="104096" y="0"/>
                  </a:lnTo>
                  <a:cubicBezTo>
                    <a:pt x="104096" y="0"/>
                    <a:pt x="104096" y="0"/>
                    <a:pt x="89156" y="0"/>
                  </a:cubicBezTo>
                  <a:lnTo>
                    <a:pt x="89156" y="16986"/>
                  </a:lnTo>
                  <a:cubicBezTo>
                    <a:pt x="89156" y="16986"/>
                    <a:pt x="89156" y="16986"/>
                    <a:pt x="74216" y="16986"/>
                  </a:cubicBezTo>
                  <a:lnTo>
                    <a:pt x="74216" y="16986"/>
                  </a:lnTo>
                  <a:cubicBezTo>
                    <a:pt x="74216" y="16986"/>
                    <a:pt x="74216" y="16986"/>
                    <a:pt x="59759" y="16986"/>
                  </a:cubicBezTo>
                  <a:cubicBezTo>
                    <a:pt x="59759" y="16986"/>
                    <a:pt x="59759" y="16986"/>
                    <a:pt x="59759" y="0"/>
                  </a:cubicBezTo>
                  <a:lnTo>
                    <a:pt x="59759" y="0"/>
                  </a:lnTo>
                  <a:cubicBezTo>
                    <a:pt x="44337" y="0"/>
                    <a:pt x="44337" y="0"/>
                    <a:pt x="44337" y="0"/>
                  </a:cubicBezTo>
                  <a:lnTo>
                    <a:pt x="44337" y="0"/>
                  </a:lnTo>
                  <a:lnTo>
                    <a:pt x="44337" y="0"/>
                  </a:lnTo>
                  <a:cubicBezTo>
                    <a:pt x="44337" y="0"/>
                    <a:pt x="44337" y="0"/>
                    <a:pt x="29397" y="0"/>
                  </a:cubicBezTo>
                  <a:cubicBezTo>
                    <a:pt x="29397" y="0"/>
                    <a:pt x="29397" y="0"/>
                    <a:pt x="14457" y="0"/>
                  </a:cubicBezTo>
                  <a:lnTo>
                    <a:pt x="14457" y="0"/>
                  </a:lnTo>
                  <a:lnTo>
                    <a:pt x="14457" y="0"/>
                  </a:lnTo>
                  <a:cubicBezTo>
                    <a:pt x="0" y="16986"/>
                    <a:pt x="0" y="16986"/>
                    <a:pt x="0" y="16986"/>
                  </a:cubicBezTo>
                  <a:cubicBezTo>
                    <a:pt x="0" y="33972"/>
                    <a:pt x="0" y="33972"/>
                    <a:pt x="0" y="33972"/>
                  </a:cubicBezTo>
                  <a:cubicBezTo>
                    <a:pt x="0" y="51506"/>
                    <a:pt x="14457" y="67945"/>
                    <a:pt x="14457" y="67945"/>
                  </a:cubicBezTo>
                  <a:lnTo>
                    <a:pt x="14457" y="67945"/>
                  </a:lnTo>
                  <a:cubicBezTo>
                    <a:pt x="14457" y="84931"/>
                    <a:pt x="14457" y="84931"/>
                    <a:pt x="14457" y="84931"/>
                  </a:cubicBezTo>
                  <a:cubicBezTo>
                    <a:pt x="14457" y="84931"/>
                    <a:pt x="14457" y="101917"/>
                    <a:pt x="29397" y="101917"/>
                  </a:cubicBezTo>
                  <a:cubicBezTo>
                    <a:pt x="29397" y="101917"/>
                    <a:pt x="29397" y="101917"/>
                    <a:pt x="44337" y="119452"/>
                  </a:cubicBezTo>
                  <a:cubicBezTo>
                    <a:pt x="44337" y="101917"/>
                    <a:pt x="44337" y="101917"/>
                    <a:pt x="44337" y="101917"/>
                  </a:cubicBezTo>
                  <a:cubicBezTo>
                    <a:pt x="44337" y="101917"/>
                    <a:pt x="44337" y="101917"/>
                    <a:pt x="59759" y="101917"/>
                  </a:cubicBezTo>
                  <a:cubicBezTo>
                    <a:pt x="59759" y="101917"/>
                    <a:pt x="59759" y="84931"/>
                    <a:pt x="74216" y="8493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6" name="Shape 11876"/>
            <p:cNvSpPr/>
            <p:nvPr/>
          </p:nvSpPr>
          <p:spPr>
            <a:xfrm>
              <a:off x="5832475" y="2560638"/>
              <a:ext cx="168275" cy="1793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240" y="74849"/>
                  </a:moveTo>
                  <a:lnTo>
                    <a:pt x="8240" y="74849"/>
                  </a:lnTo>
                  <a:cubicBezTo>
                    <a:pt x="8240" y="74849"/>
                    <a:pt x="15965" y="74849"/>
                    <a:pt x="15965" y="82334"/>
                  </a:cubicBezTo>
                  <a:lnTo>
                    <a:pt x="15965" y="82334"/>
                  </a:lnTo>
                  <a:lnTo>
                    <a:pt x="15965" y="89818"/>
                  </a:lnTo>
                  <a:lnTo>
                    <a:pt x="15965" y="89818"/>
                  </a:lnTo>
                  <a:lnTo>
                    <a:pt x="15965" y="97303"/>
                  </a:lnTo>
                  <a:lnTo>
                    <a:pt x="15965" y="97303"/>
                  </a:lnTo>
                  <a:cubicBezTo>
                    <a:pt x="15965" y="104788"/>
                    <a:pt x="15965" y="104788"/>
                    <a:pt x="15965" y="104788"/>
                  </a:cubicBezTo>
                  <a:lnTo>
                    <a:pt x="15965" y="104788"/>
                  </a:lnTo>
                  <a:cubicBezTo>
                    <a:pt x="23948" y="104788"/>
                    <a:pt x="23948" y="104788"/>
                    <a:pt x="23948" y="104788"/>
                  </a:cubicBezTo>
                  <a:lnTo>
                    <a:pt x="23948" y="104788"/>
                  </a:lnTo>
                  <a:lnTo>
                    <a:pt x="23948" y="104788"/>
                  </a:lnTo>
                  <a:cubicBezTo>
                    <a:pt x="31931" y="104788"/>
                    <a:pt x="31931" y="104788"/>
                    <a:pt x="31931" y="104788"/>
                  </a:cubicBezTo>
                  <a:cubicBezTo>
                    <a:pt x="31931" y="97303"/>
                    <a:pt x="31931" y="97303"/>
                    <a:pt x="31931" y="97303"/>
                  </a:cubicBezTo>
                  <a:cubicBezTo>
                    <a:pt x="40171" y="97303"/>
                    <a:pt x="40171" y="104788"/>
                    <a:pt x="40171" y="104788"/>
                  </a:cubicBezTo>
                  <a:lnTo>
                    <a:pt x="40171" y="104788"/>
                  </a:lnTo>
                  <a:cubicBezTo>
                    <a:pt x="47896" y="104788"/>
                    <a:pt x="47896" y="104788"/>
                    <a:pt x="55879" y="104788"/>
                  </a:cubicBezTo>
                  <a:lnTo>
                    <a:pt x="55879" y="104788"/>
                  </a:lnTo>
                  <a:cubicBezTo>
                    <a:pt x="55879" y="104788"/>
                    <a:pt x="55879" y="104788"/>
                    <a:pt x="63862" y="104788"/>
                  </a:cubicBezTo>
                  <a:lnTo>
                    <a:pt x="63862" y="104788"/>
                  </a:lnTo>
                  <a:lnTo>
                    <a:pt x="63862" y="104788"/>
                  </a:lnTo>
                  <a:lnTo>
                    <a:pt x="63862" y="104788"/>
                  </a:lnTo>
                  <a:cubicBezTo>
                    <a:pt x="72103" y="104788"/>
                    <a:pt x="72103" y="104788"/>
                    <a:pt x="72103" y="104788"/>
                  </a:cubicBezTo>
                  <a:cubicBezTo>
                    <a:pt x="72103" y="104788"/>
                    <a:pt x="72103" y="112273"/>
                    <a:pt x="79828" y="112273"/>
                  </a:cubicBezTo>
                  <a:lnTo>
                    <a:pt x="79828" y="112273"/>
                  </a:lnTo>
                  <a:cubicBezTo>
                    <a:pt x="79828" y="112273"/>
                    <a:pt x="79828" y="112273"/>
                    <a:pt x="79828" y="119758"/>
                  </a:cubicBezTo>
                  <a:lnTo>
                    <a:pt x="79828" y="119758"/>
                  </a:lnTo>
                  <a:lnTo>
                    <a:pt x="87811" y="112273"/>
                  </a:lnTo>
                  <a:cubicBezTo>
                    <a:pt x="87811" y="112273"/>
                    <a:pt x="87811" y="112273"/>
                    <a:pt x="95793" y="112273"/>
                  </a:cubicBezTo>
                  <a:lnTo>
                    <a:pt x="95793" y="104788"/>
                  </a:lnTo>
                  <a:cubicBezTo>
                    <a:pt x="95793" y="104788"/>
                    <a:pt x="95793" y="104788"/>
                    <a:pt x="95793" y="97303"/>
                  </a:cubicBezTo>
                  <a:lnTo>
                    <a:pt x="95793" y="97303"/>
                  </a:lnTo>
                  <a:lnTo>
                    <a:pt x="95793" y="97303"/>
                  </a:lnTo>
                  <a:lnTo>
                    <a:pt x="95793" y="97303"/>
                  </a:lnTo>
                  <a:cubicBezTo>
                    <a:pt x="95793" y="89818"/>
                    <a:pt x="104034" y="74849"/>
                    <a:pt x="111759" y="74849"/>
                  </a:cubicBezTo>
                  <a:lnTo>
                    <a:pt x="111759" y="74849"/>
                  </a:lnTo>
                  <a:cubicBezTo>
                    <a:pt x="111759" y="67364"/>
                    <a:pt x="111759" y="67364"/>
                    <a:pt x="111759" y="67364"/>
                  </a:cubicBezTo>
                  <a:lnTo>
                    <a:pt x="111759" y="67364"/>
                  </a:lnTo>
                  <a:cubicBezTo>
                    <a:pt x="111759" y="59879"/>
                    <a:pt x="111759" y="52394"/>
                    <a:pt x="111759" y="52394"/>
                  </a:cubicBezTo>
                  <a:cubicBezTo>
                    <a:pt x="119742" y="52394"/>
                    <a:pt x="119742" y="52394"/>
                    <a:pt x="119742" y="44909"/>
                  </a:cubicBezTo>
                  <a:lnTo>
                    <a:pt x="119742" y="37424"/>
                  </a:lnTo>
                  <a:lnTo>
                    <a:pt x="119742" y="37424"/>
                  </a:lnTo>
                  <a:cubicBezTo>
                    <a:pt x="119742" y="29939"/>
                    <a:pt x="119742" y="29939"/>
                    <a:pt x="119742" y="29939"/>
                  </a:cubicBezTo>
                  <a:cubicBezTo>
                    <a:pt x="119742" y="22454"/>
                    <a:pt x="119742" y="22454"/>
                    <a:pt x="119742" y="22454"/>
                  </a:cubicBezTo>
                  <a:lnTo>
                    <a:pt x="119742" y="22454"/>
                  </a:lnTo>
                  <a:cubicBezTo>
                    <a:pt x="111759" y="22454"/>
                    <a:pt x="111759" y="14969"/>
                    <a:pt x="111759" y="7484"/>
                  </a:cubicBezTo>
                  <a:cubicBezTo>
                    <a:pt x="111759" y="7484"/>
                    <a:pt x="111759" y="7484"/>
                    <a:pt x="111759" y="0"/>
                  </a:cubicBezTo>
                  <a:lnTo>
                    <a:pt x="111759" y="0"/>
                  </a:lnTo>
                  <a:cubicBezTo>
                    <a:pt x="111759" y="0"/>
                    <a:pt x="104034" y="0"/>
                    <a:pt x="95793" y="0"/>
                  </a:cubicBezTo>
                  <a:cubicBezTo>
                    <a:pt x="95793" y="0"/>
                    <a:pt x="95793" y="0"/>
                    <a:pt x="95793" y="7484"/>
                  </a:cubicBezTo>
                  <a:lnTo>
                    <a:pt x="95793" y="7484"/>
                  </a:lnTo>
                  <a:cubicBezTo>
                    <a:pt x="95793" y="7484"/>
                    <a:pt x="95793" y="7484"/>
                    <a:pt x="95793" y="14969"/>
                  </a:cubicBezTo>
                  <a:lnTo>
                    <a:pt x="95793" y="14969"/>
                  </a:lnTo>
                  <a:lnTo>
                    <a:pt x="95793" y="14969"/>
                  </a:lnTo>
                  <a:lnTo>
                    <a:pt x="95793" y="22454"/>
                  </a:lnTo>
                  <a:cubicBezTo>
                    <a:pt x="87811" y="22454"/>
                    <a:pt x="87811" y="22454"/>
                    <a:pt x="87811" y="22454"/>
                  </a:cubicBezTo>
                  <a:lnTo>
                    <a:pt x="87811" y="29939"/>
                  </a:lnTo>
                  <a:lnTo>
                    <a:pt x="87811" y="29939"/>
                  </a:lnTo>
                  <a:cubicBezTo>
                    <a:pt x="87811" y="37424"/>
                    <a:pt x="87811" y="37424"/>
                    <a:pt x="87811" y="37424"/>
                  </a:cubicBezTo>
                  <a:lnTo>
                    <a:pt x="87811" y="37424"/>
                  </a:lnTo>
                  <a:lnTo>
                    <a:pt x="87811" y="37424"/>
                  </a:lnTo>
                  <a:cubicBezTo>
                    <a:pt x="79828" y="44909"/>
                    <a:pt x="79828" y="44909"/>
                    <a:pt x="79828" y="44909"/>
                  </a:cubicBezTo>
                  <a:lnTo>
                    <a:pt x="79828" y="44909"/>
                  </a:lnTo>
                  <a:cubicBezTo>
                    <a:pt x="72103" y="44909"/>
                    <a:pt x="72103" y="44909"/>
                    <a:pt x="72103" y="44909"/>
                  </a:cubicBezTo>
                  <a:cubicBezTo>
                    <a:pt x="72103" y="44909"/>
                    <a:pt x="63862" y="44909"/>
                    <a:pt x="63862" y="52394"/>
                  </a:cubicBezTo>
                  <a:lnTo>
                    <a:pt x="63862" y="52394"/>
                  </a:lnTo>
                  <a:cubicBezTo>
                    <a:pt x="55879" y="52394"/>
                    <a:pt x="55879" y="44909"/>
                    <a:pt x="47896" y="44909"/>
                  </a:cubicBezTo>
                  <a:lnTo>
                    <a:pt x="47896" y="44909"/>
                  </a:lnTo>
                  <a:lnTo>
                    <a:pt x="47896" y="44909"/>
                  </a:lnTo>
                  <a:cubicBezTo>
                    <a:pt x="47896" y="44909"/>
                    <a:pt x="40171" y="44909"/>
                    <a:pt x="40171" y="52394"/>
                  </a:cubicBezTo>
                  <a:cubicBezTo>
                    <a:pt x="40171" y="52394"/>
                    <a:pt x="40171" y="52394"/>
                    <a:pt x="31931" y="52394"/>
                  </a:cubicBezTo>
                  <a:lnTo>
                    <a:pt x="31931" y="52394"/>
                  </a:lnTo>
                  <a:lnTo>
                    <a:pt x="31931" y="52394"/>
                  </a:lnTo>
                  <a:cubicBezTo>
                    <a:pt x="31931" y="52394"/>
                    <a:pt x="31931" y="52394"/>
                    <a:pt x="23948" y="52394"/>
                  </a:cubicBezTo>
                  <a:lnTo>
                    <a:pt x="23948" y="52394"/>
                  </a:lnTo>
                  <a:lnTo>
                    <a:pt x="23948" y="52394"/>
                  </a:lnTo>
                  <a:cubicBezTo>
                    <a:pt x="23948" y="52394"/>
                    <a:pt x="23948" y="52394"/>
                    <a:pt x="15965" y="52394"/>
                  </a:cubicBezTo>
                  <a:lnTo>
                    <a:pt x="15965" y="52394"/>
                  </a:lnTo>
                  <a:lnTo>
                    <a:pt x="15965" y="52394"/>
                  </a:lnTo>
                  <a:lnTo>
                    <a:pt x="8240" y="52394"/>
                  </a:lnTo>
                  <a:cubicBezTo>
                    <a:pt x="8240" y="44909"/>
                    <a:pt x="8240" y="44909"/>
                    <a:pt x="8240" y="44909"/>
                  </a:cubicBezTo>
                  <a:cubicBezTo>
                    <a:pt x="8240" y="44909"/>
                    <a:pt x="8240" y="44909"/>
                    <a:pt x="0" y="44909"/>
                  </a:cubicBezTo>
                  <a:lnTo>
                    <a:pt x="0" y="44909"/>
                  </a:lnTo>
                  <a:lnTo>
                    <a:pt x="0" y="44909"/>
                  </a:lnTo>
                  <a:lnTo>
                    <a:pt x="0" y="52394"/>
                  </a:lnTo>
                  <a:lnTo>
                    <a:pt x="0" y="52394"/>
                  </a:lnTo>
                  <a:cubicBezTo>
                    <a:pt x="8240" y="52394"/>
                    <a:pt x="8240" y="67364"/>
                    <a:pt x="8240" y="67364"/>
                  </a:cubicBezTo>
                  <a:lnTo>
                    <a:pt x="8240" y="74849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7" name="Shape 11877"/>
            <p:cNvSpPr/>
            <p:nvPr/>
          </p:nvSpPr>
          <p:spPr>
            <a:xfrm>
              <a:off x="4549775" y="1747838"/>
              <a:ext cx="357188" cy="3127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79" y="106881"/>
                  </a:moveTo>
                  <a:lnTo>
                    <a:pt x="119879" y="106881"/>
                  </a:lnTo>
                  <a:lnTo>
                    <a:pt x="119879" y="106881"/>
                  </a:lnTo>
                  <a:lnTo>
                    <a:pt x="119879" y="106881"/>
                  </a:lnTo>
                  <a:cubicBezTo>
                    <a:pt x="119879" y="106881"/>
                    <a:pt x="119879" y="106881"/>
                    <a:pt x="119879" y="102738"/>
                  </a:cubicBezTo>
                  <a:lnTo>
                    <a:pt x="119879" y="102738"/>
                  </a:lnTo>
                  <a:lnTo>
                    <a:pt x="119879" y="102738"/>
                  </a:lnTo>
                  <a:lnTo>
                    <a:pt x="119879" y="102738"/>
                  </a:lnTo>
                  <a:lnTo>
                    <a:pt x="119879" y="102738"/>
                  </a:lnTo>
                  <a:cubicBezTo>
                    <a:pt x="119879" y="102738"/>
                    <a:pt x="119879" y="102738"/>
                    <a:pt x="119879" y="98457"/>
                  </a:cubicBezTo>
                  <a:lnTo>
                    <a:pt x="116012" y="98457"/>
                  </a:lnTo>
                  <a:lnTo>
                    <a:pt x="116012" y="98457"/>
                  </a:lnTo>
                  <a:lnTo>
                    <a:pt x="116012" y="98457"/>
                  </a:lnTo>
                  <a:cubicBezTo>
                    <a:pt x="112386" y="94039"/>
                    <a:pt x="112386" y="94039"/>
                    <a:pt x="108640" y="89758"/>
                  </a:cubicBezTo>
                  <a:lnTo>
                    <a:pt x="108640" y="89758"/>
                  </a:lnTo>
                  <a:lnTo>
                    <a:pt x="108640" y="89758"/>
                  </a:lnTo>
                  <a:cubicBezTo>
                    <a:pt x="108640" y="85615"/>
                    <a:pt x="108640" y="85615"/>
                    <a:pt x="108640" y="85615"/>
                  </a:cubicBezTo>
                  <a:lnTo>
                    <a:pt x="108640" y="85615"/>
                  </a:lnTo>
                  <a:lnTo>
                    <a:pt x="108640" y="85615"/>
                  </a:lnTo>
                  <a:lnTo>
                    <a:pt x="108640" y="85615"/>
                  </a:lnTo>
                  <a:lnTo>
                    <a:pt x="104894" y="81334"/>
                  </a:lnTo>
                  <a:lnTo>
                    <a:pt x="104894" y="81334"/>
                  </a:lnTo>
                  <a:cubicBezTo>
                    <a:pt x="104894" y="81334"/>
                    <a:pt x="108640" y="81334"/>
                    <a:pt x="108640" y="76915"/>
                  </a:cubicBezTo>
                  <a:lnTo>
                    <a:pt x="108640" y="76915"/>
                  </a:lnTo>
                  <a:lnTo>
                    <a:pt x="108640" y="76915"/>
                  </a:lnTo>
                  <a:lnTo>
                    <a:pt x="108640" y="76915"/>
                  </a:lnTo>
                  <a:lnTo>
                    <a:pt x="108640" y="76915"/>
                  </a:lnTo>
                  <a:lnTo>
                    <a:pt x="108640" y="76915"/>
                  </a:lnTo>
                  <a:lnTo>
                    <a:pt x="112386" y="72635"/>
                  </a:lnTo>
                  <a:lnTo>
                    <a:pt x="112386" y="72635"/>
                  </a:lnTo>
                  <a:lnTo>
                    <a:pt x="112386" y="72635"/>
                  </a:lnTo>
                  <a:cubicBezTo>
                    <a:pt x="108640" y="72635"/>
                    <a:pt x="108640" y="72635"/>
                    <a:pt x="108640" y="72635"/>
                  </a:cubicBezTo>
                  <a:cubicBezTo>
                    <a:pt x="108640" y="68492"/>
                    <a:pt x="108640" y="68492"/>
                    <a:pt x="108640" y="68492"/>
                  </a:cubicBezTo>
                  <a:cubicBezTo>
                    <a:pt x="104894" y="68492"/>
                    <a:pt x="104894" y="68492"/>
                    <a:pt x="104894" y="64211"/>
                  </a:cubicBezTo>
                  <a:lnTo>
                    <a:pt x="104894" y="64211"/>
                  </a:lnTo>
                  <a:cubicBezTo>
                    <a:pt x="104894" y="64211"/>
                    <a:pt x="104894" y="64211"/>
                    <a:pt x="104894" y="59792"/>
                  </a:cubicBezTo>
                  <a:lnTo>
                    <a:pt x="104894" y="59792"/>
                  </a:lnTo>
                  <a:lnTo>
                    <a:pt x="104894" y="59792"/>
                  </a:lnTo>
                  <a:lnTo>
                    <a:pt x="104894" y="55512"/>
                  </a:lnTo>
                  <a:lnTo>
                    <a:pt x="104894" y="51369"/>
                  </a:lnTo>
                  <a:lnTo>
                    <a:pt x="104894" y="51369"/>
                  </a:lnTo>
                  <a:cubicBezTo>
                    <a:pt x="104894" y="51369"/>
                    <a:pt x="104894" y="51369"/>
                    <a:pt x="104894" y="47088"/>
                  </a:cubicBezTo>
                  <a:lnTo>
                    <a:pt x="104894" y="47088"/>
                  </a:lnTo>
                  <a:lnTo>
                    <a:pt x="104894" y="47088"/>
                  </a:lnTo>
                  <a:cubicBezTo>
                    <a:pt x="104894" y="42669"/>
                    <a:pt x="104894" y="42669"/>
                    <a:pt x="104894" y="42669"/>
                  </a:cubicBezTo>
                  <a:lnTo>
                    <a:pt x="104894" y="38388"/>
                  </a:lnTo>
                  <a:lnTo>
                    <a:pt x="104894" y="38388"/>
                  </a:lnTo>
                  <a:lnTo>
                    <a:pt x="104894" y="38388"/>
                  </a:lnTo>
                  <a:lnTo>
                    <a:pt x="108640" y="34246"/>
                  </a:lnTo>
                  <a:cubicBezTo>
                    <a:pt x="108640" y="34246"/>
                    <a:pt x="108640" y="34246"/>
                    <a:pt x="108640" y="29965"/>
                  </a:cubicBezTo>
                  <a:lnTo>
                    <a:pt x="108640" y="29965"/>
                  </a:lnTo>
                  <a:lnTo>
                    <a:pt x="108640" y="25546"/>
                  </a:lnTo>
                  <a:lnTo>
                    <a:pt x="108640" y="25546"/>
                  </a:lnTo>
                  <a:cubicBezTo>
                    <a:pt x="104894" y="25546"/>
                    <a:pt x="104894" y="25546"/>
                    <a:pt x="104894" y="25546"/>
                  </a:cubicBezTo>
                  <a:cubicBezTo>
                    <a:pt x="104894" y="25546"/>
                    <a:pt x="104894" y="25546"/>
                    <a:pt x="101027" y="21265"/>
                  </a:cubicBezTo>
                  <a:lnTo>
                    <a:pt x="101027" y="21265"/>
                  </a:lnTo>
                  <a:lnTo>
                    <a:pt x="101027" y="21265"/>
                  </a:lnTo>
                  <a:cubicBezTo>
                    <a:pt x="101027" y="21265"/>
                    <a:pt x="101027" y="21265"/>
                    <a:pt x="97401" y="21265"/>
                  </a:cubicBezTo>
                  <a:lnTo>
                    <a:pt x="97401" y="17123"/>
                  </a:lnTo>
                  <a:lnTo>
                    <a:pt x="97401" y="17123"/>
                  </a:lnTo>
                  <a:lnTo>
                    <a:pt x="93655" y="17123"/>
                  </a:lnTo>
                  <a:lnTo>
                    <a:pt x="93655" y="17123"/>
                  </a:lnTo>
                  <a:lnTo>
                    <a:pt x="93655" y="17123"/>
                  </a:lnTo>
                  <a:cubicBezTo>
                    <a:pt x="89909" y="17123"/>
                    <a:pt x="89909" y="17123"/>
                    <a:pt x="89909" y="17123"/>
                  </a:cubicBezTo>
                  <a:lnTo>
                    <a:pt x="89909" y="17123"/>
                  </a:lnTo>
                  <a:cubicBezTo>
                    <a:pt x="86042" y="17123"/>
                    <a:pt x="82416" y="12842"/>
                    <a:pt x="82416" y="12842"/>
                  </a:cubicBezTo>
                  <a:lnTo>
                    <a:pt x="82416" y="12842"/>
                  </a:lnTo>
                  <a:lnTo>
                    <a:pt x="82416" y="12842"/>
                  </a:lnTo>
                  <a:lnTo>
                    <a:pt x="82416" y="12842"/>
                  </a:lnTo>
                  <a:lnTo>
                    <a:pt x="78670" y="12842"/>
                  </a:lnTo>
                  <a:lnTo>
                    <a:pt x="78670" y="12842"/>
                  </a:lnTo>
                  <a:lnTo>
                    <a:pt x="78670" y="12842"/>
                  </a:lnTo>
                  <a:lnTo>
                    <a:pt x="78670" y="12842"/>
                  </a:lnTo>
                  <a:lnTo>
                    <a:pt x="78670" y="12842"/>
                  </a:lnTo>
                  <a:lnTo>
                    <a:pt x="78670" y="12842"/>
                  </a:lnTo>
                  <a:cubicBezTo>
                    <a:pt x="74924" y="12842"/>
                    <a:pt x="74924" y="12842"/>
                    <a:pt x="74924" y="12842"/>
                  </a:cubicBezTo>
                  <a:cubicBezTo>
                    <a:pt x="71057" y="17123"/>
                    <a:pt x="71057" y="17123"/>
                    <a:pt x="67432" y="21265"/>
                  </a:cubicBezTo>
                  <a:lnTo>
                    <a:pt x="67432" y="21265"/>
                  </a:lnTo>
                  <a:lnTo>
                    <a:pt x="67432" y="21265"/>
                  </a:lnTo>
                  <a:cubicBezTo>
                    <a:pt x="63685" y="21265"/>
                    <a:pt x="63685" y="25546"/>
                    <a:pt x="59939" y="25546"/>
                  </a:cubicBezTo>
                  <a:cubicBezTo>
                    <a:pt x="59939" y="25546"/>
                    <a:pt x="56072" y="25546"/>
                    <a:pt x="52447" y="25546"/>
                  </a:cubicBezTo>
                  <a:cubicBezTo>
                    <a:pt x="52447" y="25546"/>
                    <a:pt x="52447" y="25546"/>
                    <a:pt x="48700" y="25546"/>
                  </a:cubicBezTo>
                  <a:lnTo>
                    <a:pt x="44954" y="25546"/>
                  </a:lnTo>
                  <a:lnTo>
                    <a:pt x="44954" y="25546"/>
                  </a:lnTo>
                  <a:cubicBezTo>
                    <a:pt x="41087" y="25546"/>
                    <a:pt x="41087" y="25546"/>
                    <a:pt x="41087" y="21265"/>
                  </a:cubicBezTo>
                  <a:cubicBezTo>
                    <a:pt x="37462" y="21265"/>
                    <a:pt x="37462" y="21265"/>
                    <a:pt x="37462" y="17123"/>
                  </a:cubicBezTo>
                  <a:lnTo>
                    <a:pt x="37462" y="17123"/>
                  </a:lnTo>
                  <a:lnTo>
                    <a:pt x="33716" y="17123"/>
                  </a:lnTo>
                  <a:cubicBezTo>
                    <a:pt x="29969" y="17123"/>
                    <a:pt x="29969" y="17123"/>
                    <a:pt x="26102" y="12842"/>
                  </a:cubicBezTo>
                  <a:lnTo>
                    <a:pt x="26102" y="12842"/>
                  </a:lnTo>
                  <a:lnTo>
                    <a:pt x="26102" y="12842"/>
                  </a:lnTo>
                  <a:cubicBezTo>
                    <a:pt x="26102" y="12842"/>
                    <a:pt x="26102" y="12842"/>
                    <a:pt x="26102" y="8423"/>
                  </a:cubicBezTo>
                  <a:lnTo>
                    <a:pt x="22477" y="8423"/>
                  </a:lnTo>
                  <a:lnTo>
                    <a:pt x="22477" y="8423"/>
                  </a:lnTo>
                  <a:lnTo>
                    <a:pt x="18731" y="4142"/>
                  </a:lnTo>
                  <a:lnTo>
                    <a:pt x="18731" y="4142"/>
                  </a:lnTo>
                  <a:lnTo>
                    <a:pt x="18731" y="0"/>
                  </a:lnTo>
                  <a:lnTo>
                    <a:pt x="18731" y="0"/>
                  </a:lnTo>
                  <a:lnTo>
                    <a:pt x="18731" y="0"/>
                  </a:lnTo>
                  <a:cubicBezTo>
                    <a:pt x="18731" y="0"/>
                    <a:pt x="18731" y="0"/>
                    <a:pt x="18731" y="4142"/>
                  </a:cubicBezTo>
                  <a:lnTo>
                    <a:pt x="18731" y="4142"/>
                  </a:lnTo>
                  <a:cubicBezTo>
                    <a:pt x="14984" y="4142"/>
                    <a:pt x="14984" y="4142"/>
                    <a:pt x="14984" y="4142"/>
                  </a:cubicBezTo>
                  <a:lnTo>
                    <a:pt x="14984" y="4142"/>
                  </a:lnTo>
                  <a:lnTo>
                    <a:pt x="14984" y="4142"/>
                  </a:lnTo>
                  <a:lnTo>
                    <a:pt x="14984" y="4142"/>
                  </a:lnTo>
                  <a:cubicBezTo>
                    <a:pt x="14984" y="4142"/>
                    <a:pt x="14984" y="4142"/>
                    <a:pt x="14984" y="8423"/>
                  </a:cubicBezTo>
                  <a:lnTo>
                    <a:pt x="14984" y="8423"/>
                  </a:lnTo>
                  <a:lnTo>
                    <a:pt x="14984" y="8423"/>
                  </a:lnTo>
                  <a:cubicBezTo>
                    <a:pt x="11117" y="8423"/>
                    <a:pt x="11117" y="8423"/>
                    <a:pt x="11117" y="8423"/>
                  </a:cubicBezTo>
                  <a:lnTo>
                    <a:pt x="11117" y="8423"/>
                  </a:lnTo>
                  <a:cubicBezTo>
                    <a:pt x="7492" y="8423"/>
                    <a:pt x="3746" y="4142"/>
                    <a:pt x="3746" y="4142"/>
                  </a:cubicBezTo>
                  <a:lnTo>
                    <a:pt x="3746" y="414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4142"/>
                  </a:cubicBezTo>
                  <a:lnTo>
                    <a:pt x="0" y="4142"/>
                  </a:lnTo>
                  <a:cubicBezTo>
                    <a:pt x="3746" y="4142"/>
                    <a:pt x="3746" y="4142"/>
                    <a:pt x="3746" y="8423"/>
                  </a:cubicBezTo>
                  <a:lnTo>
                    <a:pt x="3746" y="8423"/>
                  </a:lnTo>
                  <a:cubicBezTo>
                    <a:pt x="3746" y="12842"/>
                    <a:pt x="3746" y="12842"/>
                    <a:pt x="3746" y="17123"/>
                  </a:cubicBezTo>
                  <a:lnTo>
                    <a:pt x="3746" y="17123"/>
                  </a:lnTo>
                  <a:lnTo>
                    <a:pt x="3746" y="17123"/>
                  </a:lnTo>
                  <a:lnTo>
                    <a:pt x="3746" y="17123"/>
                  </a:lnTo>
                  <a:lnTo>
                    <a:pt x="3746" y="17123"/>
                  </a:lnTo>
                  <a:cubicBezTo>
                    <a:pt x="3746" y="17123"/>
                    <a:pt x="3746" y="21265"/>
                    <a:pt x="7492" y="21265"/>
                  </a:cubicBezTo>
                  <a:lnTo>
                    <a:pt x="7492" y="21265"/>
                  </a:lnTo>
                  <a:lnTo>
                    <a:pt x="7492" y="21265"/>
                  </a:lnTo>
                  <a:cubicBezTo>
                    <a:pt x="7492" y="21265"/>
                    <a:pt x="7492" y="25546"/>
                    <a:pt x="11117" y="25546"/>
                  </a:cubicBezTo>
                  <a:lnTo>
                    <a:pt x="11117" y="25546"/>
                  </a:lnTo>
                  <a:lnTo>
                    <a:pt x="11117" y="25546"/>
                  </a:lnTo>
                  <a:lnTo>
                    <a:pt x="11117" y="25546"/>
                  </a:lnTo>
                  <a:cubicBezTo>
                    <a:pt x="14984" y="25546"/>
                    <a:pt x="14984" y="25546"/>
                    <a:pt x="14984" y="29965"/>
                  </a:cubicBezTo>
                  <a:lnTo>
                    <a:pt x="14984" y="29965"/>
                  </a:lnTo>
                  <a:lnTo>
                    <a:pt x="14984" y="34246"/>
                  </a:lnTo>
                  <a:lnTo>
                    <a:pt x="14984" y="34246"/>
                  </a:lnTo>
                  <a:lnTo>
                    <a:pt x="14984" y="34246"/>
                  </a:lnTo>
                  <a:cubicBezTo>
                    <a:pt x="14984" y="38388"/>
                    <a:pt x="11117" y="38388"/>
                    <a:pt x="11117" y="42669"/>
                  </a:cubicBezTo>
                  <a:lnTo>
                    <a:pt x="11117" y="42669"/>
                  </a:lnTo>
                  <a:cubicBezTo>
                    <a:pt x="11117" y="42669"/>
                    <a:pt x="11117" y="42669"/>
                    <a:pt x="11117" y="47088"/>
                  </a:cubicBezTo>
                  <a:lnTo>
                    <a:pt x="11117" y="47088"/>
                  </a:lnTo>
                  <a:lnTo>
                    <a:pt x="11117" y="47088"/>
                  </a:lnTo>
                  <a:lnTo>
                    <a:pt x="11117" y="47088"/>
                  </a:lnTo>
                  <a:lnTo>
                    <a:pt x="11117" y="47088"/>
                  </a:lnTo>
                  <a:cubicBezTo>
                    <a:pt x="14984" y="47088"/>
                    <a:pt x="14984" y="51369"/>
                    <a:pt x="14984" y="51369"/>
                  </a:cubicBezTo>
                  <a:lnTo>
                    <a:pt x="14984" y="51369"/>
                  </a:lnTo>
                  <a:lnTo>
                    <a:pt x="14984" y="51369"/>
                  </a:lnTo>
                  <a:lnTo>
                    <a:pt x="14984" y="51369"/>
                  </a:lnTo>
                  <a:cubicBezTo>
                    <a:pt x="18731" y="55512"/>
                    <a:pt x="18731" y="55512"/>
                    <a:pt x="18731" y="55512"/>
                  </a:cubicBezTo>
                  <a:lnTo>
                    <a:pt x="18731" y="55512"/>
                  </a:lnTo>
                  <a:lnTo>
                    <a:pt x="18731" y="55512"/>
                  </a:lnTo>
                  <a:cubicBezTo>
                    <a:pt x="22477" y="55512"/>
                    <a:pt x="22477" y="55512"/>
                    <a:pt x="22477" y="59792"/>
                  </a:cubicBezTo>
                  <a:lnTo>
                    <a:pt x="22477" y="59792"/>
                  </a:lnTo>
                  <a:lnTo>
                    <a:pt x="22477" y="59792"/>
                  </a:lnTo>
                  <a:lnTo>
                    <a:pt x="22477" y="59792"/>
                  </a:lnTo>
                  <a:cubicBezTo>
                    <a:pt x="26102" y="59792"/>
                    <a:pt x="26102" y="64211"/>
                    <a:pt x="26102" y="64211"/>
                  </a:cubicBezTo>
                  <a:lnTo>
                    <a:pt x="26102" y="68492"/>
                  </a:lnTo>
                  <a:lnTo>
                    <a:pt x="26102" y="72635"/>
                  </a:lnTo>
                  <a:lnTo>
                    <a:pt x="26102" y="72635"/>
                  </a:lnTo>
                  <a:lnTo>
                    <a:pt x="26102" y="72635"/>
                  </a:lnTo>
                  <a:cubicBezTo>
                    <a:pt x="26102" y="76915"/>
                    <a:pt x="29969" y="76915"/>
                    <a:pt x="29969" y="76915"/>
                  </a:cubicBezTo>
                  <a:lnTo>
                    <a:pt x="29969" y="76915"/>
                  </a:lnTo>
                  <a:lnTo>
                    <a:pt x="29969" y="76915"/>
                  </a:lnTo>
                  <a:lnTo>
                    <a:pt x="33716" y="76915"/>
                  </a:lnTo>
                  <a:cubicBezTo>
                    <a:pt x="37462" y="76915"/>
                    <a:pt x="41087" y="76915"/>
                    <a:pt x="41087" y="81334"/>
                  </a:cubicBezTo>
                  <a:lnTo>
                    <a:pt x="41087" y="81334"/>
                  </a:lnTo>
                  <a:cubicBezTo>
                    <a:pt x="41087" y="85615"/>
                    <a:pt x="44954" y="85615"/>
                    <a:pt x="44954" y="89758"/>
                  </a:cubicBezTo>
                  <a:lnTo>
                    <a:pt x="44954" y="94039"/>
                  </a:lnTo>
                  <a:lnTo>
                    <a:pt x="44954" y="94039"/>
                  </a:lnTo>
                  <a:cubicBezTo>
                    <a:pt x="48700" y="94039"/>
                    <a:pt x="48700" y="98457"/>
                    <a:pt x="48700" y="98457"/>
                  </a:cubicBezTo>
                  <a:cubicBezTo>
                    <a:pt x="56072" y="98457"/>
                    <a:pt x="56072" y="102738"/>
                    <a:pt x="59939" y="102738"/>
                  </a:cubicBezTo>
                  <a:lnTo>
                    <a:pt x="59939" y="102738"/>
                  </a:lnTo>
                  <a:cubicBezTo>
                    <a:pt x="63685" y="106881"/>
                    <a:pt x="63685" y="106881"/>
                    <a:pt x="67432" y="106881"/>
                  </a:cubicBezTo>
                  <a:lnTo>
                    <a:pt x="67432" y="106881"/>
                  </a:lnTo>
                  <a:cubicBezTo>
                    <a:pt x="71057" y="106881"/>
                    <a:pt x="71057" y="106881"/>
                    <a:pt x="71057" y="106881"/>
                  </a:cubicBezTo>
                  <a:cubicBezTo>
                    <a:pt x="71057" y="106881"/>
                    <a:pt x="71057" y="106881"/>
                    <a:pt x="74924" y="102738"/>
                  </a:cubicBezTo>
                  <a:lnTo>
                    <a:pt x="78670" y="102738"/>
                  </a:lnTo>
                  <a:cubicBezTo>
                    <a:pt x="78670" y="102738"/>
                    <a:pt x="78670" y="102738"/>
                    <a:pt x="82416" y="102738"/>
                  </a:cubicBezTo>
                  <a:cubicBezTo>
                    <a:pt x="86042" y="102738"/>
                    <a:pt x="86042" y="106881"/>
                    <a:pt x="86042" y="111162"/>
                  </a:cubicBezTo>
                  <a:cubicBezTo>
                    <a:pt x="86042" y="111162"/>
                    <a:pt x="86042" y="111162"/>
                    <a:pt x="86042" y="115581"/>
                  </a:cubicBezTo>
                  <a:lnTo>
                    <a:pt x="86042" y="115581"/>
                  </a:lnTo>
                  <a:lnTo>
                    <a:pt x="89909" y="115581"/>
                  </a:lnTo>
                  <a:cubicBezTo>
                    <a:pt x="93655" y="119861"/>
                    <a:pt x="93655" y="119861"/>
                    <a:pt x="97401" y="119861"/>
                  </a:cubicBezTo>
                  <a:cubicBezTo>
                    <a:pt x="101027" y="119861"/>
                    <a:pt x="104894" y="115581"/>
                    <a:pt x="104894" y="115581"/>
                  </a:cubicBezTo>
                  <a:cubicBezTo>
                    <a:pt x="104894" y="115581"/>
                    <a:pt x="104894" y="115581"/>
                    <a:pt x="108640" y="115581"/>
                  </a:cubicBezTo>
                  <a:cubicBezTo>
                    <a:pt x="108640" y="115581"/>
                    <a:pt x="112386" y="115581"/>
                    <a:pt x="112386" y="119861"/>
                  </a:cubicBezTo>
                  <a:lnTo>
                    <a:pt x="112386" y="119861"/>
                  </a:lnTo>
                  <a:cubicBezTo>
                    <a:pt x="112386" y="115581"/>
                    <a:pt x="112386" y="111162"/>
                    <a:pt x="116012" y="111162"/>
                  </a:cubicBezTo>
                  <a:cubicBezTo>
                    <a:pt x="116012" y="106881"/>
                    <a:pt x="119879" y="106881"/>
                    <a:pt x="119879" y="10688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8" name="Shape 11878"/>
            <p:cNvSpPr/>
            <p:nvPr/>
          </p:nvSpPr>
          <p:spPr>
            <a:xfrm>
              <a:off x="5430838" y="2070100"/>
              <a:ext cx="57150" cy="682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235" y="19787"/>
                  </a:moveTo>
                  <a:lnTo>
                    <a:pt x="119235" y="19787"/>
                  </a:lnTo>
                  <a:lnTo>
                    <a:pt x="119235" y="19787"/>
                  </a:lnTo>
                  <a:lnTo>
                    <a:pt x="119235" y="19787"/>
                  </a:lnTo>
                  <a:lnTo>
                    <a:pt x="119235" y="19787"/>
                  </a:lnTo>
                  <a:lnTo>
                    <a:pt x="119235" y="19787"/>
                  </a:lnTo>
                  <a:lnTo>
                    <a:pt x="119235" y="19787"/>
                  </a:lnTo>
                  <a:cubicBezTo>
                    <a:pt x="94777" y="19787"/>
                    <a:pt x="94777" y="19787"/>
                    <a:pt x="71082" y="19787"/>
                  </a:cubicBezTo>
                  <a:lnTo>
                    <a:pt x="71082" y="19787"/>
                  </a:lnTo>
                  <a:cubicBezTo>
                    <a:pt x="71082" y="19787"/>
                    <a:pt x="48152" y="19787"/>
                    <a:pt x="24458" y="0"/>
                  </a:cubicBezTo>
                  <a:lnTo>
                    <a:pt x="24458" y="0"/>
                  </a:lnTo>
                  <a:lnTo>
                    <a:pt x="24458" y="0"/>
                  </a:lnTo>
                  <a:lnTo>
                    <a:pt x="24458" y="0"/>
                  </a:lnTo>
                  <a:lnTo>
                    <a:pt x="24458" y="0"/>
                  </a:lnTo>
                  <a:cubicBezTo>
                    <a:pt x="24458" y="0"/>
                    <a:pt x="24458" y="19787"/>
                    <a:pt x="0" y="19787"/>
                  </a:cubicBezTo>
                  <a:lnTo>
                    <a:pt x="0" y="19787"/>
                  </a:lnTo>
                  <a:lnTo>
                    <a:pt x="0" y="19787"/>
                  </a:lnTo>
                  <a:lnTo>
                    <a:pt x="0" y="19787"/>
                  </a:lnTo>
                  <a:lnTo>
                    <a:pt x="0" y="19787"/>
                  </a:lnTo>
                  <a:lnTo>
                    <a:pt x="0" y="19787"/>
                  </a:lnTo>
                  <a:cubicBezTo>
                    <a:pt x="0" y="40212"/>
                    <a:pt x="24458" y="40212"/>
                    <a:pt x="24458" y="40212"/>
                  </a:cubicBezTo>
                  <a:cubicBezTo>
                    <a:pt x="24458" y="59361"/>
                    <a:pt x="0" y="59361"/>
                    <a:pt x="0" y="59361"/>
                  </a:cubicBezTo>
                  <a:lnTo>
                    <a:pt x="0" y="59361"/>
                  </a:lnTo>
                  <a:cubicBezTo>
                    <a:pt x="0" y="79148"/>
                    <a:pt x="0" y="79148"/>
                    <a:pt x="24458" y="79148"/>
                  </a:cubicBezTo>
                  <a:lnTo>
                    <a:pt x="24458" y="98936"/>
                  </a:lnTo>
                  <a:cubicBezTo>
                    <a:pt x="24458" y="98936"/>
                    <a:pt x="24458" y="98936"/>
                    <a:pt x="24458" y="119361"/>
                  </a:cubicBezTo>
                  <a:lnTo>
                    <a:pt x="24458" y="119361"/>
                  </a:lnTo>
                  <a:cubicBezTo>
                    <a:pt x="48152" y="119361"/>
                    <a:pt x="48152" y="119361"/>
                    <a:pt x="71082" y="119361"/>
                  </a:cubicBezTo>
                  <a:lnTo>
                    <a:pt x="71082" y="119361"/>
                  </a:lnTo>
                  <a:cubicBezTo>
                    <a:pt x="71082" y="98936"/>
                    <a:pt x="71082" y="98936"/>
                    <a:pt x="71082" y="98936"/>
                  </a:cubicBezTo>
                  <a:cubicBezTo>
                    <a:pt x="71082" y="98936"/>
                    <a:pt x="71082" y="98936"/>
                    <a:pt x="71082" y="79148"/>
                  </a:cubicBezTo>
                  <a:lnTo>
                    <a:pt x="71082" y="59361"/>
                  </a:lnTo>
                  <a:lnTo>
                    <a:pt x="71082" y="59361"/>
                  </a:lnTo>
                  <a:lnTo>
                    <a:pt x="94777" y="40212"/>
                  </a:lnTo>
                  <a:cubicBezTo>
                    <a:pt x="94777" y="19787"/>
                    <a:pt x="94777" y="19787"/>
                    <a:pt x="119235" y="19787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9" name="Shape 11879"/>
            <p:cNvSpPr/>
            <p:nvPr/>
          </p:nvSpPr>
          <p:spPr>
            <a:xfrm>
              <a:off x="5029200" y="1825625"/>
              <a:ext cx="390525" cy="6254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89" y="55645"/>
                  </a:moveTo>
                  <a:lnTo>
                    <a:pt x="119889" y="55645"/>
                  </a:lnTo>
                  <a:lnTo>
                    <a:pt x="119889" y="55645"/>
                  </a:lnTo>
                  <a:lnTo>
                    <a:pt x="119889" y="53502"/>
                  </a:lnTo>
                  <a:cubicBezTo>
                    <a:pt x="119889" y="53502"/>
                    <a:pt x="119889" y="53502"/>
                    <a:pt x="119889" y="51428"/>
                  </a:cubicBezTo>
                  <a:lnTo>
                    <a:pt x="119889" y="51428"/>
                  </a:lnTo>
                  <a:lnTo>
                    <a:pt x="119889" y="51428"/>
                  </a:lnTo>
                  <a:cubicBezTo>
                    <a:pt x="116574" y="51428"/>
                    <a:pt x="116574" y="51428"/>
                    <a:pt x="116574" y="49216"/>
                  </a:cubicBezTo>
                  <a:lnTo>
                    <a:pt x="116574" y="49216"/>
                  </a:lnTo>
                  <a:lnTo>
                    <a:pt x="116574" y="49216"/>
                  </a:lnTo>
                  <a:lnTo>
                    <a:pt x="116574" y="49216"/>
                  </a:lnTo>
                  <a:cubicBezTo>
                    <a:pt x="116574" y="47073"/>
                    <a:pt x="116574" y="47073"/>
                    <a:pt x="119889" y="47073"/>
                  </a:cubicBezTo>
                  <a:lnTo>
                    <a:pt x="119889" y="47073"/>
                  </a:lnTo>
                  <a:lnTo>
                    <a:pt x="119889" y="47073"/>
                  </a:lnTo>
                  <a:lnTo>
                    <a:pt x="119889" y="47073"/>
                  </a:lnTo>
                  <a:lnTo>
                    <a:pt x="116574" y="47073"/>
                  </a:lnTo>
                  <a:cubicBezTo>
                    <a:pt x="116574" y="45000"/>
                    <a:pt x="116574" y="45000"/>
                    <a:pt x="116574" y="42857"/>
                  </a:cubicBezTo>
                  <a:lnTo>
                    <a:pt x="116574" y="42857"/>
                  </a:lnTo>
                  <a:lnTo>
                    <a:pt x="116574" y="42857"/>
                  </a:lnTo>
                  <a:lnTo>
                    <a:pt x="113149" y="42857"/>
                  </a:lnTo>
                  <a:lnTo>
                    <a:pt x="109613" y="42857"/>
                  </a:lnTo>
                  <a:lnTo>
                    <a:pt x="109613" y="42857"/>
                  </a:lnTo>
                  <a:lnTo>
                    <a:pt x="109613" y="42857"/>
                  </a:lnTo>
                  <a:lnTo>
                    <a:pt x="106187" y="42857"/>
                  </a:lnTo>
                  <a:cubicBezTo>
                    <a:pt x="106187" y="42857"/>
                    <a:pt x="106187" y="42857"/>
                    <a:pt x="102872" y="42857"/>
                  </a:cubicBezTo>
                  <a:cubicBezTo>
                    <a:pt x="102872" y="42857"/>
                    <a:pt x="102872" y="42857"/>
                    <a:pt x="102872" y="40645"/>
                  </a:cubicBezTo>
                  <a:lnTo>
                    <a:pt x="102872" y="40645"/>
                  </a:lnTo>
                  <a:cubicBezTo>
                    <a:pt x="95911" y="40645"/>
                    <a:pt x="95911" y="40645"/>
                    <a:pt x="95911" y="38502"/>
                  </a:cubicBezTo>
                  <a:lnTo>
                    <a:pt x="95911" y="38502"/>
                  </a:lnTo>
                  <a:lnTo>
                    <a:pt x="95911" y="38502"/>
                  </a:lnTo>
                  <a:cubicBezTo>
                    <a:pt x="95911" y="38502"/>
                    <a:pt x="95911" y="38502"/>
                    <a:pt x="92486" y="38502"/>
                  </a:cubicBezTo>
                  <a:lnTo>
                    <a:pt x="92486" y="38502"/>
                  </a:lnTo>
                  <a:lnTo>
                    <a:pt x="92486" y="38502"/>
                  </a:lnTo>
                  <a:lnTo>
                    <a:pt x="89171" y="38502"/>
                  </a:lnTo>
                  <a:lnTo>
                    <a:pt x="89171" y="38502"/>
                  </a:lnTo>
                  <a:cubicBezTo>
                    <a:pt x="85745" y="38502"/>
                    <a:pt x="85745" y="38502"/>
                    <a:pt x="85745" y="38502"/>
                  </a:cubicBezTo>
                  <a:cubicBezTo>
                    <a:pt x="85745" y="36428"/>
                    <a:pt x="82209" y="36428"/>
                    <a:pt x="82209" y="36428"/>
                  </a:cubicBezTo>
                  <a:lnTo>
                    <a:pt x="82209" y="36428"/>
                  </a:lnTo>
                  <a:lnTo>
                    <a:pt x="82209" y="36428"/>
                  </a:lnTo>
                  <a:lnTo>
                    <a:pt x="82209" y="36428"/>
                  </a:lnTo>
                  <a:cubicBezTo>
                    <a:pt x="78784" y="36428"/>
                    <a:pt x="78784" y="36428"/>
                    <a:pt x="78784" y="36428"/>
                  </a:cubicBezTo>
                  <a:lnTo>
                    <a:pt x="78784" y="36428"/>
                  </a:lnTo>
                  <a:cubicBezTo>
                    <a:pt x="75469" y="36428"/>
                    <a:pt x="75469" y="34285"/>
                    <a:pt x="75469" y="34285"/>
                  </a:cubicBezTo>
                  <a:lnTo>
                    <a:pt x="75469" y="34285"/>
                  </a:lnTo>
                  <a:lnTo>
                    <a:pt x="75469" y="34285"/>
                  </a:lnTo>
                  <a:lnTo>
                    <a:pt x="72044" y="34285"/>
                  </a:lnTo>
                  <a:cubicBezTo>
                    <a:pt x="72044" y="34285"/>
                    <a:pt x="72044" y="34285"/>
                    <a:pt x="68508" y="34285"/>
                  </a:cubicBezTo>
                  <a:cubicBezTo>
                    <a:pt x="68508" y="34285"/>
                    <a:pt x="68508" y="34285"/>
                    <a:pt x="68508" y="32073"/>
                  </a:cubicBezTo>
                  <a:cubicBezTo>
                    <a:pt x="68508" y="32073"/>
                    <a:pt x="68508" y="32073"/>
                    <a:pt x="68508" y="29930"/>
                  </a:cubicBezTo>
                  <a:lnTo>
                    <a:pt x="68508" y="29930"/>
                  </a:lnTo>
                  <a:cubicBezTo>
                    <a:pt x="68508" y="29930"/>
                    <a:pt x="68508" y="29930"/>
                    <a:pt x="68508" y="27857"/>
                  </a:cubicBezTo>
                  <a:lnTo>
                    <a:pt x="68508" y="27857"/>
                  </a:lnTo>
                  <a:lnTo>
                    <a:pt x="68508" y="27857"/>
                  </a:lnTo>
                  <a:lnTo>
                    <a:pt x="68508" y="25714"/>
                  </a:lnTo>
                  <a:cubicBezTo>
                    <a:pt x="68508" y="25714"/>
                    <a:pt x="68508" y="25714"/>
                    <a:pt x="68508" y="23502"/>
                  </a:cubicBezTo>
                  <a:lnTo>
                    <a:pt x="68508" y="23502"/>
                  </a:lnTo>
                  <a:lnTo>
                    <a:pt x="68508" y="23502"/>
                  </a:lnTo>
                  <a:cubicBezTo>
                    <a:pt x="68508" y="23502"/>
                    <a:pt x="68508" y="23502"/>
                    <a:pt x="65082" y="23502"/>
                  </a:cubicBezTo>
                  <a:lnTo>
                    <a:pt x="65082" y="23502"/>
                  </a:lnTo>
                  <a:lnTo>
                    <a:pt x="65082" y="21359"/>
                  </a:lnTo>
                  <a:lnTo>
                    <a:pt x="61767" y="21359"/>
                  </a:lnTo>
                  <a:lnTo>
                    <a:pt x="61767" y="21359"/>
                  </a:lnTo>
                  <a:lnTo>
                    <a:pt x="61767" y="21359"/>
                  </a:lnTo>
                  <a:lnTo>
                    <a:pt x="61767" y="21359"/>
                  </a:lnTo>
                  <a:lnTo>
                    <a:pt x="61767" y="21359"/>
                  </a:lnTo>
                  <a:lnTo>
                    <a:pt x="58342" y="21359"/>
                  </a:lnTo>
                  <a:cubicBezTo>
                    <a:pt x="58342" y="19285"/>
                    <a:pt x="58342" y="19285"/>
                    <a:pt x="58342" y="19285"/>
                  </a:cubicBezTo>
                  <a:lnTo>
                    <a:pt x="58342" y="19285"/>
                  </a:lnTo>
                  <a:lnTo>
                    <a:pt x="58342" y="17142"/>
                  </a:lnTo>
                  <a:lnTo>
                    <a:pt x="58342" y="17142"/>
                  </a:lnTo>
                  <a:cubicBezTo>
                    <a:pt x="58342" y="14930"/>
                    <a:pt x="58342" y="14930"/>
                    <a:pt x="58342" y="14930"/>
                  </a:cubicBezTo>
                  <a:lnTo>
                    <a:pt x="58342" y="14930"/>
                  </a:lnTo>
                  <a:cubicBezTo>
                    <a:pt x="58342" y="12788"/>
                    <a:pt x="61767" y="12788"/>
                    <a:pt x="61767" y="12788"/>
                  </a:cubicBezTo>
                  <a:lnTo>
                    <a:pt x="61767" y="12788"/>
                  </a:lnTo>
                  <a:lnTo>
                    <a:pt x="61767" y="12788"/>
                  </a:lnTo>
                  <a:lnTo>
                    <a:pt x="61767" y="12788"/>
                  </a:lnTo>
                  <a:lnTo>
                    <a:pt x="61767" y="12788"/>
                  </a:lnTo>
                  <a:cubicBezTo>
                    <a:pt x="61767" y="12788"/>
                    <a:pt x="61767" y="12788"/>
                    <a:pt x="61767" y="10714"/>
                  </a:cubicBezTo>
                  <a:cubicBezTo>
                    <a:pt x="58342" y="10714"/>
                    <a:pt x="58342" y="8571"/>
                    <a:pt x="58342" y="8571"/>
                  </a:cubicBezTo>
                  <a:lnTo>
                    <a:pt x="61767" y="6359"/>
                  </a:lnTo>
                  <a:lnTo>
                    <a:pt x="61767" y="6359"/>
                  </a:lnTo>
                  <a:cubicBezTo>
                    <a:pt x="65082" y="6359"/>
                    <a:pt x="65082" y="6359"/>
                    <a:pt x="65082" y="6359"/>
                  </a:cubicBezTo>
                  <a:cubicBezTo>
                    <a:pt x="65082" y="6359"/>
                    <a:pt x="65082" y="4216"/>
                    <a:pt x="68508" y="4216"/>
                  </a:cubicBezTo>
                  <a:lnTo>
                    <a:pt x="68508" y="2142"/>
                  </a:lnTo>
                  <a:cubicBezTo>
                    <a:pt x="68508" y="2142"/>
                    <a:pt x="68508" y="2142"/>
                    <a:pt x="65082" y="0"/>
                  </a:cubicBezTo>
                  <a:lnTo>
                    <a:pt x="65082" y="0"/>
                  </a:lnTo>
                  <a:lnTo>
                    <a:pt x="65082" y="0"/>
                  </a:lnTo>
                  <a:cubicBezTo>
                    <a:pt x="61767" y="2142"/>
                    <a:pt x="61767" y="2142"/>
                    <a:pt x="61767" y="2142"/>
                  </a:cubicBezTo>
                  <a:lnTo>
                    <a:pt x="61767" y="2142"/>
                  </a:lnTo>
                  <a:cubicBezTo>
                    <a:pt x="61767" y="2142"/>
                    <a:pt x="61767" y="2142"/>
                    <a:pt x="58342" y="2142"/>
                  </a:cubicBezTo>
                  <a:lnTo>
                    <a:pt x="58342" y="2142"/>
                  </a:lnTo>
                  <a:lnTo>
                    <a:pt x="58342" y="2142"/>
                  </a:lnTo>
                  <a:cubicBezTo>
                    <a:pt x="58342" y="4216"/>
                    <a:pt x="54806" y="4216"/>
                    <a:pt x="54806" y="4216"/>
                  </a:cubicBezTo>
                  <a:lnTo>
                    <a:pt x="54806" y="4216"/>
                  </a:lnTo>
                  <a:lnTo>
                    <a:pt x="54806" y="4216"/>
                  </a:lnTo>
                  <a:lnTo>
                    <a:pt x="54806" y="4216"/>
                  </a:lnTo>
                  <a:cubicBezTo>
                    <a:pt x="51381" y="4216"/>
                    <a:pt x="48066" y="6359"/>
                    <a:pt x="48066" y="6359"/>
                  </a:cubicBezTo>
                  <a:cubicBezTo>
                    <a:pt x="44640" y="6359"/>
                    <a:pt x="44640" y="6359"/>
                    <a:pt x="44640" y="6359"/>
                  </a:cubicBezTo>
                  <a:lnTo>
                    <a:pt x="41104" y="8571"/>
                  </a:lnTo>
                  <a:cubicBezTo>
                    <a:pt x="41104" y="8571"/>
                    <a:pt x="41104" y="6359"/>
                    <a:pt x="37679" y="6359"/>
                  </a:cubicBezTo>
                  <a:cubicBezTo>
                    <a:pt x="37679" y="6359"/>
                    <a:pt x="37679" y="6359"/>
                    <a:pt x="34364" y="6359"/>
                  </a:cubicBezTo>
                  <a:lnTo>
                    <a:pt x="34364" y="6359"/>
                  </a:lnTo>
                  <a:lnTo>
                    <a:pt x="34364" y="6359"/>
                  </a:lnTo>
                  <a:lnTo>
                    <a:pt x="37679" y="6359"/>
                  </a:lnTo>
                  <a:lnTo>
                    <a:pt x="37679" y="6359"/>
                  </a:lnTo>
                  <a:cubicBezTo>
                    <a:pt x="37679" y="8571"/>
                    <a:pt x="37679" y="8571"/>
                    <a:pt x="37679" y="8571"/>
                  </a:cubicBezTo>
                  <a:lnTo>
                    <a:pt x="37679" y="8571"/>
                  </a:lnTo>
                  <a:cubicBezTo>
                    <a:pt x="37679" y="10714"/>
                    <a:pt x="37679" y="10714"/>
                    <a:pt x="37679" y="10714"/>
                  </a:cubicBezTo>
                  <a:lnTo>
                    <a:pt x="37679" y="10714"/>
                  </a:lnTo>
                  <a:lnTo>
                    <a:pt x="37679" y="10714"/>
                  </a:lnTo>
                  <a:cubicBezTo>
                    <a:pt x="41104" y="8571"/>
                    <a:pt x="41104" y="8571"/>
                    <a:pt x="41104" y="8571"/>
                  </a:cubicBezTo>
                  <a:cubicBezTo>
                    <a:pt x="41104" y="10714"/>
                    <a:pt x="41104" y="10714"/>
                    <a:pt x="41104" y="10714"/>
                  </a:cubicBezTo>
                  <a:cubicBezTo>
                    <a:pt x="41104" y="12788"/>
                    <a:pt x="41104" y="12788"/>
                    <a:pt x="41104" y="12788"/>
                  </a:cubicBezTo>
                  <a:lnTo>
                    <a:pt x="41104" y="12788"/>
                  </a:lnTo>
                  <a:lnTo>
                    <a:pt x="41104" y="12788"/>
                  </a:lnTo>
                  <a:cubicBezTo>
                    <a:pt x="41104" y="12788"/>
                    <a:pt x="41104" y="12788"/>
                    <a:pt x="41104" y="14930"/>
                  </a:cubicBezTo>
                  <a:cubicBezTo>
                    <a:pt x="41104" y="14930"/>
                    <a:pt x="44640" y="14930"/>
                    <a:pt x="44640" y="17142"/>
                  </a:cubicBezTo>
                  <a:lnTo>
                    <a:pt x="44640" y="17142"/>
                  </a:lnTo>
                  <a:lnTo>
                    <a:pt x="41104" y="19285"/>
                  </a:lnTo>
                  <a:cubicBezTo>
                    <a:pt x="41104" y="19285"/>
                    <a:pt x="41104" y="19285"/>
                    <a:pt x="37679" y="19285"/>
                  </a:cubicBezTo>
                  <a:lnTo>
                    <a:pt x="37679" y="19285"/>
                  </a:lnTo>
                  <a:cubicBezTo>
                    <a:pt x="37679" y="19285"/>
                    <a:pt x="37679" y="19285"/>
                    <a:pt x="37679" y="21359"/>
                  </a:cubicBezTo>
                  <a:lnTo>
                    <a:pt x="37679" y="21359"/>
                  </a:lnTo>
                  <a:lnTo>
                    <a:pt x="37679" y="21359"/>
                  </a:lnTo>
                  <a:lnTo>
                    <a:pt x="37679" y="23502"/>
                  </a:lnTo>
                  <a:lnTo>
                    <a:pt x="37679" y="23502"/>
                  </a:lnTo>
                  <a:cubicBezTo>
                    <a:pt x="37679" y="23502"/>
                    <a:pt x="37679" y="23502"/>
                    <a:pt x="34364" y="25714"/>
                  </a:cubicBezTo>
                  <a:cubicBezTo>
                    <a:pt x="34364" y="25714"/>
                    <a:pt x="34364" y="27857"/>
                    <a:pt x="30939" y="27857"/>
                  </a:cubicBezTo>
                  <a:lnTo>
                    <a:pt x="30939" y="27857"/>
                  </a:lnTo>
                  <a:lnTo>
                    <a:pt x="30939" y="27857"/>
                  </a:lnTo>
                  <a:cubicBezTo>
                    <a:pt x="30939" y="29930"/>
                    <a:pt x="27403" y="29930"/>
                    <a:pt x="23977" y="32073"/>
                  </a:cubicBezTo>
                  <a:lnTo>
                    <a:pt x="23977" y="32073"/>
                  </a:lnTo>
                  <a:cubicBezTo>
                    <a:pt x="23977" y="32073"/>
                    <a:pt x="23977" y="32073"/>
                    <a:pt x="23977" y="34285"/>
                  </a:cubicBezTo>
                  <a:cubicBezTo>
                    <a:pt x="23977" y="34285"/>
                    <a:pt x="23977" y="34285"/>
                    <a:pt x="20662" y="36428"/>
                  </a:cubicBezTo>
                  <a:lnTo>
                    <a:pt x="20662" y="36428"/>
                  </a:lnTo>
                  <a:lnTo>
                    <a:pt x="17237" y="36428"/>
                  </a:lnTo>
                  <a:lnTo>
                    <a:pt x="17237" y="36428"/>
                  </a:lnTo>
                  <a:cubicBezTo>
                    <a:pt x="13701" y="38502"/>
                    <a:pt x="13701" y="38502"/>
                    <a:pt x="13701" y="38502"/>
                  </a:cubicBezTo>
                  <a:cubicBezTo>
                    <a:pt x="13701" y="38502"/>
                    <a:pt x="10386" y="38502"/>
                    <a:pt x="10386" y="36428"/>
                  </a:cubicBezTo>
                  <a:cubicBezTo>
                    <a:pt x="10386" y="38502"/>
                    <a:pt x="10386" y="38502"/>
                    <a:pt x="10386" y="38502"/>
                  </a:cubicBezTo>
                  <a:lnTo>
                    <a:pt x="6961" y="38502"/>
                  </a:lnTo>
                  <a:lnTo>
                    <a:pt x="6961" y="38502"/>
                  </a:lnTo>
                  <a:cubicBezTo>
                    <a:pt x="10386" y="38502"/>
                    <a:pt x="10386" y="38502"/>
                    <a:pt x="10386" y="38502"/>
                  </a:cubicBezTo>
                  <a:lnTo>
                    <a:pt x="10386" y="40645"/>
                  </a:lnTo>
                  <a:lnTo>
                    <a:pt x="10386" y="40645"/>
                  </a:lnTo>
                  <a:lnTo>
                    <a:pt x="10386" y="40645"/>
                  </a:lnTo>
                  <a:cubicBezTo>
                    <a:pt x="10386" y="42857"/>
                    <a:pt x="10386" y="42857"/>
                    <a:pt x="10386" y="42857"/>
                  </a:cubicBezTo>
                  <a:lnTo>
                    <a:pt x="10386" y="42857"/>
                  </a:lnTo>
                  <a:cubicBezTo>
                    <a:pt x="13701" y="42857"/>
                    <a:pt x="13701" y="42857"/>
                    <a:pt x="13701" y="45000"/>
                  </a:cubicBezTo>
                  <a:lnTo>
                    <a:pt x="13701" y="45000"/>
                  </a:lnTo>
                  <a:cubicBezTo>
                    <a:pt x="17237" y="45000"/>
                    <a:pt x="17237" y="47073"/>
                    <a:pt x="17237" y="47073"/>
                  </a:cubicBezTo>
                  <a:cubicBezTo>
                    <a:pt x="17237" y="49216"/>
                    <a:pt x="17237" y="49216"/>
                    <a:pt x="17237" y="49216"/>
                  </a:cubicBezTo>
                  <a:lnTo>
                    <a:pt x="17237" y="49216"/>
                  </a:lnTo>
                  <a:cubicBezTo>
                    <a:pt x="17237" y="51428"/>
                    <a:pt x="17237" y="51428"/>
                    <a:pt x="17237" y="51428"/>
                  </a:cubicBezTo>
                  <a:lnTo>
                    <a:pt x="13701" y="53502"/>
                  </a:lnTo>
                  <a:lnTo>
                    <a:pt x="13701" y="53502"/>
                  </a:lnTo>
                  <a:lnTo>
                    <a:pt x="10386" y="53502"/>
                  </a:lnTo>
                  <a:lnTo>
                    <a:pt x="10386" y="53502"/>
                  </a:lnTo>
                  <a:lnTo>
                    <a:pt x="10386" y="53502"/>
                  </a:lnTo>
                  <a:cubicBezTo>
                    <a:pt x="6961" y="53502"/>
                    <a:pt x="6961" y="53502"/>
                    <a:pt x="3425" y="53502"/>
                  </a:cubicBezTo>
                  <a:lnTo>
                    <a:pt x="3425" y="53502"/>
                  </a:lnTo>
                  <a:lnTo>
                    <a:pt x="3425" y="53502"/>
                  </a:lnTo>
                  <a:cubicBezTo>
                    <a:pt x="3425" y="53502"/>
                    <a:pt x="3425" y="53502"/>
                    <a:pt x="0" y="53502"/>
                  </a:cubicBezTo>
                  <a:lnTo>
                    <a:pt x="0" y="53502"/>
                  </a:lnTo>
                  <a:cubicBezTo>
                    <a:pt x="3425" y="53502"/>
                    <a:pt x="3425" y="53502"/>
                    <a:pt x="3425" y="55645"/>
                  </a:cubicBezTo>
                  <a:lnTo>
                    <a:pt x="3425" y="55645"/>
                  </a:lnTo>
                  <a:lnTo>
                    <a:pt x="6961" y="55645"/>
                  </a:lnTo>
                  <a:cubicBezTo>
                    <a:pt x="6961" y="55645"/>
                    <a:pt x="6961" y="55645"/>
                    <a:pt x="10386" y="55645"/>
                  </a:cubicBezTo>
                  <a:lnTo>
                    <a:pt x="13701" y="55645"/>
                  </a:lnTo>
                  <a:cubicBezTo>
                    <a:pt x="13701" y="57788"/>
                    <a:pt x="13701" y="57788"/>
                    <a:pt x="13701" y="60000"/>
                  </a:cubicBezTo>
                  <a:cubicBezTo>
                    <a:pt x="10386" y="60000"/>
                    <a:pt x="10386" y="60000"/>
                    <a:pt x="10386" y="60000"/>
                  </a:cubicBezTo>
                  <a:cubicBezTo>
                    <a:pt x="10386" y="60000"/>
                    <a:pt x="10386" y="62073"/>
                    <a:pt x="6961" y="62073"/>
                  </a:cubicBezTo>
                  <a:lnTo>
                    <a:pt x="6961" y="60000"/>
                  </a:lnTo>
                  <a:cubicBezTo>
                    <a:pt x="6961" y="62073"/>
                    <a:pt x="6961" y="62073"/>
                    <a:pt x="6961" y="62073"/>
                  </a:cubicBezTo>
                  <a:cubicBezTo>
                    <a:pt x="10386" y="62073"/>
                    <a:pt x="10386" y="62073"/>
                    <a:pt x="10386" y="64216"/>
                  </a:cubicBezTo>
                  <a:lnTo>
                    <a:pt x="10386" y="64216"/>
                  </a:lnTo>
                  <a:lnTo>
                    <a:pt x="13701" y="64216"/>
                  </a:lnTo>
                  <a:cubicBezTo>
                    <a:pt x="13701" y="64216"/>
                    <a:pt x="13701" y="64216"/>
                    <a:pt x="17237" y="64216"/>
                  </a:cubicBezTo>
                  <a:lnTo>
                    <a:pt x="17237" y="64216"/>
                  </a:lnTo>
                  <a:cubicBezTo>
                    <a:pt x="20662" y="64216"/>
                    <a:pt x="20662" y="64216"/>
                    <a:pt x="20662" y="64216"/>
                  </a:cubicBezTo>
                  <a:cubicBezTo>
                    <a:pt x="20662" y="62073"/>
                    <a:pt x="20662" y="62073"/>
                    <a:pt x="20662" y="62073"/>
                  </a:cubicBezTo>
                  <a:lnTo>
                    <a:pt x="23977" y="60000"/>
                  </a:lnTo>
                  <a:cubicBezTo>
                    <a:pt x="30939" y="47073"/>
                    <a:pt x="30939" y="47073"/>
                    <a:pt x="30939" y="47073"/>
                  </a:cubicBezTo>
                  <a:cubicBezTo>
                    <a:pt x="27403" y="60000"/>
                    <a:pt x="27403" y="60000"/>
                    <a:pt x="27403" y="60000"/>
                  </a:cubicBezTo>
                  <a:lnTo>
                    <a:pt x="27403" y="62073"/>
                  </a:lnTo>
                  <a:lnTo>
                    <a:pt x="27403" y="62073"/>
                  </a:lnTo>
                  <a:cubicBezTo>
                    <a:pt x="27403" y="64216"/>
                    <a:pt x="27403" y="64216"/>
                    <a:pt x="27403" y="64216"/>
                  </a:cubicBezTo>
                  <a:lnTo>
                    <a:pt x="27403" y="64216"/>
                  </a:lnTo>
                  <a:cubicBezTo>
                    <a:pt x="30939" y="66359"/>
                    <a:pt x="27403" y="68571"/>
                    <a:pt x="27403" y="68571"/>
                  </a:cubicBezTo>
                  <a:cubicBezTo>
                    <a:pt x="27403" y="70645"/>
                    <a:pt x="27403" y="70645"/>
                    <a:pt x="27403" y="70645"/>
                  </a:cubicBezTo>
                  <a:lnTo>
                    <a:pt x="27403" y="70645"/>
                  </a:lnTo>
                  <a:cubicBezTo>
                    <a:pt x="27403" y="72788"/>
                    <a:pt x="27403" y="72788"/>
                    <a:pt x="27403" y="72788"/>
                  </a:cubicBezTo>
                  <a:cubicBezTo>
                    <a:pt x="27403" y="74930"/>
                    <a:pt x="27403" y="74930"/>
                    <a:pt x="27403" y="77142"/>
                  </a:cubicBezTo>
                  <a:lnTo>
                    <a:pt x="27403" y="77142"/>
                  </a:lnTo>
                  <a:cubicBezTo>
                    <a:pt x="27403" y="77142"/>
                    <a:pt x="27403" y="79216"/>
                    <a:pt x="30939" y="79216"/>
                  </a:cubicBezTo>
                  <a:cubicBezTo>
                    <a:pt x="30939" y="79216"/>
                    <a:pt x="30939" y="81359"/>
                    <a:pt x="30939" y="83502"/>
                  </a:cubicBezTo>
                  <a:cubicBezTo>
                    <a:pt x="30939" y="83502"/>
                    <a:pt x="30939" y="85714"/>
                    <a:pt x="34364" y="89930"/>
                  </a:cubicBezTo>
                  <a:cubicBezTo>
                    <a:pt x="34364" y="92004"/>
                    <a:pt x="34364" y="92004"/>
                    <a:pt x="37679" y="92004"/>
                  </a:cubicBezTo>
                  <a:cubicBezTo>
                    <a:pt x="37679" y="94216"/>
                    <a:pt x="37679" y="94216"/>
                    <a:pt x="37679" y="98433"/>
                  </a:cubicBezTo>
                  <a:cubicBezTo>
                    <a:pt x="37679" y="100576"/>
                    <a:pt x="41104" y="102788"/>
                    <a:pt x="41104" y="102788"/>
                  </a:cubicBezTo>
                  <a:cubicBezTo>
                    <a:pt x="41104" y="102788"/>
                    <a:pt x="41104" y="104861"/>
                    <a:pt x="44640" y="104861"/>
                  </a:cubicBezTo>
                  <a:cubicBezTo>
                    <a:pt x="44640" y="104861"/>
                    <a:pt x="44640" y="104861"/>
                    <a:pt x="44640" y="107004"/>
                  </a:cubicBezTo>
                  <a:cubicBezTo>
                    <a:pt x="44640" y="107004"/>
                    <a:pt x="44640" y="107004"/>
                    <a:pt x="48066" y="109147"/>
                  </a:cubicBezTo>
                  <a:lnTo>
                    <a:pt x="48066" y="109147"/>
                  </a:lnTo>
                  <a:cubicBezTo>
                    <a:pt x="48066" y="109147"/>
                    <a:pt x="48066" y="109147"/>
                    <a:pt x="48066" y="111359"/>
                  </a:cubicBezTo>
                  <a:lnTo>
                    <a:pt x="48066" y="111359"/>
                  </a:lnTo>
                  <a:cubicBezTo>
                    <a:pt x="48066" y="113433"/>
                    <a:pt x="48066" y="113433"/>
                    <a:pt x="48066" y="115576"/>
                  </a:cubicBezTo>
                  <a:cubicBezTo>
                    <a:pt x="51381" y="117718"/>
                    <a:pt x="51381" y="117718"/>
                    <a:pt x="51381" y="117718"/>
                  </a:cubicBezTo>
                  <a:lnTo>
                    <a:pt x="51381" y="119930"/>
                  </a:lnTo>
                  <a:lnTo>
                    <a:pt x="51381" y="119930"/>
                  </a:lnTo>
                  <a:lnTo>
                    <a:pt x="51381" y="119930"/>
                  </a:lnTo>
                  <a:lnTo>
                    <a:pt x="51381" y="119930"/>
                  </a:lnTo>
                  <a:lnTo>
                    <a:pt x="54806" y="119930"/>
                  </a:lnTo>
                  <a:lnTo>
                    <a:pt x="54806" y="119930"/>
                  </a:lnTo>
                  <a:lnTo>
                    <a:pt x="54806" y="119930"/>
                  </a:lnTo>
                  <a:lnTo>
                    <a:pt x="58342" y="119930"/>
                  </a:lnTo>
                  <a:cubicBezTo>
                    <a:pt x="58342" y="117718"/>
                    <a:pt x="58342" y="115576"/>
                    <a:pt x="61767" y="115576"/>
                  </a:cubicBezTo>
                  <a:lnTo>
                    <a:pt x="61767" y="115576"/>
                  </a:lnTo>
                  <a:lnTo>
                    <a:pt x="61767" y="115576"/>
                  </a:lnTo>
                  <a:lnTo>
                    <a:pt x="65082" y="115576"/>
                  </a:lnTo>
                  <a:lnTo>
                    <a:pt x="65082" y="115576"/>
                  </a:lnTo>
                  <a:lnTo>
                    <a:pt x="65082" y="113433"/>
                  </a:lnTo>
                  <a:cubicBezTo>
                    <a:pt x="65082" y="113433"/>
                    <a:pt x="65082" y="113433"/>
                    <a:pt x="65082" y="111359"/>
                  </a:cubicBezTo>
                  <a:lnTo>
                    <a:pt x="65082" y="111359"/>
                  </a:lnTo>
                  <a:lnTo>
                    <a:pt x="65082" y="109147"/>
                  </a:lnTo>
                  <a:lnTo>
                    <a:pt x="65082" y="109147"/>
                  </a:lnTo>
                  <a:cubicBezTo>
                    <a:pt x="65082" y="107004"/>
                    <a:pt x="65082" y="107004"/>
                    <a:pt x="65082" y="104861"/>
                  </a:cubicBezTo>
                  <a:lnTo>
                    <a:pt x="65082" y="104861"/>
                  </a:lnTo>
                  <a:lnTo>
                    <a:pt x="65082" y="104861"/>
                  </a:lnTo>
                  <a:cubicBezTo>
                    <a:pt x="65082" y="102788"/>
                    <a:pt x="68508" y="100576"/>
                    <a:pt x="68508" y="100576"/>
                  </a:cubicBezTo>
                  <a:cubicBezTo>
                    <a:pt x="68508" y="98433"/>
                    <a:pt x="68508" y="98433"/>
                    <a:pt x="68508" y="98433"/>
                  </a:cubicBezTo>
                  <a:lnTo>
                    <a:pt x="68508" y="98433"/>
                  </a:lnTo>
                  <a:cubicBezTo>
                    <a:pt x="68508" y="98433"/>
                    <a:pt x="68508" y="98433"/>
                    <a:pt x="68508" y="96290"/>
                  </a:cubicBezTo>
                  <a:lnTo>
                    <a:pt x="68508" y="96290"/>
                  </a:lnTo>
                  <a:cubicBezTo>
                    <a:pt x="65082" y="94216"/>
                    <a:pt x="68508" y="89930"/>
                    <a:pt x="68508" y="89930"/>
                  </a:cubicBezTo>
                  <a:cubicBezTo>
                    <a:pt x="68508" y="87788"/>
                    <a:pt x="72044" y="87788"/>
                    <a:pt x="75469" y="85714"/>
                  </a:cubicBezTo>
                  <a:lnTo>
                    <a:pt x="75469" y="85714"/>
                  </a:lnTo>
                  <a:cubicBezTo>
                    <a:pt x="75469" y="83502"/>
                    <a:pt x="78784" y="83502"/>
                    <a:pt x="78784" y="83502"/>
                  </a:cubicBezTo>
                  <a:lnTo>
                    <a:pt x="82209" y="83502"/>
                  </a:lnTo>
                  <a:lnTo>
                    <a:pt x="82209" y="83502"/>
                  </a:lnTo>
                  <a:lnTo>
                    <a:pt x="82209" y="83502"/>
                  </a:lnTo>
                  <a:cubicBezTo>
                    <a:pt x="82209" y="81359"/>
                    <a:pt x="82209" y="81359"/>
                    <a:pt x="85745" y="79216"/>
                  </a:cubicBezTo>
                  <a:lnTo>
                    <a:pt x="89171" y="77142"/>
                  </a:lnTo>
                  <a:lnTo>
                    <a:pt x="89171" y="77142"/>
                  </a:lnTo>
                  <a:lnTo>
                    <a:pt x="89171" y="77142"/>
                  </a:lnTo>
                  <a:cubicBezTo>
                    <a:pt x="92486" y="77142"/>
                    <a:pt x="92486" y="74930"/>
                    <a:pt x="95911" y="74930"/>
                  </a:cubicBezTo>
                  <a:lnTo>
                    <a:pt x="95911" y="74930"/>
                  </a:lnTo>
                  <a:cubicBezTo>
                    <a:pt x="95911" y="72788"/>
                    <a:pt x="95911" y="72788"/>
                    <a:pt x="99447" y="70645"/>
                  </a:cubicBezTo>
                  <a:lnTo>
                    <a:pt x="99447" y="70645"/>
                  </a:lnTo>
                  <a:cubicBezTo>
                    <a:pt x="99447" y="70645"/>
                    <a:pt x="102872" y="70645"/>
                    <a:pt x="102872" y="68571"/>
                  </a:cubicBezTo>
                  <a:lnTo>
                    <a:pt x="106187" y="68571"/>
                  </a:lnTo>
                  <a:lnTo>
                    <a:pt x="106187" y="68571"/>
                  </a:lnTo>
                  <a:cubicBezTo>
                    <a:pt x="106187" y="68571"/>
                    <a:pt x="106187" y="68571"/>
                    <a:pt x="109613" y="66359"/>
                  </a:cubicBezTo>
                  <a:lnTo>
                    <a:pt x="109613" y="66359"/>
                  </a:lnTo>
                  <a:lnTo>
                    <a:pt x="109613" y="66359"/>
                  </a:lnTo>
                  <a:lnTo>
                    <a:pt x="109613" y="66359"/>
                  </a:lnTo>
                  <a:lnTo>
                    <a:pt x="109613" y="66359"/>
                  </a:lnTo>
                  <a:cubicBezTo>
                    <a:pt x="109613" y="64216"/>
                    <a:pt x="109613" y="64216"/>
                    <a:pt x="109613" y="62073"/>
                  </a:cubicBezTo>
                  <a:lnTo>
                    <a:pt x="109613" y="62073"/>
                  </a:lnTo>
                  <a:cubicBezTo>
                    <a:pt x="113149" y="62073"/>
                    <a:pt x="113149" y="60000"/>
                    <a:pt x="113149" y="60000"/>
                  </a:cubicBezTo>
                  <a:cubicBezTo>
                    <a:pt x="116574" y="60000"/>
                    <a:pt x="116574" y="60000"/>
                    <a:pt x="116574" y="60000"/>
                  </a:cubicBezTo>
                  <a:lnTo>
                    <a:pt x="116574" y="57788"/>
                  </a:lnTo>
                  <a:cubicBezTo>
                    <a:pt x="119889" y="57788"/>
                    <a:pt x="119889" y="57788"/>
                    <a:pt x="119889" y="57788"/>
                  </a:cubicBezTo>
                  <a:lnTo>
                    <a:pt x="119889" y="57788"/>
                  </a:lnTo>
                  <a:lnTo>
                    <a:pt x="119889" y="57788"/>
                  </a:lnTo>
                  <a:lnTo>
                    <a:pt x="119889" y="55645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0" name="Shape 11880"/>
            <p:cNvSpPr/>
            <p:nvPr/>
          </p:nvSpPr>
          <p:spPr>
            <a:xfrm>
              <a:off x="4895850" y="1801813"/>
              <a:ext cx="290513" cy="2905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5247" y="115099"/>
                  </a:moveTo>
                  <a:lnTo>
                    <a:pt x="55247" y="115099"/>
                  </a:lnTo>
                  <a:lnTo>
                    <a:pt x="55247" y="115099"/>
                  </a:lnTo>
                  <a:lnTo>
                    <a:pt x="55247" y="115099"/>
                  </a:lnTo>
                  <a:lnTo>
                    <a:pt x="55247" y="115099"/>
                  </a:lnTo>
                  <a:cubicBezTo>
                    <a:pt x="59851" y="115099"/>
                    <a:pt x="59851" y="115099"/>
                    <a:pt x="59851" y="115099"/>
                  </a:cubicBezTo>
                  <a:lnTo>
                    <a:pt x="64603" y="115099"/>
                  </a:lnTo>
                  <a:lnTo>
                    <a:pt x="64603" y="115099"/>
                  </a:lnTo>
                  <a:lnTo>
                    <a:pt x="64603" y="115099"/>
                  </a:lnTo>
                  <a:cubicBezTo>
                    <a:pt x="69207" y="115099"/>
                    <a:pt x="69207" y="115099"/>
                    <a:pt x="69207" y="115099"/>
                  </a:cubicBezTo>
                  <a:lnTo>
                    <a:pt x="69207" y="115099"/>
                  </a:lnTo>
                  <a:lnTo>
                    <a:pt x="69207" y="110495"/>
                  </a:lnTo>
                  <a:lnTo>
                    <a:pt x="69207" y="110495"/>
                  </a:lnTo>
                  <a:lnTo>
                    <a:pt x="69207" y="110495"/>
                  </a:lnTo>
                  <a:lnTo>
                    <a:pt x="69207" y="110495"/>
                  </a:lnTo>
                  <a:lnTo>
                    <a:pt x="69207" y="110495"/>
                  </a:lnTo>
                  <a:cubicBezTo>
                    <a:pt x="69207" y="110495"/>
                    <a:pt x="64603" y="110495"/>
                    <a:pt x="64603" y="106039"/>
                  </a:cubicBezTo>
                  <a:lnTo>
                    <a:pt x="64603" y="101435"/>
                  </a:lnTo>
                  <a:lnTo>
                    <a:pt x="64603" y="101435"/>
                  </a:lnTo>
                  <a:lnTo>
                    <a:pt x="64603" y="101435"/>
                  </a:lnTo>
                  <a:cubicBezTo>
                    <a:pt x="59851" y="101435"/>
                    <a:pt x="59851" y="101435"/>
                    <a:pt x="59851" y="101435"/>
                  </a:cubicBezTo>
                  <a:cubicBezTo>
                    <a:pt x="59851" y="96683"/>
                    <a:pt x="59851" y="96683"/>
                    <a:pt x="59851" y="92079"/>
                  </a:cubicBezTo>
                  <a:lnTo>
                    <a:pt x="59851" y="87623"/>
                  </a:lnTo>
                  <a:lnTo>
                    <a:pt x="59851" y="87623"/>
                  </a:lnTo>
                  <a:cubicBezTo>
                    <a:pt x="59851" y="83019"/>
                    <a:pt x="64603" y="83019"/>
                    <a:pt x="64603" y="83019"/>
                  </a:cubicBezTo>
                  <a:cubicBezTo>
                    <a:pt x="64603" y="78267"/>
                    <a:pt x="69207" y="78267"/>
                    <a:pt x="69207" y="78267"/>
                  </a:cubicBezTo>
                  <a:lnTo>
                    <a:pt x="69207" y="78267"/>
                  </a:lnTo>
                  <a:lnTo>
                    <a:pt x="69207" y="78267"/>
                  </a:lnTo>
                  <a:lnTo>
                    <a:pt x="69207" y="78267"/>
                  </a:lnTo>
                  <a:cubicBezTo>
                    <a:pt x="73663" y="78267"/>
                    <a:pt x="73663" y="78267"/>
                    <a:pt x="73663" y="83019"/>
                  </a:cubicBezTo>
                  <a:lnTo>
                    <a:pt x="73663" y="83019"/>
                  </a:lnTo>
                  <a:cubicBezTo>
                    <a:pt x="78415" y="78267"/>
                    <a:pt x="78415" y="78267"/>
                    <a:pt x="78415" y="78267"/>
                  </a:cubicBezTo>
                  <a:lnTo>
                    <a:pt x="78415" y="78267"/>
                  </a:lnTo>
                  <a:cubicBezTo>
                    <a:pt x="78415" y="73663"/>
                    <a:pt x="78415" y="73663"/>
                    <a:pt x="83019" y="73663"/>
                  </a:cubicBezTo>
                  <a:cubicBezTo>
                    <a:pt x="83019" y="73663"/>
                    <a:pt x="83019" y="73663"/>
                    <a:pt x="83019" y="69207"/>
                  </a:cubicBezTo>
                  <a:lnTo>
                    <a:pt x="87475" y="69207"/>
                  </a:lnTo>
                  <a:cubicBezTo>
                    <a:pt x="87475" y="69207"/>
                    <a:pt x="87475" y="69207"/>
                    <a:pt x="92079" y="64603"/>
                  </a:cubicBezTo>
                  <a:lnTo>
                    <a:pt x="92079" y="64603"/>
                  </a:lnTo>
                  <a:lnTo>
                    <a:pt x="92079" y="64603"/>
                  </a:lnTo>
                  <a:lnTo>
                    <a:pt x="92079" y="64603"/>
                  </a:lnTo>
                  <a:cubicBezTo>
                    <a:pt x="92079" y="59851"/>
                    <a:pt x="92079" y="59851"/>
                    <a:pt x="96831" y="59851"/>
                  </a:cubicBezTo>
                  <a:lnTo>
                    <a:pt x="96831" y="59851"/>
                  </a:lnTo>
                  <a:lnTo>
                    <a:pt x="96831" y="59851"/>
                  </a:lnTo>
                  <a:cubicBezTo>
                    <a:pt x="96831" y="55247"/>
                    <a:pt x="96831" y="55247"/>
                    <a:pt x="101435" y="55247"/>
                  </a:cubicBezTo>
                  <a:cubicBezTo>
                    <a:pt x="101435" y="50792"/>
                    <a:pt x="101435" y="50792"/>
                    <a:pt x="101435" y="50792"/>
                  </a:cubicBezTo>
                  <a:cubicBezTo>
                    <a:pt x="101435" y="46188"/>
                    <a:pt x="101435" y="46188"/>
                    <a:pt x="101435" y="46188"/>
                  </a:cubicBezTo>
                  <a:lnTo>
                    <a:pt x="101435" y="41435"/>
                  </a:lnTo>
                  <a:lnTo>
                    <a:pt x="101435" y="41435"/>
                  </a:lnTo>
                  <a:lnTo>
                    <a:pt x="101435" y="41435"/>
                  </a:lnTo>
                  <a:lnTo>
                    <a:pt x="101435" y="41435"/>
                  </a:lnTo>
                  <a:cubicBezTo>
                    <a:pt x="101435" y="41435"/>
                    <a:pt x="101435" y="41435"/>
                    <a:pt x="96831" y="41435"/>
                  </a:cubicBezTo>
                  <a:cubicBezTo>
                    <a:pt x="96831" y="36831"/>
                    <a:pt x="96831" y="36831"/>
                    <a:pt x="96831" y="36831"/>
                  </a:cubicBezTo>
                  <a:cubicBezTo>
                    <a:pt x="96831" y="32376"/>
                    <a:pt x="96831" y="32376"/>
                    <a:pt x="96831" y="32376"/>
                  </a:cubicBezTo>
                  <a:lnTo>
                    <a:pt x="96831" y="27772"/>
                  </a:lnTo>
                  <a:lnTo>
                    <a:pt x="96831" y="27772"/>
                  </a:lnTo>
                  <a:lnTo>
                    <a:pt x="96831" y="27772"/>
                  </a:lnTo>
                  <a:lnTo>
                    <a:pt x="96831" y="23019"/>
                  </a:lnTo>
                  <a:cubicBezTo>
                    <a:pt x="96831" y="23019"/>
                    <a:pt x="96831" y="23019"/>
                    <a:pt x="96831" y="18415"/>
                  </a:cubicBezTo>
                  <a:cubicBezTo>
                    <a:pt x="96831" y="18415"/>
                    <a:pt x="96831" y="18415"/>
                    <a:pt x="96831" y="13960"/>
                  </a:cubicBezTo>
                  <a:lnTo>
                    <a:pt x="96831" y="13960"/>
                  </a:lnTo>
                  <a:lnTo>
                    <a:pt x="101435" y="13960"/>
                  </a:lnTo>
                  <a:lnTo>
                    <a:pt x="101435" y="13960"/>
                  </a:lnTo>
                  <a:lnTo>
                    <a:pt x="101435" y="13960"/>
                  </a:lnTo>
                  <a:lnTo>
                    <a:pt x="101435" y="13960"/>
                  </a:lnTo>
                  <a:cubicBezTo>
                    <a:pt x="105891" y="13960"/>
                    <a:pt x="105891" y="13960"/>
                    <a:pt x="110495" y="18415"/>
                  </a:cubicBezTo>
                  <a:lnTo>
                    <a:pt x="110495" y="18415"/>
                  </a:lnTo>
                  <a:lnTo>
                    <a:pt x="110495" y="18415"/>
                  </a:lnTo>
                  <a:cubicBezTo>
                    <a:pt x="115247" y="13960"/>
                    <a:pt x="115247" y="13960"/>
                    <a:pt x="115247" y="13960"/>
                  </a:cubicBezTo>
                  <a:cubicBezTo>
                    <a:pt x="119851" y="13960"/>
                    <a:pt x="119851" y="13960"/>
                    <a:pt x="119851" y="13960"/>
                  </a:cubicBezTo>
                  <a:lnTo>
                    <a:pt x="115247" y="13960"/>
                  </a:lnTo>
                  <a:lnTo>
                    <a:pt x="115247" y="9356"/>
                  </a:lnTo>
                  <a:lnTo>
                    <a:pt x="110495" y="9356"/>
                  </a:lnTo>
                  <a:lnTo>
                    <a:pt x="110495" y="4603"/>
                  </a:lnTo>
                  <a:lnTo>
                    <a:pt x="110495" y="4603"/>
                  </a:lnTo>
                  <a:lnTo>
                    <a:pt x="110495" y="4603"/>
                  </a:lnTo>
                  <a:lnTo>
                    <a:pt x="105891" y="0"/>
                  </a:lnTo>
                  <a:lnTo>
                    <a:pt x="105891" y="0"/>
                  </a:lnTo>
                  <a:lnTo>
                    <a:pt x="105891" y="0"/>
                  </a:lnTo>
                  <a:lnTo>
                    <a:pt x="101435" y="0"/>
                  </a:lnTo>
                  <a:cubicBezTo>
                    <a:pt x="101435" y="0"/>
                    <a:pt x="101435" y="0"/>
                    <a:pt x="96831" y="0"/>
                  </a:cubicBezTo>
                  <a:cubicBezTo>
                    <a:pt x="96831" y="0"/>
                    <a:pt x="96831" y="0"/>
                    <a:pt x="92079" y="4603"/>
                  </a:cubicBezTo>
                  <a:lnTo>
                    <a:pt x="92079" y="4603"/>
                  </a:lnTo>
                  <a:lnTo>
                    <a:pt x="92079" y="4603"/>
                  </a:lnTo>
                  <a:cubicBezTo>
                    <a:pt x="92079" y="4603"/>
                    <a:pt x="92079" y="4603"/>
                    <a:pt x="87475" y="4603"/>
                  </a:cubicBezTo>
                  <a:lnTo>
                    <a:pt x="87475" y="4603"/>
                  </a:lnTo>
                  <a:lnTo>
                    <a:pt x="87475" y="4603"/>
                  </a:lnTo>
                  <a:lnTo>
                    <a:pt x="87475" y="4603"/>
                  </a:lnTo>
                  <a:lnTo>
                    <a:pt x="83019" y="4603"/>
                  </a:lnTo>
                  <a:cubicBezTo>
                    <a:pt x="83019" y="4603"/>
                    <a:pt x="83019" y="4603"/>
                    <a:pt x="83019" y="9356"/>
                  </a:cubicBezTo>
                  <a:lnTo>
                    <a:pt x="83019" y="9356"/>
                  </a:lnTo>
                  <a:lnTo>
                    <a:pt x="83019" y="9356"/>
                  </a:lnTo>
                  <a:cubicBezTo>
                    <a:pt x="83019" y="9356"/>
                    <a:pt x="83019" y="9356"/>
                    <a:pt x="83019" y="13960"/>
                  </a:cubicBezTo>
                  <a:lnTo>
                    <a:pt x="83019" y="13960"/>
                  </a:lnTo>
                  <a:lnTo>
                    <a:pt x="83019" y="13960"/>
                  </a:lnTo>
                  <a:lnTo>
                    <a:pt x="83019" y="13960"/>
                  </a:lnTo>
                  <a:cubicBezTo>
                    <a:pt x="83019" y="18415"/>
                    <a:pt x="83019" y="23019"/>
                    <a:pt x="78415" y="23019"/>
                  </a:cubicBezTo>
                  <a:lnTo>
                    <a:pt x="78415" y="23019"/>
                  </a:lnTo>
                  <a:lnTo>
                    <a:pt x="78415" y="23019"/>
                  </a:lnTo>
                  <a:lnTo>
                    <a:pt x="78415" y="23019"/>
                  </a:lnTo>
                  <a:cubicBezTo>
                    <a:pt x="78415" y="27772"/>
                    <a:pt x="78415" y="32376"/>
                    <a:pt x="73663" y="32376"/>
                  </a:cubicBezTo>
                  <a:lnTo>
                    <a:pt x="73663" y="32376"/>
                  </a:lnTo>
                  <a:lnTo>
                    <a:pt x="73663" y="32376"/>
                  </a:lnTo>
                  <a:cubicBezTo>
                    <a:pt x="69207" y="36831"/>
                    <a:pt x="69207" y="36831"/>
                    <a:pt x="69207" y="36831"/>
                  </a:cubicBezTo>
                  <a:lnTo>
                    <a:pt x="69207" y="36831"/>
                  </a:lnTo>
                  <a:cubicBezTo>
                    <a:pt x="69207" y="41435"/>
                    <a:pt x="64603" y="41435"/>
                    <a:pt x="64603" y="41435"/>
                  </a:cubicBezTo>
                  <a:lnTo>
                    <a:pt x="64603" y="41435"/>
                  </a:lnTo>
                  <a:lnTo>
                    <a:pt x="64603" y="41435"/>
                  </a:lnTo>
                  <a:lnTo>
                    <a:pt x="64603" y="41435"/>
                  </a:lnTo>
                  <a:cubicBezTo>
                    <a:pt x="64603" y="46188"/>
                    <a:pt x="64603" y="46188"/>
                    <a:pt x="64603" y="46188"/>
                  </a:cubicBezTo>
                  <a:lnTo>
                    <a:pt x="64603" y="50792"/>
                  </a:lnTo>
                  <a:lnTo>
                    <a:pt x="59851" y="50792"/>
                  </a:lnTo>
                  <a:lnTo>
                    <a:pt x="59851" y="50792"/>
                  </a:lnTo>
                  <a:cubicBezTo>
                    <a:pt x="59851" y="55247"/>
                    <a:pt x="59851" y="55247"/>
                    <a:pt x="55247" y="55247"/>
                  </a:cubicBezTo>
                  <a:lnTo>
                    <a:pt x="55247" y="55247"/>
                  </a:lnTo>
                  <a:cubicBezTo>
                    <a:pt x="55247" y="55247"/>
                    <a:pt x="50792" y="55247"/>
                    <a:pt x="50792" y="50792"/>
                  </a:cubicBezTo>
                  <a:lnTo>
                    <a:pt x="50792" y="50792"/>
                  </a:lnTo>
                  <a:cubicBezTo>
                    <a:pt x="50792" y="50792"/>
                    <a:pt x="50792" y="50792"/>
                    <a:pt x="50792" y="55247"/>
                  </a:cubicBezTo>
                  <a:lnTo>
                    <a:pt x="50792" y="55247"/>
                  </a:lnTo>
                  <a:lnTo>
                    <a:pt x="46188" y="59851"/>
                  </a:lnTo>
                  <a:lnTo>
                    <a:pt x="41584" y="55247"/>
                  </a:lnTo>
                  <a:cubicBezTo>
                    <a:pt x="41584" y="59851"/>
                    <a:pt x="41584" y="59851"/>
                    <a:pt x="41584" y="59851"/>
                  </a:cubicBezTo>
                  <a:lnTo>
                    <a:pt x="41584" y="59851"/>
                  </a:lnTo>
                  <a:cubicBezTo>
                    <a:pt x="41584" y="64603"/>
                    <a:pt x="41584" y="64603"/>
                    <a:pt x="41584" y="64603"/>
                  </a:cubicBezTo>
                  <a:cubicBezTo>
                    <a:pt x="41584" y="69207"/>
                    <a:pt x="41584" y="69207"/>
                    <a:pt x="36831" y="69207"/>
                  </a:cubicBezTo>
                  <a:lnTo>
                    <a:pt x="36831" y="69207"/>
                  </a:lnTo>
                  <a:cubicBezTo>
                    <a:pt x="32376" y="69207"/>
                    <a:pt x="32376" y="69207"/>
                    <a:pt x="32376" y="69207"/>
                  </a:cubicBezTo>
                  <a:lnTo>
                    <a:pt x="32376" y="69207"/>
                  </a:lnTo>
                  <a:lnTo>
                    <a:pt x="32376" y="73663"/>
                  </a:lnTo>
                  <a:lnTo>
                    <a:pt x="32376" y="73663"/>
                  </a:lnTo>
                  <a:cubicBezTo>
                    <a:pt x="27772" y="73663"/>
                    <a:pt x="27772" y="73663"/>
                    <a:pt x="27772" y="73663"/>
                  </a:cubicBezTo>
                  <a:lnTo>
                    <a:pt x="23168" y="73663"/>
                  </a:lnTo>
                  <a:lnTo>
                    <a:pt x="23168" y="73663"/>
                  </a:lnTo>
                  <a:lnTo>
                    <a:pt x="18415" y="73663"/>
                  </a:lnTo>
                  <a:lnTo>
                    <a:pt x="18415" y="73663"/>
                  </a:lnTo>
                  <a:lnTo>
                    <a:pt x="18415" y="73663"/>
                  </a:lnTo>
                  <a:lnTo>
                    <a:pt x="13960" y="73663"/>
                  </a:lnTo>
                  <a:cubicBezTo>
                    <a:pt x="13960" y="73663"/>
                    <a:pt x="9356" y="73663"/>
                    <a:pt x="4752" y="73663"/>
                  </a:cubicBezTo>
                  <a:lnTo>
                    <a:pt x="4752" y="73663"/>
                  </a:lnTo>
                  <a:cubicBezTo>
                    <a:pt x="9356" y="73663"/>
                    <a:pt x="9356" y="78267"/>
                    <a:pt x="9356" y="78267"/>
                  </a:cubicBezTo>
                  <a:lnTo>
                    <a:pt x="9356" y="78267"/>
                  </a:lnTo>
                  <a:lnTo>
                    <a:pt x="9356" y="83019"/>
                  </a:lnTo>
                  <a:cubicBezTo>
                    <a:pt x="9356" y="83019"/>
                    <a:pt x="9356" y="83019"/>
                    <a:pt x="9356" y="87623"/>
                  </a:cubicBezTo>
                  <a:cubicBezTo>
                    <a:pt x="13960" y="87623"/>
                    <a:pt x="13960" y="87623"/>
                    <a:pt x="13960" y="87623"/>
                  </a:cubicBezTo>
                  <a:lnTo>
                    <a:pt x="13960" y="87623"/>
                  </a:lnTo>
                  <a:lnTo>
                    <a:pt x="13960" y="87623"/>
                  </a:lnTo>
                  <a:lnTo>
                    <a:pt x="13960" y="87623"/>
                  </a:lnTo>
                  <a:cubicBezTo>
                    <a:pt x="13960" y="92079"/>
                    <a:pt x="13960" y="92079"/>
                    <a:pt x="13960" y="92079"/>
                  </a:cubicBezTo>
                  <a:cubicBezTo>
                    <a:pt x="13960" y="96683"/>
                    <a:pt x="13960" y="96683"/>
                    <a:pt x="13960" y="96683"/>
                  </a:cubicBezTo>
                  <a:cubicBezTo>
                    <a:pt x="13960" y="101435"/>
                    <a:pt x="9356" y="101435"/>
                    <a:pt x="9356" y="101435"/>
                  </a:cubicBezTo>
                  <a:cubicBezTo>
                    <a:pt x="4752" y="101435"/>
                    <a:pt x="4752" y="101435"/>
                    <a:pt x="4752" y="101435"/>
                  </a:cubicBezTo>
                  <a:cubicBezTo>
                    <a:pt x="4752" y="101435"/>
                    <a:pt x="0" y="101435"/>
                    <a:pt x="0" y="106039"/>
                  </a:cubicBezTo>
                  <a:lnTo>
                    <a:pt x="0" y="106039"/>
                  </a:lnTo>
                  <a:cubicBezTo>
                    <a:pt x="4752" y="106039"/>
                    <a:pt x="4752" y="106039"/>
                    <a:pt x="4752" y="106039"/>
                  </a:cubicBezTo>
                  <a:cubicBezTo>
                    <a:pt x="9356" y="106039"/>
                    <a:pt x="13960" y="106039"/>
                    <a:pt x="18415" y="101435"/>
                  </a:cubicBezTo>
                  <a:lnTo>
                    <a:pt x="18415" y="101435"/>
                  </a:lnTo>
                  <a:cubicBezTo>
                    <a:pt x="23168" y="101435"/>
                    <a:pt x="23168" y="106039"/>
                    <a:pt x="23168" y="106039"/>
                  </a:cubicBezTo>
                  <a:lnTo>
                    <a:pt x="23168" y="106039"/>
                  </a:lnTo>
                  <a:lnTo>
                    <a:pt x="27772" y="106039"/>
                  </a:lnTo>
                  <a:cubicBezTo>
                    <a:pt x="32376" y="106039"/>
                    <a:pt x="32376" y="101435"/>
                    <a:pt x="32376" y="101435"/>
                  </a:cubicBezTo>
                  <a:lnTo>
                    <a:pt x="36831" y="101435"/>
                  </a:lnTo>
                  <a:lnTo>
                    <a:pt x="41584" y="106039"/>
                  </a:lnTo>
                  <a:lnTo>
                    <a:pt x="41584" y="106039"/>
                  </a:lnTo>
                  <a:cubicBezTo>
                    <a:pt x="41584" y="110495"/>
                    <a:pt x="46188" y="110495"/>
                    <a:pt x="46188" y="115099"/>
                  </a:cubicBezTo>
                  <a:cubicBezTo>
                    <a:pt x="46188" y="119851"/>
                    <a:pt x="46188" y="119851"/>
                    <a:pt x="50792" y="119851"/>
                  </a:cubicBezTo>
                  <a:lnTo>
                    <a:pt x="50792" y="119851"/>
                  </a:lnTo>
                  <a:lnTo>
                    <a:pt x="50792" y="119851"/>
                  </a:lnTo>
                  <a:cubicBezTo>
                    <a:pt x="50792" y="115099"/>
                    <a:pt x="55247" y="115099"/>
                    <a:pt x="55247" y="115099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1" name="Shape 11881"/>
            <p:cNvSpPr/>
            <p:nvPr/>
          </p:nvSpPr>
          <p:spPr>
            <a:xfrm>
              <a:off x="5454650" y="2003425"/>
              <a:ext cx="123825" cy="1444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508" y="119702"/>
                  </a:moveTo>
                  <a:lnTo>
                    <a:pt x="43508" y="119702"/>
                  </a:lnTo>
                  <a:lnTo>
                    <a:pt x="43508" y="110769"/>
                  </a:lnTo>
                  <a:lnTo>
                    <a:pt x="54035" y="110769"/>
                  </a:lnTo>
                  <a:lnTo>
                    <a:pt x="54035" y="110769"/>
                  </a:lnTo>
                  <a:lnTo>
                    <a:pt x="54035" y="110769"/>
                  </a:lnTo>
                  <a:lnTo>
                    <a:pt x="54035" y="110769"/>
                  </a:lnTo>
                  <a:lnTo>
                    <a:pt x="54035" y="110769"/>
                  </a:lnTo>
                  <a:lnTo>
                    <a:pt x="54035" y="110769"/>
                  </a:lnTo>
                  <a:lnTo>
                    <a:pt x="54035" y="110769"/>
                  </a:lnTo>
                  <a:lnTo>
                    <a:pt x="54035" y="110769"/>
                  </a:lnTo>
                  <a:lnTo>
                    <a:pt x="54035" y="110769"/>
                  </a:lnTo>
                  <a:lnTo>
                    <a:pt x="54035" y="101240"/>
                  </a:lnTo>
                  <a:lnTo>
                    <a:pt x="54035" y="92009"/>
                  </a:lnTo>
                  <a:lnTo>
                    <a:pt x="54035" y="92009"/>
                  </a:lnTo>
                  <a:lnTo>
                    <a:pt x="54035" y="92009"/>
                  </a:lnTo>
                  <a:cubicBezTo>
                    <a:pt x="54035" y="82779"/>
                    <a:pt x="54035" y="82779"/>
                    <a:pt x="54035" y="82779"/>
                  </a:cubicBezTo>
                  <a:cubicBezTo>
                    <a:pt x="54035" y="82779"/>
                    <a:pt x="54035" y="73846"/>
                    <a:pt x="64912" y="73846"/>
                  </a:cubicBezTo>
                  <a:lnTo>
                    <a:pt x="64912" y="73846"/>
                  </a:lnTo>
                  <a:lnTo>
                    <a:pt x="64912" y="64317"/>
                  </a:lnTo>
                  <a:lnTo>
                    <a:pt x="64912" y="64317"/>
                  </a:lnTo>
                  <a:lnTo>
                    <a:pt x="64912" y="64317"/>
                  </a:lnTo>
                  <a:cubicBezTo>
                    <a:pt x="76140" y="64317"/>
                    <a:pt x="76140" y="73846"/>
                    <a:pt x="76140" y="73846"/>
                  </a:cubicBezTo>
                  <a:cubicBezTo>
                    <a:pt x="87017" y="64317"/>
                    <a:pt x="87017" y="64317"/>
                    <a:pt x="87017" y="64317"/>
                  </a:cubicBezTo>
                  <a:cubicBezTo>
                    <a:pt x="87017" y="55086"/>
                    <a:pt x="87017" y="55086"/>
                    <a:pt x="87017" y="55086"/>
                  </a:cubicBezTo>
                  <a:lnTo>
                    <a:pt x="87017" y="46153"/>
                  </a:lnTo>
                  <a:lnTo>
                    <a:pt x="87017" y="46153"/>
                  </a:lnTo>
                  <a:lnTo>
                    <a:pt x="87017" y="46153"/>
                  </a:lnTo>
                  <a:lnTo>
                    <a:pt x="87017" y="46153"/>
                  </a:lnTo>
                  <a:lnTo>
                    <a:pt x="87017" y="36923"/>
                  </a:lnTo>
                  <a:cubicBezTo>
                    <a:pt x="97543" y="36923"/>
                    <a:pt x="97543" y="36923"/>
                    <a:pt x="97543" y="36923"/>
                  </a:cubicBezTo>
                  <a:cubicBezTo>
                    <a:pt x="97543" y="36923"/>
                    <a:pt x="97543" y="36923"/>
                    <a:pt x="87017" y="36923"/>
                  </a:cubicBezTo>
                  <a:lnTo>
                    <a:pt x="87017" y="36923"/>
                  </a:lnTo>
                  <a:cubicBezTo>
                    <a:pt x="87017" y="36923"/>
                    <a:pt x="87017" y="36923"/>
                    <a:pt x="87017" y="27394"/>
                  </a:cubicBezTo>
                  <a:lnTo>
                    <a:pt x="97543" y="27394"/>
                  </a:lnTo>
                  <a:lnTo>
                    <a:pt x="97543" y="27394"/>
                  </a:lnTo>
                  <a:cubicBezTo>
                    <a:pt x="97543" y="18163"/>
                    <a:pt x="97543" y="18163"/>
                    <a:pt x="108421" y="18163"/>
                  </a:cubicBezTo>
                  <a:lnTo>
                    <a:pt x="108421" y="18163"/>
                  </a:lnTo>
                  <a:lnTo>
                    <a:pt x="108421" y="18163"/>
                  </a:lnTo>
                  <a:cubicBezTo>
                    <a:pt x="108421" y="18163"/>
                    <a:pt x="108421" y="9230"/>
                    <a:pt x="119649" y="9230"/>
                  </a:cubicBezTo>
                  <a:lnTo>
                    <a:pt x="119649" y="9230"/>
                  </a:lnTo>
                  <a:lnTo>
                    <a:pt x="119649" y="9230"/>
                  </a:lnTo>
                  <a:cubicBezTo>
                    <a:pt x="119649" y="9230"/>
                    <a:pt x="119649" y="0"/>
                    <a:pt x="108421" y="0"/>
                  </a:cubicBezTo>
                  <a:lnTo>
                    <a:pt x="108421" y="0"/>
                  </a:lnTo>
                  <a:lnTo>
                    <a:pt x="108421" y="0"/>
                  </a:lnTo>
                  <a:lnTo>
                    <a:pt x="108421" y="0"/>
                  </a:lnTo>
                  <a:cubicBezTo>
                    <a:pt x="108421" y="0"/>
                    <a:pt x="108421" y="0"/>
                    <a:pt x="108421" y="9230"/>
                  </a:cubicBezTo>
                  <a:cubicBezTo>
                    <a:pt x="97543" y="9230"/>
                    <a:pt x="97543" y="9230"/>
                    <a:pt x="87017" y="9230"/>
                  </a:cubicBezTo>
                  <a:cubicBezTo>
                    <a:pt x="87017" y="18163"/>
                    <a:pt x="87017" y="18163"/>
                    <a:pt x="87017" y="18163"/>
                  </a:cubicBezTo>
                  <a:cubicBezTo>
                    <a:pt x="76140" y="18163"/>
                    <a:pt x="64912" y="27394"/>
                    <a:pt x="64912" y="27394"/>
                  </a:cubicBezTo>
                  <a:lnTo>
                    <a:pt x="64912" y="27394"/>
                  </a:lnTo>
                  <a:lnTo>
                    <a:pt x="54035" y="27394"/>
                  </a:lnTo>
                  <a:lnTo>
                    <a:pt x="54035" y="27394"/>
                  </a:lnTo>
                  <a:lnTo>
                    <a:pt x="54035" y="27394"/>
                  </a:lnTo>
                  <a:lnTo>
                    <a:pt x="54035" y="27394"/>
                  </a:lnTo>
                  <a:lnTo>
                    <a:pt x="54035" y="27394"/>
                  </a:lnTo>
                  <a:lnTo>
                    <a:pt x="54035" y="27394"/>
                  </a:lnTo>
                  <a:lnTo>
                    <a:pt x="43508" y="27394"/>
                  </a:lnTo>
                  <a:lnTo>
                    <a:pt x="43508" y="27394"/>
                  </a:lnTo>
                  <a:lnTo>
                    <a:pt x="43508" y="27394"/>
                  </a:lnTo>
                  <a:cubicBezTo>
                    <a:pt x="43508" y="27394"/>
                    <a:pt x="32631" y="27394"/>
                    <a:pt x="32631" y="36923"/>
                  </a:cubicBezTo>
                  <a:cubicBezTo>
                    <a:pt x="21403" y="36923"/>
                    <a:pt x="21403" y="36923"/>
                    <a:pt x="21403" y="36923"/>
                  </a:cubicBezTo>
                  <a:lnTo>
                    <a:pt x="21403" y="36923"/>
                  </a:lnTo>
                  <a:lnTo>
                    <a:pt x="10526" y="27394"/>
                  </a:lnTo>
                  <a:lnTo>
                    <a:pt x="10526" y="27394"/>
                  </a:lnTo>
                  <a:lnTo>
                    <a:pt x="10526" y="27394"/>
                  </a:lnTo>
                  <a:lnTo>
                    <a:pt x="0" y="27394"/>
                  </a:lnTo>
                  <a:lnTo>
                    <a:pt x="0" y="27394"/>
                  </a:lnTo>
                  <a:cubicBezTo>
                    <a:pt x="0" y="36923"/>
                    <a:pt x="10526" y="36923"/>
                    <a:pt x="10526" y="36923"/>
                  </a:cubicBezTo>
                  <a:lnTo>
                    <a:pt x="10526" y="36923"/>
                  </a:lnTo>
                  <a:lnTo>
                    <a:pt x="10526" y="36923"/>
                  </a:lnTo>
                  <a:lnTo>
                    <a:pt x="10526" y="46153"/>
                  </a:lnTo>
                  <a:lnTo>
                    <a:pt x="10526" y="46153"/>
                  </a:lnTo>
                  <a:lnTo>
                    <a:pt x="10526" y="46153"/>
                  </a:lnTo>
                  <a:lnTo>
                    <a:pt x="10526" y="46153"/>
                  </a:lnTo>
                  <a:lnTo>
                    <a:pt x="10526" y="46153"/>
                  </a:lnTo>
                  <a:cubicBezTo>
                    <a:pt x="21403" y="46153"/>
                    <a:pt x="21403" y="46153"/>
                    <a:pt x="32631" y="46153"/>
                  </a:cubicBezTo>
                  <a:lnTo>
                    <a:pt x="32631" y="46153"/>
                  </a:lnTo>
                  <a:lnTo>
                    <a:pt x="32631" y="46153"/>
                  </a:lnTo>
                  <a:lnTo>
                    <a:pt x="32631" y="46153"/>
                  </a:lnTo>
                  <a:lnTo>
                    <a:pt x="32631" y="46153"/>
                  </a:lnTo>
                  <a:cubicBezTo>
                    <a:pt x="43508" y="46153"/>
                    <a:pt x="43508" y="46153"/>
                    <a:pt x="43508" y="46153"/>
                  </a:cubicBezTo>
                  <a:cubicBezTo>
                    <a:pt x="54035" y="46153"/>
                    <a:pt x="54035" y="46153"/>
                    <a:pt x="54035" y="55086"/>
                  </a:cubicBezTo>
                  <a:lnTo>
                    <a:pt x="54035" y="55086"/>
                  </a:lnTo>
                  <a:cubicBezTo>
                    <a:pt x="54035" y="64317"/>
                    <a:pt x="54035" y="64317"/>
                    <a:pt x="54035" y="64317"/>
                  </a:cubicBezTo>
                  <a:cubicBezTo>
                    <a:pt x="54035" y="73846"/>
                    <a:pt x="43508" y="82779"/>
                    <a:pt x="43508" y="82779"/>
                  </a:cubicBezTo>
                  <a:cubicBezTo>
                    <a:pt x="32631" y="82779"/>
                    <a:pt x="32631" y="82779"/>
                    <a:pt x="32631" y="82779"/>
                  </a:cubicBezTo>
                  <a:lnTo>
                    <a:pt x="32631" y="82779"/>
                  </a:lnTo>
                  <a:lnTo>
                    <a:pt x="32631" y="82779"/>
                  </a:lnTo>
                  <a:lnTo>
                    <a:pt x="32631" y="82779"/>
                  </a:lnTo>
                  <a:cubicBezTo>
                    <a:pt x="32631" y="92009"/>
                    <a:pt x="32631" y="92009"/>
                    <a:pt x="32631" y="92009"/>
                  </a:cubicBezTo>
                  <a:cubicBezTo>
                    <a:pt x="32631" y="92009"/>
                    <a:pt x="32631" y="92009"/>
                    <a:pt x="32631" y="101240"/>
                  </a:cubicBezTo>
                  <a:lnTo>
                    <a:pt x="32631" y="101240"/>
                  </a:lnTo>
                  <a:cubicBezTo>
                    <a:pt x="43508" y="101240"/>
                    <a:pt x="43508" y="101240"/>
                    <a:pt x="43508" y="101240"/>
                  </a:cubicBezTo>
                  <a:lnTo>
                    <a:pt x="43508" y="101240"/>
                  </a:lnTo>
                  <a:cubicBezTo>
                    <a:pt x="43508" y="110769"/>
                    <a:pt x="43508" y="110769"/>
                    <a:pt x="43508" y="110769"/>
                  </a:cubicBezTo>
                  <a:cubicBezTo>
                    <a:pt x="43508" y="110769"/>
                    <a:pt x="43508" y="110769"/>
                    <a:pt x="43508" y="11970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2" name="Shape 11882"/>
            <p:cNvSpPr/>
            <p:nvPr/>
          </p:nvSpPr>
          <p:spPr>
            <a:xfrm>
              <a:off x="4214813" y="865188"/>
              <a:ext cx="3192462" cy="803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727" y="36666"/>
                  </a:moveTo>
                  <a:lnTo>
                    <a:pt x="118727" y="36666"/>
                  </a:lnTo>
                  <a:cubicBezTo>
                    <a:pt x="117875" y="36666"/>
                    <a:pt x="117049" y="35000"/>
                    <a:pt x="116629" y="33333"/>
                  </a:cubicBezTo>
                  <a:cubicBezTo>
                    <a:pt x="116629" y="33333"/>
                    <a:pt x="115790" y="30000"/>
                    <a:pt x="113273" y="30000"/>
                  </a:cubicBezTo>
                  <a:lnTo>
                    <a:pt x="113273" y="30000"/>
                  </a:lnTo>
                  <a:cubicBezTo>
                    <a:pt x="112840" y="30000"/>
                    <a:pt x="112434" y="28333"/>
                    <a:pt x="112014" y="28333"/>
                  </a:cubicBezTo>
                  <a:lnTo>
                    <a:pt x="111594" y="28333"/>
                  </a:lnTo>
                  <a:lnTo>
                    <a:pt x="111594" y="28333"/>
                  </a:lnTo>
                  <a:cubicBezTo>
                    <a:pt x="111161" y="28333"/>
                    <a:pt x="111161" y="26666"/>
                    <a:pt x="110755" y="26666"/>
                  </a:cubicBezTo>
                  <a:cubicBezTo>
                    <a:pt x="110755" y="26666"/>
                    <a:pt x="109916" y="26666"/>
                    <a:pt x="108657" y="26666"/>
                  </a:cubicBezTo>
                  <a:cubicBezTo>
                    <a:pt x="108238" y="26666"/>
                    <a:pt x="107399" y="26666"/>
                    <a:pt x="107399" y="26666"/>
                  </a:cubicBezTo>
                  <a:cubicBezTo>
                    <a:pt x="107399" y="26666"/>
                    <a:pt x="107399" y="26666"/>
                    <a:pt x="106979" y="26666"/>
                  </a:cubicBezTo>
                  <a:lnTo>
                    <a:pt x="106979" y="26666"/>
                  </a:lnTo>
                  <a:cubicBezTo>
                    <a:pt x="107399" y="28333"/>
                    <a:pt x="107399" y="28333"/>
                    <a:pt x="107399" y="30000"/>
                  </a:cubicBezTo>
                  <a:lnTo>
                    <a:pt x="106979" y="31666"/>
                  </a:lnTo>
                  <a:cubicBezTo>
                    <a:pt x="106559" y="31666"/>
                    <a:pt x="106559" y="31666"/>
                    <a:pt x="106126" y="30000"/>
                  </a:cubicBezTo>
                  <a:lnTo>
                    <a:pt x="106126" y="30000"/>
                  </a:lnTo>
                  <a:cubicBezTo>
                    <a:pt x="105720" y="30000"/>
                    <a:pt x="104881" y="28333"/>
                    <a:pt x="104881" y="28333"/>
                  </a:cubicBezTo>
                  <a:lnTo>
                    <a:pt x="104881" y="28333"/>
                  </a:lnTo>
                  <a:cubicBezTo>
                    <a:pt x="104448" y="28333"/>
                    <a:pt x="104448" y="28333"/>
                    <a:pt x="104448" y="28333"/>
                  </a:cubicBezTo>
                  <a:lnTo>
                    <a:pt x="104448" y="28333"/>
                  </a:lnTo>
                  <a:cubicBezTo>
                    <a:pt x="104042" y="28333"/>
                    <a:pt x="104042" y="28333"/>
                    <a:pt x="104042" y="28333"/>
                  </a:cubicBezTo>
                  <a:cubicBezTo>
                    <a:pt x="103622" y="28333"/>
                    <a:pt x="103622" y="28333"/>
                    <a:pt x="103622" y="28333"/>
                  </a:cubicBezTo>
                  <a:lnTo>
                    <a:pt x="103203" y="28333"/>
                  </a:lnTo>
                  <a:lnTo>
                    <a:pt x="102770" y="28333"/>
                  </a:lnTo>
                  <a:lnTo>
                    <a:pt x="102770" y="28333"/>
                  </a:lnTo>
                  <a:lnTo>
                    <a:pt x="102770" y="28333"/>
                  </a:lnTo>
                  <a:cubicBezTo>
                    <a:pt x="102770" y="28333"/>
                    <a:pt x="102770" y="28333"/>
                    <a:pt x="102364" y="28333"/>
                  </a:cubicBezTo>
                  <a:cubicBezTo>
                    <a:pt x="102364" y="28333"/>
                    <a:pt x="102364" y="28333"/>
                    <a:pt x="101944" y="28333"/>
                  </a:cubicBezTo>
                  <a:lnTo>
                    <a:pt x="101944" y="28333"/>
                  </a:lnTo>
                  <a:cubicBezTo>
                    <a:pt x="101944" y="28333"/>
                    <a:pt x="101944" y="28333"/>
                    <a:pt x="101524" y="28333"/>
                  </a:cubicBezTo>
                  <a:cubicBezTo>
                    <a:pt x="101524" y="28333"/>
                    <a:pt x="101524" y="28333"/>
                    <a:pt x="101091" y="28333"/>
                  </a:cubicBezTo>
                  <a:lnTo>
                    <a:pt x="100685" y="28333"/>
                  </a:lnTo>
                  <a:lnTo>
                    <a:pt x="100685" y="28333"/>
                  </a:lnTo>
                  <a:lnTo>
                    <a:pt x="100685" y="28333"/>
                  </a:lnTo>
                  <a:lnTo>
                    <a:pt x="100266" y="28333"/>
                  </a:lnTo>
                  <a:lnTo>
                    <a:pt x="100266" y="30000"/>
                  </a:lnTo>
                  <a:cubicBezTo>
                    <a:pt x="100266" y="30000"/>
                    <a:pt x="100266" y="30000"/>
                    <a:pt x="100266" y="31666"/>
                  </a:cubicBezTo>
                  <a:lnTo>
                    <a:pt x="99846" y="31666"/>
                  </a:lnTo>
                  <a:lnTo>
                    <a:pt x="99846" y="31666"/>
                  </a:lnTo>
                  <a:lnTo>
                    <a:pt x="99846" y="31666"/>
                  </a:lnTo>
                  <a:cubicBezTo>
                    <a:pt x="99413" y="30000"/>
                    <a:pt x="99413" y="30000"/>
                    <a:pt x="99413" y="28333"/>
                  </a:cubicBezTo>
                  <a:lnTo>
                    <a:pt x="99413" y="28333"/>
                  </a:lnTo>
                  <a:lnTo>
                    <a:pt x="99413" y="28333"/>
                  </a:lnTo>
                  <a:lnTo>
                    <a:pt x="99413" y="28333"/>
                  </a:lnTo>
                  <a:cubicBezTo>
                    <a:pt x="99007" y="28333"/>
                    <a:pt x="99007" y="28333"/>
                    <a:pt x="99007" y="26666"/>
                  </a:cubicBezTo>
                  <a:cubicBezTo>
                    <a:pt x="98587" y="26666"/>
                    <a:pt x="98587" y="26666"/>
                    <a:pt x="98587" y="26666"/>
                  </a:cubicBezTo>
                  <a:cubicBezTo>
                    <a:pt x="98587" y="25000"/>
                    <a:pt x="98587" y="25000"/>
                    <a:pt x="98587" y="25000"/>
                  </a:cubicBezTo>
                  <a:cubicBezTo>
                    <a:pt x="98587" y="25000"/>
                    <a:pt x="98587" y="23333"/>
                    <a:pt x="98168" y="23333"/>
                  </a:cubicBezTo>
                  <a:cubicBezTo>
                    <a:pt x="97748" y="23333"/>
                    <a:pt x="97748" y="23333"/>
                    <a:pt x="97329" y="23333"/>
                  </a:cubicBezTo>
                  <a:lnTo>
                    <a:pt x="97329" y="23333"/>
                  </a:lnTo>
                  <a:cubicBezTo>
                    <a:pt x="97329" y="23333"/>
                    <a:pt x="97329" y="23333"/>
                    <a:pt x="96909" y="23333"/>
                  </a:cubicBezTo>
                  <a:cubicBezTo>
                    <a:pt x="96489" y="23333"/>
                    <a:pt x="96070" y="23333"/>
                    <a:pt x="95650" y="23333"/>
                  </a:cubicBezTo>
                  <a:cubicBezTo>
                    <a:pt x="95231" y="23333"/>
                    <a:pt x="95231" y="23333"/>
                    <a:pt x="94811" y="23333"/>
                  </a:cubicBezTo>
                  <a:lnTo>
                    <a:pt x="94392" y="23333"/>
                  </a:lnTo>
                  <a:lnTo>
                    <a:pt x="94392" y="23333"/>
                  </a:lnTo>
                  <a:cubicBezTo>
                    <a:pt x="93972" y="23333"/>
                    <a:pt x="93552" y="23333"/>
                    <a:pt x="93552" y="23333"/>
                  </a:cubicBezTo>
                  <a:cubicBezTo>
                    <a:pt x="93133" y="23333"/>
                    <a:pt x="93133" y="23333"/>
                    <a:pt x="93133" y="23333"/>
                  </a:cubicBezTo>
                  <a:cubicBezTo>
                    <a:pt x="93133" y="23333"/>
                    <a:pt x="93133" y="23333"/>
                    <a:pt x="92713" y="23333"/>
                  </a:cubicBezTo>
                  <a:lnTo>
                    <a:pt x="92713" y="23333"/>
                  </a:lnTo>
                  <a:cubicBezTo>
                    <a:pt x="92713" y="23333"/>
                    <a:pt x="92713" y="21666"/>
                    <a:pt x="92294" y="21666"/>
                  </a:cubicBezTo>
                  <a:lnTo>
                    <a:pt x="92294" y="21666"/>
                  </a:lnTo>
                  <a:lnTo>
                    <a:pt x="91874" y="21666"/>
                  </a:lnTo>
                  <a:lnTo>
                    <a:pt x="91874" y="21666"/>
                  </a:lnTo>
                  <a:cubicBezTo>
                    <a:pt x="91454" y="21666"/>
                    <a:pt x="91454" y="21666"/>
                    <a:pt x="91454" y="21666"/>
                  </a:cubicBezTo>
                  <a:lnTo>
                    <a:pt x="91454" y="21666"/>
                  </a:lnTo>
                  <a:lnTo>
                    <a:pt x="91454" y="21666"/>
                  </a:lnTo>
                  <a:lnTo>
                    <a:pt x="91035" y="21666"/>
                  </a:lnTo>
                  <a:lnTo>
                    <a:pt x="91035" y="20000"/>
                  </a:lnTo>
                  <a:lnTo>
                    <a:pt x="91035" y="18333"/>
                  </a:lnTo>
                  <a:cubicBezTo>
                    <a:pt x="90615" y="18333"/>
                    <a:pt x="90615" y="18333"/>
                    <a:pt x="90615" y="18333"/>
                  </a:cubicBezTo>
                  <a:cubicBezTo>
                    <a:pt x="90615" y="18333"/>
                    <a:pt x="90615" y="18333"/>
                    <a:pt x="90196" y="18333"/>
                  </a:cubicBezTo>
                  <a:cubicBezTo>
                    <a:pt x="89776" y="18333"/>
                    <a:pt x="89776" y="18333"/>
                    <a:pt x="89776" y="18333"/>
                  </a:cubicBezTo>
                  <a:lnTo>
                    <a:pt x="89357" y="18333"/>
                  </a:lnTo>
                  <a:cubicBezTo>
                    <a:pt x="89357" y="20000"/>
                    <a:pt x="88937" y="20000"/>
                    <a:pt x="88517" y="21666"/>
                  </a:cubicBezTo>
                  <a:lnTo>
                    <a:pt x="88517" y="21666"/>
                  </a:lnTo>
                  <a:cubicBezTo>
                    <a:pt x="88098" y="21666"/>
                    <a:pt x="87678" y="20000"/>
                    <a:pt x="87678" y="20000"/>
                  </a:cubicBezTo>
                  <a:cubicBezTo>
                    <a:pt x="86420" y="20000"/>
                    <a:pt x="86420" y="20000"/>
                    <a:pt x="86420" y="20000"/>
                  </a:cubicBezTo>
                  <a:cubicBezTo>
                    <a:pt x="87678" y="18333"/>
                    <a:pt x="87678" y="18333"/>
                    <a:pt x="87678" y="18333"/>
                  </a:cubicBezTo>
                  <a:lnTo>
                    <a:pt x="87678" y="18333"/>
                  </a:lnTo>
                  <a:lnTo>
                    <a:pt x="87678" y="18333"/>
                  </a:lnTo>
                  <a:cubicBezTo>
                    <a:pt x="87678" y="16666"/>
                    <a:pt x="87259" y="16666"/>
                    <a:pt x="87259" y="16666"/>
                  </a:cubicBezTo>
                  <a:cubicBezTo>
                    <a:pt x="86839" y="16666"/>
                    <a:pt x="86420" y="16666"/>
                    <a:pt x="86420" y="16666"/>
                  </a:cubicBezTo>
                  <a:lnTo>
                    <a:pt x="86000" y="16666"/>
                  </a:lnTo>
                  <a:lnTo>
                    <a:pt x="86000" y="16666"/>
                  </a:lnTo>
                  <a:cubicBezTo>
                    <a:pt x="85580" y="16666"/>
                    <a:pt x="84741" y="16666"/>
                    <a:pt x="84741" y="16666"/>
                  </a:cubicBezTo>
                  <a:lnTo>
                    <a:pt x="84741" y="16666"/>
                  </a:lnTo>
                  <a:lnTo>
                    <a:pt x="84741" y="16666"/>
                  </a:lnTo>
                  <a:lnTo>
                    <a:pt x="84741" y="16666"/>
                  </a:lnTo>
                  <a:cubicBezTo>
                    <a:pt x="84741" y="16666"/>
                    <a:pt x="84741" y="16666"/>
                    <a:pt x="84322" y="18333"/>
                  </a:cubicBezTo>
                  <a:lnTo>
                    <a:pt x="84322" y="18333"/>
                  </a:lnTo>
                  <a:lnTo>
                    <a:pt x="84322" y="18333"/>
                  </a:lnTo>
                  <a:cubicBezTo>
                    <a:pt x="84322" y="20000"/>
                    <a:pt x="84322" y="20000"/>
                    <a:pt x="84322" y="20000"/>
                  </a:cubicBezTo>
                  <a:cubicBezTo>
                    <a:pt x="84322" y="21666"/>
                    <a:pt x="83902" y="21666"/>
                    <a:pt x="83902" y="21666"/>
                  </a:cubicBezTo>
                  <a:lnTo>
                    <a:pt x="83482" y="21666"/>
                  </a:lnTo>
                  <a:lnTo>
                    <a:pt x="83063" y="21666"/>
                  </a:lnTo>
                  <a:lnTo>
                    <a:pt x="82643" y="21666"/>
                  </a:lnTo>
                  <a:lnTo>
                    <a:pt x="82643" y="21666"/>
                  </a:lnTo>
                  <a:cubicBezTo>
                    <a:pt x="82643" y="23333"/>
                    <a:pt x="82643" y="23333"/>
                    <a:pt x="82224" y="23333"/>
                  </a:cubicBezTo>
                  <a:cubicBezTo>
                    <a:pt x="82224" y="23333"/>
                    <a:pt x="82224" y="21666"/>
                    <a:pt x="81804" y="21666"/>
                  </a:cubicBezTo>
                  <a:lnTo>
                    <a:pt x="81804" y="21666"/>
                  </a:lnTo>
                  <a:cubicBezTo>
                    <a:pt x="81804" y="21666"/>
                    <a:pt x="81385" y="21666"/>
                    <a:pt x="80965" y="20000"/>
                  </a:cubicBezTo>
                  <a:lnTo>
                    <a:pt x="80965" y="20000"/>
                  </a:lnTo>
                  <a:lnTo>
                    <a:pt x="80545" y="21666"/>
                  </a:lnTo>
                  <a:cubicBezTo>
                    <a:pt x="80545" y="21666"/>
                    <a:pt x="80545" y="21666"/>
                    <a:pt x="80126" y="21666"/>
                  </a:cubicBezTo>
                  <a:lnTo>
                    <a:pt x="80126" y="21666"/>
                  </a:lnTo>
                  <a:cubicBezTo>
                    <a:pt x="79706" y="21666"/>
                    <a:pt x="79706" y="21666"/>
                    <a:pt x="79706" y="21666"/>
                  </a:cubicBezTo>
                  <a:cubicBezTo>
                    <a:pt x="79287" y="21666"/>
                    <a:pt x="79287" y="21666"/>
                    <a:pt x="79287" y="21666"/>
                  </a:cubicBezTo>
                  <a:lnTo>
                    <a:pt x="78867" y="20000"/>
                  </a:lnTo>
                  <a:lnTo>
                    <a:pt x="78867" y="20000"/>
                  </a:lnTo>
                  <a:lnTo>
                    <a:pt x="78867" y="20000"/>
                  </a:lnTo>
                  <a:lnTo>
                    <a:pt x="78867" y="20000"/>
                  </a:lnTo>
                  <a:lnTo>
                    <a:pt x="77608" y="23333"/>
                  </a:lnTo>
                  <a:lnTo>
                    <a:pt x="77189" y="25000"/>
                  </a:lnTo>
                  <a:cubicBezTo>
                    <a:pt x="77189" y="25000"/>
                    <a:pt x="76769" y="23333"/>
                    <a:pt x="76363" y="23333"/>
                  </a:cubicBezTo>
                  <a:cubicBezTo>
                    <a:pt x="76363" y="21666"/>
                    <a:pt x="75930" y="21666"/>
                    <a:pt x="75930" y="20000"/>
                  </a:cubicBezTo>
                  <a:lnTo>
                    <a:pt x="75930" y="20000"/>
                  </a:lnTo>
                  <a:lnTo>
                    <a:pt x="75930" y="20000"/>
                  </a:lnTo>
                  <a:lnTo>
                    <a:pt x="75930" y="20000"/>
                  </a:lnTo>
                  <a:lnTo>
                    <a:pt x="75510" y="20000"/>
                  </a:lnTo>
                  <a:lnTo>
                    <a:pt x="75510" y="20000"/>
                  </a:lnTo>
                  <a:cubicBezTo>
                    <a:pt x="75510" y="20000"/>
                    <a:pt x="75510" y="20000"/>
                    <a:pt x="75091" y="20000"/>
                  </a:cubicBezTo>
                  <a:cubicBezTo>
                    <a:pt x="75091" y="20000"/>
                    <a:pt x="75091" y="20000"/>
                    <a:pt x="74671" y="18333"/>
                  </a:cubicBezTo>
                  <a:cubicBezTo>
                    <a:pt x="74671" y="20000"/>
                    <a:pt x="74671" y="20000"/>
                    <a:pt x="74671" y="20000"/>
                  </a:cubicBezTo>
                  <a:cubicBezTo>
                    <a:pt x="74671" y="21666"/>
                    <a:pt x="74671" y="21666"/>
                    <a:pt x="74252" y="21666"/>
                  </a:cubicBezTo>
                  <a:cubicBezTo>
                    <a:pt x="74252" y="21666"/>
                    <a:pt x="74252" y="21666"/>
                    <a:pt x="74252" y="20000"/>
                  </a:cubicBezTo>
                  <a:cubicBezTo>
                    <a:pt x="73832" y="20000"/>
                    <a:pt x="73832" y="20000"/>
                    <a:pt x="73832" y="20000"/>
                  </a:cubicBezTo>
                  <a:cubicBezTo>
                    <a:pt x="73413" y="20000"/>
                    <a:pt x="73413" y="18333"/>
                    <a:pt x="73413" y="16666"/>
                  </a:cubicBezTo>
                  <a:lnTo>
                    <a:pt x="73413" y="15000"/>
                  </a:lnTo>
                  <a:lnTo>
                    <a:pt x="73413" y="15000"/>
                  </a:lnTo>
                  <a:cubicBezTo>
                    <a:pt x="73413" y="13333"/>
                    <a:pt x="73006" y="13333"/>
                    <a:pt x="73006" y="13333"/>
                  </a:cubicBezTo>
                  <a:cubicBezTo>
                    <a:pt x="72573" y="13333"/>
                    <a:pt x="72573" y="13333"/>
                    <a:pt x="72573" y="13333"/>
                  </a:cubicBezTo>
                  <a:lnTo>
                    <a:pt x="72573" y="13333"/>
                  </a:lnTo>
                  <a:lnTo>
                    <a:pt x="72573" y="13333"/>
                  </a:lnTo>
                  <a:lnTo>
                    <a:pt x="72573" y="13333"/>
                  </a:lnTo>
                  <a:lnTo>
                    <a:pt x="72573" y="13333"/>
                  </a:lnTo>
                  <a:cubicBezTo>
                    <a:pt x="72154" y="13333"/>
                    <a:pt x="72154" y="15000"/>
                    <a:pt x="72154" y="15000"/>
                  </a:cubicBezTo>
                  <a:lnTo>
                    <a:pt x="71734" y="16666"/>
                  </a:lnTo>
                  <a:lnTo>
                    <a:pt x="71328" y="16666"/>
                  </a:lnTo>
                  <a:lnTo>
                    <a:pt x="71328" y="16666"/>
                  </a:lnTo>
                  <a:cubicBezTo>
                    <a:pt x="70895" y="16666"/>
                    <a:pt x="70895" y="16666"/>
                    <a:pt x="70475" y="16666"/>
                  </a:cubicBezTo>
                  <a:lnTo>
                    <a:pt x="70475" y="16666"/>
                  </a:lnTo>
                  <a:lnTo>
                    <a:pt x="70475" y="16666"/>
                  </a:lnTo>
                  <a:cubicBezTo>
                    <a:pt x="70056" y="16666"/>
                    <a:pt x="70056" y="16666"/>
                    <a:pt x="70056" y="16666"/>
                  </a:cubicBezTo>
                  <a:lnTo>
                    <a:pt x="69650" y="16666"/>
                  </a:lnTo>
                  <a:cubicBezTo>
                    <a:pt x="69217" y="16666"/>
                    <a:pt x="69217" y="16666"/>
                    <a:pt x="68797" y="16666"/>
                  </a:cubicBezTo>
                  <a:lnTo>
                    <a:pt x="68797" y="16666"/>
                  </a:lnTo>
                  <a:cubicBezTo>
                    <a:pt x="68378" y="16666"/>
                    <a:pt x="67972" y="15000"/>
                    <a:pt x="67972" y="15000"/>
                  </a:cubicBezTo>
                  <a:lnTo>
                    <a:pt x="67972" y="15000"/>
                  </a:lnTo>
                  <a:cubicBezTo>
                    <a:pt x="67538" y="15000"/>
                    <a:pt x="67538" y="15000"/>
                    <a:pt x="67538" y="15000"/>
                  </a:cubicBezTo>
                  <a:cubicBezTo>
                    <a:pt x="67119" y="15000"/>
                    <a:pt x="67119" y="15000"/>
                    <a:pt x="66699" y="15000"/>
                  </a:cubicBezTo>
                  <a:cubicBezTo>
                    <a:pt x="66699" y="15000"/>
                    <a:pt x="65860" y="15000"/>
                    <a:pt x="65441" y="15000"/>
                  </a:cubicBezTo>
                  <a:cubicBezTo>
                    <a:pt x="65021" y="15000"/>
                    <a:pt x="64615" y="15000"/>
                    <a:pt x="64615" y="15000"/>
                  </a:cubicBezTo>
                  <a:lnTo>
                    <a:pt x="64615" y="15000"/>
                  </a:lnTo>
                  <a:cubicBezTo>
                    <a:pt x="64615" y="15000"/>
                    <a:pt x="64615" y="15000"/>
                    <a:pt x="64615" y="16666"/>
                  </a:cubicBezTo>
                  <a:lnTo>
                    <a:pt x="64182" y="16666"/>
                  </a:lnTo>
                  <a:cubicBezTo>
                    <a:pt x="64182" y="16666"/>
                    <a:pt x="63762" y="16666"/>
                    <a:pt x="63762" y="15000"/>
                  </a:cubicBezTo>
                  <a:lnTo>
                    <a:pt x="63762" y="15000"/>
                  </a:lnTo>
                  <a:lnTo>
                    <a:pt x="63762" y="13333"/>
                  </a:lnTo>
                  <a:lnTo>
                    <a:pt x="63762" y="13333"/>
                  </a:lnTo>
                  <a:lnTo>
                    <a:pt x="63762" y="13333"/>
                  </a:lnTo>
                  <a:lnTo>
                    <a:pt x="63762" y="13333"/>
                  </a:lnTo>
                  <a:lnTo>
                    <a:pt x="63343" y="13333"/>
                  </a:lnTo>
                  <a:lnTo>
                    <a:pt x="62937" y="13333"/>
                  </a:lnTo>
                  <a:cubicBezTo>
                    <a:pt x="62503" y="13333"/>
                    <a:pt x="62503" y="13333"/>
                    <a:pt x="62503" y="13333"/>
                  </a:cubicBezTo>
                  <a:lnTo>
                    <a:pt x="62503" y="13333"/>
                  </a:lnTo>
                  <a:cubicBezTo>
                    <a:pt x="62084" y="13333"/>
                    <a:pt x="62084" y="13333"/>
                    <a:pt x="61664" y="15000"/>
                  </a:cubicBezTo>
                  <a:lnTo>
                    <a:pt x="61258" y="15000"/>
                  </a:lnTo>
                  <a:cubicBezTo>
                    <a:pt x="61258" y="15000"/>
                    <a:pt x="60825" y="15000"/>
                    <a:pt x="60406" y="15000"/>
                  </a:cubicBezTo>
                  <a:cubicBezTo>
                    <a:pt x="59986" y="15000"/>
                    <a:pt x="59986" y="15000"/>
                    <a:pt x="59580" y="15000"/>
                  </a:cubicBezTo>
                  <a:lnTo>
                    <a:pt x="59580" y="15000"/>
                  </a:lnTo>
                  <a:cubicBezTo>
                    <a:pt x="59147" y="15000"/>
                    <a:pt x="59147" y="15000"/>
                    <a:pt x="58727" y="15000"/>
                  </a:cubicBezTo>
                  <a:cubicBezTo>
                    <a:pt x="58727" y="13333"/>
                    <a:pt x="58727" y="13333"/>
                    <a:pt x="59147" y="13333"/>
                  </a:cubicBezTo>
                  <a:lnTo>
                    <a:pt x="59147" y="13333"/>
                  </a:lnTo>
                  <a:cubicBezTo>
                    <a:pt x="59147" y="11666"/>
                    <a:pt x="59147" y="11666"/>
                    <a:pt x="59580" y="11666"/>
                  </a:cubicBezTo>
                  <a:lnTo>
                    <a:pt x="59986" y="11666"/>
                  </a:lnTo>
                  <a:cubicBezTo>
                    <a:pt x="60406" y="11666"/>
                    <a:pt x="60406" y="10000"/>
                    <a:pt x="60825" y="10000"/>
                  </a:cubicBezTo>
                  <a:lnTo>
                    <a:pt x="60825" y="10000"/>
                  </a:lnTo>
                  <a:lnTo>
                    <a:pt x="61258" y="10000"/>
                  </a:lnTo>
                  <a:lnTo>
                    <a:pt x="61258" y="10000"/>
                  </a:lnTo>
                  <a:cubicBezTo>
                    <a:pt x="61664" y="10000"/>
                    <a:pt x="61664" y="8333"/>
                    <a:pt x="61664" y="8333"/>
                  </a:cubicBezTo>
                  <a:lnTo>
                    <a:pt x="62084" y="8333"/>
                  </a:lnTo>
                  <a:lnTo>
                    <a:pt x="62503" y="8333"/>
                  </a:lnTo>
                  <a:lnTo>
                    <a:pt x="62503" y="8333"/>
                  </a:lnTo>
                  <a:lnTo>
                    <a:pt x="62503" y="8333"/>
                  </a:lnTo>
                  <a:cubicBezTo>
                    <a:pt x="62937" y="8333"/>
                    <a:pt x="63343" y="6666"/>
                    <a:pt x="63762" y="6666"/>
                  </a:cubicBezTo>
                  <a:cubicBezTo>
                    <a:pt x="63762" y="5000"/>
                    <a:pt x="63343" y="5000"/>
                    <a:pt x="63343" y="5000"/>
                  </a:cubicBezTo>
                  <a:cubicBezTo>
                    <a:pt x="63343" y="5000"/>
                    <a:pt x="62503" y="5000"/>
                    <a:pt x="62503" y="3333"/>
                  </a:cubicBezTo>
                  <a:lnTo>
                    <a:pt x="62503" y="3333"/>
                  </a:lnTo>
                  <a:lnTo>
                    <a:pt x="62084" y="3333"/>
                  </a:lnTo>
                  <a:lnTo>
                    <a:pt x="62084" y="3333"/>
                  </a:lnTo>
                  <a:lnTo>
                    <a:pt x="61664" y="3333"/>
                  </a:lnTo>
                  <a:cubicBezTo>
                    <a:pt x="61258" y="3333"/>
                    <a:pt x="61258" y="3333"/>
                    <a:pt x="61258" y="3333"/>
                  </a:cubicBezTo>
                  <a:cubicBezTo>
                    <a:pt x="60825" y="3333"/>
                    <a:pt x="60406" y="3333"/>
                    <a:pt x="60406" y="3333"/>
                  </a:cubicBezTo>
                  <a:lnTo>
                    <a:pt x="60406" y="3333"/>
                  </a:lnTo>
                  <a:lnTo>
                    <a:pt x="60406" y="3333"/>
                  </a:lnTo>
                  <a:cubicBezTo>
                    <a:pt x="59986" y="3333"/>
                    <a:pt x="59986" y="5000"/>
                    <a:pt x="59580" y="5000"/>
                  </a:cubicBezTo>
                  <a:lnTo>
                    <a:pt x="59580" y="5000"/>
                  </a:lnTo>
                  <a:cubicBezTo>
                    <a:pt x="59147" y="5000"/>
                    <a:pt x="59147" y="3333"/>
                    <a:pt x="59147" y="3333"/>
                  </a:cubicBezTo>
                  <a:lnTo>
                    <a:pt x="59147" y="3333"/>
                  </a:lnTo>
                  <a:cubicBezTo>
                    <a:pt x="58727" y="3333"/>
                    <a:pt x="58727" y="3333"/>
                    <a:pt x="58727" y="3333"/>
                  </a:cubicBezTo>
                  <a:cubicBezTo>
                    <a:pt x="58308" y="3333"/>
                    <a:pt x="58308" y="3333"/>
                    <a:pt x="58308" y="3333"/>
                  </a:cubicBezTo>
                  <a:lnTo>
                    <a:pt x="57902" y="3333"/>
                  </a:lnTo>
                  <a:lnTo>
                    <a:pt x="57902" y="3333"/>
                  </a:lnTo>
                  <a:lnTo>
                    <a:pt x="57902" y="3333"/>
                  </a:lnTo>
                  <a:cubicBezTo>
                    <a:pt x="57468" y="3333"/>
                    <a:pt x="57468" y="1666"/>
                    <a:pt x="57468" y="1666"/>
                  </a:cubicBezTo>
                  <a:lnTo>
                    <a:pt x="57468" y="0"/>
                  </a:lnTo>
                  <a:lnTo>
                    <a:pt x="57468" y="0"/>
                  </a:lnTo>
                  <a:lnTo>
                    <a:pt x="57468" y="0"/>
                  </a:lnTo>
                  <a:cubicBezTo>
                    <a:pt x="57049" y="0"/>
                    <a:pt x="56629" y="0"/>
                    <a:pt x="56223" y="0"/>
                  </a:cubicBezTo>
                  <a:cubicBezTo>
                    <a:pt x="55790" y="1666"/>
                    <a:pt x="55790" y="1666"/>
                    <a:pt x="55790" y="1666"/>
                  </a:cubicBezTo>
                  <a:cubicBezTo>
                    <a:pt x="55371" y="1666"/>
                    <a:pt x="55371" y="1666"/>
                    <a:pt x="55371" y="1666"/>
                  </a:cubicBezTo>
                  <a:cubicBezTo>
                    <a:pt x="55371" y="3333"/>
                    <a:pt x="54951" y="5000"/>
                    <a:pt x="54545" y="5000"/>
                  </a:cubicBezTo>
                  <a:lnTo>
                    <a:pt x="54112" y="5000"/>
                  </a:lnTo>
                  <a:cubicBezTo>
                    <a:pt x="54545" y="5000"/>
                    <a:pt x="54545" y="5000"/>
                    <a:pt x="54545" y="5000"/>
                  </a:cubicBezTo>
                  <a:cubicBezTo>
                    <a:pt x="54545" y="6666"/>
                    <a:pt x="54545" y="6666"/>
                    <a:pt x="54545" y="8333"/>
                  </a:cubicBezTo>
                  <a:cubicBezTo>
                    <a:pt x="54545" y="8333"/>
                    <a:pt x="54545" y="8333"/>
                    <a:pt x="54112" y="8333"/>
                  </a:cubicBezTo>
                  <a:lnTo>
                    <a:pt x="53692" y="8333"/>
                  </a:lnTo>
                  <a:cubicBezTo>
                    <a:pt x="53286" y="8333"/>
                    <a:pt x="52853" y="6666"/>
                    <a:pt x="53286" y="5000"/>
                  </a:cubicBezTo>
                  <a:cubicBezTo>
                    <a:pt x="52853" y="5000"/>
                    <a:pt x="52853" y="5000"/>
                    <a:pt x="52853" y="5000"/>
                  </a:cubicBezTo>
                  <a:lnTo>
                    <a:pt x="52434" y="6666"/>
                  </a:lnTo>
                  <a:cubicBezTo>
                    <a:pt x="52014" y="6666"/>
                    <a:pt x="52014" y="6666"/>
                    <a:pt x="51608" y="6666"/>
                  </a:cubicBezTo>
                  <a:lnTo>
                    <a:pt x="51188" y="6666"/>
                  </a:lnTo>
                  <a:cubicBezTo>
                    <a:pt x="51188" y="6666"/>
                    <a:pt x="51188" y="6666"/>
                    <a:pt x="50336" y="6666"/>
                  </a:cubicBezTo>
                  <a:cubicBezTo>
                    <a:pt x="50336" y="6666"/>
                    <a:pt x="50336" y="5000"/>
                    <a:pt x="49930" y="5000"/>
                  </a:cubicBezTo>
                  <a:lnTo>
                    <a:pt x="49510" y="5000"/>
                  </a:lnTo>
                  <a:lnTo>
                    <a:pt x="49510" y="5000"/>
                  </a:lnTo>
                  <a:cubicBezTo>
                    <a:pt x="49077" y="6666"/>
                    <a:pt x="49077" y="6666"/>
                    <a:pt x="49077" y="6666"/>
                  </a:cubicBezTo>
                  <a:lnTo>
                    <a:pt x="48657" y="6666"/>
                  </a:lnTo>
                  <a:lnTo>
                    <a:pt x="48657" y="6666"/>
                  </a:lnTo>
                  <a:cubicBezTo>
                    <a:pt x="48251" y="6666"/>
                    <a:pt x="48251" y="6666"/>
                    <a:pt x="48251" y="6666"/>
                  </a:cubicBezTo>
                  <a:lnTo>
                    <a:pt x="48251" y="6666"/>
                  </a:lnTo>
                  <a:cubicBezTo>
                    <a:pt x="47832" y="6666"/>
                    <a:pt x="47399" y="6666"/>
                    <a:pt x="46979" y="6666"/>
                  </a:cubicBezTo>
                  <a:cubicBezTo>
                    <a:pt x="46573" y="8333"/>
                    <a:pt x="46153" y="8333"/>
                    <a:pt x="46153" y="8333"/>
                  </a:cubicBezTo>
                  <a:cubicBezTo>
                    <a:pt x="45720" y="8333"/>
                    <a:pt x="45720" y="8333"/>
                    <a:pt x="45720" y="8333"/>
                  </a:cubicBezTo>
                  <a:lnTo>
                    <a:pt x="45720" y="8333"/>
                  </a:lnTo>
                  <a:cubicBezTo>
                    <a:pt x="45301" y="8333"/>
                    <a:pt x="45301" y="8333"/>
                    <a:pt x="45301" y="8333"/>
                  </a:cubicBezTo>
                  <a:lnTo>
                    <a:pt x="45301" y="8333"/>
                  </a:lnTo>
                  <a:cubicBezTo>
                    <a:pt x="44895" y="10000"/>
                    <a:pt x="44895" y="10000"/>
                    <a:pt x="44895" y="10000"/>
                  </a:cubicBezTo>
                  <a:lnTo>
                    <a:pt x="44475" y="10000"/>
                  </a:lnTo>
                  <a:cubicBezTo>
                    <a:pt x="44475" y="11666"/>
                    <a:pt x="44475" y="11666"/>
                    <a:pt x="44475" y="11666"/>
                  </a:cubicBezTo>
                  <a:cubicBezTo>
                    <a:pt x="44895" y="13333"/>
                    <a:pt x="44475" y="13333"/>
                    <a:pt x="44475" y="13333"/>
                  </a:cubicBezTo>
                  <a:lnTo>
                    <a:pt x="44475" y="13333"/>
                  </a:lnTo>
                  <a:cubicBezTo>
                    <a:pt x="44475" y="15000"/>
                    <a:pt x="44475" y="16666"/>
                    <a:pt x="44042" y="16666"/>
                  </a:cubicBezTo>
                  <a:lnTo>
                    <a:pt x="44042" y="16666"/>
                  </a:lnTo>
                  <a:cubicBezTo>
                    <a:pt x="44042" y="16666"/>
                    <a:pt x="43622" y="16666"/>
                    <a:pt x="43622" y="15000"/>
                  </a:cubicBezTo>
                  <a:cubicBezTo>
                    <a:pt x="43216" y="15000"/>
                    <a:pt x="43216" y="15000"/>
                    <a:pt x="43216" y="15000"/>
                  </a:cubicBezTo>
                  <a:cubicBezTo>
                    <a:pt x="43216" y="13333"/>
                    <a:pt x="43216" y="13333"/>
                    <a:pt x="43216" y="13333"/>
                  </a:cubicBezTo>
                  <a:lnTo>
                    <a:pt x="43216" y="13333"/>
                  </a:lnTo>
                  <a:cubicBezTo>
                    <a:pt x="42797" y="13333"/>
                    <a:pt x="42797" y="15000"/>
                    <a:pt x="42364" y="15000"/>
                  </a:cubicBezTo>
                  <a:cubicBezTo>
                    <a:pt x="42364" y="15000"/>
                    <a:pt x="42364" y="15000"/>
                    <a:pt x="41944" y="15000"/>
                  </a:cubicBezTo>
                  <a:lnTo>
                    <a:pt x="41944" y="13333"/>
                  </a:lnTo>
                  <a:cubicBezTo>
                    <a:pt x="41538" y="13333"/>
                    <a:pt x="40266" y="13333"/>
                    <a:pt x="40266" y="13333"/>
                  </a:cubicBezTo>
                  <a:cubicBezTo>
                    <a:pt x="39860" y="13333"/>
                    <a:pt x="39860" y="13333"/>
                    <a:pt x="39860" y="13333"/>
                  </a:cubicBezTo>
                  <a:lnTo>
                    <a:pt x="39860" y="13333"/>
                  </a:lnTo>
                  <a:lnTo>
                    <a:pt x="39860" y="15000"/>
                  </a:lnTo>
                  <a:lnTo>
                    <a:pt x="39860" y="15000"/>
                  </a:lnTo>
                  <a:cubicBezTo>
                    <a:pt x="39860" y="15000"/>
                    <a:pt x="39860" y="15000"/>
                    <a:pt x="40266" y="15000"/>
                  </a:cubicBezTo>
                  <a:lnTo>
                    <a:pt x="40266" y="15000"/>
                  </a:lnTo>
                  <a:lnTo>
                    <a:pt x="40685" y="15000"/>
                  </a:lnTo>
                  <a:cubicBezTo>
                    <a:pt x="40685" y="15000"/>
                    <a:pt x="40685" y="16666"/>
                    <a:pt x="41118" y="16666"/>
                  </a:cubicBezTo>
                  <a:lnTo>
                    <a:pt x="41118" y="16666"/>
                  </a:lnTo>
                  <a:cubicBezTo>
                    <a:pt x="41118" y="16666"/>
                    <a:pt x="41118" y="16666"/>
                    <a:pt x="41538" y="16666"/>
                  </a:cubicBezTo>
                  <a:cubicBezTo>
                    <a:pt x="41944" y="18333"/>
                    <a:pt x="41944" y="18333"/>
                    <a:pt x="41944" y="18333"/>
                  </a:cubicBezTo>
                  <a:cubicBezTo>
                    <a:pt x="42364" y="20000"/>
                    <a:pt x="42364" y="20000"/>
                    <a:pt x="42364" y="20000"/>
                  </a:cubicBezTo>
                  <a:cubicBezTo>
                    <a:pt x="41944" y="20000"/>
                    <a:pt x="41944" y="20000"/>
                    <a:pt x="41944" y="20000"/>
                  </a:cubicBezTo>
                  <a:cubicBezTo>
                    <a:pt x="41944" y="21666"/>
                    <a:pt x="41944" y="21666"/>
                    <a:pt x="41944" y="21666"/>
                  </a:cubicBezTo>
                  <a:cubicBezTo>
                    <a:pt x="41944" y="23333"/>
                    <a:pt x="41944" y="23333"/>
                    <a:pt x="41944" y="23333"/>
                  </a:cubicBezTo>
                  <a:cubicBezTo>
                    <a:pt x="41944" y="25000"/>
                    <a:pt x="41944" y="25000"/>
                    <a:pt x="41538" y="25000"/>
                  </a:cubicBezTo>
                  <a:cubicBezTo>
                    <a:pt x="41538" y="26666"/>
                    <a:pt x="41538" y="26666"/>
                    <a:pt x="41538" y="26666"/>
                  </a:cubicBezTo>
                  <a:cubicBezTo>
                    <a:pt x="41118" y="26666"/>
                    <a:pt x="40685" y="25000"/>
                    <a:pt x="40685" y="23333"/>
                  </a:cubicBezTo>
                  <a:cubicBezTo>
                    <a:pt x="40266" y="23333"/>
                    <a:pt x="40685" y="21666"/>
                    <a:pt x="40685" y="21666"/>
                  </a:cubicBezTo>
                  <a:lnTo>
                    <a:pt x="40685" y="21666"/>
                  </a:lnTo>
                  <a:cubicBezTo>
                    <a:pt x="40266" y="21666"/>
                    <a:pt x="39860" y="20000"/>
                    <a:pt x="39860" y="20000"/>
                  </a:cubicBezTo>
                  <a:cubicBezTo>
                    <a:pt x="39440" y="18333"/>
                    <a:pt x="39007" y="18333"/>
                    <a:pt x="38587" y="18333"/>
                  </a:cubicBezTo>
                  <a:cubicBezTo>
                    <a:pt x="38587" y="18333"/>
                    <a:pt x="38587" y="18333"/>
                    <a:pt x="38181" y="18333"/>
                  </a:cubicBezTo>
                  <a:lnTo>
                    <a:pt x="38181" y="18333"/>
                  </a:lnTo>
                  <a:lnTo>
                    <a:pt x="38181" y="18333"/>
                  </a:lnTo>
                  <a:cubicBezTo>
                    <a:pt x="38181" y="20000"/>
                    <a:pt x="37762" y="20000"/>
                    <a:pt x="37762" y="20000"/>
                  </a:cubicBezTo>
                  <a:lnTo>
                    <a:pt x="37762" y="20000"/>
                  </a:lnTo>
                  <a:cubicBezTo>
                    <a:pt x="38181" y="20000"/>
                    <a:pt x="38181" y="21666"/>
                    <a:pt x="38181" y="21666"/>
                  </a:cubicBezTo>
                  <a:cubicBezTo>
                    <a:pt x="38181" y="23333"/>
                    <a:pt x="37762" y="23333"/>
                    <a:pt x="37762" y="23333"/>
                  </a:cubicBezTo>
                  <a:cubicBezTo>
                    <a:pt x="37762" y="23333"/>
                    <a:pt x="37762" y="23333"/>
                    <a:pt x="37329" y="23333"/>
                  </a:cubicBezTo>
                  <a:lnTo>
                    <a:pt x="37329" y="23333"/>
                  </a:lnTo>
                  <a:cubicBezTo>
                    <a:pt x="37329" y="21666"/>
                    <a:pt x="36503" y="21666"/>
                    <a:pt x="36083" y="21666"/>
                  </a:cubicBezTo>
                  <a:lnTo>
                    <a:pt x="36083" y="21666"/>
                  </a:lnTo>
                  <a:cubicBezTo>
                    <a:pt x="35650" y="21666"/>
                    <a:pt x="35650" y="20000"/>
                    <a:pt x="35650" y="20000"/>
                  </a:cubicBezTo>
                  <a:cubicBezTo>
                    <a:pt x="35650" y="20000"/>
                    <a:pt x="35650" y="20000"/>
                    <a:pt x="35650" y="18333"/>
                  </a:cubicBezTo>
                  <a:cubicBezTo>
                    <a:pt x="35231" y="20000"/>
                    <a:pt x="35231" y="20000"/>
                    <a:pt x="35231" y="20000"/>
                  </a:cubicBezTo>
                  <a:cubicBezTo>
                    <a:pt x="35231" y="20000"/>
                    <a:pt x="34825" y="20000"/>
                    <a:pt x="34405" y="20000"/>
                  </a:cubicBezTo>
                  <a:cubicBezTo>
                    <a:pt x="34405" y="21666"/>
                    <a:pt x="34825" y="21666"/>
                    <a:pt x="34825" y="21666"/>
                  </a:cubicBezTo>
                  <a:cubicBezTo>
                    <a:pt x="35231" y="23333"/>
                    <a:pt x="35231" y="25000"/>
                    <a:pt x="34825" y="26666"/>
                  </a:cubicBezTo>
                  <a:lnTo>
                    <a:pt x="34825" y="26666"/>
                  </a:lnTo>
                  <a:lnTo>
                    <a:pt x="35231" y="26666"/>
                  </a:lnTo>
                  <a:lnTo>
                    <a:pt x="35650" y="26666"/>
                  </a:lnTo>
                  <a:lnTo>
                    <a:pt x="35650" y="26666"/>
                  </a:lnTo>
                  <a:cubicBezTo>
                    <a:pt x="36083" y="26666"/>
                    <a:pt x="36083" y="28333"/>
                    <a:pt x="36083" y="28333"/>
                  </a:cubicBezTo>
                  <a:cubicBezTo>
                    <a:pt x="36083" y="30000"/>
                    <a:pt x="35650" y="30000"/>
                    <a:pt x="35650" y="30000"/>
                  </a:cubicBezTo>
                  <a:lnTo>
                    <a:pt x="35231" y="30000"/>
                  </a:lnTo>
                  <a:cubicBezTo>
                    <a:pt x="35231" y="31666"/>
                    <a:pt x="35231" y="31666"/>
                    <a:pt x="35231" y="31666"/>
                  </a:cubicBezTo>
                  <a:lnTo>
                    <a:pt x="35231" y="33333"/>
                  </a:lnTo>
                  <a:cubicBezTo>
                    <a:pt x="35231" y="35000"/>
                    <a:pt x="35231" y="35000"/>
                    <a:pt x="34825" y="36666"/>
                  </a:cubicBezTo>
                  <a:lnTo>
                    <a:pt x="34825" y="36666"/>
                  </a:lnTo>
                  <a:cubicBezTo>
                    <a:pt x="34825" y="36666"/>
                    <a:pt x="34405" y="36666"/>
                    <a:pt x="33972" y="36666"/>
                  </a:cubicBezTo>
                  <a:cubicBezTo>
                    <a:pt x="33972" y="36666"/>
                    <a:pt x="33972" y="36666"/>
                    <a:pt x="33972" y="38333"/>
                  </a:cubicBezTo>
                  <a:lnTo>
                    <a:pt x="33552" y="38333"/>
                  </a:lnTo>
                  <a:lnTo>
                    <a:pt x="33552" y="40000"/>
                  </a:lnTo>
                  <a:cubicBezTo>
                    <a:pt x="33146" y="40000"/>
                    <a:pt x="33146" y="40000"/>
                    <a:pt x="33146" y="40000"/>
                  </a:cubicBezTo>
                  <a:lnTo>
                    <a:pt x="32727" y="40000"/>
                  </a:lnTo>
                  <a:lnTo>
                    <a:pt x="32727" y="38333"/>
                  </a:lnTo>
                  <a:cubicBezTo>
                    <a:pt x="32727" y="38333"/>
                    <a:pt x="32727" y="38333"/>
                    <a:pt x="32294" y="38333"/>
                  </a:cubicBezTo>
                  <a:lnTo>
                    <a:pt x="32294" y="38333"/>
                  </a:lnTo>
                  <a:lnTo>
                    <a:pt x="31888" y="40000"/>
                  </a:lnTo>
                  <a:lnTo>
                    <a:pt x="31888" y="40000"/>
                  </a:lnTo>
                  <a:cubicBezTo>
                    <a:pt x="31468" y="40000"/>
                    <a:pt x="31468" y="38333"/>
                    <a:pt x="31468" y="38333"/>
                  </a:cubicBezTo>
                  <a:cubicBezTo>
                    <a:pt x="31035" y="38333"/>
                    <a:pt x="31035" y="38333"/>
                    <a:pt x="31035" y="36666"/>
                  </a:cubicBezTo>
                  <a:cubicBezTo>
                    <a:pt x="30615" y="36666"/>
                    <a:pt x="31035" y="35000"/>
                    <a:pt x="31035" y="35000"/>
                  </a:cubicBezTo>
                  <a:cubicBezTo>
                    <a:pt x="31035" y="35000"/>
                    <a:pt x="31035" y="35000"/>
                    <a:pt x="31468" y="35000"/>
                  </a:cubicBezTo>
                  <a:cubicBezTo>
                    <a:pt x="31468" y="35000"/>
                    <a:pt x="31468" y="35000"/>
                    <a:pt x="31888" y="35000"/>
                  </a:cubicBezTo>
                  <a:lnTo>
                    <a:pt x="32294" y="35000"/>
                  </a:lnTo>
                  <a:lnTo>
                    <a:pt x="32294" y="35000"/>
                  </a:lnTo>
                  <a:lnTo>
                    <a:pt x="32294" y="35000"/>
                  </a:lnTo>
                  <a:cubicBezTo>
                    <a:pt x="32727" y="35000"/>
                    <a:pt x="32727" y="33333"/>
                    <a:pt x="32727" y="33333"/>
                  </a:cubicBezTo>
                  <a:lnTo>
                    <a:pt x="33146" y="33333"/>
                  </a:lnTo>
                  <a:lnTo>
                    <a:pt x="33552" y="31666"/>
                  </a:lnTo>
                  <a:lnTo>
                    <a:pt x="33552" y="31666"/>
                  </a:lnTo>
                  <a:lnTo>
                    <a:pt x="33552" y="30000"/>
                  </a:lnTo>
                  <a:cubicBezTo>
                    <a:pt x="33146" y="28333"/>
                    <a:pt x="33146" y="28333"/>
                    <a:pt x="33146" y="26666"/>
                  </a:cubicBezTo>
                  <a:cubicBezTo>
                    <a:pt x="33146" y="26666"/>
                    <a:pt x="33146" y="25000"/>
                    <a:pt x="33146" y="23333"/>
                  </a:cubicBezTo>
                  <a:lnTo>
                    <a:pt x="33146" y="23333"/>
                  </a:lnTo>
                  <a:cubicBezTo>
                    <a:pt x="33146" y="23333"/>
                    <a:pt x="33146" y="23333"/>
                    <a:pt x="32727" y="21666"/>
                  </a:cubicBezTo>
                  <a:cubicBezTo>
                    <a:pt x="32727" y="21666"/>
                    <a:pt x="32727" y="21666"/>
                    <a:pt x="32727" y="20000"/>
                  </a:cubicBezTo>
                  <a:lnTo>
                    <a:pt x="32727" y="20000"/>
                  </a:lnTo>
                  <a:lnTo>
                    <a:pt x="32727" y="18333"/>
                  </a:lnTo>
                  <a:cubicBezTo>
                    <a:pt x="33146" y="18333"/>
                    <a:pt x="33146" y="18333"/>
                    <a:pt x="33146" y="18333"/>
                  </a:cubicBezTo>
                  <a:cubicBezTo>
                    <a:pt x="33146" y="16666"/>
                    <a:pt x="33146" y="16666"/>
                    <a:pt x="33146" y="16666"/>
                  </a:cubicBezTo>
                  <a:cubicBezTo>
                    <a:pt x="33146" y="16666"/>
                    <a:pt x="33146" y="16666"/>
                    <a:pt x="33552" y="16666"/>
                  </a:cubicBezTo>
                  <a:cubicBezTo>
                    <a:pt x="33146" y="16666"/>
                    <a:pt x="32294" y="16666"/>
                    <a:pt x="31888" y="16666"/>
                  </a:cubicBezTo>
                  <a:lnTo>
                    <a:pt x="31888" y="16666"/>
                  </a:lnTo>
                  <a:cubicBezTo>
                    <a:pt x="31468" y="16666"/>
                    <a:pt x="31468" y="16666"/>
                    <a:pt x="31468" y="16666"/>
                  </a:cubicBezTo>
                  <a:lnTo>
                    <a:pt x="31468" y="16666"/>
                  </a:lnTo>
                  <a:lnTo>
                    <a:pt x="31035" y="16666"/>
                  </a:lnTo>
                  <a:lnTo>
                    <a:pt x="31035" y="16666"/>
                  </a:lnTo>
                  <a:cubicBezTo>
                    <a:pt x="31035" y="16666"/>
                    <a:pt x="30615" y="18333"/>
                    <a:pt x="30615" y="20000"/>
                  </a:cubicBezTo>
                  <a:lnTo>
                    <a:pt x="30615" y="20000"/>
                  </a:lnTo>
                  <a:cubicBezTo>
                    <a:pt x="30615" y="21666"/>
                    <a:pt x="30209" y="21666"/>
                    <a:pt x="29790" y="21666"/>
                  </a:cubicBezTo>
                  <a:cubicBezTo>
                    <a:pt x="29370" y="21666"/>
                    <a:pt x="29370" y="21666"/>
                    <a:pt x="29370" y="21666"/>
                  </a:cubicBezTo>
                  <a:lnTo>
                    <a:pt x="29370" y="21666"/>
                  </a:lnTo>
                  <a:cubicBezTo>
                    <a:pt x="29370" y="23333"/>
                    <a:pt x="29370" y="23333"/>
                    <a:pt x="29370" y="25000"/>
                  </a:cubicBezTo>
                  <a:lnTo>
                    <a:pt x="29370" y="25000"/>
                  </a:lnTo>
                  <a:lnTo>
                    <a:pt x="29790" y="25000"/>
                  </a:lnTo>
                  <a:lnTo>
                    <a:pt x="29790" y="25000"/>
                  </a:lnTo>
                  <a:cubicBezTo>
                    <a:pt x="30209" y="25000"/>
                    <a:pt x="30615" y="26666"/>
                    <a:pt x="30615" y="26666"/>
                  </a:cubicBezTo>
                  <a:lnTo>
                    <a:pt x="30615" y="26666"/>
                  </a:lnTo>
                  <a:lnTo>
                    <a:pt x="30615" y="26666"/>
                  </a:lnTo>
                  <a:lnTo>
                    <a:pt x="30615" y="26666"/>
                  </a:lnTo>
                  <a:cubicBezTo>
                    <a:pt x="31035" y="26666"/>
                    <a:pt x="31035" y="26666"/>
                    <a:pt x="31035" y="26666"/>
                  </a:cubicBezTo>
                  <a:cubicBezTo>
                    <a:pt x="31468" y="26666"/>
                    <a:pt x="31468" y="28333"/>
                    <a:pt x="31468" y="28333"/>
                  </a:cubicBezTo>
                  <a:cubicBezTo>
                    <a:pt x="31468" y="30000"/>
                    <a:pt x="31468" y="30000"/>
                    <a:pt x="31035" y="30000"/>
                  </a:cubicBezTo>
                  <a:lnTo>
                    <a:pt x="31035" y="31666"/>
                  </a:lnTo>
                  <a:cubicBezTo>
                    <a:pt x="31035" y="31666"/>
                    <a:pt x="30615" y="33333"/>
                    <a:pt x="30209" y="33333"/>
                  </a:cubicBezTo>
                  <a:lnTo>
                    <a:pt x="30209" y="33333"/>
                  </a:lnTo>
                  <a:cubicBezTo>
                    <a:pt x="30209" y="33333"/>
                    <a:pt x="29790" y="31666"/>
                    <a:pt x="29370" y="31666"/>
                  </a:cubicBezTo>
                  <a:cubicBezTo>
                    <a:pt x="29370" y="31666"/>
                    <a:pt x="29370" y="31666"/>
                    <a:pt x="29370" y="30000"/>
                  </a:cubicBezTo>
                  <a:cubicBezTo>
                    <a:pt x="28937" y="30000"/>
                    <a:pt x="28937" y="30000"/>
                    <a:pt x="28937" y="30000"/>
                  </a:cubicBezTo>
                  <a:lnTo>
                    <a:pt x="28531" y="30000"/>
                  </a:lnTo>
                  <a:cubicBezTo>
                    <a:pt x="28111" y="30000"/>
                    <a:pt x="27692" y="28333"/>
                    <a:pt x="27259" y="28333"/>
                  </a:cubicBezTo>
                  <a:lnTo>
                    <a:pt x="27259" y="28333"/>
                  </a:lnTo>
                  <a:cubicBezTo>
                    <a:pt x="26853" y="26666"/>
                    <a:pt x="26853" y="26666"/>
                    <a:pt x="26433" y="26666"/>
                  </a:cubicBezTo>
                  <a:cubicBezTo>
                    <a:pt x="26433" y="26666"/>
                    <a:pt x="25580" y="26666"/>
                    <a:pt x="25174" y="26666"/>
                  </a:cubicBezTo>
                  <a:lnTo>
                    <a:pt x="25174" y="26666"/>
                  </a:lnTo>
                  <a:cubicBezTo>
                    <a:pt x="24755" y="26666"/>
                    <a:pt x="24755" y="26666"/>
                    <a:pt x="24755" y="26666"/>
                  </a:cubicBezTo>
                  <a:lnTo>
                    <a:pt x="24755" y="26666"/>
                  </a:lnTo>
                  <a:lnTo>
                    <a:pt x="25174" y="28333"/>
                  </a:lnTo>
                  <a:cubicBezTo>
                    <a:pt x="25174" y="30000"/>
                    <a:pt x="25174" y="30000"/>
                    <a:pt x="24755" y="31666"/>
                  </a:cubicBezTo>
                  <a:lnTo>
                    <a:pt x="24335" y="31666"/>
                  </a:lnTo>
                  <a:lnTo>
                    <a:pt x="24335" y="31666"/>
                  </a:lnTo>
                  <a:cubicBezTo>
                    <a:pt x="24335" y="31666"/>
                    <a:pt x="24335" y="31666"/>
                    <a:pt x="23902" y="31666"/>
                  </a:cubicBezTo>
                  <a:lnTo>
                    <a:pt x="23902" y="31666"/>
                  </a:lnTo>
                  <a:cubicBezTo>
                    <a:pt x="23496" y="31666"/>
                    <a:pt x="23496" y="31666"/>
                    <a:pt x="23496" y="30000"/>
                  </a:cubicBezTo>
                  <a:lnTo>
                    <a:pt x="23076" y="30000"/>
                  </a:lnTo>
                  <a:cubicBezTo>
                    <a:pt x="23076" y="30000"/>
                    <a:pt x="23076" y="30000"/>
                    <a:pt x="22657" y="31666"/>
                  </a:cubicBezTo>
                  <a:lnTo>
                    <a:pt x="22657" y="31666"/>
                  </a:lnTo>
                  <a:cubicBezTo>
                    <a:pt x="22657" y="31666"/>
                    <a:pt x="22657" y="31666"/>
                    <a:pt x="22224" y="31666"/>
                  </a:cubicBezTo>
                  <a:cubicBezTo>
                    <a:pt x="22224" y="31666"/>
                    <a:pt x="22224" y="31666"/>
                    <a:pt x="21818" y="31666"/>
                  </a:cubicBezTo>
                  <a:cubicBezTo>
                    <a:pt x="21818" y="31666"/>
                    <a:pt x="21398" y="31666"/>
                    <a:pt x="20979" y="31666"/>
                  </a:cubicBezTo>
                  <a:lnTo>
                    <a:pt x="20979" y="31666"/>
                  </a:lnTo>
                  <a:lnTo>
                    <a:pt x="20979" y="31666"/>
                  </a:lnTo>
                  <a:cubicBezTo>
                    <a:pt x="20545" y="33333"/>
                    <a:pt x="20139" y="33333"/>
                    <a:pt x="20139" y="33333"/>
                  </a:cubicBezTo>
                  <a:cubicBezTo>
                    <a:pt x="20139" y="33333"/>
                    <a:pt x="20139" y="33333"/>
                    <a:pt x="19720" y="33333"/>
                  </a:cubicBezTo>
                  <a:lnTo>
                    <a:pt x="19720" y="33333"/>
                  </a:lnTo>
                  <a:lnTo>
                    <a:pt x="19720" y="33333"/>
                  </a:lnTo>
                  <a:lnTo>
                    <a:pt x="19300" y="33333"/>
                  </a:lnTo>
                  <a:cubicBezTo>
                    <a:pt x="19300" y="33333"/>
                    <a:pt x="19300" y="31666"/>
                    <a:pt x="18867" y="31666"/>
                  </a:cubicBezTo>
                  <a:lnTo>
                    <a:pt x="18867" y="31666"/>
                  </a:lnTo>
                  <a:lnTo>
                    <a:pt x="18867" y="31666"/>
                  </a:lnTo>
                  <a:lnTo>
                    <a:pt x="18461" y="31666"/>
                  </a:lnTo>
                  <a:cubicBezTo>
                    <a:pt x="18041" y="31666"/>
                    <a:pt x="18041" y="31666"/>
                    <a:pt x="18041" y="31666"/>
                  </a:cubicBezTo>
                  <a:cubicBezTo>
                    <a:pt x="18041" y="31666"/>
                    <a:pt x="18041" y="31666"/>
                    <a:pt x="17622" y="31666"/>
                  </a:cubicBezTo>
                  <a:lnTo>
                    <a:pt x="17622" y="31666"/>
                  </a:lnTo>
                  <a:cubicBezTo>
                    <a:pt x="17189" y="31666"/>
                    <a:pt x="16783" y="33333"/>
                    <a:pt x="16783" y="33333"/>
                  </a:cubicBezTo>
                  <a:cubicBezTo>
                    <a:pt x="16363" y="33333"/>
                    <a:pt x="16363" y="33333"/>
                    <a:pt x="15944" y="33333"/>
                  </a:cubicBezTo>
                  <a:lnTo>
                    <a:pt x="15944" y="33333"/>
                  </a:lnTo>
                  <a:lnTo>
                    <a:pt x="15944" y="33333"/>
                  </a:lnTo>
                  <a:cubicBezTo>
                    <a:pt x="15944" y="35000"/>
                    <a:pt x="15510" y="35000"/>
                    <a:pt x="15510" y="35000"/>
                  </a:cubicBezTo>
                  <a:cubicBezTo>
                    <a:pt x="15104" y="36666"/>
                    <a:pt x="15104" y="36666"/>
                    <a:pt x="14685" y="36666"/>
                  </a:cubicBezTo>
                  <a:lnTo>
                    <a:pt x="14685" y="36666"/>
                  </a:lnTo>
                  <a:lnTo>
                    <a:pt x="14685" y="36666"/>
                  </a:lnTo>
                  <a:cubicBezTo>
                    <a:pt x="14265" y="36666"/>
                    <a:pt x="14265" y="36666"/>
                    <a:pt x="14265" y="36666"/>
                  </a:cubicBezTo>
                  <a:cubicBezTo>
                    <a:pt x="13832" y="36666"/>
                    <a:pt x="13832" y="36666"/>
                    <a:pt x="13832" y="36666"/>
                  </a:cubicBezTo>
                  <a:lnTo>
                    <a:pt x="13832" y="36666"/>
                  </a:lnTo>
                  <a:cubicBezTo>
                    <a:pt x="13426" y="36666"/>
                    <a:pt x="13426" y="36666"/>
                    <a:pt x="13426" y="36666"/>
                  </a:cubicBezTo>
                  <a:cubicBezTo>
                    <a:pt x="13426" y="36666"/>
                    <a:pt x="13426" y="36666"/>
                    <a:pt x="13006" y="36666"/>
                  </a:cubicBezTo>
                  <a:cubicBezTo>
                    <a:pt x="13006" y="36666"/>
                    <a:pt x="12587" y="35000"/>
                    <a:pt x="12587" y="33333"/>
                  </a:cubicBezTo>
                  <a:cubicBezTo>
                    <a:pt x="13006" y="31666"/>
                    <a:pt x="13006" y="31666"/>
                    <a:pt x="13426" y="31666"/>
                  </a:cubicBezTo>
                  <a:lnTo>
                    <a:pt x="13426" y="31666"/>
                  </a:lnTo>
                  <a:lnTo>
                    <a:pt x="13426" y="31666"/>
                  </a:lnTo>
                  <a:lnTo>
                    <a:pt x="13426" y="31666"/>
                  </a:lnTo>
                  <a:lnTo>
                    <a:pt x="13426" y="31666"/>
                  </a:lnTo>
                  <a:lnTo>
                    <a:pt x="13426" y="31666"/>
                  </a:lnTo>
                  <a:lnTo>
                    <a:pt x="13426" y="31666"/>
                  </a:lnTo>
                  <a:cubicBezTo>
                    <a:pt x="13006" y="31666"/>
                    <a:pt x="13006" y="31666"/>
                    <a:pt x="12587" y="31666"/>
                  </a:cubicBezTo>
                  <a:lnTo>
                    <a:pt x="12587" y="31666"/>
                  </a:lnTo>
                  <a:cubicBezTo>
                    <a:pt x="12587" y="33333"/>
                    <a:pt x="12587" y="33333"/>
                    <a:pt x="12587" y="33333"/>
                  </a:cubicBezTo>
                  <a:cubicBezTo>
                    <a:pt x="12587" y="33333"/>
                    <a:pt x="12587" y="33333"/>
                    <a:pt x="12587" y="35000"/>
                  </a:cubicBezTo>
                  <a:cubicBezTo>
                    <a:pt x="12587" y="35000"/>
                    <a:pt x="12587" y="35000"/>
                    <a:pt x="12587" y="36666"/>
                  </a:cubicBezTo>
                  <a:cubicBezTo>
                    <a:pt x="12587" y="36666"/>
                    <a:pt x="12587" y="36666"/>
                    <a:pt x="12587" y="38333"/>
                  </a:cubicBezTo>
                  <a:lnTo>
                    <a:pt x="12587" y="40000"/>
                  </a:lnTo>
                  <a:cubicBezTo>
                    <a:pt x="12587" y="41666"/>
                    <a:pt x="12587" y="41666"/>
                    <a:pt x="12154" y="41666"/>
                  </a:cubicBezTo>
                  <a:lnTo>
                    <a:pt x="11748" y="40000"/>
                  </a:lnTo>
                  <a:lnTo>
                    <a:pt x="11748" y="40000"/>
                  </a:lnTo>
                  <a:cubicBezTo>
                    <a:pt x="11748" y="38333"/>
                    <a:pt x="11748" y="38333"/>
                    <a:pt x="11748" y="38333"/>
                  </a:cubicBezTo>
                  <a:cubicBezTo>
                    <a:pt x="11328" y="38333"/>
                    <a:pt x="11328" y="38333"/>
                    <a:pt x="10909" y="38333"/>
                  </a:cubicBezTo>
                  <a:lnTo>
                    <a:pt x="10909" y="38333"/>
                  </a:lnTo>
                  <a:cubicBezTo>
                    <a:pt x="10909" y="40000"/>
                    <a:pt x="10475" y="40000"/>
                    <a:pt x="10475" y="40000"/>
                  </a:cubicBezTo>
                  <a:cubicBezTo>
                    <a:pt x="10069" y="40000"/>
                    <a:pt x="10069" y="40000"/>
                    <a:pt x="10069" y="40000"/>
                  </a:cubicBezTo>
                  <a:lnTo>
                    <a:pt x="9650" y="41666"/>
                  </a:lnTo>
                  <a:lnTo>
                    <a:pt x="9650" y="41666"/>
                  </a:lnTo>
                  <a:lnTo>
                    <a:pt x="9650" y="41666"/>
                  </a:lnTo>
                  <a:cubicBezTo>
                    <a:pt x="9650" y="43333"/>
                    <a:pt x="9650" y="43333"/>
                    <a:pt x="9650" y="45000"/>
                  </a:cubicBezTo>
                  <a:cubicBezTo>
                    <a:pt x="9650" y="45000"/>
                    <a:pt x="9650" y="45000"/>
                    <a:pt x="9217" y="45000"/>
                  </a:cubicBezTo>
                  <a:lnTo>
                    <a:pt x="9217" y="45000"/>
                  </a:lnTo>
                  <a:lnTo>
                    <a:pt x="9217" y="45000"/>
                  </a:lnTo>
                  <a:lnTo>
                    <a:pt x="9217" y="45000"/>
                  </a:lnTo>
                  <a:cubicBezTo>
                    <a:pt x="8811" y="45000"/>
                    <a:pt x="8811" y="45000"/>
                    <a:pt x="8391" y="45000"/>
                  </a:cubicBezTo>
                  <a:lnTo>
                    <a:pt x="8391" y="45000"/>
                  </a:lnTo>
                  <a:lnTo>
                    <a:pt x="7972" y="45000"/>
                  </a:lnTo>
                  <a:lnTo>
                    <a:pt x="7972" y="45000"/>
                  </a:lnTo>
                  <a:cubicBezTo>
                    <a:pt x="7972" y="46666"/>
                    <a:pt x="7972" y="46666"/>
                    <a:pt x="7552" y="46666"/>
                  </a:cubicBezTo>
                  <a:cubicBezTo>
                    <a:pt x="7552" y="48279"/>
                    <a:pt x="7552" y="48279"/>
                    <a:pt x="7132" y="48279"/>
                  </a:cubicBezTo>
                  <a:lnTo>
                    <a:pt x="7132" y="48279"/>
                  </a:lnTo>
                  <a:cubicBezTo>
                    <a:pt x="6713" y="48279"/>
                    <a:pt x="6713" y="48279"/>
                    <a:pt x="6713" y="48279"/>
                  </a:cubicBezTo>
                  <a:lnTo>
                    <a:pt x="6713" y="48279"/>
                  </a:lnTo>
                  <a:cubicBezTo>
                    <a:pt x="6293" y="48279"/>
                    <a:pt x="6293" y="48279"/>
                    <a:pt x="6293" y="46666"/>
                  </a:cubicBezTo>
                  <a:lnTo>
                    <a:pt x="5874" y="46666"/>
                  </a:lnTo>
                  <a:lnTo>
                    <a:pt x="5874" y="46666"/>
                  </a:lnTo>
                  <a:cubicBezTo>
                    <a:pt x="5874" y="46666"/>
                    <a:pt x="5454" y="46666"/>
                    <a:pt x="5454" y="45000"/>
                  </a:cubicBezTo>
                  <a:cubicBezTo>
                    <a:pt x="5034" y="45000"/>
                    <a:pt x="5034" y="45000"/>
                    <a:pt x="5034" y="43333"/>
                  </a:cubicBezTo>
                  <a:lnTo>
                    <a:pt x="5034" y="41666"/>
                  </a:lnTo>
                  <a:lnTo>
                    <a:pt x="5034" y="41666"/>
                  </a:lnTo>
                  <a:lnTo>
                    <a:pt x="5034" y="41666"/>
                  </a:lnTo>
                  <a:cubicBezTo>
                    <a:pt x="5034" y="40000"/>
                    <a:pt x="5034" y="40000"/>
                    <a:pt x="5034" y="40000"/>
                  </a:cubicBezTo>
                  <a:lnTo>
                    <a:pt x="5034" y="40000"/>
                  </a:lnTo>
                  <a:cubicBezTo>
                    <a:pt x="4615" y="40000"/>
                    <a:pt x="4615" y="40000"/>
                    <a:pt x="4195" y="40000"/>
                  </a:cubicBezTo>
                  <a:cubicBezTo>
                    <a:pt x="4195" y="38333"/>
                    <a:pt x="4195" y="38333"/>
                    <a:pt x="4195" y="38333"/>
                  </a:cubicBezTo>
                  <a:cubicBezTo>
                    <a:pt x="4195" y="38333"/>
                    <a:pt x="4195" y="38333"/>
                    <a:pt x="3776" y="38333"/>
                  </a:cubicBezTo>
                  <a:cubicBezTo>
                    <a:pt x="3356" y="38333"/>
                    <a:pt x="3356" y="36666"/>
                    <a:pt x="2937" y="36666"/>
                  </a:cubicBezTo>
                  <a:lnTo>
                    <a:pt x="2937" y="35000"/>
                  </a:lnTo>
                  <a:cubicBezTo>
                    <a:pt x="2937" y="35000"/>
                    <a:pt x="2937" y="33333"/>
                    <a:pt x="3356" y="33333"/>
                  </a:cubicBezTo>
                  <a:cubicBezTo>
                    <a:pt x="3356" y="33333"/>
                    <a:pt x="4195" y="35000"/>
                    <a:pt x="4615" y="35000"/>
                  </a:cubicBezTo>
                  <a:cubicBezTo>
                    <a:pt x="4615" y="36666"/>
                    <a:pt x="5034" y="36666"/>
                    <a:pt x="5454" y="36666"/>
                  </a:cubicBezTo>
                  <a:lnTo>
                    <a:pt x="5454" y="36666"/>
                  </a:lnTo>
                  <a:cubicBezTo>
                    <a:pt x="5874" y="36666"/>
                    <a:pt x="5874" y="36666"/>
                    <a:pt x="5874" y="36666"/>
                  </a:cubicBezTo>
                  <a:lnTo>
                    <a:pt x="5874" y="36666"/>
                  </a:lnTo>
                  <a:cubicBezTo>
                    <a:pt x="6293" y="36666"/>
                    <a:pt x="7132" y="36666"/>
                    <a:pt x="7552" y="36666"/>
                  </a:cubicBezTo>
                  <a:lnTo>
                    <a:pt x="7552" y="36666"/>
                  </a:lnTo>
                  <a:lnTo>
                    <a:pt x="7972" y="36666"/>
                  </a:lnTo>
                  <a:cubicBezTo>
                    <a:pt x="8391" y="36666"/>
                    <a:pt x="8391" y="36666"/>
                    <a:pt x="8811" y="36666"/>
                  </a:cubicBezTo>
                  <a:cubicBezTo>
                    <a:pt x="9217" y="36666"/>
                    <a:pt x="9650" y="35000"/>
                    <a:pt x="9650" y="35000"/>
                  </a:cubicBezTo>
                  <a:cubicBezTo>
                    <a:pt x="9650" y="35000"/>
                    <a:pt x="9650" y="35000"/>
                    <a:pt x="10069" y="35000"/>
                  </a:cubicBezTo>
                  <a:lnTo>
                    <a:pt x="10069" y="35000"/>
                  </a:lnTo>
                  <a:cubicBezTo>
                    <a:pt x="9650" y="35000"/>
                    <a:pt x="9217" y="33333"/>
                    <a:pt x="9217" y="33333"/>
                  </a:cubicBezTo>
                  <a:cubicBezTo>
                    <a:pt x="8811" y="33333"/>
                    <a:pt x="8811" y="33333"/>
                    <a:pt x="8811" y="33333"/>
                  </a:cubicBezTo>
                  <a:cubicBezTo>
                    <a:pt x="8811" y="33333"/>
                    <a:pt x="8391" y="33333"/>
                    <a:pt x="7972" y="33333"/>
                  </a:cubicBezTo>
                  <a:cubicBezTo>
                    <a:pt x="7552" y="33333"/>
                    <a:pt x="7132" y="31666"/>
                    <a:pt x="6713" y="30000"/>
                  </a:cubicBezTo>
                  <a:lnTo>
                    <a:pt x="6293" y="30000"/>
                  </a:lnTo>
                  <a:cubicBezTo>
                    <a:pt x="6293" y="30000"/>
                    <a:pt x="6293" y="30000"/>
                    <a:pt x="5874" y="30000"/>
                  </a:cubicBezTo>
                  <a:cubicBezTo>
                    <a:pt x="5874" y="30000"/>
                    <a:pt x="5874" y="30000"/>
                    <a:pt x="5454" y="28333"/>
                  </a:cubicBezTo>
                  <a:lnTo>
                    <a:pt x="5454" y="28333"/>
                  </a:lnTo>
                  <a:lnTo>
                    <a:pt x="5034" y="28333"/>
                  </a:lnTo>
                  <a:lnTo>
                    <a:pt x="5034" y="28333"/>
                  </a:lnTo>
                  <a:lnTo>
                    <a:pt x="5034" y="28333"/>
                  </a:lnTo>
                  <a:lnTo>
                    <a:pt x="4615" y="28333"/>
                  </a:lnTo>
                  <a:lnTo>
                    <a:pt x="4615" y="28333"/>
                  </a:lnTo>
                  <a:cubicBezTo>
                    <a:pt x="4195" y="28333"/>
                    <a:pt x="4195" y="28333"/>
                    <a:pt x="4195" y="28333"/>
                  </a:cubicBezTo>
                  <a:cubicBezTo>
                    <a:pt x="4195" y="28333"/>
                    <a:pt x="3776" y="28333"/>
                    <a:pt x="3356" y="28333"/>
                  </a:cubicBezTo>
                  <a:cubicBezTo>
                    <a:pt x="2517" y="28333"/>
                    <a:pt x="2517" y="28333"/>
                    <a:pt x="2517" y="28333"/>
                  </a:cubicBezTo>
                  <a:lnTo>
                    <a:pt x="2517" y="28333"/>
                  </a:lnTo>
                  <a:lnTo>
                    <a:pt x="2517" y="28333"/>
                  </a:lnTo>
                  <a:lnTo>
                    <a:pt x="2517" y="28333"/>
                  </a:lnTo>
                  <a:cubicBezTo>
                    <a:pt x="2097" y="28333"/>
                    <a:pt x="2097" y="28333"/>
                    <a:pt x="2097" y="28333"/>
                  </a:cubicBezTo>
                  <a:lnTo>
                    <a:pt x="1678" y="28333"/>
                  </a:lnTo>
                  <a:lnTo>
                    <a:pt x="1678" y="28333"/>
                  </a:lnTo>
                  <a:lnTo>
                    <a:pt x="1678" y="28333"/>
                  </a:lnTo>
                  <a:lnTo>
                    <a:pt x="1678" y="28333"/>
                  </a:lnTo>
                  <a:lnTo>
                    <a:pt x="1678" y="30000"/>
                  </a:lnTo>
                  <a:cubicBezTo>
                    <a:pt x="1678" y="31666"/>
                    <a:pt x="1678" y="31666"/>
                    <a:pt x="1678" y="31666"/>
                  </a:cubicBezTo>
                  <a:cubicBezTo>
                    <a:pt x="1678" y="31666"/>
                    <a:pt x="2097" y="31666"/>
                    <a:pt x="2097" y="33333"/>
                  </a:cubicBezTo>
                  <a:lnTo>
                    <a:pt x="2097" y="33333"/>
                  </a:lnTo>
                  <a:lnTo>
                    <a:pt x="2097" y="33333"/>
                  </a:lnTo>
                  <a:cubicBezTo>
                    <a:pt x="2097" y="33333"/>
                    <a:pt x="2097" y="35000"/>
                    <a:pt x="1678" y="35000"/>
                  </a:cubicBezTo>
                  <a:cubicBezTo>
                    <a:pt x="1678" y="35000"/>
                    <a:pt x="1678" y="35000"/>
                    <a:pt x="1678" y="36666"/>
                  </a:cubicBezTo>
                  <a:lnTo>
                    <a:pt x="1678" y="36666"/>
                  </a:lnTo>
                  <a:lnTo>
                    <a:pt x="1678" y="36666"/>
                  </a:lnTo>
                  <a:cubicBezTo>
                    <a:pt x="2097" y="36666"/>
                    <a:pt x="2097" y="36666"/>
                    <a:pt x="2097" y="36666"/>
                  </a:cubicBezTo>
                  <a:cubicBezTo>
                    <a:pt x="2097" y="38333"/>
                    <a:pt x="2097" y="38333"/>
                    <a:pt x="2097" y="40000"/>
                  </a:cubicBezTo>
                  <a:lnTo>
                    <a:pt x="2097" y="40000"/>
                  </a:lnTo>
                  <a:lnTo>
                    <a:pt x="2097" y="41666"/>
                  </a:lnTo>
                  <a:cubicBezTo>
                    <a:pt x="2097" y="41666"/>
                    <a:pt x="2097" y="41666"/>
                    <a:pt x="1678" y="41666"/>
                  </a:cubicBezTo>
                  <a:cubicBezTo>
                    <a:pt x="2097" y="41666"/>
                    <a:pt x="2097" y="43333"/>
                    <a:pt x="2097" y="43333"/>
                  </a:cubicBezTo>
                  <a:lnTo>
                    <a:pt x="2517" y="45000"/>
                  </a:lnTo>
                  <a:cubicBezTo>
                    <a:pt x="2517" y="45000"/>
                    <a:pt x="2517" y="45000"/>
                    <a:pt x="2517" y="46666"/>
                  </a:cubicBezTo>
                  <a:lnTo>
                    <a:pt x="2517" y="46666"/>
                  </a:lnTo>
                  <a:lnTo>
                    <a:pt x="2517" y="46666"/>
                  </a:lnTo>
                  <a:lnTo>
                    <a:pt x="2517" y="46666"/>
                  </a:lnTo>
                  <a:lnTo>
                    <a:pt x="2517" y="46666"/>
                  </a:lnTo>
                  <a:lnTo>
                    <a:pt x="2517" y="46666"/>
                  </a:lnTo>
                  <a:lnTo>
                    <a:pt x="2937" y="46666"/>
                  </a:lnTo>
                  <a:cubicBezTo>
                    <a:pt x="2937" y="48279"/>
                    <a:pt x="2937" y="48279"/>
                    <a:pt x="2937" y="50000"/>
                  </a:cubicBezTo>
                  <a:lnTo>
                    <a:pt x="2937" y="50000"/>
                  </a:lnTo>
                  <a:lnTo>
                    <a:pt x="2937" y="50000"/>
                  </a:lnTo>
                  <a:lnTo>
                    <a:pt x="2937" y="50000"/>
                  </a:lnTo>
                  <a:cubicBezTo>
                    <a:pt x="2937" y="51666"/>
                    <a:pt x="2937" y="53333"/>
                    <a:pt x="2517" y="53333"/>
                  </a:cubicBezTo>
                  <a:lnTo>
                    <a:pt x="2517" y="53333"/>
                  </a:lnTo>
                  <a:cubicBezTo>
                    <a:pt x="2517" y="53333"/>
                    <a:pt x="2097" y="53333"/>
                    <a:pt x="2097" y="54946"/>
                  </a:cubicBezTo>
                  <a:lnTo>
                    <a:pt x="2097" y="54946"/>
                  </a:lnTo>
                  <a:cubicBezTo>
                    <a:pt x="1678" y="54946"/>
                    <a:pt x="1678" y="56666"/>
                    <a:pt x="1258" y="56666"/>
                  </a:cubicBezTo>
                  <a:cubicBezTo>
                    <a:pt x="1258" y="56666"/>
                    <a:pt x="839" y="56666"/>
                    <a:pt x="839" y="58333"/>
                  </a:cubicBezTo>
                  <a:lnTo>
                    <a:pt x="839" y="58333"/>
                  </a:lnTo>
                  <a:lnTo>
                    <a:pt x="839" y="58333"/>
                  </a:lnTo>
                  <a:lnTo>
                    <a:pt x="839" y="60000"/>
                  </a:lnTo>
                  <a:lnTo>
                    <a:pt x="839" y="60000"/>
                  </a:lnTo>
                  <a:lnTo>
                    <a:pt x="839" y="61612"/>
                  </a:lnTo>
                  <a:lnTo>
                    <a:pt x="839" y="61612"/>
                  </a:lnTo>
                  <a:lnTo>
                    <a:pt x="419" y="63333"/>
                  </a:lnTo>
                  <a:lnTo>
                    <a:pt x="0" y="65000"/>
                  </a:lnTo>
                  <a:lnTo>
                    <a:pt x="0" y="65000"/>
                  </a:lnTo>
                  <a:cubicBezTo>
                    <a:pt x="0" y="65000"/>
                    <a:pt x="0" y="65000"/>
                    <a:pt x="0" y="66666"/>
                  </a:cubicBezTo>
                  <a:cubicBezTo>
                    <a:pt x="1258" y="65000"/>
                    <a:pt x="1258" y="65000"/>
                    <a:pt x="1258" y="65000"/>
                  </a:cubicBezTo>
                  <a:cubicBezTo>
                    <a:pt x="419" y="68279"/>
                    <a:pt x="419" y="68279"/>
                    <a:pt x="419" y="68279"/>
                  </a:cubicBezTo>
                  <a:lnTo>
                    <a:pt x="419" y="68279"/>
                  </a:lnTo>
                  <a:lnTo>
                    <a:pt x="419" y="68279"/>
                  </a:lnTo>
                  <a:lnTo>
                    <a:pt x="419" y="68279"/>
                  </a:lnTo>
                  <a:cubicBezTo>
                    <a:pt x="419" y="70000"/>
                    <a:pt x="419" y="70000"/>
                    <a:pt x="419" y="70000"/>
                  </a:cubicBezTo>
                  <a:lnTo>
                    <a:pt x="419" y="70000"/>
                  </a:lnTo>
                  <a:lnTo>
                    <a:pt x="419" y="70000"/>
                  </a:lnTo>
                  <a:cubicBezTo>
                    <a:pt x="419" y="71666"/>
                    <a:pt x="419" y="71666"/>
                    <a:pt x="419" y="71666"/>
                  </a:cubicBezTo>
                  <a:lnTo>
                    <a:pt x="839" y="71666"/>
                  </a:lnTo>
                  <a:lnTo>
                    <a:pt x="839" y="71666"/>
                  </a:lnTo>
                  <a:lnTo>
                    <a:pt x="839" y="71666"/>
                  </a:lnTo>
                  <a:cubicBezTo>
                    <a:pt x="839" y="71666"/>
                    <a:pt x="1258" y="71666"/>
                    <a:pt x="1258" y="73333"/>
                  </a:cubicBezTo>
                  <a:lnTo>
                    <a:pt x="1258" y="73333"/>
                  </a:lnTo>
                  <a:lnTo>
                    <a:pt x="1678" y="73333"/>
                  </a:lnTo>
                  <a:lnTo>
                    <a:pt x="1678" y="73333"/>
                  </a:lnTo>
                  <a:lnTo>
                    <a:pt x="1678" y="73333"/>
                  </a:lnTo>
                  <a:cubicBezTo>
                    <a:pt x="1678" y="73333"/>
                    <a:pt x="1678" y="73333"/>
                    <a:pt x="2097" y="73333"/>
                  </a:cubicBezTo>
                  <a:cubicBezTo>
                    <a:pt x="2097" y="73333"/>
                    <a:pt x="2097" y="73333"/>
                    <a:pt x="2517" y="73333"/>
                  </a:cubicBezTo>
                  <a:cubicBezTo>
                    <a:pt x="2517" y="73333"/>
                    <a:pt x="2937" y="74946"/>
                    <a:pt x="2937" y="76612"/>
                  </a:cubicBezTo>
                  <a:lnTo>
                    <a:pt x="2937" y="76612"/>
                  </a:lnTo>
                  <a:lnTo>
                    <a:pt x="2517" y="76612"/>
                  </a:lnTo>
                  <a:lnTo>
                    <a:pt x="2937" y="78333"/>
                  </a:lnTo>
                  <a:lnTo>
                    <a:pt x="2937" y="78333"/>
                  </a:lnTo>
                  <a:lnTo>
                    <a:pt x="2937" y="78333"/>
                  </a:lnTo>
                  <a:lnTo>
                    <a:pt x="2937" y="78333"/>
                  </a:lnTo>
                  <a:cubicBezTo>
                    <a:pt x="3356" y="78333"/>
                    <a:pt x="3356" y="78333"/>
                    <a:pt x="3356" y="80000"/>
                  </a:cubicBezTo>
                  <a:lnTo>
                    <a:pt x="3356" y="80000"/>
                  </a:lnTo>
                  <a:lnTo>
                    <a:pt x="3356" y="80000"/>
                  </a:lnTo>
                  <a:lnTo>
                    <a:pt x="3356" y="80000"/>
                  </a:lnTo>
                  <a:cubicBezTo>
                    <a:pt x="3776" y="80000"/>
                    <a:pt x="3776" y="80000"/>
                    <a:pt x="4195" y="81612"/>
                  </a:cubicBezTo>
                  <a:lnTo>
                    <a:pt x="4195" y="81612"/>
                  </a:lnTo>
                  <a:lnTo>
                    <a:pt x="4195" y="81612"/>
                  </a:lnTo>
                  <a:lnTo>
                    <a:pt x="4195" y="81612"/>
                  </a:lnTo>
                  <a:cubicBezTo>
                    <a:pt x="4195" y="83333"/>
                    <a:pt x="3776" y="83333"/>
                    <a:pt x="3776" y="85000"/>
                  </a:cubicBezTo>
                  <a:lnTo>
                    <a:pt x="3776" y="85000"/>
                  </a:lnTo>
                  <a:lnTo>
                    <a:pt x="3776" y="85000"/>
                  </a:lnTo>
                  <a:cubicBezTo>
                    <a:pt x="3776" y="85000"/>
                    <a:pt x="3776" y="85000"/>
                    <a:pt x="4195" y="85000"/>
                  </a:cubicBezTo>
                  <a:lnTo>
                    <a:pt x="4195" y="85000"/>
                  </a:lnTo>
                  <a:lnTo>
                    <a:pt x="4195" y="85000"/>
                  </a:lnTo>
                  <a:lnTo>
                    <a:pt x="4195" y="85000"/>
                  </a:lnTo>
                  <a:cubicBezTo>
                    <a:pt x="4615" y="85000"/>
                    <a:pt x="5034" y="85000"/>
                    <a:pt x="5034" y="85000"/>
                  </a:cubicBezTo>
                  <a:lnTo>
                    <a:pt x="5034" y="85000"/>
                  </a:lnTo>
                  <a:cubicBezTo>
                    <a:pt x="5034" y="86666"/>
                    <a:pt x="5454" y="86666"/>
                    <a:pt x="5454" y="88279"/>
                  </a:cubicBezTo>
                  <a:lnTo>
                    <a:pt x="5454" y="88279"/>
                  </a:lnTo>
                  <a:lnTo>
                    <a:pt x="5454" y="88279"/>
                  </a:lnTo>
                  <a:lnTo>
                    <a:pt x="5454" y="88279"/>
                  </a:lnTo>
                  <a:cubicBezTo>
                    <a:pt x="5454" y="88279"/>
                    <a:pt x="5454" y="88279"/>
                    <a:pt x="5874" y="88279"/>
                  </a:cubicBezTo>
                  <a:lnTo>
                    <a:pt x="5874" y="88279"/>
                  </a:lnTo>
                  <a:lnTo>
                    <a:pt x="5874" y="90000"/>
                  </a:lnTo>
                  <a:lnTo>
                    <a:pt x="5874" y="90000"/>
                  </a:lnTo>
                  <a:cubicBezTo>
                    <a:pt x="5874" y="90000"/>
                    <a:pt x="5874" y="90000"/>
                    <a:pt x="5874" y="91666"/>
                  </a:cubicBezTo>
                  <a:lnTo>
                    <a:pt x="5874" y="91666"/>
                  </a:lnTo>
                  <a:lnTo>
                    <a:pt x="5874" y="91666"/>
                  </a:lnTo>
                  <a:cubicBezTo>
                    <a:pt x="6293" y="91666"/>
                    <a:pt x="6293" y="91666"/>
                    <a:pt x="6293" y="91666"/>
                  </a:cubicBezTo>
                  <a:lnTo>
                    <a:pt x="6293" y="91666"/>
                  </a:lnTo>
                  <a:lnTo>
                    <a:pt x="6713" y="91666"/>
                  </a:lnTo>
                  <a:lnTo>
                    <a:pt x="6713" y="91666"/>
                  </a:lnTo>
                  <a:lnTo>
                    <a:pt x="6713" y="91666"/>
                  </a:lnTo>
                  <a:lnTo>
                    <a:pt x="7132" y="91666"/>
                  </a:lnTo>
                  <a:lnTo>
                    <a:pt x="7132" y="91666"/>
                  </a:lnTo>
                  <a:lnTo>
                    <a:pt x="7132" y="91666"/>
                  </a:lnTo>
                  <a:lnTo>
                    <a:pt x="7132" y="91666"/>
                  </a:lnTo>
                  <a:cubicBezTo>
                    <a:pt x="7552" y="91666"/>
                    <a:pt x="7552" y="91666"/>
                    <a:pt x="7552" y="91666"/>
                  </a:cubicBezTo>
                  <a:cubicBezTo>
                    <a:pt x="7552" y="91666"/>
                    <a:pt x="7552" y="91666"/>
                    <a:pt x="7972" y="91666"/>
                  </a:cubicBezTo>
                  <a:lnTo>
                    <a:pt x="7972" y="91666"/>
                  </a:lnTo>
                  <a:lnTo>
                    <a:pt x="7972" y="91666"/>
                  </a:lnTo>
                  <a:cubicBezTo>
                    <a:pt x="8391" y="93333"/>
                    <a:pt x="8391" y="93333"/>
                    <a:pt x="8811" y="93333"/>
                  </a:cubicBezTo>
                  <a:cubicBezTo>
                    <a:pt x="8811" y="93333"/>
                    <a:pt x="8811" y="93333"/>
                    <a:pt x="9217" y="93333"/>
                  </a:cubicBezTo>
                  <a:lnTo>
                    <a:pt x="9217" y="93333"/>
                  </a:lnTo>
                  <a:lnTo>
                    <a:pt x="9217" y="93333"/>
                  </a:lnTo>
                  <a:cubicBezTo>
                    <a:pt x="9650" y="93333"/>
                    <a:pt x="9650" y="94946"/>
                    <a:pt x="9650" y="94946"/>
                  </a:cubicBezTo>
                  <a:lnTo>
                    <a:pt x="9650" y="94946"/>
                  </a:lnTo>
                  <a:lnTo>
                    <a:pt x="9650" y="96666"/>
                  </a:lnTo>
                  <a:lnTo>
                    <a:pt x="9650" y="96666"/>
                  </a:lnTo>
                  <a:cubicBezTo>
                    <a:pt x="9650" y="96666"/>
                    <a:pt x="9650" y="96666"/>
                    <a:pt x="9650" y="98333"/>
                  </a:cubicBezTo>
                  <a:lnTo>
                    <a:pt x="9650" y="98333"/>
                  </a:lnTo>
                  <a:cubicBezTo>
                    <a:pt x="9650" y="98333"/>
                    <a:pt x="9650" y="98333"/>
                    <a:pt x="9217" y="98333"/>
                  </a:cubicBezTo>
                  <a:cubicBezTo>
                    <a:pt x="9650" y="100000"/>
                    <a:pt x="9650" y="100000"/>
                    <a:pt x="9650" y="100000"/>
                  </a:cubicBezTo>
                  <a:lnTo>
                    <a:pt x="9650" y="101612"/>
                  </a:lnTo>
                  <a:lnTo>
                    <a:pt x="9650" y="101612"/>
                  </a:lnTo>
                  <a:cubicBezTo>
                    <a:pt x="9217" y="101612"/>
                    <a:pt x="9217" y="103333"/>
                    <a:pt x="8811" y="103333"/>
                  </a:cubicBezTo>
                  <a:cubicBezTo>
                    <a:pt x="8811" y="103333"/>
                    <a:pt x="8811" y="103333"/>
                    <a:pt x="8811" y="105000"/>
                  </a:cubicBezTo>
                  <a:cubicBezTo>
                    <a:pt x="8811" y="105000"/>
                    <a:pt x="8811" y="106666"/>
                    <a:pt x="8391" y="106666"/>
                  </a:cubicBezTo>
                  <a:lnTo>
                    <a:pt x="8391" y="106666"/>
                  </a:lnTo>
                  <a:lnTo>
                    <a:pt x="8391" y="106666"/>
                  </a:lnTo>
                  <a:lnTo>
                    <a:pt x="8391" y="106666"/>
                  </a:lnTo>
                  <a:cubicBezTo>
                    <a:pt x="8391" y="108279"/>
                    <a:pt x="8391" y="108279"/>
                    <a:pt x="7972" y="108279"/>
                  </a:cubicBezTo>
                  <a:cubicBezTo>
                    <a:pt x="7972" y="108279"/>
                    <a:pt x="7972" y="108279"/>
                    <a:pt x="7972" y="110000"/>
                  </a:cubicBezTo>
                  <a:lnTo>
                    <a:pt x="7972" y="110000"/>
                  </a:lnTo>
                  <a:lnTo>
                    <a:pt x="7552" y="111666"/>
                  </a:lnTo>
                  <a:lnTo>
                    <a:pt x="7552" y="111666"/>
                  </a:lnTo>
                  <a:lnTo>
                    <a:pt x="7552" y="111666"/>
                  </a:lnTo>
                  <a:lnTo>
                    <a:pt x="7972" y="111666"/>
                  </a:lnTo>
                  <a:lnTo>
                    <a:pt x="7972" y="111666"/>
                  </a:lnTo>
                  <a:lnTo>
                    <a:pt x="7972" y="111666"/>
                  </a:lnTo>
                  <a:cubicBezTo>
                    <a:pt x="7972" y="111666"/>
                    <a:pt x="7972" y="111666"/>
                    <a:pt x="8391" y="111666"/>
                  </a:cubicBezTo>
                  <a:cubicBezTo>
                    <a:pt x="8391" y="111666"/>
                    <a:pt x="8391" y="111666"/>
                    <a:pt x="9217" y="114946"/>
                  </a:cubicBezTo>
                  <a:cubicBezTo>
                    <a:pt x="9217" y="114946"/>
                    <a:pt x="9217" y="114946"/>
                    <a:pt x="9650" y="114946"/>
                  </a:cubicBezTo>
                  <a:lnTo>
                    <a:pt x="9650" y="114946"/>
                  </a:lnTo>
                  <a:cubicBezTo>
                    <a:pt x="10069" y="114946"/>
                    <a:pt x="10069" y="114946"/>
                    <a:pt x="10069" y="114946"/>
                  </a:cubicBezTo>
                  <a:cubicBezTo>
                    <a:pt x="10069" y="116666"/>
                    <a:pt x="10475" y="116666"/>
                    <a:pt x="10475" y="116666"/>
                  </a:cubicBezTo>
                  <a:lnTo>
                    <a:pt x="10475" y="116666"/>
                  </a:lnTo>
                  <a:lnTo>
                    <a:pt x="10475" y="116666"/>
                  </a:lnTo>
                  <a:cubicBezTo>
                    <a:pt x="10909" y="116666"/>
                    <a:pt x="10909" y="116666"/>
                    <a:pt x="10909" y="116666"/>
                  </a:cubicBezTo>
                  <a:cubicBezTo>
                    <a:pt x="11328" y="116666"/>
                    <a:pt x="11328" y="116666"/>
                    <a:pt x="11328" y="116666"/>
                  </a:cubicBezTo>
                  <a:cubicBezTo>
                    <a:pt x="11748" y="116666"/>
                    <a:pt x="11748" y="116666"/>
                    <a:pt x="11748" y="116666"/>
                  </a:cubicBezTo>
                  <a:cubicBezTo>
                    <a:pt x="11748" y="118333"/>
                    <a:pt x="12154" y="118333"/>
                    <a:pt x="12154" y="118333"/>
                  </a:cubicBezTo>
                  <a:lnTo>
                    <a:pt x="12154" y="118333"/>
                  </a:lnTo>
                  <a:lnTo>
                    <a:pt x="12587" y="118333"/>
                  </a:lnTo>
                  <a:lnTo>
                    <a:pt x="12587" y="118333"/>
                  </a:lnTo>
                  <a:lnTo>
                    <a:pt x="13006" y="118333"/>
                  </a:lnTo>
                  <a:lnTo>
                    <a:pt x="13006" y="118333"/>
                  </a:lnTo>
                  <a:lnTo>
                    <a:pt x="13006" y="118333"/>
                  </a:lnTo>
                  <a:cubicBezTo>
                    <a:pt x="13006" y="116666"/>
                    <a:pt x="13006" y="116666"/>
                    <a:pt x="13006" y="116666"/>
                  </a:cubicBezTo>
                  <a:lnTo>
                    <a:pt x="13006" y="116666"/>
                  </a:lnTo>
                  <a:cubicBezTo>
                    <a:pt x="13426" y="116666"/>
                    <a:pt x="13426" y="116666"/>
                    <a:pt x="13426" y="118333"/>
                  </a:cubicBezTo>
                  <a:lnTo>
                    <a:pt x="13426" y="118333"/>
                  </a:lnTo>
                  <a:lnTo>
                    <a:pt x="13426" y="118333"/>
                  </a:lnTo>
                  <a:cubicBezTo>
                    <a:pt x="13832" y="118333"/>
                    <a:pt x="13832" y="118333"/>
                    <a:pt x="13832" y="119946"/>
                  </a:cubicBezTo>
                  <a:lnTo>
                    <a:pt x="13832" y="119946"/>
                  </a:lnTo>
                  <a:lnTo>
                    <a:pt x="13832" y="119946"/>
                  </a:lnTo>
                  <a:lnTo>
                    <a:pt x="13832" y="119946"/>
                  </a:lnTo>
                  <a:lnTo>
                    <a:pt x="13832" y="119946"/>
                  </a:lnTo>
                  <a:lnTo>
                    <a:pt x="13832" y="119946"/>
                  </a:lnTo>
                  <a:lnTo>
                    <a:pt x="13832" y="119946"/>
                  </a:lnTo>
                  <a:lnTo>
                    <a:pt x="13832" y="119946"/>
                  </a:lnTo>
                  <a:cubicBezTo>
                    <a:pt x="13832" y="119946"/>
                    <a:pt x="13832" y="119946"/>
                    <a:pt x="14265" y="119946"/>
                  </a:cubicBezTo>
                  <a:lnTo>
                    <a:pt x="14265" y="119946"/>
                  </a:lnTo>
                  <a:lnTo>
                    <a:pt x="14265" y="119946"/>
                  </a:lnTo>
                  <a:lnTo>
                    <a:pt x="14265" y="119946"/>
                  </a:lnTo>
                  <a:lnTo>
                    <a:pt x="14265" y="119946"/>
                  </a:lnTo>
                  <a:cubicBezTo>
                    <a:pt x="14685" y="119946"/>
                    <a:pt x="14685" y="119946"/>
                    <a:pt x="14685" y="119946"/>
                  </a:cubicBezTo>
                  <a:lnTo>
                    <a:pt x="14685" y="118333"/>
                  </a:lnTo>
                  <a:cubicBezTo>
                    <a:pt x="14685" y="118333"/>
                    <a:pt x="14685" y="118333"/>
                    <a:pt x="14685" y="116666"/>
                  </a:cubicBezTo>
                  <a:lnTo>
                    <a:pt x="14685" y="116666"/>
                  </a:lnTo>
                  <a:cubicBezTo>
                    <a:pt x="14265" y="114946"/>
                    <a:pt x="13832" y="114946"/>
                    <a:pt x="13832" y="113333"/>
                  </a:cubicBezTo>
                  <a:lnTo>
                    <a:pt x="13832" y="111666"/>
                  </a:lnTo>
                  <a:cubicBezTo>
                    <a:pt x="14265" y="111666"/>
                    <a:pt x="14265" y="111666"/>
                    <a:pt x="14265" y="111666"/>
                  </a:cubicBezTo>
                  <a:lnTo>
                    <a:pt x="14265" y="110000"/>
                  </a:lnTo>
                  <a:cubicBezTo>
                    <a:pt x="14265" y="110000"/>
                    <a:pt x="14265" y="110000"/>
                    <a:pt x="14265" y="108279"/>
                  </a:cubicBezTo>
                  <a:cubicBezTo>
                    <a:pt x="14685" y="108279"/>
                    <a:pt x="14685" y="108279"/>
                    <a:pt x="14685" y="108279"/>
                  </a:cubicBezTo>
                  <a:cubicBezTo>
                    <a:pt x="15104" y="108279"/>
                    <a:pt x="15104" y="108279"/>
                    <a:pt x="15510" y="106666"/>
                  </a:cubicBezTo>
                  <a:lnTo>
                    <a:pt x="15510" y="106666"/>
                  </a:lnTo>
                  <a:lnTo>
                    <a:pt x="15510" y="106666"/>
                  </a:lnTo>
                  <a:lnTo>
                    <a:pt x="15510" y="106666"/>
                  </a:lnTo>
                  <a:cubicBezTo>
                    <a:pt x="15510" y="106666"/>
                    <a:pt x="15510" y="106666"/>
                    <a:pt x="15510" y="105000"/>
                  </a:cubicBezTo>
                  <a:lnTo>
                    <a:pt x="15510" y="105000"/>
                  </a:lnTo>
                  <a:cubicBezTo>
                    <a:pt x="15104" y="105000"/>
                    <a:pt x="15104" y="105000"/>
                    <a:pt x="15104" y="103333"/>
                  </a:cubicBezTo>
                  <a:lnTo>
                    <a:pt x="15104" y="103333"/>
                  </a:lnTo>
                  <a:cubicBezTo>
                    <a:pt x="15104" y="103333"/>
                    <a:pt x="14685" y="103333"/>
                    <a:pt x="14265" y="103333"/>
                  </a:cubicBezTo>
                  <a:lnTo>
                    <a:pt x="14265" y="103333"/>
                  </a:lnTo>
                  <a:lnTo>
                    <a:pt x="14265" y="103333"/>
                  </a:lnTo>
                  <a:lnTo>
                    <a:pt x="14265" y="103333"/>
                  </a:lnTo>
                  <a:lnTo>
                    <a:pt x="14265" y="101612"/>
                  </a:lnTo>
                  <a:lnTo>
                    <a:pt x="14265" y="101612"/>
                  </a:lnTo>
                  <a:cubicBezTo>
                    <a:pt x="13832" y="101612"/>
                    <a:pt x="13832" y="100000"/>
                    <a:pt x="13832" y="100000"/>
                  </a:cubicBezTo>
                  <a:lnTo>
                    <a:pt x="13832" y="100000"/>
                  </a:lnTo>
                  <a:lnTo>
                    <a:pt x="13832" y="100000"/>
                  </a:lnTo>
                  <a:cubicBezTo>
                    <a:pt x="13832" y="98333"/>
                    <a:pt x="13832" y="98333"/>
                    <a:pt x="13832" y="98333"/>
                  </a:cubicBezTo>
                  <a:lnTo>
                    <a:pt x="13832" y="98333"/>
                  </a:lnTo>
                  <a:lnTo>
                    <a:pt x="13832" y="96666"/>
                  </a:lnTo>
                  <a:lnTo>
                    <a:pt x="13832" y="96666"/>
                  </a:lnTo>
                  <a:lnTo>
                    <a:pt x="13832" y="94946"/>
                  </a:lnTo>
                  <a:cubicBezTo>
                    <a:pt x="13832" y="94946"/>
                    <a:pt x="13832" y="94946"/>
                    <a:pt x="14265" y="94946"/>
                  </a:cubicBezTo>
                  <a:lnTo>
                    <a:pt x="14265" y="94946"/>
                  </a:lnTo>
                  <a:cubicBezTo>
                    <a:pt x="14265" y="93333"/>
                    <a:pt x="14265" y="93333"/>
                    <a:pt x="14265" y="93333"/>
                  </a:cubicBezTo>
                  <a:lnTo>
                    <a:pt x="14265" y="93333"/>
                  </a:lnTo>
                  <a:lnTo>
                    <a:pt x="14265" y="93333"/>
                  </a:lnTo>
                  <a:lnTo>
                    <a:pt x="14265" y="91666"/>
                  </a:lnTo>
                  <a:lnTo>
                    <a:pt x="14685" y="90000"/>
                  </a:lnTo>
                  <a:lnTo>
                    <a:pt x="14685" y="90000"/>
                  </a:lnTo>
                  <a:cubicBezTo>
                    <a:pt x="15104" y="90000"/>
                    <a:pt x="15104" y="90000"/>
                    <a:pt x="15104" y="90000"/>
                  </a:cubicBezTo>
                  <a:lnTo>
                    <a:pt x="15104" y="90000"/>
                  </a:lnTo>
                  <a:cubicBezTo>
                    <a:pt x="15104" y="91666"/>
                    <a:pt x="15104" y="91666"/>
                    <a:pt x="15104" y="91666"/>
                  </a:cubicBezTo>
                  <a:lnTo>
                    <a:pt x="15510" y="90000"/>
                  </a:lnTo>
                  <a:cubicBezTo>
                    <a:pt x="15510" y="90000"/>
                    <a:pt x="15510" y="90000"/>
                    <a:pt x="15944" y="90000"/>
                  </a:cubicBezTo>
                  <a:lnTo>
                    <a:pt x="15944" y="90000"/>
                  </a:lnTo>
                  <a:cubicBezTo>
                    <a:pt x="16363" y="88279"/>
                    <a:pt x="16363" y="88279"/>
                    <a:pt x="16363" y="88279"/>
                  </a:cubicBezTo>
                  <a:lnTo>
                    <a:pt x="16363" y="88279"/>
                  </a:lnTo>
                  <a:lnTo>
                    <a:pt x="16363" y="88279"/>
                  </a:lnTo>
                  <a:lnTo>
                    <a:pt x="16363" y="88279"/>
                  </a:lnTo>
                  <a:lnTo>
                    <a:pt x="16363" y="88279"/>
                  </a:lnTo>
                  <a:cubicBezTo>
                    <a:pt x="16783" y="88279"/>
                    <a:pt x="16783" y="88279"/>
                    <a:pt x="16783" y="86666"/>
                  </a:cubicBezTo>
                  <a:cubicBezTo>
                    <a:pt x="16783" y="86666"/>
                    <a:pt x="16783" y="86666"/>
                    <a:pt x="17189" y="86666"/>
                  </a:cubicBezTo>
                  <a:lnTo>
                    <a:pt x="17189" y="86666"/>
                  </a:lnTo>
                  <a:lnTo>
                    <a:pt x="17189" y="86666"/>
                  </a:lnTo>
                  <a:lnTo>
                    <a:pt x="17189" y="86666"/>
                  </a:lnTo>
                  <a:lnTo>
                    <a:pt x="17189" y="86666"/>
                  </a:lnTo>
                  <a:cubicBezTo>
                    <a:pt x="17189" y="86666"/>
                    <a:pt x="17189" y="86666"/>
                    <a:pt x="17622" y="86666"/>
                  </a:cubicBezTo>
                  <a:lnTo>
                    <a:pt x="17622" y="86666"/>
                  </a:lnTo>
                  <a:cubicBezTo>
                    <a:pt x="17622" y="86666"/>
                    <a:pt x="17622" y="86666"/>
                    <a:pt x="18041" y="86666"/>
                  </a:cubicBezTo>
                  <a:lnTo>
                    <a:pt x="18041" y="86666"/>
                  </a:lnTo>
                  <a:lnTo>
                    <a:pt x="18041" y="86666"/>
                  </a:lnTo>
                  <a:lnTo>
                    <a:pt x="18041" y="86666"/>
                  </a:lnTo>
                  <a:cubicBezTo>
                    <a:pt x="18461" y="86666"/>
                    <a:pt x="18461" y="86666"/>
                    <a:pt x="18461" y="86666"/>
                  </a:cubicBezTo>
                  <a:lnTo>
                    <a:pt x="18461" y="86666"/>
                  </a:lnTo>
                  <a:lnTo>
                    <a:pt x="18461" y="86666"/>
                  </a:lnTo>
                  <a:cubicBezTo>
                    <a:pt x="18461" y="86666"/>
                    <a:pt x="18867" y="86666"/>
                    <a:pt x="18867" y="88279"/>
                  </a:cubicBezTo>
                  <a:cubicBezTo>
                    <a:pt x="18867" y="86666"/>
                    <a:pt x="18867" y="86666"/>
                    <a:pt x="19300" y="86666"/>
                  </a:cubicBezTo>
                  <a:lnTo>
                    <a:pt x="19300" y="86666"/>
                  </a:lnTo>
                  <a:cubicBezTo>
                    <a:pt x="19300" y="88279"/>
                    <a:pt x="19720" y="88279"/>
                    <a:pt x="19720" y="88279"/>
                  </a:cubicBezTo>
                  <a:lnTo>
                    <a:pt x="19720" y="88279"/>
                  </a:lnTo>
                  <a:cubicBezTo>
                    <a:pt x="19720" y="88279"/>
                    <a:pt x="19720" y="90000"/>
                    <a:pt x="20139" y="90000"/>
                  </a:cubicBezTo>
                  <a:cubicBezTo>
                    <a:pt x="20139" y="88279"/>
                    <a:pt x="20139" y="88279"/>
                    <a:pt x="20139" y="88279"/>
                  </a:cubicBezTo>
                  <a:lnTo>
                    <a:pt x="20139" y="88279"/>
                  </a:lnTo>
                  <a:lnTo>
                    <a:pt x="20139" y="88279"/>
                  </a:lnTo>
                  <a:cubicBezTo>
                    <a:pt x="20545" y="88279"/>
                    <a:pt x="20545" y="90000"/>
                    <a:pt x="20979" y="90000"/>
                  </a:cubicBezTo>
                  <a:lnTo>
                    <a:pt x="20979" y="90000"/>
                  </a:lnTo>
                  <a:lnTo>
                    <a:pt x="20979" y="90000"/>
                  </a:lnTo>
                  <a:lnTo>
                    <a:pt x="20979" y="90000"/>
                  </a:lnTo>
                  <a:cubicBezTo>
                    <a:pt x="21398" y="90000"/>
                    <a:pt x="21398" y="90000"/>
                    <a:pt x="21398" y="88279"/>
                  </a:cubicBezTo>
                  <a:cubicBezTo>
                    <a:pt x="21818" y="88279"/>
                    <a:pt x="21818" y="88279"/>
                    <a:pt x="21818" y="88279"/>
                  </a:cubicBezTo>
                  <a:cubicBezTo>
                    <a:pt x="21818" y="88279"/>
                    <a:pt x="22224" y="88279"/>
                    <a:pt x="22224" y="90000"/>
                  </a:cubicBezTo>
                  <a:cubicBezTo>
                    <a:pt x="22224" y="88279"/>
                    <a:pt x="22224" y="88279"/>
                    <a:pt x="22657" y="88279"/>
                  </a:cubicBezTo>
                  <a:lnTo>
                    <a:pt x="22657" y="88279"/>
                  </a:lnTo>
                  <a:lnTo>
                    <a:pt x="22657" y="88279"/>
                  </a:lnTo>
                  <a:cubicBezTo>
                    <a:pt x="22657" y="88279"/>
                    <a:pt x="23076" y="88279"/>
                    <a:pt x="23076" y="90000"/>
                  </a:cubicBezTo>
                  <a:lnTo>
                    <a:pt x="23076" y="90000"/>
                  </a:lnTo>
                  <a:lnTo>
                    <a:pt x="23496" y="90000"/>
                  </a:lnTo>
                  <a:lnTo>
                    <a:pt x="23496" y="90000"/>
                  </a:lnTo>
                  <a:lnTo>
                    <a:pt x="23496" y="90000"/>
                  </a:lnTo>
                  <a:lnTo>
                    <a:pt x="23902" y="90000"/>
                  </a:lnTo>
                  <a:lnTo>
                    <a:pt x="23902" y="90000"/>
                  </a:lnTo>
                  <a:lnTo>
                    <a:pt x="23902" y="90000"/>
                  </a:lnTo>
                  <a:lnTo>
                    <a:pt x="23902" y="90000"/>
                  </a:lnTo>
                  <a:cubicBezTo>
                    <a:pt x="23902" y="88279"/>
                    <a:pt x="23902" y="88279"/>
                    <a:pt x="23902" y="88279"/>
                  </a:cubicBezTo>
                  <a:lnTo>
                    <a:pt x="23902" y="88279"/>
                  </a:lnTo>
                  <a:lnTo>
                    <a:pt x="23902" y="88279"/>
                  </a:lnTo>
                  <a:cubicBezTo>
                    <a:pt x="23902" y="86666"/>
                    <a:pt x="23902" y="86666"/>
                    <a:pt x="24335" y="86666"/>
                  </a:cubicBezTo>
                  <a:cubicBezTo>
                    <a:pt x="24335" y="85000"/>
                    <a:pt x="24335" y="85000"/>
                    <a:pt x="24335" y="85000"/>
                  </a:cubicBezTo>
                  <a:cubicBezTo>
                    <a:pt x="24335" y="85000"/>
                    <a:pt x="24335" y="85000"/>
                    <a:pt x="24335" y="86666"/>
                  </a:cubicBezTo>
                  <a:cubicBezTo>
                    <a:pt x="24335" y="85000"/>
                    <a:pt x="24335" y="85000"/>
                    <a:pt x="24335" y="85000"/>
                  </a:cubicBezTo>
                  <a:lnTo>
                    <a:pt x="24335" y="85000"/>
                  </a:lnTo>
                  <a:cubicBezTo>
                    <a:pt x="24335" y="85000"/>
                    <a:pt x="24335" y="85000"/>
                    <a:pt x="24755" y="85000"/>
                  </a:cubicBezTo>
                  <a:lnTo>
                    <a:pt x="24755" y="83333"/>
                  </a:lnTo>
                  <a:lnTo>
                    <a:pt x="24755" y="81612"/>
                  </a:lnTo>
                  <a:lnTo>
                    <a:pt x="24755" y="81612"/>
                  </a:lnTo>
                  <a:cubicBezTo>
                    <a:pt x="24755" y="80000"/>
                    <a:pt x="24755" y="80000"/>
                    <a:pt x="24755" y="80000"/>
                  </a:cubicBezTo>
                  <a:lnTo>
                    <a:pt x="24755" y="80000"/>
                  </a:lnTo>
                  <a:cubicBezTo>
                    <a:pt x="24755" y="78333"/>
                    <a:pt x="24755" y="78333"/>
                    <a:pt x="25174" y="78333"/>
                  </a:cubicBezTo>
                  <a:lnTo>
                    <a:pt x="25174" y="78333"/>
                  </a:lnTo>
                  <a:lnTo>
                    <a:pt x="25174" y="78333"/>
                  </a:lnTo>
                  <a:lnTo>
                    <a:pt x="25174" y="78333"/>
                  </a:lnTo>
                  <a:lnTo>
                    <a:pt x="25580" y="78333"/>
                  </a:lnTo>
                  <a:cubicBezTo>
                    <a:pt x="25580" y="78333"/>
                    <a:pt x="25580" y="78333"/>
                    <a:pt x="26013" y="78333"/>
                  </a:cubicBezTo>
                  <a:lnTo>
                    <a:pt x="26013" y="78333"/>
                  </a:lnTo>
                  <a:cubicBezTo>
                    <a:pt x="26013" y="78333"/>
                    <a:pt x="26013" y="78333"/>
                    <a:pt x="26433" y="78333"/>
                  </a:cubicBezTo>
                  <a:cubicBezTo>
                    <a:pt x="26433" y="78333"/>
                    <a:pt x="26433" y="78333"/>
                    <a:pt x="26853" y="78333"/>
                  </a:cubicBezTo>
                  <a:cubicBezTo>
                    <a:pt x="27259" y="78333"/>
                    <a:pt x="27259" y="78333"/>
                    <a:pt x="27259" y="78333"/>
                  </a:cubicBezTo>
                  <a:cubicBezTo>
                    <a:pt x="27692" y="78333"/>
                    <a:pt x="27692" y="78333"/>
                    <a:pt x="27692" y="78333"/>
                  </a:cubicBezTo>
                  <a:lnTo>
                    <a:pt x="27692" y="78333"/>
                  </a:lnTo>
                  <a:lnTo>
                    <a:pt x="27692" y="78333"/>
                  </a:lnTo>
                  <a:cubicBezTo>
                    <a:pt x="28111" y="78333"/>
                    <a:pt x="28111" y="78333"/>
                    <a:pt x="28111" y="76612"/>
                  </a:cubicBezTo>
                  <a:lnTo>
                    <a:pt x="28111" y="76612"/>
                  </a:lnTo>
                  <a:lnTo>
                    <a:pt x="28111" y="76612"/>
                  </a:lnTo>
                  <a:cubicBezTo>
                    <a:pt x="28111" y="76612"/>
                    <a:pt x="28111" y="76612"/>
                    <a:pt x="28531" y="76612"/>
                  </a:cubicBezTo>
                  <a:lnTo>
                    <a:pt x="28531" y="76612"/>
                  </a:lnTo>
                  <a:lnTo>
                    <a:pt x="28937" y="76612"/>
                  </a:lnTo>
                  <a:lnTo>
                    <a:pt x="28937" y="76612"/>
                  </a:lnTo>
                  <a:lnTo>
                    <a:pt x="28937" y="76612"/>
                  </a:lnTo>
                  <a:cubicBezTo>
                    <a:pt x="29370" y="76612"/>
                    <a:pt x="29370" y="76612"/>
                    <a:pt x="29790" y="76612"/>
                  </a:cubicBezTo>
                  <a:lnTo>
                    <a:pt x="29790" y="76612"/>
                  </a:lnTo>
                  <a:lnTo>
                    <a:pt x="29790" y="76612"/>
                  </a:lnTo>
                  <a:cubicBezTo>
                    <a:pt x="29790" y="76612"/>
                    <a:pt x="29790" y="76612"/>
                    <a:pt x="30209" y="76612"/>
                  </a:cubicBezTo>
                  <a:lnTo>
                    <a:pt x="30209" y="76612"/>
                  </a:lnTo>
                  <a:lnTo>
                    <a:pt x="30209" y="76612"/>
                  </a:lnTo>
                  <a:cubicBezTo>
                    <a:pt x="30209" y="74946"/>
                    <a:pt x="30615" y="73333"/>
                    <a:pt x="31035" y="73333"/>
                  </a:cubicBezTo>
                  <a:lnTo>
                    <a:pt x="31035" y="73333"/>
                  </a:lnTo>
                  <a:lnTo>
                    <a:pt x="31035" y="73333"/>
                  </a:lnTo>
                  <a:lnTo>
                    <a:pt x="31035" y="73333"/>
                  </a:lnTo>
                  <a:lnTo>
                    <a:pt x="31035" y="73333"/>
                  </a:lnTo>
                  <a:cubicBezTo>
                    <a:pt x="31468" y="73333"/>
                    <a:pt x="31468" y="73333"/>
                    <a:pt x="31888" y="74946"/>
                  </a:cubicBezTo>
                  <a:lnTo>
                    <a:pt x="31888" y="74946"/>
                  </a:lnTo>
                  <a:lnTo>
                    <a:pt x="31888" y="74946"/>
                  </a:lnTo>
                  <a:lnTo>
                    <a:pt x="32294" y="74946"/>
                  </a:lnTo>
                  <a:lnTo>
                    <a:pt x="32294" y="74946"/>
                  </a:lnTo>
                  <a:lnTo>
                    <a:pt x="32294" y="74946"/>
                  </a:lnTo>
                  <a:lnTo>
                    <a:pt x="32727" y="76612"/>
                  </a:lnTo>
                  <a:cubicBezTo>
                    <a:pt x="32727" y="78333"/>
                    <a:pt x="32727" y="78333"/>
                    <a:pt x="32727" y="78333"/>
                  </a:cubicBezTo>
                  <a:lnTo>
                    <a:pt x="32727" y="78333"/>
                  </a:lnTo>
                  <a:cubicBezTo>
                    <a:pt x="32727" y="78333"/>
                    <a:pt x="32727" y="78333"/>
                    <a:pt x="33146" y="78333"/>
                  </a:cubicBezTo>
                  <a:lnTo>
                    <a:pt x="33146" y="78333"/>
                  </a:lnTo>
                  <a:lnTo>
                    <a:pt x="33146" y="78333"/>
                  </a:lnTo>
                  <a:cubicBezTo>
                    <a:pt x="33146" y="78333"/>
                    <a:pt x="33146" y="78333"/>
                    <a:pt x="33552" y="78333"/>
                  </a:cubicBezTo>
                  <a:lnTo>
                    <a:pt x="33552" y="78333"/>
                  </a:lnTo>
                  <a:cubicBezTo>
                    <a:pt x="33552" y="78333"/>
                    <a:pt x="33552" y="78333"/>
                    <a:pt x="33972" y="78333"/>
                  </a:cubicBezTo>
                  <a:lnTo>
                    <a:pt x="33972" y="78333"/>
                  </a:lnTo>
                  <a:lnTo>
                    <a:pt x="33972" y="78333"/>
                  </a:lnTo>
                  <a:lnTo>
                    <a:pt x="33972" y="78333"/>
                  </a:lnTo>
                  <a:lnTo>
                    <a:pt x="33972" y="78333"/>
                  </a:lnTo>
                  <a:lnTo>
                    <a:pt x="33972" y="78333"/>
                  </a:lnTo>
                  <a:cubicBezTo>
                    <a:pt x="34405" y="78333"/>
                    <a:pt x="34405" y="78333"/>
                    <a:pt x="34405" y="78333"/>
                  </a:cubicBezTo>
                  <a:lnTo>
                    <a:pt x="34405" y="78333"/>
                  </a:lnTo>
                  <a:cubicBezTo>
                    <a:pt x="34405" y="80000"/>
                    <a:pt x="34405" y="80000"/>
                    <a:pt x="34405" y="80000"/>
                  </a:cubicBezTo>
                  <a:cubicBezTo>
                    <a:pt x="34825" y="80000"/>
                    <a:pt x="34825" y="80000"/>
                    <a:pt x="34825" y="81612"/>
                  </a:cubicBezTo>
                  <a:cubicBezTo>
                    <a:pt x="34825" y="80000"/>
                    <a:pt x="34825" y="80000"/>
                    <a:pt x="35231" y="80000"/>
                  </a:cubicBezTo>
                  <a:lnTo>
                    <a:pt x="35231" y="80000"/>
                  </a:lnTo>
                  <a:cubicBezTo>
                    <a:pt x="35650" y="80000"/>
                    <a:pt x="35650" y="78333"/>
                    <a:pt x="35650" y="78333"/>
                  </a:cubicBezTo>
                  <a:lnTo>
                    <a:pt x="35650" y="78333"/>
                  </a:lnTo>
                  <a:cubicBezTo>
                    <a:pt x="35650" y="78333"/>
                    <a:pt x="35650" y="78333"/>
                    <a:pt x="36083" y="78333"/>
                  </a:cubicBezTo>
                  <a:lnTo>
                    <a:pt x="36083" y="78333"/>
                  </a:lnTo>
                  <a:cubicBezTo>
                    <a:pt x="36503" y="76612"/>
                    <a:pt x="36503" y="76612"/>
                    <a:pt x="36503" y="76612"/>
                  </a:cubicBezTo>
                  <a:lnTo>
                    <a:pt x="36503" y="76612"/>
                  </a:lnTo>
                  <a:lnTo>
                    <a:pt x="36909" y="76612"/>
                  </a:lnTo>
                  <a:lnTo>
                    <a:pt x="36909" y="76612"/>
                  </a:lnTo>
                  <a:lnTo>
                    <a:pt x="37329" y="78333"/>
                  </a:lnTo>
                  <a:lnTo>
                    <a:pt x="37329" y="78333"/>
                  </a:lnTo>
                  <a:lnTo>
                    <a:pt x="37329" y="78333"/>
                  </a:lnTo>
                  <a:cubicBezTo>
                    <a:pt x="37329" y="80000"/>
                    <a:pt x="37329" y="80000"/>
                    <a:pt x="36909" y="80000"/>
                  </a:cubicBezTo>
                  <a:lnTo>
                    <a:pt x="36909" y="80000"/>
                  </a:lnTo>
                  <a:lnTo>
                    <a:pt x="36909" y="80000"/>
                  </a:lnTo>
                  <a:lnTo>
                    <a:pt x="36909" y="80000"/>
                  </a:lnTo>
                  <a:lnTo>
                    <a:pt x="37329" y="80000"/>
                  </a:lnTo>
                  <a:lnTo>
                    <a:pt x="37329" y="81612"/>
                  </a:lnTo>
                  <a:cubicBezTo>
                    <a:pt x="37329" y="81612"/>
                    <a:pt x="37762" y="81612"/>
                    <a:pt x="37762" y="83333"/>
                  </a:cubicBezTo>
                  <a:cubicBezTo>
                    <a:pt x="37762" y="83333"/>
                    <a:pt x="38181" y="83333"/>
                    <a:pt x="38181" y="85000"/>
                  </a:cubicBezTo>
                  <a:cubicBezTo>
                    <a:pt x="38587" y="85000"/>
                    <a:pt x="38587" y="86666"/>
                    <a:pt x="38587" y="86666"/>
                  </a:cubicBezTo>
                  <a:cubicBezTo>
                    <a:pt x="39007" y="86666"/>
                    <a:pt x="39007" y="86666"/>
                    <a:pt x="39007" y="86666"/>
                  </a:cubicBezTo>
                  <a:cubicBezTo>
                    <a:pt x="39007" y="88279"/>
                    <a:pt x="39007" y="88279"/>
                    <a:pt x="39007" y="88279"/>
                  </a:cubicBezTo>
                  <a:lnTo>
                    <a:pt x="39007" y="88279"/>
                  </a:lnTo>
                  <a:lnTo>
                    <a:pt x="39007" y="88279"/>
                  </a:lnTo>
                  <a:cubicBezTo>
                    <a:pt x="39440" y="88279"/>
                    <a:pt x="39440" y="88279"/>
                    <a:pt x="39440" y="88279"/>
                  </a:cubicBezTo>
                  <a:lnTo>
                    <a:pt x="39440" y="88279"/>
                  </a:lnTo>
                  <a:lnTo>
                    <a:pt x="39440" y="88279"/>
                  </a:lnTo>
                  <a:cubicBezTo>
                    <a:pt x="39440" y="88279"/>
                    <a:pt x="39440" y="88279"/>
                    <a:pt x="39860" y="88279"/>
                  </a:cubicBezTo>
                  <a:lnTo>
                    <a:pt x="39860" y="88279"/>
                  </a:lnTo>
                  <a:lnTo>
                    <a:pt x="39860" y="88279"/>
                  </a:lnTo>
                  <a:lnTo>
                    <a:pt x="39860" y="88279"/>
                  </a:lnTo>
                  <a:cubicBezTo>
                    <a:pt x="39860" y="88279"/>
                    <a:pt x="39860" y="88279"/>
                    <a:pt x="39860" y="90000"/>
                  </a:cubicBezTo>
                  <a:lnTo>
                    <a:pt x="40266" y="90000"/>
                  </a:lnTo>
                  <a:lnTo>
                    <a:pt x="40266" y="90000"/>
                  </a:lnTo>
                  <a:lnTo>
                    <a:pt x="40266" y="90000"/>
                  </a:lnTo>
                  <a:cubicBezTo>
                    <a:pt x="40266" y="90000"/>
                    <a:pt x="40266" y="90000"/>
                    <a:pt x="40685" y="90000"/>
                  </a:cubicBezTo>
                  <a:cubicBezTo>
                    <a:pt x="40685" y="90000"/>
                    <a:pt x="40685" y="90000"/>
                    <a:pt x="41118" y="90000"/>
                  </a:cubicBezTo>
                  <a:lnTo>
                    <a:pt x="41118" y="90000"/>
                  </a:lnTo>
                  <a:lnTo>
                    <a:pt x="41118" y="90000"/>
                  </a:lnTo>
                  <a:lnTo>
                    <a:pt x="41118" y="90000"/>
                  </a:lnTo>
                  <a:lnTo>
                    <a:pt x="41118" y="90000"/>
                  </a:lnTo>
                  <a:cubicBezTo>
                    <a:pt x="41118" y="88279"/>
                    <a:pt x="41538" y="88279"/>
                    <a:pt x="41538" y="88279"/>
                  </a:cubicBezTo>
                  <a:lnTo>
                    <a:pt x="41538" y="88279"/>
                  </a:lnTo>
                  <a:cubicBezTo>
                    <a:pt x="41538" y="88279"/>
                    <a:pt x="41538" y="88279"/>
                    <a:pt x="41944" y="90000"/>
                  </a:cubicBezTo>
                  <a:lnTo>
                    <a:pt x="41944" y="90000"/>
                  </a:lnTo>
                  <a:lnTo>
                    <a:pt x="41944" y="90000"/>
                  </a:lnTo>
                  <a:cubicBezTo>
                    <a:pt x="41944" y="90000"/>
                    <a:pt x="42364" y="90000"/>
                    <a:pt x="42364" y="91666"/>
                  </a:cubicBezTo>
                  <a:lnTo>
                    <a:pt x="42364" y="91666"/>
                  </a:lnTo>
                  <a:cubicBezTo>
                    <a:pt x="42364" y="91666"/>
                    <a:pt x="42797" y="91666"/>
                    <a:pt x="42797" y="93333"/>
                  </a:cubicBezTo>
                  <a:cubicBezTo>
                    <a:pt x="42797" y="93333"/>
                    <a:pt x="42797" y="93333"/>
                    <a:pt x="43216" y="93333"/>
                  </a:cubicBezTo>
                  <a:lnTo>
                    <a:pt x="43216" y="93333"/>
                  </a:lnTo>
                  <a:cubicBezTo>
                    <a:pt x="43216" y="93333"/>
                    <a:pt x="43216" y="94946"/>
                    <a:pt x="43622" y="94946"/>
                  </a:cubicBezTo>
                  <a:lnTo>
                    <a:pt x="43622" y="94946"/>
                  </a:lnTo>
                  <a:cubicBezTo>
                    <a:pt x="43622" y="93333"/>
                    <a:pt x="43622" y="93333"/>
                    <a:pt x="43622" y="93333"/>
                  </a:cubicBezTo>
                  <a:lnTo>
                    <a:pt x="44042" y="93333"/>
                  </a:lnTo>
                  <a:lnTo>
                    <a:pt x="44042" y="93333"/>
                  </a:lnTo>
                  <a:cubicBezTo>
                    <a:pt x="44042" y="93333"/>
                    <a:pt x="44042" y="93333"/>
                    <a:pt x="44475" y="93333"/>
                  </a:cubicBezTo>
                  <a:cubicBezTo>
                    <a:pt x="44475" y="93333"/>
                    <a:pt x="44475" y="94946"/>
                    <a:pt x="44475" y="96666"/>
                  </a:cubicBezTo>
                  <a:lnTo>
                    <a:pt x="44895" y="96666"/>
                  </a:lnTo>
                  <a:lnTo>
                    <a:pt x="44895" y="96666"/>
                  </a:lnTo>
                  <a:cubicBezTo>
                    <a:pt x="44895" y="96666"/>
                    <a:pt x="44895" y="96666"/>
                    <a:pt x="44895" y="94946"/>
                  </a:cubicBezTo>
                  <a:lnTo>
                    <a:pt x="44895" y="94946"/>
                  </a:lnTo>
                  <a:lnTo>
                    <a:pt x="44895" y="94946"/>
                  </a:lnTo>
                  <a:lnTo>
                    <a:pt x="44895" y="94946"/>
                  </a:lnTo>
                  <a:cubicBezTo>
                    <a:pt x="44895" y="93333"/>
                    <a:pt x="44895" y="93333"/>
                    <a:pt x="44895" y="93333"/>
                  </a:cubicBezTo>
                  <a:cubicBezTo>
                    <a:pt x="45301" y="94946"/>
                    <a:pt x="45301" y="94946"/>
                    <a:pt x="45301" y="94946"/>
                  </a:cubicBezTo>
                  <a:lnTo>
                    <a:pt x="45301" y="94946"/>
                  </a:lnTo>
                  <a:lnTo>
                    <a:pt x="45301" y="94946"/>
                  </a:lnTo>
                  <a:lnTo>
                    <a:pt x="45720" y="94946"/>
                  </a:lnTo>
                  <a:lnTo>
                    <a:pt x="45720" y="94946"/>
                  </a:lnTo>
                  <a:cubicBezTo>
                    <a:pt x="45720" y="94946"/>
                    <a:pt x="45720" y="94946"/>
                    <a:pt x="46153" y="94946"/>
                  </a:cubicBezTo>
                  <a:lnTo>
                    <a:pt x="46153" y="94946"/>
                  </a:lnTo>
                  <a:cubicBezTo>
                    <a:pt x="46153" y="93333"/>
                    <a:pt x="46153" y="93333"/>
                    <a:pt x="46573" y="93333"/>
                  </a:cubicBezTo>
                  <a:lnTo>
                    <a:pt x="46979" y="91666"/>
                  </a:lnTo>
                  <a:lnTo>
                    <a:pt x="47399" y="91666"/>
                  </a:lnTo>
                  <a:cubicBezTo>
                    <a:pt x="47399" y="90000"/>
                    <a:pt x="47832" y="90000"/>
                    <a:pt x="47832" y="90000"/>
                  </a:cubicBezTo>
                  <a:lnTo>
                    <a:pt x="47832" y="90000"/>
                  </a:lnTo>
                  <a:cubicBezTo>
                    <a:pt x="47832" y="90000"/>
                    <a:pt x="47832" y="90000"/>
                    <a:pt x="48251" y="90000"/>
                  </a:cubicBezTo>
                  <a:lnTo>
                    <a:pt x="48657" y="90000"/>
                  </a:lnTo>
                  <a:lnTo>
                    <a:pt x="48657" y="90000"/>
                  </a:lnTo>
                  <a:cubicBezTo>
                    <a:pt x="49077" y="90000"/>
                    <a:pt x="49077" y="90000"/>
                    <a:pt x="49077" y="90000"/>
                  </a:cubicBezTo>
                  <a:cubicBezTo>
                    <a:pt x="49077" y="90000"/>
                    <a:pt x="49077" y="90000"/>
                    <a:pt x="49510" y="90000"/>
                  </a:cubicBezTo>
                  <a:lnTo>
                    <a:pt x="49510" y="90000"/>
                  </a:lnTo>
                  <a:cubicBezTo>
                    <a:pt x="49510" y="90000"/>
                    <a:pt x="49510" y="90000"/>
                    <a:pt x="49930" y="90000"/>
                  </a:cubicBezTo>
                  <a:lnTo>
                    <a:pt x="49930" y="90000"/>
                  </a:lnTo>
                  <a:lnTo>
                    <a:pt x="50336" y="91666"/>
                  </a:lnTo>
                  <a:cubicBezTo>
                    <a:pt x="50336" y="91666"/>
                    <a:pt x="50336" y="91666"/>
                    <a:pt x="50336" y="93333"/>
                  </a:cubicBezTo>
                  <a:lnTo>
                    <a:pt x="50336" y="93333"/>
                  </a:lnTo>
                  <a:lnTo>
                    <a:pt x="50336" y="93333"/>
                  </a:lnTo>
                  <a:lnTo>
                    <a:pt x="50336" y="93333"/>
                  </a:lnTo>
                  <a:lnTo>
                    <a:pt x="50755" y="93333"/>
                  </a:lnTo>
                  <a:cubicBezTo>
                    <a:pt x="50755" y="93333"/>
                    <a:pt x="50755" y="93333"/>
                    <a:pt x="51188" y="93333"/>
                  </a:cubicBezTo>
                  <a:lnTo>
                    <a:pt x="51188" y="93333"/>
                  </a:lnTo>
                  <a:lnTo>
                    <a:pt x="51188" y="93333"/>
                  </a:lnTo>
                  <a:lnTo>
                    <a:pt x="51608" y="93333"/>
                  </a:lnTo>
                  <a:lnTo>
                    <a:pt x="51608" y="93333"/>
                  </a:lnTo>
                  <a:cubicBezTo>
                    <a:pt x="52014" y="93333"/>
                    <a:pt x="52014" y="93333"/>
                    <a:pt x="52014" y="93333"/>
                  </a:cubicBezTo>
                  <a:lnTo>
                    <a:pt x="52014" y="93333"/>
                  </a:lnTo>
                  <a:lnTo>
                    <a:pt x="52014" y="93333"/>
                  </a:lnTo>
                  <a:cubicBezTo>
                    <a:pt x="52014" y="93333"/>
                    <a:pt x="52014" y="93333"/>
                    <a:pt x="52434" y="93333"/>
                  </a:cubicBezTo>
                  <a:lnTo>
                    <a:pt x="52434" y="93333"/>
                  </a:lnTo>
                  <a:lnTo>
                    <a:pt x="52434" y="93333"/>
                  </a:lnTo>
                  <a:lnTo>
                    <a:pt x="52434" y="91666"/>
                  </a:lnTo>
                  <a:lnTo>
                    <a:pt x="52434" y="91666"/>
                  </a:lnTo>
                  <a:cubicBezTo>
                    <a:pt x="52014" y="91666"/>
                    <a:pt x="52014" y="90000"/>
                    <a:pt x="52014" y="90000"/>
                  </a:cubicBezTo>
                  <a:lnTo>
                    <a:pt x="52434" y="88279"/>
                  </a:lnTo>
                  <a:lnTo>
                    <a:pt x="52434" y="88279"/>
                  </a:lnTo>
                  <a:cubicBezTo>
                    <a:pt x="52434" y="86666"/>
                    <a:pt x="52853" y="86666"/>
                    <a:pt x="52853" y="86666"/>
                  </a:cubicBezTo>
                  <a:lnTo>
                    <a:pt x="53286" y="85000"/>
                  </a:lnTo>
                  <a:lnTo>
                    <a:pt x="53286" y="85000"/>
                  </a:lnTo>
                  <a:cubicBezTo>
                    <a:pt x="53286" y="85000"/>
                    <a:pt x="53286" y="85000"/>
                    <a:pt x="53692" y="85000"/>
                  </a:cubicBezTo>
                  <a:lnTo>
                    <a:pt x="53692" y="85000"/>
                  </a:lnTo>
                  <a:cubicBezTo>
                    <a:pt x="53692" y="86666"/>
                    <a:pt x="54112" y="86666"/>
                    <a:pt x="54112" y="86666"/>
                  </a:cubicBezTo>
                  <a:lnTo>
                    <a:pt x="54545" y="86666"/>
                  </a:lnTo>
                  <a:lnTo>
                    <a:pt x="54951" y="86666"/>
                  </a:lnTo>
                  <a:cubicBezTo>
                    <a:pt x="55371" y="88279"/>
                    <a:pt x="55371" y="88279"/>
                    <a:pt x="55371" y="88279"/>
                  </a:cubicBezTo>
                  <a:cubicBezTo>
                    <a:pt x="55790" y="88279"/>
                    <a:pt x="55790" y="88279"/>
                    <a:pt x="55790" y="88279"/>
                  </a:cubicBezTo>
                  <a:lnTo>
                    <a:pt x="55790" y="88279"/>
                  </a:lnTo>
                  <a:cubicBezTo>
                    <a:pt x="56223" y="90000"/>
                    <a:pt x="56223" y="90000"/>
                    <a:pt x="56223" y="90000"/>
                  </a:cubicBezTo>
                  <a:lnTo>
                    <a:pt x="56223" y="90000"/>
                  </a:lnTo>
                  <a:lnTo>
                    <a:pt x="56223" y="90000"/>
                  </a:lnTo>
                  <a:lnTo>
                    <a:pt x="56223" y="91666"/>
                  </a:lnTo>
                  <a:lnTo>
                    <a:pt x="56223" y="91666"/>
                  </a:lnTo>
                  <a:lnTo>
                    <a:pt x="56223" y="91666"/>
                  </a:lnTo>
                  <a:cubicBezTo>
                    <a:pt x="56629" y="91666"/>
                    <a:pt x="56629" y="91666"/>
                    <a:pt x="56629" y="91666"/>
                  </a:cubicBezTo>
                  <a:lnTo>
                    <a:pt x="56629" y="91666"/>
                  </a:lnTo>
                  <a:cubicBezTo>
                    <a:pt x="57049" y="91666"/>
                    <a:pt x="57049" y="91666"/>
                    <a:pt x="57049" y="91666"/>
                  </a:cubicBezTo>
                  <a:lnTo>
                    <a:pt x="57049" y="91666"/>
                  </a:lnTo>
                  <a:cubicBezTo>
                    <a:pt x="57049" y="91666"/>
                    <a:pt x="57049" y="91666"/>
                    <a:pt x="57468" y="91666"/>
                  </a:cubicBezTo>
                  <a:lnTo>
                    <a:pt x="57902" y="91666"/>
                  </a:lnTo>
                  <a:lnTo>
                    <a:pt x="58308" y="91666"/>
                  </a:lnTo>
                  <a:lnTo>
                    <a:pt x="58308" y="91666"/>
                  </a:lnTo>
                  <a:lnTo>
                    <a:pt x="58308" y="91666"/>
                  </a:lnTo>
                  <a:cubicBezTo>
                    <a:pt x="58727" y="91666"/>
                    <a:pt x="59580" y="91666"/>
                    <a:pt x="59580" y="93333"/>
                  </a:cubicBezTo>
                  <a:cubicBezTo>
                    <a:pt x="59986" y="93333"/>
                    <a:pt x="59986" y="93333"/>
                    <a:pt x="59986" y="93333"/>
                  </a:cubicBezTo>
                  <a:cubicBezTo>
                    <a:pt x="60406" y="93333"/>
                    <a:pt x="60406" y="93333"/>
                    <a:pt x="60406" y="93333"/>
                  </a:cubicBezTo>
                  <a:cubicBezTo>
                    <a:pt x="60406" y="94946"/>
                    <a:pt x="60825" y="94946"/>
                    <a:pt x="60825" y="94946"/>
                  </a:cubicBezTo>
                  <a:cubicBezTo>
                    <a:pt x="60825" y="94946"/>
                    <a:pt x="60825" y="94946"/>
                    <a:pt x="61258" y="94946"/>
                  </a:cubicBezTo>
                  <a:lnTo>
                    <a:pt x="61664" y="94946"/>
                  </a:lnTo>
                  <a:cubicBezTo>
                    <a:pt x="61664" y="94946"/>
                    <a:pt x="61664" y="94946"/>
                    <a:pt x="62084" y="94946"/>
                  </a:cubicBezTo>
                  <a:lnTo>
                    <a:pt x="62084" y="94946"/>
                  </a:lnTo>
                  <a:lnTo>
                    <a:pt x="62084" y="94946"/>
                  </a:lnTo>
                  <a:lnTo>
                    <a:pt x="62084" y="94946"/>
                  </a:lnTo>
                  <a:cubicBezTo>
                    <a:pt x="62503" y="94946"/>
                    <a:pt x="62937" y="94946"/>
                    <a:pt x="62937" y="94946"/>
                  </a:cubicBezTo>
                  <a:cubicBezTo>
                    <a:pt x="62937" y="94946"/>
                    <a:pt x="62937" y="94946"/>
                    <a:pt x="63343" y="94946"/>
                  </a:cubicBezTo>
                  <a:lnTo>
                    <a:pt x="63343" y="94946"/>
                  </a:lnTo>
                  <a:cubicBezTo>
                    <a:pt x="63343" y="94946"/>
                    <a:pt x="63343" y="94946"/>
                    <a:pt x="63762" y="94946"/>
                  </a:cubicBezTo>
                  <a:lnTo>
                    <a:pt x="63762" y="93333"/>
                  </a:lnTo>
                  <a:cubicBezTo>
                    <a:pt x="64182" y="93333"/>
                    <a:pt x="64182" y="91666"/>
                    <a:pt x="64182" y="91666"/>
                  </a:cubicBezTo>
                  <a:lnTo>
                    <a:pt x="64182" y="91666"/>
                  </a:lnTo>
                  <a:cubicBezTo>
                    <a:pt x="64615" y="91666"/>
                    <a:pt x="65021" y="91666"/>
                    <a:pt x="65021" y="91666"/>
                  </a:cubicBezTo>
                  <a:cubicBezTo>
                    <a:pt x="65021" y="91666"/>
                    <a:pt x="65021" y="91666"/>
                    <a:pt x="65441" y="91666"/>
                  </a:cubicBezTo>
                  <a:lnTo>
                    <a:pt x="65441" y="91666"/>
                  </a:lnTo>
                  <a:cubicBezTo>
                    <a:pt x="65860" y="93333"/>
                    <a:pt x="65860" y="93333"/>
                    <a:pt x="65860" y="93333"/>
                  </a:cubicBezTo>
                  <a:lnTo>
                    <a:pt x="66293" y="93333"/>
                  </a:lnTo>
                  <a:lnTo>
                    <a:pt x="66293" y="93333"/>
                  </a:lnTo>
                  <a:lnTo>
                    <a:pt x="66293" y="93333"/>
                  </a:lnTo>
                  <a:cubicBezTo>
                    <a:pt x="66699" y="91666"/>
                    <a:pt x="66699" y="91666"/>
                    <a:pt x="66699" y="91666"/>
                  </a:cubicBezTo>
                  <a:cubicBezTo>
                    <a:pt x="66699" y="93333"/>
                    <a:pt x="66699" y="93333"/>
                    <a:pt x="66699" y="93333"/>
                  </a:cubicBezTo>
                  <a:lnTo>
                    <a:pt x="66699" y="93333"/>
                  </a:lnTo>
                  <a:cubicBezTo>
                    <a:pt x="66699" y="93333"/>
                    <a:pt x="66699" y="93333"/>
                    <a:pt x="67119" y="93333"/>
                  </a:cubicBezTo>
                  <a:lnTo>
                    <a:pt x="67119" y="94946"/>
                  </a:lnTo>
                  <a:lnTo>
                    <a:pt x="67119" y="94946"/>
                  </a:lnTo>
                  <a:cubicBezTo>
                    <a:pt x="67538" y="94946"/>
                    <a:pt x="67538" y="94946"/>
                    <a:pt x="67972" y="93333"/>
                  </a:cubicBezTo>
                  <a:lnTo>
                    <a:pt x="67972" y="93333"/>
                  </a:lnTo>
                  <a:lnTo>
                    <a:pt x="67972" y="93333"/>
                  </a:lnTo>
                  <a:lnTo>
                    <a:pt x="67972" y="93333"/>
                  </a:lnTo>
                  <a:lnTo>
                    <a:pt x="67972" y="93333"/>
                  </a:lnTo>
                  <a:cubicBezTo>
                    <a:pt x="67972" y="91666"/>
                    <a:pt x="67972" y="91666"/>
                    <a:pt x="67972" y="91666"/>
                  </a:cubicBezTo>
                  <a:cubicBezTo>
                    <a:pt x="67972" y="91666"/>
                    <a:pt x="67972" y="91666"/>
                    <a:pt x="68378" y="91666"/>
                  </a:cubicBezTo>
                  <a:lnTo>
                    <a:pt x="68378" y="91666"/>
                  </a:lnTo>
                  <a:lnTo>
                    <a:pt x="68378" y="90000"/>
                  </a:lnTo>
                  <a:lnTo>
                    <a:pt x="68378" y="90000"/>
                  </a:lnTo>
                  <a:lnTo>
                    <a:pt x="68378" y="90000"/>
                  </a:lnTo>
                  <a:cubicBezTo>
                    <a:pt x="68797" y="90000"/>
                    <a:pt x="68797" y="88279"/>
                    <a:pt x="69217" y="86666"/>
                  </a:cubicBezTo>
                  <a:lnTo>
                    <a:pt x="69217" y="86666"/>
                  </a:lnTo>
                  <a:lnTo>
                    <a:pt x="68797" y="86666"/>
                  </a:lnTo>
                  <a:lnTo>
                    <a:pt x="68797" y="86666"/>
                  </a:lnTo>
                  <a:cubicBezTo>
                    <a:pt x="68797" y="85000"/>
                    <a:pt x="68797" y="85000"/>
                    <a:pt x="68797" y="85000"/>
                  </a:cubicBezTo>
                  <a:lnTo>
                    <a:pt x="68797" y="85000"/>
                  </a:lnTo>
                  <a:cubicBezTo>
                    <a:pt x="68797" y="83333"/>
                    <a:pt x="68797" y="83333"/>
                    <a:pt x="69217" y="83333"/>
                  </a:cubicBezTo>
                  <a:lnTo>
                    <a:pt x="69217" y="83333"/>
                  </a:lnTo>
                  <a:cubicBezTo>
                    <a:pt x="69217" y="81612"/>
                    <a:pt x="69217" y="81612"/>
                    <a:pt x="69217" y="81612"/>
                  </a:cubicBezTo>
                  <a:cubicBezTo>
                    <a:pt x="69217" y="81612"/>
                    <a:pt x="69217" y="81612"/>
                    <a:pt x="69650" y="81612"/>
                  </a:cubicBezTo>
                  <a:lnTo>
                    <a:pt x="69650" y="81612"/>
                  </a:lnTo>
                  <a:cubicBezTo>
                    <a:pt x="69650" y="81612"/>
                    <a:pt x="69650" y="81612"/>
                    <a:pt x="70056" y="81612"/>
                  </a:cubicBezTo>
                  <a:lnTo>
                    <a:pt x="70056" y="81612"/>
                  </a:lnTo>
                  <a:lnTo>
                    <a:pt x="70056" y="81612"/>
                  </a:lnTo>
                  <a:cubicBezTo>
                    <a:pt x="70475" y="81612"/>
                    <a:pt x="70475" y="80000"/>
                    <a:pt x="70895" y="80000"/>
                  </a:cubicBezTo>
                  <a:cubicBezTo>
                    <a:pt x="70895" y="80000"/>
                    <a:pt x="71734" y="80000"/>
                    <a:pt x="72154" y="81612"/>
                  </a:cubicBezTo>
                  <a:cubicBezTo>
                    <a:pt x="72154" y="81612"/>
                    <a:pt x="72154" y="81612"/>
                    <a:pt x="72573" y="81612"/>
                  </a:cubicBezTo>
                  <a:lnTo>
                    <a:pt x="72573" y="81612"/>
                  </a:lnTo>
                  <a:lnTo>
                    <a:pt x="72573" y="81612"/>
                  </a:lnTo>
                  <a:lnTo>
                    <a:pt x="73006" y="81612"/>
                  </a:lnTo>
                  <a:lnTo>
                    <a:pt x="73006" y="81612"/>
                  </a:lnTo>
                  <a:cubicBezTo>
                    <a:pt x="73413" y="81612"/>
                    <a:pt x="73413" y="81612"/>
                    <a:pt x="73413" y="83333"/>
                  </a:cubicBezTo>
                  <a:lnTo>
                    <a:pt x="73413" y="83333"/>
                  </a:lnTo>
                  <a:lnTo>
                    <a:pt x="73413" y="83333"/>
                  </a:lnTo>
                  <a:cubicBezTo>
                    <a:pt x="73832" y="83333"/>
                    <a:pt x="73832" y="83333"/>
                    <a:pt x="73832" y="85000"/>
                  </a:cubicBezTo>
                  <a:lnTo>
                    <a:pt x="74252" y="86666"/>
                  </a:lnTo>
                  <a:lnTo>
                    <a:pt x="74252" y="88279"/>
                  </a:lnTo>
                  <a:cubicBezTo>
                    <a:pt x="74252" y="88279"/>
                    <a:pt x="74252" y="88279"/>
                    <a:pt x="74671" y="88279"/>
                  </a:cubicBezTo>
                  <a:cubicBezTo>
                    <a:pt x="74671" y="90000"/>
                    <a:pt x="74671" y="91666"/>
                    <a:pt x="75091" y="91666"/>
                  </a:cubicBezTo>
                  <a:cubicBezTo>
                    <a:pt x="75091" y="93333"/>
                    <a:pt x="75091" y="93333"/>
                    <a:pt x="75091" y="94946"/>
                  </a:cubicBezTo>
                  <a:lnTo>
                    <a:pt x="75091" y="94946"/>
                  </a:lnTo>
                  <a:cubicBezTo>
                    <a:pt x="75510" y="94946"/>
                    <a:pt x="75510" y="94946"/>
                    <a:pt x="75930" y="94946"/>
                  </a:cubicBezTo>
                  <a:lnTo>
                    <a:pt x="75930" y="94946"/>
                  </a:lnTo>
                  <a:lnTo>
                    <a:pt x="75930" y="94946"/>
                  </a:lnTo>
                  <a:lnTo>
                    <a:pt x="75930" y="94946"/>
                  </a:lnTo>
                  <a:cubicBezTo>
                    <a:pt x="76363" y="94946"/>
                    <a:pt x="76363" y="94946"/>
                    <a:pt x="76363" y="94946"/>
                  </a:cubicBezTo>
                  <a:cubicBezTo>
                    <a:pt x="76769" y="96666"/>
                    <a:pt x="76769" y="96666"/>
                    <a:pt x="76769" y="96666"/>
                  </a:cubicBezTo>
                  <a:lnTo>
                    <a:pt x="76769" y="96666"/>
                  </a:lnTo>
                  <a:cubicBezTo>
                    <a:pt x="77189" y="98333"/>
                    <a:pt x="77189" y="98333"/>
                    <a:pt x="77189" y="100000"/>
                  </a:cubicBezTo>
                  <a:cubicBezTo>
                    <a:pt x="77189" y="100000"/>
                    <a:pt x="77189" y="100000"/>
                    <a:pt x="77608" y="100000"/>
                  </a:cubicBezTo>
                  <a:lnTo>
                    <a:pt x="77608" y="100000"/>
                  </a:lnTo>
                  <a:lnTo>
                    <a:pt x="77608" y="100000"/>
                  </a:lnTo>
                  <a:cubicBezTo>
                    <a:pt x="77608" y="101612"/>
                    <a:pt x="77608" y="101612"/>
                    <a:pt x="78028" y="101612"/>
                  </a:cubicBezTo>
                  <a:lnTo>
                    <a:pt x="78028" y="101612"/>
                  </a:lnTo>
                  <a:cubicBezTo>
                    <a:pt x="78028" y="100000"/>
                    <a:pt x="78448" y="100000"/>
                    <a:pt x="78448" y="100000"/>
                  </a:cubicBezTo>
                  <a:cubicBezTo>
                    <a:pt x="78867" y="98333"/>
                    <a:pt x="78867" y="98333"/>
                    <a:pt x="78867" y="98333"/>
                  </a:cubicBezTo>
                  <a:lnTo>
                    <a:pt x="78867" y="98333"/>
                  </a:lnTo>
                  <a:cubicBezTo>
                    <a:pt x="78867" y="98333"/>
                    <a:pt x="78867" y="98333"/>
                    <a:pt x="79287" y="98333"/>
                  </a:cubicBezTo>
                  <a:lnTo>
                    <a:pt x="79287" y="98333"/>
                  </a:lnTo>
                  <a:lnTo>
                    <a:pt x="79706" y="98333"/>
                  </a:lnTo>
                  <a:lnTo>
                    <a:pt x="79706" y="98333"/>
                  </a:lnTo>
                  <a:lnTo>
                    <a:pt x="79706" y="98333"/>
                  </a:lnTo>
                  <a:cubicBezTo>
                    <a:pt x="80126" y="98333"/>
                    <a:pt x="80126" y="98333"/>
                    <a:pt x="80126" y="98333"/>
                  </a:cubicBezTo>
                  <a:lnTo>
                    <a:pt x="80545" y="100000"/>
                  </a:lnTo>
                  <a:lnTo>
                    <a:pt x="80545" y="100000"/>
                  </a:lnTo>
                  <a:lnTo>
                    <a:pt x="80545" y="100000"/>
                  </a:lnTo>
                  <a:lnTo>
                    <a:pt x="80545" y="100000"/>
                  </a:lnTo>
                  <a:lnTo>
                    <a:pt x="80545" y="101612"/>
                  </a:lnTo>
                  <a:lnTo>
                    <a:pt x="80545" y="101612"/>
                  </a:lnTo>
                  <a:cubicBezTo>
                    <a:pt x="80545" y="101612"/>
                    <a:pt x="80545" y="101612"/>
                    <a:pt x="80545" y="103333"/>
                  </a:cubicBezTo>
                  <a:lnTo>
                    <a:pt x="80545" y="103333"/>
                  </a:lnTo>
                  <a:cubicBezTo>
                    <a:pt x="80126" y="103333"/>
                    <a:pt x="80126" y="103333"/>
                    <a:pt x="80126" y="103333"/>
                  </a:cubicBezTo>
                  <a:lnTo>
                    <a:pt x="80126" y="103333"/>
                  </a:lnTo>
                  <a:cubicBezTo>
                    <a:pt x="80126" y="105000"/>
                    <a:pt x="80126" y="105000"/>
                    <a:pt x="80126" y="105000"/>
                  </a:cubicBezTo>
                  <a:cubicBezTo>
                    <a:pt x="80126" y="105000"/>
                    <a:pt x="80126" y="106666"/>
                    <a:pt x="79706" y="106666"/>
                  </a:cubicBezTo>
                  <a:lnTo>
                    <a:pt x="79706" y="106666"/>
                  </a:lnTo>
                  <a:lnTo>
                    <a:pt x="79706" y="106666"/>
                  </a:lnTo>
                  <a:cubicBezTo>
                    <a:pt x="79706" y="108279"/>
                    <a:pt x="79706" y="108279"/>
                    <a:pt x="79706" y="108279"/>
                  </a:cubicBezTo>
                  <a:lnTo>
                    <a:pt x="79706" y="108279"/>
                  </a:lnTo>
                  <a:lnTo>
                    <a:pt x="79706" y="108279"/>
                  </a:lnTo>
                  <a:lnTo>
                    <a:pt x="79706" y="108279"/>
                  </a:lnTo>
                  <a:cubicBezTo>
                    <a:pt x="79706" y="110000"/>
                    <a:pt x="79287" y="110000"/>
                    <a:pt x="79287" y="111666"/>
                  </a:cubicBezTo>
                  <a:lnTo>
                    <a:pt x="79287" y="111666"/>
                  </a:lnTo>
                  <a:lnTo>
                    <a:pt x="79287" y="111666"/>
                  </a:lnTo>
                  <a:lnTo>
                    <a:pt x="79287" y="111666"/>
                  </a:lnTo>
                  <a:lnTo>
                    <a:pt x="78867" y="113333"/>
                  </a:lnTo>
                  <a:lnTo>
                    <a:pt x="78867" y="113333"/>
                  </a:lnTo>
                  <a:lnTo>
                    <a:pt x="78867" y="113333"/>
                  </a:lnTo>
                  <a:cubicBezTo>
                    <a:pt x="78448" y="113333"/>
                    <a:pt x="78448" y="113333"/>
                    <a:pt x="78448" y="111666"/>
                  </a:cubicBezTo>
                  <a:lnTo>
                    <a:pt x="78448" y="111666"/>
                  </a:lnTo>
                  <a:cubicBezTo>
                    <a:pt x="78028" y="111666"/>
                    <a:pt x="78028" y="111666"/>
                    <a:pt x="78028" y="111666"/>
                  </a:cubicBezTo>
                  <a:cubicBezTo>
                    <a:pt x="78028" y="111666"/>
                    <a:pt x="78028" y="113333"/>
                    <a:pt x="77608" y="113333"/>
                  </a:cubicBezTo>
                  <a:lnTo>
                    <a:pt x="77608" y="113333"/>
                  </a:lnTo>
                  <a:cubicBezTo>
                    <a:pt x="77608" y="113333"/>
                    <a:pt x="77608" y="113333"/>
                    <a:pt x="77608" y="114946"/>
                  </a:cubicBezTo>
                  <a:lnTo>
                    <a:pt x="77608" y="114946"/>
                  </a:lnTo>
                  <a:lnTo>
                    <a:pt x="77608" y="116666"/>
                  </a:lnTo>
                  <a:lnTo>
                    <a:pt x="77608" y="116666"/>
                  </a:lnTo>
                  <a:lnTo>
                    <a:pt x="77608" y="116666"/>
                  </a:lnTo>
                  <a:cubicBezTo>
                    <a:pt x="77608" y="116666"/>
                    <a:pt x="77608" y="116666"/>
                    <a:pt x="78028" y="116666"/>
                  </a:cubicBezTo>
                  <a:lnTo>
                    <a:pt x="78028" y="114946"/>
                  </a:lnTo>
                  <a:cubicBezTo>
                    <a:pt x="78028" y="114946"/>
                    <a:pt x="78448" y="116666"/>
                    <a:pt x="78867" y="116666"/>
                  </a:cubicBezTo>
                  <a:cubicBezTo>
                    <a:pt x="78867" y="118333"/>
                    <a:pt x="78867" y="118333"/>
                    <a:pt x="78867" y="118333"/>
                  </a:cubicBezTo>
                  <a:lnTo>
                    <a:pt x="79287" y="118333"/>
                  </a:lnTo>
                  <a:cubicBezTo>
                    <a:pt x="79706" y="116666"/>
                    <a:pt x="79706" y="116666"/>
                    <a:pt x="79706" y="116666"/>
                  </a:cubicBezTo>
                  <a:cubicBezTo>
                    <a:pt x="80126" y="116666"/>
                    <a:pt x="80126" y="114946"/>
                    <a:pt x="80545" y="113333"/>
                  </a:cubicBezTo>
                  <a:cubicBezTo>
                    <a:pt x="80545" y="111666"/>
                    <a:pt x="80965" y="110000"/>
                    <a:pt x="81385" y="110000"/>
                  </a:cubicBezTo>
                  <a:lnTo>
                    <a:pt x="81804" y="110000"/>
                  </a:lnTo>
                  <a:lnTo>
                    <a:pt x="81804" y="108279"/>
                  </a:lnTo>
                  <a:lnTo>
                    <a:pt x="82224" y="106666"/>
                  </a:lnTo>
                  <a:lnTo>
                    <a:pt x="82643" y="105000"/>
                  </a:lnTo>
                  <a:cubicBezTo>
                    <a:pt x="82643" y="103333"/>
                    <a:pt x="82643" y="103333"/>
                    <a:pt x="83063" y="101612"/>
                  </a:cubicBezTo>
                  <a:lnTo>
                    <a:pt x="83482" y="100000"/>
                  </a:lnTo>
                  <a:cubicBezTo>
                    <a:pt x="83902" y="100000"/>
                    <a:pt x="83902" y="98333"/>
                    <a:pt x="83902" y="98333"/>
                  </a:cubicBezTo>
                  <a:lnTo>
                    <a:pt x="83902" y="98333"/>
                  </a:lnTo>
                  <a:cubicBezTo>
                    <a:pt x="83902" y="96666"/>
                    <a:pt x="83902" y="94946"/>
                    <a:pt x="83902" y="94946"/>
                  </a:cubicBezTo>
                  <a:cubicBezTo>
                    <a:pt x="83902" y="94946"/>
                    <a:pt x="84322" y="94946"/>
                    <a:pt x="84322" y="93333"/>
                  </a:cubicBezTo>
                  <a:lnTo>
                    <a:pt x="84322" y="93333"/>
                  </a:lnTo>
                  <a:lnTo>
                    <a:pt x="84322" y="93333"/>
                  </a:lnTo>
                  <a:cubicBezTo>
                    <a:pt x="84322" y="93333"/>
                    <a:pt x="83902" y="91666"/>
                    <a:pt x="84322" y="91666"/>
                  </a:cubicBezTo>
                  <a:cubicBezTo>
                    <a:pt x="84322" y="90000"/>
                    <a:pt x="84322" y="88279"/>
                    <a:pt x="84741" y="86666"/>
                  </a:cubicBezTo>
                  <a:lnTo>
                    <a:pt x="84741" y="86666"/>
                  </a:lnTo>
                  <a:lnTo>
                    <a:pt x="84741" y="85000"/>
                  </a:lnTo>
                  <a:cubicBezTo>
                    <a:pt x="84322" y="85000"/>
                    <a:pt x="84322" y="85000"/>
                    <a:pt x="84322" y="85000"/>
                  </a:cubicBezTo>
                  <a:cubicBezTo>
                    <a:pt x="84322" y="83333"/>
                    <a:pt x="84322" y="83333"/>
                    <a:pt x="84322" y="83333"/>
                  </a:cubicBezTo>
                  <a:cubicBezTo>
                    <a:pt x="84322" y="81612"/>
                    <a:pt x="84322" y="81612"/>
                    <a:pt x="83902" y="81612"/>
                  </a:cubicBezTo>
                  <a:cubicBezTo>
                    <a:pt x="83902" y="81612"/>
                    <a:pt x="83902" y="81612"/>
                    <a:pt x="83482" y="81612"/>
                  </a:cubicBezTo>
                  <a:cubicBezTo>
                    <a:pt x="83482" y="81612"/>
                    <a:pt x="83482" y="81612"/>
                    <a:pt x="83063" y="81612"/>
                  </a:cubicBezTo>
                  <a:cubicBezTo>
                    <a:pt x="83063" y="81612"/>
                    <a:pt x="83063" y="81612"/>
                    <a:pt x="82643" y="81612"/>
                  </a:cubicBezTo>
                  <a:cubicBezTo>
                    <a:pt x="82643" y="83333"/>
                    <a:pt x="82224" y="83333"/>
                    <a:pt x="82224" y="83333"/>
                  </a:cubicBezTo>
                  <a:cubicBezTo>
                    <a:pt x="81804" y="83333"/>
                    <a:pt x="81804" y="83333"/>
                    <a:pt x="81804" y="81612"/>
                  </a:cubicBezTo>
                  <a:lnTo>
                    <a:pt x="81804" y="80000"/>
                  </a:lnTo>
                  <a:lnTo>
                    <a:pt x="81804" y="80000"/>
                  </a:lnTo>
                  <a:cubicBezTo>
                    <a:pt x="81804" y="80000"/>
                    <a:pt x="81804" y="80000"/>
                    <a:pt x="81804" y="78333"/>
                  </a:cubicBezTo>
                  <a:lnTo>
                    <a:pt x="81385" y="78333"/>
                  </a:lnTo>
                  <a:cubicBezTo>
                    <a:pt x="81385" y="80000"/>
                    <a:pt x="81385" y="80000"/>
                    <a:pt x="81385" y="80000"/>
                  </a:cubicBezTo>
                  <a:lnTo>
                    <a:pt x="80965" y="80000"/>
                  </a:lnTo>
                  <a:cubicBezTo>
                    <a:pt x="80965" y="80000"/>
                    <a:pt x="80545" y="80000"/>
                    <a:pt x="80126" y="78333"/>
                  </a:cubicBezTo>
                  <a:lnTo>
                    <a:pt x="80126" y="76612"/>
                  </a:lnTo>
                  <a:cubicBezTo>
                    <a:pt x="80126" y="74946"/>
                    <a:pt x="80545" y="74946"/>
                    <a:pt x="80965" y="74946"/>
                  </a:cubicBezTo>
                  <a:lnTo>
                    <a:pt x="80965" y="74946"/>
                  </a:lnTo>
                  <a:cubicBezTo>
                    <a:pt x="81385" y="74946"/>
                    <a:pt x="81385" y="73333"/>
                    <a:pt x="81804" y="73333"/>
                  </a:cubicBezTo>
                  <a:lnTo>
                    <a:pt x="82224" y="71666"/>
                  </a:lnTo>
                  <a:cubicBezTo>
                    <a:pt x="82224" y="71666"/>
                    <a:pt x="82224" y="70000"/>
                    <a:pt x="82643" y="70000"/>
                  </a:cubicBezTo>
                  <a:lnTo>
                    <a:pt x="82643" y="70000"/>
                  </a:lnTo>
                  <a:lnTo>
                    <a:pt x="82643" y="70000"/>
                  </a:lnTo>
                  <a:lnTo>
                    <a:pt x="82643" y="70000"/>
                  </a:lnTo>
                  <a:lnTo>
                    <a:pt x="83063" y="68279"/>
                  </a:lnTo>
                  <a:lnTo>
                    <a:pt x="83063" y="68279"/>
                  </a:lnTo>
                  <a:cubicBezTo>
                    <a:pt x="83482" y="66666"/>
                    <a:pt x="83902" y="66666"/>
                    <a:pt x="84322" y="66666"/>
                  </a:cubicBezTo>
                  <a:lnTo>
                    <a:pt x="84322" y="66666"/>
                  </a:lnTo>
                  <a:cubicBezTo>
                    <a:pt x="84322" y="65000"/>
                    <a:pt x="84741" y="65000"/>
                    <a:pt x="84741" y="65000"/>
                  </a:cubicBezTo>
                  <a:cubicBezTo>
                    <a:pt x="84741" y="65000"/>
                    <a:pt x="84741" y="65000"/>
                    <a:pt x="84741" y="63333"/>
                  </a:cubicBezTo>
                  <a:cubicBezTo>
                    <a:pt x="85161" y="63333"/>
                    <a:pt x="85580" y="63333"/>
                    <a:pt x="85580" y="61612"/>
                  </a:cubicBezTo>
                  <a:cubicBezTo>
                    <a:pt x="86000" y="61612"/>
                    <a:pt x="86000" y="61612"/>
                    <a:pt x="86420" y="60000"/>
                  </a:cubicBezTo>
                  <a:lnTo>
                    <a:pt x="86420" y="60000"/>
                  </a:lnTo>
                  <a:lnTo>
                    <a:pt x="86839" y="60000"/>
                  </a:lnTo>
                  <a:cubicBezTo>
                    <a:pt x="87259" y="60000"/>
                    <a:pt x="87259" y="60000"/>
                    <a:pt x="87678" y="60000"/>
                  </a:cubicBezTo>
                  <a:cubicBezTo>
                    <a:pt x="88098" y="60000"/>
                    <a:pt x="88098" y="61612"/>
                    <a:pt x="88517" y="61612"/>
                  </a:cubicBezTo>
                  <a:cubicBezTo>
                    <a:pt x="88517" y="61612"/>
                    <a:pt x="88517" y="61612"/>
                    <a:pt x="88937" y="61612"/>
                  </a:cubicBezTo>
                  <a:lnTo>
                    <a:pt x="88937" y="61612"/>
                  </a:lnTo>
                  <a:lnTo>
                    <a:pt x="89357" y="61612"/>
                  </a:lnTo>
                  <a:cubicBezTo>
                    <a:pt x="89776" y="61612"/>
                    <a:pt x="90196" y="61612"/>
                    <a:pt x="90196" y="61612"/>
                  </a:cubicBezTo>
                  <a:cubicBezTo>
                    <a:pt x="90196" y="61612"/>
                    <a:pt x="90196" y="61612"/>
                    <a:pt x="90615" y="61612"/>
                  </a:cubicBezTo>
                  <a:lnTo>
                    <a:pt x="90615" y="61612"/>
                  </a:lnTo>
                  <a:lnTo>
                    <a:pt x="90615" y="61612"/>
                  </a:lnTo>
                  <a:cubicBezTo>
                    <a:pt x="90615" y="60000"/>
                    <a:pt x="90615" y="60000"/>
                    <a:pt x="91035" y="60000"/>
                  </a:cubicBezTo>
                  <a:lnTo>
                    <a:pt x="91035" y="60000"/>
                  </a:lnTo>
                  <a:cubicBezTo>
                    <a:pt x="91454" y="60000"/>
                    <a:pt x="91874" y="60000"/>
                    <a:pt x="91874" y="60000"/>
                  </a:cubicBezTo>
                  <a:lnTo>
                    <a:pt x="91874" y="60000"/>
                  </a:lnTo>
                  <a:cubicBezTo>
                    <a:pt x="92294" y="60000"/>
                    <a:pt x="92294" y="60000"/>
                    <a:pt x="92294" y="60000"/>
                  </a:cubicBezTo>
                  <a:lnTo>
                    <a:pt x="92294" y="60000"/>
                  </a:lnTo>
                  <a:cubicBezTo>
                    <a:pt x="92713" y="60000"/>
                    <a:pt x="93133" y="60000"/>
                    <a:pt x="93133" y="61612"/>
                  </a:cubicBezTo>
                  <a:lnTo>
                    <a:pt x="93552" y="61612"/>
                  </a:lnTo>
                  <a:lnTo>
                    <a:pt x="93552" y="61612"/>
                  </a:lnTo>
                  <a:cubicBezTo>
                    <a:pt x="93552" y="61612"/>
                    <a:pt x="94392" y="61612"/>
                    <a:pt x="94811" y="61612"/>
                  </a:cubicBezTo>
                  <a:cubicBezTo>
                    <a:pt x="94811" y="61612"/>
                    <a:pt x="94392" y="61612"/>
                    <a:pt x="94392" y="60000"/>
                  </a:cubicBezTo>
                  <a:cubicBezTo>
                    <a:pt x="94392" y="60000"/>
                    <a:pt x="94392" y="60000"/>
                    <a:pt x="94392" y="58333"/>
                  </a:cubicBezTo>
                  <a:cubicBezTo>
                    <a:pt x="94811" y="58333"/>
                    <a:pt x="94811" y="58333"/>
                    <a:pt x="95231" y="56666"/>
                  </a:cubicBezTo>
                  <a:lnTo>
                    <a:pt x="95650" y="56666"/>
                  </a:lnTo>
                  <a:lnTo>
                    <a:pt x="95650" y="56666"/>
                  </a:lnTo>
                  <a:cubicBezTo>
                    <a:pt x="95650" y="54946"/>
                    <a:pt x="96070" y="54946"/>
                    <a:pt x="96070" y="54946"/>
                  </a:cubicBezTo>
                  <a:lnTo>
                    <a:pt x="96070" y="54946"/>
                  </a:lnTo>
                  <a:cubicBezTo>
                    <a:pt x="96070" y="54946"/>
                    <a:pt x="96070" y="53333"/>
                    <a:pt x="96489" y="53333"/>
                  </a:cubicBezTo>
                  <a:cubicBezTo>
                    <a:pt x="96489" y="53333"/>
                    <a:pt x="96489" y="51666"/>
                    <a:pt x="96909" y="51666"/>
                  </a:cubicBezTo>
                  <a:cubicBezTo>
                    <a:pt x="97329" y="51666"/>
                    <a:pt x="97329" y="51666"/>
                    <a:pt x="97329" y="51666"/>
                  </a:cubicBezTo>
                  <a:cubicBezTo>
                    <a:pt x="97329" y="51666"/>
                    <a:pt x="97329" y="51666"/>
                    <a:pt x="97748" y="51666"/>
                  </a:cubicBezTo>
                  <a:cubicBezTo>
                    <a:pt x="97748" y="51666"/>
                    <a:pt x="97748" y="51666"/>
                    <a:pt x="98168" y="51666"/>
                  </a:cubicBezTo>
                  <a:cubicBezTo>
                    <a:pt x="98168" y="51666"/>
                    <a:pt x="98587" y="51666"/>
                    <a:pt x="98587" y="53333"/>
                  </a:cubicBezTo>
                  <a:lnTo>
                    <a:pt x="98587" y="53333"/>
                  </a:lnTo>
                  <a:lnTo>
                    <a:pt x="98587" y="53333"/>
                  </a:lnTo>
                  <a:cubicBezTo>
                    <a:pt x="98587" y="51666"/>
                    <a:pt x="99007" y="51666"/>
                    <a:pt x="99007" y="51666"/>
                  </a:cubicBezTo>
                  <a:lnTo>
                    <a:pt x="99007" y="51666"/>
                  </a:lnTo>
                  <a:cubicBezTo>
                    <a:pt x="99413" y="51666"/>
                    <a:pt x="99413" y="51666"/>
                    <a:pt x="99413" y="53333"/>
                  </a:cubicBezTo>
                  <a:cubicBezTo>
                    <a:pt x="99413" y="53333"/>
                    <a:pt x="99413" y="53333"/>
                    <a:pt x="99413" y="54946"/>
                  </a:cubicBezTo>
                  <a:lnTo>
                    <a:pt x="99413" y="54946"/>
                  </a:lnTo>
                  <a:lnTo>
                    <a:pt x="99413" y="54946"/>
                  </a:lnTo>
                  <a:cubicBezTo>
                    <a:pt x="99846" y="54946"/>
                    <a:pt x="99846" y="54946"/>
                    <a:pt x="100266" y="54946"/>
                  </a:cubicBezTo>
                  <a:cubicBezTo>
                    <a:pt x="100266" y="54946"/>
                    <a:pt x="100266" y="54946"/>
                    <a:pt x="100266" y="53333"/>
                  </a:cubicBezTo>
                  <a:lnTo>
                    <a:pt x="100266" y="53333"/>
                  </a:lnTo>
                  <a:cubicBezTo>
                    <a:pt x="100685" y="53333"/>
                    <a:pt x="100685" y="51666"/>
                    <a:pt x="100685" y="51666"/>
                  </a:cubicBezTo>
                  <a:lnTo>
                    <a:pt x="101091" y="53333"/>
                  </a:lnTo>
                  <a:lnTo>
                    <a:pt x="101091" y="53333"/>
                  </a:lnTo>
                  <a:lnTo>
                    <a:pt x="101091" y="53333"/>
                  </a:lnTo>
                  <a:cubicBezTo>
                    <a:pt x="101091" y="51666"/>
                    <a:pt x="101091" y="51666"/>
                    <a:pt x="101091" y="51666"/>
                  </a:cubicBezTo>
                  <a:cubicBezTo>
                    <a:pt x="101091" y="51666"/>
                    <a:pt x="101091" y="51666"/>
                    <a:pt x="101091" y="50000"/>
                  </a:cubicBezTo>
                  <a:cubicBezTo>
                    <a:pt x="101524" y="50000"/>
                    <a:pt x="101524" y="50000"/>
                    <a:pt x="101524" y="50000"/>
                  </a:cubicBezTo>
                  <a:cubicBezTo>
                    <a:pt x="101944" y="48279"/>
                    <a:pt x="101944" y="48279"/>
                    <a:pt x="101944" y="48279"/>
                  </a:cubicBezTo>
                  <a:lnTo>
                    <a:pt x="101944" y="48279"/>
                  </a:lnTo>
                  <a:lnTo>
                    <a:pt x="102364" y="48279"/>
                  </a:lnTo>
                  <a:lnTo>
                    <a:pt x="102364" y="48279"/>
                  </a:lnTo>
                  <a:lnTo>
                    <a:pt x="102364" y="48279"/>
                  </a:lnTo>
                  <a:cubicBezTo>
                    <a:pt x="102770" y="48279"/>
                    <a:pt x="102770" y="50000"/>
                    <a:pt x="102770" y="51666"/>
                  </a:cubicBezTo>
                  <a:cubicBezTo>
                    <a:pt x="103203" y="51666"/>
                    <a:pt x="102770" y="51666"/>
                    <a:pt x="102770" y="53333"/>
                  </a:cubicBezTo>
                  <a:lnTo>
                    <a:pt x="102770" y="53333"/>
                  </a:lnTo>
                  <a:cubicBezTo>
                    <a:pt x="102364" y="53333"/>
                    <a:pt x="102364" y="53333"/>
                    <a:pt x="102364" y="53333"/>
                  </a:cubicBezTo>
                  <a:lnTo>
                    <a:pt x="102364" y="53333"/>
                  </a:lnTo>
                  <a:cubicBezTo>
                    <a:pt x="102364" y="54946"/>
                    <a:pt x="102364" y="54946"/>
                    <a:pt x="102364" y="54946"/>
                  </a:cubicBezTo>
                  <a:cubicBezTo>
                    <a:pt x="102364" y="56666"/>
                    <a:pt x="101944" y="58333"/>
                    <a:pt x="101524" y="58333"/>
                  </a:cubicBezTo>
                  <a:lnTo>
                    <a:pt x="101091" y="58333"/>
                  </a:lnTo>
                  <a:cubicBezTo>
                    <a:pt x="100685" y="60000"/>
                    <a:pt x="100685" y="60000"/>
                    <a:pt x="100266" y="60000"/>
                  </a:cubicBezTo>
                  <a:cubicBezTo>
                    <a:pt x="100266" y="61612"/>
                    <a:pt x="99846" y="61612"/>
                    <a:pt x="99846" y="61612"/>
                  </a:cubicBezTo>
                  <a:cubicBezTo>
                    <a:pt x="99413" y="63333"/>
                    <a:pt x="98587" y="66666"/>
                    <a:pt x="98168" y="66666"/>
                  </a:cubicBezTo>
                  <a:cubicBezTo>
                    <a:pt x="98168" y="68279"/>
                    <a:pt x="97748" y="68279"/>
                    <a:pt x="97748" y="68279"/>
                  </a:cubicBezTo>
                  <a:lnTo>
                    <a:pt x="97329" y="68279"/>
                  </a:lnTo>
                  <a:lnTo>
                    <a:pt x="97329" y="68279"/>
                  </a:lnTo>
                  <a:cubicBezTo>
                    <a:pt x="96909" y="68279"/>
                    <a:pt x="96909" y="68279"/>
                    <a:pt x="96909" y="68279"/>
                  </a:cubicBezTo>
                  <a:lnTo>
                    <a:pt x="96909" y="68279"/>
                  </a:lnTo>
                  <a:cubicBezTo>
                    <a:pt x="96909" y="70000"/>
                    <a:pt x="96909" y="71666"/>
                    <a:pt x="96489" y="71666"/>
                  </a:cubicBezTo>
                  <a:cubicBezTo>
                    <a:pt x="96489" y="71666"/>
                    <a:pt x="96489" y="71666"/>
                    <a:pt x="96070" y="71666"/>
                  </a:cubicBezTo>
                  <a:cubicBezTo>
                    <a:pt x="96070" y="71666"/>
                    <a:pt x="96070" y="71666"/>
                    <a:pt x="96070" y="73333"/>
                  </a:cubicBezTo>
                  <a:cubicBezTo>
                    <a:pt x="96070" y="74946"/>
                    <a:pt x="96070" y="76612"/>
                    <a:pt x="96070" y="78333"/>
                  </a:cubicBezTo>
                  <a:cubicBezTo>
                    <a:pt x="96070" y="78333"/>
                    <a:pt x="96070" y="78333"/>
                    <a:pt x="96070" y="80000"/>
                  </a:cubicBezTo>
                  <a:cubicBezTo>
                    <a:pt x="96070" y="80000"/>
                    <a:pt x="96489" y="81612"/>
                    <a:pt x="96489" y="83333"/>
                  </a:cubicBezTo>
                  <a:cubicBezTo>
                    <a:pt x="96489" y="83333"/>
                    <a:pt x="96489" y="83333"/>
                    <a:pt x="96489" y="85000"/>
                  </a:cubicBezTo>
                  <a:lnTo>
                    <a:pt x="96489" y="85000"/>
                  </a:lnTo>
                  <a:lnTo>
                    <a:pt x="96489" y="86666"/>
                  </a:lnTo>
                  <a:lnTo>
                    <a:pt x="96489" y="86666"/>
                  </a:lnTo>
                  <a:cubicBezTo>
                    <a:pt x="96489" y="88279"/>
                    <a:pt x="96489" y="88279"/>
                    <a:pt x="96489" y="88279"/>
                  </a:cubicBezTo>
                  <a:cubicBezTo>
                    <a:pt x="96489" y="88279"/>
                    <a:pt x="96489" y="88279"/>
                    <a:pt x="96489" y="90000"/>
                  </a:cubicBezTo>
                  <a:cubicBezTo>
                    <a:pt x="96489" y="88279"/>
                    <a:pt x="96489" y="88279"/>
                    <a:pt x="96489" y="88279"/>
                  </a:cubicBezTo>
                  <a:cubicBezTo>
                    <a:pt x="96909" y="88279"/>
                    <a:pt x="96909" y="88279"/>
                    <a:pt x="96909" y="88279"/>
                  </a:cubicBezTo>
                  <a:lnTo>
                    <a:pt x="96909" y="88279"/>
                  </a:lnTo>
                  <a:cubicBezTo>
                    <a:pt x="97329" y="88279"/>
                    <a:pt x="97329" y="86666"/>
                    <a:pt x="97329" y="86666"/>
                  </a:cubicBezTo>
                  <a:lnTo>
                    <a:pt x="97329" y="86666"/>
                  </a:lnTo>
                  <a:lnTo>
                    <a:pt x="97329" y="86666"/>
                  </a:lnTo>
                  <a:cubicBezTo>
                    <a:pt x="97329" y="85000"/>
                    <a:pt x="97329" y="83333"/>
                    <a:pt x="97748" y="83333"/>
                  </a:cubicBezTo>
                  <a:cubicBezTo>
                    <a:pt x="97748" y="81612"/>
                    <a:pt x="97748" y="81612"/>
                    <a:pt x="97748" y="81612"/>
                  </a:cubicBezTo>
                  <a:lnTo>
                    <a:pt x="97748" y="81612"/>
                  </a:lnTo>
                  <a:lnTo>
                    <a:pt x="98168" y="81612"/>
                  </a:lnTo>
                  <a:lnTo>
                    <a:pt x="98587" y="81612"/>
                  </a:lnTo>
                  <a:lnTo>
                    <a:pt x="98587" y="81612"/>
                  </a:lnTo>
                  <a:lnTo>
                    <a:pt x="98587" y="80000"/>
                  </a:lnTo>
                  <a:cubicBezTo>
                    <a:pt x="98587" y="78333"/>
                    <a:pt x="99007" y="78333"/>
                    <a:pt x="99007" y="78333"/>
                  </a:cubicBezTo>
                  <a:lnTo>
                    <a:pt x="99007" y="78333"/>
                  </a:lnTo>
                  <a:cubicBezTo>
                    <a:pt x="99413" y="76612"/>
                    <a:pt x="100266" y="76612"/>
                    <a:pt x="100685" y="76612"/>
                  </a:cubicBezTo>
                  <a:lnTo>
                    <a:pt x="100685" y="76612"/>
                  </a:lnTo>
                  <a:cubicBezTo>
                    <a:pt x="100685" y="74946"/>
                    <a:pt x="100685" y="73333"/>
                    <a:pt x="101091" y="73333"/>
                  </a:cubicBezTo>
                  <a:cubicBezTo>
                    <a:pt x="100685" y="71666"/>
                    <a:pt x="100685" y="70000"/>
                    <a:pt x="100685" y="70000"/>
                  </a:cubicBezTo>
                  <a:cubicBezTo>
                    <a:pt x="100685" y="68279"/>
                    <a:pt x="100685" y="68279"/>
                    <a:pt x="101091" y="68279"/>
                  </a:cubicBezTo>
                  <a:cubicBezTo>
                    <a:pt x="100685" y="68279"/>
                    <a:pt x="100685" y="68279"/>
                    <a:pt x="100685" y="68279"/>
                  </a:cubicBezTo>
                  <a:cubicBezTo>
                    <a:pt x="100685" y="68279"/>
                    <a:pt x="100685" y="68279"/>
                    <a:pt x="100266" y="68279"/>
                  </a:cubicBezTo>
                  <a:cubicBezTo>
                    <a:pt x="100266" y="66666"/>
                    <a:pt x="100685" y="65000"/>
                    <a:pt x="100685" y="65000"/>
                  </a:cubicBezTo>
                  <a:cubicBezTo>
                    <a:pt x="100685" y="63333"/>
                    <a:pt x="100685" y="63333"/>
                    <a:pt x="101091" y="63333"/>
                  </a:cubicBezTo>
                  <a:cubicBezTo>
                    <a:pt x="101091" y="61612"/>
                    <a:pt x="101091" y="61612"/>
                    <a:pt x="101091" y="61612"/>
                  </a:cubicBezTo>
                  <a:cubicBezTo>
                    <a:pt x="101524" y="61612"/>
                    <a:pt x="101524" y="60000"/>
                    <a:pt x="101524" y="60000"/>
                  </a:cubicBezTo>
                  <a:lnTo>
                    <a:pt x="101524" y="60000"/>
                  </a:lnTo>
                  <a:cubicBezTo>
                    <a:pt x="101524" y="60000"/>
                    <a:pt x="101524" y="58333"/>
                    <a:pt x="101944" y="58333"/>
                  </a:cubicBezTo>
                  <a:lnTo>
                    <a:pt x="102364" y="58333"/>
                  </a:lnTo>
                  <a:cubicBezTo>
                    <a:pt x="102364" y="58333"/>
                    <a:pt x="102364" y="58333"/>
                    <a:pt x="102770" y="58333"/>
                  </a:cubicBezTo>
                  <a:lnTo>
                    <a:pt x="102770" y="58333"/>
                  </a:lnTo>
                  <a:cubicBezTo>
                    <a:pt x="103203" y="58333"/>
                    <a:pt x="103203" y="56666"/>
                    <a:pt x="103203" y="56666"/>
                  </a:cubicBezTo>
                  <a:cubicBezTo>
                    <a:pt x="103203" y="56666"/>
                    <a:pt x="103203" y="56666"/>
                    <a:pt x="103622" y="56666"/>
                  </a:cubicBezTo>
                  <a:lnTo>
                    <a:pt x="103622" y="56666"/>
                  </a:lnTo>
                  <a:cubicBezTo>
                    <a:pt x="104042" y="56666"/>
                    <a:pt x="104042" y="56666"/>
                    <a:pt x="104042" y="56666"/>
                  </a:cubicBezTo>
                  <a:lnTo>
                    <a:pt x="104042" y="56666"/>
                  </a:lnTo>
                  <a:lnTo>
                    <a:pt x="104042" y="56666"/>
                  </a:lnTo>
                  <a:lnTo>
                    <a:pt x="104042" y="56666"/>
                  </a:lnTo>
                  <a:cubicBezTo>
                    <a:pt x="104042" y="56666"/>
                    <a:pt x="104448" y="56666"/>
                    <a:pt x="104881" y="56666"/>
                  </a:cubicBezTo>
                  <a:cubicBezTo>
                    <a:pt x="104881" y="56666"/>
                    <a:pt x="104881" y="56666"/>
                    <a:pt x="105301" y="56666"/>
                  </a:cubicBezTo>
                  <a:lnTo>
                    <a:pt x="105301" y="56666"/>
                  </a:lnTo>
                  <a:cubicBezTo>
                    <a:pt x="105720" y="56666"/>
                    <a:pt x="105720" y="56666"/>
                    <a:pt x="105720" y="56666"/>
                  </a:cubicBezTo>
                  <a:lnTo>
                    <a:pt x="105720" y="56666"/>
                  </a:lnTo>
                  <a:cubicBezTo>
                    <a:pt x="106126" y="56666"/>
                    <a:pt x="106126" y="56666"/>
                    <a:pt x="106559" y="58333"/>
                  </a:cubicBezTo>
                  <a:lnTo>
                    <a:pt x="106559" y="58333"/>
                  </a:lnTo>
                  <a:cubicBezTo>
                    <a:pt x="106559" y="58333"/>
                    <a:pt x="106559" y="58333"/>
                    <a:pt x="106559" y="56666"/>
                  </a:cubicBezTo>
                  <a:cubicBezTo>
                    <a:pt x="106559" y="56666"/>
                    <a:pt x="106979" y="56666"/>
                    <a:pt x="107399" y="56666"/>
                  </a:cubicBezTo>
                  <a:lnTo>
                    <a:pt x="107805" y="54946"/>
                  </a:lnTo>
                  <a:lnTo>
                    <a:pt x="107805" y="54946"/>
                  </a:lnTo>
                  <a:cubicBezTo>
                    <a:pt x="108238" y="53333"/>
                    <a:pt x="109483" y="51666"/>
                    <a:pt x="109483" y="51666"/>
                  </a:cubicBezTo>
                  <a:cubicBezTo>
                    <a:pt x="109916" y="51666"/>
                    <a:pt x="109916" y="51666"/>
                    <a:pt x="109916" y="51666"/>
                  </a:cubicBezTo>
                  <a:lnTo>
                    <a:pt x="109916" y="51666"/>
                  </a:lnTo>
                  <a:lnTo>
                    <a:pt x="109916" y="51666"/>
                  </a:lnTo>
                  <a:cubicBezTo>
                    <a:pt x="110336" y="51666"/>
                    <a:pt x="110336" y="51666"/>
                    <a:pt x="110336" y="51666"/>
                  </a:cubicBezTo>
                  <a:cubicBezTo>
                    <a:pt x="110755" y="51666"/>
                    <a:pt x="111161" y="50000"/>
                    <a:pt x="111161" y="50000"/>
                  </a:cubicBezTo>
                  <a:lnTo>
                    <a:pt x="111594" y="48279"/>
                  </a:lnTo>
                  <a:cubicBezTo>
                    <a:pt x="112014" y="48279"/>
                    <a:pt x="112014" y="50000"/>
                    <a:pt x="112434" y="50000"/>
                  </a:cubicBezTo>
                  <a:lnTo>
                    <a:pt x="112434" y="50000"/>
                  </a:lnTo>
                  <a:lnTo>
                    <a:pt x="112434" y="50000"/>
                  </a:lnTo>
                  <a:lnTo>
                    <a:pt x="112840" y="50000"/>
                  </a:lnTo>
                  <a:lnTo>
                    <a:pt x="112840" y="50000"/>
                  </a:lnTo>
                  <a:lnTo>
                    <a:pt x="112840" y="48279"/>
                  </a:lnTo>
                  <a:cubicBezTo>
                    <a:pt x="112840" y="46666"/>
                    <a:pt x="112840" y="46666"/>
                    <a:pt x="112434" y="45000"/>
                  </a:cubicBezTo>
                  <a:cubicBezTo>
                    <a:pt x="112014" y="45000"/>
                    <a:pt x="112014" y="45000"/>
                    <a:pt x="112014" y="45000"/>
                  </a:cubicBezTo>
                  <a:cubicBezTo>
                    <a:pt x="112014" y="45000"/>
                    <a:pt x="112014" y="45000"/>
                    <a:pt x="111594" y="45000"/>
                  </a:cubicBezTo>
                  <a:lnTo>
                    <a:pt x="111594" y="45000"/>
                  </a:lnTo>
                  <a:cubicBezTo>
                    <a:pt x="111161" y="45000"/>
                    <a:pt x="111161" y="45000"/>
                    <a:pt x="110755" y="45000"/>
                  </a:cubicBezTo>
                  <a:lnTo>
                    <a:pt x="110755" y="45000"/>
                  </a:lnTo>
                  <a:lnTo>
                    <a:pt x="110336" y="45000"/>
                  </a:lnTo>
                  <a:cubicBezTo>
                    <a:pt x="110336" y="45000"/>
                    <a:pt x="110336" y="45000"/>
                    <a:pt x="109916" y="45000"/>
                  </a:cubicBezTo>
                  <a:lnTo>
                    <a:pt x="109916" y="43333"/>
                  </a:lnTo>
                  <a:cubicBezTo>
                    <a:pt x="109916" y="41666"/>
                    <a:pt x="109916" y="41666"/>
                    <a:pt x="110336" y="41666"/>
                  </a:cubicBezTo>
                  <a:lnTo>
                    <a:pt x="110755" y="41666"/>
                  </a:lnTo>
                  <a:cubicBezTo>
                    <a:pt x="110755" y="41666"/>
                    <a:pt x="111161" y="40000"/>
                    <a:pt x="111594" y="40000"/>
                  </a:cubicBezTo>
                  <a:cubicBezTo>
                    <a:pt x="112014" y="40000"/>
                    <a:pt x="112014" y="41666"/>
                    <a:pt x="112434" y="41666"/>
                  </a:cubicBezTo>
                  <a:cubicBezTo>
                    <a:pt x="112840" y="41666"/>
                    <a:pt x="113273" y="41666"/>
                    <a:pt x="113273" y="41666"/>
                  </a:cubicBezTo>
                  <a:cubicBezTo>
                    <a:pt x="113692" y="41666"/>
                    <a:pt x="114112" y="41666"/>
                    <a:pt x="114112" y="41666"/>
                  </a:cubicBezTo>
                  <a:cubicBezTo>
                    <a:pt x="114112" y="40000"/>
                    <a:pt x="114951" y="40000"/>
                    <a:pt x="114951" y="40000"/>
                  </a:cubicBezTo>
                  <a:cubicBezTo>
                    <a:pt x="115371" y="40000"/>
                    <a:pt x="115371" y="40000"/>
                    <a:pt x="115371" y="40000"/>
                  </a:cubicBezTo>
                  <a:cubicBezTo>
                    <a:pt x="115790" y="40000"/>
                    <a:pt x="116196" y="40000"/>
                    <a:pt x="117049" y="40000"/>
                  </a:cubicBezTo>
                  <a:lnTo>
                    <a:pt x="117049" y="40000"/>
                  </a:lnTo>
                  <a:cubicBezTo>
                    <a:pt x="117468" y="38333"/>
                    <a:pt x="117468" y="38333"/>
                    <a:pt x="117468" y="38333"/>
                  </a:cubicBezTo>
                  <a:cubicBezTo>
                    <a:pt x="117875" y="38333"/>
                    <a:pt x="119147" y="36666"/>
                    <a:pt x="119986" y="36666"/>
                  </a:cubicBezTo>
                  <a:lnTo>
                    <a:pt x="119553" y="36666"/>
                  </a:lnTo>
                  <a:cubicBezTo>
                    <a:pt x="119553" y="36666"/>
                    <a:pt x="119147" y="36666"/>
                    <a:pt x="118727" y="36666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3" name="Shape 11883"/>
            <p:cNvSpPr/>
            <p:nvPr/>
          </p:nvSpPr>
          <p:spPr>
            <a:xfrm>
              <a:off x="5510213" y="2003425"/>
              <a:ext cx="146050" cy="2682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3663" y="94711"/>
                  </a:moveTo>
                  <a:lnTo>
                    <a:pt x="73663" y="94711"/>
                  </a:lnTo>
                  <a:lnTo>
                    <a:pt x="73663" y="94711"/>
                  </a:lnTo>
                  <a:cubicBezTo>
                    <a:pt x="73663" y="89718"/>
                    <a:pt x="73663" y="89718"/>
                    <a:pt x="73663" y="89718"/>
                  </a:cubicBezTo>
                  <a:lnTo>
                    <a:pt x="73663" y="84724"/>
                  </a:lnTo>
                  <a:lnTo>
                    <a:pt x="73663" y="84724"/>
                  </a:lnTo>
                  <a:lnTo>
                    <a:pt x="82871" y="84724"/>
                  </a:lnTo>
                  <a:cubicBezTo>
                    <a:pt x="82871" y="84724"/>
                    <a:pt x="82871" y="84724"/>
                    <a:pt x="82871" y="79892"/>
                  </a:cubicBezTo>
                  <a:lnTo>
                    <a:pt x="82871" y="79892"/>
                  </a:lnTo>
                  <a:cubicBezTo>
                    <a:pt x="82871" y="79892"/>
                    <a:pt x="82871" y="79892"/>
                    <a:pt x="92079" y="79892"/>
                  </a:cubicBezTo>
                  <a:lnTo>
                    <a:pt x="92079" y="79892"/>
                  </a:lnTo>
                  <a:lnTo>
                    <a:pt x="92079" y="79892"/>
                  </a:lnTo>
                  <a:lnTo>
                    <a:pt x="92079" y="79892"/>
                  </a:lnTo>
                  <a:lnTo>
                    <a:pt x="92079" y="79892"/>
                  </a:lnTo>
                  <a:cubicBezTo>
                    <a:pt x="101584" y="79892"/>
                    <a:pt x="101584" y="79892"/>
                    <a:pt x="101584" y="79892"/>
                  </a:cubicBezTo>
                  <a:cubicBezTo>
                    <a:pt x="101584" y="74738"/>
                    <a:pt x="110495" y="74738"/>
                    <a:pt x="119702" y="74738"/>
                  </a:cubicBezTo>
                  <a:lnTo>
                    <a:pt x="119702" y="74738"/>
                  </a:lnTo>
                  <a:lnTo>
                    <a:pt x="119702" y="74738"/>
                  </a:lnTo>
                  <a:lnTo>
                    <a:pt x="119702" y="74738"/>
                  </a:lnTo>
                  <a:lnTo>
                    <a:pt x="119702" y="74738"/>
                  </a:lnTo>
                  <a:lnTo>
                    <a:pt x="119702" y="74738"/>
                  </a:lnTo>
                  <a:cubicBezTo>
                    <a:pt x="119702" y="74738"/>
                    <a:pt x="119702" y="74738"/>
                    <a:pt x="119702" y="69744"/>
                  </a:cubicBezTo>
                  <a:cubicBezTo>
                    <a:pt x="119702" y="69744"/>
                    <a:pt x="110495" y="69744"/>
                    <a:pt x="110495" y="64751"/>
                  </a:cubicBezTo>
                  <a:lnTo>
                    <a:pt x="110495" y="64751"/>
                  </a:lnTo>
                  <a:lnTo>
                    <a:pt x="110495" y="64751"/>
                  </a:lnTo>
                  <a:cubicBezTo>
                    <a:pt x="101584" y="64751"/>
                    <a:pt x="101584" y="59919"/>
                    <a:pt x="101584" y="59919"/>
                  </a:cubicBezTo>
                  <a:lnTo>
                    <a:pt x="101584" y="59919"/>
                  </a:lnTo>
                  <a:cubicBezTo>
                    <a:pt x="101584" y="54765"/>
                    <a:pt x="101584" y="54765"/>
                    <a:pt x="101584" y="54765"/>
                  </a:cubicBezTo>
                  <a:lnTo>
                    <a:pt x="101584" y="54765"/>
                  </a:lnTo>
                  <a:lnTo>
                    <a:pt x="92079" y="49771"/>
                  </a:lnTo>
                  <a:lnTo>
                    <a:pt x="92079" y="44778"/>
                  </a:lnTo>
                  <a:lnTo>
                    <a:pt x="92079" y="44778"/>
                  </a:lnTo>
                  <a:lnTo>
                    <a:pt x="92079" y="44778"/>
                  </a:lnTo>
                  <a:cubicBezTo>
                    <a:pt x="82871" y="44778"/>
                    <a:pt x="82871" y="44778"/>
                    <a:pt x="82871" y="44778"/>
                  </a:cubicBezTo>
                  <a:lnTo>
                    <a:pt x="82871" y="49771"/>
                  </a:lnTo>
                  <a:lnTo>
                    <a:pt x="82871" y="49771"/>
                  </a:lnTo>
                  <a:lnTo>
                    <a:pt x="82871" y="49771"/>
                  </a:lnTo>
                  <a:cubicBezTo>
                    <a:pt x="73663" y="49771"/>
                    <a:pt x="73663" y="44778"/>
                    <a:pt x="73663" y="44778"/>
                  </a:cubicBezTo>
                  <a:lnTo>
                    <a:pt x="73663" y="44778"/>
                  </a:lnTo>
                  <a:lnTo>
                    <a:pt x="73663" y="44778"/>
                  </a:lnTo>
                  <a:lnTo>
                    <a:pt x="73663" y="44778"/>
                  </a:lnTo>
                  <a:lnTo>
                    <a:pt x="73663" y="44778"/>
                  </a:lnTo>
                  <a:cubicBezTo>
                    <a:pt x="73663" y="39946"/>
                    <a:pt x="73663" y="39946"/>
                    <a:pt x="73663" y="39946"/>
                  </a:cubicBezTo>
                  <a:lnTo>
                    <a:pt x="73663" y="39946"/>
                  </a:lnTo>
                  <a:cubicBezTo>
                    <a:pt x="73663" y="34791"/>
                    <a:pt x="73663" y="34791"/>
                    <a:pt x="73663" y="34791"/>
                  </a:cubicBezTo>
                  <a:lnTo>
                    <a:pt x="73663" y="34791"/>
                  </a:lnTo>
                  <a:lnTo>
                    <a:pt x="73663" y="34791"/>
                  </a:lnTo>
                  <a:lnTo>
                    <a:pt x="73663" y="29798"/>
                  </a:lnTo>
                  <a:lnTo>
                    <a:pt x="73663" y="29798"/>
                  </a:lnTo>
                  <a:lnTo>
                    <a:pt x="73663" y="29798"/>
                  </a:lnTo>
                  <a:lnTo>
                    <a:pt x="73663" y="24966"/>
                  </a:lnTo>
                  <a:cubicBezTo>
                    <a:pt x="82871" y="24966"/>
                    <a:pt x="82871" y="24966"/>
                    <a:pt x="82871" y="24966"/>
                  </a:cubicBezTo>
                  <a:lnTo>
                    <a:pt x="82871" y="24966"/>
                  </a:lnTo>
                  <a:lnTo>
                    <a:pt x="82871" y="24966"/>
                  </a:lnTo>
                  <a:lnTo>
                    <a:pt x="82871" y="24966"/>
                  </a:lnTo>
                  <a:lnTo>
                    <a:pt x="82871" y="24966"/>
                  </a:lnTo>
                  <a:lnTo>
                    <a:pt x="92079" y="19973"/>
                  </a:lnTo>
                  <a:lnTo>
                    <a:pt x="92079" y="19973"/>
                  </a:lnTo>
                  <a:cubicBezTo>
                    <a:pt x="92079" y="19973"/>
                    <a:pt x="92079" y="19973"/>
                    <a:pt x="92079" y="14818"/>
                  </a:cubicBezTo>
                  <a:lnTo>
                    <a:pt x="92079" y="14818"/>
                  </a:lnTo>
                  <a:lnTo>
                    <a:pt x="92079" y="14818"/>
                  </a:lnTo>
                  <a:lnTo>
                    <a:pt x="92079" y="9825"/>
                  </a:lnTo>
                  <a:lnTo>
                    <a:pt x="92079" y="9825"/>
                  </a:lnTo>
                  <a:cubicBezTo>
                    <a:pt x="92079" y="4993"/>
                    <a:pt x="92079" y="4993"/>
                    <a:pt x="92079" y="4993"/>
                  </a:cubicBezTo>
                  <a:lnTo>
                    <a:pt x="82871" y="4993"/>
                  </a:lnTo>
                  <a:cubicBezTo>
                    <a:pt x="82871" y="4993"/>
                    <a:pt x="82871" y="4993"/>
                    <a:pt x="82871" y="0"/>
                  </a:cubicBezTo>
                  <a:lnTo>
                    <a:pt x="82871" y="0"/>
                  </a:lnTo>
                  <a:cubicBezTo>
                    <a:pt x="73663" y="0"/>
                    <a:pt x="73663" y="0"/>
                    <a:pt x="73663" y="0"/>
                  </a:cubicBezTo>
                  <a:lnTo>
                    <a:pt x="73663" y="0"/>
                  </a:lnTo>
                  <a:lnTo>
                    <a:pt x="73663" y="4993"/>
                  </a:lnTo>
                  <a:lnTo>
                    <a:pt x="73663" y="4993"/>
                  </a:lnTo>
                  <a:lnTo>
                    <a:pt x="73663" y="4993"/>
                  </a:lnTo>
                  <a:cubicBezTo>
                    <a:pt x="82871" y="9825"/>
                    <a:pt x="82871" y="9825"/>
                    <a:pt x="82871" y="9825"/>
                  </a:cubicBezTo>
                  <a:lnTo>
                    <a:pt x="82871" y="9825"/>
                  </a:lnTo>
                  <a:lnTo>
                    <a:pt x="73663" y="14818"/>
                  </a:lnTo>
                  <a:lnTo>
                    <a:pt x="73663" y="14818"/>
                  </a:lnTo>
                  <a:lnTo>
                    <a:pt x="73663" y="14818"/>
                  </a:lnTo>
                  <a:cubicBezTo>
                    <a:pt x="73663" y="14818"/>
                    <a:pt x="73663" y="14818"/>
                    <a:pt x="64752" y="14818"/>
                  </a:cubicBezTo>
                  <a:lnTo>
                    <a:pt x="64752" y="14818"/>
                  </a:lnTo>
                  <a:lnTo>
                    <a:pt x="55544" y="14818"/>
                  </a:lnTo>
                  <a:lnTo>
                    <a:pt x="55544" y="14818"/>
                  </a:lnTo>
                  <a:lnTo>
                    <a:pt x="55544" y="14818"/>
                  </a:lnTo>
                  <a:cubicBezTo>
                    <a:pt x="55544" y="14818"/>
                    <a:pt x="55544" y="19973"/>
                    <a:pt x="46039" y="19973"/>
                  </a:cubicBezTo>
                  <a:lnTo>
                    <a:pt x="46039" y="19973"/>
                  </a:lnTo>
                  <a:cubicBezTo>
                    <a:pt x="46039" y="19973"/>
                    <a:pt x="46039" y="19973"/>
                    <a:pt x="46039" y="24966"/>
                  </a:cubicBezTo>
                  <a:cubicBezTo>
                    <a:pt x="46039" y="24966"/>
                    <a:pt x="46039" y="29798"/>
                    <a:pt x="36831" y="29798"/>
                  </a:cubicBezTo>
                  <a:lnTo>
                    <a:pt x="36831" y="29798"/>
                  </a:lnTo>
                  <a:lnTo>
                    <a:pt x="36831" y="29798"/>
                  </a:lnTo>
                  <a:lnTo>
                    <a:pt x="36831" y="29798"/>
                  </a:lnTo>
                  <a:lnTo>
                    <a:pt x="36831" y="34791"/>
                  </a:lnTo>
                  <a:cubicBezTo>
                    <a:pt x="36831" y="39946"/>
                    <a:pt x="36831" y="39946"/>
                    <a:pt x="36831" y="44778"/>
                  </a:cubicBezTo>
                  <a:lnTo>
                    <a:pt x="36831" y="44778"/>
                  </a:lnTo>
                  <a:lnTo>
                    <a:pt x="27920" y="49771"/>
                  </a:lnTo>
                  <a:lnTo>
                    <a:pt x="27920" y="49771"/>
                  </a:lnTo>
                  <a:lnTo>
                    <a:pt x="27920" y="49771"/>
                  </a:lnTo>
                  <a:cubicBezTo>
                    <a:pt x="18712" y="49771"/>
                    <a:pt x="18712" y="49771"/>
                    <a:pt x="18712" y="44778"/>
                  </a:cubicBezTo>
                  <a:lnTo>
                    <a:pt x="18712" y="44778"/>
                  </a:lnTo>
                  <a:cubicBezTo>
                    <a:pt x="18712" y="49771"/>
                    <a:pt x="18712" y="49771"/>
                    <a:pt x="18712" y="49771"/>
                  </a:cubicBezTo>
                  <a:lnTo>
                    <a:pt x="18712" y="49771"/>
                  </a:lnTo>
                  <a:lnTo>
                    <a:pt x="18712" y="54765"/>
                  </a:lnTo>
                  <a:lnTo>
                    <a:pt x="18712" y="54765"/>
                  </a:lnTo>
                  <a:lnTo>
                    <a:pt x="18712" y="54765"/>
                  </a:lnTo>
                  <a:lnTo>
                    <a:pt x="18712" y="59919"/>
                  </a:lnTo>
                  <a:lnTo>
                    <a:pt x="18712" y="59919"/>
                  </a:lnTo>
                  <a:cubicBezTo>
                    <a:pt x="18712" y="59919"/>
                    <a:pt x="18712" y="59919"/>
                    <a:pt x="18712" y="64751"/>
                  </a:cubicBezTo>
                  <a:lnTo>
                    <a:pt x="18712" y="64751"/>
                  </a:lnTo>
                  <a:cubicBezTo>
                    <a:pt x="18712" y="64751"/>
                    <a:pt x="18712" y="64751"/>
                    <a:pt x="9207" y="64751"/>
                  </a:cubicBezTo>
                  <a:cubicBezTo>
                    <a:pt x="9207" y="69744"/>
                    <a:pt x="9207" y="69744"/>
                    <a:pt x="9207" y="69744"/>
                  </a:cubicBezTo>
                  <a:cubicBezTo>
                    <a:pt x="9207" y="69744"/>
                    <a:pt x="9207" y="69744"/>
                    <a:pt x="0" y="69744"/>
                  </a:cubicBezTo>
                  <a:cubicBezTo>
                    <a:pt x="0" y="74738"/>
                    <a:pt x="0" y="74738"/>
                    <a:pt x="0" y="74738"/>
                  </a:cubicBezTo>
                  <a:lnTo>
                    <a:pt x="0" y="74738"/>
                  </a:lnTo>
                  <a:lnTo>
                    <a:pt x="0" y="74738"/>
                  </a:lnTo>
                  <a:lnTo>
                    <a:pt x="9207" y="74738"/>
                  </a:lnTo>
                  <a:lnTo>
                    <a:pt x="9207" y="74738"/>
                  </a:lnTo>
                  <a:lnTo>
                    <a:pt x="18712" y="79892"/>
                  </a:lnTo>
                  <a:lnTo>
                    <a:pt x="18712" y="79892"/>
                  </a:lnTo>
                  <a:cubicBezTo>
                    <a:pt x="27920" y="79892"/>
                    <a:pt x="27920" y="84724"/>
                    <a:pt x="27920" y="84724"/>
                  </a:cubicBezTo>
                  <a:cubicBezTo>
                    <a:pt x="27920" y="84724"/>
                    <a:pt x="27920" y="84724"/>
                    <a:pt x="27920" y="89718"/>
                  </a:cubicBezTo>
                  <a:lnTo>
                    <a:pt x="27920" y="89718"/>
                  </a:lnTo>
                  <a:cubicBezTo>
                    <a:pt x="27920" y="94711"/>
                    <a:pt x="27920" y="94711"/>
                    <a:pt x="27920" y="94711"/>
                  </a:cubicBezTo>
                  <a:cubicBezTo>
                    <a:pt x="27920" y="99865"/>
                    <a:pt x="36831" y="99865"/>
                    <a:pt x="36831" y="99865"/>
                  </a:cubicBezTo>
                  <a:cubicBezTo>
                    <a:pt x="36831" y="109691"/>
                    <a:pt x="36831" y="114684"/>
                    <a:pt x="27920" y="114684"/>
                  </a:cubicBezTo>
                  <a:cubicBezTo>
                    <a:pt x="27920" y="119838"/>
                    <a:pt x="27920" y="119838"/>
                    <a:pt x="27920" y="119838"/>
                  </a:cubicBezTo>
                  <a:lnTo>
                    <a:pt x="27920" y="119838"/>
                  </a:lnTo>
                  <a:lnTo>
                    <a:pt x="36831" y="119838"/>
                  </a:lnTo>
                  <a:lnTo>
                    <a:pt x="46039" y="119838"/>
                  </a:lnTo>
                  <a:cubicBezTo>
                    <a:pt x="46039" y="119838"/>
                    <a:pt x="46039" y="119838"/>
                    <a:pt x="55544" y="119838"/>
                  </a:cubicBezTo>
                  <a:cubicBezTo>
                    <a:pt x="55544" y="114684"/>
                    <a:pt x="55544" y="114684"/>
                    <a:pt x="64752" y="114684"/>
                  </a:cubicBezTo>
                  <a:lnTo>
                    <a:pt x="64752" y="114684"/>
                  </a:lnTo>
                  <a:cubicBezTo>
                    <a:pt x="64752" y="109691"/>
                    <a:pt x="64752" y="109691"/>
                    <a:pt x="64752" y="104697"/>
                  </a:cubicBezTo>
                  <a:cubicBezTo>
                    <a:pt x="64752" y="104697"/>
                    <a:pt x="64752" y="104697"/>
                    <a:pt x="73663" y="104697"/>
                  </a:cubicBezTo>
                  <a:lnTo>
                    <a:pt x="73663" y="104697"/>
                  </a:lnTo>
                  <a:lnTo>
                    <a:pt x="73663" y="104697"/>
                  </a:lnTo>
                  <a:lnTo>
                    <a:pt x="73663" y="104697"/>
                  </a:lnTo>
                  <a:lnTo>
                    <a:pt x="73663" y="99865"/>
                  </a:lnTo>
                  <a:cubicBezTo>
                    <a:pt x="64752" y="99865"/>
                    <a:pt x="64752" y="99865"/>
                    <a:pt x="64752" y="99865"/>
                  </a:cubicBezTo>
                  <a:lnTo>
                    <a:pt x="64752" y="99865"/>
                  </a:lnTo>
                  <a:cubicBezTo>
                    <a:pt x="64752" y="94711"/>
                    <a:pt x="73663" y="94711"/>
                    <a:pt x="73663" y="9471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4" name="Shape 11884"/>
            <p:cNvSpPr/>
            <p:nvPr/>
          </p:nvSpPr>
          <p:spPr>
            <a:xfrm>
              <a:off x="5510213" y="1981200"/>
              <a:ext cx="44450" cy="349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0240" y="0"/>
                  </a:moveTo>
                  <a:lnTo>
                    <a:pt x="90240" y="0"/>
                  </a:lnTo>
                  <a:lnTo>
                    <a:pt x="90240" y="0"/>
                  </a:lnTo>
                  <a:lnTo>
                    <a:pt x="90240" y="0"/>
                  </a:lnTo>
                  <a:lnTo>
                    <a:pt x="90240" y="0"/>
                  </a:lnTo>
                  <a:lnTo>
                    <a:pt x="90240" y="0"/>
                  </a:lnTo>
                  <a:cubicBezTo>
                    <a:pt x="90240" y="39157"/>
                    <a:pt x="90240" y="39157"/>
                    <a:pt x="90240" y="39157"/>
                  </a:cubicBezTo>
                  <a:lnTo>
                    <a:pt x="90240" y="39157"/>
                  </a:lnTo>
                  <a:cubicBezTo>
                    <a:pt x="60480" y="79578"/>
                    <a:pt x="60480" y="79578"/>
                    <a:pt x="60480" y="79578"/>
                  </a:cubicBezTo>
                  <a:lnTo>
                    <a:pt x="29760" y="79578"/>
                  </a:lnTo>
                  <a:lnTo>
                    <a:pt x="29760" y="79578"/>
                  </a:lnTo>
                  <a:cubicBezTo>
                    <a:pt x="29760" y="79578"/>
                    <a:pt x="0" y="79578"/>
                    <a:pt x="0" y="118736"/>
                  </a:cubicBezTo>
                  <a:lnTo>
                    <a:pt x="0" y="118736"/>
                  </a:lnTo>
                  <a:lnTo>
                    <a:pt x="0" y="118736"/>
                  </a:lnTo>
                  <a:lnTo>
                    <a:pt x="0" y="118736"/>
                  </a:lnTo>
                  <a:lnTo>
                    <a:pt x="0" y="118736"/>
                  </a:lnTo>
                  <a:cubicBezTo>
                    <a:pt x="0" y="118736"/>
                    <a:pt x="0" y="118736"/>
                    <a:pt x="29760" y="118736"/>
                  </a:cubicBezTo>
                  <a:lnTo>
                    <a:pt x="29760" y="118736"/>
                  </a:lnTo>
                  <a:cubicBezTo>
                    <a:pt x="29760" y="118736"/>
                    <a:pt x="29760" y="118736"/>
                    <a:pt x="60480" y="118736"/>
                  </a:cubicBezTo>
                  <a:lnTo>
                    <a:pt x="60480" y="118736"/>
                  </a:lnTo>
                  <a:lnTo>
                    <a:pt x="60480" y="79578"/>
                  </a:lnTo>
                  <a:cubicBezTo>
                    <a:pt x="60480" y="79578"/>
                    <a:pt x="60480" y="79578"/>
                    <a:pt x="90240" y="79578"/>
                  </a:cubicBezTo>
                  <a:lnTo>
                    <a:pt x="90240" y="39157"/>
                  </a:lnTo>
                  <a:lnTo>
                    <a:pt x="119040" y="39157"/>
                  </a:lnTo>
                  <a:lnTo>
                    <a:pt x="9024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5" name="Shape 11885"/>
            <p:cNvSpPr/>
            <p:nvPr/>
          </p:nvSpPr>
          <p:spPr>
            <a:xfrm>
              <a:off x="5922963" y="2917825"/>
              <a:ext cx="781050" cy="6254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44" y="72857"/>
                  </a:moveTo>
                  <a:lnTo>
                    <a:pt x="119944" y="72857"/>
                  </a:lnTo>
                  <a:lnTo>
                    <a:pt x="119944" y="72857"/>
                  </a:lnTo>
                  <a:lnTo>
                    <a:pt x="119944" y="72857"/>
                  </a:lnTo>
                  <a:cubicBezTo>
                    <a:pt x="118231" y="70645"/>
                    <a:pt x="118231" y="70645"/>
                    <a:pt x="118231" y="68571"/>
                  </a:cubicBezTo>
                  <a:cubicBezTo>
                    <a:pt x="119944" y="68571"/>
                    <a:pt x="119944" y="68571"/>
                    <a:pt x="119944" y="66428"/>
                  </a:cubicBezTo>
                  <a:lnTo>
                    <a:pt x="119944" y="66428"/>
                  </a:lnTo>
                  <a:cubicBezTo>
                    <a:pt x="119944" y="64285"/>
                    <a:pt x="119944" y="64285"/>
                    <a:pt x="119944" y="64285"/>
                  </a:cubicBezTo>
                  <a:lnTo>
                    <a:pt x="119944" y="64285"/>
                  </a:lnTo>
                  <a:lnTo>
                    <a:pt x="119944" y="62073"/>
                  </a:lnTo>
                  <a:cubicBezTo>
                    <a:pt x="118231" y="62073"/>
                    <a:pt x="118231" y="62073"/>
                    <a:pt x="118231" y="62073"/>
                  </a:cubicBezTo>
                  <a:lnTo>
                    <a:pt x="118231" y="60000"/>
                  </a:lnTo>
                  <a:cubicBezTo>
                    <a:pt x="116517" y="60000"/>
                    <a:pt x="116517" y="60000"/>
                    <a:pt x="116517" y="57857"/>
                  </a:cubicBezTo>
                  <a:lnTo>
                    <a:pt x="116517" y="57857"/>
                  </a:lnTo>
                  <a:cubicBezTo>
                    <a:pt x="116517" y="57857"/>
                    <a:pt x="114804" y="57857"/>
                    <a:pt x="114804" y="55714"/>
                  </a:cubicBezTo>
                  <a:cubicBezTo>
                    <a:pt x="113090" y="53502"/>
                    <a:pt x="113090" y="53502"/>
                    <a:pt x="111377" y="51428"/>
                  </a:cubicBezTo>
                  <a:lnTo>
                    <a:pt x="111377" y="51428"/>
                  </a:lnTo>
                  <a:lnTo>
                    <a:pt x="111377" y="51428"/>
                  </a:lnTo>
                  <a:lnTo>
                    <a:pt x="111377" y="51428"/>
                  </a:lnTo>
                  <a:cubicBezTo>
                    <a:pt x="109663" y="51428"/>
                    <a:pt x="109663" y="51428"/>
                    <a:pt x="109663" y="49285"/>
                  </a:cubicBezTo>
                  <a:cubicBezTo>
                    <a:pt x="107950" y="49285"/>
                    <a:pt x="107950" y="49285"/>
                    <a:pt x="107950" y="47142"/>
                  </a:cubicBezTo>
                  <a:lnTo>
                    <a:pt x="107950" y="47142"/>
                  </a:lnTo>
                  <a:cubicBezTo>
                    <a:pt x="107950" y="44930"/>
                    <a:pt x="107950" y="44930"/>
                    <a:pt x="107950" y="44930"/>
                  </a:cubicBezTo>
                  <a:lnTo>
                    <a:pt x="107950" y="44930"/>
                  </a:lnTo>
                  <a:lnTo>
                    <a:pt x="107950" y="42857"/>
                  </a:lnTo>
                  <a:cubicBezTo>
                    <a:pt x="106236" y="42857"/>
                    <a:pt x="106236" y="42857"/>
                    <a:pt x="106236" y="40714"/>
                  </a:cubicBezTo>
                  <a:cubicBezTo>
                    <a:pt x="106236" y="40714"/>
                    <a:pt x="106236" y="40714"/>
                    <a:pt x="104523" y="38571"/>
                  </a:cubicBezTo>
                  <a:cubicBezTo>
                    <a:pt x="104523" y="38571"/>
                    <a:pt x="104523" y="38571"/>
                    <a:pt x="102809" y="38571"/>
                  </a:cubicBezTo>
                  <a:lnTo>
                    <a:pt x="102809" y="36359"/>
                  </a:lnTo>
                  <a:lnTo>
                    <a:pt x="102809" y="36359"/>
                  </a:lnTo>
                  <a:cubicBezTo>
                    <a:pt x="101096" y="36359"/>
                    <a:pt x="99382" y="36359"/>
                    <a:pt x="99382" y="34285"/>
                  </a:cubicBezTo>
                  <a:cubicBezTo>
                    <a:pt x="97669" y="32142"/>
                    <a:pt x="97669" y="30000"/>
                    <a:pt x="97669" y="27788"/>
                  </a:cubicBezTo>
                  <a:lnTo>
                    <a:pt x="97669" y="27788"/>
                  </a:lnTo>
                  <a:cubicBezTo>
                    <a:pt x="97669" y="25714"/>
                    <a:pt x="97669" y="25714"/>
                    <a:pt x="97669" y="25714"/>
                  </a:cubicBezTo>
                  <a:cubicBezTo>
                    <a:pt x="95955" y="23571"/>
                    <a:pt x="95955" y="23571"/>
                    <a:pt x="95955" y="23571"/>
                  </a:cubicBezTo>
                  <a:cubicBezTo>
                    <a:pt x="95955" y="21428"/>
                    <a:pt x="95955" y="21428"/>
                    <a:pt x="95955" y="19216"/>
                  </a:cubicBezTo>
                  <a:cubicBezTo>
                    <a:pt x="95955" y="19216"/>
                    <a:pt x="95955" y="17142"/>
                    <a:pt x="94242" y="15000"/>
                  </a:cubicBezTo>
                  <a:lnTo>
                    <a:pt x="94242" y="15000"/>
                  </a:lnTo>
                  <a:lnTo>
                    <a:pt x="94242" y="12857"/>
                  </a:lnTo>
                  <a:lnTo>
                    <a:pt x="94242" y="12857"/>
                  </a:lnTo>
                  <a:cubicBezTo>
                    <a:pt x="92528" y="15000"/>
                    <a:pt x="92528" y="15000"/>
                    <a:pt x="92528" y="15000"/>
                  </a:cubicBezTo>
                  <a:cubicBezTo>
                    <a:pt x="90815" y="15000"/>
                    <a:pt x="90815" y="12857"/>
                    <a:pt x="90815" y="12857"/>
                  </a:cubicBezTo>
                  <a:lnTo>
                    <a:pt x="90815" y="12857"/>
                  </a:lnTo>
                  <a:cubicBezTo>
                    <a:pt x="89101" y="10714"/>
                    <a:pt x="89101" y="10714"/>
                    <a:pt x="89101" y="8571"/>
                  </a:cubicBezTo>
                  <a:lnTo>
                    <a:pt x="89101" y="6428"/>
                  </a:lnTo>
                  <a:lnTo>
                    <a:pt x="89101" y="6428"/>
                  </a:lnTo>
                  <a:cubicBezTo>
                    <a:pt x="89101" y="6428"/>
                    <a:pt x="89101" y="6428"/>
                    <a:pt x="89101" y="4216"/>
                  </a:cubicBezTo>
                  <a:cubicBezTo>
                    <a:pt x="89101" y="4216"/>
                    <a:pt x="87388" y="2142"/>
                    <a:pt x="87388" y="0"/>
                  </a:cubicBezTo>
                  <a:lnTo>
                    <a:pt x="87388" y="0"/>
                  </a:lnTo>
                  <a:lnTo>
                    <a:pt x="87388" y="2142"/>
                  </a:lnTo>
                  <a:lnTo>
                    <a:pt x="87388" y="4216"/>
                  </a:lnTo>
                  <a:lnTo>
                    <a:pt x="87388" y="4216"/>
                  </a:lnTo>
                  <a:cubicBezTo>
                    <a:pt x="87388" y="6428"/>
                    <a:pt x="87388" y="6428"/>
                    <a:pt x="87388" y="6428"/>
                  </a:cubicBezTo>
                  <a:cubicBezTo>
                    <a:pt x="87388" y="6428"/>
                    <a:pt x="87388" y="6428"/>
                    <a:pt x="85674" y="8571"/>
                  </a:cubicBezTo>
                  <a:cubicBezTo>
                    <a:pt x="85674" y="8571"/>
                    <a:pt x="85674" y="12857"/>
                    <a:pt x="87388" y="15000"/>
                  </a:cubicBezTo>
                  <a:cubicBezTo>
                    <a:pt x="87388" y="17142"/>
                    <a:pt x="87388" y="19216"/>
                    <a:pt x="85674" y="19216"/>
                  </a:cubicBezTo>
                  <a:cubicBezTo>
                    <a:pt x="85674" y="19216"/>
                    <a:pt x="85674" y="19216"/>
                    <a:pt x="85674" y="21428"/>
                  </a:cubicBezTo>
                  <a:cubicBezTo>
                    <a:pt x="85674" y="23571"/>
                    <a:pt x="83961" y="25714"/>
                    <a:pt x="83961" y="27788"/>
                  </a:cubicBezTo>
                  <a:lnTo>
                    <a:pt x="83961" y="27788"/>
                  </a:lnTo>
                  <a:cubicBezTo>
                    <a:pt x="82247" y="27788"/>
                    <a:pt x="80534" y="30000"/>
                    <a:pt x="80534" y="30000"/>
                  </a:cubicBezTo>
                  <a:lnTo>
                    <a:pt x="80534" y="30000"/>
                  </a:lnTo>
                  <a:cubicBezTo>
                    <a:pt x="78820" y="27788"/>
                    <a:pt x="77107" y="27788"/>
                    <a:pt x="77107" y="25714"/>
                  </a:cubicBezTo>
                  <a:lnTo>
                    <a:pt x="77107" y="25714"/>
                  </a:lnTo>
                  <a:cubicBezTo>
                    <a:pt x="75393" y="25714"/>
                    <a:pt x="75393" y="25714"/>
                    <a:pt x="75393" y="25714"/>
                  </a:cubicBezTo>
                  <a:lnTo>
                    <a:pt x="73680" y="25714"/>
                  </a:lnTo>
                  <a:lnTo>
                    <a:pt x="71966" y="23571"/>
                  </a:lnTo>
                  <a:cubicBezTo>
                    <a:pt x="70253" y="21428"/>
                    <a:pt x="70253" y="21428"/>
                    <a:pt x="70253" y="21428"/>
                  </a:cubicBezTo>
                  <a:cubicBezTo>
                    <a:pt x="68539" y="19216"/>
                    <a:pt x="66826" y="17142"/>
                    <a:pt x="65112" y="15000"/>
                  </a:cubicBezTo>
                  <a:lnTo>
                    <a:pt x="65112" y="12857"/>
                  </a:lnTo>
                  <a:cubicBezTo>
                    <a:pt x="65112" y="12857"/>
                    <a:pt x="65112" y="12857"/>
                    <a:pt x="65112" y="10714"/>
                  </a:cubicBezTo>
                  <a:lnTo>
                    <a:pt x="66826" y="8571"/>
                  </a:lnTo>
                  <a:cubicBezTo>
                    <a:pt x="66826" y="6428"/>
                    <a:pt x="66826" y="6428"/>
                    <a:pt x="68539" y="6428"/>
                  </a:cubicBezTo>
                  <a:lnTo>
                    <a:pt x="68539" y="6428"/>
                  </a:lnTo>
                  <a:cubicBezTo>
                    <a:pt x="68539" y="6428"/>
                    <a:pt x="68539" y="6428"/>
                    <a:pt x="70253" y="6428"/>
                  </a:cubicBezTo>
                  <a:lnTo>
                    <a:pt x="70253" y="6428"/>
                  </a:lnTo>
                  <a:lnTo>
                    <a:pt x="70253" y="4216"/>
                  </a:lnTo>
                  <a:cubicBezTo>
                    <a:pt x="68539" y="4216"/>
                    <a:pt x="68539" y="4216"/>
                    <a:pt x="68539" y="4216"/>
                  </a:cubicBezTo>
                  <a:lnTo>
                    <a:pt x="66826" y="4216"/>
                  </a:lnTo>
                  <a:cubicBezTo>
                    <a:pt x="65112" y="4216"/>
                    <a:pt x="65112" y="4216"/>
                    <a:pt x="65112" y="4216"/>
                  </a:cubicBezTo>
                  <a:lnTo>
                    <a:pt x="63399" y="4216"/>
                  </a:lnTo>
                  <a:cubicBezTo>
                    <a:pt x="63399" y="4216"/>
                    <a:pt x="61685" y="4216"/>
                    <a:pt x="61685" y="2142"/>
                  </a:cubicBezTo>
                  <a:cubicBezTo>
                    <a:pt x="61685" y="4216"/>
                    <a:pt x="61685" y="4216"/>
                    <a:pt x="59972" y="4216"/>
                  </a:cubicBezTo>
                  <a:cubicBezTo>
                    <a:pt x="59972" y="4216"/>
                    <a:pt x="59972" y="2142"/>
                    <a:pt x="58258" y="2142"/>
                  </a:cubicBezTo>
                  <a:lnTo>
                    <a:pt x="58258" y="4216"/>
                  </a:lnTo>
                  <a:lnTo>
                    <a:pt x="56545" y="6428"/>
                  </a:lnTo>
                  <a:cubicBezTo>
                    <a:pt x="56545" y="6428"/>
                    <a:pt x="56545" y="4216"/>
                    <a:pt x="54831" y="4216"/>
                  </a:cubicBezTo>
                  <a:cubicBezTo>
                    <a:pt x="54831" y="4216"/>
                    <a:pt x="54831" y="4216"/>
                    <a:pt x="53118" y="4216"/>
                  </a:cubicBezTo>
                  <a:lnTo>
                    <a:pt x="53118" y="6428"/>
                  </a:lnTo>
                  <a:cubicBezTo>
                    <a:pt x="53118" y="6428"/>
                    <a:pt x="53118" y="8571"/>
                    <a:pt x="51404" y="8571"/>
                  </a:cubicBezTo>
                  <a:cubicBezTo>
                    <a:pt x="51404" y="10714"/>
                    <a:pt x="51404" y="10714"/>
                    <a:pt x="49746" y="10714"/>
                  </a:cubicBezTo>
                  <a:lnTo>
                    <a:pt x="49746" y="10714"/>
                  </a:lnTo>
                  <a:lnTo>
                    <a:pt x="49746" y="12857"/>
                  </a:lnTo>
                  <a:cubicBezTo>
                    <a:pt x="49746" y="15000"/>
                    <a:pt x="49746" y="15000"/>
                    <a:pt x="49746" y="15000"/>
                  </a:cubicBezTo>
                  <a:cubicBezTo>
                    <a:pt x="49746" y="19216"/>
                    <a:pt x="49746" y="19216"/>
                    <a:pt x="49746" y="19216"/>
                  </a:cubicBezTo>
                  <a:cubicBezTo>
                    <a:pt x="47977" y="17142"/>
                    <a:pt x="47977" y="17142"/>
                    <a:pt x="47977" y="17142"/>
                  </a:cubicBezTo>
                  <a:lnTo>
                    <a:pt x="47977" y="17142"/>
                  </a:lnTo>
                  <a:cubicBezTo>
                    <a:pt x="46264" y="17142"/>
                    <a:pt x="46264" y="17142"/>
                    <a:pt x="46264" y="17142"/>
                  </a:cubicBezTo>
                  <a:lnTo>
                    <a:pt x="46264" y="17142"/>
                  </a:lnTo>
                  <a:lnTo>
                    <a:pt x="44550" y="17142"/>
                  </a:lnTo>
                  <a:lnTo>
                    <a:pt x="44550" y="17142"/>
                  </a:lnTo>
                  <a:lnTo>
                    <a:pt x="44550" y="17142"/>
                  </a:lnTo>
                  <a:cubicBezTo>
                    <a:pt x="42837" y="17142"/>
                    <a:pt x="42837" y="17142"/>
                    <a:pt x="42837" y="17142"/>
                  </a:cubicBezTo>
                  <a:lnTo>
                    <a:pt x="42837" y="15000"/>
                  </a:lnTo>
                  <a:lnTo>
                    <a:pt x="42837" y="15000"/>
                  </a:lnTo>
                  <a:cubicBezTo>
                    <a:pt x="42837" y="12857"/>
                    <a:pt x="41123" y="12857"/>
                    <a:pt x="41123" y="12857"/>
                  </a:cubicBezTo>
                  <a:cubicBezTo>
                    <a:pt x="41123" y="12857"/>
                    <a:pt x="41123" y="12857"/>
                    <a:pt x="39410" y="12857"/>
                  </a:cubicBezTo>
                  <a:cubicBezTo>
                    <a:pt x="39410" y="12857"/>
                    <a:pt x="39410" y="12857"/>
                    <a:pt x="37696" y="12857"/>
                  </a:cubicBezTo>
                  <a:cubicBezTo>
                    <a:pt x="37696" y="12857"/>
                    <a:pt x="37696" y="15000"/>
                    <a:pt x="37696" y="17142"/>
                  </a:cubicBezTo>
                  <a:cubicBezTo>
                    <a:pt x="37696" y="17142"/>
                    <a:pt x="36038" y="17142"/>
                    <a:pt x="36038" y="19216"/>
                  </a:cubicBezTo>
                  <a:lnTo>
                    <a:pt x="36038" y="19216"/>
                  </a:lnTo>
                  <a:cubicBezTo>
                    <a:pt x="36038" y="19216"/>
                    <a:pt x="36038" y="19216"/>
                    <a:pt x="34269" y="21428"/>
                  </a:cubicBezTo>
                  <a:lnTo>
                    <a:pt x="34269" y="21428"/>
                  </a:lnTo>
                  <a:cubicBezTo>
                    <a:pt x="34269" y="21428"/>
                    <a:pt x="34269" y="21428"/>
                    <a:pt x="32556" y="21428"/>
                  </a:cubicBezTo>
                  <a:lnTo>
                    <a:pt x="32556" y="21428"/>
                  </a:lnTo>
                  <a:cubicBezTo>
                    <a:pt x="32556" y="21428"/>
                    <a:pt x="32556" y="21428"/>
                    <a:pt x="30842" y="21428"/>
                  </a:cubicBezTo>
                  <a:cubicBezTo>
                    <a:pt x="30842" y="23571"/>
                    <a:pt x="30842" y="25714"/>
                    <a:pt x="30842" y="25714"/>
                  </a:cubicBezTo>
                  <a:cubicBezTo>
                    <a:pt x="30842" y="36359"/>
                    <a:pt x="30842" y="36359"/>
                    <a:pt x="30842" y="36359"/>
                  </a:cubicBezTo>
                  <a:cubicBezTo>
                    <a:pt x="29184" y="27788"/>
                    <a:pt x="29184" y="27788"/>
                    <a:pt x="29184" y="27788"/>
                  </a:cubicBezTo>
                  <a:cubicBezTo>
                    <a:pt x="29184" y="25714"/>
                    <a:pt x="29184" y="25714"/>
                    <a:pt x="27415" y="25714"/>
                  </a:cubicBezTo>
                  <a:lnTo>
                    <a:pt x="27415" y="25714"/>
                  </a:lnTo>
                  <a:lnTo>
                    <a:pt x="27415" y="25714"/>
                  </a:lnTo>
                  <a:lnTo>
                    <a:pt x="27415" y="25714"/>
                  </a:lnTo>
                  <a:lnTo>
                    <a:pt x="27415" y="25714"/>
                  </a:lnTo>
                  <a:lnTo>
                    <a:pt x="27415" y="27788"/>
                  </a:lnTo>
                  <a:cubicBezTo>
                    <a:pt x="27415" y="30000"/>
                    <a:pt x="27415" y="30000"/>
                    <a:pt x="25702" y="32142"/>
                  </a:cubicBezTo>
                  <a:lnTo>
                    <a:pt x="25702" y="32142"/>
                  </a:lnTo>
                  <a:cubicBezTo>
                    <a:pt x="25702" y="32142"/>
                    <a:pt x="23988" y="34285"/>
                    <a:pt x="22330" y="36359"/>
                  </a:cubicBezTo>
                  <a:cubicBezTo>
                    <a:pt x="22330" y="38571"/>
                    <a:pt x="22330" y="38571"/>
                    <a:pt x="20561" y="38571"/>
                  </a:cubicBezTo>
                  <a:lnTo>
                    <a:pt x="20561" y="38571"/>
                  </a:lnTo>
                  <a:lnTo>
                    <a:pt x="20561" y="38571"/>
                  </a:lnTo>
                  <a:cubicBezTo>
                    <a:pt x="18848" y="38571"/>
                    <a:pt x="18848" y="38571"/>
                    <a:pt x="18848" y="38571"/>
                  </a:cubicBezTo>
                  <a:cubicBezTo>
                    <a:pt x="17134" y="38571"/>
                    <a:pt x="17134" y="38571"/>
                    <a:pt x="17134" y="38571"/>
                  </a:cubicBezTo>
                  <a:cubicBezTo>
                    <a:pt x="15476" y="38571"/>
                    <a:pt x="15476" y="40714"/>
                    <a:pt x="13707" y="40714"/>
                  </a:cubicBezTo>
                  <a:cubicBezTo>
                    <a:pt x="13707" y="42857"/>
                    <a:pt x="11994" y="42857"/>
                    <a:pt x="11994" y="42857"/>
                  </a:cubicBezTo>
                  <a:cubicBezTo>
                    <a:pt x="10280" y="42857"/>
                    <a:pt x="10280" y="42857"/>
                    <a:pt x="10280" y="42857"/>
                  </a:cubicBezTo>
                  <a:lnTo>
                    <a:pt x="10280" y="42857"/>
                  </a:lnTo>
                  <a:lnTo>
                    <a:pt x="8622" y="42857"/>
                  </a:lnTo>
                  <a:lnTo>
                    <a:pt x="8622" y="42857"/>
                  </a:lnTo>
                  <a:cubicBezTo>
                    <a:pt x="6853" y="44930"/>
                    <a:pt x="5140" y="47142"/>
                    <a:pt x="3426" y="47142"/>
                  </a:cubicBezTo>
                  <a:cubicBezTo>
                    <a:pt x="3426" y="47142"/>
                    <a:pt x="3426" y="47142"/>
                    <a:pt x="3426" y="49285"/>
                  </a:cubicBezTo>
                  <a:cubicBezTo>
                    <a:pt x="3426" y="49285"/>
                    <a:pt x="3426" y="49285"/>
                    <a:pt x="1768" y="49285"/>
                  </a:cubicBezTo>
                  <a:lnTo>
                    <a:pt x="1768" y="49285"/>
                  </a:lnTo>
                  <a:cubicBezTo>
                    <a:pt x="1768" y="51428"/>
                    <a:pt x="1768" y="51428"/>
                    <a:pt x="1768" y="51428"/>
                  </a:cubicBezTo>
                  <a:cubicBezTo>
                    <a:pt x="1768" y="53502"/>
                    <a:pt x="1768" y="53502"/>
                    <a:pt x="0" y="55714"/>
                  </a:cubicBezTo>
                  <a:lnTo>
                    <a:pt x="0" y="55714"/>
                  </a:lnTo>
                  <a:cubicBezTo>
                    <a:pt x="0" y="57857"/>
                    <a:pt x="0" y="57857"/>
                    <a:pt x="1768" y="60000"/>
                  </a:cubicBezTo>
                  <a:cubicBezTo>
                    <a:pt x="1768" y="60000"/>
                    <a:pt x="3426" y="62073"/>
                    <a:pt x="3426" y="64285"/>
                  </a:cubicBezTo>
                  <a:cubicBezTo>
                    <a:pt x="1768" y="64285"/>
                    <a:pt x="1768" y="66428"/>
                    <a:pt x="1768" y="66428"/>
                  </a:cubicBezTo>
                  <a:cubicBezTo>
                    <a:pt x="1768" y="66428"/>
                    <a:pt x="1768" y="66428"/>
                    <a:pt x="0" y="66428"/>
                  </a:cubicBezTo>
                  <a:cubicBezTo>
                    <a:pt x="0" y="68571"/>
                    <a:pt x="1768" y="68571"/>
                    <a:pt x="1768" y="68571"/>
                  </a:cubicBezTo>
                  <a:cubicBezTo>
                    <a:pt x="1768" y="68571"/>
                    <a:pt x="1768" y="70645"/>
                    <a:pt x="1768" y="72857"/>
                  </a:cubicBezTo>
                  <a:lnTo>
                    <a:pt x="3426" y="75000"/>
                  </a:lnTo>
                  <a:cubicBezTo>
                    <a:pt x="3426" y="77142"/>
                    <a:pt x="5140" y="77142"/>
                    <a:pt x="5140" y="79216"/>
                  </a:cubicBezTo>
                  <a:lnTo>
                    <a:pt x="5140" y="83571"/>
                  </a:lnTo>
                  <a:cubicBezTo>
                    <a:pt x="5140" y="83571"/>
                    <a:pt x="5140" y="85714"/>
                    <a:pt x="6853" y="90000"/>
                  </a:cubicBezTo>
                  <a:lnTo>
                    <a:pt x="6853" y="90000"/>
                  </a:lnTo>
                  <a:cubicBezTo>
                    <a:pt x="6853" y="92142"/>
                    <a:pt x="6853" y="94285"/>
                    <a:pt x="6853" y="94285"/>
                  </a:cubicBezTo>
                  <a:cubicBezTo>
                    <a:pt x="6853" y="96359"/>
                    <a:pt x="6853" y="96359"/>
                    <a:pt x="6853" y="96359"/>
                  </a:cubicBezTo>
                  <a:cubicBezTo>
                    <a:pt x="6853" y="98571"/>
                    <a:pt x="6853" y="98571"/>
                    <a:pt x="5140" y="98571"/>
                  </a:cubicBezTo>
                  <a:cubicBezTo>
                    <a:pt x="5140" y="100714"/>
                    <a:pt x="6853" y="100714"/>
                    <a:pt x="6853" y="100714"/>
                  </a:cubicBezTo>
                  <a:lnTo>
                    <a:pt x="6853" y="102788"/>
                  </a:lnTo>
                  <a:cubicBezTo>
                    <a:pt x="8622" y="102788"/>
                    <a:pt x="10280" y="102788"/>
                    <a:pt x="10280" y="102788"/>
                  </a:cubicBezTo>
                  <a:cubicBezTo>
                    <a:pt x="10280" y="102788"/>
                    <a:pt x="10280" y="102788"/>
                    <a:pt x="11994" y="102788"/>
                  </a:cubicBezTo>
                  <a:lnTo>
                    <a:pt x="11994" y="102788"/>
                  </a:lnTo>
                  <a:lnTo>
                    <a:pt x="13707" y="102788"/>
                  </a:lnTo>
                  <a:lnTo>
                    <a:pt x="13707" y="102788"/>
                  </a:lnTo>
                  <a:cubicBezTo>
                    <a:pt x="13707" y="100714"/>
                    <a:pt x="17134" y="98571"/>
                    <a:pt x="20561" y="98571"/>
                  </a:cubicBezTo>
                  <a:cubicBezTo>
                    <a:pt x="20561" y="98571"/>
                    <a:pt x="20561" y="98571"/>
                    <a:pt x="22330" y="98571"/>
                  </a:cubicBezTo>
                  <a:cubicBezTo>
                    <a:pt x="23988" y="98571"/>
                    <a:pt x="25702" y="98571"/>
                    <a:pt x="25702" y="98571"/>
                  </a:cubicBezTo>
                  <a:lnTo>
                    <a:pt x="25702" y="98571"/>
                  </a:lnTo>
                  <a:cubicBezTo>
                    <a:pt x="25702" y="98571"/>
                    <a:pt x="27415" y="98571"/>
                    <a:pt x="29184" y="98571"/>
                  </a:cubicBezTo>
                  <a:lnTo>
                    <a:pt x="29184" y="98571"/>
                  </a:lnTo>
                  <a:cubicBezTo>
                    <a:pt x="29184" y="98571"/>
                    <a:pt x="29184" y="98571"/>
                    <a:pt x="30842" y="98571"/>
                  </a:cubicBezTo>
                  <a:cubicBezTo>
                    <a:pt x="30842" y="96359"/>
                    <a:pt x="30842" y="96359"/>
                    <a:pt x="30842" y="96359"/>
                  </a:cubicBezTo>
                  <a:cubicBezTo>
                    <a:pt x="30842" y="96359"/>
                    <a:pt x="30842" y="96359"/>
                    <a:pt x="30842" y="94285"/>
                  </a:cubicBezTo>
                  <a:cubicBezTo>
                    <a:pt x="30842" y="94285"/>
                    <a:pt x="32556" y="92142"/>
                    <a:pt x="36038" y="92142"/>
                  </a:cubicBezTo>
                  <a:lnTo>
                    <a:pt x="36038" y="92142"/>
                  </a:lnTo>
                  <a:cubicBezTo>
                    <a:pt x="37696" y="92142"/>
                    <a:pt x="39410" y="90000"/>
                    <a:pt x="42837" y="90000"/>
                  </a:cubicBezTo>
                  <a:lnTo>
                    <a:pt x="44550" y="90000"/>
                  </a:lnTo>
                  <a:cubicBezTo>
                    <a:pt x="44550" y="87788"/>
                    <a:pt x="46264" y="87788"/>
                    <a:pt x="46264" y="87788"/>
                  </a:cubicBezTo>
                  <a:cubicBezTo>
                    <a:pt x="47977" y="87788"/>
                    <a:pt x="47977" y="87788"/>
                    <a:pt x="47977" y="87788"/>
                  </a:cubicBezTo>
                  <a:lnTo>
                    <a:pt x="49746" y="87788"/>
                  </a:lnTo>
                  <a:lnTo>
                    <a:pt x="49746" y="87788"/>
                  </a:lnTo>
                  <a:lnTo>
                    <a:pt x="51404" y="87788"/>
                  </a:lnTo>
                  <a:lnTo>
                    <a:pt x="53118" y="87788"/>
                  </a:lnTo>
                  <a:cubicBezTo>
                    <a:pt x="54831" y="87788"/>
                    <a:pt x="54831" y="87788"/>
                    <a:pt x="56545" y="87788"/>
                  </a:cubicBezTo>
                  <a:cubicBezTo>
                    <a:pt x="56545" y="90000"/>
                    <a:pt x="58258" y="90000"/>
                    <a:pt x="59972" y="90000"/>
                  </a:cubicBezTo>
                  <a:cubicBezTo>
                    <a:pt x="61685" y="90000"/>
                    <a:pt x="63399" y="92142"/>
                    <a:pt x="63399" y="94285"/>
                  </a:cubicBezTo>
                  <a:lnTo>
                    <a:pt x="65112" y="94285"/>
                  </a:lnTo>
                  <a:cubicBezTo>
                    <a:pt x="65112" y="96359"/>
                    <a:pt x="66826" y="98571"/>
                    <a:pt x="66826" y="100714"/>
                  </a:cubicBezTo>
                  <a:cubicBezTo>
                    <a:pt x="66826" y="100714"/>
                    <a:pt x="66826" y="100714"/>
                    <a:pt x="68539" y="100714"/>
                  </a:cubicBezTo>
                  <a:cubicBezTo>
                    <a:pt x="68539" y="98571"/>
                    <a:pt x="70253" y="96359"/>
                    <a:pt x="71966" y="96359"/>
                  </a:cubicBezTo>
                  <a:lnTo>
                    <a:pt x="71966" y="94285"/>
                  </a:lnTo>
                  <a:cubicBezTo>
                    <a:pt x="71966" y="92142"/>
                    <a:pt x="71966" y="92142"/>
                    <a:pt x="71966" y="92142"/>
                  </a:cubicBezTo>
                  <a:cubicBezTo>
                    <a:pt x="75393" y="92142"/>
                    <a:pt x="75393" y="92142"/>
                    <a:pt x="75393" y="92142"/>
                  </a:cubicBezTo>
                  <a:cubicBezTo>
                    <a:pt x="75393" y="94285"/>
                    <a:pt x="75393" y="94285"/>
                    <a:pt x="75393" y="94285"/>
                  </a:cubicBezTo>
                  <a:cubicBezTo>
                    <a:pt x="75393" y="96359"/>
                    <a:pt x="75393" y="96359"/>
                    <a:pt x="75393" y="98571"/>
                  </a:cubicBezTo>
                  <a:lnTo>
                    <a:pt x="75393" y="98571"/>
                  </a:lnTo>
                  <a:cubicBezTo>
                    <a:pt x="75393" y="100714"/>
                    <a:pt x="77107" y="102788"/>
                    <a:pt x="77107" y="102788"/>
                  </a:cubicBezTo>
                  <a:cubicBezTo>
                    <a:pt x="77107" y="104930"/>
                    <a:pt x="77107" y="104930"/>
                    <a:pt x="77107" y="104930"/>
                  </a:cubicBezTo>
                  <a:lnTo>
                    <a:pt x="78820" y="107142"/>
                  </a:lnTo>
                  <a:cubicBezTo>
                    <a:pt x="80534" y="109285"/>
                    <a:pt x="80534" y="111359"/>
                    <a:pt x="80534" y="113502"/>
                  </a:cubicBezTo>
                  <a:lnTo>
                    <a:pt x="80534" y="113502"/>
                  </a:lnTo>
                  <a:lnTo>
                    <a:pt x="82247" y="115714"/>
                  </a:lnTo>
                  <a:cubicBezTo>
                    <a:pt x="82247" y="115714"/>
                    <a:pt x="82247" y="117857"/>
                    <a:pt x="83961" y="117857"/>
                  </a:cubicBezTo>
                  <a:cubicBezTo>
                    <a:pt x="83961" y="117857"/>
                    <a:pt x="83961" y="117857"/>
                    <a:pt x="85674" y="117857"/>
                  </a:cubicBezTo>
                  <a:cubicBezTo>
                    <a:pt x="87388" y="117857"/>
                    <a:pt x="87388" y="117857"/>
                    <a:pt x="87388" y="117857"/>
                  </a:cubicBezTo>
                  <a:lnTo>
                    <a:pt x="87388" y="117857"/>
                  </a:lnTo>
                  <a:cubicBezTo>
                    <a:pt x="89101" y="117857"/>
                    <a:pt x="89101" y="117857"/>
                    <a:pt x="90815" y="119930"/>
                  </a:cubicBezTo>
                  <a:lnTo>
                    <a:pt x="90815" y="119930"/>
                  </a:lnTo>
                  <a:cubicBezTo>
                    <a:pt x="90815" y="119930"/>
                    <a:pt x="90815" y="119930"/>
                    <a:pt x="92528" y="119930"/>
                  </a:cubicBezTo>
                  <a:lnTo>
                    <a:pt x="92528" y="117857"/>
                  </a:lnTo>
                  <a:cubicBezTo>
                    <a:pt x="94242" y="117857"/>
                    <a:pt x="94242" y="117857"/>
                    <a:pt x="95955" y="117857"/>
                  </a:cubicBezTo>
                  <a:lnTo>
                    <a:pt x="95955" y="117857"/>
                  </a:lnTo>
                  <a:lnTo>
                    <a:pt x="95955" y="117857"/>
                  </a:lnTo>
                  <a:cubicBezTo>
                    <a:pt x="97669" y="117857"/>
                    <a:pt x="97669" y="117857"/>
                    <a:pt x="99382" y="119930"/>
                  </a:cubicBezTo>
                  <a:lnTo>
                    <a:pt x="99382" y="119930"/>
                  </a:lnTo>
                  <a:cubicBezTo>
                    <a:pt x="101096" y="119930"/>
                    <a:pt x="101096" y="117857"/>
                    <a:pt x="102809" y="117857"/>
                  </a:cubicBezTo>
                  <a:lnTo>
                    <a:pt x="102809" y="117857"/>
                  </a:lnTo>
                  <a:cubicBezTo>
                    <a:pt x="102809" y="115714"/>
                    <a:pt x="104523" y="115714"/>
                    <a:pt x="106236" y="115714"/>
                  </a:cubicBezTo>
                  <a:lnTo>
                    <a:pt x="106236" y="115714"/>
                  </a:lnTo>
                  <a:lnTo>
                    <a:pt x="106236" y="115714"/>
                  </a:lnTo>
                  <a:cubicBezTo>
                    <a:pt x="107950" y="115714"/>
                    <a:pt x="107950" y="115714"/>
                    <a:pt x="107950" y="115714"/>
                  </a:cubicBezTo>
                  <a:cubicBezTo>
                    <a:pt x="109663" y="115714"/>
                    <a:pt x="109663" y="115714"/>
                    <a:pt x="109663" y="115714"/>
                  </a:cubicBezTo>
                  <a:cubicBezTo>
                    <a:pt x="109663" y="115714"/>
                    <a:pt x="109663" y="115714"/>
                    <a:pt x="109663" y="113502"/>
                  </a:cubicBezTo>
                  <a:lnTo>
                    <a:pt x="109663" y="113502"/>
                  </a:lnTo>
                  <a:cubicBezTo>
                    <a:pt x="109663" y="113502"/>
                    <a:pt x="109663" y="111359"/>
                    <a:pt x="109663" y="109285"/>
                  </a:cubicBezTo>
                  <a:cubicBezTo>
                    <a:pt x="111377" y="104930"/>
                    <a:pt x="113090" y="102788"/>
                    <a:pt x="113090" y="100714"/>
                  </a:cubicBezTo>
                  <a:lnTo>
                    <a:pt x="113090" y="98571"/>
                  </a:lnTo>
                  <a:lnTo>
                    <a:pt x="113090" y="98571"/>
                  </a:lnTo>
                  <a:cubicBezTo>
                    <a:pt x="113090" y="96359"/>
                    <a:pt x="114804" y="94285"/>
                    <a:pt x="116517" y="94285"/>
                  </a:cubicBezTo>
                  <a:cubicBezTo>
                    <a:pt x="116517" y="92142"/>
                    <a:pt x="116517" y="92142"/>
                    <a:pt x="118231" y="92142"/>
                  </a:cubicBezTo>
                  <a:cubicBezTo>
                    <a:pt x="118231" y="90000"/>
                    <a:pt x="118231" y="87788"/>
                    <a:pt x="118231" y="87788"/>
                  </a:cubicBezTo>
                  <a:cubicBezTo>
                    <a:pt x="119944" y="85714"/>
                    <a:pt x="119944" y="83571"/>
                    <a:pt x="119944" y="83571"/>
                  </a:cubicBezTo>
                  <a:cubicBezTo>
                    <a:pt x="119944" y="83571"/>
                    <a:pt x="119944" y="79216"/>
                    <a:pt x="119944" y="77142"/>
                  </a:cubicBezTo>
                  <a:lnTo>
                    <a:pt x="119944" y="77142"/>
                  </a:lnTo>
                  <a:lnTo>
                    <a:pt x="119944" y="75000"/>
                  </a:lnTo>
                  <a:cubicBezTo>
                    <a:pt x="119944" y="75000"/>
                    <a:pt x="119944" y="75000"/>
                    <a:pt x="119944" y="72857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6" name="Shape 11886"/>
            <p:cNvSpPr/>
            <p:nvPr/>
          </p:nvSpPr>
          <p:spPr>
            <a:xfrm>
              <a:off x="5565775" y="2538413"/>
              <a:ext cx="201613" cy="2460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821" y="70805"/>
                  </a:moveTo>
                  <a:lnTo>
                    <a:pt x="99821" y="70805"/>
                  </a:lnTo>
                  <a:lnTo>
                    <a:pt x="99821" y="70805"/>
                  </a:lnTo>
                  <a:cubicBezTo>
                    <a:pt x="99821" y="70805"/>
                    <a:pt x="93166" y="70805"/>
                    <a:pt x="93166" y="65358"/>
                  </a:cubicBezTo>
                  <a:cubicBezTo>
                    <a:pt x="93166" y="65358"/>
                    <a:pt x="93166" y="65358"/>
                    <a:pt x="93166" y="59912"/>
                  </a:cubicBezTo>
                  <a:cubicBezTo>
                    <a:pt x="93166" y="59912"/>
                    <a:pt x="86726" y="59912"/>
                    <a:pt x="93166" y="54465"/>
                  </a:cubicBezTo>
                  <a:lnTo>
                    <a:pt x="93166" y="54465"/>
                  </a:lnTo>
                  <a:cubicBezTo>
                    <a:pt x="86726" y="54465"/>
                    <a:pt x="86726" y="54465"/>
                    <a:pt x="86726" y="49019"/>
                  </a:cubicBezTo>
                  <a:lnTo>
                    <a:pt x="86726" y="49019"/>
                  </a:lnTo>
                  <a:lnTo>
                    <a:pt x="79856" y="49019"/>
                  </a:lnTo>
                  <a:lnTo>
                    <a:pt x="79856" y="49019"/>
                  </a:lnTo>
                  <a:cubicBezTo>
                    <a:pt x="73202" y="43572"/>
                    <a:pt x="73202" y="43572"/>
                    <a:pt x="73202" y="43572"/>
                  </a:cubicBezTo>
                  <a:lnTo>
                    <a:pt x="73202" y="43572"/>
                  </a:lnTo>
                  <a:lnTo>
                    <a:pt x="73202" y="38125"/>
                  </a:lnTo>
                  <a:lnTo>
                    <a:pt x="73202" y="38125"/>
                  </a:lnTo>
                  <a:lnTo>
                    <a:pt x="73202" y="38125"/>
                  </a:lnTo>
                  <a:cubicBezTo>
                    <a:pt x="66547" y="38125"/>
                    <a:pt x="66547" y="32679"/>
                    <a:pt x="66547" y="32679"/>
                  </a:cubicBezTo>
                  <a:cubicBezTo>
                    <a:pt x="60107" y="32679"/>
                    <a:pt x="60107" y="32679"/>
                    <a:pt x="60107" y="32679"/>
                  </a:cubicBezTo>
                  <a:cubicBezTo>
                    <a:pt x="60107" y="32679"/>
                    <a:pt x="53237" y="32679"/>
                    <a:pt x="46583" y="32679"/>
                  </a:cubicBezTo>
                  <a:cubicBezTo>
                    <a:pt x="46583" y="27232"/>
                    <a:pt x="46583" y="27232"/>
                    <a:pt x="46583" y="21786"/>
                  </a:cubicBezTo>
                  <a:lnTo>
                    <a:pt x="46583" y="21786"/>
                  </a:lnTo>
                  <a:cubicBezTo>
                    <a:pt x="40143" y="21786"/>
                    <a:pt x="33273" y="16339"/>
                    <a:pt x="33273" y="10893"/>
                  </a:cubicBezTo>
                  <a:cubicBezTo>
                    <a:pt x="26618" y="10893"/>
                    <a:pt x="26618" y="10893"/>
                    <a:pt x="26618" y="5446"/>
                  </a:cubicBezTo>
                  <a:lnTo>
                    <a:pt x="26618" y="5446"/>
                  </a:lnTo>
                  <a:cubicBezTo>
                    <a:pt x="26618" y="5446"/>
                    <a:pt x="26618" y="5446"/>
                    <a:pt x="19964" y="0"/>
                  </a:cubicBezTo>
                  <a:lnTo>
                    <a:pt x="19964" y="0"/>
                  </a:lnTo>
                  <a:lnTo>
                    <a:pt x="19964" y="0"/>
                  </a:lnTo>
                  <a:lnTo>
                    <a:pt x="19964" y="0"/>
                  </a:lnTo>
                  <a:cubicBezTo>
                    <a:pt x="19964" y="0"/>
                    <a:pt x="19964" y="0"/>
                    <a:pt x="13524" y="0"/>
                  </a:cubicBezTo>
                  <a:cubicBezTo>
                    <a:pt x="13524" y="0"/>
                    <a:pt x="13524" y="0"/>
                    <a:pt x="6869" y="0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6869" y="0"/>
                    <a:pt x="6869" y="0"/>
                    <a:pt x="6869" y="5446"/>
                  </a:cubicBezTo>
                  <a:cubicBezTo>
                    <a:pt x="6869" y="5446"/>
                    <a:pt x="6869" y="10893"/>
                    <a:pt x="13524" y="10893"/>
                  </a:cubicBezTo>
                  <a:lnTo>
                    <a:pt x="13524" y="10893"/>
                  </a:lnTo>
                  <a:lnTo>
                    <a:pt x="19964" y="10893"/>
                  </a:lnTo>
                  <a:lnTo>
                    <a:pt x="19964" y="16339"/>
                  </a:lnTo>
                  <a:cubicBezTo>
                    <a:pt x="26618" y="21786"/>
                    <a:pt x="26618" y="21786"/>
                    <a:pt x="26618" y="27232"/>
                  </a:cubicBezTo>
                  <a:lnTo>
                    <a:pt x="26618" y="27232"/>
                  </a:lnTo>
                  <a:lnTo>
                    <a:pt x="33273" y="27232"/>
                  </a:lnTo>
                  <a:lnTo>
                    <a:pt x="40143" y="32679"/>
                  </a:lnTo>
                  <a:lnTo>
                    <a:pt x="40143" y="32679"/>
                  </a:lnTo>
                  <a:cubicBezTo>
                    <a:pt x="40143" y="38125"/>
                    <a:pt x="46583" y="38125"/>
                    <a:pt x="46583" y="43572"/>
                  </a:cubicBezTo>
                  <a:lnTo>
                    <a:pt x="46583" y="43572"/>
                  </a:lnTo>
                  <a:lnTo>
                    <a:pt x="46583" y="49019"/>
                  </a:lnTo>
                  <a:cubicBezTo>
                    <a:pt x="46583" y="49019"/>
                    <a:pt x="46583" y="49019"/>
                    <a:pt x="53237" y="54465"/>
                  </a:cubicBezTo>
                  <a:cubicBezTo>
                    <a:pt x="53237" y="54465"/>
                    <a:pt x="60107" y="65358"/>
                    <a:pt x="66547" y="70805"/>
                  </a:cubicBezTo>
                  <a:cubicBezTo>
                    <a:pt x="66547" y="76251"/>
                    <a:pt x="66547" y="81698"/>
                    <a:pt x="66547" y="81698"/>
                  </a:cubicBezTo>
                  <a:cubicBezTo>
                    <a:pt x="66547" y="81698"/>
                    <a:pt x="73202" y="87144"/>
                    <a:pt x="79856" y="92591"/>
                  </a:cubicBezTo>
                  <a:lnTo>
                    <a:pt x="86726" y="103484"/>
                  </a:lnTo>
                  <a:cubicBezTo>
                    <a:pt x="93166" y="103484"/>
                    <a:pt x="93166" y="103484"/>
                    <a:pt x="93166" y="103484"/>
                  </a:cubicBezTo>
                  <a:lnTo>
                    <a:pt x="99821" y="108931"/>
                  </a:lnTo>
                  <a:lnTo>
                    <a:pt x="99821" y="108931"/>
                  </a:lnTo>
                  <a:lnTo>
                    <a:pt x="99821" y="108931"/>
                  </a:lnTo>
                  <a:cubicBezTo>
                    <a:pt x="99821" y="114377"/>
                    <a:pt x="106475" y="114377"/>
                    <a:pt x="106475" y="114377"/>
                  </a:cubicBezTo>
                  <a:lnTo>
                    <a:pt x="106475" y="119824"/>
                  </a:lnTo>
                  <a:cubicBezTo>
                    <a:pt x="113345" y="119824"/>
                    <a:pt x="113345" y="114377"/>
                    <a:pt x="113345" y="114377"/>
                  </a:cubicBezTo>
                  <a:cubicBezTo>
                    <a:pt x="113345" y="114377"/>
                    <a:pt x="113345" y="114377"/>
                    <a:pt x="119785" y="114377"/>
                  </a:cubicBezTo>
                  <a:lnTo>
                    <a:pt x="119785" y="114377"/>
                  </a:lnTo>
                  <a:lnTo>
                    <a:pt x="119785" y="114377"/>
                  </a:lnTo>
                  <a:cubicBezTo>
                    <a:pt x="119785" y="114377"/>
                    <a:pt x="119785" y="108931"/>
                    <a:pt x="119785" y="103484"/>
                  </a:cubicBezTo>
                  <a:lnTo>
                    <a:pt x="119785" y="103484"/>
                  </a:lnTo>
                  <a:lnTo>
                    <a:pt x="119785" y="98038"/>
                  </a:lnTo>
                  <a:lnTo>
                    <a:pt x="119785" y="98038"/>
                  </a:lnTo>
                  <a:cubicBezTo>
                    <a:pt x="113345" y="92591"/>
                    <a:pt x="113345" y="92591"/>
                    <a:pt x="113345" y="92591"/>
                  </a:cubicBezTo>
                  <a:cubicBezTo>
                    <a:pt x="119785" y="92591"/>
                    <a:pt x="119785" y="92591"/>
                    <a:pt x="119785" y="92591"/>
                  </a:cubicBezTo>
                  <a:cubicBezTo>
                    <a:pt x="113345" y="92591"/>
                    <a:pt x="113345" y="87144"/>
                    <a:pt x="113345" y="87144"/>
                  </a:cubicBezTo>
                  <a:lnTo>
                    <a:pt x="113345" y="87144"/>
                  </a:lnTo>
                  <a:cubicBezTo>
                    <a:pt x="113345" y="87144"/>
                    <a:pt x="106475" y="87144"/>
                    <a:pt x="106475" y="81698"/>
                  </a:cubicBezTo>
                  <a:cubicBezTo>
                    <a:pt x="99821" y="81698"/>
                    <a:pt x="99821" y="76251"/>
                    <a:pt x="99821" y="70805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7" name="Shape 11887"/>
            <p:cNvSpPr/>
            <p:nvPr/>
          </p:nvSpPr>
          <p:spPr>
            <a:xfrm>
              <a:off x="3513138" y="1377950"/>
              <a:ext cx="33337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148" y="0"/>
                  </a:moveTo>
                  <a:lnTo>
                    <a:pt x="79148" y="0"/>
                  </a:lnTo>
                  <a:lnTo>
                    <a:pt x="79148" y="0"/>
                  </a:lnTo>
                  <a:lnTo>
                    <a:pt x="40851" y="0"/>
                  </a:lnTo>
                  <a:lnTo>
                    <a:pt x="40851" y="0"/>
                  </a:lnTo>
                  <a:lnTo>
                    <a:pt x="4085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16363"/>
                  </a:lnTo>
                  <a:lnTo>
                    <a:pt x="0" y="116363"/>
                  </a:lnTo>
                  <a:lnTo>
                    <a:pt x="0" y="116363"/>
                  </a:lnTo>
                  <a:lnTo>
                    <a:pt x="0" y="116363"/>
                  </a:lnTo>
                  <a:cubicBezTo>
                    <a:pt x="40851" y="116363"/>
                    <a:pt x="40851" y="116363"/>
                    <a:pt x="40851" y="116363"/>
                  </a:cubicBezTo>
                  <a:cubicBezTo>
                    <a:pt x="79148" y="116363"/>
                    <a:pt x="79148" y="116363"/>
                    <a:pt x="79148" y="116363"/>
                  </a:cubicBezTo>
                  <a:lnTo>
                    <a:pt x="79148" y="116363"/>
                  </a:lnTo>
                  <a:lnTo>
                    <a:pt x="118723" y="116363"/>
                  </a:lnTo>
                  <a:lnTo>
                    <a:pt x="118723" y="116363"/>
                  </a:lnTo>
                  <a:cubicBezTo>
                    <a:pt x="118723" y="116363"/>
                    <a:pt x="79148" y="116363"/>
                    <a:pt x="79148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8" name="Shape 11888"/>
            <p:cNvSpPr/>
            <p:nvPr/>
          </p:nvSpPr>
          <p:spPr>
            <a:xfrm>
              <a:off x="3467100" y="1401763"/>
              <a:ext cx="66675" cy="555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358" y="48000"/>
                  </a:moveTo>
                  <a:lnTo>
                    <a:pt x="119358" y="48000"/>
                  </a:lnTo>
                  <a:lnTo>
                    <a:pt x="119358" y="23225"/>
                  </a:lnTo>
                  <a:lnTo>
                    <a:pt x="100106" y="23225"/>
                  </a:lnTo>
                  <a:lnTo>
                    <a:pt x="79572" y="23225"/>
                  </a:lnTo>
                  <a:cubicBezTo>
                    <a:pt x="79572" y="23225"/>
                    <a:pt x="59679" y="23225"/>
                    <a:pt x="59679" y="0"/>
                  </a:cubicBezTo>
                  <a:cubicBezTo>
                    <a:pt x="39786" y="0"/>
                    <a:pt x="39786" y="0"/>
                    <a:pt x="20534" y="0"/>
                  </a:cubicBezTo>
                  <a:lnTo>
                    <a:pt x="20534" y="0"/>
                  </a:lnTo>
                  <a:lnTo>
                    <a:pt x="20534" y="0"/>
                  </a:lnTo>
                  <a:cubicBezTo>
                    <a:pt x="20534" y="0"/>
                    <a:pt x="20534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23225"/>
                    <a:pt x="0" y="23225"/>
                    <a:pt x="0" y="23225"/>
                  </a:cubicBezTo>
                  <a:cubicBezTo>
                    <a:pt x="0" y="23225"/>
                    <a:pt x="0" y="23225"/>
                    <a:pt x="20534" y="23225"/>
                  </a:cubicBezTo>
                  <a:lnTo>
                    <a:pt x="20534" y="23225"/>
                  </a:lnTo>
                  <a:cubicBezTo>
                    <a:pt x="20534" y="48000"/>
                    <a:pt x="39786" y="48000"/>
                    <a:pt x="39786" y="48000"/>
                  </a:cubicBezTo>
                  <a:cubicBezTo>
                    <a:pt x="20534" y="72000"/>
                    <a:pt x="20534" y="72000"/>
                    <a:pt x="20534" y="72000"/>
                  </a:cubicBezTo>
                  <a:cubicBezTo>
                    <a:pt x="20534" y="96000"/>
                    <a:pt x="20534" y="96000"/>
                    <a:pt x="20534" y="96000"/>
                  </a:cubicBezTo>
                  <a:cubicBezTo>
                    <a:pt x="0" y="96000"/>
                    <a:pt x="0" y="96000"/>
                    <a:pt x="0" y="96000"/>
                  </a:cubicBezTo>
                  <a:cubicBezTo>
                    <a:pt x="0" y="96000"/>
                    <a:pt x="0" y="96000"/>
                    <a:pt x="0" y="119225"/>
                  </a:cubicBezTo>
                  <a:lnTo>
                    <a:pt x="0" y="119225"/>
                  </a:lnTo>
                  <a:lnTo>
                    <a:pt x="20534" y="119225"/>
                  </a:lnTo>
                  <a:lnTo>
                    <a:pt x="20534" y="119225"/>
                  </a:lnTo>
                  <a:lnTo>
                    <a:pt x="20534" y="119225"/>
                  </a:lnTo>
                  <a:lnTo>
                    <a:pt x="39786" y="119225"/>
                  </a:lnTo>
                  <a:cubicBezTo>
                    <a:pt x="39786" y="96000"/>
                    <a:pt x="39786" y="96000"/>
                    <a:pt x="59679" y="96000"/>
                  </a:cubicBezTo>
                  <a:lnTo>
                    <a:pt x="59679" y="96000"/>
                  </a:lnTo>
                  <a:lnTo>
                    <a:pt x="59679" y="96000"/>
                  </a:lnTo>
                  <a:cubicBezTo>
                    <a:pt x="79572" y="72000"/>
                    <a:pt x="79572" y="72000"/>
                    <a:pt x="100106" y="72000"/>
                  </a:cubicBezTo>
                  <a:lnTo>
                    <a:pt x="100106" y="72000"/>
                  </a:lnTo>
                  <a:lnTo>
                    <a:pt x="100106" y="72000"/>
                  </a:lnTo>
                  <a:lnTo>
                    <a:pt x="119358" y="72000"/>
                  </a:lnTo>
                  <a:lnTo>
                    <a:pt x="119358" y="72000"/>
                  </a:lnTo>
                  <a:lnTo>
                    <a:pt x="119358" y="72000"/>
                  </a:lnTo>
                  <a:lnTo>
                    <a:pt x="119358" y="4800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9" name="Shape 11889"/>
            <p:cNvSpPr/>
            <p:nvPr/>
          </p:nvSpPr>
          <p:spPr>
            <a:xfrm>
              <a:off x="3557588" y="1311275"/>
              <a:ext cx="134937" cy="168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785" y="111759"/>
                  </a:moveTo>
                  <a:lnTo>
                    <a:pt x="79785" y="111759"/>
                  </a:lnTo>
                  <a:lnTo>
                    <a:pt x="90080" y="111759"/>
                  </a:lnTo>
                  <a:cubicBezTo>
                    <a:pt x="99731" y="111759"/>
                    <a:pt x="99731" y="111759"/>
                    <a:pt x="99731" y="111759"/>
                  </a:cubicBezTo>
                  <a:lnTo>
                    <a:pt x="109705" y="111759"/>
                  </a:lnTo>
                  <a:lnTo>
                    <a:pt x="109705" y="111759"/>
                  </a:lnTo>
                  <a:lnTo>
                    <a:pt x="109705" y="103519"/>
                  </a:lnTo>
                  <a:lnTo>
                    <a:pt x="109705" y="95793"/>
                  </a:lnTo>
                  <a:cubicBezTo>
                    <a:pt x="119678" y="95793"/>
                    <a:pt x="119678" y="95793"/>
                    <a:pt x="119678" y="87811"/>
                  </a:cubicBezTo>
                  <a:lnTo>
                    <a:pt x="119678" y="87811"/>
                  </a:lnTo>
                  <a:lnTo>
                    <a:pt x="119678" y="87811"/>
                  </a:lnTo>
                  <a:cubicBezTo>
                    <a:pt x="109705" y="87811"/>
                    <a:pt x="109705" y="87811"/>
                    <a:pt x="109705" y="87811"/>
                  </a:cubicBezTo>
                  <a:cubicBezTo>
                    <a:pt x="99731" y="87811"/>
                    <a:pt x="99731" y="87811"/>
                    <a:pt x="99731" y="87811"/>
                  </a:cubicBezTo>
                  <a:lnTo>
                    <a:pt x="99731" y="87811"/>
                  </a:lnTo>
                  <a:cubicBezTo>
                    <a:pt x="90080" y="87811"/>
                    <a:pt x="90080" y="87811"/>
                    <a:pt x="90080" y="87811"/>
                  </a:cubicBezTo>
                  <a:cubicBezTo>
                    <a:pt x="90080" y="79828"/>
                    <a:pt x="90080" y="79828"/>
                    <a:pt x="90080" y="79828"/>
                  </a:cubicBezTo>
                  <a:lnTo>
                    <a:pt x="90080" y="79828"/>
                  </a:lnTo>
                  <a:cubicBezTo>
                    <a:pt x="90080" y="79828"/>
                    <a:pt x="90080" y="79828"/>
                    <a:pt x="90080" y="71587"/>
                  </a:cubicBezTo>
                  <a:lnTo>
                    <a:pt x="90080" y="71587"/>
                  </a:lnTo>
                  <a:lnTo>
                    <a:pt x="90080" y="63862"/>
                  </a:lnTo>
                  <a:cubicBezTo>
                    <a:pt x="90080" y="63862"/>
                    <a:pt x="90080" y="63862"/>
                    <a:pt x="79785" y="63862"/>
                  </a:cubicBezTo>
                  <a:cubicBezTo>
                    <a:pt x="79785" y="63862"/>
                    <a:pt x="79785" y="55879"/>
                    <a:pt x="69812" y="55879"/>
                  </a:cubicBezTo>
                  <a:lnTo>
                    <a:pt x="59839" y="47639"/>
                  </a:lnTo>
                  <a:lnTo>
                    <a:pt x="59839" y="47639"/>
                  </a:lnTo>
                  <a:cubicBezTo>
                    <a:pt x="59839" y="39656"/>
                    <a:pt x="59839" y="39656"/>
                    <a:pt x="50187" y="39656"/>
                  </a:cubicBezTo>
                  <a:lnTo>
                    <a:pt x="50187" y="39656"/>
                  </a:lnTo>
                  <a:lnTo>
                    <a:pt x="39892" y="39656"/>
                  </a:lnTo>
                  <a:lnTo>
                    <a:pt x="39892" y="39656"/>
                  </a:lnTo>
                  <a:lnTo>
                    <a:pt x="29919" y="39656"/>
                  </a:lnTo>
                  <a:cubicBezTo>
                    <a:pt x="29919" y="31931"/>
                    <a:pt x="29919" y="31931"/>
                    <a:pt x="29919" y="31931"/>
                  </a:cubicBezTo>
                  <a:cubicBezTo>
                    <a:pt x="29919" y="23948"/>
                    <a:pt x="29919" y="23948"/>
                    <a:pt x="39892" y="23948"/>
                  </a:cubicBezTo>
                  <a:lnTo>
                    <a:pt x="39892" y="23948"/>
                  </a:lnTo>
                  <a:lnTo>
                    <a:pt x="39892" y="23948"/>
                  </a:lnTo>
                  <a:cubicBezTo>
                    <a:pt x="50187" y="23948"/>
                    <a:pt x="50187" y="23948"/>
                    <a:pt x="50187" y="23948"/>
                  </a:cubicBezTo>
                  <a:cubicBezTo>
                    <a:pt x="50187" y="15965"/>
                    <a:pt x="50187" y="15965"/>
                    <a:pt x="50187" y="15965"/>
                  </a:cubicBezTo>
                  <a:lnTo>
                    <a:pt x="50187" y="7725"/>
                  </a:lnTo>
                  <a:cubicBezTo>
                    <a:pt x="50187" y="7725"/>
                    <a:pt x="39892" y="7725"/>
                    <a:pt x="29919" y="7725"/>
                  </a:cubicBezTo>
                  <a:lnTo>
                    <a:pt x="29919" y="7725"/>
                  </a:lnTo>
                  <a:cubicBezTo>
                    <a:pt x="19946" y="7725"/>
                    <a:pt x="19946" y="7725"/>
                    <a:pt x="19946" y="0"/>
                  </a:cubicBezTo>
                  <a:lnTo>
                    <a:pt x="19946" y="0"/>
                  </a:lnTo>
                  <a:lnTo>
                    <a:pt x="19946" y="0"/>
                  </a:lnTo>
                  <a:cubicBezTo>
                    <a:pt x="9973" y="0"/>
                    <a:pt x="9973" y="0"/>
                    <a:pt x="9973" y="0"/>
                  </a:cubicBezTo>
                  <a:lnTo>
                    <a:pt x="9973" y="0"/>
                  </a:lnTo>
                  <a:lnTo>
                    <a:pt x="9973" y="7725"/>
                  </a:lnTo>
                  <a:cubicBezTo>
                    <a:pt x="9973" y="7725"/>
                    <a:pt x="9973" y="15965"/>
                    <a:pt x="0" y="15965"/>
                  </a:cubicBezTo>
                  <a:lnTo>
                    <a:pt x="0" y="15965"/>
                  </a:lnTo>
                  <a:cubicBezTo>
                    <a:pt x="0" y="15965"/>
                    <a:pt x="0" y="15965"/>
                    <a:pt x="0" y="23948"/>
                  </a:cubicBezTo>
                  <a:lnTo>
                    <a:pt x="0" y="23948"/>
                  </a:lnTo>
                  <a:lnTo>
                    <a:pt x="0" y="23948"/>
                  </a:lnTo>
                  <a:lnTo>
                    <a:pt x="0" y="23948"/>
                  </a:lnTo>
                  <a:cubicBezTo>
                    <a:pt x="0" y="23948"/>
                    <a:pt x="0" y="23948"/>
                    <a:pt x="9973" y="23948"/>
                  </a:cubicBezTo>
                  <a:lnTo>
                    <a:pt x="9973" y="23948"/>
                  </a:lnTo>
                  <a:cubicBezTo>
                    <a:pt x="9973" y="23948"/>
                    <a:pt x="19946" y="31931"/>
                    <a:pt x="9973" y="31931"/>
                  </a:cubicBezTo>
                  <a:cubicBezTo>
                    <a:pt x="9973" y="31931"/>
                    <a:pt x="9973" y="31931"/>
                    <a:pt x="9973" y="39656"/>
                  </a:cubicBezTo>
                  <a:lnTo>
                    <a:pt x="9973" y="39656"/>
                  </a:lnTo>
                  <a:lnTo>
                    <a:pt x="9973" y="47639"/>
                  </a:lnTo>
                  <a:lnTo>
                    <a:pt x="9973" y="47639"/>
                  </a:lnTo>
                  <a:cubicBezTo>
                    <a:pt x="9973" y="47639"/>
                    <a:pt x="9973" y="47639"/>
                    <a:pt x="19946" y="47639"/>
                  </a:cubicBezTo>
                  <a:lnTo>
                    <a:pt x="19946" y="47639"/>
                  </a:lnTo>
                  <a:lnTo>
                    <a:pt x="19946" y="47639"/>
                  </a:lnTo>
                  <a:cubicBezTo>
                    <a:pt x="19946" y="47639"/>
                    <a:pt x="29919" y="39656"/>
                    <a:pt x="39892" y="39656"/>
                  </a:cubicBezTo>
                  <a:cubicBezTo>
                    <a:pt x="39892" y="39656"/>
                    <a:pt x="39892" y="39656"/>
                    <a:pt x="39892" y="47639"/>
                  </a:cubicBezTo>
                  <a:lnTo>
                    <a:pt x="39892" y="55879"/>
                  </a:lnTo>
                  <a:lnTo>
                    <a:pt x="39892" y="55879"/>
                  </a:lnTo>
                  <a:cubicBezTo>
                    <a:pt x="50187" y="55879"/>
                    <a:pt x="50187" y="55879"/>
                    <a:pt x="50187" y="63862"/>
                  </a:cubicBezTo>
                  <a:lnTo>
                    <a:pt x="50187" y="71587"/>
                  </a:lnTo>
                  <a:cubicBezTo>
                    <a:pt x="50187" y="79828"/>
                    <a:pt x="39892" y="87811"/>
                    <a:pt x="29919" y="87811"/>
                  </a:cubicBezTo>
                  <a:lnTo>
                    <a:pt x="29919" y="87811"/>
                  </a:lnTo>
                  <a:lnTo>
                    <a:pt x="29919" y="87811"/>
                  </a:lnTo>
                  <a:cubicBezTo>
                    <a:pt x="29919" y="95793"/>
                    <a:pt x="29919" y="95793"/>
                    <a:pt x="19946" y="95793"/>
                  </a:cubicBezTo>
                  <a:cubicBezTo>
                    <a:pt x="29919" y="95793"/>
                    <a:pt x="29919" y="95793"/>
                    <a:pt x="29919" y="95793"/>
                  </a:cubicBezTo>
                  <a:cubicBezTo>
                    <a:pt x="29919" y="95793"/>
                    <a:pt x="29919" y="95793"/>
                    <a:pt x="39892" y="103519"/>
                  </a:cubicBezTo>
                  <a:lnTo>
                    <a:pt x="39892" y="95793"/>
                  </a:lnTo>
                  <a:lnTo>
                    <a:pt x="50187" y="95793"/>
                  </a:lnTo>
                  <a:cubicBezTo>
                    <a:pt x="50187" y="95793"/>
                    <a:pt x="59839" y="95793"/>
                    <a:pt x="59839" y="103519"/>
                  </a:cubicBezTo>
                  <a:cubicBezTo>
                    <a:pt x="59839" y="103519"/>
                    <a:pt x="59839" y="103519"/>
                    <a:pt x="50187" y="111759"/>
                  </a:cubicBezTo>
                  <a:lnTo>
                    <a:pt x="50187" y="111759"/>
                  </a:lnTo>
                  <a:lnTo>
                    <a:pt x="50187" y="111759"/>
                  </a:lnTo>
                  <a:cubicBezTo>
                    <a:pt x="50187" y="111759"/>
                    <a:pt x="50187" y="119742"/>
                    <a:pt x="59839" y="119742"/>
                  </a:cubicBezTo>
                  <a:lnTo>
                    <a:pt x="59839" y="111759"/>
                  </a:lnTo>
                  <a:lnTo>
                    <a:pt x="69812" y="111759"/>
                  </a:lnTo>
                  <a:lnTo>
                    <a:pt x="79785" y="111759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0" name="Shape 11890"/>
            <p:cNvSpPr/>
            <p:nvPr/>
          </p:nvSpPr>
          <p:spPr>
            <a:xfrm>
              <a:off x="2206625" y="2549525"/>
              <a:ext cx="758825" cy="8493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058" y="4734"/>
                  </a:moveTo>
                  <a:lnTo>
                    <a:pt x="67058" y="4734"/>
                  </a:lnTo>
                  <a:lnTo>
                    <a:pt x="67058" y="4734"/>
                  </a:lnTo>
                  <a:cubicBezTo>
                    <a:pt x="67058" y="6313"/>
                    <a:pt x="67058" y="6313"/>
                    <a:pt x="65237" y="7891"/>
                  </a:cubicBezTo>
                  <a:lnTo>
                    <a:pt x="65237" y="7891"/>
                  </a:lnTo>
                  <a:lnTo>
                    <a:pt x="63529" y="7891"/>
                  </a:lnTo>
                  <a:cubicBezTo>
                    <a:pt x="61764" y="7891"/>
                    <a:pt x="61764" y="7891"/>
                    <a:pt x="61764" y="7891"/>
                  </a:cubicBezTo>
                  <a:lnTo>
                    <a:pt x="61764" y="7891"/>
                  </a:lnTo>
                  <a:lnTo>
                    <a:pt x="61764" y="7891"/>
                  </a:lnTo>
                  <a:cubicBezTo>
                    <a:pt x="60000" y="7891"/>
                    <a:pt x="60000" y="7891"/>
                    <a:pt x="60000" y="7891"/>
                  </a:cubicBezTo>
                  <a:lnTo>
                    <a:pt x="60000" y="7891"/>
                  </a:lnTo>
                  <a:cubicBezTo>
                    <a:pt x="60000" y="7891"/>
                    <a:pt x="60000" y="7891"/>
                    <a:pt x="58178" y="7891"/>
                  </a:cubicBezTo>
                  <a:cubicBezTo>
                    <a:pt x="58178" y="7891"/>
                    <a:pt x="58178" y="7891"/>
                    <a:pt x="56470" y="7891"/>
                  </a:cubicBezTo>
                  <a:lnTo>
                    <a:pt x="56470" y="7891"/>
                  </a:lnTo>
                  <a:lnTo>
                    <a:pt x="56470" y="7891"/>
                  </a:lnTo>
                  <a:lnTo>
                    <a:pt x="56470" y="7891"/>
                  </a:lnTo>
                  <a:cubicBezTo>
                    <a:pt x="54705" y="7891"/>
                    <a:pt x="54705" y="9469"/>
                    <a:pt x="54705" y="9469"/>
                  </a:cubicBezTo>
                  <a:cubicBezTo>
                    <a:pt x="52941" y="9469"/>
                    <a:pt x="52941" y="9469"/>
                    <a:pt x="52941" y="9469"/>
                  </a:cubicBezTo>
                  <a:lnTo>
                    <a:pt x="52941" y="9469"/>
                  </a:lnTo>
                  <a:cubicBezTo>
                    <a:pt x="52941" y="9469"/>
                    <a:pt x="52941" y="9469"/>
                    <a:pt x="51119" y="9469"/>
                  </a:cubicBezTo>
                  <a:lnTo>
                    <a:pt x="51119" y="9469"/>
                  </a:lnTo>
                  <a:cubicBezTo>
                    <a:pt x="51119" y="9469"/>
                    <a:pt x="51119" y="9469"/>
                    <a:pt x="49411" y="9469"/>
                  </a:cubicBezTo>
                  <a:lnTo>
                    <a:pt x="49411" y="9469"/>
                  </a:lnTo>
                  <a:cubicBezTo>
                    <a:pt x="49411" y="11047"/>
                    <a:pt x="49411" y="11047"/>
                    <a:pt x="47647" y="11047"/>
                  </a:cubicBezTo>
                  <a:lnTo>
                    <a:pt x="47647" y="11047"/>
                  </a:lnTo>
                  <a:cubicBezTo>
                    <a:pt x="47647" y="11047"/>
                    <a:pt x="47647" y="11047"/>
                    <a:pt x="45882" y="11047"/>
                  </a:cubicBezTo>
                  <a:lnTo>
                    <a:pt x="45882" y="11047"/>
                  </a:lnTo>
                  <a:cubicBezTo>
                    <a:pt x="45882" y="11047"/>
                    <a:pt x="45882" y="11047"/>
                    <a:pt x="44060" y="11047"/>
                  </a:cubicBezTo>
                  <a:cubicBezTo>
                    <a:pt x="44060" y="11047"/>
                    <a:pt x="44060" y="11047"/>
                    <a:pt x="42352" y="11047"/>
                  </a:cubicBezTo>
                  <a:lnTo>
                    <a:pt x="42352" y="11047"/>
                  </a:lnTo>
                  <a:lnTo>
                    <a:pt x="42352" y="11047"/>
                  </a:lnTo>
                  <a:cubicBezTo>
                    <a:pt x="40588" y="9469"/>
                    <a:pt x="40588" y="9469"/>
                    <a:pt x="40588" y="7891"/>
                  </a:cubicBezTo>
                  <a:lnTo>
                    <a:pt x="40588" y="7891"/>
                  </a:lnTo>
                  <a:lnTo>
                    <a:pt x="40588" y="7891"/>
                  </a:lnTo>
                  <a:lnTo>
                    <a:pt x="40588" y="6313"/>
                  </a:lnTo>
                  <a:lnTo>
                    <a:pt x="40588" y="6313"/>
                  </a:lnTo>
                  <a:lnTo>
                    <a:pt x="40588" y="4734"/>
                  </a:lnTo>
                  <a:lnTo>
                    <a:pt x="40588" y="4734"/>
                  </a:lnTo>
                  <a:lnTo>
                    <a:pt x="40588" y="4734"/>
                  </a:lnTo>
                  <a:lnTo>
                    <a:pt x="40588" y="3156"/>
                  </a:lnTo>
                  <a:lnTo>
                    <a:pt x="40588" y="1578"/>
                  </a:lnTo>
                  <a:cubicBezTo>
                    <a:pt x="40588" y="1578"/>
                    <a:pt x="40588" y="1578"/>
                    <a:pt x="38823" y="0"/>
                  </a:cubicBezTo>
                  <a:cubicBezTo>
                    <a:pt x="38823" y="1578"/>
                    <a:pt x="38823" y="1578"/>
                    <a:pt x="38823" y="1578"/>
                  </a:cubicBezTo>
                  <a:lnTo>
                    <a:pt x="37001" y="1578"/>
                  </a:lnTo>
                  <a:lnTo>
                    <a:pt x="37001" y="1578"/>
                  </a:lnTo>
                  <a:lnTo>
                    <a:pt x="37001" y="1578"/>
                  </a:lnTo>
                  <a:lnTo>
                    <a:pt x="35294" y="3156"/>
                  </a:lnTo>
                  <a:lnTo>
                    <a:pt x="35294" y="3156"/>
                  </a:lnTo>
                  <a:lnTo>
                    <a:pt x="35294" y="3156"/>
                  </a:lnTo>
                  <a:cubicBezTo>
                    <a:pt x="33529" y="3156"/>
                    <a:pt x="33529" y="3156"/>
                    <a:pt x="33529" y="3156"/>
                  </a:cubicBezTo>
                  <a:lnTo>
                    <a:pt x="33529" y="3156"/>
                  </a:lnTo>
                  <a:lnTo>
                    <a:pt x="33529" y="3156"/>
                  </a:lnTo>
                  <a:lnTo>
                    <a:pt x="33529" y="4734"/>
                  </a:lnTo>
                  <a:lnTo>
                    <a:pt x="33529" y="4734"/>
                  </a:lnTo>
                  <a:cubicBezTo>
                    <a:pt x="31764" y="4734"/>
                    <a:pt x="31764" y="4734"/>
                    <a:pt x="31764" y="4734"/>
                  </a:cubicBezTo>
                  <a:lnTo>
                    <a:pt x="31764" y="3156"/>
                  </a:lnTo>
                  <a:lnTo>
                    <a:pt x="31764" y="3156"/>
                  </a:lnTo>
                  <a:cubicBezTo>
                    <a:pt x="31764" y="3156"/>
                    <a:pt x="31764" y="3156"/>
                    <a:pt x="29943" y="3156"/>
                  </a:cubicBezTo>
                  <a:lnTo>
                    <a:pt x="29943" y="3156"/>
                  </a:lnTo>
                  <a:lnTo>
                    <a:pt x="29943" y="3156"/>
                  </a:lnTo>
                  <a:lnTo>
                    <a:pt x="29943" y="3156"/>
                  </a:lnTo>
                  <a:lnTo>
                    <a:pt x="29943" y="3156"/>
                  </a:lnTo>
                  <a:lnTo>
                    <a:pt x="29943" y="4734"/>
                  </a:lnTo>
                  <a:lnTo>
                    <a:pt x="29943" y="4734"/>
                  </a:lnTo>
                  <a:lnTo>
                    <a:pt x="31764" y="4734"/>
                  </a:lnTo>
                  <a:lnTo>
                    <a:pt x="31764" y="4734"/>
                  </a:lnTo>
                  <a:lnTo>
                    <a:pt x="33529" y="6313"/>
                  </a:lnTo>
                  <a:lnTo>
                    <a:pt x="33529" y="6313"/>
                  </a:lnTo>
                  <a:lnTo>
                    <a:pt x="33529" y="6313"/>
                  </a:lnTo>
                  <a:lnTo>
                    <a:pt x="31764" y="7891"/>
                  </a:lnTo>
                  <a:lnTo>
                    <a:pt x="31764" y="7891"/>
                  </a:lnTo>
                  <a:lnTo>
                    <a:pt x="29943" y="7891"/>
                  </a:lnTo>
                  <a:lnTo>
                    <a:pt x="29943" y="7891"/>
                  </a:lnTo>
                  <a:cubicBezTo>
                    <a:pt x="29943" y="9469"/>
                    <a:pt x="29943" y="9469"/>
                    <a:pt x="29943" y="9469"/>
                  </a:cubicBezTo>
                  <a:cubicBezTo>
                    <a:pt x="29943" y="9469"/>
                    <a:pt x="29943" y="9469"/>
                    <a:pt x="29943" y="11047"/>
                  </a:cubicBezTo>
                  <a:cubicBezTo>
                    <a:pt x="28235" y="11047"/>
                    <a:pt x="28235" y="11047"/>
                    <a:pt x="28235" y="11047"/>
                  </a:cubicBezTo>
                  <a:lnTo>
                    <a:pt x="28235" y="11047"/>
                  </a:lnTo>
                  <a:cubicBezTo>
                    <a:pt x="26470" y="11047"/>
                    <a:pt x="26470" y="11047"/>
                    <a:pt x="26470" y="12626"/>
                  </a:cubicBezTo>
                  <a:lnTo>
                    <a:pt x="26470" y="12626"/>
                  </a:lnTo>
                  <a:lnTo>
                    <a:pt x="24705" y="12626"/>
                  </a:lnTo>
                  <a:lnTo>
                    <a:pt x="24705" y="12626"/>
                  </a:lnTo>
                  <a:lnTo>
                    <a:pt x="22884" y="12626"/>
                  </a:lnTo>
                  <a:cubicBezTo>
                    <a:pt x="22884" y="12626"/>
                    <a:pt x="22884" y="12626"/>
                    <a:pt x="21176" y="12626"/>
                  </a:cubicBezTo>
                  <a:lnTo>
                    <a:pt x="21176" y="12626"/>
                  </a:lnTo>
                  <a:cubicBezTo>
                    <a:pt x="21176" y="12626"/>
                    <a:pt x="21176" y="12626"/>
                    <a:pt x="19411" y="12626"/>
                  </a:cubicBezTo>
                  <a:lnTo>
                    <a:pt x="19411" y="12626"/>
                  </a:lnTo>
                  <a:lnTo>
                    <a:pt x="19411" y="12626"/>
                  </a:lnTo>
                  <a:cubicBezTo>
                    <a:pt x="19411" y="12626"/>
                    <a:pt x="19411" y="12626"/>
                    <a:pt x="17647" y="11047"/>
                  </a:cubicBezTo>
                  <a:lnTo>
                    <a:pt x="17647" y="11047"/>
                  </a:lnTo>
                  <a:cubicBezTo>
                    <a:pt x="17647" y="9469"/>
                    <a:pt x="17647" y="9469"/>
                    <a:pt x="17647" y="9469"/>
                  </a:cubicBezTo>
                  <a:lnTo>
                    <a:pt x="17647" y="9469"/>
                  </a:lnTo>
                  <a:lnTo>
                    <a:pt x="17647" y="9469"/>
                  </a:lnTo>
                  <a:lnTo>
                    <a:pt x="17647" y="9469"/>
                  </a:lnTo>
                  <a:cubicBezTo>
                    <a:pt x="17647" y="9469"/>
                    <a:pt x="17647" y="9469"/>
                    <a:pt x="15825" y="9469"/>
                  </a:cubicBezTo>
                  <a:lnTo>
                    <a:pt x="15825" y="9469"/>
                  </a:lnTo>
                  <a:lnTo>
                    <a:pt x="15825" y="9469"/>
                  </a:lnTo>
                  <a:lnTo>
                    <a:pt x="14117" y="9469"/>
                  </a:lnTo>
                  <a:lnTo>
                    <a:pt x="14117" y="9469"/>
                  </a:lnTo>
                  <a:cubicBezTo>
                    <a:pt x="14117" y="11047"/>
                    <a:pt x="14117" y="11047"/>
                    <a:pt x="14117" y="11047"/>
                  </a:cubicBezTo>
                  <a:lnTo>
                    <a:pt x="14117" y="12626"/>
                  </a:lnTo>
                  <a:lnTo>
                    <a:pt x="14117" y="12626"/>
                  </a:lnTo>
                  <a:lnTo>
                    <a:pt x="12352" y="12626"/>
                  </a:lnTo>
                  <a:lnTo>
                    <a:pt x="12352" y="12626"/>
                  </a:lnTo>
                  <a:lnTo>
                    <a:pt x="12352" y="12626"/>
                  </a:lnTo>
                  <a:lnTo>
                    <a:pt x="12352" y="12626"/>
                  </a:lnTo>
                  <a:cubicBezTo>
                    <a:pt x="12352" y="14204"/>
                    <a:pt x="10588" y="14204"/>
                    <a:pt x="10588" y="14204"/>
                  </a:cubicBezTo>
                  <a:lnTo>
                    <a:pt x="10588" y="14204"/>
                  </a:lnTo>
                  <a:lnTo>
                    <a:pt x="10588" y="14204"/>
                  </a:lnTo>
                  <a:lnTo>
                    <a:pt x="10588" y="14204"/>
                  </a:lnTo>
                  <a:cubicBezTo>
                    <a:pt x="12352" y="14204"/>
                    <a:pt x="12352" y="15782"/>
                    <a:pt x="12352" y="17361"/>
                  </a:cubicBezTo>
                  <a:lnTo>
                    <a:pt x="12352" y="17361"/>
                  </a:lnTo>
                  <a:lnTo>
                    <a:pt x="12352" y="17361"/>
                  </a:lnTo>
                  <a:cubicBezTo>
                    <a:pt x="12352" y="18939"/>
                    <a:pt x="12352" y="22095"/>
                    <a:pt x="12352" y="26830"/>
                  </a:cubicBezTo>
                  <a:lnTo>
                    <a:pt x="12352" y="26830"/>
                  </a:lnTo>
                  <a:cubicBezTo>
                    <a:pt x="12352" y="26830"/>
                    <a:pt x="12352" y="26830"/>
                    <a:pt x="12352" y="28408"/>
                  </a:cubicBezTo>
                  <a:cubicBezTo>
                    <a:pt x="14117" y="28408"/>
                    <a:pt x="14117" y="28408"/>
                    <a:pt x="14117" y="28408"/>
                  </a:cubicBezTo>
                  <a:cubicBezTo>
                    <a:pt x="10588" y="28408"/>
                    <a:pt x="10588" y="28408"/>
                    <a:pt x="10588" y="28408"/>
                  </a:cubicBezTo>
                  <a:cubicBezTo>
                    <a:pt x="10588" y="28408"/>
                    <a:pt x="10588" y="28408"/>
                    <a:pt x="10588" y="29987"/>
                  </a:cubicBezTo>
                  <a:lnTo>
                    <a:pt x="10588" y="29987"/>
                  </a:lnTo>
                  <a:lnTo>
                    <a:pt x="8766" y="29987"/>
                  </a:lnTo>
                  <a:lnTo>
                    <a:pt x="8766" y="29987"/>
                  </a:lnTo>
                  <a:lnTo>
                    <a:pt x="8766" y="29987"/>
                  </a:lnTo>
                  <a:lnTo>
                    <a:pt x="8766" y="29987"/>
                  </a:lnTo>
                  <a:lnTo>
                    <a:pt x="8766" y="29987"/>
                  </a:lnTo>
                  <a:cubicBezTo>
                    <a:pt x="7058" y="29987"/>
                    <a:pt x="7058" y="29987"/>
                    <a:pt x="5294" y="29987"/>
                  </a:cubicBezTo>
                  <a:lnTo>
                    <a:pt x="5294" y="29987"/>
                  </a:lnTo>
                  <a:lnTo>
                    <a:pt x="5294" y="29987"/>
                  </a:lnTo>
                  <a:cubicBezTo>
                    <a:pt x="3529" y="29987"/>
                    <a:pt x="3529" y="29987"/>
                    <a:pt x="3529" y="29987"/>
                  </a:cubicBezTo>
                  <a:lnTo>
                    <a:pt x="3529" y="29987"/>
                  </a:lnTo>
                  <a:cubicBezTo>
                    <a:pt x="3529" y="31565"/>
                    <a:pt x="1707" y="31565"/>
                    <a:pt x="1707" y="31565"/>
                  </a:cubicBezTo>
                  <a:lnTo>
                    <a:pt x="1707" y="31565"/>
                  </a:lnTo>
                  <a:cubicBezTo>
                    <a:pt x="1707" y="33143"/>
                    <a:pt x="1707" y="33143"/>
                    <a:pt x="1707" y="33143"/>
                  </a:cubicBezTo>
                  <a:lnTo>
                    <a:pt x="1707" y="33143"/>
                  </a:lnTo>
                  <a:cubicBezTo>
                    <a:pt x="1707" y="33143"/>
                    <a:pt x="1707" y="33143"/>
                    <a:pt x="1707" y="34722"/>
                  </a:cubicBezTo>
                  <a:lnTo>
                    <a:pt x="1707" y="34722"/>
                  </a:lnTo>
                  <a:lnTo>
                    <a:pt x="1707" y="34722"/>
                  </a:lnTo>
                  <a:lnTo>
                    <a:pt x="1707" y="34722"/>
                  </a:lnTo>
                  <a:lnTo>
                    <a:pt x="1707" y="34722"/>
                  </a:lnTo>
                  <a:cubicBezTo>
                    <a:pt x="1707" y="36300"/>
                    <a:pt x="1707" y="36300"/>
                    <a:pt x="0" y="37878"/>
                  </a:cubicBezTo>
                  <a:lnTo>
                    <a:pt x="0" y="37878"/>
                  </a:lnTo>
                  <a:lnTo>
                    <a:pt x="0" y="37878"/>
                  </a:lnTo>
                  <a:lnTo>
                    <a:pt x="0" y="37878"/>
                  </a:lnTo>
                  <a:lnTo>
                    <a:pt x="0" y="39456"/>
                  </a:lnTo>
                  <a:lnTo>
                    <a:pt x="0" y="39456"/>
                  </a:lnTo>
                  <a:lnTo>
                    <a:pt x="0" y="41035"/>
                  </a:lnTo>
                  <a:lnTo>
                    <a:pt x="0" y="41035"/>
                  </a:lnTo>
                  <a:lnTo>
                    <a:pt x="0" y="41035"/>
                  </a:lnTo>
                  <a:lnTo>
                    <a:pt x="0" y="41035"/>
                  </a:lnTo>
                  <a:cubicBezTo>
                    <a:pt x="1707" y="42613"/>
                    <a:pt x="1707" y="42613"/>
                    <a:pt x="1707" y="44191"/>
                  </a:cubicBezTo>
                  <a:lnTo>
                    <a:pt x="1707" y="44191"/>
                  </a:lnTo>
                  <a:lnTo>
                    <a:pt x="1707" y="44191"/>
                  </a:lnTo>
                  <a:lnTo>
                    <a:pt x="3529" y="44191"/>
                  </a:lnTo>
                  <a:cubicBezTo>
                    <a:pt x="3529" y="45770"/>
                    <a:pt x="3529" y="45770"/>
                    <a:pt x="3529" y="45770"/>
                  </a:cubicBezTo>
                  <a:lnTo>
                    <a:pt x="3529" y="45770"/>
                  </a:lnTo>
                  <a:lnTo>
                    <a:pt x="3529" y="45770"/>
                  </a:lnTo>
                  <a:cubicBezTo>
                    <a:pt x="5294" y="45770"/>
                    <a:pt x="5294" y="45770"/>
                    <a:pt x="5294" y="45770"/>
                  </a:cubicBezTo>
                  <a:lnTo>
                    <a:pt x="5294" y="45770"/>
                  </a:lnTo>
                  <a:lnTo>
                    <a:pt x="5294" y="45770"/>
                  </a:lnTo>
                  <a:cubicBezTo>
                    <a:pt x="5294" y="45770"/>
                    <a:pt x="5294" y="45770"/>
                    <a:pt x="7058" y="44191"/>
                  </a:cubicBezTo>
                  <a:lnTo>
                    <a:pt x="7058" y="44191"/>
                  </a:lnTo>
                  <a:cubicBezTo>
                    <a:pt x="8766" y="39456"/>
                    <a:pt x="8766" y="39456"/>
                    <a:pt x="8766" y="39456"/>
                  </a:cubicBezTo>
                  <a:cubicBezTo>
                    <a:pt x="8766" y="45770"/>
                    <a:pt x="8766" y="45770"/>
                    <a:pt x="8766" y="45770"/>
                  </a:cubicBezTo>
                  <a:cubicBezTo>
                    <a:pt x="8766" y="45770"/>
                    <a:pt x="8766" y="47348"/>
                    <a:pt x="8766" y="48926"/>
                  </a:cubicBezTo>
                  <a:lnTo>
                    <a:pt x="10588" y="48926"/>
                  </a:lnTo>
                  <a:lnTo>
                    <a:pt x="10588" y="48926"/>
                  </a:lnTo>
                  <a:lnTo>
                    <a:pt x="10588" y="48926"/>
                  </a:lnTo>
                  <a:cubicBezTo>
                    <a:pt x="12352" y="48926"/>
                    <a:pt x="12352" y="48926"/>
                    <a:pt x="12352" y="48926"/>
                  </a:cubicBezTo>
                  <a:lnTo>
                    <a:pt x="12352" y="48926"/>
                  </a:lnTo>
                  <a:lnTo>
                    <a:pt x="12352" y="48926"/>
                  </a:lnTo>
                  <a:lnTo>
                    <a:pt x="12352" y="48926"/>
                  </a:lnTo>
                  <a:cubicBezTo>
                    <a:pt x="12352" y="48926"/>
                    <a:pt x="12352" y="48926"/>
                    <a:pt x="14117" y="48926"/>
                  </a:cubicBezTo>
                  <a:lnTo>
                    <a:pt x="14117" y="48926"/>
                  </a:lnTo>
                  <a:lnTo>
                    <a:pt x="14117" y="48926"/>
                  </a:lnTo>
                  <a:lnTo>
                    <a:pt x="14117" y="48926"/>
                  </a:lnTo>
                  <a:lnTo>
                    <a:pt x="14117" y="48926"/>
                  </a:lnTo>
                  <a:lnTo>
                    <a:pt x="14117" y="48926"/>
                  </a:lnTo>
                  <a:cubicBezTo>
                    <a:pt x="15825" y="48926"/>
                    <a:pt x="15825" y="47348"/>
                    <a:pt x="15825" y="47348"/>
                  </a:cubicBezTo>
                  <a:lnTo>
                    <a:pt x="15825" y="47348"/>
                  </a:lnTo>
                  <a:cubicBezTo>
                    <a:pt x="17647" y="47348"/>
                    <a:pt x="17647" y="45770"/>
                    <a:pt x="19411" y="45770"/>
                  </a:cubicBezTo>
                  <a:lnTo>
                    <a:pt x="19411" y="45770"/>
                  </a:lnTo>
                  <a:cubicBezTo>
                    <a:pt x="19411" y="44191"/>
                    <a:pt x="21176" y="44191"/>
                    <a:pt x="21176" y="44191"/>
                  </a:cubicBezTo>
                  <a:cubicBezTo>
                    <a:pt x="21176" y="44191"/>
                    <a:pt x="22884" y="44191"/>
                    <a:pt x="22884" y="45770"/>
                  </a:cubicBezTo>
                  <a:lnTo>
                    <a:pt x="22884" y="45770"/>
                  </a:lnTo>
                  <a:cubicBezTo>
                    <a:pt x="22884" y="44191"/>
                    <a:pt x="22884" y="44191"/>
                    <a:pt x="24705" y="44191"/>
                  </a:cubicBezTo>
                  <a:lnTo>
                    <a:pt x="24705" y="44191"/>
                  </a:lnTo>
                  <a:cubicBezTo>
                    <a:pt x="24705" y="44191"/>
                    <a:pt x="24705" y="44191"/>
                    <a:pt x="26470" y="45770"/>
                  </a:cubicBezTo>
                  <a:lnTo>
                    <a:pt x="26470" y="45770"/>
                  </a:lnTo>
                  <a:lnTo>
                    <a:pt x="26470" y="45770"/>
                  </a:lnTo>
                  <a:cubicBezTo>
                    <a:pt x="26470" y="47348"/>
                    <a:pt x="26470" y="47348"/>
                    <a:pt x="26470" y="47348"/>
                  </a:cubicBezTo>
                  <a:lnTo>
                    <a:pt x="26470" y="47348"/>
                  </a:lnTo>
                  <a:lnTo>
                    <a:pt x="26470" y="48926"/>
                  </a:lnTo>
                  <a:cubicBezTo>
                    <a:pt x="26470" y="48926"/>
                    <a:pt x="26470" y="48926"/>
                    <a:pt x="26470" y="50504"/>
                  </a:cubicBezTo>
                  <a:lnTo>
                    <a:pt x="26470" y="50504"/>
                  </a:lnTo>
                  <a:lnTo>
                    <a:pt x="26470" y="50504"/>
                  </a:lnTo>
                  <a:lnTo>
                    <a:pt x="26470" y="50504"/>
                  </a:lnTo>
                  <a:lnTo>
                    <a:pt x="26470" y="50504"/>
                  </a:lnTo>
                  <a:cubicBezTo>
                    <a:pt x="26470" y="52083"/>
                    <a:pt x="26470" y="52083"/>
                    <a:pt x="26470" y="52083"/>
                  </a:cubicBezTo>
                  <a:lnTo>
                    <a:pt x="26470" y="52083"/>
                  </a:lnTo>
                  <a:lnTo>
                    <a:pt x="26470" y="52083"/>
                  </a:lnTo>
                  <a:lnTo>
                    <a:pt x="26470" y="52083"/>
                  </a:lnTo>
                  <a:lnTo>
                    <a:pt x="28235" y="52083"/>
                  </a:lnTo>
                  <a:lnTo>
                    <a:pt x="28235" y="53661"/>
                  </a:lnTo>
                  <a:lnTo>
                    <a:pt x="28235" y="53661"/>
                  </a:lnTo>
                  <a:lnTo>
                    <a:pt x="28235" y="53661"/>
                  </a:lnTo>
                  <a:cubicBezTo>
                    <a:pt x="29943" y="53661"/>
                    <a:pt x="29943" y="53661"/>
                    <a:pt x="29943" y="53661"/>
                  </a:cubicBezTo>
                  <a:lnTo>
                    <a:pt x="29943" y="53661"/>
                  </a:lnTo>
                  <a:cubicBezTo>
                    <a:pt x="29943" y="55188"/>
                    <a:pt x="31764" y="55188"/>
                    <a:pt x="31764" y="55188"/>
                  </a:cubicBezTo>
                  <a:lnTo>
                    <a:pt x="31764" y="55188"/>
                  </a:lnTo>
                  <a:lnTo>
                    <a:pt x="33529" y="55188"/>
                  </a:lnTo>
                  <a:lnTo>
                    <a:pt x="33529" y="55188"/>
                  </a:lnTo>
                  <a:cubicBezTo>
                    <a:pt x="35294" y="55188"/>
                    <a:pt x="35294" y="55188"/>
                    <a:pt x="35294" y="55188"/>
                  </a:cubicBezTo>
                  <a:lnTo>
                    <a:pt x="35294" y="55188"/>
                  </a:lnTo>
                  <a:cubicBezTo>
                    <a:pt x="35294" y="55188"/>
                    <a:pt x="35294" y="56817"/>
                    <a:pt x="37001" y="56817"/>
                  </a:cubicBezTo>
                  <a:lnTo>
                    <a:pt x="37001" y="56817"/>
                  </a:lnTo>
                  <a:lnTo>
                    <a:pt x="37001" y="56817"/>
                  </a:lnTo>
                  <a:cubicBezTo>
                    <a:pt x="38823" y="56817"/>
                    <a:pt x="38823" y="56817"/>
                    <a:pt x="38823" y="56817"/>
                  </a:cubicBezTo>
                  <a:cubicBezTo>
                    <a:pt x="40588" y="56817"/>
                    <a:pt x="40588" y="58396"/>
                    <a:pt x="40588" y="59974"/>
                  </a:cubicBezTo>
                  <a:lnTo>
                    <a:pt x="40588" y="59974"/>
                  </a:lnTo>
                  <a:cubicBezTo>
                    <a:pt x="42352" y="59974"/>
                    <a:pt x="42352" y="59974"/>
                    <a:pt x="42352" y="61552"/>
                  </a:cubicBezTo>
                  <a:lnTo>
                    <a:pt x="42352" y="61552"/>
                  </a:lnTo>
                  <a:cubicBezTo>
                    <a:pt x="42352" y="61552"/>
                    <a:pt x="40588" y="61552"/>
                    <a:pt x="40588" y="63131"/>
                  </a:cubicBezTo>
                  <a:lnTo>
                    <a:pt x="40588" y="63131"/>
                  </a:lnTo>
                  <a:cubicBezTo>
                    <a:pt x="42352" y="63131"/>
                    <a:pt x="42352" y="63131"/>
                    <a:pt x="42352" y="63131"/>
                  </a:cubicBezTo>
                  <a:cubicBezTo>
                    <a:pt x="42352" y="64709"/>
                    <a:pt x="42352" y="64709"/>
                    <a:pt x="42352" y="64709"/>
                  </a:cubicBezTo>
                  <a:lnTo>
                    <a:pt x="42352" y="64709"/>
                  </a:lnTo>
                  <a:lnTo>
                    <a:pt x="42352" y="66236"/>
                  </a:lnTo>
                  <a:lnTo>
                    <a:pt x="42352" y="66236"/>
                  </a:lnTo>
                  <a:lnTo>
                    <a:pt x="42352" y="66236"/>
                  </a:lnTo>
                  <a:lnTo>
                    <a:pt x="42352" y="66236"/>
                  </a:lnTo>
                  <a:lnTo>
                    <a:pt x="44060" y="66236"/>
                  </a:lnTo>
                  <a:cubicBezTo>
                    <a:pt x="45882" y="66236"/>
                    <a:pt x="45882" y="66236"/>
                    <a:pt x="45882" y="66236"/>
                  </a:cubicBezTo>
                  <a:cubicBezTo>
                    <a:pt x="47647" y="66236"/>
                    <a:pt x="47647" y="66236"/>
                    <a:pt x="47647" y="66236"/>
                  </a:cubicBezTo>
                  <a:lnTo>
                    <a:pt x="47647" y="67865"/>
                  </a:lnTo>
                  <a:lnTo>
                    <a:pt x="47647" y="67865"/>
                  </a:lnTo>
                  <a:lnTo>
                    <a:pt x="47647" y="69444"/>
                  </a:lnTo>
                  <a:lnTo>
                    <a:pt x="47647" y="69444"/>
                  </a:lnTo>
                  <a:lnTo>
                    <a:pt x="47647" y="69444"/>
                  </a:lnTo>
                  <a:lnTo>
                    <a:pt x="47647" y="69444"/>
                  </a:lnTo>
                  <a:lnTo>
                    <a:pt x="47647" y="69444"/>
                  </a:lnTo>
                  <a:lnTo>
                    <a:pt x="47647" y="69444"/>
                  </a:lnTo>
                  <a:lnTo>
                    <a:pt x="47647" y="69444"/>
                  </a:lnTo>
                  <a:lnTo>
                    <a:pt x="47647" y="69444"/>
                  </a:lnTo>
                  <a:lnTo>
                    <a:pt x="49411" y="69444"/>
                  </a:lnTo>
                  <a:cubicBezTo>
                    <a:pt x="49411" y="71022"/>
                    <a:pt x="49411" y="71022"/>
                    <a:pt x="49411" y="72549"/>
                  </a:cubicBezTo>
                  <a:lnTo>
                    <a:pt x="49411" y="72549"/>
                  </a:lnTo>
                  <a:lnTo>
                    <a:pt x="51119" y="74179"/>
                  </a:lnTo>
                  <a:lnTo>
                    <a:pt x="51119" y="74179"/>
                  </a:lnTo>
                  <a:lnTo>
                    <a:pt x="51119" y="74179"/>
                  </a:lnTo>
                  <a:cubicBezTo>
                    <a:pt x="51119" y="75757"/>
                    <a:pt x="51119" y="75757"/>
                    <a:pt x="49411" y="75757"/>
                  </a:cubicBezTo>
                  <a:lnTo>
                    <a:pt x="49411" y="77335"/>
                  </a:lnTo>
                  <a:cubicBezTo>
                    <a:pt x="49411" y="78862"/>
                    <a:pt x="49411" y="78862"/>
                    <a:pt x="49411" y="78862"/>
                  </a:cubicBezTo>
                  <a:lnTo>
                    <a:pt x="49411" y="78862"/>
                  </a:lnTo>
                  <a:lnTo>
                    <a:pt x="49411" y="78862"/>
                  </a:lnTo>
                  <a:lnTo>
                    <a:pt x="49411" y="78862"/>
                  </a:lnTo>
                  <a:lnTo>
                    <a:pt x="49411" y="78862"/>
                  </a:lnTo>
                  <a:cubicBezTo>
                    <a:pt x="49411" y="80492"/>
                    <a:pt x="49411" y="80492"/>
                    <a:pt x="49411" y="82070"/>
                  </a:cubicBezTo>
                  <a:lnTo>
                    <a:pt x="49411" y="82070"/>
                  </a:lnTo>
                  <a:lnTo>
                    <a:pt x="49411" y="83648"/>
                  </a:lnTo>
                  <a:lnTo>
                    <a:pt x="49411" y="85176"/>
                  </a:lnTo>
                  <a:lnTo>
                    <a:pt x="49411" y="85176"/>
                  </a:lnTo>
                  <a:lnTo>
                    <a:pt x="49411" y="85176"/>
                  </a:lnTo>
                  <a:lnTo>
                    <a:pt x="49411" y="85176"/>
                  </a:lnTo>
                  <a:lnTo>
                    <a:pt x="49411" y="85176"/>
                  </a:lnTo>
                  <a:cubicBezTo>
                    <a:pt x="51119" y="85176"/>
                    <a:pt x="51119" y="85176"/>
                    <a:pt x="51119" y="85176"/>
                  </a:cubicBezTo>
                  <a:lnTo>
                    <a:pt x="51119" y="85176"/>
                  </a:lnTo>
                  <a:lnTo>
                    <a:pt x="51119" y="85176"/>
                  </a:lnTo>
                  <a:lnTo>
                    <a:pt x="51119" y="85176"/>
                  </a:lnTo>
                  <a:lnTo>
                    <a:pt x="51119" y="85176"/>
                  </a:lnTo>
                  <a:cubicBezTo>
                    <a:pt x="51119" y="85176"/>
                    <a:pt x="51119" y="85176"/>
                    <a:pt x="52941" y="85176"/>
                  </a:cubicBezTo>
                  <a:lnTo>
                    <a:pt x="52941" y="85176"/>
                  </a:lnTo>
                  <a:lnTo>
                    <a:pt x="52941" y="85176"/>
                  </a:lnTo>
                  <a:lnTo>
                    <a:pt x="52941" y="85176"/>
                  </a:lnTo>
                  <a:cubicBezTo>
                    <a:pt x="52941" y="85176"/>
                    <a:pt x="52941" y="85176"/>
                    <a:pt x="54705" y="85176"/>
                  </a:cubicBezTo>
                  <a:lnTo>
                    <a:pt x="54705" y="86805"/>
                  </a:lnTo>
                  <a:lnTo>
                    <a:pt x="54705" y="86805"/>
                  </a:lnTo>
                  <a:lnTo>
                    <a:pt x="56470" y="86805"/>
                  </a:lnTo>
                  <a:cubicBezTo>
                    <a:pt x="56470" y="88383"/>
                    <a:pt x="56470" y="89961"/>
                    <a:pt x="56470" y="89961"/>
                  </a:cubicBezTo>
                  <a:cubicBezTo>
                    <a:pt x="56470" y="89961"/>
                    <a:pt x="56470" y="89961"/>
                    <a:pt x="56470" y="91489"/>
                  </a:cubicBezTo>
                  <a:cubicBezTo>
                    <a:pt x="56470" y="91489"/>
                    <a:pt x="56470" y="91489"/>
                    <a:pt x="56470" y="89961"/>
                  </a:cubicBezTo>
                  <a:cubicBezTo>
                    <a:pt x="58178" y="89961"/>
                    <a:pt x="58178" y="89961"/>
                    <a:pt x="58178" y="89961"/>
                  </a:cubicBezTo>
                  <a:lnTo>
                    <a:pt x="58178" y="89961"/>
                  </a:lnTo>
                  <a:cubicBezTo>
                    <a:pt x="60000" y="89961"/>
                    <a:pt x="61764" y="91489"/>
                    <a:pt x="61764" y="93118"/>
                  </a:cubicBezTo>
                  <a:lnTo>
                    <a:pt x="61764" y="93118"/>
                  </a:lnTo>
                  <a:cubicBezTo>
                    <a:pt x="61764" y="94696"/>
                    <a:pt x="60000" y="94696"/>
                    <a:pt x="60000" y="94696"/>
                  </a:cubicBezTo>
                  <a:lnTo>
                    <a:pt x="60000" y="94696"/>
                  </a:lnTo>
                  <a:lnTo>
                    <a:pt x="60000" y="94696"/>
                  </a:lnTo>
                  <a:lnTo>
                    <a:pt x="60000" y="94696"/>
                  </a:lnTo>
                  <a:cubicBezTo>
                    <a:pt x="60000" y="96274"/>
                    <a:pt x="60000" y="96274"/>
                    <a:pt x="60000" y="96274"/>
                  </a:cubicBezTo>
                  <a:cubicBezTo>
                    <a:pt x="61764" y="96274"/>
                    <a:pt x="61764" y="96274"/>
                    <a:pt x="61764" y="97802"/>
                  </a:cubicBezTo>
                  <a:lnTo>
                    <a:pt x="61764" y="99431"/>
                  </a:lnTo>
                  <a:lnTo>
                    <a:pt x="61764" y="99431"/>
                  </a:lnTo>
                  <a:cubicBezTo>
                    <a:pt x="61764" y="99431"/>
                    <a:pt x="61764" y="99431"/>
                    <a:pt x="61764" y="101009"/>
                  </a:cubicBezTo>
                  <a:lnTo>
                    <a:pt x="63529" y="101009"/>
                  </a:lnTo>
                  <a:lnTo>
                    <a:pt x="63529" y="101009"/>
                  </a:lnTo>
                  <a:cubicBezTo>
                    <a:pt x="63529" y="102588"/>
                    <a:pt x="61764" y="102588"/>
                    <a:pt x="61764" y="102588"/>
                  </a:cubicBezTo>
                  <a:lnTo>
                    <a:pt x="61764" y="102588"/>
                  </a:lnTo>
                  <a:lnTo>
                    <a:pt x="61764" y="102588"/>
                  </a:lnTo>
                  <a:cubicBezTo>
                    <a:pt x="61764" y="104115"/>
                    <a:pt x="60000" y="105744"/>
                    <a:pt x="60000" y="105744"/>
                  </a:cubicBezTo>
                  <a:lnTo>
                    <a:pt x="58178" y="105744"/>
                  </a:lnTo>
                  <a:lnTo>
                    <a:pt x="58178" y="105744"/>
                  </a:lnTo>
                  <a:lnTo>
                    <a:pt x="58178" y="105744"/>
                  </a:lnTo>
                  <a:cubicBezTo>
                    <a:pt x="58178" y="105744"/>
                    <a:pt x="58178" y="105744"/>
                    <a:pt x="56470" y="107322"/>
                  </a:cubicBezTo>
                  <a:cubicBezTo>
                    <a:pt x="54705" y="107322"/>
                    <a:pt x="54705" y="108901"/>
                    <a:pt x="54705" y="108901"/>
                  </a:cubicBezTo>
                  <a:lnTo>
                    <a:pt x="52941" y="110428"/>
                  </a:lnTo>
                  <a:lnTo>
                    <a:pt x="52941" y="110428"/>
                  </a:lnTo>
                  <a:cubicBezTo>
                    <a:pt x="52941" y="110428"/>
                    <a:pt x="52941" y="110428"/>
                    <a:pt x="52941" y="112057"/>
                  </a:cubicBezTo>
                  <a:lnTo>
                    <a:pt x="52941" y="112057"/>
                  </a:lnTo>
                  <a:lnTo>
                    <a:pt x="52941" y="112057"/>
                  </a:lnTo>
                  <a:cubicBezTo>
                    <a:pt x="54705" y="112057"/>
                    <a:pt x="54705" y="113635"/>
                    <a:pt x="54705" y="113635"/>
                  </a:cubicBezTo>
                  <a:lnTo>
                    <a:pt x="54705" y="113635"/>
                  </a:lnTo>
                  <a:lnTo>
                    <a:pt x="54705" y="113635"/>
                  </a:lnTo>
                  <a:lnTo>
                    <a:pt x="54705" y="113635"/>
                  </a:lnTo>
                  <a:cubicBezTo>
                    <a:pt x="56470" y="113635"/>
                    <a:pt x="56470" y="113635"/>
                    <a:pt x="56470" y="115214"/>
                  </a:cubicBezTo>
                  <a:lnTo>
                    <a:pt x="56470" y="115214"/>
                  </a:lnTo>
                  <a:lnTo>
                    <a:pt x="56470" y="115214"/>
                  </a:lnTo>
                  <a:cubicBezTo>
                    <a:pt x="58178" y="115214"/>
                    <a:pt x="60000" y="116741"/>
                    <a:pt x="60000" y="116741"/>
                  </a:cubicBezTo>
                  <a:lnTo>
                    <a:pt x="60000" y="118370"/>
                  </a:lnTo>
                  <a:cubicBezTo>
                    <a:pt x="61764" y="118370"/>
                    <a:pt x="61764" y="118370"/>
                    <a:pt x="61764" y="118370"/>
                  </a:cubicBezTo>
                  <a:cubicBezTo>
                    <a:pt x="61764" y="118370"/>
                    <a:pt x="63529" y="118370"/>
                    <a:pt x="63529" y="119949"/>
                  </a:cubicBezTo>
                  <a:lnTo>
                    <a:pt x="63529" y="119949"/>
                  </a:lnTo>
                  <a:lnTo>
                    <a:pt x="63529" y="119949"/>
                  </a:lnTo>
                  <a:lnTo>
                    <a:pt x="63529" y="119949"/>
                  </a:lnTo>
                  <a:cubicBezTo>
                    <a:pt x="65237" y="118370"/>
                    <a:pt x="67058" y="118370"/>
                    <a:pt x="67058" y="116741"/>
                  </a:cubicBezTo>
                  <a:lnTo>
                    <a:pt x="67058" y="116741"/>
                  </a:lnTo>
                  <a:cubicBezTo>
                    <a:pt x="68823" y="116741"/>
                    <a:pt x="70588" y="113635"/>
                    <a:pt x="70588" y="113635"/>
                  </a:cubicBezTo>
                  <a:lnTo>
                    <a:pt x="70588" y="113635"/>
                  </a:lnTo>
                  <a:cubicBezTo>
                    <a:pt x="72296" y="110428"/>
                    <a:pt x="72296" y="108901"/>
                    <a:pt x="74060" y="108901"/>
                  </a:cubicBezTo>
                  <a:lnTo>
                    <a:pt x="75882" y="107322"/>
                  </a:lnTo>
                  <a:cubicBezTo>
                    <a:pt x="75882" y="105744"/>
                    <a:pt x="75882" y="104115"/>
                    <a:pt x="77647" y="104115"/>
                  </a:cubicBezTo>
                  <a:cubicBezTo>
                    <a:pt x="77647" y="104115"/>
                    <a:pt x="75882" y="104115"/>
                    <a:pt x="75882" y="102588"/>
                  </a:cubicBezTo>
                  <a:lnTo>
                    <a:pt x="75882" y="102588"/>
                  </a:lnTo>
                  <a:cubicBezTo>
                    <a:pt x="75882" y="101009"/>
                    <a:pt x="75882" y="101009"/>
                    <a:pt x="75882" y="101009"/>
                  </a:cubicBezTo>
                  <a:lnTo>
                    <a:pt x="75882" y="99431"/>
                  </a:lnTo>
                  <a:cubicBezTo>
                    <a:pt x="75882" y="97802"/>
                    <a:pt x="75882" y="97802"/>
                    <a:pt x="75882" y="97802"/>
                  </a:cubicBezTo>
                  <a:cubicBezTo>
                    <a:pt x="75882" y="97802"/>
                    <a:pt x="75882" y="96274"/>
                    <a:pt x="77647" y="96274"/>
                  </a:cubicBezTo>
                  <a:cubicBezTo>
                    <a:pt x="77647" y="96274"/>
                    <a:pt x="77647" y="96274"/>
                    <a:pt x="79354" y="96274"/>
                  </a:cubicBezTo>
                  <a:cubicBezTo>
                    <a:pt x="79354" y="96274"/>
                    <a:pt x="81176" y="94696"/>
                    <a:pt x="81176" y="93118"/>
                  </a:cubicBezTo>
                  <a:lnTo>
                    <a:pt x="81176" y="93118"/>
                  </a:lnTo>
                  <a:cubicBezTo>
                    <a:pt x="82941" y="93118"/>
                    <a:pt x="82941" y="91489"/>
                    <a:pt x="84648" y="91489"/>
                  </a:cubicBezTo>
                  <a:lnTo>
                    <a:pt x="84648" y="91489"/>
                  </a:lnTo>
                  <a:lnTo>
                    <a:pt x="84648" y="91489"/>
                  </a:lnTo>
                  <a:cubicBezTo>
                    <a:pt x="86413" y="91489"/>
                    <a:pt x="86413" y="91489"/>
                    <a:pt x="86413" y="91489"/>
                  </a:cubicBezTo>
                  <a:lnTo>
                    <a:pt x="86413" y="91489"/>
                  </a:lnTo>
                  <a:lnTo>
                    <a:pt x="86413" y="91489"/>
                  </a:lnTo>
                  <a:lnTo>
                    <a:pt x="88235" y="89961"/>
                  </a:lnTo>
                  <a:lnTo>
                    <a:pt x="88235" y="89961"/>
                  </a:lnTo>
                  <a:cubicBezTo>
                    <a:pt x="90000" y="88383"/>
                    <a:pt x="90000" y="88383"/>
                    <a:pt x="91707" y="88383"/>
                  </a:cubicBezTo>
                  <a:cubicBezTo>
                    <a:pt x="91707" y="88383"/>
                    <a:pt x="93472" y="88383"/>
                    <a:pt x="93472" y="86805"/>
                  </a:cubicBezTo>
                  <a:cubicBezTo>
                    <a:pt x="95294" y="86805"/>
                    <a:pt x="95294" y="86805"/>
                    <a:pt x="95294" y="86805"/>
                  </a:cubicBezTo>
                  <a:cubicBezTo>
                    <a:pt x="95294" y="88383"/>
                    <a:pt x="95294" y="88383"/>
                    <a:pt x="95294" y="88383"/>
                  </a:cubicBezTo>
                  <a:lnTo>
                    <a:pt x="95294" y="88383"/>
                  </a:lnTo>
                  <a:lnTo>
                    <a:pt x="97058" y="88383"/>
                  </a:lnTo>
                  <a:cubicBezTo>
                    <a:pt x="97058" y="86805"/>
                    <a:pt x="98766" y="86805"/>
                    <a:pt x="98766" y="86805"/>
                  </a:cubicBezTo>
                  <a:cubicBezTo>
                    <a:pt x="98766" y="85176"/>
                    <a:pt x="98766" y="85176"/>
                    <a:pt x="100531" y="85176"/>
                  </a:cubicBezTo>
                  <a:cubicBezTo>
                    <a:pt x="100531" y="83648"/>
                    <a:pt x="100531" y="82070"/>
                    <a:pt x="102352" y="80492"/>
                  </a:cubicBezTo>
                  <a:cubicBezTo>
                    <a:pt x="102352" y="80492"/>
                    <a:pt x="102352" y="80492"/>
                    <a:pt x="102352" y="78862"/>
                  </a:cubicBezTo>
                  <a:lnTo>
                    <a:pt x="102352" y="78862"/>
                  </a:lnTo>
                  <a:cubicBezTo>
                    <a:pt x="104117" y="78862"/>
                    <a:pt x="104117" y="77335"/>
                    <a:pt x="104117" y="77335"/>
                  </a:cubicBezTo>
                  <a:lnTo>
                    <a:pt x="104117" y="77335"/>
                  </a:lnTo>
                  <a:cubicBezTo>
                    <a:pt x="104117" y="75757"/>
                    <a:pt x="104117" y="74179"/>
                    <a:pt x="104117" y="72549"/>
                  </a:cubicBezTo>
                  <a:lnTo>
                    <a:pt x="105825" y="71022"/>
                  </a:lnTo>
                  <a:cubicBezTo>
                    <a:pt x="105825" y="71022"/>
                    <a:pt x="105825" y="69444"/>
                    <a:pt x="105825" y="67865"/>
                  </a:cubicBezTo>
                  <a:cubicBezTo>
                    <a:pt x="105825" y="67865"/>
                    <a:pt x="105825" y="67865"/>
                    <a:pt x="105825" y="66236"/>
                  </a:cubicBezTo>
                  <a:cubicBezTo>
                    <a:pt x="105825" y="66236"/>
                    <a:pt x="107590" y="66236"/>
                    <a:pt x="107590" y="64709"/>
                  </a:cubicBezTo>
                  <a:cubicBezTo>
                    <a:pt x="107590" y="64709"/>
                    <a:pt x="107590" y="63131"/>
                    <a:pt x="105825" y="63131"/>
                  </a:cubicBezTo>
                  <a:cubicBezTo>
                    <a:pt x="105825" y="63131"/>
                    <a:pt x="105825" y="61552"/>
                    <a:pt x="105825" y="58396"/>
                  </a:cubicBezTo>
                  <a:cubicBezTo>
                    <a:pt x="105825" y="56817"/>
                    <a:pt x="105825" y="56817"/>
                    <a:pt x="105825" y="56817"/>
                  </a:cubicBezTo>
                  <a:cubicBezTo>
                    <a:pt x="105825" y="55188"/>
                    <a:pt x="105825" y="55188"/>
                    <a:pt x="105825" y="55188"/>
                  </a:cubicBezTo>
                  <a:cubicBezTo>
                    <a:pt x="107590" y="55188"/>
                    <a:pt x="107590" y="55188"/>
                    <a:pt x="107590" y="55188"/>
                  </a:cubicBezTo>
                  <a:cubicBezTo>
                    <a:pt x="107590" y="55188"/>
                    <a:pt x="107590" y="55188"/>
                    <a:pt x="109411" y="55188"/>
                  </a:cubicBezTo>
                  <a:cubicBezTo>
                    <a:pt x="109411" y="55188"/>
                    <a:pt x="109411" y="55188"/>
                    <a:pt x="109411" y="53661"/>
                  </a:cubicBezTo>
                  <a:cubicBezTo>
                    <a:pt x="111176" y="53661"/>
                    <a:pt x="111176" y="53661"/>
                    <a:pt x="111176" y="53661"/>
                  </a:cubicBezTo>
                  <a:cubicBezTo>
                    <a:pt x="111176" y="53661"/>
                    <a:pt x="111176" y="53661"/>
                    <a:pt x="111176" y="52083"/>
                  </a:cubicBezTo>
                  <a:lnTo>
                    <a:pt x="111176" y="52083"/>
                  </a:lnTo>
                  <a:lnTo>
                    <a:pt x="111176" y="50504"/>
                  </a:lnTo>
                  <a:cubicBezTo>
                    <a:pt x="111176" y="48926"/>
                    <a:pt x="112884" y="48926"/>
                    <a:pt x="114648" y="47348"/>
                  </a:cubicBezTo>
                  <a:lnTo>
                    <a:pt x="114648" y="47348"/>
                  </a:lnTo>
                  <a:cubicBezTo>
                    <a:pt x="116470" y="47348"/>
                    <a:pt x="116470" y="45770"/>
                    <a:pt x="116470" y="45770"/>
                  </a:cubicBezTo>
                  <a:cubicBezTo>
                    <a:pt x="116470" y="44191"/>
                    <a:pt x="116470" y="44191"/>
                    <a:pt x="118235" y="44191"/>
                  </a:cubicBezTo>
                  <a:lnTo>
                    <a:pt x="118235" y="44191"/>
                  </a:lnTo>
                  <a:lnTo>
                    <a:pt x="118235" y="42613"/>
                  </a:lnTo>
                  <a:cubicBezTo>
                    <a:pt x="119943" y="42613"/>
                    <a:pt x="119943" y="41035"/>
                    <a:pt x="119943" y="41035"/>
                  </a:cubicBezTo>
                  <a:cubicBezTo>
                    <a:pt x="119943" y="41035"/>
                    <a:pt x="119943" y="41035"/>
                    <a:pt x="119943" y="39456"/>
                  </a:cubicBezTo>
                  <a:cubicBezTo>
                    <a:pt x="119943" y="39456"/>
                    <a:pt x="119943" y="37878"/>
                    <a:pt x="119943" y="36300"/>
                  </a:cubicBezTo>
                  <a:lnTo>
                    <a:pt x="119943" y="34722"/>
                  </a:lnTo>
                  <a:lnTo>
                    <a:pt x="119943" y="34722"/>
                  </a:lnTo>
                  <a:cubicBezTo>
                    <a:pt x="118235" y="34722"/>
                    <a:pt x="118235" y="34722"/>
                    <a:pt x="118235" y="34722"/>
                  </a:cubicBezTo>
                  <a:cubicBezTo>
                    <a:pt x="118235" y="33143"/>
                    <a:pt x="118235" y="33143"/>
                    <a:pt x="118235" y="33143"/>
                  </a:cubicBezTo>
                  <a:lnTo>
                    <a:pt x="116470" y="33143"/>
                  </a:lnTo>
                  <a:cubicBezTo>
                    <a:pt x="116470" y="33143"/>
                    <a:pt x="114648" y="31565"/>
                    <a:pt x="112884" y="31565"/>
                  </a:cubicBezTo>
                  <a:cubicBezTo>
                    <a:pt x="111176" y="29987"/>
                    <a:pt x="109411" y="29987"/>
                    <a:pt x="109411" y="28408"/>
                  </a:cubicBezTo>
                  <a:cubicBezTo>
                    <a:pt x="107590" y="26830"/>
                    <a:pt x="107590" y="26830"/>
                    <a:pt x="107590" y="26830"/>
                  </a:cubicBezTo>
                  <a:cubicBezTo>
                    <a:pt x="107590" y="26830"/>
                    <a:pt x="107590" y="26830"/>
                    <a:pt x="105825" y="26830"/>
                  </a:cubicBezTo>
                  <a:cubicBezTo>
                    <a:pt x="105825" y="25252"/>
                    <a:pt x="104117" y="25252"/>
                    <a:pt x="104117" y="25252"/>
                  </a:cubicBezTo>
                  <a:lnTo>
                    <a:pt x="102352" y="25252"/>
                  </a:lnTo>
                  <a:cubicBezTo>
                    <a:pt x="100531" y="25252"/>
                    <a:pt x="100531" y="25252"/>
                    <a:pt x="100531" y="25252"/>
                  </a:cubicBezTo>
                  <a:lnTo>
                    <a:pt x="98766" y="25252"/>
                  </a:lnTo>
                  <a:lnTo>
                    <a:pt x="98766" y="23674"/>
                  </a:lnTo>
                  <a:lnTo>
                    <a:pt x="98766" y="23674"/>
                  </a:lnTo>
                  <a:lnTo>
                    <a:pt x="98766" y="23674"/>
                  </a:lnTo>
                  <a:cubicBezTo>
                    <a:pt x="98766" y="25252"/>
                    <a:pt x="97058" y="25252"/>
                    <a:pt x="97058" y="25252"/>
                  </a:cubicBezTo>
                  <a:lnTo>
                    <a:pt x="97058" y="25252"/>
                  </a:lnTo>
                  <a:cubicBezTo>
                    <a:pt x="95294" y="25252"/>
                    <a:pt x="95294" y="25252"/>
                    <a:pt x="95294" y="23674"/>
                  </a:cubicBezTo>
                  <a:cubicBezTo>
                    <a:pt x="95294" y="23674"/>
                    <a:pt x="95294" y="23674"/>
                    <a:pt x="93472" y="23674"/>
                  </a:cubicBezTo>
                  <a:cubicBezTo>
                    <a:pt x="93472" y="23674"/>
                    <a:pt x="93472" y="23674"/>
                    <a:pt x="91707" y="23674"/>
                  </a:cubicBezTo>
                  <a:lnTo>
                    <a:pt x="91707" y="23674"/>
                  </a:lnTo>
                  <a:cubicBezTo>
                    <a:pt x="86413" y="29987"/>
                    <a:pt x="86413" y="29987"/>
                    <a:pt x="86413" y="29987"/>
                  </a:cubicBezTo>
                  <a:cubicBezTo>
                    <a:pt x="88235" y="25252"/>
                    <a:pt x="88235" y="25252"/>
                    <a:pt x="88235" y="25252"/>
                  </a:cubicBezTo>
                  <a:cubicBezTo>
                    <a:pt x="88235" y="25252"/>
                    <a:pt x="88235" y="23674"/>
                    <a:pt x="88235" y="22095"/>
                  </a:cubicBezTo>
                  <a:cubicBezTo>
                    <a:pt x="88235" y="22095"/>
                    <a:pt x="88235" y="22095"/>
                    <a:pt x="88235" y="20517"/>
                  </a:cubicBezTo>
                  <a:lnTo>
                    <a:pt x="88235" y="20517"/>
                  </a:lnTo>
                  <a:lnTo>
                    <a:pt x="86413" y="20517"/>
                  </a:lnTo>
                  <a:cubicBezTo>
                    <a:pt x="84648" y="20517"/>
                    <a:pt x="84648" y="18939"/>
                    <a:pt x="84648" y="18939"/>
                  </a:cubicBezTo>
                  <a:cubicBezTo>
                    <a:pt x="82941" y="18939"/>
                    <a:pt x="82941" y="18939"/>
                    <a:pt x="82941" y="18939"/>
                  </a:cubicBezTo>
                  <a:lnTo>
                    <a:pt x="82941" y="18939"/>
                  </a:lnTo>
                  <a:lnTo>
                    <a:pt x="82941" y="17361"/>
                  </a:lnTo>
                  <a:cubicBezTo>
                    <a:pt x="82941" y="17361"/>
                    <a:pt x="82941" y="17361"/>
                    <a:pt x="81176" y="17361"/>
                  </a:cubicBezTo>
                  <a:lnTo>
                    <a:pt x="79354" y="17361"/>
                  </a:lnTo>
                  <a:cubicBezTo>
                    <a:pt x="79354" y="18939"/>
                    <a:pt x="79354" y="18939"/>
                    <a:pt x="79354" y="18939"/>
                  </a:cubicBezTo>
                  <a:cubicBezTo>
                    <a:pt x="75882" y="18939"/>
                    <a:pt x="75882" y="18939"/>
                    <a:pt x="75882" y="18939"/>
                  </a:cubicBezTo>
                  <a:cubicBezTo>
                    <a:pt x="75882" y="15782"/>
                    <a:pt x="75882" y="15782"/>
                    <a:pt x="75882" y="15782"/>
                  </a:cubicBezTo>
                  <a:lnTo>
                    <a:pt x="75882" y="15782"/>
                  </a:lnTo>
                  <a:cubicBezTo>
                    <a:pt x="74060" y="17361"/>
                    <a:pt x="74060" y="17361"/>
                    <a:pt x="74060" y="17361"/>
                  </a:cubicBezTo>
                  <a:cubicBezTo>
                    <a:pt x="72296" y="17361"/>
                    <a:pt x="72296" y="15782"/>
                    <a:pt x="72296" y="15782"/>
                  </a:cubicBezTo>
                  <a:lnTo>
                    <a:pt x="72296" y="15782"/>
                  </a:lnTo>
                  <a:lnTo>
                    <a:pt x="72296" y="15782"/>
                  </a:lnTo>
                  <a:lnTo>
                    <a:pt x="72296" y="15782"/>
                  </a:lnTo>
                  <a:lnTo>
                    <a:pt x="70588" y="15782"/>
                  </a:lnTo>
                  <a:cubicBezTo>
                    <a:pt x="70588" y="15782"/>
                    <a:pt x="70588" y="15782"/>
                    <a:pt x="68823" y="14204"/>
                  </a:cubicBezTo>
                  <a:lnTo>
                    <a:pt x="70588" y="12626"/>
                  </a:lnTo>
                  <a:lnTo>
                    <a:pt x="70588" y="12626"/>
                  </a:lnTo>
                  <a:cubicBezTo>
                    <a:pt x="70588" y="11047"/>
                    <a:pt x="70588" y="11047"/>
                    <a:pt x="72296" y="11047"/>
                  </a:cubicBezTo>
                  <a:cubicBezTo>
                    <a:pt x="70588" y="9469"/>
                    <a:pt x="70588" y="9469"/>
                    <a:pt x="70588" y="9469"/>
                  </a:cubicBezTo>
                  <a:cubicBezTo>
                    <a:pt x="70588" y="9469"/>
                    <a:pt x="68823" y="7891"/>
                    <a:pt x="68823" y="6313"/>
                  </a:cubicBezTo>
                  <a:cubicBezTo>
                    <a:pt x="68823" y="4734"/>
                    <a:pt x="68823" y="4734"/>
                    <a:pt x="68823" y="3156"/>
                  </a:cubicBezTo>
                  <a:lnTo>
                    <a:pt x="68823" y="3156"/>
                  </a:lnTo>
                  <a:lnTo>
                    <a:pt x="68823" y="3156"/>
                  </a:lnTo>
                  <a:lnTo>
                    <a:pt x="67058" y="3156"/>
                  </a:lnTo>
                  <a:lnTo>
                    <a:pt x="67058" y="3156"/>
                  </a:lnTo>
                  <a:lnTo>
                    <a:pt x="67058" y="3156"/>
                  </a:lnTo>
                  <a:cubicBezTo>
                    <a:pt x="67058" y="4734"/>
                    <a:pt x="67058" y="4734"/>
                    <a:pt x="67058" y="4734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1" name="Shape 11891"/>
            <p:cNvSpPr/>
            <p:nvPr/>
          </p:nvSpPr>
          <p:spPr>
            <a:xfrm>
              <a:off x="2574925" y="3263900"/>
              <a:ext cx="11113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6250"/>
                  </a:moveTo>
                  <a:lnTo>
                    <a:pt x="0" y="116250"/>
                  </a:lnTo>
                  <a:lnTo>
                    <a:pt x="0" y="116250"/>
                  </a:lnTo>
                  <a:lnTo>
                    <a:pt x="0" y="116250"/>
                  </a:lnTo>
                  <a:cubicBezTo>
                    <a:pt x="116363" y="116250"/>
                    <a:pt x="116363" y="116250"/>
                    <a:pt x="116363" y="116250"/>
                  </a:cubicBezTo>
                  <a:lnTo>
                    <a:pt x="116363" y="0"/>
                  </a:lnTo>
                  <a:lnTo>
                    <a:pt x="116363" y="0"/>
                  </a:lnTo>
                  <a:lnTo>
                    <a:pt x="116363" y="0"/>
                  </a:lnTo>
                  <a:cubicBezTo>
                    <a:pt x="116363" y="0"/>
                    <a:pt x="116363" y="0"/>
                    <a:pt x="0" y="11625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2" name="Shape 11892"/>
            <p:cNvSpPr/>
            <p:nvPr/>
          </p:nvSpPr>
          <p:spPr>
            <a:xfrm>
              <a:off x="2206625" y="3175000"/>
              <a:ext cx="346075" cy="6699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274" y="57904"/>
                  </a:moveTo>
                  <a:lnTo>
                    <a:pt x="108274" y="57904"/>
                  </a:lnTo>
                  <a:cubicBezTo>
                    <a:pt x="104407" y="55969"/>
                    <a:pt x="104407" y="55969"/>
                    <a:pt x="108274" y="53970"/>
                  </a:cubicBezTo>
                  <a:lnTo>
                    <a:pt x="108274" y="53970"/>
                  </a:lnTo>
                  <a:cubicBezTo>
                    <a:pt x="108274" y="53970"/>
                    <a:pt x="108274" y="53970"/>
                    <a:pt x="104407" y="53970"/>
                  </a:cubicBezTo>
                  <a:cubicBezTo>
                    <a:pt x="104407" y="51907"/>
                    <a:pt x="104407" y="51907"/>
                    <a:pt x="104407" y="51907"/>
                  </a:cubicBezTo>
                  <a:cubicBezTo>
                    <a:pt x="104407" y="51907"/>
                    <a:pt x="100540" y="51907"/>
                    <a:pt x="100540" y="49908"/>
                  </a:cubicBezTo>
                  <a:lnTo>
                    <a:pt x="100540" y="47974"/>
                  </a:lnTo>
                  <a:lnTo>
                    <a:pt x="96548" y="45975"/>
                  </a:lnTo>
                  <a:cubicBezTo>
                    <a:pt x="96548" y="45975"/>
                    <a:pt x="96548" y="45975"/>
                    <a:pt x="100540" y="45975"/>
                  </a:cubicBezTo>
                  <a:cubicBezTo>
                    <a:pt x="100540" y="43911"/>
                    <a:pt x="100540" y="43911"/>
                    <a:pt x="100540" y="43911"/>
                  </a:cubicBezTo>
                  <a:lnTo>
                    <a:pt x="100540" y="43911"/>
                  </a:lnTo>
                  <a:lnTo>
                    <a:pt x="100540" y="43911"/>
                  </a:lnTo>
                  <a:cubicBezTo>
                    <a:pt x="100540" y="41977"/>
                    <a:pt x="100540" y="39978"/>
                    <a:pt x="100540" y="37979"/>
                  </a:cubicBezTo>
                  <a:cubicBezTo>
                    <a:pt x="100540" y="37979"/>
                    <a:pt x="100540" y="37979"/>
                    <a:pt x="100540" y="35916"/>
                  </a:cubicBezTo>
                  <a:cubicBezTo>
                    <a:pt x="100540" y="37979"/>
                    <a:pt x="100540" y="37979"/>
                    <a:pt x="100540" y="37979"/>
                  </a:cubicBezTo>
                  <a:cubicBezTo>
                    <a:pt x="100540" y="31982"/>
                    <a:pt x="100540" y="31982"/>
                    <a:pt x="100540" y="31982"/>
                  </a:cubicBezTo>
                  <a:lnTo>
                    <a:pt x="100540" y="31982"/>
                  </a:lnTo>
                  <a:lnTo>
                    <a:pt x="100540" y="31982"/>
                  </a:lnTo>
                  <a:lnTo>
                    <a:pt x="100540" y="31982"/>
                  </a:lnTo>
                  <a:lnTo>
                    <a:pt x="100540" y="31982"/>
                  </a:lnTo>
                  <a:cubicBezTo>
                    <a:pt x="104407" y="31982"/>
                    <a:pt x="104407" y="31982"/>
                    <a:pt x="104407" y="31982"/>
                  </a:cubicBezTo>
                  <a:cubicBezTo>
                    <a:pt x="104407" y="29983"/>
                    <a:pt x="104407" y="29983"/>
                    <a:pt x="104407" y="29983"/>
                  </a:cubicBezTo>
                  <a:lnTo>
                    <a:pt x="104407" y="29983"/>
                  </a:lnTo>
                  <a:lnTo>
                    <a:pt x="104407" y="29983"/>
                  </a:lnTo>
                  <a:cubicBezTo>
                    <a:pt x="108274" y="27920"/>
                    <a:pt x="108274" y="27920"/>
                    <a:pt x="108274" y="27920"/>
                  </a:cubicBezTo>
                  <a:lnTo>
                    <a:pt x="108274" y="25986"/>
                  </a:lnTo>
                  <a:cubicBezTo>
                    <a:pt x="112016" y="25986"/>
                    <a:pt x="112016" y="23987"/>
                    <a:pt x="112016" y="23987"/>
                  </a:cubicBezTo>
                  <a:lnTo>
                    <a:pt x="112016" y="23987"/>
                  </a:lnTo>
                  <a:cubicBezTo>
                    <a:pt x="116008" y="23987"/>
                    <a:pt x="116008" y="23987"/>
                    <a:pt x="116008" y="23987"/>
                  </a:cubicBezTo>
                  <a:cubicBezTo>
                    <a:pt x="116008" y="21988"/>
                    <a:pt x="116008" y="21988"/>
                    <a:pt x="119875" y="21988"/>
                  </a:cubicBezTo>
                  <a:cubicBezTo>
                    <a:pt x="119875" y="21988"/>
                    <a:pt x="119875" y="21988"/>
                    <a:pt x="116008" y="21988"/>
                  </a:cubicBezTo>
                  <a:cubicBezTo>
                    <a:pt x="116008" y="21988"/>
                    <a:pt x="116008" y="21988"/>
                    <a:pt x="112016" y="21988"/>
                  </a:cubicBezTo>
                  <a:cubicBezTo>
                    <a:pt x="112016" y="21988"/>
                    <a:pt x="108274" y="21988"/>
                    <a:pt x="108274" y="19924"/>
                  </a:cubicBezTo>
                  <a:lnTo>
                    <a:pt x="108274" y="21988"/>
                  </a:lnTo>
                  <a:lnTo>
                    <a:pt x="104407" y="21988"/>
                  </a:lnTo>
                  <a:lnTo>
                    <a:pt x="100540" y="19924"/>
                  </a:lnTo>
                  <a:lnTo>
                    <a:pt x="100540" y="19924"/>
                  </a:lnTo>
                  <a:lnTo>
                    <a:pt x="100540" y="19924"/>
                  </a:lnTo>
                  <a:lnTo>
                    <a:pt x="100540" y="19924"/>
                  </a:lnTo>
                  <a:cubicBezTo>
                    <a:pt x="96548" y="19924"/>
                    <a:pt x="96548" y="19924"/>
                    <a:pt x="96548" y="17990"/>
                  </a:cubicBezTo>
                  <a:lnTo>
                    <a:pt x="96548" y="17990"/>
                  </a:lnTo>
                  <a:lnTo>
                    <a:pt x="96548" y="17990"/>
                  </a:lnTo>
                  <a:lnTo>
                    <a:pt x="96548" y="17990"/>
                  </a:lnTo>
                  <a:lnTo>
                    <a:pt x="96548" y="17990"/>
                  </a:lnTo>
                  <a:lnTo>
                    <a:pt x="96548" y="17990"/>
                  </a:lnTo>
                  <a:cubicBezTo>
                    <a:pt x="96548" y="17990"/>
                    <a:pt x="96548" y="15991"/>
                    <a:pt x="100540" y="15991"/>
                  </a:cubicBezTo>
                  <a:lnTo>
                    <a:pt x="100540" y="15991"/>
                  </a:lnTo>
                  <a:lnTo>
                    <a:pt x="100540" y="15991"/>
                  </a:lnTo>
                  <a:lnTo>
                    <a:pt x="100540" y="15991"/>
                  </a:lnTo>
                  <a:lnTo>
                    <a:pt x="100540" y="13992"/>
                  </a:lnTo>
                  <a:lnTo>
                    <a:pt x="100540" y="13992"/>
                  </a:lnTo>
                  <a:lnTo>
                    <a:pt x="100540" y="13992"/>
                  </a:lnTo>
                  <a:cubicBezTo>
                    <a:pt x="100540" y="13992"/>
                    <a:pt x="100540" y="13992"/>
                    <a:pt x="104407" y="13992"/>
                  </a:cubicBezTo>
                  <a:cubicBezTo>
                    <a:pt x="104407" y="13992"/>
                    <a:pt x="104407" y="13992"/>
                    <a:pt x="104407" y="11929"/>
                  </a:cubicBezTo>
                  <a:lnTo>
                    <a:pt x="104407" y="11929"/>
                  </a:lnTo>
                  <a:cubicBezTo>
                    <a:pt x="100540" y="11929"/>
                    <a:pt x="100540" y="9994"/>
                    <a:pt x="100540" y="9994"/>
                  </a:cubicBezTo>
                  <a:cubicBezTo>
                    <a:pt x="100540" y="9994"/>
                    <a:pt x="100540" y="9994"/>
                    <a:pt x="96548" y="9994"/>
                  </a:cubicBezTo>
                  <a:cubicBezTo>
                    <a:pt x="96548" y="9994"/>
                    <a:pt x="96548" y="9994"/>
                    <a:pt x="92806" y="9994"/>
                  </a:cubicBezTo>
                  <a:cubicBezTo>
                    <a:pt x="92806" y="7995"/>
                    <a:pt x="88939" y="7995"/>
                    <a:pt x="88939" y="7995"/>
                  </a:cubicBezTo>
                  <a:lnTo>
                    <a:pt x="88939" y="7995"/>
                  </a:lnTo>
                  <a:cubicBezTo>
                    <a:pt x="85072" y="5996"/>
                    <a:pt x="85072" y="5996"/>
                    <a:pt x="85072" y="5996"/>
                  </a:cubicBezTo>
                  <a:lnTo>
                    <a:pt x="85072" y="5996"/>
                  </a:lnTo>
                  <a:lnTo>
                    <a:pt x="81081" y="5996"/>
                  </a:lnTo>
                  <a:cubicBezTo>
                    <a:pt x="81081" y="5996"/>
                    <a:pt x="81081" y="5996"/>
                    <a:pt x="77338" y="3933"/>
                  </a:cubicBezTo>
                  <a:lnTo>
                    <a:pt x="77338" y="3933"/>
                  </a:lnTo>
                  <a:lnTo>
                    <a:pt x="77338" y="3933"/>
                  </a:lnTo>
                  <a:cubicBezTo>
                    <a:pt x="73471" y="1998"/>
                    <a:pt x="73471" y="1998"/>
                    <a:pt x="73471" y="1998"/>
                  </a:cubicBezTo>
                  <a:lnTo>
                    <a:pt x="73471" y="1998"/>
                  </a:lnTo>
                  <a:lnTo>
                    <a:pt x="73471" y="1998"/>
                  </a:lnTo>
                  <a:lnTo>
                    <a:pt x="73471" y="1998"/>
                  </a:lnTo>
                  <a:cubicBezTo>
                    <a:pt x="73471" y="0"/>
                    <a:pt x="69604" y="0"/>
                    <a:pt x="69604" y="0"/>
                  </a:cubicBezTo>
                  <a:cubicBezTo>
                    <a:pt x="65613" y="0"/>
                    <a:pt x="65613" y="0"/>
                    <a:pt x="65613" y="0"/>
                  </a:cubicBezTo>
                  <a:lnTo>
                    <a:pt x="65613" y="0"/>
                  </a:lnTo>
                  <a:lnTo>
                    <a:pt x="65613" y="0"/>
                  </a:lnTo>
                  <a:cubicBezTo>
                    <a:pt x="65613" y="1998"/>
                    <a:pt x="61871" y="1998"/>
                    <a:pt x="61871" y="1998"/>
                  </a:cubicBezTo>
                  <a:lnTo>
                    <a:pt x="61871" y="1998"/>
                  </a:lnTo>
                  <a:cubicBezTo>
                    <a:pt x="58004" y="1998"/>
                    <a:pt x="58004" y="1998"/>
                    <a:pt x="58004" y="1998"/>
                  </a:cubicBezTo>
                  <a:lnTo>
                    <a:pt x="58004" y="1998"/>
                  </a:lnTo>
                  <a:cubicBezTo>
                    <a:pt x="58004" y="0"/>
                    <a:pt x="54137" y="0"/>
                    <a:pt x="54137" y="0"/>
                  </a:cubicBezTo>
                  <a:lnTo>
                    <a:pt x="54137" y="0"/>
                  </a:lnTo>
                  <a:lnTo>
                    <a:pt x="54137" y="0"/>
                  </a:lnTo>
                  <a:lnTo>
                    <a:pt x="50145" y="0"/>
                  </a:lnTo>
                  <a:lnTo>
                    <a:pt x="50145" y="0"/>
                  </a:lnTo>
                  <a:lnTo>
                    <a:pt x="46403" y="0"/>
                  </a:lnTo>
                  <a:lnTo>
                    <a:pt x="46403" y="0"/>
                  </a:lnTo>
                  <a:lnTo>
                    <a:pt x="46403" y="0"/>
                  </a:lnTo>
                  <a:cubicBezTo>
                    <a:pt x="46403" y="0"/>
                    <a:pt x="46403" y="0"/>
                    <a:pt x="46403" y="1998"/>
                  </a:cubicBezTo>
                  <a:cubicBezTo>
                    <a:pt x="46403" y="1998"/>
                    <a:pt x="46403" y="3933"/>
                    <a:pt x="42536" y="5996"/>
                  </a:cubicBezTo>
                  <a:cubicBezTo>
                    <a:pt x="42536" y="5996"/>
                    <a:pt x="42536" y="5996"/>
                    <a:pt x="42536" y="7995"/>
                  </a:cubicBezTo>
                  <a:cubicBezTo>
                    <a:pt x="42536" y="7995"/>
                    <a:pt x="42536" y="7995"/>
                    <a:pt x="38669" y="7995"/>
                  </a:cubicBezTo>
                  <a:lnTo>
                    <a:pt x="38669" y="7995"/>
                  </a:lnTo>
                  <a:lnTo>
                    <a:pt x="38669" y="7995"/>
                  </a:lnTo>
                  <a:lnTo>
                    <a:pt x="38669" y="7995"/>
                  </a:lnTo>
                  <a:lnTo>
                    <a:pt x="38669" y="7995"/>
                  </a:lnTo>
                  <a:lnTo>
                    <a:pt x="34677" y="7995"/>
                  </a:lnTo>
                  <a:lnTo>
                    <a:pt x="34677" y="7995"/>
                  </a:lnTo>
                  <a:cubicBezTo>
                    <a:pt x="34677" y="9994"/>
                    <a:pt x="34677" y="9994"/>
                    <a:pt x="34677" y="9994"/>
                  </a:cubicBezTo>
                  <a:lnTo>
                    <a:pt x="34677" y="9994"/>
                  </a:lnTo>
                  <a:cubicBezTo>
                    <a:pt x="34677" y="9994"/>
                    <a:pt x="34677" y="9994"/>
                    <a:pt x="34677" y="11929"/>
                  </a:cubicBezTo>
                  <a:lnTo>
                    <a:pt x="34677" y="11929"/>
                  </a:lnTo>
                  <a:lnTo>
                    <a:pt x="34677" y="11929"/>
                  </a:lnTo>
                  <a:lnTo>
                    <a:pt x="34677" y="11929"/>
                  </a:lnTo>
                  <a:cubicBezTo>
                    <a:pt x="34677" y="11929"/>
                    <a:pt x="34677" y="11929"/>
                    <a:pt x="34677" y="13992"/>
                  </a:cubicBezTo>
                  <a:lnTo>
                    <a:pt x="34677" y="13992"/>
                  </a:lnTo>
                  <a:lnTo>
                    <a:pt x="34677" y="13992"/>
                  </a:lnTo>
                  <a:lnTo>
                    <a:pt x="34677" y="13992"/>
                  </a:lnTo>
                  <a:cubicBezTo>
                    <a:pt x="34677" y="15991"/>
                    <a:pt x="34677" y="15991"/>
                    <a:pt x="34677" y="15991"/>
                  </a:cubicBezTo>
                  <a:cubicBezTo>
                    <a:pt x="34677" y="15991"/>
                    <a:pt x="38669" y="15991"/>
                    <a:pt x="38669" y="17990"/>
                  </a:cubicBezTo>
                  <a:lnTo>
                    <a:pt x="38669" y="17990"/>
                  </a:lnTo>
                  <a:lnTo>
                    <a:pt x="38669" y="17990"/>
                  </a:lnTo>
                  <a:cubicBezTo>
                    <a:pt x="34677" y="19924"/>
                    <a:pt x="34677" y="19924"/>
                    <a:pt x="34677" y="19924"/>
                  </a:cubicBezTo>
                  <a:cubicBezTo>
                    <a:pt x="34677" y="19924"/>
                    <a:pt x="34677" y="19924"/>
                    <a:pt x="30935" y="19924"/>
                  </a:cubicBezTo>
                  <a:lnTo>
                    <a:pt x="30935" y="21988"/>
                  </a:lnTo>
                  <a:cubicBezTo>
                    <a:pt x="27068" y="23987"/>
                    <a:pt x="27068" y="23987"/>
                    <a:pt x="27068" y="25986"/>
                  </a:cubicBezTo>
                  <a:cubicBezTo>
                    <a:pt x="27068" y="25986"/>
                    <a:pt x="27068" y="25986"/>
                    <a:pt x="27068" y="27920"/>
                  </a:cubicBezTo>
                  <a:lnTo>
                    <a:pt x="27068" y="27920"/>
                  </a:lnTo>
                  <a:lnTo>
                    <a:pt x="27068" y="27920"/>
                  </a:lnTo>
                  <a:lnTo>
                    <a:pt x="27068" y="27920"/>
                  </a:lnTo>
                  <a:lnTo>
                    <a:pt x="27068" y="27920"/>
                  </a:lnTo>
                  <a:lnTo>
                    <a:pt x="27068" y="27920"/>
                  </a:lnTo>
                  <a:cubicBezTo>
                    <a:pt x="27068" y="29983"/>
                    <a:pt x="27068" y="29983"/>
                    <a:pt x="27068" y="29983"/>
                  </a:cubicBezTo>
                  <a:cubicBezTo>
                    <a:pt x="27068" y="29983"/>
                    <a:pt x="27068" y="29983"/>
                    <a:pt x="27068" y="31982"/>
                  </a:cubicBezTo>
                  <a:lnTo>
                    <a:pt x="27068" y="31982"/>
                  </a:lnTo>
                  <a:lnTo>
                    <a:pt x="23201" y="33981"/>
                  </a:lnTo>
                  <a:lnTo>
                    <a:pt x="23201" y="33981"/>
                  </a:lnTo>
                  <a:cubicBezTo>
                    <a:pt x="23201" y="35916"/>
                    <a:pt x="23201" y="35916"/>
                    <a:pt x="19209" y="35916"/>
                  </a:cubicBezTo>
                  <a:cubicBezTo>
                    <a:pt x="19209" y="35916"/>
                    <a:pt x="23201" y="35916"/>
                    <a:pt x="23201" y="37979"/>
                  </a:cubicBezTo>
                  <a:lnTo>
                    <a:pt x="23201" y="37979"/>
                  </a:lnTo>
                  <a:cubicBezTo>
                    <a:pt x="23201" y="37979"/>
                    <a:pt x="23201" y="37979"/>
                    <a:pt x="23201" y="39978"/>
                  </a:cubicBezTo>
                  <a:lnTo>
                    <a:pt x="23201" y="41977"/>
                  </a:lnTo>
                  <a:lnTo>
                    <a:pt x="23201" y="41977"/>
                  </a:lnTo>
                  <a:lnTo>
                    <a:pt x="23201" y="41977"/>
                  </a:lnTo>
                  <a:cubicBezTo>
                    <a:pt x="27068" y="41977"/>
                    <a:pt x="27068" y="43911"/>
                    <a:pt x="27068" y="45975"/>
                  </a:cubicBezTo>
                  <a:cubicBezTo>
                    <a:pt x="27068" y="45975"/>
                    <a:pt x="27068" y="45975"/>
                    <a:pt x="27068" y="47974"/>
                  </a:cubicBezTo>
                  <a:cubicBezTo>
                    <a:pt x="27068" y="47974"/>
                    <a:pt x="23201" y="49908"/>
                    <a:pt x="23201" y="51907"/>
                  </a:cubicBezTo>
                  <a:lnTo>
                    <a:pt x="23201" y="51907"/>
                  </a:lnTo>
                  <a:lnTo>
                    <a:pt x="23201" y="53970"/>
                  </a:lnTo>
                  <a:lnTo>
                    <a:pt x="23201" y="53970"/>
                  </a:lnTo>
                  <a:cubicBezTo>
                    <a:pt x="23201" y="55969"/>
                    <a:pt x="23201" y="55969"/>
                    <a:pt x="19209" y="57904"/>
                  </a:cubicBezTo>
                  <a:lnTo>
                    <a:pt x="19209" y="57904"/>
                  </a:lnTo>
                  <a:lnTo>
                    <a:pt x="19209" y="57904"/>
                  </a:lnTo>
                  <a:cubicBezTo>
                    <a:pt x="19209" y="57904"/>
                    <a:pt x="19209" y="57904"/>
                    <a:pt x="15467" y="57904"/>
                  </a:cubicBezTo>
                  <a:lnTo>
                    <a:pt x="15467" y="59903"/>
                  </a:lnTo>
                  <a:lnTo>
                    <a:pt x="15467" y="59903"/>
                  </a:lnTo>
                  <a:lnTo>
                    <a:pt x="15467" y="59903"/>
                  </a:lnTo>
                  <a:lnTo>
                    <a:pt x="15467" y="59903"/>
                  </a:lnTo>
                  <a:lnTo>
                    <a:pt x="15467" y="59903"/>
                  </a:lnTo>
                  <a:lnTo>
                    <a:pt x="15467" y="61966"/>
                  </a:lnTo>
                  <a:cubicBezTo>
                    <a:pt x="19209" y="61966"/>
                    <a:pt x="19209" y="63965"/>
                    <a:pt x="19209" y="65900"/>
                  </a:cubicBezTo>
                  <a:lnTo>
                    <a:pt x="19209" y="65900"/>
                  </a:lnTo>
                  <a:cubicBezTo>
                    <a:pt x="19209" y="67898"/>
                    <a:pt x="15467" y="67898"/>
                    <a:pt x="15467" y="67898"/>
                  </a:cubicBezTo>
                  <a:cubicBezTo>
                    <a:pt x="15467" y="69962"/>
                    <a:pt x="15467" y="69962"/>
                    <a:pt x="15467" y="69962"/>
                  </a:cubicBezTo>
                  <a:lnTo>
                    <a:pt x="15467" y="69962"/>
                  </a:lnTo>
                  <a:lnTo>
                    <a:pt x="15467" y="69962"/>
                  </a:lnTo>
                  <a:lnTo>
                    <a:pt x="15467" y="71961"/>
                  </a:lnTo>
                  <a:cubicBezTo>
                    <a:pt x="15467" y="71961"/>
                    <a:pt x="11600" y="71961"/>
                    <a:pt x="11600" y="73895"/>
                  </a:cubicBezTo>
                  <a:lnTo>
                    <a:pt x="11600" y="73895"/>
                  </a:lnTo>
                  <a:lnTo>
                    <a:pt x="11600" y="73895"/>
                  </a:lnTo>
                  <a:lnTo>
                    <a:pt x="11600" y="73895"/>
                  </a:lnTo>
                  <a:lnTo>
                    <a:pt x="11600" y="73895"/>
                  </a:lnTo>
                  <a:cubicBezTo>
                    <a:pt x="11600" y="75894"/>
                    <a:pt x="11600" y="77958"/>
                    <a:pt x="11600" y="77958"/>
                  </a:cubicBezTo>
                  <a:cubicBezTo>
                    <a:pt x="11600" y="79957"/>
                    <a:pt x="11600" y="79957"/>
                    <a:pt x="11600" y="79957"/>
                  </a:cubicBezTo>
                  <a:cubicBezTo>
                    <a:pt x="11600" y="81891"/>
                    <a:pt x="11600" y="81891"/>
                    <a:pt x="11600" y="81891"/>
                  </a:cubicBezTo>
                  <a:lnTo>
                    <a:pt x="11600" y="81891"/>
                  </a:lnTo>
                  <a:cubicBezTo>
                    <a:pt x="11600" y="83890"/>
                    <a:pt x="11600" y="83890"/>
                    <a:pt x="11600" y="83890"/>
                  </a:cubicBezTo>
                  <a:lnTo>
                    <a:pt x="11600" y="83890"/>
                  </a:lnTo>
                  <a:cubicBezTo>
                    <a:pt x="11600" y="85953"/>
                    <a:pt x="11600" y="85953"/>
                    <a:pt x="11600" y="85953"/>
                  </a:cubicBezTo>
                  <a:lnTo>
                    <a:pt x="11600" y="87952"/>
                  </a:lnTo>
                  <a:lnTo>
                    <a:pt x="11600" y="87952"/>
                  </a:lnTo>
                  <a:lnTo>
                    <a:pt x="11600" y="87952"/>
                  </a:lnTo>
                  <a:lnTo>
                    <a:pt x="15467" y="87952"/>
                  </a:lnTo>
                  <a:lnTo>
                    <a:pt x="15467" y="89887"/>
                  </a:lnTo>
                  <a:lnTo>
                    <a:pt x="15467" y="89887"/>
                  </a:lnTo>
                  <a:lnTo>
                    <a:pt x="15467" y="91886"/>
                  </a:lnTo>
                  <a:lnTo>
                    <a:pt x="15467" y="91886"/>
                  </a:lnTo>
                  <a:cubicBezTo>
                    <a:pt x="15467" y="91886"/>
                    <a:pt x="15467" y="91886"/>
                    <a:pt x="15467" y="93949"/>
                  </a:cubicBezTo>
                  <a:lnTo>
                    <a:pt x="15467" y="93949"/>
                  </a:lnTo>
                  <a:lnTo>
                    <a:pt x="15467" y="93949"/>
                  </a:lnTo>
                  <a:lnTo>
                    <a:pt x="15467" y="95948"/>
                  </a:lnTo>
                  <a:lnTo>
                    <a:pt x="15467" y="95948"/>
                  </a:lnTo>
                  <a:lnTo>
                    <a:pt x="15467" y="95948"/>
                  </a:lnTo>
                  <a:cubicBezTo>
                    <a:pt x="15467" y="97882"/>
                    <a:pt x="11600" y="97882"/>
                    <a:pt x="11600" y="97882"/>
                  </a:cubicBezTo>
                  <a:lnTo>
                    <a:pt x="11600" y="97882"/>
                  </a:lnTo>
                  <a:lnTo>
                    <a:pt x="11600" y="97882"/>
                  </a:lnTo>
                  <a:cubicBezTo>
                    <a:pt x="11600" y="99881"/>
                    <a:pt x="11600" y="99881"/>
                    <a:pt x="11600" y="99881"/>
                  </a:cubicBezTo>
                  <a:lnTo>
                    <a:pt x="11600" y="99881"/>
                  </a:lnTo>
                  <a:lnTo>
                    <a:pt x="11600" y="99881"/>
                  </a:lnTo>
                  <a:lnTo>
                    <a:pt x="11600" y="99881"/>
                  </a:lnTo>
                  <a:cubicBezTo>
                    <a:pt x="11600" y="101945"/>
                    <a:pt x="11600" y="101945"/>
                    <a:pt x="11600" y="101945"/>
                  </a:cubicBezTo>
                  <a:lnTo>
                    <a:pt x="11600" y="101945"/>
                  </a:lnTo>
                  <a:lnTo>
                    <a:pt x="11600" y="101945"/>
                  </a:lnTo>
                  <a:lnTo>
                    <a:pt x="11600" y="103944"/>
                  </a:lnTo>
                  <a:cubicBezTo>
                    <a:pt x="7733" y="103944"/>
                    <a:pt x="7733" y="103944"/>
                    <a:pt x="7733" y="103944"/>
                  </a:cubicBezTo>
                  <a:lnTo>
                    <a:pt x="7733" y="103944"/>
                  </a:lnTo>
                  <a:cubicBezTo>
                    <a:pt x="11600" y="103944"/>
                    <a:pt x="11600" y="105878"/>
                    <a:pt x="11600" y="105878"/>
                  </a:cubicBezTo>
                  <a:lnTo>
                    <a:pt x="7733" y="107877"/>
                  </a:lnTo>
                  <a:lnTo>
                    <a:pt x="7733" y="107877"/>
                  </a:lnTo>
                  <a:lnTo>
                    <a:pt x="7733" y="107877"/>
                  </a:lnTo>
                  <a:cubicBezTo>
                    <a:pt x="3742" y="109940"/>
                    <a:pt x="3742" y="109940"/>
                    <a:pt x="3742" y="109940"/>
                  </a:cubicBezTo>
                  <a:lnTo>
                    <a:pt x="3742" y="109940"/>
                  </a:lnTo>
                  <a:lnTo>
                    <a:pt x="3742" y="109940"/>
                  </a:lnTo>
                  <a:cubicBezTo>
                    <a:pt x="0" y="109940"/>
                    <a:pt x="0" y="109940"/>
                    <a:pt x="0" y="111939"/>
                  </a:cubicBezTo>
                  <a:lnTo>
                    <a:pt x="0" y="111939"/>
                  </a:lnTo>
                  <a:cubicBezTo>
                    <a:pt x="0" y="111939"/>
                    <a:pt x="0" y="111939"/>
                    <a:pt x="0" y="113874"/>
                  </a:cubicBezTo>
                  <a:lnTo>
                    <a:pt x="3742" y="113874"/>
                  </a:lnTo>
                  <a:lnTo>
                    <a:pt x="3742" y="113874"/>
                  </a:lnTo>
                  <a:lnTo>
                    <a:pt x="3742" y="113874"/>
                  </a:lnTo>
                  <a:cubicBezTo>
                    <a:pt x="7733" y="113874"/>
                    <a:pt x="7733" y="113874"/>
                    <a:pt x="7733" y="113874"/>
                  </a:cubicBezTo>
                  <a:cubicBezTo>
                    <a:pt x="7733" y="113874"/>
                    <a:pt x="11600" y="113874"/>
                    <a:pt x="11600" y="115873"/>
                  </a:cubicBezTo>
                  <a:lnTo>
                    <a:pt x="11600" y="117936"/>
                  </a:lnTo>
                  <a:cubicBezTo>
                    <a:pt x="7733" y="117936"/>
                    <a:pt x="7733" y="117936"/>
                    <a:pt x="7733" y="119935"/>
                  </a:cubicBezTo>
                  <a:cubicBezTo>
                    <a:pt x="11600" y="119935"/>
                    <a:pt x="11600" y="119935"/>
                    <a:pt x="11600" y="119935"/>
                  </a:cubicBezTo>
                  <a:lnTo>
                    <a:pt x="11600" y="119935"/>
                  </a:lnTo>
                  <a:cubicBezTo>
                    <a:pt x="15467" y="119935"/>
                    <a:pt x="15467" y="119935"/>
                    <a:pt x="15467" y="119935"/>
                  </a:cubicBezTo>
                  <a:cubicBezTo>
                    <a:pt x="19209" y="119935"/>
                    <a:pt x="19209" y="119935"/>
                    <a:pt x="19209" y="119935"/>
                  </a:cubicBezTo>
                  <a:lnTo>
                    <a:pt x="23201" y="119935"/>
                  </a:lnTo>
                  <a:lnTo>
                    <a:pt x="23201" y="119935"/>
                  </a:lnTo>
                  <a:lnTo>
                    <a:pt x="23201" y="119935"/>
                  </a:lnTo>
                  <a:cubicBezTo>
                    <a:pt x="27068" y="119935"/>
                    <a:pt x="27068" y="119935"/>
                    <a:pt x="27068" y="119935"/>
                  </a:cubicBezTo>
                  <a:lnTo>
                    <a:pt x="27068" y="119935"/>
                  </a:lnTo>
                  <a:lnTo>
                    <a:pt x="27068" y="119935"/>
                  </a:lnTo>
                  <a:lnTo>
                    <a:pt x="27068" y="119935"/>
                  </a:lnTo>
                  <a:cubicBezTo>
                    <a:pt x="27068" y="119935"/>
                    <a:pt x="23201" y="117936"/>
                    <a:pt x="23201" y="115873"/>
                  </a:cubicBezTo>
                  <a:cubicBezTo>
                    <a:pt x="23201" y="115873"/>
                    <a:pt x="27068" y="115873"/>
                    <a:pt x="27068" y="113874"/>
                  </a:cubicBezTo>
                  <a:cubicBezTo>
                    <a:pt x="7733" y="111939"/>
                    <a:pt x="7733" y="111939"/>
                    <a:pt x="7733" y="111939"/>
                  </a:cubicBezTo>
                  <a:cubicBezTo>
                    <a:pt x="30935" y="111939"/>
                    <a:pt x="30935" y="111939"/>
                    <a:pt x="30935" y="111939"/>
                  </a:cubicBezTo>
                  <a:lnTo>
                    <a:pt x="34677" y="111939"/>
                  </a:lnTo>
                  <a:lnTo>
                    <a:pt x="34677" y="111939"/>
                  </a:lnTo>
                  <a:cubicBezTo>
                    <a:pt x="34677" y="109940"/>
                    <a:pt x="34677" y="109940"/>
                    <a:pt x="34677" y="109940"/>
                  </a:cubicBezTo>
                  <a:cubicBezTo>
                    <a:pt x="34677" y="107877"/>
                    <a:pt x="34677" y="107877"/>
                    <a:pt x="34677" y="107877"/>
                  </a:cubicBezTo>
                  <a:cubicBezTo>
                    <a:pt x="38669" y="107877"/>
                    <a:pt x="38669" y="107877"/>
                    <a:pt x="38669" y="107877"/>
                  </a:cubicBezTo>
                  <a:cubicBezTo>
                    <a:pt x="38669" y="105878"/>
                    <a:pt x="38669" y="105878"/>
                    <a:pt x="38669" y="105878"/>
                  </a:cubicBezTo>
                  <a:cubicBezTo>
                    <a:pt x="19209" y="105878"/>
                    <a:pt x="19209" y="105878"/>
                    <a:pt x="19209" y="105878"/>
                  </a:cubicBezTo>
                  <a:cubicBezTo>
                    <a:pt x="46403" y="101945"/>
                    <a:pt x="46403" y="101945"/>
                    <a:pt x="46403" y="101945"/>
                  </a:cubicBezTo>
                  <a:cubicBezTo>
                    <a:pt x="46403" y="101945"/>
                    <a:pt x="46403" y="101945"/>
                    <a:pt x="42536" y="101945"/>
                  </a:cubicBezTo>
                  <a:lnTo>
                    <a:pt x="42536" y="101945"/>
                  </a:lnTo>
                  <a:cubicBezTo>
                    <a:pt x="38669" y="101945"/>
                    <a:pt x="38669" y="101945"/>
                    <a:pt x="38669" y="101945"/>
                  </a:cubicBezTo>
                  <a:lnTo>
                    <a:pt x="38669" y="99881"/>
                  </a:lnTo>
                  <a:cubicBezTo>
                    <a:pt x="34677" y="97882"/>
                    <a:pt x="34677" y="95948"/>
                    <a:pt x="34677" y="95948"/>
                  </a:cubicBezTo>
                  <a:cubicBezTo>
                    <a:pt x="34677" y="95948"/>
                    <a:pt x="34677" y="95948"/>
                    <a:pt x="42536" y="91886"/>
                  </a:cubicBezTo>
                  <a:lnTo>
                    <a:pt x="42536" y="91886"/>
                  </a:lnTo>
                  <a:lnTo>
                    <a:pt x="42536" y="91886"/>
                  </a:lnTo>
                  <a:lnTo>
                    <a:pt x="46403" y="91886"/>
                  </a:lnTo>
                  <a:cubicBezTo>
                    <a:pt x="46403" y="91886"/>
                    <a:pt x="46403" y="91886"/>
                    <a:pt x="50145" y="91886"/>
                  </a:cubicBezTo>
                  <a:cubicBezTo>
                    <a:pt x="50145" y="89887"/>
                    <a:pt x="50145" y="89887"/>
                    <a:pt x="50145" y="89887"/>
                  </a:cubicBezTo>
                  <a:lnTo>
                    <a:pt x="50145" y="85953"/>
                  </a:lnTo>
                  <a:cubicBezTo>
                    <a:pt x="50145" y="83890"/>
                    <a:pt x="50145" y="83890"/>
                    <a:pt x="50145" y="83890"/>
                  </a:cubicBezTo>
                  <a:cubicBezTo>
                    <a:pt x="54137" y="83890"/>
                    <a:pt x="54137" y="83890"/>
                    <a:pt x="54137" y="83890"/>
                  </a:cubicBezTo>
                  <a:cubicBezTo>
                    <a:pt x="54137" y="83890"/>
                    <a:pt x="54137" y="83890"/>
                    <a:pt x="58004" y="83890"/>
                  </a:cubicBezTo>
                  <a:cubicBezTo>
                    <a:pt x="58004" y="83890"/>
                    <a:pt x="58004" y="83890"/>
                    <a:pt x="58004" y="81891"/>
                  </a:cubicBezTo>
                  <a:cubicBezTo>
                    <a:pt x="54137" y="81891"/>
                    <a:pt x="54137" y="81891"/>
                    <a:pt x="54137" y="81891"/>
                  </a:cubicBezTo>
                  <a:lnTo>
                    <a:pt x="54137" y="81891"/>
                  </a:lnTo>
                  <a:cubicBezTo>
                    <a:pt x="54137" y="79957"/>
                    <a:pt x="54137" y="79957"/>
                    <a:pt x="54137" y="79957"/>
                  </a:cubicBezTo>
                  <a:cubicBezTo>
                    <a:pt x="54137" y="79957"/>
                    <a:pt x="54137" y="79957"/>
                    <a:pt x="54137" y="77958"/>
                  </a:cubicBezTo>
                  <a:lnTo>
                    <a:pt x="54137" y="77958"/>
                  </a:lnTo>
                  <a:lnTo>
                    <a:pt x="54137" y="75894"/>
                  </a:lnTo>
                  <a:cubicBezTo>
                    <a:pt x="54137" y="73895"/>
                    <a:pt x="58004" y="73895"/>
                    <a:pt x="58004" y="73895"/>
                  </a:cubicBezTo>
                  <a:cubicBezTo>
                    <a:pt x="58004" y="73895"/>
                    <a:pt x="58004" y="73895"/>
                    <a:pt x="61871" y="73895"/>
                  </a:cubicBezTo>
                  <a:cubicBezTo>
                    <a:pt x="61871" y="75894"/>
                    <a:pt x="65613" y="75894"/>
                    <a:pt x="65613" y="75894"/>
                  </a:cubicBezTo>
                  <a:lnTo>
                    <a:pt x="69604" y="75894"/>
                  </a:lnTo>
                  <a:lnTo>
                    <a:pt x="69604" y="75894"/>
                  </a:lnTo>
                  <a:lnTo>
                    <a:pt x="73471" y="73895"/>
                  </a:lnTo>
                  <a:lnTo>
                    <a:pt x="73471" y="73895"/>
                  </a:lnTo>
                  <a:lnTo>
                    <a:pt x="73471" y="73895"/>
                  </a:lnTo>
                  <a:cubicBezTo>
                    <a:pt x="73471" y="73895"/>
                    <a:pt x="73471" y="73895"/>
                    <a:pt x="73471" y="71961"/>
                  </a:cubicBezTo>
                  <a:lnTo>
                    <a:pt x="73471" y="71961"/>
                  </a:lnTo>
                  <a:lnTo>
                    <a:pt x="73471" y="69962"/>
                  </a:lnTo>
                  <a:cubicBezTo>
                    <a:pt x="73471" y="69962"/>
                    <a:pt x="73471" y="69962"/>
                    <a:pt x="73471" y="67898"/>
                  </a:cubicBezTo>
                  <a:cubicBezTo>
                    <a:pt x="54137" y="59903"/>
                    <a:pt x="54137" y="59903"/>
                    <a:pt x="54137" y="59903"/>
                  </a:cubicBezTo>
                  <a:cubicBezTo>
                    <a:pt x="77338" y="65900"/>
                    <a:pt x="77338" y="65900"/>
                    <a:pt x="77338" y="65900"/>
                  </a:cubicBezTo>
                  <a:lnTo>
                    <a:pt x="81081" y="65900"/>
                  </a:lnTo>
                  <a:cubicBezTo>
                    <a:pt x="81081" y="65900"/>
                    <a:pt x="88939" y="65900"/>
                    <a:pt x="92806" y="65900"/>
                  </a:cubicBezTo>
                  <a:lnTo>
                    <a:pt x="96548" y="65900"/>
                  </a:lnTo>
                  <a:cubicBezTo>
                    <a:pt x="100540" y="63965"/>
                    <a:pt x="104407" y="63965"/>
                    <a:pt x="104407" y="63965"/>
                  </a:cubicBezTo>
                  <a:lnTo>
                    <a:pt x="104407" y="63965"/>
                  </a:lnTo>
                  <a:lnTo>
                    <a:pt x="108274" y="61966"/>
                  </a:lnTo>
                  <a:cubicBezTo>
                    <a:pt x="108274" y="61966"/>
                    <a:pt x="108274" y="59903"/>
                    <a:pt x="112016" y="59903"/>
                  </a:cubicBezTo>
                  <a:cubicBezTo>
                    <a:pt x="108274" y="59903"/>
                    <a:pt x="108274" y="57904"/>
                    <a:pt x="108274" y="57904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3" name="Shape 11893"/>
            <p:cNvSpPr/>
            <p:nvPr/>
          </p:nvSpPr>
          <p:spPr>
            <a:xfrm>
              <a:off x="2508250" y="3352800"/>
              <a:ext cx="77788" cy="1000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449" y="53333"/>
                  </a:moveTo>
                  <a:lnTo>
                    <a:pt x="119449" y="53333"/>
                  </a:lnTo>
                  <a:cubicBezTo>
                    <a:pt x="101834" y="53333"/>
                    <a:pt x="101834" y="53333"/>
                    <a:pt x="85321" y="40000"/>
                  </a:cubicBezTo>
                  <a:lnTo>
                    <a:pt x="85321" y="40000"/>
                  </a:lnTo>
                  <a:cubicBezTo>
                    <a:pt x="85321" y="40000"/>
                    <a:pt x="68256" y="40000"/>
                    <a:pt x="68256" y="26236"/>
                  </a:cubicBezTo>
                  <a:lnTo>
                    <a:pt x="68256" y="26236"/>
                  </a:lnTo>
                  <a:lnTo>
                    <a:pt x="68256" y="26236"/>
                  </a:lnTo>
                  <a:lnTo>
                    <a:pt x="68256" y="26236"/>
                  </a:lnTo>
                  <a:lnTo>
                    <a:pt x="68256" y="26236"/>
                  </a:lnTo>
                  <a:lnTo>
                    <a:pt x="68256" y="26236"/>
                  </a:lnTo>
                  <a:cubicBezTo>
                    <a:pt x="51192" y="26236"/>
                    <a:pt x="51192" y="26236"/>
                    <a:pt x="51192" y="26236"/>
                  </a:cubicBezTo>
                  <a:lnTo>
                    <a:pt x="51192" y="13333"/>
                  </a:lnTo>
                  <a:lnTo>
                    <a:pt x="51192" y="13333"/>
                  </a:lnTo>
                  <a:cubicBezTo>
                    <a:pt x="33577" y="13333"/>
                    <a:pt x="33577" y="13333"/>
                    <a:pt x="33577" y="0"/>
                  </a:cubicBezTo>
                  <a:lnTo>
                    <a:pt x="33577" y="0"/>
                  </a:lnTo>
                  <a:lnTo>
                    <a:pt x="33577" y="0"/>
                  </a:lnTo>
                  <a:lnTo>
                    <a:pt x="33577" y="13333"/>
                  </a:lnTo>
                  <a:lnTo>
                    <a:pt x="17064" y="13333"/>
                  </a:lnTo>
                  <a:lnTo>
                    <a:pt x="17064" y="13333"/>
                  </a:lnTo>
                  <a:cubicBezTo>
                    <a:pt x="17064" y="13333"/>
                    <a:pt x="17064" y="13333"/>
                    <a:pt x="17064" y="26236"/>
                  </a:cubicBezTo>
                  <a:lnTo>
                    <a:pt x="17064" y="26236"/>
                  </a:lnTo>
                  <a:cubicBezTo>
                    <a:pt x="17064" y="40000"/>
                    <a:pt x="17064" y="40000"/>
                    <a:pt x="17064" y="40000"/>
                  </a:cubicBezTo>
                  <a:lnTo>
                    <a:pt x="17064" y="40000"/>
                  </a:lnTo>
                  <a:lnTo>
                    <a:pt x="17064" y="53333"/>
                  </a:lnTo>
                  <a:cubicBezTo>
                    <a:pt x="0" y="66666"/>
                    <a:pt x="0" y="66666"/>
                    <a:pt x="0" y="79569"/>
                  </a:cubicBezTo>
                  <a:lnTo>
                    <a:pt x="0" y="93333"/>
                  </a:lnTo>
                  <a:lnTo>
                    <a:pt x="0" y="93333"/>
                  </a:lnTo>
                  <a:lnTo>
                    <a:pt x="0" y="93333"/>
                  </a:lnTo>
                  <a:lnTo>
                    <a:pt x="0" y="93333"/>
                  </a:lnTo>
                  <a:cubicBezTo>
                    <a:pt x="0" y="93333"/>
                    <a:pt x="0" y="93333"/>
                    <a:pt x="17064" y="106666"/>
                  </a:cubicBezTo>
                  <a:lnTo>
                    <a:pt x="17064" y="106666"/>
                  </a:lnTo>
                  <a:cubicBezTo>
                    <a:pt x="17064" y="106666"/>
                    <a:pt x="33577" y="106666"/>
                    <a:pt x="33577" y="119569"/>
                  </a:cubicBezTo>
                  <a:cubicBezTo>
                    <a:pt x="51192" y="119569"/>
                    <a:pt x="51192" y="119569"/>
                    <a:pt x="51192" y="119569"/>
                  </a:cubicBezTo>
                  <a:lnTo>
                    <a:pt x="51192" y="119569"/>
                  </a:lnTo>
                  <a:cubicBezTo>
                    <a:pt x="68256" y="119569"/>
                    <a:pt x="68256" y="119569"/>
                    <a:pt x="68256" y="119569"/>
                  </a:cubicBezTo>
                  <a:cubicBezTo>
                    <a:pt x="85321" y="119569"/>
                    <a:pt x="85321" y="119569"/>
                    <a:pt x="85321" y="119569"/>
                  </a:cubicBezTo>
                  <a:lnTo>
                    <a:pt x="101834" y="119569"/>
                  </a:lnTo>
                  <a:lnTo>
                    <a:pt x="101834" y="119569"/>
                  </a:lnTo>
                  <a:cubicBezTo>
                    <a:pt x="101834" y="106666"/>
                    <a:pt x="119449" y="106666"/>
                    <a:pt x="119449" y="106666"/>
                  </a:cubicBezTo>
                  <a:lnTo>
                    <a:pt x="119449" y="93333"/>
                  </a:lnTo>
                  <a:lnTo>
                    <a:pt x="119449" y="93333"/>
                  </a:lnTo>
                  <a:lnTo>
                    <a:pt x="119449" y="79569"/>
                  </a:lnTo>
                  <a:lnTo>
                    <a:pt x="119449" y="66666"/>
                  </a:lnTo>
                  <a:cubicBezTo>
                    <a:pt x="119449" y="66666"/>
                    <a:pt x="119449" y="66666"/>
                    <a:pt x="119449" y="5333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4" name="Shape 11894"/>
            <p:cNvSpPr/>
            <p:nvPr/>
          </p:nvSpPr>
          <p:spPr>
            <a:xfrm>
              <a:off x="2430463" y="3106738"/>
              <a:ext cx="144462" cy="1682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5384" y="31862"/>
                  </a:moveTo>
                  <a:lnTo>
                    <a:pt x="55384" y="31862"/>
                  </a:lnTo>
                  <a:lnTo>
                    <a:pt x="55384" y="31862"/>
                  </a:lnTo>
                  <a:lnTo>
                    <a:pt x="55384" y="24154"/>
                  </a:lnTo>
                  <a:lnTo>
                    <a:pt x="55384" y="24154"/>
                  </a:lnTo>
                  <a:cubicBezTo>
                    <a:pt x="55384" y="24154"/>
                    <a:pt x="55384" y="24154"/>
                    <a:pt x="55384" y="16188"/>
                  </a:cubicBezTo>
                  <a:lnTo>
                    <a:pt x="55384" y="16188"/>
                  </a:lnTo>
                  <a:cubicBezTo>
                    <a:pt x="55384" y="16188"/>
                    <a:pt x="55384" y="8222"/>
                    <a:pt x="55384" y="0"/>
                  </a:cubicBezTo>
                  <a:lnTo>
                    <a:pt x="55384" y="0"/>
                  </a:lnTo>
                  <a:lnTo>
                    <a:pt x="55384" y="0"/>
                  </a:lnTo>
                  <a:cubicBezTo>
                    <a:pt x="55384" y="0"/>
                    <a:pt x="45856" y="0"/>
                    <a:pt x="36923" y="0"/>
                  </a:cubicBezTo>
                  <a:lnTo>
                    <a:pt x="36923" y="0"/>
                  </a:lnTo>
                  <a:lnTo>
                    <a:pt x="36923" y="0"/>
                  </a:lnTo>
                  <a:lnTo>
                    <a:pt x="36923" y="0"/>
                  </a:lnTo>
                  <a:lnTo>
                    <a:pt x="36923" y="0"/>
                  </a:lnTo>
                  <a:lnTo>
                    <a:pt x="27692" y="0"/>
                  </a:lnTo>
                  <a:cubicBezTo>
                    <a:pt x="18461" y="0"/>
                    <a:pt x="8933" y="0"/>
                    <a:pt x="8933" y="0"/>
                  </a:cubicBezTo>
                  <a:cubicBezTo>
                    <a:pt x="8933" y="8222"/>
                    <a:pt x="8933" y="8222"/>
                    <a:pt x="8933" y="8222"/>
                  </a:cubicBezTo>
                  <a:cubicBezTo>
                    <a:pt x="8933" y="16188"/>
                    <a:pt x="0" y="16188"/>
                    <a:pt x="0" y="16188"/>
                  </a:cubicBezTo>
                  <a:cubicBezTo>
                    <a:pt x="0" y="16188"/>
                    <a:pt x="0" y="16188"/>
                    <a:pt x="0" y="24154"/>
                  </a:cubicBezTo>
                  <a:cubicBezTo>
                    <a:pt x="0" y="24154"/>
                    <a:pt x="0" y="24154"/>
                    <a:pt x="0" y="31862"/>
                  </a:cubicBezTo>
                  <a:lnTo>
                    <a:pt x="0" y="31862"/>
                  </a:lnTo>
                  <a:lnTo>
                    <a:pt x="0" y="31862"/>
                  </a:lnTo>
                  <a:cubicBezTo>
                    <a:pt x="0" y="31862"/>
                    <a:pt x="0" y="31862"/>
                    <a:pt x="0" y="40085"/>
                  </a:cubicBezTo>
                  <a:lnTo>
                    <a:pt x="0" y="40085"/>
                  </a:lnTo>
                  <a:lnTo>
                    <a:pt x="0" y="40085"/>
                  </a:lnTo>
                  <a:lnTo>
                    <a:pt x="0" y="40085"/>
                  </a:lnTo>
                  <a:lnTo>
                    <a:pt x="0" y="40085"/>
                  </a:lnTo>
                  <a:lnTo>
                    <a:pt x="0" y="48051"/>
                  </a:lnTo>
                  <a:lnTo>
                    <a:pt x="0" y="48051"/>
                  </a:lnTo>
                  <a:cubicBezTo>
                    <a:pt x="8933" y="48051"/>
                    <a:pt x="8933" y="48051"/>
                    <a:pt x="8933" y="48051"/>
                  </a:cubicBezTo>
                  <a:cubicBezTo>
                    <a:pt x="8933" y="48051"/>
                    <a:pt x="8933" y="48051"/>
                    <a:pt x="18461" y="56017"/>
                  </a:cubicBezTo>
                  <a:lnTo>
                    <a:pt x="18461" y="56017"/>
                  </a:lnTo>
                  <a:lnTo>
                    <a:pt x="18461" y="56017"/>
                  </a:lnTo>
                  <a:lnTo>
                    <a:pt x="18461" y="56017"/>
                  </a:lnTo>
                  <a:lnTo>
                    <a:pt x="18461" y="56017"/>
                  </a:lnTo>
                  <a:cubicBezTo>
                    <a:pt x="27692" y="56017"/>
                    <a:pt x="27692" y="56017"/>
                    <a:pt x="27692" y="56017"/>
                  </a:cubicBezTo>
                  <a:lnTo>
                    <a:pt x="27692" y="63725"/>
                  </a:lnTo>
                  <a:cubicBezTo>
                    <a:pt x="36923" y="63725"/>
                    <a:pt x="36923" y="63725"/>
                    <a:pt x="36923" y="63725"/>
                  </a:cubicBezTo>
                  <a:cubicBezTo>
                    <a:pt x="36923" y="63725"/>
                    <a:pt x="36923" y="71948"/>
                    <a:pt x="45856" y="71948"/>
                  </a:cubicBezTo>
                  <a:lnTo>
                    <a:pt x="55384" y="71948"/>
                  </a:lnTo>
                  <a:lnTo>
                    <a:pt x="55384" y="79914"/>
                  </a:lnTo>
                  <a:cubicBezTo>
                    <a:pt x="64615" y="79914"/>
                    <a:pt x="64615" y="79914"/>
                    <a:pt x="64615" y="79914"/>
                  </a:cubicBezTo>
                  <a:lnTo>
                    <a:pt x="64615" y="79914"/>
                  </a:lnTo>
                  <a:cubicBezTo>
                    <a:pt x="73846" y="79914"/>
                    <a:pt x="73846" y="79914"/>
                    <a:pt x="73846" y="79914"/>
                  </a:cubicBezTo>
                  <a:lnTo>
                    <a:pt x="73846" y="79914"/>
                  </a:lnTo>
                  <a:cubicBezTo>
                    <a:pt x="73846" y="79914"/>
                    <a:pt x="73846" y="87880"/>
                    <a:pt x="82779" y="87880"/>
                  </a:cubicBezTo>
                  <a:cubicBezTo>
                    <a:pt x="82779" y="87880"/>
                    <a:pt x="82779" y="87880"/>
                    <a:pt x="82779" y="95588"/>
                  </a:cubicBezTo>
                  <a:cubicBezTo>
                    <a:pt x="82779" y="95588"/>
                    <a:pt x="82779" y="95588"/>
                    <a:pt x="73846" y="103811"/>
                  </a:cubicBezTo>
                  <a:lnTo>
                    <a:pt x="73846" y="103811"/>
                  </a:lnTo>
                  <a:lnTo>
                    <a:pt x="73846" y="103811"/>
                  </a:lnTo>
                  <a:cubicBezTo>
                    <a:pt x="73846" y="111777"/>
                    <a:pt x="73846" y="111777"/>
                    <a:pt x="64615" y="111777"/>
                  </a:cubicBezTo>
                  <a:lnTo>
                    <a:pt x="64615" y="111777"/>
                  </a:lnTo>
                  <a:lnTo>
                    <a:pt x="64615" y="111777"/>
                  </a:lnTo>
                  <a:lnTo>
                    <a:pt x="64615" y="119743"/>
                  </a:lnTo>
                  <a:lnTo>
                    <a:pt x="64615" y="119743"/>
                  </a:lnTo>
                  <a:lnTo>
                    <a:pt x="64615" y="119743"/>
                  </a:lnTo>
                  <a:lnTo>
                    <a:pt x="64615" y="119743"/>
                  </a:lnTo>
                  <a:cubicBezTo>
                    <a:pt x="73846" y="119743"/>
                    <a:pt x="73846" y="119743"/>
                    <a:pt x="73846" y="119743"/>
                  </a:cubicBezTo>
                  <a:lnTo>
                    <a:pt x="73846" y="119743"/>
                  </a:lnTo>
                  <a:lnTo>
                    <a:pt x="73846" y="119743"/>
                  </a:lnTo>
                  <a:cubicBezTo>
                    <a:pt x="82779" y="119743"/>
                    <a:pt x="82779" y="119743"/>
                    <a:pt x="82779" y="119743"/>
                  </a:cubicBezTo>
                  <a:lnTo>
                    <a:pt x="82779" y="119743"/>
                  </a:lnTo>
                  <a:cubicBezTo>
                    <a:pt x="92307" y="119743"/>
                    <a:pt x="92307" y="119743"/>
                    <a:pt x="92307" y="119743"/>
                  </a:cubicBezTo>
                  <a:cubicBezTo>
                    <a:pt x="101538" y="119743"/>
                    <a:pt x="101538" y="119743"/>
                    <a:pt x="101538" y="119743"/>
                  </a:cubicBezTo>
                  <a:cubicBezTo>
                    <a:pt x="101538" y="111777"/>
                    <a:pt x="101538" y="111777"/>
                    <a:pt x="110769" y="111777"/>
                  </a:cubicBezTo>
                  <a:lnTo>
                    <a:pt x="110769" y="111777"/>
                  </a:lnTo>
                  <a:lnTo>
                    <a:pt x="110769" y="111777"/>
                  </a:lnTo>
                  <a:lnTo>
                    <a:pt x="110769" y="111777"/>
                  </a:lnTo>
                  <a:lnTo>
                    <a:pt x="110769" y="111777"/>
                  </a:lnTo>
                  <a:cubicBezTo>
                    <a:pt x="110769" y="103811"/>
                    <a:pt x="110769" y="103811"/>
                    <a:pt x="110769" y="103811"/>
                  </a:cubicBezTo>
                  <a:lnTo>
                    <a:pt x="110769" y="103811"/>
                  </a:lnTo>
                  <a:lnTo>
                    <a:pt x="110769" y="103811"/>
                  </a:lnTo>
                  <a:lnTo>
                    <a:pt x="110769" y="95588"/>
                  </a:lnTo>
                  <a:cubicBezTo>
                    <a:pt x="110769" y="95588"/>
                    <a:pt x="110769" y="87880"/>
                    <a:pt x="119702" y="87880"/>
                  </a:cubicBezTo>
                  <a:lnTo>
                    <a:pt x="119702" y="79914"/>
                  </a:lnTo>
                  <a:lnTo>
                    <a:pt x="119702" y="79914"/>
                  </a:lnTo>
                  <a:lnTo>
                    <a:pt x="119702" y="79914"/>
                  </a:lnTo>
                  <a:lnTo>
                    <a:pt x="119702" y="79914"/>
                  </a:lnTo>
                  <a:lnTo>
                    <a:pt x="119702" y="79914"/>
                  </a:lnTo>
                  <a:lnTo>
                    <a:pt x="110769" y="79914"/>
                  </a:lnTo>
                  <a:cubicBezTo>
                    <a:pt x="110769" y="79914"/>
                    <a:pt x="110769" y="79914"/>
                    <a:pt x="101538" y="71948"/>
                  </a:cubicBezTo>
                  <a:cubicBezTo>
                    <a:pt x="101538" y="71948"/>
                    <a:pt x="101538" y="71948"/>
                    <a:pt x="101538" y="63725"/>
                  </a:cubicBezTo>
                  <a:lnTo>
                    <a:pt x="101538" y="63725"/>
                  </a:lnTo>
                  <a:lnTo>
                    <a:pt x="101538" y="63725"/>
                  </a:lnTo>
                  <a:cubicBezTo>
                    <a:pt x="101538" y="56017"/>
                    <a:pt x="101538" y="56017"/>
                    <a:pt x="101538" y="56017"/>
                  </a:cubicBezTo>
                  <a:lnTo>
                    <a:pt x="101538" y="48051"/>
                  </a:lnTo>
                  <a:lnTo>
                    <a:pt x="92307" y="48051"/>
                  </a:lnTo>
                  <a:lnTo>
                    <a:pt x="92307" y="48051"/>
                  </a:lnTo>
                  <a:lnTo>
                    <a:pt x="92307" y="48051"/>
                  </a:lnTo>
                  <a:lnTo>
                    <a:pt x="92307" y="48051"/>
                  </a:lnTo>
                  <a:cubicBezTo>
                    <a:pt x="82779" y="48051"/>
                    <a:pt x="82779" y="48051"/>
                    <a:pt x="82779" y="48051"/>
                  </a:cubicBezTo>
                  <a:lnTo>
                    <a:pt x="82779" y="48051"/>
                  </a:lnTo>
                  <a:lnTo>
                    <a:pt x="82779" y="48051"/>
                  </a:lnTo>
                  <a:lnTo>
                    <a:pt x="82779" y="48051"/>
                  </a:lnTo>
                  <a:lnTo>
                    <a:pt x="82779" y="48051"/>
                  </a:lnTo>
                  <a:cubicBezTo>
                    <a:pt x="82779" y="48051"/>
                    <a:pt x="82779" y="48051"/>
                    <a:pt x="73846" y="48051"/>
                  </a:cubicBezTo>
                  <a:lnTo>
                    <a:pt x="73846" y="48051"/>
                  </a:lnTo>
                  <a:cubicBezTo>
                    <a:pt x="64615" y="48051"/>
                    <a:pt x="64615" y="48051"/>
                    <a:pt x="64615" y="40085"/>
                  </a:cubicBezTo>
                  <a:lnTo>
                    <a:pt x="64615" y="40085"/>
                  </a:lnTo>
                  <a:lnTo>
                    <a:pt x="64615" y="40085"/>
                  </a:lnTo>
                  <a:lnTo>
                    <a:pt x="55384" y="40085"/>
                  </a:lnTo>
                  <a:cubicBezTo>
                    <a:pt x="55384" y="40085"/>
                    <a:pt x="55384" y="40085"/>
                    <a:pt x="55384" y="3186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5" name="Shape 11895"/>
            <p:cNvSpPr/>
            <p:nvPr/>
          </p:nvSpPr>
          <p:spPr>
            <a:xfrm>
              <a:off x="2062163" y="2627313"/>
              <a:ext cx="100012" cy="1238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6571" y="65263"/>
                  </a:moveTo>
                  <a:lnTo>
                    <a:pt x="26571" y="65263"/>
                  </a:lnTo>
                  <a:cubicBezTo>
                    <a:pt x="26571" y="76140"/>
                    <a:pt x="26571" y="76140"/>
                    <a:pt x="26571" y="87017"/>
                  </a:cubicBezTo>
                  <a:lnTo>
                    <a:pt x="26571" y="87017"/>
                  </a:lnTo>
                  <a:cubicBezTo>
                    <a:pt x="13285" y="87017"/>
                    <a:pt x="13285" y="87017"/>
                    <a:pt x="13285" y="97894"/>
                  </a:cubicBezTo>
                  <a:lnTo>
                    <a:pt x="13285" y="97894"/>
                  </a:lnTo>
                  <a:cubicBezTo>
                    <a:pt x="13285" y="108771"/>
                    <a:pt x="13285" y="108771"/>
                    <a:pt x="13285" y="108771"/>
                  </a:cubicBezTo>
                  <a:lnTo>
                    <a:pt x="13285" y="108771"/>
                  </a:lnTo>
                  <a:lnTo>
                    <a:pt x="13285" y="108771"/>
                  </a:lnTo>
                  <a:lnTo>
                    <a:pt x="13285" y="108771"/>
                  </a:lnTo>
                  <a:lnTo>
                    <a:pt x="13285" y="108771"/>
                  </a:lnTo>
                  <a:cubicBezTo>
                    <a:pt x="26571" y="108771"/>
                    <a:pt x="26571" y="119649"/>
                    <a:pt x="26571" y="119649"/>
                  </a:cubicBezTo>
                  <a:lnTo>
                    <a:pt x="26571" y="119649"/>
                  </a:lnTo>
                  <a:cubicBezTo>
                    <a:pt x="26571" y="119649"/>
                    <a:pt x="26571" y="119649"/>
                    <a:pt x="39428" y="119649"/>
                  </a:cubicBezTo>
                  <a:cubicBezTo>
                    <a:pt x="39428" y="108771"/>
                    <a:pt x="39428" y="97894"/>
                    <a:pt x="53142" y="87017"/>
                  </a:cubicBezTo>
                  <a:cubicBezTo>
                    <a:pt x="53142" y="76140"/>
                    <a:pt x="66428" y="76140"/>
                    <a:pt x="79714" y="65263"/>
                  </a:cubicBezTo>
                  <a:cubicBezTo>
                    <a:pt x="93000" y="65263"/>
                    <a:pt x="93000" y="65263"/>
                    <a:pt x="106285" y="54385"/>
                  </a:cubicBezTo>
                  <a:lnTo>
                    <a:pt x="106285" y="54385"/>
                  </a:lnTo>
                  <a:lnTo>
                    <a:pt x="106285" y="54385"/>
                  </a:lnTo>
                  <a:lnTo>
                    <a:pt x="106285" y="54385"/>
                  </a:lnTo>
                  <a:lnTo>
                    <a:pt x="106285" y="54385"/>
                  </a:lnTo>
                  <a:lnTo>
                    <a:pt x="106285" y="54385"/>
                  </a:lnTo>
                  <a:lnTo>
                    <a:pt x="106285" y="43508"/>
                  </a:lnTo>
                  <a:lnTo>
                    <a:pt x="106285" y="43508"/>
                  </a:lnTo>
                  <a:cubicBezTo>
                    <a:pt x="106285" y="43508"/>
                    <a:pt x="106285" y="43508"/>
                    <a:pt x="119571" y="43508"/>
                  </a:cubicBezTo>
                  <a:cubicBezTo>
                    <a:pt x="119571" y="43508"/>
                    <a:pt x="119571" y="43508"/>
                    <a:pt x="119571" y="32631"/>
                  </a:cubicBezTo>
                  <a:lnTo>
                    <a:pt x="106285" y="32631"/>
                  </a:lnTo>
                  <a:lnTo>
                    <a:pt x="106285" y="32631"/>
                  </a:lnTo>
                  <a:lnTo>
                    <a:pt x="106285" y="32631"/>
                  </a:lnTo>
                  <a:lnTo>
                    <a:pt x="106285" y="32631"/>
                  </a:lnTo>
                  <a:lnTo>
                    <a:pt x="106285" y="21754"/>
                  </a:lnTo>
                  <a:lnTo>
                    <a:pt x="106285" y="21754"/>
                  </a:lnTo>
                  <a:cubicBezTo>
                    <a:pt x="93000" y="21754"/>
                    <a:pt x="93000" y="32631"/>
                    <a:pt x="93000" y="32631"/>
                  </a:cubicBezTo>
                  <a:cubicBezTo>
                    <a:pt x="93000" y="32631"/>
                    <a:pt x="79714" y="32631"/>
                    <a:pt x="79714" y="21754"/>
                  </a:cubicBezTo>
                  <a:lnTo>
                    <a:pt x="79714" y="21754"/>
                  </a:lnTo>
                  <a:lnTo>
                    <a:pt x="79714" y="21754"/>
                  </a:lnTo>
                  <a:cubicBezTo>
                    <a:pt x="66428" y="21754"/>
                    <a:pt x="66428" y="21754"/>
                    <a:pt x="66428" y="21754"/>
                  </a:cubicBezTo>
                  <a:lnTo>
                    <a:pt x="66428" y="21754"/>
                  </a:lnTo>
                  <a:cubicBezTo>
                    <a:pt x="66428" y="21754"/>
                    <a:pt x="53142" y="21754"/>
                    <a:pt x="53142" y="10877"/>
                  </a:cubicBezTo>
                  <a:cubicBezTo>
                    <a:pt x="53142" y="10877"/>
                    <a:pt x="53142" y="10877"/>
                    <a:pt x="39428" y="10877"/>
                  </a:cubicBezTo>
                  <a:lnTo>
                    <a:pt x="39428" y="0"/>
                  </a:lnTo>
                  <a:lnTo>
                    <a:pt x="39428" y="0"/>
                  </a:lnTo>
                  <a:cubicBezTo>
                    <a:pt x="26571" y="0"/>
                    <a:pt x="26571" y="0"/>
                    <a:pt x="26571" y="10877"/>
                  </a:cubicBezTo>
                  <a:lnTo>
                    <a:pt x="13285" y="10877"/>
                  </a:lnTo>
                  <a:cubicBezTo>
                    <a:pt x="13285" y="10877"/>
                    <a:pt x="13285" y="10877"/>
                    <a:pt x="13285" y="21754"/>
                  </a:cubicBezTo>
                  <a:lnTo>
                    <a:pt x="13285" y="21754"/>
                  </a:lnTo>
                  <a:cubicBezTo>
                    <a:pt x="13285" y="32631"/>
                    <a:pt x="13285" y="32631"/>
                    <a:pt x="13285" y="32631"/>
                  </a:cubicBezTo>
                  <a:lnTo>
                    <a:pt x="13285" y="32631"/>
                  </a:lnTo>
                  <a:cubicBezTo>
                    <a:pt x="13285" y="43508"/>
                    <a:pt x="0" y="43508"/>
                    <a:pt x="0" y="54385"/>
                  </a:cubicBezTo>
                  <a:cubicBezTo>
                    <a:pt x="0" y="54385"/>
                    <a:pt x="0" y="54385"/>
                    <a:pt x="0" y="65263"/>
                  </a:cubicBezTo>
                  <a:lnTo>
                    <a:pt x="0" y="65263"/>
                  </a:lnTo>
                  <a:lnTo>
                    <a:pt x="13285" y="65263"/>
                  </a:lnTo>
                  <a:cubicBezTo>
                    <a:pt x="13285" y="54385"/>
                    <a:pt x="13285" y="65263"/>
                    <a:pt x="26571" y="65263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6" name="Shape 11896"/>
            <p:cNvSpPr/>
            <p:nvPr/>
          </p:nvSpPr>
          <p:spPr>
            <a:xfrm>
              <a:off x="2106613" y="2393950"/>
              <a:ext cx="201612" cy="3127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666" y="34246"/>
                  </a:moveTo>
                  <a:lnTo>
                    <a:pt x="6666" y="34246"/>
                  </a:lnTo>
                  <a:lnTo>
                    <a:pt x="13333" y="42807"/>
                  </a:lnTo>
                  <a:cubicBezTo>
                    <a:pt x="20000" y="47088"/>
                    <a:pt x="13333" y="51369"/>
                    <a:pt x="13333" y="51369"/>
                  </a:cubicBezTo>
                  <a:lnTo>
                    <a:pt x="13333" y="51369"/>
                  </a:lnTo>
                  <a:lnTo>
                    <a:pt x="13333" y="55650"/>
                  </a:lnTo>
                  <a:lnTo>
                    <a:pt x="13333" y="55650"/>
                  </a:lnTo>
                  <a:lnTo>
                    <a:pt x="13333" y="59930"/>
                  </a:lnTo>
                  <a:lnTo>
                    <a:pt x="13333" y="59930"/>
                  </a:lnTo>
                  <a:cubicBezTo>
                    <a:pt x="20000" y="64211"/>
                    <a:pt x="13333" y="68492"/>
                    <a:pt x="13333" y="68492"/>
                  </a:cubicBezTo>
                  <a:lnTo>
                    <a:pt x="13333" y="68492"/>
                  </a:lnTo>
                  <a:cubicBezTo>
                    <a:pt x="13333" y="72773"/>
                    <a:pt x="13333" y="72773"/>
                    <a:pt x="13333" y="72773"/>
                  </a:cubicBezTo>
                  <a:cubicBezTo>
                    <a:pt x="13333" y="77054"/>
                    <a:pt x="6666" y="77054"/>
                    <a:pt x="6666" y="77054"/>
                  </a:cubicBezTo>
                  <a:cubicBezTo>
                    <a:pt x="6666" y="77054"/>
                    <a:pt x="6666" y="81334"/>
                    <a:pt x="0" y="81334"/>
                  </a:cubicBezTo>
                  <a:lnTo>
                    <a:pt x="0" y="81334"/>
                  </a:lnTo>
                  <a:lnTo>
                    <a:pt x="0" y="81334"/>
                  </a:lnTo>
                  <a:lnTo>
                    <a:pt x="0" y="81334"/>
                  </a:lnTo>
                  <a:lnTo>
                    <a:pt x="0" y="81334"/>
                  </a:lnTo>
                  <a:lnTo>
                    <a:pt x="0" y="85615"/>
                  </a:lnTo>
                  <a:lnTo>
                    <a:pt x="0" y="85615"/>
                  </a:lnTo>
                  <a:lnTo>
                    <a:pt x="0" y="85615"/>
                  </a:lnTo>
                  <a:cubicBezTo>
                    <a:pt x="6666" y="85615"/>
                    <a:pt x="6666" y="89896"/>
                    <a:pt x="6666" y="89896"/>
                  </a:cubicBezTo>
                  <a:cubicBezTo>
                    <a:pt x="6666" y="89896"/>
                    <a:pt x="6666" y="89896"/>
                    <a:pt x="13333" y="89896"/>
                  </a:cubicBezTo>
                  <a:lnTo>
                    <a:pt x="13333" y="89896"/>
                  </a:lnTo>
                  <a:cubicBezTo>
                    <a:pt x="13333" y="89896"/>
                    <a:pt x="13333" y="89896"/>
                    <a:pt x="13333" y="94177"/>
                  </a:cubicBezTo>
                  <a:lnTo>
                    <a:pt x="13333" y="94177"/>
                  </a:lnTo>
                  <a:lnTo>
                    <a:pt x="20000" y="94177"/>
                  </a:lnTo>
                  <a:cubicBezTo>
                    <a:pt x="20000" y="89896"/>
                    <a:pt x="20000" y="89896"/>
                    <a:pt x="20000" y="89896"/>
                  </a:cubicBezTo>
                  <a:cubicBezTo>
                    <a:pt x="26666" y="89896"/>
                    <a:pt x="26666" y="89896"/>
                    <a:pt x="26666" y="89896"/>
                  </a:cubicBezTo>
                  <a:lnTo>
                    <a:pt x="26666" y="89896"/>
                  </a:lnTo>
                  <a:lnTo>
                    <a:pt x="33333" y="94177"/>
                  </a:lnTo>
                  <a:lnTo>
                    <a:pt x="33333" y="94177"/>
                  </a:lnTo>
                  <a:lnTo>
                    <a:pt x="33333" y="94177"/>
                  </a:lnTo>
                  <a:lnTo>
                    <a:pt x="33333" y="94177"/>
                  </a:lnTo>
                  <a:lnTo>
                    <a:pt x="33333" y="94177"/>
                  </a:lnTo>
                  <a:lnTo>
                    <a:pt x="33333" y="94177"/>
                  </a:lnTo>
                  <a:cubicBezTo>
                    <a:pt x="39784" y="94177"/>
                    <a:pt x="39784" y="94177"/>
                    <a:pt x="39784" y="94177"/>
                  </a:cubicBezTo>
                  <a:lnTo>
                    <a:pt x="39784" y="94177"/>
                  </a:lnTo>
                  <a:cubicBezTo>
                    <a:pt x="39784" y="98457"/>
                    <a:pt x="39784" y="98457"/>
                    <a:pt x="46666" y="98457"/>
                  </a:cubicBezTo>
                  <a:cubicBezTo>
                    <a:pt x="46666" y="98457"/>
                    <a:pt x="46666" y="98457"/>
                    <a:pt x="46666" y="102738"/>
                  </a:cubicBezTo>
                  <a:lnTo>
                    <a:pt x="46666" y="102738"/>
                  </a:lnTo>
                  <a:cubicBezTo>
                    <a:pt x="53333" y="102738"/>
                    <a:pt x="53333" y="107019"/>
                    <a:pt x="53333" y="107019"/>
                  </a:cubicBezTo>
                  <a:cubicBezTo>
                    <a:pt x="60000" y="107019"/>
                    <a:pt x="60000" y="107019"/>
                    <a:pt x="60000" y="107019"/>
                  </a:cubicBezTo>
                  <a:lnTo>
                    <a:pt x="60000" y="107019"/>
                  </a:lnTo>
                  <a:cubicBezTo>
                    <a:pt x="60000" y="111300"/>
                    <a:pt x="60000" y="111300"/>
                    <a:pt x="60000" y="111300"/>
                  </a:cubicBezTo>
                  <a:cubicBezTo>
                    <a:pt x="66451" y="111300"/>
                    <a:pt x="66451" y="115581"/>
                    <a:pt x="66451" y="115581"/>
                  </a:cubicBezTo>
                  <a:lnTo>
                    <a:pt x="66451" y="115581"/>
                  </a:lnTo>
                  <a:lnTo>
                    <a:pt x="66451" y="115581"/>
                  </a:lnTo>
                  <a:lnTo>
                    <a:pt x="66451" y="115581"/>
                  </a:lnTo>
                  <a:lnTo>
                    <a:pt x="66451" y="115581"/>
                  </a:lnTo>
                  <a:lnTo>
                    <a:pt x="66451" y="115581"/>
                  </a:lnTo>
                  <a:lnTo>
                    <a:pt x="66451" y="115581"/>
                  </a:lnTo>
                  <a:cubicBezTo>
                    <a:pt x="73333" y="115581"/>
                    <a:pt x="73333" y="115581"/>
                    <a:pt x="73333" y="115581"/>
                  </a:cubicBezTo>
                  <a:lnTo>
                    <a:pt x="73333" y="115581"/>
                  </a:lnTo>
                  <a:cubicBezTo>
                    <a:pt x="80000" y="115581"/>
                    <a:pt x="80000" y="115581"/>
                    <a:pt x="80000" y="115581"/>
                  </a:cubicBezTo>
                  <a:lnTo>
                    <a:pt x="86666" y="115581"/>
                  </a:lnTo>
                  <a:cubicBezTo>
                    <a:pt x="93118" y="115581"/>
                    <a:pt x="93118" y="115581"/>
                    <a:pt x="93118" y="115581"/>
                  </a:cubicBezTo>
                  <a:cubicBezTo>
                    <a:pt x="93118" y="115581"/>
                    <a:pt x="93118" y="119861"/>
                    <a:pt x="100000" y="119861"/>
                  </a:cubicBezTo>
                  <a:cubicBezTo>
                    <a:pt x="100000" y="115581"/>
                    <a:pt x="100000" y="111300"/>
                    <a:pt x="100000" y="107019"/>
                  </a:cubicBezTo>
                  <a:cubicBezTo>
                    <a:pt x="100000" y="107019"/>
                    <a:pt x="93118" y="107019"/>
                    <a:pt x="93118" y="102738"/>
                  </a:cubicBezTo>
                  <a:cubicBezTo>
                    <a:pt x="93118" y="102738"/>
                    <a:pt x="93118" y="102738"/>
                    <a:pt x="93118" y="98457"/>
                  </a:cubicBezTo>
                  <a:lnTo>
                    <a:pt x="93118" y="98457"/>
                  </a:lnTo>
                  <a:lnTo>
                    <a:pt x="93118" y="98457"/>
                  </a:lnTo>
                  <a:lnTo>
                    <a:pt x="93118" y="98457"/>
                  </a:lnTo>
                  <a:cubicBezTo>
                    <a:pt x="93118" y="94177"/>
                    <a:pt x="93118" y="94177"/>
                    <a:pt x="93118" y="94177"/>
                  </a:cubicBezTo>
                  <a:lnTo>
                    <a:pt x="93118" y="94177"/>
                  </a:lnTo>
                  <a:lnTo>
                    <a:pt x="93118" y="94177"/>
                  </a:lnTo>
                  <a:lnTo>
                    <a:pt x="93118" y="89896"/>
                  </a:lnTo>
                  <a:lnTo>
                    <a:pt x="93118" y="89896"/>
                  </a:lnTo>
                  <a:lnTo>
                    <a:pt x="93118" y="89896"/>
                  </a:lnTo>
                  <a:cubicBezTo>
                    <a:pt x="93118" y="85615"/>
                    <a:pt x="93118" y="85615"/>
                    <a:pt x="93118" y="85615"/>
                  </a:cubicBezTo>
                  <a:cubicBezTo>
                    <a:pt x="93118" y="85615"/>
                    <a:pt x="93118" y="85615"/>
                    <a:pt x="93118" y="81334"/>
                  </a:cubicBezTo>
                  <a:lnTo>
                    <a:pt x="93118" y="81334"/>
                  </a:lnTo>
                  <a:lnTo>
                    <a:pt x="100000" y="77054"/>
                  </a:lnTo>
                  <a:lnTo>
                    <a:pt x="100000" y="77054"/>
                  </a:lnTo>
                  <a:cubicBezTo>
                    <a:pt x="100000" y="77054"/>
                    <a:pt x="100000" y="77054"/>
                    <a:pt x="106666" y="81334"/>
                  </a:cubicBezTo>
                  <a:lnTo>
                    <a:pt x="106666" y="81334"/>
                  </a:lnTo>
                  <a:lnTo>
                    <a:pt x="113333" y="81334"/>
                  </a:lnTo>
                  <a:lnTo>
                    <a:pt x="113333" y="81334"/>
                  </a:lnTo>
                  <a:lnTo>
                    <a:pt x="113333" y="81334"/>
                  </a:lnTo>
                  <a:lnTo>
                    <a:pt x="113333" y="81334"/>
                  </a:lnTo>
                  <a:cubicBezTo>
                    <a:pt x="113333" y="77054"/>
                    <a:pt x="119784" y="77054"/>
                    <a:pt x="119784" y="77054"/>
                  </a:cubicBezTo>
                  <a:lnTo>
                    <a:pt x="119784" y="77054"/>
                  </a:lnTo>
                  <a:lnTo>
                    <a:pt x="119784" y="77054"/>
                  </a:lnTo>
                  <a:lnTo>
                    <a:pt x="119784" y="77054"/>
                  </a:lnTo>
                  <a:lnTo>
                    <a:pt x="119784" y="72773"/>
                  </a:lnTo>
                  <a:lnTo>
                    <a:pt x="119784" y="72773"/>
                  </a:lnTo>
                  <a:lnTo>
                    <a:pt x="119784" y="68492"/>
                  </a:lnTo>
                  <a:lnTo>
                    <a:pt x="119784" y="68492"/>
                  </a:lnTo>
                  <a:cubicBezTo>
                    <a:pt x="119784" y="64211"/>
                    <a:pt x="119784" y="59930"/>
                    <a:pt x="119784" y="59930"/>
                  </a:cubicBezTo>
                  <a:lnTo>
                    <a:pt x="119784" y="55650"/>
                  </a:lnTo>
                  <a:lnTo>
                    <a:pt x="119784" y="55650"/>
                  </a:lnTo>
                  <a:lnTo>
                    <a:pt x="119784" y="55650"/>
                  </a:lnTo>
                  <a:lnTo>
                    <a:pt x="119784" y="51369"/>
                  </a:lnTo>
                  <a:lnTo>
                    <a:pt x="119784" y="51369"/>
                  </a:lnTo>
                  <a:lnTo>
                    <a:pt x="119784" y="51369"/>
                  </a:lnTo>
                  <a:cubicBezTo>
                    <a:pt x="119784" y="47088"/>
                    <a:pt x="119784" y="47088"/>
                    <a:pt x="119784" y="47088"/>
                  </a:cubicBezTo>
                  <a:cubicBezTo>
                    <a:pt x="119784" y="47088"/>
                    <a:pt x="119784" y="47088"/>
                    <a:pt x="113333" y="47088"/>
                  </a:cubicBezTo>
                  <a:lnTo>
                    <a:pt x="113333" y="47088"/>
                  </a:lnTo>
                  <a:lnTo>
                    <a:pt x="113333" y="47088"/>
                  </a:lnTo>
                  <a:lnTo>
                    <a:pt x="113333" y="47088"/>
                  </a:lnTo>
                  <a:cubicBezTo>
                    <a:pt x="106666" y="47088"/>
                    <a:pt x="106666" y="47088"/>
                    <a:pt x="106666" y="47088"/>
                  </a:cubicBezTo>
                  <a:lnTo>
                    <a:pt x="106666" y="47088"/>
                  </a:lnTo>
                  <a:cubicBezTo>
                    <a:pt x="100000" y="47088"/>
                    <a:pt x="100000" y="47088"/>
                    <a:pt x="100000" y="47088"/>
                  </a:cubicBezTo>
                  <a:cubicBezTo>
                    <a:pt x="100000" y="47088"/>
                    <a:pt x="100000" y="47088"/>
                    <a:pt x="100000" y="42807"/>
                  </a:cubicBezTo>
                  <a:cubicBezTo>
                    <a:pt x="100000" y="42807"/>
                    <a:pt x="100000" y="42807"/>
                    <a:pt x="93118" y="42807"/>
                  </a:cubicBezTo>
                  <a:lnTo>
                    <a:pt x="93118" y="38665"/>
                  </a:lnTo>
                  <a:lnTo>
                    <a:pt x="86666" y="38665"/>
                  </a:lnTo>
                  <a:lnTo>
                    <a:pt x="86666" y="38665"/>
                  </a:lnTo>
                  <a:lnTo>
                    <a:pt x="80000" y="42807"/>
                  </a:lnTo>
                  <a:cubicBezTo>
                    <a:pt x="73333" y="42807"/>
                    <a:pt x="73333" y="38665"/>
                    <a:pt x="73333" y="38665"/>
                  </a:cubicBezTo>
                  <a:cubicBezTo>
                    <a:pt x="66451" y="38665"/>
                    <a:pt x="66451" y="38665"/>
                    <a:pt x="66451" y="34246"/>
                  </a:cubicBezTo>
                  <a:cubicBezTo>
                    <a:pt x="66451" y="34246"/>
                    <a:pt x="60000" y="34246"/>
                    <a:pt x="60000" y="29965"/>
                  </a:cubicBezTo>
                  <a:lnTo>
                    <a:pt x="60000" y="29965"/>
                  </a:lnTo>
                  <a:lnTo>
                    <a:pt x="60000" y="29965"/>
                  </a:lnTo>
                  <a:cubicBezTo>
                    <a:pt x="60000" y="29965"/>
                    <a:pt x="60000" y="29965"/>
                    <a:pt x="66451" y="29965"/>
                  </a:cubicBezTo>
                  <a:cubicBezTo>
                    <a:pt x="66451" y="25684"/>
                    <a:pt x="66451" y="25684"/>
                    <a:pt x="66451" y="25684"/>
                  </a:cubicBezTo>
                  <a:cubicBezTo>
                    <a:pt x="60000" y="25684"/>
                    <a:pt x="60000" y="25684"/>
                    <a:pt x="60000" y="21542"/>
                  </a:cubicBezTo>
                  <a:lnTo>
                    <a:pt x="60000" y="21542"/>
                  </a:lnTo>
                  <a:lnTo>
                    <a:pt x="60000" y="21542"/>
                  </a:lnTo>
                  <a:lnTo>
                    <a:pt x="60000" y="21542"/>
                  </a:lnTo>
                  <a:cubicBezTo>
                    <a:pt x="53333" y="21542"/>
                    <a:pt x="53333" y="17123"/>
                    <a:pt x="53333" y="17123"/>
                  </a:cubicBezTo>
                  <a:lnTo>
                    <a:pt x="53333" y="17123"/>
                  </a:lnTo>
                  <a:lnTo>
                    <a:pt x="53333" y="17123"/>
                  </a:lnTo>
                  <a:lnTo>
                    <a:pt x="53333" y="17123"/>
                  </a:lnTo>
                  <a:lnTo>
                    <a:pt x="53333" y="17123"/>
                  </a:lnTo>
                  <a:lnTo>
                    <a:pt x="53333" y="12842"/>
                  </a:lnTo>
                  <a:lnTo>
                    <a:pt x="53333" y="12842"/>
                  </a:lnTo>
                  <a:cubicBezTo>
                    <a:pt x="53333" y="12842"/>
                    <a:pt x="53333" y="12842"/>
                    <a:pt x="60000" y="12842"/>
                  </a:cubicBezTo>
                  <a:lnTo>
                    <a:pt x="60000" y="8561"/>
                  </a:lnTo>
                  <a:cubicBezTo>
                    <a:pt x="60000" y="8561"/>
                    <a:pt x="60000" y="4418"/>
                    <a:pt x="60000" y="0"/>
                  </a:cubicBezTo>
                  <a:lnTo>
                    <a:pt x="60000" y="0"/>
                  </a:lnTo>
                  <a:lnTo>
                    <a:pt x="60000" y="0"/>
                  </a:lnTo>
                  <a:lnTo>
                    <a:pt x="53333" y="0"/>
                  </a:lnTo>
                  <a:lnTo>
                    <a:pt x="53333" y="0"/>
                  </a:lnTo>
                  <a:cubicBezTo>
                    <a:pt x="46666" y="17123"/>
                    <a:pt x="46666" y="17123"/>
                    <a:pt x="46666" y="17123"/>
                  </a:cubicBezTo>
                  <a:cubicBezTo>
                    <a:pt x="39784" y="4418"/>
                    <a:pt x="39784" y="4418"/>
                    <a:pt x="39784" y="4418"/>
                  </a:cubicBezTo>
                  <a:lnTo>
                    <a:pt x="39784" y="4418"/>
                  </a:lnTo>
                  <a:lnTo>
                    <a:pt x="39784" y="8561"/>
                  </a:lnTo>
                  <a:lnTo>
                    <a:pt x="33333" y="12842"/>
                  </a:lnTo>
                  <a:lnTo>
                    <a:pt x="33333" y="12842"/>
                  </a:lnTo>
                  <a:cubicBezTo>
                    <a:pt x="33333" y="17123"/>
                    <a:pt x="33333" y="17123"/>
                    <a:pt x="33333" y="21542"/>
                  </a:cubicBezTo>
                  <a:lnTo>
                    <a:pt x="26666" y="21542"/>
                  </a:lnTo>
                  <a:cubicBezTo>
                    <a:pt x="20000" y="21542"/>
                    <a:pt x="20000" y="21542"/>
                    <a:pt x="20000" y="25684"/>
                  </a:cubicBezTo>
                  <a:lnTo>
                    <a:pt x="20000" y="25684"/>
                  </a:lnTo>
                  <a:lnTo>
                    <a:pt x="20000" y="25684"/>
                  </a:lnTo>
                  <a:lnTo>
                    <a:pt x="20000" y="25684"/>
                  </a:lnTo>
                  <a:cubicBezTo>
                    <a:pt x="20000" y="29965"/>
                    <a:pt x="20000" y="29965"/>
                    <a:pt x="20000" y="29965"/>
                  </a:cubicBezTo>
                  <a:lnTo>
                    <a:pt x="20000" y="29965"/>
                  </a:lnTo>
                  <a:cubicBezTo>
                    <a:pt x="20000" y="34246"/>
                    <a:pt x="13333" y="34246"/>
                    <a:pt x="13333" y="34246"/>
                  </a:cubicBezTo>
                  <a:cubicBezTo>
                    <a:pt x="13333" y="34246"/>
                    <a:pt x="13333" y="34246"/>
                    <a:pt x="6666" y="34246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7" name="Shape 11897"/>
            <p:cNvSpPr/>
            <p:nvPr/>
          </p:nvSpPr>
          <p:spPr>
            <a:xfrm>
              <a:off x="2228850" y="2393950"/>
              <a:ext cx="223838" cy="2238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" y="11980"/>
                  </a:moveTo>
                  <a:lnTo>
                    <a:pt x="11980" y="11980"/>
                  </a:lnTo>
                  <a:cubicBezTo>
                    <a:pt x="11980" y="17971"/>
                    <a:pt x="11980" y="23961"/>
                    <a:pt x="11980" y="23961"/>
                  </a:cubicBezTo>
                  <a:lnTo>
                    <a:pt x="5990" y="30144"/>
                  </a:lnTo>
                  <a:lnTo>
                    <a:pt x="0" y="30144"/>
                  </a:lnTo>
                  <a:cubicBezTo>
                    <a:pt x="0" y="30144"/>
                    <a:pt x="0" y="30144"/>
                    <a:pt x="0" y="23961"/>
                  </a:cubicBezTo>
                  <a:cubicBezTo>
                    <a:pt x="0" y="30144"/>
                    <a:pt x="0" y="30144"/>
                    <a:pt x="0" y="30144"/>
                  </a:cubicBezTo>
                  <a:lnTo>
                    <a:pt x="0" y="30144"/>
                  </a:lnTo>
                  <a:cubicBezTo>
                    <a:pt x="0" y="35942"/>
                    <a:pt x="0" y="35942"/>
                    <a:pt x="0" y="35942"/>
                  </a:cubicBezTo>
                  <a:lnTo>
                    <a:pt x="0" y="41932"/>
                  </a:lnTo>
                  <a:lnTo>
                    <a:pt x="0" y="41932"/>
                  </a:lnTo>
                  <a:lnTo>
                    <a:pt x="0" y="41932"/>
                  </a:lnTo>
                  <a:cubicBezTo>
                    <a:pt x="0" y="41932"/>
                    <a:pt x="0" y="47922"/>
                    <a:pt x="5990" y="47922"/>
                  </a:cubicBezTo>
                  <a:lnTo>
                    <a:pt x="5990" y="47922"/>
                  </a:lnTo>
                  <a:lnTo>
                    <a:pt x="5990" y="47922"/>
                  </a:lnTo>
                  <a:cubicBezTo>
                    <a:pt x="11980" y="41932"/>
                    <a:pt x="11980" y="41932"/>
                    <a:pt x="11980" y="41932"/>
                  </a:cubicBezTo>
                  <a:cubicBezTo>
                    <a:pt x="11980" y="41932"/>
                    <a:pt x="17777" y="41932"/>
                    <a:pt x="17777" y="47922"/>
                  </a:cubicBezTo>
                  <a:lnTo>
                    <a:pt x="17777" y="47922"/>
                  </a:lnTo>
                  <a:cubicBezTo>
                    <a:pt x="23961" y="47922"/>
                    <a:pt x="29951" y="54106"/>
                    <a:pt x="29951" y="54106"/>
                  </a:cubicBezTo>
                  <a:lnTo>
                    <a:pt x="29951" y="54106"/>
                  </a:lnTo>
                  <a:lnTo>
                    <a:pt x="29951" y="54106"/>
                  </a:lnTo>
                  <a:lnTo>
                    <a:pt x="29951" y="54106"/>
                  </a:lnTo>
                  <a:lnTo>
                    <a:pt x="35942" y="54106"/>
                  </a:lnTo>
                  <a:lnTo>
                    <a:pt x="35942" y="54106"/>
                  </a:lnTo>
                  <a:lnTo>
                    <a:pt x="35942" y="54106"/>
                  </a:lnTo>
                  <a:cubicBezTo>
                    <a:pt x="41739" y="54106"/>
                    <a:pt x="41739" y="54106"/>
                    <a:pt x="41739" y="54106"/>
                  </a:cubicBezTo>
                  <a:cubicBezTo>
                    <a:pt x="41739" y="54106"/>
                    <a:pt x="41739" y="54106"/>
                    <a:pt x="47922" y="54106"/>
                  </a:cubicBezTo>
                  <a:lnTo>
                    <a:pt x="47922" y="54106"/>
                  </a:lnTo>
                  <a:lnTo>
                    <a:pt x="47922" y="54106"/>
                  </a:lnTo>
                  <a:cubicBezTo>
                    <a:pt x="47922" y="54106"/>
                    <a:pt x="53913" y="54106"/>
                    <a:pt x="53913" y="59903"/>
                  </a:cubicBezTo>
                  <a:lnTo>
                    <a:pt x="53913" y="59903"/>
                  </a:lnTo>
                  <a:cubicBezTo>
                    <a:pt x="53913" y="65893"/>
                    <a:pt x="53913" y="65893"/>
                    <a:pt x="53913" y="65893"/>
                  </a:cubicBezTo>
                  <a:lnTo>
                    <a:pt x="53913" y="65893"/>
                  </a:lnTo>
                  <a:cubicBezTo>
                    <a:pt x="53913" y="71884"/>
                    <a:pt x="47922" y="71884"/>
                    <a:pt x="47922" y="71884"/>
                  </a:cubicBezTo>
                  <a:lnTo>
                    <a:pt x="47922" y="71884"/>
                  </a:lnTo>
                  <a:lnTo>
                    <a:pt x="47922" y="77874"/>
                  </a:lnTo>
                  <a:lnTo>
                    <a:pt x="47922" y="77874"/>
                  </a:lnTo>
                  <a:cubicBezTo>
                    <a:pt x="47922" y="77874"/>
                    <a:pt x="47922" y="77874"/>
                    <a:pt x="47922" y="83864"/>
                  </a:cubicBezTo>
                  <a:cubicBezTo>
                    <a:pt x="47922" y="83864"/>
                    <a:pt x="53913" y="83864"/>
                    <a:pt x="53913" y="89855"/>
                  </a:cubicBezTo>
                  <a:lnTo>
                    <a:pt x="53913" y="89855"/>
                  </a:lnTo>
                  <a:cubicBezTo>
                    <a:pt x="53913" y="95845"/>
                    <a:pt x="53913" y="95845"/>
                    <a:pt x="53913" y="95845"/>
                  </a:cubicBezTo>
                  <a:lnTo>
                    <a:pt x="53913" y="101835"/>
                  </a:lnTo>
                  <a:lnTo>
                    <a:pt x="53913" y="101835"/>
                  </a:lnTo>
                  <a:lnTo>
                    <a:pt x="53913" y="101835"/>
                  </a:lnTo>
                  <a:lnTo>
                    <a:pt x="53913" y="101835"/>
                  </a:lnTo>
                  <a:cubicBezTo>
                    <a:pt x="53913" y="107826"/>
                    <a:pt x="53913" y="107826"/>
                    <a:pt x="53913" y="107826"/>
                  </a:cubicBezTo>
                  <a:cubicBezTo>
                    <a:pt x="53913" y="107826"/>
                    <a:pt x="53913" y="107826"/>
                    <a:pt x="53913" y="113816"/>
                  </a:cubicBezTo>
                  <a:lnTo>
                    <a:pt x="53913" y="113816"/>
                  </a:lnTo>
                  <a:lnTo>
                    <a:pt x="53913" y="113816"/>
                  </a:lnTo>
                  <a:cubicBezTo>
                    <a:pt x="59903" y="113816"/>
                    <a:pt x="59903" y="113816"/>
                    <a:pt x="59903" y="119806"/>
                  </a:cubicBezTo>
                  <a:lnTo>
                    <a:pt x="59903" y="119806"/>
                  </a:lnTo>
                  <a:lnTo>
                    <a:pt x="59903" y="119806"/>
                  </a:lnTo>
                  <a:lnTo>
                    <a:pt x="59903" y="119806"/>
                  </a:lnTo>
                  <a:lnTo>
                    <a:pt x="59903" y="119806"/>
                  </a:lnTo>
                  <a:cubicBezTo>
                    <a:pt x="65700" y="119806"/>
                    <a:pt x="65700" y="119806"/>
                    <a:pt x="65700" y="119806"/>
                  </a:cubicBezTo>
                  <a:lnTo>
                    <a:pt x="71884" y="119806"/>
                  </a:lnTo>
                  <a:lnTo>
                    <a:pt x="71884" y="119806"/>
                  </a:lnTo>
                  <a:lnTo>
                    <a:pt x="71884" y="119806"/>
                  </a:lnTo>
                  <a:lnTo>
                    <a:pt x="71884" y="119806"/>
                  </a:lnTo>
                  <a:lnTo>
                    <a:pt x="71884" y="119806"/>
                  </a:lnTo>
                  <a:cubicBezTo>
                    <a:pt x="77874" y="113816"/>
                    <a:pt x="77874" y="113816"/>
                    <a:pt x="77874" y="113816"/>
                  </a:cubicBezTo>
                  <a:lnTo>
                    <a:pt x="77874" y="113816"/>
                  </a:lnTo>
                  <a:cubicBezTo>
                    <a:pt x="83864" y="113816"/>
                    <a:pt x="83864" y="113816"/>
                    <a:pt x="83864" y="107826"/>
                  </a:cubicBezTo>
                  <a:cubicBezTo>
                    <a:pt x="83864" y="107826"/>
                    <a:pt x="77874" y="107826"/>
                    <a:pt x="77874" y="101835"/>
                  </a:cubicBezTo>
                  <a:lnTo>
                    <a:pt x="77874" y="101835"/>
                  </a:lnTo>
                  <a:cubicBezTo>
                    <a:pt x="77874" y="101835"/>
                    <a:pt x="77874" y="101835"/>
                    <a:pt x="77874" y="95845"/>
                  </a:cubicBezTo>
                  <a:lnTo>
                    <a:pt x="77874" y="95845"/>
                  </a:lnTo>
                  <a:cubicBezTo>
                    <a:pt x="77874" y="95845"/>
                    <a:pt x="77874" y="95845"/>
                    <a:pt x="77874" y="89855"/>
                  </a:cubicBezTo>
                  <a:lnTo>
                    <a:pt x="77874" y="89855"/>
                  </a:lnTo>
                  <a:cubicBezTo>
                    <a:pt x="77874" y="89855"/>
                    <a:pt x="71884" y="89855"/>
                    <a:pt x="71884" y="83864"/>
                  </a:cubicBezTo>
                  <a:lnTo>
                    <a:pt x="71884" y="83864"/>
                  </a:lnTo>
                  <a:lnTo>
                    <a:pt x="77874" y="83864"/>
                  </a:lnTo>
                  <a:cubicBezTo>
                    <a:pt x="77874" y="77874"/>
                    <a:pt x="77874" y="77874"/>
                    <a:pt x="77874" y="77874"/>
                  </a:cubicBezTo>
                  <a:lnTo>
                    <a:pt x="77874" y="77874"/>
                  </a:lnTo>
                  <a:lnTo>
                    <a:pt x="83864" y="77874"/>
                  </a:lnTo>
                  <a:lnTo>
                    <a:pt x="83864" y="77874"/>
                  </a:lnTo>
                  <a:cubicBezTo>
                    <a:pt x="83864" y="83864"/>
                    <a:pt x="83864" y="83864"/>
                    <a:pt x="83864" y="83864"/>
                  </a:cubicBezTo>
                  <a:cubicBezTo>
                    <a:pt x="83864" y="83864"/>
                    <a:pt x="83864" y="77874"/>
                    <a:pt x="89661" y="77874"/>
                  </a:cubicBezTo>
                  <a:lnTo>
                    <a:pt x="89661" y="77874"/>
                  </a:lnTo>
                  <a:lnTo>
                    <a:pt x="89661" y="83864"/>
                  </a:lnTo>
                  <a:lnTo>
                    <a:pt x="89661" y="83864"/>
                  </a:lnTo>
                  <a:lnTo>
                    <a:pt x="89661" y="83864"/>
                  </a:lnTo>
                  <a:cubicBezTo>
                    <a:pt x="95845" y="83864"/>
                    <a:pt x="95845" y="83864"/>
                    <a:pt x="95845" y="83864"/>
                  </a:cubicBezTo>
                  <a:lnTo>
                    <a:pt x="101835" y="83864"/>
                  </a:lnTo>
                  <a:lnTo>
                    <a:pt x="101835" y="83864"/>
                  </a:lnTo>
                  <a:lnTo>
                    <a:pt x="101835" y="83864"/>
                  </a:lnTo>
                  <a:lnTo>
                    <a:pt x="101835" y="83864"/>
                  </a:lnTo>
                  <a:cubicBezTo>
                    <a:pt x="101835" y="83864"/>
                    <a:pt x="101835" y="83864"/>
                    <a:pt x="107826" y="83864"/>
                  </a:cubicBezTo>
                  <a:lnTo>
                    <a:pt x="107826" y="83864"/>
                  </a:lnTo>
                  <a:lnTo>
                    <a:pt x="107826" y="83864"/>
                  </a:lnTo>
                  <a:lnTo>
                    <a:pt x="107826" y="83864"/>
                  </a:lnTo>
                  <a:cubicBezTo>
                    <a:pt x="107826" y="77874"/>
                    <a:pt x="113623" y="77874"/>
                    <a:pt x="113623" y="77874"/>
                  </a:cubicBezTo>
                  <a:lnTo>
                    <a:pt x="113623" y="77874"/>
                  </a:lnTo>
                  <a:lnTo>
                    <a:pt x="113623" y="77874"/>
                  </a:lnTo>
                  <a:lnTo>
                    <a:pt x="113623" y="77874"/>
                  </a:lnTo>
                  <a:lnTo>
                    <a:pt x="113623" y="77874"/>
                  </a:lnTo>
                  <a:cubicBezTo>
                    <a:pt x="113623" y="77874"/>
                    <a:pt x="113623" y="77874"/>
                    <a:pt x="119806" y="77874"/>
                  </a:cubicBezTo>
                  <a:cubicBezTo>
                    <a:pt x="113623" y="77874"/>
                    <a:pt x="113623" y="77874"/>
                    <a:pt x="113623" y="77874"/>
                  </a:cubicBezTo>
                  <a:lnTo>
                    <a:pt x="113623" y="77874"/>
                  </a:lnTo>
                  <a:lnTo>
                    <a:pt x="113623" y="77874"/>
                  </a:lnTo>
                  <a:cubicBezTo>
                    <a:pt x="113623" y="77874"/>
                    <a:pt x="113623" y="77874"/>
                    <a:pt x="113623" y="71884"/>
                  </a:cubicBezTo>
                  <a:lnTo>
                    <a:pt x="113623" y="71884"/>
                  </a:lnTo>
                  <a:cubicBezTo>
                    <a:pt x="113623" y="65893"/>
                    <a:pt x="107826" y="65893"/>
                    <a:pt x="107826" y="65893"/>
                  </a:cubicBezTo>
                  <a:cubicBezTo>
                    <a:pt x="107826" y="65893"/>
                    <a:pt x="107826" y="65893"/>
                    <a:pt x="107826" y="59903"/>
                  </a:cubicBezTo>
                  <a:lnTo>
                    <a:pt x="107826" y="59903"/>
                  </a:lnTo>
                  <a:cubicBezTo>
                    <a:pt x="107826" y="59903"/>
                    <a:pt x="107826" y="59903"/>
                    <a:pt x="113623" y="54106"/>
                  </a:cubicBezTo>
                  <a:lnTo>
                    <a:pt x="113623" y="54106"/>
                  </a:lnTo>
                  <a:lnTo>
                    <a:pt x="113623" y="54106"/>
                  </a:lnTo>
                  <a:cubicBezTo>
                    <a:pt x="113623" y="54106"/>
                    <a:pt x="113623" y="47922"/>
                    <a:pt x="119806" y="47922"/>
                  </a:cubicBezTo>
                  <a:lnTo>
                    <a:pt x="119806" y="41932"/>
                  </a:lnTo>
                  <a:lnTo>
                    <a:pt x="119806" y="41932"/>
                  </a:lnTo>
                  <a:lnTo>
                    <a:pt x="119806" y="41932"/>
                  </a:lnTo>
                  <a:cubicBezTo>
                    <a:pt x="119806" y="35942"/>
                    <a:pt x="119806" y="35942"/>
                    <a:pt x="119806" y="35942"/>
                  </a:cubicBezTo>
                  <a:cubicBezTo>
                    <a:pt x="119806" y="35942"/>
                    <a:pt x="113623" y="35942"/>
                    <a:pt x="113623" y="30144"/>
                  </a:cubicBezTo>
                  <a:cubicBezTo>
                    <a:pt x="107826" y="35942"/>
                    <a:pt x="107826" y="35942"/>
                    <a:pt x="107826" y="35942"/>
                  </a:cubicBezTo>
                  <a:cubicBezTo>
                    <a:pt x="113623" y="23961"/>
                    <a:pt x="113623" y="23961"/>
                    <a:pt x="113623" y="23961"/>
                  </a:cubicBezTo>
                  <a:lnTo>
                    <a:pt x="113623" y="23961"/>
                  </a:lnTo>
                  <a:lnTo>
                    <a:pt x="113623" y="23961"/>
                  </a:lnTo>
                  <a:cubicBezTo>
                    <a:pt x="107826" y="23961"/>
                    <a:pt x="101835" y="17971"/>
                    <a:pt x="101835" y="17971"/>
                  </a:cubicBezTo>
                  <a:cubicBezTo>
                    <a:pt x="95845" y="17971"/>
                    <a:pt x="95845" y="11980"/>
                    <a:pt x="95845" y="11980"/>
                  </a:cubicBezTo>
                  <a:lnTo>
                    <a:pt x="95845" y="11980"/>
                  </a:lnTo>
                  <a:cubicBezTo>
                    <a:pt x="95845" y="11980"/>
                    <a:pt x="95845" y="11980"/>
                    <a:pt x="89661" y="11980"/>
                  </a:cubicBezTo>
                  <a:lnTo>
                    <a:pt x="89661" y="11980"/>
                  </a:lnTo>
                  <a:lnTo>
                    <a:pt x="89661" y="11980"/>
                  </a:lnTo>
                  <a:cubicBezTo>
                    <a:pt x="77874" y="17971"/>
                    <a:pt x="77874" y="17971"/>
                    <a:pt x="77874" y="17971"/>
                  </a:cubicBezTo>
                  <a:lnTo>
                    <a:pt x="77874" y="17971"/>
                  </a:lnTo>
                  <a:cubicBezTo>
                    <a:pt x="77874" y="17971"/>
                    <a:pt x="71884" y="11980"/>
                    <a:pt x="65700" y="11980"/>
                  </a:cubicBezTo>
                  <a:cubicBezTo>
                    <a:pt x="65700" y="11980"/>
                    <a:pt x="65700" y="11980"/>
                    <a:pt x="59903" y="11980"/>
                  </a:cubicBezTo>
                  <a:lnTo>
                    <a:pt x="59903" y="11980"/>
                  </a:lnTo>
                  <a:cubicBezTo>
                    <a:pt x="53913" y="11980"/>
                    <a:pt x="53913" y="11980"/>
                    <a:pt x="47922" y="11980"/>
                  </a:cubicBezTo>
                  <a:lnTo>
                    <a:pt x="47922" y="11980"/>
                  </a:lnTo>
                  <a:lnTo>
                    <a:pt x="47922" y="11980"/>
                  </a:lnTo>
                  <a:cubicBezTo>
                    <a:pt x="41739" y="11980"/>
                    <a:pt x="41739" y="11980"/>
                    <a:pt x="41739" y="11980"/>
                  </a:cubicBezTo>
                  <a:cubicBezTo>
                    <a:pt x="41739" y="11980"/>
                    <a:pt x="35942" y="11980"/>
                    <a:pt x="35942" y="6183"/>
                  </a:cubicBezTo>
                  <a:cubicBezTo>
                    <a:pt x="35942" y="6183"/>
                    <a:pt x="35942" y="6183"/>
                    <a:pt x="35942" y="0"/>
                  </a:cubicBezTo>
                  <a:cubicBezTo>
                    <a:pt x="35942" y="0"/>
                    <a:pt x="29951" y="0"/>
                    <a:pt x="23961" y="0"/>
                  </a:cubicBezTo>
                  <a:lnTo>
                    <a:pt x="23961" y="0"/>
                  </a:lnTo>
                  <a:lnTo>
                    <a:pt x="17777" y="0"/>
                  </a:lnTo>
                  <a:lnTo>
                    <a:pt x="11980" y="6183"/>
                  </a:lnTo>
                  <a:lnTo>
                    <a:pt x="11980" y="6183"/>
                  </a:lnTo>
                  <a:lnTo>
                    <a:pt x="11980" y="6183"/>
                  </a:lnTo>
                  <a:lnTo>
                    <a:pt x="11980" y="6183"/>
                  </a:lnTo>
                  <a:lnTo>
                    <a:pt x="11980" y="1198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8" name="Shape 11898"/>
            <p:cNvSpPr/>
            <p:nvPr/>
          </p:nvSpPr>
          <p:spPr>
            <a:xfrm>
              <a:off x="2486025" y="2605088"/>
              <a:ext cx="1588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9" name="Shape 11899"/>
            <p:cNvSpPr/>
            <p:nvPr/>
          </p:nvSpPr>
          <p:spPr>
            <a:xfrm>
              <a:off x="2452688" y="2471738"/>
              <a:ext cx="66675" cy="134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9893" y="0"/>
                  </a:moveTo>
                  <a:lnTo>
                    <a:pt x="19893" y="0"/>
                  </a:lnTo>
                  <a:cubicBezTo>
                    <a:pt x="39786" y="9973"/>
                    <a:pt x="39786" y="9973"/>
                    <a:pt x="39786" y="20268"/>
                  </a:cubicBezTo>
                  <a:lnTo>
                    <a:pt x="39786" y="20268"/>
                  </a:lnTo>
                  <a:lnTo>
                    <a:pt x="39786" y="20268"/>
                  </a:lnTo>
                  <a:cubicBezTo>
                    <a:pt x="19893" y="29919"/>
                    <a:pt x="19893" y="29919"/>
                    <a:pt x="19893" y="29919"/>
                  </a:cubicBezTo>
                  <a:lnTo>
                    <a:pt x="19893" y="29919"/>
                  </a:lnTo>
                  <a:lnTo>
                    <a:pt x="19893" y="29919"/>
                  </a:lnTo>
                  <a:lnTo>
                    <a:pt x="0" y="29919"/>
                  </a:lnTo>
                  <a:lnTo>
                    <a:pt x="0" y="29919"/>
                  </a:lnTo>
                  <a:lnTo>
                    <a:pt x="0" y="29919"/>
                  </a:lnTo>
                  <a:lnTo>
                    <a:pt x="0" y="29919"/>
                  </a:lnTo>
                  <a:cubicBezTo>
                    <a:pt x="0" y="39892"/>
                    <a:pt x="0" y="39892"/>
                    <a:pt x="0" y="39892"/>
                  </a:cubicBezTo>
                  <a:cubicBezTo>
                    <a:pt x="19893" y="39892"/>
                    <a:pt x="19893" y="39892"/>
                    <a:pt x="19893" y="39892"/>
                  </a:cubicBezTo>
                  <a:lnTo>
                    <a:pt x="19893" y="39892"/>
                  </a:lnTo>
                  <a:lnTo>
                    <a:pt x="19893" y="39892"/>
                  </a:lnTo>
                  <a:cubicBezTo>
                    <a:pt x="39786" y="39892"/>
                    <a:pt x="39786" y="39892"/>
                    <a:pt x="39786" y="49865"/>
                  </a:cubicBezTo>
                  <a:cubicBezTo>
                    <a:pt x="59037" y="49865"/>
                    <a:pt x="59037" y="49865"/>
                    <a:pt x="59037" y="49865"/>
                  </a:cubicBezTo>
                  <a:cubicBezTo>
                    <a:pt x="59037" y="59839"/>
                    <a:pt x="59037" y="59839"/>
                    <a:pt x="59037" y="59839"/>
                  </a:cubicBezTo>
                  <a:lnTo>
                    <a:pt x="39786" y="59839"/>
                  </a:lnTo>
                  <a:cubicBezTo>
                    <a:pt x="59037" y="69812"/>
                    <a:pt x="59037" y="69812"/>
                    <a:pt x="59037" y="79785"/>
                  </a:cubicBezTo>
                  <a:lnTo>
                    <a:pt x="59037" y="79785"/>
                  </a:lnTo>
                  <a:lnTo>
                    <a:pt x="59037" y="79785"/>
                  </a:lnTo>
                  <a:cubicBezTo>
                    <a:pt x="59037" y="79785"/>
                    <a:pt x="59037" y="89758"/>
                    <a:pt x="39786" y="89758"/>
                  </a:cubicBezTo>
                  <a:lnTo>
                    <a:pt x="39786" y="89758"/>
                  </a:lnTo>
                  <a:cubicBezTo>
                    <a:pt x="39786" y="99731"/>
                    <a:pt x="59037" y="99731"/>
                    <a:pt x="59037" y="99731"/>
                  </a:cubicBezTo>
                  <a:cubicBezTo>
                    <a:pt x="59037" y="99731"/>
                    <a:pt x="39786" y="99731"/>
                    <a:pt x="39786" y="109705"/>
                  </a:cubicBezTo>
                  <a:cubicBezTo>
                    <a:pt x="59037" y="109705"/>
                    <a:pt x="59037" y="119678"/>
                    <a:pt x="59037" y="119678"/>
                  </a:cubicBezTo>
                  <a:lnTo>
                    <a:pt x="59037" y="119678"/>
                  </a:lnTo>
                  <a:lnTo>
                    <a:pt x="59037" y="119678"/>
                  </a:lnTo>
                  <a:lnTo>
                    <a:pt x="59037" y="119678"/>
                  </a:lnTo>
                  <a:lnTo>
                    <a:pt x="59037" y="119678"/>
                  </a:lnTo>
                  <a:cubicBezTo>
                    <a:pt x="79572" y="119678"/>
                    <a:pt x="79572" y="119678"/>
                    <a:pt x="79572" y="119678"/>
                  </a:cubicBezTo>
                  <a:lnTo>
                    <a:pt x="79572" y="119678"/>
                  </a:lnTo>
                  <a:lnTo>
                    <a:pt x="79572" y="119678"/>
                  </a:lnTo>
                  <a:cubicBezTo>
                    <a:pt x="99465" y="119678"/>
                    <a:pt x="99465" y="119678"/>
                    <a:pt x="99465" y="119678"/>
                  </a:cubicBezTo>
                  <a:lnTo>
                    <a:pt x="99465" y="119678"/>
                  </a:lnTo>
                  <a:cubicBezTo>
                    <a:pt x="99465" y="119678"/>
                    <a:pt x="99465" y="109705"/>
                    <a:pt x="119358" y="109705"/>
                  </a:cubicBezTo>
                  <a:lnTo>
                    <a:pt x="119358" y="109705"/>
                  </a:lnTo>
                  <a:lnTo>
                    <a:pt x="119358" y="109705"/>
                  </a:lnTo>
                  <a:lnTo>
                    <a:pt x="99465" y="99731"/>
                  </a:lnTo>
                  <a:lnTo>
                    <a:pt x="99465" y="99731"/>
                  </a:lnTo>
                  <a:lnTo>
                    <a:pt x="99465" y="89758"/>
                  </a:lnTo>
                  <a:cubicBezTo>
                    <a:pt x="79572" y="89758"/>
                    <a:pt x="79572" y="79785"/>
                    <a:pt x="79572" y="79785"/>
                  </a:cubicBezTo>
                  <a:cubicBezTo>
                    <a:pt x="79572" y="69812"/>
                    <a:pt x="79572" y="69812"/>
                    <a:pt x="79572" y="69812"/>
                  </a:cubicBezTo>
                  <a:cubicBezTo>
                    <a:pt x="79572" y="69812"/>
                    <a:pt x="79572" y="69812"/>
                    <a:pt x="79572" y="59839"/>
                  </a:cubicBezTo>
                  <a:lnTo>
                    <a:pt x="79572" y="59839"/>
                  </a:lnTo>
                  <a:lnTo>
                    <a:pt x="79572" y="59839"/>
                  </a:lnTo>
                  <a:lnTo>
                    <a:pt x="79572" y="59839"/>
                  </a:lnTo>
                  <a:lnTo>
                    <a:pt x="79572" y="59839"/>
                  </a:lnTo>
                  <a:lnTo>
                    <a:pt x="99465" y="49865"/>
                  </a:lnTo>
                  <a:lnTo>
                    <a:pt x="99465" y="49865"/>
                  </a:lnTo>
                  <a:cubicBezTo>
                    <a:pt x="99465" y="49865"/>
                    <a:pt x="99465" y="49865"/>
                    <a:pt x="119358" y="49865"/>
                  </a:cubicBezTo>
                  <a:lnTo>
                    <a:pt x="119358" y="49865"/>
                  </a:lnTo>
                  <a:lnTo>
                    <a:pt x="119358" y="49865"/>
                  </a:lnTo>
                  <a:cubicBezTo>
                    <a:pt x="119358" y="39892"/>
                    <a:pt x="119358" y="39892"/>
                    <a:pt x="119358" y="39892"/>
                  </a:cubicBezTo>
                  <a:lnTo>
                    <a:pt x="119358" y="39892"/>
                  </a:lnTo>
                  <a:lnTo>
                    <a:pt x="119358" y="39892"/>
                  </a:lnTo>
                  <a:lnTo>
                    <a:pt x="119358" y="39892"/>
                  </a:lnTo>
                  <a:lnTo>
                    <a:pt x="119358" y="39892"/>
                  </a:lnTo>
                  <a:cubicBezTo>
                    <a:pt x="99465" y="29919"/>
                    <a:pt x="99465" y="29919"/>
                    <a:pt x="99465" y="29919"/>
                  </a:cubicBezTo>
                  <a:lnTo>
                    <a:pt x="99465" y="29919"/>
                  </a:lnTo>
                  <a:cubicBezTo>
                    <a:pt x="79572" y="29919"/>
                    <a:pt x="79572" y="29919"/>
                    <a:pt x="79572" y="29919"/>
                  </a:cubicBezTo>
                  <a:cubicBezTo>
                    <a:pt x="59037" y="20268"/>
                    <a:pt x="59037" y="20268"/>
                    <a:pt x="59037" y="9973"/>
                  </a:cubicBezTo>
                  <a:cubicBezTo>
                    <a:pt x="59037" y="9973"/>
                    <a:pt x="59037" y="0"/>
                    <a:pt x="39786" y="0"/>
                  </a:cubicBezTo>
                  <a:lnTo>
                    <a:pt x="39786" y="0"/>
                  </a:lnTo>
                  <a:lnTo>
                    <a:pt x="39786" y="0"/>
                  </a:lnTo>
                  <a:lnTo>
                    <a:pt x="39786" y="0"/>
                  </a:lnTo>
                  <a:lnTo>
                    <a:pt x="19893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0" name="Shape 11900"/>
            <p:cNvSpPr/>
            <p:nvPr/>
          </p:nvSpPr>
          <p:spPr>
            <a:xfrm>
              <a:off x="2519363" y="2527300"/>
              <a:ext cx="100012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39786"/>
                  </a:moveTo>
                  <a:lnTo>
                    <a:pt x="0" y="39786"/>
                  </a:lnTo>
                  <a:lnTo>
                    <a:pt x="0" y="39786"/>
                  </a:lnTo>
                  <a:cubicBezTo>
                    <a:pt x="0" y="59679"/>
                    <a:pt x="0" y="59679"/>
                    <a:pt x="0" y="59679"/>
                  </a:cubicBezTo>
                  <a:lnTo>
                    <a:pt x="0" y="59679"/>
                  </a:lnTo>
                  <a:cubicBezTo>
                    <a:pt x="0" y="59679"/>
                    <a:pt x="0" y="59679"/>
                    <a:pt x="12903" y="59679"/>
                  </a:cubicBezTo>
                  <a:lnTo>
                    <a:pt x="12903" y="59679"/>
                  </a:lnTo>
                  <a:cubicBezTo>
                    <a:pt x="12903" y="79572"/>
                    <a:pt x="12903" y="79572"/>
                    <a:pt x="12903" y="99465"/>
                  </a:cubicBezTo>
                  <a:lnTo>
                    <a:pt x="12903" y="99465"/>
                  </a:lnTo>
                  <a:lnTo>
                    <a:pt x="12903" y="99465"/>
                  </a:lnTo>
                  <a:lnTo>
                    <a:pt x="12903" y="99465"/>
                  </a:lnTo>
                  <a:lnTo>
                    <a:pt x="12903" y="99465"/>
                  </a:lnTo>
                  <a:lnTo>
                    <a:pt x="12903" y="99465"/>
                  </a:lnTo>
                  <a:lnTo>
                    <a:pt x="26666" y="99465"/>
                  </a:lnTo>
                  <a:lnTo>
                    <a:pt x="26666" y="99465"/>
                  </a:lnTo>
                  <a:lnTo>
                    <a:pt x="40000" y="99465"/>
                  </a:lnTo>
                  <a:lnTo>
                    <a:pt x="40000" y="99465"/>
                  </a:lnTo>
                  <a:cubicBezTo>
                    <a:pt x="53333" y="99465"/>
                    <a:pt x="53333" y="99465"/>
                    <a:pt x="53333" y="99465"/>
                  </a:cubicBezTo>
                  <a:lnTo>
                    <a:pt x="66236" y="99465"/>
                  </a:lnTo>
                  <a:lnTo>
                    <a:pt x="66236" y="99465"/>
                  </a:lnTo>
                  <a:lnTo>
                    <a:pt x="66236" y="99465"/>
                  </a:lnTo>
                  <a:cubicBezTo>
                    <a:pt x="66236" y="99465"/>
                    <a:pt x="80000" y="99465"/>
                    <a:pt x="80000" y="119358"/>
                  </a:cubicBezTo>
                  <a:lnTo>
                    <a:pt x="80000" y="119358"/>
                  </a:lnTo>
                  <a:lnTo>
                    <a:pt x="80000" y="119358"/>
                  </a:lnTo>
                  <a:cubicBezTo>
                    <a:pt x="93333" y="119358"/>
                    <a:pt x="93333" y="119358"/>
                    <a:pt x="93333" y="119358"/>
                  </a:cubicBezTo>
                  <a:lnTo>
                    <a:pt x="106666" y="119358"/>
                  </a:lnTo>
                  <a:lnTo>
                    <a:pt x="106666" y="119358"/>
                  </a:lnTo>
                  <a:lnTo>
                    <a:pt x="106666" y="119358"/>
                  </a:lnTo>
                  <a:cubicBezTo>
                    <a:pt x="106666" y="99465"/>
                    <a:pt x="106666" y="99465"/>
                    <a:pt x="106666" y="99465"/>
                  </a:cubicBezTo>
                  <a:lnTo>
                    <a:pt x="106666" y="99465"/>
                  </a:lnTo>
                  <a:lnTo>
                    <a:pt x="106666" y="99465"/>
                  </a:lnTo>
                  <a:cubicBezTo>
                    <a:pt x="106666" y="79572"/>
                    <a:pt x="119569" y="79572"/>
                    <a:pt x="119569" y="59679"/>
                  </a:cubicBezTo>
                  <a:lnTo>
                    <a:pt x="119569" y="59679"/>
                  </a:lnTo>
                  <a:lnTo>
                    <a:pt x="119569" y="59679"/>
                  </a:lnTo>
                  <a:lnTo>
                    <a:pt x="119569" y="39786"/>
                  </a:lnTo>
                  <a:lnTo>
                    <a:pt x="119569" y="39786"/>
                  </a:lnTo>
                  <a:lnTo>
                    <a:pt x="119569" y="39786"/>
                  </a:lnTo>
                  <a:cubicBezTo>
                    <a:pt x="119569" y="19893"/>
                    <a:pt x="119569" y="19893"/>
                    <a:pt x="119569" y="19893"/>
                  </a:cubicBezTo>
                  <a:cubicBezTo>
                    <a:pt x="106666" y="19893"/>
                    <a:pt x="106666" y="19893"/>
                    <a:pt x="106666" y="19893"/>
                  </a:cubicBezTo>
                  <a:lnTo>
                    <a:pt x="106666" y="19893"/>
                  </a:lnTo>
                  <a:lnTo>
                    <a:pt x="93333" y="19893"/>
                  </a:lnTo>
                  <a:cubicBezTo>
                    <a:pt x="66236" y="39786"/>
                    <a:pt x="66236" y="39786"/>
                    <a:pt x="66236" y="39786"/>
                  </a:cubicBezTo>
                  <a:cubicBezTo>
                    <a:pt x="66236" y="19893"/>
                    <a:pt x="66236" y="19893"/>
                    <a:pt x="66236" y="19893"/>
                  </a:cubicBezTo>
                  <a:cubicBezTo>
                    <a:pt x="66236" y="0"/>
                    <a:pt x="66236" y="0"/>
                    <a:pt x="53333" y="0"/>
                  </a:cubicBezTo>
                  <a:lnTo>
                    <a:pt x="53333" y="0"/>
                  </a:lnTo>
                  <a:cubicBezTo>
                    <a:pt x="53333" y="0"/>
                    <a:pt x="53333" y="0"/>
                    <a:pt x="40000" y="0"/>
                  </a:cubicBezTo>
                  <a:cubicBezTo>
                    <a:pt x="40000" y="0"/>
                    <a:pt x="40000" y="0"/>
                    <a:pt x="26666" y="0"/>
                  </a:cubicBezTo>
                  <a:cubicBezTo>
                    <a:pt x="26666" y="0"/>
                    <a:pt x="26666" y="0"/>
                    <a:pt x="12903" y="0"/>
                  </a:cubicBezTo>
                  <a:lnTo>
                    <a:pt x="12903" y="0"/>
                  </a:lnTo>
                  <a:lnTo>
                    <a:pt x="12903" y="19893"/>
                  </a:lnTo>
                  <a:lnTo>
                    <a:pt x="0" y="39786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1" name="Shape 11901"/>
            <p:cNvSpPr/>
            <p:nvPr/>
          </p:nvSpPr>
          <p:spPr>
            <a:xfrm>
              <a:off x="2286000" y="2884488"/>
              <a:ext cx="223838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5748" y="9587"/>
                  </a:moveTo>
                  <a:lnTo>
                    <a:pt x="35748" y="9587"/>
                  </a:lnTo>
                  <a:cubicBezTo>
                    <a:pt x="35748" y="4793"/>
                    <a:pt x="35748" y="4793"/>
                    <a:pt x="35748" y="4793"/>
                  </a:cubicBezTo>
                  <a:lnTo>
                    <a:pt x="35748" y="4793"/>
                  </a:lnTo>
                  <a:lnTo>
                    <a:pt x="35748" y="0"/>
                  </a:lnTo>
                  <a:lnTo>
                    <a:pt x="35748" y="0"/>
                  </a:lnTo>
                  <a:cubicBezTo>
                    <a:pt x="35748" y="0"/>
                    <a:pt x="35748" y="0"/>
                    <a:pt x="29951" y="0"/>
                  </a:cubicBezTo>
                  <a:lnTo>
                    <a:pt x="29951" y="0"/>
                  </a:lnTo>
                  <a:cubicBezTo>
                    <a:pt x="29951" y="0"/>
                    <a:pt x="29951" y="4793"/>
                    <a:pt x="23961" y="4793"/>
                  </a:cubicBezTo>
                  <a:lnTo>
                    <a:pt x="23961" y="4793"/>
                  </a:lnTo>
                  <a:cubicBezTo>
                    <a:pt x="17971" y="9587"/>
                    <a:pt x="17971" y="9587"/>
                    <a:pt x="17971" y="9587"/>
                  </a:cubicBezTo>
                  <a:lnTo>
                    <a:pt x="17971" y="9587"/>
                  </a:lnTo>
                  <a:cubicBezTo>
                    <a:pt x="17971" y="9587"/>
                    <a:pt x="17971" y="9587"/>
                    <a:pt x="11787" y="9587"/>
                  </a:cubicBezTo>
                  <a:lnTo>
                    <a:pt x="11787" y="9587"/>
                  </a:lnTo>
                  <a:lnTo>
                    <a:pt x="11787" y="14381"/>
                  </a:lnTo>
                  <a:cubicBezTo>
                    <a:pt x="11787" y="14381"/>
                    <a:pt x="11787" y="14381"/>
                    <a:pt x="5990" y="14381"/>
                  </a:cubicBezTo>
                  <a:lnTo>
                    <a:pt x="5990" y="14381"/>
                  </a:lnTo>
                  <a:lnTo>
                    <a:pt x="5990" y="14381"/>
                  </a:lnTo>
                  <a:cubicBezTo>
                    <a:pt x="5990" y="14381"/>
                    <a:pt x="5990" y="14381"/>
                    <a:pt x="5990" y="19175"/>
                  </a:cubicBezTo>
                  <a:cubicBezTo>
                    <a:pt x="5990" y="19175"/>
                    <a:pt x="11787" y="19175"/>
                    <a:pt x="11787" y="23814"/>
                  </a:cubicBezTo>
                  <a:lnTo>
                    <a:pt x="11787" y="23814"/>
                  </a:lnTo>
                  <a:cubicBezTo>
                    <a:pt x="11787" y="23814"/>
                    <a:pt x="11787" y="28762"/>
                    <a:pt x="5990" y="28762"/>
                  </a:cubicBezTo>
                  <a:lnTo>
                    <a:pt x="5990" y="28762"/>
                  </a:lnTo>
                  <a:cubicBezTo>
                    <a:pt x="5990" y="33556"/>
                    <a:pt x="5990" y="33556"/>
                    <a:pt x="5990" y="33556"/>
                  </a:cubicBezTo>
                  <a:lnTo>
                    <a:pt x="5990" y="38350"/>
                  </a:lnTo>
                  <a:lnTo>
                    <a:pt x="5990" y="38350"/>
                  </a:lnTo>
                  <a:lnTo>
                    <a:pt x="5990" y="38350"/>
                  </a:lnTo>
                  <a:cubicBezTo>
                    <a:pt x="5990" y="38350"/>
                    <a:pt x="5990" y="38350"/>
                    <a:pt x="5990" y="43144"/>
                  </a:cubicBezTo>
                  <a:lnTo>
                    <a:pt x="5990" y="47938"/>
                  </a:lnTo>
                  <a:lnTo>
                    <a:pt x="5990" y="47938"/>
                  </a:lnTo>
                  <a:lnTo>
                    <a:pt x="5990" y="52731"/>
                  </a:lnTo>
                  <a:lnTo>
                    <a:pt x="5990" y="52731"/>
                  </a:lnTo>
                  <a:lnTo>
                    <a:pt x="5990" y="52731"/>
                  </a:lnTo>
                  <a:cubicBezTo>
                    <a:pt x="5990" y="52731"/>
                    <a:pt x="5990" y="52731"/>
                    <a:pt x="5990" y="57371"/>
                  </a:cubicBezTo>
                  <a:cubicBezTo>
                    <a:pt x="5990" y="57371"/>
                    <a:pt x="5990" y="57371"/>
                    <a:pt x="5990" y="62319"/>
                  </a:cubicBezTo>
                  <a:lnTo>
                    <a:pt x="5990" y="62319"/>
                  </a:lnTo>
                  <a:cubicBezTo>
                    <a:pt x="5990" y="62319"/>
                    <a:pt x="5990" y="62319"/>
                    <a:pt x="5990" y="67113"/>
                  </a:cubicBezTo>
                  <a:lnTo>
                    <a:pt x="5990" y="67113"/>
                  </a:lnTo>
                  <a:cubicBezTo>
                    <a:pt x="5990" y="67113"/>
                    <a:pt x="5990" y="67113"/>
                    <a:pt x="0" y="71907"/>
                  </a:cubicBezTo>
                  <a:lnTo>
                    <a:pt x="0" y="71907"/>
                  </a:lnTo>
                  <a:lnTo>
                    <a:pt x="0" y="71907"/>
                  </a:lnTo>
                  <a:lnTo>
                    <a:pt x="0" y="71907"/>
                  </a:lnTo>
                  <a:cubicBezTo>
                    <a:pt x="0" y="76546"/>
                    <a:pt x="5990" y="76546"/>
                    <a:pt x="5990" y="76546"/>
                  </a:cubicBezTo>
                  <a:cubicBezTo>
                    <a:pt x="5990" y="81494"/>
                    <a:pt x="5990" y="81494"/>
                    <a:pt x="5990" y="86288"/>
                  </a:cubicBezTo>
                  <a:cubicBezTo>
                    <a:pt x="5990" y="86288"/>
                    <a:pt x="5990" y="86288"/>
                    <a:pt x="11787" y="86288"/>
                  </a:cubicBezTo>
                  <a:lnTo>
                    <a:pt x="11787" y="86288"/>
                  </a:lnTo>
                  <a:lnTo>
                    <a:pt x="11787" y="91082"/>
                  </a:lnTo>
                  <a:cubicBezTo>
                    <a:pt x="11787" y="91082"/>
                    <a:pt x="11787" y="91082"/>
                    <a:pt x="11787" y="95721"/>
                  </a:cubicBezTo>
                  <a:cubicBezTo>
                    <a:pt x="11787" y="95721"/>
                    <a:pt x="11787" y="95721"/>
                    <a:pt x="11787" y="100670"/>
                  </a:cubicBezTo>
                  <a:lnTo>
                    <a:pt x="11787" y="100670"/>
                  </a:lnTo>
                  <a:lnTo>
                    <a:pt x="11787" y="100670"/>
                  </a:lnTo>
                  <a:lnTo>
                    <a:pt x="11787" y="100670"/>
                  </a:lnTo>
                  <a:lnTo>
                    <a:pt x="11787" y="100670"/>
                  </a:lnTo>
                  <a:lnTo>
                    <a:pt x="11787" y="100670"/>
                  </a:lnTo>
                  <a:cubicBezTo>
                    <a:pt x="11787" y="105463"/>
                    <a:pt x="11787" y="105463"/>
                    <a:pt x="11787" y="110257"/>
                  </a:cubicBezTo>
                  <a:lnTo>
                    <a:pt x="11787" y="110257"/>
                  </a:lnTo>
                  <a:cubicBezTo>
                    <a:pt x="17971" y="110257"/>
                    <a:pt x="17971" y="114896"/>
                    <a:pt x="17971" y="114896"/>
                  </a:cubicBezTo>
                  <a:lnTo>
                    <a:pt x="17971" y="119845"/>
                  </a:lnTo>
                  <a:lnTo>
                    <a:pt x="17971" y="119845"/>
                  </a:lnTo>
                  <a:lnTo>
                    <a:pt x="17971" y="119845"/>
                  </a:lnTo>
                  <a:lnTo>
                    <a:pt x="17971" y="119845"/>
                  </a:lnTo>
                  <a:lnTo>
                    <a:pt x="17971" y="119845"/>
                  </a:lnTo>
                  <a:cubicBezTo>
                    <a:pt x="23961" y="119845"/>
                    <a:pt x="23961" y="114896"/>
                    <a:pt x="23961" y="114896"/>
                  </a:cubicBezTo>
                  <a:cubicBezTo>
                    <a:pt x="23961" y="114896"/>
                    <a:pt x="23961" y="114896"/>
                    <a:pt x="29951" y="114896"/>
                  </a:cubicBezTo>
                  <a:lnTo>
                    <a:pt x="29951" y="114896"/>
                  </a:lnTo>
                  <a:lnTo>
                    <a:pt x="29951" y="114896"/>
                  </a:lnTo>
                  <a:cubicBezTo>
                    <a:pt x="35748" y="110257"/>
                    <a:pt x="35748" y="110257"/>
                    <a:pt x="35748" y="110257"/>
                  </a:cubicBezTo>
                  <a:cubicBezTo>
                    <a:pt x="35748" y="114896"/>
                    <a:pt x="35748" y="114896"/>
                    <a:pt x="35748" y="114896"/>
                  </a:cubicBezTo>
                  <a:lnTo>
                    <a:pt x="35748" y="114896"/>
                  </a:lnTo>
                  <a:cubicBezTo>
                    <a:pt x="35748" y="114896"/>
                    <a:pt x="35748" y="114896"/>
                    <a:pt x="41932" y="114896"/>
                  </a:cubicBezTo>
                  <a:lnTo>
                    <a:pt x="41932" y="114896"/>
                  </a:lnTo>
                  <a:lnTo>
                    <a:pt x="41932" y="114896"/>
                  </a:lnTo>
                  <a:lnTo>
                    <a:pt x="41932" y="114896"/>
                  </a:lnTo>
                  <a:lnTo>
                    <a:pt x="41932" y="114896"/>
                  </a:lnTo>
                  <a:lnTo>
                    <a:pt x="41932" y="114896"/>
                  </a:lnTo>
                  <a:cubicBezTo>
                    <a:pt x="47922" y="114896"/>
                    <a:pt x="47922" y="114896"/>
                    <a:pt x="53913" y="114896"/>
                  </a:cubicBezTo>
                  <a:cubicBezTo>
                    <a:pt x="53913" y="114896"/>
                    <a:pt x="53913" y="114896"/>
                    <a:pt x="59710" y="114896"/>
                  </a:cubicBezTo>
                  <a:lnTo>
                    <a:pt x="59710" y="114896"/>
                  </a:lnTo>
                  <a:lnTo>
                    <a:pt x="59710" y="114896"/>
                  </a:lnTo>
                  <a:lnTo>
                    <a:pt x="59710" y="114896"/>
                  </a:lnTo>
                  <a:lnTo>
                    <a:pt x="65893" y="114896"/>
                  </a:lnTo>
                  <a:lnTo>
                    <a:pt x="65893" y="110257"/>
                  </a:lnTo>
                  <a:lnTo>
                    <a:pt x="65893" y="110257"/>
                  </a:lnTo>
                  <a:lnTo>
                    <a:pt x="71884" y="110257"/>
                  </a:lnTo>
                  <a:lnTo>
                    <a:pt x="71884" y="110257"/>
                  </a:lnTo>
                  <a:cubicBezTo>
                    <a:pt x="71884" y="105463"/>
                    <a:pt x="71884" y="105463"/>
                    <a:pt x="71884" y="105463"/>
                  </a:cubicBezTo>
                  <a:lnTo>
                    <a:pt x="71884" y="105463"/>
                  </a:lnTo>
                  <a:cubicBezTo>
                    <a:pt x="71884" y="100670"/>
                    <a:pt x="71884" y="100670"/>
                    <a:pt x="71884" y="100670"/>
                  </a:cubicBezTo>
                  <a:lnTo>
                    <a:pt x="71884" y="100670"/>
                  </a:lnTo>
                  <a:lnTo>
                    <a:pt x="71884" y="100670"/>
                  </a:lnTo>
                  <a:cubicBezTo>
                    <a:pt x="71884" y="95721"/>
                    <a:pt x="71884" y="95721"/>
                    <a:pt x="71884" y="95721"/>
                  </a:cubicBezTo>
                  <a:lnTo>
                    <a:pt x="71884" y="95721"/>
                  </a:lnTo>
                  <a:lnTo>
                    <a:pt x="77874" y="91082"/>
                  </a:lnTo>
                  <a:cubicBezTo>
                    <a:pt x="83671" y="91082"/>
                    <a:pt x="89855" y="86288"/>
                    <a:pt x="95845" y="86288"/>
                  </a:cubicBezTo>
                  <a:lnTo>
                    <a:pt x="95845" y="86288"/>
                  </a:lnTo>
                  <a:lnTo>
                    <a:pt x="95845" y="86288"/>
                  </a:lnTo>
                  <a:lnTo>
                    <a:pt x="101835" y="86288"/>
                  </a:lnTo>
                  <a:lnTo>
                    <a:pt x="101835" y="86288"/>
                  </a:lnTo>
                  <a:cubicBezTo>
                    <a:pt x="107632" y="86288"/>
                    <a:pt x="113816" y="86288"/>
                    <a:pt x="113816" y="86288"/>
                  </a:cubicBezTo>
                  <a:lnTo>
                    <a:pt x="113816" y="86288"/>
                  </a:lnTo>
                  <a:cubicBezTo>
                    <a:pt x="119806" y="86288"/>
                    <a:pt x="119806" y="81494"/>
                    <a:pt x="119806" y="81494"/>
                  </a:cubicBezTo>
                  <a:lnTo>
                    <a:pt x="119806" y="81494"/>
                  </a:lnTo>
                  <a:cubicBezTo>
                    <a:pt x="119806" y="76546"/>
                    <a:pt x="119806" y="76546"/>
                    <a:pt x="119806" y="76546"/>
                  </a:cubicBezTo>
                  <a:lnTo>
                    <a:pt x="119806" y="76546"/>
                  </a:lnTo>
                  <a:lnTo>
                    <a:pt x="119806" y="76546"/>
                  </a:lnTo>
                  <a:lnTo>
                    <a:pt x="113816" y="76546"/>
                  </a:lnTo>
                  <a:cubicBezTo>
                    <a:pt x="113816" y="76546"/>
                    <a:pt x="107632" y="71907"/>
                    <a:pt x="107632" y="67113"/>
                  </a:cubicBezTo>
                  <a:lnTo>
                    <a:pt x="107632" y="67113"/>
                  </a:lnTo>
                  <a:lnTo>
                    <a:pt x="107632" y="67113"/>
                  </a:lnTo>
                  <a:lnTo>
                    <a:pt x="107632" y="67113"/>
                  </a:lnTo>
                  <a:lnTo>
                    <a:pt x="101835" y="67113"/>
                  </a:lnTo>
                  <a:lnTo>
                    <a:pt x="101835" y="67113"/>
                  </a:lnTo>
                  <a:cubicBezTo>
                    <a:pt x="101835" y="67113"/>
                    <a:pt x="101835" y="67113"/>
                    <a:pt x="95845" y="67113"/>
                  </a:cubicBezTo>
                  <a:lnTo>
                    <a:pt x="95845" y="67113"/>
                  </a:lnTo>
                  <a:cubicBezTo>
                    <a:pt x="95845" y="67113"/>
                    <a:pt x="95845" y="67113"/>
                    <a:pt x="89855" y="62319"/>
                  </a:cubicBezTo>
                  <a:lnTo>
                    <a:pt x="89855" y="57371"/>
                  </a:lnTo>
                  <a:cubicBezTo>
                    <a:pt x="89855" y="52731"/>
                    <a:pt x="89855" y="52731"/>
                    <a:pt x="89855" y="52731"/>
                  </a:cubicBezTo>
                  <a:lnTo>
                    <a:pt x="89855" y="52731"/>
                  </a:lnTo>
                  <a:lnTo>
                    <a:pt x="89855" y="52731"/>
                  </a:lnTo>
                  <a:lnTo>
                    <a:pt x="89855" y="47938"/>
                  </a:lnTo>
                  <a:lnTo>
                    <a:pt x="89855" y="47938"/>
                  </a:lnTo>
                  <a:cubicBezTo>
                    <a:pt x="89855" y="43144"/>
                    <a:pt x="89855" y="43144"/>
                    <a:pt x="89855" y="43144"/>
                  </a:cubicBezTo>
                  <a:lnTo>
                    <a:pt x="89855" y="43144"/>
                  </a:lnTo>
                  <a:lnTo>
                    <a:pt x="89855" y="43144"/>
                  </a:lnTo>
                  <a:cubicBezTo>
                    <a:pt x="89855" y="38350"/>
                    <a:pt x="89855" y="38350"/>
                    <a:pt x="89855" y="38350"/>
                  </a:cubicBezTo>
                  <a:lnTo>
                    <a:pt x="89855" y="38350"/>
                  </a:lnTo>
                  <a:lnTo>
                    <a:pt x="89855" y="38350"/>
                  </a:lnTo>
                  <a:lnTo>
                    <a:pt x="83671" y="38350"/>
                  </a:lnTo>
                  <a:cubicBezTo>
                    <a:pt x="83671" y="38350"/>
                    <a:pt x="83671" y="38350"/>
                    <a:pt x="77874" y="38350"/>
                  </a:cubicBezTo>
                  <a:cubicBezTo>
                    <a:pt x="77874" y="38350"/>
                    <a:pt x="71884" y="38350"/>
                    <a:pt x="71884" y="33556"/>
                  </a:cubicBezTo>
                  <a:cubicBezTo>
                    <a:pt x="71884" y="33556"/>
                    <a:pt x="71884" y="33556"/>
                    <a:pt x="65893" y="33556"/>
                  </a:cubicBezTo>
                  <a:cubicBezTo>
                    <a:pt x="65893" y="28762"/>
                    <a:pt x="65893" y="28762"/>
                    <a:pt x="65893" y="28762"/>
                  </a:cubicBezTo>
                  <a:lnTo>
                    <a:pt x="65893" y="28762"/>
                  </a:lnTo>
                  <a:lnTo>
                    <a:pt x="65893" y="28762"/>
                  </a:lnTo>
                  <a:cubicBezTo>
                    <a:pt x="59710" y="28762"/>
                    <a:pt x="59710" y="28762"/>
                    <a:pt x="53913" y="28762"/>
                  </a:cubicBezTo>
                  <a:lnTo>
                    <a:pt x="53913" y="28762"/>
                  </a:lnTo>
                  <a:lnTo>
                    <a:pt x="53913" y="28762"/>
                  </a:lnTo>
                  <a:lnTo>
                    <a:pt x="53913" y="28762"/>
                  </a:lnTo>
                  <a:lnTo>
                    <a:pt x="53913" y="28762"/>
                  </a:lnTo>
                  <a:lnTo>
                    <a:pt x="53913" y="28762"/>
                  </a:lnTo>
                  <a:cubicBezTo>
                    <a:pt x="53913" y="28762"/>
                    <a:pt x="47922" y="28762"/>
                    <a:pt x="47922" y="23814"/>
                  </a:cubicBezTo>
                  <a:lnTo>
                    <a:pt x="47922" y="23814"/>
                  </a:lnTo>
                  <a:cubicBezTo>
                    <a:pt x="41932" y="23814"/>
                    <a:pt x="41932" y="23814"/>
                    <a:pt x="41932" y="19175"/>
                  </a:cubicBezTo>
                  <a:lnTo>
                    <a:pt x="41932" y="19175"/>
                  </a:lnTo>
                  <a:cubicBezTo>
                    <a:pt x="35748" y="19175"/>
                    <a:pt x="35748" y="14381"/>
                    <a:pt x="35748" y="9587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2" name="Shape 11902"/>
            <p:cNvSpPr/>
            <p:nvPr/>
          </p:nvSpPr>
          <p:spPr>
            <a:xfrm>
              <a:off x="2195513" y="3632200"/>
              <a:ext cx="1587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116250"/>
                  </a:lnTo>
                  <a:lnTo>
                    <a:pt x="0" y="116250"/>
                  </a:lnTo>
                  <a:lnTo>
                    <a:pt x="0" y="116250"/>
                  </a:lnTo>
                  <a:lnTo>
                    <a:pt x="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3" name="Shape 11903"/>
            <p:cNvSpPr/>
            <p:nvPr/>
          </p:nvSpPr>
          <p:spPr>
            <a:xfrm>
              <a:off x="2062163" y="2673350"/>
              <a:ext cx="257175" cy="9382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773" y="117051"/>
                  </a:moveTo>
                  <a:lnTo>
                    <a:pt x="72773" y="117051"/>
                  </a:lnTo>
                  <a:lnTo>
                    <a:pt x="72773" y="117051"/>
                  </a:lnTo>
                  <a:cubicBezTo>
                    <a:pt x="72773" y="117051"/>
                    <a:pt x="72773" y="117051"/>
                    <a:pt x="78151" y="115669"/>
                  </a:cubicBezTo>
                  <a:lnTo>
                    <a:pt x="78151" y="115669"/>
                  </a:lnTo>
                  <a:lnTo>
                    <a:pt x="78151" y="115669"/>
                  </a:lnTo>
                  <a:lnTo>
                    <a:pt x="78151" y="115669"/>
                  </a:lnTo>
                  <a:lnTo>
                    <a:pt x="78151" y="114241"/>
                  </a:lnTo>
                  <a:lnTo>
                    <a:pt x="78151" y="114241"/>
                  </a:lnTo>
                  <a:cubicBezTo>
                    <a:pt x="78151" y="114241"/>
                    <a:pt x="78151" y="114241"/>
                    <a:pt x="78151" y="112767"/>
                  </a:cubicBezTo>
                  <a:lnTo>
                    <a:pt x="78151" y="112767"/>
                  </a:lnTo>
                  <a:lnTo>
                    <a:pt x="78151" y="112767"/>
                  </a:lnTo>
                  <a:cubicBezTo>
                    <a:pt x="78151" y="111339"/>
                    <a:pt x="78151" y="111339"/>
                    <a:pt x="83361" y="111339"/>
                  </a:cubicBezTo>
                  <a:lnTo>
                    <a:pt x="83361" y="109957"/>
                  </a:lnTo>
                  <a:cubicBezTo>
                    <a:pt x="83361" y="109957"/>
                    <a:pt x="83361" y="109957"/>
                    <a:pt x="83361" y="108529"/>
                  </a:cubicBezTo>
                  <a:lnTo>
                    <a:pt x="83361" y="108529"/>
                  </a:lnTo>
                  <a:cubicBezTo>
                    <a:pt x="83361" y="108529"/>
                    <a:pt x="83361" y="108529"/>
                    <a:pt x="83361" y="107055"/>
                  </a:cubicBezTo>
                  <a:lnTo>
                    <a:pt x="83361" y="107055"/>
                  </a:lnTo>
                  <a:lnTo>
                    <a:pt x="83361" y="107055"/>
                  </a:lnTo>
                  <a:lnTo>
                    <a:pt x="83361" y="105627"/>
                  </a:lnTo>
                  <a:lnTo>
                    <a:pt x="83361" y="105627"/>
                  </a:lnTo>
                  <a:cubicBezTo>
                    <a:pt x="83361" y="104245"/>
                    <a:pt x="83361" y="104245"/>
                    <a:pt x="83361" y="104245"/>
                  </a:cubicBezTo>
                  <a:cubicBezTo>
                    <a:pt x="83361" y="104245"/>
                    <a:pt x="88571" y="104245"/>
                    <a:pt x="88571" y="102817"/>
                  </a:cubicBezTo>
                  <a:lnTo>
                    <a:pt x="88571" y="102817"/>
                  </a:lnTo>
                  <a:lnTo>
                    <a:pt x="88571" y="102817"/>
                  </a:lnTo>
                  <a:lnTo>
                    <a:pt x="88571" y="102817"/>
                  </a:lnTo>
                  <a:lnTo>
                    <a:pt x="88571" y="101343"/>
                  </a:lnTo>
                  <a:cubicBezTo>
                    <a:pt x="88571" y="101343"/>
                    <a:pt x="88571" y="101343"/>
                    <a:pt x="88571" y="99915"/>
                  </a:cubicBezTo>
                  <a:cubicBezTo>
                    <a:pt x="88571" y="99915"/>
                    <a:pt x="88571" y="99915"/>
                    <a:pt x="93613" y="99915"/>
                  </a:cubicBezTo>
                  <a:cubicBezTo>
                    <a:pt x="93613" y="99915"/>
                    <a:pt x="93613" y="98533"/>
                    <a:pt x="93613" y="97105"/>
                  </a:cubicBezTo>
                  <a:lnTo>
                    <a:pt x="93613" y="97105"/>
                  </a:lnTo>
                  <a:lnTo>
                    <a:pt x="93613" y="95631"/>
                  </a:lnTo>
                  <a:cubicBezTo>
                    <a:pt x="93613" y="95631"/>
                    <a:pt x="93613" y="95631"/>
                    <a:pt x="93613" y="94249"/>
                  </a:cubicBezTo>
                  <a:cubicBezTo>
                    <a:pt x="93613" y="94249"/>
                    <a:pt x="88571" y="94249"/>
                    <a:pt x="88571" y="92821"/>
                  </a:cubicBezTo>
                  <a:cubicBezTo>
                    <a:pt x="88571" y="92821"/>
                    <a:pt x="88571" y="92821"/>
                    <a:pt x="88571" y="91393"/>
                  </a:cubicBezTo>
                  <a:lnTo>
                    <a:pt x="88571" y="91393"/>
                  </a:lnTo>
                  <a:lnTo>
                    <a:pt x="88571" y="89919"/>
                  </a:lnTo>
                  <a:lnTo>
                    <a:pt x="88571" y="89919"/>
                  </a:lnTo>
                  <a:cubicBezTo>
                    <a:pt x="88571" y="88537"/>
                    <a:pt x="88571" y="88537"/>
                    <a:pt x="88571" y="88537"/>
                  </a:cubicBezTo>
                  <a:lnTo>
                    <a:pt x="88571" y="88537"/>
                  </a:lnTo>
                  <a:lnTo>
                    <a:pt x="88571" y="88537"/>
                  </a:lnTo>
                  <a:cubicBezTo>
                    <a:pt x="93613" y="87109"/>
                    <a:pt x="93613" y="87109"/>
                    <a:pt x="93613" y="87109"/>
                  </a:cubicBezTo>
                  <a:lnTo>
                    <a:pt x="93613" y="85681"/>
                  </a:lnTo>
                  <a:lnTo>
                    <a:pt x="93613" y="85681"/>
                  </a:lnTo>
                  <a:cubicBezTo>
                    <a:pt x="93613" y="84207"/>
                    <a:pt x="93613" y="84207"/>
                    <a:pt x="93613" y="84207"/>
                  </a:cubicBezTo>
                  <a:lnTo>
                    <a:pt x="93613" y="84207"/>
                  </a:lnTo>
                  <a:lnTo>
                    <a:pt x="93613" y="82825"/>
                  </a:lnTo>
                  <a:lnTo>
                    <a:pt x="93613" y="82825"/>
                  </a:lnTo>
                  <a:lnTo>
                    <a:pt x="93613" y="82825"/>
                  </a:lnTo>
                  <a:cubicBezTo>
                    <a:pt x="93613" y="81397"/>
                    <a:pt x="98991" y="79969"/>
                    <a:pt x="98991" y="78495"/>
                  </a:cubicBezTo>
                  <a:cubicBezTo>
                    <a:pt x="104201" y="78495"/>
                    <a:pt x="104201" y="77113"/>
                    <a:pt x="104201" y="77113"/>
                  </a:cubicBezTo>
                  <a:lnTo>
                    <a:pt x="104201" y="77113"/>
                  </a:lnTo>
                  <a:lnTo>
                    <a:pt x="104201" y="77113"/>
                  </a:lnTo>
                  <a:lnTo>
                    <a:pt x="104201" y="77113"/>
                  </a:lnTo>
                  <a:lnTo>
                    <a:pt x="104201" y="77113"/>
                  </a:lnTo>
                  <a:cubicBezTo>
                    <a:pt x="104201" y="75685"/>
                    <a:pt x="104201" y="75685"/>
                    <a:pt x="104201" y="75685"/>
                  </a:cubicBezTo>
                  <a:lnTo>
                    <a:pt x="109411" y="75685"/>
                  </a:lnTo>
                  <a:lnTo>
                    <a:pt x="109411" y="75685"/>
                  </a:lnTo>
                  <a:lnTo>
                    <a:pt x="109411" y="74257"/>
                  </a:lnTo>
                  <a:lnTo>
                    <a:pt x="109411" y="74257"/>
                  </a:lnTo>
                  <a:lnTo>
                    <a:pt x="109411" y="74257"/>
                  </a:lnTo>
                  <a:lnTo>
                    <a:pt x="109411" y="72783"/>
                  </a:lnTo>
                  <a:lnTo>
                    <a:pt x="104201" y="72783"/>
                  </a:lnTo>
                  <a:lnTo>
                    <a:pt x="109411" y="71401"/>
                  </a:lnTo>
                  <a:lnTo>
                    <a:pt x="109411" y="71401"/>
                  </a:lnTo>
                  <a:lnTo>
                    <a:pt x="104201" y="69973"/>
                  </a:lnTo>
                  <a:lnTo>
                    <a:pt x="109411" y="68545"/>
                  </a:lnTo>
                  <a:lnTo>
                    <a:pt x="109411" y="68545"/>
                  </a:lnTo>
                  <a:cubicBezTo>
                    <a:pt x="114453" y="68545"/>
                    <a:pt x="114453" y="67071"/>
                    <a:pt x="119831" y="67071"/>
                  </a:cubicBezTo>
                  <a:lnTo>
                    <a:pt x="119831" y="67071"/>
                  </a:lnTo>
                  <a:lnTo>
                    <a:pt x="119831" y="67071"/>
                  </a:lnTo>
                  <a:lnTo>
                    <a:pt x="119831" y="65689"/>
                  </a:lnTo>
                  <a:lnTo>
                    <a:pt x="119831" y="65689"/>
                  </a:lnTo>
                  <a:lnTo>
                    <a:pt x="119831" y="65689"/>
                  </a:lnTo>
                  <a:cubicBezTo>
                    <a:pt x="114453" y="65689"/>
                    <a:pt x="114453" y="65689"/>
                    <a:pt x="114453" y="64261"/>
                  </a:cubicBezTo>
                  <a:lnTo>
                    <a:pt x="114453" y="64261"/>
                  </a:lnTo>
                  <a:cubicBezTo>
                    <a:pt x="114453" y="62833"/>
                    <a:pt x="114453" y="62833"/>
                    <a:pt x="114453" y="62833"/>
                  </a:cubicBezTo>
                  <a:lnTo>
                    <a:pt x="114453" y="62833"/>
                  </a:lnTo>
                  <a:cubicBezTo>
                    <a:pt x="109411" y="62833"/>
                    <a:pt x="109411" y="61358"/>
                    <a:pt x="109411" y="59976"/>
                  </a:cubicBezTo>
                  <a:lnTo>
                    <a:pt x="109411" y="59976"/>
                  </a:lnTo>
                  <a:lnTo>
                    <a:pt x="109411" y="59976"/>
                  </a:lnTo>
                  <a:lnTo>
                    <a:pt x="109411" y="59976"/>
                  </a:lnTo>
                  <a:cubicBezTo>
                    <a:pt x="104201" y="58548"/>
                    <a:pt x="104201" y="57120"/>
                    <a:pt x="104201" y="57120"/>
                  </a:cubicBezTo>
                  <a:lnTo>
                    <a:pt x="104201" y="57120"/>
                  </a:lnTo>
                  <a:lnTo>
                    <a:pt x="104201" y="55646"/>
                  </a:lnTo>
                  <a:lnTo>
                    <a:pt x="104201" y="55646"/>
                  </a:lnTo>
                  <a:lnTo>
                    <a:pt x="104201" y="54264"/>
                  </a:lnTo>
                  <a:lnTo>
                    <a:pt x="104201" y="54264"/>
                  </a:lnTo>
                  <a:lnTo>
                    <a:pt x="104201" y="54264"/>
                  </a:lnTo>
                  <a:lnTo>
                    <a:pt x="104201" y="54264"/>
                  </a:lnTo>
                  <a:lnTo>
                    <a:pt x="104201" y="54264"/>
                  </a:lnTo>
                  <a:lnTo>
                    <a:pt x="104201" y="52836"/>
                  </a:lnTo>
                  <a:lnTo>
                    <a:pt x="104201" y="52836"/>
                  </a:lnTo>
                  <a:lnTo>
                    <a:pt x="104201" y="51408"/>
                  </a:lnTo>
                  <a:lnTo>
                    <a:pt x="98991" y="51408"/>
                  </a:lnTo>
                  <a:lnTo>
                    <a:pt x="98991" y="51408"/>
                  </a:lnTo>
                  <a:cubicBezTo>
                    <a:pt x="98991" y="51408"/>
                    <a:pt x="98991" y="51408"/>
                    <a:pt x="98991" y="49934"/>
                  </a:cubicBezTo>
                  <a:lnTo>
                    <a:pt x="98991" y="49934"/>
                  </a:lnTo>
                  <a:lnTo>
                    <a:pt x="93613" y="48552"/>
                  </a:lnTo>
                  <a:lnTo>
                    <a:pt x="93613" y="48552"/>
                  </a:lnTo>
                  <a:cubicBezTo>
                    <a:pt x="93613" y="48552"/>
                    <a:pt x="93613" y="48552"/>
                    <a:pt x="98991" y="47124"/>
                  </a:cubicBezTo>
                  <a:cubicBezTo>
                    <a:pt x="98991" y="47124"/>
                    <a:pt x="98991" y="47124"/>
                    <a:pt x="98991" y="45696"/>
                  </a:cubicBezTo>
                  <a:lnTo>
                    <a:pt x="98991" y="45696"/>
                  </a:lnTo>
                  <a:lnTo>
                    <a:pt x="104201" y="45696"/>
                  </a:lnTo>
                  <a:lnTo>
                    <a:pt x="104201" y="45696"/>
                  </a:lnTo>
                  <a:lnTo>
                    <a:pt x="104201" y="45696"/>
                  </a:lnTo>
                  <a:cubicBezTo>
                    <a:pt x="98991" y="45696"/>
                    <a:pt x="98991" y="44222"/>
                    <a:pt x="98991" y="42840"/>
                  </a:cubicBezTo>
                  <a:lnTo>
                    <a:pt x="98991" y="42840"/>
                  </a:lnTo>
                  <a:lnTo>
                    <a:pt x="98991" y="42840"/>
                  </a:lnTo>
                  <a:lnTo>
                    <a:pt x="98991" y="42840"/>
                  </a:lnTo>
                  <a:cubicBezTo>
                    <a:pt x="98991" y="41412"/>
                    <a:pt x="98991" y="41412"/>
                    <a:pt x="98991" y="41412"/>
                  </a:cubicBezTo>
                  <a:lnTo>
                    <a:pt x="98991" y="41412"/>
                  </a:lnTo>
                  <a:cubicBezTo>
                    <a:pt x="98991" y="39984"/>
                    <a:pt x="98991" y="39984"/>
                    <a:pt x="98991" y="39984"/>
                  </a:cubicBezTo>
                  <a:lnTo>
                    <a:pt x="104201" y="39984"/>
                  </a:lnTo>
                  <a:lnTo>
                    <a:pt x="104201" y="39984"/>
                  </a:lnTo>
                  <a:cubicBezTo>
                    <a:pt x="104201" y="39984"/>
                    <a:pt x="104201" y="39984"/>
                    <a:pt x="104201" y="38556"/>
                  </a:cubicBezTo>
                  <a:lnTo>
                    <a:pt x="98991" y="38556"/>
                  </a:lnTo>
                  <a:cubicBezTo>
                    <a:pt x="98991" y="37128"/>
                    <a:pt x="98991" y="37128"/>
                    <a:pt x="104201" y="37128"/>
                  </a:cubicBezTo>
                  <a:lnTo>
                    <a:pt x="104201" y="37128"/>
                  </a:lnTo>
                  <a:cubicBezTo>
                    <a:pt x="104201" y="35700"/>
                    <a:pt x="104201" y="35700"/>
                    <a:pt x="104201" y="35700"/>
                  </a:cubicBezTo>
                  <a:lnTo>
                    <a:pt x="104201" y="35700"/>
                  </a:lnTo>
                  <a:lnTo>
                    <a:pt x="104201" y="35700"/>
                  </a:lnTo>
                  <a:lnTo>
                    <a:pt x="104201" y="35700"/>
                  </a:lnTo>
                  <a:lnTo>
                    <a:pt x="104201" y="35700"/>
                  </a:lnTo>
                  <a:cubicBezTo>
                    <a:pt x="104201" y="34226"/>
                    <a:pt x="104201" y="34226"/>
                    <a:pt x="104201" y="34226"/>
                  </a:cubicBezTo>
                  <a:lnTo>
                    <a:pt x="104201" y="34226"/>
                  </a:lnTo>
                  <a:cubicBezTo>
                    <a:pt x="104201" y="32844"/>
                    <a:pt x="98991" y="31416"/>
                    <a:pt x="98991" y="31416"/>
                  </a:cubicBezTo>
                  <a:lnTo>
                    <a:pt x="98991" y="31416"/>
                  </a:lnTo>
                  <a:lnTo>
                    <a:pt x="98991" y="31416"/>
                  </a:lnTo>
                  <a:lnTo>
                    <a:pt x="98991" y="31416"/>
                  </a:lnTo>
                  <a:cubicBezTo>
                    <a:pt x="93613" y="31416"/>
                    <a:pt x="93613" y="31416"/>
                    <a:pt x="93613" y="31416"/>
                  </a:cubicBezTo>
                  <a:lnTo>
                    <a:pt x="93613" y="31416"/>
                  </a:lnTo>
                  <a:lnTo>
                    <a:pt x="93613" y="31416"/>
                  </a:lnTo>
                  <a:lnTo>
                    <a:pt x="93613" y="31416"/>
                  </a:lnTo>
                  <a:lnTo>
                    <a:pt x="93613" y="31416"/>
                  </a:lnTo>
                  <a:cubicBezTo>
                    <a:pt x="88571" y="31416"/>
                    <a:pt x="88571" y="29988"/>
                    <a:pt x="88571" y="28560"/>
                  </a:cubicBezTo>
                  <a:lnTo>
                    <a:pt x="88571" y="28560"/>
                  </a:lnTo>
                  <a:lnTo>
                    <a:pt x="88571" y="28560"/>
                  </a:lnTo>
                  <a:cubicBezTo>
                    <a:pt x="83361" y="28560"/>
                    <a:pt x="83361" y="28560"/>
                    <a:pt x="83361" y="28560"/>
                  </a:cubicBezTo>
                  <a:cubicBezTo>
                    <a:pt x="83361" y="28560"/>
                    <a:pt x="83361" y="28560"/>
                    <a:pt x="78151" y="28560"/>
                  </a:cubicBezTo>
                  <a:lnTo>
                    <a:pt x="78151" y="28560"/>
                  </a:lnTo>
                  <a:lnTo>
                    <a:pt x="78151" y="28560"/>
                  </a:lnTo>
                  <a:lnTo>
                    <a:pt x="78151" y="28560"/>
                  </a:lnTo>
                  <a:lnTo>
                    <a:pt x="78151" y="28560"/>
                  </a:lnTo>
                  <a:cubicBezTo>
                    <a:pt x="78151" y="28560"/>
                    <a:pt x="72773" y="28560"/>
                    <a:pt x="72773" y="27132"/>
                  </a:cubicBezTo>
                  <a:lnTo>
                    <a:pt x="72773" y="27132"/>
                  </a:lnTo>
                  <a:lnTo>
                    <a:pt x="72773" y="27132"/>
                  </a:lnTo>
                  <a:cubicBezTo>
                    <a:pt x="67731" y="27132"/>
                    <a:pt x="67731" y="27132"/>
                    <a:pt x="67731" y="25704"/>
                  </a:cubicBezTo>
                  <a:cubicBezTo>
                    <a:pt x="67731" y="25704"/>
                    <a:pt x="62521" y="25704"/>
                    <a:pt x="62521" y="24276"/>
                  </a:cubicBezTo>
                  <a:lnTo>
                    <a:pt x="62521" y="24276"/>
                  </a:lnTo>
                  <a:lnTo>
                    <a:pt x="62521" y="24276"/>
                  </a:lnTo>
                  <a:lnTo>
                    <a:pt x="62521" y="24276"/>
                  </a:lnTo>
                  <a:cubicBezTo>
                    <a:pt x="62521" y="24276"/>
                    <a:pt x="62521" y="24276"/>
                    <a:pt x="62521" y="22848"/>
                  </a:cubicBezTo>
                  <a:lnTo>
                    <a:pt x="62521" y="22848"/>
                  </a:lnTo>
                  <a:lnTo>
                    <a:pt x="57310" y="21420"/>
                  </a:lnTo>
                  <a:cubicBezTo>
                    <a:pt x="57310" y="19992"/>
                    <a:pt x="57310" y="19992"/>
                    <a:pt x="57310" y="19992"/>
                  </a:cubicBezTo>
                  <a:lnTo>
                    <a:pt x="57310" y="19992"/>
                  </a:lnTo>
                  <a:cubicBezTo>
                    <a:pt x="57310" y="18564"/>
                    <a:pt x="57310" y="18564"/>
                    <a:pt x="57310" y="18564"/>
                  </a:cubicBezTo>
                  <a:lnTo>
                    <a:pt x="57310" y="18564"/>
                  </a:lnTo>
                  <a:lnTo>
                    <a:pt x="57310" y="18564"/>
                  </a:lnTo>
                  <a:lnTo>
                    <a:pt x="57310" y="17136"/>
                  </a:lnTo>
                  <a:lnTo>
                    <a:pt x="57310" y="17136"/>
                  </a:lnTo>
                  <a:lnTo>
                    <a:pt x="57310" y="17136"/>
                  </a:lnTo>
                  <a:lnTo>
                    <a:pt x="62521" y="15708"/>
                  </a:lnTo>
                  <a:lnTo>
                    <a:pt x="62521" y="15708"/>
                  </a:lnTo>
                  <a:lnTo>
                    <a:pt x="62521" y="15708"/>
                  </a:lnTo>
                  <a:lnTo>
                    <a:pt x="62521" y="15708"/>
                  </a:lnTo>
                  <a:lnTo>
                    <a:pt x="62521" y="15708"/>
                  </a:lnTo>
                  <a:lnTo>
                    <a:pt x="62521" y="15708"/>
                  </a:lnTo>
                  <a:cubicBezTo>
                    <a:pt x="62521" y="14280"/>
                    <a:pt x="62521" y="14280"/>
                    <a:pt x="62521" y="14280"/>
                  </a:cubicBezTo>
                  <a:lnTo>
                    <a:pt x="62521" y="14280"/>
                  </a:lnTo>
                  <a:cubicBezTo>
                    <a:pt x="62521" y="12852"/>
                    <a:pt x="62521" y="12852"/>
                    <a:pt x="62521" y="12852"/>
                  </a:cubicBezTo>
                  <a:cubicBezTo>
                    <a:pt x="67731" y="11424"/>
                    <a:pt x="67731" y="11424"/>
                    <a:pt x="67731" y="11424"/>
                  </a:cubicBezTo>
                  <a:lnTo>
                    <a:pt x="67731" y="11424"/>
                  </a:lnTo>
                  <a:lnTo>
                    <a:pt x="67731" y="11424"/>
                  </a:lnTo>
                  <a:cubicBezTo>
                    <a:pt x="72773" y="11424"/>
                    <a:pt x="72773" y="11424"/>
                    <a:pt x="72773" y="9996"/>
                  </a:cubicBezTo>
                  <a:cubicBezTo>
                    <a:pt x="72773" y="9996"/>
                    <a:pt x="78151" y="9996"/>
                    <a:pt x="78151" y="8568"/>
                  </a:cubicBezTo>
                  <a:lnTo>
                    <a:pt x="83361" y="8568"/>
                  </a:lnTo>
                  <a:lnTo>
                    <a:pt x="83361" y="8568"/>
                  </a:lnTo>
                  <a:lnTo>
                    <a:pt x="88571" y="8568"/>
                  </a:lnTo>
                  <a:lnTo>
                    <a:pt x="88571" y="8568"/>
                  </a:lnTo>
                  <a:lnTo>
                    <a:pt x="88571" y="8568"/>
                  </a:lnTo>
                  <a:cubicBezTo>
                    <a:pt x="88571" y="7140"/>
                    <a:pt x="88571" y="7140"/>
                    <a:pt x="88571" y="7140"/>
                  </a:cubicBezTo>
                  <a:lnTo>
                    <a:pt x="88571" y="5712"/>
                  </a:lnTo>
                  <a:lnTo>
                    <a:pt x="88571" y="5712"/>
                  </a:lnTo>
                  <a:lnTo>
                    <a:pt x="88571" y="5712"/>
                  </a:lnTo>
                  <a:lnTo>
                    <a:pt x="88571" y="5712"/>
                  </a:lnTo>
                  <a:lnTo>
                    <a:pt x="83361" y="5712"/>
                  </a:lnTo>
                  <a:lnTo>
                    <a:pt x="78151" y="5712"/>
                  </a:lnTo>
                  <a:cubicBezTo>
                    <a:pt x="78151" y="5712"/>
                    <a:pt x="78151" y="5712"/>
                    <a:pt x="72773" y="5712"/>
                  </a:cubicBezTo>
                  <a:lnTo>
                    <a:pt x="72773" y="5712"/>
                  </a:lnTo>
                  <a:cubicBezTo>
                    <a:pt x="67731" y="5712"/>
                    <a:pt x="62521" y="5712"/>
                    <a:pt x="62521" y="4284"/>
                  </a:cubicBezTo>
                  <a:lnTo>
                    <a:pt x="62521" y="2856"/>
                  </a:lnTo>
                  <a:lnTo>
                    <a:pt x="62521" y="2856"/>
                  </a:lnTo>
                  <a:lnTo>
                    <a:pt x="62521" y="1428"/>
                  </a:lnTo>
                  <a:lnTo>
                    <a:pt x="62521" y="1428"/>
                  </a:lnTo>
                  <a:lnTo>
                    <a:pt x="57310" y="1428"/>
                  </a:lnTo>
                  <a:cubicBezTo>
                    <a:pt x="57310" y="1428"/>
                    <a:pt x="51932" y="1428"/>
                    <a:pt x="51932" y="0"/>
                  </a:cubicBezTo>
                  <a:lnTo>
                    <a:pt x="51932" y="0"/>
                  </a:lnTo>
                  <a:lnTo>
                    <a:pt x="51932" y="1428"/>
                  </a:lnTo>
                  <a:cubicBezTo>
                    <a:pt x="51932" y="1428"/>
                    <a:pt x="51932" y="1428"/>
                    <a:pt x="46890" y="1428"/>
                  </a:cubicBezTo>
                  <a:cubicBezTo>
                    <a:pt x="46890" y="2856"/>
                    <a:pt x="46890" y="2856"/>
                    <a:pt x="46890" y="2856"/>
                  </a:cubicBezTo>
                  <a:lnTo>
                    <a:pt x="46890" y="2856"/>
                  </a:lnTo>
                  <a:lnTo>
                    <a:pt x="46890" y="2856"/>
                  </a:lnTo>
                  <a:cubicBezTo>
                    <a:pt x="46890" y="4284"/>
                    <a:pt x="41680" y="5712"/>
                    <a:pt x="31260" y="5712"/>
                  </a:cubicBezTo>
                  <a:cubicBezTo>
                    <a:pt x="26050" y="5712"/>
                    <a:pt x="26050" y="7140"/>
                    <a:pt x="26050" y="7140"/>
                  </a:cubicBezTo>
                  <a:cubicBezTo>
                    <a:pt x="26050" y="8568"/>
                    <a:pt x="20840" y="9996"/>
                    <a:pt x="20840" y="11424"/>
                  </a:cubicBezTo>
                  <a:cubicBezTo>
                    <a:pt x="20840" y="11424"/>
                    <a:pt x="20840" y="11424"/>
                    <a:pt x="20840" y="12852"/>
                  </a:cubicBezTo>
                  <a:lnTo>
                    <a:pt x="15462" y="12852"/>
                  </a:lnTo>
                  <a:cubicBezTo>
                    <a:pt x="15462" y="14280"/>
                    <a:pt x="15462" y="14280"/>
                    <a:pt x="15462" y="14280"/>
                  </a:cubicBezTo>
                  <a:cubicBezTo>
                    <a:pt x="10420" y="14280"/>
                    <a:pt x="10420" y="14280"/>
                    <a:pt x="10420" y="14280"/>
                  </a:cubicBezTo>
                  <a:lnTo>
                    <a:pt x="10420" y="14280"/>
                  </a:lnTo>
                  <a:cubicBezTo>
                    <a:pt x="10420" y="12852"/>
                    <a:pt x="5210" y="12852"/>
                    <a:pt x="5210" y="11424"/>
                  </a:cubicBezTo>
                  <a:lnTo>
                    <a:pt x="5210" y="11424"/>
                  </a:lnTo>
                  <a:lnTo>
                    <a:pt x="5210" y="11424"/>
                  </a:lnTo>
                  <a:lnTo>
                    <a:pt x="5210" y="11424"/>
                  </a:lnTo>
                  <a:cubicBezTo>
                    <a:pt x="5210" y="11424"/>
                    <a:pt x="5210" y="11424"/>
                    <a:pt x="0" y="11424"/>
                  </a:cubicBezTo>
                  <a:lnTo>
                    <a:pt x="0" y="11424"/>
                  </a:lnTo>
                  <a:cubicBezTo>
                    <a:pt x="0" y="12852"/>
                    <a:pt x="0" y="12852"/>
                    <a:pt x="0" y="12852"/>
                  </a:cubicBezTo>
                  <a:lnTo>
                    <a:pt x="0" y="12852"/>
                  </a:lnTo>
                  <a:lnTo>
                    <a:pt x="0" y="14280"/>
                  </a:lnTo>
                  <a:lnTo>
                    <a:pt x="0" y="14280"/>
                  </a:lnTo>
                  <a:cubicBezTo>
                    <a:pt x="0" y="14280"/>
                    <a:pt x="5210" y="15708"/>
                    <a:pt x="10420" y="17136"/>
                  </a:cubicBezTo>
                  <a:lnTo>
                    <a:pt x="10420" y="17136"/>
                  </a:lnTo>
                  <a:cubicBezTo>
                    <a:pt x="10420" y="18564"/>
                    <a:pt x="10420" y="18564"/>
                    <a:pt x="10420" y="19992"/>
                  </a:cubicBezTo>
                  <a:lnTo>
                    <a:pt x="15462" y="19992"/>
                  </a:lnTo>
                  <a:lnTo>
                    <a:pt x="15462" y="21420"/>
                  </a:lnTo>
                  <a:cubicBezTo>
                    <a:pt x="15462" y="21420"/>
                    <a:pt x="15462" y="21420"/>
                    <a:pt x="20840" y="21420"/>
                  </a:cubicBezTo>
                  <a:cubicBezTo>
                    <a:pt x="20840" y="22848"/>
                    <a:pt x="20840" y="24276"/>
                    <a:pt x="20840" y="24276"/>
                  </a:cubicBezTo>
                  <a:cubicBezTo>
                    <a:pt x="20840" y="24276"/>
                    <a:pt x="20840" y="24276"/>
                    <a:pt x="20840" y="25704"/>
                  </a:cubicBezTo>
                  <a:lnTo>
                    <a:pt x="26050" y="27132"/>
                  </a:lnTo>
                  <a:cubicBezTo>
                    <a:pt x="31260" y="28560"/>
                    <a:pt x="31260" y="28560"/>
                    <a:pt x="31260" y="29988"/>
                  </a:cubicBezTo>
                  <a:cubicBezTo>
                    <a:pt x="31260" y="31416"/>
                    <a:pt x="31260" y="31416"/>
                    <a:pt x="31260" y="31416"/>
                  </a:cubicBezTo>
                  <a:lnTo>
                    <a:pt x="31260" y="31416"/>
                  </a:lnTo>
                  <a:lnTo>
                    <a:pt x="31260" y="31416"/>
                  </a:lnTo>
                  <a:cubicBezTo>
                    <a:pt x="31260" y="31416"/>
                    <a:pt x="31260" y="31416"/>
                    <a:pt x="36470" y="32844"/>
                  </a:cubicBezTo>
                  <a:cubicBezTo>
                    <a:pt x="36470" y="32844"/>
                    <a:pt x="36470" y="34226"/>
                    <a:pt x="41680" y="34226"/>
                  </a:cubicBezTo>
                  <a:cubicBezTo>
                    <a:pt x="41680" y="35700"/>
                    <a:pt x="41680" y="37128"/>
                    <a:pt x="41680" y="37128"/>
                  </a:cubicBezTo>
                  <a:cubicBezTo>
                    <a:pt x="41680" y="38556"/>
                    <a:pt x="41680" y="38556"/>
                    <a:pt x="41680" y="38556"/>
                  </a:cubicBezTo>
                  <a:cubicBezTo>
                    <a:pt x="41680" y="39984"/>
                    <a:pt x="41680" y="39984"/>
                    <a:pt x="46890" y="39984"/>
                  </a:cubicBezTo>
                  <a:lnTo>
                    <a:pt x="46890" y="39984"/>
                  </a:lnTo>
                  <a:lnTo>
                    <a:pt x="51932" y="41412"/>
                  </a:lnTo>
                  <a:cubicBezTo>
                    <a:pt x="57310" y="41412"/>
                    <a:pt x="57310" y="42840"/>
                    <a:pt x="57310" y="42840"/>
                  </a:cubicBezTo>
                  <a:cubicBezTo>
                    <a:pt x="62521" y="42840"/>
                    <a:pt x="62521" y="44222"/>
                    <a:pt x="62521" y="44222"/>
                  </a:cubicBezTo>
                  <a:cubicBezTo>
                    <a:pt x="67731" y="44222"/>
                    <a:pt x="72773" y="45696"/>
                    <a:pt x="72773" y="45696"/>
                  </a:cubicBezTo>
                  <a:cubicBezTo>
                    <a:pt x="72773" y="45696"/>
                    <a:pt x="72773" y="45696"/>
                    <a:pt x="78151" y="45696"/>
                  </a:cubicBezTo>
                  <a:lnTo>
                    <a:pt x="83361" y="47124"/>
                  </a:lnTo>
                  <a:cubicBezTo>
                    <a:pt x="83361" y="48552"/>
                    <a:pt x="83361" y="48552"/>
                    <a:pt x="88571" y="48552"/>
                  </a:cubicBezTo>
                  <a:lnTo>
                    <a:pt x="88571" y="48552"/>
                  </a:lnTo>
                  <a:cubicBezTo>
                    <a:pt x="93613" y="49934"/>
                    <a:pt x="93613" y="49934"/>
                    <a:pt x="93613" y="51408"/>
                  </a:cubicBezTo>
                  <a:cubicBezTo>
                    <a:pt x="98991" y="51408"/>
                    <a:pt x="98991" y="52836"/>
                    <a:pt x="98991" y="55646"/>
                  </a:cubicBezTo>
                  <a:lnTo>
                    <a:pt x="98991" y="55646"/>
                  </a:lnTo>
                  <a:lnTo>
                    <a:pt x="98991" y="57120"/>
                  </a:lnTo>
                  <a:lnTo>
                    <a:pt x="98991" y="58548"/>
                  </a:lnTo>
                  <a:lnTo>
                    <a:pt x="98991" y="58548"/>
                  </a:lnTo>
                  <a:lnTo>
                    <a:pt x="98991" y="58548"/>
                  </a:lnTo>
                  <a:cubicBezTo>
                    <a:pt x="98991" y="58548"/>
                    <a:pt x="98991" y="59976"/>
                    <a:pt x="98991" y="61358"/>
                  </a:cubicBezTo>
                  <a:cubicBezTo>
                    <a:pt x="98991" y="62833"/>
                    <a:pt x="98991" y="62833"/>
                    <a:pt x="98991" y="64261"/>
                  </a:cubicBezTo>
                  <a:lnTo>
                    <a:pt x="98991" y="64261"/>
                  </a:lnTo>
                  <a:cubicBezTo>
                    <a:pt x="98991" y="65689"/>
                    <a:pt x="98991" y="65689"/>
                    <a:pt x="93613" y="65689"/>
                  </a:cubicBezTo>
                  <a:cubicBezTo>
                    <a:pt x="93613" y="67071"/>
                    <a:pt x="93613" y="67071"/>
                    <a:pt x="93613" y="67071"/>
                  </a:cubicBezTo>
                  <a:cubicBezTo>
                    <a:pt x="98991" y="67071"/>
                    <a:pt x="93613" y="68545"/>
                    <a:pt x="93613" y="69973"/>
                  </a:cubicBezTo>
                  <a:lnTo>
                    <a:pt x="93613" y="69973"/>
                  </a:lnTo>
                  <a:cubicBezTo>
                    <a:pt x="93613" y="69973"/>
                    <a:pt x="93613" y="69973"/>
                    <a:pt x="93613" y="71401"/>
                  </a:cubicBezTo>
                  <a:lnTo>
                    <a:pt x="93613" y="71401"/>
                  </a:lnTo>
                  <a:cubicBezTo>
                    <a:pt x="93613" y="72783"/>
                    <a:pt x="93613" y="72783"/>
                    <a:pt x="93613" y="74257"/>
                  </a:cubicBezTo>
                  <a:lnTo>
                    <a:pt x="93613" y="75685"/>
                  </a:lnTo>
                  <a:cubicBezTo>
                    <a:pt x="93613" y="75685"/>
                    <a:pt x="93613" y="75685"/>
                    <a:pt x="93613" y="77113"/>
                  </a:cubicBezTo>
                  <a:lnTo>
                    <a:pt x="93613" y="78495"/>
                  </a:lnTo>
                  <a:cubicBezTo>
                    <a:pt x="93613" y="78495"/>
                    <a:pt x="93613" y="79969"/>
                    <a:pt x="88571" y="79969"/>
                  </a:cubicBezTo>
                  <a:lnTo>
                    <a:pt x="88571" y="81397"/>
                  </a:lnTo>
                  <a:cubicBezTo>
                    <a:pt x="88571" y="82825"/>
                    <a:pt x="88571" y="82825"/>
                    <a:pt x="88571" y="82825"/>
                  </a:cubicBezTo>
                  <a:lnTo>
                    <a:pt x="88571" y="82825"/>
                  </a:lnTo>
                  <a:lnTo>
                    <a:pt x="88571" y="82825"/>
                  </a:lnTo>
                  <a:lnTo>
                    <a:pt x="88571" y="84207"/>
                  </a:lnTo>
                  <a:lnTo>
                    <a:pt x="88571" y="84207"/>
                  </a:lnTo>
                  <a:cubicBezTo>
                    <a:pt x="88571" y="84207"/>
                    <a:pt x="88571" y="84207"/>
                    <a:pt x="88571" y="85681"/>
                  </a:cubicBezTo>
                  <a:cubicBezTo>
                    <a:pt x="88571" y="85681"/>
                    <a:pt x="88571" y="87109"/>
                    <a:pt x="83361" y="87109"/>
                  </a:cubicBezTo>
                  <a:lnTo>
                    <a:pt x="83361" y="88537"/>
                  </a:lnTo>
                  <a:cubicBezTo>
                    <a:pt x="83361" y="88537"/>
                    <a:pt x="83361" y="88537"/>
                    <a:pt x="83361" y="89919"/>
                  </a:cubicBezTo>
                  <a:cubicBezTo>
                    <a:pt x="83361" y="89919"/>
                    <a:pt x="83361" y="89919"/>
                    <a:pt x="83361" y="91393"/>
                  </a:cubicBezTo>
                  <a:cubicBezTo>
                    <a:pt x="88571" y="91393"/>
                    <a:pt x="83361" y="94249"/>
                    <a:pt x="83361" y="94249"/>
                  </a:cubicBezTo>
                  <a:lnTo>
                    <a:pt x="83361" y="95631"/>
                  </a:lnTo>
                  <a:cubicBezTo>
                    <a:pt x="83361" y="95631"/>
                    <a:pt x="83361" y="97105"/>
                    <a:pt x="83361" y="98533"/>
                  </a:cubicBezTo>
                  <a:lnTo>
                    <a:pt x="83361" y="98533"/>
                  </a:lnTo>
                  <a:cubicBezTo>
                    <a:pt x="83361" y="98533"/>
                    <a:pt x="83361" y="98533"/>
                    <a:pt x="83361" y="99915"/>
                  </a:cubicBezTo>
                  <a:cubicBezTo>
                    <a:pt x="83361" y="99915"/>
                    <a:pt x="83361" y="101343"/>
                    <a:pt x="78151" y="102817"/>
                  </a:cubicBezTo>
                  <a:lnTo>
                    <a:pt x="72773" y="104245"/>
                  </a:lnTo>
                  <a:lnTo>
                    <a:pt x="72773" y="105627"/>
                  </a:lnTo>
                  <a:lnTo>
                    <a:pt x="72773" y="105627"/>
                  </a:lnTo>
                  <a:cubicBezTo>
                    <a:pt x="72773" y="105627"/>
                    <a:pt x="72773" y="105627"/>
                    <a:pt x="72773" y="107055"/>
                  </a:cubicBezTo>
                  <a:lnTo>
                    <a:pt x="67731" y="107055"/>
                  </a:lnTo>
                  <a:lnTo>
                    <a:pt x="67731" y="107055"/>
                  </a:lnTo>
                  <a:cubicBezTo>
                    <a:pt x="67731" y="108529"/>
                    <a:pt x="67731" y="108529"/>
                    <a:pt x="67731" y="108529"/>
                  </a:cubicBezTo>
                  <a:lnTo>
                    <a:pt x="67731" y="108529"/>
                  </a:lnTo>
                  <a:cubicBezTo>
                    <a:pt x="67731" y="109957"/>
                    <a:pt x="67731" y="109957"/>
                    <a:pt x="67731" y="111339"/>
                  </a:cubicBezTo>
                  <a:lnTo>
                    <a:pt x="67731" y="111339"/>
                  </a:lnTo>
                  <a:lnTo>
                    <a:pt x="67731" y="112767"/>
                  </a:lnTo>
                  <a:cubicBezTo>
                    <a:pt x="67731" y="112767"/>
                    <a:pt x="72773" y="114241"/>
                    <a:pt x="67731" y="115669"/>
                  </a:cubicBezTo>
                  <a:cubicBezTo>
                    <a:pt x="67731" y="117051"/>
                    <a:pt x="62521" y="118479"/>
                    <a:pt x="62521" y="118479"/>
                  </a:cubicBezTo>
                  <a:lnTo>
                    <a:pt x="62521" y="118479"/>
                  </a:lnTo>
                  <a:cubicBezTo>
                    <a:pt x="67731" y="118479"/>
                    <a:pt x="67731" y="118479"/>
                    <a:pt x="67731" y="118479"/>
                  </a:cubicBezTo>
                  <a:lnTo>
                    <a:pt x="72773" y="118479"/>
                  </a:lnTo>
                  <a:lnTo>
                    <a:pt x="72773" y="118479"/>
                  </a:lnTo>
                  <a:lnTo>
                    <a:pt x="72773" y="118479"/>
                  </a:lnTo>
                  <a:lnTo>
                    <a:pt x="72773" y="118479"/>
                  </a:lnTo>
                  <a:cubicBezTo>
                    <a:pt x="78151" y="119953"/>
                    <a:pt x="78151" y="119953"/>
                    <a:pt x="78151" y="119953"/>
                  </a:cubicBezTo>
                  <a:cubicBezTo>
                    <a:pt x="78151" y="119953"/>
                    <a:pt x="72773" y="118479"/>
                    <a:pt x="72773" y="117051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4" name="Shape 11904"/>
            <p:cNvSpPr/>
            <p:nvPr/>
          </p:nvSpPr>
          <p:spPr>
            <a:xfrm>
              <a:off x="2184400" y="3810000"/>
              <a:ext cx="33338" cy="349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709" y="79578"/>
                  </a:moveTo>
                  <a:lnTo>
                    <a:pt x="118709" y="79578"/>
                  </a:lnTo>
                  <a:cubicBezTo>
                    <a:pt x="80000" y="79578"/>
                    <a:pt x="80000" y="79578"/>
                    <a:pt x="40000" y="39157"/>
                  </a:cubicBezTo>
                  <a:cubicBezTo>
                    <a:pt x="40000" y="39157"/>
                    <a:pt x="40000" y="39157"/>
                    <a:pt x="40000" y="0"/>
                  </a:cubicBezTo>
                  <a:lnTo>
                    <a:pt x="40000" y="0"/>
                  </a:lnTo>
                  <a:lnTo>
                    <a:pt x="4000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40000" y="0"/>
                    <a:pt x="40000" y="39157"/>
                    <a:pt x="40000" y="79578"/>
                  </a:cubicBezTo>
                  <a:cubicBezTo>
                    <a:pt x="40000" y="79578"/>
                    <a:pt x="40000" y="79578"/>
                    <a:pt x="40000" y="118736"/>
                  </a:cubicBezTo>
                  <a:lnTo>
                    <a:pt x="40000" y="118736"/>
                  </a:lnTo>
                  <a:lnTo>
                    <a:pt x="80000" y="118736"/>
                  </a:lnTo>
                  <a:cubicBezTo>
                    <a:pt x="118709" y="118736"/>
                    <a:pt x="118709" y="118736"/>
                    <a:pt x="118709" y="118736"/>
                  </a:cubicBezTo>
                  <a:lnTo>
                    <a:pt x="118709" y="118736"/>
                  </a:lnTo>
                  <a:lnTo>
                    <a:pt x="118709" y="118736"/>
                  </a:lnTo>
                  <a:cubicBezTo>
                    <a:pt x="118709" y="79578"/>
                    <a:pt x="118709" y="79578"/>
                    <a:pt x="118709" y="7957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5" name="Shape 11905"/>
            <p:cNvSpPr/>
            <p:nvPr/>
          </p:nvSpPr>
          <p:spPr>
            <a:xfrm>
              <a:off x="2051050" y="2751138"/>
              <a:ext cx="1588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6250"/>
                  </a:moveTo>
                  <a:lnTo>
                    <a:pt x="0" y="116250"/>
                  </a:lnTo>
                  <a:lnTo>
                    <a:pt x="0" y="11625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1625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6" name="Shape 11906"/>
            <p:cNvSpPr/>
            <p:nvPr/>
          </p:nvSpPr>
          <p:spPr>
            <a:xfrm>
              <a:off x="2239963" y="3867150"/>
              <a:ext cx="1587" cy="15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7" name="Shape 11907"/>
            <p:cNvSpPr/>
            <p:nvPr/>
          </p:nvSpPr>
          <p:spPr>
            <a:xfrm>
              <a:off x="2217738" y="3654425"/>
              <a:ext cx="11112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60000"/>
                  </a:moveTo>
                  <a:lnTo>
                    <a:pt x="0" y="60000"/>
                  </a:lnTo>
                  <a:lnTo>
                    <a:pt x="116363" y="118064"/>
                  </a:lnTo>
                  <a:lnTo>
                    <a:pt x="116363" y="118064"/>
                  </a:lnTo>
                  <a:lnTo>
                    <a:pt x="116363" y="118064"/>
                  </a:lnTo>
                  <a:cubicBezTo>
                    <a:pt x="116363" y="118064"/>
                    <a:pt x="116363" y="118064"/>
                    <a:pt x="116363" y="60000"/>
                  </a:cubicBezTo>
                  <a:lnTo>
                    <a:pt x="116363" y="60000"/>
                  </a:lnTo>
                  <a:lnTo>
                    <a:pt x="116363" y="60000"/>
                  </a:lnTo>
                  <a:cubicBezTo>
                    <a:pt x="0" y="6000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60000"/>
                    <a:pt x="0" y="60000"/>
                    <a:pt x="0" y="6000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8" name="Shape 11908"/>
            <p:cNvSpPr/>
            <p:nvPr/>
          </p:nvSpPr>
          <p:spPr>
            <a:xfrm>
              <a:off x="2173288" y="3687763"/>
              <a:ext cx="57150" cy="889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8152" y="119518"/>
                  </a:moveTo>
                  <a:lnTo>
                    <a:pt x="48152" y="119518"/>
                  </a:lnTo>
                  <a:lnTo>
                    <a:pt x="48152" y="119518"/>
                  </a:lnTo>
                  <a:cubicBezTo>
                    <a:pt x="71847" y="119518"/>
                    <a:pt x="71847" y="119518"/>
                    <a:pt x="71847" y="119518"/>
                  </a:cubicBezTo>
                  <a:lnTo>
                    <a:pt x="71847" y="119518"/>
                  </a:lnTo>
                  <a:cubicBezTo>
                    <a:pt x="71847" y="104578"/>
                    <a:pt x="71847" y="104578"/>
                    <a:pt x="94777" y="104578"/>
                  </a:cubicBezTo>
                  <a:lnTo>
                    <a:pt x="94777" y="104578"/>
                  </a:lnTo>
                  <a:lnTo>
                    <a:pt x="94777" y="104578"/>
                  </a:lnTo>
                  <a:lnTo>
                    <a:pt x="94777" y="104578"/>
                  </a:lnTo>
                  <a:cubicBezTo>
                    <a:pt x="94777" y="90120"/>
                    <a:pt x="94777" y="90120"/>
                    <a:pt x="94777" y="90120"/>
                  </a:cubicBezTo>
                  <a:cubicBezTo>
                    <a:pt x="94777" y="75180"/>
                    <a:pt x="94777" y="75180"/>
                    <a:pt x="94777" y="75180"/>
                  </a:cubicBezTo>
                  <a:cubicBezTo>
                    <a:pt x="94777" y="59759"/>
                    <a:pt x="94777" y="59759"/>
                    <a:pt x="94777" y="59759"/>
                  </a:cubicBezTo>
                  <a:lnTo>
                    <a:pt x="94777" y="59759"/>
                  </a:lnTo>
                  <a:lnTo>
                    <a:pt x="94777" y="59759"/>
                  </a:lnTo>
                  <a:lnTo>
                    <a:pt x="119235" y="44819"/>
                  </a:lnTo>
                  <a:lnTo>
                    <a:pt x="119235" y="44819"/>
                  </a:lnTo>
                  <a:lnTo>
                    <a:pt x="119235" y="44819"/>
                  </a:lnTo>
                  <a:lnTo>
                    <a:pt x="119235" y="44819"/>
                  </a:lnTo>
                  <a:lnTo>
                    <a:pt x="119235" y="30361"/>
                  </a:lnTo>
                  <a:lnTo>
                    <a:pt x="119235" y="30361"/>
                  </a:lnTo>
                  <a:lnTo>
                    <a:pt x="119235" y="30361"/>
                  </a:lnTo>
                  <a:cubicBezTo>
                    <a:pt x="119235" y="30361"/>
                    <a:pt x="119235" y="30361"/>
                    <a:pt x="119235" y="15421"/>
                  </a:cubicBezTo>
                  <a:lnTo>
                    <a:pt x="119235" y="15421"/>
                  </a:lnTo>
                  <a:lnTo>
                    <a:pt x="119235" y="15421"/>
                  </a:lnTo>
                  <a:cubicBezTo>
                    <a:pt x="119235" y="15421"/>
                    <a:pt x="119235" y="15421"/>
                    <a:pt x="119235" y="0"/>
                  </a:cubicBezTo>
                  <a:cubicBezTo>
                    <a:pt x="94777" y="15421"/>
                    <a:pt x="94777" y="15421"/>
                    <a:pt x="94777" y="15421"/>
                  </a:cubicBezTo>
                  <a:lnTo>
                    <a:pt x="94777" y="15421"/>
                  </a:lnTo>
                  <a:cubicBezTo>
                    <a:pt x="94777" y="30361"/>
                    <a:pt x="94777" y="30361"/>
                    <a:pt x="94777" y="30361"/>
                  </a:cubicBezTo>
                  <a:cubicBezTo>
                    <a:pt x="71847" y="30361"/>
                    <a:pt x="71847" y="30361"/>
                    <a:pt x="71847" y="30361"/>
                  </a:cubicBezTo>
                  <a:lnTo>
                    <a:pt x="71847" y="30361"/>
                  </a:lnTo>
                  <a:cubicBezTo>
                    <a:pt x="71847" y="44819"/>
                    <a:pt x="71847" y="44819"/>
                    <a:pt x="71847" y="44819"/>
                  </a:cubicBezTo>
                  <a:cubicBezTo>
                    <a:pt x="48152" y="44819"/>
                    <a:pt x="48152" y="30361"/>
                    <a:pt x="48152" y="30361"/>
                  </a:cubicBezTo>
                  <a:cubicBezTo>
                    <a:pt x="48152" y="30361"/>
                    <a:pt x="48152" y="30361"/>
                    <a:pt x="24458" y="44819"/>
                  </a:cubicBezTo>
                  <a:lnTo>
                    <a:pt x="24458" y="44819"/>
                  </a:lnTo>
                  <a:lnTo>
                    <a:pt x="24458" y="44819"/>
                  </a:lnTo>
                  <a:cubicBezTo>
                    <a:pt x="24458" y="44819"/>
                    <a:pt x="24458" y="44819"/>
                    <a:pt x="0" y="44819"/>
                  </a:cubicBezTo>
                  <a:cubicBezTo>
                    <a:pt x="24458" y="44819"/>
                    <a:pt x="24458" y="44819"/>
                    <a:pt x="24458" y="44819"/>
                  </a:cubicBezTo>
                  <a:lnTo>
                    <a:pt x="24458" y="44819"/>
                  </a:lnTo>
                  <a:lnTo>
                    <a:pt x="48152" y="59759"/>
                  </a:lnTo>
                  <a:cubicBezTo>
                    <a:pt x="48152" y="59759"/>
                    <a:pt x="48152" y="59759"/>
                    <a:pt x="48152" y="75180"/>
                  </a:cubicBezTo>
                  <a:cubicBezTo>
                    <a:pt x="48152" y="75180"/>
                    <a:pt x="71847" y="75180"/>
                    <a:pt x="71847" y="90120"/>
                  </a:cubicBezTo>
                  <a:lnTo>
                    <a:pt x="71847" y="104578"/>
                  </a:lnTo>
                  <a:lnTo>
                    <a:pt x="48152" y="104578"/>
                  </a:lnTo>
                  <a:lnTo>
                    <a:pt x="24458" y="104578"/>
                  </a:lnTo>
                  <a:lnTo>
                    <a:pt x="24458" y="104578"/>
                  </a:lnTo>
                  <a:cubicBezTo>
                    <a:pt x="48152" y="119518"/>
                    <a:pt x="48152" y="119518"/>
                    <a:pt x="48152" y="11951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9" name="Shape 11909"/>
            <p:cNvSpPr/>
            <p:nvPr/>
          </p:nvSpPr>
          <p:spPr>
            <a:xfrm>
              <a:off x="3167063" y="987425"/>
              <a:ext cx="55562" cy="33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6923" y="79148"/>
                  </a:moveTo>
                  <a:lnTo>
                    <a:pt x="46923" y="79148"/>
                  </a:lnTo>
                  <a:lnTo>
                    <a:pt x="46923" y="79148"/>
                  </a:lnTo>
                  <a:lnTo>
                    <a:pt x="46923" y="79148"/>
                  </a:lnTo>
                  <a:cubicBezTo>
                    <a:pt x="70769" y="79148"/>
                    <a:pt x="95384" y="79148"/>
                    <a:pt x="95384" y="118723"/>
                  </a:cubicBezTo>
                  <a:lnTo>
                    <a:pt x="95384" y="118723"/>
                  </a:lnTo>
                  <a:cubicBezTo>
                    <a:pt x="119230" y="118723"/>
                    <a:pt x="119230" y="118723"/>
                    <a:pt x="119230" y="118723"/>
                  </a:cubicBezTo>
                  <a:lnTo>
                    <a:pt x="119230" y="118723"/>
                  </a:lnTo>
                  <a:lnTo>
                    <a:pt x="119230" y="118723"/>
                  </a:lnTo>
                  <a:lnTo>
                    <a:pt x="119230" y="118723"/>
                  </a:lnTo>
                  <a:cubicBezTo>
                    <a:pt x="119230" y="79148"/>
                    <a:pt x="119230" y="79148"/>
                    <a:pt x="119230" y="39574"/>
                  </a:cubicBezTo>
                  <a:lnTo>
                    <a:pt x="119230" y="39574"/>
                  </a:lnTo>
                  <a:lnTo>
                    <a:pt x="119230" y="39574"/>
                  </a:lnTo>
                  <a:lnTo>
                    <a:pt x="95384" y="39574"/>
                  </a:lnTo>
                  <a:cubicBezTo>
                    <a:pt x="95384" y="39574"/>
                    <a:pt x="95384" y="39574"/>
                    <a:pt x="70769" y="39574"/>
                  </a:cubicBezTo>
                  <a:cubicBezTo>
                    <a:pt x="70769" y="39574"/>
                    <a:pt x="46923" y="0"/>
                    <a:pt x="23846" y="0"/>
                  </a:cubicBezTo>
                  <a:cubicBezTo>
                    <a:pt x="23846" y="0"/>
                    <a:pt x="23846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23846" y="39574"/>
                    <a:pt x="46923" y="39574"/>
                    <a:pt x="46923" y="79148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0" name="Shape 11910"/>
            <p:cNvSpPr/>
            <p:nvPr/>
          </p:nvSpPr>
          <p:spPr>
            <a:xfrm>
              <a:off x="2239963" y="731838"/>
              <a:ext cx="1027112" cy="525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526" y="71440"/>
                  </a:moveTo>
                  <a:lnTo>
                    <a:pt x="109526" y="71440"/>
                  </a:lnTo>
                  <a:cubicBezTo>
                    <a:pt x="109526" y="68888"/>
                    <a:pt x="109526" y="68888"/>
                    <a:pt x="108222" y="68888"/>
                  </a:cubicBezTo>
                  <a:lnTo>
                    <a:pt x="108222" y="68888"/>
                  </a:lnTo>
                  <a:lnTo>
                    <a:pt x="106876" y="68888"/>
                  </a:lnTo>
                  <a:lnTo>
                    <a:pt x="106876" y="68888"/>
                  </a:lnTo>
                  <a:cubicBezTo>
                    <a:pt x="105573" y="68888"/>
                    <a:pt x="105573" y="68888"/>
                    <a:pt x="105573" y="68888"/>
                  </a:cubicBezTo>
                  <a:cubicBezTo>
                    <a:pt x="104311" y="68888"/>
                    <a:pt x="103007" y="68888"/>
                    <a:pt x="103007" y="68888"/>
                  </a:cubicBezTo>
                  <a:lnTo>
                    <a:pt x="103007" y="68888"/>
                  </a:lnTo>
                  <a:cubicBezTo>
                    <a:pt x="103007" y="68888"/>
                    <a:pt x="103007" y="68888"/>
                    <a:pt x="101661" y="68888"/>
                  </a:cubicBezTo>
                  <a:cubicBezTo>
                    <a:pt x="101661" y="68888"/>
                    <a:pt x="101661" y="68888"/>
                    <a:pt x="100357" y="68888"/>
                  </a:cubicBezTo>
                  <a:cubicBezTo>
                    <a:pt x="100357" y="68888"/>
                    <a:pt x="100357" y="68888"/>
                    <a:pt x="99095" y="68888"/>
                  </a:cubicBezTo>
                  <a:lnTo>
                    <a:pt x="99095" y="68888"/>
                  </a:lnTo>
                  <a:cubicBezTo>
                    <a:pt x="97791" y="68888"/>
                    <a:pt x="97791" y="66337"/>
                    <a:pt x="97791" y="66337"/>
                  </a:cubicBezTo>
                  <a:cubicBezTo>
                    <a:pt x="97791" y="63786"/>
                    <a:pt x="99095" y="63786"/>
                    <a:pt x="99095" y="61234"/>
                  </a:cubicBezTo>
                  <a:lnTo>
                    <a:pt x="99095" y="61234"/>
                  </a:lnTo>
                  <a:cubicBezTo>
                    <a:pt x="99095" y="58683"/>
                    <a:pt x="99095" y="58683"/>
                    <a:pt x="99095" y="58683"/>
                  </a:cubicBezTo>
                  <a:cubicBezTo>
                    <a:pt x="96445" y="53580"/>
                    <a:pt x="96445" y="53580"/>
                    <a:pt x="96445" y="53580"/>
                  </a:cubicBezTo>
                  <a:cubicBezTo>
                    <a:pt x="100357" y="56131"/>
                    <a:pt x="100357" y="56131"/>
                    <a:pt x="100357" y="56131"/>
                  </a:cubicBezTo>
                  <a:cubicBezTo>
                    <a:pt x="103007" y="56131"/>
                    <a:pt x="103007" y="58683"/>
                    <a:pt x="104311" y="58683"/>
                  </a:cubicBezTo>
                  <a:lnTo>
                    <a:pt x="105573" y="58683"/>
                  </a:lnTo>
                  <a:lnTo>
                    <a:pt x="105573" y="58683"/>
                  </a:lnTo>
                  <a:lnTo>
                    <a:pt x="105573" y="56131"/>
                  </a:lnTo>
                  <a:lnTo>
                    <a:pt x="105573" y="56131"/>
                  </a:lnTo>
                  <a:cubicBezTo>
                    <a:pt x="105573" y="56131"/>
                    <a:pt x="105573" y="53580"/>
                    <a:pt x="104311" y="53580"/>
                  </a:cubicBezTo>
                  <a:cubicBezTo>
                    <a:pt x="104311" y="53580"/>
                    <a:pt x="104311" y="53580"/>
                    <a:pt x="104311" y="51028"/>
                  </a:cubicBezTo>
                  <a:lnTo>
                    <a:pt x="104311" y="51028"/>
                  </a:lnTo>
                  <a:cubicBezTo>
                    <a:pt x="104311" y="51028"/>
                    <a:pt x="104311" y="51028"/>
                    <a:pt x="105573" y="51028"/>
                  </a:cubicBezTo>
                  <a:lnTo>
                    <a:pt x="105573" y="51028"/>
                  </a:lnTo>
                  <a:cubicBezTo>
                    <a:pt x="105573" y="48477"/>
                    <a:pt x="105573" y="48477"/>
                    <a:pt x="106876" y="48477"/>
                  </a:cubicBezTo>
                  <a:lnTo>
                    <a:pt x="106876" y="48477"/>
                  </a:lnTo>
                  <a:cubicBezTo>
                    <a:pt x="108222" y="48477"/>
                    <a:pt x="108222" y="48477"/>
                    <a:pt x="108222" y="48477"/>
                  </a:cubicBezTo>
                  <a:lnTo>
                    <a:pt x="108222" y="48477"/>
                  </a:lnTo>
                  <a:cubicBezTo>
                    <a:pt x="108222" y="48477"/>
                    <a:pt x="108222" y="48477"/>
                    <a:pt x="109526" y="48477"/>
                  </a:cubicBezTo>
                  <a:cubicBezTo>
                    <a:pt x="109526" y="48477"/>
                    <a:pt x="110788" y="45925"/>
                    <a:pt x="112092" y="45925"/>
                  </a:cubicBezTo>
                  <a:lnTo>
                    <a:pt x="113438" y="48477"/>
                  </a:lnTo>
                  <a:lnTo>
                    <a:pt x="113438" y="48477"/>
                  </a:lnTo>
                  <a:lnTo>
                    <a:pt x="113438" y="48477"/>
                  </a:lnTo>
                  <a:lnTo>
                    <a:pt x="113438" y="45925"/>
                  </a:lnTo>
                  <a:lnTo>
                    <a:pt x="113438" y="45925"/>
                  </a:lnTo>
                  <a:cubicBezTo>
                    <a:pt x="113438" y="43374"/>
                    <a:pt x="113438" y="43374"/>
                    <a:pt x="113438" y="43374"/>
                  </a:cubicBezTo>
                  <a:cubicBezTo>
                    <a:pt x="112092" y="40823"/>
                    <a:pt x="112092" y="40823"/>
                    <a:pt x="113438" y="40823"/>
                  </a:cubicBezTo>
                  <a:cubicBezTo>
                    <a:pt x="113438" y="38271"/>
                    <a:pt x="114742" y="38271"/>
                    <a:pt x="116004" y="38271"/>
                  </a:cubicBezTo>
                  <a:cubicBezTo>
                    <a:pt x="117308" y="38271"/>
                    <a:pt x="117308" y="38271"/>
                    <a:pt x="117308" y="40823"/>
                  </a:cubicBezTo>
                  <a:cubicBezTo>
                    <a:pt x="117308" y="40823"/>
                    <a:pt x="117308" y="40823"/>
                    <a:pt x="118654" y="40823"/>
                  </a:cubicBezTo>
                  <a:lnTo>
                    <a:pt x="118654" y="40823"/>
                  </a:lnTo>
                  <a:lnTo>
                    <a:pt x="118654" y="40823"/>
                  </a:lnTo>
                  <a:lnTo>
                    <a:pt x="119957" y="40823"/>
                  </a:lnTo>
                  <a:lnTo>
                    <a:pt x="119957" y="38271"/>
                  </a:lnTo>
                  <a:lnTo>
                    <a:pt x="119957" y="38271"/>
                  </a:lnTo>
                  <a:lnTo>
                    <a:pt x="118654" y="38271"/>
                  </a:lnTo>
                  <a:lnTo>
                    <a:pt x="117308" y="38271"/>
                  </a:lnTo>
                  <a:lnTo>
                    <a:pt x="117308" y="38271"/>
                  </a:lnTo>
                  <a:cubicBezTo>
                    <a:pt x="117308" y="38271"/>
                    <a:pt x="114742" y="38271"/>
                    <a:pt x="114742" y="35720"/>
                  </a:cubicBezTo>
                  <a:cubicBezTo>
                    <a:pt x="113438" y="35720"/>
                    <a:pt x="113438" y="33168"/>
                    <a:pt x="113438" y="33168"/>
                  </a:cubicBezTo>
                  <a:cubicBezTo>
                    <a:pt x="114742" y="30617"/>
                    <a:pt x="114742" y="30617"/>
                    <a:pt x="114742" y="30617"/>
                  </a:cubicBezTo>
                  <a:cubicBezTo>
                    <a:pt x="114742" y="30617"/>
                    <a:pt x="114742" y="30617"/>
                    <a:pt x="114742" y="28065"/>
                  </a:cubicBezTo>
                  <a:lnTo>
                    <a:pt x="114742" y="25514"/>
                  </a:lnTo>
                  <a:cubicBezTo>
                    <a:pt x="116004" y="25514"/>
                    <a:pt x="116004" y="22962"/>
                    <a:pt x="116004" y="22962"/>
                  </a:cubicBezTo>
                  <a:cubicBezTo>
                    <a:pt x="116004" y="20411"/>
                    <a:pt x="117308" y="20411"/>
                    <a:pt x="117308" y="20411"/>
                  </a:cubicBezTo>
                  <a:lnTo>
                    <a:pt x="118654" y="20411"/>
                  </a:lnTo>
                  <a:lnTo>
                    <a:pt x="119957" y="20411"/>
                  </a:lnTo>
                  <a:lnTo>
                    <a:pt x="119957" y="20411"/>
                  </a:lnTo>
                  <a:cubicBezTo>
                    <a:pt x="119957" y="17860"/>
                    <a:pt x="119957" y="17860"/>
                    <a:pt x="119957" y="17860"/>
                  </a:cubicBezTo>
                  <a:lnTo>
                    <a:pt x="119957" y="17860"/>
                  </a:lnTo>
                  <a:cubicBezTo>
                    <a:pt x="119957" y="17860"/>
                    <a:pt x="119957" y="17860"/>
                    <a:pt x="119957" y="15308"/>
                  </a:cubicBezTo>
                  <a:lnTo>
                    <a:pt x="118654" y="17860"/>
                  </a:lnTo>
                  <a:cubicBezTo>
                    <a:pt x="118654" y="17860"/>
                    <a:pt x="117308" y="17860"/>
                    <a:pt x="117308" y="15308"/>
                  </a:cubicBezTo>
                  <a:lnTo>
                    <a:pt x="117308" y="12757"/>
                  </a:lnTo>
                  <a:cubicBezTo>
                    <a:pt x="117308" y="10205"/>
                    <a:pt x="118654" y="10205"/>
                    <a:pt x="119957" y="10205"/>
                  </a:cubicBezTo>
                  <a:lnTo>
                    <a:pt x="119957" y="10205"/>
                  </a:lnTo>
                  <a:cubicBezTo>
                    <a:pt x="118654" y="10205"/>
                    <a:pt x="118654" y="10205"/>
                    <a:pt x="118654" y="10205"/>
                  </a:cubicBezTo>
                  <a:cubicBezTo>
                    <a:pt x="118654" y="10205"/>
                    <a:pt x="114742" y="12757"/>
                    <a:pt x="113438" y="12757"/>
                  </a:cubicBezTo>
                  <a:lnTo>
                    <a:pt x="113438" y="12757"/>
                  </a:lnTo>
                  <a:cubicBezTo>
                    <a:pt x="110788" y="15308"/>
                    <a:pt x="110788" y="15308"/>
                    <a:pt x="110788" y="15308"/>
                  </a:cubicBezTo>
                  <a:cubicBezTo>
                    <a:pt x="109526" y="15308"/>
                    <a:pt x="109526" y="15308"/>
                    <a:pt x="109526" y="15308"/>
                  </a:cubicBezTo>
                  <a:lnTo>
                    <a:pt x="109526" y="12757"/>
                  </a:lnTo>
                  <a:cubicBezTo>
                    <a:pt x="110788" y="10205"/>
                    <a:pt x="110788" y="10205"/>
                    <a:pt x="112092" y="7654"/>
                  </a:cubicBezTo>
                  <a:lnTo>
                    <a:pt x="112092" y="7654"/>
                  </a:lnTo>
                  <a:lnTo>
                    <a:pt x="110788" y="7654"/>
                  </a:lnTo>
                  <a:cubicBezTo>
                    <a:pt x="110788" y="7654"/>
                    <a:pt x="110788" y="10205"/>
                    <a:pt x="109526" y="10205"/>
                  </a:cubicBezTo>
                  <a:cubicBezTo>
                    <a:pt x="108222" y="10205"/>
                    <a:pt x="106876" y="10205"/>
                    <a:pt x="106876" y="10205"/>
                  </a:cubicBezTo>
                  <a:cubicBezTo>
                    <a:pt x="105573" y="10205"/>
                    <a:pt x="105573" y="10205"/>
                    <a:pt x="105573" y="10205"/>
                  </a:cubicBezTo>
                  <a:lnTo>
                    <a:pt x="104311" y="10205"/>
                  </a:lnTo>
                  <a:lnTo>
                    <a:pt x="104311" y="10205"/>
                  </a:lnTo>
                  <a:cubicBezTo>
                    <a:pt x="103007" y="10205"/>
                    <a:pt x="103007" y="10205"/>
                    <a:pt x="101661" y="10205"/>
                  </a:cubicBezTo>
                  <a:lnTo>
                    <a:pt x="100357" y="10205"/>
                  </a:lnTo>
                  <a:cubicBezTo>
                    <a:pt x="99095" y="10205"/>
                    <a:pt x="99095" y="10205"/>
                    <a:pt x="97791" y="10205"/>
                  </a:cubicBezTo>
                  <a:cubicBezTo>
                    <a:pt x="97791" y="10205"/>
                    <a:pt x="96445" y="10205"/>
                    <a:pt x="95141" y="10205"/>
                  </a:cubicBezTo>
                  <a:cubicBezTo>
                    <a:pt x="93880" y="10205"/>
                    <a:pt x="93880" y="10205"/>
                    <a:pt x="92576" y="10205"/>
                  </a:cubicBezTo>
                  <a:lnTo>
                    <a:pt x="91230" y="10205"/>
                  </a:lnTo>
                  <a:cubicBezTo>
                    <a:pt x="89926" y="10205"/>
                    <a:pt x="89926" y="7654"/>
                    <a:pt x="89926" y="7654"/>
                  </a:cubicBezTo>
                  <a:lnTo>
                    <a:pt x="89926" y="7654"/>
                  </a:lnTo>
                  <a:cubicBezTo>
                    <a:pt x="89926" y="5102"/>
                    <a:pt x="89926" y="5102"/>
                    <a:pt x="91230" y="2551"/>
                  </a:cubicBezTo>
                  <a:lnTo>
                    <a:pt x="92576" y="2551"/>
                  </a:lnTo>
                  <a:lnTo>
                    <a:pt x="92576" y="2551"/>
                  </a:lnTo>
                  <a:cubicBezTo>
                    <a:pt x="95141" y="2551"/>
                    <a:pt x="96445" y="2551"/>
                    <a:pt x="97791" y="2551"/>
                  </a:cubicBezTo>
                  <a:cubicBezTo>
                    <a:pt x="99095" y="2551"/>
                    <a:pt x="99095" y="2551"/>
                    <a:pt x="99095" y="2551"/>
                  </a:cubicBezTo>
                  <a:cubicBezTo>
                    <a:pt x="100357" y="2551"/>
                    <a:pt x="101661" y="2551"/>
                    <a:pt x="101661" y="2551"/>
                  </a:cubicBezTo>
                  <a:cubicBezTo>
                    <a:pt x="103007" y="2551"/>
                    <a:pt x="103007" y="2551"/>
                    <a:pt x="104311" y="2551"/>
                  </a:cubicBezTo>
                  <a:lnTo>
                    <a:pt x="104311" y="2551"/>
                  </a:lnTo>
                  <a:lnTo>
                    <a:pt x="104311" y="2551"/>
                  </a:lnTo>
                  <a:lnTo>
                    <a:pt x="105573" y="2551"/>
                  </a:lnTo>
                  <a:cubicBezTo>
                    <a:pt x="105573" y="2551"/>
                    <a:pt x="105573" y="2551"/>
                    <a:pt x="106876" y="2551"/>
                  </a:cubicBezTo>
                  <a:lnTo>
                    <a:pt x="105573" y="0"/>
                  </a:lnTo>
                  <a:cubicBezTo>
                    <a:pt x="105573" y="0"/>
                    <a:pt x="105573" y="0"/>
                    <a:pt x="104311" y="0"/>
                  </a:cubicBezTo>
                  <a:cubicBezTo>
                    <a:pt x="103007" y="0"/>
                    <a:pt x="103007" y="0"/>
                    <a:pt x="101661" y="0"/>
                  </a:cubicBezTo>
                  <a:cubicBezTo>
                    <a:pt x="100357" y="0"/>
                    <a:pt x="99095" y="0"/>
                    <a:pt x="97791" y="0"/>
                  </a:cubicBezTo>
                  <a:lnTo>
                    <a:pt x="96445" y="0"/>
                  </a:lnTo>
                  <a:cubicBezTo>
                    <a:pt x="95141" y="0"/>
                    <a:pt x="95141" y="0"/>
                    <a:pt x="95141" y="0"/>
                  </a:cubicBezTo>
                  <a:lnTo>
                    <a:pt x="93880" y="0"/>
                  </a:lnTo>
                  <a:lnTo>
                    <a:pt x="92576" y="0"/>
                  </a:lnTo>
                  <a:cubicBezTo>
                    <a:pt x="91230" y="0"/>
                    <a:pt x="91230" y="0"/>
                    <a:pt x="91230" y="0"/>
                  </a:cubicBezTo>
                  <a:cubicBezTo>
                    <a:pt x="89926" y="0"/>
                    <a:pt x="88664" y="0"/>
                    <a:pt x="87318" y="0"/>
                  </a:cubicBezTo>
                  <a:cubicBezTo>
                    <a:pt x="87318" y="0"/>
                    <a:pt x="87318" y="0"/>
                    <a:pt x="86014" y="0"/>
                  </a:cubicBezTo>
                  <a:cubicBezTo>
                    <a:pt x="84710" y="0"/>
                    <a:pt x="84710" y="0"/>
                    <a:pt x="83449" y="0"/>
                  </a:cubicBezTo>
                  <a:cubicBezTo>
                    <a:pt x="82145" y="0"/>
                    <a:pt x="82145" y="0"/>
                    <a:pt x="82145" y="0"/>
                  </a:cubicBezTo>
                  <a:cubicBezTo>
                    <a:pt x="80799" y="0"/>
                    <a:pt x="80799" y="0"/>
                    <a:pt x="79495" y="0"/>
                  </a:cubicBezTo>
                  <a:lnTo>
                    <a:pt x="79495" y="0"/>
                  </a:lnTo>
                  <a:cubicBezTo>
                    <a:pt x="79495" y="0"/>
                    <a:pt x="79495" y="0"/>
                    <a:pt x="78233" y="0"/>
                  </a:cubicBezTo>
                  <a:cubicBezTo>
                    <a:pt x="78233" y="0"/>
                    <a:pt x="78233" y="0"/>
                    <a:pt x="76929" y="0"/>
                  </a:cubicBezTo>
                  <a:lnTo>
                    <a:pt x="76929" y="2551"/>
                  </a:lnTo>
                  <a:cubicBezTo>
                    <a:pt x="76929" y="5102"/>
                    <a:pt x="76929" y="5102"/>
                    <a:pt x="75583" y="5102"/>
                  </a:cubicBezTo>
                  <a:lnTo>
                    <a:pt x="75583" y="5102"/>
                  </a:lnTo>
                  <a:cubicBezTo>
                    <a:pt x="75583" y="5102"/>
                    <a:pt x="73017" y="2551"/>
                    <a:pt x="70368" y="2551"/>
                  </a:cubicBezTo>
                  <a:lnTo>
                    <a:pt x="69064" y="2551"/>
                  </a:lnTo>
                  <a:cubicBezTo>
                    <a:pt x="69064" y="2551"/>
                    <a:pt x="69064" y="2551"/>
                    <a:pt x="67802" y="2551"/>
                  </a:cubicBezTo>
                  <a:lnTo>
                    <a:pt x="67802" y="2551"/>
                  </a:lnTo>
                  <a:cubicBezTo>
                    <a:pt x="67802" y="2551"/>
                    <a:pt x="67802" y="2551"/>
                    <a:pt x="66498" y="2551"/>
                  </a:cubicBezTo>
                  <a:lnTo>
                    <a:pt x="65152" y="2551"/>
                  </a:lnTo>
                  <a:lnTo>
                    <a:pt x="65152" y="2551"/>
                  </a:lnTo>
                  <a:cubicBezTo>
                    <a:pt x="63848" y="2551"/>
                    <a:pt x="63848" y="2551"/>
                    <a:pt x="63848" y="2551"/>
                  </a:cubicBezTo>
                  <a:lnTo>
                    <a:pt x="62586" y="2551"/>
                  </a:lnTo>
                  <a:cubicBezTo>
                    <a:pt x="62586" y="2551"/>
                    <a:pt x="63848" y="2551"/>
                    <a:pt x="63848" y="5102"/>
                  </a:cubicBezTo>
                  <a:cubicBezTo>
                    <a:pt x="63848" y="7654"/>
                    <a:pt x="62586" y="7654"/>
                    <a:pt x="62586" y="7654"/>
                  </a:cubicBezTo>
                  <a:cubicBezTo>
                    <a:pt x="62586" y="10205"/>
                    <a:pt x="62586" y="10205"/>
                    <a:pt x="62586" y="10205"/>
                  </a:cubicBezTo>
                  <a:cubicBezTo>
                    <a:pt x="61282" y="10205"/>
                    <a:pt x="61282" y="10205"/>
                    <a:pt x="61282" y="10205"/>
                  </a:cubicBezTo>
                  <a:cubicBezTo>
                    <a:pt x="61282" y="10205"/>
                    <a:pt x="58633" y="7654"/>
                    <a:pt x="56067" y="7654"/>
                  </a:cubicBezTo>
                  <a:cubicBezTo>
                    <a:pt x="54721" y="7654"/>
                    <a:pt x="54721" y="7654"/>
                    <a:pt x="53459" y="5102"/>
                  </a:cubicBezTo>
                  <a:cubicBezTo>
                    <a:pt x="53459" y="5102"/>
                    <a:pt x="53459" y="5102"/>
                    <a:pt x="52155" y="5102"/>
                  </a:cubicBezTo>
                  <a:cubicBezTo>
                    <a:pt x="52155" y="5102"/>
                    <a:pt x="52155" y="5102"/>
                    <a:pt x="50809" y="5102"/>
                  </a:cubicBezTo>
                  <a:cubicBezTo>
                    <a:pt x="52155" y="5102"/>
                    <a:pt x="52155" y="7654"/>
                    <a:pt x="52155" y="7654"/>
                  </a:cubicBezTo>
                  <a:cubicBezTo>
                    <a:pt x="50809" y="10205"/>
                    <a:pt x="49505" y="10205"/>
                    <a:pt x="49505" y="10205"/>
                  </a:cubicBezTo>
                  <a:cubicBezTo>
                    <a:pt x="48243" y="10205"/>
                    <a:pt x="46940" y="7654"/>
                    <a:pt x="46940" y="7654"/>
                  </a:cubicBezTo>
                  <a:lnTo>
                    <a:pt x="45636" y="7654"/>
                  </a:lnTo>
                  <a:lnTo>
                    <a:pt x="44290" y="7654"/>
                  </a:lnTo>
                  <a:lnTo>
                    <a:pt x="44290" y="7654"/>
                  </a:lnTo>
                  <a:cubicBezTo>
                    <a:pt x="43028" y="7654"/>
                    <a:pt x="43028" y="10205"/>
                    <a:pt x="41724" y="10205"/>
                  </a:cubicBezTo>
                  <a:lnTo>
                    <a:pt x="40420" y="10205"/>
                  </a:lnTo>
                  <a:cubicBezTo>
                    <a:pt x="39074" y="7654"/>
                    <a:pt x="39074" y="7654"/>
                    <a:pt x="39074" y="5102"/>
                  </a:cubicBezTo>
                  <a:lnTo>
                    <a:pt x="39074" y="5102"/>
                  </a:lnTo>
                  <a:lnTo>
                    <a:pt x="39074" y="5102"/>
                  </a:lnTo>
                  <a:cubicBezTo>
                    <a:pt x="37812" y="7654"/>
                    <a:pt x="35205" y="7654"/>
                    <a:pt x="33859" y="7654"/>
                  </a:cubicBezTo>
                  <a:cubicBezTo>
                    <a:pt x="32597" y="7654"/>
                    <a:pt x="32597" y="7654"/>
                    <a:pt x="31293" y="7654"/>
                  </a:cubicBezTo>
                  <a:lnTo>
                    <a:pt x="29989" y="7654"/>
                  </a:lnTo>
                  <a:lnTo>
                    <a:pt x="28643" y="7654"/>
                  </a:lnTo>
                  <a:cubicBezTo>
                    <a:pt x="27381" y="7654"/>
                    <a:pt x="27381" y="7654"/>
                    <a:pt x="27381" y="7654"/>
                  </a:cubicBezTo>
                  <a:cubicBezTo>
                    <a:pt x="27381" y="7654"/>
                    <a:pt x="26077" y="7654"/>
                    <a:pt x="26077" y="10205"/>
                  </a:cubicBezTo>
                  <a:lnTo>
                    <a:pt x="26077" y="10205"/>
                  </a:lnTo>
                  <a:cubicBezTo>
                    <a:pt x="26077" y="10205"/>
                    <a:pt x="26077" y="12757"/>
                    <a:pt x="24773" y="12757"/>
                  </a:cubicBezTo>
                  <a:cubicBezTo>
                    <a:pt x="24773" y="12757"/>
                    <a:pt x="24773" y="12757"/>
                    <a:pt x="23427" y="12757"/>
                  </a:cubicBezTo>
                  <a:lnTo>
                    <a:pt x="23427" y="12757"/>
                  </a:lnTo>
                  <a:lnTo>
                    <a:pt x="22166" y="12757"/>
                  </a:lnTo>
                  <a:cubicBezTo>
                    <a:pt x="20862" y="12757"/>
                    <a:pt x="20862" y="12757"/>
                    <a:pt x="19558" y="12757"/>
                  </a:cubicBezTo>
                  <a:lnTo>
                    <a:pt x="19558" y="12757"/>
                  </a:lnTo>
                  <a:cubicBezTo>
                    <a:pt x="18212" y="12757"/>
                    <a:pt x="18212" y="12757"/>
                    <a:pt x="18212" y="12757"/>
                  </a:cubicBezTo>
                  <a:cubicBezTo>
                    <a:pt x="19558" y="12757"/>
                    <a:pt x="19558" y="12757"/>
                    <a:pt x="19558" y="12757"/>
                  </a:cubicBezTo>
                  <a:cubicBezTo>
                    <a:pt x="19558" y="12757"/>
                    <a:pt x="19558" y="12757"/>
                    <a:pt x="18212" y="12757"/>
                  </a:cubicBezTo>
                  <a:cubicBezTo>
                    <a:pt x="19558" y="15308"/>
                    <a:pt x="19558" y="15308"/>
                    <a:pt x="19558" y="15308"/>
                  </a:cubicBezTo>
                  <a:cubicBezTo>
                    <a:pt x="19558" y="15308"/>
                    <a:pt x="19558" y="17860"/>
                    <a:pt x="18212" y="17860"/>
                  </a:cubicBezTo>
                  <a:lnTo>
                    <a:pt x="18212" y="17860"/>
                  </a:lnTo>
                  <a:cubicBezTo>
                    <a:pt x="18212" y="20411"/>
                    <a:pt x="16950" y="20411"/>
                    <a:pt x="16950" y="20411"/>
                  </a:cubicBezTo>
                  <a:cubicBezTo>
                    <a:pt x="15646" y="22962"/>
                    <a:pt x="14342" y="22962"/>
                    <a:pt x="12996" y="22962"/>
                  </a:cubicBezTo>
                  <a:lnTo>
                    <a:pt x="12996" y="22962"/>
                  </a:lnTo>
                  <a:cubicBezTo>
                    <a:pt x="12996" y="22962"/>
                    <a:pt x="12996" y="22962"/>
                    <a:pt x="11735" y="22962"/>
                  </a:cubicBezTo>
                  <a:cubicBezTo>
                    <a:pt x="11735" y="22962"/>
                    <a:pt x="10431" y="22962"/>
                    <a:pt x="9127" y="22962"/>
                  </a:cubicBezTo>
                  <a:cubicBezTo>
                    <a:pt x="7781" y="22962"/>
                    <a:pt x="7781" y="22962"/>
                    <a:pt x="7781" y="22962"/>
                  </a:cubicBezTo>
                  <a:cubicBezTo>
                    <a:pt x="6519" y="25514"/>
                    <a:pt x="6519" y="25514"/>
                    <a:pt x="5215" y="25514"/>
                  </a:cubicBezTo>
                  <a:lnTo>
                    <a:pt x="5215" y="25514"/>
                  </a:lnTo>
                  <a:cubicBezTo>
                    <a:pt x="5215" y="25514"/>
                    <a:pt x="5215" y="25514"/>
                    <a:pt x="3911" y="25514"/>
                  </a:cubicBezTo>
                  <a:lnTo>
                    <a:pt x="3911" y="25514"/>
                  </a:lnTo>
                  <a:cubicBezTo>
                    <a:pt x="2565" y="25514"/>
                    <a:pt x="2565" y="25514"/>
                    <a:pt x="2565" y="25514"/>
                  </a:cubicBezTo>
                  <a:lnTo>
                    <a:pt x="1303" y="25514"/>
                  </a:lnTo>
                  <a:lnTo>
                    <a:pt x="0" y="25514"/>
                  </a:lnTo>
                  <a:cubicBezTo>
                    <a:pt x="0" y="25514"/>
                    <a:pt x="1303" y="25514"/>
                    <a:pt x="2565" y="25514"/>
                  </a:cubicBezTo>
                  <a:cubicBezTo>
                    <a:pt x="3911" y="25514"/>
                    <a:pt x="3911" y="25514"/>
                    <a:pt x="5215" y="28065"/>
                  </a:cubicBezTo>
                  <a:lnTo>
                    <a:pt x="5215" y="28065"/>
                  </a:lnTo>
                  <a:lnTo>
                    <a:pt x="5215" y="28065"/>
                  </a:lnTo>
                  <a:cubicBezTo>
                    <a:pt x="6519" y="28065"/>
                    <a:pt x="6519" y="28065"/>
                    <a:pt x="7781" y="28065"/>
                  </a:cubicBezTo>
                  <a:cubicBezTo>
                    <a:pt x="7781" y="28065"/>
                    <a:pt x="7781" y="28065"/>
                    <a:pt x="9127" y="28065"/>
                  </a:cubicBezTo>
                  <a:lnTo>
                    <a:pt x="9127" y="28065"/>
                  </a:lnTo>
                  <a:cubicBezTo>
                    <a:pt x="10431" y="28065"/>
                    <a:pt x="10431" y="28065"/>
                    <a:pt x="11735" y="28065"/>
                  </a:cubicBezTo>
                  <a:lnTo>
                    <a:pt x="11735" y="28065"/>
                  </a:lnTo>
                  <a:lnTo>
                    <a:pt x="11735" y="28065"/>
                  </a:lnTo>
                  <a:cubicBezTo>
                    <a:pt x="12996" y="28065"/>
                    <a:pt x="12996" y="30617"/>
                    <a:pt x="12996" y="30617"/>
                  </a:cubicBezTo>
                  <a:cubicBezTo>
                    <a:pt x="12996" y="33168"/>
                    <a:pt x="11735" y="33168"/>
                    <a:pt x="11735" y="33168"/>
                  </a:cubicBezTo>
                  <a:lnTo>
                    <a:pt x="11735" y="33168"/>
                  </a:lnTo>
                  <a:cubicBezTo>
                    <a:pt x="10431" y="33168"/>
                    <a:pt x="7781" y="33168"/>
                    <a:pt x="6519" y="33168"/>
                  </a:cubicBezTo>
                  <a:cubicBezTo>
                    <a:pt x="6519" y="33168"/>
                    <a:pt x="6519" y="33168"/>
                    <a:pt x="6519" y="35720"/>
                  </a:cubicBezTo>
                  <a:lnTo>
                    <a:pt x="6519" y="35720"/>
                  </a:lnTo>
                  <a:cubicBezTo>
                    <a:pt x="7781" y="35720"/>
                    <a:pt x="7781" y="35720"/>
                    <a:pt x="9127" y="33168"/>
                  </a:cubicBezTo>
                  <a:lnTo>
                    <a:pt x="9127" y="33168"/>
                  </a:lnTo>
                  <a:lnTo>
                    <a:pt x="10431" y="33168"/>
                  </a:lnTo>
                  <a:cubicBezTo>
                    <a:pt x="10431" y="33168"/>
                    <a:pt x="10431" y="33168"/>
                    <a:pt x="10431" y="35720"/>
                  </a:cubicBezTo>
                  <a:cubicBezTo>
                    <a:pt x="10431" y="35720"/>
                    <a:pt x="10431" y="35720"/>
                    <a:pt x="11735" y="35720"/>
                  </a:cubicBezTo>
                  <a:lnTo>
                    <a:pt x="11735" y="33168"/>
                  </a:lnTo>
                  <a:cubicBezTo>
                    <a:pt x="12996" y="33168"/>
                    <a:pt x="12996" y="33168"/>
                    <a:pt x="12996" y="33168"/>
                  </a:cubicBezTo>
                  <a:cubicBezTo>
                    <a:pt x="14342" y="33168"/>
                    <a:pt x="14342" y="35720"/>
                    <a:pt x="14342" y="35720"/>
                  </a:cubicBezTo>
                  <a:lnTo>
                    <a:pt x="14342" y="35720"/>
                  </a:lnTo>
                  <a:cubicBezTo>
                    <a:pt x="14342" y="35720"/>
                    <a:pt x="14342" y="35720"/>
                    <a:pt x="15646" y="35720"/>
                  </a:cubicBezTo>
                  <a:cubicBezTo>
                    <a:pt x="16950" y="33168"/>
                    <a:pt x="16950" y="33168"/>
                    <a:pt x="18212" y="33168"/>
                  </a:cubicBezTo>
                  <a:cubicBezTo>
                    <a:pt x="19558" y="33168"/>
                    <a:pt x="19558" y="33168"/>
                    <a:pt x="20862" y="33168"/>
                  </a:cubicBezTo>
                  <a:cubicBezTo>
                    <a:pt x="22166" y="35720"/>
                    <a:pt x="24773" y="35720"/>
                    <a:pt x="27381" y="35720"/>
                  </a:cubicBezTo>
                  <a:lnTo>
                    <a:pt x="27381" y="35720"/>
                  </a:lnTo>
                  <a:cubicBezTo>
                    <a:pt x="28643" y="35720"/>
                    <a:pt x="28643" y="35720"/>
                    <a:pt x="28643" y="35720"/>
                  </a:cubicBezTo>
                  <a:lnTo>
                    <a:pt x="28643" y="35720"/>
                  </a:lnTo>
                  <a:cubicBezTo>
                    <a:pt x="28643" y="35720"/>
                    <a:pt x="28643" y="35720"/>
                    <a:pt x="29989" y="35720"/>
                  </a:cubicBezTo>
                  <a:cubicBezTo>
                    <a:pt x="29989" y="35720"/>
                    <a:pt x="29989" y="35720"/>
                    <a:pt x="31293" y="38271"/>
                  </a:cubicBezTo>
                  <a:cubicBezTo>
                    <a:pt x="31293" y="38271"/>
                    <a:pt x="31293" y="38271"/>
                    <a:pt x="31293" y="40823"/>
                  </a:cubicBezTo>
                  <a:lnTo>
                    <a:pt x="31293" y="40823"/>
                  </a:lnTo>
                  <a:cubicBezTo>
                    <a:pt x="31293" y="40823"/>
                    <a:pt x="32597" y="40823"/>
                    <a:pt x="33859" y="40823"/>
                  </a:cubicBezTo>
                  <a:cubicBezTo>
                    <a:pt x="33859" y="43374"/>
                    <a:pt x="35205" y="43374"/>
                    <a:pt x="35205" y="45925"/>
                  </a:cubicBezTo>
                  <a:lnTo>
                    <a:pt x="35205" y="45925"/>
                  </a:lnTo>
                  <a:lnTo>
                    <a:pt x="36508" y="45925"/>
                  </a:lnTo>
                  <a:lnTo>
                    <a:pt x="36508" y="48477"/>
                  </a:lnTo>
                  <a:lnTo>
                    <a:pt x="36508" y="48477"/>
                  </a:lnTo>
                  <a:lnTo>
                    <a:pt x="36508" y="48477"/>
                  </a:lnTo>
                  <a:cubicBezTo>
                    <a:pt x="37812" y="48477"/>
                    <a:pt x="37812" y="48477"/>
                    <a:pt x="37812" y="48477"/>
                  </a:cubicBezTo>
                  <a:cubicBezTo>
                    <a:pt x="37812" y="51028"/>
                    <a:pt x="37812" y="51028"/>
                    <a:pt x="37812" y="51028"/>
                  </a:cubicBezTo>
                  <a:cubicBezTo>
                    <a:pt x="39074" y="51028"/>
                    <a:pt x="39074" y="53580"/>
                    <a:pt x="39074" y="53580"/>
                  </a:cubicBezTo>
                  <a:lnTo>
                    <a:pt x="39074" y="56131"/>
                  </a:lnTo>
                  <a:cubicBezTo>
                    <a:pt x="41724" y="58683"/>
                    <a:pt x="41724" y="58683"/>
                    <a:pt x="41724" y="58683"/>
                  </a:cubicBezTo>
                  <a:cubicBezTo>
                    <a:pt x="37812" y="61234"/>
                    <a:pt x="37812" y="61234"/>
                    <a:pt x="37812" y="61234"/>
                  </a:cubicBezTo>
                  <a:lnTo>
                    <a:pt x="37812" y="61234"/>
                  </a:lnTo>
                  <a:lnTo>
                    <a:pt x="37812" y="61234"/>
                  </a:lnTo>
                  <a:lnTo>
                    <a:pt x="39074" y="61234"/>
                  </a:lnTo>
                  <a:lnTo>
                    <a:pt x="39074" y="61234"/>
                  </a:lnTo>
                  <a:lnTo>
                    <a:pt x="40420" y="61234"/>
                  </a:lnTo>
                  <a:lnTo>
                    <a:pt x="40420" y="61234"/>
                  </a:lnTo>
                  <a:lnTo>
                    <a:pt x="40420" y="58683"/>
                  </a:lnTo>
                  <a:cubicBezTo>
                    <a:pt x="41724" y="58683"/>
                    <a:pt x="41724" y="58683"/>
                    <a:pt x="43028" y="58683"/>
                  </a:cubicBezTo>
                  <a:cubicBezTo>
                    <a:pt x="43028" y="58683"/>
                    <a:pt x="43028" y="58683"/>
                    <a:pt x="44290" y="58683"/>
                  </a:cubicBezTo>
                  <a:cubicBezTo>
                    <a:pt x="44290" y="61234"/>
                    <a:pt x="46940" y="61234"/>
                    <a:pt x="48243" y="63786"/>
                  </a:cubicBezTo>
                  <a:cubicBezTo>
                    <a:pt x="48243" y="63786"/>
                    <a:pt x="49505" y="63786"/>
                    <a:pt x="49505" y="66337"/>
                  </a:cubicBezTo>
                  <a:lnTo>
                    <a:pt x="49505" y="66337"/>
                  </a:lnTo>
                  <a:lnTo>
                    <a:pt x="49505" y="66337"/>
                  </a:lnTo>
                  <a:cubicBezTo>
                    <a:pt x="49505" y="66337"/>
                    <a:pt x="49505" y="66337"/>
                    <a:pt x="49505" y="68888"/>
                  </a:cubicBezTo>
                  <a:cubicBezTo>
                    <a:pt x="50809" y="68888"/>
                    <a:pt x="49505" y="71440"/>
                    <a:pt x="49505" y="71440"/>
                  </a:cubicBezTo>
                  <a:cubicBezTo>
                    <a:pt x="49505" y="71440"/>
                    <a:pt x="49505" y="71440"/>
                    <a:pt x="49505" y="73991"/>
                  </a:cubicBezTo>
                  <a:cubicBezTo>
                    <a:pt x="49505" y="73991"/>
                    <a:pt x="49505" y="73991"/>
                    <a:pt x="48243" y="76543"/>
                  </a:cubicBezTo>
                  <a:lnTo>
                    <a:pt x="48243" y="76543"/>
                  </a:lnTo>
                  <a:cubicBezTo>
                    <a:pt x="48243" y="76543"/>
                    <a:pt x="46940" y="79094"/>
                    <a:pt x="45636" y="79094"/>
                  </a:cubicBezTo>
                  <a:lnTo>
                    <a:pt x="45636" y="79094"/>
                  </a:lnTo>
                  <a:cubicBezTo>
                    <a:pt x="44290" y="79094"/>
                    <a:pt x="43028" y="79094"/>
                    <a:pt x="43028" y="79094"/>
                  </a:cubicBezTo>
                  <a:cubicBezTo>
                    <a:pt x="43028" y="81646"/>
                    <a:pt x="43028" y="81646"/>
                    <a:pt x="43028" y="81646"/>
                  </a:cubicBezTo>
                  <a:cubicBezTo>
                    <a:pt x="43028" y="81646"/>
                    <a:pt x="43028" y="84197"/>
                    <a:pt x="41724" y="84197"/>
                  </a:cubicBezTo>
                  <a:lnTo>
                    <a:pt x="41724" y="84197"/>
                  </a:lnTo>
                  <a:lnTo>
                    <a:pt x="41724" y="84197"/>
                  </a:lnTo>
                  <a:lnTo>
                    <a:pt x="41724" y="86748"/>
                  </a:lnTo>
                  <a:cubicBezTo>
                    <a:pt x="41724" y="89300"/>
                    <a:pt x="43028" y="89300"/>
                    <a:pt x="43028" y="89300"/>
                  </a:cubicBezTo>
                  <a:cubicBezTo>
                    <a:pt x="44290" y="91851"/>
                    <a:pt x="44290" y="91851"/>
                    <a:pt x="45636" y="94403"/>
                  </a:cubicBezTo>
                  <a:lnTo>
                    <a:pt x="45636" y="94403"/>
                  </a:lnTo>
                  <a:lnTo>
                    <a:pt x="45636" y="96954"/>
                  </a:lnTo>
                  <a:cubicBezTo>
                    <a:pt x="46940" y="94403"/>
                    <a:pt x="46940" y="91851"/>
                    <a:pt x="46940" y="91851"/>
                  </a:cubicBezTo>
                  <a:cubicBezTo>
                    <a:pt x="48243" y="91851"/>
                    <a:pt x="48243" y="94403"/>
                    <a:pt x="48243" y="94403"/>
                  </a:cubicBezTo>
                  <a:cubicBezTo>
                    <a:pt x="48243" y="94403"/>
                    <a:pt x="48243" y="94403"/>
                    <a:pt x="49505" y="94403"/>
                  </a:cubicBezTo>
                  <a:lnTo>
                    <a:pt x="49505" y="94403"/>
                  </a:lnTo>
                  <a:cubicBezTo>
                    <a:pt x="50809" y="96954"/>
                    <a:pt x="50809" y="96954"/>
                    <a:pt x="50809" y="96954"/>
                  </a:cubicBezTo>
                  <a:cubicBezTo>
                    <a:pt x="50809" y="99506"/>
                    <a:pt x="50809" y="99506"/>
                    <a:pt x="50809" y="99506"/>
                  </a:cubicBezTo>
                  <a:cubicBezTo>
                    <a:pt x="49505" y="99506"/>
                    <a:pt x="49505" y="99506"/>
                    <a:pt x="49505" y="99506"/>
                  </a:cubicBezTo>
                  <a:cubicBezTo>
                    <a:pt x="49505" y="102057"/>
                    <a:pt x="49505" y="102057"/>
                    <a:pt x="49505" y="104526"/>
                  </a:cubicBezTo>
                  <a:lnTo>
                    <a:pt x="49505" y="104526"/>
                  </a:lnTo>
                  <a:cubicBezTo>
                    <a:pt x="49505" y="107160"/>
                    <a:pt x="50809" y="109711"/>
                    <a:pt x="50809" y="109711"/>
                  </a:cubicBezTo>
                  <a:cubicBezTo>
                    <a:pt x="50809" y="109711"/>
                    <a:pt x="50809" y="109711"/>
                    <a:pt x="52155" y="109711"/>
                  </a:cubicBezTo>
                  <a:lnTo>
                    <a:pt x="52155" y="112263"/>
                  </a:lnTo>
                  <a:lnTo>
                    <a:pt x="52155" y="112263"/>
                  </a:lnTo>
                  <a:lnTo>
                    <a:pt x="53459" y="112263"/>
                  </a:lnTo>
                  <a:cubicBezTo>
                    <a:pt x="53459" y="112263"/>
                    <a:pt x="53459" y="112263"/>
                    <a:pt x="54721" y="114732"/>
                  </a:cubicBezTo>
                  <a:lnTo>
                    <a:pt x="54721" y="114732"/>
                  </a:lnTo>
                  <a:cubicBezTo>
                    <a:pt x="54721" y="114732"/>
                    <a:pt x="54721" y="114732"/>
                    <a:pt x="54721" y="117366"/>
                  </a:cubicBezTo>
                  <a:lnTo>
                    <a:pt x="56067" y="117366"/>
                  </a:lnTo>
                  <a:lnTo>
                    <a:pt x="56067" y="117366"/>
                  </a:lnTo>
                  <a:cubicBezTo>
                    <a:pt x="56067" y="114732"/>
                    <a:pt x="56067" y="114732"/>
                    <a:pt x="57371" y="114732"/>
                  </a:cubicBezTo>
                  <a:lnTo>
                    <a:pt x="57371" y="114732"/>
                  </a:lnTo>
                  <a:lnTo>
                    <a:pt x="57371" y="114732"/>
                  </a:lnTo>
                  <a:lnTo>
                    <a:pt x="57371" y="114732"/>
                  </a:lnTo>
                  <a:cubicBezTo>
                    <a:pt x="57371" y="114732"/>
                    <a:pt x="57371" y="114732"/>
                    <a:pt x="58633" y="114732"/>
                  </a:cubicBezTo>
                  <a:lnTo>
                    <a:pt x="58633" y="114732"/>
                  </a:lnTo>
                  <a:lnTo>
                    <a:pt x="59936" y="114732"/>
                  </a:lnTo>
                  <a:cubicBezTo>
                    <a:pt x="61282" y="114732"/>
                    <a:pt x="61282" y="114732"/>
                    <a:pt x="61282" y="114732"/>
                  </a:cubicBezTo>
                  <a:cubicBezTo>
                    <a:pt x="61282" y="114732"/>
                    <a:pt x="62586" y="114732"/>
                    <a:pt x="62586" y="117366"/>
                  </a:cubicBezTo>
                  <a:cubicBezTo>
                    <a:pt x="62586" y="117366"/>
                    <a:pt x="61282" y="117366"/>
                    <a:pt x="61282" y="119917"/>
                  </a:cubicBezTo>
                  <a:lnTo>
                    <a:pt x="61282" y="119917"/>
                  </a:lnTo>
                  <a:cubicBezTo>
                    <a:pt x="62586" y="119917"/>
                    <a:pt x="62586" y="119917"/>
                    <a:pt x="62586" y="119917"/>
                  </a:cubicBezTo>
                  <a:cubicBezTo>
                    <a:pt x="63848" y="119917"/>
                    <a:pt x="63848" y="119917"/>
                    <a:pt x="63848" y="119917"/>
                  </a:cubicBezTo>
                  <a:cubicBezTo>
                    <a:pt x="63848" y="119917"/>
                    <a:pt x="63848" y="119917"/>
                    <a:pt x="65152" y="119917"/>
                  </a:cubicBezTo>
                  <a:lnTo>
                    <a:pt x="65152" y="119917"/>
                  </a:lnTo>
                  <a:lnTo>
                    <a:pt x="65152" y="119917"/>
                  </a:lnTo>
                  <a:cubicBezTo>
                    <a:pt x="65152" y="117366"/>
                    <a:pt x="65152" y="117366"/>
                    <a:pt x="66498" y="117366"/>
                  </a:cubicBezTo>
                  <a:lnTo>
                    <a:pt x="66498" y="117366"/>
                  </a:lnTo>
                  <a:cubicBezTo>
                    <a:pt x="66498" y="114732"/>
                    <a:pt x="66498" y="114732"/>
                    <a:pt x="66498" y="114732"/>
                  </a:cubicBezTo>
                  <a:cubicBezTo>
                    <a:pt x="66498" y="114732"/>
                    <a:pt x="66498" y="114732"/>
                    <a:pt x="66498" y="112263"/>
                  </a:cubicBezTo>
                  <a:cubicBezTo>
                    <a:pt x="66498" y="112263"/>
                    <a:pt x="65152" y="112263"/>
                    <a:pt x="65152" y="109711"/>
                  </a:cubicBezTo>
                  <a:lnTo>
                    <a:pt x="65152" y="109711"/>
                  </a:lnTo>
                  <a:cubicBezTo>
                    <a:pt x="65152" y="109711"/>
                    <a:pt x="65152" y="109711"/>
                    <a:pt x="65152" y="107160"/>
                  </a:cubicBezTo>
                  <a:lnTo>
                    <a:pt x="66498" y="104526"/>
                  </a:lnTo>
                  <a:cubicBezTo>
                    <a:pt x="66498" y="104526"/>
                    <a:pt x="66498" y="104526"/>
                    <a:pt x="67802" y="104526"/>
                  </a:cubicBezTo>
                  <a:cubicBezTo>
                    <a:pt x="67802" y="104526"/>
                    <a:pt x="67802" y="104526"/>
                    <a:pt x="67802" y="102057"/>
                  </a:cubicBezTo>
                  <a:lnTo>
                    <a:pt x="69064" y="102057"/>
                  </a:lnTo>
                  <a:lnTo>
                    <a:pt x="69064" y="102057"/>
                  </a:lnTo>
                  <a:cubicBezTo>
                    <a:pt x="70368" y="102057"/>
                    <a:pt x="70368" y="102057"/>
                    <a:pt x="70368" y="102057"/>
                  </a:cubicBezTo>
                  <a:cubicBezTo>
                    <a:pt x="66498" y="96954"/>
                    <a:pt x="66498" y="96954"/>
                    <a:pt x="66498" y="96954"/>
                  </a:cubicBezTo>
                  <a:cubicBezTo>
                    <a:pt x="70368" y="96954"/>
                    <a:pt x="70368" y="96954"/>
                    <a:pt x="70368" y="96954"/>
                  </a:cubicBezTo>
                  <a:lnTo>
                    <a:pt x="70368" y="96954"/>
                  </a:lnTo>
                  <a:cubicBezTo>
                    <a:pt x="70368" y="94403"/>
                    <a:pt x="70368" y="94403"/>
                    <a:pt x="70368" y="91851"/>
                  </a:cubicBezTo>
                  <a:cubicBezTo>
                    <a:pt x="71713" y="91851"/>
                    <a:pt x="71713" y="91851"/>
                    <a:pt x="73017" y="91851"/>
                  </a:cubicBezTo>
                  <a:lnTo>
                    <a:pt x="73017" y="91851"/>
                  </a:lnTo>
                  <a:lnTo>
                    <a:pt x="74279" y="91851"/>
                  </a:lnTo>
                  <a:cubicBezTo>
                    <a:pt x="74279" y="89300"/>
                    <a:pt x="74279" y="89300"/>
                    <a:pt x="75583" y="89300"/>
                  </a:cubicBezTo>
                  <a:lnTo>
                    <a:pt x="75583" y="89300"/>
                  </a:lnTo>
                  <a:lnTo>
                    <a:pt x="76929" y="89300"/>
                  </a:lnTo>
                  <a:lnTo>
                    <a:pt x="76929" y="89300"/>
                  </a:lnTo>
                  <a:lnTo>
                    <a:pt x="78233" y="89300"/>
                  </a:lnTo>
                  <a:lnTo>
                    <a:pt x="79495" y="89300"/>
                  </a:lnTo>
                  <a:lnTo>
                    <a:pt x="80799" y="89300"/>
                  </a:lnTo>
                  <a:lnTo>
                    <a:pt x="82145" y="89300"/>
                  </a:lnTo>
                  <a:lnTo>
                    <a:pt x="83449" y="89300"/>
                  </a:lnTo>
                  <a:cubicBezTo>
                    <a:pt x="83449" y="89300"/>
                    <a:pt x="84710" y="89300"/>
                    <a:pt x="84710" y="86748"/>
                  </a:cubicBezTo>
                  <a:cubicBezTo>
                    <a:pt x="86014" y="86748"/>
                    <a:pt x="86014" y="86748"/>
                    <a:pt x="86014" y="84197"/>
                  </a:cubicBezTo>
                  <a:cubicBezTo>
                    <a:pt x="87318" y="84197"/>
                    <a:pt x="87318" y="84197"/>
                    <a:pt x="87318" y="84197"/>
                  </a:cubicBezTo>
                  <a:cubicBezTo>
                    <a:pt x="87318" y="81646"/>
                    <a:pt x="87318" y="81646"/>
                    <a:pt x="87318" y="81646"/>
                  </a:cubicBezTo>
                  <a:cubicBezTo>
                    <a:pt x="88664" y="79094"/>
                    <a:pt x="88664" y="79094"/>
                    <a:pt x="89926" y="79094"/>
                  </a:cubicBezTo>
                  <a:lnTo>
                    <a:pt x="89926" y="76543"/>
                  </a:lnTo>
                  <a:lnTo>
                    <a:pt x="91230" y="76543"/>
                  </a:lnTo>
                  <a:lnTo>
                    <a:pt x="91230" y="76543"/>
                  </a:lnTo>
                  <a:cubicBezTo>
                    <a:pt x="92576" y="76543"/>
                    <a:pt x="92576" y="76543"/>
                    <a:pt x="92576" y="76543"/>
                  </a:cubicBezTo>
                  <a:lnTo>
                    <a:pt x="92576" y="76543"/>
                  </a:lnTo>
                  <a:lnTo>
                    <a:pt x="93880" y="76543"/>
                  </a:lnTo>
                  <a:cubicBezTo>
                    <a:pt x="93880" y="76543"/>
                    <a:pt x="93880" y="76543"/>
                    <a:pt x="95141" y="76543"/>
                  </a:cubicBezTo>
                  <a:lnTo>
                    <a:pt x="95141" y="76543"/>
                  </a:lnTo>
                  <a:lnTo>
                    <a:pt x="96445" y="76543"/>
                  </a:lnTo>
                  <a:lnTo>
                    <a:pt x="96445" y="76543"/>
                  </a:lnTo>
                  <a:cubicBezTo>
                    <a:pt x="97791" y="76543"/>
                    <a:pt x="97791" y="76543"/>
                    <a:pt x="97791" y="76543"/>
                  </a:cubicBezTo>
                  <a:lnTo>
                    <a:pt x="97791" y="76543"/>
                  </a:lnTo>
                  <a:cubicBezTo>
                    <a:pt x="99095" y="76543"/>
                    <a:pt x="99095" y="76543"/>
                    <a:pt x="99095" y="76543"/>
                  </a:cubicBezTo>
                  <a:cubicBezTo>
                    <a:pt x="99095" y="76543"/>
                    <a:pt x="99095" y="76543"/>
                    <a:pt x="100357" y="76543"/>
                  </a:cubicBezTo>
                  <a:cubicBezTo>
                    <a:pt x="100357" y="76543"/>
                    <a:pt x="101661" y="76543"/>
                    <a:pt x="103007" y="73991"/>
                  </a:cubicBezTo>
                  <a:cubicBezTo>
                    <a:pt x="104311" y="73991"/>
                    <a:pt x="105573" y="73991"/>
                    <a:pt x="106876" y="73991"/>
                  </a:cubicBezTo>
                  <a:cubicBezTo>
                    <a:pt x="106876" y="73991"/>
                    <a:pt x="106876" y="73991"/>
                    <a:pt x="108222" y="71440"/>
                  </a:cubicBezTo>
                  <a:lnTo>
                    <a:pt x="108222" y="71440"/>
                  </a:lnTo>
                  <a:cubicBezTo>
                    <a:pt x="108222" y="71440"/>
                    <a:pt x="108222" y="71440"/>
                    <a:pt x="109526" y="7144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1" name="Shape 11911"/>
            <p:cNvSpPr/>
            <p:nvPr/>
          </p:nvSpPr>
          <p:spPr>
            <a:xfrm>
              <a:off x="3311525" y="765175"/>
              <a:ext cx="79375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3972" y="116250"/>
                  </a:moveTo>
                  <a:lnTo>
                    <a:pt x="33972" y="116250"/>
                  </a:lnTo>
                  <a:lnTo>
                    <a:pt x="51506" y="116250"/>
                  </a:lnTo>
                  <a:cubicBezTo>
                    <a:pt x="67945" y="116250"/>
                    <a:pt x="67945" y="116250"/>
                    <a:pt x="84931" y="116250"/>
                  </a:cubicBezTo>
                  <a:cubicBezTo>
                    <a:pt x="101917" y="116250"/>
                    <a:pt x="101917" y="116250"/>
                    <a:pt x="119452" y="0"/>
                  </a:cubicBezTo>
                  <a:lnTo>
                    <a:pt x="119452" y="0"/>
                  </a:lnTo>
                  <a:cubicBezTo>
                    <a:pt x="101917" y="0"/>
                    <a:pt x="101917" y="0"/>
                    <a:pt x="84931" y="0"/>
                  </a:cubicBezTo>
                  <a:lnTo>
                    <a:pt x="67945" y="0"/>
                  </a:lnTo>
                  <a:lnTo>
                    <a:pt x="51506" y="0"/>
                  </a:lnTo>
                  <a:cubicBezTo>
                    <a:pt x="51506" y="0"/>
                    <a:pt x="51506" y="0"/>
                    <a:pt x="33972" y="0"/>
                  </a:cubicBezTo>
                  <a:lnTo>
                    <a:pt x="33972" y="0"/>
                  </a:lnTo>
                  <a:cubicBezTo>
                    <a:pt x="16986" y="0"/>
                    <a:pt x="16986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116250"/>
                  </a:lnTo>
                  <a:cubicBezTo>
                    <a:pt x="0" y="116250"/>
                    <a:pt x="0" y="116250"/>
                    <a:pt x="16986" y="116250"/>
                  </a:cubicBezTo>
                  <a:lnTo>
                    <a:pt x="33972" y="11625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2" name="Shape 11912"/>
            <p:cNvSpPr/>
            <p:nvPr/>
          </p:nvSpPr>
          <p:spPr>
            <a:xfrm>
              <a:off x="3233738" y="1122363"/>
              <a:ext cx="146050" cy="555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1287" y="71538"/>
                  </a:moveTo>
                  <a:lnTo>
                    <a:pt x="101287" y="71538"/>
                  </a:lnTo>
                  <a:cubicBezTo>
                    <a:pt x="110495" y="71538"/>
                    <a:pt x="110495" y="71538"/>
                    <a:pt x="110495" y="71538"/>
                  </a:cubicBezTo>
                  <a:lnTo>
                    <a:pt x="110495" y="71538"/>
                  </a:lnTo>
                  <a:cubicBezTo>
                    <a:pt x="110495" y="47692"/>
                    <a:pt x="119702" y="47692"/>
                    <a:pt x="119702" y="47692"/>
                  </a:cubicBezTo>
                  <a:lnTo>
                    <a:pt x="119702" y="23846"/>
                  </a:lnTo>
                  <a:lnTo>
                    <a:pt x="119702" y="0"/>
                  </a:lnTo>
                  <a:lnTo>
                    <a:pt x="110495" y="0"/>
                  </a:lnTo>
                  <a:cubicBezTo>
                    <a:pt x="110495" y="23846"/>
                    <a:pt x="110495" y="23846"/>
                    <a:pt x="101287" y="23846"/>
                  </a:cubicBezTo>
                  <a:lnTo>
                    <a:pt x="101287" y="23846"/>
                  </a:lnTo>
                  <a:lnTo>
                    <a:pt x="101287" y="23846"/>
                  </a:lnTo>
                  <a:cubicBezTo>
                    <a:pt x="101287" y="23846"/>
                    <a:pt x="101287" y="23846"/>
                    <a:pt x="92376" y="23846"/>
                  </a:cubicBezTo>
                  <a:cubicBezTo>
                    <a:pt x="92376" y="0"/>
                    <a:pt x="92376" y="0"/>
                    <a:pt x="92376" y="0"/>
                  </a:cubicBezTo>
                  <a:cubicBezTo>
                    <a:pt x="82871" y="0"/>
                    <a:pt x="82871" y="0"/>
                    <a:pt x="82871" y="0"/>
                  </a:cubicBezTo>
                  <a:lnTo>
                    <a:pt x="82871" y="0"/>
                  </a:lnTo>
                  <a:cubicBezTo>
                    <a:pt x="82871" y="23846"/>
                    <a:pt x="73663" y="23846"/>
                    <a:pt x="73663" y="23846"/>
                  </a:cubicBezTo>
                  <a:lnTo>
                    <a:pt x="64455" y="23846"/>
                  </a:lnTo>
                  <a:cubicBezTo>
                    <a:pt x="64455" y="23846"/>
                    <a:pt x="64455" y="23846"/>
                    <a:pt x="55544" y="23846"/>
                  </a:cubicBezTo>
                  <a:lnTo>
                    <a:pt x="55544" y="47692"/>
                  </a:lnTo>
                  <a:lnTo>
                    <a:pt x="55544" y="47692"/>
                  </a:lnTo>
                  <a:lnTo>
                    <a:pt x="46039" y="23846"/>
                  </a:lnTo>
                  <a:lnTo>
                    <a:pt x="46039" y="23846"/>
                  </a:lnTo>
                  <a:lnTo>
                    <a:pt x="46039" y="23846"/>
                  </a:lnTo>
                  <a:cubicBezTo>
                    <a:pt x="46039" y="23846"/>
                    <a:pt x="46039" y="23846"/>
                    <a:pt x="36831" y="23846"/>
                  </a:cubicBezTo>
                  <a:lnTo>
                    <a:pt x="36831" y="23846"/>
                  </a:lnTo>
                  <a:lnTo>
                    <a:pt x="36831" y="47692"/>
                  </a:lnTo>
                  <a:lnTo>
                    <a:pt x="36831" y="47692"/>
                  </a:lnTo>
                  <a:cubicBezTo>
                    <a:pt x="27920" y="47692"/>
                    <a:pt x="27920" y="47692"/>
                    <a:pt x="27920" y="23846"/>
                  </a:cubicBezTo>
                  <a:lnTo>
                    <a:pt x="27920" y="23846"/>
                  </a:lnTo>
                  <a:cubicBezTo>
                    <a:pt x="27920" y="23846"/>
                    <a:pt x="27920" y="23846"/>
                    <a:pt x="27920" y="47692"/>
                  </a:cubicBezTo>
                  <a:lnTo>
                    <a:pt x="18712" y="47692"/>
                  </a:lnTo>
                  <a:cubicBezTo>
                    <a:pt x="18712" y="71538"/>
                    <a:pt x="9207" y="71538"/>
                    <a:pt x="9207" y="71538"/>
                  </a:cubicBezTo>
                  <a:lnTo>
                    <a:pt x="9207" y="71538"/>
                  </a:lnTo>
                  <a:lnTo>
                    <a:pt x="0" y="71538"/>
                  </a:lnTo>
                  <a:lnTo>
                    <a:pt x="0" y="71538"/>
                  </a:lnTo>
                  <a:cubicBezTo>
                    <a:pt x="9207" y="71538"/>
                    <a:pt x="9207" y="95384"/>
                    <a:pt x="9207" y="95384"/>
                  </a:cubicBezTo>
                  <a:lnTo>
                    <a:pt x="9207" y="95384"/>
                  </a:lnTo>
                  <a:lnTo>
                    <a:pt x="9207" y="95384"/>
                  </a:lnTo>
                  <a:lnTo>
                    <a:pt x="18712" y="95384"/>
                  </a:lnTo>
                  <a:cubicBezTo>
                    <a:pt x="27920" y="95384"/>
                    <a:pt x="36831" y="119230"/>
                    <a:pt x="46039" y="119230"/>
                  </a:cubicBezTo>
                  <a:lnTo>
                    <a:pt x="46039" y="119230"/>
                  </a:lnTo>
                  <a:lnTo>
                    <a:pt x="46039" y="119230"/>
                  </a:lnTo>
                  <a:cubicBezTo>
                    <a:pt x="55544" y="119230"/>
                    <a:pt x="55544" y="119230"/>
                    <a:pt x="64455" y="95384"/>
                  </a:cubicBezTo>
                  <a:cubicBezTo>
                    <a:pt x="73663" y="95384"/>
                    <a:pt x="73663" y="95384"/>
                    <a:pt x="82871" y="95384"/>
                  </a:cubicBezTo>
                  <a:cubicBezTo>
                    <a:pt x="82871" y="95384"/>
                    <a:pt x="82871" y="95384"/>
                    <a:pt x="92376" y="95384"/>
                  </a:cubicBezTo>
                  <a:cubicBezTo>
                    <a:pt x="92376" y="95384"/>
                    <a:pt x="92376" y="95384"/>
                    <a:pt x="92376" y="71538"/>
                  </a:cubicBezTo>
                  <a:lnTo>
                    <a:pt x="101287" y="71538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3" name="Shape 11913"/>
            <p:cNvSpPr/>
            <p:nvPr/>
          </p:nvSpPr>
          <p:spPr>
            <a:xfrm>
              <a:off x="2106613" y="2147888"/>
              <a:ext cx="44450" cy="349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520" y="78315"/>
                  </a:moveTo>
                  <a:lnTo>
                    <a:pt x="59520" y="78315"/>
                  </a:lnTo>
                  <a:cubicBezTo>
                    <a:pt x="59520" y="39157"/>
                    <a:pt x="29760" y="39157"/>
                    <a:pt x="2976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39157"/>
                    <a:pt x="0" y="39157"/>
                    <a:pt x="0" y="39157"/>
                  </a:cubicBezTo>
                  <a:cubicBezTo>
                    <a:pt x="29760" y="39157"/>
                    <a:pt x="29760" y="78315"/>
                    <a:pt x="59520" y="78315"/>
                  </a:cubicBezTo>
                  <a:lnTo>
                    <a:pt x="59520" y="78315"/>
                  </a:lnTo>
                  <a:lnTo>
                    <a:pt x="89280" y="78315"/>
                  </a:lnTo>
                  <a:cubicBezTo>
                    <a:pt x="89280" y="118736"/>
                    <a:pt x="89280" y="118736"/>
                    <a:pt x="89280" y="118736"/>
                  </a:cubicBezTo>
                  <a:lnTo>
                    <a:pt x="89280" y="118736"/>
                  </a:lnTo>
                  <a:cubicBezTo>
                    <a:pt x="89280" y="118736"/>
                    <a:pt x="89280" y="118736"/>
                    <a:pt x="119040" y="118736"/>
                  </a:cubicBezTo>
                  <a:lnTo>
                    <a:pt x="119040" y="118736"/>
                  </a:lnTo>
                  <a:cubicBezTo>
                    <a:pt x="119040" y="78315"/>
                    <a:pt x="119040" y="78315"/>
                    <a:pt x="119040" y="78315"/>
                  </a:cubicBezTo>
                  <a:cubicBezTo>
                    <a:pt x="89280" y="78315"/>
                    <a:pt x="59520" y="78315"/>
                    <a:pt x="59520" y="78315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4" name="Shape 11914"/>
            <p:cNvSpPr/>
            <p:nvPr/>
          </p:nvSpPr>
          <p:spPr>
            <a:xfrm>
              <a:off x="2151063" y="2182813"/>
              <a:ext cx="11112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16250" y="0"/>
                    <a:pt x="116250" y="0"/>
                    <a:pt x="116250" y="0"/>
                  </a:cubicBezTo>
                  <a:lnTo>
                    <a:pt x="116250" y="0"/>
                  </a:lnTo>
                  <a:lnTo>
                    <a:pt x="116250" y="0"/>
                  </a:lnTo>
                  <a:cubicBezTo>
                    <a:pt x="116250" y="0"/>
                    <a:pt x="116250" y="0"/>
                    <a:pt x="0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5" name="Shape 11915"/>
            <p:cNvSpPr/>
            <p:nvPr/>
          </p:nvSpPr>
          <p:spPr>
            <a:xfrm>
              <a:off x="2062163" y="2125663"/>
              <a:ext cx="44450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8320" y="60952"/>
                  </a:moveTo>
                  <a:lnTo>
                    <a:pt x="88320" y="60952"/>
                  </a:lnTo>
                  <a:lnTo>
                    <a:pt x="88320" y="60952"/>
                  </a:lnTo>
                  <a:lnTo>
                    <a:pt x="59520" y="60952"/>
                  </a:lnTo>
                  <a:lnTo>
                    <a:pt x="59520" y="60952"/>
                  </a:lnTo>
                  <a:cubicBezTo>
                    <a:pt x="29760" y="60952"/>
                    <a:pt x="29760" y="60952"/>
                    <a:pt x="29760" y="60952"/>
                  </a:cubicBezTo>
                  <a:cubicBezTo>
                    <a:pt x="29760" y="60952"/>
                    <a:pt x="29760" y="60952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60952"/>
                    <a:pt x="0" y="60952"/>
                    <a:pt x="0" y="60952"/>
                  </a:cubicBezTo>
                  <a:cubicBezTo>
                    <a:pt x="29760" y="60952"/>
                    <a:pt x="29760" y="60952"/>
                    <a:pt x="29760" y="60952"/>
                  </a:cubicBezTo>
                  <a:lnTo>
                    <a:pt x="29760" y="60952"/>
                  </a:lnTo>
                  <a:cubicBezTo>
                    <a:pt x="59520" y="60952"/>
                    <a:pt x="88320" y="118095"/>
                    <a:pt x="88320" y="118095"/>
                  </a:cubicBezTo>
                  <a:cubicBezTo>
                    <a:pt x="119040" y="118095"/>
                    <a:pt x="119040" y="118095"/>
                    <a:pt x="119040" y="118095"/>
                  </a:cubicBezTo>
                  <a:cubicBezTo>
                    <a:pt x="119040" y="60952"/>
                    <a:pt x="119040" y="60952"/>
                    <a:pt x="88320" y="6095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6" name="Shape 11916"/>
            <p:cNvSpPr/>
            <p:nvPr/>
          </p:nvSpPr>
          <p:spPr>
            <a:xfrm>
              <a:off x="1893888" y="2293938"/>
              <a:ext cx="100012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60000"/>
                  </a:moveTo>
                  <a:lnTo>
                    <a:pt x="0" y="60000"/>
                  </a:lnTo>
                  <a:lnTo>
                    <a:pt x="0" y="60000"/>
                  </a:lnTo>
                  <a:lnTo>
                    <a:pt x="0" y="60000"/>
                  </a:lnTo>
                  <a:cubicBezTo>
                    <a:pt x="0" y="60000"/>
                    <a:pt x="0" y="60000"/>
                    <a:pt x="13285" y="60000"/>
                  </a:cubicBezTo>
                  <a:lnTo>
                    <a:pt x="13285" y="60000"/>
                  </a:lnTo>
                  <a:lnTo>
                    <a:pt x="13285" y="60000"/>
                  </a:lnTo>
                  <a:cubicBezTo>
                    <a:pt x="13285" y="60000"/>
                    <a:pt x="13285" y="60000"/>
                    <a:pt x="26571" y="60000"/>
                  </a:cubicBezTo>
                  <a:lnTo>
                    <a:pt x="26571" y="60000"/>
                  </a:lnTo>
                  <a:cubicBezTo>
                    <a:pt x="26571" y="60000"/>
                    <a:pt x="39857" y="89032"/>
                    <a:pt x="39857" y="119032"/>
                  </a:cubicBezTo>
                  <a:lnTo>
                    <a:pt x="39857" y="119032"/>
                  </a:lnTo>
                  <a:lnTo>
                    <a:pt x="39857" y="119032"/>
                  </a:lnTo>
                  <a:lnTo>
                    <a:pt x="39857" y="119032"/>
                  </a:lnTo>
                  <a:lnTo>
                    <a:pt x="39857" y="119032"/>
                  </a:lnTo>
                  <a:cubicBezTo>
                    <a:pt x="39857" y="89032"/>
                    <a:pt x="39857" y="89032"/>
                    <a:pt x="39857" y="89032"/>
                  </a:cubicBezTo>
                  <a:cubicBezTo>
                    <a:pt x="39857" y="89032"/>
                    <a:pt x="39857" y="89032"/>
                    <a:pt x="53142" y="89032"/>
                  </a:cubicBezTo>
                  <a:cubicBezTo>
                    <a:pt x="53142" y="89032"/>
                    <a:pt x="53142" y="89032"/>
                    <a:pt x="53142" y="60000"/>
                  </a:cubicBezTo>
                  <a:lnTo>
                    <a:pt x="53142" y="60000"/>
                  </a:lnTo>
                  <a:lnTo>
                    <a:pt x="66428" y="60000"/>
                  </a:lnTo>
                  <a:lnTo>
                    <a:pt x="66428" y="60000"/>
                  </a:lnTo>
                  <a:lnTo>
                    <a:pt x="66428" y="60000"/>
                  </a:lnTo>
                  <a:cubicBezTo>
                    <a:pt x="66428" y="60000"/>
                    <a:pt x="66428" y="60000"/>
                    <a:pt x="79714" y="60000"/>
                  </a:cubicBezTo>
                  <a:lnTo>
                    <a:pt x="79714" y="60000"/>
                  </a:lnTo>
                  <a:lnTo>
                    <a:pt x="79714" y="60000"/>
                  </a:lnTo>
                  <a:cubicBezTo>
                    <a:pt x="79714" y="29032"/>
                    <a:pt x="79714" y="29032"/>
                    <a:pt x="79714" y="29032"/>
                  </a:cubicBezTo>
                  <a:cubicBezTo>
                    <a:pt x="93000" y="29032"/>
                    <a:pt x="93000" y="29032"/>
                    <a:pt x="93000" y="29032"/>
                  </a:cubicBezTo>
                  <a:lnTo>
                    <a:pt x="93000" y="29032"/>
                  </a:lnTo>
                  <a:cubicBezTo>
                    <a:pt x="106285" y="29032"/>
                    <a:pt x="106285" y="29032"/>
                    <a:pt x="106285" y="29032"/>
                  </a:cubicBezTo>
                  <a:lnTo>
                    <a:pt x="106285" y="29032"/>
                  </a:lnTo>
                  <a:lnTo>
                    <a:pt x="106285" y="29032"/>
                  </a:lnTo>
                  <a:lnTo>
                    <a:pt x="119571" y="29032"/>
                  </a:lnTo>
                  <a:cubicBezTo>
                    <a:pt x="106285" y="0"/>
                    <a:pt x="106285" y="0"/>
                    <a:pt x="93000" y="0"/>
                  </a:cubicBezTo>
                  <a:cubicBezTo>
                    <a:pt x="93000" y="0"/>
                    <a:pt x="93000" y="0"/>
                    <a:pt x="79714" y="0"/>
                  </a:cubicBezTo>
                  <a:lnTo>
                    <a:pt x="79714" y="0"/>
                  </a:lnTo>
                  <a:cubicBezTo>
                    <a:pt x="66428" y="0"/>
                    <a:pt x="66428" y="0"/>
                    <a:pt x="66428" y="0"/>
                  </a:cubicBezTo>
                  <a:lnTo>
                    <a:pt x="66428" y="0"/>
                  </a:lnTo>
                  <a:lnTo>
                    <a:pt x="66428" y="0"/>
                  </a:lnTo>
                  <a:cubicBezTo>
                    <a:pt x="53142" y="0"/>
                    <a:pt x="53142" y="0"/>
                    <a:pt x="53142" y="0"/>
                  </a:cubicBezTo>
                  <a:cubicBezTo>
                    <a:pt x="39857" y="0"/>
                    <a:pt x="39857" y="0"/>
                    <a:pt x="26571" y="0"/>
                  </a:cubicBezTo>
                  <a:lnTo>
                    <a:pt x="26571" y="0"/>
                  </a:lnTo>
                  <a:lnTo>
                    <a:pt x="26571" y="0"/>
                  </a:lnTo>
                  <a:lnTo>
                    <a:pt x="26571" y="0"/>
                  </a:lnTo>
                  <a:lnTo>
                    <a:pt x="26571" y="0"/>
                  </a:lnTo>
                  <a:cubicBezTo>
                    <a:pt x="26571" y="0"/>
                    <a:pt x="26571" y="0"/>
                    <a:pt x="13285" y="0"/>
                  </a:cubicBezTo>
                  <a:cubicBezTo>
                    <a:pt x="13285" y="29032"/>
                    <a:pt x="13285" y="29032"/>
                    <a:pt x="13285" y="29032"/>
                  </a:cubicBezTo>
                  <a:lnTo>
                    <a:pt x="0" y="6000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7" name="Shape 11917"/>
            <p:cNvSpPr/>
            <p:nvPr/>
          </p:nvSpPr>
          <p:spPr>
            <a:xfrm>
              <a:off x="2508250" y="1512888"/>
              <a:ext cx="66675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88320"/>
                  </a:moveTo>
                  <a:lnTo>
                    <a:pt x="0" y="88320"/>
                  </a:lnTo>
                  <a:cubicBezTo>
                    <a:pt x="0" y="88320"/>
                    <a:pt x="0" y="88320"/>
                    <a:pt x="20000" y="88320"/>
                  </a:cubicBezTo>
                  <a:lnTo>
                    <a:pt x="20000" y="88320"/>
                  </a:lnTo>
                  <a:cubicBezTo>
                    <a:pt x="39354" y="88320"/>
                    <a:pt x="39354" y="88320"/>
                    <a:pt x="39354" y="88320"/>
                  </a:cubicBezTo>
                  <a:lnTo>
                    <a:pt x="39354" y="88320"/>
                  </a:lnTo>
                  <a:cubicBezTo>
                    <a:pt x="39354" y="88320"/>
                    <a:pt x="60000" y="88320"/>
                    <a:pt x="60000" y="59520"/>
                  </a:cubicBezTo>
                  <a:lnTo>
                    <a:pt x="60000" y="59520"/>
                  </a:lnTo>
                  <a:cubicBezTo>
                    <a:pt x="80000" y="59520"/>
                    <a:pt x="80000" y="59520"/>
                    <a:pt x="80000" y="59520"/>
                  </a:cubicBezTo>
                  <a:cubicBezTo>
                    <a:pt x="80000" y="59520"/>
                    <a:pt x="80000" y="59520"/>
                    <a:pt x="100000" y="59520"/>
                  </a:cubicBezTo>
                  <a:cubicBezTo>
                    <a:pt x="100000" y="88320"/>
                    <a:pt x="100000" y="88320"/>
                    <a:pt x="100000" y="88320"/>
                  </a:cubicBezTo>
                  <a:lnTo>
                    <a:pt x="100000" y="88320"/>
                  </a:lnTo>
                  <a:lnTo>
                    <a:pt x="100000" y="119040"/>
                  </a:lnTo>
                  <a:lnTo>
                    <a:pt x="100000" y="119040"/>
                  </a:lnTo>
                  <a:lnTo>
                    <a:pt x="100000" y="119040"/>
                  </a:lnTo>
                  <a:cubicBezTo>
                    <a:pt x="100000" y="119040"/>
                    <a:pt x="100000" y="119040"/>
                    <a:pt x="119354" y="119040"/>
                  </a:cubicBezTo>
                  <a:lnTo>
                    <a:pt x="119354" y="119040"/>
                  </a:lnTo>
                  <a:cubicBezTo>
                    <a:pt x="119354" y="88320"/>
                    <a:pt x="119354" y="88320"/>
                    <a:pt x="119354" y="88320"/>
                  </a:cubicBezTo>
                  <a:cubicBezTo>
                    <a:pt x="119354" y="59520"/>
                    <a:pt x="119354" y="59520"/>
                    <a:pt x="119354" y="59520"/>
                  </a:cubicBezTo>
                  <a:lnTo>
                    <a:pt x="119354" y="59520"/>
                  </a:lnTo>
                  <a:lnTo>
                    <a:pt x="119354" y="29760"/>
                  </a:lnTo>
                  <a:lnTo>
                    <a:pt x="119354" y="29760"/>
                  </a:lnTo>
                  <a:lnTo>
                    <a:pt x="119354" y="29760"/>
                  </a:lnTo>
                  <a:cubicBezTo>
                    <a:pt x="119354" y="0"/>
                    <a:pt x="119354" y="0"/>
                    <a:pt x="119354" y="0"/>
                  </a:cubicBezTo>
                  <a:lnTo>
                    <a:pt x="119354" y="0"/>
                  </a:lnTo>
                  <a:cubicBezTo>
                    <a:pt x="119354" y="29760"/>
                    <a:pt x="100000" y="29760"/>
                    <a:pt x="100000" y="29760"/>
                  </a:cubicBezTo>
                  <a:cubicBezTo>
                    <a:pt x="80000" y="29760"/>
                    <a:pt x="80000" y="29760"/>
                    <a:pt x="80000" y="29760"/>
                  </a:cubicBezTo>
                  <a:cubicBezTo>
                    <a:pt x="80000" y="29760"/>
                    <a:pt x="80000" y="0"/>
                    <a:pt x="60000" y="0"/>
                  </a:cubicBezTo>
                  <a:cubicBezTo>
                    <a:pt x="20000" y="29760"/>
                    <a:pt x="20000" y="29760"/>
                    <a:pt x="20000" y="29760"/>
                  </a:cubicBezTo>
                  <a:cubicBezTo>
                    <a:pt x="0" y="59520"/>
                    <a:pt x="0" y="59520"/>
                    <a:pt x="0" y="8832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8" name="Shape 11918"/>
            <p:cNvSpPr/>
            <p:nvPr/>
          </p:nvSpPr>
          <p:spPr>
            <a:xfrm>
              <a:off x="2297113" y="1524000"/>
              <a:ext cx="66675" cy="777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33577"/>
                  </a:moveTo>
                  <a:lnTo>
                    <a:pt x="0" y="33577"/>
                  </a:lnTo>
                  <a:lnTo>
                    <a:pt x="0" y="33577"/>
                  </a:lnTo>
                  <a:lnTo>
                    <a:pt x="19251" y="33577"/>
                  </a:lnTo>
                  <a:lnTo>
                    <a:pt x="19251" y="33577"/>
                  </a:lnTo>
                  <a:lnTo>
                    <a:pt x="39786" y="51192"/>
                  </a:lnTo>
                  <a:cubicBezTo>
                    <a:pt x="39786" y="68256"/>
                    <a:pt x="39786" y="68256"/>
                    <a:pt x="39786" y="68256"/>
                  </a:cubicBezTo>
                  <a:cubicBezTo>
                    <a:pt x="39786" y="85321"/>
                    <a:pt x="39786" y="85321"/>
                    <a:pt x="39786" y="85321"/>
                  </a:cubicBezTo>
                  <a:cubicBezTo>
                    <a:pt x="39786" y="101834"/>
                    <a:pt x="39786" y="101834"/>
                    <a:pt x="39786" y="101834"/>
                  </a:cubicBezTo>
                  <a:cubicBezTo>
                    <a:pt x="59679" y="101834"/>
                    <a:pt x="59679" y="101834"/>
                    <a:pt x="59679" y="119449"/>
                  </a:cubicBezTo>
                  <a:lnTo>
                    <a:pt x="59679" y="119449"/>
                  </a:lnTo>
                  <a:lnTo>
                    <a:pt x="59679" y="119449"/>
                  </a:lnTo>
                  <a:cubicBezTo>
                    <a:pt x="79572" y="119449"/>
                    <a:pt x="79572" y="119449"/>
                    <a:pt x="79572" y="119449"/>
                  </a:cubicBezTo>
                  <a:lnTo>
                    <a:pt x="79572" y="119449"/>
                  </a:lnTo>
                  <a:cubicBezTo>
                    <a:pt x="79572" y="119449"/>
                    <a:pt x="98823" y="119449"/>
                    <a:pt x="98823" y="101834"/>
                  </a:cubicBezTo>
                  <a:lnTo>
                    <a:pt x="98823" y="101834"/>
                  </a:lnTo>
                  <a:lnTo>
                    <a:pt x="98823" y="101834"/>
                  </a:lnTo>
                  <a:lnTo>
                    <a:pt x="119358" y="101834"/>
                  </a:lnTo>
                  <a:cubicBezTo>
                    <a:pt x="119358" y="85321"/>
                    <a:pt x="119358" y="85321"/>
                    <a:pt x="119358" y="85321"/>
                  </a:cubicBezTo>
                  <a:cubicBezTo>
                    <a:pt x="119358" y="85321"/>
                    <a:pt x="119358" y="85321"/>
                    <a:pt x="119358" y="68256"/>
                  </a:cubicBezTo>
                  <a:lnTo>
                    <a:pt x="119358" y="68256"/>
                  </a:lnTo>
                  <a:lnTo>
                    <a:pt x="119358" y="68256"/>
                  </a:lnTo>
                  <a:cubicBezTo>
                    <a:pt x="98823" y="68256"/>
                    <a:pt x="98823" y="68256"/>
                    <a:pt x="98823" y="51192"/>
                  </a:cubicBezTo>
                  <a:lnTo>
                    <a:pt x="98823" y="51192"/>
                  </a:lnTo>
                  <a:lnTo>
                    <a:pt x="79572" y="33577"/>
                  </a:lnTo>
                  <a:lnTo>
                    <a:pt x="79572" y="33577"/>
                  </a:lnTo>
                  <a:lnTo>
                    <a:pt x="79572" y="33577"/>
                  </a:lnTo>
                  <a:cubicBezTo>
                    <a:pt x="79572" y="17064"/>
                    <a:pt x="79572" y="17064"/>
                    <a:pt x="79572" y="0"/>
                  </a:cubicBezTo>
                  <a:lnTo>
                    <a:pt x="98823" y="0"/>
                  </a:lnTo>
                  <a:lnTo>
                    <a:pt x="98823" y="0"/>
                  </a:lnTo>
                  <a:lnTo>
                    <a:pt x="119358" y="17064"/>
                  </a:lnTo>
                  <a:lnTo>
                    <a:pt x="119358" y="0"/>
                  </a:lnTo>
                  <a:lnTo>
                    <a:pt x="119358" y="0"/>
                  </a:lnTo>
                  <a:lnTo>
                    <a:pt x="119358" y="0"/>
                  </a:lnTo>
                  <a:lnTo>
                    <a:pt x="119358" y="0"/>
                  </a:lnTo>
                  <a:lnTo>
                    <a:pt x="119358" y="0"/>
                  </a:lnTo>
                  <a:cubicBezTo>
                    <a:pt x="119358" y="0"/>
                    <a:pt x="119358" y="0"/>
                    <a:pt x="98823" y="0"/>
                  </a:cubicBezTo>
                  <a:cubicBezTo>
                    <a:pt x="98823" y="0"/>
                    <a:pt x="98823" y="0"/>
                    <a:pt x="79572" y="0"/>
                  </a:cubicBezTo>
                  <a:cubicBezTo>
                    <a:pt x="59679" y="0"/>
                    <a:pt x="39786" y="17064"/>
                    <a:pt x="39786" y="17064"/>
                  </a:cubicBezTo>
                  <a:lnTo>
                    <a:pt x="39786" y="17064"/>
                  </a:lnTo>
                  <a:cubicBezTo>
                    <a:pt x="39786" y="17064"/>
                    <a:pt x="19251" y="33577"/>
                    <a:pt x="0" y="33577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9" name="Shape 11919"/>
            <p:cNvSpPr/>
            <p:nvPr/>
          </p:nvSpPr>
          <p:spPr>
            <a:xfrm>
              <a:off x="868363" y="1033463"/>
              <a:ext cx="1674812" cy="6254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983" y="12849"/>
                  </a:moveTo>
                  <a:lnTo>
                    <a:pt x="75983" y="12849"/>
                  </a:lnTo>
                  <a:cubicBezTo>
                    <a:pt x="75183" y="12849"/>
                    <a:pt x="75183" y="10708"/>
                    <a:pt x="75183" y="10708"/>
                  </a:cubicBezTo>
                  <a:lnTo>
                    <a:pt x="75183" y="10708"/>
                  </a:lnTo>
                  <a:cubicBezTo>
                    <a:pt x="75183" y="8566"/>
                    <a:pt x="74384" y="6424"/>
                    <a:pt x="73584" y="6424"/>
                  </a:cubicBezTo>
                  <a:lnTo>
                    <a:pt x="73584" y="6424"/>
                  </a:lnTo>
                  <a:cubicBezTo>
                    <a:pt x="72784" y="6424"/>
                    <a:pt x="72784" y="8566"/>
                    <a:pt x="71984" y="8566"/>
                  </a:cubicBezTo>
                  <a:cubicBezTo>
                    <a:pt x="71184" y="10708"/>
                    <a:pt x="71184" y="10708"/>
                    <a:pt x="71184" y="10708"/>
                  </a:cubicBezTo>
                  <a:cubicBezTo>
                    <a:pt x="71184" y="8566"/>
                    <a:pt x="71184" y="8566"/>
                    <a:pt x="71184" y="8566"/>
                  </a:cubicBezTo>
                  <a:cubicBezTo>
                    <a:pt x="71184" y="8566"/>
                    <a:pt x="71184" y="6424"/>
                    <a:pt x="71184" y="4283"/>
                  </a:cubicBezTo>
                  <a:cubicBezTo>
                    <a:pt x="70384" y="4283"/>
                    <a:pt x="69585" y="4283"/>
                    <a:pt x="68785" y="4283"/>
                  </a:cubicBezTo>
                  <a:lnTo>
                    <a:pt x="67985" y="4283"/>
                  </a:lnTo>
                  <a:lnTo>
                    <a:pt x="67985" y="4283"/>
                  </a:lnTo>
                  <a:cubicBezTo>
                    <a:pt x="67185" y="4283"/>
                    <a:pt x="67185" y="4283"/>
                    <a:pt x="67185" y="4283"/>
                  </a:cubicBezTo>
                  <a:lnTo>
                    <a:pt x="67185" y="4283"/>
                  </a:lnTo>
                  <a:cubicBezTo>
                    <a:pt x="67985" y="6424"/>
                    <a:pt x="67185" y="8566"/>
                    <a:pt x="67185" y="8566"/>
                  </a:cubicBezTo>
                  <a:cubicBezTo>
                    <a:pt x="67185" y="8566"/>
                    <a:pt x="67185" y="8566"/>
                    <a:pt x="66385" y="10708"/>
                  </a:cubicBezTo>
                  <a:cubicBezTo>
                    <a:pt x="65585" y="10708"/>
                    <a:pt x="65585" y="10708"/>
                    <a:pt x="65585" y="10708"/>
                  </a:cubicBezTo>
                  <a:lnTo>
                    <a:pt x="65585" y="10708"/>
                  </a:lnTo>
                  <a:cubicBezTo>
                    <a:pt x="64786" y="10708"/>
                    <a:pt x="64786" y="10708"/>
                    <a:pt x="64786" y="10708"/>
                  </a:cubicBezTo>
                  <a:lnTo>
                    <a:pt x="64786" y="10708"/>
                  </a:lnTo>
                  <a:cubicBezTo>
                    <a:pt x="64786" y="12849"/>
                    <a:pt x="63986" y="14991"/>
                    <a:pt x="63986" y="14991"/>
                  </a:cubicBezTo>
                  <a:cubicBezTo>
                    <a:pt x="63186" y="19274"/>
                    <a:pt x="63186" y="19274"/>
                    <a:pt x="63186" y="19274"/>
                  </a:cubicBezTo>
                  <a:cubicBezTo>
                    <a:pt x="62386" y="10708"/>
                    <a:pt x="62386" y="10708"/>
                    <a:pt x="62386" y="10708"/>
                  </a:cubicBezTo>
                  <a:cubicBezTo>
                    <a:pt x="62386" y="8566"/>
                    <a:pt x="62386" y="8566"/>
                    <a:pt x="62386" y="8566"/>
                  </a:cubicBezTo>
                  <a:cubicBezTo>
                    <a:pt x="62386" y="10708"/>
                    <a:pt x="61586" y="10708"/>
                    <a:pt x="61586" y="10708"/>
                  </a:cubicBezTo>
                  <a:lnTo>
                    <a:pt x="61586" y="10708"/>
                  </a:lnTo>
                  <a:cubicBezTo>
                    <a:pt x="61586" y="10708"/>
                    <a:pt x="61586" y="12849"/>
                    <a:pt x="60786" y="12849"/>
                  </a:cubicBezTo>
                  <a:lnTo>
                    <a:pt x="60786" y="12849"/>
                  </a:lnTo>
                  <a:lnTo>
                    <a:pt x="59987" y="12849"/>
                  </a:lnTo>
                  <a:lnTo>
                    <a:pt x="59987" y="12849"/>
                  </a:lnTo>
                  <a:lnTo>
                    <a:pt x="59987" y="12849"/>
                  </a:lnTo>
                  <a:cubicBezTo>
                    <a:pt x="59187" y="12849"/>
                    <a:pt x="59187" y="12849"/>
                    <a:pt x="59187" y="12849"/>
                  </a:cubicBezTo>
                  <a:cubicBezTo>
                    <a:pt x="59187" y="12849"/>
                    <a:pt x="59187" y="12849"/>
                    <a:pt x="58387" y="12849"/>
                  </a:cubicBezTo>
                  <a:lnTo>
                    <a:pt x="58387" y="12849"/>
                  </a:lnTo>
                  <a:cubicBezTo>
                    <a:pt x="58387" y="12849"/>
                    <a:pt x="57587" y="12849"/>
                    <a:pt x="57587" y="10708"/>
                  </a:cubicBezTo>
                  <a:lnTo>
                    <a:pt x="57587" y="10708"/>
                  </a:lnTo>
                  <a:lnTo>
                    <a:pt x="57587" y="10708"/>
                  </a:lnTo>
                  <a:cubicBezTo>
                    <a:pt x="56787" y="10708"/>
                    <a:pt x="56787" y="10708"/>
                    <a:pt x="56787" y="12849"/>
                  </a:cubicBezTo>
                  <a:cubicBezTo>
                    <a:pt x="55987" y="12849"/>
                    <a:pt x="55987" y="12849"/>
                    <a:pt x="55188" y="12849"/>
                  </a:cubicBezTo>
                  <a:lnTo>
                    <a:pt x="55188" y="12849"/>
                  </a:lnTo>
                  <a:lnTo>
                    <a:pt x="55188" y="12849"/>
                  </a:lnTo>
                  <a:cubicBezTo>
                    <a:pt x="54388" y="12849"/>
                    <a:pt x="54388" y="12849"/>
                    <a:pt x="53588" y="12849"/>
                  </a:cubicBezTo>
                  <a:cubicBezTo>
                    <a:pt x="53588" y="10708"/>
                    <a:pt x="53588" y="10708"/>
                    <a:pt x="53588" y="10708"/>
                  </a:cubicBezTo>
                  <a:lnTo>
                    <a:pt x="53588" y="10708"/>
                  </a:lnTo>
                  <a:cubicBezTo>
                    <a:pt x="52788" y="10708"/>
                    <a:pt x="52788" y="10708"/>
                    <a:pt x="52788" y="10708"/>
                  </a:cubicBezTo>
                  <a:lnTo>
                    <a:pt x="52788" y="10708"/>
                  </a:lnTo>
                  <a:lnTo>
                    <a:pt x="52788" y="10708"/>
                  </a:lnTo>
                  <a:lnTo>
                    <a:pt x="51988" y="10708"/>
                  </a:lnTo>
                  <a:cubicBezTo>
                    <a:pt x="51988" y="10708"/>
                    <a:pt x="51988" y="10708"/>
                    <a:pt x="51188" y="10708"/>
                  </a:cubicBezTo>
                  <a:lnTo>
                    <a:pt x="51188" y="10708"/>
                  </a:lnTo>
                  <a:cubicBezTo>
                    <a:pt x="50389" y="10708"/>
                    <a:pt x="50389" y="8566"/>
                    <a:pt x="49589" y="8566"/>
                  </a:cubicBezTo>
                  <a:cubicBezTo>
                    <a:pt x="49589" y="8566"/>
                    <a:pt x="49589" y="8566"/>
                    <a:pt x="48789" y="10708"/>
                  </a:cubicBezTo>
                  <a:cubicBezTo>
                    <a:pt x="48789" y="10708"/>
                    <a:pt x="48789" y="10708"/>
                    <a:pt x="47989" y="10708"/>
                  </a:cubicBezTo>
                  <a:lnTo>
                    <a:pt x="47989" y="10708"/>
                  </a:lnTo>
                  <a:lnTo>
                    <a:pt x="47189" y="10708"/>
                  </a:lnTo>
                  <a:lnTo>
                    <a:pt x="47989" y="10708"/>
                  </a:lnTo>
                  <a:cubicBezTo>
                    <a:pt x="47989" y="12849"/>
                    <a:pt x="47989" y="12849"/>
                    <a:pt x="47989" y="12849"/>
                  </a:cubicBezTo>
                  <a:cubicBezTo>
                    <a:pt x="47989" y="14991"/>
                    <a:pt x="47989" y="17132"/>
                    <a:pt x="47989" y="17132"/>
                  </a:cubicBezTo>
                  <a:cubicBezTo>
                    <a:pt x="47189" y="21416"/>
                    <a:pt x="47189" y="21416"/>
                    <a:pt x="47189" y="21416"/>
                  </a:cubicBezTo>
                  <a:cubicBezTo>
                    <a:pt x="47189" y="17132"/>
                    <a:pt x="47189" y="17132"/>
                    <a:pt x="47189" y="17132"/>
                  </a:cubicBezTo>
                  <a:cubicBezTo>
                    <a:pt x="46415" y="17132"/>
                    <a:pt x="46415" y="14991"/>
                    <a:pt x="46415" y="14991"/>
                  </a:cubicBezTo>
                  <a:lnTo>
                    <a:pt x="46415" y="14991"/>
                  </a:lnTo>
                  <a:cubicBezTo>
                    <a:pt x="45590" y="12849"/>
                    <a:pt x="45590" y="12849"/>
                    <a:pt x="45590" y="12849"/>
                  </a:cubicBezTo>
                  <a:lnTo>
                    <a:pt x="45590" y="12849"/>
                  </a:lnTo>
                  <a:lnTo>
                    <a:pt x="45590" y="12849"/>
                  </a:lnTo>
                  <a:lnTo>
                    <a:pt x="44790" y="12849"/>
                  </a:lnTo>
                  <a:lnTo>
                    <a:pt x="43990" y="12849"/>
                  </a:lnTo>
                  <a:cubicBezTo>
                    <a:pt x="43990" y="10708"/>
                    <a:pt x="43990" y="10708"/>
                    <a:pt x="43216" y="10708"/>
                  </a:cubicBezTo>
                  <a:lnTo>
                    <a:pt x="43216" y="10708"/>
                  </a:lnTo>
                  <a:lnTo>
                    <a:pt x="43216" y="10708"/>
                  </a:lnTo>
                  <a:lnTo>
                    <a:pt x="42390" y="10708"/>
                  </a:lnTo>
                  <a:lnTo>
                    <a:pt x="42390" y="10708"/>
                  </a:lnTo>
                  <a:lnTo>
                    <a:pt x="42390" y="10708"/>
                  </a:lnTo>
                  <a:lnTo>
                    <a:pt x="41591" y="12849"/>
                  </a:lnTo>
                  <a:cubicBezTo>
                    <a:pt x="41591" y="12849"/>
                    <a:pt x="41591" y="12849"/>
                    <a:pt x="40791" y="12849"/>
                  </a:cubicBezTo>
                  <a:lnTo>
                    <a:pt x="40017" y="12849"/>
                  </a:lnTo>
                  <a:cubicBezTo>
                    <a:pt x="39191" y="12849"/>
                    <a:pt x="39191" y="12849"/>
                    <a:pt x="39191" y="12849"/>
                  </a:cubicBezTo>
                  <a:cubicBezTo>
                    <a:pt x="39191" y="12849"/>
                    <a:pt x="39191" y="12849"/>
                    <a:pt x="38391" y="12849"/>
                  </a:cubicBezTo>
                  <a:lnTo>
                    <a:pt x="37591" y="12849"/>
                  </a:lnTo>
                  <a:lnTo>
                    <a:pt x="36817" y="12849"/>
                  </a:lnTo>
                  <a:lnTo>
                    <a:pt x="35992" y="12849"/>
                  </a:lnTo>
                  <a:cubicBezTo>
                    <a:pt x="35192" y="10708"/>
                    <a:pt x="35192" y="10708"/>
                    <a:pt x="35192" y="10708"/>
                  </a:cubicBezTo>
                  <a:cubicBezTo>
                    <a:pt x="35992" y="6424"/>
                    <a:pt x="35992" y="6424"/>
                    <a:pt x="35992" y="6424"/>
                  </a:cubicBezTo>
                  <a:cubicBezTo>
                    <a:pt x="35192" y="6424"/>
                    <a:pt x="33618" y="6424"/>
                    <a:pt x="33618" y="6424"/>
                  </a:cubicBezTo>
                  <a:cubicBezTo>
                    <a:pt x="32792" y="6424"/>
                    <a:pt x="31993" y="6424"/>
                    <a:pt x="31193" y="6424"/>
                  </a:cubicBezTo>
                  <a:lnTo>
                    <a:pt x="31193" y="6424"/>
                  </a:lnTo>
                  <a:cubicBezTo>
                    <a:pt x="30419" y="4283"/>
                    <a:pt x="29593" y="4283"/>
                    <a:pt x="29593" y="4283"/>
                  </a:cubicBezTo>
                  <a:lnTo>
                    <a:pt x="29593" y="4283"/>
                  </a:lnTo>
                  <a:lnTo>
                    <a:pt x="29593" y="4283"/>
                  </a:lnTo>
                  <a:cubicBezTo>
                    <a:pt x="28793" y="4283"/>
                    <a:pt x="28793" y="4283"/>
                    <a:pt x="27993" y="4283"/>
                  </a:cubicBezTo>
                  <a:cubicBezTo>
                    <a:pt x="27993" y="4283"/>
                    <a:pt x="27219" y="4283"/>
                    <a:pt x="25594" y="4283"/>
                  </a:cubicBezTo>
                  <a:lnTo>
                    <a:pt x="25594" y="4283"/>
                  </a:lnTo>
                  <a:lnTo>
                    <a:pt x="25594" y="4283"/>
                  </a:lnTo>
                  <a:lnTo>
                    <a:pt x="24794" y="4283"/>
                  </a:lnTo>
                  <a:cubicBezTo>
                    <a:pt x="24794" y="6424"/>
                    <a:pt x="24020" y="6424"/>
                    <a:pt x="24020" y="6424"/>
                  </a:cubicBezTo>
                  <a:lnTo>
                    <a:pt x="24020" y="6424"/>
                  </a:lnTo>
                  <a:lnTo>
                    <a:pt x="24020" y="6424"/>
                  </a:lnTo>
                  <a:lnTo>
                    <a:pt x="24020" y="6424"/>
                  </a:lnTo>
                  <a:cubicBezTo>
                    <a:pt x="24020" y="6424"/>
                    <a:pt x="24020" y="6424"/>
                    <a:pt x="23195" y="6424"/>
                  </a:cubicBezTo>
                  <a:cubicBezTo>
                    <a:pt x="23195" y="6424"/>
                    <a:pt x="23195" y="4283"/>
                    <a:pt x="22395" y="4283"/>
                  </a:cubicBezTo>
                  <a:lnTo>
                    <a:pt x="22395" y="4283"/>
                  </a:lnTo>
                  <a:cubicBezTo>
                    <a:pt x="22395" y="4283"/>
                    <a:pt x="22395" y="4283"/>
                    <a:pt x="22395" y="2141"/>
                  </a:cubicBezTo>
                  <a:cubicBezTo>
                    <a:pt x="21595" y="4283"/>
                    <a:pt x="21595" y="4283"/>
                    <a:pt x="21595" y="4283"/>
                  </a:cubicBezTo>
                  <a:cubicBezTo>
                    <a:pt x="21595" y="6424"/>
                    <a:pt x="21595" y="6424"/>
                    <a:pt x="20821" y="6424"/>
                  </a:cubicBezTo>
                  <a:lnTo>
                    <a:pt x="19995" y="4283"/>
                  </a:lnTo>
                  <a:lnTo>
                    <a:pt x="19995" y="4283"/>
                  </a:lnTo>
                  <a:cubicBezTo>
                    <a:pt x="19195" y="4283"/>
                    <a:pt x="19195" y="4283"/>
                    <a:pt x="19195" y="4283"/>
                  </a:cubicBezTo>
                  <a:cubicBezTo>
                    <a:pt x="19195" y="4283"/>
                    <a:pt x="18396" y="0"/>
                    <a:pt x="17622" y="0"/>
                  </a:cubicBezTo>
                  <a:lnTo>
                    <a:pt x="17622" y="0"/>
                  </a:lnTo>
                  <a:lnTo>
                    <a:pt x="17622" y="0"/>
                  </a:lnTo>
                  <a:lnTo>
                    <a:pt x="17622" y="0"/>
                  </a:lnTo>
                  <a:lnTo>
                    <a:pt x="17622" y="0"/>
                  </a:lnTo>
                  <a:cubicBezTo>
                    <a:pt x="17622" y="0"/>
                    <a:pt x="17622" y="2141"/>
                    <a:pt x="16796" y="2141"/>
                  </a:cubicBezTo>
                  <a:lnTo>
                    <a:pt x="15996" y="2141"/>
                  </a:lnTo>
                  <a:lnTo>
                    <a:pt x="15996" y="2141"/>
                  </a:lnTo>
                  <a:lnTo>
                    <a:pt x="15996" y="2141"/>
                  </a:lnTo>
                  <a:cubicBezTo>
                    <a:pt x="15996" y="2141"/>
                    <a:pt x="15196" y="2141"/>
                    <a:pt x="15196" y="4283"/>
                  </a:cubicBezTo>
                  <a:lnTo>
                    <a:pt x="14422" y="4283"/>
                  </a:lnTo>
                  <a:cubicBezTo>
                    <a:pt x="14422" y="4283"/>
                    <a:pt x="13597" y="4283"/>
                    <a:pt x="12797" y="4283"/>
                  </a:cubicBezTo>
                  <a:cubicBezTo>
                    <a:pt x="12797" y="4283"/>
                    <a:pt x="12797" y="4283"/>
                    <a:pt x="11997" y="4283"/>
                  </a:cubicBezTo>
                  <a:cubicBezTo>
                    <a:pt x="11997" y="4283"/>
                    <a:pt x="11997" y="6424"/>
                    <a:pt x="11223" y="6424"/>
                  </a:cubicBezTo>
                  <a:cubicBezTo>
                    <a:pt x="10397" y="6424"/>
                    <a:pt x="10397" y="6424"/>
                    <a:pt x="9597" y="6424"/>
                  </a:cubicBezTo>
                  <a:cubicBezTo>
                    <a:pt x="9597" y="6424"/>
                    <a:pt x="8798" y="6424"/>
                    <a:pt x="8798" y="8566"/>
                  </a:cubicBezTo>
                  <a:lnTo>
                    <a:pt x="8798" y="8566"/>
                  </a:lnTo>
                  <a:cubicBezTo>
                    <a:pt x="8798" y="8566"/>
                    <a:pt x="8798" y="8566"/>
                    <a:pt x="8024" y="8566"/>
                  </a:cubicBezTo>
                  <a:cubicBezTo>
                    <a:pt x="8024" y="8566"/>
                    <a:pt x="8024" y="8566"/>
                    <a:pt x="7198" y="8566"/>
                  </a:cubicBezTo>
                  <a:lnTo>
                    <a:pt x="6398" y="6424"/>
                  </a:lnTo>
                  <a:cubicBezTo>
                    <a:pt x="5624" y="6424"/>
                    <a:pt x="4824" y="6424"/>
                    <a:pt x="3199" y="6424"/>
                  </a:cubicBezTo>
                  <a:lnTo>
                    <a:pt x="3199" y="6424"/>
                  </a:lnTo>
                  <a:cubicBezTo>
                    <a:pt x="2425" y="6424"/>
                    <a:pt x="2425" y="6424"/>
                    <a:pt x="2425" y="4283"/>
                  </a:cubicBezTo>
                  <a:cubicBezTo>
                    <a:pt x="1625" y="4283"/>
                    <a:pt x="1625" y="4283"/>
                    <a:pt x="1625" y="4283"/>
                  </a:cubicBezTo>
                  <a:lnTo>
                    <a:pt x="799" y="4283"/>
                  </a:lnTo>
                  <a:cubicBezTo>
                    <a:pt x="0" y="4283"/>
                    <a:pt x="0" y="4283"/>
                    <a:pt x="0" y="4283"/>
                  </a:cubicBezTo>
                  <a:cubicBezTo>
                    <a:pt x="0" y="40690"/>
                    <a:pt x="0" y="40690"/>
                    <a:pt x="0" y="40690"/>
                  </a:cubicBezTo>
                  <a:lnTo>
                    <a:pt x="0" y="40690"/>
                  </a:lnTo>
                  <a:lnTo>
                    <a:pt x="0" y="40690"/>
                  </a:lnTo>
                  <a:lnTo>
                    <a:pt x="0" y="40690"/>
                  </a:lnTo>
                  <a:cubicBezTo>
                    <a:pt x="799" y="40690"/>
                    <a:pt x="799" y="40690"/>
                    <a:pt x="799" y="40690"/>
                  </a:cubicBezTo>
                  <a:lnTo>
                    <a:pt x="799" y="42832"/>
                  </a:lnTo>
                  <a:cubicBezTo>
                    <a:pt x="799" y="40690"/>
                    <a:pt x="799" y="40690"/>
                    <a:pt x="1625" y="40690"/>
                  </a:cubicBezTo>
                  <a:lnTo>
                    <a:pt x="1625" y="40690"/>
                  </a:lnTo>
                  <a:lnTo>
                    <a:pt x="1625" y="40690"/>
                  </a:lnTo>
                  <a:cubicBezTo>
                    <a:pt x="1625" y="40690"/>
                    <a:pt x="1625" y="40690"/>
                    <a:pt x="1625" y="42832"/>
                  </a:cubicBezTo>
                  <a:cubicBezTo>
                    <a:pt x="2425" y="42832"/>
                    <a:pt x="2425" y="42832"/>
                    <a:pt x="2425" y="44974"/>
                  </a:cubicBezTo>
                  <a:lnTo>
                    <a:pt x="2425" y="44974"/>
                  </a:lnTo>
                  <a:lnTo>
                    <a:pt x="2425" y="44974"/>
                  </a:lnTo>
                  <a:lnTo>
                    <a:pt x="2425" y="44974"/>
                  </a:lnTo>
                  <a:cubicBezTo>
                    <a:pt x="2425" y="44974"/>
                    <a:pt x="2425" y="44974"/>
                    <a:pt x="3199" y="47046"/>
                  </a:cubicBezTo>
                  <a:lnTo>
                    <a:pt x="3199" y="47046"/>
                  </a:lnTo>
                  <a:cubicBezTo>
                    <a:pt x="3999" y="47046"/>
                    <a:pt x="3999" y="49257"/>
                    <a:pt x="3999" y="49257"/>
                  </a:cubicBezTo>
                  <a:lnTo>
                    <a:pt x="4824" y="49257"/>
                  </a:lnTo>
                  <a:lnTo>
                    <a:pt x="5624" y="49257"/>
                  </a:lnTo>
                  <a:lnTo>
                    <a:pt x="6398" y="49257"/>
                  </a:lnTo>
                  <a:cubicBezTo>
                    <a:pt x="6398" y="51398"/>
                    <a:pt x="6398" y="51398"/>
                    <a:pt x="6398" y="51398"/>
                  </a:cubicBezTo>
                  <a:cubicBezTo>
                    <a:pt x="6398" y="49257"/>
                    <a:pt x="7198" y="49257"/>
                    <a:pt x="7198" y="49257"/>
                  </a:cubicBezTo>
                  <a:cubicBezTo>
                    <a:pt x="7198" y="49257"/>
                    <a:pt x="7198" y="49257"/>
                    <a:pt x="8024" y="49257"/>
                  </a:cubicBezTo>
                  <a:lnTo>
                    <a:pt x="8024" y="49257"/>
                  </a:lnTo>
                  <a:cubicBezTo>
                    <a:pt x="8798" y="51398"/>
                    <a:pt x="10397" y="53540"/>
                    <a:pt x="10397" y="53540"/>
                  </a:cubicBezTo>
                  <a:lnTo>
                    <a:pt x="10397" y="53540"/>
                  </a:lnTo>
                  <a:lnTo>
                    <a:pt x="10397" y="55613"/>
                  </a:lnTo>
                  <a:lnTo>
                    <a:pt x="10397" y="55613"/>
                  </a:lnTo>
                  <a:cubicBezTo>
                    <a:pt x="11223" y="57823"/>
                    <a:pt x="11223" y="57823"/>
                    <a:pt x="11223" y="57823"/>
                  </a:cubicBezTo>
                  <a:lnTo>
                    <a:pt x="11223" y="59965"/>
                  </a:lnTo>
                  <a:cubicBezTo>
                    <a:pt x="11997" y="62107"/>
                    <a:pt x="11997" y="62107"/>
                    <a:pt x="11997" y="62107"/>
                  </a:cubicBezTo>
                  <a:cubicBezTo>
                    <a:pt x="11997" y="62107"/>
                    <a:pt x="12797" y="62107"/>
                    <a:pt x="12797" y="59965"/>
                  </a:cubicBezTo>
                  <a:cubicBezTo>
                    <a:pt x="13597" y="59965"/>
                    <a:pt x="13597" y="59965"/>
                    <a:pt x="13597" y="59965"/>
                  </a:cubicBezTo>
                  <a:cubicBezTo>
                    <a:pt x="13597" y="62107"/>
                    <a:pt x="13597" y="62107"/>
                    <a:pt x="13597" y="62107"/>
                  </a:cubicBezTo>
                  <a:lnTo>
                    <a:pt x="13597" y="62107"/>
                  </a:lnTo>
                  <a:lnTo>
                    <a:pt x="13597" y="62107"/>
                  </a:lnTo>
                  <a:cubicBezTo>
                    <a:pt x="13597" y="62107"/>
                    <a:pt x="13597" y="64179"/>
                    <a:pt x="14422" y="64179"/>
                  </a:cubicBezTo>
                  <a:cubicBezTo>
                    <a:pt x="14422" y="64179"/>
                    <a:pt x="14422" y="64179"/>
                    <a:pt x="14422" y="66321"/>
                  </a:cubicBezTo>
                  <a:lnTo>
                    <a:pt x="14422" y="66321"/>
                  </a:lnTo>
                  <a:lnTo>
                    <a:pt x="14422" y="68531"/>
                  </a:lnTo>
                  <a:cubicBezTo>
                    <a:pt x="14422" y="68531"/>
                    <a:pt x="15196" y="70673"/>
                    <a:pt x="14422" y="70673"/>
                  </a:cubicBezTo>
                  <a:lnTo>
                    <a:pt x="14422" y="72746"/>
                  </a:lnTo>
                  <a:cubicBezTo>
                    <a:pt x="15196" y="70673"/>
                    <a:pt x="15196" y="70673"/>
                    <a:pt x="15196" y="70673"/>
                  </a:cubicBezTo>
                  <a:cubicBezTo>
                    <a:pt x="15196" y="70673"/>
                    <a:pt x="15996" y="70673"/>
                    <a:pt x="15996" y="72746"/>
                  </a:cubicBezTo>
                  <a:lnTo>
                    <a:pt x="15996" y="72746"/>
                  </a:lnTo>
                  <a:cubicBezTo>
                    <a:pt x="16796" y="72746"/>
                    <a:pt x="16796" y="72746"/>
                    <a:pt x="16796" y="72746"/>
                  </a:cubicBezTo>
                  <a:cubicBezTo>
                    <a:pt x="16796" y="74956"/>
                    <a:pt x="16796" y="74956"/>
                    <a:pt x="16796" y="77098"/>
                  </a:cubicBezTo>
                  <a:lnTo>
                    <a:pt x="16796" y="77098"/>
                  </a:lnTo>
                  <a:lnTo>
                    <a:pt x="16796" y="77098"/>
                  </a:lnTo>
                  <a:lnTo>
                    <a:pt x="17622" y="77098"/>
                  </a:lnTo>
                  <a:cubicBezTo>
                    <a:pt x="18396" y="77098"/>
                    <a:pt x="18396" y="77098"/>
                    <a:pt x="18396" y="77098"/>
                  </a:cubicBezTo>
                  <a:cubicBezTo>
                    <a:pt x="19195" y="81312"/>
                    <a:pt x="19195" y="81312"/>
                    <a:pt x="19195" y="81312"/>
                  </a:cubicBezTo>
                  <a:lnTo>
                    <a:pt x="18396" y="81312"/>
                  </a:lnTo>
                  <a:cubicBezTo>
                    <a:pt x="18396" y="81312"/>
                    <a:pt x="18396" y="81312"/>
                    <a:pt x="18396" y="83523"/>
                  </a:cubicBezTo>
                  <a:lnTo>
                    <a:pt x="18396" y="83523"/>
                  </a:lnTo>
                  <a:cubicBezTo>
                    <a:pt x="19195" y="83523"/>
                    <a:pt x="19195" y="83523"/>
                    <a:pt x="19195" y="83523"/>
                  </a:cubicBezTo>
                  <a:cubicBezTo>
                    <a:pt x="19995" y="83523"/>
                    <a:pt x="19995" y="83523"/>
                    <a:pt x="19995" y="85664"/>
                  </a:cubicBezTo>
                  <a:cubicBezTo>
                    <a:pt x="20821" y="85664"/>
                    <a:pt x="20821" y="85664"/>
                    <a:pt x="21595" y="85664"/>
                  </a:cubicBezTo>
                  <a:lnTo>
                    <a:pt x="21595" y="85664"/>
                  </a:lnTo>
                  <a:cubicBezTo>
                    <a:pt x="21595" y="83523"/>
                    <a:pt x="22395" y="83523"/>
                    <a:pt x="22395" y="83523"/>
                  </a:cubicBezTo>
                  <a:lnTo>
                    <a:pt x="22395" y="83523"/>
                  </a:lnTo>
                  <a:cubicBezTo>
                    <a:pt x="23195" y="83523"/>
                    <a:pt x="23195" y="85664"/>
                    <a:pt x="23195" y="85664"/>
                  </a:cubicBezTo>
                  <a:cubicBezTo>
                    <a:pt x="23195" y="87806"/>
                    <a:pt x="24020" y="87806"/>
                    <a:pt x="24020" y="89879"/>
                  </a:cubicBezTo>
                  <a:lnTo>
                    <a:pt x="24020" y="89879"/>
                  </a:lnTo>
                  <a:lnTo>
                    <a:pt x="24020" y="89879"/>
                  </a:lnTo>
                  <a:cubicBezTo>
                    <a:pt x="24020" y="89879"/>
                    <a:pt x="24020" y="89879"/>
                    <a:pt x="24794" y="89879"/>
                  </a:cubicBezTo>
                  <a:lnTo>
                    <a:pt x="25594" y="89879"/>
                  </a:lnTo>
                  <a:cubicBezTo>
                    <a:pt x="25594" y="92089"/>
                    <a:pt x="25594" y="92089"/>
                    <a:pt x="25594" y="92089"/>
                  </a:cubicBezTo>
                  <a:cubicBezTo>
                    <a:pt x="63986" y="92089"/>
                    <a:pt x="63986" y="92089"/>
                    <a:pt x="63986" y="92089"/>
                  </a:cubicBezTo>
                  <a:cubicBezTo>
                    <a:pt x="63986" y="89879"/>
                    <a:pt x="64786" y="89879"/>
                    <a:pt x="64786" y="89879"/>
                  </a:cubicBezTo>
                  <a:lnTo>
                    <a:pt x="64786" y="89879"/>
                  </a:lnTo>
                  <a:lnTo>
                    <a:pt x="64786" y="89879"/>
                  </a:lnTo>
                  <a:lnTo>
                    <a:pt x="64786" y="89879"/>
                  </a:lnTo>
                  <a:lnTo>
                    <a:pt x="64786" y="89879"/>
                  </a:lnTo>
                  <a:cubicBezTo>
                    <a:pt x="65585" y="89879"/>
                    <a:pt x="65585" y="92089"/>
                    <a:pt x="65585" y="92089"/>
                  </a:cubicBezTo>
                  <a:lnTo>
                    <a:pt x="65585" y="92089"/>
                  </a:lnTo>
                  <a:lnTo>
                    <a:pt x="65585" y="92089"/>
                  </a:lnTo>
                  <a:cubicBezTo>
                    <a:pt x="65585" y="94231"/>
                    <a:pt x="66385" y="94231"/>
                    <a:pt x="66385" y="94231"/>
                  </a:cubicBezTo>
                  <a:lnTo>
                    <a:pt x="66385" y="94231"/>
                  </a:lnTo>
                  <a:cubicBezTo>
                    <a:pt x="66385" y="94231"/>
                    <a:pt x="66385" y="94231"/>
                    <a:pt x="67185" y="94231"/>
                  </a:cubicBezTo>
                  <a:lnTo>
                    <a:pt x="67185" y="94231"/>
                  </a:lnTo>
                  <a:lnTo>
                    <a:pt x="67185" y="94231"/>
                  </a:lnTo>
                  <a:cubicBezTo>
                    <a:pt x="67985" y="94231"/>
                    <a:pt x="67985" y="94231"/>
                    <a:pt x="67985" y="94231"/>
                  </a:cubicBezTo>
                  <a:cubicBezTo>
                    <a:pt x="68785" y="94231"/>
                    <a:pt x="69585" y="94231"/>
                    <a:pt x="69585" y="96373"/>
                  </a:cubicBezTo>
                  <a:lnTo>
                    <a:pt x="69585" y="96373"/>
                  </a:lnTo>
                  <a:cubicBezTo>
                    <a:pt x="70384" y="94231"/>
                    <a:pt x="70384" y="94231"/>
                    <a:pt x="70384" y="94231"/>
                  </a:cubicBezTo>
                  <a:lnTo>
                    <a:pt x="70384" y="94231"/>
                  </a:lnTo>
                  <a:lnTo>
                    <a:pt x="70384" y="94231"/>
                  </a:lnTo>
                  <a:cubicBezTo>
                    <a:pt x="71184" y="94231"/>
                    <a:pt x="71184" y="94231"/>
                    <a:pt x="71184" y="94231"/>
                  </a:cubicBezTo>
                  <a:lnTo>
                    <a:pt x="71184" y="94231"/>
                  </a:lnTo>
                  <a:cubicBezTo>
                    <a:pt x="71984" y="94231"/>
                    <a:pt x="71984" y="94231"/>
                    <a:pt x="71984" y="94231"/>
                  </a:cubicBezTo>
                  <a:lnTo>
                    <a:pt x="71984" y="94231"/>
                  </a:lnTo>
                  <a:cubicBezTo>
                    <a:pt x="71984" y="94231"/>
                    <a:pt x="71984" y="94231"/>
                    <a:pt x="71984" y="96373"/>
                  </a:cubicBezTo>
                  <a:lnTo>
                    <a:pt x="71984" y="96373"/>
                  </a:lnTo>
                  <a:lnTo>
                    <a:pt x="71984" y="96373"/>
                  </a:lnTo>
                  <a:cubicBezTo>
                    <a:pt x="71984" y="96373"/>
                    <a:pt x="71984" y="96373"/>
                    <a:pt x="72784" y="96373"/>
                  </a:cubicBezTo>
                  <a:lnTo>
                    <a:pt x="72784" y="96373"/>
                  </a:lnTo>
                  <a:cubicBezTo>
                    <a:pt x="73584" y="96373"/>
                    <a:pt x="73584" y="96373"/>
                    <a:pt x="73584" y="96373"/>
                  </a:cubicBezTo>
                  <a:lnTo>
                    <a:pt x="73584" y="94231"/>
                  </a:lnTo>
                  <a:cubicBezTo>
                    <a:pt x="74384" y="92089"/>
                    <a:pt x="75183" y="92089"/>
                    <a:pt x="75983" y="89879"/>
                  </a:cubicBezTo>
                  <a:cubicBezTo>
                    <a:pt x="75983" y="89879"/>
                    <a:pt x="75983" y="89879"/>
                    <a:pt x="76783" y="89879"/>
                  </a:cubicBezTo>
                  <a:lnTo>
                    <a:pt x="77583" y="89879"/>
                  </a:lnTo>
                  <a:cubicBezTo>
                    <a:pt x="77583" y="89879"/>
                    <a:pt x="77583" y="92089"/>
                    <a:pt x="78383" y="92089"/>
                  </a:cubicBezTo>
                  <a:cubicBezTo>
                    <a:pt x="79182" y="92089"/>
                    <a:pt x="79182" y="94231"/>
                    <a:pt x="79982" y="96373"/>
                  </a:cubicBezTo>
                  <a:cubicBezTo>
                    <a:pt x="79982" y="98445"/>
                    <a:pt x="79982" y="98445"/>
                    <a:pt x="79982" y="100656"/>
                  </a:cubicBezTo>
                  <a:cubicBezTo>
                    <a:pt x="80782" y="102797"/>
                    <a:pt x="80782" y="102797"/>
                    <a:pt x="81582" y="102797"/>
                  </a:cubicBezTo>
                  <a:lnTo>
                    <a:pt x="82382" y="102797"/>
                  </a:lnTo>
                  <a:lnTo>
                    <a:pt x="82382" y="102797"/>
                  </a:lnTo>
                  <a:lnTo>
                    <a:pt x="83182" y="102797"/>
                  </a:lnTo>
                  <a:lnTo>
                    <a:pt x="83182" y="102797"/>
                  </a:lnTo>
                  <a:lnTo>
                    <a:pt x="83981" y="102797"/>
                  </a:lnTo>
                  <a:cubicBezTo>
                    <a:pt x="84781" y="104939"/>
                    <a:pt x="84781" y="104939"/>
                    <a:pt x="84781" y="107012"/>
                  </a:cubicBezTo>
                  <a:cubicBezTo>
                    <a:pt x="83981" y="107012"/>
                    <a:pt x="83981" y="109222"/>
                    <a:pt x="83981" y="109222"/>
                  </a:cubicBezTo>
                  <a:cubicBezTo>
                    <a:pt x="83981" y="109222"/>
                    <a:pt x="83981" y="109222"/>
                    <a:pt x="83981" y="111364"/>
                  </a:cubicBezTo>
                  <a:cubicBezTo>
                    <a:pt x="83182" y="111364"/>
                    <a:pt x="83182" y="111364"/>
                    <a:pt x="83981" y="111364"/>
                  </a:cubicBezTo>
                  <a:cubicBezTo>
                    <a:pt x="83981" y="113506"/>
                    <a:pt x="83981" y="113506"/>
                    <a:pt x="83981" y="113506"/>
                  </a:cubicBezTo>
                  <a:cubicBezTo>
                    <a:pt x="83981" y="115578"/>
                    <a:pt x="83981" y="117789"/>
                    <a:pt x="83182" y="117789"/>
                  </a:cubicBezTo>
                  <a:cubicBezTo>
                    <a:pt x="83182" y="119930"/>
                    <a:pt x="83182" y="119930"/>
                    <a:pt x="83182" y="119930"/>
                  </a:cubicBezTo>
                  <a:lnTo>
                    <a:pt x="83182" y="119930"/>
                  </a:lnTo>
                  <a:lnTo>
                    <a:pt x="83981" y="119930"/>
                  </a:lnTo>
                  <a:lnTo>
                    <a:pt x="83981" y="119930"/>
                  </a:lnTo>
                  <a:cubicBezTo>
                    <a:pt x="84781" y="117789"/>
                    <a:pt x="84781" y="117789"/>
                    <a:pt x="85581" y="117789"/>
                  </a:cubicBezTo>
                  <a:lnTo>
                    <a:pt x="85581" y="117789"/>
                  </a:lnTo>
                  <a:cubicBezTo>
                    <a:pt x="85581" y="117789"/>
                    <a:pt x="85581" y="117789"/>
                    <a:pt x="86381" y="117789"/>
                  </a:cubicBezTo>
                  <a:lnTo>
                    <a:pt x="86381" y="117789"/>
                  </a:lnTo>
                  <a:lnTo>
                    <a:pt x="87181" y="117789"/>
                  </a:lnTo>
                  <a:lnTo>
                    <a:pt x="87181" y="117789"/>
                  </a:lnTo>
                  <a:cubicBezTo>
                    <a:pt x="87181" y="115578"/>
                    <a:pt x="87181" y="115578"/>
                    <a:pt x="87181" y="113506"/>
                  </a:cubicBezTo>
                  <a:cubicBezTo>
                    <a:pt x="87955" y="113506"/>
                    <a:pt x="88780" y="113506"/>
                    <a:pt x="89580" y="113506"/>
                  </a:cubicBezTo>
                  <a:cubicBezTo>
                    <a:pt x="90380" y="113506"/>
                    <a:pt x="90380" y="113506"/>
                    <a:pt x="91180" y="113506"/>
                  </a:cubicBezTo>
                  <a:cubicBezTo>
                    <a:pt x="93554" y="109222"/>
                    <a:pt x="93554" y="109222"/>
                    <a:pt x="93554" y="109222"/>
                  </a:cubicBezTo>
                  <a:lnTo>
                    <a:pt x="93554" y="109222"/>
                  </a:lnTo>
                  <a:cubicBezTo>
                    <a:pt x="93554" y="109222"/>
                    <a:pt x="96753" y="109222"/>
                    <a:pt x="97579" y="109222"/>
                  </a:cubicBezTo>
                  <a:lnTo>
                    <a:pt x="97579" y="109222"/>
                  </a:lnTo>
                  <a:lnTo>
                    <a:pt x="97579" y="109222"/>
                  </a:lnTo>
                  <a:cubicBezTo>
                    <a:pt x="98378" y="109222"/>
                    <a:pt x="98378" y="109222"/>
                    <a:pt x="98378" y="109222"/>
                  </a:cubicBezTo>
                  <a:lnTo>
                    <a:pt x="98378" y="109222"/>
                  </a:lnTo>
                  <a:cubicBezTo>
                    <a:pt x="98378" y="107012"/>
                    <a:pt x="98378" y="107012"/>
                    <a:pt x="98378" y="107012"/>
                  </a:cubicBezTo>
                  <a:lnTo>
                    <a:pt x="98378" y="107012"/>
                  </a:lnTo>
                  <a:cubicBezTo>
                    <a:pt x="99178" y="107012"/>
                    <a:pt x="99178" y="107012"/>
                    <a:pt x="99178" y="107012"/>
                  </a:cubicBezTo>
                  <a:lnTo>
                    <a:pt x="99178" y="107012"/>
                  </a:lnTo>
                  <a:cubicBezTo>
                    <a:pt x="99178" y="107012"/>
                    <a:pt x="99952" y="107012"/>
                    <a:pt x="99952" y="104939"/>
                  </a:cubicBezTo>
                  <a:lnTo>
                    <a:pt x="99952" y="104939"/>
                  </a:lnTo>
                  <a:lnTo>
                    <a:pt x="99952" y="102797"/>
                  </a:lnTo>
                  <a:cubicBezTo>
                    <a:pt x="99952" y="102797"/>
                    <a:pt x="99952" y="100656"/>
                    <a:pt x="100778" y="100656"/>
                  </a:cubicBezTo>
                  <a:lnTo>
                    <a:pt x="100778" y="100656"/>
                  </a:lnTo>
                  <a:cubicBezTo>
                    <a:pt x="98378" y="102797"/>
                    <a:pt x="98378" y="102797"/>
                    <a:pt x="98378" y="102797"/>
                  </a:cubicBezTo>
                  <a:cubicBezTo>
                    <a:pt x="100778" y="96373"/>
                    <a:pt x="100778" y="96373"/>
                    <a:pt x="100778" y="96373"/>
                  </a:cubicBezTo>
                  <a:cubicBezTo>
                    <a:pt x="102377" y="92089"/>
                    <a:pt x="102377" y="92089"/>
                    <a:pt x="102377" y="92089"/>
                  </a:cubicBezTo>
                  <a:cubicBezTo>
                    <a:pt x="103152" y="89879"/>
                    <a:pt x="103152" y="89879"/>
                    <a:pt x="103152" y="89879"/>
                  </a:cubicBezTo>
                  <a:lnTo>
                    <a:pt x="103977" y="89879"/>
                  </a:lnTo>
                  <a:cubicBezTo>
                    <a:pt x="103977" y="89879"/>
                    <a:pt x="103977" y="89879"/>
                    <a:pt x="104777" y="87806"/>
                  </a:cubicBezTo>
                  <a:lnTo>
                    <a:pt x="104777" y="87806"/>
                  </a:lnTo>
                  <a:cubicBezTo>
                    <a:pt x="104777" y="85664"/>
                    <a:pt x="106351" y="85664"/>
                    <a:pt x="106351" y="85664"/>
                  </a:cubicBezTo>
                  <a:lnTo>
                    <a:pt x="106351" y="85664"/>
                  </a:lnTo>
                  <a:cubicBezTo>
                    <a:pt x="106351" y="85664"/>
                    <a:pt x="106351" y="85664"/>
                    <a:pt x="107176" y="85664"/>
                  </a:cubicBezTo>
                  <a:cubicBezTo>
                    <a:pt x="107176" y="85664"/>
                    <a:pt x="107976" y="85664"/>
                    <a:pt x="108776" y="85664"/>
                  </a:cubicBezTo>
                  <a:lnTo>
                    <a:pt x="108776" y="85664"/>
                  </a:lnTo>
                  <a:lnTo>
                    <a:pt x="108776" y="85664"/>
                  </a:lnTo>
                  <a:cubicBezTo>
                    <a:pt x="109550" y="85664"/>
                    <a:pt x="109550" y="85664"/>
                    <a:pt x="109550" y="85664"/>
                  </a:cubicBezTo>
                  <a:lnTo>
                    <a:pt x="110376" y="85664"/>
                  </a:lnTo>
                  <a:cubicBezTo>
                    <a:pt x="111176" y="85664"/>
                    <a:pt x="111975" y="85664"/>
                    <a:pt x="112749" y="85664"/>
                  </a:cubicBezTo>
                  <a:lnTo>
                    <a:pt x="113575" y="85664"/>
                  </a:lnTo>
                  <a:cubicBezTo>
                    <a:pt x="114375" y="85664"/>
                    <a:pt x="115175" y="85664"/>
                    <a:pt x="115175" y="85664"/>
                  </a:cubicBezTo>
                  <a:cubicBezTo>
                    <a:pt x="115949" y="85664"/>
                    <a:pt x="115949" y="83523"/>
                    <a:pt x="115949" y="83523"/>
                  </a:cubicBezTo>
                  <a:cubicBezTo>
                    <a:pt x="116774" y="81312"/>
                    <a:pt x="116774" y="81312"/>
                    <a:pt x="116774" y="81312"/>
                  </a:cubicBezTo>
                  <a:cubicBezTo>
                    <a:pt x="116774" y="81312"/>
                    <a:pt x="116774" y="81312"/>
                    <a:pt x="118374" y="81312"/>
                  </a:cubicBezTo>
                  <a:lnTo>
                    <a:pt x="119148" y="81312"/>
                  </a:lnTo>
                  <a:cubicBezTo>
                    <a:pt x="119148" y="81312"/>
                    <a:pt x="119974" y="79240"/>
                    <a:pt x="119974" y="77098"/>
                  </a:cubicBezTo>
                  <a:cubicBezTo>
                    <a:pt x="119974" y="77098"/>
                    <a:pt x="119974" y="77098"/>
                    <a:pt x="119974" y="74956"/>
                  </a:cubicBezTo>
                  <a:lnTo>
                    <a:pt x="119148" y="74956"/>
                  </a:lnTo>
                  <a:lnTo>
                    <a:pt x="119148" y="74956"/>
                  </a:lnTo>
                  <a:cubicBezTo>
                    <a:pt x="118374" y="77098"/>
                    <a:pt x="118374" y="77098"/>
                    <a:pt x="118374" y="77098"/>
                  </a:cubicBezTo>
                  <a:cubicBezTo>
                    <a:pt x="118374" y="72746"/>
                    <a:pt x="118374" y="72746"/>
                    <a:pt x="118374" y="72746"/>
                  </a:cubicBezTo>
                  <a:lnTo>
                    <a:pt x="118374" y="72746"/>
                  </a:lnTo>
                  <a:cubicBezTo>
                    <a:pt x="117574" y="72746"/>
                    <a:pt x="117574" y="72746"/>
                    <a:pt x="117574" y="72746"/>
                  </a:cubicBezTo>
                  <a:lnTo>
                    <a:pt x="117574" y="72746"/>
                  </a:lnTo>
                  <a:cubicBezTo>
                    <a:pt x="117574" y="72746"/>
                    <a:pt x="116774" y="72746"/>
                    <a:pt x="115949" y="74956"/>
                  </a:cubicBezTo>
                  <a:lnTo>
                    <a:pt x="115175" y="74956"/>
                  </a:lnTo>
                  <a:cubicBezTo>
                    <a:pt x="115175" y="77098"/>
                    <a:pt x="114375" y="77098"/>
                    <a:pt x="114375" y="77098"/>
                  </a:cubicBezTo>
                  <a:cubicBezTo>
                    <a:pt x="114375" y="77098"/>
                    <a:pt x="113575" y="77098"/>
                    <a:pt x="113575" y="74956"/>
                  </a:cubicBezTo>
                  <a:cubicBezTo>
                    <a:pt x="113575" y="72746"/>
                    <a:pt x="113575" y="70673"/>
                    <a:pt x="114375" y="70673"/>
                  </a:cubicBezTo>
                  <a:cubicBezTo>
                    <a:pt x="114375" y="70673"/>
                    <a:pt x="115175" y="68531"/>
                    <a:pt x="115949" y="68531"/>
                  </a:cubicBezTo>
                  <a:lnTo>
                    <a:pt x="115175" y="68531"/>
                  </a:lnTo>
                  <a:lnTo>
                    <a:pt x="115175" y="68531"/>
                  </a:lnTo>
                  <a:lnTo>
                    <a:pt x="115175" y="68531"/>
                  </a:lnTo>
                  <a:cubicBezTo>
                    <a:pt x="114375" y="68531"/>
                    <a:pt x="114375" y="68531"/>
                    <a:pt x="114375" y="68531"/>
                  </a:cubicBezTo>
                  <a:lnTo>
                    <a:pt x="114375" y="68531"/>
                  </a:lnTo>
                  <a:lnTo>
                    <a:pt x="114375" y="68531"/>
                  </a:lnTo>
                  <a:cubicBezTo>
                    <a:pt x="113575" y="68531"/>
                    <a:pt x="113575" y="68531"/>
                    <a:pt x="113575" y="66321"/>
                  </a:cubicBezTo>
                  <a:cubicBezTo>
                    <a:pt x="112749" y="66321"/>
                    <a:pt x="112749" y="66321"/>
                    <a:pt x="112749" y="66321"/>
                  </a:cubicBezTo>
                  <a:lnTo>
                    <a:pt x="112749" y="66321"/>
                  </a:lnTo>
                  <a:lnTo>
                    <a:pt x="112749" y="64179"/>
                  </a:lnTo>
                  <a:cubicBezTo>
                    <a:pt x="111176" y="64179"/>
                    <a:pt x="111176" y="64179"/>
                    <a:pt x="111176" y="64179"/>
                  </a:cubicBezTo>
                  <a:cubicBezTo>
                    <a:pt x="111975" y="62107"/>
                    <a:pt x="111975" y="62107"/>
                    <a:pt x="111975" y="62107"/>
                  </a:cubicBezTo>
                  <a:lnTo>
                    <a:pt x="111975" y="59965"/>
                  </a:lnTo>
                  <a:cubicBezTo>
                    <a:pt x="111176" y="57823"/>
                    <a:pt x="111176" y="57823"/>
                    <a:pt x="111176" y="57823"/>
                  </a:cubicBezTo>
                  <a:lnTo>
                    <a:pt x="111975" y="57823"/>
                  </a:lnTo>
                  <a:lnTo>
                    <a:pt x="111975" y="57823"/>
                  </a:lnTo>
                  <a:cubicBezTo>
                    <a:pt x="111176" y="55613"/>
                    <a:pt x="111176" y="55613"/>
                    <a:pt x="111176" y="55613"/>
                  </a:cubicBezTo>
                  <a:cubicBezTo>
                    <a:pt x="111176" y="55613"/>
                    <a:pt x="111176" y="55613"/>
                    <a:pt x="111176" y="53540"/>
                  </a:cubicBezTo>
                  <a:lnTo>
                    <a:pt x="110376" y="55613"/>
                  </a:lnTo>
                  <a:cubicBezTo>
                    <a:pt x="107976" y="57823"/>
                    <a:pt x="107976" y="57823"/>
                    <a:pt x="107976" y="57823"/>
                  </a:cubicBezTo>
                  <a:cubicBezTo>
                    <a:pt x="109550" y="53540"/>
                    <a:pt x="109550" y="53540"/>
                    <a:pt x="109550" y="53540"/>
                  </a:cubicBezTo>
                  <a:cubicBezTo>
                    <a:pt x="108776" y="53540"/>
                    <a:pt x="108776" y="53540"/>
                    <a:pt x="108776" y="53540"/>
                  </a:cubicBezTo>
                  <a:cubicBezTo>
                    <a:pt x="109550" y="51398"/>
                    <a:pt x="109550" y="51398"/>
                    <a:pt x="109550" y="51398"/>
                  </a:cubicBezTo>
                  <a:cubicBezTo>
                    <a:pt x="108776" y="51398"/>
                    <a:pt x="108776" y="51398"/>
                    <a:pt x="108776" y="51398"/>
                  </a:cubicBezTo>
                  <a:cubicBezTo>
                    <a:pt x="108776" y="49257"/>
                    <a:pt x="108776" y="49257"/>
                    <a:pt x="108776" y="49257"/>
                  </a:cubicBezTo>
                  <a:lnTo>
                    <a:pt x="108776" y="49257"/>
                  </a:lnTo>
                  <a:cubicBezTo>
                    <a:pt x="108776" y="47046"/>
                    <a:pt x="108776" y="47046"/>
                    <a:pt x="108776" y="47046"/>
                  </a:cubicBezTo>
                  <a:cubicBezTo>
                    <a:pt x="107976" y="47046"/>
                    <a:pt x="107976" y="47046"/>
                    <a:pt x="107976" y="44974"/>
                  </a:cubicBezTo>
                  <a:lnTo>
                    <a:pt x="107976" y="44974"/>
                  </a:lnTo>
                  <a:lnTo>
                    <a:pt x="107976" y="44974"/>
                  </a:lnTo>
                  <a:cubicBezTo>
                    <a:pt x="107976" y="47046"/>
                    <a:pt x="107976" y="49257"/>
                    <a:pt x="107976" y="49257"/>
                  </a:cubicBezTo>
                  <a:cubicBezTo>
                    <a:pt x="107976" y="49257"/>
                    <a:pt x="107976" y="51398"/>
                    <a:pt x="107176" y="51398"/>
                  </a:cubicBezTo>
                  <a:lnTo>
                    <a:pt x="107176" y="51398"/>
                  </a:lnTo>
                  <a:lnTo>
                    <a:pt x="107176" y="51398"/>
                  </a:lnTo>
                  <a:lnTo>
                    <a:pt x="107176" y="51398"/>
                  </a:lnTo>
                  <a:cubicBezTo>
                    <a:pt x="106351" y="55613"/>
                    <a:pt x="106351" y="55613"/>
                    <a:pt x="106351" y="55613"/>
                  </a:cubicBezTo>
                  <a:cubicBezTo>
                    <a:pt x="105577" y="53540"/>
                    <a:pt x="105577" y="53540"/>
                    <a:pt x="105577" y="53540"/>
                  </a:cubicBezTo>
                  <a:lnTo>
                    <a:pt x="105577" y="51398"/>
                  </a:lnTo>
                  <a:lnTo>
                    <a:pt x="104777" y="51398"/>
                  </a:lnTo>
                  <a:cubicBezTo>
                    <a:pt x="104777" y="53540"/>
                    <a:pt x="104777" y="53540"/>
                    <a:pt x="104777" y="53540"/>
                  </a:cubicBezTo>
                  <a:lnTo>
                    <a:pt x="104777" y="53540"/>
                  </a:lnTo>
                  <a:cubicBezTo>
                    <a:pt x="103977" y="57823"/>
                    <a:pt x="103977" y="57823"/>
                    <a:pt x="103977" y="57823"/>
                  </a:cubicBezTo>
                  <a:cubicBezTo>
                    <a:pt x="103152" y="53540"/>
                    <a:pt x="103152" y="53540"/>
                    <a:pt x="103152" y="53540"/>
                  </a:cubicBezTo>
                  <a:cubicBezTo>
                    <a:pt x="103152" y="55613"/>
                    <a:pt x="102377" y="55613"/>
                    <a:pt x="102377" y="55613"/>
                  </a:cubicBezTo>
                  <a:lnTo>
                    <a:pt x="101578" y="55613"/>
                  </a:lnTo>
                  <a:cubicBezTo>
                    <a:pt x="99952" y="53540"/>
                    <a:pt x="99952" y="53540"/>
                    <a:pt x="99952" y="53540"/>
                  </a:cubicBezTo>
                  <a:cubicBezTo>
                    <a:pt x="101578" y="51398"/>
                    <a:pt x="101578" y="51398"/>
                    <a:pt x="101578" y="51398"/>
                  </a:cubicBezTo>
                  <a:lnTo>
                    <a:pt x="101578" y="51398"/>
                  </a:lnTo>
                  <a:lnTo>
                    <a:pt x="100778" y="49257"/>
                  </a:lnTo>
                  <a:cubicBezTo>
                    <a:pt x="99952" y="49257"/>
                    <a:pt x="99952" y="49257"/>
                    <a:pt x="99952" y="49257"/>
                  </a:cubicBezTo>
                  <a:cubicBezTo>
                    <a:pt x="99952" y="47046"/>
                    <a:pt x="99952" y="47046"/>
                    <a:pt x="99952" y="47046"/>
                  </a:cubicBezTo>
                  <a:lnTo>
                    <a:pt x="99952" y="47046"/>
                  </a:lnTo>
                  <a:cubicBezTo>
                    <a:pt x="99952" y="47046"/>
                    <a:pt x="99952" y="47046"/>
                    <a:pt x="99178" y="47046"/>
                  </a:cubicBezTo>
                  <a:cubicBezTo>
                    <a:pt x="99178" y="42832"/>
                    <a:pt x="99178" y="42832"/>
                    <a:pt x="99178" y="42832"/>
                  </a:cubicBezTo>
                  <a:cubicBezTo>
                    <a:pt x="99178" y="42832"/>
                    <a:pt x="99952" y="42832"/>
                    <a:pt x="100778" y="42832"/>
                  </a:cubicBezTo>
                  <a:lnTo>
                    <a:pt x="100778" y="42832"/>
                  </a:lnTo>
                  <a:cubicBezTo>
                    <a:pt x="100778" y="42832"/>
                    <a:pt x="100778" y="42832"/>
                    <a:pt x="99952" y="42832"/>
                  </a:cubicBezTo>
                  <a:cubicBezTo>
                    <a:pt x="99952" y="40690"/>
                    <a:pt x="99952" y="40690"/>
                    <a:pt x="99178" y="40690"/>
                  </a:cubicBezTo>
                  <a:lnTo>
                    <a:pt x="99178" y="40690"/>
                  </a:lnTo>
                  <a:cubicBezTo>
                    <a:pt x="98378" y="40690"/>
                    <a:pt x="98378" y="40690"/>
                    <a:pt x="98378" y="40690"/>
                  </a:cubicBezTo>
                  <a:cubicBezTo>
                    <a:pt x="98378" y="40690"/>
                    <a:pt x="97579" y="40690"/>
                    <a:pt x="97579" y="38480"/>
                  </a:cubicBezTo>
                  <a:lnTo>
                    <a:pt x="97579" y="38480"/>
                  </a:lnTo>
                  <a:lnTo>
                    <a:pt x="97579" y="38480"/>
                  </a:lnTo>
                  <a:lnTo>
                    <a:pt x="96753" y="38480"/>
                  </a:lnTo>
                  <a:lnTo>
                    <a:pt x="95179" y="36407"/>
                  </a:lnTo>
                  <a:cubicBezTo>
                    <a:pt x="95179" y="36407"/>
                    <a:pt x="95179" y="36407"/>
                    <a:pt x="94379" y="36407"/>
                  </a:cubicBezTo>
                  <a:lnTo>
                    <a:pt x="94379" y="36407"/>
                  </a:lnTo>
                  <a:lnTo>
                    <a:pt x="93554" y="36407"/>
                  </a:lnTo>
                  <a:lnTo>
                    <a:pt x="92780" y="36407"/>
                  </a:lnTo>
                  <a:cubicBezTo>
                    <a:pt x="91980" y="36407"/>
                    <a:pt x="91980" y="36407"/>
                    <a:pt x="91980" y="36407"/>
                  </a:cubicBezTo>
                  <a:lnTo>
                    <a:pt x="91980" y="36407"/>
                  </a:lnTo>
                  <a:cubicBezTo>
                    <a:pt x="91980" y="36407"/>
                    <a:pt x="91980" y="36407"/>
                    <a:pt x="91180" y="36407"/>
                  </a:cubicBezTo>
                  <a:lnTo>
                    <a:pt x="91180" y="36407"/>
                  </a:lnTo>
                  <a:lnTo>
                    <a:pt x="91180" y="36407"/>
                  </a:lnTo>
                  <a:lnTo>
                    <a:pt x="90380" y="36407"/>
                  </a:lnTo>
                  <a:lnTo>
                    <a:pt x="90380" y="36407"/>
                  </a:lnTo>
                  <a:cubicBezTo>
                    <a:pt x="90380" y="38480"/>
                    <a:pt x="90380" y="38480"/>
                    <a:pt x="90380" y="40690"/>
                  </a:cubicBezTo>
                  <a:lnTo>
                    <a:pt x="90380" y="40690"/>
                  </a:lnTo>
                  <a:lnTo>
                    <a:pt x="90380" y="42832"/>
                  </a:lnTo>
                  <a:lnTo>
                    <a:pt x="90380" y="44974"/>
                  </a:lnTo>
                  <a:cubicBezTo>
                    <a:pt x="90380" y="47046"/>
                    <a:pt x="90380" y="47046"/>
                    <a:pt x="89580" y="47046"/>
                  </a:cubicBezTo>
                  <a:cubicBezTo>
                    <a:pt x="89580" y="49257"/>
                    <a:pt x="89580" y="49257"/>
                    <a:pt x="89580" y="49257"/>
                  </a:cubicBezTo>
                  <a:cubicBezTo>
                    <a:pt x="88780" y="49257"/>
                    <a:pt x="88780" y="49257"/>
                    <a:pt x="88780" y="51398"/>
                  </a:cubicBezTo>
                  <a:lnTo>
                    <a:pt x="89580" y="51398"/>
                  </a:lnTo>
                  <a:lnTo>
                    <a:pt x="89580" y="51398"/>
                  </a:lnTo>
                  <a:cubicBezTo>
                    <a:pt x="90380" y="51398"/>
                    <a:pt x="91180" y="53540"/>
                    <a:pt x="91180" y="55613"/>
                  </a:cubicBezTo>
                  <a:cubicBezTo>
                    <a:pt x="91980" y="55613"/>
                    <a:pt x="91980" y="57823"/>
                    <a:pt x="91980" y="62107"/>
                  </a:cubicBezTo>
                  <a:cubicBezTo>
                    <a:pt x="91980" y="64179"/>
                    <a:pt x="91180" y="64179"/>
                    <a:pt x="91180" y="64179"/>
                  </a:cubicBezTo>
                  <a:cubicBezTo>
                    <a:pt x="91180" y="66321"/>
                    <a:pt x="91180" y="66321"/>
                    <a:pt x="90380" y="66321"/>
                  </a:cubicBezTo>
                  <a:lnTo>
                    <a:pt x="90380" y="66321"/>
                  </a:lnTo>
                  <a:cubicBezTo>
                    <a:pt x="89580" y="66321"/>
                    <a:pt x="88780" y="68531"/>
                    <a:pt x="88780" y="68531"/>
                  </a:cubicBezTo>
                  <a:lnTo>
                    <a:pt x="87955" y="68531"/>
                  </a:lnTo>
                  <a:cubicBezTo>
                    <a:pt x="87955" y="68531"/>
                    <a:pt x="87955" y="68531"/>
                    <a:pt x="87955" y="70673"/>
                  </a:cubicBezTo>
                  <a:lnTo>
                    <a:pt x="87955" y="70673"/>
                  </a:lnTo>
                  <a:cubicBezTo>
                    <a:pt x="87955" y="70673"/>
                    <a:pt x="88780" y="72746"/>
                    <a:pt x="88780" y="77098"/>
                  </a:cubicBezTo>
                  <a:cubicBezTo>
                    <a:pt x="89580" y="81312"/>
                    <a:pt x="89580" y="81312"/>
                    <a:pt x="89580" y="81312"/>
                  </a:cubicBezTo>
                  <a:cubicBezTo>
                    <a:pt x="88780" y="81312"/>
                    <a:pt x="88780" y="81312"/>
                    <a:pt x="88780" y="81312"/>
                  </a:cubicBezTo>
                  <a:cubicBezTo>
                    <a:pt x="88780" y="81312"/>
                    <a:pt x="88780" y="81312"/>
                    <a:pt x="87955" y="81312"/>
                  </a:cubicBezTo>
                  <a:lnTo>
                    <a:pt x="88780" y="83523"/>
                  </a:lnTo>
                  <a:cubicBezTo>
                    <a:pt x="88780" y="87806"/>
                    <a:pt x="88780" y="87806"/>
                    <a:pt x="88780" y="87806"/>
                  </a:cubicBezTo>
                  <a:cubicBezTo>
                    <a:pt x="87181" y="85664"/>
                    <a:pt x="87181" y="85664"/>
                    <a:pt x="87181" y="85664"/>
                  </a:cubicBezTo>
                  <a:lnTo>
                    <a:pt x="87181" y="85664"/>
                  </a:lnTo>
                  <a:cubicBezTo>
                    <a:pt x="87181" y="87806"/>
                    <a:pt x="87181" y="87806"/>
                    <a:pt x="87181" y="87806"/>
                  </a:cubicBezTo>
                  <a:cubicBezTo>
                    <a:pt x="86381" y="87806"/>
                    <a:pt x="86381" y="85664"/>
                    <a:pt x="85581" y="85664"/>
                  </a:cubicBezTo>
                  <a:lnTo>
                    <a:pt x="85581" y="83523"/>
                  </a:lnTo>
                  <a:cubicBezTo>
                    <a:pt x="84781" y="83523"/>
                    <a:pt x="84781" y="83523"/>
                    <a:pt x="84781" y="83523"/>
                  </a:cubicBezTo>
                  <a:lnTo>
                    <a:pt x="84781" y="83523"/>
                  </a:lnTo>
                  <a:cubicBezTo>
                    <a:pt x="84781" y="83523"/>
                    <a:pt x="84781" y="83523"/>
                    <a:pt x="83981" y="83523"/>
                  </a:cubicBezTo>
                  <a:cubicBezTo>
                    <a:pt x="83981" y="81312"/>
                    <a:pt x="83182" y="81312"/>
                    <a:pt x="83182" y="81312"/>
                  </a:cubicBezTo>
                  <a:cubicBezTo>
                    <a:pt x="82382" y="79240"/>
                    <a:pt x="82382" y="79240"/>
                    <a:pt x="82382" y="77098"/>
                  </a:cubicBezTo>
                  <a:lnTo>
                    <a:pt x="82382" y="77098"/>
                  </a:lnTo>
                  <a:lnTo>
                    <a:pt x="82382" y="77098"/>
                  </a:lnTo>
                  <a:cubicBezTo>
                    <a:pt x="82382" y="74956"/>
                    <a:pt x="81582" y="72746"/>
                    <a:pt x="82382" y="72746"/>
                  </a:cubicBezTo>
                  <a:lnTo>
                    <a:pt x="82382" y="70673"/>
                  </a:lnTo>
                  <a:lnTo>
                    <a:pt x="82382" y="70673"/>
                  </a:lnTo>
                  <a:lnTo>
                    <a:pt x="82382" y="68531"/>
                  </a:lnTo>
                  <a:lnTo>
                    <a:pt x="82382" y="68531"/>
                  </a:lnTo>
                  <a:cubicBezTo>
                    <a:pt x="81582" y="68531"/>
                    <a:pt x="81582" y="68531"/>
                    <a:pt x="81582" y="68531"/>
                  </a:cubicBezTo>
                  <a:lnTo>
                    <a:pt x="81582" y="68531"/>
                  </a:lnTo>
                  <a:cubicBezTo>
                    <a:pt x="81582" y="68531"/>
                    <a:pt x="79982" y="66321"/>
                    <a:pt x="79182" y="66321"/>
                  </a:cubicBezTo>
                  <a:cubicBezTo>
                    <a:pt x="78383" y="68531"/>
                    <a:pt x="78383" y="68531"/>
                    <a:pt x="78383" y="68531"/>
                  </a:cubicBezTo>
                  <a:cubicBezTo>
                    <a:pt x="78383" y="66321"/>
                    <a:pt x="78383" y="66321"/>
                    <a:pt x="78383" y="66321"/>
                  </a:cubicBezTo>
                  <a:cubicBezTo>
                    <a:pt x="77583" y="66321"/>
                    <a:pt x="75983" y="64179"/>
                    <a:pt x="75183" y="64179"/>
                  </a:cubicBezTo>
                  <a:cubicBezTo>
                    <a:pt x="74384" y="64179"/>
                    <a:pt x="74384" y="62107"/>
                    <a:pt x="73584" y="59965"/>
                  </a:cubicBezTo>
                  <a:lnTo>
                    <a:pt x="73584" y="59965"/>
                  </a:lnTo>
                  <a:lnTo>
                    <a:pt x="73584" y="59965"/>
                  </a:lnTo>
                  <a:cubicBezTo>
                    <a:pt x="72784" y="59965"/>
                    <a:pt x="71984" y="59965"/>
                    <a:pt x="71184" y="59965"/>
                  </a:cubicBezTo>
                  <a:lnTo>
                    <a:pt x="71184" y="59965"/>
                  </a:lnTo>
                  <a:cubicBezTo>
                    <a:pt x="70384" y="59965"/>
                    <a:pt x="70384" y="59965"/>
                    <a:pt x="70384" y="59965"/>
                  </a:cubicBezTo>
                  <a:cubicBezTo>
                    <a:pt x="69585" y="59965"/>
                    <a:pt x="68785" y="59965"/>
                    <a:pt x="68785" y="59965"/>
                  </a:cubicBezTo>
                  <a:cubicBezTo>
                    <a:pt x="67985" y="59965"/>
                    <a:pt x="67985" y="59965"/>
                    <a:pt x="67985" y="59965"/>
                  </a:cubicBezTo>
                  <a:cubicBezTo>
                    <a:pt x="66385" y="59965"/>
                    <a:pt x="66385" y="59965"/>
                    <a:pt x="66385" y="59965"/>
                  </a:cubicBezTo>
                  <a:cubicBezTo>
                    <a:pt x="67985" y="55613"/>
                    <a:pt x="67985" y="55613"/>
                    <a:pt x="67985" y="55613"/>
                  </a:cubicBezTo>
                  <a:cubicBezTo>
                    <a:pt x="67185" y="51398"/>
                    <a:pt x="67185" y="51398"/>
                    <a:pt x="67185" y="51398"/>
                  </a:cubicBezTo>
                  <a:cubicBezTo>
                    <a:pt x="66385" y="51398"/>
                    <a:pt x="66385" y="51398"/>
                    <a:pt x="66385" y="51398"/>
                  </a:cubicBezTo>
                  <a:cubicBezTo>
                    <a:pt x="65585" y="53540"/>
                    <a:pt x="65585" y="53540"/>
                    <a:pt x="65585" y="53540"/>
                  </a:cubicBezTo>
                  <a:lnTo>
                    <a:pt x="65585" y="53540"/>
                  </a:lnTo>
                  <a:cubicBezTo>
                    <a:pt x="65585" y="51398"/>
                    <a:pt x="64786" y="51398"/>
                    <a:pt x="64786" y="51398"/>
                  </a:cubicBezTo>
                  <a:cubicBezTo>
                    <a:pt x="64786" y="51398"/>
                    <a:pt x="63986" y="49257"/>
                    <a:pt x="63986" y="47046"/>
                  </a:cubicBezTo>
                  <a:lnTo>
                    <a:pt x="63986" y="44974"/>
                  </a:lnTo>
                  <a:cubicBezTo>
                    <a:pt x="63986" y="42832"/>
                    <a:pt x="63986" y="42832"/>
                    <a:pt x="63986" y="42832"/>
                  </a:cubicBezTo>
                  <a:cubicBezTo>
                    <a:pt x="63986" y="40690"/>
                    <a:pt x="64786" y="40690"/>
                    <a:pt x="64786" y="38480"/>
                  </a:cubicBezTo>
                  <a:cubicBezTo>
                    <a:pt x="65585" y="38480"/>
                    <a:pt x="65585" y="38480"/>
                    <a:pt x="65585" y="38480"/>
                  </a:cubicBezTo>
                  <a:lnTo>
                    <a:pt x="65585" y="38480"/>
                  </a:lnTo>
                  <a:cubicBezTo>
                    <a:pt x="66385" y="36407"/>
                    <a:pt x="66385" y="36407"/>
                    <a:pt x="66385" y="36407"/>
                  </a:cubicBezTo>
                  <a:cubicBezTo>
                    <a:pt x="65585" y="32124"/>
                    <a:pt x="65585" y="32124"/>
                    <a:pt x="65585" y="32124"/>
                  </a:cubicBezTo>
                  <a:cubicBezTo>
                    <a:pt x="67185" y="34265"/>
                    <a:pt x="67185" y="34265"/>
                    <a:pt x="67185" y="34265"/>
                  </a:cubicBezTo>
                  <a:cubicBezTo>
                    <a:pt x="67185" y="32124"/>
                    <a:pt x="67185" y="32124"/>
                    <a:pt x="67185" y="32124"/>
                  </a:cubicBezTo>
                  <a:lnTo>
                    <a:pt x="67185" y="32124"/>
                  </a:lnTo>
                  <a:cubicBezTo>
                    <a:pt x="67985" y="32124"/>
                    <a:pt x="68785" y="29913"/>
                    <a:pt x="68785" y="29913"/>
                  </a:cubicBezTo>
                  <a:cubicBezTo>
                    <a:pt x="69585" y="29913"/>
                    <a:pt x="69585" y="29913"/>
                    <a:pt x="69585" y="29913"/>
                  </a:cubicBezTo>
                  <a:lnTo>
                    <a:pt x="69585" y="29913"/>
                  </a:lnTo>
                  <a:cubicBezTo>
                    <a:pt x="69585" y="29913"/>
                    <a:pt x="69585" y="29913"/>
                    <a:pt x="68785" y="29913"/>
                  </a:cubicBezTo>
                  <a:cubicBezTo>
                    <a:pt x="68785" y="29913"/>
                    <a:pt x="68785" y="29913"/>
                    <a:pt x="67985" y="29913"/>
                  </a:cubicBezTo>
                  <a:lnTo>
                    <a:pt x="67985" y="29913"/>
                  </a:lnTo>
                  <a:cubicBezTo>
                    <a:pt x="67985" y="29913"/>
                    <a:pt x="67185" y="27841"/>
                    <a:pt x="66385" y="27841"/>
                  </a:cubicBezTo>
                  <a:cubicBezTo>
                    <a:pt x="64786" y="25699"/>
                    <a:pt x="64786" y="25699"/>
                    <a:pt x="64786" y="25699"/>
                  </a:cubicBezTo>
                  <a:cubicBezTo>
                    <a:pt x="67985" y="25699"/>
                    <a:pt x="67985" y="25699"/>
                    <a:pt x="67985" y="25699"/>
                  </a:cubicBezTo>
                  <a:cubicBezTo>
                    <a:pt x="67985" y="25699"/>
                    <a:pt x="67985" y="25699"/>
                    <a:pt x="68785" y="25699"/>
                  </a:cubicBezTo>
                  <a:lnTo>
                    <a:pt x="68785" y="25699"/>
                  </a:lnTo>
                  <a:cubicBezTo>
                    <a:pt x="69585" y="25699"/>
                    <a:pt x="69585" y="25699"/>
                    <a:pt x="69585" y="25699"/>
                  </a:cubicBezTo>
                  <a:cubicBezTo>
                    <a:pt x="69585" y="25699"/>
                    <a:pt x="70384" y="25699"/>
                    <a:pt x="70384" y="27841"/>
                  </a:cubicBezTo>
                  <a:cubicBezTo>
                    <a:pt x="70384" y="27841"/>
                    <a:pt x="70384" y="27841"/>
                    <a:pt x="71184" y="27841"/>
                  </a:cubicBezTo>
                  <a:lnTo>
                    <a:pt x="71184" y="27841"/>
                  </a:lnTo>
                  <a:cubicBezTo>
                    <a:pt x="71184" y="27841"/>
                    <a:pt x="71184" y="27841"/>
                    <a:pt x="71184" y="25699"/>
                  </a:cubicBezTo>
                  <a:cubicBezTo>
                    <a:pt x="71984" y="25699"/>
                    <a:pt x="71984" y="25699"/>
                    <a:pt x="71984" y="23557"/>
                  </a:cubicBezTo>
                  <a:lnTo>
                    <a:pt x="72784" y="23557"/>
                  </a:lnTo>
                  <a:cubicBezTo>
                    <a:pt x="72784" y="23557"/>
                    <a:pt x="72784" y="25699"/>
                    <a:pt x="73584" y="25699"/>
                  </a:cubicBezTo>
                  <a:lnTo>
                    <a:pt x="73584" y="25699"/>
                  </a:lnTo>
                  <a:lnTo>
                    <a:pt x="73584" y="25699"/>
                  </a:lnTo>
                  <a:cubicBezTo>
                    <a:pt x="73584" y="25699"/>
                    <a:pt x="73584" y="25699"/>
                    <a:pt x="74384" y="25699"/>
                  </a:cubicBezTo>
                  <a:lnTo>
                    <a:pt x="74384" y="25699"/>
                  </a:lnTo>
                  <a:lnTo>
                    <a:pt x="75183" y="23557"/>
                  </a:lnTo>
                  <a:cubicBezTo>
                    <a:pt x="75183" y="21416"/>
                    <a:pt x="75183" y="21416"/>
                    <a:pt x="75183" y="21416"/>
                  </a:cubicBezTo>
                  <a:cubicBezTo>
                    <a:pt x="75183" y="19274"/>
                    <a:pt x="75183" y="19274"/>
                    <a:pt x="75183" y="19274"/>
                  </a:cubicBezTo>
                  <a:lnTo>
                    <a:pt x="75983" y="17132"/>
                  </a:lnTo>
                  <a:cubicBezTo>
                    <a:pt x="75983" y="17132"/>
                    <a:pt x="75983" y="17132"/>
                    <a:pt x="75983" y="14991"/>
                  </a:cubicBezTo>
                  <a:lnTo>
                    <a:pt x="75983" y="14991"/>
                  </a:lnTo>
                  <a:cubicBezTo>
                    <a:pt x="74384" y="12849"/>
                    <a:pt x="74384" y="12849"/>
                    <a:pt x="74384" y="12849"/>
                  </a:cubicBezTo>
                  <a:lnTo>
                    <a:pt x="75983" y="12849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0" name="Shape 11920"/>
            <p:cNvSpPr/>
            <p:nvPr/>
          </p:nvSpPr>
          <p:spPr>
            <a:xfrm>
              <a:off x="1760538" y="1000125"/>
              <a:ext cx="44450" cy="333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040" y="39574"/>
                  </a:moveTo>
                  <a:lnTo>
                    <a:pt x="119040" y="39574"/>
                  </a:lnTo>
                  <a:cubicBezTo>
                    <a:pt x="89280" y="39574"/>
                    <a:pt x="89280" y="0"/>
                    <a:pt x="89280" y="0"/>
                  </a:cubicBezTo>
                  <a:lnTo>
                    <a:pt x="59520" y="0"/>
                  </a:lnTo>
                  <a:cubicBezTo>
                    <a:pt x="29760" y="0"/>
                    <a:pt x="29760" y="39574"/>
                    <a:pt x="29760" y="39574"/>
                  </a:cubicBezTo>
                  <a:lnTo>
                    <a:pt x="0" y="39574"/>
                  </a:lnTo>
                  <a:cubicBezTo>
                    <a:pt x="29760" y="79148"/>
                    <a:pt x="29760" y="79148"/>
                    <a:pt x="29760" y="79148"/>
                  </a:cubicBezTo>
                  <a:cubicBezTo>
                    <a:pt x="0" y="118723"/>
                    <a:pt x="0" y="118723"/>
                    <a:pt x="0" y="118723"/>
                  </a:cubicBezTo>
                  <a:lnTo>
                    <a:pt x="0" y="118723"/>
                  </a:lnTo>
                  <a:lnTo>
                    <a:pt x="0" y="118723"/>
                  </a:lnTo>
                  <a:lnTo>
                    <a:pt x="0" y="118723"/>
                  </a:lnTo>
                  <a:lnTo>
                    <a:pt x="29760" y="118723"/>
                  </a:lnTo>
                  <a:cubicBezTo>
                    <a:pt x="29760" y="118723"/>
                    <a:pt x="29760" y="118723"/>
                    <a:pt x="89280" y="118723"/>
                  </a:cubicBezTo>
                  <a:lnTo>
                    <a:pt x="119040" y="118723"/>
                  </a:lnTo>
                  <a:lnTo>
                    <a:pt x="119040" y="118723"/>
                  </a:lnTo>
                  <a:lnTo>
                    <a:pt x="119040" y="39574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1" name="Shape 11921"/>
            <p:cNvSpPr/>
            <p:nvPr/>
          </p:nvSpPr>
          <p:spPr>
            <a:xfrm>
              <a:off x="1951038" y="1044575"/>
              <a:ext cx="77787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385" y="79572"/>
                  </a:moveTo>
                  <a:lnTo>
                    <a:pt x="102385" y="79572"/>
                  </a:lnTo>
                  <a:lnTo>
                    <a:pt x="102385" y="79572"/>
                  </a:lnTo>
                  <a:lnTo>
                    <a:pt x="102385" y="59679"/>
                  </a:lnTo>
                  <a:lnTo>
                    <a:pt x="102385" y="39786"/>
                  </a:lnTo>
                  <a:lnTo>
                    <a:pt x="102385" y="39786"/>
                  </a:lnTo>
                  <a:cubicBezTo>
                    <a:pt x="68256" y="19893"/>
                    <a:pt x="68256" y="19893"/>
                    <a:pt x="68256" y="19893"/>
                  </a:cubicBezTo>
                  <a:cubicBezTo>
                    <a:pt x="102385" y="19893"/>
                    <a:pt x="102385" y="19893"/>
                    <a:pt x="102385" y="19893"/>
                  </a:cubicBezTo>
                  <a:cubicBezTo>
                    <a:pt x="85321" y="19893"/>
                    <a:pt x="34128" y="19893"/>
                    <a:pt x="34128" y="19893"/>
                  </a:cubicBezTo>
                  <a:cubicBezTo>
                    <a:pt x="34128" y="19893"/>
                    <a:pt x="34128" y="19893"/>
                    <a:pt x="17064" y="0"/>
                  </a:cubicBezTo>
                  <a:cubicBezTo>
                    <a:pt x="17064" y="19893"/>
                    <a:pt x="17064" y="19893"/>
                    <a:pt x="17064" y="19893"/>
                  </a:cubicBezTo>
                  <a:cubicBezTo>
                    <a:pt x="17064" y="39786"/>
                    <a:pt x="17064" y="39786"/>
                    <a:pt x="17064" y="59679"/>
                  </a:cubicBezTo>
                  <a:cubicBezTo>
                    <a:pt x="17064" y="59679"/>
                    <a:pt x="17064" y="79572"/>
                    <a:pt x="0" y="79572"/>
                  </a:cubicBezTo>
                  <a:lnTo>
                    <a:pt x="0" y="79572"/>
                  </a:lnTo>
                  <a:cubicBezTo>
                    <a:pt x="0" y="79572"/>
                    <a:pt x="0" y="79572"/>
                    <a:pt x="0" y="99465"/>
                  </a:cubicBezTo>
                  <a:lnTo>
                    <a:pt x="0" y="99465"/>
                  </a:lnTo>
                  <a:cubicBezTo>
                    <a:pt x="34128" y="99465"/>
                    <a:pt x="34128" y="99465"/>
                    <a:pt x="34128" y="99465"/>
                  </a:cubicBezTo>
                  <a:lnTo>
                    <a:pt x="51192" y="99465"/>
                  </a:lnTo>
                  <a:cubicBezTo>
                    <a:pt x="68256" y="99465"/>
                    <a:pt x="85321" y="119358"/>
                    <a:pt x="85321" y="119358"/>
                  </a:cubicBezTo>
                  <a:lnTo>
                    <a:pt x="85321" y="119358"/>
                  </a:lnTo>
                  <a:cubicBezTo>
                    <a:pt x="85321" y="99465"/>
                    <a:pt x="102385" y="99465"/>
                    <a:pt x="102385" y="99465"/>
                  </a:cubicBezTo>
                  <a:lnTo>
                    <a:pt x="102385" y="99465"/>
                  </a:lnTo>
                  <a:lnTo>
                    <a:pt x="119449" y="99465"/>
                  </a:lnTo>
                  <a:lnTo>
                    <a:pt x="119449" y="79572"/>
                  </a:lnTo>
                  <a:lnTo>
                    <a:pt x="119449" y="79572"/>
                  </a:lnTo>
                  <a:cubicBezTo>
                    <a:pt x="119449" y="79572"/>
                    <a:pt x="119449" y="79572"/>
                    <a:pt x="102385" y="7957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2" name="Shape 11922"/>
            <p:cNvSpPr/>
            <p:nvPr/>
          </p:nvSpPr>
          <p:spPr>
            <a:xfrm>
              <a:off x="354013" y="1011238"/>
              <a:ext cx="492125" cy="3238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377" y="12400"/>
                  </a:moveTo>
                  <a:lnTo>
                    <a:pt x="114377" y="12400"/>
                  </a:lnTo>
                  <a:lnTo>
                    <a:pt x="111742" y="12400"/>
                  </a:lnTo>
                  <a:lnTo>
                    <a:pt x="109019" y="12400"/>
                  </a:lnTo>
                  <a:cubicBezTo>
                    <a:pt x="106207" y="12400"/>
                    <a:pt x="106207" y="12400"/>
                    <a:pt x="106207" y="12400"/>
                  </a:cubicBezTo>
                  <a:cubicBezTo>
                    <a:pt x="103484" y="12400"/>
                    <a:pt x="100849" y="12400"/>
                    <a:pt x="100849" y="12400"/>
                  </a:cubicBezTo>
                  <a:lnTo>
                    <a:pt x="100849" y="12400"/>
                  </a:lnTo>
                  <a:cubicBezTo>
                    <a:pt x="100849" y="12400"/>
                    <a:pt x="100849" y="12400"/>
                    <a:pt x="98125" y="12400"/>
                  </a:cubicBezTo>
                  <a:cubicBezTo>
                    <a:pt x="98125" y="12400"/>
                    <a:pt x="98125" y="12400"/>
                    <a:pt x="95314" y="12400"/>
                  </a:cubicBezTo>
                  <a:lnTo>
                    <a:pt x="95314" y="12400"/>
                  </a:lnTo>
                  <a:cubicBezTo>
                    <a:pt x="95314" y="12400"/>
                    <a:pt x="92591" y="12400"/>
                    <a:pt x="89956" y="12400"/>
                  </a:cubicBezTo>
                  <a:cubicBezTo>
                    <a:pt x="87232" y="8266"/>
                    <a:pt x="84421" y="8266"/>
                    <a:pt x="81698" y="8266"/>
                  </a:cubicBezTo>
                  <a:lnTo>
                    <a:pt x="81698" y="8266"/>
                  </a:lnTo>
                  <a:cubicBezTo>
                    <a:pt x="81698" y="8266"/>
                    <a:pt x="79062" y="8266"/>
                    <a:pt x="76339" y="8266"/>
                  </a:cubicBezTo>
                  <a:cubicBezTo>
                    <a:pt x="73528" y="8266"/>
                    <a:pt x="70805" y="8266"/>
                    <a:pt x="70805" y="8266"/>
                  </a:cubicBezTo>
                  <a:cubicBezTo>
                    <a:pt x="70805" y="8266"/>
                    <a:pt x="68169" y="8266"/>
                    <a:pt x="65446" y="8266"/>
                  </a:cubicBezTo>
                  <a:cubicBezTo>
                    <a:pt x="62635" y="4133"/>
                    <a:pt x="62635" y="4133"/>
                    <a:pt x="62635" y="4133"/>
                  </a:cubicBezTo>
                  <a:lnTo>
                    <a:pt x="62635" y="4133"/>
                  </a:lnTo>
                  <a:lnTo>
                    <a:pt x="62635" y="4133"/>
                  </a:lnTo>
                  <a:lnTo>
                    <a:pt x="59912" y="4133"/>
                  </a:lnTo>
                  <a:lnTo>
                    <a:pt x="59912" y="4133"/>
                  </a:lnTo>
                  <a:lnTo>
                    <a:pt x="57276" y="4133"/>
                  </a:lnTo>
                  <a:cubicBezTo>
                    <a:pt x="57276" y="4133"/>
                    <a:pt x="57276" y="4133"/>
                    <a:pt x="54553" y="4133"/>
                  </a:cubicBezTo>
                  <a:lnTo>
                    <a:pt x="54553" y="4133"/>
                  </a:lnTo>
                  <a:lnTo>
                    <a:pt x="54553" y="4133"/>
                  </a:lnTo>
                  <a:cubicBezTo>
                    <a:pt x="46383" y="8266"/>
                    <a:pt x="46383" y="8266"/>
                    <a:pt x="46383" y="8266"/>
                  </a:cubicBezTo>
                  <a:cubicBezTo>
                    <a:pt x="49019" y="0"/>
                    <a:pt x="49019" y="0"/>
                    <a:pt x="49019" y="0"/>
                  </a:cubicBezTo>
                  <a:lnTo>
                    <a:pt x="49019" y="0"/>
                  </a:lnTo>
                  <a:cubicBezTo>
                    <a:pt x="46383" y="0"/>
                    <a:pt x="46383" y="4133"/>
                    <a:pt x="43660" y="4133"/>
                  </a:cubicBezTo>
                  <a:cubicBezTo>
                    <a:pt x="43660" y="4133"/>
                    <a:pt x="40849" y="4133"/>
                    <a:pt x="38125" y="4133"/>
                  </a:cubicBezTo>
                  <a:lnTo>
                    <a:pt x="38125" y="8266"/>
                  </a:lnTo>
                  <a:cubicBezTo>
                    <a:pt x="35490" y="8266"/>
                    <a:pt x="32767" y="8266"/>
                    <a:pt x="32767" y="8266"/>
                  </a:cubicBezTo>
                  <a:cubicBezTo>
                    <a:pt x="29956" y="8266"/>
                    <a:pt x="29956" y="8266"/>
                    <a:pt x="29956" y="8266"/>
                  </a:cubicBezTo>
                  <a:lnTo>
                    <a:pt x="29956" y="8266"/>
                  </a:lnTo>
                  <a:cubicBezTo>
                    <a:pt x="27232" y="8266"/>
                    <a:pt x="24597" y="8266"/>
                    <a:pt x="24597" y="8266"/>
                  </a:cubicBezTo>
                  <a:cubicBezTo>
                    <a:pt x="21874" y="8266"/>
                    <a:pt x="21874" y="12400"/>
                    <a:pt x="19062" y="12400"/>
                  </a:cubicBezTo>
                  <a:lnTo>
                    <a:pt x="16339" y="16533"/>
                  </a:lnTo>
                  <a:cubicBezTo>
                    <a:pt x="13704" y="20666"/>
                    <a:pt x="13704" y="20666"/>
                    <a:pt x="13704" y="20666"/>
                  </a:cubicBezTo>
                  <a:lnTo>
                    <a:pt x="13704" y="20666"/>
                  </a:lnTo>
                  <a:cubicBezTo>
                    <a:pt x="13704" y="20666"/>
                    <a:pt x="13704" y="20666"/>
                    <a:pt x="10893" y="20666"/>
                  </a:cubicBezTo>
                  <a:cubicBezTo>
                    <a:pt x="8169" y="20666"/>
                    <a:pt x="5446" y="20666"/>
                    <a:pt x="5446" y="20666"/>
                  </a:cubicBezTo>
                  <a:lnTo>
                    <a:pt x="8169" y="24800"/>
                  </a:lnTo>
                  <a:lnTo>
                    <a:pt x="8169" y="24800"/>
                  </a:lnTo>
                  <a:cubicBezTo>
                    <a:pt x="10893" y="24800"/>
                    <a:pt x="13704" y="24800"/>
                    <a:pt x="13704" y="28933"/>
                  </a:cubicBezTo>
                  <a:lnTo>
                    <a:pt x="13704" y="28933"/>
                  </a:lnTo>
                  <a:lnTo>
                    <a:pt x="16339" y="28933"/>
                  </a:lnTo>
                  <a:cubicBezTo>
                    <a:pt x="19062" y="28933"/>
                    <a:pt x="19062" y="28933"/>
                    <a:pt x="19062" y="28933"/>
                  </a:cubicBezTo>
                  <a:cubicBezTo>
                    <a:pt x="21874" y="28933"/>
                    <a:pt x="21874" y="28933"/>
                    <a:pt x="21874" y="28933"/>
                  </a:cubicBezTo>
                  <a:cubicBezTo>
                    <a:pt x="24597" y="28933"/>
                    <a:pt x="24597" y="28933"/>
                    <a:pt x="24597" y="28933"/>
                  </a:cubicBezTo>
                  <a:cubicBezTo>
                    <a:pt x="24597" y="33066"/>
                    <a:pt x="24597" y="33066"/>
                    <a:pt x="24597" y="33066"/>
                  </a:cubicBezTo>
                  <a:cubicBezTo>
                    <a:pt x="29956" y="37200"/>
                    <a:pt x="29956" y="37200"/>
                    <a:pt x="29956" y="37200"/>
                  </a:cubicBezTo>
                  <a:cubicBezTo>
                    <a:pt x="29956" y="45466"/>
                    <a:pt x="29956" y="45466"/>
                    <a:pt x="29956" y="45466"/>
                  </a:cubicBezTo>
                  <a:cubicBezTo>
                    <a:pt x="27232" y="45466"/>
                    <a:pt x="27232" y="45466"/>
                    <a:pt x="27232" y="45466"/>
                  </a:cubicBezTo>
                  <a:cubicBezTo>
                    <a:pt x="27232" y="45466"/>
                    <a:pt x="27232" y="41333"/>
                    <a:pt x="24597" y="41333"/>
                  </a:cubicBezTo>
                  <a:cubicBezTo>
                    <a:pt x="24597" y="41333"/>
                    <a:pt x="24597" y="41333"/>
                    <a:pt x="21874" y="41333"/>
                  </a:cubicBezTo>
                  <a:cubicBezTo>
                    <a:pt x="21874" y="45466"/>
                    <a:pt x="19062" y="45466"/>
                    <a:pt x="16339" y="45466"/>
                  </a:cubicBezTo>
                  <a:lnTo>
                    <a:pt x="16339" y="45466"/>
                  </a:lnTo>
                  <a:lnTo>
                    <a:pt x="10893" y="45466"/>
                  </a:lnTo>
                  <a:cubicBezTo>
                    <a:pt x="10893" y="45466"/>
                    <a:pt x="8169" y="45466"/>
                    <a:pt x="8169" y="41333"/>
                  </a:cubicBezTo>
                  <a:lnTo>
                    <a:pt x="8169" y="41333"/>
                  </a:lnTo>
                  <a:cubicBezTo>
                    <a:pt x="0" y="45466"/>
                    <a:pt x="0" y="45466"/>
                    <a:pt x="0" y="45466"/>
                  </a:cubicBezTo>
                  <a:lnTo>
                    <a:pt x="0" y="49600"/>
                  </a:lnTo>
                  <a:lnTo>
                    <a:pt x="0" y="49600"/>
                  </a:lnTo>
                  <a:cubicBezTo>
                    <a:pt x="2811" y="53733"/>
                    <a:pt x="2811" y="53733"/>
                    <a:pt x="5446" y="53733"/>
                  </a:cubicBezTo>
                  <a:lnTo>
                    <a:pt x="5446" y="53733"/>
                  </a:lnTo>
                  <a:cubicBezTo>
                    <a:pt x="8169" y="53733"/>
                    <a:pt x="10893" y="53733"/>
                    <a:pt x="13704" y="53733"/>
                  </a:cubicBezTo>
                  <a:lnTo>
                    <a:pt x="13704" y="53733"/>
                  </a:lnTo>
                  <a:cubicBezTo>
                    <a:pt x="16339" y="49600"/>
                    <a:pt x="16339" y="49600"/>
                    <a:pt x="16339" y="49600"/>
                  </a:cubicBezTo>
                  <a:cubicBezTo>
                    <a:pt x="16339" y="53733"/>
                    <a:pt x="16339" y="53733"/>
                    <a:pt x="16339" y="53733"/>
                  </a:cubicBezTo>
                  <a:lnTo>
                    <a:pt x="19062" y="53733"/>
                  </a:lnTo>
                  <a:lnTo>
                    <a:pt x="19062" y="53733"/>
                  </a:lnTo>
                  <a:lnTo>
                    <a:pt x="24597" y="49600"/>
                  </a:lnTo>
                  <a:cubicBezTo>
                    <a:pt x="27232" y="45466"/>
                    <a:pt x="27232" y="45466"/>
                    <a:pt x="27232" y="45466"/>
                  </a:cubicBezTo>
                  <a:cubicBezTo>
                    <a:pt x="27232" y="53733"/>
                    <a:pt x="27232" y="53733"/>
                    <a:pt x="27232" y="53733"/>
                  </a:cubicBezTo>
                  <a:cubicBezTo>
                    <a:pt x="27232" y="57866"/>
                    <a:pt x="27232" y="62000"/>
                    <a:pt x="27232" y="66000"/>
                  </a:cubicBezTo>
                  <a:cubicBezTo>
                    <a:pt x="27232" y="66000"/>
                    <a:pt x="24597" y="70266"/>
                    <a:pt x="21874" y="70266"/>
                  </a:cubicBezTo>
                  <a:lnTo>
                    <a:pt x="21874" y="70266"/>
                  </a:lnTo>
                  <a:lnTo>
                    <a:pt x="19062" y="66000"/>
                  </a:lnTo>
                  <a:lnTo>
                    <a:pt x="19062" y="66000"/>
                  </a:lnTo>
                  <a:lnTo>
                    <a:pt x="16339" y="70266"/>
                  </a:lnTo>
                  <a:cubicBezTo>
                    <a:pt x="13704" y="70266"/>
                    <a:pt x="13704" y="70266"/>
                    <a:pt x="10893" y="70266"/>
                  </a:cubicBezTo>
                  <a:lnTo>
                    <a:pt x="10893" y="70266"/>
                  </a:lnTo>
                  <a:lnTo>
                    <a:pt x="10893" y="70266"/>
                  </a:lnTo>
                  <a:cubicBezTo>
                    <a:pt x="8169" y="74400"/>
                    <a:pt x="8169" y="74400"/>
                    <a:pt x="8169" y="74400"/>
                  </a:cubicBezTo>
                  <a:lnTo>
                    <a:pt x="8169" y="74400"/>
                  </a:lnTo>
                  <a:cubicBezTo>
                    <a:pt x="5446" y="74400"/>
                    <a:pt x="5446" y="78533"/>
                    <a:pt x="5446" y="78533"/>
                  </a:cubicBezTo>
                  <a:cubicBezTo>
                    <a:pt x="8169" y="78533"/>
                    <a:pt x="8169" y="78533"/>
                    <a:pt x="8169" y="78533"/>
                  </a:cubicBezTo>
                  <a:cubicBezTo>
                    <a:pt x="8169" y="82533"/>
                    <a:pt x="8169" y="82533"/>
                    <a:pt x="8169" y="82533"/>
                  </a:cubicBezTo>
                  <a:lnTo>
                    <a:pt x="8169" y="82533"/>
                  </a:lnTo>
                  <a:cubicBezTo>
                    <a:pt x="8169" y="82533"/>
                    <a:pt x="8169" y="82533"/>
                    <a:pt x="10893" y="82533"/>
                  </a:cubicBezTo>
                  <a:cubicBezTo>
                    <a:pt x="13704" y="82533"/>
                    <a:pt x="13704" y="82533"/>
                    <a:pt x="16339" y="86800"/>
                  </a:cubicBezTo>
                  <a:cubicBezTo>
                    <a:pt x="16339" y="90933"/>
                    <a:pt x="16339" y="90933"/>
                    <a:pt x="16339" y="90933"/>
                  </a:cubicBezTo>
                  <a:lnTo>
                    <a:pt x="16339" y="90933"/>
                  </a:lnTo>
                  <a:lnTo>
                    <a:pt x="16339" y="90933"/>
                  </a:lnTo>
                  <a:cubicBezTo>
                    <a:pt x="19062" y="86800"/>
                    <a:pt x="19062" y="86800"/>
                    <a:pt x="19062" y="86800"/>
                  </a:cubicBezTo>
                  <a:cubicBezTo>
                    <a:pt x="21874" y="86800"/>
                    <a:pt x="21874" y="86800"/>
                    <a:pt x="21874" y="86800"/>
                  </a:cubicBezTo>
                  <a:lnTo>
                    <a:pt x="21874" y="86800"/>
                  </a:lnTo>
                  <a:cubicBezTo>
                    <a:pt x="21874" y="86800"/>
                    <a:pt x="24597" y="90933"/>
                    <a:pt x="24597" y="95066"/>
                  </a:cubicBezTo>
                  <a:lnTo>
                    <a:pt x="24597" y="99066"/>
                  </a:lnTo>
                  <a:lnTo>
                    <a:pt x="24597" y="99066"/>
                  </a:lnTo>
                  <a:lnTo>
                    <a:pt x="24597" y="99066"/>
                  </a:lnTo>
                  <a:lnTo>
                    <a:pt x="24597" y="103333"/>
                  </a:lnTo>
                  <a:lnTo>
                    <a:pt x="24597" y="103333"/>
                  </a:lnTo>
                  <a:lnTo>
                    <a:pt x="24597" y="103333"/>
                  </a:lnTo>
                  <a:cubicBezTo>
                    <a:pt x="24597" y="99066"/>
                    <a:pt x="27232" y="99066"/>
                    <a:pt x="27232" y="99066"/>
                  </a:cubicBezTo>
                  <a:cubicBezTo>
                    <a:pt x="29956" y="99066"/>
                    <a:pt x="29956" y="99066"/>
                    <a:pt x="29956" y="103333"/>
                  </a:cubicBezTo>
                  <a:cubicBezTo>
                    <a:pt x="29956" y="103333"/>
                    <a:pt x="29956" y="103333"/>
                    <a:pt x="32767" y="103333"/>
                  </a:cubicBezTo>
                  <a:lnTo>
                    <a:pt x="32767" y="103333"/>
                  </a:lnTo>
                  <a:lnTo>
                    <a:pt x="35490" y="103333"/>
                  </a:lnTo>
                  <a:cubicBezTo>
                    <a:pt x="38125" y="95066"/>
                    <a:pt x="38125" y="95066"/>
                    <a:pt x="38125" y="95066"/>
                  </a:cubicBezTo>
                  <a:cubicBezTo>
                    <a:pt x="38125" y="103333"/>
                    <a:pt x="38125" y="103333"/>
                    <a:pt x="38125" y="103333"/>
                  </a:cubicBezTo>
                  <a:lnTo>
                    <a:pt x="38125" y="103333"/>
                  </a:lnTo>
                  <a:cubicBezTo>
                    <a:pt x="40849" y="103333"/>
                    <a:pt x="40849" y="103333"/>
                    <a:pt x="40849" y="103333"/>
                  </a:cubicBezTo>
                  <a:lnTo>
                    <a:pt x="40849" y="103333"/>
                  </a:lnTo>
                  <a:cubicBezTo>
                    <a:pt x="40849" y="103333"/>
                    <a:pt x="43660" y="103333"/>
                    <a:pt x="43660" y="99066"/>
                  </a:cubicBezTo>
                  <a:cubicBezTo>
                    <a:pt x="57276" y="86800"/>
                    <a:pt x="57276" y="86800"/>
                    <a:pt x="57276" y="86800"/>
                  </a:cubicBezTo>
                  <a:cubicBezTo>
                    <a:pt x="46383" y="107466"/>
                    <a:pt x="46383" y="107466"/>
                    <a:pt x="46383" y="107466"/>
                  </a:cubicBezTo>
                  <a:lnTo>
                    <a:pt x="43660" y="111600"/>
                  </a:lnTo>
                  <a:lnTo>
                    <a:pt x="43660" y="111600"/>
                  </a:lnTo>
                  <a:cubicBezTo>
                    <a:pt x="43660" y="115600"/>
                    <a:pt x="43660" y="115600"/>
                    <a:pt x="43660" y="115600"/>
                  </a:cubicBezTo>
                  <a:lnTo>
                    <a:pt x="43660" y="119866"/>
                  </a:lnTo>
                  <a:cubicBezTo>
                    <a:pt x="43660" y="119866"/>
                    <a:pt x="43660" y="119866"/>
                    <a:pt x="46383" y="119866"/>
                  </a:cubicBezTo>
                  <a:lnTo>
                    <a:pt x="46383" y="115600"/>
                  </a:lnTo>
                  <a:lnTo>
                    <a:pt x="46383" y="115600"/>
                  </a:lnTo>
                  <a:cubicBezTo>
                    <a:pt x="51742" y="111600"/>
                    <a:pt x="51742" y="111600"/>
                    <a:pt x="51742" y="111600"/>
                  </a:cubicBezTo>
                  <a:cubicBezTo>
                    <a:pt x="51742" y="111600"/>
                    <a:pt x="51742" y="111600"/>
                    <a:pt x="54553" y="107466"/>
                  </a:cubicBezTo>
                  <a:lnTo>
                    <a:pt x="54553" y="107466"/>
                  </a:lnTo>
                  <a:cubicBezTo>
                    <a:pt x="54553" y="107466"/>
                    <a:pt x="54553" y="107466"/>
                    <a:pt x="57276" y="107466"/>
                  </a:cubicBezTo>
                  <a:lnTo>
                    <a:pt x="57276" y="107466"/>
                  </a:lnTo>
                  <a:cubicBezTo>
                    <a:pt x="59912" y="103333"/>
                    <a:pt x="62635" y="99066"/>
                    <a:pt x="62635" y="99066"/>
                  </a:cubicBezTo>
                  <a:cubicBezTo>
                    <a:pt x="62635" y="95066"/>
                    <a:pt x="62635" y="95066"/>
                    <a:pt x="62635" y="95066"/>
                  </a:cubicBezTo>
                  <a:lnTo>
                    <a:pt x="62635" y="95066"/>
                  </a:lnTo>
                  <a:cubicBezTo>
                    <a:pt x="57276" y="86800"/>
                    <a:pt x="57276" y="86800"/>
                    <a:pt x="57276" y="86800"/>
                  </a:cubicBezTo>
                  <a:cubicBezTo>
                    <a:pt x="65446" y="90933"/>
                    <a:pt x="65446" y="90933"/>
                    <a:pt x="65446" y="90933"/>
                  </a:cubicBezTo>
                  <a:cubicBezTo>
                    <a:pt x="65446" y="86800"/>
                    <a:pt x="68169" y="86800"/>
                    <a:pt x="68169" y="86800"/>
                  </a:cubicBezTo>
                  <a:lnTo>
                    <a:pt x="68169" y="82533"/>
                  </a:lnTo>
                  <a:cubicBezTo>
                    <a:pt x="70805" y="82533"/>
                    <a:pt x="70805" y="82533"/>
                    <a:pt x="73528" y="82533"/>
                  </a:cubicBezTo>
                  <a:cubicBezTo>
                    <a:pt x="73528" y="82533"/>
                    <a:pt x="79062" y="78533"/>
                    <a:pt x="81698" y="78533"/>
                  </a:cubicBezTo>
                  <a:cubicBezTo>
                    <a:pt x="84421" y="86800"/>
                    <a:pt x="84421" y="86800"/>
                    <a:pt x="84421" y="86800"/>
                  </a:cubicBezTo>
                  <a:lnTo>
                    <a:pt x="84421" y="86800"/>
                  </a:lnTo>
                  <a:lnTo>
                    <a:pt x="84421" y="82533"/>
                  </a:lnTo>
                  <a:cubicBezTo>
                    <a:pt x="87232" y="82533"/>
                    <a:pt x="87232" y="82533"/>
                    <a:pt x="89956" y="82533"/>
                  </a:cubicBezTo>
                  <a:lnTo>
                    <a:pt x="89956" y="82533"/>
                  </a:lnTo>
                  <a:cubicBezTo>
                    <a:pt x="92591" y="82533"/>
                    <a:pt x="92591" y="82533"/>
                    <a:pt x="92591" y="82533"/>
                  </a:cubicBezTo>
                  <a:lnTo>
                    <a:pt x="95314" y="86800"/>
                  </a:lnTo>
                  <a:lnTo>
                    <a:pt x="95314" y="86800"/>
                  </a:lnTo>
                  <a:cubicBezTo>
                    <a:pt x="98125" y="86800"/>
                    <a:pt x="98125" y="86800"/>
                    <a:pt x="98125" y="86800"/>
                  </a:cubicBezTo>
                  <a:lnTo>
                    <a:pt x="98125" y="86800"/>
                  </a:lnTo>
                  <a:lnTo>
                    <a:pt x="98125" y="86800"/>
                  </a:lnTo>
                  <a:cubicBezTo>
                    <a:pt x="100849" y="86800"/>
                    <a:pt x="100849" y="86800"/>
                    <a:pt x="100849" y="86800"/>
                  </a:cubicBezTo>
                  <a:lnTo>
                    <a:pt x="100849" y="86800"/>
                  </a:lnTo>
                  <a:cubicBezTo>
                    <a:pt x="103484" y="86800"/>
                    <a:pt x="103484" y="86800"/>
                    <a:pt x="103484" y="86800"/>
                  </a:cubicBezTo>
                  <a:cubicBezTo>
                    <a:pt x="111742" y="78533"/>
                    <a:pt x="111742" y="78533"/>
                    <a:pt x="111742" y="78533"/>
                  </a:cubicBezTo>
                  <a:cubicBezTo>
                    <a:pt x="106207" y="90933"/>
                    <a:pt x="106207" y="90933"/>
                    <a:pt x="106207" y="90933"/>
                  </a:cubicBezTo>
                  <a:lnTo>
                    <a:pt x="106207" y="90933"/>
                  </a:lnTo>
                  <a:cubicBezTo>
                    <a:pt x="109019" y="90933"/>
                    <a:pt x="109019" y="90933"/>
                    <a:pt x="109019" y="90933"/>
                  </a:cubicBezTo>
                  <a:lnTo>
                    <a:pt x="111742" y="90933"/>
                  </a:lnTo>
                  <a:cubicBezTo>
                    <a:pt x="111742" y="90933"/>
                    <a:pt x="111742" y="90933"/>
                    <a:pt x="114377" y="90933"/>
                  </a:cubicBezTo>
                  <a:lnTo>
                    <a:pt x="114377" y="90933"/>
                  </a:lnTo>
                  <a:cubicBezTo>
                    <a:pt x="117101" y="90933"/>
                    <a:pt x="117101" y="90933"/>
                    <a:pt x="117101" y="90933"/>
                  </a:cubicBezTo>
                  <a:lnTo>
                    <a:pt x="117101" y="90933"/>
                  </a:lnTo>
                  <a:lnTo>
                    <a:pt x="117101" y="90933"/>
                  </a:lnTo>
                  <a:lnTo>
                    <a:pt x="119912" y="90933"/>
                  </a:lnTo>
                  <a:lnTo>
                    <a:pt x="119912" y="90933"/>
                  </a:lnTo>
                  <a:lnTo>
                    <a:pt x="119912" y="90933"/>
                  </a:lnTo>
                  <a:lnTo>
                    <a:pt x="119912" y="90933"/>
                  </a:lnTo>
                  <a:lnTo>
                    <a:pt x="119912" y="90933"/>
                  </a:lnTo>
                  <a:lnTo>
                    <a:pt x="119912" y="90933"/>
                  </a:lnTo>
                  <a:cubicBezTo>
                    <a:pt x="119912" y="16533"/>
                    <a:pt x="119912" y="16533"/>
                    <a:pt x="119912" y="16533"/>
                  </a:cubicBezTo>
                  <a:cubicBezTo>
                    <a:pt x="119912" y="16533"/>
                    <a:pt x="119912" y="12400"/>
                    <a:pt x="117101" y="12400"/>
                  </a:cubicBezTo>
                  <a:lnTo>
                    <a:pt x="114377" y="1240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3" name="Shape 11923"/>
            <p:cNvSpPr/>
            <p:nvPr/>
          </p:nvSpPr>
          <p:spPr>
            <a:xfrm>
              <a:off x="1838325" y="2249488"/>
              <a:ext cx="44450" cy="777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040" y="102857"/>
                  </a:moveTo>
                  <a:lnTo>
                    <a:pt x="119040" y="102857"/>
                  </a:lnTo>
                  <a:lnTo>
                    <a:pt x="119040" y="85161"/>
                  </a:lnTo>
                  <a:cubicBezTo>
                    <a:pt x="119040" y="85161"/>
                    <a:pt x="119040" y="85161"/>
                    <a:pt x="119040" y="68571"/>
                  </a:cubicBezTo>
                  <a:lnTo>
                    <a:pt x="119040" y="68571"/>
                  </a:lnTo>
                  <a:cubicBezTo>
                    <a:pt x="119040" y="51428"/>
                    <a:pt x="119040" y="51428"/>
                    <a:pt x="119040" y="51428"/>
                  </a:cubicBezTo>
                  <a:cubicBezTo>
                    <a:pt x="119040" y="51428"/>
                    <a:pt x="119040" y="34838"/>
                    <a:pt x="119040" y="17142"/>
                  </a:cubicBezTo>
                  <a:cubicBezTo>
                    <a:pt x="119040" y="17142"/>
                    <a:pt x="119040" y="17142"/>
                    <a:pt x="119040" y="0"/>
                  </a:cubicBezTo>
                  <a:cubicBezTo>
                    <a:pt x="59520" y="0"/>
                    <a:pt x="59520" y="0"/>
                    <a:pt x="59520" y="0"/>
                  </a:cubicBezTo>
                  <a:lnTo>
                    <a:pt x="59520" y="0"/>
                  </a:lnTo>
                  <a:lnTo>
                    <a:pt x="59520" y="0"/>
                  </a:lnTo>
                  <a:lnTo>
                    <a:pt x="59520" y="0"/>
                  </a:lnTo>
                  <a:cubicBezTo>
                    <a:pt x="59520" y="0"/>
                    <a:pt x="89280" y="0"/>
                    <a:pt x="89280" y="17142"/>
                  </a:cubicBezTo>
                  <a:lnTo>
                    <a:pt x="89280" y="17142"/>
                  </a:lnTo>
                  <a:cubicBezTo>
                    <a:pt x="89280" y="34838"/>
                    <a:pt x="89280" y="34838"/>
                    <a:pt x="89280" y="34838"/>
                  </a:cubicBezTo>
                  <a:lnTo>
                    <a:pt x="89280" y="34838"/>
                  </a:lnTo>
                  <a:lnTo>
                    <a:pt x="89280" y="34838"/>
                  </a:lnTo>
                  <a:cubicBezTo>
                    <a:pt x="89280" y="34838"/>
                    <a:pt x="89280" y="34838"/>
                    <a:pt x="89280" y="51428"/>
                  </a:cubicBezTo>
                  <a:cubicBezTo>
                    <a:pt x="89280" y="51428"/>
                    <a:pt x="89280" y="51428"/>
                    <a:pt x="59520" y="68571"/>
                  </a:cubicBezTo>
                  <a:lnTo>
                    <a:pt x="59520" y="68571"/>
                  </a:lnTo>
                  <a:lnTo>
                    <a:pt x="59520" y="68571"/>
                  </a:lnTo>
                  <a:cubicBezTo>
                    <a:pt x="59520" y="68571"/>
                    <a:pt x="59520" y="68571"/>
                    <a:pt x="29760" y="68571"/>
                  </a:cubicBezTo>
                  <a:cubicBezTo>
                    <a:pt x="29760" y="68571"/>
                    <a:pt x="29760" y="68571"/>
                    <a:pt x="0" y="68571"/>
                  </a:cubicBezTo>
                  <a:lnTo>
                    <a:pt x="0" y="68571"/>
                  </a:lnTo>
                  <a:lnTo>
                    <a:pt x="0" y="68571"/>
                  </a:lnTo>
                  <a:lnTo>
                    <a:pt x="0" y="68571"/>
                  </a:lnTo>
                  <a:cubicBezTo>
                    <a:pt x="0" y="68571"/>
                    <a:pt x="0" y="68571"/>
                    <a:pt x="0" y="85161"/>
                  </a:cubicBezTo>
                  <a:lnTo>
                    <a:pt x="0" y="85161"/>
                  </a:lnTo>
                  <a:cubicBezTo>
                    <a:pt x="0" y="102857"/>
                    <a:pt x="29760" y="119447"/>
                    <a:pt x="59520" y="119447"/>
                  </a:cubicBezTo>
                  <a:lnTo>
                    <a:pt x="59520" y="119447"/>
                  </a:lnTo>
                  <a:cubicBezTo>
                    <a:pt x="59520" y="102857"/>
                    <a:pt x="89280" y="102857"/>
                    <a:pt x="89280" y="102857"/>
                  </a:cubicBezTo>
                  <a:lnTo>
                    <a:pt x="119040" y="102857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4" name="Shape 11924"/>
            <p:cNvSpPr/>
            <p:nvPr/>
          </p:nvSpPr>
          <p:spPr>
            <a:xfrm>
              <a:off x="2239963" y="2205038"/>
              <a:ext cx="33337" cy="238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574" y="58125"/>
                  </a:moveTo>
                  <a:lnTo>
                    <a:pt x="39574" y="58125"/>
                  </a:lnTo>
                  <a:lnTo>
                    <a:pt x="77872" y="118125"/>
                  </a:lnTo>
                  <a:cubicBezTo>
                    <a:pt x="77872" y="58125"/>
                    <a:pt x="118723" y="58125"/>
                    <a:pt x="118723" y="58125"/>
                  </a:cubicBezTo>
                  <a:lnTo>
                    <a:pt x="118723" y="58125"/>
                  </a:lnTo>
                  <a:cubicBezTo>
                    <a:pt x="118723" y="58125"/>
                    <a:pt x="118723" y="58125"/>
                    <a:pt x="77872" y="58125"/>
                  </a:cubicBezTo>
                  <a:lnTo>
                    <a:pt x="77872" y="0"/>
                  </a:lnTo>
                  <a:lnTo>
                    <a:pt x="77872" y="0"/>
                  </a:lnTo>
                  <a:lnTo>
                    <a:pt x="39574" y="0"/>
                  </a:lnTo>
                  <a:lnTo>
                    <a:pt x="39574" y="0"/>
                  </a:lnTo>
                  <a:cubicBezTo>
                    <a:pt x="39574" y="58125"/>
                    <a:pt x="39574" y="58125"/>
                    <a:pt x="0" y="58125"/>
                  </a:cubicBezTo>
                  <a:cubicBezTo>
                    <a:pt x="39574" y="58125"/>
                    <a:pt x="39574" y="58125"/>
                    <a:pt x="39574" y="58125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5" name="Shape 11925"/>
            <p:cNvSpPr/>
            <p:nvPr/>
          </p:nvSpPr>
          <p:spPr>
            <a:xfrm>
              <a:off x="1169988" y="942975"/>
              <a:ext cx="168275" cy="5556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43" y="23846"/>
                  </a:moveTo>
                  <a:lnTo>
                    <a:pt x="119743" y="23846"/>
                  </a:lnTo>
                  <a:cubicBezTo>
                    <a:pt x="119743" y="23846"/>
                    <a:pt x="111520" y="23846"/>
                    <a:pt x="111520" y="0"/>
                  </a:cubicBezTo>
                  <a:lnTo>
                    <a:pt x="103554" y="0"/>
                  </a:lnTo>
                  <a:cubicBezTo>
                    <a:pt x="95588" y="0"/>
                    <a:pt x="95588" y="0"/>
                    <a:pt x="87880" y="23846"/>
                  </a:cubicBezTo>
                  <a:cubicBezTo>
                    <a:pt x="87880" y="23846"/>
                    <a:pt x="87880" y="23846"/>
                    <a:pt x="79657" y="23846"/>
                  </a:cubicBezTo>
                  <a:cubicBezTo>
                    <a:pt x="71691" y="23846"/>
                    <a:pt x="71691" y="23846"/>
                    <a:pt x="63725" y="0"/>
                  </a:cubicBezTo>
                  <a:cubicBezTo>
                    <a:pt x="56017" y="0"/>
                    <a:pt x="56017" y="0"/>
                    <a:pt x="47794" y="0"/>
                  </a:cubicBezTo>
                  <a:lnTo>
                    <a:pt x="47794" y="0"/>
                  </a:lnTo>
                  <a:cubicBezTo>
                    <a:pt x="39828" y="0"/>
                    <a:pt x="31862" y="0"/>
                    <a:pt x="24154" y="0"/>
                  </a:cubicBezTo>
                  <a:cubicBezTo>
                    <a:pt x="24154" y="0"/>
                    <a:pt x="24154" y="0"/>
                    <a:pt x="24154" y="23846"/>
                  </a:cubicBezTo>
                  <a:lnTo>
                    <a:pt x="24154" y="47692"/>
                  </a:lnTo>
                  <a:lnTo>
                    <a:pt x="24154" y="47692"/>
                  </a:lnTo>
                  <a:cubicBezTo>
                    <a:pt x="15931" y="47692"/>
                    <a:pt x="15931" y="47692"/>
                    <a:pt x="15931" y="71538"/>
                  </a:cubicBezTo>
                  <a:cubicBezTo>
                    <a:pt x="15931" y="71538"/>
                    <a:pt x="15931" y="71538"/>
                    <a:pt x="7965" y="71538"/>
                  </a:cubicBezTo>
                  <a:lnTo>
                    <a:pt x="7965" y="71538"/>
                  </a:lnTo>
                  <a:lnTo>
                    <a:pt x="0" y="71538"/>
                  </a:lnTo>
                  <a:lnTo>
                    <a:pt x="7965" y="71538"/>
                  </a:lnTo>
                  <a:cubicBezTo>
                    <a:pt x="7965" y="71538"/>
                    <a:pt x="7965" y="71538"/>
                    <a:pt x="15931" y="95384"/>
                  </a:cubicBezTo>
                  <a:cubicBezTo>
                    <a:pt x="15931" y="95384"/>
                    <a:pt x="24154" y="95384"/>
                    <a:pt x="24154" y="119230"/>
                  </a:cubicBezTo>
                  <a:lnTo>
                    <a:pt x="31862" y="119230"/>
                  </a:lnTo>
                  <a:lnTo>
                    <a:pt x="31862" y="119230"/>
                  </a:lnTo>
                  <a:cubicBezTo>
                    <a:pt x="31862" y="119230"/>
                    <a:pt x="56017" y="95384"/>
                    <a:pt x="63725" y="95384"/>
                  </a:cubicBezTo>
                  <a:lnTo>
                    <a:pt x="63725" y="95384"/>
                  </a:lnTo>
                  <a:lnTo>
                    <a:pt x="63725" y="71538"/>
                  </a:lnTo>
                  <a:cubicBezTo>
                    <a:pt x="63725" y="47692"/>
                    <a:pt x="71691" y="47692"/>
                    <a:pt x="79657" y="47692"/>
                  </a:cubicBezTo>
                  <a:lnTo>
                    <a:pt x="79657" y="47692"/>
                  </a:lnTo>
                  <a:lnTo>
                    <a:pt x="79657" y="47692"/>
                  </a:lnTo>
                  <a:lnTo>
                    <a:pt x="79657" y="47692"/>
                  </a:lnTo>
                  <a:cubicBezTo>
                    <a:pt x="87880" y="47692"/>
                    <a:pt x="87880" y="47692"/>
                    <a:pt x="87880" y="47692"/>
                  </a:cubicBezTo>
                  <a:cubicBezTo>
                    <a:pt x="95588" y="47692"/>
                    <a:pt x="95588" y="23846"/>
                    <a:pt x="103554" y="23846"/>
                  </a:cubicBezTo>
                  <a:cubicBezTo>
                    <a:pt x="103554" y="23846"/>
                    <a:pt x="111520" y="23846"/>
                    <a:pt x="119743" y="23846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6" name="Shape 11926"/>
            <p:cNvSpPr/>
            <p:nvPr/>
          </p:nvSpPr>
          <p:spPr>
            <a:xfrm>
              <a:off x="1984375" y="754063"/>
              <a:ext cx="22225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116250"/>
                  </a:lnTo>
                  <a:cubicBezTo>
                    <a:pt x="59047" y="116250"/>
                    <a:pt x="59047" y="116250"/>
                    <a:pt x="118095" y="116250"/>
                  </a:cubicBezTo>
                  <a:cubicBezTo>
                    <a:pt x="118095" y="116250"/>
                    <a:pt x="118095" y="116250"/>
                    <a:pt x="59047" y="116250"/>
                  </a:cubicBezTo>
                  <a:cubicBezTo>
                    <a:pt x="59047" y="116250"/>
                    <a:pt x="59047" y="0"/>
                    <a:pt x="0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7" name="Shape 11927"/>
            <p:cNvSpPr/>
            <p:nvPr/>
          </p:nvSpPr>
          <p:spPr>
            <a:xfrm>
              <a:off x="1893888" y="865188"/>
              <a:ext cx="123825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7894" y="116250"/>
                  </a:moveTo>
                  <a:lnTo>
                    <a:pt x="97894" y="116250"/>
                  </a:lnTo>
                  <a:lnTo>
                    <a:pt x="87017" y="116250"/>
                  </a:lnTo>
                  <a:lnTo>
                    <a:pt x="87017" y="116250"/>
                  </a:lnTo>
                  <a:lnTo>
                    <a:pt x="76140" y="116250"/>
                  </a:lnTo>
                  <a:lnTo>
                    <a:pt x="65263" y="116250"/>
                  </a:lnTo>
                  <a:cubicBezTo>
                    <a:pt x="54385" y="116250"/>
                    <a:pt x="54385" y="116250"/>
                    <a:pt x="54385" y="116250"/>
                  </a:cubicBezTo>
                  <a:cubicBezTo>
                    <a:pt x="43508" y="0"/>
                    <a:pt x="43508" y="0"/>
                    <a:pt x="43508" y="0"/>
                  </a:cubicBezTo>
                  <a:lnTo>
                    <a:pt x="43508" y="0"/>
                  </a:lnTo>
                  <a:cubicBezTo>
                    <a:pt x="32631" y="0"/>
                    <a:pt x="32631" y="0"/>
                    <a:pt x="32631" y="0"/>
                  </a:cubicBezTo>
                  <a:lnTo>
                    <a:pt x="21754" y="0"/>
                  </a:lnTo>
                  <a:lnTo>
                    <a:pt x="10877" y="0"/>
                  </a:lnTo>
                  <a:lnTo>
                    <a:pt x="10877" y="0"/>
                  </a:lnTo>
                  <a:cubicBezTo>
                    <a:pt x="10877" y="0"/>
                    <a:pt x="10877" y="116250"/>
                    <a:pt x="0" y="116250"/>
                  </a:cubicBezTo>
                  <a:lnTo>
                    <a:pt x="0" y="116250"/>
                  </a:lnTo>
                  <a:cubicBezTo>
                    <a:pt x="10877" y="116250"/>
                    <a:pt x="10877" y="116250"/>
                    <a:pt x="10877" y="116250"/>
                  </a:cubicBezTo>
                  <a:lnTo>
                    <a:pt x="21754" y="116250"/>
                  </a:lnTo>
                  <a:cubicBezTo>
                    <a:pt x="21754" y="116250"/>
                    <a:pt x="21754" y="0"/>
                    <a:pt x="32631" y="0"/>
                  </a:cubicBezTo>
                  <a:lnTo>
                    <a:pt x="32631" y="116250"/>
                  </a:lnTo>
                  <a:lnTo>
                    <a:pt x="32631" y="116250"/>
                  </a:lnTo>
                  <a:cubicBezTo>
                    <a:pt x="43508" y="116250"/>
                    <a:pt x="43508" y="116250"/>
                    <a:pt x="43508" y="116250"/>
                  </a:cubicBezTo>
                  <a:cubicBezTo>
                    <a:pt x="54385" y="116250"/>
                    <a:pt x="54385" y="116250"/>
                    <a:pt x="54385" y="116250"/>
                  </a:cubicBezTo>
                  <a:lnTo>
                    <a:pt x="54385" y="116250"/>
                  </a:lnTo>
                  <a:cubicBezTo>
                    <a:pt x="65263" y="116250"/>
                    <a:pt x="65263" y="116250"/>
                    <a:pt x="65263" y="116250"/>
                  </a:cubicBezTo>
                  <a:lnTo>
                    <a:pt x="65263" y="116250"/>
                  </a:lnTo>
                  <a:lnTo>
                    <a:pt x="65263" y="116250"/>
                  </a:lnTo>
                  <a:cubicBezTo>
                    <a:pt x="76140" y="116250"/>
                    <a:pt x="87017" y="116250"/>
                    <a:pt x="97894" y="116250"/>
                  </a:cubicBezTo>
                  <a:lnTo>
                    <a:pt x="97894" y="116250"/>
                  </a:lnTo>
                  <a:cubicBezTo>
                    <a:pt x="97894" y="116250"/>
                    <a:pt x="97894" y="116250"/>
                    <a:pt x="108771" y="116250"/>
                  </a:cubicBezTo>
                  <a:lnTo>
                    <a:pt x="108771" y="116250"/>
                  </a:lnTo>
                  <a:lnTo>
                    <a:pt x="119649" y="116250"/>
                  </a:lnTo>
                  <a:lnTo>
                    <a:pt x="119649" y="116250"/>
                  </a:lnTo>
                  <a:lnTo>
                    <a:pt x="119649" y="0"/>
                  </a:lnTo>
                  <a:lnTo>
                    <a:pt x="119649" y="0"/>
                  </a:lnTo>
                  <a:lnTo>
                    <a:pt x="119649" y="0"/>
                  </a:lnTo>
                  <a:cubicBezTo>
                    <a:pt x="119649" y="0"/>
                    <a:pt x="108771" y="116250"/>
                    <a:pt x="97894" y="11625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8" name="Shape 11928"/>
            <p:cNvSpPr/>
            <p:nvPr/>
          </p:nvSpPr>
          <p:spPr>
            <a:xfrm>
              <a:off x="1995488" y="842963"/>
              <a:ext cx="22225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18095" y="0"/>
                    <a:pt x="118095" y="0"/>
                    <a:pt x="118095" y="0"/>
                  </a:cubicBezTo>
                  <a:lnTo>
                    <a:pt x="59047" y="0"/>
                  </a:lnTo>
                  <a:lnTo>
                    <a:pt x="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9" name="Shape 11929"/>
            <p:cNvSpPr/>
            <p:nvPr/>
          </p:nvSpPr>
          <p:spPr>
            <a:xfrm>
              <a:off x="2062163" y="742950"/>
              <a:ext cx="77787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385" y="0"/>
                  </a:moveTo>
                  <a:lnTo>
                    <a:pt x="102385" y="0"/>
                  </a:lnTo>
                  <a:lnTo>
                    <a:pt x="102385" y="0"/>
                  </a:lnTo>
                  <a:cubicBezTo>
                    <a:pt x="85321" y="0"/>
                    <a:pt x="85321" y="0"/>
                    <a:pt x="68256" y="0"/>
                  </a:cubicBezTo>
                  <a:lnTo>
                    <a:pt x="50642" y="0"/>
                  </a:lnTo>
                  <a:cubicBezTo>
                    <a:pt x="50642" y="59047"/>
                    <a:pt x="34128" y="59047"/>
                    <a:pt x="34128" y="59047"/>
                  </a:cubicBezTo>
                  <a:lnTo>
                    <a:pt x="34128" y="59047"/>
                  </a:lnTo>
                  <a:cubicBezTo>
                    <a:pt x="17064" y="59047"/>
                    <a:pt x="17064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59047"/>
                  </a:lnTo>
                  <a:cubicBezTo>
                    <a:pt x="17064" y="59047"/>
                    <a:pt x="34128" y="59047"/>
                    <a:pt x="34128" y="59047"/>
                  </a:cubicBezTo>
                  <a:cubicBezTo>
                    <a:pt x="34128" y="118095"/>
                    <a:pt x="34128" y="118095"/>
                    <a:pt x="34128" y="118095"/>
                  </a:cubicBezTo>
                  <a:lnTo>
                    <a:pt x="34128" y="118095"/>
                  </a:lnTo>
                  <a:lnTo>
                    <a:pt x="34128" y="118095"/>
                  </a:lnTo>
                  <a:lnTo>
                    <a:pt x="50642" y="118095"/>
                  </a:lnTo>
                  <a:lnTo>
                    <a:pt x="50642" y="118095"/>
                  </a:lnTo>
                  <a:cubicBezTo>
                    <a:pt x="50642" y="118095"/>
                    <a:pt x="50642" y="118095"/>
                    <a:pt x="68256" y="118095"/>
                  </a:cubicBezTo>
                  <a:cubicBezTo>
                    <a:pt x="85321" y="118095"/>
                    <a:pt x="102385" y="59047"/>
                    <a:pt x="102385" y="59047"/>
                  </a:cubicBezTo>
                  <a:lnTo>
                    <a:pt x="119449" y="59047"/>
                  </a:lnTo>
                  <a:cubicBezTo>
                    <a:pt x="102385" y="0"/>
                    <a:pt x="102385" y="0"/>
                    <a:pt x="102385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0" name="Shape 11930"/>
            <p:cNvSpPr/>
            <p:nvPr/>
          </p:nvSpPr>
          <p:spPr>
            <a:xfrm>
              <a:off x="2039938" y="776288"/>
              <a:ext cx="33337" cy="15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39574" y="0"/>
                    <a:pt x="39574" y="0"/>
                    <a:pt x="39574" y="0"/>
                  </a:cubicBezTo>
                  <a:cubicBezTo>
                    <a:pt x="79148" y="0"/>
                    <a:pt x="79148" y="0"/>
                    <a:pt x="79148" y="0"/>
                  </a:cubicBezTo>
                  <a:lnTo>
                    <a:pt x="118723" y="0"/>
                  </a:lnTo>
                  <a:lnTo>
                    <a:pt x="118723" y="0"/>
                  </a:lnTo>
                  <a:lnTo>
                    <a:pt x="79148" y="0"/>
                  </a:lnTo>
                  <a:lnTo>
                    <a:pt x="0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1" name="Shape 11931"/>
            <p:cNvSpPr/>
            <p:nvPr/>
          </p:nvSpPr>
          <p:spPr>
            <a:xfrm>
              <a:off x="2039938" y="742950"/>
              <a:ext cx="368300" cy="1127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984" y="23922"/>
                  </a:moveTo>
                  <a:lnTo>
                    <a:pt x="108984" y="23922"/>
                  </a:lnTo>
                  <a:cubicBezTo>
                    <a:pt x="108984" y="23922"/>
                    <a:pt x="108984" y="23922"/>
                    <a:pt x="108984" y="11961"/>
                  </a:cubicBezTo>
                  <a:cubicBezTo>
                    <a:pt x="112617" y="11961"/>
                    <a:pt x="112617" y="11961"/>
                    <a:pt x="112617" y="11961"/>
                  </a:cubicBezTo>
                  <a:lnTo>
                    <a:pt x="116132" y="11961"/>
                  </a:lnTo>
                  <a:lnTo>
                    <a:pt x="116132" y="11961"/>
                  </a:lnTo>
                  <a:cubicBezTo>
                    <a:pt x="119882" y="11961"/>
                    <a:pt x="119882" y="11961"/>
                    <a:pt x="119882" y="11961"/>
                  </a:cubicBezTo>
                  <a:lnTo>
                    <a:pt x="119882" y="11961"/>
                  </a:lnTo>
                  <a:lnTo>
                    <a:pt x="119882" y="11961"/>
                  </a:lnTo>
                  <a:cubicBezTo>
                    <a:pt x="116132" y="11961"/>
                    <a:pt x="116132" y="11961"/>
                    <a:pt x="116132" y="0"/>
                  </a:cubicBezTo>
                  <a:lnTo>
                    <a:pt x="112617" y="0"/>
                  </a:lnTo>
                  <a:cubicBezTo>
                    <a:pt x="112617" y="0"/>
                    <a:pt x="112617" y="0"/>
                    <a:pt x="108984" y="0"/>
                  </a:cubicBezTo>
                  <a:cubicBezTo>
                    <a:pt x="108984" y="0"/>
                    <a:pt x="108984" y="0"/>
                    <a:pt x="105351" y="0"/>
                  </a:cubicBezTo>
                  <a:lnTo>
                    <a:pt x="105351" y="0"/>
                  </a:lnTo>
                  <a:lnTo>
                    <a:pt x="101601" y="0"/>
                  </a:lnTo>
                  <a:cubicBezTo>
                    <a:pt x="101601" y="0"/>
                    <a:pt x="98085" y="0"/>
                    <a:pt x="94453" y="11961"/>
                  </a:cubicBezTo>
                  <a:lnTo>
                    <a:pt x="94453" y="11961"/>
                  </a:lnTo>
                  <a:cubicBezTo>
                    <a:pt x="90820" y="11961"/>
                    <a:pt x="90820" y="11961"/>
                    <a:pt x="87070" y="11961"/>
                  </a:cubicBezTo>
                  <a:lnTo>
                    <a:pt x="87070" y="11961"/>
                  </a:lnTo>
                  <a:cubicBezTo>
                    <a:pt x="87070" y="0"/>
                    <a:pt x="83554" y="0"/>
                    <a:pt x="83554" y="0"/>
                  </a:cubicBezTo>
                  <a:lnTo>
                    <a:pt x="83554" y="0"/>
                  </a:lnTo>
                  <a:cubicBezTo>
                    <a:pt x="83554" y="0"/>
                    <a:pt x="83554" y="0"/>
                    <a:pt x="79921" y="0"/>
                  </a:cubicBezTo>
                  <a:lnTo>
                    <a:pt x="79921" y="0"/>
                  </a:lnTo>
                  <a:lnTo>
                    <a:pt x="76289" y="0"/>
                  </a:lnTo>
                  <a:lnTo>
                    <a:pt x="76289" y="0"/>
                  </a:lnTo>
                  <a:cubicBezTo>
                    <a:pt x="72539" y="0"/>
                    <a:pt x="69023" y="0"/>
                    <a:pt x="69023" y="0"/>
                  </a:cubicBezTo>
                  <a:lnTo>
                    <a:pt x="65390" y="0"/>
                  </a:lnTo>
                  <a:lnTo>
                    <a:pt x="65390" y="0"/>
                  </a:lnTo>
                  <a:cubicBezTo>
                    <a:pt x="61757" y="0"/>
                    <a:pt x="61757" y="0"/>
                    <a:pt x="58007" y="0"/>
                  </a:cubicBezTo>
                  <a:lnTo>
                    <a:pt x="58007" y="0"/>
                  </a:lnTo>
                  <a:cubicBezTo>
                    <a:pt x="58007" y="11961"/>
                    <a:pt x="58007" y="11961"/>
                    <a:pt x="54492" y="11961"/>
                  </a:cubicBezTo>
                  <a:cubicBezTo>
                    <a:pt x="54492" y="11961"/>
                    <a:pt x="54492" y="11961"/>
                    <a:pt x="50859" y="11961"/>
                  </a:cubicBezTo>
                  <a:cubicBezTo>
                    <a:pt x="47226" y="0"/>
                    <a:pt x="43476" y="0"/>
                    <a:pt x="39960" y="0"/>
                  </a:cubicBezTo>
                  <a:lnTo>
                    <a:pt x="36328" y="0"/>
                  </a:lnTo>
                  <a:cubicBezTo>
                    <a:pt x="36328" y="47845"/>
                    <a:pt x="36328" y="47845"/>
                    <a:pt x="36328" y="47845"/>
                  </a:cubicBezTo>
                  <a:lnTo>
                    <a:pt x="36328" y="47845"/>
                  </a:lnTo>
                  <a:lnTo>
                    <a:pt x="32695" y="47845"/>
                  </a:lnTo>
                  <a:lnTo>
                    <a:pt x="29062" y="47845"/>
                  </a:lnTo>
                  <a:lnTo>
                    <a:pt x="25429" y="47845"/>
                  </a:lnTo>
                  <a:lnTo>
                    <a:pt x="25429" y="59807"/>
                  </a:lnTo>
                  <a:cubicBezTo>
                    <a:pt x="25429" y="59807"/>
                    <a:pt x="25429" y="59807"/>
                    <a:pt x="21796" y="59807"/>
                  </a:cubicBezTo>
                  <a:cubicBezTo>
                    <a:pt x="21796" y="59807"/>
                    <a:pt x="21796" y="59807"/>
                    <a:pt x="18046" y="59807"/>
                  </a:cubicBezTo>
                  <a:cubicBezTo>
                    <a:pt x="18046" y="59807"/>
                    <a:pt x="14531" y="59807"/>
                    <a:pt x="7265" y="59807"/>
                  </a:cubicBezTo>
                  <a:cubicBezTo>
                    <a:pt x="10898" y="71768"/>
                    <a:pt x="10898" y="71768"/>
                    <a:pt x="10898" y="71768"/>
                  </a:cubicBezTo>
                  <a:cubicBezTo>
                    <a:pt x="10898" y="71768"/>
                    <a:pt x="10898" y="83729"/>
                    <a:pt x="7265" y="83729"/>
                  </a:cubicBezTo>
                  <a:cubicBezTo>
                    <a:pt x="7265" y="83729"/>
                    <a:pt x="7265" y="83729"/>
                    <a:pt x="3632" y="83729"/>
                  </a:cubicBezTo>
                  <a:lnTo>
                    <a:pt x="3632" y="83729"/>
                  </a:lnTo>
                  <a:lnTo>
                    <a:pt x="3632" y="83729"/>
                  </a:lnTo>
                  <a:cubicBezTo>
                    <a:pt x="3632" y="83729"/>
                    <a:pt x="3632" y="95691"/>
                    <a:pt x="0" y="95691"/>
                  </a:cubicBezTo>
                  <a:lnTo>
                    <a:pt x="0" y="95691"/>
                  </a:lnTo>
                  <a:cubicBezTo>
                    <a:pt x="7265" y="95691"/>
                    <a:pt x="7265" y="95691"/>
                    <a:pt x="7265" y="95691"/>
                  </a:cubicBezTo>
                  <a:cubicBezTo>
                    <a:pt x="0" y="119614"/>
                    <a:pt x="0" y="119614"/>
                    <a:pt x="0" y="119614"/>
                  </a:cubicBezTo>
                  <a:lnTo>
                    <a:pt x="0" y="119614"/>
                  </a:lnTo>
                  <a:cubicBezTo>
                    <a:pt x="3632" y="119614"/>
                    <a:pt x="3632" y="119614"/>
                    <a:pt x="3632" y="119614"/>
                  </a:cubicBezTo>
                  <a:cubicBezTo>
                    <a:pt x="7265" y="119614"/>
                    <a:pt x="7265" y="119614"/>
                    <a:pt x="7265" y="119614"/>
                  </a:cubicBezTo>
                  <a:cubicBezTo>
                    <a:pt x="7265" y="119614"/>
                    <a:pt x="7265" y="119614"/>
                    <a:pt x="10898" y="119614"/>
                  </a:cubicBezTo>
                  <a:cubicBezTo>
                    <a:pt x="10898" y="119614"/>
                    <a:pt x="14531" y="119614"/>
                    <a:pt x="18046" y="119614"/>
                  </a:cubicBezTo>
                  <a:cubicBezTo>
                    <a:pt x="18046" y="119614"/>
                    <a:pt x="18046" y="119614"/>
                    <a:pt x="21796" y="119614"/>
                  </a:cubicBezTo>
                  <a:cubicBezTo>
                    <a:pt x="21796" y="119614"/>
                    <a:pt x="18046" y="119614"/>
                    <a:pt x="21796" y="107652"/>
                  </a:cubicBezTo>
                  <a:cubicBezTo>
                    <a:pt x="21796" y="107652"/>
                    <a:pt x="21796" y="107652"/>
                    <a:pt x="25429" y="107652"/>
                  </a:cubicBezTo>
                  <a:lnTo>
                    <a:pt x="25429" y="107652"/>
                  </a:lnTo>
                  <a:lnTo>
                    <a:pt x="29062" y="107652"/>
                  </a:lnTo>
                  <a:lnTo>
                    <a:pt x="32695" y="107652"/>
                  </a:lnTo>
                  <a:lnTo>
                    <a:pt x="32695" y="95691"/>
                  </a:lnTo>
                  <a:cubicBezTo>
                    <a:pt x="29062" y="95691"/>
                    <a:pt x="29062" y="95691"/>
                    <a:pt x="29062" y="95691"/>
                  </a:cubicBezTo>
                  <a:cubicBezTo>
                    <a:pt x="29062" y="95691"/>
                    <a:pt x="29062" y="95691"/>
                    <a:pt x="25429" y="95691"/>
                  </a:cubicBezTo>
                  <a:lnTo>
                    <a:pt x="21796" y="95691"/>
                  </a:lnTo>
                  <a:cubicBezTo>
                    <a:pt x="21796" y="95691"/>
                    <a:pt x="18046" y="95691"/>
                    <a:pt x="18046" y="83729"/>
                  </a:cubicBezTo>
                  <a:cubicBezTo>
                    <a:pt x="18046" y="83729"/>
                    <a:pt x="18046" y="71768"/>
                    <a:pt x="21796" y="71768"/>
                  </a:cubicBezTo>
                  <a:lnTo>
                    <a:pt x="25429" y="71768"/>
                  </a:lnTo>
                  <a:cubicBezTo>
                    <a:pt x="29062" y="71768"/>
                    <a:pt x="29062" y="71768"/>
                    <a:pt x="29062" y="71768"/>
                  </a:cubicBezTo>
                  <a:cubicBezTo>
                    <a:pt x="32695" y="71768"/>
                    <a:pt x="32695" y="71768"/>
                    <a:pt x="32695" y="71768"/>
                  </a:cubicBezTo>
                  <a:cubicBezTo>
                    <a:pt x="36328" y="71768"/>
                    <a:pt x="36328" y="71768"/>
                    <a:pt x="36328" y="71768"/>
                  </a:cubicBezTo>
                  <a:cubicBezTo>
                    <a:pt x="39960" y="71768"/>
                    <a:pt x="39960" y="71768"/>
                    <a:pt x="39960" y="71768"/>
                  </a:cubicBezTo>
                  <a:lnTo>
                    <a:pt x="43476" y="71768"/>
                  </a:lnTo>
                  <a:lnTo>
                    <a:pt x="43476" y="71768"/>
                  </a:lnTo>
                  <a:cubicBezTo>
                    <a:pt x="43476" y="59807"/>
                    <a:pt x="43476" y="59807"/>
                    <a:pt x="47226" y="59807"/>
                  </a:cubicBezTo>
                  <a:lnTo>
                    <a:pt x="47226" y="59807"/>
                  </a:lnTo>
                  <a:lnTo>
                    <a:pt x="50859" y="59807"/>
                  </a:lnTo>
                  <a:cubicBezTo>
                    <a:pt x="54492" y="59807"/>
                    <a:pt x="54492" y="59807"/>
                    <a:pt x="58007" y="59807"/>
                  </a:cubicBezTo>
                  <a:lnTo>
                    <a:pt x="58007" y="59807"/>
                  </a:lnTo>
                  <a:lnTo>
                    <a:pt x="61757" y="59807"/>
                  </a:lnTo>
                  <a:lnTo>
                    <a:pt x="61757" y="59807"/>
                  </a:lnTo>
                  <a:cubicBezTo>
                    <a:pt x="65390" y="59807"/>
                    <a:pt x="65390" y="59807"/>
                    <a:pt x="65390" y="59807"/>
                  </a:cubicBezTo>
                  <a:lnTo>
                    <a:pt x="65390" y="47845"/>
                  </a:lnTo>
                  <a:cubicBezTo>
                    <a:pt x="65390" y="35884"/>
                    <a:pt x="65390" y="35884"/>
                    <a:pt x="65390" y="35884"/>
                  </a:cubicBezTo>
                  <a:cubicBezTo>
                    <a:pt x="69023" y="47845"/>
                    <a:pt x="69023" y="47845"/>
                    <a:pt x="69023" y="47845"/>
                  </a:cubicBezTo>
                  <a:cubicBezTo>
                    <a:pt x="69023" y="47845"/>
                    <a:pt x="72539" y="47845"/>
                    <a:pt x="76289" y="47845"/>
                  </a:cubicBezTo>
                  <a:lnTo>
                    <a:pt x="76289" y="47845"/>
                  </a:lnTo>
                  <a:cubicBezTo>
                    <a:pt x="79921" y="35884"/>
                    <a:pt x="87070" y="35884"/>
                    <a:pt x="90820" y="35884"/>
                  </a:cubicBezTo>
                  <a:lnTo>
                    <a:pt x="90820" y="35884"/>
                  </a:lnTo>
                  <a:lnTo>
                    <a:pt x="90820" y="35884"/>
                  </a:lnTo>
                  <a:cubicBezTo>
                    <a:pt x="90820" y="35884"/>
                    <a:pt x="94453" y="35884"/>
                    <a:pt x="98085" y="35884"/>
                  </a:cubicBezTo>
                  <a:cubicBezTo>
                    <a:pt x="98085" y="23922"/>
                    <a:pt x="101601" y="23922"/>
                    <a:pt x="105351" y="23922"/>
                  </a:cubicBezTo>
                  <a:lnTo>
                    <a:pt x="108984" y="23922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2" name="Shape 11932"/>
            <p:cNvSpPr/>
            <p:nvPr/>
          </p:nvSpPr>
          <p:spPr>
            <a:xfrm>
              <a:off x="1973263" y="809625"/>
              <a:ext cx="55562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384" y="116250"/>
                  </a:moveTo>
                  <a:lnTo>
                    <a:pt x="95384" y="116250"/>
                  </a:lnTo>
                  <a:cubicBezTo>
                    <a:pt x="71538" y="0"/>
                    <a:pt x="71538" y="0"/>
                    <a:pt x="47692" y="0"/>
                  </a:cubicBezTo>
                  <a:cubicBezTo>
                    <a:pt x="47692" y="0"/>
                    <a:pt x="23846" y="0"/>
                    <a:pt x="0" y="0"/>
                  </a:cubicBezTo>
                  <a:cubicBezTo>
                    <a:pt x="23846" y="0"/>
                    <a:pt x="23846" y="0"/>
                    <a:pt x="23846" y="0"/>
                  </a:cubicBezTo>
                  <a:lnTo>
                    <a:pt x="23846" y="0"/>
                  </a:lnTo>
                  <a:lnTo>
                    <a:pt x="23846" y="0"/>
                  </a:lnTo>
                  <a:cubicBezTo>
                    <a:pt x="23846" y="0"/>
                    <a:pt x="23846" y="0"/>
                    <a:pt x="47692" y="0"/>
                  </a:cubicBezTo>
                  <a:cubicBezTo>
                    <a:pt x="71538" y="0"/>
                    <a:pt x="71538" y="116250"/>
                    <a:pt x="95384" y="116250"/>
                  </a:cubicBezTo>
                  <a:lnTo>
                    <a:pt x="95384" y="116250"/>
                  </a:lnTo>
                  <a:lnTo>
                    <a:pt x="119230" y="116250"/>
                  </a:lnTo>
                  <a:lnTo>
                    <a:pt x="119230" y="116250"/>
                  </a:lnTo>
                  <a:lnTo>
                    <a:pt x="95384" y="11625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3" name="Shape 11933"/>
            <p:cNvSpPr/>
            <p:nvPr/>
          </p:nvSpPr>
          <p:spPr>
            <a:xfrm>
              <a:off x="2062163" y="876300"/>
              <a:ext cx="22225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095" y="0"/>
                  </a:moveTo>
                  <a:lnTo>
                    <a:pt x="118095" y="0"/>
                  </a:lnTo>
                  <a:lnTo>
                    <a:pt x="118095" y="0"/>
                  </a:lnTo>
                  <a:lnTo>
                    <a:pt x="118095" y="0"/>
                  </a:lnTo>
                  <a:cubicBezTo>
                    <a:pt x="118095" y="0"/>
                    <a:pt x="118095" y="0"/>
                    <a:pt x="59047" y="0"/>
                  </a:cubicBezTo>
                  <a:cubicBezTo>
                    <a:pt x="59047" y="0"/>
                    <a:pt x="59047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116250"/>
                  </a:cubicBezTo>
                  <a:cubicBezTo>
                    <a:pt x="59047" y="116250"/>
                    <a:pt x="59047" y="116250"/>
                    <a:pt x="118095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4" name="Shape 11934"/>
            <p:cNvSpPr/>
            <p:nvPr/>
          </p:nvSpPr>
          <p:spPr>
            <a:xfrm>
              <a:off x="1882775" y="765175"/>
              <a:ext cx="66675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465" y="0"/>
                  </a:moveTo>
                  <a:lnTo>
                    <a:pt x="99465" y="0"/>
                  </a:lnTo>
                  <a:cubicBezTo>
                    <a:pt x="79572" y="0"/>
                    <a:pt x="79572" y="0"/>
                    <a:pt x="59679" y="0"/>
                  </a:cubicBezTo>
                  <a:cubicBezTo>
                    <a:pt x="59679" y="0"/>
                    <a:pt x="39786" y="0"/>
                    <a:pt x="19893" y="0"/>
                  </a:cubicBezTo>
                  <a:cubicBezTo>
                    <a:pt x="19893" y="116250"/>
                    <a:pt x="0" y="116250"/>
                    <a:pt x="0" y="116250"/>
                  </a:cubicBezTo>
                  <a:lnTo>
                    <a:pt x="19893" y="116250"/>
                  </a:lnTo>
                  <a:lnTo>
                    <a:pt x="39786" y="116250"/>
                  </a:lnTo>
                  <a:cubicBezTo>
                    <a:pt x="59679" y="116250"/>
                    <a:pt x="59679" y="116250"/>
                    <a:pt x="59679" y="116250"/>
                  </a:cubicBezTo>
                  <a:cubicBezTo>
                    <a:pt x="59679" y="116250"/>
                    <a:pt x="79572" y="116250"/>
                    <a:pt x="99465" y="116250"/>
                  </a:cubicBezTo>
                  <a:lnTo>
                    <a:pt x="99465" y="0"/>
                  </a:lnTo>
                  <a:lnTo>
                    <a:pt x="119358" y="0"/>
                  </a:lnTo>
                  <a:lnTo>
                    <a:pt x="99465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5" name="Shape 11935"/>
            <p:cNvSpPr/>
            <p:nvPr/>
          </p:nvSpPr>
          <p:spPr>
            <a:xfrm>
              <a:off x="2017713" y="1166813"/>
              <a:ext cx="11112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250" y="116250"/>
                  </a:moveTo>
                  <a:lnTo>
                    <a:pt x="116250" y="116250"/>
                  </a:lnTo>
                  <a:cubicBezTo>
                    <a:pt x="116250" y="0"/>
                    <a:pt x="116250" y="0"/>
                    <a:pt x="116250" y="0"/>
                  </a:cubicBezTo>
                  <a:cubicBezTo>
                    <a:pt x="116250" y="0"/>
                    <a:pt x="116250" y="0"/>
                    <a:pt x="0" y="0"/>
                  </a:cubicBezTo>
                  <a:lnTo>
                    <a:pt x="0" y="0"/>
                  </a:lnTo>
                  <a:cubicBezTo>
                    <a:pt x="116250" y="0"/>
                    <a:pt x="116250" y="116250"/>
                    <a:pt x="116250" y="11625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6" name="Shape 11936"/>
            <p:cNvSpPr/>
            <p:nvPr/>
          </p:nvSpPr>
          <p:spPr>
            <a:xfrm>
              <a:off x="1951038" y="1144588"/>
              <a:ext cx="55562" cy="333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7692" y="39574"/>
                  </a:moveTo>
                  <a:lnTo>
                    <a:pt x="47692" y="39574"/>
                  </a:lnTo>
                  <a:cubicBezTo>
                    <a:pt x="47692" y="79148"/>
                    <a:pt x="47692" y="79148"/>
                    <a:pt x="47692" y="79148"/>
                  </a:cubicBezTo>
                  <a:cubicBezTo>
                    <a:pt x="23846" y="0"/>
                    <a:pt x="23846" y="0"/>
                    <a:pt x="23846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39574"/>
                    <a:pt x="0" y="39574"/>
                    <a:pt x="0" y="39574"/>
                  </a:cubicBezTo>
                  <a:lnTo>
                    <a:pt x="0" y="39574"/>
                  </a:lnTo>
                  <a:cubicBezTo>
                    <a:pt x="0" y="79148"/>
                    <a:pt x="0" y="79148"/>
                    <a:pt x="0" y="79148"/>
                  </a:cubicBezTo>
                  <a:lnTo>
                    <a:pt x="0" y="79148"/>
                  </a:lnTo>
                  <a:cubicBezTo>
                    <a:pt x="23846" y="79148"/>
                    <a:pt x="23846" y="118723"/>
                    <a:pt x="23846" y="118723"/>
                  </a:cubicBezTo>
                  <a:lnTo>
                    <a:pt x="47692" y="118723"/>
                  </a:lnTo>
                  <a:lnTo>
                    <a:pt x="71538" y="118723"/>
                  </a:lnTo>
                  <a:cubicBezTo>
                    <a:pt x="71538" y="79148"/>
                    <a:pt x="95384" y="79148"/>
                    <a:pt x="95384" y="79148"/>
                  </a:cubicBezTo>
                  <a:lnTo>
                    <a:pt x="95384" y="79148"/>
                  </a:lnTo>
                  <a:lnTo>
                    <a:pt x="119230" y="79148"/>
                  </a:lnTo>
                  <a:lnTo>
                    <a:pt x="119230" y="79148"/>
                  </a:lnTo>
                  <a:cubicBezTo>
                    <a:pt x="119230" y="39574"/>
                    <a:pt x="119230" y="39574"/>
                    <a:pt x="95384" y="39574"/>
                  </a:cubicBezTo>
                  <a:lnTo>
                    <a:pt x="71538" y="39574"/>
                  </a:lnTo>
                  <a:lnTo>
                    <a:pt x="71538" y="39574"/>
                  </a:lnTo>
                  <a:cubicBezTo>
                    <a:pt x="47692" y="39574"/>
                    <a:pt x="47692" y="39574"/>
                    <a:pt x="47692" y="39574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7" name="Shape 11937"/>
            <p:cNvSpPr/>
            <p:nvPr/>
          </p:nvSpPr>
          <p:spPr>
            <a:xfrm>
              <a:off x="2419350" y="1122363"/>
              <a:ext cx="1588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6250"/>
                  </a:moveTo>
                  <a:lnTo>
                    <a:pt x="0" y="11625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11625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8" name="Shape 11938"/>
            <p:cNvSpPr/>
            <p:nvPr/>
          </p:nvSpPr>
          <p:spPr>
            <a:xfrm>
              <a:off x="2017713" y="987425"/>
              <a:ext cx="401637" cy="22383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973" y="5990"/>
                  </a:moveTo>
                  <a:lnTo>
                    <a:pt x="29973" y="5990"/>
                  </a:lnTo>
                  <a:cubicBezTo>
                    <a:pt x="26642" y="5990"/>
                    <a:pt x="26642" y="5990"/>
                    <a:pt x="26642" y="5990"/>
                  </a:cubicBezTo>
                  <a:cubicBezTo>
                    <a:pt x="23205" y="5990"/>
                    <a:pt x="23205" y="5990"/>
                    <a:pt x="23205" y="5990"/>
                  </a:cubicBezTo>
                  <a:lnTo>
                    <a:pt x="23205" y="5990"/>
                  </a:lnTo>
                  <a:lnTo>
                    <a:pt x="19982" y="5990"/>
                  </a:lnTo>
                  <a:cubicBezTo>
                    <a:pt x="19982" y="5990"/>
                    <a:pt x="19982" y="5990"/>
                    <a:pt x="16651" y="5990"/>
                  </a:cubicBezTo>
                  <a:cubicBezTo>
                    <a:pt x="16651" y="0"/>
                    <a:pt x="16651" y="0"/>
                    <a:pt x="16651" y="0"/>
                  </a:cubicBezTo>
                  <a:lnTo>
                    <a:pt x="16651" y="0"/>
                  </a:lnTo>
                  <a:lnTo>
                    <a:pt x="16651" y="0"/>
                  </a:lnTo>
                  <a:cubicBezTo>
                    <a:pt x="16651" y="0"/>
                    <a:pt x="13321" y="0"/>
                    <a:pt x="13321" y="5990"/>
                  </a:cubicBezTo>
                  <a:cubicBezTo>
                    <a:pt x="0" y="11980"/>
                    <a:pt x="0" y="11980"/>
                    <a:pt x="0" y="11980"/>
                  </a:cubicBezTo>
                  <a:lnTo>
                    <a:pt x="3330" y="17971"/>
                  </a:lnTo>
                  <a:lnTo>
                    <a:pt x="3330" y="17971"/>
                  </a:lnTo>
                  <a:lnTo>
                    <a:pt x="3330" y="17971"/>
                  </a:lnTo>
                  <a:lnTo>
                    <a:pt x="3330" y="17971"/>
                  </a:lnTo>
                  <a:lnTo>
                    <a:pt x="6660" y="17971"/>
                  </a:lnTo>
                  <a:lnTo>
                    <a:pt x="6660" y="17971"/>
                  </a:lnTo>
                  <a:cubicBezTo>
                    <a:pt x="9991" y="17971"/>
                    <a:pt x="9991" y="23961"/>
                    <a:pt x="9991" y="23961"/>
                  </a:cubicBezTo>
                  <a:lnTo>
                    <a:pt x="9991" y="23961"/>
                  </a:lnTo>
                  <a:cubicBezTo>
                    <a:pt x="13321" y="23961"/>
                    <a:pt x="13321" y="23961"/>
                    <a:pt x="13321" y="23961"/>
                  </a:cubicBezTo>
                  <a:cubicBezTo>
                    <a:pt x="16651" y="23961"/>
                    <a:pt x="16651" y="23961"/>
                    <a:pt x="16651" y="23961"/>
                  </a:cubicBezTo>
                  <a:lnTo>
                    <a:pt x="16651" y="23961"/>
                  </a:lnTo>
                  <a:cubicBezTo>
                    <a:pt x="19982" y="17971"/>
                    <a:pt x="19982" y="17971"/>
                    <a:pt x="19982" y="17971"/>
                  </a:cubicBezTo>
                  <a:cubicBezTo>
                    <a:pt x="19982" y="17971"/>
                    <a:pt x="19982" y="11980"/>
                    <a:pt x="23205" y="11980"/>
                  </a:cubicBezTo>
                  <a:cubicBezTo>
                    <a:pt x="23205" y="11980"/>
                    <a:pt x="23205" y="11980"/>
                    <a:pt x="26642" y="11980"/>
                  </a:cubicBezTo>
                  <a:cubicBezTo>
                    <a:pt x="26642" y="17971"/>
                    <a:pt x="26642" y="17971"/>
                    <a:pt x="26642" y="17971"/>
                  </a:cubicBezTo>
                  <a:lnTo>
                    <a:pt x="26642" y="17971"/>
                  </a:lnTo>
                  <a:cubicBezTo>
                    <a:pt x="29973" y="17971"/>
                    <a:pt x="29973" y="17971"/>
                    <a:pt x="33303" y="23961"/>
                  </a:cubicBezTo>
                  <a:cubicBezTo>
                    <a:pt x="36633" y="17971"/>
                    <a:pt x="36633" y="17971"/>
                    <a:pt x="36633" y="17971"/>
                  </a:cubicBezTo>
                  <a:cubicBezTo>
                    <a:pt x="36633" y="29951"/>
                    <a:pt x="36633" y="29951"/>
                    <a:pt x="36633" y="29951"/>
                  </a:cubicBezTo>
                  <a:cubicBezTo>
                    <a:pt x="36633" y="29951"/>
                    <a:pt x="36633" y="29951"/>
                    <a:pt x="39964" y="29951"/>
                  </a:cubicBezTo>
                  <a:lnTo>
                    <a:pt x="39964" y="29951"/>
                  </a:lnTo>
                  <a:cubicBezTo>
                    <a:pt x="39964" y="29951"/>
                    <a:pt x="39964" y="29951"/>
                    <a:pt x="39964" y="35942"/>
                  </a:cubicBezTo>
                  <a:cubicBezTo>
                    <a:pt x="43294" y="35942"/>
                    <a:pt x="43294" y="35942"/>
                    <a:pt x="43294" y="35942"/>
                  </a:cubicBezTo>
                  <a:cubicBezTo>
                    <a:pt x="46517" y="29951"/>
                    <a:pt x="46517" y="29951"/>
                    <a:pt x="46517" y="29951"/>
                  </a:cubicBezTo>
                  <a:cubicBezTo>
                    <a:pt x="46517" y="35942"/>
                    <a:pt x="46517" y="35942"/>
                    <a:pt x="46517" y="35942"/>
                  </a:cubicBezTo>
                  <a:lnTo>
                    <a:pt x="46517" y="35942"/>
                  </a:lnTo>
                  <a:lnTo>
                    <a:pt x="46517" y="35942"/>
                  </a:lnTo>
                  <a:lnTo>
                    <a:pt x="49955" y="35942"/>
                  </a:lnTo>
                  <a:cubicBezTo>
                    <a:pt x="53285" y="35942"/>
                    <a:pt x="53285" y="35942"/>
                    <a:pt x="53285" y="41932"/>
                  </a:cubicBezTo>
                  <a:lnTo>
                    <a:pt x="53285" y="41932"/>
                  </a:lnTo>
                  <a:cubicBezTo>
                    <a:pt x="53285" y="41932"/>
                    <a:pt x="53285" y="41932"/>
                    <a:pt x="56615" y="41932"/>
                  </a:cubicBezTo>
                  <a:lnTo>
                    <a:pt x="56615" y="41932"/>
                  </a:lnTo>
                  <a:cubicBezTo>
                    <a:pt x="59838" y="41932"/>
                    <a:pt x="59838" y="41932"/>
                    <a:pt x="59838" y="47922"/>
                  </a:cubicBezTo>
                  <a:lnTo>
                    <a:pt x="63276" y="53913"/>
                  </a:lnTo>
                  <a:lnTo>
                    <a:pt x="63276" y="53913"/>
                  </a:lnTo>
                  <a:cubicBezTo>
                    <a:pt x="63276" y="65893"/>
                    <a:pt x="63276" y="65893"/>
                    <a:pt x="63276" y="65893"/>
                  </a:cubicBezTo>
                  <a:lnTo>
                    <a:pt x="63276" y="65893"/>
                  </a:lnTo>
                  <a:cubicBezTo>
                    <a:pt x="59838" y="65893"/>
                    <a:pt x="56615" y="71884"/>
                    <a:pt x="53285" y="71884"/>
                  </a:cubicBezTo>
                  <a:lnTo>
                    <a:pt x="53285" y="71884"/>
                  </a:lnTo>
                  <a:cubicBezTo>
                    <a:pt x="53285" y="77874"/>
                    <a:pt x="56615" y="77874"/>
                    <a:pt x="56615" y="77874"/>
                  </a:cubicBezTo>
                  <a:cubicBezTo>
                    <a:pt x="56615" y="89855"/>
                    <a:pt x="56615" y="89855"/>
                    <a:pt x="56615" y="89855"/>
                  </a:cubicBezTo>
                  <a:lnTo>
                    <a:pt x="56615" y="89855"/>
                  </a:lnTo>
                  <a:lnTo>
                    <a:pt x="56615" y="89855"/>
                  </a:lnTo>
                  <a:cubicBezTo>
                    <a:pt x="59838" y="89855"/>
                    <a:pt x="59838" y="89855"/>
                    <a:pt x="59838" y="95845"/>
                  </a:cubicBezTo>
                  <a:cubicBezTo>
                    <a:pt x="63276" y="95845"/>
                    <a:pt x="63276" y="95845"/>
                    <a:pt x="63276" y="101835"/>
                  </a:cubicBezTo>
                  <a:cubicBezTo>
                    <a:pt x="76598" y="101835"/>
                    <a:pt x="76598" y="101835"/>
                    <a:pt x="76598" y="101835"/>
                  </a:cubicBezTo>
                  <a:cubicBezTo>
                    <a:pt x="69937" y="107632"/>
                    <a:pt x="69937" y="107632"/>
                    <a:pt x="69937" y="107632"/>
                  </a:cubicBezTo>
                  <a:lnTo>
                    <a:pt x="69937" y="107632"/>
                  </a:lnTo>
                  <a:cubicBezTo>
                    <a:pt x="69937" y="107632"/>
                    <a:pt x="73160" y="107632"/>
                    <a:pt x="73160" y="113816"/>
                  </a:cubicBezTo>
                  <a:cubicBezTo>
                    <a:pt x="73160" y="107632"/>
                    <a:pt x="76598" y="107632"/>
                    <a:pt x="76598" y="107632"/>
                  </a:cubicBezTo>
                  <a:lnTo>
                    <a:pt x="76598" y="107632"/>
                  </a:lnTo>
                  <a:cubicBezTo>
                    <a:pt x="79928" y="107632"/>
                    <a:pt x="83258" y="113816"/>
                    <a:pt x="83258" y="113816"/>
                  </a:cubicBezTo>
                  <a:lnTo>
                    <a:pt x="86481" y="113816"/>
                  </a:lnTo>
                  <a:cubicBezTo>
                    <a:pt x="86481" y="119806"/>
                    <a:pt x="86481" y="119806"/>
                    <a:pt x="86481" y="119806"/>
                  </a:cubicBezTo>
                  <a:cubicBezTo>
                    <a:pt x="86481" y="119806"/>
                    <a:pt x="86481" y="119806"/>
                    <a:pt x="89919" y="119806"/>
                  </a:cubicBezTo>
                  <a:lnTo>
                    <a:pt x="89919" y="119806"/>
                  </a:lnTo>
                  <a:cubicBezTo>
                    <a:pt x="93249" y="119806"/>
                    <a:pt x="93249" y="119806"/>
                    <a:pt x="96580" y="119806"/>
                  </a:cubicBezTo>
                  <a:lnTo>
                    <a:pt x="96580" y="119806"/>
                  </a:lnTo>
                  <a:lnTo>
                    <a:pt x="96580" y="119806"/>
                  </a:lnTo>
                  <a:cubicBezTo>
                    <a:pt x="96580" y="119806"/>
                    <a:pt x="96580" y="119806"/>
                    <a:pt x="99803" y="119806"/>
                  </a:cubicBezTo>
                  <a:cubicBezTo>
                    <a:pt x="99803" y="119806"/>
                    <a:pt x="99803" y="119806"/>
                    <a:pt x="99803" y="113816"/>
                  </a:cubicBezTo>
                  <a:cubicBezTo>
                    <a:pt x="99803" y="113816"/>
                    <a:pt x="99803" y="107632"/>
                    <a:pt x="103240" y="107632"/>
                  </a:cubicBezTo>
                  <a:cubicBezTo>
                    <a:pt x="103240" y="107632"/>
                    <a:pt x="103240" y="107632"/>
                    <a:pt x="106571" y="107632"/>
                  </a:cubicBezTo>
                  <a:lnTo>
                    <a:pt x="106571" y="107632"/>
                  </a:lnTo>
                  <a:lnTo>
                    <a:pt x="106571" y="101835"/>
                  </a:lnTo>
                  <a:lnTo>
                    <a:pt x="106571" y="101835"/>
                  </a:lnTo>
                  <a:cubicBezTo>
                    <a:pt x="103240" y="101835"/>
                    <a:pt x="103240" y="101835"/>
                    <a:pt x="103240" y="101835"/>
                  </a:cubicBezTo>
                  <a:lnTo>
                    <a:pt x="99803" y="95845"/>
                  </a:lnTo>
                  <a:lnTo>
                    <a:pt x="99803" y="95845"/>
                  </a:lnTo>
                  <a:lnTo>
                    <a:pt x="99803" y="95845"/>
                  </a:lnTo>
                  <a:lnTo>
                    <a:pt x="96580" y="95845"/>
                  </a:lnTo>
                  <a:lnTo>
                    <a:pt x="96580" y="95845"/>
                  </a:lnTo>
                  <a:cubicBezTo>
                    <a:pt x="96580" y="95845"/>
                    <a:pt x="96580" y="95845"/>
                    <a:pt x="93249" y="95845"/>
                  </a:cubicBezTo>
                  <a:lnTo>
                    <a:pt x="93249" y="95845"/>
                  </a:lnTo>
                  <a:cubicBezTo>
                    <a:pt x="93249" y="89855"/>
                    <a:pt x="89919" y="89855"/>
                    <a:pt x="89919" y="89855"/>
                  </a:cubicBezTo>
                  <a:cubicBezTo>
                    <a:pt x="89919" y="83864"/>
                    <a:pt x="86481" y="83864"/>
                    <a:pt x="86481" y="77874"/>
                  </a:cubicBezTo>
                  <a:lnTo>
                    <a:pt x="83258" y="77874"/>
                  </a:lnTo>
                  <a:cubicBezTo>
                    <a:pt x="79928" y="77874"/>
                    <a:pt x="79928" y="77874"/>
                    <a:pt x="79928" y="77874"/>
                  </a:cubicBezTo>
                  <a:cubicBezTo>
                    <a:pt x="83258" y="65893"/>
                    <a:pt x="83258" y="65893"/>
                    <a:pt x="83258" y="65893"/>
                  </a:cubicBezTo>
                  <a:cubicBezTo>
                    <a:pt x="83258" y="65893"/>
                    <a:pt x="86481" y="59903"/>
                    <a:pt x="89919" y="59903"/>
                  </a:cubicBezTo>
                  <a:lnTo>
                    <a:pt x="89919" y="59903"/>
                  </a:lnTo>
                  <a:cubicBezTo>
                    <a:pt x="93249" y="59903"/>
                    <a:pt x="93249" y="59903"/>
                    <a:pt x="93249" y="59903"/>
                  </a:cubicBezTo>
                  <a:cubicBezTo>
                    <a:pt x="93249" y="59903"/>
                    <a:pt x="96580" y="59903"/>
                    <a:pt x="96580" y="65893"/>
                  </a:cubicBezTo>
                  <a:lnTo>
                    <a:pt x="99803" y="65893"/>
                  </a:lnTo>
                  <a:lnTo>
                    <a:pt x="99803" y="65893"/>
                  </a:lnTo>
                  <a:lnTo>
                    <a:pt x="99803" y="65893"/>
                  </a:lnTo>
                  <a:cubicBezTo>
                    <a:pt x="103240" y="59903"/>
                    <a:pt x="103240" y="59903"/>
                    <a:pt x="103240" y="59903"/>
                  </a:cubicBezTo>
                  <a:cubicBezTo>
                    <a:pt x="103240" y="65893"/>
                    <a:pt x="103240" y="65893"/>
                    <a:pt x="103240" y="65893"/>
                  </a:cubicBezTo>
                  <a:cubicBezTo>
                    <a:pt x="106571" y="65893"/>
                    <a:pt x="109901" y="65893"/>
                    <a:pt x="109901" y="65893"/>
                  </a:cubicBezTo>
                  <a:lnTo>
                    <a:pt x="109901" y="65893"/>
                  </a:lnTo>
                  <a:cubicBezTo>
                    <a:pt x="109901" y="65893"/>
                    <a:pt x="113124" y="71884"/>
                    <a:pt x="113124" y="77874"/>
                  </a:cubicBezTo>
                  <a:lnTo>
                    <a:pt x="113124" y="77874"/>
                  </a:lnTo>
                  <a:lnTo>
                    <a:pt x="113124" y="77874"/>
                  </a:lnTo>
                  <a:lnTo>
                    <a:pt x="113124" y="71884"/>
                  </a:lnTo>
                  <a:lnTo>
                    <a:pt x="113124" y="71884"/>
                  </a:lnTo>
                  <a:cubicBezTo>
                    <a:pt x="119892" y="71884"/>
                    <a:pt x="119892" y="71884"/>
                    <a:pt x="119892" y="71884"/>
                  </a:cubicBezTo>
                  <a:lnTo>
                    <a:pt x="119892" y="71884"/>
                  </a:lnTo>
                  <a:lnTo>
                    <a:pt x="119892" y="71884"/>
                  </a:lnTo>
                  <a:lnTo>
                    <a:pt x="119892" y="71884"/>
                  </a:lnTo>
                  <a:cubicBezTo>
                    <a:pt x="119892" y="65893"/>
                    <a:pt x="119892" y="65893"/>
                    <a:pt x="116562" y="65893"/>
                  </a:cubicBezTo>
                  <a:lnTo>
                    <a:pt x="116562" y="65893"/>
                  </a:lnTo>
                  <a:lnTo>
                    <a:pt x="116562" y="65893"/>
                  </a:lnTo>
                  <a:lnTo>
                    <a:pt x="116562" y="65893"/>
                  </a:lnTo>
                  <a:cubicBezTo>
                    <a:pt x="113124" y="65893"/>
                    <a:pt x="113124" y="65893"/>
                    <a:pt x="113124" y="65893"/>
                  </a:cubicBezTo>
                  <a:lnTo>
                    <a:pt x="113124" y="65893"/>
                  </a:lnTo>
                  <a:cubicBezTo>
                    <a:pt x="113124" y="59903"/>
                    <a:pt x="109901" y="59903"/>
                    <a:pt x="109901" y="59903"/>
                  </a:cubicBezTo>
                  <a:lnTo>
                    <a:pt x="109901" y="59903"/>
                  </a:lnTo>
                  <a:lnTo>
                    <a:pt x="109901" y="59903"/>
                  </a:lnTo>
                  <a:lnTo>
                    <a:pt x="106571" y="53913"/>
                  </a:lnTo>
                  <a:cubicBezTo>
                    <a:pt x="106571" y="53913"/>
                    <a:pt x="106571" y="53913"/>
                    <a:pt x="103240" y="53913"/>
                  </a:cubicBezTo>
                  <a:lnTo>
                    <a:pt x="103240" y="53913"/>
                  </a:lnTo>
                  <a:lnTo>
                    <a:pt x="103240" y="53913"/>
                  </a:lnTo>
                  <a:lnTo>
                    <a:pt x="103240" y="53913"/>
                  </a:lnTo>
                  <a:cubicBezTo>
                    <a:pt x="99803" y="53913"/>
                    <a:pt x="99803" y="53913"/>
                    <a:pt x="99803" y="53913"/>
                  </a:cubicBezTo>
                  <a:cubicBezTo>
                    <a:pt x="99803" y="53913"/>
                    <a:pt x="99803" y="53913"/>
                    <a:pt x="96580" y="53913"/>
                  </a:cubicBezTo>
                  <a:lnTo>
                    <a:pt x="96580" y="53913"/>
                  </a:lnTo>
                  <a:lnTo>
                    <a:pt x="96580" y="53913"/>
                  </a:lnTo>
                  <a:lnTo>
                    <a:pt x="96580" y="53913"/>
                  </a:lnTo>
                  <a:cubicBezTo>
                    <a:pt x="93249" y="53913"/>
                    <a:pt x="93249" y="53913"/>
                    <a:pt x="93249" y="53913"/>
                  </a:cubicBezTo>
                  <a:lnTo>
                    <a:pt x="93249" y="53913"/>
                  </a:lnTo>
                  <a:cubicBezTo>
                    <a:pt x="93249" y="53913"/>
                    <a:pt x="89919" y="53913"/>
                    <a:pt x="89919" y="47922"/>
                  </a:cubicBezTo>
                  <a:lnTo>
                    <a:pt x="86481" y="47922"/>
                  </a:lnTo>
                  <a:cubicBezTo>
                    <a:pt x="83258" y="47922"/>
                    <a:pt x="83258" y="47922"/>
                    <a:pt x="83258" y="41932"/>
                  </a:cubicBezTo>
                  <a:cubicBezTo>
                    <a:pt x="79928" y="41932"/>
                    <a:pt x="76598" y="41932"/>
                    <a:pt x="76598" y="35942"/>
                  </a:cubicBezTo>
                  <a:cubicBezTo>
                    <a:pt x="76598" y="35942"/>
                    <a:pt x="76598" y="35942"/>
                    <a:pt x="79928" y="29951"/>
                  </a:cubicBezTo>
                  <a:cubicBezTo>
                    <a:pt x="76598" y="29951"/>
                    <a:pt x="76598" y="29951"/>
                    <a:pt x="76598" y="29951"/>
                  </a:cubicBezTo>
                  <a:cubicBezTo>
                    <a:pt x="76598" y="29951"/>
                    <a:pt x="76598" y="23961"/>
                    <a:pt x="79928" y="23961"/>
                  </a:cubicBezTo>
                  <a:lnTo>
                    <a:pt x="76598" y="23961"/>
                  </a:lnTo>
                  <a:cubicBezTo>
                    <a:pt x="76598" y="17971"/>
                    <a:pt x="76598" y="17971"/>
                    <a:pt x="76598" y="17971"/>
                  </a:cubicBezTo>
                  <a:lnTo>
                    <a:pt x="76598" y="17971"/>
                  </a:lnTo>
                  <a:cubicBezTo>
                    <a:pt x="73160" y="17971"/>
                    <a:pt x="73160" y="17971"/>
                    <a:pt x="73160" y="17971"/>
                  </a:cubicBezTo>
                  <a:lnTo>
                    <a:pt x="69937" y="23961"/>
                  </a:lnTo>
                  <a:lnTo>
                    <a:pt x="69937" y="23961"/>
                  </a:lnTo>
                  <a:lnTo>
                    <a:pt x="69937" y="23961"/>
                  </a:lnTo>
                  <a:lnTo>
                    <a:pt x="66606" y="29951"/>
                  </a:lnTo>
                  <a:cubicBezTo>
                    <a:pt x="63276" y="29951"/>
                    <a:pt x="63276" y="29951"/>
                    <a:pt x="63276" y="23961"/>
                  </a:cubicBezTo>
                  <a:cubicBezTo>
                    <a:pt x="59838" y="23961"/>
                    <a:pt x="59838" y="23961"/>
                    <a:pt x="59838" y="23961"/>
                  </a:cubicBezTo>
                  <a:cubicBezTo>
                    <a:pt x="56615" y="17971"/>
                    <a:pt x="56615" y="17971"/>
                    <a:pt x="56615" y="17971"/>
                  </a:cubicBezTo>
                  <a:lnTo>
                    <a:pt x="56615" y="17971"/>
                  </a:lnTo>
                  <a:cubicBezTo>
                    <a:pt x="56615" y="11980"/>
                    <a:pt x="59838" y="11980"/>
                    <a:pt x="59838" y="11980"/>
                  </a:cubicBezTo>
                  <a:cubicBezTo>
                    <a:pt x="56615" y="11980"/>
                    <a:pt x="56615" y="11980"/>
                    <a:pt x="56615" y="17971"/>
                  </a:cubicBezTo>
                  <a:cubicBezTo>
                    <a:pt x="53285" y="17971"/>
                    <a:pt x="53285" y="17971"/>
                    <a:pt x="53285" y="17971"/>
                  </a:cubicBezTo>
                  <a:cubicBezTo>
                    <a:pt x="49955" y="11980"/>
                    <a:pt x="49955" y="11980"/>
                    <a:pt x="49955" y="11980"/>
                  </a:cubicBezTo>
                  <a:cubicBezTo>
                    <a:pt x="46517" y="11980"/>
                    <a:pt x="46517" y="11980"/>
                    <a:pt x="46517" y="11980"/>
                  </a:cubicBezTo>
                  <a:lnTo>
                    <a:pt x="46517" y="11980"/>
                  </a:lnTo>
                  <a:lnTo>
                    <a:pt x="46517" y="11980"/>
                  </a:lnTo>
                  <a:cubicBezTo>
                    <a:pt x="43294" y="11980"/>
                    <a:pt x="43294" y="11980"/>
                    <a:pt x="43294" y="11980"/>
                  </a:cubicBezTo>
                  <a:lnTo>
                    <a:pt x="43294" y="5990"/>
                  </a:lnTo>
                  <a:lnTo>
                    <a:pt x="43294" y="0"/>
                  </a:lnTo>
                  <a:lnTo>
                    <a:pt x="43294" y="0"/>
                  </a:lnTo>
                  <a:lnTo>
                    <a:pt x="43294" y="0"/>
                  </a:lnTo>
                  <a:cubicBezTo>
                    <a:pt x="39964" y="0"/>
                    <a:pt x="39964" y="0"/>
                    <a:pt x="39964" y="0"/>
                  </a:cubicBezTo>
                  <a:cubicBezTo>
                    <a:pt x="36633" y="0"/>
                    <a:pt x="36633" y="0"/>
                    <a:pt x="33303" y="0"/>
                  </a:cubicBezTo>
                  <a:lnTo>
                    <a:pt x="33303" y="0"/>
                  </a:lnTo>
                  <a:cubicBezTo>
                    <a:pt x="33303" y="5990"/>
                    <a:pt x="29973" y="5990"/>
                    <a:pt x="29973" y="599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9" name="Shape 11939"/>
            <p:cNvSpPr/>
            <p:nvPr/>
          </p:nvSpPr>
          <p:spPr>
            <a:xfrm>
              <a:off x="1882775" y="954088"/>
              <a:ext cx="55563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384" y="79572"/>
                  </a:moveTo>
                  <a:lnTo>
                    <a:pt x="95384" y="79572"/>
                  </a:lnTo>
                  <a:lnTo>
                    <a:pt x="95384" y="79572"/>
                  </a:lnTo>
                  <a:lnTo>
                    <a:pt x="95384" y="79572"/>
                  </a:lnTo>
                  <a:cubicBezTo>
                    <a:pt x="95384" y="79572"/>
                    <a:pt x="119230" y="59679"/>
                    <a:pt x="95384" y="59679"/>
                  </a:cubicBezTo>
                  <a:lnTo>
                    <a:pt x="95384" y="59679"/>
                  </a:lnTo>
                  <a:cubicBezTo>
                    <a:pt x="95384" y="39786"/>
                    <a:pt x="95384" y="39786"/>
                    <a:pt x="95384" y="19893"/>
                  </a:cubicBezTo>
                  <a:cubicBezTo>
                    <a:pt x="95384" y="19893"/>
                    <a:pt x="95384" y="19893"/>
                    <a:pt x="119230" y="19893"/>
                  </a:cubicBezTo>
                  <a:cubicBezTo>
                    <a:pt x="119230" y="0"/>
                    <a:pt x="119230" y="0"/>
                    <a:pt x="119230" y="0"/>
                  </a:cubicBezTo>
                  <a:lnTo>
                    <a:pt x="119230" y="0"/>
                  </a:lnTo>
                  <a:lnTo>
                    <a:pt x="95384" y="0"/>
                  </a:lnTo>
                  <a:cubicBezTo>
                    <a:pt x="71538" y="19893"/>
                    <a:pt x="47692" y="19893"/>
                    <a:pt x="23846" y="19893"/>
                  </a:cubicBezTo>
                  <a:cubicBezTo>
                    <a:pt x="23846" y="39786"/>
                    <a:pt x="23846" y="39786"/>
                    <a:pt x="23846" y="39786"/>
                  </a:cubicBezTo>
                  <a:lnTo>
                    <a:pt x="23846" y="59679"/>
                  </a:lnTo>
                  <a:cubicBezTo>
                    <a:pt x="0" y="59679"/>
                    <a:pt x="0" y="79572"/>
                    <a:pt x="0" y="79572"/>
                  </a:cubicBezTo>
                  <a:lnTo>
                    <a:pt x="0" y="79572"/>
                  </a:lnTo>
                  <a:lnTo>
                    <a:pt x="0" y="79572"/>
                  </a:lnTo>
                  <a:cubicBezTo>
                    <a:pt x="23846" y="99465"/>
                    <a:pt x="23846" y="99465"/>
                    <a:pt x="23846" y="119358"/>
                  </a:cubicBezTo>
                  <a:lnTo>
                    <a:pt x="47692" y="119358"/>
                  </a:lnTo>
                  <a:lnTo>
                    <a:pt x="71538" y="119358"/>
                  </a:lnTo>
                  <a:lnTo>
                    <a:pt x="95384" y="119358"/>
                  </a:lnTo>
                  <a:lnTo>
                    <a:pt x="95384" y="119358"/>
                  </a:lnTo>
                  <a:cubicBezTo>
                    <a:pt x="95384" y="119358"/>
                    <a:pt x="95384" y="119358"/>
                    <a:pt x="119230" y="119358"/>
                  </a:cubicBezTo>
                  <a:cubicBezTo>
                    <a:pt x="119230" y="119358"/>
                    <a:pt x="119230" y="119358"/>
                    <a:pt x="95384" y="119358"/>
                  </a:cubicBezTo>
                  <a:cubicBezTo>
                    <a:pt x="95384" y="119358"/>
                    <a:pt x="95384" y="99465"/>
                    <a:pt x="95384" y="7957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0" name="Shape 11940"/>
            <p:cNvSpPr/>
            <p:nvPr/>
          </p:nvSpPr>
          <p:spPr>
            <a:xfrm>
              <a:off x="2173288" y="1144588"/>
              <a:ext cx="23812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6250"/>
                  </a:moveTo>
                  <a:lnTo>
                    <a:pt x="0" y="116250"/>
                  </a:lnTo>
                  <a:lnTo>
                    <a:pt x="0" y="116250"/>
                  </a:lnTo>
                  <a:cubicBezTo>
                    <a:pt x="60000" y="116250"/>
                    <a:pt x="60000" y="116250"/>
                    <a:pt x="60000" y="116250"/>
                  </a:cubicBezTo>
                  <a:lnTo>
                    <a:pt x="118125" y="116250"/>
                  </a:lnTo>
                  <a:lnTo>
                    <a:pt x="118125" y="116250"/>
                  </a:lnTo>
                  <a:cubicBezTo>
                    <a:pt x="118125" y="0"/>
                    <a:pt x="118125" y="0"/>
                    <a:pt x="118125" y="0"/>
                  </a:cubicBezTo>
                  <a:cubicBezTo>
                    <a:pt x="60000" y="0"/>
                    <a:pt x="60000" y="116250"/>
                    <a:pt x="0" y="11625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1" name="Shape 11941"/>
            <p:cNvSpPr/>
            <p:nvPr/>
          </p:nvSpPr>
          <p:spPr>
            <a:xfrm>
              <a:off x="1962150" y="954088"/>
              <a:ext cx="88900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518" y="39786"/>
                  </a:moveTo>
                  <a:lnTo>
                    <a:pt x="119518" y="39786"/>
                  </a:lnTo>
                  <a:cubicBezTo>
                    <a:pt x="119518" y="19893"/>
                    <a:pt x="104578" y="0"/>
                    <a:pt x="89638" y="0"/>
                  </a:cubicBezTo>
                  <a:lnTo>
                    <a:pt x="89638" y="0"/>
                  </a:lnTo>
                  <a:cubicBezTo>
                    <a:pt x="74698" y="0"/>
                    <a:pt x="59759" y="19893"/>
                    <a:pt x="59759" y="19893"/>
                  </a:cubicBezTo>
                  <a:cubicBezTo>
                    <a:pt x="44819" y="19893"/>
                    <a:pt x="44819" y="19893"/>
                    <a:pt x="44819" y="19893"/>
                  </a:cubicBezTo>
                  <a:lnTo>
                    <a:pt x="29879" y="19893"/>
                  </a:lnTo>
                  <a:lnTo>
                    <a:pt x="29879" y="19893"/>
                  </a:lnTo>
                  <a:lnTo>
                    <a:pt x="29879" y="19893"/>
                  </a:lnTo>
                  <a:cubicBezTo>
                    <a:pt x="14939" y="19893"/>
                    <a:pt x="0" y="39786"/>
                    <a:pt x="0" y="39786"/>
                  </a:cubicBezTo>
                  <a:cubicBezTo>
                    <a:pt x="0" y="39786"/>
                    <a:pt x="0" y="39786"/>
                    <a:pt x="0" y="59679"/>
                  </a:cubicBezTo>
                  <a:lnTo>
                    <a:pt x="0" y="59679"/>
                  </a:lnTo>
                  <a:lnTo>
                    <a:pt x="14939" y="59679"/>
                  </a:lnTo>
                  <a:cubicBezTo>
                    <a:pt x="29879" y="59679"/>
                    <a:pt x="29879" y="59679"/>
                    <a:pt x="29879" y="59679"/>
                  </a:cubicBezTo>
                  <a:cubicBezTo>
                    <a:pt x="29879" y="79572"/>
                    <a:pt x="29879" y="79572"/>
                    <a:pt x="29879" y="99465"/>
                  </a:cubicBezTo>
                  <a:lnTo>
                    <a:pt x="29879" y="99465"/>
                  </a:lnTo>
                  <a:cubicBezTo>
                    <a:pt x="29879" y="119358"/>
                    <a:pt x="29879" y="119358"/>
                    <a:pt x="29879" y="119358"/>
                  </a:cubicBezTo>
                  <a:cubicBezTo>
                    <a:pt x="14939" y="119358"/>
                    <a:pt x="14939" y="119358"/>
                    <a:pt x="14939" y="119358"/>
                  </a:cubicBezTo>
                  <a:lnTo>
                    <a:pt x="0" y="119358"/>
                  </a:lnTo>
                  <a:lnTo>
                    <a:pt x="0" y="119358"/>
                  </a:lnTo>
                  <a:lnTo>
                    <a:pt x="0" y="119358"/>
                  </a:lnTo>
                  <a:lnTo>
                    <a:pt x="0" y="119358"/>
                  </a:lnTo>
                  <a:lnTo>
                    <a:pt x="0" y="119358"/>
                  </a:lnTo>
                  <a:lnTo>
                    <a:pt x="14939" y="119358"/>
                  </a:lnTo>
                  <a:lnTo>
                    <a:pt x="29879" y="119358"/>
                  </a:lnTo>
                  <a:lnTo>
                    <a:pt x="44819" y="119358"/>
                  </a:lnTo>
                  <a:cubicBezTo>
                    <a:pt x="59759" y="119358"/>
                    <a:pt x="59759" y="119358"/>
                    <a:pt x="59759" y="119358"/>
                  </a:cubicBezTo>
                  <a:lnTo>
                    <a:pt x="59759" y="119358"/>
                  </a:lnTo>
                  <a:lnTo>
                    <a:pt x="59759" y="119358"/>
                  </a:lnTo>
                  <a:cubicBezTo>
                    <a:pt x="44819" y="119358"/>
                    <a:pt x="44819" y="119358"/>
                    <a:pt x="44819" y="119358"/>
                  </a:cubicBezTo>
                  <a:cubicBezTo>
                    <a:pt x="119518" y="39786"/>
                    <a:pt x="119518" y="39786"/>
                    <a:pt x="119518" y="39786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2" name="Shape 11942"/>
            <p:cNvSpPr/>
            <p:nvPr/>
          </p:nvSpPr>
          <p:spPr>
            <a:xfrm>
              <a:off x="1771650" y="954088"/>
              <a:ext cx="77788" cy="22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18095"/>
                  </a:moveTo>
                  <a:lnTo>
                    <a:pt x="0" y="118095"/>
                  </a:lnTo>
                  <a:lnTo>
                    <a:pt x="0" y="118095"/>
                  </a:lnTo>
                  <a:cubicBezTo>
                    <a:pt x="0" y="118095"/>
                    <a:pt x="0" y="118095"/>
                    <a:pt x="17064" y="118095"/>
                  </a:cubicBezTo>
                  <a:cubicBezTo>
                    <a:pt x="17064" y="118095"/>
                    <a:pt x="17064" y="118095"/>
                    <a:pt x="17064" y="59047"/>
                  </a:cubicBezTo>
                  <a:cubicBezTo>
                    <a:pt x="17064" y="59047"/>
                    <a:pt x="17064" y="59047"/>
                    <a:pt x="17064" y="0"/>
                  </a:cubicBezTo>
                  <a:lnTo>
                    <a:pt x="34128" y="0"/>
                  </a:lnTo>
                  <a:cubicBezTo>
                    <a:pt x="34128" y="0"/>
                    <a:pt x="51192" y="59047"/>
                    <a:pt x="68256" y="59047"/>
                  </a:cubicBezTo>
                  <a:lnTo>
                    <a:pt x="85321" y="59047"/>
                  </a:lnTo>
                  <a:lnTo>
                    <a:pt x="85321" y="59047"/>
                  </a:lnTo>
                  <a:lnTo>
                    <a:pt x="85321" y="59047"/>
                  </a:lnTo>
                  <a:cubicBezTo>
                    <a:pt x="85321" y="0"/>
                    <a:pt x="102385" y="0"/>
                    <a:pt x="102385" y="0"/>
                  </a:cubicBezTo>
                  <a:cubicBezTo>
                    <a:pt x="102385" y="0"/>
                    <a:pt x="102385" y="0"/>
                    <a:pt x="119449" y="0"/>
                  </a:cubicBezTo>
                  <a:lnTo>
                    <a:pt x="119449" y="0"/>
                  </a:lnTo>
                  <a:lnTo>
                    <a:pt x="102385" y="0"/>
                  </a:lnTo>
                  <a:cubicBezTo>
                    <a:pt x="102385" y="0"/>
                    <a:pt x="102385" y="0"/>
                    <a:pt x="85321" y="0"/>
                  </a:cubicBezTo>
                  <a:lnTo>
                    <a:pt x="85321" y="0"/>
                  </a:lnTo>
                  <a:cubicBezTo>
                    <a:pt x="68256" y="0"/>
                    <a:pt x="68256" y="0"/>
                    <a:pt x="68256" y="0"/>
                  </a:cubicBezTo>
                  <a:cubicBezTo>
                    <a:pt x="68256" y="0"/>
                    <a:pt x="68256" y="0"/>
                    <a:pt x="51192" y="0"/>
                  </a:cubicBezTo>
                  <a:lnTo>
                    <a:pt x="51192" y="0"/>
                  </a:lnTo>
                  <a:lnTo>
                    <a:pt x="51192" y="0"/>
                  </a:lnTo>
                  <a:cubicBezTo>
                    <a:pt x="34128" y="0"/>
                    <a:pt x="34128" y="0"/>
                    <a:pt x="34128" y="0"/>
                  </a:cubicBezTo>
                  <a:lnTo>
                    <a:pt x="17064" y="0"/>
                  </a:lnTo>
                  <a:cubicBezTo>
                    <a:pt x="17064" y="0"/>
                    <a:pt x="17064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59047"/>
                    <a:pt x="0" y="59047"/>
                    <a:pt x="0" y="59047"/>
                  </a:cubicBezTo>
                  <a:cubicBezTo>
                    <a:pt x="0" y="118095"/>
                    <a:pt x="0" y="118095"/>
                    <a:pt x="0" y="118095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3" name="Shape 11943"/>
            <p:cNvSpPr/>
            <p:nvPr/>
          </p:nvSpPr>
          <p:spPr>
            <a:xfrm>
              <a:off x="1325563" y="965200"/>
              <a:ext cx="312737" cy="1000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61" y="53142"/>
                  </a:moveTo>
                  <a:lnTo>
                    <a:pt x="8561" y="53142"/>
                  </a:lnTo>
                  <a:cubicBezTo>
                    <a:pt x="8561" y="53142"/>
                    <a:pt x="12842" y="53142"/>
                    <a:pt x="17123" y="53142"/>
                  </a:cubicBezTo>
                  <a:cubicBezTo>
                    <a:pt x="21542" y="53142"/>
                    <a:pt x="25684" y="53142"/>
                    <a:pt x="25684" y="53142"/>
                  </a:cubicBezTo>
                  <a:cubicBezTo>
                    <a:pt x="25684" y="53142"/>
                    <a:pt x="29965" y="53142"/>
                    <a:pt x="34246" y="53142"/>
                  </a:cubicBezTo>
                  <a:cubicBezTo>
                    <a:pt x="38665" y="53142"/>
                    <a:pt x="42807" y="53142"/>
                    <a:pt x="42807" y="53142"/>
                  </a:cubicBezTo>
                  <a:cubicBezTo>
                    <a:pt x="42807" y="53142"/>
                    <a:pt x="42807" y="53142"/>
                    <a:pt x="47088" y="53142"/>
                  </a:cubicBezTo>
                  <a:lnTo>
                    <a:pt x="47088" y="66428"/>
                  </a:lnTo>
                  <a:cubicBezTo>
                    <a:pt x="47088" y="79714"/>
                    <a:pt x="47088" y="79714"/>
                    <a:pt x="42807" y="79714"/>
                  </a:cubicBezTo>
                  <a:cubicBezTo>
                    <a:pt x="42807" y="93000"/>
                    <a:pt x="38665" y="93000"/>
                    <a:pt x="38665" y="93000"/>
                  </a:cubicBezTo>
                  <a:cubicBezTo>
                    <a:pt x="34246" y="93000"/>
                    <a:pt x="34246" y="93000"/>
                    <a:pt x="29965" y="93000"/>
                  </a:cubicBezTo>
                  <a:cubicBezTo>
                    <a:pt x="29965" y="79714"/>
                    <a:pt x="29965" y="79714"/>
                    <a:pt x="25684" y="79714"/>
                  </a:cubicBezTo>
                  <a:lnTo>
                    <a:pt x="25684" y="79714"/>
                  </a:lnTo>
                  <a:cubicBezTo>
                    <a:pt x="21542" y="79714"/>
                    <a:pt x="17123" y="93000"/>
                    <a:pt x="12842" y="93000"/>
                  </a:cubicBezTo>
                  <a:lnTo>
                    <a:pt x="12842" y="93000"/>
                  </a:lnTo>
                  <a:cubicBezTo>
                    <a:pt x="17123" y="93000"/>
                    <a:pt x="21542" y="93000"/>
                    <a:pt x="21542" y="93000"/>
                  </a:cubicBezTo>
                  <a:lnTo>
                    <a:pt x="25684" y="93000"/>
                  </a:lnTo>
                  <a:lnTo>
                    <a:pt x="25684" y="93000"/>
                  </a:lnTo>
                  <a:cubicBezTo>
                    <a:pt x="29965" y="93000"/>
                    <a:pt x="29965" y="106285"/>
                    <a:pt x="34246" y="106285"/>
                  </a:cubicBezTo>
                  <a:cubicBezTo>
                    <a:pt x="34246" y="106285"/>
                    <a:pt x="34246" y="106285"/>
                    <a:pt x="34246" y="119571"/>
                  </a:cubicBezTo>
                  <a:lnTo>
                    <a:pt x="34246" y="119571"/>
                  </a:lnTo>
                  <a:lnTo>
                    <a:pt x="34246" y="119571"/>
                  </a:lnTo>
                  <a:lnTo>
                    <a:pt x="34246" y="119571"/>
                  </a:lnTo>
                  <a:cubicBezTo>
                    <a:pt x="38665" y="119571"/>
                    <a:pt x="38665" y="119571"/>
                    <a:pt x="42807" y="119571"/>
                  </a:cubicBezTo>
                  <a:cubicBezTo>
                    <a:pt x="42807" y="119571"/>
                    <a:pt x="42807" y="119571"/>
                    <a:pt x="47088" y="119571"/>
                  </a:cubicBezTo>
                  <a:lnTo>
                    <a:pt x="47088" y="119571"/>
                  </a:lnTo>
                  <a:lnTo>
                    <a:pt x="47088" y="119571"/>
                  </a:lnTo>
                  <a:cubicBezTo>
                    <a:pt x="51369" y="119571"/>
                    <a:pt x="51369" y="106285"/>
                    <a:pt x="55788" y="106285"/>
                  </a:cubicBezTo>
                  <a:cubicBezTo>
                    <a:pt x="59930" y="106285"/>
                    <a:pt x="59930" y="106285"/>
                    <a:pt x="64211" y="106285"/>
                  </a:cubicBezTo>
                  <a:lnTo>
                    <a:pt x="64211" y="106285"/>
                  </a:lnTo>
                  <a:cubicBezTo>
                    <a:pt x="64211" y="106285"/>
                    <a:pt x="68492" y="93000"/>
                    <a:pt x="72911" y="93000"/>
                  </a:cubicBezTo>
                  <a:cubicBezTo>
                    <a:pt x="72911" y="93000"/>
                    <a:pt x="72911" y="93000"/>
                    <a:pt x="77054" y="93000"/>
                  </a:cubicBezTo>
                  <a:cubicBezTo>
                    <a:pt x="77054" y="93000"/>
                    <a:pt x="77054" y="93000"/>
                    <a:pt x="81334" y="93000"/>
                  </a:cubicBezTo>
                  <a:cubicBezTo>
                    <a:pt x="85615" y="79714"/>
                    <a:pt x="85615" y="79714"/>
                    <a:pt x="85615" y="79714"/>
                  </a:cubicBezTo>
                  <a:cubicBezTo>
                    <a:pt x="85615" y="93000"/>
                    <a:pt x="85615" y="93000"/>
                    <a:pt x="85615" y="93000"/>
                  </a:cubicBezTo>
                  <a:lnTo>
                    <a:pt x="85615" y="93000"/>
                  </a:lnTo>
                  <a:lnTo>
                    <a:pt x="85615" y="93000"/>
                  </a:lnTo>
                  <a:cubicBezTo>
                    <a:pt x="89896" y="93000"/>
                    <a:pt x="94177" y="93000"/>
                    <a:pt x="94177" y="106285"/>
                  </a:cubicBezTo>
                  <a:cubicBezTo>
                    <a:pt x="94177" y="106285"/>
                    <a:pt x="98457" y="106285"/>
                    <a:pt x="107019" y="106285"/>
                  </a:cubicBezTo>
                  <a:lnTo>
                    <a:pt x="111300" y="106285"/>
                  </a:lnTo>
                  <a:cubicBezTo>
                    <a:pt x="115581" y="93000"/>
                    <a:pt x="119861" y="93000"/>
                    <a:pt x="119861" y="79714"/>
                  </a:cubicBezTo>
                  <a:lnTo>
                    <a:pt x="119861" y="79714"/>
                  </a:lnTo>
                  <a:lnTo>
                    <a:pt x="111300" y="66428"/>
                  </a:lnTo>
                  <a:lnTo>
                    <a:pt x="111300" y="66428"/>
                  </a:lnTo>
                  <a:lnTo>
                    <a:pt x="111300" y="66428"/>
                  </a:lnTo>
                  <a:cubicBezTo>
                    <a:pt x="107019" y="79714"/>
                    <a:pt x="107019" y="79714"/>
                    <a:pt x="107019" y="79714"/>
                  </a:cubicBezTo>
                  <a:cubicBezTo>
                    <a:pt x="102738" y="79714"/>
                    <a:pt x="102738" y="66428"/>
                    <a:pt x="98457" y="66428"/>
                  </a:cubicBezTo>
                  <a:lnTo>
                    <a:pt x="98457" y="66428"/>
                  </a:lnTo>
                  <a:lnTo>
                    <a:pt x="98457" y="66428"/>
                  </a:lnTo>
                  <a:cubicBezTo>
                    <a:pt x="98457" y="53142"/>
                    <a:pt x="89896" y="26571"/>
                    <a:pt x="89896" y="13285"/>
                  </a:cubicBezTo>
                  <a:lnTo>
                    <a:pt x="85615" y="0"/>
                  </a:lnTo>
                  <a:lnTo>
                    <a:pt x="81334" y="0"/>
                  </a:lnTo>
                  <a:lnTo>
                    <a:pt x="77054" y="0"/>
                  </a:lnTo>
                  <a:lnTo>
                    <a:pt x="77054" y="13285"/>
                  </a:lnTo>
                  <a:cubicBezTo>
                    <a:pt x="77054" y="13285"/>
                    <a:pt x="77054" y="13285"/>
                    <a:pt x="77054" y="26571"/>
                  </a:cubicBezTo>
                  <a:lnTo>
                    <a:pt x="81334" y="26571"/>
                  </a:lnTo>
                  <a:cubicBezTo>
                    <a:pt x="81334" y="39857"/>
                    <a:pt x="81334" y="39857"/>
                    <a:pt x="81334" y="39857"/>
                  </a:cubicBezTo>
                  <a:cubicBezTo>
                    <a:pt x="77054" y="53142"/>
                    <a:pt x="77054" y="53142"/>
                    <a:pt x="72911" y="53142"/>
                  </a:cubicBezTo>
                  <a:lnTo>
                    <a:pt x="72911" y="53142"/>
                  </a:lnTo>
                  <a:cubicBezTo>
                    <a:pt x="72911" y="53142"/>
                    <a:pt x="68492" y="53142"/>
                    <a:pt x="68492" y="39857"/>
                  </a:cubicBezTo>
                  <a:lnTo>
                    <a:pt x="68492" y="26571"/>
                  </a:lnTo>
                  <a:lnTo>
                    <a:pt x="68492" y="26571"/>
                  </a:lnTo>
                  <a:cubicBezTo>
                    <a:pt x="68492" y="26571"/>
                    <a:pt x="68492" y="26571"/>
                    <a:pt x="64211" y="26571"/>
                  </a:cubicBezTo>
                  <a:lnTo>
                    <a:pt x="64211" y="26571"/>
                  </a:lnTo>
                  <a:cubicBezTo>
                    <a:pt x="64211" y="26571"/>
                    <a:pt x="64211" y="26571"/>
                    <a:pt x="55788" y="26571"/>
                  </a:cubicBezTo>
                  <a:cubicBezTo>
                    <a:pt x="51369" y="26571"/>
                    <a:pt x="51369" y="26571"/>
                    <a:pt x="51369" y="26571"/>
                  </a:cubicBezTo>
                  <a:lnTo>
                    <a:pt x="51369" y="26571"/>
                  </a:lnTo>
                  <a:cubicBezTo>
                    <a:pt x="51369" y="26571"/>
                    <a:pt x="51369" y="26571"/>
                    <a:pt x="47088" y="26571"/>
                  </a:cubicBezTo>
                  <a:lnTo>
                    <a:pt x="47088" y="26571"/>
                  </a:lnTo>
                  <a:cubicBezTo>
                    <a:pt x="47088" y="26571"/>
                    <a:pt x="47088" y="39857"/>
                    <a:pt x="42807" y="39857"/>
                  </a:cubicBezTo>
                  <a:lnTo>
                    <a:pt x="42807" y="39857"/>
                  </a:lnTo>
                  <a:lnTo>
                    <a:pt x="42807" y="26571"/>
                  </a:lnTo>
                  <a:lnTo>
                    <a:pt x="42807" y="13285"/>
                  </a:lnTo>
                  <a:cubicBezTo>
                    <a:pt x="38665" y="13285"/>
                    <a:pt x="38665" y="13285"/>
                    <a:pt x="38665" y="13285"/>
                  </a:cubicBezTo>
                  <a:lnTo>
                    <a:pt x="38665" y="13285"/>
                  </a:lnTo>
                  <a:cubicBezTo>
                    <a:pt x="34246" y="13285"/>
                    <a:pt x="34246" y="13285"/>
                    <a:pt x="34246" y="13285"/>
                  </a:cubicBezTo>
                  <a:cubicBezTo>
                    <a:pt x="29965" y="13285"/>
                    <a:pt x="29965" y="13285"/>
                    <a:pt x="29965" y="26571"/>
                  </a:cubicBezTo>
                  <a:lnTo>
                    <a:pt x="25684" y="26571"/>
                  </a:lnTo>
                  <a:cubicBezTo>
                    <a:pt x="21542" y="26571"/>
                    <a:pt x="21542" y="26571"/>
                    <a:pt x="21542" y="26571"/>
                  </a:cubicBezTo>
                  <a:cubicBezTo>
                    <a:pt x="21542" y="13285"/>
                    <a:pt x="21542" y="13285"/>
                    <a:pt x="21542" y="13285"/>
                  </a:cubicBezTo>
                  <a:lnTo>
                    <a:pt x="21542" y="13285"/>
                  </a:lnTo>
                  <a:lnTo>
                    <a:pt x="21542" y="0"/>
                  </a:lnTo>
                  <a:cubicBezTo>
                    <a:pt x="17123" y="0"/>
                    <a:pt x="17123" y="0"/>
                    <a:pt x="17123" y="0"/>
                  </a:cubicBezTo>
                  <a:lnTo>
                    <a:pt x="12842" y="0"/>
                  </a:lnTo>
                  <a:lnTo>
                    <a:pt x="12842" y="0"/>
                  </a:lnTo>
                  <a:lnTo>
                    <a:pt x="12842" y="0"/>
                  </a:lnTo>
                  <a:cubicBezTo>
                    <a:pt x="8561" y="13285"/>
                    <a:pt x="8561" y="13285"/>
                    <a:pt x="8561" y="13285"/>
                  </a:cubicBezTo>
                  <a:cubicBezTo>
                    <a:pt x="8561" y="13285"/>
                    <a:pt x="8561" y="13285"/>
                    <a:pt x="4418" y="13285"/>
                  </a:cubicBezTo>
                  <a:cubicBezTo>
                    <a:pt x="4418" y="13285"/>
                    <a:pt x="4418" y="13285"/>
                    <a:pt x="0" y="13285"/>
                  </a:cubicBezTo>
                  <a:lnTo>
                    <a:pt x="0" y="26571"/>
                  </a:lnTo>
                  <a:lnTo>
                    <a:pt x="4418" y="26571"/>
                  </a:lnTo>
                  <a:cubicBezTo>
                    <a:pt x="4418" y="39857"/>
                    <a:pt x="4418" y="53142"/>
                    <a:pt x="0" y="53142"/>
                  </a:cubicBezTo>
                  <a:lnTo>
                    <a:pt x="0" y="53142"/>
                  </a:lnTo>
                  <a:lnTo>
                    <a:pt x="0" y="53142"/>
                  </a:lnTo>
                  <a:lnTo>
                    <a:pt x="4418" y="53142"/>
                  </a:lnTo>
                  <a:lnTo>
                    <a:pt x="4418" y="53142"/>
                  </a:lnTo>
                  <a:lnTo>
                    <a:pt x="8561" y="53142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4" name="Shape 11944"/>
            <p:cNvSpPr/>
            <p:nvPr/>
          </p:nvSpPr>
          <p:spPr>
            <a:xfrm>
              <a:off x="1660525" y="954088"/>
              <a:ext cx="66675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465" y="59520"/>
                  </a:moveTo>
                  <a:lnTo>
                    <a:pt x="99465" y="59520"/>
                  </a:lnTo>
                  <a:cubicBezTo>
                    <a:pt x="99465" y="59520"/>
                    <a:pt x="99465" y="59520"/>
                    <a:pt x="79572" y="59520"/>
                  </a:cubicBezTo>
                  <a:cubicBezTo>
                    <a:pt x="79572" y="59520"/>
                    <a:pt x="59679" y="59520"/>
                    <a:pt x="59679" y="29760"/>
                  </a:cubicBezTo>
                  <a:lnTo>
                    <a:pt x="59679" y="0"/>
                  </a:lnTo>
                  <a:lnTo>
                    <a:pt x="59679" y="0"/>
                  </a:lnTo>
                  <a:cubicBezTo>
                    <a:pt x="39786" y="0"/>
                    <a:pt x="39786" y="0"/>
                    <a:pt x="39786" y="0"/>
                  </a:cubicBezTo>
                  <a:lnTo>
                    <a:pt x="39786" y="0"/>
                  </a:lnTo>
                  <a:cubicBezTo>
                    <a:pt x="39786" y="29760"/>
                    <a:pt x="19893" y="59520"/>
                    <a:pt x="0" y="59520"/>
                  </a:cubicBezTo>
                  <a:cubicBezTo>
                    <a:pt x="19893" y="59520"/>
                    <a:pt x="19893" y="59520"/>
                    <a:pt x="19893" y="59520"/>
                  </a:cubicBezTo>
                  <a:cubicBezTo>
                    <a:pt x="19893" y="59520"/>
                    <a:pt x="19893" y="59520"/>
                    <a:pt x="39786" y="89280"/>
                  </a:cubicBezTo>
                  <a:cubicBezTo>
                    <a:pt x="39786" y="89280"/>
                    <a:pt x="59679" y="89280"/>
                    <a:pt x="59679" y="119040"/>
                  </a:cubicBezTo>
                  <a:lnTo>
                    <a:pt x="59679" y="119040"/>
                  </a:lnTo>
                  <a:cubicBezTo>
                    <a:pt x="59679" y="59520"/>
                    <a:pt x="59679" y="59520"/>
                    <a:pt x="59679" y="59520"/>
                  </a:cubicBezTo>
                  <a:cubicBezTo>
                    <a:pt x="99465" y="89280"/>
                    <a:pt x="99465" y="89280"/>
                    <a:pt x="99465" y="89280"/>
                  </a:cubicBezTo>
                  <a:cubicBezTo>
                    <a:pt x="99465" y="89280"/>
                    <a:pt x="99465" y="89280"/>
                    <a:pt x="119358" y="89280"/>
                  </a:cubicBezTo>
                  <a:lnTo>
                    <a:pt x="119358" y="89280"/>
                  </a:lnTo>
                  <a:lnTo>
                    <a:pt x="119358" y="89280"/>
                  </a:lnTo>
                  <a:cubicBezTo>
                    <a:pt x="119358" y="89280"/>
                    <a:pt x="119358" y="89280"/>
                    <a:pt x="99465" y="5952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5" name="Shape 11945"/>
            <p:cNvSpPr/>
            <p:nvPr/>
          </p:nvSpPr>
          <p:spPr>
            <a:xfrm>
              <a:off x="1973263" y="909638"/>
              <a:ext cx="88900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638" y="0"/>
                  </a:moveTo>
                  <a:lnTo>
                    <a:pt x="89638" y="0"/>
                  </a:lnTo>
                  <a:cubicBezTo>
                    <a:pt x="89638" y="0"/>
                    <a:pt x="89638" y="0"/>
                    <a:pt x="74698" y="0"/>
                  </a:cubicBezTo>
                  <a:lnTo>
                    <a:pt x="74698" y="0"/>
                  </a:lnTo>
                  <a:cubicBezTo>
                    <a:pt x="59759" y="0"/>
                    <a:pt x="59759" y="0"/>
                    <a:pt x="59759" y="0"/>
                  </a:cubicBezTo>
                  <a:cubicBezTo>
                    <a:pt x="44819" y="0"/>
                    <a:pt x="44819" y="0"/>
                    <a:pt x="44819" y="0"/>
                  </a:cubicBezTo>
                  <a:lnTo>
                    <a:pt x="29879" y="0"/>
                  </a:lnTo>
                  <a:lnTo>
                    <a:pt x="29879" y="0"/>
                  </a:lnTo>
                  <a:lnTo>
                    <a:pt x="29879" y="0"/>
                  </a:lnTo>
                  <a:cubicBezTo>
                    <a:pt x="14939" y="0"/>
                    <a:pt x="14939" y="116250"/>
                    <a:pt x="0" y="116250"/>
                  </a:cubicBezTo>
                  <a:cubicBezTo>
                    <a:pt x="0" y="116250"/>
                    <a:pt x="0" y="116250"/>
                    <a:pt x="14939" y="116250"/>
                  </a:cubicBezTo>
                  <a:lnTo>
                    <a:pt x="14939" y="116250"/>
                  </a:lnTo>
                  <a:cubicBezTo>
                    <a:pt x="14939" y="116250"/>
                    <a:pt x="29879" y="116250"/>
                    <a:pt x="29879" y="0"/>
                  </a:cubicBezTo>
                  <a:cubicBezTo>
                    <a:pt x="44819" y="0"/>
                    <a:pt x="44819" y="0"/>
                    <a:pt x="44819" y="0"/>
                  </a:cubicBezTo>
                  <a:lnTo>
                    <a:pt x="44819" y="0"/>
                  </a:lnTo>
                  <a:cubicBezTo>
                    <a:pt x="44819" y="116250"/>
                    <a:pt x="59759" y="116250"/>
                    <a:pt x="59759" y="116250"/>
                  </a:cubicBezTo>
                  <a:cubicBezTo>
                    <a:pt x="74698" y="116250"/>
                    <a:pt x="74698" y="116250"/>
                    <a:pt x="89638" y="116250"/>
                  </a:cubicBezTo>
                  <a:lnTo>
                    <a:pt x="89638" y="116250"/>
                  </a:lnTo>
                  <a:lnTo>
                    <a:pt x="89638" y="116250"/>
                  </a:lnTo>
                  <a:cubicBezTo>
                    <a:pt x="89638" y="116250"/>
                    <a:pt x="89638" y="116250"/>
                    <a:pt x="104578" y="116250"/>
                  </a:cubicBezTo>
                  <a:lnTo>
                    <a:pt x="104578" y="116250"/>
                  </a:lnTo>
                  <a:cubicBezTo>
                    <a:pt x="119518" y="116250"/>
                    <a:pt x="119518" y="116250"/>
                    <a:pt x="119518" y="116250"/>
                  </a:cubicBezTo>
                  <a:lnTo>
                    <a:pt x="119518" y="116250"/>
                  </a:lnTo>
                  <a:cubicBezTo>
                    <a:pt x="119518" y="0"/>
                    <a:pt x="119518" y="0"/>
                    <a:pt x="119518" y="0"/>
                  </a:cubicBezTo>
                  <a:lnTo>
                    <a:pt x="104578" y="0"/>
                  </a:lnTo>
                  <a:lnTo>
                    <a:pt x="89638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6" name="Shape 11946"/>
            <p:cNvSpPr/>
            <p:nvPr/>
          </p:nvSpPr>
          <p:spPr>
            <a:xfrm>
              <a:off x="1951038" y="920750"/>
              <a:ext cx="11112" cy="15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16250" y="0"/>
                  </a:lnTo>
                  <a:lnTo>
                    <a:pt x="116250" y="0"/>
                  </a:lnTo>
                  <a:lnTo>
                    <a:pt x="116250" y="0"/>
                  </a:lnTo>
                  <a:cubicBezTo>
                    <a:pt x="116250" y="0"/>
                    <a:pt x="116250" y="0"/>
                    <a:pt x="0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7" name="Shape 11947"/>
            <p:cNvSpPr/>
            <p:nvPr/>
          </p:nvSpPr>
          <p:spPr>
            <a:xfrm>
              <a:off x="1827213" y="887413"/>
              <a:ext cx="66675" cy="333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465" y="39574"/>
                  </a:moveTo>
                  <a:lnTo>
                    <a:pt x="99465" y="39574"/>
                  </a:lnTo>
                  <a:lnTo>
                    <a:pt x="79572" y="39574"/>
                  </a:lnTo>
                  <a:lnTo>
                    <a:pt x="79572" y="39574"/>
                  </a:lnTo>
                  <a:cubicBezTo>
                    <a:pt x="79572" y="39574"/>
                    <a:pt x="79572" y="39574"/>
                    <a:pt x="59679" y="39574"/>
                  </a:cubicBezTo>
                  <a:lnTo>
                    <a:pt x="39786" y="39574"/>
                  </a:lnTo>
                  <a:lnTo>
                    <a:pt x="19893" y="39574"/>
                  </a:lnTo>
                  <a:cubicBezTo>
                    <a:pt x="19893" y="0"/>
                    <a:pt x="19893" y="0"/>
                    <a:pt x="0" y="0"/>
                  </a:cubicBezTo>
                  <a:cubicBezTo>
                    <a:pt x="19893" y="39574"/>
                    <a:pt x="19893" y="79148"/>
                    <a:pt x="19893" y="79148"/>
                  </a:cubicBezTo>
                  <a:cubicBezTo>
                    <a:pt x="19893" y="79148"/>
                    <a:pt x="19893" y="118723"/>
                    <a:pt x="39786" y="118723"/>
                  </a:cubicBezTo>
                  <a:lnTo>
                    <a:pt x="39786" y="118723"/>
                  </a:lnTo>
                  <a:lnTo>
                    <a:pt x="39786" y="118723"/>
                  </a:lnTo>
                  <a:lnTo>
                    <a:pt x="39786" y="118723"/>
                  </a:lnTo>
                  <a:cubicBezTo>
                    <a:pt x="59679" y="118723"/>
                    <a:pt x="59679" y="118723"/>
                    <a:pt x="59679" y="118723"/>
                  </a:cubicBezTo>
                  <a:lnTo>
                    <a:pt x="59679" y="118723"/>
                  </a:lnTo>
                  <a:lnTo>
                    <a:pt x="79572" y="118723"/>
                  </a:lnTo>
                  <a:cubicBezTo>
                    <a:pt x="79572" y="118723"/>
                    <a:pt x="99465" y="118723"/>
                    <a:pt x="119358" y="118723"/>
                  </a:cubicBezTo>
                  <a:lnTo>
                    <a:pt x="119358" y="118723"/>
                  </a:lnTo>
                  <a:cubicBezTo>
                    <a:pt x="99465" y="79148"/>
                    <a:pt x="99465" y="79148"/>
                    <a:pt x="99465" y="39574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8" name="Shape 11948"/>
            <p:cNvSpPr/>
            <p:nvPr/>
          </p:nvSpPr>
          <p:spPr>
            <a:xfrm>
              <a:off x="1962150" y="909638"/>
              <a:ext cx="1588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116250"/>
                  </a:lnTo>
                  <a:cubicBezTo>
                    <a:pt x="0" y="116250"/>
                    <a:pt x="0" y="116250"/>
                    <a:pt x="0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9" name="Shape 11949"/>
            <p:cNvSpPr/>
            <p:nvPr/>
          </p:nvSpPr>
          <p:spPr>
            <a:xfrm>
              <a:off x="1906588" y="909638"/>
              <a:ext cx="33337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9148" y="116250"/>
                  </a:moveTo>
                  <a:lnTo>
                    <a:pt x="79148" y="116250"/>
                  </a:lnTo>
                  <a:lnTo>
                    <a:pt x="79148" y="0"/>
                  </a:lnTo>
                  <a:cubicBezTo>
                    <a:pt x="79148" y="116250"/>
                    <a:pt x="79148" y="116250"/>
                    <a:pt x="79148" y="116250"/>
                  </a:cubicBezTo>
                  <a:cubicBezTo>
                    <a:pt x="39574" y="116250"/>
                    <a:pt x="39574" y="116250"/>
                    <a:pt x="39574" y="0"/>
                  </a:cubicBezTo>
                  <a:lnTo>
                    <a:pt x="39574" y="0"/>
                  </a:lnTo>
                  <a:lnTo>
                    <a:pt x="39574" y="0"/>
                  </a:lnTo>
                  <a:lnTo>
                    <a:pt x="39574" y="0"/>
                  </a:lnTo>
                  <a:cubicBezTo>
                    <a:pt x="0" y="116250"/>
                    <a:pt x="0" y="116250"/>
                    <a:pt x="0" y="116250"/>
                  </a:cubicBezTo>
                  <a:lnTo>
                    <a:pt x="0" y="116250"/>
                  </a:lnTo>
                  <a:cubicBezTo>
                    <a:pt x="39574" y="116250"/>
                    <a:pt x="79148" y="116250"/>
                    <a:pt x="79148" y="116250"/>
                  </a:cubicBezTo>
                  <a:lnTo>
                    <a:pt x="79148" y="116250"/>
                  </a:lnTo>
                  <a:cubicBezTo>
                    <a:pt x="118723" y="116250"/>
                    <a:pt x="118723" y="116250"/>
                    <a:pt x="118723" y="116250"/>
                  </a:cubicBezTo>
                  <a:lnTo>
                    <a:pt x="118723" y="116250"/>
                  </a:lnTo>
                  <a:lnTo>
                    <a:pt x="118723" y="116250"/>
                  </a:lnTo>
                  <a:cubicBezTo>
                    <a:pt x="118723" y="116250"/>
                    <a:pt x="118723" y="116250"/>
                    <a:pt x="79148" y="11625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0" name="Shape 11950"/>
            <p:cNvSpPr/>
            <p:nvPr/>
          </p:nvSpPr>
          <p:spPr>
            <a:xfrm>
              <a:off x="2073275" y="954088"/>
              <a:ext cx="22225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116250"/>
                  </a:moveTo>
                  <a:lnTo>
                    <a:pt x="60000" y="116250"/>
                  </a:lnTo>
                  <a:lnTo>
                    <a:pt x="60000" y="116250"/>
                  </a:lnTo>
                  <a:lnTo>
                    <a:pt x="60000" y="116250"/>
                  </a:lnTo>
                  <a:cubicBezTo>
                    <a:pt x="60000" y="116250"/>
                    <a:pt x="60000" y="0"/>
                    <a:pt x="118064" y="0"/>
                  </a:cubicBezTo>
                  <a:cubicBezTo>
                    <a:pt x="60000" y="0"/>
                    <a:pt x="60000" y="0"/>
                    <a:pt x="0" y="0"/>
                  </a:cubicBezTo>
                  <a:lnTo>
                    <a:pt x="60000" y="11625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1" name="Shape 11951"/>
            <p:cNvSpPr/>
            <p:nvPr/>
          </p:nvSpPr>
          <p:spPr>
            <a:xfrm>
              <a:off x="1793875" y="787400"/>
              <a:ext cx="134938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59520"/>
                  </a:moveTo>
                  <a:lnTo>
                    <a:pt x="0" y="59520"/>
                  </a:lnTo>
                  <a:cubicBezTo>
                    <a:pt x="0" y="59520"/>
                    <a:pt x="0" y="59520"/>
                    <a:pt x="9973" y="59520"/>
                  </a:cubicBezTo>
                  <a:cubicBezTo>
                    <a:pt x="9973" y="59520"/>
                    <a:pt x="9973" y="59520"/>
                    <a:pt x="19946" y="59520"/>
                  </a:cubicBezTo>
                  <a:lnTo>
                    <a:pt x="19946" y="59520"/>
                  </a:lnTo>
                  <a:lnTo>
                    <a:pt x="29919" y="59520"/>
                  </a:lnTo>
                  <a:cubicBezTo>
                    <a:pt x="29919" y="59520"/>
                    <a:pt x="29919" y="59520"/>
                    <a:pt x="39892" y="59520"/>
                  </a:cubicBezTo>
                  <a:cubicBezTo>
                    <a:pt x="49865" y="59520"/>
                    <a:pt x="49865" y="59520"/>
                    <a:pt x="59839" y="59520"/>
                  </a:cubicBezTo>
                  <a:lnTo>
                    <a:pt x="59839" y="89280"/>
                  </a:lnTo>
                  <a:cubicBezTo>
                    <a:pt x="79785" y="119040"/>
                    <a:pt x="79785" y="119040"/>
                    <a:pt x="79785" y="119040"/>
                  </a:cubicBezTo>
                  <a:cubicBezTo>
                    <a:pt x="79785" y="119040"/>
                    <a:pt x="79785" y="119040"/>
                    <a:pt x="89758" y="119040"/>
                  </a:cubicBezTo>
                  <a:lnTo>
                    <a:pt x="89758" y="119040"/>
                  </a:lnTo>
                  <a:lnTo>
                    <a:pt x="99731" y="119040"/>
                  </a:lnTo>
                  <a:cubicBezTo>
                    <a:pt x="109705" y="119040"/>
                    <a:pt x="109705" y="119040"/>
                    <a:pt x="109705" y="119040"/>
                  </a:cubicBezTo>
                  <a:cubicBezTo>
                    <a:pt x="119678" y="119040"/>
                    <a:pt x="119678" y="89280"/>
                    <a:pt x="119678" y="89280"/>
                  </a:cubicBezTo>
                  <a:lnTo>
                    <a:pt x="119678" y="89280"/>
                  </a:lnTo>
                  <a:lnTo>
                    <a:pt x="119678" y="89280"/>
                  </a:lnTo>
                  <a:lnTo>
                    <a:pt x="119678" y="89280"/>
                  </a:lnTo>
                  <a:cubicBezTo>
                    <a:pt x="109705" y="89280"/>
                    <a:pt x="109705" y="89280"/>
                    <a:pt x="109705" y="89280"/>
                  </a:cubicBezTo>
                  <a:cubicBezTo>
                    <a:pt x="99731" y="89280"/>
                    <a:pt x="99731" y="59520"/>
                    <a:pt x="99731" y="59520"/>
                  </a:cubicBezTo>
                  <a:lnTo>
                    <a:pt x="99731" y="59520"/>
                  </a:lnTo>
                  <a:cubicBezTo>
                    <a:pt x="99731" y="59520"/>
                    <a:pt x="99731" y="59520"/>
                    <a:pt x="89758" y="59520"/>
                  </a:cubicBezTo>
                  <a:lnTo>
                    <a:pt x="89758" y="59520"/>
                  </a:lnTo>
                  <a:cubicBezTo>
                    <a:pt x="79785" y="29760"/>
                    <a:pt x="79785" y="29760"/>
                    <a:pt x="79785" y="29760"/>
                  </a:cubicBezTo>
                  <a:lnTo>
                    <a:pt x="79785" y="29760"/>
                  </a:lnTo>
                  <a:cubicBezTo>
                    <a:pt x="69812" y="29760"/>
                    <a:pt x="69812" y="29760"/>
                    <a:pt x="69812" y="29760"/>
                  </a:cubicBezTo>
                  <a:cubicBezTo>
                    <a:pt x="59839" y="29760"/>
                    <a:pt x="59839" y="29760"/>
                    <a:pt x="59839" y="29760"/>
                  </a:cubicBezTo>
                  <a:lnTo>
                    <a:pt x="49865" y="29760"/>
                  </a:lnTo>
                  <a:cubicBezTo>
                    <a:pt x="39892" y="29760"/>
                    <a:pt x="39892" y="0"/>
                    <a:pt x="39892" y="0"/>
                  </a:cubicBezTo>
                  <a:cubicBezTo>
                    <a:pt x="39892" y="0"/>
                    <a:pt x="39892" y="0"/>
                    <a:pt x="29919" y="0"/>
                  </a:cubicBezTo>
                  <a:lnTo>
                    <a:pt x="29919" y="0"/>
                  </a:lnTo>
                  <a:cubicBezTo>
                    <a:pt x="19946" y="0"/>
                    <a:pt x="19946" y="0"/>
                    <a:pt x="19946" y="0"/>
                  </a:cubicBezTo>
                  <a:lnTo>
                    <a:pt x="997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9760"/>
                  </a:lnTo>
                  <a:lnTo>
                    <a:pt x="0" y="5952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2" name="Shape 11952"/>
            <p:cNvSpPr/>
            <p:nvPr/>
          </p:nvSpPr>
          <p:spPr>
            <a:xfrm>
              <a:off x="1827213" y="831850"/>
              <a:ext cx="44450" cy="111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520" y="0"/>
                  </a:moveTo>
                  <a:lnTo>
                    <a:pt x="59520" y="0"/>
                  </a:lnTo>
                  <a:lnTo>
                    <a:pt x="59520" y="0"/>
                  </a:lnTo>
                  <a:cubicBezTo>
                    <a:pt x="59520" y="0"/>
                    <a:pt x="29760" y="0"/>
                    <a:pt x="0" y="0"/>
                  </a:cubicBezTo>
                  <a:lnTo>
                    <a:pt x="0" y="0"/>
                  </a:lnTo>
                  <a:lnTo>
                    <a:pt x="0" y="116250"/>
                  </a:lnTo>
                  <a:lnTo>
                    <a:pt x="29760" y="116250"/>
                  </a:lnTo>
                  <a:lnTo>
                    <a:pt x="59520" y="116250"/>
                  </a:lnTo>
                  <a:lnTo>
                    <a:pt x="89280" y="116250"/>
                  </a:lnTo>
                  <a:cubicBezTo>
                    <a:pt x="89280" y="116250"/>
                    <a:pt x="89280" y="116250"/>
                    <a:pt x="119040" y="116250"/>
                  </a:cubicBezTo>
                  <a:cubicBezTo>
                    <a:pt x="89280" y="0"/>
                    <a:pt x="89280" y="0"/>
                    <a:pt x="89280" y="0"/>
                  </a:cubicBezTo>
                  <a:cubicBezTo>
                    <a:pt x="89280" y="0"/>
                    <a:pt x="89280" y="0"/>
                    <a:pt x="59520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3" name="Shape 11953"/>
            <p:cNvSpPr/>
            <p:nvPr/>
          </p:nvSpPr>
          <p:spPr>
            <a:xfrm>
              <a:off x="2117725" y="1155700"/>
              <a:ext cx="33338" cy="158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9574" y="0"/>
                  </a:moveTo>
                  <a:lnTo>
                    <a:pt x="39574" y="0"/>
                  </a:lnTo>
                  <a:lnTo>
                    <a:pt x="0" y="0"/>
                  </a:lnTo>
                  <a:lnTo>
                    <a:pt x="39574" y="0"/>
                  </a:lnTo>
                  <a:lnTo>
                    <a:pt x="39574" y="0"/>
                  </a:lnTo>
                  <a:lnTo>
                    <a:pt x="79148" y="0"/>
                  </a:lnTo>
                  <a:lnTo>
                    <a:pt x="118723" y="0"/>
                  </a:lnTo>
                  <a:lnTo>
                    <a:pt x="118723" y="0"/>
                  </a:lnTo>
                  <a:lnTo>
                    <a:pt x="118723" y="0"/>
                  </a:lnTo>
                  <a:lnTo>
                    <a:pt x="118723" y="0"/>
                  </a:lnTo>
                  <a:lnTo>
                    <a:pt x="39574" y="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4" name="Shape 11954"/>
            <p:cNvSpPr/>
            <p:nvPr/>
          </p:nvSpPr>
          <p:spPr>
            <a:xfrm>
              <a:off x="2028825" y="2449513"/>
              <a:ext cx="22225" cy="111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047" y="116129"/>
                  </a:moveTo>
                  <a:lnTo>
                    <a:pt x="59047" y="116129"/>
                  </a:lnTo>
                  <a:lnTo>
                    <a:pt x="59047" y="116129"/>
                  </a:lnTo>
                  <a:lnTo>
                    <a:pt x="59047" y="116129"/>
                  </a:lnTo>
                  <a:cubicBezTo>
                    <a:pt x="118095" y="116129"/>
                    <a:pt x="118095" y="116129"/>
                    <a:pt x="118095" y="116129"/>
                  </a:cubicBezTo>
                  <a:lnTo>
                    <a:pt x="118095" y="116129"/>
                  </a:lnTo>
                  <a:lnTo>
                    <a:pt x="118095" y="116129"/>
                  </a:lnTo>
                  <a:lnTo>
                    <a:pt x="118095" y="116129"/>
                  </a:lnTo>
                  <a:lnTo>
                    <a:pt x="118095" y="116129"/>
                  </a:lnTo>
                  <a:cubicBezTo>
                    <a:pt x="118095" y="116129"/>
                    <a:pt x="118095" y="116129"/>
                    <a:pt x="59047" y="0"/>
                  </a:cubicBezTo>
                  <a:lnTo>
                    <a:pt x="59047" y="0"/>
                  </a:lnTo>
                  <a:lnTo>
                    <a:pt x="5904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116129"/>
                  </a:cubicBezTo>
                  <a:lnTo>
                    <a:pt x="59047" y="116129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5" name="Shape 11955"/>
            <p:cNvSpPr/>
            <p:nvPr/>
          </p:nvSpPr>
          <p:spPr>
            <a:xfrm>
              <a:off x="1962150" y="2405063"/>
              <a:ext cx="44450" cy="444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280" y="28800"/>
                  </a:moveTo>
                  <a:lnTo>
                    <a:pt x="89280" y="28800"/>
                  </a:lnTo>
                  <a:cubicBezTo>
                    <a:pt x="89280" y="28800"/>
                    <a:pt x="89280" y="28800"/>
                    <a:pt x="59520" y="28800"/>
                  </a:cubicBezTo>
                  <a:lnTo>
                    <a:pt x="59520" y="0"/>
                  </a:lnTo>
                  <a:lnTo>
                    <a:pt x="29760" y="0"/>
                  </a:lnTo>
                  <a:lnTo>
                    <a:pt x="29760" y="0"/>
                  </a:lnTo>
                  <a:cubicBezTo>
                    <a:pt x="29760" y="0"/>
                    <a:pt x="29760" y="0"/>
                    <a:pt x="0" y="0"/>
                  </a:cubicBezTo>
                  <a:lnTo>
                    <a:pt x="0" y="0"/>
                  </a:lnTo>
                  <a:lnTo>
                    <a:pt x="29760" y="28800"/>
                  </a:lnTo>
                  <a:cubicBezTo>
                    <a:pt x="29760" y="28800"/>
                    <a:pt x="59520" y="58560"/>
                    <a:pt x="89280" y="58560"/>
                  </a:cubicBezTo>
                  <a:lnTo>
                    <a:pt x="89280" y="58560"/>
                  </a:lnTo>
                  <a:lnTo>
                    <a:pt x="89280" y="58560"/>
                  </a:lnTo>
                  <a:lnTo>
                    <a:pt x="119040" y="88320"/>
                  </a:lnTo>
                  <a:cubicBezTo>
                    <a:pt x="119040" y="119040"/>
                    <a:pt x="119040" y="119040"/>
                    <a:pt x="119040" y="119040"/>
                  </a:cubicBezTo>
                  <a:lnTo>
                    <a:pt x="119040" y="119040"/>
                  </a:lnTo>
                  <a:cubicBezTo>
                    <a:pt x="119040" y="88320"/>
                    <a:pt x="119040" y="88320"/>
                    <a:pt x="119040" y="88320"/>
                  </a:cubicBezTo>
                  <a:lnTo>
                    <a:pt x="119040" y="88320"/>
                  </a:lnTo>
                  <a:cubicBezTo>
                    <a:pt x="119040" y="88320"/>
                    <a:pt x="119040" y="88320"/>
                    <a:pt x="119040" y="58560"/>
                  </a:cubicBezTo>
                  <a:lnTo>
                    <a:pt x="119040" y="58560"/>
                  </a:lnTo>
                  <a:lnTo>
                    <a:pt x="119040" y="58560"/>
                  </a:lnTo>
                  <a:lnTo>
                    <a:pt x="119040" y="58560"/>
                  </a:lnTo>
                  <a:lnTo>
                    <a:pt x="89280" y="28800"/>
                  </a:ln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6" name="Shape 11956"/>
            <p:cNvSpPr/>
            <p:nvPr/>
          </p:nvSpPr>
          <p:spPr>
            <a:xfrm>
              <a:off x="1192213" y="1535113"/>
              <a:ext cx="1127125" cy="5254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735" y="17860"/>
                  </a:moveTo>
                  <a:lnTo>
                    <a:pt x="118735" y="17860"/>
                  </a:lnTo>
                  <a:lnTo>
                    <a:pt x="118735" y="15308"/>
                  </a:lnTo>
                  <a:cubicBezTo>
                    <a:pt x="118735" y="15308"/>
                    <a:pt x="118735" y="15308"/>
                    <a:pt x="118735" y="12674"/>
                  </a:cubicBezTo>
                  <a:lnTo>
                    <a:pt x="118735" y="12674"/>
                  </a:lnTo>
                  <a:lnTo>
                    <a:pt x="118735" y="10205"/>
                  </a:lnTo>
                  <a:cubicBezTo>
                    <a:pt x="118735" y="10205"/>
                    <a:pt x="118735" y="10205"/>
                    <a:pt x="118735" y="7654"/>
                  </a:cubicBezTo>
                  <a:lnTo>
                    <a:pt x="118735" y="7654"/>
                  </a:lnTo>
                  <a:lnTo>
                    <a:pt x="118735" y="7654"/>
                  </a:lnTo>
                  <a:lnTo>
                    <a:pt x="118735" y="7654"/>
                  </a:lnTo>
                  <a:lnTo>
                    <a:pt x="117586" y="7654"/>
                  </a:lnTo>
                  <a:lnTo>
                    <a:pt x="117586" y="7654"/>
                  </a:lnTo>
                  <a:lnTo>
                    <a:pt x="116398" y="7654"/>
                  </a:lnTo>
                  <a:lnTo>
                    <a:pt x="116398" y="7654"/>
                  </a:lnTo>
                  <a:lnTo>
                    <a:pt x="116398" y="7654"/>
                  </a:lnTo>
                  <a:lnTo>
                    <a:pt x="116398" y="7654"/>
                  </a:lnTo>
                  <a:cubicBezTo>
                    <a:pt x="116398" y="7654"/>
                    <a:pt x="116398" y="10205"/>
                    <a:pt x="115210" y="10205"/>
                  </a:cubicBezTo>
                  <a:lnTo>
                    <a:pt x="115210" y="10205"/>
                  </a:lnTo>
                  <a:lnTo>
                    <a:pt x="115210" y="10205"/>
                  </a:lnTo>
                  <a:cubicBezTo>
                    <a:pt x="115210" y="10205"/>
                    <a:pt x="115210" y="10205"/>
                    <a:pt x="115210" y="12674"/>
                  </a:cubicBezTo>
                  <a:lnTo>
                    <a:pt x="115210" y="12674"/>
                  </a:lnTo>
                  <a:lnTo>
                    <a:pt x="113984" y="17860"/>
                  </a:lnTo>
                  <a:lnTo>
                    <a:pt x="113984" y="17860"/>
                  </a:lnTo>
                  <a:cubicBezTo>
                    <a:pt x="112835" y="17860"/>
                    <a:pt x="112835" y="17860"/>
                    <a:pt x="112835" y="17860"/>
                  </a:cubicBezTo>
                  <a:cubicBezTo>
                    <a:pt x="112835" y="17860"/>
                    <a:pt x="112835" y="17860"/>
                    <a:pt x="111647" y="17860"/>
                  </a:cubicBezTo>
                  <a:cubicBezTo>
                    <a:pt x="111647" y="20411"/>
                    <a:pt x="111647" y="20411"/>
                    <a:pt x="110459" y="20411"/>
                  </a:cubicBezTo>
                  <a:lnTo>
                    <a:pt x="110459" y="20411"/>
                  </a:lnTo>
                  <a:cubicBezTo>
                    <a:pt x="109233" y="20411"/>
                    <a:pt x="108084" y="20411"/>
                    <a:pt x="106896" y="20411"/>
                  </a:cubicBezTo>
                  <a:cubicBezTo>
                    <a:pt x="105708" y="20411"/>
                    <a:pt x="104482" y="20411"/>
                    <a:pt x="104482" y="20411"/>
                  </a:cubicBezTo>
                  <a:cubicBezTo>
                    <a:pt x="102145" y="22880"/>
                    <a:pt x="102145" y="22880"/>
                    <a:pt x="102145" y="22880"/>
                  </a:cubicBezTo>
                  <a:cubicBezTo>
                    <a:pt x="102145" y="25514"/>
                    <a:pt x="100957" y="28065"/>
                    <a:pt x="100957" y="28065"/>
                  </a:cubicBezTo>
                  <a:cubicBezTo>
                    <a:pt x="100957" y="30534"/>
                    <a:pt x="100957" y="30534"/>
                    <a:pt x="99770" y="30534"/>
                  </a:cubicBezTo>
                  <a:cubicBezTo>
                    <a:pt x="98582" y="30534"/>
                    <a:pt x="98582" y="30534"/>
                    <a:pt x="98582" y="30534"/>
                  </a:cubicBezTo>
                  <a:cubicBezTo>
                    <a:pt x="97394" y="30534"/>
                    <a:pt x="97394" y="30534"/>
                    <a:pt x="97394" y="30534"/>
                  </a:cubicBezTo>
                  <a:cubicBezTo>
                    <a:pt x="97394" y="30534"/>
                    <a:pt x="97394" y="30534"/>
                    <a:pt x="96168" y="30534"/>
                  </a:cubicBezTo>
                  <a:cubicBezTo>
                    <a:pt x="96168" y="33086"/>
                    <a:pt x="96168" y="33086"/>
                    <a:pt x="95019" y="35720"/>
                  </a:cubicBezTo>
                  <a:cubicBezTo>
                    <a:pt x="93831" y="35720"/>
                    <a:pt x="89080" y="40740"/>
                    <a:pt x="89080" y="40740"/>
                  </a:cubicBezTo>
                  <a:lnTo>
                    <a:pt x="89080" y="40740"/>
                  </a:lnTo>
                  <a:cubicBezTo>
                    <a:pt x="87892" y="40740"/>
                    <a:pt x="87892" y="38271"/>
                    <a:pt x="87892" y="38271"/>
                  </a:cubicBezTo>
                  <a:lnTo>
                    <a:pt x="87892" y="38271"/>
                  </a:lnTo>
                  <a:cubicBezTo>
                    <a:pt x="86704" y="38271"/>
                    <a:pt x="85517" y="33086"/>
                    <a:pt x="85517" y="33086"/>
                  </a:cubicBezTo>
                  <a:cubicBezTo>
                    <a:pt x="85517" y="30534"/>
                    <a:pt x="85517" y="30534"/>
                    <a:pt x="85517" y="30534"/>
                  </a:cubicBezTo>
                  <a:lnTo>
                    <a:pt x="85517" y="30534"/>
                  </a:lnTo>
                  <a:lnTo>
                    <a:pt x="86704" y="28065"/>
                  </a:lnTo>
                  <a:cubicBezTo>
                    <a:pt x="86704" y="28065"/>
                    <a:pt x="86704" y="28065"/>
                    <a:pt x="85517" y="28065"/>
                  </a:cubicBezTo>
                  <a:lnTo>
                    <a:pt x="85517" y="28065"/>
                  </a:lnTo>
                  <a:cubicBezTo>
                    <a:pt x="84329" y="25514"/>
                    <a:pt x="85517" y="22880"/>
                    <a:pt x="85517" y="22880"/>
                  </a:cubicBezTo>
                  <a:cubicBezTo>
                    <a:pt x="85517" y="22880"/>
                    <a:pt x="85517" y="22880"/>
                    <a:pt x="85517" y="20411"/>
                  </a:cubicBezTo>
                  <a:cubicBezTo>
                    <a:pt x="85517" y="20411"/>
                    <a:pt x="85517" y="20411"/>
                    <a:pt x="85517" y="17860"/>
                  </a:cubicBezTo>
                  <a:cubicBezTo>
                    <a:pt x="84329" y="17860"/>
                    <a:pt x="84329" y="17860"/>
                    <a:pt x="84329" y="15308"/>
                  </a:cubicBezTo>
                  <a:lnTo>
                    <a:pt x="84329" y="15308"/>
                  </a:lnTo>
                  <a:cubicBezTo>
                    <a:pt x="83141" y="15308"/>
                    <a:pt x="83141" y="17860"/>
                    <a:pt x="83141" y="17860"/>
                  </a:cubicBezTo>
                  <a:lnTo>
                    <a:pt x="83141" y="20411"/>
                  </a:lnTo>
                  <a:cubicBezTo>
                    <a:pt x="81954" y="20411"/>
                    <a:pt x="81954" y="20411"/>
                    <a:pt x="81954" y="20411"/>
                  </a:cubicBezTo>
                  <a:lnTo>
                    <a:pt x="81954" y="20411"/>
                  </a:lnTo>
                  <a:lnTo>
                    <a:pt x="81954" y="22880"/>
                  </a:lnTo>
                  <a:lnTo>
                    <a:pt x="81954" y="25514"/>
                  </a:lnTo>
                  <a:cubicBezTo>
                    <a:pt x="80766" y="25514"/>
                    <a:pt x="80766" y="25514"/>
                    <a:pt x="80766" y="28065"/>
                  </a:cubicBezTo>
                  <a:lnTo>
                    <a:pt x="79578" y="28065"/>
                  </a:lnTo>
                  <a:cubicBezTo>
                    <a:pt x="79578" y="30534"/>
                    <a:pt x="78390" y="30534"/>
                    <a:pt x="78390" y="30534"/>
                  </a:cubicBezTo>
                  <a:lnTo>
                    <a:pt x="78390" y="30534"/>
                  </a:lnTo>
                  <a:cubicBezTo>
                    <a:pt x="77203" y="28065"/>
                    <a:pt x="77203" y="28065"/>
                    <a:pt x="77203" y="28065"/>
                  </a:cubicBezTo>
                  <a:cubicBezTo>
                    <a:pt x="77203" y="17860"/>
                    <a:pt x="77203" y="17860"/>
                    <a:pt x="77203" y="17860"/>
                  </a:cubicBezTo>
                  <a:cubicBezTo>
                    <a:pt x="80766" y="12674"/>
                    <a:pt x="80766" y="12674"/>
                    <a:pt x="80766" y="12674"/>
                  </a:cubicBezTo>
                  <a:cubicBezTo>
                    <a:pt x="79578" y="12674"/>
                    <a:pt x="79578" y="12674"/>
                    <a:pt x="79578" y="12674"/>
                  </a:cubicBezTo>
                  <a:cubicBezTo>
                    <a:pt x="78390" y="12674"/>
                    <a:pt x="78390" y="12674"/>
                    <a:pt x="78390" y="12674"/>
                  </a:cubicBezTo>
                  <a:cubicBezTo>
                    <a:pt x="77203" y="10205"/>
                    <a:pt x="77203" y="10205"/>
                    <a:pt x="77203" y="10205"/>
                  </a:cubicBezTo>
                  <a:lnTo>
                    <a:pt x="76015" y="10205"/>
                  </a:lnTo>
                  <a:lnTo>
                    <a:pt x="73639" y="12674"/>
                  </a:lnTo>
                  <a:cubicBezTo>
                    <a:pt x="73639" y="15308"/>
                    <a:pt x="72452" y="15308"/>
                    <a:pt x="72452" y="15308"/>
                  </a:cubicBezTo>
                  <a:cubicBezTo>
                    <a:pt x="72452" y="15308"/>
                    <a:pt x="72452" y="15308"/>
                    <a:pt x="71264" y="15308"/>
                  </a:cubicBezTo>
                  <a:cubicBezTo>
                    <a:pt x="71264" y="12674"/>
                    <a:pt x="71264" y="12674"/>
                    <a:pt x="71264" y="12674"/>
                  </a:cubicBezTo>
                  <a:cubicBezTo>
                    <a:pt x="70076" y="12674"/>
                    <a:pt x="68888" y="12674"/>
                    <a:pt x="68888" y="12674"/>
                  </a:cubicBezTo>
                  <a:cubicBezTo>
                    <a:pt x="66513" y="10205"/>
                    <a:pt x="66513" y="10205"/>
                    <a:pt x="66513" y="10205"/>
                  </a:cubicBezTo>
                  <a:cubicBezTo>
                    <a:pt x="68888" y="7654"/>
                    <a:pt x="68888" y="7654"/>
                    <a:pt x="68888" y="7654"/>
                  </a:cubicBezTo>
                  <a:cubicBezTo>
                    <a:pt x="68888" y="7654"/>
                    <a:pt x="70076" y="5102"/>
                    <a:pt x="71264" y="5102"/>
                  </a:cubicBezTo>
                  <a:cubicBezTo>
                    <a:pt x="71264" y="5102"/>
                    <a:pt x="71264" y="2469"/>
                    <a:pt x="70076" y="2469"/>
                  </a:cubicBezTo>
                  <a:lnTo>
                    <a:pt x="70076" y="5102"/>
                  </a:lnTo>
                  <a:lnTo>
                    <a:pt x="70076" y="5102"/>
                  </a:lnTo>
                  <a:lnTo>
                    <a:pt x="70076" y="5102"/>
                  </a:lnTo>
                  <a:cubicBezTo>
                    <a:pt x="68888" y="5102"/>
                    <a:pt x="68888" y="2469"/>
                    <a:pt x="68888" y="2469"/>
                  </a:cubicBezTo>
                  <a:cubicBezTo>
                    <a:pt x="67701" y="2469"/>
                    <a:pt x="66513" y="0"/>
                    <a:pt x="66513" y="0"/>
                  </a:cubicBezTo>
                  <a:lnTo>
                    <a:pt x="66513" y="0"/>
                  </a:lnTo>
                  <a:cubicBezTo>
                    <a:pt x="65325" y="0"/>
                    <a:pt x="65325" y="2469"/>
                    <a:pt x="65325" y="2469"/>
                  </a:cubicBezTo>
                  <a:lnTo>
                    <a:pt x="65325" y="2469"/>
                  </a:lnTo>
                  <a:cubicBezTo>
                    <a:pt x="65325" y="2469"/>
                    <a:pt x="65325" y="2469"/>
                    <a:pt x="64137" y="2469"/>
                  </a:cubicBezTo>
                  <a:lnTo>
                    <a:pt x="64137" y="2469"/>
                  </a:lnTo>
                  <a:cubicBezTo>
                    <a:pt x="64137" y="2469"/>
                    <a:pt x="62950" y="0"/>
                    <a:pt x="61762" y="0"/>
                  </a:cubicBezTo>
                  <a:lnTo>
                    <a:pt x="61762" y="0"/>
                  </a:lnTo>
                  <a:lnTo>
                    <a:pt x="61762" y="0"/>
                  </a:lnTo>
                  <a:lnTo>
                    <a:pt x="61762" y="0"/>
                  </a:lnTo>
                  <a:lnTo>
                    <a:pt x="61762" y="0"/>
                  </a:lnTo>
                  <a:cubicBezTo>
                    <a:pt x="61762" y="0"/>
                    <a:pt x="61762" y="0"/>
                    <a:pt x="60574" y="0"/>
                  </a:cubicBezTo>
                  <a:cubicBezTo>
                    <a:pt x="4750" y="0"/>
                    <a:pt x="4750" y="0"/>
                    <a:pt x="4750" y="0"/>
                  </a:cubicBezTo>
                  <a:lnTo>
                    <a:pt x="4750" y="0"/>
                  </a:lnTo>
                  <a:cubicBezTo>
                    <a:pt x="4750" y="0"/>
                    <a:pt x="4750" y="0"/>
                    <a:pt x="4750" y="2469"/>
                  </a:cubicBezTo>
                  <a:lnTo>
                    <a:pt x="4750" y="5102"/>
                  </a:lnTo>
                  <a:lnTo>
                    <a:pt x="4750" y="5102"/>
                  </a:lnTo>
                  <a:cubicBezTo>
                    <a:pt x="4750" y="7654"/>
                    <a:pt x="4750" y="7654"/>
                    <a:pt x="3563" y="7654"/>
                  </a:cubicBezTo>
                  <a:lnTo>
                    <a:pt x="3563" y="7654"/>
                  </a:lnTo>
                  <a:lnTo>
                    <a:pt x="3563" y="7654"/>
                  </a:lnTo>
                  <a:lnTo>
                    <a:pt x="3563" y="7654"/>
                  </a:lnTo>
                  <a:cubicBezTo>
                    <a:pt x="2375" y="7654"/>
                    <a:pt x="2375" y="7654"/>
                    <a:pt x="2375" y="5102"/>
                  </a:cubicBezTo>
                  <a:lnTo>
                    <a:pt x="2375" y="5102"/>
                  </a:lnTo>
                  <a:cubicBezTo>
                    <a:pt x="1226" y="5102"/>
                    <a:pt x="1226" y="2469"/>
                    <a:pt x="1226" y="2469"/>
                  </a:cubicBezTo>
                  <a:lnTo>
                    <a:pt x="0" y="2469"/>
                  </a:lnTo>
                  <a:lnTo>
                    <a:pt x="0" y="2469"/>
                  </a:lnTo>
                  <a:cubicBezTo>
                    <a:pt x="1226" y="2469"/>
                    <a:pt x="1226" y="5102"/>
                    <a:pt x="1226" y="5102"/>
                  </a:cubicBezTo>
                  <a:lnTo>
                    <a:pt x="1226" y="5102"/>
                  </a:lnTo>
                  <a:cubicBezTo>
                    <a:pt x="1226" y="5102"/>
                    <a:pt x="1226" y="5102"/>
                    <a:pt x="1226" y="7654"/>
                  </a:cubicBezTo>
                  <a:lnTo>
                    <a:pt x="2375" y="7654"/>
                  </a:lnTo>
                  <a:cubicBezTo>
                    <a:pt x="2375" y="10205"/>
                    <a:pt x="1226" y="10205"/>
                    <a:pt x="1226" y="10205"/>
                  </a:cubicBezTo>
                  <a:lnTo>
                    <a:pt x="1226" y="10205"/>
                  </a:lnTo>
                  <a:cubicBezTo>
                    <a:pt x="1226" y="12674"/>
                    <a:pt x="1226" y="15308"/>
                    <a:pt x="1226" y="20411"/>
                  </a:cubicBezTo>
                  <a:lnTo>
                    <a:pt x="1226" y="20411"/>
                  </a:lnTo>
                  <a:cubicBezTo>
                    <a:pt x="1226" y="22880"/>
                    <a:pt x="1226" y="25514"/>
                    <a:pt x="1226" y="25514"/>
                  </a:cubicBezTo>
                  <a:cubicBezTo>
                    <a:pt x="0" y="28065"/>
                    <a:pt x="0" y="28065"/>
                    <a:pt x="0" y="30534"/>
                  </a:cubicBezTo>
                  <a:lnTo>
                    <a:pt x="0" y="30534"/>
                  </a:lnTo>
                  <a:lnTo>
                    <a:pt x="0" y="30534"/>
                  </a:lnTo>
                  <a:lnTo>
                    <a:pt x="0" y="33086"/>
                  </a:lnTo>
                  <a:cubicBezTo>
                    <a:pt x="1226" y="35720"/>
                    <a:pt x="1226" y="38271"/>
                    <a:pt x="1226" y="38271"/>
                  </a:cubicBezTo>
                  <a:cubicBezTo>
                    <a:pt x="1226" y="38271"/>
                    <a:pt x="1226" y="40740"/>
                    <a:pt x="0" y="40740"/>
                  </a:cubicBezTo>
                  <a:lnTo>
                    <a:pt x="0" y="40740"/>
                  </a:lnTo>
                  <a:cubicBezTo>
                    <a:pt x="1226" y="40740"/>
                    <a:pt x="1226" y="43292"/>
                    <a:pt x="1226" y="43292"/>
                  </a:cubicBezTo>
                  <a:cubicBezTo>
                    <a:pt x="1226" y="43292"/>
                    <a:pt x="1226" y="43292"/>
                    <a:pt x="1226" y="45925"/>
                  </a:cubicBezTo>
                  <a:cubicBezTo>
                    <a:pt x="2375" y="45925"/>
                    <a:pt x="2375" y="45925"/>
                    <a:pt x="2375" y="48477"/>
                  </a:cubicBezTo>
                  <a:cubicBezTo>
                    <a:pt x="2375" y="48477"/>
                    <a:pt x="1226" y="48477"/>
                    <a:pt x="2375" y="48477"/>
                  </a:cubicBezTo>
                  <a:lnTo>
                    <a:pt x="2375" y="48477"/>
                  </a:lnTo>
                  <a:cubicBezTo>
                    <a:pt x="2375" y="50946"/>
                    <a:pt x="2375" y="50946"/>
                    <a:pt x="2375" y="50946"/>
                  </a:cubicBezTo>
                  <a:cubicBezTo>
                    <a:pt x="3563" y="53497"/>
                    <a:pt x="3563" y="53497"/>
                    <a:pt x="3563" y="53497"/>
                  </a:cubicBezTo>
                  <a:lnTo>
                    <a:pt x="3563" y="53497"/>
                  </a:lnTo>
                  <a:cubicBezTo>
                    <a:pt x="4750" y="53497"/>
                    <a:pt x="4750" y="53497"/>
                    <a:pt x="4750" y="53497"/>
                  </a:cubicBezTo>
                  <a:lnTo>
                    <a:pt x="5977" y="53497"/>
                  </a:lnTo>
                  <a:lnTo>
                    <a:pt x="5977" y="53497"/>
                  </a:lnTo>
                  <a:lnTo>
                    <a:pt x="7126" y="53497"/>
                  </a:lnTo>
                  <a:cubicBezTo>
                    <a:pt x="7126" y="56131"/>
                    <a:pt x="7126" y="56131"/>
                    <a:pt x="5977" y="58683"/>
                  </a:cubicBezTo>
                  <a:cubicBezTo>
                    <a:pt x="5977" y="58683"/>
                    <a:pt x="5977" y="58683"/>
                    <a:pt x="5977" y="61152"/>
                  </a:cubicBezTo>
                  <a:cubicBezTo>
                    <a:pt x="5977" y="61152"/>
                    <a:pt x="5977" y="61152"/>
                    <a:pt x="5977" y="63703"/>
                  </a:cubicBezTo>
                  <a:lnTo>
                    <a:pt x="7126" y="66337"/>
                  </a:lnTo>
                  <a:cubicBezTo>
                    <a:pt x="8314" y="68888"/>
                    <a:pt x="8314" y="68888"/>
                    <a:pt x="8314" y="71358"/>
                  </a:cubicBezTo>
                  <a:lnTo>
                    <a:pt x="8314" y="71358"/>
                  </a:lnTo>
                  <a:cubicBezTo>
                    <a:pt x="9501" y="71358"/>
                    <a:pt x="9501" y="71358"/>
                    <a:pt x="10727" y="71358"/>
                  </a:cubicBezTo>
                  <a:lnTo>
                    <a:pt x="10727" y="71358"/>
                  </a:lnTo>
                  <a:lnTo>
                    <a:pt x="11877" y="73909"/>
                  </a:lnTo>
                  <a:lnTo>
                    <a:pt x="11877" y="73909"/>
                  </a:lnTo>
                  <a:cubicBezTo>
                    <a:pt x="13065" y="73909"/>
                    <a:pt x="13065" y="73909"/>
                    <a:pt x="14252" y="76543"/>
                  </a:cubicBezTo>
                  <a:cubicBezTo>
                    <a:pt x="14252" y="76543"/>
                    <a:pt x="14252" y="79094"/>
                    <a:pt x="15478" y="79094"/>
                  </a:cubicBezTo>
                  <a:cubicBezTo>
                    <a:pt x="15478" y="79094"/>
                    <a:pt x="15478" y="79094"/>
                    <a:pt x="15478" y="81563"/>
                  </a:cubicBezTo>
                  <a:lnTo>
                    <a:pt x="15478" y="81563"/>
                  </a:lnTo>
                  <a:cubicBezTo>
                    <a:pt x="16628" y="81563"/>
                    <a:pt x="16628" y="81563"/>
                    <a:pt x="17816" y="81563"/>
                  </a:cubicBezTo>
                  <a:lnTo>
                    <a:pt x="17816" y="81563"/>
                  </a:lnTo>
                  <a:cubicBezTo>
                    <a:pt x="17816" y="81563"/>
                    <a:pt x="19003" y="81563"/>
                    <a:pt x="19003" y="79094"/>
                  </a:cubicBezTo>
                  <a:lnTo>
                    <a:pt x="19003" y="79094"/>
                  </a:lnTo>
                  <a:lnTo>
                    <a:pt x="19003" y="79094"/>
                  </a:lnTo>
                  <a:lnTo>
                    <a:pt x="19003" y="79094"/>
                  </a:lnTo>
                  <a:cubicBezTo>
                    <a:pt x="20229" y="79094"/>
                    <a:pt x="20229" y="81563"/>
                    <a:pt x="20229" y="81563"/>
                  </a:cubicBezTo>
                  <a:lnTo>
                    <a:pt x="20229" y="81563"/>
                  </a:lnTo>
                  <a:cubicBezTo>
                    <a:pt x="21379" y="81563"/>
                    <a:pt x="21379" y="81563"/>
                    <a:pt x="21379" y="81563"/>
                  </a:cubicBezTo>
                  <a:lnTo>
                    <a:pt x="21379" y="81563"/>
                  </a:lnTo>
                  <a:cubicBezTo>
                    <a:pt x="21379" y="81563"/>
                    <a:pt x="21379" y="81563"/>
                    <a:pt x="22567" y="81563"/>
                  </a:cubicBezTo>
                  <a:cubicBezTo>
                    <a:pt x="22567" y="84115"/>
                    <a:pt x="23754" y="84115"/>
                    <a:pt x="24980" y="84115"/>
                  </a:cubicBezTo>
                  <a:cubicBezTo>
                    <a:pt x="26130" y="86748"/>
                    <a:pt x="27318" y="86748"/>
                    <a:pt x="28505" y="86748"/>
                  </a:cubicBezTo>
                  <a:cubicBezTo>
                    <a:pt x="28505" y="86748"/>
                    <a:pt x="28505" y="89300"/>
                    <a:pt x="29731" y="89300"/>
                  </a:cubicBezTo>
                  <a:lnTo>
                    <a:pt x="29731" y="89300"/>
                  </a:lnTo>
                  <a:cubicBezTo>
                    <a:pt x="30881" y="89300"/>
                    <a:pt x="30881" y="89300"/>
                    <a:pt x="32068" y="89300"/>
                  </a:cubicBezTo>
                  <a:cubicBezTo>
                    <a:pt x="32068" y="89300"/>
                    <a:pt x="32068" y="89300"/>
                    <a:pt x="33256" y="89300"/>
                  </a:cubicBezTo>
                  <a:cubicBezTo>
                    <a:pt x="32068" y="84115"/>
                    <a:pt x="32068" y="84115"/>
                    <a:pt x="32068" y="84115"/>
                  </a:cubicBezTo>
                  <a:cubicBezTo>
                    <a:pt x="33256" y="84115"/>
                    <a:pt x="33256" y="84115"/>
                    <a:pt x="33256" y="84115"/>
                  </a:cubicBezTo>
                  <a:lnTo>
                    <a:pt x="33256" y="84115"/>
                  </a:lnTo>
                  <a:cubicBezTo>
                    <a:pt x="33256" y="84115"/>
                    <a:pt x="34482" y="84115"/>
                    <a:pt x="35632" y="84115"/>
                  </a:cubicBezTo>
                  <a:lnTo>
                    <a:pt x="35632" y="84115"/>
                  </a:lnTo>
                  <a:cubicBezTo>
                    <a:pt x="35632" y="84115"/>
                    <a:pt x="35632" y="84115"/>
                    <a:pt x="36819" y="84115"/>
                  </a:cubicBezTo>
                  <a:cubicBezTo>
                    <a:pt x="36819" y="84115"/>
                    <a:pt x="36819" y="84115"/>
                    <a:pt x="38007" y="86748"/>
                  </a:cubicBezTo>
                  <a:lnTo>
                    <a:pt x="40383" y="89300"/>
                  </a:lnTo>
                  <a:cubicBezTo>
                    <a:pt x="40383" y="91769"/>
                    <a:pt x="41570" y="94320"/>
                    <a:pt x="42758" y="96954"/>
                  </a:cubicBezTo>
                  <a:lnTo>
                    <a:pt x="42758" y="96954"/>
                  </a:lnTo>
                  <a:cubicBezTo>
                    <a:pt x="42758" y="96954"/>
                    <a:pt x="42758" y="99506"/>
                    <a:pt x="43946" y="99506"/>
                  </a:cubicBezTo>
                  <a:lnTo>
                    <a:pt x="43946" y="99506"/>
                  </a:lnTo>
                  <a:lnTo>
                    <a:pt x="43946" y="99506"/>
                  </a:lnTo>
                  <a:lnTo>
                    <a:pt x="43946" y="99506"/>
                  </a:lnTo>
                  <a:lnTo>
                    <a:pt x="43946" y="99506"/>
                  </a:lnTo>
                  <a:cubicBezTo>
                    <a:pt x="45134" y="96954"/>
                    <a:pt x="45134" y="96954"/>
                    <a:pt x="46321" y="94320"/>
                  </a:cubicBezTo>
                  <a:lnTo>
                    <a:pt x="46321" y="94320"/>
                  </a:lnTo>
                  <a:cubicBezTo>
                    <a:pt x="47509" y="94320"/>
                    <a:pt x="47509" y="94320"/>
                    <a:pt x="47509" y="96954"/>
                  </a:cubicBezTo>
                  <a:cubicBezTo>
                    <a:pt x="48697" y="96954"/>
                    <a:pt x="48697" y="96954"/>
                    <a:pt x="48697" y="96954"/>
                  </a:cubicBezTo>
                  <a:cubicBezTo>
                    <a:pt x="49885" y="96954"/>
                    <a:pt x="51072" y="101975"/>
                    <a:pt x="51072" y="104526"/>
                  </a:cubicBezTo>
                  <a:lnTo>
                    <a:pt x="52260" y="107160"/>
                  </a:lnTo>
                  <a:cubicBezTo>
                    <a:pt x="53448" y="109711"/>
                    <a:pt x="53448" y="112181"/>
                    <a:pt x="53448" y="112181"/>
                  </a:cubicBezTo>
                  <a:lnTo>
                    <a:pt x="53448" y="112181"/>
                  </a:lnTo>
                  <a:lnTo>
                    <a:pt x="53448" y="112181"/>
                  </a:lnTo>
                  <a:lnTo>
                    <a:pt x="53448" y="112181"/>
                  </a:lnTo>
                  <a:cubicBezTo>
                    <a:pt x="53448" y="112181"/>
                    <a:pt x="53448" y="112181"/>
                    <a:pt x="53448" y="114732"/>
                  </a:cubicBezTo>
                  <a:cubicBezTo>
                    <a:pt x="54636" y="114732"/>
                    <a:pt x="54636" y="114732"/>
                    <a:pt x="54636" y="114732"/>
                  </a:cubicBezTo>
                  <a:lnTo>
                    <a:pt x="54636" y="114732"/>
                  </a:lnTo>
                  <a:lnTo>
                    <a:pt x="54636" y="114732"/>
                  </a:lnTo>
                  <a:lnTo>
                    <a:pt x="54636" y="114732"/>
                  </a:lnTo>
                  <a:lnTo>
                    <a:pt x="54636" y="114732"/>
                  </a:lnTo>
                  <a:cubicBezTo>
                    <a:pt x="55823" y="114732"/>
                    <a:pt x="55823" y="114732"/>
                    <a:pt x="55823" y="114732"/>
                  </a:cubicBezTo>
                  <a:cubicBezTo>
                    <a:pt x="55823" y="112181"/>
                    <a:pt x="55823" y="109711"/>
                    <a:pt x="57011" y="107160"/>
                  </a:cubicBezTo>
                  <a:cubicBezTo>
                    <a:pt x="57011" y="107160"/>
                    <a:pt x="57011" y="107160"/>
                    <a:pt x="58199" y="104526"/>
                  </a:cubicBezTo>
                  <a:cubicBezTo>
                    <a:pt x="59386" y="101975"/>
                    <a:pt x="60574" y="101975"/>
                    <a:pt x="60574" y="101975"/>
                  </a:cubicBezTo>
                  <a:cubicBezTo>
                    <a:pt x="61762" y="99506"/>
                    <a:pt x="62950" y="96954"/>
                    <a:pt x="64137" y="96954"/>
                  </a:cubicBezTo>
                  <a:cubicBezTo>
                    <a:pt x="64137" y="94320"/>
                    <a:pt x="64137" y="94320"/>
                    <a:pt x="64137" y="94320"/>
                  </a:cubicBezTo>
                  <a:cubicBezTo>
                    <a:pt x="65325" y="96954"/>
                    <a:pt x="65325" y="96954"/>
                    <a:pt x="65325" y="96954"/>
                  </a:cubicBezTo>
                  <a:lnTo>
                    <a:pt x="65325" y="96954"/>
                  </a:lnTo>
                  <a:cubicBezTo>
                    <a:pt x="72452" y="94320"/>
                    <a:pt x="72452" y="94320"/>
                    <a:pt x="72452" y="94320"/>
                  </a:cubicBezTo>
                  <a:cubicBezTo>
                    <a:pt x="72452" y="94320"/>
                    <a:pt x="74827" y="91769"/>
                    <a:pt x="76015" y="91769"/>
                  </a:cubicBezTo>
                  <a:cubicBezTo>
                    <a:pt x="76015" y="91769"/>
                    <a:pt x="76015" y="91769"/>
                    <a:pt x="77203" y="94320"/>
                  </a:cubicBezTo>
                  <a:lnTo>
                    <a:pt x="77203" y="94320"/>
                  </a:lnTo>
                  <a:lnTo>
                    <a:pt x="77203" y="94320"/>
                  </a:lnTo>
                  <a:lnTo>
                    <a:pt x="78390" y="94320"/>
                  </a:lnTo>
                  <a:cubicBezTo>
                    <a:pt x="78390" y="94320"/>
                    <a:pt x="78390" y="91769"/>
                    <a:pt x="79578" y="91769"/>
                  </a:cubicBezTo>
                  <a:cubicBezTo>
                    <a:pt x="79578" y="91769"/>
                    <a:pt x="79578" y="91769"/>
                    <a:pt x="79578" y="94320"/>
                  </a:cubicBezTo>
                  <a:cubicBezTo>
                    <a:pt x="80766" y="94320"/>
                    <a:pt x="80766" y="94320"/>
                    <a:pt x="80766" y="94320"/>
                  </a:cubicBezTo>
                  <a:lnTo>
                    <a:pt x="80766" y="94320"/>
                  </a:lnTo>
                  <a:lnTo>
                    <a:pt x="80766" y="94320"/>
                  </a:lnTo>
                  <a:cubicBezTo>
                    <a:pt x="80766" y="94320"/>
                    <a:pt x="80766" y="94320"/>
                    <a:pt x="81954" y="94320"/>
                  </a:cubicBezTo>
                  <a:cubicBezTo>
                    <a:pt x="81954" y="94320"/>
                    <a:pt x="83141" y="94320"/>
                    <a:pt x="83141" y="96954"/>
                  </a:cubicBezTo>
                  <a:lnTo>
                    <a:pt x="83141" y="96954"/>
                  </a:lnTo>
                  <a:lnTo>
                    <a:pt x="83141" y="96954"/>
                  </a:lnTo>
                  <a:cubicBezTo>
                    <a:pt x="83141" y="96954"/>
                    <a:pt x="84329" y="96954"/>
                    <a:pt x="84329" y="94320"/>
                  </a:cubicBezTo>
                  <a:cubicBezTo>
                    <a:pt x="85517" y="94320"/>
                    <a:pt x="85517" y="94320"/>
                    <a:pt x="85517" y="94320"/>
                  </a:cubicBezTo>
                  <a:lnTo>
                    <a:pt x="85517" y="94320"/>
                  </a:lnTo>
                  <a:cubicBezTo>
                    <a:pt x="85517" y="96954"/>
                    <a:pt x="87892" y="99506"/>
                    <a:pt x="87892" y="99506"/>
                  </a:cubicBezTo>
                  <a:lnTo>
                    <a:pt x="87892" y="99506"/>
                  </a:lnTo>
                  <a:cubicBezTo>
                    <a:pt x="89080" y="101975"/>
                    <a:pt x="89080" y="104526"/>
                    <a:pt x="89080" y="107160"/>
                  </a:cubicBezTo>
                  <a:lnTo>
                    <a:pt x="89080" y="107160"/>
                  </a:lnTo>
                  <a:lnTo>
                    <a:pt x="89080" y="107160"/>
                  </a:lnTo>
                  <a:cubicBezTo>
                    <a:pt x="89080" y="109711"/>
                    <a:pt x="89080" y="109711"/>
                    <a:pt x="89080" y="109711"/>
                  </a:cubicBezTo>
                  <a:lnTo>
                    <a:pt x="89080" y="109711"/>
                  </a:lnTo>
                  <a:lnTo>
                    <a:pt x="89080" y="109711"/>
                  </a:lnTo>
                  <a:cubicBezTo>
                    <a:pt x="89080" y="109711"/>
                    <a:pt x="90268" y="109711"/>
                    <a:pt x="90268" y="112181"/>
                  </a:cubicBezTo>
                  <a:cubicBezTo>
                    <a:pt x="90268" y="114732"/>
                    <a:pt x="90268" y="114732"/>
                    <a:pt x="90268" y="114732"/>
                  </a:cubicBezTo>
                  <a:cubicBezTo>
                    <a:pt x="90268" y="117366"/>
                    <a:pt x="90268" y="117366"/>
                    <a:pt x="91455" y="119917"/>
                  </a:cubicBezTo>
                  <a:cubicBezTo>
                    <a:pt x="92643" y="119917"/>
                    <a:pt x="92643" y="119917"/>
                    <a:pt x="92643" y="119917"/>
                  </a:cubicBezTo>
                  <a:cubicBezTo>
                    <a:pt x="92643" y="117366"/>
                    <a:pt x="92643" y="114732"/>
                    <a:pt x="92643" y="114732"/>
                  </a:cubicBezTo>
                  <a:lnTo>
                    <a:pt x="92643" y="112181"/>
                  </a:lnTo>
                  <a:cubicBezTo>
                    <a:pt x="91455" y="109711"/>
                    <a:pt x="91455" y="107160"/>
                    <a:pt x="91455" y="107160"/>
                  </a:cubicBezTo>
                  <a:cubicBezTo>
                    <a:pt x="91455" y="107160"/>
                    <a:pt x="91455" y="104526"/>
                    <a:pt x="91455" y="101975"/>
                  </a:cubicBezTo>
                  <a:cubicBezTo>
                    <a:pt x="90268" y="99506"/>
                    <a:pt x="90268" y="99506"/>
                    <a:pt x="90268" y="96954"/>
                  </a:cubicBezTo>
                  <a:cubicBezTo>
                    <a:pt x="89080" y="94320"/>
                    <a:pt x="90268" y="89300"/>
                    <a:pt x="90268" y="86748"/>
                  </a:cubicBezTo>
                  <a:lnTo>
                    <a:pt x="90268" y="86748"/>
                  </a:lnTo>
                  <a:cubicBezTo>
                    <a:pt x="90268" y="84115"/>
                    <a:pt x="92643" y="81563"/>
                    <a:pt x="93831" y="79094"/>
                  </a:cubicBezTo>
                  <a:lnTo>
                    <a:pt x="93831" y="79094"/>
                  </a:lnTo>
                  <a:cubicBezTo>
                    <a:pt x="95019" y="79094"/>
                    <a:pt x="95019" y="76543"/>
                    <a:pt x="96168" y="76543"/>
                  </a:cubicBezTo>
                  <a:cubicBezTo>
                    <a:pt x="96168" y="73909"/>
                    <a:pt x="96168" y="73909"/>
                    <a:pt x="97394" y="73909"/>
                  </a:cubicBezTo>
                  <a:cubicBezTo>
                    <a:pt x="97394" y="71358"/>
                    <a:pt x="98582" y="71358"/>
                    <a:pt x="99770" y="71358"/>
                  </a:cubicBezTo>
                  <a:cubicBezTo>
                    <a:pt x="99770" y="71358"/>
                    <a:pt x="99770" y="71358"/>
                    <a:pt x="99770" y="68888"/>
                  </a:cubicBezTo>
                  <a:lnTo>
                    <a:pt x="99770" y="68888"/>
                  </a:lnTo>
                  <a:lnTo>
                    <a:pt x="99770" y="68888"/>
                  </a:lnTo>
                  <a:cubicBezTo>
                    <a:pt x="99770" y="66337"/>
                    <a:pt x="99770" y="66337"/>
                    <a:pt x="99770" y="66337"/>
                  </a:cubicBezTo>
                  <a:lnTo>
                    <a:pt x="99770" y="66337"/>
                  </a:lnTo>
                  <a:cubicBezTo>
                    <a:pt x="99770" y="63703"/>
                    <a:pt x="99770" y="63703"/>
                    <a:pt x="100957" y="61152"/>
                  </a:cubicBezTo>
                  <a:cubicBezTo>
                    <a:pt x="100957" y="61152"/>
                    <a:pt x="100957" y="61152"/>
                    <a:pt x="99770" y="61152"/>
                  </a:cubicBezTo>
                  <a:lnTo>
                    <a:pt x="99770" y="61152"/>
                  </a:lnTo>
                  <a:lnTo>
                    <a:pt x="98582" y="58683"/>
                  </a:lnTo>
                  <a:cubicBezTo>
                    <a:pt x="98582" y="56131"/>
                    <a:pt x="99770" y="56131"/>
                    <a:pt x="99770" y="56131"/>
                  </a:cubicBezTo>
                  <a:lnTo>
                    <a:pt x="99770" y="56131"/>
                  </a:lnTo>
                  <a:cubicBezTo>
                    <a:pt x="98582" y="53497"/>
                    <a:pt x="98582" y="50946"/>
                    <a:pt x="98582" y="50946"/>
                  </a:cubicBezTo>
                  <a:lnTo>
                    <a:pt x="98582" y="50946"/>
                  </a:lnTo>
                  <a:cubicBezTo>
                    <a:pt x="98582" y="48477"/>
                    <a:pt x="99770" y="48477"/>
                    <a:pt x="99770" y="48477"/>
                  </a:cubicBezTo>
                  <a:lnTo>
                    <a:pt x="99770" y="48477"/>
                  </a:lnTo>
                  <a:cubicBezTo>
                    <a:pt x="99770" y="48477"/>
                    <a:pt x="99770" y="45925"/>
                    <a:pt x="100957" y="45925"/>
                  </a:cubicBezTo>
                  <a:lnTo>
                    <a:pt x="102145" y="43292"/>
                  </a:lnTo>
                  <a:lnTo>
                    <a:pt x="102145" y="43292"/>
                  </a:lnTo>
                  <a:lnTo>
                    <a:pt x="102145" y="43292"/>
                  </a:lnTo>
                  <a:cubicBezTo>
                    <a:pt x="103333" y="40740"/>
                    <a:pt x="103333" y="40740"/>
                    <a:pt x="104482" y="40740"/>
                  </a:cubicBezTo>
                  <a:cubicBezTo>
                    <a:pt x="104482" y="40740"/>
                    <a:pt x="104482" y="40740"/>
                    <a:pt x="104482" y="43292"/>
                  </a:cubicBezTo>
                  <a:cubicBezTo>
                    <a:pt x="105708" y="43292"/>
                    <a:pt x="105708" y="43292"/>
                    <a:pt x="105708" y="43292"/>
                  </a:cubicBezTo>
                  <a:lnTo>
                    <a:pt x="105708" y="43292"/>
                  </a:lnTo>
                  <a:lnTo>
                    <a:pt x="105708" y="43292"/>
                  </a:lnTo>
                  <a:lnTo>
                    <a:pt x="105708" y="43292"/>
                  </a:lnTo>
                  <a:lnTo>
                    <a:pt x="105708" y="43292"/>
                  </a:lnTo>
                  <a:cubicBezTo>
                    <a:pt x="105708" y="43292"/>
                    <a:pt x="104482" y="40740"/>
                    <a:pt x="105708" y="40740"/>
                  </a:cubicBezTo>
                  <a:cubicBezTo>
                    <a:pt x="105708" y="38271"/>
                    <a:pt x="105708" y="38271"/>
                    <a:pt x="105708" y="38271"/>
                  </a:cubicBezTo>
                  <a:lnTo>
                    <a:pt x="106896" y="38271"/>
                  </a:lnTo>
                  <a:lnTo>
                    <a:pt x="106896" y="38271"/>
                  </a:lnTo>
                  <a:lnTo>
                    <a:pt x="106896" y="35720"/>
                  </a:lnTo>
                  <a:cubicBezTo>
                    <a:pt x="108084" y="35720"/>
                    <a:pt x="108084" y="35720"/>
                    <a:pt x="110459" y="35720"/>
                  </a:cubicBezTo>
                  <a:cubicBezTo>
                    <a:pt x="111647" y="35720"/>
                    <a:pt x="111647" y="35720"/>
                    <a:pt x="111647" y="35720"/>
                  </a:cubicBezTo>
                  <a:cubicBezTo>
                    <a:pt x="111647" y="35720"/>
                    <a:pt x="111647" y="35720"/>
                    <a:pt x="111647" y="33086"/>
                  </a:cubicBezTo>
                  <a:lnTo>
                    <a:pt x="111647" y="33086"/>
                  </a:lnTo>
                  <a:lnTo>
                    <a:pt x="111647" y="30534"/>
                  </a:lnTo>
                  <a:cubicBezTo>
                    <a:pt x="111647" y="28065"/>
                    <a:pt x="111647" y="28065"/>
                    <a:pt x="111647" y="28065"/>
                  </a:cubicBezTo>
                  <a:cubicBezTo>
                    <a:pt x="112835" y="25514"/>
                    <a:pt x="112835" y="25514"/>
                    <a:pt x="113984" y="22880"/>
                  </a:cubicBezTo>
                  <a:lnTo>
                    <a:pt x="113984" y="22880"/>
                  </a:lnTo>
                  <a:cubicBezTo>
                    <a:pt x="115210" y="22880"/>
                    <a:pt x="115210" y="22880"/>
                    <a:pt x="115210" y="22880"/>
                  </a:cubicBezTo>
                  <a:cubicBezTo>
                    <a:pt x="115210" y="22880"/>
                    <a:pt x="116398" y="22880"/>
                    <a:pt x="116398" y="20411"/>
                  </a:cubicBezTo>
                  <a:lnTo>
                    <a:pt x="116398" y="20411"/>
                  </a:lnTo>
                  <a:cubicBezTo>
                    <a:pt x="116398" y="20411"/>
                    <a:pt x="116398" y="17860"/>
                    <a:pt x="117586" y="17860"/>
                  </a:cubicBezTo>
                  <a:cubicBezTo>
                    <a:pt x="117586" y="17860"/>
                    <a:pt x="117586" y="17860"/>
                    <a:pt x="118735" y="17860"/>
                  </a:cubicBezTo>
                  <a:lnTo>
                    <a:pt x="118735" y="20411"/>
                  </a:lnTo>
                  <a:lnTo>
                    <a:pt x="118735" y="20411"/>
                  </a:lnTo>
                  <a:cubicBezTo>
                    <a:pt x="118735" y="17860"/>
                    <a:pt x="118735" y="17860"/>
                    <a:pt x="119961" y="17860"/>
                  </a:cubicBezTo>
                  <a:lnTo>
                    <a:pt x="119961" y="17860"/>
                  </a:lnTo>
                  <a:lnTo>
                    <a:pt x="119961" y="17860"/>
                  </a:lnTo>
                  <a:cubicBezTo>
                    <a:pt x="119961" y="17860"/>
                    <a:pt x="119961" y="17860"/>
                    <a:pt x="118735" y="1786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7" name="Shape 11957"/>
            <p:cNvSpPr/>
            <p:nvPr/>
          </p:nvSpPr>
          <p:spPr>
            <a:xfrm>
              <a:off x="1939925" y="2327275"/>
              <a:ext cx="55563" cy="666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5384" y="0"/>
                  </a:moveTo>
                  <a:lnTo>
                    <a:pt x="95384" y="0"/>
                  </a:lnTo>
                  <a:lnTo>
                    <a:pt x="71538" y="0"/>
                  </a:lnTo>
                  <a:lnTo>
                    <a:pt x="71538" y="0"/>
                  </a:lnTo>
                  <a:lnTo>
                    <a:pt x="71538" y="0"/>
                  </a:lnTo>
                  <a:cubicBezTo>
                    <a:pt x="47692" y="19893"/>
                    <a:pt x="47692" y="19893"/>
                    <a:pt x="23846" y="19893"/>
                  </a:cubicBezTo>
                  <a:lnTo>
                    <a:pt x="23846" y="19893"/>
                  </a:lnTo>
                  <a:lnTo>
                    <a:pt x="23846" y="19893"/>
                  </a:lnTo>
                  <a:cubicBezTo>
                    <a:pt x="23846" y="39786"/>
                    <a:pt x="23846" y="39786"/>
                    <a:pt x="0" y="60320"/>
                  </a:cubicBezTo>
                  <a:lnTo>
                    <a:pt x="0" y="60320"/>
                  </a:lnTo>
                  <a:cubicBezTo>
                    <a:pt x="0" y="60320"/>
                    <a:pt x="0" y="60320"/>
                    <a:pt x="0" y="79572"/>
                  </a:cubicBezTo>
                  <a:cubicBezTo>
                    <a:pt x="23846" y="79572"/>
                    <a:pt x="23846" y="99465"/>
                    <a:pt x="23846" y="99465"/>
                  </a:cubicBezTo>
                  <a:cubicBezTo>
                    <a:pt x="47692" y="99465"/>
                    <a:pt x="47692" y="99465"/>
                    <a:pt x="47692" y="99465"/>
                  </a:cubicBezTo>
                  <a:lnTo>
                    <a:pt x="71538" y="99465"/>
                  </a:lnTo>
                  <a:cubicBezTo>
                    <a:pt x="71538" y="99465"/>
                    <a:pt x="71538" y="99465"/>
                    <a:pt x="95384" y="99465"/>
                  </a:cubicBezTo>
                  <a:lnTo>
                    <a:pt x="95384" y="99465"/>
                  </a:lnTo>
                  <a:lnTo>
                    <a:pt x="95384" y="99465"/>
                  </a:lnTo>
                  <a:cubicBezTo>
                    <a:pt x="95384" y="99465"/>
                    <a:pt x="119230" y="99465"/>
                    <a:pt x="119230" y="119358"/>
                  </a:cubicBezTo>
                  <a:cubicBezTo>
                    <a:pt x="119230" y="99465"/>
                    <a:pt x="119230" y="99465"/>
                    <a:pt x="119230" y="99465"/>
                  </a:cubicBezTo>
                  <a:cubicBezTo>
                    <a:pt x="119230" y="79572"/>
                    <a:pt x="119230" y="60320"/>
                    <a:pt x="119230" y="39786"/>
                  </a:cubicBezTo>
                  <a:lnTo>
                    <a:pt x="119230" y="39786"/>
                  </a:lnTo>
                  <a:cubicBezTo>
                    <a:pt x="119230" y="19893"/>
                    <a:pt x="119230" y="19893"/>
                    <a:pt x="119230" y="0"/>
                  </a:cubicBezTo>
                  <a:lnTo>
                    <a:pt x="119230" y="0"/>
                  </a:lnTo>
                  <a:cubicBezTo>
                    <a:pt x="119230" y="0"/>
                    <a:pt x="119230" y="0"/>
                    <a:pt x="95384" y="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8" name="Shape 11958"/>
            <p:cNvSpPr/>
            <p:nvPr/>
          </p:nvSpPr>
          <p:spPr>
            <a:xfrm>
              <a:off x="1414463" y="1925638"/>
              <a:ext cx="514350" cy="3683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778" y="43636"/>
                  </a:moveTo>
                  <a:lnTo>
                    <a:pt x="67778" y="43636"/>
                  </a:lnTo>
                  <a:cubicBezTo>
                    <a:pt x="67778" y="43636"/>
                    <a:pt x="65171" y="43636"/>
                    <a:pt x="65171" y="40000"/>
                  </a:cubicBezTo>
                  <a:lnTo>
                    <a:pt x="65171" y="40000"/>
                  </a:lnTo>
                  <a:lnTo>
                    <a:pt x="62564" y="40000"/>
                  </a:lnTo>
                  <a:cubicBezTo>
                    <a:pt x="62564" y="40000"/>
                    <a:pt x="62564" y="36246"/>
                    <a:pt x="59957" y="36246"/>
                  </a:cubicBezTo>
                  <a:lnTo>
                    <a:pt x="59957" y="36246"/>
                  </a:lnTo>
                  <a:cubicBezTo>
                    <a:pt x="59957" y="36246"/>
                    <a:pt x="59957" y="36246"/>
                    <a:pt x="59957" y="32609"/>
                  </a:cubicBezTo>
                  <a:lnTo>
                    <a:pt x="59957" y="32609"/>
                  </a:lnTo>
                  <a:lnTo>
                    <a:pt x="59957" y="32609"/>
                  </a:lnTo>
                  <a:lnTo>
                    <a:pt x="59957" y="32609"/>
                  </a:lnTo>
                  <a:cubicBezTo>
                    <a:pt x="59957" y="29090"/>
                    <a:pt x="57351" y="29090"/>
                    <a:pt x="57351" y="25454"/>
                  </a:cubicBezTo>
                  <a:cubicBezTo>
                    <a:pt x="54744" y="21700"/>
                    <a:pt x="52137" y="18064"/>
                    <a:pt x="52137" y="14545"/>
                  </a:cubicBezTo>
                  <a:lnTo>
                    <a:pt x="52137" y="14545"/>
                  </a:lnTo>
                  <a:cubicBezTo>
                    <a:pt x="52137" y="14545"/>
                    <a:pt x="52137" y="14545"/>
                    <a:pt x="49530" y="14545"/>
                  </a:cubicBezTo>
                  <a:lnTo>
                    <a:pt x="49530" y="14545"/>
                  </a:lnTo>
                  <a:lnTo>
                    <a:pt x="49530" y="14545"/>
                  </a:lnTo>
                  <a:lnTo>
                    <a:pt x="49530" y="14545"/>
                  </a:lnTo>
                  <a:cubicBezTo>
                    <a:pt x="49530" y="18064"/>
                    <a:pt x="49530" y="18064"/>
                    <a:pt x="49530" y="18064"/>
                  </a:cubicBezTo>
                  <a:cubicBezTo>
                    <a:pt x="46923" y="18064"/>
                    <a:pt x="46923" y="21700"/>
                    <a:pt x="44316" y="21700"/>
                  </a:cubicBezTo>
                  <a:lnTo>
                    <a:pt x="44316" y="21700"/>
                  </a:lnTo>
                  <a:lnTo>
                    <a:pt x="44316" y="21700"/>
                  </a:lnTo>
                  <a:lnTo>
                    <a:pt x="44316" y="21700"/>
                  </a:lnTo>
                  <a:lnTo>
                    <a:pt x="44316" y="21700"/>
                  </a:lnTo>
                  <a:cubicBezTo>
                    <a:pt x="41709" y="21700"/>
                    <a:pt x="41709" y="21700"/>
                    <a:pt x="41709" y="21700"/>
                  </a:cubicBezTo>
                  <a:cubicBezTo>
                    <a:pt x="39103" y="18064"/>
                    <a:pt x="36496" y="14545"/>
                    <a:pt x="36496" y="10909"/>
                  </a:cubicBezTo>
                  <a:lnTo>
                    <a:pt x="36496" y="10909"/>
                  </a:lnTo>
                  <a:lnTo>
                    <a:pt x="33889" y="7155"/>
                  </a:lnTo>
                  <a:cubicBezTo>
                    <a:pt x="33889" y="3519"/>
                    <a:pt x="28675" y="0"/>
                    <a:pt x="28675" y="0"/>
                  </a:cubicBezTo>
                  <a:lnTo>
                    <a:pt x="28675" y="0"/>
                  </a:lnTo>
                  <a:cubicBezTo>
                    <a:pt x="26068" y="0"/>
                    <a:pt x="26068" y="0"/>
                    <a:pt x="26068" y="0"/>
                  </a:cubicBezTo>
                  <a:lnTo>
                    <a:pt x="26068" y="0"/>
                  </a:lnTo>
                  <a:lnTo>
                    <a:pt x="23545" y="0"/>
                  </a:lnTo>
                  <a:cubicBezTo>
                    <a:pt x="23545" y="3519"/>
                    <a:pt x="23545" y="3519"/>
                    <a:pt x="23545" y="3519"/>
                  </a:cubicBezTo>
                  <a:cubicBezTo>
                    <a:pt x="20854" y="3519"/>
                    <a:pt x="20854" y="3519"/>
                    <a:pt x="20854" y="3519"/>
                  </a:cubicBezTo>
                  <a:cubicBezTo>
                    <a:pt x="20854" y="3519"/>
                    <a:pt x="18248" y="3519"/>
                    <a:pt x="13118" y="3519"/>
                  </a:cubicBezTo>
                  <a:cubicBezTo>
                    <a:pt x="10427" y="3519"/>
                    <a:pt x="7820" y="3519"/>
                    <a:pt x="7820" y="3519"/>
                  </a:cubicBezTo>
                  <a:cubicBezTo>
                    <a:pt x="7820" y="3519"/>
                    <a:pt x="2690" y="0"/>
                    <a:pt x="0" y="0"/>
                  </a:cubicBezTo>
                  <a:cubicBezTo>
                    <a:pt x="2690" y="3519"/>
                    <a:pt x="2690" y="3519"/>
                    <a:pt x="2690" y="7155"/>
                  </a:cubicBezTo>
                  <a:lnTo>
                    <a:pt x="2690" y="7155"/>
                  </a:lnTo>
                  <a:cubicBezTo>
                    <a:pt x="2690" y="10909"/>
                    <a:pt x="2690" y="10909"/>
                    <a:pt x="2690" y="10909"/>
                  </a:cubicBezTo>
                  <a:cubicBezTo>
                    <a:pt x="2690" y="10909"/>
                    <a:pt x="2690" y="10909"/>
                    <a:pt x="2690" y="14545"/>
                  </a:cubicBezTo>
                  <a:cubicBezTo>
                    <a:pt x="5213" y="14545"/>
                    <a:pt x="5213" y="18064"/>
                    <a:pt x="7820" y="21700"/>
                  </a:cubicBezTo>
                  <a:cubicBezTo>
                    <a:pt x="7820" y="21700"/>
                    <a:pt x="7820" y="21700"/>
                    <a:pt x="10427" y="21700"/>
                  </a:cubicBezTo>
                  <a:cubicBezTo>
                    <a:pt x="10427" y="25454"/>
                    <a:pt x="10427" y="25454"/>
                    <a:pt x="10427" y="25454"/>
                  </a:cubicBezTo>
                  <a:cubicBezTo>
                    <a:pt x="10427" y="25454"/>
                    <a:pt x="10427" y="25454"/>
                    <a:pt x="10427" y="21700"/>
                  </a:cubicBezTo>
                  <a:lnTo>
                    <a:pt x="10427" y="21700"/>
                  </a:lnTo>
                  <a:cubicBezTo>
                    <a:pt x="10427" y="21700"/>
                    <a:pt x="13118" y="21700"/>
                    <a:pt x="13118" y="25454"/>
                  </a:cubicBezTo>
                  <a:lnTo>
                    <a:pt x="13118" y="29090"/>
                  </a:lnTo>
                  <a:cubicBezTo>
                    <a:pt x="13118" y="29090"/>
                    <a:pt x="13118" y="29090"/>
                    <a:pt x="13118" y="32609"/>
                  </a:cubicBezTo>
                  <a:lnTo>
                    <a:pt x="15641" y="32609"/>
                  </a:lnTo>
                  <a:lnTo>
                    <a:pt x="18248" y="32609"/>
                  </a:lnTo>
                  <a:lnTo>
                    <a:pt x="20854" y="36246"/>
                  </a:lnTo>
                  <a:cubicBezTo>
                    <a:pt x="20854" y="40000"/>
                    <a:pt x="20854" y="40000"/>
                    <a:pt x="18248" y="43636"/>
                  </a:cubicBezTo>
                  <a:lnTo>
                    <a:pt x="18248" y="43636"/>
                  </a:lnTo>
                  <a:lnTo>
                    <a:pt x="18248" y="43636"/>
                  </a:lnTo>
                  <a:lnTo>
                    <a:pt x="20854" y="43636"/>
                  </a:lnTo>
                  <a:lnTo>
                    <a:pt x="20854" y="43636"/>
                  </a:lnTo>
                  <a:cubicBezTo>
                    <a:pt x="23545" y="43636"/>
                    <a:pt x="26068" y="47155"/>
                    <a:pt x="26068" y="50791"/>
                  </a:cubicBezTo>
                  <a:cubicBezTo>
                    <a:pt x="26068" y="50791"/>
                    <a:pt x="26068" y="50791"/>
                    <a:pt x="28675" y="54545"/>
                  </a:cubicBezTo>
                  <a:lnTo>
                    <a:pt x="28675" y="54545"/>
                  </a:lnTo>
                  <a:cubicBezTo>
                    <a:pt x="31282" y="58064"/>
                    <a:pt x="36496" y="69090"/>
                    <a:pt x="36496" y="69090"/>
                  </a:cubicBezTo>
                  <a:cubicBezTo>
                    <a:pt x="39103" y="72609"/>
                    <a:pt x="39103" y="76246"/>
                    <a:pt x="36496" y="79882"/>
                  </a:cubicBezTo>
                  <a:lnTo>
                    <a:pt x="36496" y="79882"/>
                  </a:lnTo>
                  <a:lnTo>
                    <a:pt x="36496" y="79882"/>
                  </a:lnTo>
                  <a:lnTo>
                    <a:pt x="36496" y="79882"/>
                  </a:lnTo>
                  <a:lnTo>
                    <a:pt x="36496" y="83636"/>
                  </a:lnTo>
                  <a:lnTo>
                    <a:pt x="36496" y="83636"/>
                  </a:lnTo>
                  <a:cubicBezTo>
                    <a:pt x="36496" y="87155"/>
                    <a:pt x="36496" y="87155"/>
                    <a:pt x="39103" y="87155"/>
                  </a:cubicBezTo>
                  <a:cubicBezTo>
                    <a:pt x="39103" y="87155"/>
                    <a:pt x="39103" y="87155"/>
                    <a:pt x="39103" y="90791"/>
                  </a:cubicBezTo>
                  <a:cubicBezTo>
                    <a:pt x="39103" y="90791"/>
                    <a:pt x="39103" y="90791"/>
                    <a:pt x="41709" y="90791"/>
                  </a:cubicBezTo>
                  <a:cubicBezTo>
                    <a:pt x="41709" y="90791"/>
                    <a:pt x="44316" y="94428"/>
                    <a:pt x="46923" y="98181"/>
                  </a:cubicBezTo>
                  <a:lnTo>
                    <a:pt x="46923" y="98181"/>
                  </a:lnTo>
                  <a:lnTo>
                    <a:pt x="49530" y="98181"/>
                  </a:lnTo>
                  <a:cubicBezTo>
                    <a:pt x="49530" y="98181"/>
                    <a:pt x="49530" y="98181"/>
                    <a:pt x="52137" y="98181"/>
                  </a:cubicBezTo>
                  <a:cubicBezTo>
                    <a:pt x="54744" y="101700"/>
                    <a:pt x="54744" y="101700"/>
                    <a:pt x="54744" y="101700"/>
                  </a:cubicBezTo>
                  <a:lnTo>
                    <a:pt x="54744" y="101700"/>
                  </a:lnTo>
                  <a:cubicBezTo>
                    <a:pt x="54744" y="105337"/>
                    <a:pt x="57351" y="105337"/>
                    <a:pt x="57351" y="105337"/>
                  </a:cubicBezTo>
                  <a:lnTo>
                    <a:pt x="57351" y="105337"/>
                  </a:lnTo>
                  <a:cubicBezTo>
                    <a:pt x="59957" y="105337"/>
                    <a:pt x="59957" y="108973"/>
                    <a:pt x="62564" y="108973"/>
                  </a:cubicBezTo>
                  <a:cubicBezTo>
                    <a:pt x="65171" y="108973"/>
                    <a:pt x="65171" y="108973"/>
                    <a:pt x="67778" y="108973"/>
                  </a:cubicBezTo>
                  <a:cubicBezTo>
                    <a:pt x="67778" y="112727"/>
                    <a:pt x="70385" y="112727"/>
                    <a:pt x="70385" y="112727"/>
                  </a:cubicBezTo>
                  <a:cubicBezTo>
                    <a:pt x="70385" y="112727"/>
                    <a:pt x="70385" y="112727"/>
                    <a:pt x="72992" y="112727"/>
                  </a:cubicBezTo>
                  <a:cubicBezTo>
                    <a:pt x="72992" y="116246"/>
                    <a:pt x="72992" y="116246"/>
                    <a:pt x="75599" y="116246"/>
                  </a:cubicBezTo>
                  <a:cubicBezTo>
                    <a:pt x="75599" y="116246"/>
                    <a:pt x="75599" y="116246"/>
                    <a:pt x="78206" y="116246"/>
                  </a:cubicBezTo>
                  <a:lnTo>
                    <a:pt x="78206" y="116246"/>
                  </a:lnTo>
                  <a:lnTo>
                    <a:pt x="78206" y="116246"/>
                  </a:lnTo>
                  <a:cubicBezTo>
                    <a:pt x="78206" y="116246"/>
                    <a:pt x="78206" y="112727"/>
                    <a:pt x="80812" y="112727"/>
                  </a:cubicBezTo>
                  <a:lnTo>
                    <a:pt x="80812" y="112727"/>
                  </a:lnTo>
                  <a:cubicBezTo>
                    <a:pt x="83419" y="112727"/>
                    <a:pt x="83419" y="108973"/>
                    <a:pt x="83419" y="108973"/>
                  </a:cubicBezTo>
                  <a:cubicBezTo>
                    <a:pt x="86026" y="108973"/>
                    <a:pt x="86026" y="108973"/>
                    <a:pt x="86026" y="112727"/>
                  </a:cubicBezTo>
                  <a:cubicBezTo>
                    <a:pt x="88633" y="112727"/>
                    <a:pt x="88633" y="112727"/>
                    <a:pt x="91240" y="116246"/>
                  </a:cubicBezTo>
                  <a:cubicBezTo>
                    <a:pt x="93847" y="119882"/>
                    <a:pt x="93847" y="119882"/>
                    <a:pt x="93847" y="119882"/>
                  </a:cubicBezTo>
                  <a:lnTo>
                    <a:pt x="96454" y="116246"/>
                  </a:lnTo>
                  <a:lnTo>
                    <a:pt x="96454" y="116246"/>
                  </a:lnTo>
                  <a:cubicBezTo>
                    <a:pt x="96454" y="112727"/>
                    <a:pt x="96454" y="112727"/>
                    <a:pt x="99060" y="112727"/>
                  </a:cubicBezTo>
                  <a:lnTo>
                    <a:pt x="99060" y="112727"/>
                  </a:lnTo>
                  <a:lnTo>
                    <a:pt x="99060" y="112727"/>
                  </a:lnTo>
                  <a:cubicBezTo>
                    <a:pt x="101667" y="112727"/>
                    <a:pt x="101667" y="112727"/>
                    <a:pt x="101667" y="112727"/>
                  </a:cubicBezTo>
                  <a:lnTo>
                    <a:pt x="101667" y="112727"/>
                  </a:lnTo>
                  <a:lnTo>
                    <a:pt x="101667" y="112727"/>
                  </a:lnTo>
                  <a:lnTo>
                    <a:pt x="99060" y="108973"/>
                  </a:lnTo>
                  <a:lnTo>
                    <a:pt x="99060" y="108973"/>
                  </a:lnTo>
                  <a:cubicBezTo>
                    <a:pt x="96454" y="105337"/>
                    <a:pt x="96454" y="105337"/>
                    <a:pt x="96454" y="105337"/>
                  </a:cubicBezTo>
                  <a:cubicBezTo>
                    <a:pt x="99060" y="101700"/>
                    <a:pt x="99060" y="101700"/>
                    <a:pt x="99060" y="101700"/>
                  </a:cubicBezTo>
                  <a:cubicBezTo>
                    <a:pt x="99060" y="98181"/>
                    <a:pt x="99060" y="98181"/>
                    <a:pt x="99060" y="98181"/>
                  </a:cubicBezTo>
                  <a:cubicBezTo>
                    <a:pt x="109488" y="98181"/>
                    <a:pt x="109488" y="98181"/>
                    <a:pt x="109488" y="98181"/>
                  </a:cubicBezTo>
                  <a:cubicBezTo>
                    <a:pt x="109488" y="90791"/>
                    <a:pt x="109488" y="90791"/>
                    <a:pt x="109488" y="90791"/>
                  </a:cubicBezTo>
                  <a:cubicBezTo>
                    <a:pt x="112095" y="98181"/>
                    <a:pt x="112095" y="98181"/>
                    <a:pt x="112095" y="98181"/>
                  </a:cubicBezTo>
                  <a:lnTo>
                    <a:pt x="112095" y="98181"/>
                  </a:lnTo>
                  <a:cubicBezTo>
                    <a:pt x="112095" y="94428"/>
                    <a:pt x="112095" y="94428"/>
                    <a:pt x="114702" y="94428"/>
                  </a:cubicBezTo>
                  <a:lnTo>
                    <a:pt x="114702" y="90791"/>
                  </a:lnTo>
                  <a:lnTo>
                    <a:pt x="114702" y="90791"/>
                  </a:lnTo>
                  <a:lnTo>
                    <a:pt x="114702" y="90791"/>
                  </a:lnTo>
                  <a:lnTo>
                    <a:pt x="114702" y="90791"/>
                  </a:lnTo>
                  <a:cubicBezTo>
                    <a:pt x="117309" y="90791"/>
                    <a:pt x="117309" y="90791"/>
                    <a:pt x="117309" y="90791"/>
                  </a:cubicBezTo>
                  <a:cubicBezTo>
                    <a:pt x="117309" y="90791"/>
                    <a:pt x="114702" y="90791"/>
                    <a:pt x="114702" y="87155"/>
                  </a:cubicBezTo>
                  <a:cubicBezTo>
                    <a:pt x="114702" y="87155"/>
                    <a:pt x="117309" y="83636"/>
                    <a:pt x="117309" y="79882"/>
                  </a:cubicBezTo>
                  <a:lnTo>
                    <a:pt x="117309" y="79882"/>
                  </a:lnTo>
                  <a:lnTo>
                    <a:pt x="119915" y="79882"/>
                  </a:lnTo>
                  <a:lnTo>
                    <a:pt x="119915" y="76246"/>
                  </a:lnTo>
                  <a:lnTo>
                    <a:pt x="119915" y="76246"/>
                  </a:lnTo>
                  <a:cubicBezTo>
                    <a:pt x="119915" y="76246"/>
                    <a:pt x="119915" y="76246"/>
                    <a:pt x="117309" y="76246"/>
                  </a:cubicBezTo>
                  <a:lnTo>
                    <a:pt x="117309" y="76246"/>
                  </a:lnTo>
                  <a:lnTo>
                    <a:pt x="114702" y="76246"/>
                  </a:lnTo>
                  <a:lnTo>
                    <a:pt x="114702" y="76246"/>
                  </a:lnTo>
                  <a:cubicBezTo>
                    <a:pt x="114702" y="76246"/>
                    <a:pt x="114702" y="76246"/>
                    <a:pt x="112095" y="76246"/>
                  </a:cubicBezTo>
                  <a:cubicBezTo>
                    <a:pt x="112095" y="79882"/>
                    <a:pt x="109488" y="79882"/>
                    <a:pt x="106881" y="79882"/>
                  </a:cubicBezTo>
                  <a:cubicBezTo>
                    <a:pt x="106881" y="79882"/>
                    <a:pt x="106881" y="79882"/>
                    <a:pt x="106881" y="83636"/>
                  </a:cubicBezTo>
                  <a:cubicBezTo>
                    <a:pt x="106881" y="83636"/>
                    <a:pt x="104274" y="87155"/>
                    <a:pt x="104274" y="90791"/>
                  </a:cubicBezTo>
                  <a:cubicBezTo>
                    <a:pt x="104274" y="94428"/>
                    <a:pt x="104274" y="94428"/>
                    <a:pt x="101667" y="98181"/>
                  </a:cubicBezTo>
                  <a:lnTo>
                    <a:pt x="101667" y="98181"/>
                  </a:lnTo>
                  <a:cubicBezTo>
                    <a:pt x="99060" y="98181"/>
                    <a:pt x="99060" y="98181"/>
                    <a:pt x="96454" y="98181"/>
                  </a:cubicBezTo>
                  <a:lnTo>
                    <a:pt x="96454" y="98181"/>
                  </a:lnTo>
                  <a:lnTo>
                    <a:pt x="96454" y="98181"/>
                  </a:lnTo>
                  <a:cubicBezTo>
                    <a:pt x="93847" y="101700"/>
                    <a:pt x="93847" y="101700"/>
                    <a:pt x="93847" y="101700"/>
                  </a:cubicBezTo>
                  <a:cubicBezTo>
                    <a:pt x="91240" y="101700"/>
                    <a:pt x="86026" y="101700"/>
                    <a:pt x="86026" y="101700"/>
                  </a:cubicBezTo>
                  <a:lnTo>
                    <a:pt x="86026" y="101700"/>
                  </a:lnTo>
                  <a:lnTo>
                    <a:pt x="83419" y="101700"/>
                  </a:lnTo>
                  <a:cubicBezTo>
                    <a:pt x="83419" y="98181"/>
                    <a:pt x="83419" y="98181"/>
                    <a:pt x="80812" y="98181"/>
                  </a:cubicBezTo>
                  <a:lnTo>
                    <a:pt x="80812" y="98181"/>
                  </a:lnTo>
                  <a:lnTo>
                    <a:pt x="80812" y="98181"/>
                  </a:lnTo>
                  <a:cubicBezTo>
                    <a:pt x="78206" y="98181"/>
                    <a:pt x="78206" y="98181"/>
                    <a:pt x="78206" y="94428"/>
                  </a:cubicBezTo>
                  <a:cubicBezTo>
                    <a:pt x="78206" y="94428"/>
                    <a:pt x="78206" y="94428"/>
                    <a:pt x="75599" y="94428"/>
                  </a:cubicBezTo>
                  <a:cubicBezTo>
                    <a:pt x="75599" y="94428"/>
                    <a:pt x="75599" y="94428"/>
                    <a:pt x="75599" y="90791"/>
                  </a:cubicBezTo>
                  <a:lnTo>
                    <a:pt x="75599" y="90791"/>
                  </a:lnTo>
                  <a:cubicBezTo>
                    <a:pt x="75599" y="87155"/>
                    <a:pt x="72992" y="87155"/>
                    <a:pt x="72992" y="87155"/>
                  </a:cubicBezTo>
                  <a:lnTo>
                    <a:pt x="72992" y="83636"/>
                  </a:lnTo>
                  <a:cubicBezTo>
                    <a:pt x="70385" y="79882"/>
                    <a:pt x="67778" y="72609"/>
                    <a:pt x="67778" y="69090"/>
                  </a:cubicBezTo>
                  <a:cubicBezTo>
                    <a:pt x="67778" y="65337"/>
                    <a:pt x="67778" y="65337"/>
                    <a:pt x="67778" y="61700"/>
                  </a:cubicBezTo>
                  <a:cubicBezTo>
                    <a:pt x="67778" y="58064"/>
                    <a:pt x="67778" y="58064"/>
                    <a:pt x="67778" y="58064"/>
                  </a:cubicBezTo>
                  <a:cubicBezTo>
                    <a:pt x="67778" y="54545"/>
                    <a:pt x="70385" y="47155"/>
                    <a:pt x="70385" y="43636"/>
                  </a:cubicBezTo>
                  <a:cubicBezTo>
                    <a:pt x="70385" y="43636"/>
                    <a:pt x="70385" y="43636"/>
                    <a:pt x="67778" y="43636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9" name="Shape 11959"/>
            <p:cNvSpPr/>
            <p:nvPr/>
          </p:nvSpPr>
          <p:spPr>
            <a:xfrm>
              <a:off x="1347788" y="1903413"/>
              <a:ext cx="88900" cy="1349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879" y="39892"/>
                  </a:moveTo>
                  <a:lnTo>
                    <a:pt x="29879" y="39892"/>
                  </a:lnTo>
                  <a:cubicBezTo>
                    <a:pt x="29879" y="29919"/>
                    <a:pt x="29879" y="29919"/>
                    <a:pt x="29879" y="20268"/>
                  </a:cubicBezTo>
                  <a:lnTo>
                    <a:pt x="29879" y="20268"/>
                  </a:lnTo>
                  <a:cubicBezTo>
                    <a:pt x="29879" y="10294"/>
                    <a:pt x="29879" y="10294"/>
                    <a:pt x="29879" y="10294"/>
                  </a:cubicBezTo>
                  <a:cubicBezTo>
                    <a:pt x="29879" y="10294"/>
                    <a:pt x="29879" y="10294"/>
                    <a:pt x="29879" y="0"/>
                  </a:cubicBezTo>
                  <a:lnTo>
                    <a:pt x="29879" y="0"/>
                  </a:lnTo>
                  <a:lnTo>
                    <a:pt x="29879" y="0"/>
                  </a:lnTo>
                  <a:lnTo>
                    <a:pt x="14939" y="10294"/>
                  </a:lnTo>
                  <a:cubicBezTo>
                    <a:pt x="14939" y="10294"/>
                    <a:pt x="14939" y="10294"/>
                    <a:pt x="0" y="0"/>
                  </a:cubicBezTo>
                  <a:lnTo>
                    <a:pt x="0" y="0"/>
                  </a:lnTo>
                  <a:cubicBezTo>
                    <a:pt x="0" y="10294"/>
                    <a:pt x="0" y="10294"/>
                    <a:pt x="0" y="10294"/>
                  </a:cubicBezTo>
                  <a:cubicBezTo>
                    <a:pt x="0" y="20268"/>
                    <a:pt x="0" y="20268"/>
                    <a:pt x="0" y="20268"/>
                  </a:cubicBezTo>
                  <a:lnTo>
                    <a:pt x="0" y="20268"/>
                  </a:lnTo>
                  <a:cubicBezTo>
                    <a:pt x="14939" y="20268"/>
                    <a:pt x="14939" y="20268"/>
                    <a:pt x="14939" y="29919"/>
                  </a:cubicBezTo>
                  <a:cubicBezTo>
                    <a:pt x="14939" y="39892"/>
                    <a:pt x="14939" y="39892"/>
                    <a:pt x="14939" y="39892"/>
                  </a:cubicBezTo>
                  <a:cubicBezTo>
                    <a:pt x="14939" y="39892"/>
                    <a:pt x="14939" y="39892"/>
                    <a:pt x="29879" y="39892"/>
                  </a:cubicBezTo>
                  <a:lnTo>
                    <a:pt x="29879" y="50187"/>
                  </a:lnTo>
                  <a:lnTo>
                    <a:pt x="59759" y="69812"/>
                  </a:lnTo>
                  <a:cubicBezTo>
                    <a:pt x="74698" y="79785"/>
                    <a:pt x="74698" y="79785"/>
                    <a:pt x="74698" y="79785"/>
                  </a:cubicBezTo>
                  <a:cubicBezTo>
                    <a:pt x="74698" y="90080"/>
                    <a:pt x="59759" y="90080"/>
                    <a:pt x="59759" y="90080"/>
                  </a:cubicBezTo>
                  <a:cubicBezTo>
                    <a:pt x="59759" y="90080"/>
                    <a:pt x="59759" y="90080"/>
                    <a:pt x="45301" y="100053"/>
                  </a:cubicBezTo>
                  <a:cubicBezTo>
                    <a:pt x="59759" y="100053"/>
                    <a:pt x="59759" y="100053"/>
                    <a:pt x="59759" y="100053"/>
                  </a:cubicBezTo>
                  <a:cubicBezTo>
                    <a:pt x="59759" y="100053"/>
                    <a:pt x="59759" y="100053"/>
                    <a:pt x="74698" y="100053"/>
                  </a:cubicBezTo>
                  <a:cubicBezTo>
                    <a:pt x="74698" y="109705"/>
                    <a:pt x="74698" y="109705"/>
                    <a:pt x="74698" y="109705"/>
                  </a:cubicBezTo>
                  <a:lnTo>
                    <a:pt x="89638" y="109705"/>
                  </a:lnTo>
                  <a:lnTo>
                    <a:pt x="105060" y="119678"/>
                  </a:lnTo>
                  <a:lnTo>
                    <a:pt x="119518" y="119678"/>
                  </a:lnTo>
                  <a:lnTo>
                    <a:pt x="119518" y="119678"/>
                  </a:lnTo>
                  <a:cubicBezTo>
                    <a:pt x="119518" y="119678"/>
                    <a:pt x="119518" y="119678"/>
                    <a:pt x="105060" y="119678"/>
                  </a:cubicBezTo>
                  <a:cubicBezTo>
                    <a:pt x="105060" y="119678"/>
                    <a:pt x="105060" y="119678"/>
                    <a:pt x="105060" y="109705"/>
                  </a:cubicBezTo>
                  <a:cubicBezTo>
                    <a:pt x="89638" y="109705"/>
                    <a:pt x="89638" y="100053"/>
                    <a:pt x="74698" y="90080"/>
                  </a:cubicBezTo>
                  <a:lnTo>
                    <a:pt x="74698" y="90080"/>
                  </a:lnTo>
                  <a:cubicBezTo>
                    <a:pt x="74698" y="79785"/>
                    <a:pt x="74698" y="69812"/>
                    <a:pt x="74698" y="69812"/>
                  </a:cubicBezTo>
                  <a:lnTo>
                    <a:pt x="74698" y="69812"/>
                  </a:lnTo>
                  <a:lnTo>
                    <a:pt x="74698" y="69812"/>
                  </a:lnTo>
                  <a:cubicBezTo>
                    <a:pt x="74698" y="69812"/>
                    <a:pt x="74698" y="69812"/>
                    <a:pt x="74698" y="60160"/>
                  </a:cubicBezTo>
                  <a:lnTo>
                    <a:pt x="74698" y="60160"/>
                  </a:lnTo>
                  <a:cubicBezTo>
                    <a:pt x="59759" y="60160"/>
                    <a:pt x="59759" y="60160"/>
                    <a:pt x="45301" y="60160"/>
                  </a:cubicBezTo>
                  <a:cubicBezTo>
                    <a:pt x="45301" y="60160"/>
                    <a:pt x="29879" y="50187"/>
                    <a:pt x="29879" y="39892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0" name="Shape 11960"/>
            <p:cNvSpPr/>
            <p:nvPr/>
          </p:nvSpPr>
          <p:spPr>
            <a:xfrm>
              <a:off x="2351088" y="1601788"/>
              <a:ext cx="68262" cy="333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212" y="40000"/>
                  </a:moveTo>
                  <a:lnTo>
                    <a:pt x="40212" y="40000"/>
                  </a:lnTo>
                  <a:lnTo>
                    <a:pt x="20425" y="80000"/>
                  </a:lnTo>
                  <a:lnTo>
                    <a:pt x="0" y="80000"/>
                  </a:lnTo>
                  <a:lnTo>
                    <a:pt x="20425" y="118709"/>
                  </a:lnTo>
                  <a:lnTo>
                    <a:pt x="20425" y="118709"/>
                  </a:lnTo>
                  <a:lnTo>
                    <a:pt x="20425" y="118709"/>
                  </a:lnTo>
                  <a:cubicBezTo>
                    <a:pt x="20425" y="118709"/>
                    <a:pt x="20425" y="118709"/>
                    <a:pt x="40212" y="118709"/>
                  </a:cubicBezTo>
                  <a:cubicBezTo>
                    <a:pt x="40212" y="80000"/>
                    <a:pt x="60000" y="40000"/>
                    <a:pt x="60000" y="40000"/>
                  </a:cubicBezTo>
                  <a:cubicBezTo>
                    <a:pt x="79148" y="40000"/>
                    <a:pt x="79148" y="40000"/>
                    <a:pt x="79148" y="40000"/>
                  </a:cubicBezTo>
                  <a:lnTo>
                    <a:pt x="79148" y="40000"/>
                  </a:lnTo>
                  <a:cubicBezTo>
                    <a:pt x="99574" y="40000"/>
                    <a:pt x="99574" y="40000"/>
                    <a:pt x="99574" y="40000"/>
                  </a:cubicBezTo>
                  <a:lnTo>
                    <a:pt x="99574" y="40000"/>
                  </a:lnTo>
                  <a:lnTo>
                    <a:pt x="99574" y="40000"/>
                  </a:lnTo>
                  <a:lnTo>
                    <a:pt x="99574" y="40000"/>
                  </a:lnTo>
                  <a:cubicBezTo>
                    <a:pt x="119361" y="40000"/>
                    <a:pt x="119361" y="0"/>
                    <a:pt x="119361" y="0"/>
                  </a:cubicBezTo>
                  <a:cubicBezTo>
                    <a:pt x="99574" y="0"/>
                    <a:pt x="99574" y="0"/>
                    <a:pt x="99574" y="0"/>
                  </a:cubicBezTo>
                  <a:lnTo>
                    <a:pt x="79148" y="0"/>
                  </a:lnTo>
                  <a:cubicBezTo>
                    <a:pt x="79148" y="40000"/>
                    <a:pt x="79148" y="40000"/>
                    <a:pt x="79148" y="40000"/>
                  </a:cubicBezTo>
                  <a:cubicBezTo>
                    <a:pt x="60000" y="40000"/>
                    <a:pt x="40212" y="40000"/>
                    <a:pt x="40212" y="40000"/>
                  </a:cubicBezTo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242431" y="1553407"/>
            <a:ext cx="1707335" cy="65667"/>
            <a:chOff x="5242332" y="1714187"/>
            <a:chExt cx="1707335" cy="65667"/>
          </a:xfrm>
          <a:solidFill>
            <a:srgbClr val="FF0000"/>
          </a:solidFill>
        </p:grpSpPr>
        <p:sp>
          <p:nvSpPr>
            <p:cNvPr id="11962" name="Shape 11962"/>
            <p:cNvSpPr/>
            <p:nvPr/>
          </p:nvSpPr>
          <p:spPr>
            <a:xfrm>
              <a:off x="5242332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963" name="Shape 11963"/>
            <p:cNvSpPr/>
            <p:nvPr/>
          </p:nvSpPr>
          <p:spPr>
            <a:xfrm>
              <a:off x="5599851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964" name="Shape 11964"/>
            <p:cNvSpPr/>
            <p:nvPr/>
          </p:nvSpPr>
          <p:spPr>
            <a:xfrm>
              <a:off x="5957370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965" name="Shape 11965"/>
            <p:cNvSpPr/>
            <p:nvPr/>
          </p:nvSpPr>
          <p:spPr>
            <a:xfrm rot="10800000" flipH="1">
              <a:off x="6314888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  <p:sp>
          <p:nvSpPr>
            <p:cNvPr id="11966" name="Shape 11966"/>
            <p:cNvSpPr/>
            <p:nvPr/>
          </p:nvSpPr>
          <p:spPr>
            <a:xfrm rot="10800000" flipH="1">
              <a:off x="6672407" y="1714187"/>
              <a:ext cx="277260" cy="6566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tx1">
                    <a:lumMod val="75000"/>
                    <a:lumOff val="25000"/>
                  </a:schemeClr>
                </a:solidFill>
                <a:latin typeface="Prompt" panose="00000500000000000000" pitchFamily="2" charset="-34"/>
                <a:ea typeface="Calibri"/>
                <a:cs typeface="Prompt" panose="00000500000000000000" pitchFamily="2" charset="-34"/>
                <a:sym typeface="Calibri"/>
              </a:endParaRP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6F22A6F1-C26F-48F0-BE1F-40649F7EC38C}"/>
              </a:ext>
            </a:extLst>
          </p:cNvPr>
          <p:cNvSpPr txBox="1"/>
          <p:nvPr/>
        </p:nvSpPr>
        <p:spPr>
          <a:xfrm>
            <a:off x="3146042" y="504752"/>
            <a:ext cx="5899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HOW TO RUN A SUCCESSFUL WORLDWIDE MAP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510706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92671" y="2567220"/>
            <a:ext cx="7606658" cy="1723561"/>
          </a:xfrm>
          <a:prstGeom prst="rect">
            <a:avLst/>
          </a:prstGeom>
          <a:noFill/>
          <a:ln w="28575">
            <a:noFill/>
          </a:ln>
        </p:spPr>
        <p:txBody>
          <a:bodyPr wrap="square" lIns="243852" tIns="121926" rIns="243852" bIns="121926" rtlCol="0">
            <a:spAutoFit/>
          </a:bodyPr>
          <a:lstStyle/>
          <a:p>
            <a:pPr algn="ctr"/>
            <a:r>
              <a:rPr lang="en-US" sz="9600" i="1" spc="300" dirty="0" smtClean="0">
                <a:solidFill>
                  <a:schemeClr val="bg1"/>
                </a:solidFill>
                <a:latin typeface="Oswald SemiBold" pitchFamily="2" charset="0"/>
                <a:ea typeface="Lato Medium" panose="020F0502020204030203" pitchFamily="34" charset="0"/>
                <a:cs typeface="Aharoni" panose="02010803020104030203" pitchFamily="2" charset="-79"/>
              </a:rPr>
              <a:t>THANK YOU</a:t>
            </a:r>
            <a:endParaRPr lang="en-US" sz="9600" i="1" spc="300" dirty="0">
              <a:solidFill>
                <a:schemeClr val="bg1"/>
              </a:solidFill>
              <a:latin typeface="Oswald SemiBold" pitchFamily="2" charset="0"/>
              <a:ea typeface="Lato Medium" panose="020F0502020204030203" pitchFamily="34" charset="0"/>
              <a:cs typeface="Aharoni" panose="02010803020104030203" pitchFamily="2" charset="-79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074181015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564" y="1700287"/>
            <a:ext cx="9397288" cy="3336225"/>
            <a:chOff x="1524564" y="1700287"/>
            <a:chExt cx="9397288" cy="333622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4747" name="Shape 4747"/>
            <p:cNvSpPr/>
            <p:nvPr/>
          </p:nvSpPr>
          <p:spPr>
            <a:xfrm>
              <a:off x="10623479" y="3815654"/>
              <a:ext cx="298373" cy="931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459" y="26250"/>
                  </a:moveTo>
                  <a:lnTo>
                    <a:pt x="118459" y="26250"/>
                  </a:lnTo>
                  <a:cubicBezTo>
                    <a:pt x="115762" y="26250"/>
                    <a:pt x="113065" y="52500"/>
                    <a:pt x="104783" y="52500"/>
                  </a:cubicBezTo>
                  <a:cubicBezTo>
                    <a:pt x="95345" y="52500"/>
                    <a:pt x="91107" y="0"/>
                    <a:pt x="76276" y="0"/>
                  </a:cubicBezTo>
                  <a:cubicBezTo>
                    <a:pt x="65296" y="0"/>
                    <a:pt x="61252" y="30625"/>
                    <a:pt x="59903" y="30625"/>
                  </a:cubicBezTo>
                  <a:cubicBezTo>
                    <a:pt x="59903" y="30625"/>
                    <a:pt x="55858" y="0"/>
                    <a:pt x="43531" y="0"/>
                  </a:cubicBezTo>
                  <a:cubicBezTo>
                    <a:pt x="28507" y="0"/>
                    <a:pt x="24462" y="52500"/>
                    <a:pt x="15024" y="52500"/>
                  </a:cubicBezTo>
                  <a:cubicBezTo>
                    <a:pt x="8089" y="52500"/>
                    <a:pt x="4044" y="26250"/>
                    <a:pt x="2696" y="26250"/>
                  </a:cubicBezTo>
                  <a:cubicBezTo>
                    <a:pt x="0" y="30625"/>
                    <a:pt x="6741" y="119375"/>
                    <a:pt x="32552" y="119375"/>
                  </a:cubicBezTo>
                  <a:cubicBezTo>
                    <a:pt x="48924" y="119375"/>
                    <a:pt x="58555" y="75000"/>
                    <a:pt x="59903" y="75000"/>
                  </a:cubicBezTo>
                  <a:cubicBezTo>
                    <a:pt x="61252" y="75000"/>
                    <a:pt x="72231" y="119375"/>
                    <a:pt x="88410" y="119375"/>
                  </a:cubicBezTo>
                  <a:cubicBezTo>
                    <a:pt x="114414" y="119375"/>
                    <a:pt x="119807" y="30625"/>
                    <a:pt x="118459" y="2625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8" name="Shape 4748"/>
            <p:cNvSpPr/>
            <p:nvPr/>
          </p:nvSpPr>
          <p:spPr>
            <a:xfrm>
              <a:off x="10119844" y="3775438"/>
              <a:ext cx="292024" cy="1735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88" y="68144"/>
                  </a:moveTo>
                  <a:lnTo>
                    <a:pt x="114088" y="68144"/>
                  </a:lnTo>
                  <a:cubicBezTo>
                    <a:pt x="39014" y="68144"/>
                    <a:pt x="39014" y="68144"/>
                    <a:pt x="39014" y="68144"/>
                  </a:cubicBezTo>
                  <a:cubicBezTo>
                    <a:pt x="36256" y="68144"/>
                    <a:pt x="33300" y="65817"/>
                    <a:pt x="33300" y="58504"/>
                  </a:cubicBezTo>
                  <a:cubicBezTo>
                    <a:pt x="33300" y="53850"/>
                    <a:pt x="36256" y="49196"/>
                    <a:pt x="39014" y="49196"/>
                  </a:cubicBezTo>
                  <a:cubicBezTo>
                    <a:pt x="114088" y="49196"/>
                    <a:pt x="114088" y="49196"/>
                    <a:pt x="114088" y="49196"/>
                  </a:cubicBezTo>
                  <a:cubicBezTo>
                    <a:pt x="117044" y="49196"/>
                    <a:pt x="119802" y="53850"/>
                    <a:pt x="119802" y="58504"/>
                  </a:cubicBezTo>
                  <a:cubicBezTo>
                    <a:pt x="119802" y="65817"/>
                    <a:pt x="117044" y="68144"/>
                    <a:pt x="114088" y="68144"/>
                  </a:cubicBezTo>
                  <a:close/>
                  <a:moveTo>
                    <a:pt x="114088" y="18614"/>
                  </a:moveTo>
                  <a:lnTo>
                    <a:pt x="114088" y="18614"/>
                  </a:lnTo>
                  <a:cubicBezTo>
                    <a:pt x="39014" y="18614"/>
                    <a:pt x="39014" y="18614"/>
                    <a:pt x="39014" y="18614"/>
                  </a:cubicBezTo>
                  <a:cubicBezTo>
                    <a:pt x="36256" y="18614"/>
                    <a:pt x="33300" y="13961"/>
                    <a:pt x="33300" y="9307"/>
                  </a:cubicBezTo>
                  <a:cubicBezTo>
                    <a:pt x="33300" y="4653"/>
                    <a:pt x="36256" y="0"/>
                    <a:pt x="39014" y="0"/>
                  </a:cubicBezTo>
                  <a:cubicBezTo>
                    <a:pt x="114088" y="0"/>
                    <a:pt x="114088" y="0"/>
                    <a:pt x="114088" y="0"/>
                  </a:cubicBezTo>
                  <a:cubicBezTo>
                    <a:pt x="117044" y="0"/>
                    <a:pt x="119802" y="4653"/>
                    <a:pt x="119802" y="9307"/>
                  </a:cubicBezTo>
                  <a:cubicBezTo>
                    <a:pt x="119802" y="13961"/>
                    <a:pt x="117044" y="18614"/>
                    <a:pt x="114088" y="18614"/>
                  </a:cubicBezTo>
                  <a:close/>
                  <a:moveTo>
                    <a:pt x="16748" y="119667"/>
                  </a:moveTo>
                  <a:lnTo>
                    <a:pt x="16748" y="119667"/>
                  </a:lnTo>
                  <a:cubicBezTo>
                    <a:pt x="5517" y="119667"/>
                    <a:pt x="5517" y="119667"/>
                    <a:pt x="5517" y="119667"/>
                  </a:cubicBezTo>
                  <a:cubicBezTo>
                    <a:pt x="2758" y="119667"/>
                    <a:pt x="0" y="115013"/>
                    <a:pt x="0" y="110360"/>
                  </a:cubicBezTo>
                  <a:cubicBezTo>
                    <a:pt x="0" y="103379"/>
                    <a:pt x="2758" y="101052"/>
                    <a:pt x="5517" y="101052"/>
                  </a:cubicBezTo>
                  <a:cubicBezTo>
                    <a:pt x="16748" y="101052"/>
                    <a:pt x="16748" y="101052"/>
                    <a:pt x="16748" y="101052"/>
                  </a:cubicBezTo>
                  <a:cubicBezTo>
                    <a:pt x="20886" y="101052"/>
                    <a:pt x="22266" y="103379"/>
                    <a:pt x="22266" y="110360"/>
                  </a:cubicBezTo>
                  <a:cubicBezTo>
                    <a:pt x="22266" y="115013"/>
                    <a:pt x="20886" y="119667"/>
                    <a:pt x="16748" y="119667"/>
                  </a:cubicBezTo>
                  <a:close/>
                  <a:moveTo>
                    <a:pt x="16748" y="68144"/>
                  </a:moveTo>
                  <a:lnTo>
                    <a:pt x="16748" y="68144"/>
                  </a:lnTo>
                  <a:cubicBezTo>
                    <a:pt x="5517" y="68144"/>
                    <a:pt x="5517" y="68144"/>
                    <a:pt x="5517" y="68144"/>
                  </a:cubicBezTo>
                  <a:cubicBezTo>
                    <a:pt x="2758" y="68144"/>
                    <a:pt x="0" y="65817"/>
                    <a:pt x="0" y="58504"/>
                  </a:cubicBezTo>
                  <a:cubicBezTo>
                    <a:pt x="0" y="53850"/>
                    <a:pt x="2758" y="49196"/>
                    <a:pt x="5517" y="49196"/>
                  </a:cubicBezTo>
                  <a:cubicBezTo>
                    <a:pt x="16748" y="49196"/>
                    <a:pt x="16748" y="49196"/>
                    <a:pt x="16748" y="49196"/>
                  </a:cubicBezTo>
                  <a:cubicBezTo>
                    <a:pt x="20886" y="49196"/>
                    <a:pt x="22266" y="53850"/>
                    <a:pt x="22266" y="58504"/>
                  </a:cubicBezTo>
                  <a:cubicBezTo>
                    <a:pt x="22266" y="65817"/>
                    <a:pt x="20886" y="68144"/>
                    <a:pt x="16748" y="68144"/>
                  </a:cubicBezTo>
                  <a:close/>
                  <a:moveTo>
                    <a:pt x="16748" y="18614"/>
                  </a:moveTo>
                  <a:lnTo>
                    <a:pt x="16748" y="18614"/>
                  </a:lnTo>
                  <a:cubicBezTo>
                    <a:pt x="5517" y="18614"/>
                    <a:pt x="5517" y="18614"/>
                    <a:pt x="5517" y="18614"/>
                  </a:cubicBezTo>
                  <a:cubicBezTo>
                    <a:pt x="2758" y="18614"/>
                    <a:pt x="0" y="13961"/>
                    <a:pt x="0" y="9307"/>
                  </a:cubicBezTo>
                  <a:cubicBezTo>
                    <a:pt x="0" y="4653"/>
                    <a:pt x="2758" y="0"/>
                    <a:pt x="5517" y="0"/>
                  </a:cubicBezTo>
                  <a:cubicBezTo>
                    <a:pt x="16748" y="0"/>
                    <a:pt x="16748" y="0"/>
                    <a:pt x="16748" y="0"/>
                  </a:cubicBezTo>
                  <a:cubicBezTo>
                    <a:pt x="20886" y="0"/>
                    <a:pt x="22266" y="4653"/>
                    <a:pt x="22266" y="9307"/>
                  </a:cubicBezTo>
                  <a:cubicBezTo>
                    <a:pt x="22266" y="13961"/>
                    <a:pt x="20886" y="18614"/>
                    <a:pt x="16748" y="18614"/>
                  </a:cubicBezTo>
                  <a:close/>
                  <a:moveTo>
                    <a:pt x="39014" y="119667"/>
                  </a:moveTo>
                  <a:lnTo>
                    <a:pt x="39014" y="119667"/>
                  </a:lnTo>
                  <a:cubicBezTo>
                    <a:pt x="36256" y="119667"/>
                    <a:pt x="33300" y="115013"/>
                    <a:pt x="33300" y="110360"/>
                  </a:cubicBezTo>
                  <a:cubicBezTo>
                    <a:pt x="33300" y="103379"/>
                    <a:pt x="36256" y="101052"/>
                    <a:pt x="39014" y="101052"/>
                  </a:cubicBezTo>
                  <a:cubicBezTo>
                    <a:pt x="114088" y="101052"/>
                    <a:pt x="114088" y="101052"/>
                    <a:pt x="114088" y="101052"/>
                  </a:cubicBezTo>
                  <a:cubicBezTo>
                    <a:pt x="117044" y="101052"/>
                    <a:pt x="119802" y="103379"/>
                    <a:pt x="119802" y="110360"/>
                  </a:cubicBezTo>
                  <a:cubicBezTo>
                    <a:pt x="119802" y="115013"/>
                    <a:pt x="117044" y="119667"/>
                    <a:pt x="114088" y="119667"/>
                  </a:cubicBezTo>
                  <a:cubicBezTo>
                    <a:pt x="39014" y="119667"/>
                    <a:pt x="39014" y="119667"/>
                    <a:pt x="39014" y="1196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9" name="Shape 4749"/>
            <p:cNvSpPr/>
            <p:nvPr/>
          </p:nvSpPr>
          <p:spPr>
            <a:xfrm>
              <a:off x="10194048" y="4800070"/>
              <a:ext cx="289909" cy="1735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19" y="68144"/>
                  </a:moveTo>
                  <a:lnTo>
                    <a:pt x="114019" y="68144"/>
                  </a:lnTo>
                  <a:cubicBezTo>
                    <a:pt x="5581" y="68144"/>
                    <a:pt x="5581" y="68144"/>
                    <a:pt x="5581" y="68144"/>
                  </a:cubicBezTo>
                  <a:cubicBezTo>
                    <a:pt x="2790" y="68144"/>
                    <a:pt x="0" y="65817"/>
                    <a:pt x="0" y="58504"/>
                  </a:cubicBezTo>
                  <a:cubicBezTo>
                    <a:pt x="0" y="53850"/>
                    <a:pt x="2790" y="49196"/>
                    <a:pt x="5581" y="49196"/>
                  </a:cubicBezTo>
                  <a:cubicBezTo>
                    <a:pt x="114019" y="49196"/>
                    <a:pt x="114019" y="49196"/>
                    <a:pt x="114019" y="49196"/>
                  </a:cubicBezTo>
                  <a:cubicBezTo>
                    <a:pt x="118405" y="49196"/>
                    <a:pt x="119800" y="53850"/>
                    <a:pt x="119800" y="58504"/>
                  </a:cubicBezTo>
                  <a:cubicBezTo>
                    <a:pt x="119800" y="65817"/>
                    <a:pt x="118405" y="68144"/>
                    <a:pt x="114019" y="68144"/>
                  </a:cubicBezTo>
                  <a:close/>
                  <a:moveTo>
                    <a:pt x="114019" y="18614"/>
                  </a:moveTo>
                  <a:lnTo>
                    <a:pt x="114019" y="18614"/>
                  </a:lnTo>
                  <a:cubicBezTo>
                    <a:pt x="5581" y="18614"/>
                    <a:pt x="5581" y="18614"/>
                    <a:pt x="5581" y="18614"/>
                  </a:cubicBezTo>
                  <a:cubicBezTo>
                    <a:pt x="2790" y="18614"/>
                    <a:pt x="0" y="13961"/>
                    <a:pt x="0" y="9307"/>
                  </a:cubicBezTo>
                  <a:cubicBezTo>
                    <a:pt x="0" y="4653"/>
                    <a:pt x="2790" y="0"/>
                    <a:pt x="5581" y="0"/>
                  </a:cubicBezTo>
                  <a:cubicBezTo>
                    <a:pt x="114019" y="0"/>
                    <a:pt x="114019" y="0"/>
                    <a:pt x="114019" y="0"/>
                  </a:cubicBezTo>
                  <a:cubicBezTo>
                    <a:pt x="118405" y="0"/>
                    <a:pt x="119800" y="4653"/>
                    <a:pt x="119800" y="9307"/>
                  </a:cubicBezTo>
                  <a:cubicBezTo>
                    <a:pt x="119800" y="13961"/>
                    <a:pt x="118405" y="18614"/>
                    <a:pt x="114019" y="18614"/>
                  </a:cubicBezTo>
                  <a:close/>
                  <a:moveTo>
                    <a:pt x="5581" y="101052"/>
                  </a:moveTo>
                  <a:lnTo>
                    <a:pt x="5581" y="101052"/>
                  </a:lnTo>
                  <a:cubicBezTo>
                    <a:pt x="114019" y="101052"/>
                    <a:pt x="114019" y="101052"/>
                    <a:pt x="114019" y="101052"/>
                  </a:cubicBezTo>
                  <a:cubicBezTo>
                    <a:pt x="118405" y="101052"/>
                    <a:pt x="119800" y="103379"/>
                    <a:pt x="119800" y="110360"/>
                  </a:cubicBezTo>
                  <a:cubicBezTo>
                    <a:pt x="119800" y="115013"/>
                    <a:pt x="118405" y="119667"/>
                    <a:pt x="114019" y="119667"/>
                  </a:cubicBezTo>
                  <a:cubicBezTo>
                    <a:pt x="5581" y="119667"/>
                    <a:pt x="5581" y="119667"/>
                    <a:pt x="5581" y="119667"/>
                  </a:cubicBezTo>
                  <a:cubicBezTo>
                    <a:pt x="2790" y="119667"/>
                    <a:pt x="0" y="115013"/>
                    <a:pt x="0" y="110360"/>
                  </a:cubicBezTo>
                  <a:cubicBezTo>
                    <a:pt x="0" y="103379"/>
                    <a:pt x="2790" y="101052"/>
                    <a:pt x="5581" y="1010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0" name="Shape 4750"/>
            <p:cNvSpPr/>
            <p:nvPr/>
          </p:nvSpPr>
          <p:spPr>
            <a:xfrm>
              <a:off x="10675465" y="4411735"/>
              <a:ext cx="228541" cy="550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347" y="118947"/>
                  </a:moveTo>
                  <a:lnTo>
                    <a:pt x="105347" y="118947"/>
                  </a:lnTo>
                  <a:cubicBezTo>
                    <a:pt x="96505" y="118947"/>
                    <a:pt x="91200" y="96842"/>
                    <a:pt x="91200" y="58947"/>
                  </a:cubicBezTo>
                  <a:cubicBezTo>
                    <a:pt x="91200" y="29473"/>
                    <a:pt x="96505" y="0"/>
                    <a:pt x="105347" y="0"/>
                  </a:cubicBezTo>
                  <a:cubicBezTo>
                    <a:pt x="112673" y="0"/>
                    <a:pt x="119747" y="29473"/>
                    <a:pt x="119747" y="58947"/>
                  </a:cubicBezTo>
                  <a:cubicBezTo>
                    <a:pt x="119747" y="96842"/>
                    <a:pt x="112673" y="118947"/>
                    <a:pt x="105347" y="118947"/>
                  </a:cubicBezTo>
                  <a:close/>
                  <a:moveTo>
                    <a:pt x="59115" y="118947"/>
                  </a:moveTo>
                  <a:lnTo>
                    <a:pt x="59115" y="118947"/>
                  </a:lnTo>
                  <a:cubicBezTo>
                    <a:pt x="51789" y="118947"/>
                    <a:pt x="44715" y="96842"/>
                    <a:pt x="44715" y="58947"/>
                  </a:cubicBezTo>
                  <a:cubicBezTo>
                    <a:pt x="44715" y="29473"/>
                    <a:pt x="51789" y="0"/>
                    <a:pt x="59115" y="0"/>
                  </a:cubicBezTo>
                  <a:cubicBezTo>
                    <a:pt x="67957" y="0"/>
                    <a:pt x="73263" y="29473"/>
                    <a:pt x="73263" y="58947"/>
                  </a:cubicBezTo>
                  <a:cubicBezTo>
                    <a:pt x="73263" y="96842"/>
                    <a:pt x="67957" y="118947"/>
                    <a:pt x="59115" y="118947"/>
                  </a:cubicBezTo>
                  <a:close/>
                  <a:moveTo>
                    <a:pt x="14400" y="118947"/>
                  </a:moveTo>
                  <a:lnTo>
                    <a:pt x="14400" y="118947"/>
                  </a:lnTo>
                  <a:cubicBezTo>
                    <a:pt x="7326" y="118947"/>
                    <a:pt x="0" y="96842"/>
                    <a:pt x="0" y="58947"/>
                  </a:cubicBezTo>
                  <a:cubicBezTo>
                    <a:pt x="0" y="29473"/>
                    <a:pt x="7326" y="0"/>
                    <a:pt x="14400" y="0"/>
                  </a:cubicBezTo>
                  <a:cubicBezTo>
                    <a:pt x="21473" y="0"/>
                    <a:pt x="28547" y="29473"/>
                    <a:pt x="28547" y="58947"/>
                  </a:cubicBezTo>
                  <a:cubicBezTo>
                    <a:pt x="28547" y="96842"/>
                    <a:pt x="21473" y="118947"/>
                    <a:pt x="14400" y="1189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1" name="Shape 4751"/>
            <p:cNvSpPr/>
            <p:nvPr/>
          </p:nvSpPr>
          <p:spPr>
            <a:xfrm>
              <a:off x="10228964" y="4344002"/>
              <a:ext cx="110038" cy="190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684" y="14848"/>
                  </a:moveTo>
                  <a:lnTo>
                    <a:pt x="3684" y="14848"/>
                  </a:lnTo>
                  <a:cubicBezTo>
                    <a:pt x="82105" y="59696"/>
                    <a:pt x="82105" y="59696"/>
                    <a:pt x="82105" y="59696"/>
                  </a:cubicBezTo>
                  <a:cubicBezTo>
                    <a:pt x="3684" y="106969"/>
                    <a:pt x="3684" y="106969"/>
                    <a:pt x="3684" y="106969"/>
                  </a:cubicBezTo>
                  <a:cubicBezTo>
                    <a:pt x="0" y="106969"/>
                    <a:pt x="0" y="109090"/>
                    <a:pt x="0" y="111212"/>
                  </a:cubicBezTo>
                  <a:cubicBezTo>
                    <a:pt x="0" y="117575"/>
                    <a:pt x="7894" y="119696"/>
                    <a:pt x="15263" y="119696"/>
                  </a:cubicBezTo>
                  <a:cubicBezTo>
                    <a:pt x="18947" y="119696"/>
                    <a:pt x="22631" y="119696"/>
                    <a:pt x="26315" y="117575"/>
                  </a:cubicBezTo>
                  <a:cubicBezTo>
                    <a:pt x="115789" y="66363"/>
                    <a:pt x="115789" y="66363"/>
                    <a:pt x="115789" y="66363"/>
                  </a:cubicBezTo>
                  <a:cubicBezTo>
                    <a:pt x="119473" y="64242"/>
                    <a:pt x="119473" y="62121"/>
                    <a:pt x="119473" y="59696"/>
                  </a:cubicBezTo>
                  <a:cubicBezTo>
                    <a:pt x="119473" y="57575"/>
                    <a:pt x="119473" y="55454"/>
                    <a:pt x="115789" y="53333"/>
                  </a:cubicBezTo>
                  <a:cubicBezTo>
                    <a:pt x="26315" y="2121"/>
                    <a:pt x="26315" y="2121"/>
                    <a:pt x="26315" y="2121"/>
                  </a:cubicBezTo>
                  <a:cubicBezTo>
                    <a:pt x="22631" y="2121"/>
                    <a:pt x="18947" y="0"/>
                    <a:pt x="15263" y="0"/>
                  </a:cubicBezTo>
                  <a:cubicBezTo>
                    <a:pt x="7894" y="0"/>
                    <a:pt x="0" y="4242"/>
                    <a:pt x="0" y="8484"/>
                  </a:cubicBezTo>
                  <a:cubicBezTo>
                    <a:pt x="0" y="12727"/>
                    <a:pt x="3684" y="14848"/>
                    <a:pt x="3684" y="14848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2" name="Shape 4752"/>
            <p:cNvSpPr/>
            <p:nvPr/>
          </p:nvSpPr>
          <p:spPr>
            <a:xfrm>
              <a:off x="10670033" y="3266620"/>
              <a:ext cx="110038" cy="190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578" y="14848"/>
                  </a:moveTo>
                  <a:lnTo>
                    <a:pt x="111578" y="14848"/>
                  </a:lnTo>
                  <a:cubicBezTo>
                    <a:pt x="33684" y="59696"/>
                    <a:pt x="33684" y="59696"/>
                    <a:pt x="33684" y="59696"/>
                  </a:cubicBezTo>
                  <a:cubicBezTo>
                    <a:pt x="115789" y="106969"/>
                    <a:pt x="115789" y="106969"/>
                    <a:pt x="115789" y="106969"/>
                  </a:cubicBezTo>
                  <a:cubicBezTo>
                    <a:pt x="115789" y="106969"/>
                    <a:pt x="119473" y="109090"/>
                    <a:pt x="119473" y="111212"/>
                  </a:cubicBezTo>
                  <a:cubicBezTo>
                    <a:pt x="119473" y="117575"/>
                    <a:pt x="111578" y="119696"/>
                    <a:pt x="104210" y="119696"/>
                  </a:cubicBezTo>
                  <a:cubicBezTo>
                    <a:pt x="100526" y="119696"/>
                    <a:pt x="96842" y="119696"/>
                    <a:pt x="93157" y="117575"/>
                  </a:cubicBezTo>
                  <a:cubicBezTo>
                    <a:pt x="3684" y="66363"/>
                    <a:pt x="3684" y="66363"/>
                    <a:pt x="3684" y="66363"/>
                  </a:cubicBezTo>
                  <a:cubicBezTo>
                    <a:pt x="0" y="64242"/>
                    <a:pt x="0" y="62121"/>
                    <a:pt x="0" y="59696"/>
                  </a:cubicBezTo>
                  <a:cubicBezTo>
                    <a:pt x="0" y="57575"/>
                    <a:pt x="0" y="55454"/>
                    <a:pt x="3684" y="53333"/>
                  </a:cubicBezTo>
                  <a:cubicBezTo>
                    <a:pt x="93157" y="2121"/>
                    <a:pt x="93157" y="2121"/>
                    <a:pt x="93157" y="2121"/>
                  </a:cubicBezTo>
                  <a:cubicBezTo>
                    <a:pt x="96842" y="2121"/>
                    <a:pt x="100526" y="0"/>
                    <a:pt x="104210" y="0"/>
                  </a:cubicBezTo>
                  <a:cubicBezTo>
                    <a:pt x="111578" y="0"/>
                    <a:pt x="119473" y="4242"/>
                    <a:pt x="119473" y="8484"/>
                  </a:cubicBezTo>
                  <a:cubicBezTo>
                    <a:pt x="119473" y="12727"/>
                    <a:pt x="115789" y="14848"/>
                    <a:pt x="111578" y="14848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3" name="Shape 4753"/>
            <p:cNvSpPr/>
            <p:nvPr/>
          </p:nvSpPr>
          <p:spPr>
            <a:xfrm>
              <a:off x="10119844" y="3306838"/>
              <a:ext cx="190450" cy="110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5113" y="115789"/>
                  </a:moveTo>
                  <a:lnTo>
                    <a:pt x="15113" y="115789"/>
                  </a:lnTo>
                  <a:cubicBezTo>
                    <a:pt x="59848" y="37368"/>
                    <a:pt x="59848" y="37368"/>
                    <a:pt x="59848" y="37368"/>
                  </a:cubicBezTo>
                  <a:cubicBezTo>
                    <a:pt x="107002" y="115789"/>
                    <a:pt x="107002" y="115789"/>
                    <a:pt x="107002" y="115789"/>
                  </a:cubicBezTo>
                  <a:cubicBezTo>
                    <a:pt x="107002" y="119473"/>
                    <a:pt x="109118" y="119473"/>
                    <a:pt x="111234" y="119473"/>
                  </a:cubicBezTo>
                  <a:cubicBezTo>
                    <a:pt x="117581" y="119473"/>
                    <a:pt x="119697" y="115789"/>
                    <a:pt x="119697" y="104210"/>
                  </a:cubicBezTo>
                  <a:cubicBezTo>
                    <a:pt x="119697" y="100526"/>
                    <a:pt x="119697" y="96842"/>
                    <a:pt x="117581" y="96842"/>
                  </a:cubicBezTo>
                  <a:cubicBezTo>
                    <a:pt x="66498" y="7894"/>
                    <a:pt x="66498" y="7894"/>
                    <a:pt x="66498" y="7894"/>
                  </a:cubicBezTo>
                  <a:cubicBezTo>
                    <a:pt x="64382" y="4210"/>
                    <a:pt x="61964" y="0"/>
                    <a:pt x="59848" y="0"/>
                  </a:cubicBezTo>
                  <a:cubicBezTo>
                    <a:pt x="57732" y="0"/>
                    <a:pt x="55617" y="4210"/>
                    <a:pt x="53501" y="7894"/>
                  </a:cubicBezTo>
                  <a:cubicBezTo>
                    <a:pt x="2418" y="96842"/>
                    <a:pt x="2418" y="96842"/>
                    <a:pt x="2418" y="96842"/>
                  </a:cubicBezTo>
                  <a:cubicBezTo>
                    <a:pt x="2418" y="96842"/>
                    <a:pt x="0" y="100526"/>
                    <a:pt x="0" y="104210"/>
                  </a:cubicBezTo>
                  <a:cubicBezTo>
                    <a:pt x="0" y="115789"/>
                    <a:pt x="4534" y="119473"/>
                    <a:pt x="8765" y="119473"/>
                  </a:cubicBezTo>
                  <a:cubicBezTo>
                    <a:pt x="12997" y="119473"/>
                    <a:pt x="15113" y="119473"/>
                    <a:pt x="15113" y="115789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4" name="Shape 4754"/>
            <p:cNvSpPr/>
            <p:nvPr/>
          </p:nvSpPr>
          <p:spPr>
            <a:xfrm>
              <a:off x="9616208" y="3306838"/>
              <a:ext cx="190450" cy="110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5113" y="7894"/>
                  </a:moveTo>
                  <a:lnTo>
                    <a:pt x="15113" y="7894"/>
                  </a:lnTo>
                  <a:cubicBezTo>
                    <a:pt x="59848" y="85789"/>
                    <a:pt x="59848" y="85789"/>
                    <a:pt x="59848" y="85789"/>
                  </a:cubicBezTo>
                  <a:cubicBezTo>
                    <a:pt x="104886" y="4210"/>
                    <a:pt x="104886" y="4210"/>
                    <a:pt x="104886" y="4210"/>
                  </a:cubicBezTo>
                  <a:cubicBezTo>
                    <a:pt x="107002" y="4210"/>
                    <a:pt x="109118" y="0"/>
                    <a:pt x="111234" y="0"/>
                  </a:cubicBezTo>
                  <a:cubicBezTo>
                    <a:pt x="115465" y="0"/>
                    <a:pt x="119697" y="7894"/>
                    <a:pt x="119697" y="15263"/>
                  </a:cubicBezTo>
                  <a:cubicBezTo>
                    <a:pt x="119697" y="18947"/>
                    <a:pt x="119697" y="22631"/>
                    <a:pt x="117581" y="26315"/>
                  </a:cubicBezTo>
                  <a:cubicBezTo>
                    <a:pt x="66498" y="115789"/>
                    <a:pt x="66498" y="115789"/>
                    <a:pt x="66498" y="115789"/>
                  </a:cubicBezTo>
                  <a:cubicBezTo>
                    <a:pt x="64080" y="119473"/>
                    <a:pt x="61964" y="119473"/>
                    <a:pt x="59848" y="119473"/>
                  </a:cubicBezTo>
                  <a:cubicBezTo>
                    <a:pt x="57732" y="119473"/>
                    <a:pt x="55617" y="119473"/>
                    <a:pt x="53501" y="115789"/>
                  </a:cubicBezTo>
                  <a:cubicBezTo>
                    <a:pt x="2115" y="26315"/>
                    <a:pt x="2115" y="26315"/>
                    <a:pt x="2115" y="26315"/>
                  </a:cubicBezTo>
                  <a:cubicBezTo>
                    <a:pt x="0" y="22631"/>
                    <a:pt x="0" y="18947"/>
                    <a:pt x="0" y="15263"/>
                  </a:cubicBezTo>
                  <a:cubicBezTo>
                    <a:pt x="0" y="7894"/>
                    <a:pt x="4534" y="0"/>
                    <a:pt x="8765" y="0"/>
                  </a:cubicBezTo>
                  <a:cubicBezTo>
                    <a:pt x="10881" y="0"/>
                    <a:pt x="12997" y="4210"/>
                    <a:pt x="15113" y="7894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5" name="Shape 4755"/>
            <p:cNvSpPr/>
            <p:nvPr/>
          </p:nvSpPr>
          <p:spPr>
            <a:xfrm>
              <a:off x="9127385" y="3287787"/>
              <a:ext cx="152361" cy="152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90" y="15799"/>
                  </a:moveTo>
                  <a:lnTo>
                    <a:pt x="116990" y="15799"/>
                  </a:lnTo>
                  <a:cubicBezTo>
                    <a:pt x="74482" y="58307"/>
                    <a:pt x="74482" y="58307"/>
                    <a:pt x="74482" y="58307"/>
                  </a:cubicBezTo>
                  <a:cubicBezTo>
                    <a:pt x="116990" y="101191"/>
                    <a:pt x="116990" y="101191"/>
                    <a:pt x="116990" y="101191"/>
                  </a:cubicBezTo>
                  <a:cubicBezTo>
                    <a:pt x="119623" y="103824"/>
                    <a:pt x="119623" y="106457"/>
                    <a:pt x="119623" y="109090"/>
                  </a:cubicBezTo>
                  <a:cubicBezTo>
                    <a:pt x="119623" y="114357"/>
                    <a:pt x="116990" y="119623"/>
                    <a:pt x="108714" y="119623"/>
                  </a:cubicBezTo>
                  <a:cubicBezTo>
                    <a:pt x="106081" y="119623"/>
                    <a:pt x="103448" y="119623"/>
                    <a:pt x="103448" y="116990"/>
                  </a:cubicBezTo>
                  <a:cubicBezTo>
                    <a:pt x="60940" y="74482"/>
                    <a:pt x="60940" y="74482"/>
                    <a:pt x="60940" y="74482"/>
                  </a:cubicBezTo>
                  <a:cubicBezTo>
                    <a:pt x="18432" y="116990"/>
                    <a:pt x="18432" y="116990"/>
                    <a:pt x="18432" y="116990"/>
                  </a:cubicBezTo>
                  <a:cubicBezTo>
                    <a:pt x="15799" y="119623"/>
                    <a:pt x="13166" y="119623"/>
                    <a:pt x="10532" y="119623"/>
                  </a:cubicBezTo>
                  <a:cubicBezTo>
                    <a:pt x="5266" y="119623"/>
                    <a:pt x="0" y="114357"/>
                    <a:pt x="0" y="109090"/>
                  </a:cubicBezTo>
                  <a:cubicBezTo>
                    <a:pt x="0" y="106457"/>
                    <a:pt x="0" y="103824"/>
                    <a:pt x="2633" y="101191"/>
                  </a:cubicBezTo>
                  <a:cubicBezTo>
                    <a:pt x="45141" y="58307"/>
                    <a:pt x="45141" y="58307"/>
                    <a:pt x="45141" y="58307"/>
                  </a:cubicBezTo>
                  <a:cubicBezTo>
                    <a:pt x="2633" y="15799"/>
                    <a:pt x="2633" y="15799"/>
                    <a:pt x="2633" y="15799"/>
                  </a:cubicBezTo>
                  <a:cubicBezTo>
                    <a:pt x="0" y="15799"/>
                    <a:pt x="0" y="13166"/>
                    <a:pt x="0" y="10532"/>
                  </a:cubicBezTo>
                  <a:cubicBezTo>
                    <a:pt x="0" y="2633"/>
                    <a:pt x="5266" y="0"/>
                    <a:pt x="10532" y="0"/>
                  </a:cubicBezTo>
                  <a:cubicBezTo>
                    <a:pt x="13166" y="0"/>
                    <a:pt x="15799" y="0"/>
                    <a:pt x="18432" y="2633"/>
                  </a:cubicBezTo>
                  <a:cubicBezTo>
                    <a:pt x="60940" y="45141"/>
                    <a:pt x="60940" y="45141"/>
                    <a:pt x="60940" y="45141"/>
                  </a:cubicBezTo>
                  <a:cubicBezTo>
                    <a:pt x="103448" y="2633"/>
                    <a:pt x="103448" y="2633"/>
                    <a:pt x="103448" y="2633"/>
                  </a:cubicBezTo>
                  <a:cubicBezTo>
                    <a:pt x="103448" y="0"/>
                    <a:pt x="106081" y="0"/>
                    <a:pt x="108714" y="0"/>
                  </a:cubicBezTo>
                  <a:cubicBezTo>
                    <a:pt x="116990" y="0"/>
                    <a:pt x="119623" y="2633"/>
                    <a:pt x="119623" y="10532"/>
                  </a:cubicBezTo>
                  <a:cubicBezTo>
                    <a:pt x="119623" y="13166"/>
                    <a:pt x="119623" y="15799"/>
                    <a:pt x="116990" y="15799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6" name="Shape 4756"/>
            <p:cNvSpPr/>
            <p:nvPr/>
          </p:nvSpPr>
          <p:spPr>
            <a:xfrm>
              <a:off x="8600473" y="3300487"/>
              <a:ext cx="190450" cy="12911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581" y="19111"/>
                  </a:moveTo>
                  <a:lnTo>
                    <a:pt x="117581" y="19111"/>
                  </a:lnTo>
                  <a:cubicBezTo>
                    <a:pt x="51385" y="116444"/>
                    <a:pt x="51385" y="116444"/>
                    <a:pt x="51385" y="116444"/>
                  </a:cubicBezTo>
                  <a:cubicBezTo>
                    <a:pt x="51385" y="119555"/>
                    <a:pt x="49269" y="119555"/>
                    <a:pt x="47153" y="119555"/>
                  </a:cubicBezTo>
                  <a:cubicBezTo>
                    <a:pt x="45037" y="119555"/>
                    <a:pt x="42619" y="119555"/>
                    <a:pt x="40503" y="116444"/>
                  </a:cubicBezTo>
                  <a:cubicBezTo>
                    <a:pt x="4231" y="63111"/>
                    <a:pt x="4231" y="63111"/>
                    <a:pt x="4231" y="63111"/>
                  </a:cubicBezTo>
                  <a:cubicBezTo>
                    <a:pt x="2115" y="60000"/>
                    <a:pt x="0" y="56444"/>
                    <a:pt x="0" y="53333"/>
                  </a:cubicBezTo>
                  <a:cubicBezTo>
                    <a:pt x="0" y="47111"/>
                    <a:pt x="4231" y="40888"/>
                    <a:pt x="8463" y="40888"/>
                  </a:cubicBezTo>
                  <a:cubicBezTo>
                    <a:pt x="10881" y="40888"/>
                    <a:pt x="12997" y="40888"/>
                    <a:pt x="15113" y="44000"/>
                  </a:cubicBezTo>
                  <a:cubicBezTo>
                    <a:pt x="47153" y="91111"/>
                    <a:pt x="47153" y="91111"/>
                    <a:pt x="47153" y="91111"/>
                  </a:cubicBezTo>
                  <a:cubicBezTo>
                    <a:pt x="107002" y="3111"/>
                    <a:pt x="107002" y="3111"/>
                    <a:pt x="107002" y="3111"/>
                  </a:cubicBezTo>
                  <a:cubicBezTo>
                    <a:pt x="107002" y="0"/>
                    <a:pt x="109118" y="0"/>
                    <a:pt x="111234" y="0"/>
                  </a:cubicBezTo>
                  <a:cubicBezTo>
                    <a:pt x="117581" y="0"/>
                    <a:pt x="119697" y="3111"/>
                    <a:pt x="119697" y="12888"/>
                  </a:cubicBezTo>
                  <a:cubicBezTo>
                    <a:pt x="119697" y="16000"/>
                    <a:pt x="119697" y="19111"/>
                    <a:pt x="117581" y="19111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7" name="Shape 4757"/>
            <p:cNvSpPr/>
            <p:nvPr/>
          </p:nvSpPr>
          <p:spPr>
            <a:xfrm>
              <a:off x="8086257" y="3347054"/>
              <a:ext cx="211611" cy="2751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072" y="117931"/>
                  </a:moveTo>
                  <a:lnTo>
                    <a:pt x="112072" y="117931"/>
                  </a:lnTo>
                  <a:cubicBezTo>
                    <a:pt x="67517" y="117931"/>
                    <a:pt x="67517" y="117931"/>
                    <a:pt x="67517" y="117931"/>
                  </a:cubicBezTo>
                  <a:cubicBezTo>
                    <a:pt x="52209" y="117931"/>
                    <a:pt x="52209" y="117931"/>
                    <a:pt x="52209" y="117931"/>
                  </a:cubicBezTo>
                  <a:cubicBezTo>
                    <a:pt x="7653" y="117931"/>
                    <a:pt x="7653" y="117931"/>
                    <a:pt x="7653" y="117931"/>
                  </a:cubicBezTo>
                  <a:cubicBezTo>
                    <a:pt x="3826" y="117931"/>
                    <a:pt x="0" y="103448"/>
                    <a:pt x="0" y="57931"/>
                  </a:cubicBezTo>
                  <a:cubicBezTo>
                    <a:pt x="0" y="28965"/>
                    <a:pt x="3826" y="0"/>
                    <a:pt x="7653" y="0"/>
                  </a:cubicBezTo>
                  <a:cubicBezTo>
                    <a:pt x="52209" y="0"/>
                    <a:pt x="52209" y="0"/>
                    <a:pt x="52209" y="0"/>
                  </a:cubicBezTo>
                  <a:cubicBezTo>
                    <a:pt x="67517" y="0"/>
                    <a:pt x="67517" y="0"/>
                    <a:pt x="67517" y="0"/>
                  </a:cubicBezTo>
                  <a:cubicBezTo>
                    <a:pt x="112072" y="0"/>
                    <a:pt x="112072" y="0"/>
                    <a:pt x="112072" y="0"/>
                  </a:cubicBezTo>
                  <a:cubicBezTo>
                    <a:pt x="115899" y="0"/>
                    <a:pt x="119726" y="28965"/>
                    <a:pt x="119726" y="57931"/>
                  </a:cubicBezTo>
                  <a:cubicBezTo>
                    <a:pt x="119726" y="103448"/>
                    <a:pt x="115899" y="117931"/>
                    <a:pt x="112072" y="117931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8" name="Shape 4758"/>
            <p:cNvSpPr/>
            <p:nvPr/>
          </p:nvSpPr>
          <p:spPr>
            <a:xfrm>
              <a:off x="7580506" y="3260271"/>
              <a:ext cx="207380" cy="2074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944" y="66666"/>
                  </a:moveTo>
                  <a:lnTo>
                    <a:pt x="111944" y="66666"/>
                  </a:lnTo>
                  <a:cubicBezTo>
                    <a:pt x="68611" y="66666"/>
                    <a:pt x="68611" y="66666"/>
                    <a:pt x="68611" y="66666"/>
                  </a:cubicBezTo>
                  <a:cubicBezTo>
                    <a:pt x="68611" y="111666"/>
                    <a:pt x="68611" y="111666"/>
                    <a:pt x="68611" y="111666"/>
                  </a:cubicBezTo>
                  <a:cubicBezTo>
                    <a:pt x="68611" y="115833"/>
                    <a:pt x="64722" y="119722"/>
                    <a:pt x="60833" y="119722"/>
                  </a:cubicBezTo>
                  <a:cubicBezTo>
                    <a:pt x="55000" y="119722"/>
                    <a:pt x="53055" y="115833"/>
                    <a:pt x="53055" y="111666"/>
                  </a:cubicBezTo>
                  <a:cubicBezTo>
                    <a:pt x="53055" y="66666"/>
                    <a:pt x="53055" y="66666"/>
                    <a:pt x="53055" y="66666"/>
                  </a:cubicBezTo>
                  <a:cubicBezTo>
                    <a:pt x="7777" y="66666"/>
                    <a:pt x="7777" y="66666"/>
                    <a:pt x="7777" y="66666"/>
                  </a:cubicBezTo>
                  <a:cubicBezTo>
                    <a:pt x="3888" y="66666"/>
                    <a:pt x="0" y="64722"/>
                    <a:pt x="0" y="58611"/>
                  </a:cubicBezTo>
                  <a:cubicBezTo>
                    <a:pt x="0" y="54722"/>
                    <a:pt x="3888" y="50833"/>
                    <a:pt x="7777" y="50833"/>
                  </a:cubicBezTo>
                  <a:cubicBezTo>
                    <a:pt x="53055" y="50833"/>
                    <a:pt x="53055" y="50833"/>
                    <a:pt x="53055" y="50833"/>
                  </a:cubicBezTo>
                  <a:cubicBezTo>
                    <a:pt x="53055" y="7777"/>
                    <a:pt x="53055" y="7777"/>
                    <a:pt x="53055" y="7777"/>
                  </a:cubicBezTo>
                  <a:cubicBezTo>
                    <a:pt x="53055" y="1944"/>
                    <a:pt x="55000" y="0"/>
                    <a:pt x="60833" y="0"/>
                  </a:cubicBezTo>
                  <a:cubicBezTo>
                    <a:pt x="64722" y="0"/>
                    <a:pt x="68611" y="1944"/>
                    <a:pt x="68611" y="7777"/>
                  </a:cubicBezTo>
                  <a:cubicBezTo>
                    <a:pt x="68611" y="50833"/>
                    <a:pt x="68611" y="50833"/>
                    <a:pt x="68611" y="50833"/>
                  </a:cubicBezTo>
                  <a:cubicBezTo>
                    <a:pt x="111944" y="50833"/>
                    <a:pt x="111944" y="50833"/>
                    <a:pt x="111944" y="50833"/>
                  </a:cubicBezTo>
                  <a:cubicBezTo>
                    <a:pt x="117777" y="50833"/>
                    <a:pt x="119722" y="54722"/>
                    <a:pt x="119722" y="58611"/>
                  </a:cubicBezTo>
                  <a:cubicBezTo>
                    <a:pt x="119722" y="64722"/>
                    <a:pt x="117777" y="66666"/>
                    <a:pt x="111944" y="66666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9" name="Shape 4759"/>
            <p:cNvSpPr/>
            <p:nvPr/>
          </p:nvSpPr>
          <p:spPr>
            <a:xfrm>
              <a:off x="9702969" y="4744411"/>
              <a:ext cx="107921" cy="2455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735" y="93176"/>
                  </a:moveTo>
                  <a:lnTo>
                    <a:pt x="59735" y="93176"/>
                  </a:lnTo>
                  <a:cubicBezTo>
                    <a:pt x="0" y="119764"/>
                    <a:pt x="0" y="119764"/>
                    <a:pt x="0" y="119764"/>
                  </a:cubicBezTo>
                  <a:cubicBezTo>
                    <a:pt x="0" y="86588"/>
                    <a:pt x="0" y="86588"/>
                    <a:pt x="0" y="86588"/>
                  </a:cubicBezTo>
                  <a:cubicBezTo>
                    <a:pt x="0" y="64941"/>
                    <a:pt x="0" y="64941"/>
                    <a:pt x="0" y="64941"/>
                  </a:cubicBezTo>
                  <a:cubicBezTo>
                    <a:pt x="0" y="40000"/>
                    <a:pt x="0" y="40000"/>
                    <a:pt x="0" y="40000"/>
                  </a:cubicBezTo>
                  <a:cubicBezTo>
                    <a:pt x="0" y="30117"/>
                    <a:pt x="0" y="30117"/>
                    <a:pt x="0" y="30117"/>
                  </a:cubicBezTo>
                  <a:cubicBezTo>
                    <a:pt x="0" y="6823"/>
                    <a:pt x="0" y="6823"/>
                    <a:pt x="0" y="6823"/>
                  </a:cubicBezTo>
                  <a:cubicBezTo>
                    <a:pt x="0" y="3529"/>
                    <a:pt x="7400" y="0"/>
                    <a:pt x="14801" y="0"/>
                  </a:cubicBezTo>
                  <a:cubicBezTo>
                    <a:pt x="104669" y="0"/>
                    <a:pt x="104669" y="0"/>
                    <a:pt x="104669" y="0"/>
                  </a:cubicBezTo>
                  <a:cubicBezTo>
                    <a:pt x="115770" y="0"/>
                    <a:pt x="119471" y="3529"/>
                    <a:pt x="119471" y="6823"/>
                  </a:cubicBezTo>
                  <a:cubicBezTo>
                    <a:pt x="119471" y="30117"/>
                    <a:pt x="119471" y="30117"/>
                    <a:pt x="119471" y="30117"/>
                  </a:cubicBezTo>
                  <a:cubicBezTo>
                    <a:pt x="119471" y="40000"/>
                    <a:pt x="119471" y="40000"/>
                    <a:pt x="119471" y="40000"/>
                  </a:cubicBezTo>
                  <a:cubicBezTo>
                    <a:pt x="119471" y="64941"/>
                    <a:pt x="119471" y="64941"/>
                    <a:pt x="119471" y="64941"/>
                  </a:cubicBezTo>
                  <a:cubicBezTo>
                    <a:pt x="119471" y="86588"/>
                    <a:pt x="119471" y="86588"/>
                    <a:pt x="119471" y="86588"/>
                  </a:cubicBezTo>
                  <a:cubicBezTo>
                    <a:pt x="119471" y="119764"/>
                    <a:pt x="119471" y="119764"/>
                    <a:pt x="119471" y="119764"/>
                  </a:cubicBezTo>
                  <a:lnTo>
                    <a:pt x="59735" y="93176"/>
                  </a:ln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0" name="Shape 4760"/>
            <p:cNvSpPr/>
            <p:nvPr/>
          </p:nvSpPr>
          <p:spPr>
            <a:xfrm>
              <a:off x="9104108" y="4744411"/>
              <a:ext cx="292024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665" y="96157"/>
                  </a:moveTo>
                  <a:lnTo>
                    <a:pt x="115665" y="96157"/>
                  </a:lnTo>
                  <a:cubicBezTo>
                    <a:pt x="62660" y="118423"/>
                    <a:pt x="62660" y="118423"/>
                    <a:pt x="62660" y="118423"/>
                  </a:cubicBezTo>
                  <a:cubicBezTo>
                    <a:pt x="61280" y="119802"/>
                    <a:pt x="61280" y="119802"/>
                    <a:pt x="59901" y="119802"/>
                  </a:cubicBezTo>
                  <a:cubicBezTo>
                    <a:pt x="58522" y="119802"/>
                    <a:pt x="58522" y="119802"/>
                    <a:pt x="57142" y="118423"/>
                  </a:cubicBezTo>
                  <a:cubicBezTo>
                    <a:pt x="4137" y="96157"/>
                    <a:pt x="4137" y="96157"/>
                    <a:pt x="4137" y="96157"/>
                  </a:cubicBezTo>
                  <a:cubicBezTo>
                    <a:pt x="1379" y="96157"/>
                    <a:pt x="0" y="93399"/>
                    <a:pt x="0" y="92019"/>
                  </a:cubicBezTo>
                  <a:cubicBezTo>
                    <a:pt x="0" y="5714"/>
                    <a:pt x="0" y="5714"/>
                    <a:pt x="0" y="5714"/>
                  </a:cubicBezTo>
                  <a:cubicBezTo>
                    <a:pt x="0" y="2955"/>
                    <a:pt x="2758" y="0"/>
                    <a:pt x="5517" y="0"/>
                  </a:cubicBezTo>
                  <a:cubicBezTo>
                    <a:pt x="6896" y="0"/>
                    <a:pt x="6896" y="0"/>
                    <a:pt x="8275" y="1576"/>
                  </a:cubicBezTo>
                  <a:cubicBezTo>
                    <a:pt x="59901" y="22463"/>
                    <a:pt x="59901" y="22463"/>
                    <a:pt x="59901" y="22463"/>
                  </a:cubicBezTo>
                  <a:cubicBezTo>
                    <a:pt x="111330" y="1576"/>
                    <a:pt x="111330" y="1576"/>
                    <a:pt x="111330" y="1576"/>
                  </a:cubicBezTo>
                  <a:cubicBezTo>
                    <a:pt x="112709" y="0"/>
                    <a:pt x="112709" y="0"/>
                    <a:pt x="114088" y="0"/>
                  </a:cubicBezTo>
                  <a:cubicBezTo>
                    <a:pt x="117044" y="0"/>
                    <a:pt x="119802" y="2955"/>
                    <a:pt x="119802" y="5714"/>
                  </a:cubicBezTo>
                  <a:cubicBezTo>
                    <a:pt x="119802" y="92019"/>
                    <a:pt x="119802" y="92019"/>
                    <a:pt x="119802" y="92019"/>
                  </a:cubicBezTo>
                  <a:cubicBezTo>
                    <a:pt x="119802" y="93399"/>
                    <a:pt x="118423" y="96157"/>
                    <a:pt x="115665" y="96157"/>
                  </a:cubicBezTo>
                  <a:close/>
                  <a:moveTo>
                    <a:pt x="54384" y="32118"/>
                  </a:moveTo>
                  <a:lnTo>
                    <a:pt x="54384" y="32118"/>
                  </a:lnTo>
                  <a:cubicBezTo>
                    <a:pt x="11034" y="13990"/>
                    <a:pt x="11034" y="13990"/>
                    <a:pt x="11034" y="13990"/>
                  </a:cubicBezTo>
                  <a:cubicBezTo>
                    <a:pt x="11034" y="87881"/>
                    <a:pt x="11034" y="87881"/>
                    <a:pt x="11034" y="87881"/>
                  </a:cubicBezTo>
                  <a:cubicBezTo>
                    <a:pt x="54384" y="106009"/>
                    <a:pt x="54384" y="106009"/>
                    <a:pt x="54384" y="106009"/>
                  </a:cubicBezTo>
                  <a:lnTo>
                    <a:pt x="54384" y="32118"/>
                  </a:lnTo>
                  <a:close/>
                  <a:moveTo>
                    <a:pt x="108571" y="13990"/>
                  </a:moveTo>
                  <a:lnTo>
                    <a:pt x="108571" y="13990"/>
                  </a:lnTo>
                  <a:cubicBezTo>
                    <a:pt x="65418" y="32118"/>
                    <a:pt x="65418" y="32118"/>
                    <a:pt x="65418" y="32118"/>
                  </a:cubicBezTo>
                  <a:cubicBezTo>
                    <a:pt x="65418" y="106009"/>
                    <a:pt x="65418" y="106009"/>
                    <a:pt x="65418" y="106009"/>
                  </a:cubicBezTo>
                  <a:cubicBezTo>
                    <a:pt x="108571" y="87881"/>
                    <a:pt x="108571" y="87881"/>
                    <a:pt x="108571" y="87881"/>
                  </a:cubicBezTo>
                  <a:lnTo>
                    <a:pt x="108571" y="13990"/>
                  </a:lnTo>
                  <a:close/>
                  <a:moveTo>
                    <a:pt x="73891" y="40591"/>
                  </a:moveTo>
                  <a:lnTo>
                    <a:pt x="73891" y="40591"/>
                  </a:lnTo>
                  <a:cubicBezTo>
                    <a:pt x="94581" y="30738"/>
                    <a:pt x="94581" y="30738"/>
                    <a:pt x="94581" y="30738"/>
                  </a:cubicBezTo>
                  <a:cubicBezTo>
                    <a:pt x="96157" y="30738"/>
                    <a:pt x="96157" y="30738"/>
                    <a:pt x="97536" y="30738"/>
                  </a:cubicBezTo>
                  <a:cubicBezTo>
                    <a:pt x="100295" y="30738"/>
                    <a:pt x="103054" y="32118"/>
                    <a:pt x="103054" y="36256"/>
                  </a:cubicBezTo>
                  <a:cubicBezTo>
                    <a:pt x="103054" y="37635"/>
                    <a:pt x="101674" y="40591"/>
                    <a:pt x="98916" y="40591"/>
                  </a:cubicBezTo>
                  <a:cubicBezTo>
                    <a:pt x="79408" y="50246"/>
                    <a:pt x="79408" y="50246"/>
                    <a:pt x="79408" y="50246"/>
                  </a:cubicBezTo>
                  <a:cubicBezTo>
                    <a:pt x="78029" y="50246"/>
                    <a:pt x="78029" y="50246"/>
                    <a:pt x="76650" y="50246"/>
                  </a:cubicBezTo>
                  <a:cubicBezTo>
                    <a:pt x="73891" y="50246"/>
                    <a:pt x="70935" y="48866"/>
                    <a:pt x="70935" y="44729"/>
                  </a:cubicBezTo>
                  <a:cubicBezTo>
                    <a:pt x="70935" y="43349"/>
                    <a:pt x="72315" y="40591"/>
                    <a:pt x="73891" y="40591"/>
                  </a:cubicBezTo>
                  <a:close/>
                  <a:moveTo>
                    <a:pt x="73891" y="59901"/>
                  </a:moveTo>
                  <a:lnTo>
                    <a:pt x="73891" y="59901"/>
                  </a:lnTo>
                  <a:cubicBezTo>
                    <a:pt x="94581" y="51625"/>
                    <a:pt x="94581" y="51625"/>
                    <a:pt x="94581" y="51625"/>
                  </a:cubicBezTo>
                  <a:cubicBezTo>
                    <a:pt x="96157" y="50246"/>
                    <a:pt x="96157" y="50246"/>
                    <a:pt x="97536" y="50246"/>
                  </a:cubicBezTo>
                  <a:cubicBezTo>
                    <a:pt x="100295" y="50246"/>
                    <a:pt x="103054" y="53004"/>
                    <a:pt x="103054" y="55763"/>
                  </a:cubicBezTo>
                  <a:cubicBezTo>
                    <a:pt x="103054" y="58522"/>
                    <a:pt x="101674" y="59901"/>
                    <a:pt x="98916" y="61280"/>
                  </a:cubicBezTo>
                  <a:cubicBezTo>
                    <a:pt x="79408" y="71133"/>
                    <a:pt x="79408" y="71133"/>
                    <a:pt x="79408" y="71133"/>
                  </a:cubicBezTo>
                  <a:cubicBezTo>
                    <a:pt x="78029" y="71133"/>
                    <a:pt x="78029" y="71133"/>
                    <a:pt x="76650" y="71133"/>
                  </a:cubicBezTo>
                  <a:cubicBezTo>
                    <a:pt x="73891" y="71133"/>
                    <a:pt x="70935" y="68374"/>
                    <a:pt x="70935" y="65615"/>
                  </a:cubicBezTo>
                  <a:cubicBezTo>
                    <a:pt x="70935" y="62857"/>
                    <a:pt x="72315" y="61280"/>
                    <a:pt x="73891" y="59901"/>
                  </a:cubicBezTo>
                  <a:close/>
                  <a:moveTo>
                    <a:pt x="73891" y="80788"/>
                  </a:moveTo>
                  <a:lnTo>
                    <a:pt x="73891" y="80788"/>
                  </a:lnTo>
                  <a:cubicBezTo>
                    <a:pt x="94581" y="71133"/>
                    <a:pt x="94581" y="71133"/>
                    <a:pt x="94581" y="71133"/>
                  </a:cubicBezTo>
                  <a:cubicBezTo>
                    <a:pt x="96157" y="71133"/>
                    <a:pt x="96157" y="71133"/>
                    <a:pt x="97536" y="71133"/>
                  </a:cubicBezTo>
                  <a:cubicBezTo>
                    <a:pt x="100295" y="71133"/>
                    <a:pt x="103054" y="73891"/>
                    <a:pt x="103054" y="76650"/>
                  </a:cubicBezTo>
                  <a:cubicBezTo>
                    <a:pt x="103054" y="79408"/>
                    <a:pt x="101674" y="80788"/>
                    <a:pt x="98916" y="82167"/>
                  </a:cubicBezTo>
                  <a:cubicBezTo>
                    <a:pt x="79408" y="90640"/>
                    <a:pt x="79408" y="90640"/>
                    <a:pt x="79408" y="90640"/>
                  </a:cubicBezTo>
                  <a:cubicBezTo>
                    <a:pt x="78029" y="92019"/>
                    <a:pt x="78029" y="92019"/>
                    <a:pt x="76650" y="92019"/>
                  </a:cubicBezTo>
                  <a:cubicBezTo>
                    <a:pt x="73891" y="92019"/>
                    <a:pt x="70935" y="89261"/>
                    <a:pt x="70935" y="86502"/>
                  </a:cubicBezTo>
                  <a:cubicBezTo>
                    <a:pt x="70935" y="83743"/>
                    <a:pt x="72315" y="82167"/>
                    <a:pt x="73891" y="80788"/>
                  </a:cubicBezTo>
                  <a:close/>
                  <a:moveTo>
                    <a:pt x="22266" y="30738"/>
                  </a:moveTo>
                  <a:lnTo>
                    <a:pt x="22266" y="30738"/>
                  </a:lnTo>
                  <a:cubicBezTo>
                    <a:pt x="23645" y="30738"/>
                    <a:pt x="23645" y="30738"/>
                    <a:pt x="25024" y="30738"/>
                  </a:cubicBezTo>
                  <a:cubicBezTo>
                    <a:pt x="45911" y="40591"/>
                    <a:pt x="45911" y="40591"/>
                    <a:pt x="45911" y="40591"/>
                  </a:cubicBezTo>
                  <a:cubicBezTo>
                    <a:pt x="47290" y="40591"/>
                    <a:pt x="48669" y="43349"/>
                    <a:pt x="48669" y="44729"/>
                  </a:cubicBezTo>
                  <a:cubicBezTo>
                    <a:pt x="48669" y="48866"/>
                    <a:pt x="45911" y="50246"/>
                    <a:pt x="43152" y="50246"/>
                  </a:cubicBezTo>
                  <a:cubicBezTo>
                    <a:pt x="41773" y="50246"/>
                    <a:pt x="41773" y="50246"/>
                    <a:pt x="40394" y="50246"/>
                  </a:cubicBezTo>
                  <a:cubicBezTo>
                    <a:pt x="20886" y="40591"/>
                    <a:pt x="20886" y="40591"/>
                    <a:pt x="20886" y="40591"/>
                  </a:cubicBezTo>
                  <a:cubicBezTo>
                    <a:pt x="18128" y="40591"/>
                    <a:pt x="16748" y="37635"/>
                    <a:pt x="16748" y="36256"/>
                  </a:cubicBezTo>
                  <a:cubicBezTo>
                    <a:pt x="16748" y="32118"/>
                    <a:pt x="19507" y="30738"/>
                    <a:pt x="22266" y="30738"/>
                  </a:cubicBezTo>
                  <a:close/>
                  <a:moveTo>
                    <a:pt x="22266" y="50246"/>
                  </a:moveTo>
                  <a:lnTo>
                    <a:pt x="22266" y="50246"/>
                  </a:lnTo>
                  <a:cubicBezTo>
                    <a:pt x="23645" y="50246"/>
                    <a:pt x="23645" y="50246"/>
                    <a:pt x="25024" y="51625"/>
                  </a:cubicBezTo>
                  <a:cubicBezTo>
                    <a:pt x="45911" y="59901"/>
                    <a:pt x="45911" y="59901"/>
                    <a:pt x="45911" y="59901"/>
                  </a:cubicBezTo>
                  <a:cubicBezTo>
                    <a:pt x="47290" y="61280"/>
                    <a:pt x="48669" y="62857"/>
                    <a:pt x="48669" y="65615"/>
                  </a:cubicBezTo>
                  <a:cubicBezTo>
                    <a:pt x="48669" y="68374"/>
                    <a:pt x="45911" y="71133"/>
                    <a:pt x="43152" y="71133"/>
                  </a:cubicBezTo>
                  <a:cubicBezTo>
                    <a:pt x="41773" y="71133"/>
                    <a:pt x="41773" y="71133"/>
                    <a:pt x="40394" y="71133"/>
                  </a:cubicBezTo>
                  <a:cubicBezTo>
                    <a:pt x="20886" y="61280"/>
                    <a:pt x="20886" y="61280"/>
                    <a:pt x="20886" y="61280"/>
                  </a:cubicBezTo>
                  <a:cubicBezTo>
                    <a:pt x="18128" y="59901"/>
                    <a:pt x="16748" y="58522"/>
                    <a:pt x="16748" y="55763"/>
                  </a:cubicBezTo>
                  <a:cubicBezTo>
                    <a:pt x="16748" y="53004"/>
                    <a:pt x="19507" y="50246"/>
                    <a:pt x="22266" y="50246"/>
                  </a:cubicBezTo>
                  <a:close/>
                  <a:moveTo>
                    <a:pt x="22266" y="71133"/>
                  </a:moveTo>
                  <a:lnTo>
                    <a:pt x="22266" y="71133"/>
                  </a:lnTo>
                  <a:cubicBezTo>
                    <a:pt x="23645" y="71133"/>
                    <a:pt x="23645" y="71133"/>
                    <a:pt x="25024" y="71133"/>
                  </a:cubicBezTo>
                  <a:cubicBezTo>
                    <a:pt x="45911" y="80788"/>
                    <a:pt x="45911" y="80788"/>
                    <a:pt x="45911" y="80788"/>
                  </a:cubicBezTo>
                  <a:cubicBezTo>
                    <a:pt x="47290" y="82167"/>
                    <a:pt x="48669" y="83743"/>
                    <a:pt x="48669" y="86502"/>
                  </a:cubicBezTo>
                  <a:cubicBezTo>
                    <a:pt x="48669" y="89261"/>
                    <a:pt x="45911" y="92019"/>
                    <a:pt x="43152" y="92019"/>
                  </a:cubicBezTo>
                  <a:cubicBezTo>
                    <a:pt x="41773" y="92019"/>
                    <a:pt x="41773" y="92019"/>
                    <a:pt x="40394" y="90640"/>
                  </a:cubicBezTo>
                  <a:cubicBezTo>
                    <a:pt x="20886" y="82167"/>
                    <a:pt x="20886" y="82167"/>
                    <a:pt x="20886" y="82167"/>
                  </a:cubicBezTo>
                  <a:cubicBezTo>
                    <a:pt x="18128" y="80788"/>
                    <a:pt x="16748" y="79408"/>
                    <a:pt x="16748" y="76650"/>
                  </a:cubicBezTo>
                  <a:cubicBezTo>
                    <a:pt x="16748" y="73891"/>
                    <a:pt x="19507" y="71133"/>
                    <a:pt x="22266" y="711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1" name="Shape 4761"/>
            <p:cNvSpPr/>
            <p:nvPr/>
          </p:nvSpPr>
          <p:spPr>
            <a:xfrm>
              <a:off x="8600473" y="4744411"/>
              <a:ext cx="289909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810" y="96157"/>
                  </a:moveTo>
                  <a:lnTo>
                    <a:pt x="116810" y="96157"/>
                  </a:lnTo>
                  <a:cubicBezTo>
                    <a:pt x="61993" y="118423"/>
                    <a:pt x="61993" y="118423"/>
                    <a:pt x="61993" y="118423"/>
                  </a:cubicBezTo>
                  <a:cubicBezTo>
                    <a:pt x="61993" y="119802"/>
                    <a:pt x="60598" y="119802"/>
                    <a:pt x="60598" y="119802"/>
                  </a:cubicBezTo>
                  <a:cubicBezTo>
                    <a:pt x="59202" y="119802"/>
                    <a:pt x="59202" y="119802"/>
                    <a:pt x="57807" y="118423"/>
                  </a:cubicBezTo>
                  <a:cubicBezTo>
                    <a:pt x="2790" y="96157"/>
                    <a:pt x="2790" y="96157"/>
                    <a:pt x="2790" y="96157"/>
                  </a:cubicBezTo>
                  <a:cubicBezTo>
                    <a:pt x="1395" y="96157"/>
                    <a:pt x="0" y="93399"/>
                    <a:pt x="0" y="92019"/>
                  </a:cubicBezTo>
                  <a:cubicBezTo>
                    <a:pt x="0" y="5714"/>
                    <a:pt x="0" y="5714"/>
                    <a:pt x="0" y="5714"/>
                  </a:cubicBezTo>
                  <a:cubicBezTo>
                    <a:pt x="0" y="2955"/>
                    <a:pt x="2790" y="0"/>
                    <a:pt x="5581" y="0"/>
                  </a:cubicBezTo>
                  <a:cubicBezTo>
                    <a:pt x="6976" y="0"/>
                    <a:pt x="6976" y="0"/>
                    <a:pt x="8372" y="1576"/>
                  </a:cubicBezTo>
                  <a:cubicBezTo>
                    <a:pt x="60598" y="22463"/>
                    <a:pt x="60598" y="22463"/>
                    <a:pt x="60598" y="22463"/>
                  </a:cubicBezTo>
                  <a:cubicBezTo>
                    <a:pt x="112624" y="1576"/>
                    <a:pt x="112624" y="1576"/>
                    <a:pt x="112624" y="1576"/>
                  </a:cubicBezTo>
                  <a:cubicBezTo>
                    <a:pt x="112624" y="0"/>
                    <a:pt x="114019" y="0"/>
                    <a:pt x="114019" y="0"/>
                  </a:cubicBezTo>
                  <a:cubicBezTo>
                    <a:pt x="118405" y="0"/>
                    <a:pt x="119800" y="2955"/>
                    <a:pt x="119800" y="5714"/>
                  </a:cubicBezTo>
                  <a:cubicBezTo>
                    <a:pt x="119800" y="92019"/>
                    <a:pt x="119800" y="92019"/>
                    <a:pt x="119800" y="92019"/>
                  </a:cubicBezTo>
                  <a:cubicBezTo>
                    <a:pt x="119800" y="93399"/>
                    <a:pt x="118405" y="96157"/>
                    <a:pt x="116810" y="96157"/>
                  </a:cubicBezTo>
                  <a:close/>
                  <a:moveTo>
                    <a:pt x="55016" y="106009"/>
                  </a:moveTo>
                  <a:lnTo>
                    <a:pt x="55016" y="106009"/>
                  </a:lnTo>
                  <a:cubicBezTo>
                    <a:pt x="55016" y="32118"/>
                    <a:pt x="55016" y="32118"/>
                    <a:pt x="55016" y="32118"/>
                  </a:cubicBezTo>
                  <a:cubicBezTo>
                    <a:pt x="11162" y="13990"/>
                    <a:pt x="11162" y="13990"/>
                    <a:pt x="11162" y="13990"/>
                  </a:cubicBezTo>
                  <a:cubicBezTo>
                    <a:pt x="11162" y="87881"/>
                    <a:pt x="11162" y="87881"/>
                    <a:pt x="11162" y="87881"/>
                  </a:cubicBezTo>
                  <a:lnTo>
                    <a:pt x="55016" y="106009"/>
                  </a:lnTo>
                  <a:close/>
                  <a:moveTo>
                    <a:pt x="108438" y="13990"/>
                  </a:moveTo>
                  <a:lnTo>
                    <a:pt x="108438" y="13990"/>
                  </a:lnTo>
                  <a:cubicBezTo>
                    <a:pt x="66179" y="32118"/>
                    <a:pt x="66179" y="32118"/>
                    <a:pt x="66179" y="32118"/>
                  </a:cubicBezTo>
                  <a:cubicBezTo>
                    <a:pt x="66179" y="106009"/>
                    <a:pt x="66179" y="106009"/>
                    <a:pt x="66179" y="106009"/>
                  </a:cubicBezTo>
                  <a:cubicBezTo>
                    <a:pt x="108438" y="87881"/>
                    <a:pt x="108438" y="87881"/>
                    <a:pt x="108438" y="87881"/>
                  </a:cubicBezTo>
                  <a:lnTo>
                    <a:pt x="108438" y="1399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2" name="Shape 4762"/>
            <p:cNvSpPr/>
            <p:nvPr/>
          </p:nvSpPr>
          <p:spPr>
            <a:xfrm>
              <a:off x="8124348" y="4759227"/>
              <a:ext cx="228541" cy="2645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673" y="119782"/>
                  </a:moveTo>
                  <a:lnTo>
                    <a:pt x="112673" y="119782"/>
                  </a:lnTo>
                  <a:cubicBezTo>
                    <a:pt x="105347" y="119782"/>
                    <a:pt x="105347" y="119782"/>
                    <a:pt x="105347" y="119782"/>
                  </a:cubicBezTo>
                  <a:cubicBezTo>
                    <a:pt x="105347" y="0"/>
                    <a:pt x="105347" y="0"/>
                    <a:pt x="105347" y="0"/>
                  </a:cubicBezTo>
                  <a:cubicBezTo>
                    <a:pt x="112673" y="0"/>
                    <a:pt x="112673" y="0"/>
                    <a:pt x="112673" y="0"/>
                  </a:cubicBezTo>
                  <a:cubicBezTo>
                    <a:pt x="116210" y="0"/>
                    <a:pt x="119747" y="3043"/>
                    <a:pt x="119747" y="6086"/>
                  </a:cubicBezTo>
                  <a:cubicBezTo>
                    <a:pt x="119747" y="113695"/>
                    <a:pt x="119747" y="113695"/>
                    <a:pt x="119747" y="113695"/>
                  </a:cubicBezTo>
                  <a:cubicBezTo>
                    <a:pt x="119747" y="116739"/>
                    <a:pt x="116210" y="119782"/>
                    <a:pt x="112673" y="119782"/>
                  </a:cubicBezTo>
                  <a:close/>
                  <a:moveTo>
                    <a:pt x="14400" y="113695"/>
                  </a:moveTo>
                  <a:lnTo>
                    <a:pt x="14400" y="113695"/>
                  </a:lnTo>
                  <a:cubicBezTo>
                    <a:pt x="14400" y="107608"/>
                    <a:pt x="14400" y="107608"/>
                    <a:pt x="14400" y="107608"/>
                  </a:cubicBezTo>
                  <a:cubicBezTo>
                    <a:pt x="26778" y="107608"/>
                    <a:pt x="26778" y="107608"/>
                    <a:pt x="26778" y="107608"/>
                  </a:cubicBezTo>
                  <a:cubicBezTo>
                    <a:pt x="34105" y="107608"/>
                    <a:pt x="41178" y="101304"/>
                    <a:pt x="41178" y="95217"/>
                  </a:cubicBezTo>
                  <a:cubicBezTo>
                    <a:pt x="41178" y="87608"/>
                    <a:pt x="34105" y="82826"/>
                    <a:pt x="26778" y="82826"/>
                  </a:cubicBezTo>
                  <a:cubicBezTo>
                    <a:pt x="14400" y="82826"/>
                    <a:pt x="14400" y="82826"/>
                    <a:pt x="14400" y="82826"/>
                  </a:cubicBezTo>
                  <a:cubicBezTo>
                    <a:pt x="14400" y="72173"/>
                    <a:pt x="14400" y="72173"/>
                    <a:pt x="14400" y="72173"/>
                  </a:cubicBezTo>
                  <a:cubicBezTo>
                    <a:pt x="26778" y="72173"/>
                    <a:pt x="26778" y="72173"/>
                    <a:pt x="26778" y="72173"/>
                  </a:cubicBezTo>
                  <a:cubicBezTo>
                    <a:pt x="34105" y="72173"/>
                    <a:pt x="41178" y="66086"/>
                    <a:pt x="41178" y="59782"/>
                  </a:cubicBezTo>
                  <a:cubicBezTo>
                    <a:pt x="41178" y="53695"/>
                    <a:pt x="34105" y="47608"/>
                    <a:pt x="26778" y="47608"/>
                  </a:cubicBezTo>
                  <a:cubicBezTo>
                    <a:pt x="14400" y="47608"/>
                    <a:pt x="14400" y="47608"/>
                    <a:pt x="14400" y="47608"/>
                  </a:cubicBezTo>
                  <a:cubicBezTo>
                    <a:pt x="14400" y="36739"/>
                    <a:pt x="14400" y="36739"/>
                    <a:pt x="14400" y="36739"/>
                  </a:cubicBezTo>
                  <a:cubicBezTo>
                    <a:pt x="26778" y="36739"/>
                    <a:pt x="26778" y="36739"/>
                    <a:pt x="26778" y="36739"/>
                  </a:cubicBezTo>
                  <a:cubicBezTo>
                    <a:pt x="34105" y="36739"/>
                    <a:pt x="41178" y="32173"/>
                    <a:pt x="41178" y="24565"/>
                  </a:cubicBezTo>
                  <a:cubicBezTo>
                    <a:pt x="41178" y="18478"/>
                    <a:pt x="34105" y="12173"/>
                    <a:pt x="26778" y="12173"/>
                  </a:cubicBezTo>
                  <a:cubicBezTo>
                    <a:pt x="14400" y="12173"/>
                    <a:pt x="14400" y="12173"/>
                    <a:pt x="14400" y="12173"/>
                  </a:cubicBezTo>
                  <a:cubicBezTo>
                    <a:pt x="14400" y="6086"/>
                    <a:pt x="14400" y="6086"/>
                    <a:pt x="14400" y="6086"/>
                  </a:cubicBezTo>
                  <a:cubicBezTo>
                    <a:pt x="14400" y="3043"/>
                    <a:pt x="17936" y="0"/>
                    <a:pt x="21473" y="0"/>
                  </a:cubicBezTo>
                  <a:cubicBezTo>
                    <a:pt x="98273" y="0"/>
                    <a:pt x="98273" y="0"/>
                    <a:pt x="98273" y="0"/>
                  </a:cubicBezTo>
                  <a:cubicBezTo>
                    <a:pt x="98273" y="119782"/>
                    <a:pt x="98273" y="119782"/>
                    <a:pt x="98273" y="119782"/>
                  </a:cubicBezTo>
                  <a:cubicBezTo>
                    <a:pt x="21473" y="119782"/>
                    <a:pt x="21473" y="119782"/>
                    <a:pt x="21473" y="119782"/>
                  </a:cubicBezTo>
                  <a:cubicBezTo>
                    <a:pt x="17936" y="119782"/>
                    <a:pt x="14400" y="116739"/>
                    <a:pt x="14400" y="113695"/>
                  </a:cubicBezTo>
                  <a:close/>
                  <a:moveTo>
                    <a:pt x="34105" y="24565"/>
                  </a:moveTo>
                  <a:lnTo>
                    <a:pt x="34105" y="24565"/>
                  </a:lnTo>
                  <a:cubicBezTo>
                    <a:pt x="34105" y="29130"/>
                    <a:pt x="30315" y="30652"/>
                    <a:pt x="26778" y="30652"/>
                  </a:cubicBezTo>
                  <a:cubicBezTo>
                    <a:pt x="7326" y="30652"/>
                    <a:pt x="7326" y="30652"/>
                    <a:pt x="7326" y="30652"/>
                  </a:cubicBezTo>
                  <a:cubicBezTo>
                    <a:pt x="3789" y="30652"/>
                    <a:pt x="0" y="29130"/>
                    <a:pt x="0" y="24565"/>
                  </a:cubicBezTo>
                  <a:cubicBezTo>
                    <a:pt x="0" y="21521"/>
                    <a:pt x="3789" y="18478"/>
                    <a:pt x="7326" y="18478"/>
                  </a:cubicBezTo>
                  <a:cubicBezTo>
                    <a:pt x="26778" y="18478"/>
                    <a:pt x="26778" y="18478"/>
                    <a:pt x="26778" y="18478"/>
                  </a:cubicBezTo>
                  <a:cubicBezTo>
                    <a:pt x="30315" y="18478"/>
                    <a:pt x="34105" y="21521"/>
                    <a:pt x="34105" y="24565"/>
                  </a:cubicBezTo>
                  <a:close/>
                  <a:moveTo>
                    <a:pt x="7326" y="53695"/>
                  </a:moveTo>
                  <a:lnTo>
                    <a:pt x="7326" y="53695"/>
                  </a:lnTo>
                  <a:cubicBezTo>
                    <a:pt x="26778" y="53695"/>
                    <a:pt x="26778" y="53695"/>
                    <a:pt x="26778" y="53695"/>
                  </a:cubicBezTo>
                  <a:cubicBezTo>
                    <a:pt x="30315" y="53695"/>
                    <a:pt x="34105" y="56739"/>
                    <a:pt x="34105" y="59782"/>
                  </a:cubicBezTo>
                  <a:cubicBezTo>
                    <a:pt x="34105" y="63043"/>
                    <a:pt x="30315" y="66086"/>
                    <a:pt x="26778" y="66086"/>
                  </a:cubicBezTo>
                  <a:cubicBezTo>
                    <a:pt x="7326" y="66086"/>
                    <a:pt x="7326" y="66086"/>
                    <a:pt x="7326" y="66086"/>
                  </a:cubicBezTo>
                  <a:cubicBezTo>
                    <a:pt x="3789" y="66086"/>
                    <a:pt x="0" y="63043"/>
                    <a:pt x="0" y="59782"/>
                  </a:cubicBezTo>
                  <a:cubicBezTo>
                    <a:pt x="0" y="56739"/>
                    <a:pt x="3789" y="53695"/>
                    <a:pt x="7326" y="53695"/>
                  </a:cubicBezTo>
                  <a:close/>
                  <a:moveTo>
                    <a:pt x="7326" y="89130"/>
                  </a:moveTo>
                  <a:lnTo>
                    <a:pt x="7326" y="89130"/>
                  </a:lnTo>
                  <a:cubicBezTo>
                    <a:pt x="26778" y="89130"/>
                    <a:pt x="26778" y="89130"/>
                    <a:pt x="26778" y="89130"/>
                  </a:cubicBezTo>
                  <a:cubicBezTo>
                    <a:pt x="30315" y="89130"/>
                    <a:pt x="34105" y="90652"/>
                    <a:pt x="34105" y="95217"/>
                  </a:cubicBezTo>
                  <a:cubicBezTo>
                    <a:pt x="34105" y="98260"/>
                    <a:pt x="30315" y="101304"/>
                    <a:pt x="26778" y="101304"/>
                  </a:cubicBezTo>
                  <a:cubicBezTo>
                    <a:pt x="7326" y="101304"/>
                    <a:pt x="7326" y="101304"/>
                    <a:pt x="7326" y="101304"/>
                  </a:cubicBezTo>
                  <a:cubicBezTo>
                    <a:pt x="3789" y="101304"/>
                    <a:pt x="0" y="98260"/>
                    <a:pt x="0" y="95217"/>
                  </a:cubicBezTo>
                  <a:cubicBezTo>
                    <a:pt x="0" y="90652"/>
                    <a:pt x="3789" y="89130"/>
                    <a:pt x="7326" y="891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3" name="Shape 4763"/>
            <p:cNvSpPr/>
            <p:nvPr/>
          </p:nvSpPr>
          <p:spPr>
            <a:xfrm>
              <a:off x="7633409" y="4754994"/>
              <a:ext cx="243353" cy="28151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163" y="92402"/>
                  </a:moveTo>
                  <a:lnTo>
                    <a:pt x="113163" y="92402"/>
                  </a:lnTo>
                  <a:cubicBezTo>
                    <a:pt x="111512" y="92402"/>
                    <a:pt x="109862" y="92402"/>
                    <a:pt x="108212" y="90971"/>
                  </a:cubicBezTo>
                  <a:cubicBezTo>
                    <a:pt x="103261" y="86678"/>
                    <a:pt x="103261" y="86678"/>
                    <a:pt x="103261" y="86678"/>
                  </a:cubicBezTo>
                  <a:cubicBezTo>
                    <a:pt x="103261" y="114071"/>
                    <a:pt x="103261" y="114071"/>
                    <a:pt x="103261" y="114071"/>
                  </a:cubicBezTo>
                  <a:cubicBezTo>
                    <a:pt x="103261" y="116933"/>
                    <a:pt x="101611" y="119795"/>
                    <a:pt x="96424" y="119795"/>
                  </a:cubicBezTo>
                  <a:cubicBezTo>
                    <a:pt x="93123" y="119795"/>
                    <a:pt x="89823" y="116933"/>
                    <a:pt x="89823" y="114071"/>
                  </a:cubicBezTo>
                  <a:cubicBezTo>
                    <a:pt x="89823" y="86678"/>
                    <a:pt x="89823" y="86678"/>
                    <a:pt x="89823" y="86678"/>
                  </a:cubicBezTo>
                  <a:cubicBezTo>
                    <a:pt x="86522" y="90971"/>
                    <a:pt x="86522" y="90971"/>
                    <a:pt x="86522" y="90971"/>
                  </a:cubicBezTo>
                  <a:cubicBezTo>
                    <a:pt x="84872" y="92402"/>
                    <a:pt x="83222" y="92402"/>
                    <a:pt x="81571" y="92402"/>
                  </a:cubicBezTo>
                  <a:cubicBezTo>
                    <a:pt x="78271" y="92402"/>
                    <a:pt x="74970" y="89540"/>
                    <a:pt x="74970" y="86678"/>
                  </a:cubicBezTo>
                  <a:cubicBezTo>
                    <a:pt x="74970" y="85247"/>
                    <a:pt x="74970" y="83816"/>
                    <a:pt x="76620" y="82385"/>
                  </a:cubicBezTo>
                  <a:cubicBezTo>
                    <a:pt x="93123" y="69301"/>
                    <a:pt x="93123" y="69301"/>
                    <a:pt x="93123" y="69301"/>
                  </a:cubicBezTo>
                  <a:cubicBezTo>
                    <a:pt x="93123" y="67870"/>
                    <a:pt x="94774" y="67870"/>
                    <a:pt x="96424" y="67870"/>
                  </a:cubicBezTo>
                  <a:cubicBezTo>
                    <a:pt x="98310" y="67870"/>
                    <a:pt x="99960" y="67870"/>
                    <a:pt x="101611" y="69301"/>
                  </a:cubicBezTo>
                  <a:cubicBezTo>
                    <a:pt x="116463" y="82385"/>
                    <a:pt x="116463" y="82385"/>
                    <a:pt x="116463" y="82385"/>
                  </a:cubicBezTo>
                  <a:cubicBezTo>
                    <a:pt x="118113" y="83816"/>
                    <a:pt x="119764" y="85247"/>
                    <a:pt x="119764" y="86678"/>
                  </a:cubicBezTo>
                  <a:cubicBezTo>
                    <a:pt x="119764" y="89540"/>
                    <a:pt x="116463" y="92402"/>
                    <a:pt x="113163" y="92402"/>
                  </a:cubicBezTo>
                  <a:close/>
                  <a:moveTo>
                    <a:pt x="71669" y="77887"/>
                  </a:moveTo>
                  <a:lnTo>
                    <a:pt x="71669" y="77887"/>
                  </a:lnTo>
                  <a:cubicBezTo>
                    <a:pt x="69783" y="80749"/>
                    <a:pt x="68133" y="83816"/>
                    <a:pt x="68133" y="86678"/>
                  </a:cubicBezTo>
                  <a:cubicBezTo>
                    <a:pt x="68133" y="92402"/>
                    <a:pt x="74970" y="98126"/>
                    <a:pt x="81571" y="98126"/>
                  </a:cubicBezTo>
                  <a:lnTo>
                    <a:pt x="83222" y="98126"/>
                  </a:lnTo>
                  <a:cubicBezTo>
                    <a:pt x="83222" y="111209"/>
                    <a:pt x="83222" y="111209"/>
                    <a:pt x="83222" y="111209"/>
                  </a:cubicBezTo>
                  <a:cubicBezTo>
                    <a:pt x="6601" y="111209"/>
                    <a:pt x="6601" y="111209"/>
                    <a:pt x="6601" y="111209"/>
                  </a:cubicBezTo>
                  <a:cubicBezTo>
                    <a:pt x="1650" y="111209"/>
                    <a:pt x="0" y="109778"/>
                    <a:pt x="0" y="105485"/>
                  </a:cubicBezTo>
                  <a:cubicBezTo>
                    <a:pt x="0" y="5724"/>
                    <a:pt x="0" y="5724"/>
                    <a:pt x="0" y="5724"/>
                  </a:cubicBezTo>
                  <a:cubicBezTo>
                    <a:pt x="0" y="2862"/>
                    <a:pt x="1650" y="0"/>
                    <a:pt x="6601" y="0"/>
                  </a:cubicBezTo>
                  <a:cubicBezTo>
                    <a:pt x="21453" y="0"/>
                    <a:pt x="21453" y="0"/>
                    <a:pt x="21453" y="0"/>
                  </a:cubicBezTo>
                  <a:cubicBezTo>
                    <a:pt x="41493" y="0"/>
                    <a:pt x="41493" y="0"/>
                    <a:pt x="41493" y="0"/>
                  </a:cubicBezTo>
                  <a:cubicBezTo>
                    <a:pt x="41493" y="21669"/>
                    <a:pt x="41493" y="21669"/>
                    <a:pt x="41493" y="21669"/>
                  </a:cubicBezTo>
                  <a:cubicBezTo>
                    <a:pt x="41493" y="33117"/>
                    <a:pt x="41493" y="33117"/>
                    <a:pt x="41493" y="33117"/>
                  </a:cubicBezTo>
                  <a:cubicBezTo>
                    <a:pt x="41493" y="39045"/>
                    <a:pt x="48330" y="44770"/>
                    <a:pt x="54931" y="44770"/>
                  </a:cubicBezTo>
                  <a:cubicBezTo>
                    <a:pt x="68133" y="44770"/>
                    <a:pt x="68133" y="44770"/>
                    <a:pt x="68133" y="44770"/>
                  </a:cubicBezTo>
                  <a:cubicBezTo>
                    <a:pt x="96424" y="44770"/>
                    <a:pt x="96424" y="44770"/>
                    <a:pt x="96424" y="44770"/>
                  </a:cubicBezTo>
                  <a:cubicBezTo>
                    <a:pt x="96424" y="62146"/>
                    <a:pt x="96424" y="62146"/>
                    <a:pt x="96424" y="62146"/>
                  </a:cubicBezTo>
                  <a:cubicBezTo>
                    <a:pt x="93123" y="62146"/>
                    <a:pt x="89823" y="63577"/>
                    <a:pt x="88172" y="65008"/>
                  </a:cubicBezTo>
                  <a:lnTo>
                    <a:pt x="71669" y="77887"/>
                  </a:lnTo>
                  <a:close/>
                  <a:moveTo>
                    <a:pt x="54931" y="39045"/>
                  </a:moveTo>
                  <a:lnTo>
                    <a:pt x="54931" y="39045"/>
                  </a:lnTo>
                  <a:cubicBezTo>
                    <a:pt x="51630" y="39045"/>
                    <a:pt x="48330" y="35979"/>
                    <a:pt x="48330" y="33117"/>
                  </a:cubicBezTo>
                  <a:cubicBezTo>
                    <a:pt x="48330" y="21669"/>
                    <a:pt x="48330" y="21669"/>
                    <a:pt x="48330" y="21669"/>
                  </a:cubicBezTo>
                  <a:cubicBezTo>
                    <a:pt x="48330" y="0"/>
                    <a:pt x="48330" y="0"/>
                    <a:pt x="48330" y="0"/>
                  </a:cubicBezTo>
                  <a:cubicBezTo>
                    <a:pt x="96424" y="39045"/>
                    <a:pt x="96424" y="39045"/>
                    <a:pt x="96424" y="39045"/>
                  </a:cubicBezTo>
                  <a:cubicBezTo>
                    <a:pt x="68133" y="39045"/>
                    <a:pt x="68133" y="39045"/>
                    <a:pt x="68133" y="39045"/>
                  </a:cubicBezTo>
                  <a:lnTo>
                    <a:pt x="54931" y="390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4" name="Shape 4764"/>
            <p:cNvSpPr/>
            <p:nvPr/>
          </p:nvSpPr>
          <p:spPr>
            <a:xfrm>
              <a:off x="10621362" y="2720520"/>
              <a:ext cx="245470" cy="28151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117" y="104054"/>
                  </a:moveTo>
                  <a:lnTo>
                    <a:pt x="118117" y="104054"/>
                  </a:lnTo>
                  <a:cubicBezTo>
                    <a:pt x="103294" y="116933"/>
                    <a:pt x="103294" y="116933"/>
                    <a:pt x="103294" y="116933"/>
                  </a:cubicBezTo>
                  <a:cubicBezTo>
                    <a:pt x="101647" y="118364"/>
                    <a:pt x="99764" y="119795"/>
                    <a:pt x="98117" y="119795"/>
                  </a:cubicBezTo>
                  <a:cubicBezTo>
                    <a:pt x="96470" y="119795"/>
                    <a:pt x="94823" y="118364"/>
                    <a:pt x="93176" y="116933"/>
                  </a:cubicBezTo>
                  <a:cubicBezTo>
                    <a:pt x="78352" y="104054"/>
                    <a:pt x="78352" y="104054"/>
                    <a:pt x="78352" y="104054"/>
                  </a:cubicBezTo>
                  <a:cubicBezTo>
                    <a:pt x="76705" y="102623"/>
                    <a:pt x="76705" y="101192"/>
                    <a:pt x="76705" y="99557"/>
                  </a:cubicBezTo>
                  <a:cubicBezTo>
                    <a:pt x="76705" y="96695"/>
                    <a:pt x="78352" y="93833"/>
                    <a:pt x="83294" y="93833"/>
                  </a:cubicBezTo>
                  <a:cubicBezTo>
                    <a:pt x="84941" y="93833"/>
                    <a:pt x="86588" y="95264"/>
                    <a:pt x="86588" y="96695"/>
                  </a:cubicBezTo>
                  <a:cubicBezTo>
                    <a:pt x="91529" y="99557"/>
                    <a:pt x="91529" y="99557"/>
                    <a:pt x="91529" y="99557"/>
                  </a:cubicBezTo>
                  <a:cubicBezTo>
                    <a:pt x="91529" y="73594"/>
                    <a:pt x="91529" y="73594"/>
                    <a:pt x="91529" y="73594"/>
                  </a:cubicBezTo>
                  <a:cubicBezTo>
                    <a:pt x="91529" y="69301"/>
                    <a:pt x="94823" y="67870"/>
                    <a:pt x="98117" y="67870"/>
                  </a:cubicBezTo>
                  <a:cubicBezTo>
                    <a:pt x="101647" y="67870"/>
                    <a:pt x="104941" y="69301"/>
                    <a:pt x="104941" y="73594"/>
                  </a:cubicBezTo>
                  <a:cubicBezTo>
                    <a:pt x="104941" y="99557"/>
                    <a:pt x="104941" y="99557"/>
                    <a:pt x="104941" y="99557"/>
                  </a:cubicBezTo>
                  <a:cubicBezTo>
                    <a:pt x="109882" y="96695"/>
                    <a:pt x="109882" y="96695"/>
                    <a:pt x="109882" y="96695"/>
                  </a:cubicBezTo>
                  <a:cubicBezTo>
                    <a:pt x="109882" y="95264"/>
                    <a:pt x="111529" y="93833"/>
                    <a:pt x="113176" y="93833"/>
                  </a:cubicBezTo>
                  <a:cubicBezTo>
                    <a:pt x="118117" y="93833"/>
                    <a:pt x="119764" y="96695"/>
                    <a:pt x="119764" y="99557"/>
                  </a:cubicBezTo>
                  <a:cubicBezTo>
                    <a:pt x="119764" y="101192"/>
                    <a:pt x="119764" y="102623"/>
                    <a:pt x="118117" y="104054"/>
                  </a:cubicBezTo>
                  <a:close/>
                  <a:moveTo>
                    <a:pt x="84941" y="73594"/>
                  </a:moveTo>
                  <a:lnTo>
                    <a:pt x="84941" y="73594"/>
                  </a:lnTo>
                  <a:cubicBezTo>
                    <a:pt x="84941" y="88109"/>
                    <a:pt x="84941" y="88109"/>
                    <a:pt x="84941" y="88109"/>
                  </a:cubicBezTo>
                  <a:lnTo>
                    <a:pt x="83294" y="88109"/>
                  </a:lnTo>
                  <a:cubicBezTo>
                    <a:pt x="75058" y="88109"/>
                    <a:pt x="69882" y="93833"/>
                    <a:pt x="69882" y="99557"/>
                  </a:cubicBezTo>
                  <a:cubicBezTo>
                    <a:pt x="69882" y="104054"/>
                    <a:pt x="71529" y="106916"/>
                    <a:pt x="73176" y="108347"/>
                  </a:cubicBezTo>
                  <a:cubicBezTo>
                    <a:pt x="76705" y="111209"/>
                    <a:pt x="76705" y="111209"/>
                    <a:pt x="76705" y="111209"/>
                  </a:cubicBezTo>
                  <a:cubicBezTo>
                    <a:pt x="6823" y="111209"/>
                    <a:pt x="6823" y="111209"/>
                    <a:pt x="6823" y="111209"/>
                  </a:cubicBezTo>
                  <a:cubicBezTo>
                    <a:pt x="3529" y="111209"/>
                    <a:pt x="0" y="109778"/>
                    <a:pt x="0" y="105485"/>
                  </a:cubicBezTo>
                  <a:cubicBezTo>
                    <a:pt x="0" y="5724"/>
                    <a:pt x="0" y="5724"/>
                    <a:pt x="0" y="5724"/>
                  </a:cubicBezTo>
                  <a:cubicBezTo>
                    <a:pt x="0" y="2862"/>
                    <a:pt x="3529" y="0"/>
                    <a:pt x="6823" y="0"/>
                  </a:cubicBezTo>
                  <a:cubicBezTo>
                    <a:pt x="23294" y="0"/>
                    <a:pt x="23294" y="0"/>
                    <a:pt x="23294" y="0"/>
                  </a:cubicBezTo>
                  <a:cubicBezTo>
                    <a:pt x="43294" y="0"/>
                    <a:pt x="43294" y="0"/>
                    <a:pt x="43294" y="0"/>
                  </a:cubicBezTo>
                  <a:cubicBezTo>
                    <a:pt x="43294" y="21669"/>
                    <a:pt x="43294" y="21669"/>
                    <a:pt x="43294" y="21669"/>
                  </a:cubicBezTo>
                  <a:cubicBezTo>
                    <a:pt x="43294" y="33117"/>
                    <a:pt x="43294" y="33117"/>
                    <a:pt x="43294" y="33117"/>
                  </a:cubicBezTo>
                  <a:cubicBezTo>
                    <a:pt x="43294" y="39045"/>
                    <a:pt x="48470" y="44770"/>
                    <a:pt x="56705" y="44770"/>
                  </a:cubicBezTo>
                  <a:cubicBezTo>
                    <a:pt x="69882" y="44770"/>
                    <a:pt x="69882" y="44770"/>
                    <a:pt x="69882" y="44770"/>
                  </a:cubicBezTo>
                  <a:cubicBezTo>
                    <a:pt x="98117" y="44770"/>
                    <a:pt x="98117" y="44770"/>
                    <a:pt x="98117" y="44770"/>
                  </a:cubicBezTo>
                  <a:cubicBezTo>
                    <a:pt x="98117" y="62146"/>
                    <a:pt x="98117" y="62146"/>
                    <a:pt x="98117" y="62146"/>
                  </a:cubicBezTo>
                  <a:cubicBezTo>
                    <a:pt x="91529" y="62146"/>
                    <a:pt x="84941" y="66439"/>
                    <a:pt x="84941" y="73594"/>
                  </a:cubicBezTo>
                  <a:close/>
                  <a:moveTo>
                    <a:pt x="56705" y="39045"/>
                  </a:moveTo>
                  <a:lnTo>
                    <a:pt x="56705" y="39045"/>
                  </a:lnTo>
                  <a:cubicBezTo>
                    <a:pt x="51764" y="39045"/>
                    <a:pt x="50117" y="35979"/>
                    <a:pt x="50117" y="33117"/>
                  </a:cubicBezTo>
                  <a:cubicBezTo>
                    <a:pt x="50117" y="21669"/>
                    <a:pt x="50117" y="21669"/>
                    <a:pt x="50117" y="21669"/>
                  </a:cubicBezTo>
                  <a:cubicBezTo>
                    <a:pt x="50117" y="0"/>
                    <a:pt x="50117" y="0"/>
                    <a:pt x="50117" y="0"/>
                  </a:cubicBezTo>
                  <a:cubicBezTo>
                    <a:pt x="98117" y="39045"/>
                    <a:pt x="98117" y="39045"/>
                    <a:pt x="98117" y="39045"/>
                  </a:cubicBezTo>
                  <a:cubicBezTo>
                    <a:pt x="69882" y="39045"/>
                    <a:pt x="69882" y="39045"/>
                    <a:pt x="69882" y="39045"/>
                  </a:cubicBezTo>
                  <a:lnTo>
                    <a:pt x="56705" y="390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5" name="Shape 4765"/>
            <p:cNvSpPr/>
            <p:nvPr/>
          </p:nvSpPr>
          <p:spPr>
            <a:xfrm>
              <a:off x="10117727" y="2720520"/>
              <a:ext cx="245470" cy="2751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117" y="94659"/>
                  </a:moveTo>
                  <a:lnTo>
                    <a:pt x="118117" y="94659"/>
                  </a:lnTo>
                  <a:cubicBezTo>
                    <a:pt x="109882" y="101989"/>
                    <a:pt x="109882" y="101989"/>
                    <a:pt x="109882" y="101989"/>
                  </a:cubicBezTo>
                  <a:cubicBezTo>
                    <a:pt x="118117" y="110994"/>
                    <a:pt x="118117" y="110994"/>
                    <a:pt x="118117" y="110994"/>
                  </a:cubicBezTo>
                  <a:cubicBezTo>
                    <a:pt x="119764" y="110994"/>
                    <a:pt x="119764" y="112460"/>
                    <a:pt x="119764" y="113926"/>
                  </a:cubicBezTo>
                  <a:cubicBezTo>
                    <a:pt x="119764" y="118324"/>
                    <a:pt x="116470" y="119790"/>
                    <a:pt x="113176" y="119790"/>
                  </a:cubicBezTo>
                  <a:cubicBezTo>
                    <a:pt x="111529" y="119790"/>
                    <a:pt x="109882" y="119790"/>
                    <a:pt x="108235" y="118324"/>
                  </a:cubicBezTo>
                  <a:cubicBezTo>
                    <a:pt x="99764" y="110994"/>
                    <a:pt x="99764" y="110994"/>
                    <a:pt x="99764" y="110994"/>
                  </a:cubicBezTo>
                  <a:cubicBezTo>
                    <a:pt x="91529" y="118324"/>
                    <a:pt x="91529" y="118324"/>
                    <a:pt x="91529" y="118324"/>
                  </a:cubicBezTo>
                  <a:cubicBezTo>
                    <a:pt x="89882" y="119790"/>
                    <a:pt x="88235" y="119790"/>
                    <a:pt x="86588" y="119790"/>
                  </a:cubicBezTo>
                  <a:cubicBezTo>
                    <a:pt x="83294" y="119790"/>
                    <a:pt x="80000" y="118324"/>
                    <a:pt x="80000" y="113926"/>
                  </a:cubicBezTo>
                  <a:cubicBezTo>
                    <a:pt x="80000" y="112460"/>
                    <a:pt x="80000" y="110994"/>
                    <a:pt x="81647" y="110994"/>
                  </a:cubicBezTo>
                  <a:cubicBezTo>
                    <a:pt x="89882" y="101989"/>
                    <a:pt x="89882" y="101989"/>
                    <a:pt x="89882" y="101989"/>
                  </a:cubicBezTo>
                  <a:cubicBezTo>
                    <a:pt x="81647" y="94659"/>
                    <a:pt x="81647" y="94659"/>
                    <a:pt x="81647" y="94659"/>
                  </a:cubicBezTo>
                  <a:cubicBezTo>
                    <a:pt x="80000" y="93193"/>
                    <a:pt x="80000" y="91727"/>
                    <a:pt x="80000" y="90261"/>
                  </a:cubicBezTo>
                  <a:cubicBezTo>
                    <a:pt x="80000" y="87329"/>
                    <a:pt x="83294" y="84397"/>
                    <a:pt x="86588" y="84397"/>
                  </a:cubicBezTo>
                  <a:cubicBezTo>
                    <a:pt x="88235" y="84397"/>
                    <a:pt x="89882" y="85863"/>
                    <a:pt x="91529" y="87329"/>
                  </a:cubicBezTo>
                  <a:cubicBezTo>
                    <a:pt x="99764" y="94659"/>
                    <a:pt x="99764" y="94659"/>
                    <a:pt x="99764" y="94659"/>
                  </a:cubicBezTo>
                  <a:cubicBezTo>
                    <a:pt x="108235" y="87329"/>
                    <a:pt x="108235" y="87329"/>
                    <a:pt x="108235" y="87329"/>
                  </a:cubicBezTo>
                  <a:cubicBezTo>
                    <a:pt x="109882" y="85863"/>
                    <a:pt x="111529" y="84397"/>
                    <a:pt x="113176" y="84397"/>
                  </a:cubicBezTo>
                  <a:cubicBezTo>
                    <a:pt x="116470" y="84397"/>
                    <a:pt x="119764" y="87329"/>
                    <a:pt x="119764" y="90261"/>
                  </a:cubicBezTo>
                  <a:cubicBezTo>
                    <a:pt x="119764" y="91727"/>
                    <a:pt x="119764" y="93193"/>
                    <a:pt x="118117" y="94659"/>
                  </a:cubicBezTo>
                  <a:close/>
                  <a:moveTo>
                    <a:pt x="98117" y="84397"/>
                  </a:moveTo>
                  <a:lnTo>
                    <a:pt x="98117" y="84397"/>
                  </a:lnTo>
                  <a:cubicBezTo>
                    <a:pt x="96470" y="82722"/>
                    <a:pt x="96470" y="82722"/>
                    <a:pt x="96470" y="82722"/>
                  </a:cubicBezTo>
                  <a:cubicBezTo>
                    <a:pt x="93176" y="79790"/>
                    <a:pt x="89882" y="78324"/>
                    <a:pt x="86588" y="78324"/>
                  </a:cubicBezTo>
                  <a:cubicBezTo>
                    <a:pt x="80000" y="78324"/>
                    <a:pt x="73176" y="84397"/>
                    <a:pt x="73176" y="90261"/>
                  </a:cubicBezTo>
                  <a:cubicBezTo>
                    <a:pt x="73176" y="94659"/>
                    <a:pt x="74823" y="97591"/>
                    <a:pt x="76705" y="99057"/>
                  </a:cubicBezTo>
                  <a:cubicBezTo>
                    <a:pt x="81647" y="101989"/>
                    <a:pt x="81647" y="101989"/>
                    <a:pt x="81647" y="101989"/>
                  </a:cubicBezTo>
                  <a:cubicBezTo>
                    <a:pt x="76705" y="106596"/>
                    <a:pt x="76705" y="106596"/>
                    <a:pt x="76705" y="106596"/>
                  </a:cubicBezTo>
                  <a:cubicBezTo>
                    <a:pt x="74823" y="108062"/>
                    <a:pt x="73176" y="110994"/>
                    <a:pt x="73176" y="113926"/>
                  </a:cubicBezTo>
                  <a:cubicBezTo>
                    <a:pt x="68235" y="113926"/>
                    <a:pt x="68235" y="113926"/>
                    <a:pt x="68235" y="113926"/>
                  </a:cubicBezTo>
                  <a:cubicBezTo>
                    <a:pt x="6823" y="113926"/>
                    <a:pt x="6823" y="113926"/>
                    <a:pt x="6823" y="113926"/>
                  </a:cubicBezTo>
                  <a:cubicBezTo>
                    <a:pt x="3529" y="113926"/>
                    <a:pt x="0" y="112460"/>
                    <a:pt x="0" y="108062"/>
                  </a:cubicBezTo>
                  <a:cubicBezTo>
                    <a:pt x="0" y="5863"/>
                    <a:pt x="0" y="5863"/>
                    <a:pt x="0" y="5863"/>
                  </a:cubicBezTo>
                  <a:cubicBezTo>
                    <a:pt x="0" y="2931"/>
                    <a:pt x="3529" y="0"/>
                    <a:pt x="6823" y="0"/>
                  </a:cubicBezTo>
                  <a:cubicBezTo>
                    <a:pt x="21647" y="0"/>
                    <a:pt x="21647" y="0"/>
                    <a:pt x="21647" y="0"/>
                  </a:cubicBezTo>
                  <a:cubicBezTo>
                    <a:pt x="41647" y="0"/>
                    <a:pt x="41647" y="0"/>
                    <a:pt x="41647" y="0"/>
                  </a:cubicBezTo>
                  <a:cubicBezTo>
                    <a:pt x="41647" y="22198"/>
                    <a:pt x="41647" y="22198"/>
                    <a:pt x="41647" y="22198"/>
                  </a:cubicBezTo>
                  <a:cubicBezTo>
                    <a:pt x="41647" y="33926"/>
                    <a:pt x="41647" y="33926"/>
                    <a:pt x="41647" y="33926"/>
                  </a:cubicBezTo>
                  <a:cubicBezTo>
                    <a:pt x="41647" y="40000"/>
                    <a:pt x="48235" y="45863"/>
                    <a:pt x="55058" y="45863"/>
                  </a:cubicBezTo>
                  <a:cubicBezTo>
                    <a:pt x="68235" y="45863"/>
                    <a:pt x="68235" y="45863"/>
                    <a:pt x="68235" y="45863"/>
                  </a:cubicBezTo>
                  <a:cubicBezTo>
                    <a:pt x="98117" y="45863"/>
                    <a:pt x="98117" y="45863"/>
                    <a:pt x="98117" y="45863"/>
                  </a:cubicBezTo>
                  <a:cubicBezTo>
                    <a:pt x="98117" y="78324"/>
                    <a:pt x="98117" y="78324"/>
                    <a:pt x="98117" y="78324"/>
                  </a:cubicBezTo>
                  <a:lnTo>
                    <a:pt x="98117" y="84397"/>
                  </a:lnTo>
                  <a:close/>
                  <a:moveTo>
                    <a:pt x="55058" y="40000"/>
                  </a:moveTo>
                  <a:lnTo>
                    <a:pt x="55058" y="40000"/>
                  </a:lnTo>
                  <a:cubicBezTo>
                    <a:pt x="51764" y="40000"/>
                    <a:pt x="48235" y="36858"/>
                    <a:pt x="48235" y="33926"/>
                  </a:cubicBezTo>
                  <a:cubicBezTo>
                    <a:pt x="48235" y="22198"/>
                    <a:pt x="48235" y="22198"/>
                    <a:pt x="48235" y="22198"/>
                  </a:cubicBezTo>
                  <a:cubicBezTo>
                    <a:pt x="48235" y="0"/>
                    <a:pt x="48235" y="0"/>
                    <a:pt x="48235" y="0"/>
                  </a:cubicBezTo>
                  <a:cubicBezTo>
                    <a:pt x="98117" y="40000"/>
                    <a:pt x="98117" y="40000"/>
                    <a:pt x="98117" y="40000"/>
                  </a:cubicBezTo>
                  <a:cubicBezTo>
                    <a:pt x="68235" y="40000"/>
                    <a:pt x="68235" y="40000"/>
                    <a:pt x="68235" y="40000"/>
                  </a:cubicBezTo>
                  <a:lnTo>
                    <a:pt x="55058" y="400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6" name="Shape 4766"/>
            <p:cNvSpPr/>
            <p:nvPr/>
          </p:nvSpPr>
          <p:spPr>
            <a:xfrm>
              <a:off x="9611976" y="2720520"/>
              <a:ext cx="245470" cy="26881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470" y="101538"/>
                  </a:moveTo>
                  <a:lnTo>
                    <a:pt x="116470" y="101538"/>
                  </a:lnTo>
                  <a:cubicBezTo>
                    <a:pt x="99764" y="116779"/>
                    <a:pt x="99764" y="116779"/>
                    <a:pt x="99764" y="116779"/>
                  </a:cubicBezTo>
                  <a:cubicBezTo>
                    <a:pt x="98117" y="118282"/>
                    <a:pt x="96470" y="119785"/>
                    <a:pt x="94823" y="119785"/>
                  </a:cubicBezTo>
                  <a:cubicBezTo>
                    <a:pt x="93176" y="119785"/>
                    <a:pt x="91529" y="118282"/>
                    <a:pt x="89882" y="116779"/>
                  </a:cubicBezTo>
                  <a:cubicBezTo>
                    <a:pt x="81647" y="109266"/>
                    <a:pt x="81647" y="109266"/>
                    <a:pt x="81647" y="109266"/>
                  </a:cubicBezTo>
                  <a:cubicBezTo>
                    <a:pt x="80000" y="107763"/>
                    <a:pt x="80000" y="106261"/>
                    <a:pt x="80000" y="104543"/>
                  </a:cubicBezTo>
                  <a:cubicBezTo>
                    <a:pt x="80000" y="101538"/>
                    <a:pt x="81647" y="98533"/>
                    <a:pt x="86588" y="98533"/>
                  </a:cubicBezTo>
                  <a:cubicBezTo>
                    <a:pt x="88235" y="98533"/>
                    <a:pt x="89882" y="100035"/>
                    <a:pt x="89882" y="101538"/>
                  </a:cubicBezTo>
                  <a:cubicBezTo>
                    <a:pt x="94823" y="104543"/>
                    <a:pt x="94823" y="104543"/>
                    <a:pt x="94823" y="104543"/>
                  </a:cubicBezTo>
                  <a:cubicBezTo>
                    <a:pt x="108235" y="92522"/>
                    <a:pt x="108235" y="92522"/>
                    <a:pt x="108235" y="92522"/>
                  </a:cubicBezTo>
                  <a:cubicBezTo>
                    <a:pt x="109882" y="91019"/>
                    <a:pt x="111529" y="91019"/>
                    <a:pt x="113176" y="91019"/>
                  </a:cubicBezTo>
                  <a:cubicBezTo>
                    <a:pt x="116470" y="91019"/>
                    <a:pt x="119764" y="94025"/>
                    <a:pt x="119764" y="97030"/>
                  </a:cubicBezTo>
                  <a:cubicBezTo>
                    <a:pt x="119764" y="98533"/>
                    <a:pt x="118117" y="100035"/>
                    <a:pt x="116470" y="101538"/>
                  </a:cubicBezTo>
                  <a:close/>
                  <a:moveTo>
                    <a:pt x="96470" y="94025"/>
                  </a:moveTo>
                  <a:lnTo>
                    <a:pt x="96470" y="94025"/>
                  </a:lnTo>
                  <a:cubicBezTo>
                    <a:pt x="94823" y="95527"/>
                    <a:pt x="94823" y="95527"/>
                    <a:pt x="94823" y="95527"/>
                  </a:cubicBezTo>
                  <a:cubicBezTo>
                    <a:pt x="93176" y="94025"/>
                    <a:pt x="89882" y="92522"/>
                    <a:pt x="86588" y="92522"/>
                  </a:cubicBezTo>
                  <a:cubicBezTo>
                    <a:pt x="78352" y="92522"/>
                    <a:pt x="73176" y="98533"/>
                    <a:pt x="73176" y="104543"/>
                  </a:cubicBezTo>
                  <a:cubicBezTo>
                    <a:pt x="73176" y="109266"/>
                    <a:pt x="74823" y="112271"/>
                    <a:pt x="76470" y="113774"/>
                  </a:cubicBezTo>
                  <a:cubicBezTo>
                    <a:pt x="80000" y="116779"/>
                    <a:pt x="80000" y="116779"/>
                    <a:pt x="80000" y="116779"/>
                  </a:cubicBezTo>
                  <a:cubicBezTo>
                    <a:pt x="56705" y="116779"/>
                    <a:pt x="56705" y="116779"/>
                    <a:pt x="56705" y="116779"/>
                  </a:cubicBezTo>
                  <a:cubicBezTo>
                    <a:pt x="6823" y="116779"/>
                    <a:pt x="6823" y="116779"/>
                    <a:pt x="6823" y="116779"/>
                  </a:cubicBezTo>
                  <a:cubicBezTo>
                    <a:pt x="1647" y="116779"/>
                    <a:pt x="0" y="115277"/>
                    <a:pt x="0" y="110769"/>
                  </a:cubicBezTo>
                  <a:cubicBezTo>
                    <a:pt x="0" y="6010"/>
                    <a:pt x="0" y="6010"/>
                    <a:pt x="0" y="6010"/>
                  </a:cubicBezTo>
                  <a:cubicBezTo>
                    <a:pt x="0" y="3005"/>
                    <a:pt x="1647" y="0"/>
                    <a:pt x="6823" y="0"/>
                  </a:cubicBezTo>
                  <a:cubicBezTo>
                    <a:pt x="21647" y="0"/>
                    <a:pt x="21647" y="0"/>
                    <a:pt x="21647" y="0"/>
                  </a:cubicBezTo>
                  <a:cubicBezTo>
                    <a:pt x="41647" y="0"/>
                    <a:pt x="41647" y="0"/>
                    <a:pt x="41647" y="0"/>
                  </a:cubicBezTo>
                  <a:cubicBezTo>
                    <a:pt x="41647" y="22754"/>
                    <a:pt x="41647" y="22754"/>
                    <a:pt x="41647" y="22754"/>
                  </a:cubicBezTo>
                  <a:cubicBezTo>
                    <a:pt x="41647" y="34776"/>
                    <a:pt x="41647" y="34776"/>
                    <a:pt x="41647" y="34776"/>
                  </a:cubicBezTo>
                  <a:cubicBezTo>
                    <a:pt x="41647" y="41001"/>
                    <a:pt x="48235" y="47012"/>
                    <a:pt x="55058" y="47012"/>
                  </a:cubicBezTo>
                  <a:cubicBezTo>
                    <a:pt x="68235" y="47012"/>
                    <a:pt x="68235" y="47012"/>
                    <a:pt x="68235" y="47012"/>
                  </a:cubicBezTo>
                  <a:cubicBezTo>
                    <a:pt x="96470" y="47012"/>
                    <a:pt x="96470" y="47012"/>
                    <a:pt x="96470" y="47012"/>
                  </a:cubicBezTo>
                  <a:cubicBezTo>
                    <a:pt x="96470" y="83291"/>
                    <a:pt x="96470" y="83291"/>
                    <a:pt x="96470" y="83291"/>
                  </a:cubicBezTo>
                  <a:lnTo>
                    <a:pt x="96470" y="94025"/>
                  </a:lnTo>
                  <a:close/>
                  <a:moveTo>
                    <a:pt x="55058" y="41001"/>
                  </a:moveTo>
                  <a:lnTo>
                    <a:pt x="55058" y="41001"/>
                  </a:lnTo>
                  <a:cubicBezTo>
                    <a:pt x="51529" y="41001"/>
                    <a:pt x="48235" y="37781"/>
                    <a:pt x="48235" y="34776"/>
                  </a:cubicBezTo>
                  <a:cubicBezTo>
                    <a:pt x="48235" y="22754"/>
                    <a:pt x="48235" y="22754"/>
                    <a:pt x="48235" y="22754"/>
                  </a:cubicBezTo>
                  <a:cubicBezTo>
                    <a:pt x="48235" y="0"/>
                    <a:pt x="48235" y="0"/>
                    <a:pt x="48235" y="0"/>
                  </a:cubicBezTo>
                  <a:cubicBezTo>
                    <a:pt x="96470" y="41001"/>
                    <a:pt x="96470" y="41001"/>
                    <a:pt x="96470" y="41001"/>
                  </a:cubicBezTo>
                  <a:cubicBezTo>
                    <a:pt x="68235" y="41001"/>
                    <a:pt x="68235" y="41001"/>
                    <a:pt x="68235" y="41001"/>
                  </a:cubicBezTo>
                  <a:lnTo>
                    <a:pt x="55058" y="4100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7" name="Shape 4767"/>
            <p:cNvSpPr/>
            <p:nvPr/>
          </p:nvSpPr>
          <p:spPr>
            <a:xfrm>
              <a:off x="9104108" y="2720520"/>
              <a:ext cx="241237" cy="2624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081" y="113614"/>
                  </a:moveTo>
                  <a:lnTo>
                    <a:pt x="113081" y="113614"/>
                  </a:lnTo>
                  <a:cubicBezTo>
                    <a:pt x="106163" y="113614"/>
                    <a:pt x="106163" y="113614"/>
                    <a:pt x="106163" y="113614"/>
                  </a:cubicBezTo>
                  <a:cubicBezTo>
                    <a:pt x="92803" y="113614"/>
                    <a:pt x="92803" y="113614"/>
                    <a:pt x="92803" y="113614"/>
                  </a:cubicBezTo>
                  <a:cubicBezTo>
                    <a:pt x="86123" y="113614"/>
                    <a:pt x="86123" y="113614"/>
                    <a:pt x="86123" y="113614"/>
                  </a:cubicBezTo>
                  <a:cubicBezTo>
                    <a:pt x="82783" y="113614"/>
                    <a:pt x="79204" y="112073"/>
                    <a:pt x="79204" y="107229"/>
                  </a:cubicBezTo>
                  <a:cubicBezTo>
                    <a:pt x="79204" y="104146"/>
                    <a:pt x="82783" y="101064"/>
                    <a:pt x="86123" y="101064"/>
                  </a:cubicBezTo>
                  <a:cubicBezTo>
                    <a:pt x="91133" y="101064"/>
                    <a:pt x="91133" y="101064"/>
                    <a:pt x="91133" y="101064"/>
                  </a:cubicBezTo>
                  <a:cubicBezTo>
                    <a:pt x="92803" y="101064"/>
                    <a:pt x="92803" y="101064"/>
                    <a:pt x="92803" y="101064"/>
                  </a:cubicBezTo>
                  <a:cubicBezTo>
                    <a:pt x="106163" y="101064"/>
                    <a:pt x="106163" y="101064"/>
                    <a:pt x="106163" y="101064"/>
                  </a:cubicBezTo>
                  <a:cubicBezTo>
                    <a:pt x="113081" y="101064"/>
                    <a:pt x="113081" y="101064"/>
                    <a:pt x="113081" y="101064"/>
                  </a:cubicBezTo>
                  <a:cubicBezTo>
                    <a:pt x="116421" y="101064"/>
                    <a:pt x="119761" y="104146"/>
                    <a:pt x="119761" y="107229"/>
                  </a:cubicBezTo>
                  <a:cubicBezTo>
                    <a:pt x="119761" y="112073"/>
                    <a:pt x="116421" y="113614"/>
                    <a:pt x="113081" y="113614"/>
                  </a:cubicBezTo>
                  <a:close/>
                  <a:moveTo>
                    <a:pt x="99483" y="82348"/>
                  </a:moveTo>
                  <a:lnTo>
                    <a:pt x="99483" y="82348"/>
                  </a:lnTo>
                  <a:cubicBezTo>
                    <a:pt x="99483" y="94899"/>
                    <a:pt x="99483" y="94899"/>
                    <a:pt x="99483" y="94899"/>
                  </a:cubicBezTo>
                  <a:cubicBezTo>
                    <a:pt x="86123" y="94899"/>
                    <a:pt x="86123" y="94899"/>
                    <a:pt x="86123" y="94899"/>
                  </a:cubicBezTo>
                  <a:cubicBezTo>
                    <a:pt x="79204" y="94899"/>
                    <a:pt x="72524" y="101064"/>
                    <a:pt x="72524" y="107229"/>
                  </a:cubicBezTo>
                  <a:cubicBezTo>
                    <a:pt x="72524" y="115155"/>
                    <a:pt x="79204" y="119779"/>
                    <a:pt x="86123" y="119779"/>
                  </a:cubicBezTo>
                  <a:cubicBezTo>
                    <a:pt x="6679" y="119779"/>
                    <a:pt x="6679" y="119779"/>
                    <a:pt x="6679" y="119779"/>
                  </a:cubicBezTo>
                  <a:cubicBezTo>
                    <a:pt x="3339" y="119779"/>
                    <a:pt x="0" y="118238"/>
                    <a:pt x="0" y="113614"/>
                  </a:cubicBezTo>
                  <a:cubicBezTo>
                    <a:pt x="0" y="6165"/>
                    <a:pt x="0" y="6165"/>
                    <a:pt x="0" y="6165"/>
                  </a:cubicBezTo>
                  <a:cubicBezTo>
                    <a:pt x="0" y="3082"/>
                    <a:pt x="3339" y="0"/>
                    <a:pt x="6679" y="0"/>
                  </a:cubicBezTo>
                  <a:cubicBezTo>
                    <a:pt x="23618" y="0"/>
                    <a:pt x="23618" y="0"/>
                    <a:pt x="23618" y="0"/>
                  </a:cubicBezTo>
                  <a:cubicBezTo>
                    <a:pt x="43896" y="0"/>
                    <a:pt x="43896" y="0"/>
                    <a:pt x="43896" y="0"/>
                  </a:cubicBezTo>
                  <a:cubicBezTo>
                    <a:pt x="43896" y="23339"/>
                    <a:pt x="43896" y="23339"/>
                    <a:pt x="43896" y="23339"/>
                  </a:cubicBezTo>
                  <a:cubicBezTo>
                    <a:pt x="43896" y="35669"/>
                    <a:pt x="43896" y="35669"/>
                    <a:pt x="43896" y="35669"/>
                  </a:cubicBezTo>
                  <a:cubicBezTo>
                    <a:pt x="43896" y="42055"/>
                    <a:pt x="48906" y="48220"/>
                    <a:pt x="57495" y="48220"/>
                  </a:cubicBezTo>
                  <a:cubicBezTo>
                    <a:pt x="70854" y="48220"/>
                    <a:pt x="70854" y="48220"/>
                    <a:pt x="70854" y="48220"/>
                  </a:cubicBezTo>
                  <a:cubicBezTo>
                    <a:pt x="99483" y="48220"/>
                    <a:pt x="99483" y="48220"/>
                    <a:pt x="99483" y="48220"/>
                  </a:cubicBezTo>
                  <a:cubicBezTo>
                    <a:pt x="99483" y="82348"/>
                    <a:pt x="99483" y="82348"/>
                    <a:pt x="99483" y="82348"/>
                  </a:cubicBezTo>
                  <a:close/>
                  <a:moveTo>
                    <a:pt x="57495" y="42055"/>
                  </a:moveTo>
                  <a:lnTo>
                    <a:pt x="57495" y="42055"/>
                  </a:lnTo>
                  <a:cubicBezTo>
                    <a:pt x="52246" y="42055"/>
                    <a:pt x="50576" y="38752"/>
                    <a:pt x="50576" y="35669"/>
                  </a:cubicBezTo>
                  <a:cubicBezTo>
                    <a:pt x="50576" y="23339"/>
                    <a:pt x="50576" y="23339"/>
                    <a:pt x="50576" y="23339"/>
                  </a:cubicBezTo>
                  <a:cubicBezTo>
                    <a:pt x="50576" y="0"/>
                    <a:pt x="50576" y="0"/>
                    <a:pt x="50576" y="0"/>
                  </a:cubicBezTo>
                  <a:cubicBezTo>
                    <a:pt x="99483" y="42055"/>
                    <a:pt x="99483" y="42055"/>
                    <a:pt x="99483" y="42055"/>
                  </a:cubicBezTo>
                  <a:cubicBezTo>
                    <a:pt x="70854" y="42055"/>
                    <a:pt x="70854" y="42055"/>
                    <a:pt x="70854" y="42055"/>
                  </a:cubicBezTo>
                  <a:lnTo>
                    <a:pt x="57495" y="420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8" name="Shape 4768"/>
            <p:cNvSpPr/>
            <p:nvPr/>
          </p:nvSpPr>
          <p:spPr>
            <a:xfrm>
              <a:off x="8598357" y="2720520"/>
              <a:ext cx="241237" cy="2751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081" y="108062"/>
                  </a:moveTo>
                  <a:lnTo>
                    <a:pt x="113081" y="108062"/>
                  </a:lnTo>
                  <a:cubicBezTo>
                    <a:pt x="106163" y="108062"/>
                    <a:pt x="106163" y="108062"/>
                    <a:pt x="106163" y="108062"/>
                  </a:cubicBezTo>
                  <a:cubicBezTo>
                    <a:pt x="106163" y="113926"/>
                    <a:pt x="106163" y="113926"/>
                    <a:pt x="106163" y="113926"/>
                  </a:cubicBezTo>
                  <a:cubicBezTo>
                    <a:pt x="106163" y="118324"/>
                    <a:pt x="102823" y="119790"/>
                    <a:pt x="99483" y="119790"/>
                  </a:cubicBezTo>
                  <a:cubicBezTo>
                    <a:pt x="94473" y="119790"/>
                    <a:pt x="92803" y="118324"/>
                    <a:pt x="92803" y="113926"/>
                  </a:cubicBezTo>
                  <a:cubicBezTo>
                    <a:pt x="92803" y="108062"/>
                    <a:pt x="92803" y="108062"/>
                    <a:pt x="92803" y="108062"/>
                  </a:cubicBezTo>
                  <a:cubicBezTo>
                    <a:pt x="86123" y="108062"/>
                    <a:pt x="86123" y="108062"/>
                    <a:pt x="86123" y="108062"/>
                  </a:cubicBezTo>
                  <a:cubicBezTo>
                    <a:pt x="80874" y="108062"/>
                    <a:pt x="79204" y="106596"/>
                    <a:pt x="79204" y="101989"/>
                  </a:cubicBezTo>
                  <a:cubicBezTo>
                    <a:pt x="79204" y="99057"/>
                    <a:pt x="80874" y="96125"/>
                    <a:pt x="86123" y="96125"/>
                  </a:cubicBezTo>
                  <a:cubicBezTo>
                    <a:pt x="92803" y="96125"/>
                    <a:pt x="92803" y="96125"/>
                    <a:pt x="92803" y="96125"/>
                  </a:cubicBezTo>
                  <a:cubicBezTo>
                    <a:pt x="92803" y="90261"/>
                    <a:pt x="92803" y="90261"/>
                    <a:pt x="92803" y="90261"/>
                  </a:cubicBezTo>
                  <a:cubicBezTo>
                    <a:pt x="92803" y="87329"/>
                    <a:pt x="94473" y="84397"/>
                    <a:pt x="99483" y="84397"/>
                  </a:cubicBezTo>
                  <a:cubicBezTo>
                    <a:pt x="102823" y="84397"/>
                    <a:pt x="106163" y="87329"/>
                    <a:pt x="106163" y="90261"/>
                  </a:cubicBezTo>
                  <a:cubicBezTo>
                    <a:pt x="106163" y="96125"/>
                    <a:pt x="106163" y="96125"/>
                    <a:pt x="106163" y="96125"/>
                  </a:cubicBezTo>
                  <a:cubicBezTo>
                    <a:pt x="113081" y="96125"/>
                    <a:pt x="113081" y="96125"/>
                    <a:pt x="113081" y="96125"/>
                  </a:cubicBezTo>
                  <a:cubicBezTo>
                    <a:pt x="116421" y="96125"/>
                    <a:pt x="119761" y="99057"/>
                    <a:pt x="119761" y="101989"/>
                  </a:cubicBezTo>
                  <a:cubicBezTo>
                    <a:pt x="119761" y="106596"/>
                    <a:pt x="116421" y="108062"/>
                    <a:pt x="113081" y="108062"/>
                  </a:cubicBezTo>
                  <a:close/>
                  <a:moveTo>
                    <a:pt x="86123" y="90261"/>
                  </a:moveTo>
                  <a:lnTo>
                    <a:pt x="86123" y="90261"/>
                  </a:lnTo>
                  <a:cubicBezTo>
                    <a:pt x="77534" y="90261"/>
                    <a:pt x="72524" y="96125"/>
                    <a:pt x="72524" y="101989"/>
                  </a:cubicBezTo>
                  <a:cubicBezTo>
                    <a:pt x="72524" y="109528"/>
                    <a:pt x="77534" y="113926"/>
                    <a:pt x="86123" y="113926"/>
                  </a:cubicBezTo>
                  <a:cubicBezTo>
                    <a:pt x="6679" y="113926"/>
                    <a:pt x="6679" y="113926"/>
                    <a:pt x="6679" y="113926"/>
                  </a:cubicBezTo>
                  <a:cubicBezTo>
                    <a:pt x="3339" y="113926"/>
                    <a:pt x="0" y="112460"/>
                    <a:pt x="0" y="108062"/>
                  </a:cubicBezTo>
                  <a:cubicBezTo>
                    <a:pt x="0" y="5863"/>
                    <a:pt x="0" y="5863"/>
                    <a:pt x="0" y="5863"/>
                  </a:cubicBezTo>
                  <a:cubicBezTo>
                    <a:pt x="0" y="2931"/>
                    <a:pt x="3339" y="0"/>
                    <a:pt x="6679" y="0"/>
                  </a:cubicBezTo>
                  <a:cubicBezTo>
                    <a:pt x="21948" y="0"/>
                    <a:pt x="21948" y="0"/>
                    <a:pt x="21948" y="0"/>
                  </a:cubicBezTo>
                  <a:cubicBezTo>
                    <a:pt x="42226" y="0"/>
                    <a:pt x="42226" y="0"/>
                    <a:pt x="42226" y="0"/>
                  </a:cubicBezTo>
                  <a:cubicBezTo>
                    <a:pt x="42226" y="22198"/>
                    <a:pt x="42226" y="22198"/>
                    <a:pt x="42226" y="22198"/>
                  </a:cubicBezTo>
                  <a:cubicBezTo>
                    <a:pt x="42226" y="33926"/>
                    <a:pt x="42226" y="33926"/>
                    <a:pt x="42226" y="33926"/>
                  </a:cubicBezTo>
                  <a:cubicBezTo>
                    <a:pt x="42226" y="40000"/>
                    <a:pt x="48906" y="45863"/>
                    <a:pt x="55586" y="45863"/>
                  </a:cubicBezTo>
                  <a:cubicBezTo>
                    <a:pt x="69184" y="45863"/>
                    <a:pt x="69184" y="45863"/>
                    <a:pt x="69184" y="45863"/>
                  </a:cubicBezTo>
                  <a:cubicBezTo>
                    <a:pt x="99483" y="45863"/>
                    <a:pt x="99483" y="45863"/>
                    <a:pt x="99483" y="45863"/>
                  </a:cubicBezTo>
                  <a:cubicBezTo>
                    <a:pt x="99483" y="78324"/>
                    <a:pt x="99483" y="78324"/>
                    <a:pt x="99483" y="78324"/>
                  </a:cubicBezTo>
                  <a:cubicBezTo>
                    <a:pt x="91133" y="78324"/>
                    <a:pt x="86123" y="84397"/>
                    <a:pt x="86123" y="90261"/>
                  </a:cubicBezTo>
                  <a:close/>
                  <a:moveTo>
                    <a:pt x="55586" y="40000"/>
                  </a:moveTo>
                  <a:lnTo>
                    <a:pt x="55586" y="40000"/>
                  </a:lnTo>
                  <a:cubicBezTo>
                    <a:pt x="52246" y="40000"/>
                    <a:pt x="48906" y="36858"/>
                    <a:pt x="48906" y="33926"/>
                  </a:cubicBezTo>
                  <a:cubicBezTo>
                    <a:pt x="48906" y="22198"/>
                    <a:pt x="48906" y="22198"/>
                    <a:pt x="48906" y="22198"/>
                  </a:cubicBezTo>
                  <a:cubicBezTo>
                    <a:pt x="48906" y="0"/>
                    <a:pt x="48906" y="0"/>
                    <a:pt x="48906" y="0"/>
                  </a:cubicBezTo>
                  <a:cubicBezTo>
                    <a:pt x="99483" y="40000"/>
                    <a:pt x="99483" y="40000"/>
                    <a:pt x="99483" y="40000"/>
                  </a:cubicBezTo>
                  <a:cubicBezTo>
                    <a:pt x="69184" y="40000"/>
                    <a:pt x="69184" y="40000"/>
                    <a:pt x="69184" y="40000"/>
                  </a:cubicBezTo>
                  <a:lnTo>
                    <a:pt x="55586" y="400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9" name="Shape 4769"/>
            <p:cNvSpPr/>
            <p:nvPr/>
          </p:nvSpPr>
          <p:spPr>
            <a:xfrm>
              <a:off x="8079909" y="2709938"/>
              <a:ext cx="224308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548" y="108768"/>
                  </a:moveTo>
                  <a:lnTo>
                    <a:pt x="112548" y="108768"/>
                  </a:lnTo>
                  <a:cubicBezTo>
                    <a:pt x="21841" y="108768"/>
                    <a:pt x="21841" y="108768"/>
                    <a:pt x="21841" y="108768"/>
                  </a:cubicBezTo>
                  <a:cubicBezTo>
                    <a:pt x="16188" y="108768"/>
                    <a:pt x="14389" y="106009"/>
                    <a:pt x="14389" y="103251"/>
                  </a:cubicBezTo>
                  <a:cubicBezTo>
                    <a:pt x="14389" y="5714"/>
                    <a:pt x="14389" y="5714"/>
                    <a:pt x="14389" y="5714"/>
                  </a:cubicBezTo>
                  <a:cubicBezTo>
                    <a:pt x="14389" y="2955"/>
                    <a:pt x="16188" y="0"/>
                    <a:pt x="21841" y="0"/>
                  </a:cubicBezTo>
                  <a:cubicBezTo>
                    <a:pt x="59871" y="0"/>
                    <a:pt x="59871" y="0"/>
                    <a:pt x="59871" y="0"/>
                  </a:cubicBezTo>
                  <a:cubicBezTo>
                    <a:pt x="59871" y="21083"/>
                    <a:pt x="59871" y="21083"/>
                    <a:pt x="59871" y="21083"/>
                  </a:cubicBezTo>
                  <a:cubicBezTo>
                    <a:pt x="59871" y="32118"/>
                    <a:pt x="59871" y="32118"/>
                    <a:pt x="59871" y="32118"/>
                  </a:cubicBezTo>
                  <a:cubicBezTo>
                    <a:pt x="59871" y="37635"/>
                    <a:pt x="67066" y="43349"/>
                    <a:pt x="74518" y="43349"/>
                  </a:cubicBezTo>
                  <a:cubicBezTo>
                    <a:pt x="88907" y="43349"/>
                    <a:pt x="88907" y="43349"/>
                    <a:pt x="88907" y="43349"/>
                  </a:cubicBezTo>
                  <a:cubicBezTo>
                    <a:pt x="119743" y="43349"/>
                    <a:pt x="119743" y="43349"/>
                    <a:pt x="119743" y="43349"/>
                  </a:cubicBezTo>
                  <a:cubicBezTo>
                    <a:pt x="119743" y="87881"/>
                    <a:pt x="119743" y="87881"/>
                    <a:pt x="119743" y="87881"/>
                  </a:cubicBezTo>
                  <a:cubicBezTo>
                    <a:pt x="119743" y="103251"/>
                    <a:pt x="119743" y="103251"/>
                    <a:pt x="119743" y="103251"/>
                  </a:cubicBezTo>
                  <a:cubicBezTo>
                    <a:pt x="119743" y="106009"/>
                    <a:pt x="117944" y="108768"/>
                    <a:pt x="112548" y="108768"/>
                  </a:cubicBezTo>
                  <a:close/>
                  <a:moveTo>
                    <a:pt x="74518" y="37635"/>
                  </a:moveTo>
                  <a:lnTo>
                    <a:pt x="74518" y="37635"/>
                  </a:lnTo>
                  <a:cubicBezTo>
                    <a:pt x="70663" y="37635"/>
                    <a:pt x="67066" y="34876"/>
                    <a:pt x="67066" y="32118"/>
                  </a:cubicBezTo>
                  <a:cubicBezTo>
                    <a:pt x="67066" y="21083"/>
                    <a:pt x="67066" y="21083"/>
                    <a:pt x="67066" y="21083"/>
                  </a:cubicBezTo>
                  <a:cubicBezTo>
                    <a:pt x="67066" y="0"/>
                    <a:pt x="67066" y="0"/>
                    <a:pt x="67066" y="0"/>
                  </a:cubicBezTo>
                  <a:cubicBezTo>
                    <a:pt x="119743" y="37635"/>
                    <a:pt x="119743" y="37635"/>
                    <a:pt x="119743" y="37635"/>
                  </a:cubicBezTo>
                  <a:cubicBezTo>
                    <a:pt x="88907" y="37635"/>
                    <a:pt x="88907" y="37635"/>
                    <a:pt x="88907" y="37635"/>
                  </a:cubicBezTo>
                  <a:lnTo>
                    <a:pt x="74518" y="37635"/>
                  </a:lnTo>
                  <a:close/>
                  <a:moveTo>
                    <a:pt x="27237" y="114285"/>
                  </a:moveTo>
                  <a:lnTo>
                    <a:pt x="27237" y="114285"/>
                  </a:lnTo>
                  <a:cubicBezTo>
                    <a:pt x="32633" y="114285"/>
                    <a:pt x="32633" y="114285"/>
                    <a:pt x="32633" y="114285"/>
                  </a:cubicBezTo>
                  <a:cubicBezTo>
                    <a:pt x="79914" y="114285"/>
                    <a:pt x="79914" y="114285"/>
                    <a:pt x="79914" y="114285"/>
                  </a:cubicBezTo>
                  <a:cubicBezTo>
                    <a:pt x="90706" y="114285"/>
                    <a:pt x="90706" y="114285"/>
                    <a:pt x="90706" y="114285"/>
                  </a:cubicBezTo>
                  <a:cubicBezTo>
                    <a:pt x="105353" y="114285"/>
                    <a:pt x="105353" y="114285"/>
                    <a:pt x="105353" y="114285"/>
                  </a:cubicBezTo>
                  <a:cubicBezTo>
                    <a:pt x="105353" y="117044"/>
                    <a:pt x="103554" y="119802"/>
                    <a:pt x="97901" y="119802"/>
                  </a:cubicBezTo>
                  <a:cubicBezTo>
                    <a:pt x="14389" y="119802"/>
                    <a:pt x="14389" y="119802"/>
                    <a:pt x="14389" y="119802"/>
                  </a:cubicBezTo>
                  <a:cubicBezTo>
                    <a:pt x="5396" y="119802"/>
                    <a:pt x="0" y="114285"/>
                    <a:pt x="0" y="108768"/>
                  </a:cubicBezTo>
                  <a:cubicBezTo>
                    <a:pt x="0" y="16748"/>
                    <a:pt x="0" y="16748"/>
                    <a:pt x="0" y="16748"/>
                  </a:cubicBezTo>
                  <a:cubicBezTo>
                    <a:pt x="0" y="13990"/>
                    <a:pt x="1798" y="11231"/>
                    <a:pt x="7194" y="11231"/>
                  </a:cubicBezTo>
                  <a:cubicBezTo>
                    <a:pt x="7194" y="27980"/>
                    <a:pt x="7194" y="27980"/>
                    <a:pt x="7194" y="27980"/>
                  </a:cubicBezTo>
                  <a:cubicBezTo>
                    <a:pt x="7194" y="93399"/>
                    <a:pt x="7194" y="93399"/>
                    <a:pt x="7194" y="93399"/>
                  </a:cubicBezTo>
                  <a:cubicBezTo>
                    <a:pt x="7194" y="103251"/>
                    <a:pt x="7194" y="103251"/>
                    <a:pt x="7194" y="103251"/>
                  </a:cubicBezTo>
                  <a:cubicBezTo>
                    <a:pt x="7194" y="108768"/>
                    <a:pt x="12591" y="114285"/>
                    <a:pt x="21841" y="114285"/>
                  </a:cubicBezTo>
                  <a:lnTo>
                    <a:pt x="27237" y="114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0" name="Shape 4770"/>
            <p:cNvSpPr/>
            <p:nvPr/>
          </p:nvSpPr>
          <p:spPr>
            <a:xfrm>
              <a:off x="7584738" y="2720520"/>
              <a:ext cx="201030" cy="2624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674" y="119779"/>
                  </a:moveTo>
                  <a:lnTo>
                    <a:pt x="111674" y="119779"/>
                  </a:lnTo>
                  <a:cubicBezTo>
                    <a:pt x="8038" y="119779"/>
                    <a:pt x="8038" y="119779"/>
                    <a:pt x="8038" y="119779"/>
                  </a:cubicBezTo>
                  <a:cubicBezTo>
                    <a:pt x="4019" y="119779"/>
                    <a:pt x="0" y="118238"/>
                    <a:pt x="0" y="113614"/>
                  </a:cubicBezTo>
                  <a:cubicBezTo>
                    <a:pt x="0" y="6165"/>
                    <a:pt x="0" y="6165"/>
                    <a:pt x="0" y="6165"/>
                  </a:cubicBezTo>
                  <a:cubicBezTo>
                    <a:pt x="0" y="3082"/>
                    <a:pt x="4019" y="0"/>
                    <a:pt x="8038" y="0"/>
                  </a:cubicBezTo>
                  <a:cubicBezTo>
                    <a:pt x="52822" y="0"/>
                    <a:pt x="52822" y="0"/>
                    <a:pt x="52822" y="0"/>
                  </a:cubicBezTo>
                  <a:cubicBezTo>
                    <a:pt x="52822" y="23339"/>
                    <a:pt x="52822" y="23339"/>
                    <a:pt x="52822" y="23339"/>
                  </a:cubicBezTo>
                  <a:cubicBezTo>
                    <a:pt x="52822" y="35669"/>
                    <a:pt x="52822" y="35669"/>
                    <a:pt x="52822" y="35669"/>
                  </a:cubicBezTo>
                  <a:cubicBezTo>
                    <a:pt x="52822" y="42055"/>
                    <a:pt x="58851" y="48220"/>
                    <a:pt x="68899" y="48220"/>
                  </a:cubicBezTo>
                  <a:cubicBezTo>
                    <a:pt x="85263" y="48220"/>
                    <a:pt x="85263" y="48220"/>
                    <a:pt x="85263" y="48220"/>
                  </a:cubicBezTo>
                  <a:cubicBezTo>
                    <a:pt x="119712" y="48220"/>
                    <a:pt x="119712" y="48220"/>
                    <a:pt x="119712" y="48220"/>
                  </a:cubicBezTo>
                  <a:cubicBezTo>
                    <a:pt x="119712" y="97981"/>
                    <a:pt x="119712" y="97981"/>
                    <a:pt x="119712" y="97981"/>
                  </a:cubicBezTo>
                  <a:cubicBezTo>
                    <a:pt x="119712" y="113614"/>
                    <a:pt x="119712" y="113614"/>
                    <a:pt x="119712" y="113614"/>
                  </a:cubicBezTo>
                  <a:cubicBezTo>
                    <a:pt x="119712" y="118238"/>
                    <a:pt x="115693" y="119779"/>
                    <a:pt x="111674" y="119779"/>
                  </a:cubicBezTo>
                  <a:close/>
                  <a:moveTo>
                    <a:pt x="68899" y="42055"/>
                  </a:moveTo>
                  <a:lnTo>
                    <a:pt x="68899" y="42055"/>
                  </a:lnTo>
                  <a:cubicBezTo>
                    <a:pt x="62870" y="42055"/>
                    <a:pt x="60861" y="38752"/>
                    <a:pt x="60861" y="35669"/>
                  </a:cubicBezTo>
                  <a:cubicBezTo>
                    <a:pt x="60861" y="23339"/>
                    <a:pt x="60861" y="23339"/>
                    <a:pt x="60861" y="23339"/>
                  </a:cubicBezTo>
                  <a:cubicBezTo>
                    <a:pt x="60861" y="0"/>
                    <a:pt x="60861" y="0"/>
                    <a:pt x="60861" y="0"/>
                  </a:cubicBezTo>
                  <a:cubicBezTo>
                    <a:pt x="119712" y="42055"/>
                    <a:pt x="119712" y="42055"/>
                    <a:pt x="119712" y="42055"/>
                  </a:cubicBezTo>
                  <a:cubicBezTo>
                    <a:pt x="85263" y="42055"/>
                    <a:pt x="85263" y="42055"/>
                    <a:pt x="85263" y="42055"/>
                  </a:cubicBezTo>
                  <a:lnTo>
                    <a:pt x="68899" y="420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1" name="Shape 4771"/>
            <p:cNvSpPr/>
            <p:nvPr/>
          </p:nvSpPr>
          <p:spPr>
            <a:xfrm>
              <a:off x="9614093" y="4270278"/>
              <a:ext cx="289907" cy="2582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19" y="75613"/>
                  </a:moveTo>
                  <a:lnTo>
                    <a:pt x="114219" y="75613"/>
                  </a:lnTo>
                  <a:cubicBezTo>
                    <a:pt x="111229" y="75613"/>
                    <a:pt x="108438" y="77174"/>
                    <a:pt x="105647" y="80297"/>
                  </a:cubicBezTo>
                  <a:cubicBezTo>
                    <a:pt x="102857" y="83643"/>
                    <a:pt x="102857" y="83643"/>
                    <a:pt x="102857" y="83643"/>
                  </a:cubicBezTo>
                  <a:cubicBezTo>
                    <a:pt x="100066" y="80297"/>
                    <a:pt x="100066" y="80297"/>
                    <a:pt x="100066" y="80297"/>
                  </a:cubicBezTo>
                  <a:cubicBezTo>
                    <a:pt x="97275" y="77174"/>
                    <a:pt x="94485" y="75613"/>
                    <a:pt x="91495" y="75613"/>
                  </a:cubicBezTo>
                  <a:cubicBezTo>
                    <a:pt x="85913" y="75613"/>
                    <a:pt x="80332" y="81858"/>
                    <a:pt x="80332" y="88327"/>
                  </a:cubicBezTo>
                  <a:cubicBezTo>
                    <a:pt x="80332" y="93011"/>
                    <a:pt x="81727" y="96133"/>
                    <a:pt x="83122" y="97695"/>
                  </a:cubicBezTo>
                  <a:cubicBezTo>
                    <a:pt x="87308" y="100817"/>
                    <a:pt x="87308" y="100817"/>
                    <a:pt x="87308" y="100817"/>
                  </a:cubicBezTo>
                  <a:cubicBezTo>
                    <a:pt x="83122" y="105724"/>
                    <a:pt x="83122" y="105724"/>
                    <a:pt x="83122" y="105724"/>
                  </a:cubicBezTo>
                  <a:cubicBezTo>
                    <a:pt x="81727" y="105724"/>
                    <a:pt x="81727" y="105724"/>
                    <a:pt x="81727" y="105724"/>
                  </a:cubicBezTo>
                  <a:cubicBezTo>
                    <a:pt x="5581" y="105724"/>
                    <a:pt x="5581" y="105724"/>
                    <a:pt x="5581" y="105724"/>
                  </a:cubicBezTo>
                  <a:cubicBezTo>
                    <a:pt x="1395" y="105724"/>
                    <a:pt x="0" y="102379"/>
                    <a:pt x="0" y="99256"/>
                  </a:cubicBezTo>
                  <a:cubicBezTo>
                    <a:pt x="0" y="91449"/>
                    <a:pt x="0" y="91449"/>
                    <a:pt x="0" y="91449"/>
                  </a:cubicBezTo>
                  <a:cubicBezTo>
                    <a:pt x="0" y="80297"/>
                    <a:pt x="0" y="80297"/>
                    <a:pt x="0" y="80297"/>
                  </a:cubicBezTo>
                  <a:cubicBezTo>
                    <a:pt x="0" y="72490"/>
                    <a:pt x="0" y="72490"/>
                    <a:pt x="0" y="72490"/>
                  </a:cubicBezTo>
                  <a:cubicBezTo>
                    <a:pt x="0" y="61561"/>
                    <a:pt x="0" y="61561"/>
                    <a:pt x="0" y="61561"/>
                  </a:cubicBezTo>
                  <a:cubicBezTo>
                    <a:pt x="0" y="53531"/>
                    <a:pt x="0" y="53531"/>
                    <a:pt x="0" y="53531"/>
                  </a:cubicBezTo>
                  <a:cubicBezTo>
                    <a:pt x="0" y="31449"/>
                    <a:pt x="0" y="31449"/>
                    <a:pt x="0" y="31449"/>
                  </a:cubicBezTo>
                  <a:cubicBezTo>
                    <a:pt x="119800" y="31449"/>
                    <a:pt x="119800" y="31449"/>
                    <a:pt x="119800" y="31449"/>
                  </a:cubicBezTo>
                  <a:cubicBezTo>
                    <a:pt x="119800" y="53531"/>
                    <a:pt x="119800" y="53531"/>
                    <a:pt x="119800" y="53531"/>
                  </a:cubicBezTo>
                  <a:cubicBezTo>
                    <a:pt x="119800" y="61561"/>
                    <a:pt x="119800" y="61561"/>
                    <a:pt x="119800" y="61561"/>
                  </a:cubicBezTo>
                  <a:cubicBezTo>
                    <a:pt x="119800" y="72490"/>
                    <a:pt x="119800" y="72490"/>
                    <a:pt x="119800" y="72490"/>
                  </a:cubicBezTo>
                  <a:cubicBezTo>
                    <a:pt x="119800" y="77174"/>
                    <a:pt x="119800" y="77174"/>
                    <a:pt x="119800" y="77174"/>
                  </a:cubicBezTo>
                  <a:cubicBezTo>
                    <a:pt x="118405" y="77174"/>
                    <a:pt x="115614" y="75613"/>
                    <a:pt x="114219" y="75613"/>
                  </a:cubicBezTo>
                  <a:close/>
                  <a:moveTo>
                    <a:pt x="0" y="18959"/>
                  </a:moveTo>
                  <a:lnTo>
                    <a:pt x="0" y="18959"/>
                  </a:lnTo>
                  <a:cubicBezTo>
                    <a:pt x="0" y="15836"/>
                    <a:pt x="0" y="15836"/>
                    <a:pt x="0" y="15836"/>
                  </a:cubicBezTo>
                  <a:cubicBezTo>
                    <a:pt x="0" y="6245"/>
                    <a:pt x="0" y="6245"/>
                    <a:pt x="0" y="6245"/>
                  </a:cubicBezTo>
                  <a:cubicBezTo>
                    <a:pt x="0" y="3122"/>
                    <a:pt x="1395" y="0"/>
                    <a:pt x="5581" y="0"/>
                  </a:cubicBezTo>
                  <a:cubicBezTo>
                    <a:pt x="12757" y="0"/>
                    <a:pt x="12757" y="0"/>
                    <a:pt x="12757" y="0"/>
                  </a:cubicBezTo>
                  <a:cubicBezTo>
                    <a:pt x="16943" y="0"/>
                    <a:pt x="16943" y="0"/>
                    <a:pt x="16943" y="0"/>
                  </a:cubicBezTo>
                  <a:cubicBezTo>
                    <a:pt x="22524" y="0"/>
                    <a:pt x="22524" y="0"/>
                    <a:pt x="22524" y="0"/>
                  </a:cubicBezTo>
                  <a:cubicBezTo>
                    <a:pt x="33887" y="0"/>
                    <a:pt x="33887" y="0"/>
                    <a:pt x="33887" y="0"/>
                  </a:cubicBezTo>
                  <a:cubicBezTo>
                    <a:pt x="45049" y="12490"/>
                    <a:pt x="45049" y="12490"/>
                    <a:pt x="45049" y="12490"/>
                  </a:cubicBezTo>
                  <a:cubicBezTo>
                    <a:pt x="114219" y="12490"/>
                    <a:pt x="114219" y="12490"/>
                    <a:pt x="114219" y="12490"/>
                  </a:cubicBezTo>
                  <a:cubicBezTo>
                    <a:pt x="117009" y="12490"/>
                    <a:pt x="119800" y="15836"/>
                    <a:pt x="119800" y="18959"/>
                  </a:cubicBezTo>
                  <a:cubicBezTo>
                    <a:pt x="119800" y="25204"/>
                    <a:pt x="119800" y="25204"/>
                    <a:pt x="119800" y="25204"/>
                  </a:cubicBezTo>
                  <a:cubicBezTo>
                    <a:pt x="0" y="25204"/>
                    <a:pt x="0" y="25204"/>
                    <a:pt x="0" y="25204"/>
                  </a:cubicBezTo>
                  <a:lnTo>
                    <a:pt x="0" y="18959"/>
                  </a:lnTo>
                  <a:close/>
                  <a:moveTo>
                    <a:pt x="87308" y="110408"/>
                  </a:moveTo>
                  <a:lnTo>
                    <a:pt x="87308" y="110408"/>
                  </a:lnTo>
                  <a:cubicBezTo>
                    <a:pt x="94485" y="100817"/>
                    <a:pt x="94485" y="100817"/>
                    <a:pt x="94485" y="100817"/>
                  </a:cubicBezTo>
                  <a:cubicBezTo>
                    <a:pt x="87308" y="93011"/>
                    <a:pt x="87308" y="93011"/>
                    <a:pt x="87308" y="93011"/>
                  </a:cubicBezTo>
                  <a:cubicBezTo>
                    <a:pt x="85913" y="91449"/>
                    <a:pt x="85913" y="89888"/>
                    <a:pt x="85913" y="88327"/>
                  </a:cubicBezTo>
                  <a:cubicBezTo>
                    <a:pt x="85913" y="85204"/>
                    <a:pt x="88704" y="81858"/>
                    <a:pt x="91495" y="81858"/>
                  </a:cubicBezTo>
                  <a:cubicBezTo>
                    <a:pt x="92890" y="81858"/>
                    <a:pt x="94485" y="83643"/>
                    <a:pt x="95880" y="85204"/>
                  </a:cubicBezTo>
                  <a:cubicBezTo>
                    <a:pt x="102857" y="93011"/>
                    <a:pt x="102857" y="93011"/>
                    <a:pt x="102857" y="93011"/>
                  </a:cubicBezTo>
                  <a:cubicBezTo>
                    <a:pt x="109833" y="85204"/>
                    <a:pt x="109833" y="85204"/>
                    <a:pt x="109833" y="85204"/>
                  </a:cubicBezTo>
                  <a:cubicBezTo>
                    <a:pt x="111229" y="83643"/>
                    <a:pt x="112624" y="81858"/>
                    <a:pt x="114219" y="81858"/>
                  </a:cubicBezTo>
                  <a:cubicBezTo>
                    <a:pt x="117009" y="81858"/>
                    <a:pt x="119800" y="85204"/>
                    <a:pt x="119800" y="88327"/>
                  </a:cubicBezTo>
                  <a:cubicBezTo>
                    <a:pt x="119800" y="89888"/>
                    <a:pt x="119800" y="91449"/>
                    <a:pt x="118405" y="93011"/>
                  </a:cubicBezTo>
                  <a:cubicBezTo>
                    <a:pt x="111229" y="100817"/>
                    <a:pt x="111229" y="100817"/>
                    <a:pt x="111229" y="100817"/>
                  </a:cubicBezTo>
                  <a:cubicBezTo>
                    <a:pt x="118405" y="110408"/>
                    <a:pt x="118405" y="110408"/>
                    <a:pt x="118405" y="110408"/>
                  </a:cubicBezTo>
                  <a:cubicBezTo>
                    <a:pt x="119800" y="110408"/>
                    <a:pt x="119800" y="111970"/>
                    <a:pt x="119800" y="113531"/>
                  </a:cubicBezTo>
                  <a:cubicBezTo>
                    <a:pt x="119800" y="118215"/>
                    <a:pt x="117009" y="119776"/>
                    <a:pt x="114219" y="119776"/>
                  </a:cubicBezTo>
                  <a:cubicBezTo>
                    <a:pt x="112624" y="119776"/>
                    <a:pt x="111229" y="119776"/>
                    <a:pt x="109833" y="118215"/>
                  </a:cubicBezTo>
                  <a:cubicBezTo>
                    <a:pt x="102857" y="110408"/>
                    <a:pt x="102857" y="110408"/>
                    <a:pt x="102857" y="110408"/>
                  </a:cubicBezTo>
                  <a:cubicBezTo>
                    <a:pt x="95880" y="118215"/>
                    <a:pt x="95880" y="118215"/>
                    <a:pt x="95880" y="118215"/>
                  </a:cubicBezTo>
                  <a:cubicBezTo>
                    <a:pt x="94485" y="119776"/>
                    <a:pt x="92890" y="119776"/>
                    <a:pt x="91495" y="119776"/>
                  </a:cubicBezTo>
                  <a:cubicBezTo>
                    <a:pt x="88704" y="119776"/>
                    <a:pt x="85913" y="118215"/>
                    <a:pt x="85913" y="113531"/>
                  </a:cubicBezTo>
                  <a:cubicBezTo>
                    <a:pt x="85913" y="111970"/>
                    <a:pt x="85913" y="110408"/>
                    <a:pt x="87308" y="1104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2" name="Shape 4772"/>
            <p:cNvSpPr/>
            <p:nvPr/>
          </p:nvSpPr>
          <p:spPr>
            <a:xfrm>
              <a:off x="9104108" y="4270278"/>
              <a:ext cx="292024" cy="2518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88" y="82442"/>
                  </a:moveTo>
                  <a:lnTo>
                    <a:pt x="114088" y="82442"/>
                  </a:lnTo>
                  <a:cubicBezTo>
                    <a:pt x="109950" y="82442"/>
                    <a:pt x="107192" y="84045"/>
                    <a:pt x="105812" y="85877"/>
                  </a:cubicBezTo>
                  <a:cubicBezTo>
                    <a:pt x="98916" y="93893"/>
                    <a:pt x="98916" y="93893"/>
                    <a:pt x="98916" y="93893"/>
                  </a:cubicBezTo>
                  <a:cubicBezTo>
                    <a:pt x="97536" y="92290"/>
                    <a:pt x="94581" y="90687"/>
                    <a:pt x="91822" y="90687"/>
                  </a:cubicBezTo>
                  <a:cubicBezTo>
                    <a:pt x="84926" y="90687"/>
                    <a:pt x="80788" y="97099"/>
                    <a:pt x="80788" y="103511"/>
                  </a:cubicBezTo>
                  <a:cubicBezTo>
                    <a:pt x="80788" y="105114"/>
                    <a:pt x="80788" y="106946"/>
                    <a:pt x="80788" y="108549"/>
                  </a:cubicBezTo>
                  <a:cubicBezTo>
                    <a:pt x="5517" y="108549"/>
                    <a:pt x="5517" y="108549"/>
                    <a:pt x="5517" y="108549"/>
                  </a:cubicBezTo>
                  <a:cubicBezTo>
                    <a:pt x="2758" y="108549"/>
                    <a:pt x="0" y="105114"/>
                    <a:pt x="0" y="101908"/>
                  </a:cubicBezTo>
                  <a:cubicBezTo>
                    <a:pt x="0" y="93893"/>
                    <a:pt x="0" y="93893"/>
                    <a:pt x="0" y="93893"/>
                  </a:cubicBezTo>
                  <a:cubicBezTo>
                    <a:pt x="0" y="82442"/>
                    <a:pt x="0" y="82442"/>
                    <a:pt x="0" y="82442"/>
                  </a:cubicBezTo>
                  <a:cubicBezTo>
                    <a:pt x="0" y="74427"/>
                    <a:pt x="0" y="74427"/>
                    <a:pt x="0" y="74427"/>
                  </a:cubicBezTo>
                  <a:cubicBezTo>
                    <a:pt x="0" y="63206"/>
                    <a:pt x="0" y="63206"/>
                    <a:pt x="0" y="63206"/>
                  </a:cubicBezTo>
                  <a:cubicBezTo>
                    <a:pt x="0" y="54961"/>
                    <a:pt x="0" y="54961"/>
                    <a:pt x="0" y="54961"/>
                  </a:cubicBezTo>
                  <a:cubicBezTo>
                    <a:pt x="0" y="32290"/>
                    <a:pt x="0" y="32290"/>
                    <a:pt x="0" y="32290"/>
                  </a:cubicBezTo>
                  <a:cubicBezTo>
                    <a:pt x="119802" y="32290"/>
                    <a:pt x="119802" y="32290"/>
                    <a:pt x="119802" y="32290"/>
                  </a:cubicBezTo>
                  <a:cubicBezTo>
                    <a:pt x="119802" y="54961"/>
                    <a:pt x="119802" y="54961"/>
                    <a:pt x="119802" y="54961"/>
                  </a:cubicBezTo>
                  <a:cubicBezTo>
                    <a:pt x="119802" y="63206"/>
                    <a:pt x="119802" y="63206"/>
                    <a:pt x="119802" y="63206"/>
                  </a:cubicBezTo>
                  <a:cubicBezTo>
                    <a:pt x="119802" y="74427"/>
                    <a:pt x="119802" y="74427"/>
                    <a:pt x="119802" y="74427"/>
                  </a:cubicBezTo>
                  <a:cubicBezTo>
                    <a:pt x="119802" y="82442"/>
                    <a:pt x="119802" y="82442"/>
                    <a:pt x="119802" y="82442"/>
                  </a:cubicBezTo>
                  <a:cubicBezTo>
                    <a:pt x="119802" y="84045"/>
                    <a:pt x="119802" y="84045"/>
                    <a:pt x="119802" y="84045"/>
                  </a:cubicBezTo>
                  <a:cubicBezTo>
                    <a:pt x="117044" y="82442"/>
                    <a:pt x="115665" y="82442"/>
                    <a:pt x="114088" y="82442"/>
                  </a:cubicBezTo>
                  <a:close/>
                  <a:moveTo>
                    <a:pt x="0" y="19465"/>
                  </a:moveTo>
                  <a:lnTo>
                    <a:pt x="0" y="19465"/>
                  </a:lnTo>
                  <a:cubicBezTo>
                    <a:pt x="0" y="16259"/>
                    <a:pt x="0" y="16259"/>
                    <a:pt x="0" y="16259"/>
                  </a:cubicBezTo>
                  <a:cubicBezTo>
                    <a:pt x="0" y="6412"/>
                    <a:pt x="0" y="6412"/>
                    <a:pt x="0" y="6412"/>
                  </a:cubicBezTo>
                  <a:cubicBezTo>
                    <a:pt x="0" y="3206"/>
                    <a:pt x="2758" y="0"/>
                    <a:pt x="5517" y="0"/>
                  </a:cubicBezTo>
                  <a:cubicBezTo>
                    <a:pt x="13990" y="0"/>
                    <a:pt x="13990" y="0"/>
                    <a:pt x="13990" y="0"/>
                  </a:cubicBezTo>
                  <a:cubicBezTo>
                    <a:pt x="16748" y="0"/>
                    <a:pt x="16748" y="0"/>
                    <a:pt x="16748" y="0"/>
                  </a:cubicBezTo>
                  <a:cubicBezTo>
                    <a:pt x="22266" y="0"/>
                    <a:pt x="22266" y="0"/>
                    <a:pt x="22266" y="0"/>
                  </a:cubicBezTo>
                  <a:cubicBezTo>
                    <a:pt x="33300" y="0"/>
                    <a:pt x="33300" y="0"/>
                    <a:pt x="33300" y="0"/>
                  </a:cubicBezTo>
                  <a:cubicBezTo>
                    <a:pt x="44532" y="12824"/>
                    <a:pt x="44532" y="12824"/>
                    <a:pt x="44532" y="12824"/>
                  </a:cubicBezTo>
                  <a:cubicBezTo>
                    <a:pt x="114088" y="12824"/>
                    <a:pt x="114088" y="12824"/>
                    <a:pt x="114088" y="12824"/>
                  </a:cubicBezTo>
                  <a:cubicBezTo>
                    <a:pt x="117044" y="12824"/>
                    <a:pt x="119802" y="16259"/>
                    <a:pt x="119802" y="19465"/>
                  </a:cubicBezTo>
                  <a:cubicBezTo>
                    <a:pt x="119802" y="25877"/>
                    <a:pt x="119802" y="25877"/>
                    <a:pt x="119802" y="25877"/>
                  </a:cubicBezTo>
                  <a:cubicBezTo>
                    <a:pt x="0" y="25877"/>
                    <a:pt x="0" y="25877"/>
                    <a:pt x="0" y="25877"/>
                  </a:cubicBezTo>
                  <a:lnTo>
                    <a:pt x="0" y="19465"/>
                  </a:lnTo>
                  <a:close/>
                  <a:moveTo>
                    <a:pt x="91822" y="97099"/>
                  </a:moveTo>
                  <a:lnTo>
                    <a:pt x="91822" y="97099"/>
                  </a:lnTo>
                  <a:cubicBezTo>
                    <a:pt x="93201" y="97099"/>
                    <a:pt x="94581" y="98702"/>
                    <a:pt x="94581" y="100305"/>
                  </a:cubicBezTo>
                  <a:cubicBezTo>
                    <a:pt x="98916" y="103511"/>
                    <a:pt x="98916" y="103511"/>
                    <a:pt x="98916" y="103511"/>
                  </a:cubicBezTo>
                  <a:cubicBezTo>
                    <a:pt x="109950" y="90687"/>
                    <a:pt x="109950" y="90687"/>
                    <a:pt x="109950" y="90687"/>
                  </a:cubicBezTo>
                  <a:cubicBezTo>
                    <a:pt x="111330" y="89083"/>
                    <a:pt x="112709" y="89083"/>
                    <a:pt x="114088" y="89083"/>
                  </a:cubicBezTo>
                  <a:cubicBezTo>
                    <a:pt x="117044" y="89083"/>
                    <a:pt x="119802" y="92290"/>
                    <a:pt x="119802" y="95496"/>
                  </a:cubicBezTo>
                  <a:cubicBezTo>
                    <a:pt x="119802" y="97099"/>
                    <a:pt x="118423" y="98702"/>
                    <a:pt x="117044" y="100305"/>
                  </a:cubicBezTo>
                  <a:cubicBezTo>
                    <a:pt x="103054" y="116564"/>
                    <a:pt x="103054" y="116564"/>
                    <a:pt x="103054" y="116564"/>
                  </a:cubicBezTo>
                  <a:cubicBezTo>
                    <a:pt x="101674" y="118167"/>
                    <a:pt x="100295" y="119770"/>
                    <a:pt x="98916" y="119770"/>
                  </a:cubicBezTo>
                  <a:cubicBezTo>
                    <a:pt x="97536" y="119770"/>
                    <a:pt x="96157" y="118167"/>
                    <a:pt x="94581" y="116564"/>
                  </a:cubicBezTo>
                  <a:cubicBezTo>
                    <a:pt x="87684" y="108549"/>
                    <a:pt x="87684" y="108549"/>
                    <a:pt x="87684" y="108549"/>
                  </a:cubicBezTo>
                  <a:cubicBezTo>
                    <a:pt x="86305" y="106946"/>
                    <a:pt x="86305" y="105114"/>
                    <a:pt x="86305" y="103511"/>
                  </a:cubicBezTo>
                  <a:cubicBezTo>
                    <a:pt x="86305" y="100305"/>
                    <a:pt x="87684" y="97099"/>
                    <a:pt x="91822" y="970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3" name="Shape 4773"/>
            <p:cNvSpPr/>
            <p:nvPr/>
          </p:nvSpPr>
          <p:spPr>
            <a:xfrm>
              <a:off x="8600473" y="4270278"/>
              <a:ext cx="289909" cy="2307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624" y="98589"/>
                  </a:moveTo>
                  <a:lnTo>
                    <a:pt x="112624" y="98589"/>
                  </a:lnTo>
                  <a:cubicBezTo>
                    <a:pt x="90099" y="98589"/>
                    <a:pt x="90099" y="98589"/>
                    <a:pt x="90099" y="98589"/>
                  </a:cubicBezTo>
                  <a:cubicBezTo>
                    <a:pt x="84518" y="98589"/>
                    <a:pt x="78936" y="105560"/>
                    <a:pt x="78936" y="112531"/>
                  </a:cubicBezTo>
                  <a:cubicBezTo>
                    <a:pt x="78936" y="114273"/>
                    <a:pt x="78936" y="116265"/>
                    <a:pt x="78936" y="118008"/>
                  </a:cubicBezTo>
                  <a:cubicBezTo>
                    <a:pt x="5581" y="118008"/>
                    <a:pt x="5581" y="118008"/>
                    <a:pt x="5581" y="118008"/>
                  </a:cubicBezTo>
                  <a:cubicBezTo>
                    <a:pt x="2790" y="118008"/>
                    <a:pt x="0" y="114273"/>
                    <a:pt x="0" y="110788"/>
                  </a:cubicBezTo>
                  <a:cubicBezTo>
                    <a:pt x="0" y="102074"/>
                    <a:pt x="0" y="102074"/>
                    <a:pt x="0" y="102074"/>
                  </a:cubicBezTo>
                  <a:cubicBezTo>
                    <a:pt x="0" y="89626"/>
                    <a:pt x="0" y="89626"/>
                    <a:pt x="0" y="89626"/>
                  </a:cubicBezTo>
                  <a:cubicBezTo>
                    <a:pt x="0" y="80912"/>
                    <a:pt x="0" y="80912"/>
                    <a:pt x="0" y="80912"/>
                  </a:cubicBezTo>
                  <a:cubicBezTo>
                    <a:pt x="0" y="68713"/>
                    <a:pt x="0" y="68713"/>
                    <a:pt x="0" y="68713"/>
                  </a:cubicBezTo>
                  <a:cubicBezTo>
                    <a:pt x="0" y="59751"/>
                    <a:pt x="0" y="59751"/>
                    <a:pt x="0" y="59751"/>
                  </a:cubicBezTo>
                  <a:cubicBezTo>
                    <a:pt x="0" y="35103"/>
                    <a:pt x="0" y="35103"/>
                    <a:pt x="0" y="35103"/>
                  </a:cubicBezTo>
                  <a:cubicBezTo>
                    <a:pt x="119800" y="35103"/>
                    <a:pt x="119800" y="35103"/>
                    <a:pt x="119800" y="35103"/>
                  </a:cubicBezTo>
                  <a:cubicBezTo>
                    <a:pt x="119800" y="59751"/>
                    <a:pt x="119800" y="59751"/>
                    <a:pt x="119800" y="59751"/>
                  </a:cubicBezTo>
                  <a:cubicBezTo>
                    <a:pt x="119800" y="68713"/>
                    <a:pt x="119800" y="68713"/>
                    <a:pt x="119800" y="68713"/>
                  </a:cubicBezTo>
                  <a:cubicBezTo>
                    <a:pt x="119800" y="80912"/>
                    <a:pt x="119800" y="80912"/>
                    <a:pt x="119800" y="80912"/>
                  </a:cubicBezTo>
                  <a:cubicBezTo>
                    <a:pt x="119800" y="89626"/>
                    <a:pt x="119800" y="89626"/>
                    <a:pt x="119800" y="89626"/>
                  </a:cubicBezTo>
                  <a:cubicBezTo>
                    <a:pt x="119800" y="102074"/>
                    <a:pt x="119800" y="102074"/>
                    <a:pt x="119800" y="102074"/>
                  </a:cubicBezTo>
                  <a:cubicBezTo>
                    <a:pt x="118405" y="100331"/>
                    <a:pt x="115415" y="98589"/>
                    <a:pt x="112624" y="98589"/>
                  </a:cubicBezTo>
                  <a:close/>
                  <a:moveTo>
                    <a:pt x="0" y="21161"/>
                  </a:moveTo>
                  <a:lnTo>
                    <a:pt x="0" y="21161"/>
                  </a:lnTo>
                  <a:cubicBezTo>
                    <a:pt x="0" y="17676"/>
                    <a:pt x="0" y="17676"/>
                    <a:pt x="0" y="17676"/>
                  </a:cubicBezTo>
                  <a:cubicBezTo>
                    <a:pt x="0" y="6970"/>
                    <a:pt x="0" y="6970"/>
                    <a:pt x="0" y="6970"/>
                  </a:cubicBezTo>
                  <a:cubicBezTo>
                    <a:pt x="0" y="3485"/>
                    <a:pt x="2790" y="0"/>
                    <a:pt x="5581" y="0"/>
                  </a:cubicBezTo>
                  <a:cubicBezTo>
                    <a:pt x="12558" y="0"/>
                    <a:pt x="12558" y="0"/>
                    <a:pt x="12558" y="0"/>
                  </a:cubicBezTo>
                  <a:cubicBezTo>
                    <a:pt x="16943" y="0"/>
                    <a:pt x="16943" y="0"/>
                    <a:pt x="16943" y="0"/>
                  </a:cubicBezTo>
                  <a:cubicBezTo>
                    <a:pt x="22524" y="0"/>
                    <a:pt x="22524" y="0"/>
                    <a:pt x="22524" y="0"/>
                  </a:cubicBezTo>
                  <a:cubicBezTo>
                    <a:pt x="33687" y="0"/>
                    <a:pt x="33687" y="0"/>
                    <a:pt x="33687" y="0"/>
                  </a:cubicBezTo>
                  <a:cubicBezTo>
                    <a:pt x="45049" y="13941"/>
                    <a:pt x="45049" y="13941"/>
                    <a:pt x="45049" y="13941"/>
                  </a:cubicBezTo>
                  <a:cubicBezTo>
                    <a:pt x="114019" y="13941"/>
                    <a:pt x="114019" y="13941"/>
                    <a:pt x="114019" y="13941"/>
                  </a:cubicBezTo>
                  <a:cubicBezTo>
                    <a:pt x="118405" y="13941"/>
                    <a:pt x="119800" y="17676"/>
                    <a:pt x="119800" y="21161"/>
                  </a:cubicBezTo>
                  <a:cubicBezTo>
                    <a:pt x="119800" y="28132"/>
                    <a:pt x="119800" y="28132"/>
                    <a:pt x="119800" y="28132"/>
                  </a:cubicBezTo>
                  <a:cubicBezTo>
                    <a:pt x="0" y="28132"/>
                    <a:pt x="0" y="28132"/>
                    <a:pt x="0" y="28132"/>
                  </a:cubicBezTo>
                  <a:lnTo>
                    <a:pt x="0" y="21161"/>
                  </a:lnTo>
                  <a:close/>
                  <a:moveTo>
                    <a:pt x="90099" y="105560"/>
                  </a:moveTo>
                  <a:lnTo>
                    <a:pt x="90099" y="105560"/>
                  </a:lnTo>
                  <a:cubicBezTo>
                    <a:pt x="112624" y="105560"/>
                    <a:pt x="112624" y="105560"/>
                    <a:pt x="112624" y="105560"/>
                  </a:cubicBezTo>
                  <a:cubicBezTo>
                    <a:pt x="115415" y="105560"/>
                    <a:pt x="118405" y="109045"/>
                    <a:pt x="118405" y="112531"/>
                  </a:cubicBezTo>
                  <a:cubicBezTo>
                    <a:pt x="118405" y="118008"/>
                    <a:pt x="115415" y="119751"/>
                    <a:pt x="112624" y="119751"/>
                  </a:cubicBezTo>
                  <a:cubicBezTo>
                    <a:pt x="90099" y="119751"/>
                    <a:pt x="90099" y="119751"/>
                    <a:pt x="90099" y="119751"/>
                  </a:cubicBezTo>
                  <a:cubicBezTo>
                    <a:pt x="87308" y="119751"/>
                    <a:pt x="84518" y="118008"/>
                    <a:pt x="84518" y="112531"/>
                  </a:cubicBezTo>
                  <a:cubicBezTo>
                    <a:pt x="84518" y="109045"/>
                    <a:pt x="87308" y="105560"/>
                    <a:pt x="90099" y="1055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4" name="Shape 4774"/>
            <p:cNvSpPr/>
            <p:nvPr/>
          </p:nvSpPr>
          <p:spPr>
            <a:xfrm>
              <a:off x="8094722" y="4270278"/>
              <a:ext cx="287792" cy="2582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11" y="88327"/>
                  </a:moveTo>
                  <a:lnTo>
                    <a:pt x="112811" y="88327"/>
                  </a:lnTo>
                  <a:cubicBezTo>
                    <a:pt x="112811" y="81858"/>
                    <a:pt x="107221" y="75613"/>
                    <a:pt x="101630" y="75613"/>
                  </a:cubicBezTo>
                  <a:cubicBezTo>
                    <a:pt x="94442" y="75613"/>
                    <a:pt x="90249" y="81858"/>
                    <a:pt x="90249" y="88327"/>
                  </a:cubicBezTo>
                  <a:cubicBezTo>
                    <a:pt x="83261" y="88327"/>
                    <a:pt x="79068" y="94572"/>
                    <a:pt x="79068" y="100817"/>
                  </a:cubicBezTo>
                  <a:cubicBezTo>
                    <a:pt x="79068" y="102379"/>
                    <a:pt x="79068" y="104163"/>
                    <a:pt x="79068" y="105724"/>
                  </a:cubicBezTo>
                  <a:cubicBezTo>
                    <a:pt x="5590" y="105724"/>
                    <a:pt x="5590" y="105724"/>
                    <a:pt x="5590" y="105724"/>
                  </a:cubicBezTo>
                  <a:cubicBezTo>
                    <a:pt x="1397" y="105724"/>
                    <a:pt x="0" y="102379"/>
                    <a:pt x="0" y="99256"/>
                  </a:cubicBezTo>
                  <a:cubicBezTo>
                    <a:pt x="0" y="91449"/>
                    <a:pt x="0" y="91449"/>
                    <a:pt x="0" y="91449"/>
                  </a:cubicBezTo>
                  <a:cubicBezTo>
                    <a:pt x="0" y="80297"/>
                    <a:pt x="0" y="80297"/>
                    <a:pt x="0" y="80297"/>
                  </a:cubicBezTo>
                  <a:cubicBezTo>
                    <a:pt x="0" y="72490"/>
                    <a:pt x="0" y="72490"/>
                    <a:pt x="0" y="72490"/>
                  </a:cubicBezTo>
                  <a:cubicBezTo>
                    <a:pt x="0" y="61561"/>
                    <a:pt x="0" y="61561"/>
                    <a:pt x="0" y="61561"/>
                  </a:cubicBezTo>
                  <a:cubicBezTo>
                    <a:pt x="0" y="53531"/>
                    <a:pt x="0" y="53531"/>
                    <a:pt x="0" y="53531"/>
                  </a:cubicBezTo>
                  <a:cubicBezTo>
                    <a:pt x="0" y="31449"/>
                    <a:pt x="0" y="31449"/>
                    <a:pt x="0" y="31449"/>
                  </a:cubicBezTo>
                  <a:cubicBezTo>
                    <a:pt x="119800" y="31449"/>
                    <a:pt x="119800" y="31449"/>
                    <a:pt x="119800" y="31449"/>
                  </a:cubicBezTo>
                  <a:cubicBezTo>
                    <a:pt x="119800" y="53531"/>
                    <a:pt x="119800" y="53531"/>
                    <a:pt x="119800" y="53531"/>
                  </a:cubicBezTo>
                  <a:cubicBezTo>
                    <a:pt x="119800" y="61561"/>
                    <a:pt x="119800" y="61561"/>
                    <a:pt x="119800" y="61561"/>
                  </a:cubicBezTo>
                  <a:cubicBezTo>
                    <a:pt x="119800" y="72490"/>
                    <a:pt x="119800" y="72490"/>
                    <a:pt x="119800" y="72490"/>
                  </a:cubicBezTo>
                  <a:cubicBezTo>
                    <a:pt x="119800" y="80297"/>
                    <a:pt x="119800" y="80297"/>
                    <a:pt x="119800" y="80297"/>
                  </a:cubicBezTo>
                  <a:cubicBezTo>
                    <a:pt x="119800" y="91449"/>
                    <a:pt x="119800" y="91449"/>
                    <a:pt x="119800" y="91449"/>
                  </a:cubicBezTo>
                  <a:cubicBezTo>
                    <a:pt x="118402" y="89888"/>
                    <a:pt x="115607" y="88327"/>
                    <a:pt x="112811" y="88327"/>
                  </a:cubicBezTo>
                  <a:close/>
                  <a:moveTo>
                    <a:pt x="0" y="18959"/>
                  </a:moveTo>
                  <a:lnTo>
                    <a:pt x="0" y="18959"/>
                  </a:lnTo>
                  <a:cubicBezTo>
                    <a:pt x="0" y="15836"/>
                    <a:pt x="0" y="15836"/>
                    <a:pt x="0" y="15836"/>
                  </a:cubicBezTo>
                  <a:cubicBezTo>
                    <a:pt x="0" y="6245"/>
                    <a:pt x="0" y="6245"/>
                    <a:pt x="0" y="6245"/>
                  </a:cubicBezTo>
                  <a:cubicBezTo>
                    <a:pt x="0" y="3122"/>
                    <a:pt x="1397" y="0"/>
                    <a:pt x="5590" y="0"/>
                  </a:cubicBezTo>
                  <a:cubicBezTo>
                    <a:pt x="12579" y="0"/>
                    <a:pt x="12579" y="0"/>
                    <a:pt x="12579" y="0"/>
                  </a:cubicBezTo>
                  <a:cubicBezTo>
                    <a:pt x="16971" y="0"/>
                    <a:pt x="16971" y="0"/>
                    <a:pt x="16971" y="0"/>
                  </a:cubicBezTo>
                  <a:cubicBezTo>
                    <a:pt x="22562" y="0"/>
                    <a:pt x="22562" y="0"/>
                    <a:pt x="22562" y="0"/>
                  </a:cubicBezTo>
                  <a:cubicBezTo>
                    <a:pt x="33743" y="0"/>
                    <a:pt x="33743" y="0"/>
                    <a:pt x="33743" y="0"/>
                  </a:cubicBezTo>
                  <a:cubicBezTo>
                    <a:pt x="45124" y="12490"/>
                    <a:pt x="45124" y="12490"/>
                    <a:pt x="45124" y="12490"/>
                  </a:cubicBezTo>
                  <a:cubicBezTo>
                    <a:pt x="114209" y="12490"/>
                    <a:pt x="114209" y="12490"/>
                    <a:pt x="114209" y="12490"/>
                  </a:cubicBezTo>
                  <a:cubicBezTo>
                    <a:pt x="117004" y="12490"/>
                    <a:pt x="119800" y="15836"/>
                    <a:pt x="119800" y="18959"/>
                  </a:cubicBezTo>
                  <a:cubicBezTo>
                    <a:pt x="119800" y="25204"/>
                    <a:pt x="119800" y="25204"/>
                    <a:pt x="119800" y="25204"/>
                  </a:cubicBezTo>
                  <a:cubicBezTo>
                    <a:pt x="0" y="25204"/>
                    <a:pt x="0" y="25204"/>
                    <a:pt x="0" y="25204"/>
                  </a:cubicBezTo>
                  <a:lnTo>
                    <a:pt x="0" y="18959"/>
                  </a:lnTo>
                  <a:close/>
                  <a:moveTo>
                    <a:pt x="90249" y="94572"/>
                  </a:moveTo>
                  <a:lnTo>
                    <a:pt x="90249" y="94572"/>
                  </a:lnTo>
                  <a:cubicBezTo>
                    <a:pt x="95840" y="94572"/>
                    <a:pt x="95840" y="94572"/>
                    <a:pt x="95840" y="94572"/>
                  </a:cubicBezTo>
                  <a:cubicBezTo>
                    <a:pt x="95840" y="88327"/>
                    <a:pt x="95840" y="88327"/>
                    <a:pt x="95840" y="88327"/>
                  </a:cubicBezTo>
                  <a:cubicBezTo>
                    <a:pt x="95840" y="85204"/>
                    <a:pt x="97237" y="81858"/>
                    <a:pt x="101630" y="81858"/>
                  </a:cubicBezTo>
                  <a:cubicBezTo>
                    <a:pt x="104425" y="81858"/>
                    <a:pt x="107221" y="85204"/>
                    <a:pt x="107221" y="88327"/>
                  </a:cubicBezTo>
                  <a:cubicBezTo>
                    <a:pt x="107221" y="94572"/>
                    <a:pt x="107221" y="94572"/>
                    <a:pt x="107221" y="94572"/>
                  </a:cubicBezTo>
                  <a:cubicBezTo>
                    <a:pt x="112811" y="94572"/>
                    <a:pt x="112811" y="94572"/>
                    <a:pt x="112811" y="94572"/>
                  </a:cubicBezTo>
                  <a:cubicBezTo>
                    <a:pt x="115607" y="94572"/>
                    <a:pt x="118402" y="97695"/>
                    <a:pt x="118402" y="100817"/>
                  </a:cubicBezTo>
                  <a:cubicBezTo>
                    <a:pt x="118402" y="105724"/>
                    <a:pt x="115607" y="107286"/>
                    <a:pt x="112811" y="107286"/>
                  </a:cubicBezTo>
                  <a:cubicBezTo>
                    <a:pt x="107221" y="107286"/>
                    <a:pt x="107221" y="107286"/>
                    <a:pt x="107221" y="107286"/>
                  </a:cubicBezTo>
                  <a:cubicBezTo>
                    <a:pt x="107221" y="113531"/>
                    <a:pt x="107221" y="113531"/>
                    <a:pt x="107221" y="113531"/>
                  </a:cubicBezTo>
                  <a:cubicBezTo>
                    <a:pt x="107221" y="118215"/>
                    <a:pt x="104425" y="119776"/>
                    <a:pt x="101630" y="119776"/>
                  </a:cubicBezTo>
                  <a:cubicBezTo>
                    <a:pt x="97237" y="119776"/>
                    <a:pt x="95840" y="118215"/>
                    <a:pt x="95840" y="113531"/>
                  </a:cubicBezTo>
                  <a:cubicBezTo>
                    <a:pt x="95840" y="107286"/>
                    <a:pt x="95840" y="107286"/>
                    <a:pt x="95840" y="107286"/>
                  </a:cubicBezTo>
                  <a:cubicBezTo>
                    <a:pt x="90249" y="107286"/>
                    <a:pt x="90249" y="107286"/>
                    <a:pt x="90249" y="107286"/>
                  </a:cubicBezTo>
                  <a:cubicBezTo>
                    <a:pt x="86056" y="107286"/>
                    <a:pt x="84658" y="105724"/>
                    <a:pt x="84658" y="100817"/>
                  </a:cubicBezTo>
                  <a:cubicBezTo>
                    <a:pt x="84658" y="97695"/>
                    <a:pt x="86056" y="94572"/>
                    <a:pt x="90249" y="945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5" name="Shape 4775"/>
            <p:cNvSpPr/>
            <p:nvPr/>
          </p:nvSpPr>
          <p:spPr>
            <a:xfrm>
              <a:off x="7586855" y="4270278"/>
              <a:ext cx="292024" cy="2286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76" y="119747"/>
                  </a:moveTo>
                  <a:lnTo>
                    <a:pt x="114276" y="119747"/>
                  </a:lnTo>
                  <a:cubicBezTo>
                    <a:pt x="5526" y="119747"/>
                    <a:pt x="5526" y="119747"/>
                    <a:pt x="5526" y="119747"/>
                  </a:cubicBezTo>
                  <a:cubicBezTo>
                    <a:pt x="2763" y="119747"/>
                    <a:pt x="0" y="115957"/>
                    <a:pt x="0" y="112421"/>
                  </a:cubicBezTo>
                  <a:cubicBezTo>
                    <a:pt x="0" y="103578"/>
                    <a:pt x="0" y="103578"/>
                    <a:pt x="0" y="103578"/>
                  </a:cubicBezTo>
                  <a:cubicBezTo>
                    <a:pt x="0" y="90947"/>
                    <a:pt x="0" y="90947"/>
                    <a:pt x="0" y="90947"/>
                  </a:cubicBezTo>
                  <a:cubicBezTo>
                    <a:pt x="0" y="82105"/>
                    <a:pt x="0" y="82105"/>
                    <a:pt x="0" y="82105"/>
                  </a:cubicBezTo>
                  <a:cubicBezTo>
                    <a:pt x="0" y="69726"/>
                    <a:pt x="0" y="69726"/>
                    <a:pt x="0" y="69726"/>
                  </a:cubicBezTo>
                  <a:cubicBezTo>
                    <a:pt x="0" y="60631"/>
                    <a:pt x="0" y="60631"/>
                    <a:pt x="0" y="60631"/>
                  </a:cubicBezTo>
                  <a:cubicBezTo>
                    <a:pt x="0" y="35621"/>
                    <a:pt x="0" y="35621"/>
                    <a:pt x="0" y="35621"/>
                  </a:cubicBezTo>
                  <a:cubicBezTo>
                    <a:pt x="119802" y="35621"/>
                    <a:pt x="119802" y="35621"/>
                    <a:pt x="119802" y="35621"/>
                  </a:cubicBezTo>
                  <a:cubicBezTo>
                    <a:pt x="119802" y="60631"/>
                    <a:pt x="119802" y="60631"/>
                    <a:pt x="119802" y="60631"/>
                  </a:cubicBezTo>
                  <a:cubicBezTo>
                    <a:pt x="119802" y="69726"/>
                    <a:pt x="119802" y="69726"/>
                    <a:pt x="119802" y="69726"/>
                  </a:cubicBezTo>
                  <a:cubicBezTo>
                    <a:pt x="119802" y="82105"/>
                    <a:pt x="119802" y="82105"/>
                    <a:pt x="119802" y="82105"/>
                  </a:cubicBezTo>
                  <a:cubicBezTo>
                    <a:pt x="119802" y="90947"/>
                    <a:pt x="119802" y="90947"/>
                    <a:pt x="119802" y="90947"/>
                  </a:cubicBezTo>
                  <a:cubicBezTo>
                    <a:pt x="119802" y="103578"/>
                    <a:pt x="119802" y="103578"/>
                    <a:pt x="119802" y="103578"/>
                  </a:cubicBezTo>
                  <a:cubicBezTo>
                    <a:pt x="119802" y="112421"/>
                    <a:pt x="119802" y="112421"/>
                    <a:pt x="119802" y="112421"/>
                  </a:cubicBezTo>
                  <a:cubicBezTo>
                    <a:pt x="119802" y="115957"/>
                    <a:pt x="117039" y="119747"/>
                    <a:pt x="114276" y="119747"/>
                  </a:cubicBezTo>
                  <a:close/>
                  <a:moveTo>
                    <a:pt x="0" y="21473"/>
                  </a:moveTo>
                  <a:lnTo>
                    <a:pt x="0" y="21473"/>
                  </a:lnTo>
                  <a:cubicBezTo>
                    <a:pt x="0" y="17936"/>
                    <a:pt x="0" y="17936"/>
                    <a:pt x="0" y="17936"/>
                  </a:cubicBezTo>
                  <a:cubicBezTo>
                    <a:pt x="0" y="7073"/>
                    <a:pt x="0" y="7073"/>
                    <a:pt x="0" y="7073"/>
                  </a:cubicBezTo>
                  <a:cubicBezTo>
                    <a:pt x="0" y="3536"/>
                    <a:pt x="2763" y="0"/>
                    <a:pt x="5526" y="0"/>
                  </a:cubicBezTo>
                  <a:cubicBezTo>
                    <a:pt x="13815" y="0"/>
                    <a:pt x="13815" y="0"/>
                    <a:pt x="13815" y="0"/>
                  </a:cubicBezTo>
                  <a:cubicBezTo>
                    <a:pt x="16578" y="0"/>
                    <a:pt x="16578" y="0"/>
                    <a:pt x="16578" y="0"/>
                  </a:cubicBezTo>
                  <a:cubicBezTo>
                    <a:pt x="22302" y="0"/>
                    <a:pt x="22302" y="0"/>
                    <a:pt x="22302" y="0"/>
                  </a:cubicBezTo>
                  <a:cubicBezTo>
                    <a:pt x="33355" y="0"/>
                    <a:pt x="33355" y="0"/>
                    <a:pt x="33355" y="0"/>
                  </a:cubicBezTo>
                  <a:cubicBezTo>
                    <a:pt x="44605" y="14147"/>
                    <a:pt x="44605" y="14147"/>
                    <a:pt x="44605" y="14147"/>
                  </a:cubicBezTo>
                  <a:cubicBezTo>
                    <a:pt x="114276" y="14147"/>
                    <a:pt x="114276" y="14147"/>
                    <a:pt x="114276" y="14147"/>
                  </a:cubicBezTo>
                  <a:cubicBezTo>
                    <a:pt x="117039" y="14147"/>
                    <a:pt x="119802" y="17936"/>
                    <a:pt x="119802" y="21473"/>
                  </a:cubicBezTo>
                  <a:cubicBezTo>
                    <a:pt x="119802" y="28547"/>
                    <a:pt x="119802" y="28547"/>
                    <a:pt x="119802" y="28547"/>
                  </a:cubicBezTo>
                  <a:cubicBezTo>
                    <a:pt x="0" y="28547"/>
                    <a:pt x="0" y="28547"/>
                    <a:pt x="0" y="28547"/>
                  </a:cubicBezTo>
                  <a:lnTo>
                    <a:pt x="0" y="214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6" name="Shape 4776"/>
            <p:cNvSpPr/>
            <p:nvPr/>
          </p:nvSpPr>
          <p:spPr>
            <a:xfrm>
              <a:off x="10579040" y="2204054"/>
              <a:ext cx="287792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698" y="119800"/>
                  </a:moveTo>
                  <a:lnTo>
                    <a:pt x="60698" y="119800"/>
                  </a:lnTo>
                  <a:cubicBezTo>
                    <a:pt x="26755" y="119800"/>
                    <a:pt x="0" y="93089"/>
                    <a:pt x="0" y="60598"/>
                  </a:cubicBezTo>
                  <a:cubicBezTo>
                    <a:pt x="0" y="26910"/>
                    <a:pt x="26755" y="0"/>
                    <a:pt x="60698" y="0"/>
                  </a:cubicBezTo>
                  <a:cubicBezTo>
                    <a:pt x="93044" y="0"/>
                    <a:pt x="119800" y="26910"/>
                    <a:pt x="119800" y="60598"/>
                  </a:cubicBezTo>
                  <a:cubicBezTo>
                    <a:pt x="119800" y="93089"/>
                    <a:pt x="93044" y="119800"/>
                    <a:pt x="60698" y="119800"/>
                  </a:cubicBezTo>
                  <a:close/>
                  <a:moveTo>
                    <a:pt x="60698" y="11362"/>
                  </a:moveTo>
                  <a:lnTo>
                    <a:pt x="60698" y="11362"/>
                  </a:lnTo>
                  <a:cubicBezTo>
                    <a:pt x="33743" y="11362"/>
                    <a:pt x="11181" y="33887"/>
                    <a:pt x="11181" y="60598"/>
                  </a:cubicBezTo>
                  <a:cubicBezTo>
                    <a:pt x="11181" y="87508"/>
                    <a:pt x="33743" y="108637"/>
                    <a:pt x="60698" y="108637"/>
                  </a:cubicBezTo>
                  <a:cubicBezTo>
                    <a:pt x="87454" y="108637"/>
                    <a:pt x="108618" y="87508"/>
                    <a:pt x="108618" y="60598"/>
                  </a:cubicBezTo>
                  <a:cubicBezTo>
                    <a:pt x="108618" y="33887"/>
                    <a:pt x="87454" y="11362"/>
                    <a:pt x="60698" y="11362"/>
                  </a:cubicBezTo>
                  <a:close/>
                  <a:moveTo>
                    <a:pt x="78868" y="73355"/>
                  </a:moveTo>
                  <a:lnTo>
                    <a:pt x="78868" y="73355"/>
                  </a:lnTo>
                  <a:cubicBezTo>
                    <a:pt x="78868" y="76146"/>
                    <a:pt x="76073" y="78936"/>
                    <a:pt x="73277" y="78936"/>
                  </a:cubicBezTo>
                  <a:cubicBezTo>
                    <a:pt x="70482" y="78936"/>
                    <a:pt x="67687" y="76146"/>
                    <a:pt x="67687" y="73355"/>
                  </a:cubicBezTo>
                  <a:cubicBezTo>
                    <a:pt x="67687" y="64983"/>
                    <a:pt x="67687" y="64983"/>
                    <a:pt x="67687" y="64983"/>
                  </a:cubicBezTo>
                  <a:cubicBezTo>
                    <a:pt x="50715" y="77541"/>
                    <a:pt x="50715" y="77541"/>
                    <a:pt x="50715" y="77541"/>
                  </a:cubicBezTo>
                  <a:cubicBezTo>
                    <a:pt x="49317" y="78936"/>
                    <a:pt x="47920" y="78936"/>
                    <a:pt x="46522" y="78936"/>
                  </a:cubicBezTo>
                  <a:cubicBezTo>
                    <a:pt x="43727" y="78936"/>
                    <a:pt x="40732" y="76146"/>
                    <a:pt x="40732" y="73355"/>
                  </a:cubicBezTo>
                  <a:cubicBezTo>
                    <a:pt x="40732" y="46644"/>
                    <a:pt x="40732" y="46644"/>
                    <a:pt x="40732" y="46644"/>
                  </a:cubicBezTo>
                  <a:cubicBezTo>
                    <a:pt x="40732" y="43853"/>
                    <a:pt x="43727" y="40863"/>
                    <a:pt x="46522" y="40863"/>
                  </a:cubicBezTo>
                  <a:cubicBezTo>
                    <a:pt x="47920" y="40863"/>
                    <a:pt x="49317" y="42458"/>
                    <a:pt x="50715" y="42458"/>
                  </a:cubicBezTo>
                  <a:cubicBezTo>
                    <a:pt x="67687" y="55016"/>
                    <a:pt x="67687" y="55016"/>
                    <a:pt x="67687" y="55016"/>
                  </a:cubicBezTo>
                  <a:cubicBezTo>
                    <a:pt x="67687" y="46644"/>
                    <a:pt x="67687" y="46644"/>
                    <a:pt x="67687" y="46644"/>
                  </a:cubicBezTo>
                  <a:cubicBezTo>
                    <a:pt x="67687" y="43853"/>
                    <a:pt x="70482" y="40863"/>
                    <a:pt x="73277" y="40863"/>
                  </a:cubicBezTo>
                  <a:cubicBezTo>
                    <a:pt x="76073" y="40863"/>
                    <a:pt x="78868" y="43853"/>
                    <a:pt x="78868" y="46644"/>
                  </a:cubicBezTo>
                  <a:cubicBezTo>
                    <a:pt x="78868" y="73355"/>
                    <a:pt x="78868" y="73355"/>
                    <a:pt x="78868" y="733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7" name="Shape 4777"/>
            <p:cNvSpPr/>
            <p:nvPr/>
          </p:nvSpPr>
          <p:spPr>
            <a:xfrm>
              <a:off x="10073289" y="2204054"/>
              <a:ext cx="287792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101" y="119800"/>
                  </a:moveTo>
                  <a:lnTo>
                    <a:pt x="59101" y="119800"/>
                  </a:lnTo>
                  <a:cubicBezTo>
                    <a:pt x="26755" y="119800"/>
                    <a:pt x="0" y="93089"/>
                    <a:pt x="0" y="60598"/>
                  </a:cubicBezTo>
                  <a:cubicBezTo>
                    <a:pt x="0" y="26910"/>
                    <a:pt x="26755" y="0"/>
                    <a:pt x="59101" y="0"/>
                  </a:cubicBezTo>
                  <a:cubicBezTo>
                    <a:pt x="93044" y="0"/>
                    <a:pt x="119800" y="26910"/>
                    <a:pt x="119800" y="60598"/>
                  </a:cubicBezTo>
                  <a:cubicBezTo>
                    <a:pt x="119800" y="93089"/>
                    <a:pt x="93044" y="119800"/>
                    <a:pt x="59101" y="119800"/>
                  </a:cubicBezTo>
                  <a:close/>
                  <a:moveTo>
                    <a:pt x="59101" y="11362"/>
                  </a:moveTo>
                  <a:lnTo>
                    <a:pt x="59101" y="11362"/>
                  </a:lnTo>
                  <a:cubicBezTo>
                    <a:pt x="32346" y="11362"/>
                    <a:pt x="11181" y="33887"/>
                    <a:pt x="11181" y="60598"/>
                  </a:cubicBezTo>
                  <a:cubicBezTo>
                    <a:pt x="11181" y="87508"/>
                    <a:pt x="32346" y="108637"/>
                    <a:pt x="59101" y="108637"/>
                  </a:cubicBezTo>
                  <a:cubicBezTo>
                    <a:pt x="86056" y="108637"/>
                    <a:pt x="108618" y="87508"/>
                    <a:pt x="108618" y="60598"/>
                  </a:cubicBezTo>
                  <a:cubicBezTo>
                    <a:pt x="108618" y="33887"/>
                    <a:pt x="86056" y="11362"/>
                    <a:pt x="59101" y="11362"/>
                  </a:cubicBezTo>
                  <a:close/>
                  <a:moveTo>
                    <a:pt x="78868" y="73355"/>
                  </a:moveTo>
                  <a:lnTo>
                    <a:pt x="78868" y="73355"/>
                  </a:lnTo>
                  <a:cubicBezTo>
                    <a:pt x="78868" y="76146"/>
                    <a:pt x="76073" y="78936"/>
                    <a:pt x="73277" y="78936"/>
                  </a:cubicBezTo>
                  <a:cubicBezTo>
                    <a:pt x="71880" y="78936"/>
                    <a:pt x="70482" y="78936"/>
                    <a:pt x="69084" y="77541"/>
                  </a:cubicBezTo>
                  <a:cubicBezTo>
                    <a:pt x="52113" y="64983"/>
                    <a:pt x="52113" y="64983"/>
                    <a:pt x="52113" y="64983"/>
                  </a:cubicBezTo>
                  <a:cubicBezTo>
                    <a:pt x="52113" y="73355"/>
                    <a:pt x="52113" y="73355"/>
                    <a:pt x="52113" y="73355"/>
                  </a:cubicBezTo>
                  <a:cubicBezTo>
                    <a:pt x="52113" y="76146"/>
                    <a:pt x="49317" y="78936"/>
                    <a:pt x="46522" y="78936"/>
                  </a:cubicBezTo>
                  <a:cubicBezTo>
                    <a:pt x="43727" y="78936"/>
                    <a:pt x="40732" y="76146"/>
                    <a:pt x="40732" y="73355"/>
                  </a:cubicBezTo>
                  <a:cubicBezTo>
                    <a:pt x="40732" y="46644"/>
                    <a:pt x="40732" y="46644"/>
                    <a:pt x="40732" y="46644"/>
                  </a:cubicBezTo>
                  <a:cubicBezTo>
                    <a:pt x="40732" y="43853"/>
                    <a:pt x="43727" y="40863"/>
                    <a:pt x="46522" y="40863"/>
                  </a:cubicBezTo>
                  <a:cubicBezTo>
                    <a:pt x="49317" y="40863"/>
                    <a:pt x="52113" y="43853"/>
                    <a:pt x="52113" y="46644"/>
                  </a:cubicBezTo>
                  <a:cubicBezTo>
                    <a:pt x="52113" y="55016"/>
                    <a:pt x="52113" y="55016"/>
                    <a:pt x="52113" y="55016"/>
                  </a:cubicBezTo>
                  <a:cubicBezTo>
                    <a:pt x="69084" y="42458"/>
                    <a:pt x="69084" y="42458"/>
                    <a:pt x="69084" y="42458"/>
                  </a:cubicBezTo>
                  <a:cubicBezTo>
                    <a:pt x="70482" y="42458"/>
                    <a:pt x="71880" y="40863"/>
                    <a:pt x="73277" y="40863"/>
                  </a:cubicBezTo>
                  <a:cubicBezTo>
                    <a:pt x="76073" y="40863"/>
                    <a:pt x="78868" y="43853"/>
                    <a:pt x="78868" y="46644"/>
                  </a:cubicBezTo>
                  <a:cubicBezTo>
                    <a:pt x="78868" y="73355"/>
                    <a:pt x="78868" y="73355"/>
                    <a:pt x="78868" y="733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8" name="Shape 4778"/>
            <p:cNvSpPr/>
            <p:nvPr/>
          </p:nvSpPr>
          <p:spPr>
            <a:xfrm>
              <a:off x="9565422" y="2204054"/>
              <a:ext cx="292024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01" y="119800"/>
                  </a:moveTo>
                  <a:lnTo>
                    <a:pt x="59901" y="119800"/>
                  </a:lnTo>
                  <a:cubicBezTo>
                    <a:pt x="26600" y="119800"/>
                    <a:pt x="0" y="93089"/>
                    <a:pt x="0" y="60598"/>
                  </a:cubicBezTo>
                  <a:cubicBezTo>
                    <a:pt x="0" y="26910"/>
                    <a:pt x="26600" y="0"/>
                    <a:pt x="59901" y="0"/>
                  </a:cubicBezTo>
                  <a:cubicBezTo>
                    <a:pt x="93399" y="0"/>
                    <a:pt x="119802" y="26910"/>
                    <a:pt x="119802" y="60598"/>
                  </a:cubicBezTo>
                  <a:cubicBezTo>
                    <a:pt x="119802" y="93089"/>
                    <a:pt x="93399" y="119800"/>
                    <a:pt x="59901" y="119800"/>
                  </a:cubicBezTo>
                  <a:close/>
                  <a:moveTo>
                    <a:pt x="59901" y="11362"/>
                  </a:moveTo>
                  <a:lnTo>
                    <a:pt x="59901" y="11362"/>
                  </a:lnTo>
                  <a:cubicBezTo>
                    <a:pt x="33497" y="11362"/>
                    <a:pt x="11231" y="33887"/>
                    <a:pt x="11231" y="60598"/>
                  </a:cubicBezTo>
                  <a:cubicBezTo>
                    <a:pt x="11231" y="87508"/>
                    <a:pt x="33497" y="108637"/>
                    <a:pt x="59901" y="108637"/>
                  </a:cubicBezTo>
                  <a:cubicBezTo>
                    <a:pt x="86502" y="108637"/>
                    <a:pt x="108768" y="87508"/>
                    <a:pt x="108768" y="60598"/>
                  </a:cubicBezTo>
                  <a:cubicBezTo>
                    <a:pt x="108768" y="33887"/>
                    <a:pt x="86502" y="11362"/>
                    <a:pt x="59901" y="11362"/>
                  </a:cubicBezTo>
                  <a:close/>
                  <a:moveTo>
                    <a:pt x="85123" y="64983"/>
                  </a:moveTo>
                  <a:lnTo>
                    <a:pt x="85123" y="64983"/>
                  </a:lnTo>
                  <a:cubicBezTo>
                    <a:pt x="66995" y="77541"/>
                    <a:pt x="66995" y="77541"/>
                    <a:pt x="66995" y="77541"/>
                  </a:cubicBezTo>
                  <a:cubicBezTo>
                    <a:pt x="65615" y="78936"/>
                    <a:pt x="65615" y="78936"/>
                    <a:pt x="64236" y="78936"/>
                  </a:cubicBezTo>
                  <a:cubicBezTo>
                    <a:pt x="59901" y="78936"/>
                    <a:pt x="58522" y="76146"/>
                    <a:pt x="58522" y="73355"/>
                  </a:cubicBezTo>
                  <a:cubicBezTo>
                    <a:pt x="58522" y="66378"/>
                    <a:pt x="58522" y="66378"/>
                    <a:pt x="58522" y="66378"/>
                  </a:cubicBezTo>
                  <a:cubicBezTo>
                    <a:pt x="40394" y="77541"/>
                    <a:pt x="40394" y="77541"/>
                    <a:pt x="40394" y="77541"/>
                  </a:cubicBezTo>
                  <a:cubicBezTo>
                    <a:pt x="40394" y="78936"/>
                    <a:pt x="39014" y="78936"/>
                    <a:pt x="37635" y="78936"/>
                  </a:cubicBezTo>
                  <a:cubicBezTo>
                    <a:pt x="34876" y="78936"/>
                    <a:pt x="32118" y="76146"/>
                    <a:pt x="32118" y="73355"/>
                  </a:cubicBezTo>
                  <a:cubicBezTo>
                    <a:pt x="32118" y="46644"/>
                    <a:pt x="32118" y="46644"/>
                    <a:pt x="32118" y="46644"/>
                  </a:cubicBezTo>
                  <a:cubicBezTo>
                    <a:pt x="32118" y="43853"/>
                    <a:pt x="34876" y="40863"/>
                    <a:pt x="37635" y="40863"/>
                  </a:cubicBezTo>
                  <a:cubicBezTo>
                    <a:pt x="39014" y="40863"/>
                    <a:pt x="40394" y="42458"/>
                    <a:pt x="40394" y="42458"/>
                  </a:cubicBezTo>
                  <a:cubicBezTo>
                    <a:pt x="58522" y="55016"/>
                    <a:pt x="58522" y="55016"/>
                    <a:pt x="58522" y="55016"/>
                  </a:cubicBezTo>
                  <a:cubicBezTo>
                    <a:pt x="58522" y="46644"/>
                    <a:pt x="58522" y="46644"/>
                    <a:pt x="58522" y="46644"/>
                  </a:cubicBezTo>
                  <a:cubicBezTo>
                    <a:pt x="58522" y="43853"/>
                    <a:pt x="59901" y="40863"/>
                    <a:pt x="64236" y="40863"/>
                  </a:cubicBezTo>
                  <a:cubicBezTo>
                    <a:pt x="65615" y="40863"/>
                    <a:pt x="65615" y="42458"/>
                    <a:pt x="66995" y="42458"/>
                  </a:cubicBezTo>
                  <a:cubicBezTo>
                    <a:pt x="85123" y="55016"/>
                    <a:pt x="85123" y="55016"/>
                    <a:pt x="85123" y="55016"/>
                  </a:cubicBezTo>
                  <a:cubicBezTo>
                    <a:pt x="86502" y="56411"/>
                    <a:pt x="87881" y="57807"/>
                    <a:pt x="87881" y="60598"/>
                  </a:cubicBezTo>
                  <a:cubicBezTo>
                    <a:pt x="87881" y="61993"/>
                    <a:pt x="86502" y="63388"/>
                    <a:pt x="85123" y="6498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9" name="Shape 4779"/>
            <p:cNvSpPr/>
            <p:nvPr/>
          </p:nvSpPr>
          <p:spPr>
            <a:xfrm>
              <a:off x="9059669" y="2204054"/>
              <a:ext cx="289909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598" y="119800"/>
                  </a:moveTo>
                  <a:lnTo>
                    <a:pt x="60598" y="119800"/>
                  </a:lnTo>
                  <a:cubicBezTo>
                    <a:pt x="93089" y="119800"/>
                    <a:pt x="119800" y="93089"/>
                    <a:pt x="119800" y="60598"/>
                  </a:cubicBezTo>
                  <a:cubicBezTo>
                    <a:pt x="119800" y="26910"/>
                    <a:pt x="93089" y="0"/>
                    <a:pt x="60598" y="0"/>
                  </a:cubicBezTo>
                  <a:cubicBezTo>
                    <a:pt x="26910" y="0"/>
                    <a:pt x="0" y="26910"/>
                    <a:pt x="0" y="60598"/>
                  </a:cubicBezTo>
                  <a:cubicBezTo>
                    <a:pt x="0" y="93089"/>
                    <a:pt x="26910" y="119800"/>
                    <a:pt x="60598" y="119800"/>
                  </a:cubicBezTo>
                  <a:close/>
                  <a:moveTo>
                    <a:pt x="60598" y="11362"/>
                  </a:moveTo>
                  <a:lnTo>
                    <a:pt x="60598" y="11362"/>
                  </a:lnTo>
                  <a:cubicBezTo>
                    <a:pt x="87508" y="11362"/>
                    <a:pt x="108438" y="33887"/>
                    <a:pt x="108438" y="60598"/>
                  </a:cubicBezTo>
                  <a:cubicBezTo>
                    <a:pt x="108438" y="87508"/>
                    <a:pt x="87508" y="108637"/>
                    <a:pt x="60598" y="108637"/>
                  </a:cubicBezTo>
                  <a:cubicBezTo>
                    <a:pt x="33887" y="108637"/>
                    <a:pt x="11362" y="87508"/>
                    <a:pt x="11362" y="60598"/>
                  </a:cubicBezTo>
                  <a:cubicBezTo>
                    <a:pt x="11362" y="33887"/>
                    <a:pt x="33887" y="11362"/>
                    <a:pt x="60598" y="11362"/>
                  </a:cubicBezTo>
                  <a:close/>
                  <a:moveTo>
                    <a:pt x="35282" y="64983"/>
                  </a:moveTo>
                  <a:lnTo>
                    <a:pt x="35282" y="64983"/>
                  </a:lnTo>
                  <a:cubicBezTo>
                    <a:pt x="53621" y="77541"/>
                    <a:pt x="53621" y="77541"/>
                    <a:pt x="53621" y="77541"/>
                  </a:cubicBezTo>
                  <a:cubicBezTo>
                    <a:pt x="53621" y="78936"/>
                    <a:pt x="55016" y="78936"/>
                    <a:pt x="56411" y="78936"/>
                  </a:cubicBezTo>
                  <a:cubicBezTo>
                    <a:pt x="59202" y="78936"/>
                    <a:pt x="61993" y="76146"/>
                    <a:pt x="61993" y="73355"/>
                  </a:cubicBezTo>
                  <a:cubicBezTo>
                    <a:pt x="61993" y="66378"/>
                    <a:pt x="61993" y="66378"/>
                    <a:pt x="61993" y="66378"/>
                  </a:cubicBezTo>
                  <a:cubicBezTo>
                    <a:pt x="78936" y="77541"/>
                    <a:pt x="78936" y="77541"/>
                    <a:pt x="78936" y="77541"/>
                  </a:cubicBezTo>
                  <a:cubicBezTo>
                    <a:pt x="80332" y="78936"/>
                    <a:pt x="81727" y="78936"/>
                    <a:pt x="83122" y="78936"/>
                  </a:cubicBezTo>
                  <a:cubicBezTo>
                    <a:pt x="85913" y="78936"/>
                    <a:pt x="88903" y="76146"/>
                    <a:pt x="88903" y="73355"/>
                  </a:cubicBezTo>
                  <a:cubicBezTo>
                    <a:pt x="88903" y="46644"/>
                    <a:pt x="88903" y="46644"/>
                    <a:pt x="88903" y="46644"/>
                  </a:cubicBezTo>
                  <a:cubicBezTo>
                    <a:pt x="88903" y="43853"/>
                    <a:pt x="85913" y="40863"/>
                    <a:pt x="83122" y="40863"/>
                  </a:cubicBezTo>
                  <a:cubicBezTo>
                    <a:pt x="81727" y="40863"/>
                    <a:pt x="80332" y="42458"/>
                    <a:pt x="78936" y="42458"/>
                  </a:cubicBezTo>
                  <a:cubicBezTo>
                    <a:pt x="61993" y="55016"/>
                    <a:pt x="61993" y="55016"/>
                    <a:pt x="61993" y="55016"/>
                  </a:cubicBezTo>
                  <a:cubicBezTo>
                    <a:pt x="61993" y="46644"/>
                    <a:pt x="61993" y="46644"/>
                    <a:pt x="61993" y="46644"/>
                  </a:cubicBezTo>
                  <a:cubicBezTo>
                    <a:pt x="61993" y="43853"/>
                    <a:pt x="59202" y="40863"/>
                    <a:pt x="56411" y="40863"/>
                  </a:cubicBezTo>
                  <a:cubicBezTo>
                    <a:pt x="55016" y="40863"/>
                    <a:pt x="53621" y="42458"/>
                    <a:pt x="53621" y="42458"/>
                  </a:cubicBezTo>
                  <a:cubicBezTo>
                    <a:pt x="35282" y="55016"/>
                    <a:pt x="35282" y="55016"/>
                    <a:pt x="35282" y="55016"/>
                  </a:cubicBezTo>
                  <a:cubicBezTo>
                    <a:pt x="32491" y="56411"/>
                    <a:pt x="32491" y="57807"/>
                    <a:pt x="32491" y="60598"/>
                  </a:cubicBezTo>
                  <a:cubicBezTo>
                    <a:pt x="32491" y="61993"/>
                    <a:pt x="32491" y="63388"/>
                    <a:pt x="35282" y="6498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0" name="Shape 4780"/>
            <p:cNvSpPr/>
            <p:nvPr/>
          </p:nvSpPr>
          <p:spPr>
            <a:xfrm>
              <a:off x="8553919" y="2204054"/>
              <a:ext cx="289907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202" y="119800"/>
                  </a:moveTo>
                  <a:lnTo>
                    <a:pt x="59202" y="119800"/>
                  </a:lnTo>
                  <a:cubicBezTo>
                    <a:pt x="26910" y="119800"/>
                    <a:pt x="0" y="93089"/>
                    <a:pt x="0" y="60598"/>
                  </a:cubicBezTo>
                  <a:cubicBezTo>
                    <a:pt x="0" y="26910"/>
                    <a:pt x="26910" y="0"/>
                    <a:pt x="59202" y="0"/>
                  </a:cubicBezTo>
                  <a:cubicBezTo>
                    <a:pt x="93089" y="0"/>
                    <a:pt x="119800" y="26910"/>
                    <a:pt x="119800" y="60598"/>
                  </a:cubicBezTo>
                  <a:cubicBezTo>
                    <a:pt x="119800" y="93089"/>
                    <a:pt x="93089" y="119800"/>
                    <a:pt x="59202" y="119800"/>
                  </a:cubicBezTo>
                  <a:close/>
                  <a:moveTo>
                    <a:pt x="59202" y="11362"/>
                  </a:moveTo>
                  <a:lnTo>
                    <a:pt x="59202" y="11362"/>
                  </a:lnTo>
                  <a:cubicBezTo>
                    <a:pt x="32491" y="11362"/>
                    <a:pt x="11362" y="33887"/>
                    <a:pt x="11362" y="60598"/>
                  </a:cubicBezTo>
                  <a:cubicBezTo>
                    <a:pt x="11362" y="87508"/>
                    <a:pt x="32491" y="108637"/>
                    <a:pt x="59202" y="108637"/>
                  </a:cubicBezTo>
                  <a:cubicBezTo>
                    <a:pt x="85913" y="108637"/>
                    <a:pt x="108438" y="87508"/>
                    <a:pt x="108438" y="60598"/>
                  </a:cubicBezTo>
                  <a:cubicBezTo>
                    <a:pt x="108438" y="33887"/>
                    <a:pt x="85913" y="11362"/>
                    <a:pt x="59202" y="11362"/>
                  </a:cubicBezTo>
                  <a:close/>
                  <a:moveTo>
                    <a:pt x="76146" y="74750"/>
                  </a:moveTo>
                  <a:lnTo>
                    <a:pt x="76146" y="74750"/>
                  </a:lnTo>
                  <a:cubicBezTo>
                    <a:pt x="76146" y="78936"/>
                    <a:pt x="74750" y="80332"/>
                    <a:pt x="70564" y="80332"/>
                  </a:cubicBezTo>
                  <a:cubicBezTo>
                    <a:pt x="67774" y="80332"/>
                    <a:pt x="64784" y="78936"/>
                    <a:pt x="64784" y="74750"/>
                  </a:cubicBezTo>
                  <a:cubicBezTo>
                    <a:pt x="64784" y="45249"/>
                    <a:pt x="64784" y="45249"/>
                    <a:pt x="64784" y="45249"/>
                  </a:cubicBezTo>
                  <a:cubicBezTo>
                    <a:pt x="64784" y="42458"/>
                    <a:pt x="67774" y="39468"/>
                    <a:pt x="70564" y="39468"/>
                  </a:cubicBezTo>
                  <a:cubicBezTo>
                    <a:pt x="74750" y="39468"/>
                    <a:pt x="76146" y="42458"/>
                    <a:pt x="76146" y="45249"/>
                  </a:cubicBezTo>
                  <a:cubicBezTo>
                    <a:pt x="76146" y="74750"/>
                    <a:pt x="76146" y="74750"/>
                    <a:pt x="76146" y="74750"/>
                  </a:cubicBezTo>
                  <a:close/>
                  <a:moveTo>
                    <a:pt x="53621" y="74750"/>
                  </a:moveTo>
                  <a:lnTo>
                    <a:pt x="53621" y="74750"/>
                  </a:lnTo>
                  <a:cubicBezTo>
                    <a:pt x="53621" y="78936"/>
                    <a:pt x="52225" y="80332"/>
                    <a:pt x="47840" y="80332"/>
                  </a:cubicBezTo>
                  <a:cubicBezTo>
                    <a:pt x="45049" y="80332"/>
                    <a:pt x="42259" y="78936"/>
                    <a:pt x="42259" y="74750"/>
                  </a:cubicBezTo>
                  <a:cubicBezTo>
                    <a:pt x="42259" y="45249"/>
                    <a:pt x="42259" y="45249"/>
                    <a:pt x="42259" y="45249"/>
                  </a:cubicBezTo>
                  <a:cubicBezTo>
                    <a:pt x="42259" y="42458"/>
                    <a:pt x="45049" y="39468"/>
                    <a:pt x="47840" y="39468"/>
                  </a:cubicBezTo>
                  <a:cubicBezTo>
                    <a:pt x="52225" y="39468"/>
                    <a:pt x="53621" y="42458"/>
                    <a:pt x="53621" y="45249"/>
                  </a:cubicBezTo>
                  <a:cubicBezTo>
                    <a:pt x="53621" y="74750"/>
                    <a:pt x="53621" y="74750"/>
                    <a:pt x="53621" y="747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1" name="Shape 4781"/>
            <p:cNvSpPr/>
            <p:nvPr/>
          </p:nvSpPr>
          <p:spPr>
            <a:xfrm>
              <a:off x="8046051" y="2204054"/>
              <a:ext cx="292024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01" y="119800"/>
                  </a:moveTo>
                  <a:lnTo>
                    <a:pt x="59901" y="119800"/>
                  </a:lnTo>
                  <a:cubicBezTo>
                    <a:pt x="26403" y="119800"/>
                    <a:pt x="0" y="93089"/>
                    <a:pt x="0" y="60598"/>
                  </a:cubicBezTo>
                  <a:cubicBezTo>
                    <a:pt x="0" y="26910"/>
                    <a:pt x="26403" y="0"/>
                    <a:pt x="59901" y="0"/>
                  </a:cubicBezTo>
                  <a:cubicBezTo>
                    <a:pt x="93399" y="0"/>
                    <a:pt x="119802" y="26910"/>
                    <a:pt x="119802" y="60598"/>
                  </a:cubicBezTo>
                  <a:cubicBezTo>
                    <a:pt x="119802" y="93089"/>
                    <a:pt x="93399" y="119800"/>
                    <a:pt x="59901" y="119800"/>
                  </a:cubicBezTo>
                  <a:close/>
                  <a:moveTo>
                    <a:pt x="59901" y="11362"/>
                  </a:moveTo>
                  <a:lnTo>
                    <a:pt x="59901" y="11362"/>
                  </a:lnTo>
                  <a:cubicBezTo>
                    <a:pt x="33497" y="11362"/>
                    <a:pt x="11231" y="33887"/>
                    <a:pt x="11231" y="60598"/>
                  </a:cubicBezTo>
                  <a:cubicBezTo>
                    <a:pt x="11231" y="87508"/>
                    <a:pt x="33497" y="108637"/>
                    <a:pt x="59901" y="108637"/>
                  </a:cubicBezTo>
                  <a:cubicBezTo>
                    <a:pt x="86305" y="108637"/>
                    <a:pt x="108571" y="87508"/>
                    <a:pt x="108571" y="60598"/>
                  </a:cubicBezTo>
                  <a:cubicBezTo>
                    <a:pt x="108571" y="33887"/>
                    <a:pt x="86305" y="11362"/>
                    <a:pt x="59901" y="11362"/>
                  </a:cubicBezTo>
                  <a:close/>
                  <a:moveTo>
                    <a:pt x="75270" y="80332"/>
                  </a:moveTo>
                  <a:lnTo>
                    <a:pt x="75270" y="80332"/>
                  </a:lnTo>
                  <a:cubicBezTo>
                    <a:pt x="44532" y="80332"/>
                    <a:pt x="44532" y="80332"/>
                    <a:pt x="44532" y="80332"/>
                  </a:cubicBezTo>
                  <a:cubicBezTo>
                    <a:pt x="41773" y="80332"/>
                    <a:pt x="39014" y="78936"/>
                    <a:pt x="39014" y="74750"/>
                  </a:cubicBezTo>
                  <a:cubicBezTo>
                    <a:pt x="39014" y="45249"/>
                    <a:pt x="39014" y="45249"/>
                    <a:pt x="39014" y="45249"/>
                  </a:cubicBezTo>
                  <a:cubicBezTo>
                    <a:pt x="39014" y="42458"/>
                    <a:pt x="41773" y="39468"/>
                    <a:pt x="44532" y="39468"/>
                  </a:cubicBezTo>
                  <a:cubicBezTo>
                    <a:pt x="75270" y="39468"/>
                    <a:pt x="75270" y="39468"/>
                    <a:pt x="75270" y="39468"/>
                  </a:cubicBezTo>
                  <a:cubicBezTo>
                    <a:pt x="78029" y="39468"/>
                    <a:pt x="80788" y="42458"/>
                    <a:pt x="80788" y="45249"/>
                  </a:cubicBezTo>
                  <a:cubicBezTo>
                    <a:pt x="80788" y="74750"/>
                    <a:pt x="80788" y="74750"/>
                    <a:pt x="80788" y="74750"/>
                  </a:cubicBezTo>
                  <a:cubicBezTo>
                    <a:pt x="80788" y="78936"/>
                    <a:pt x="78029" y="80332"/>
                    <a:pt x="75270" y="803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2" name="Shape 4782"/>
            <p:cNvSpPr/>
            <p:nvPr/>
          </p:nvSpPr>
          <p:spPr>
            <a:xfrm>
              <a:off x="7540299" y="2204054"/>
              <a:ext cx="289909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598" y="119800"/>
                  </a:moveTo>
                  <a:lnTo>
                    <a:pt x="60598" y="119800"/>
                  </a:lnTo>
                  <a:cubicBezTo>
                    <a:pt x="26710" y="119800"/>
                    <a:pt x="0" y="93089"/>
                    <a:pt x="0" y="60598"/>
                  </a:cubicBezTo>
                  <a:cubicBezTo>
                    <a:pt x="0" y="26910"/>
                    <a:pt x="26710" y="0"/>
                    <a:pt x="60598" y="0"/>
                  </a:cubicBezTo>
                  <a:cubicBezTo>
                    <a:pt x="93089" y="0"/>
                    <a:pt x="119800" y="26910"/>
                    <a:pt x="119800" y="60598"/>
                  </a:cubicBezTo>
                  <a:cubicBezTo>
                    <a:pt x="119800" y="93089"/>
                    <a:pt x="93089" y="119800"/>
                    <a:pt x="60598" y="119800"/>
                  </a:cubicBezTo>
                  <a:close/>
                  <a:moveTo>
                    <a:pt x="60598" y="11362"/>
                  </a:moveTo>
                  <a:lnTo>
                    <a:pt x="60598" y="11362"/>
                  </a:lnTo>
                  <a:cubicBezTo>
                    <a:pt x="33887" y="11362"/>
                    <a:pt x="11362" y="33887"/>
                    <a:pt x="11362" y="60598"/>
                  </a:cubicBezTo>
                  <a:cubicBezTo>
                    <a:pt x="11362" y="87508"/>
                    <a:pt x="33887" y="108637"/>
                    <a:pt x="60598" y="108637"/>
                  </a:cubicBezTo>
                  <a:cubicBezTo>
                    <a:pt x="87308" y="108637"/>
                    <a:pt x="108438" y="87508"/>
                    <a:pt x="108438" y="60598"/>
                  </a:cubicBezTo>
                  <a:cubicBezTo>
                    <a:pt x="108438" y="33887"/>
                    <a:pt x="87308" y="11362"/>
                    <a:pt x="60598" y="11362"/>
                  </a:cubicBezTo>
                  <a:close/>
                  <a:moveTo>
                    <a:pt x="77541" y="64983"/>
                  </a:moveTo>
                  <a:lnTo>
                    <a:pt x="77541" y="64983"/>
                  </a:lnTo>
                  <a:cubicBezTo>
                    <a:pt x="47840" y="83122"/>
                    <a:pt x="47840" y="83122"/>
                    <a:pt x="47840" y="83122"/>
                  </a:cubicBezTo>
                  <a:lnTo>
                    <a:pt x="47840" y="84518"/>
                  </a:lnTo>
                  <a:cubicBezTo>
                    <a:pt x="46445" y="84518"/>
                    <a:pt x="46445" y="84518"/>
                    <a:pt x="46445" y="84518"/>
                  </a:cubicBezTo>
                  <a:cubicBezTo>
                    <a:pt x="45049" y="84518"/>
                    <a:pt x="45049" y="84518"/>
                    <a:pt x="45049" y="84518"/>
                  </a:cubicBezTo>
                  <a:cubicBezTo>
                    <a:pt x="42259" y="84518"/>
                    <a:pt x="39468" y="81727"/>
                    <a:pt x="39468" y="78936"/>
                  </a:cubicBezTo>
                  <a:cubicBezTo>
                    <a:pt x="39468" y="40863"/>
                    <a:pt x="39468" y="40863"/>
                    <a:pt x="39468" y="40863"/>
                  </a:cubicBezTo>
                  <a:cubicBezTo>
                    <a:pt x="39468" y="38073"/>
                    <a:pt x="42259" y="35282"/>
                    <a:pt x="45049" y="35282"/>
                  </a:cubicBezTo>
                  <a:cubicBezTo>
                    <a:pt x="46445" y="35282"/>
                    <a:pt x="47840" y="36677"/>
                    <a:pt x="47840" y="36677"/>
                  </a:cubicBezTo>
                  <a:cubicBezTo>
                    <a:pt x="77541" y="55016"/>
                    <a:pt x="77541" y="55016"/>
                    <a:pt x="77541" y="55016"/>
                  </a:cubicBezTo>
                  <a:cubicBezTo>
                    <a:pt x="80332" y="56411"/>
                    <a:pt x="80332" y="57807"/>
                    <a:pt x="80332" y="60598"/>
                  </a:cubicBezTo>
                  <a:cubicBezTo>
                    <a:pt x="80332" y="61993"/>
                    <a:pt x="80332" y="63388"/>
                    <a:pt x="77541" y="6498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3" name="Shape 4783"/>
            <p:cNvSpPr/>
            <p:nvPr/>
          </p:nvSpPr>
          <p:spPr>
            <a:xfrm>
              <a:off x="9614093" y="3734760"/>
              <a:ext cx="289907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202" y="119800"/>
                  </a:moveTo>
                  <a:lnTo>
                    <a:pt x="59202" y="119800"/>
                  </a:lnTo>
                  <a:cubicBezTo>
                    <a:pt x="26710" y="119800"/>
                    <a:pt x="0" y="93089"/>
                    <a:pt x="0" y="59202"/>
                  </a:cubicBezTo>
                  <a:cubicBezTo>
                    <a:pt x="0" y="26910"/>
                    <a:pt x="26710" y="0"/>
                    <a:pt x="59202" y="0"/>
                  </a:cubicBezTo>
                  <a:cubicBezTo>
                    <a:pt x="92890" y="0"/>
                    <a:pt x="119800" y="26910"/>
                    <a:pt x="119800" y="59202"/>
                  </a:cubicBezTo>
                  <a:cubicBezTo>
                    <a:pt x="119800" y="93089"/>
                    <a:pt x="92890" y="119800"/>
                    <a:pt x="59202" y="119800"/>
                  </a:cubicBezTo>
                  <a:close/>
                  <a:moveTo>
                    <a:pt x="59202" y="11362"/>
                  </a:moveTo>
                  <a:lnTo>
                    <a:pt x="59202" y="11362"/>
                  </a:lnTo>
                  <a:cubicBezTo>
                    <a:pt x="32491" y="11362"/>
                    <a:pt x="11362" y="32491"/>
                    <a:pt x="11362" y="59202"/>
                  </a:cubicBezTo>
                  <a:cubicBezTo>
                    <a:pt x="11362" y="85913"/>
                    <a:pt x="32491" y="108438"/>
                    <a:pt x="59202" y="108438"/>
                  </a:cubicBezTo>
                  <a:cubicBezTo>
                    <a:pt x="85913" y="108438"/>
                    <a:pt x="108438" y="85913"/>
                    <a:pt x="108438" y="59202"/>
                  </a:cubicBezTo>
                  <a:cubicBezTo>
                    <a:pt x="108438" y="32491"/>
                    <a:pt x="85913" y="11362"/>
                    <a:pt x="59202" y="113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4" name="Shape 4784"/>
            <p:cNvSpPr/>
            <p:nvPr/>
          </p:nvSpPr>
          <p:spPr>
            <a:xfrm>
              <a:off x="9104108" y="3734760"/>
              <a:ext cx="292024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88" y="119800"/>
                  </a:moveTo>
                  <a:lnTo>
                    <a:pt x="114088" y="119800"/>
                  </a:lnTo>
                  <a:cubicBezTo>
                    <a:pt x="5517" y="119800"/>
                    <a:pt x="5517" y="119800"/>
                    <a:pt x="5517" y="119800"/>
                  </a:cubicBezTo>
                  <a:cubicBezTo>
                    <a:pt x="2758" y="119800"/>
                    <a:pt x="0" y="117009"/>
                    <a:pt x="0" y="114219"/>
                  </a:cubicBezTo>
                  <a:cubicBezTo>
                    <a:pt x="0" y="5780"/>
                    <a:pt x="0" y="5780"/>
                    <a:pt x="0" y="5780"/>
                  </a:cubicBezTo>
                  <a:cubicBezTo>
                    <a:pt x="0" y="1395"/>
                    <a:pt x="2758" y="0"/>
                    <a:pt x="5517" y="0"/>
                  </a:cubicBezTo>
                  <a:cubicBezTo>
                    <a:pt x="114088" y="0"/>
                    <a:pt x="114088" y="0"/>
                    <a:pt x="114088" y="0"/>
                  </a:cubicBezTo>
                  <a:cubicBezTo>
                    <a:pt x="117044" y="0"/>
                    <a:pt x="119802" y="1395"/>
                    <a:pt x="119802" y="5780"/>
                  </a:cubicBezTo>
                  <a:cubicBezTo>
                    <a:pt x="119802" y="114219"/>
                    <a:pt x="119802" y="114219"/>
                    <a:pt x="119802" y="114219"/>
                  </a:cubicBezTo>
                  <a:cubicBezTo>
                    <a:pt x="119802" y="117009"/>
                    <a:pt x="117044" y="119800"/>
                    <a:pt x="114088" y="119800"/>
                  </a:cubicBezTo>
                  <a:close/>
                  <a:moveTo>
                    <a:pt x="108571" y="11362"/>
                  </a:moveTo>
                  <a:lnTo>
                    <a:pt x="108571" y="11362"/>
                  </a:lnTo>
                  <a:cubicBezTo>
                    <a:pt x="11034" y="11362"/>
                    <a:pt x="11034" y="11362"/>
                    <a:pt x="11034" y="11362"/>
                  </a:cubicBezTo>
                  <a:cubicBezTo>
                    <a:pt x="11034" y="108438"/>
                    <a:pt x="11034" y="108438"/>
                    <a:pt x="11034" y="108438"/>
                  </a:cubicBezTo>
                  <a:cubicBezTo>
                    <a:pt x="108571" y="108438"/>
                    <a:pt x="108571" y="108438"/>
                    <a:pt x="108571" y="108438"/>
                  </a:cubicBezTo>
                  <a:lnTo>
                    <a:pt x="108571" y="113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5" name="Shape 4785"/>
            <p:cNvSpPr/>
            <p:nvPr/>
          </p:nvSpPr>
          <p:spPr>
            <a:xfrm>
              <a:off x="8602590" y="3741111"/>
              <a:ext cx="281442" cy="2730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877" y="100317"/>
                  </a:moveTo>
                  <a:lnTo>
                    <a:pt x="113877" y="100317"/>
                  </a:lnTo>
                  <a:cubicBezTo>
                    <a:pt x="85102" y="100317"/>
                    <a:pt x="85102" y="100317"/>
                    <a:pt x="85102" y="100317"/>
                  </a:cubicBezTo>
                  <a:cubicBezTo>
                    <a:pt x="77959" y="100317"/>
                    <a:pt x="77959" y="100317"/>
                    <a:pt x="77959" y="100317"/>
                  </a:cubicBezTo>
                  <a:cubicBezTo>
                    <a:pt x="77959" y="110687"/>
                    <a:pt x="77959" y="110687"/>
                    <a:pt x="77959" y="110687"/>
                  </a:cubicBezTo>
                  <a:cubicBezTo>
                    <a:pt x="85102" y="118306"/>
                    <a:pt x="85102" y="118306"/>
                    <a:pt x="85102" y="118306"/>
                  </a:cubicBezTo>
                  <a:cubicBezTo>
                    <a:pt x="85102" y="119788"/>
                    <a:pt x="85102" y="119788"/>
                    <a:pt x="85102" y="119788"/>
                  </a:cubicBezTo>
                  <a:cubicBezTo>
                    <a:pt x="34489" y="119788"/>
                    <a:pt x="34489" y="119788"/>
                    <a:pt x="34489" y="119788"/>
                  </a:cubicBezTo>
                  <a:cubicBezTo>
                    <a:pt x="34489" y="118306"/>
                    <a:pt x="34489" y="118306"/>
                    <a:pt x="34489" y="118306"/>
                  </a:cubicBezTo>
                  <a:cubicBezTo>
                    <a:pt x="43265" y="110687"/>
                    <a:pt x="43265" y="110687"/>
                    <a:pt x="43265" y="110687"/>
                  </a:cubicBezTo>
                  <a:cubicBezTo>
                    <a:pt x="43265" y="100317"/>
                    <a:pt x="43265" y="100317"/>
                    <a:pt x="43265" y="100317"/>
                  </a:cubicBezTo>
                  <a:cubicBezTo>
                    <a:pt x="34489" y="100317"/>
                    <a:pt x="34489" y="100317"/>
                    <a:pt x="34489" y="100317"/>
                  </a:cubicBezTo>
                  <a:cubicBezTo>
                    <a:pt x="5714" y="100317"/>
                    <a:pt x="5714" y="100317"/>
                    <a:pt x="5714" y="100317"/>
                  </a:cubicBezTo>
                  <a:cubicBezTo>
                    <a:pt x="2857" y="100317"/>
                    <a:pt x="0" y="97354"/>
                    <a:pt x="0" y="94391"/>
                  </a:cubicBezTo>
                  <a:cubicBezTo>
                    <a:pt x="0" y="15026"/>
                    <a:pt x="0" y="15026"/>
                    <a:pt x="0" y="15026"/>
                  </a:cubicBezTo>
                  <a:cubicBezTo>
                    <a:pt x="0" y="10582"/>
                    <a:pt x="2857" y="9100"/>
                    <a:pt x="5714" y="9100"/>
                  </a:cubicBezTo>
                  <a:cubicBezTo>
                    <a:pt x="41836" y="9100"/>
                    <a:pt x="41836" y="9100"/>
                    <a:pt x="41836" y="9100"/>
                  </a:cubicBezTo>
                  <a:cubicBezTo>
                    <a:pt x="34489" y="16507"/>
                    <a:pt x="34489" y="16507"/>
                    <a:pt x="34489" y="16507"/>
                  </a:cubicBezTo>
                  <a:cubicBezTo>
                    <a:pt x="8571" y="16507"/>
                    <a:pt x="8571" y="16507"/>
                    <a:pt x="8571" y="16507"/>
                  </a:cubicBezTo>
                  <a:cubicBezTo>
                    <a:pt x="8571" y="83809"/>
                    <a:pt x="8571" y="83809"/>
                    <a:pt x="8571" y="83809"/>
                  </a:cubicBezTo>
                  <a:cubicBezTo>
                    <a:pt x="112448" y="83809"/>
                    <a:pt x="112448" y="83809"/>
                    <a:pt x="112448" y="83809"/>
                  </a:cubicBezTo>
                  <a:cubicBezTo>
                    <a:pt x="112448" y="16507"/>
                    <a:pt x="112448" y="16507"/>
                    <a:pt x="112448" y="16507"/>
                  </a:cubicBezTo>
                  <a:cubicBezTo>
                    <a:pt x="86530" y="16507"/>
                    <a:pt x="86530" y="16507"/>
                    <a:pt x="86530" y="16507"/>
                  </a:cubicBezTo>
                  <a:cubicBezTo>
                    <a:pt x="77959" y="9100"/>
                    <a:pt x="77959" y="9100"/>
                    <a:pt x="77959" y="9100"/>
                  </a:cubicBezTo>
                  <a:cubicBezTo>
                    <a:pt x="113877" y="9100"/>
                    <a:pt x="113877" y="9100"/>
                    <a:pt x="113877" y="9100"/>
                  </a:cubicBezTo>
                  <a:cubicBezTo>
                    <a:pt x="116734" y="9100"/>
                    <a:pt x="119795" y="10582"/>
                    <a:pt x="119795" y="15026"/>
                  </a:cubicBezTo>
                  <a:cubicBezTo>
                    <a:pt x="119795" y="94391"/>
                    <a:pt x="119795" y="94391"/>
                    <a:pt x="119795" y="94391"/>
                  </a:cubicBezTo>
                  <a:cubicBezTo>
                    <a:pt x="119795" y="97354"/>
                    <a:pt x="116734" y="100317"/>
                    <a:pt x="113877" y="100317"/>
                  </a:cubicBezTo>
                  <a:close/>
                  <a:moveTo>
                    <a:pt x="73469" y="27089"/>
                  </a:moveTo>
                  <a:lnTo>
                    <a:pt x="73469" y="27089"/>
                  </a:lnTo>
                  <a:cubicBezTo>
                    <a:pt x="72040" y="27089"/>
                    <a:pt x="70612" y="25608"/>
                    <a:pt x="69183" y="23915"/>
                  </a:cubicBezTo>
                  <a:cubicBezTo>
                    <a:pt x="66326" y="20952"/>
                    <a:pt x="66326" y="20952"/>
                    <a:pt x="66326" y="20952"/>
                  </a:cubicBezTo>
                  <a:cubicBezTo>
                    <a:pt x="66326" y="47830"/>
                    <a:pt x="66326" y="47830"/>
                    <a:pt x="66326" y="47830"/>
                  </a:cubicBezTo>
                  <a:cubicBezTo>
                    <a:pt x="66326" y="52486"/>
                    <a:pt x="63469" y="53968"/>
                    <a:pt x="60612" y="53968"/>
                  </a:cubicBezTo>
                  <a:cubicBezTo>
                    <a:pt x="56326" y="53968"/>
                    <a:pt x="54897" y="52486"/>
                    <a:pt x="54897" y="47830"/>
                  </a:cubicBezTo>
                  <a:cubicBezTo>
                    <a:pt x="54897" y="20952"/>
                    <a:pt x="54897" y="20952"/>
                    <a:pt x="54897" y="20952"/>
                  </a:cubicBezTo>
                  <a:cubicBezTo>
                    <a:pt x="50408" y="23915"/>
                    <a:pt x="50408" y="23915"/>
                    <a:pt x="50408" y="23915"/>
                  </a:cubicBezTo>
                  <a:cubicBezTo>
                    <a:pt x="48979" y="25608"/>
                    <a:pt x="47551" y="27089"/>
                    <a:pt x="46122" y="27089"/>
                  </a:cubicBezTo>
                  <a:cubicBezTo>
                    <a:pt x="43265" y="27089"/>
                    <a:pt x="40408" y="23915"/>
                    <a:pt x="40408" y="20952"/>
                  </a:cubicBezTo>
                  <a:cubicBezTo>
                    <a:pt x="40408" y="19470"/>
                    <a:pt x="41836" y="17989"/>
                    <a:pt x="43265" y="16507"/>
                  </a:cubicBezTo>
                  <a:cubicBezTo>
                    <a:pt x="56326" y="3174"/>
                    <a:pt x="56326" y="3174"/>
                    <a:pt x="56326" y="3174"/>
                  </a:cubicBezTo>
                  <a:cubicBezTo>
                    <a:pt x="57755" y="1693"/>
                    <a:pt x="59183" y="0"/>
                    <a:pt x="60612" y="0"/>
                  </a:cubicBezTo>
                  <a:cubicBezTo>
                    <a:pt x="62040" y="0"/>
                    <a:pt x="63469" y="1693"/>
                    <a:pt x="63469" y="3174"/>
                  </a:cubicBezTo>
                  <a:cubicBezTo>
                    <a:pt x="77959" y="16507"/>
                    <a:pt x="77959" y="16507"/>
                    <a:pt x="77959" y="16507"/>
                  </a:cubicBezTo>
                  <a:cubicBezTo>
                    <a:pt x="79387" y="17989"/>
                    <a:pt x="79387" y="19470"/>
                    <a:pt x="79387" y="20952"/>
                  </a:cubicBezTo>
                  <a:cubicBezTo>
                    <a:pt x="79387" y="23915"/>
                    <a:pt x="76530" y="27089"/>
                    <a:pt x="73469" y="2708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6" name="Shape 4786"/>
            <p:cNvSpPr/>
            <p:nvPr/>
          </p:nvSpPr>
          <p:spPr>
            <a:xfrm>
              <a:off x="8096837" y="3741111"/>
              <a:ext cx="281444" cy="2730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71" y="100317"/>
                  </a:moveTo>
                  <a:lnTo>
                    <a:pt x="114071" y="100317"/>
                  </a:lnTo>
                  <a:cubicBezTo>
                    <a:pt x="85247" y="100317"/>
                    <a:pt x="85247" y="100317"/>
                    <a:pt x="85247" y="100317"/>
                  </a:cubicBezTo>
                  <a:cubicBezTo>
                    <a:pt x="76456" y="100317"/>
                    <a:pt x="76456" y="100317"/>
                    <a:pt x="76456" y="100317"/>
                  </a:cubicBezTo>
                  <a:cubicBezTo>
                    <a:pt x="76456" y="110687"/>
                    <a:pt x="76456" y="110687"/>
                    <a:pt x="76456" y="110687"/>
                  </a:cubicBezTo>
                  <a:cubicBezTo>
                    <a:pt x="85247" y="118306"/>
                    <a:pt x="85247" y="118306"/>
                    <a:pt x="85247" y="118306"/>
                  </a:cubicBezTo>
                  <a:cubicBezTo>
                    <a:pt x="85247" y="119788"/>
                    <a:pt x="85247" y="119788"/>
                    <a:pt x="85247" y="119788"/>
                  </a:cubicBezTo>
                  <a:cubicBezTo>
                    <a:pt x="34548" y="119788"/>
                    <a:pt x="34548" y="119788"/>
                    <a:pt x="34548" y="119788"/>
                  </a:cubicBezTo>
                  <a:cubicBezTo>
                    <a:pt x="34548" y="118306"/>
                    <a:pt x="34548" y="118306"/>
                    <a:pt x="34548" y="118306"/>
                  </a:cubicBezTo>
                  <a:cubicBezTo>
                    <a:pt x="41908" y="110687"/>
                    <a:pt x="41908" y="110687"/>
                    <a:pt x="41908" y="110687"/>
                  </a:cubicBezTo>
                  <a:cubicBezTo>
                    <a:pt x="41908" y="100317"/>
                    <a:pt x="41908" y="100317"/>
                    <a:pt x="41908" y="100317"/>
                  </a:cubicBezTo>
                  <a:cubicBezTo>
                    <a:pt x="34548" y="100317"/>
                    <a:pt x="34548" y="100317"/>
                    <a:pt x="34548" y="100317"/>
                  </a:cubicBezTo>
                  <a:cubicBezTo>
                    <a:pt x="5724" y="100317"/>
                    <a:pt x="5724" y="100317"/>
                    <a:pt x="5724" y="100317"/>
                  </a:cubicBezTo>
                  <a:cubicBezTo>
                    <a:pt x="2862" y="100317"/>
                    <a:pt x="0" y="97354"/>
                    <a:pt x="0" y="94391"/>
                  </a:cubicBezTo>
                  <a:cubicBezTo>
                    <a:pt x="0" y="15026"/>
                    <a:pt x="0" y="15026"/>
                    <a:pt x="0" y="15026"/>
                  </a:cubicBezTo>
                  <a:cubicBezTo>
                    <a:pt x="0" y="10582"/>
                    <a:pt x="2862" y="9100"/>
                    <a:pt x="5724" y="9100"/>
                  </a:cubicBezTo>
                  <a:cubicBezTo>
                    <a:pt x="47632" y="9100"/>
                    <a:pt x="47632" y="9100"/>
                    <a:pt x="47632" y="9100"/>
                  </a:cubicBezTo>
                  <a:cubicBezTo>
                    <a:pt x="47632" y="16507"/>
                    <a:pt x="47632" y="16507"/>
                    <a:pt x="47632" y="16507"/>
                  </a:cubicBezTo>
                  <a:cubicBezTo>
                    <a:pt x="7155" y="16507"/>
                    <a:pt x="7155" y="16507"/>
                    <a:pt x="7155" y="16507"/>
                  </a:cubicBezTo>
                  <a:cubicBezTo>
                    <a:pt x="7155" y="83809"/>
                    <a:pt x="7155" y="83809"/>
                    <a:pt x="7155" y="83809"/>
                  </a:cubicBezTo>
                  <a:cubicBezTo>
                    <a:pt x="111209" y="83809"/>
                    <a:pt x="111209" y="83809"/>
                    <a:pt x="111209" y="83809"/>
                  </a:cubicBezTo>
                  <a:cubicBezTo>
                    <a:pt x="111209" y="16507"/>
                    <a:pt x="111209" y="16507"/>
                    <a:pt x="111209" y="16507"/>
                  </a:cubicBezTo>
                  <a:cubicBezTo>
                    <a:pt x="70732" y="16507"/>
                    <a:pt x="70732" y="16507"/>
                    <a:pt x="70732" y="16507"/>
                  </a:cubicBezTo>
                  <a:cubicBezTo>
                    <a:pt x="70732" y="9100"/>
                    <a:pt x="70732" y="9100"/>
                    <a:pt x="70732" y="9100"/>
                  </a:cubicBezTo>
                  <a:cubicBezTo>
                    <a:pt x="114071" y="9100"/>
                    <a:pt x="114071" y="9100"/>
                    <a:pt x="114071" y="9100"/>
                  </a:cubicBezTo>
                  <a:cubicBezTo>
                    <a:pt x="116933" y="9100"/>
                    <a:pt x="119795" y="10582"/>
                    <a:pt x="119795" y="15026"/>
                  </a:cubicBezTo>
                  <a:cubicBezTo>
                    <a:pt x="119795" y="94391"/>
                    <a:pt x="119795" y="94391"/>
                    <a:pt x="119795" y="94391"/>
                  </a:cubicBezTo>
                  <a:cubicBezTo>
                    <a:pt x="119795" y="97354"/>
                    <a:pt x="116933" y="100317"/>
                    <a:pt x="114071" y="100317"/>
                  </a:cubicBezTo>
                  <a:close/>
                  <a:moveTo>
                    <a:pt x="79522" y="34497"/>
                  </a:moveTo>
                  <a:lnTo>
                    <a:pt x="79522" y="34497"/>
                  </a:lnTo>
                  <a:cubicBezTo>
                    <a:pt x="79522" y="35978"/>
                    <a:pt x="78091" y="37460"/>
                    <a:pt x="76456" y="38941"/>
                  </a:cubicBezTo>
                  <a:cubicBezTo>
                    <a:pt x="63577" y="52486"/>
                    <a:pt x="63577" y="52486"/>
                    <a:pt x="63577" y="52486"/>
                  </a:cubicBezTo>
                  <a:cubicBezTo>
                    <a:pt x="62146" y="53968"/>
                    <a:pt x="60715" y="53968"/>
                    <a:pt x="59284" y="53968"/>
                  </a:cubicBezTo>
                  <a:cubicBezTo>
                    <a:pt x="57853" y="53968"/>
                    <a:pt x="56422" y="53968"/>
                    <a:pt x="56422" y="52486"/>
                  </a:cubicBezTo>
                  <a:cubicBezTo>
                    <a:pt x="41908" y="38941"/>
                    <a:pt x="41908" y="38941"/>
                    <a:pt x="41908" y="38941"/>
                  </a:cubicBezTo>
                  <a:cubicBezTo>
                    <a:pt x="40477" y="37460"/>
                    <a:pt x="40477" y="35978"/>
                    <a:pt x="40477" y="34497"/>
                  </a:cubicBezTo>
                  <a:cubicBezTo>
                    <a:pt x="40477" y="31534"/>
                    <a:pt x="43339" y="28571"/>
                    <a:pt x="46201" y="28571"/>
                  </a:cubicBezTo>
                  <a:cubicBezTo>
                    <a:pt x="47632" y="28571"/>
                    <a:pt x="49063" y="28571"/>
                    <a:pt x="50494" y="30052"/>
                  </a:cubicBezTo>
                  <a:cubicBezTo>
                    <a:pt x="53356" y="34497"/>
                    <a:pt x="53356" y="34497"/>
                    <a:pt x="53356" y="34497"/>
                  </a:cubicBezTo>
                  <a:cubicBezTo>
                    <a:pt x="53356" y="6137"/>
                    <a:pt x="53356" y="6137"/>
                    <a:pt x="53356" y="6137"/>
                  </a:cubicBezTo>
                  <a:cubicBezTo>
                    <a:pt x="53356" y="3174"/>
                    <a:pt x="56422" y="0"/>
                    <a:pt x="59284" y="0"/>
                  </a:cubicBezTo>
                  <a:cubicBezTo>
                    <a:pt x="63577" y="0"/>
                    <a:pt x="65008" y="3174"/>
                    <a:pt x="65008" y="6137"/>
                  </a:cubicBezTo>
                  <a:cubicBezTo>
                    <a:pt x="65008" y="34497"/>
                    <a:pt x="65008" y="34497"/>
                    <a:pt x="65008" y="34497"/>
                  </a:cubicBezTo>
                  <a:cubicBezTo>
                    <a:pt x="69301" y="30052"/>
                    <a:pt x="69301" y="30052"/>
                    <a:pt x="69301" y="30052"/>
                  </a:cubicBezTo>
                  <a:cubicBezTo>
                    <a:pt x="70732" y="28571"/>
                    <a:pt x="72163" y="28571"/>
                    <a:pt x="73594" y="28571"/>
                  </a:cubicBezTo>
                  <a:cubicBezTo>
                    <a:pt x="76456" y="28571"/>
                    <a:pt x="79522" y="31534"/>
                    <a:pt x="79522" y="3449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7" name="Shape 4787"/>
            <p:cNvSpPr/>
            <p:nvPr/>
          </p:nvSpPr>
          <p:spPr>
            <a:xfrm>
              <a:off x="7593202" y="3760160"/>
              <a:ext cx="279327" cy="2518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00" y="98702"/>
                  </a:moveTo>
                  <a:lnTo>
                    <a:pt x="114000" y="98702"/>
                  </a:lnTo>
                  <a:cubicBezTo>
                    <a:pt x="84827" y="98702"/>
                    <a:pt x="84827" y="98702"/>
                    <a:pt x="84827" y="98702"/>
                  </a:cubicBezTo>
                  <a:cubicBezTo>
                    <a:pt x="77379" y="98702"/>
                    <a:pt x="77379" y="98702"/>
                    <a:pt x="77379" y="98702"/>
                  </a:cubicBezTo>
                  <a:cubicBezTo>
                    <a:pt x="77379" y="109923"/>
                    <a:pt x="77379" y="109923"/>
                    <a:pt x="77379" y="109923"/>
                  </a:cubicBezTo>
                  <a:cubicBezTo>
                    <a:pt x="84827" y="118167"/>
                    <a:pt x="84827" y="118167"/>
                    <a:pt x="84827" y="118167"/>
                  </a:cubicBezTo>
                  <a:cubicBezTo>
                    <a:pt x="84827" y="119770"/>
                    <a:pt x="84827" y="119770"/>
                    <a:pt x="84827" y="119770"/>
                  </a:cubicBezTo>
                  <a:cubicBezTo>
                    <a:pt x="34965" y="119770"/>
                    <a:pt x="34965" y="119770"/>
                    <a:pt x="34965" y="119770"/>
                  </a:cubicBezTo>
                  <a:cubicBezTo>
                    <a:pt x="34965" y="118167"/>
                    <a:pt x="34965" y="118167"/>
                    <a:pt x="34965" y="118167"/>
                  </a:cubicBezTo>
                  <a:cubicBezTo>
                    <a:pt x="42413" y="109923"/>
                    <a:pt x="42413" y="109923"/>
                    <a:pt x="42413" y="109923"/>
                  </a:cubicBezTo>
                  <a:cubicBezTo>
                    <a:pt x="42413" y="98702"/>
                    <a:pt x="42413" y="98702"/>
                    <a:pt x="42413" y="98702"/>
                  </a:cubicBezTo>
                  <a:cubicBezTo>
                    <a:pt x="34965" y="98702"/>
                    <a:pt x="34965" y="98702"/>
                    <a:pt x="34965" y="98702"/>
                  </a:cubicBezTo>
                  <a:cubicBezTo>
                    <a:pt x="5793" y="98702"/>
                    <a:pt x="5793" y="98702"/>
                    <a:pt x="5793" y="98702"/>
                  </a:cubicBezTo>
                  <a:cubicBezTo>
                    <a:pt x="1448" y="98702"/>
                    <a:pt x="0" y="95496"/>
                    <a:pt x="0" y="92290"/>
                  </a:cubicBezTo>
                  <a:cubicBezTo>
                    <a:pt x="0" y="6412"/>
                    <a:pt x="0" y="6412"/>
                    <a:pt x="0" y="6412"/>
                  </a:cubicBezTo>
                  <a:cubicBezTo>
                    <a:pt x="0" y="1603"/>
                    <a:pt x="1448" y="0"/>
                    <a:pt x="5793" y="0"/>
                  </a:cubicBezTo>
                  <a:cubicBezTo>
                    <a:pt x="114000" y="0"/>
                    <a:pt x="114000" y="0"/>
                    <a:pt x="114000" y="0"/>
                  </a:cubicBezTo>
                  <a:cubicBezTo>
                    <a:pt x="118344" y="0"/>
                    <a:pt x="119793" y="1603"/>
                    <a:pt x="119793" y="6412"/>
                  </a:cubicBezTo>
                  <a:cubicBezTo>
                    <a:pt x="119793" y="92290"/>
                    <a:pt x="119793" y="92290"/>
                    <a:pt x="119793" y="92290"/>
                  </a:cubicBezTo>
                  <a:cubicBezTo>
                    <a:pt x="119793" y="95496"/>
                    <a:pt x="118344" y="98702"/>
                    <a:pt x="114000" y="98702"/>
                  </a:cubicBezTo>
                  <a:close/>
                  <a:moveTo>
                    <a:pt x="112551" y="8015"/>
                  </a:moveTo>
                  <a:lnTo>
                    <a:pt x="112551" y="8015"/>
                  </a:lnTo>
                  <a:cubicBezTo>
                    <a:pt x="7241" y="8015"/>
                    <a:pt x="7241" y="8015"/>
                    <a:pt x="7241" y="8015"/>
                  </a:cubicBezTo>
                  <a:cubicBezTo>
                    <a:pt x="7241" y="80839"/>
                    <a:pt x="7241" y="80839"/>
                    <a:pt x="7241" y="80839"/>
                  </a:cubicBezTo>
                  <a:cubicBezTo>
                    <a:pt x="112551" y="80839"/>
                    <a:pt x="112551" y="80839"/>
                    <a:pt x="112551" y="80839"/>
                  </a:cubicBezTo>
                  <a:lnTo>
                    <a:pt x="112551" y="8015"/>
                  </a:lnTo>
                  <a:close/>
                  <a:moveTo>
                    <a:pt x="48206" y="25877"/>
                  </a:moveTo>
                  <a:lnTo>
                    <a:pt x="48206" y="25877"/>
                  </a:lnTo>
                  <a:cubicBezTo>
                    <a:pt x="49655" y="25877"/>
                    <a:pt x="51103" y="25877"/>
                    <a:pt x="52551" y="27480"/>
                  </a:cubicBezTo>
                  <a:cubicBezTo>
                    <a:pt x="60000" y="35496"/>
                    <a:pt x="60000" y="35496"/>
                    <a:pt x="60000" y="35496"/>
                  </a:cubicBezTo>
                  <a:cubicBezTo>
                    <a:pt x="67241" y="27480"/>
                    <a:pt x="67241" y="27480"/>
                    <a:pt x="67241" y="27480"/>
                  </a:cubicBezTo>
                  <a:cubicBezTo>
                    <a:pt x="68689" y="25877"/>
                    <a:pt x="70137" y="25877"/>
                    <a:pt x="71586" y="25877"/>
                  </a:cubicBezTo>
                  <a:cubicBezTo>
                    <a:pt x="74482" y="25877"/>
                    <a:pt x="77379" y="27480"/>
                    <a:pt x="77379" y="32290"/>
                  </a:cubicBezTo>
                  <a:cubicBezTo>
                    <a:pt x="77379" y="33893"/>
                    <a:pt x="77379" y="35496"/>
                    <a:pt x="75931" y="35496"/>
                  </a:cubicBezTo>
                  <a:cubicBezTo>
                    <a:pt x="68689" y="45343"/>
                    <a:pt x="68689" y="45343"/>
                    <a:pt x="68689" y="45343"/>
                  </a:cubicBezTo>
                  <a:cubicBezTo>
                    <a:pt x="75931" y="53358"/>
                    <a:pt x="75931" y="53358"/>
                    <a:pt x="75931" y="53358"/>
                  </a:cubicBezTo>
                  <a:cubicBezTo>
                    <a:pt x="77379" y="54961"/>
                    <a:pt x="77379" y="56564"/>
                    <a:pt x="77379" y="58167"/>
                  </a:cubicBezTo>
                  <a:cubicBezTo>
                    <a:pt x="77379" y="61374"/>
                    <a:pt x="74482" y="64809"/>
                    <a:pt x="71586" y="64809"/>
                  </a:cubicBezTo>
                  <a:cubicBezTo>
                    <a:pt x="70137" y="64809"/>
                    <a:pt x="68689" y="63206"/>
                    <a:pt x="67241" y="61374"/>
                  </a:cubicBezTo>
                  <a:cubicBezTo>
                    <a:pt x="60000" y="53358"/>
                    <a:pt x="60000" y="53358"/>
                    <a:pt x="60000" y="53358"/>
                  </a:cubicBezTo>
                  <a:cubicBezTo>
                    <a:pt x="52551" y="61374"/>
                    <a:pt x="52551" y="61374"/>
                    <a:pt x="52551" y="61374"/>
                  </a:cubicBezTo>
                  <a:cubicBezTo>
                    <a:pt x="51103" y="63206"/>
                    <a:pt x="49655" y="64809"/>
                    <a:pt x="48206" y="64809"/>
                  </a:cubicBezTo>
                  <a:cubicBezTo>
                    <a:pt x="45310" y="64809"/>
                    <a:pt x="42413" y="61374"/>
                    <a:pt x="42413" y="58167"/>
                  </a:cubicBezTo>
                  <a:cubicBezTo>
                    <a:pt x="42413" y="56564"/>
                    <a:pt x="42413" y="54961"/>
                    <a:pt x="43862" y="53358"/>
                  </a:cubicBezTo>
                  <a:cubicBezTo>
                    <a:pt x="51103" y="45343"/>
                    <a:pt x="51103" y="45343"/>
                    <a:pt x="51103" y="45343"/>
                  </a:cubicBezTo>
                  <a:cubicBezTo>
                    <a:pt x="43862" y="35496"/>
                    <a:pt x="43862" y="35496"/>
                    <a:pt x="43862" y="35496"/>
                  </a:cubicBezTo>
                  <a:cubicBezTo>
                    <a:pt x="42413" y="35496"/>
                    <a:pt x="42413" y="33893"/>
                    <a:pt x="42413" y="32290"/>
                  </a:cubicBezTo>
                  <a:cubicBezTo>
                    <a:pt x="42413" y="27480"/>
                    <a:pt x="45310" y="25877"/>
                    <a:pt x="48206" y="258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8" name="Shape 4788"/>
            <p:cNvSpPr/>
            <p:nvPr/>
          </p:nvSpPr>
          <p:spPr>
            <a:xfrm>
              <a:off x="10581157" y="1725687"/>
              <a:ext cx="281442" cy="2518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71" y="98702"/>
                  </a:moveTo>
                  <a:lnTo>
                    <a:pt x="114071" y="98702"/>
                  </a:lnTo>
                  <a:cubicBezTo>
                    <a:pt x="85247" y="98702"/>
                    <a:pt x="85247" y="98702"/>
                    <a:pt x="85247" y="98702"/>
                  </a:cubicBezTo>
                  <a:cubicBezTo>
                    <a:pt x="77887" y="98702"/>
                    <a:pt x="77887" y="98702"/>
                    <a:pt x="77887" y="98702"/>
                  </a:cubicBezTo>
                  <a:cubicBezTo>
                    <a:pt x="77887" y="109923"/>
                    <a:pt x="77887" y="109923"/>
                    <a:pt x="77887" y="109923"/>
                  </a:cubicBezTo>
                  <a:cubicBezTo>
                    <a:pt x="85247" y="118167"/>
                    <a:pt x="85247" y="118167"/>
                    <a:pt x="85247" y="118167"/>
                  </a:cubicBezTo>
                  <a:cubicBezTo>
                    <a:pt x="85247" y="119770"/>
                    <a:pt x="85247" y="119770"/>
                    <a:pt x="85247" y="119770"/>
                  </a:cubicBezTo>
                  <a:cubicBezTo>
                    <a:pt x="34548" y="119770"/>
                    <a:pt x="34548" y="119770"/>
                    <a:pt x="34548" y="119770"/>
                  </a:cubicBezTo>
                  <a:cubicBezTo>
                    <a:pt x="34548" y="118167"/>
                    <a:pt x="34548" y="118167"/>
                    <a:pt x="34548" y="118167"/>
                  </a:cubicBezTo>
                  <a:cubicBezTo>
                    <a:pt x="43339" y="109923"/>
                    <a:pt x="43339" y="109923"/>
                    <a:pt x="43339" y="109923"/>
                  </a:cubicBezTo>
                  <a:cubicBezTo>
                    <a:pt x="43339" y="98702"/>
                    <a:pt x="43339" y="98702"/>
                    <a:pt x="43339" y="98702"/>
                  </a:cubicBezTo>
                  <a:cubicBezTo>
                    <a:pt x="34548" y="98702"/>
                    <a:pt x="34548" y="98702"/>
                    <a:pt x="34548" y="98702"/>
                  </a:cubicBezTo>
                  <a:cubicBezTo>
                    <a:pt x="5724" y="98702"/>
                    <a:pt x="5724" y="98702"/>
                    <a:pt x="5724" y="98702"/>
                  </a:cubicBezTo>
                  <a:cubicBezTo>
                    <a:pt x="2862" y="98702"/>
                    <a:pt x="0" y="95496"/>
                    <a:pt x="0" y="92290"/>
                  </a:cubicBezTo>
                  <a:cubicBezTo>
                    <a:pt x="0" y="6412"/>
                    <a:pt x="0" y="6412"/>
                    <a:pt x="0" y="6412"/>
                  </a:cubicBezTo>
                  <a:cubicBezTo>
                    <a:pt x="0" y="1603"/>
                    <a:pt x="2862" y="0"/>
                    <a:pt x="5724" y="0"/>
                  </a:cubicBezTo>
                  <a:cubicBezTo>
                    <a:pt x="114071" y="0"/>
                    <a:pt x="114071" y="0"/>
                    <a:pt x="114071" y="0"/>
                  </a:cubicBezTo>
                  <a:cubicBezTo>
                    <a:pt x="116933" y="0"/>
                    <a:pt x="119795" y="1603"/>
                    <a:pt x="119795" y="6412"/>
                  </a:cubicBezTo>
                  <a:cubicBezTo>
                    <a:pt x="119795" y="92290"/>
                    <a:pt x="119795" y="92290"/>
                    <a:pt x="119795" y="92290"/>
                  </a:cubicBezTo>
                  <a:cubicBezTo>
                    <a:pt x="119795" y="95496"/>
                    <a:pt x="116933" y="98702"/>
                    <a:pt x="114071" y="98702"/>
                  </a:cubicBezTo>
                  <a:close/>
                  <a:moveTo>
                    <a:pt x="112640" y="8015"/>
                  </a:moveTo>
                  <a:lnTo>
                    <a:pt x="112640" y="8015"/>
                  </a:lnTo>
                  <a:cubicBezTo>
                    <a:pt x="8586" y="8015"/>
                    <a:pt x="8586" y="8015"/>
                    <a:pt x="8586" y="8015"/>
                  </a:cubicBezTo>
                  <a:cubicBezTo>
                    <a:pt x="8586" y="80839"/>
                    <a:pt x="8586" y="80839"/>
                    <a:pt x="8586" y="80839"/>
                  </a:cubicBezTo>
                  <a:cubicBezTo>
                    <a:pt x="112640" y="80839"/>
                    <a:pt x="112640" y="80839"/>
                    <a:pt x="112640" y="80839"/>
                  </a:cubicBezTo>
                  <a:lnTo>
                    <a:pt x="112640" y="8015"/>
                  </a:lnTo>
                  <a:close/>
                  <a:moveTo>
                    <a:pt x="49063" y="38702"/>
                  </a:moveTo>
                  <a:lnTo>
                    <a:pt x="49063" y="38702"/>
                  </a:lnTo>
                  <a:cubicBezTo>
                    <a:pt x="50494" y="38702"/>
                    <a:pt x="51925" y="38702"/>
                    <a:pt x="51925" y="40305"/>
                  </a:cubicBezTo>
                  <a:cubicBezTo>
                    <a:pt x="56218" y="43740"/>
                    <a:pt x="56218" y="43740"/>
                    <a:pt x="56218" y="43740"/>
                  </a:cubicBezTo>
                  <a:cubicBezTo>
                    <a:pt x="67870" y="32290"/>
                    <a:pt x="67870" y="32290"/>
                    <a:pt x="67870" y="32290"/>
                  </a:cubicBezTo>
                  <a:cubicBezTo>
                    <a:pt x="69301" y="30687"/>
                    <a:pt x="70732" y="29083"/>
                    <a:pt x="72163" y="29083"/>
                  </a:cubicBezTo>
                  <a:cubicBezTo>
                    <a:pt x="75025" y="29083"/>
                    <a:pt x="77887" y="32290"/>
                    <a:pt x="77887" y="35496"/>
                  </a:cubicBezTo>
                  <a:cubicBezTo>
                    <a:pt x="77887" y="37099"/>
                    <a:pt x="76456" y="38702"/>
                    <a:pt x="75025" y="40305"/>
                  </a:cubicBezTo>
                  <a:cubicBezTo>
                    <a:pt x="60715" y="58167"/>
                    <a:pt x="60715" y="58167"/>
                    <a:pt x="60715" y="58167"/>
                  </a:cubicBezTo>
                  <a:cubicBezTo>
                    <a:pt x="59284" y="59770"/>
                    <a:pt x="57649" y="59770"/>
                    <a:pt x="56218" y="59770"/>
                  </a:cubicBezTo>
                  <a:cubicBezTo>
                    <a:pt x="54787" y="59770"/>
                    <a:pt x="53356" y="59770"/>
                    <a:pt x="51925" y="58167"/>
                  </a:cubicBezTo>
                  <a:cubicBezTo>
                    <a:pt x="44770" y="48549"/>
                    <a:pt x="44770" y="48549"/>
                    <a:pt x="44770" y="48549"/>
                  </a:cubicBezTo>
                  <a:cubicBezTo>
                    <a:pt x="43339" y="48549"/>
                    <a:pt x="43339" y="46946"/>
                    <a:pt x="43339" y="45343"/>
                  </a:cubicBezTo>
                  <a:cubicBezTo>
                    <a:pt x="43339" y="40305"/>
                    <a:pt x="44770" y="38702"/>
                    <a:pt x="49063" y="387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9" name="Shape 4789"/>
            <p:cNvSpPr/>
            <p:nvPr/>
          </p:nvSpPr>
          <p:spPr>
            <a:xfrm>
              <a:off x="10077522" y="1725687"/>
              <a:ext cx="281442" cy="2518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71" y="98702"/>
                  </a:moveTo>
                  <a:lnTo>
                    <a:pt x="114071" y="98702"/>
                  </a:lnTo>
                  <a:cubicBezTo>
                    <a:pt x="85247" y="98702"/>
                    <a:pt x="85247" y="98702"/>
                    <a:pt x="85247" y="98702"/>
                  </a:cubicBezTo>
                  <a:cubicBezTo>
                    <a:pt x="76456" y="98702"/>
                    <a:pt x="76456" y="98702"/>
                    <a:pt x="76456" y="98702"/>
                  </a:cubicBezTo>
                  <a:cubicBezTo>
                    <a:pt x="76456" y="109923"/>
                    <a:pt x="76456" y="109923"/>
                    <a:pt x="76456" y="109923"/>
                  </a:cubicBezTo>
                  <a:cubicBezTo>
                    <a:pt x="85247" y="118167"/>
                    <a:pt x="85247" y="118167"/>
                    <a:pt x="85247" y="118167"/>
                  </a:cubicBezTo>
                  <a:cubicBezTo>
                    <a:pt x="85247" y="119770"/>
                    <a:pt x="85247" y="119770"/>
                    <a:pt x="85247" y="119770"/>
                  </a:cubicBezTo>
                  <a:cubicBezTo>
                    <a:pt x="34548" y="119770"/>
                    <a:pt x="34548" y="119770"/>
                    <a:pt x="34548" y="119770"/>
                  </a:cubicBezTo>
                  <a:cubicBezTo>
                    <a:pt x="34548" y="118167"/>
                    <a:pt x="34548" y="118167"/>
                    <a:pt x="34548" y="118167"/>
                  </a:cubicBezTo>
                  <a:cubicBezTo>
                    <a:pt x="41703" y="109923"/>
                    <a:pt x="41703" y="109923"/>
                    <a:pt x="41703" y="109923"/>
                  </a:cubicBezTo>
                  <a:cubicBezTo>
                    <a:pt x="41703" y="98702"/>
                    <a:pt x="41703" y="98702"/>
                    <a:pt x="41703" y="98702"/>
                  </a:cubicBezTo>
                  <a:cubicBezTo>
                    <a:pt x="34548" y="98702"/>
                    <a:pt x="34548" y="98702"/>
                    <a:pt x="34548" y="98702"/>
                  </a:cubicBezTo>
                  <a:cubicBezTo>
                    <a:pt x="5724" y="98702"/>
                    <a:pt x="5724" y="98702"/>
                    <a:pt x="5724" y="98702"/>
                  </a:cubicBezTo>
                  <a:cubicBezTo>
                    <a:pt x="2862" y="98702"/>
                    <a:pt x="0" y="95496"/>
                    <a:pt x="0" y="92290"/>
                  </a:cubicBezTo>
                  <a:cubicBezTo>
                    <a:pt x="0" y="6412"/>
                    <a:pt x="0" y="6412"/>
                    <a:pt x="0" y="6412"/>
                  </a:cubicBezTo>
                  <a:cubicBezTo>
                    <a:pt x="0" y="1603"/>
                    <a:pt x="2862" y="0"/>
                    <a:pt x="5724" y="0"/>
                  </a:cubicBezTo>
                  <a:cubicBezTo>
                    <a:pt x="114071" y="0"/>
                    <a:pt x="114071" y="0"/>
                    <a:pt x="114071" y="0"/>
                  </a:cubicBezTo>
                  <a:cubicBezTo>
                    <a:pt x="116933" y="0"/>
                    <a:pt x="119795" y="1603"/>
                    <a:pt x="119795" y="6412"/>
                  </a:cubicBezTo>
                  <a:cubicBezTo>
                    <a:pt x="119795" y="92290"/>
                    <a:pt x="119795" y="92290"/>
                    <a:pt x="119795" y="92290"/>
                  </a:cubicBezTo>
                  <a:cubicBezTo>
                    <a:pt x="119795" y="95496"/>
                    <a:pt x="116933" y="98702"/>
                    <a:pt x="114071" y="98702"/>
                  </a:cubicBezTo>
                  <a:close/>
                  <a:moveTo>
                    <a:pt x="111209" y="8015"/>
                  </a:moveTo>
                  <a:lnTo>
                    <a:pt x="111209" y="8015"/>
                  </a:lnTo>
                  <a:cubicBezTo>
                    <a:pt x="7155" y="8015"/>
                    <a:pt x="7155" y="8015"/>
                    <a:pt x="7155" y="8015"/>
                  </a:cubicBezTo>
                  <a:cubicBezTo>
                    <a:pt x="7155" y="80839"/>
                    <a:pt x="7155" y="80839"/>
                    <a:pt x="7155" y="80839"/>
                  </a:cubicBezTo>
                  <a:cubicBezTo>
                    <a:pt x="111209" y="80839"/>
                    <a:pt x="111209" y="80839"/>
                    <a:pt x="111209" y="80839"/>
                  </a:cubicBezTo>
                  <a:lnTo>
                    <a:pt x="111209" y="8015"/>
                  </a:lnTo>
                  <a:close/>
                  <a:moveTo>
                    <a:pt x="47632" y="38702"/>
                  </a:moveTo>
                  <a:lnTo>
                    <a:pt x="47632" y="38702"/>
                  </a:lnTo>
                  <a:cubicBezTo>
                    <a:pt x="70732" y="38702"/>
                    <a:pt x="70732" y="38702"/>
                    <a:pt x="70732" y="38702"/>
                  </a:cubicBezTo>
                  <a:cubicBezTo>
                    <a:pt x="75025" y="38702"/>
                    <a:pt x="76456" y="40305"/>
                    <a:pt x="76456" y="45343"/>
                  </a:cubicBezTo>
                  <a:cubicBezTo>
                    <a:pt x="76456" y="48549"/>
                    <a:pt x="75025" y="51755"/>
                    <a:pt x="70732" y="51755"/>
                  </a:cubicBezTo>
                  <a:cubicBezTo>
                    <a:pt x="47632" y="51755"/>
                    <a:pt x="47632" y="51755"/>
                    <a:pt x="47632" y="51755"/>
                  </a:cubicBezTo>
                  <a:cubicBezTo>
                    <a:pt x="44770" y="51755"/>
                    <a:pt x="41703" y="48549"/>
                    <a:pt x="41703" y="45343"/>
                  </a:cubicBezTo>
                  <a:cubicBezTo>
                    <a:pt x="41703" y="40305"/>
                    <a:pt x="44770" y="38702"/>
                    <a:pt x="47632" y="387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0" name="Shape 4790"/>
            <p:cNvSpPr/>
            <p:nvPr/>
          </p:nvSpPr>
          <p:spPr>
            <a:xfrm>
              <a:off x="9571769" y="1725687"/>
              <a:ext cx="279327" cy="2518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00" y="98702"/>
                  </a:moveTo>
                  <a:lnTo>
                    <a:pt x="114000" y="98702"/>
                  </a:lnTo>
                  <a:cubicBezTo>
                    <a:pt x="84620" y="98702"/>
                    <a:pt x="84620" y="98702"/>
                    <a:pt x="84620" y="98702"/>
                  </a:cubicBezTo>
                  <a:cubicBezTo>
                    <a:pt x="77379" y="98702"/>
                    <a:pt x="77379" y="98702"/>
                    <a:pt x="77379" y="98702"/>
                  </a:cubicBezTo>
                  <a:cubicBezTo>
                    <a:pt x="77379" y="109923"/>
                    <a:pt x="77379" y="109923"/>
                    <a:pt x="77379" y="109923"/>
                  </a:cubicBezTo>
                  <a:cubicBezTo>
                    <a:pt x="84620" y="118167"/>
                    <a:pt x="84620" y="118167"/>
                    <a:pt x="84620" y="118167"/>
                  </a:cubicBezTo>
                  <a:cubicBezTo>
                    <a:pt x="84620" y="119770"/>
                    <a:pt x="84620" y="119770"/>
                    <a:pt x="84620" y="119770"/>
                  </a:cubicBezTo>
                  <a:cubicBezTo>
                    <a:pt x="34965" y="119770"/>
                    <a:pt x="34965" y="119770"/>
                    <a:pt x="34965" y="119770"/>
                  </a:cubicBezTo>
                  <a:cubicBezTo>
                    <a:pt x="34965" y="118167"/>
                    <a:pt x="34965" y="118167"/>
                    <a:pt x="34965" y="118167"/>
                  </a:cubicBezTo>
                  <a:cubicBezTo>
                    <a:pt x="42206" y="109923"/>
                    <a:pt x="42206" y="109923"/>
                    <a:pt x="42206" y="109923"/>
                  </a:cubicBezTo>
                  <a:cubicBezTo>
                    <a:pt x="42206" y="98702"/>
                    <a:pt x="42206" y="98702"/>
                    <a:pt x="42206" y="98702"/>
                  </a:cubicBezTo>
                  <a:cubicBezTo>
                    <a:pt x="34965" y="98702"/>
                    <a:pt x="34965" y="98702"/>
                    <a:pt x="34965" y="98702"/>
                  </a:cubicBezTo>
                  <a:cubicBezTo>
                    <a:pt x="5793" y="98702"/>
                    <a:pt x="5793" y="98702"/>
                    <a:pt x="5793" y="98702"/>
                  </a:cubicBezTo>
                  <a:cubicBezTo>
                    <a:pt x="1448" y="98702"/>
                    <a:pt x="0" y="95496"/>
                    <a:pt x="0" y="92290"/>
                  </a:cubicBezTo>
                  <a:cubicBezTo>
                    <a:pt x="0" y="6412"/>
                    <a:pt x="0" y="6412"/>
                    <a:pt x="0" y="6412"/>
                  </a:cubicBezTo>
                  <a:cubicBezTo>
                    <a:pt x="0" y="1603"/>
                    <a:pt x="1448" y="0"/>
                    <a:pt x="5793" y="0"/>
                  </a:cubicBezTo>
                  <a:cubicBezTo>
                    <a:pt x="114000" y="0"/>
                    <a:pt x="114000" y="0"/>
                    <a:pt x="114000" y="0"/>
                  </a:cubicBezTo>
                  <a:cubicBezTo>
                    <a:pt x="118344" y="0"/>
                    <a:pt x="119793" y="1603"/>
                    <a:pt x="119793" y="6412"/>
                  </a:cubicBezTo>
                  <a:cubicBezTo>
                    <a:pt x="119793" y="92290"/>
                    <a:pt x="119793" y="92290"/>
                    <a:pt x="119793" y="92290"/>
                  </a:cubicBezTo>
                  <a:cubicBezTo>
                    <a:pt x="119793" y="95496"/>
                    <a:pt x="118344" y="98702"/>
                    <a:pt x="114000" y="98702"/>
                  </a:cubicBezTo>
                  <a:close/>
                  <a:moveTo>
                    <a:pt x="112551" y="8015"/>
                  </a:moveTo>
                  <a:lnTo>
                    <a:pt x="112551" y="8015"/>
                  </a:lnTo>
                  <a:cubicBezTo>
                    <a:pt x="7241" y="8015"/>
                    <a:pt x="7241" y="8015"/>
                    <a:pt x="7241" y="8015"/>
                  </a:cubicBezTo>
                  <a:cubicBezTo>
                    <a:pt x="7241" y="80839"/>
                    <a:pt x="7241" y="80839"/>
                    <a:pt x="7241" y="80839"/>
                  </a:cubicBezTo>
                  <a:cubicBezTo>
                    <a:pt x="112551" y="80839"/>
                    <a:pt x="112551" y="80839"/>
                    <a:pt x="112551" y="80839"/>
                  </a:cubicBezTo>
                  <a:lnTo>
                    <a:pt x="112551" y="8015"/>
                  </a:lnTo>
                  <a:close/>
                  <a:moveTo>
                    <a:pt x="48206" y="38702"/>
                  </a:moveTo>
                  <a:lnTo>
                    <a:pt x="48206" y="38702"/>
                  </a:lnTo>
                  <a:cubicBezTo>
                    <a:pt x="54000" y="38702"/>
                    <a:pt x="54000" y="38702"/>
                    <a:pt x="54000" y="38702"/>
                  </a:cubicBezTo>
                  <a:cubicBezTo>
                    <a:pt x="54000" y="32290"/>
                    <a:pt x="54000" y="32290"/>
                    <a:pt x="54000" y="32290"/>
                  </a:cubicBezTo>
                  <a:cubicBezTo>
                    <a:pt x="54000" y="27480"/>
                    <a:pt x="56896" y="25877"/>
                    <a:pt x="59793" y="25877"/>
                  </a:cubicBezTo>
                  <a:cubicBezTo>
                    <a:pt x="62689" y="25877"/>
                    <a:pt x="65793" y="27480"/>
                    <a:pt x="65793" y="32290"/>
                  </a:cubicBezTo>
                  <a:cubicBezTo>
                    <a:pt x="65793" y="38702"/>
                    <a:pt x="65793" y="38702"/>
                    <a:pt x="65793" y="38702"/>
                  </a:cubicBezTo>
                  <a:cubicBezTo>
                    <a:pt x="71586" y="38702"/>
                    <a:pt x="71586" y="38702"/>
                    <a:pt x="71586" y="38702"/>
                  </a:cubicBezTo>
                  <a:cubicBezTo>
                    <a:pt x="74482" y="38702"/>
                    <a:pt x="77379" y="40305"/>
                    <a:pt x="77379" y="45343"/>
                  </a:cubicBezTo>
                  <a:cubicBezTo>
                    <a:pt x="77379" y="48549"/>
                    <a:pt x="74482" y="51755"/>
                    <a:pt x="71586" y="51755"/>
                  </a:cubicBezTo>
                  <a:cubicBezTo>
                    <a:pt x="65793" y="51755"/>
                    <a:pt x="65793" y="51755"/>
                    <a:pt x="65793" y="51755"/>
                  </a:cubicBezTo>
                  <a:cubicBezTo>
                    <a:pt x="65793" y="58167"/>
                    <a:pt x="65793" y="58167"/>
                    <a:pt x="65793" y="58167"/>
                  </a:cubicBezTo>
                  <a:cubicBezTo>
                    <a:pt x="65793" y="61374"/>
                    <a:pt x="62689" y="64809"/>
                    <a:pt x="59793" y="64809"/>
                  </a:cubicBezTo>
                  <a:cubicBezTo>
                    <a:pt x="56896" y="64809"/>
                    <a:pt x="54000" y="61374"/>
                    <a:pt x="54000" y="58167"/>
                  </a:cubicBezTo>
                  <a:cubicBezTo>
                    <a:pt x="54000" y="51755"/>
                    <a:pt x="54000" y="51755"/>
                    <a:pt x="54000" y="51755"/>
                  </a:cubicBezTo>
                  <a:cubicBezTo>
                    <a:pt x="48206" y="51755"/>
                    <a:pt x="48206" y="51755"/>
                    <a:pt x="48206" y="51755"/>
                  </a:cubicBezTo>
                  <a:cubicBezTo>
                    <a:pt x="45310" y="51755"/>
                    <a:pt x="42206" y="48549"/>
                    <a:pt x="42206" y="45343"/>
                  </a:cubicBezTo>
                  <a:cubicBezTo>
                    <a:pt x="42206" y="40305"/>
                    <a:pt x="45310" y="38702"/>
                    <a:pt x="48206" y="387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1" name="Shape 4791"/>
            <p:cNvSpPr/>
            <p:nvPr/>
          </p:nvSpPr>
          <p:spPr>
            <a:xfrm>
              <a:off x="9061787" y="1725687"/>
              <a:ext cx="281442" cy="2518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81" y="98702"/>
                  </a:moveTo>
                  <a:lnTo>
                    <a:pt x="114081" y="98702"/>
                  </a:lnTo>
                  <a:cubicBezTo>
                    <a:pt x="85102" y="98702"/>
                    <a:pt x="85102" y="98702"/>
                    <a:pt x="85102" y="98702"/>
                  </a:cubicBezTo>
                  <a:cubicBezTo>
                    <a:pt x="77959" y="98702"/>
                    <a:pt x="77959" y="98702"/>
                    <a:pt x="77959" y="98702"/>
                  </a:cubicBezTo>
                  <a:cubicBezTo>
                    <a:pt x="77959" y="109923"/>
                    <a:pt x="77959" y="109923"/>
                    <a:pt x="77959" y="109923"/>
                  </a:cubicBezTo>
                  <a:cubicBezTo>
                    <a:pt x="85102" y="118167"/>
                    <a:pt x="85102" y="118167"/>
                    <a:pt x="85102" y="118167"/>
                  </a:cubicBezTo>
                  <a:cubicBezTo>
                    <a:pt x="85102" y="119770"/>
                    <a:pt x="85102" y="119770"/>
                    <a:pt x="85102" y="119770"/>
                  </a:cubicBezTo>
                  <a:cubicBezTo>
                    <a:pt x="34693" y="119770"/>
                    <a:pt x="34693" y="119770"/>
                    <a:pt x="34693" y="119770"/>
                  </a:cubicBezTo>
                  <a:cubicBezTo>
                    <a:pt x="34693" y="118167"/>
                    <a:pt x="34693" y="118167"/>
                    <a:pt x="34693" y="118167"/>
                  </a:cubicBezTo>
                  <a:cubicBezTo>
                    <a:pt x="43265" y="109923"/>
                    <a:pt x="43265" y="109923"/>
                    <a:pt x="43265" y="109923"/>
                  </a:cubicBezTo>
                  <a:cubicBezTo>
                    <a:pt x="43265" y="98702"/>
                    <a:pt x="43265" y="98702"/>
                    <a:pt x="43265" y="98702"/>
                  </a:cubicBezTo>
                  <a:cubicBezTo>
                    <a:pt x="34693" y="98702"/>
                    <a:pt x="34693" y="98702"/>
                    <a:pt x="34693" y="98702"/>
                  </a:cubicBezTo>
                  <a:cubicBezTo>
                    <a:pt x="5918" y="98702"/>
                    <a:pt x="5918" y="98702"/>
                    <a:pt x="5918" y="98702"/>
                  </a:cubicBezTo>
                  <a:cubicBezTo>
                    <a:pt x="3061" y="98702"/>
                    <a:pt x="0" y="95496"/>
                    <a:pt x="0" y="92290"/>
                  </a:cubicBezTo>
                  <a:cubicBezTo>
                    <a:pt x="0" y="6412"/>
                    <a:pt x="0" y="6412"/>
                    <a:pt x="0" y="6412"/>
                  </a:cubicBezTo>
                  <a:cubicBezTo>
                    <a:pt x="0" y="1603"/>
                    <a:pt x="3061" y="0"/>
                    <a:pt x="5918" y="0"/>
                  </a:cubicBezTo>
                  <a:cubicBezTo>
                    <a:pt x="114081" y="0"/>
                    <a:pt x="114081" y="0"/>
                    <a:pt x="114081" y="0"/>
                  </a:cubicBezTo>
                  <a:cubicBezTo>
                    <a:pt x="116938" y="0"/>
                    <a:pt x="119795" y="1603"/>
                    <a:pt x="119795" y="6412"/>
                  </a:cubicBezTo>
                  <a:cubicBezTo>
                    <a:pt x="119795" y="92290"/>
                    <a:pt x="119795" y="92290"/>
                    <a:pt x="119795" y="92290"/>
                  </a:cubicBezTo>
                  <a:cubicBezTo>
                    <a:pt x="119795" y="95496"/>
                    <a:pt x="116938" y="98702"/>
                    <a:pt x="114081" y="98702"/>
                  </a:cubicBezTo>
                  <a:close/>
                  <a:moveTo>
                    <a:pt x="112653" y="8015"/>
                  </a:moveTo>
                  <a:lnTo>
                    <a:pt x="112653" y="8015"/>
                  </a:lnTo>
                  <a:cubicBezTo>
                    <a:pt x="8775" y="8015"/>
                    <a:pt x="8775" y="8015"/>
                    <a:pt x="8775" y="8015"/>
                  </a:cubicBezTo>
                  <a:cubicBezTo>
                    <a:pt x="8775" y="80839"/>
                    <a:pt x="8775" y="80839"/>
                    <a:pt x="8775" y="80839"/>
                  </a:cubicBezTo>
                  <a:cubicBezTo>
                    <a:pt x="112653" y="80839"/>
                    <a:pt x="112653" y="80839"/>
                    <a:pt x="112653" y="80839"/>
                  </a:cubicBezTo>
                  <a:lnTo>
                    <a:pt x="112653" y="80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2" name="Shape 4792"/>
            <p:cNvSpPr/>
            <p:nvPr/>
          </p:nvSpPr>
          <p:spPr>
            <a:xfrm>
              <a:off x="8553919" y="1753205"/>
              <a:ext cx="289907" cy="1799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19" y="119680"/>
                  </a:moveTo>
                  <a:lnTo>
                    <a:pt x="114219" y="119680"/>
                  </a:lnTo>
                  <a:cubicBezTo>
                    <a:pt x="108438" y="119680"/>
                    <a:pt x="108438" y="119680"/>
                    <a:pt x="108438" y="119680"/>
                  </a:cubicBezTo>
                  <a:cubicBezTo>
                    <a:pt x="11362" y="119680"/>
                    <a:pt x="11362" y="119680"/>
                    <a:pt x="11362" y="119680"/>
                  </a:cubicBezTo>
                  <a:cubicBezTo>
                    <a:pt x="5780" y="119680"/>
                    <a:pt x="5780" y="119680"/>
                    <a:pt x="5780" y="119680"/>
                  </a:cubicBezTo>
                  <a:cubicBezTo>
                    <a:pt x="1395" y="119680"/>
                    <a:pt x="0" y="115212"/>
                    <a:pt x="0" y="110744"/>
                  </a:cubicBezTo>
                  <a:cubicBezTo>
                    <a:pt x="0" y="94787"/>
                    <a:pt x="0" y="94787"/>
                    <a:pt x="0" y="94787"/>
                  </a:cubicBezTo>
                  <a:cubicBezTo>
                    <a:pt x="11362" y="94787"/>
                    <a:pt x="11362" y="94787"/>
                    <a:pt x="11362" y="94787"/>
                  </a:cubicBezTo>
                  <a:cubicBezTo>
                    <a:pt x="11362" y="9255"/>
                    <a:pt x="11362" y="9255"/>
                    <a:pt x="11362" y="9255"/>
                  </a:cubicBezTo>
                  <a:cubicBezTo>
                    <a:pt x="11362" y="2234"/>
                    <a:pt x="12757" y="0"/>
                    <a:pt x="16943" y="0"/>
                  </a:cubicBezTo>
                  <a:cubicBezTo>
                    <a:pt x="102857" y="0"/>
                    <a:pt x="102857" y="0"/>
                    <a:pt x="102857" y="0"/>
                  </a:cubicBezTo>
                  <a:cubicBezTo>
                    <a:pt x="105647" y="0"/>
                    <a:pt x="108438" y="2234"/>
                    <a:pt x="108438" y="9255"/>
                  </a:cubicBezTo>
                  <a:cubicBezTo>
                    <a:pt x="108438" y="94787"/>
                    <a:pt x="108438" y="94787"/>
                    <a:pt x="108438" y="94787"/>
                  </a:cubicBezTo>
                  <a:cubicBezTo>
                    <a:pt x="119800" y="94787"/>
                    <a:pt x="119800" y="94787"/>
                    <a:pt x="119800" y="94787"/>
                  </a:cubicBezTo>
                  <a:cubicBezTo>
                    <a:pt x="119800" y="110744"/>
                    <a:pt x="119800" y="110744"/>
                    <a:pt x="119800" y="110744"/>
                  </a:cubicBezTo>
                  <a:cubicBezTo>
                    <a:pt x="119800" y="115212"/>
                    <a:pt x="117009" y="119680"/>
                    <a:pt x="114219" y="119680"/>
                  </a:cubicBezTo>
                  <a:close/>
                  <a:moveTo>
                    <a:pt x="46445" y="110744"/>
                  </a:moveTo>
                  <a:lnTo>
                    <a:pt x="46445" y="110744"/>
                  </a:lnTo>
                  <a:cubicBezTo>
                    <a:pt x="73355" y="110744"/>
                    <a:pt x="73355" y="110744"/>
                    <a:pt x="73355" y="110744"/>
                  </a:cubicBezTo>
                  <a:cubicBezTo>
                    <a:pt x="73355" y="103723"/>
                    <a:pt x="73355" y="103723"/>
                    <a:pt x="73355" y="103723"/>
                  </a:cubicBezTo>
                  <a:cubicBezTo>
                    <a:pt x="46445" y="103723"/>
                    <a:pt x="46445" y="103723"/>
                    <a:pt x="46445" y="103723"/>
                  </a:cubicBezTo>
                  <a:lnTo>
                    <a:pt x="46445" y="110744"/>
                  </a:lnTo>
                  <a:close/>
                  <a:moveTo>
                    <a:pt x="101461" y="11489"/>
                  </a:moveTo>
                  <a:lnTo>
                    <a:pt x="101461" y="11489"/>
                  </a:lnTo>
                  <a:cubicBezTo>
                    <a:pt x="18338" y="11489"/>
                    <a:pt x="18338" y="11489"/>
                    <a:pt x="18338" y="11489"/>
                  </a:cubicBezTo>
                  <a:cubicBezTo>
                    <a:pt x="18338" y="90319"/>
                    <a:pt x="18338" y="90319"/>
                    <a:pt x="18338" y="90319"/>
                  </a:cubicBezTo>
                  <a:cubicBezTo>
                    <a:pt x="101461" y="90319"/>
                    <a:pt x="101461" y="90319"/>
                    <a:pt x="101461" y="90319"/>
                  </a:cubicBezTo>
                  <a:lnTo>
                    <a:pt x="101461" y="114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3" name="Shape 4793"/>
            <p:cNvSpPr/>
            <p:nvPr/>
          </p:nvSpPr>
          <p:spPr>
            <a:xfrm>
              <a:off x="8079909" y="1712987"/>
              <a:ext cx="224308" cy="2624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548" y="119779"/>
                  </a:moveTo>
                  <a:lnTo>
                    <a:pt x="112548" y="119779"/>
                  </a:lnTo>
                  <a:cubicBezTo>
                    <a:pt x="7194" y="119779"/>
                    <a:pt x="7194" y="119779"/>
                    <a:pt x="7194" y="119779"/>
                  </a:cubicBezTo>
                  <a:cubicBezTo>
                    <a:pt x="1798" y="119779"/>
                    <a:pt x="0" y="116697"/>
                    <a:pt x="0" y="113394"/>
                  </a:cubicBezTo>
                  <a:cubicBezTo>
                    <a:pt x="0" y="6165"/>
                    <a:pt x="0" y="6165"/>
                    <a:pt x="0" y="6165"/>
                  </a:cubicBezTo>
                  <a:cubicBezTo>
                    <a:pt x="0" y="1541"/>
                    <a:pt x="1798" y="0"/>
                    <a:pt x="7194" y="0"/>
                  </a:cubicBezTo>
                  <a:cubicBezTo>
                    <a:pt x="112548" y="0"/>
                    <a:pt x="112548" y="0"/>
                    <a:pt x="112548" y="0"/>
                  </a:cubicBezTo>
                  <a:cubicBezTo>
                    <a:pt x="117944" y="0"/>
                    <a:pt x="119743" y="1541"/>
                    <a:pt x="119743" y="6165"/>
                  </a:cubicBezTo>
                  <a:cubicBezTo>
                    <a:pt x="119743" y="113394"/>
                    <a:pt x="119743" y="113394"/>
                    <a:pt x="119743" y="113394"/>
                  </a:cubicBezTo>
                  <a:cubicBezTo>
                    <a:pt x="119743" y="116697"/>
                    <a:pt x="117944" y="119779"/>
                    <a:pt x="112548" y="119779"/>
                  </a:cubicBezTo>
                  <a:close/>
                  <a:moveTo>
                    <a:pt x="59871" y="114935"/>
                  </a:moveTo>
                  <a:lnTo>
                    <a:pt x="59871" y="114935"/>
                  </a:lnTo>
                  <a:cubicBezTo>
                    <a:pt x="61670" y="114935"/>
                    <a:pt x="65267" y="113394"/>
                    <a:pt x="65267" y="111853"/>
                  </a:cubicBezTo>
                  <a:cubicBezTo>
                    <a:pt x="65267" y="108770"/>
                    <a:pt x="61670" y="107229"/>
                    <a:pt x="59871" y="107229"/>
                  </a:cubicBezTo>
                  <a:cubicBezTo>
                    <a:pt x="58072" y="107229"/>
                    <a:pt x="54475" y="108770"/>
                    <a:pt x="54475" y="111853"/>
                  </a:cubicBezTo>
                  <a:cubicBezTo>
                    <a:pt x="54475" y="113394"/>
                    <a:pt x="58072" y="114935"/>
                    <a:pt x="59871" y="114935"/>
                  </a:cubicBezTo>
                  <a:close/>
                  <a:moveTo>
                    <a:pt x="105353" y="12330"/>
                  </a:moveTo>
                  <a:lnTo>
                    <a:pt x="105353" y="12330"/>
                  </a:lnTo>
                  <a:cubicBezTo>
                    <a:pt x="14389" y="12330"/>
                    <a:pt x="14389" y="12330"/>
                    <a:pt x="14389" y="12330"/>
                  </a:cubicBezTo>
                  <a:cubicBezTo>
                    <a:pt x="14389" y="102605"/>
                    <a:pt x="14389" y="102605"/>
                    <a:pt x="14389" y="102605"/>
                  </a:cubicBezTo>
                  <a:cubicBezTo>
                    <a:pt x="105353" y="102605"/>
                    <a:pt x="105353" y="102605"/>
                    <a:pt x="105353" y="102605"/>
                  </a:cubicBezTo>
                  <a:lnTo>
                    <a:pt x="105353" y="123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4" name="Shape 4794"/>
            <p:cNvSpPr/>
            <p:nvPr/>
          </p:nvSpPr>
          <p:spPr>
            <a:xfrm>
              <a:off x="7608015" y="1712987"/>
              <a:ext cx="152361" cy="2624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090" y="119779"/>
                  </a:moveTo>
                  <a:lnTo>
                    <a:pt x="109090" y="119779"/>
                  </a:lnTo>
                  <a:cubicBezTo>
                    <a:pt x="10909" y="119779"/>
                    <a:pt x="10909" y="119779"/>
                    <a:pt x="10909" y="119779"/>
                  </a:cubicBezTo>
                  <a:cubicBezTo>
                    <a:pt x="5642" y="119779"/>
                    <a:pt x="0" y="116697"/>
                    <a:pt x="0" y="113394"/>
                  </a:cubicBezTo>
                  <a:cubicBezTo>
                    <a:pt x="0" y="6165"/>
                    <a:pt x="0" y="6165"/>
                    <a:pt x="0" y="6165"/>
                  </a:cubicBezTo>
                  <a:cubicBezTo>
                    <a:pt x="0" y="1541"/>
                    <a:pt x="5642" y="0"/>
                    <a:pt x="10909" y="0"/>
                  </a:cubicBezTo>
                  <a:cubicBezTo>
                    <a:pt x="109090" y="0"/>
                    <a:pt x="109090" y="0"/>
                    <a:pt x="109090" y="0"/>
                  </a:cubicBezTo>
                  <a:cubicBezTo>
                    <a:pt x="116990" y="0"/>
                    <a:pt x="119623" y="1541"/>
                    <a:pt x="119623" y="6165"/>
                  </a:cubicBezTo>
                  <a:cubicBezTo>
                    <a:pt x="119623" y="113394"/>
                    <a:pt x="119623" y="113394"/>
                    <a:pt x="119623" y="113394"/>
                  </a:cubicBezTo>
                  <a:cubicBezTo>
                    <a:pt x="119623" y="116697"/>
                    <a:pt x="116990" y="119779"/>
                    <a:pt x="109090" y="119779"/>
                  </a:cubicBezTo>
                  <a:close/>
                  <a:moveTo>
                    <a:pt x="61316" y="113394"/>
                  </a:moveTo>
                  <a:lnTo>
                    <a:pt x="61316" y="113394"/>
                  </a:lnTo>
                  <a:cubicBezTo>
                    <a:pt x="63949" y="113394"/>
                    <a:pt x="66583" y="111853"/>
                    <a:pt x="66583" y="108770"/>
                  </a:cubicBezTo>
                  <a:cubicBezTo>
                    <a:pt x="66583" y="107229"/>
                    <a:pt x="63949" y="105688"/>
                    <a:pt x="61316" y="105688"/>
                  </a:cubicBezTo>
                  <a:cubicBezTo>
                    <a:pt x="56050" y="105688"/>
                    <a:pt x="53416" y="107229"/>
                    <a:pt x="53416" y="108770"/>
                  </a:cubicBezTo>
                  <a:cubicBezTo>
                    <a:pt x="53416" y="111853"/>
                    <a:pt x="56050" y="113394"/>
                    <a:pt x="61316" y="113394"/>
                  </a:cubicBezTo>
                  <a:close/>
                  <a:moveTo>
                    <a:pt x="109090" y="12330"/>
                  </a:moveTo>
                  <a:lnTo>
                    <a:pt x="109090" y="12330"/>
                  </a:lnTo>
                  <a:cubicBezTo>
                    <a:pt x="106457" y="12330"/>
                    <a:pt x="106457" y="12330"/>
                    <a:pt x="106457" y="12330"/>
                  </a:cubicBezTo>
                  <a:cubicBezTo>
                    <a:pt x="13542" y="12330"/>
                    <a:pt x="13542" y="12330"/>
                    <a:pt x="13542" y="12330"/>
                  </a:cubicBezTo>
                  <a:cubicBezTo>
                    <a:pt x="10909" y="12330"/>
                    <a:pt x="10909" y="12330"/>
                    <a:pt x="10909" y="12330"/>
                  </a:cubicBezTo>
                  <a:cubicBezTo>
                    <a:pt x="10909" y="99522"/>
                    <a:pt x="10909" y="99522"/>
                    <a:pt x="10909" y="99522"/>
                  </a:cubicBezTo>
                  <a:cubicBezTo>
                    <a:pt x="13542" y="99522"/>
                    <a:pt x="13542" y="99522"/>
                    <a:pt x="13542" y="99522"/>
                  </a:cubicBezTo>
                  <a:cubicBezTo>
                    <a:pt x="106457" y="99522"/>
                    <a:pt x="106457" y="99522"/>
                    <a:pt x="106457" y="99522"/>
                  </a:cubicBezTo>
                  <a:cubicBezTo>
                    <a:pt x="109090" y="99522"/>
                    <a:pt x="109090" y="99522"/>
                    <a:pt x="109090" y="99522"/>
                  </a:cubicBezTo>
                  <a:lnTo>
                    <a:pt x="109090" y="123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5" name="Shape 4795"/>
            <p:cNvSpPr/>
            <p:nvPr/>
          </p:nvSpPr>
          <p:spPr>
            <a:xfrm>
              <a:off x="7136501" y="4767336"/>
              <a:ext cx="217961" cy="237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35" y="60000"/>
                  </a:moveTo>
                  <a:lnTo>
                    <a:pt x="119735" y="60000"/>
                  </a:lnTo>
                  <a:cubicBezTo>
                    <a:pt x="119735" y="61693"/>
                    <a:pt x="117880" y="63387"/>
                    <a:pt x="116026" y="65080"/>
                  </a:cubicBezTo>
                  <a:cubicBezTo>
                    <a:pt x="91655" y="85645"/>
                    <a:pt x="91655" y="85645"/>
                    <a:pt x="91655" y="85645"/>
                  </a:cubicBezTo>
                  <a:cubicBezTo>
                    <a:pt x="89801" y="87338"/>
                    <a:pt x="87947" y="87338"/>
                    <a:pt x="86092" y="87338"/>
                  </a:cubicBezTo>
                  <a:cubicBezTo>
                    <a:pt x="82384" y="87338"/>
                    <a:pt x="78675" y="83951"/>
                    <a:pt x="78675" y="80564"/>
                  </a:cubicBezTo>
                  <a:cubicBezTo>
                    <a:pt x="78675" y="78870"/>
                    <a:pt x="80529" y="77177"/>
                    <a:pt x="82384" y="75241"/>
                  </a:cubicBezTo>
                  <a:cubicBezTo>
                    <a:pt x="91655" y="66774"/>
                    <a:pt x="91655" y="66774"/>
                    <a:pt x="91655" y="66774"/>
                  </a:cubicBezTo>
                  <a:cubicBezTo>
                    <a:pt x="46887" y="66774"/>
                    <a:pt x="46887" y="66774"/>
                    <a:pt x="46887" y="66774"/>
                  </a:cubicBezTo>
                  <a:cubicBezTo>
                    <a:pt x="43178" y="66774"/>
                    <a:pt x="39205" y="63387"/>
                    <a:pt x="39205" y="60000"/>
                  </a:cubicBezTo>
                  <a:cubicBezTo>
                    <a:pt x="39205" y="56612"/>
                    <a:pt x="43178" y="53225"/>
                    <a:pt x="46887" y="53225"/>
                  </a:cubicBezTo>
                  <a:cubicBezTo>
                    <a:pt x="91655" y="53225"/>
                    <a:pt x="91655" y="53225"/>
                    <a:pt x="91655" y="53225"/>
                  </a:cubicBezTo>
                  <a:cubicBezTo>
                    <a:pt x="82384" y="44516"/>
                    <a:pt x="82384" y="44516"/>
                    <a:pt x="82384" y="44516"/>
                  </a:cubicBezTo>
                  <a:cubicBezTo>
                    <a:pt x="80529" y="42822"/>
                    <a:pt x="78675" y="41129"/>
                    <a:pt x="78675" y="39435"/>
                  </a:cubicBezTo>
                  <a:cubicBezTo>
                    <a:pt x="78675" y="36048"/>
                    <a:pt x="82384" y="32661"/>
                    <a:pt x="86092" y="32661"/>
                  </a:cubicBezTo>
                  <a:cubicBezTo>
                    <a:pt x="87947" y="32661"/>
                    <a:pt x="89801" y="32661"/>
                    <a:pt x="91655" y="34354"/>
                  </a:cubicBezTo>
                  <a:cubicBezTo>
                    <a:pt x="116026" y="54919"/>
                    <a:pt x="116026" y="54919"/>
                    <a:pt x="116026" y="54919"/>
                  </a:cubicBezTo>
                  <a:cubicBezTo>
                    <a:pt x="117880" y="56612"/>
                    <a:pt x="119735" y="58306"/>
                    <a:pt x="119735" y="60000"/>
                  </a:cubicBezTo>
                  <a:close/>
                  <a:moveTo>
                    <a:pt x="45033" y="13790"/>
                  </a:moveTo>
                  <a:lnTo>
                    <a:pt x="45033" y="13790"/>
                  </a:lnTo>
                  <a:cubicBezTo>
                    <a:pt x="14834" y="13790"/>
                    <a:pt x="14834" y="13790"/>
                    <a:pt x="14834" y="13790"/>
                  </a:cubicBezTo>
                  <a:cubicBezTo>
                    <a:pt x="14834" y="106209"/>
                    <a:pt x="14834" y="106209"/>
                    <a:pt x="14834" y="106209"/>
                  </a:cubicBezTo>
                  <a:cubicBezTo>
                    <a:pt x="45033" y="106209"/>
                    <a:pt x="45033" y="106209"/>
                    <a:pt x="45033" y="106209"/>
                  </a:cubicBezTo>
                  <a:cubicBezTo>
                    <a:pt x="48741" y="106209"/>
                    <a:pt x="52450" y="107903"/>
                    <a:pt x="52450" y="112983"/>
                  </a:cubicBezTo>
                  <a:cubicBezTo>
                    <a:pt x="52450" y="116370"/>
                    <a:pt x="48741" y="119758"/>
                    <a:pt x="45033" y="119758"/>
                  </a:cubicBezTo>
                  <a:cubicBezTo>
                    <a:pt x="7417" y="119758"/>
                    <a:pt x="7417" y="119758"/>
                    <a:pt x="7417" y="119758"/>
                  </a:cubicBezTo>
                  <a:cubicBezTo>
                    <a:pt x="1854" y="119758"/>
                    <a:pt x="0" y="116370"/>
                    <a:pt x="0" y="112983"/>
                  </a:cubicBezTo>
                  <a:cubicBezTo>
                    <a:pt x="0" y="7016"/>
                    <a:pt x="0" y="7016"/>
                    <a:pt x="0" y="7016"/>
                  </a:cubicBezTo>
                  <a:cubicBezTo>
                    <a:pt x="0" y="3629"/>
                    <a:pt x="1854" y="0"/>
                    <a:pt x="7417" y="0"/>
                  </a:cubicBezTo>
                  <a:cubicBezTo>
                    <a:pt x="45033" y="0"/>
                    <a:pt x="45033" y="0"/>
                    <a:pt x="45033" y="0"/>
                  </a:cubicBezTo>
                  <a:cubicBezTo>
                    <a:pt x="48741" y="0"/>
                    <a:pt x="52450" y="3629"/>
                    <a:pt x="52450" y="7016"/>
                  </a:cubicBezTo>
                  <a:cubicBezTo>
                    <a:pt x="52450" y="12096"/>
                    <a:pt x="48741" y="13790"/>
                    <a:pt x="45033" y="137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6" name="Shape 4796"/>
            <p:cNvSpPr/>
            <p:nvPr/>
          </p:nvSpPr>
          <p:spPr>
            <a:xfrm>
              <a:off x="6622286" y="4767336"/>
              <a:ext cx="217959" cy="237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35" y="60000"/>
                  </a:moveTo>
                  <a:lnTo>
                    <a:pt x="119735" y="60000"/>
                  </a:lnTo>
                  <a:cubicBezTo>
                    <a:pt x="119735" y="112983"/>
                    <a:pt x="119735" y="112983"/>
                    <a:pt x="119735" y="112983"/>
                  </a:cubicBezTo>
                  <a:cubicBezTo>
                    <a:pt x="119735" y="116370"/>
                    <a:pt x="116026" y="119758"/>
                    <a:pt x="112317" y="119758"/>
                  </a:cubicBezTo>
                  <a:cubicBezTo>
                    <a:pt x="74701" y="119758"/>
                    <a:pt x="74701" y="119758"/>
                    <a:pt x="74701" y="119758"/>
                  </a:cubicBezTo>
                  <a:cubicBezTo>
                    <a:pt x="69139" y="119758"/>
                    <a:pt x="67284" y="116370"/>
                    <a:pt x="67284" y="112983"/>
                  </a:cubicBezTo>
                  <a:cubicBezTo>
                    <a:pt x="67284" y="107903"/>
                    <a:pt x="69139" y="106209"/>
                    <a:pt x="74701" y="106209"/>
                  </a:cubicBezTo>
                  <a:cubicBezTo>
                    <a:pt x="104635" y="106209"/>
                    <a:pt x="104635" y="106209"/>
                    <a:pt x="104635" y="106209"/>
                  </a:cubicBezTo>
                  <a:cubicBezTo>
                    <a:pt x="104635" y="13790"/>
                    <a:pt x="104635" y="13790"/>
                    <a:pt x="104635" y="13790"/>
                  </a:cubicBezTo>
                  <a:cubicBezTo>
                    <a:pt x="74701" y="13790"/>
                    <a:pt x="74701" y="13790"/>
                    <a:pt x="74701" y="13790"/>
                  </a:cubicBezTo>
                  <a:cubicBezTo>
                    <a:pt x="69139" y="13790"/>
                    <a:pt x="67284" y="10403"/>
                    <a:pt x="67284" y="7016"/>
                  </a:cubicBezTo>
                  <a:cubicBezTo>
                    <a:pt x="67284" y="3629"/>
                    <a:pt x="69139" y="0"/>
                    <a:pt x="74701" y="0"/>
                  </a:cubicBezTo>
                  <a:cubicBezTo>
                    <a:pt x="112317" y="0"/>
                    <a:pt x="112317" y="0"/>
                    <a:pt x="112317" y="0"/>
                  </a:cubicBezTo>
                  <a:cubicBezTo>
                    <a:pt x="116026" y="0"/>
                    <a:pt x="119735" y="3629"/>
                    <a:pt x="119735" y="7016"/>
                  </a:cubicBezTo>
                  <a:cubicBezTo>
                    <a:pt x="119735" y="60000"/>
                    <a:pt x="119735" y="60000"/>
                    <a:pt x="119735" y="60000"/>
                  </a:cubicBezTo>
                  <a:close/>
                  <a:moveTo>
                    <a:pt x="76556" y="54919"/>
                  </a:moveTo>
                  <a:lnTo>
                    <a:pt x="76556" y="54919"/>
                  </a:lnTo>
                  <a:cubicBezTo>
                    <a:pt x="78410" y="56612"/>
                    <a:pt x="78410" y="58306"/>
                    <a:pt x="78410" y="60000"/>
                  </a:cubicBezTo>
                  <a:cubicBezTo>
                    <a:pt x="78410" y="61693"/>
                    <a:pt x="78410" y="63387"/>
                    <a:pt x="76556" y="65080"/>
                  </a:cubicBezTo>
                  <a:cubicBezTo>
                    <a:pt x="52450" y="85645"/>
                    <a:pt x="52450" y="85645"/>
                    <a:pt x="52450" y="85645"/>
                  </a:cubicBezTo>
                  <a:cubicBezTo>
                    <a:pt x="50596" y="87338"/>
                    <a:pt x="48476" y="87338"/>
                    <a:pt x="46622" y="87338"/>
                  </a:cubicBezTo>
                  <a:cubicBezTo>
                    <a:pt x="42913" y="87338"/>
                    <a:pt x="39205" y="83951"/>
                    <a:pt x="39205" y="80564"/>
                  </a:cubicBezTo>
                  <a:cubicBezTo>
                    <a:pt x="39205" y="78870"/>
                    <a:pt x="41059" y="77177"/>
                    <a:pt x="41059" y="75241"/>
                  </a:cubicBezTo>
                  <a:cubicBezTo>
                    <a:pt x="52450" y="66774"/>
                    <a:pt x="52450" y="66774"/>
                    <a:pt x="52450" y="66774"/>
                  </a:cubicBezTo>
                  <a:cubicBezTo>
                    <a:pt x="7417" y="66774"/>
                    <a:pt x="7417" y="66774"/>
                    <a:pt x="7417" y="66774"/>
                  </a:cubicBezTo>
                  <a:cubicBezTo>
                    <a:pt x="1854" y="66774"/>
                    <a:pt x="0" y="63387"/>
                    <a:pt x="0" y="60000"/>
                  </a:cubicBezTo>
                  <a:cubicBezTo>
                    <a:pt x="0" y="56612"/>
                    <a:pt x="1854" y="53225"/>
                    <a:pt x="7417" y="53225"/>
                  </a:cubicBezTo>
                  <a:cubicBezTo>
                    <a:pt x="52450" y="53225"/>
                    <a:pt x="52450" y="53225"/>
                    <a:pt x="52450" y="53225"/>
                  </a:cubicBezTo>
                  <a:cubicBezTo>
                    <a:pt x="41059" y="44516"/>
                    <a:pt x="41059" y="44516"/>
                    <a:pt x="41059" y="44516"/>
                  </a:cubicBezTo>
                  <a:cubicBezTo>
                    <a:pt x="41059" y="42822"/>
                    <a:pt x="39205" y="41129"/>
                    <a:pt x="39205" y="39435"/>
                  </a:cubicBezTo>
                  <a:cubicBezTo>
                    <a:pt x="39205" y="36048"/>
                    <a:pt x="42913" y="32661"/>
                    <a:pt x="46622" y="32661"/>
                  </a:cubicBezTo>
                  <a:cubicBezTo>
                    <a:pt x="48476" y="32661"/>
                    <a:pt x="50596" y="32661"/>
                    <a:pt x="52450" y="34354"/>
                  </a:cubicBezTo>
                  <a:cubicBezTo>
                    <a:pt x="76556" y="54919"/>
                    <a:pt x="76556" y="54919"/>
                    <a:pt x="76556" y="549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7" name="Shape 4797"/>
            <p:cNvSpPr/>
            <p:nvPr/>
          </p:nvSpPr>
          <p:spPr>
            <a:xfrm>
              <a:off x="6108069" y="4777920"/>
              <a:ext cx="234889" cy="2180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83" y="119735"/>
                  </a:moveTo>
                  <a:lnTo>
                    <a:pt x="112883" y="119735"/>
                  </a:lnTo>
                  <a:cubicBezTo>
                    <a:pt x="7116" y="119735"/>
                    <a:pt x="7116" y="119735"/>
                    <a:pt x="7116" y="119735"/>
                  </a:cubicBezTo>
                  <a:cubicBezTo>
                    <a:pt x="3680" y="119735"/>
                    <a:pt x="0" y="116026"/>
                    <a:pt x="0" y="112317"/>
                  </a:cubicBezTo>
                  <a:cubicBezTo>
                    <a:pt x="0" y="74701"/>
                    <a:pt x="0" y="74701"/>
                    <a:pt x="0" y="74701"/>
                  </a:cubicBezTo>
                  <a:cubicBezTo>
                    <a:pt x="0" y="70993"/>
                    <a:pt x="3680" y="67284"/>
                    <a:pt x="7116" y="67284"/>
                  </a:cubicBezTo>
                  <a:cubicBezTo>
                    <a:pt x="10552" y="67284"/>
                    <a:pt x="13987" y="70993"/>
                    <a:pt x="13987" y="74701"/>
                  </a:cubicBezTo>
                  <a:cubicBezTo>
                    <a:pt x="13987" y="104900"/>
                    <a:pt x="13987" y="104900"/>
                    <a:pt x="13987" y="104900"/>
                  </a:cubicBezTo>
                  <a:cubicBezTo>
                    <a:pt x="105766" y="104900"/>
                    <a:pt x="105766" y="104900"/>
                    <a:pt x="105766" y="104900"/>
                  </a:cubicBezTo>
                  <a:cubicBezTo>
                    <a:pt x="105766" y="74701"/>
                    <a:pt x="105766" y="74701"/>
                    <a:pt x="105766" y="74701"/>
                  </a:cubicBezTo>
                  <a:cubicBezTo>
                    <a:pt x="105766" y="70993"/>
                    <a:pt x="109447" y="67284"/>
                    <a:pt x="112883" y="67284"/>
                  </a:cubicBezTo>
                  <a:cubicBezTo>
                    <a:pt x="118036" y="67284"/>
                    <a:pt x="119754" y="70993"/>
                    <a:pt x="119754" y="74701"/>
                  </a:cubicBezTo>
                  <a:cubicBezTo>
                    <a:pt x="119754" y="112317"/>
                    <a:pt x="119754" y="112317"/>
                    <a:pt x="119754" y="112317"/>
                  </a:cubicBezTo>
                  <a:cubicBezTo>
                    <a:pt x="119754" y="116026"/>
                    <a:pt x="118036" y="119735"/>
                    <a:pt x="112883" y="119735"/>
                  </a:cubicBezTo>
                  <a:close/>
                  <a:moveTo>
                    <a:pt x="81717" y="39205"/>
                  </a:moveTo>
                  <a:lnTo>
                    <a:pt x="81717" y="39205"/>
                  </a:lnTo>
                  <a:cubicBezTo>
                    <a:pt x="78036" y="39205"/>
                    <a:pt x="76319" y="39205"/>
                    <a:pt x="76319" y="37350"/>
                  </a:cubicBezTo>
                  <a:cubicBezTo>
                    <a:pt x="67730" y="26225"/>
                    <a:pt x="67730" y="26225"/>
                    <a:pt x="67730" y="26225"/>
                  </a:cubicBezTo>
                  <a:cubicBezTo>
                    <a:pt x="67730" y="72847"/>
                    <a:pt x="67730" y="72847"/>
                    <a:pt x="67730" y="72847"/>
                  </a:cubicBezTo>
                  <a:cubicBezTo>
                    <a:pt x="67730" y="76556"/>
                    <a:pt x="64294" y="80529"/>
                    <a:pt x="60858" y="80529"/>
                  </a:cubicBezTo>
                  <a:cubicBezTo>
                    <a:pt x="55705" y="80529"/>
                    <a:pt x="53987" y="76556"/>
                    <a:pt x="53987" y="72847"/>
                  </a:cubicBezTo>
                  <a:cubicBezTo>
                    <a:pt x="53987" y="26225"/>
                    <a:pt x="53987" y="26225"/>
                    <a:pt x="53987" y="26225"/>
                  </a:cubicBezTo>
                  <a:cubicBezTo>
                    <a:pt x="45153" y="37350"/>
                    <a:pt x="45153" y="37350"/>
                    <a:pt x="45153" y="37350"/>
                  </a:cubicBezTo>
                  <a:cubicBezTo>
                    <a:pt x="43435" y="39205"/>
                    <a:pt x="41717" y="39205"/>
                    <a:pt x="40000" y="39205"/>
                  </a:cubicBezTo>
                  <a:cubicBezTo>
                    <a:pt x="34846" y="39205"/>
                    <a:pt x="33128" y="37350"/>
                    <a:pt x="33128" y="31788"/>
                  </a:cubicBezTo>
                  <a:cubicBezTo>
                    <a:pt x="33128" y="29933"/>
                    <a:pt x="33128" y="28079"/>
                    <a:pt x="34846" y="28079"/>
                  </a:cubicBezTo>
                  <a:cubicBezTo>
                    <a:pt x="55705" y="1854"/>
                    <a:pt x="55705" y="1854"/>
                    <a:pt x="55705" y="1854"/>
                  </a:cubicBezTo>
                  <a:cubicBezTo>
                    <a:pt x="55705" y="1854"/>
                    <a:pt x="57423" y="0"/>
                    <a:pt x="60858" y="0"/>
                  </a:cubicBezTo>
                  <a:cubicBezTo>
                    <a:pt x="62576" y="0"/>
                    <a:pt x="64294" y="1854"/>
                    <a:pt x="66012" y="1854"/>
                  </a:cubicBezTo>
                  <a:cubicBezTo>
                    <a:pt x="86871" y="28079"/>
                    <a:pt x="86871" y="28079"/>
                    <a:pt x="86871" y="28079"/>
                  </a:cubicBezTo>
                  <a:cubicBezTo>
                    <a:pt x="86871" y="28079"/>
                    <a:pt x="88588" y="29933"/>
                    <a:pt x="88588" y="31788"/>
                  </a:cubicBezTo>
                  <a:cubicBezTo>
                    <a:pt x="88588" y="37350"/>
                    <a:pt x="85153" y="39205"/>
                    <a:pt x="81717" y="392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8" name="Shape 4798"/>
            <p:cNvSpPr/>
            <p:nvPr/>
          </p:nvSpPr>
          <p:spPr>
            <a:xfrm>
              <a:off x="5604434" y="4777920"/>
              <a:ext cx="234889" cy="21801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83" y="119735"/>
                  </a:moveTo>
                  <a:lnTo>
                    <a:pt x="112883" y="119735"/>
                  </a:lnTo>
                  <a:cubicBezTo>
                    <a:pt x="59141" y="119735"/>
                    <a:pt x="59141" y="119735"/>
                    <a:pt x="59141" y="119735"/>
                  </a:cubicBezTo>
                  <a:cubicBezTo>
                    <a:pt x="7116" y="119735"/>
                    <a:pt x="7116" y="119735"/>
                    <a:pt x="7116" y="119735"/>
                  </a:cubicBezTo>
                  <a:cubicBezTo>
                    <a:pt x="1717" y="119735"/>
                    <a:pt x="0" y="116026"/>
                    <a:pt x="0" y="112317"/>
                  </a:cubicBezTo>
                  <a:cubicBezTo>
                    <a:pt x="0" y="74701"/>
                    <a:pt x="0" y="74701"/>
                    <a:pt x="0" y="74701"/>
                  </a:cubicBezTo>
                  <a:cubicBezTo>
                    <a:pt x="0" y="70993"/>
                    <a:pt x="1717" y="67284"/>
                    <a:pt x="7116" y="67284"/>
                  </a:cubicBezTo>
                  <a:cubicBezTo>
                    <a:pt x="10552" y="67284"/>
                    <a:pt x="13987" y="70993"/>
                    <a:pt x="13987" y="74701"/>
                  </a:cubicBezTo>
                  <a:cubicBezTo>
                    <a:pt x="13987" y="104900"/>
                    <a:pt x="13987" y="104900"/>
                    <a:pt x="13987" y="104900"/>
                  </a:cubicBezTo>
                  <a:cubicBezTo>
                    <a:pt x="105766" y="104900"/>
                    <a:pt x="105766" y="104900"/>
                    <a:pt x="105766" y="104900"/>
                  </a:cubicBezTo>
                  <a:cubicBezTo>
                    <a:pt x="105766" y="74701"/>
                    <a:pt x="105766" y="74701"/>
                    <a:pt x="105766" y="74701"/>
                  </a:cubicBezTo>
                  <a:cubicBezTo>
                    <a:pt x="105766" y="70993"/>
                    <a:pt x="109447" y="67284"/>
                    <a:pt x="112883" y="67284"/>
                  </a:cubicBezTo>
                  <a:cubicBezTo>
                    <a:pt x="116319" y="67284"/>
                    <a:pt x="119754" y="70993"/>
                    <a:pt x="119754" y="74701"/>
                  </a:cubicBezTo>
                  <a:cubicBezTo>
                    <a:pt x="119754" y="112317"/>
                    <a:pt x="119754" y="112317"/>
                    <a:pt x="119754" y="112317"/>
                  </a:cubicBezTo>
                  <a:cubicBezTo>
                    <a:pt x="119754" y="116026"/>
                    <a:pt x="116319" y="119735"/>
                    <a:pt x="112883" y="119735"/>
                  </a:cubicBezTo>
                  <a:close/>
                  <a:moveTo>
                    <a:pt x="85153" y="52450"/>
                  </a:moveTo>
                  <a:lnTo>
                    <a:pt x="85153" y="52450"/>
                  </a:lnTo>
                  <a:cubicBezTo>
                    <a:pt x="64294" y="76556"/>
                    <a:pt x="64294" y="76556"/>
                    <a:pt x="64294" y="76556"/>
                  </a:cubicBezTo>
                  <a:cubicBezTo>
                    <a:pt x="64294" y="78675"/>
                    <a:pt x="62576" y="80529"/>
                    <a:pt x="59141" y="80529"/>
                  </a:cubicBezTo>
                  <a:cubicBezTo>
                    <a:pt x="57423" y="80529"/>
                    <a:pt x="55705" y="78675"/>
                    <a:pt x="53987" y="76556"/>
                  </a:cubicBezTo>
                  <a:cubicBezTo>
                    <a:pt x="33128" y="52450"/>
                    <a:pt x="33128" y="52450"/>
                    <a:pt x="33128" y="52450"/>
                  </a:cubicBezTo>
                  <a:cubicBezTo>
                    <a:pt x="33128" y="50596"/>
                    <a:pt x="31165" y="48741"/>
                    <a:pt x="31165" y="46622"/>
                  </a:cubicBezTo>
                  <a:cubicBezTo>
                    <a:pt x="31165" y="42913"/>
                    <a:pt x="34846" y="39205"/>
                    <a:pt x="38282" y="39205"/>
                  </a:cubicBezTo>
                  <a:cubicBezTo>
                    <a:pt x="41717" y="39205"/>
                    <a:pt x="43435" y="41059"/>
                    <a:pt x="43435" y="42913"/>
                  </a:cubicBezTo>
                  <a:cubicBezTo>
                    <a:pt x="52024" y="52450"/>
                    <a:pt x="52024" y="52450"/>
                    <a:pt x="52024" y="52450"/>
                  </a:cubicBezTo>
                  <a:cubicBezTo>
                    <a:pt x="52024" y="7417"/>
                    <a:pt x="52024" y="7417"/>
                    <a:pt x="52024" y="7417"/>
                  </a:cubicBezTo>
                  <a:cubicBezTo>
                    <a:pt x="52024" y="3708"/>
                    <a:pt x="55705" y="0"/>
                    <a:pt x="59141" y="0"/>
                  </a:cubicBezTo>
                  <a:cubicBezTo>
                    <a:pt x="64294" y="0"/>
                    <a:pt x="66012" y="3708"/>
                    <a:pt x="66012" y="7417"/>
                  </a:cubicBezTo>
                  <a:cubicBezTo>
                    <a:pt x="66012" y="52450"/>
                    <a:pt x="66012" y="52450"/>
                    <a:pt x="66012" y="52450"/>
                  </a:cubicBezTo>
                  <a:cubicBezTo>
                    <a:pt x="74601" y="42913"/>
                    <a:pt x="74601" y="42913"/>
                    <a:pt x="74601" y="42913"/>
                  </a:cubicBezTo>
                  <a:cubicBezTo>
                    <a:pt x="76319" y="41059"/>
                    <a:pt x="78036" y="39205"/>
                    <a:pt x="79754" y="39205"/>
                  </a:cubicBezTo>
                  <a:cubicBezTo>
                    <a:pt x="85153" y="39205"/>
                    <a:pt x="86871" y="42913"/>
                    <a:pt x="86871" y="46622"/>
                  </a:cubicBezTo>
                  <a:cubicBezTo>
                    <a:pt x="86871" y="48741"/>
                    <a:pt x="86871" y="50596"/>
                    <a:pt x="85153" y="524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9" name="Shape 4799"/>
            <p:cNvSpPr/>
            <p:nvPr/>
          </p:nvSpPr>
          <p:spPr>
            <a:xfrm>
              <a:off x="5069058" y="4739820"/>
              <a:ext cx="292024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76" y="119802"/>
                  </a:moveTo>
                  <a:lnTo>
                    <a:pt x="114276" y="119802"/>
                  </a:lnTo>
                  <a:cubicBezTo>
                    <a:pt x="5526" y="119802"/>
                    <a:pt x="5526" y="119802"/>
                    <a:pt x="5526" y="119802"/>
                  </a:cubicBezTo>
                  <a:cubicBezTo>
                    <a:pt x="2763" y="119802"/>
                    <a:pt x="0" y="117044"/>
                    <a:pt x="0" y="114285"/>
                  </a:cubicBezTo>
                  <a:cubicBezTo>
                    <a:pt x="0" y="20886"/>
                    <a:pt x="0" y="20886"/>
                    <a:pt x="0" y="20886"/>
                  </a:cubicBezTo>
                  <a:cubicBezTo>
                    <a:pt x="0" y="18128"/>
                    <a:pt x="2763" y="15369"/>
                    <a:pt x="5526" y="15369"/>
                  </a:cubicBezTo>
                  <a:cubicBezTo>
                    <a:pt x="16578" y="15369"/>
                    <a:pt x="16578" y="15369"/>
                    <a:pt x="16578" y="15369"/>
                  </a:cubicBezTo>
                  <a:cubicBezTo>
                    <a:pt x="16578" y="20886"/>
                    <a:pt x="16578" y="20886"/>
                    <a:pt x="16578" y="20886"/>
                  </a:cubicBezTo>
                  <a:cubicBezTo>
                    <a:pt x="16578" y="27783"/>
                    <a:pt x="23684" y="33497"/>
                    <a:pt x="30592" y="33497"/>
                  </a:cubicBezTo>
                  <a:cubicBezTo>
                    <a:pt x="37500" y="33497"/>
                    <a:pt x="43223" y="27783"/>
                    <a:pt x="43223" y="20886"/>
                  </a:cubicBezTo>
                  <a:cubicBezTo>
                    <a:pt x="43223" y="15369"/>
                    <a:pt x="43223" y="15369"/>
                    <a:pt x="43223" y="15369"/>
                  </a:cubicBezTo>
                  <a:cubicBezTo>
                    <a:pt x="76578" y="15369"/>
                    <a:pt x="76578" y="15369"/>
                    <a:pt x="76578" y="15369"/>
                  </a:cubicBezTo>
                  <a:cubicBezTo>
                    <a:pt x="76578" y="20886"/>
                    <a:pt x="76578" y="20886"/>
                    <a:pt x="76578" y="20886"/>
                  </a:cubicBezTo>
                  <a:cubicBezTo>
                    <a:pt x="76578" y="27783"/>
                    <a:pt x="82302" y="33497"/>
                    <a:pt x="89210" y="33497"/>
                  </a:cubicBezTo>
                  <a:cubicBezTo>
                    <a:pt x="96118" y="33497"/>
                    <a:pt x="103223" y="27783"/>
                    <a:pt x="103223" y="20886"/>
                  </a:cubicBezTo>
                  <a:cubicBezTo>
                    <a:pt x="103223" y="15369"/>
                    <a:pt x="103223" y="15369"/>
                    <a:pt x="103223" y="15369"/>
                  </a:cubicBezTo>
                  <a:cubicBezTo>
                    <a:pt x="114276" y="15369"/>
                    <a:pt x="114276" y="15369"/>
                    <a:pt x="114276" y="15369"/>
                  </a:cubicBezTo>
                  <a:cubicBezTo>
                    <a:pt x="117039" y="15369"/>
                    <a:pt x="119802" y="18128"/>
                    <a:pt x="119802" y="20886"/>
                  </a:cubicBezTo>
                  <a:cubicBezTo>
                    <a:pt x="119802" y="114285"/>
                    <a:pt x="119802" y="114285"/>
                    <a:pt x="119802" y="114285"/>
                  </a:cubicBezTo>
                  <a:cubicBezTo>
                    <a:pt x="119802" y="117044"/>
                    <a:pt x="117039" y="119802"/>
                    <a:pt x="114276" y="119802"/>
                  </a:cubicBezTo>
                  <a:close/>
                  <a:moveTo>
                    <a:pt x="108750" y="44532"/>
                  </a:moveTo>
                  <a:lnTo>
                    <a:pt x="108750" y="44532"/>
                  </a:lnTo>
                  <a:cubicBezTo>
                    <a:pt x="11052" y="44532"/>
                    <a:pt x="11052" y="44532"/>
                    <a:pt x="11052" y="44532"/>
                  </a:cubicBezTo>
                  <a:cubicBezTo>
                    <a:pt x="11052" y="108571"/>
                    <a:pt x="11052" y="108571"/>
                    <a:pt x="11052" y="108571"/>
                  </a:cubicBezTo>
                  <a:cubicBezTo>
                    <a:pt x="108750" y="108571"/>
                    <a:pt x="108750" y="108571"/>
                    <a:pt x="108750" y="108571"/>
                  </a:cubicBezTo>
                  <a:lnTo>
                    <a:pt x="108750" y="44532"/>
                  </a:lnTo>
                  <a:close/>
                  <a:moveTo>
                    <a:pt x="37500" y="83546"/>
                  </a:moveTo>
                  <a:lnTo>
                    <a:pt x="37500" y="83546"/>
                  </a:lnTo>
                  <a:cubicBezTo>
                    <a:pt x="37500" y="82167"/>
                    <a:pt x="38881" y="80788"/>
                    <a:pt x="40460" y="80788"/>
                  </a:cubicBezTo>
                  <a:cubicBezTo>
                    <a:pt x="41842" y="79408"/>
                    <a:pt x="43223" y="78029"/>
                    <a:pt x="44605" y="78029"/>
                  </a:cubicBezTo>
                  <a:cubicBezTo>
                    <a:pt x="45986" y="76650"/>
                    <a:pt x="45986" y="76650"/>
                    <a:pt x="47368" y="75270"/>
                  </a:cubicBezTo>
                  <a:cubicBezTo>
                    <a:pt x="47368" y="75270"/>
                    <a:pt x="48750" y="75270"/>
                    <a:pt x="48750" y="73891"/>
                  </a:cubicBezTo>
                  <a:cubicBezTo>
                    <a:pt x="50131" y="73891"/>
                    <a:pt x="50131" y="72315"/>
                    <a:pt x="51513" y="72315"/>
                  </a:cubicBezTo>
                  <a:cubicBezTo>
                    <a:pt x="51513" y="70935"/>
                    <a:pt x="51513" y="69556"/>
                    <a:pt x="51513" y="69556"/>
                  </a:cubicBezTo>
                  <a:cubicBezTo>
                    <a:pt x="51513" y="66798"/>
                    <a:pt x="51513" y="66798"/>
                    <a:pt x="50131" y="65418"/>
                  </a:cubicBezTo>
                  <a:cubicBezTo>
                    <a:pt x="50131" y="64039"/>
                    <a:pt x="48750" y="64039"/>
                    <a:pt x="47368" y="64039"/>
                  </a:cubicBezTo>
                  <a:cubicBezTo>
                    <a:pt x="45986" y="64039"/>
                    <a:pt x="44605" y="64039"/>
                    <a:pt x="44605" y="64039"/>
                  </a:cubicBezTo>
                  <a:cubicBezTo>
                    <a:pt x="43223" y="65418"/>
                    <a:pt x="43223" y="65418"/>
                    <a:pt x="43223" y="66798"/>
                  </a:cubicBezTo>
                  <a:cubicBezTo>
                    <a:pt x="41842" y="66798"/>
                    <a:pt x="41842" y="68177"/>
                    <a:pt x="41842" y="69556"/>
                  </a:cubicBezTo>
                  <a:lnTo>
                    <a:pt x="41842" y="70935"/>
                  </a:lnTo>
                  <a:cubicBezTo>
                    <a:pt x="34736" y="70935"/>
                    <a:pt x="34736" y="70935"/>
                    <a:pt x="34736" y="70935"/>
                  </a:cubicBezTo>
                  <a:cubicBezTo>
                    <a:pt x="34736" y="69556"/>
                    <a:pt x="34736" y="68177"/>
                    <a:pt x="36118" y="66798"/>
                  </a:cubicBezTo>
                  <a:cubicBezTo>
                    <a:pt x="36118" y="64039"/>
                    <a:pt x="36118" y="62660"/>
                    <a:pt x="37500" y="61280"/>
                  </a:cubicBezTo>
                  <a:cubicBezTo>
                    <a:pt x="38881" y="61280"/>
                    <a:pt x="40460" y="59901"/>
                    <a:pt x="41842" y="58522"/>
                  </a:cubicBezTo>
                  <a:cubicBezTo>
                    <a:pt x="43223" y="58522"/>
                    <a:pt x="44605" y="58522"/>
                    <a:pt x="47368" y="58522"/>
                  </a:cubicBezTo>
                  <a:cubicBezTo>
                    <a:pt x="48750" y="58522"/>
                    <a:pt x="50131" y="58522"/>
                    <a:pt x="51513" y="58522"/>
                  </a:cubicBezTo>
                  <a:cubicBezTo>
                    <a:pt x="52894" y="59901"/>
                    <a:pt x="54276" y="59901"/>
                    <a:pt x="55657" y="61280"/>
                  </a:cubicBezTo>
                  <a:cubicBezTo>
                    <a:pt x="55657" y="61280"/>
                    <a:pt x="57236" y="62660"/>
                    <a:pt x="57236" y="64039"/>
                  </a:cubicBezTo>
                  <a:cubicBezTo>
                    <a:pt x="58618" y="65418"/>
                    <a:pt x="58618" y="66798"/>
                    <a:pt x="58618" y="68177"/>
                  </a:cubicBezTo>
                  <a:cubicBezTo>
                    <a:pt x="58618" y="69556"/>
                    <a:pt x="58618" y="72315"/>
                    <a:pt x="58618" y="72315"/>
                  </a:cubicBezTo>
                  <a:cubicBezTo>
                    <a:pt x="57236" y="73891"/>
                    <a:pt x="57236" y="75270"/>
                    <a:pt x="55657" y="76650"/>
                  </a:cubicBezTo>
                  <a:cubicBezTo>
                    <a:pt x="54276" y="76650"/>
                    <a:pt x="54276" y="78029"/>
                    <a:pt x="52894" y="79408"/>
                  </a:cubicBezTo>
                  <a:cubicBezTo>
                    <a:pt x="51513" y="79408"/>
                    <a:pt x="50131" y="80788"/>
                    <a:pt x="48750" y="80788"/>
                  </a:cubicBezTo>
                  <a:cubicBezTo>
                    <a:pt x="47368" y="82167"/>
                    <a:pt x="47368" y="82167"/>
                    <a:pt x="45986" y="83546"/>
                  </a:cubicBezTo>
                  <a:cubicBezTo>
                    <a:pt x="44605" y="84926"/>
                    <a:pt x="43223" y="84926"/>
                    <a:pt x="43223" y="86305"/>
                  </a:cubicBezTo>
                  <a:cubicBezTo>
                    <a:pt x="58618" y="86305"/>
                    <a:pt x="58618" y="86305"/>
                    <a:pt x="58618" y="86305"/>
                  </a:cubicBezTo>
                  <a:cubicBezTo>
                    <a:pt x="58618" y="92019"/>
                    <a:pt x="58618" y="92019"/>
                    <a:pt x="58618" y="92019"/>
                  </a:cubicBezTo>
                  <a:cubicBezTo>
                    <a:pt x="33355" y="92019"/>
                    <a:pt x="33355" y="92019"/>
                    <a:pt x="33355" y="92019"/>
                  </a:cubicBezTo>
                  <a:cubicBezTo>
                    <a:pt x="33355" y="90640"/>
                    <a:pt x="34736" y="89064"/>
                    <a:pt x="34736" y="87684"/>
                  </a:cubicBezTo>
                  <a:cubicBezTo>
                    <a:pt x="34736" y="86305"/>
                    <a:pt x="36118" y="84926"/>
                    <a:pt x="37500" y="83546"/>
                  </a:cubicBezTo>
                  <a:close/>
                  <a:moveTo>
                    <a:pt x="69671" y="86305"/>
                  </a:moveTo>
                  <a:lnTo>
                    <a:pt x="69671" y="86305"/>
                  </a:lnTo>
                  <a:cubicBezTo>
                    <a:pt x="71052" y="87684"/>
                    <a:pt x="71052" y="87684"/>
                    <a:pt x="73815" y="87684"/>
                  </a:cubicBezTo>
                  <a:cubicBezTo>
                    <a:pt x="73815" y="87684"/>
                    <a:pt x="75197" y="87684"/>
                    <a:pt x="75197" y="86305"/>
                  </a:cubicBezTo>
                  <a:cubicBezTo>
                    <a:pt x="76578" y="86305"/>
                    <a:pt x="76578" y="86305"/>
                    <a:pt x="77960" y="84926"/>
                  </a:cubicBezTo>
                  <a:lnTo>
                    <a:pt x="77960" y="83546"/>
                  </a:lnTo>
                  <a:cubicBezTo>
                    <a:pt x="79539" y="82167"/>
                    <a:pt x="79539" y="82167"/>
                    <a:pt x="79539" y="80788"/>
                  </a:cubicBezTo>
                  <a:cubicBezTo>
                    <a:pt x="79539" y="80788"/>
                    <a:pt x="79539" y="79408"/>
                    <a:pt x="77960" y="78029"/>
                  </a:cubicBezTo>
                  <a:lnTo>
                    <a:pt x="77960" y="76650"/>
                  </a:lnTo>
                  <a:cubicBezTo>
                    <a:pt x="76578" y="76650"/>
                    <a:pt x="76578" y="75270"/>
                    <a:pt x="75197" y="75270"/>
                  </a:cubicBezTo>
                  <a:lnTo>
                    <a:pt x="73815" y="75270"/>
                  </a:lnTo>
                  <a:cubicBezTo>
                    <a:pt x="72434" y="75270"/>
                    <a:pt x="71052" y="75270"/>
                    <a:pt x="69671" y="75270"/>
                  </a:cubicBezTo>
                  <a:cubicBezTo>
                    <a:pt x="69671" y="75270"/>
                    <a:pt x="68289" y="76650"/>
                    <a:pt x="68289" y="78029"/>
                  </a:cubicBezTo>
                  <a:cubicBezTo>
                    <a:pt x="61381" y="78029"/>
                    <a:pt x="61381" y="78029"/>
                    <a:pt x="61381" y="78029"/>
                  </a:cubicBezTo>
                  <a:cubicBezTo>
                    <a:pt x="65526" y="58522"/>
                    <a:pt x="65526" y="58522"/>
                    <a:pt x="65526" y="58522"/>
                  </a:cubicBezTo>
                  <a:cubicBezTo>
                    <a:pt x="83684" y="58522"/>
                    <a:pt x="83684" y="58522"/>
                    <a:pt x="83684" y="58522"/>
                  </a:cubicBezTo>
                  <a:cubicBezTo>
                    <a:pt x="83684" y="64039"/>
                    <a:pt x="83684" y="64039"/>
                    <a:pt x="83684" y="64039"/>
                  </a:cubicBezTo>
                  <a:cubicBezTo>
                    <a:pt x="69671" y="64039"/>
                    <a:pt x="69671" y="64039"/>
                    <a:pt x="69671" y="64039"/>
                  </a:cubicBezTo>
                  <a:cubicBezTo>
                    <a:pt x="68289" y="72315"/>
                    <a:pt x="68289" y="72315"/>
                    <a:pt x="68289" y="72315"/>
                  </a:cubicBezTo>
                  <a:cubicBezTo>
                    <a:pt x="69671" y="70935"/>
                    <a:pt x="71052" y="70935"/>
                    <a:pt x="72434" y="69556"/>
                  </a:cubicBezTo>
                  <a:cubicBezTo>
                    <a:pt x="72434" y="69556"/>
                    <a:pt x="73815" y="69556"/>
                    <a:pt x="75197" y="69556"/>
                  </a:cubicBezTo>
                  <a:cubicBezTo>
                    <a:pt x="76578" y="69556"/>
                    <a:pt x="77960" y="69556"/>
                    <a:pt x="79539" y="70935"/>
                  </a:cubicBezTo>
                  <a:cubicBezTo>
                    <a:pt x="80921" y="70935"/>
                    <a:pt x="82302" y="72315"/>
                    <a:pt x="83684" y="72315"/>
                  </a:cubicBezTo>
                  <a:cubicBezTo>
                    <a:pt x="83684" y="73891"/>
                    <a:pt x="85065" y="75270"/>
                    <a:pt x="85065" y="76650"/>
                  </a:cubicBezTo>
                  <a:cubicBezTo>
                    <a:pt x="86447" y="78029"/>
                    <a:pt x="86447" y="79408"/>
                    <a:pt x="86447" y="80788"/>
                  </a:cubicBezTo>
                  <a:cubicBezTo>
                    <a:pt x="86447" y="82167"/>
                    <a:pt x="85065" y="84926"/>
                    <a:pt x="85065" y="86305"/>
                  </a:cubicBezTo>
                  <a:cubicBezTo>
                    <a:pt x="83684" y="87684"/>
                    <a:pt x="83684" y="89064"/>
                    <a:pt x="82302" y="89064"/>
                  </a:cubicBezTo>
                  <a:cubicBezTo>
                    <a:pt x="80921" y="90640"/>
                    <a:pt x="79539" y="92019"/>
                    <a:pt x="77960" y="92019"/>
                  </a:cubicBezTo>
                  <a:cubicBezTo>
                    <a:pt x="76578" y="93399"/>
                    <a:pt x="75197" y="93399"/>
                    <a:pt x="73815" y="93399"/>
                  </a:cubicBezTo>
                  <a:cubicBezTo>
                    <a:pt x="71052" y="93399"/>
                    <a:pt x="69671" y="93399"/>
                    <a:pt x="68289" y="92019"/>
                  </a:cubicBezTo>
                  <a:cubicBezTo>
                    <a:pt x="66907" y="92019"/>
                    <a:pt x="65526" y="92019"/>
                    <a:pt x="64144" y="90640"/>
                  </a:cubicBezTo>
                  <a:cubicBezTo>
                    <a:pt x="64144" y="89064"/>
                    <a:pt x="62763" y="89064"/>
                    <a:pt x="61381" y="87684"/>
                  </a:cubicBezTo>
                  <a:cubicBezTo>
                    <a:pt x="61381" y="86305"/>
                    <a:pt x="61381" y="83546"/>
                    <a:pt x="61381" y="82167"/>
                  </a:cubicBezTo>
                  <a:cubicBezTo>
                    <a:pt x="68289" y="82167"/>
                    <a:pt x="68289" y="82167"/>
                    <a:pt x="68289" y="82167"/>
                  </a:cubicBezTo>
                  <a:cubicBezTo>
                    <a:pt x="68289" y="83546"/>
                    <a:pt x="68289" y="84926"/>
                    <a:pt x="69671" y="86305"/>
                  </a:cubicBezTo>
                  <a:close/>
                  <a:moveTo>
                    <a:pt x="89210" y="26403"/>
                  </a:moveTo>
                  <a:lnTo>
                    <a:pt x="89210" y="26403"/>
                  </a:lnTo>
                  <a:cubicBezTo>
                    <a:pt x="86447" y="26403"/>
                    <a:pt x="83684" y="23645"/>
                    <a:pt x="83684" y="20886"/>
                  </a:cubicBezTo>
                  <a:cubicBezTo>
                    <a:pt x="83684" y="5517"/>
                    <a:pt x="83684" y="5517"/>
                    <a:pt x="83684" y="5517"/>
                  </a:cubicBezTo>
                  <a:cubicBezTo>
                    <a:pt x="83684" y="2758"/>
                    <a:pt x="86447" y="0"/>
                    <a:pt x="89210" y="0"/>
                  </a:cubicBezTo>
                  <a:cubicBezTo>
                    <a:pt x="93355" y="0"/>
                    <a:pt x="94736" y="2758"/>
                    <a:pt x="94736" y="5517"/>
                  </a:cubicBezTo>
                  <a:cubicBezTo>
                    <a:pt x="94736" y="20886"/>
                    <a:pt x="94736" y="20886"/>
                    <a:pt x="94736" y="20886"/>
                  </a:cubicBezTo>
                  <a:cubicBezTo>
                    <a:pt x="94736" y="23645"/>
                    <a:pt x="93355" y="26403"/>
                    <a:pt x="89210" y="26403"/>
                  </a:cubicBezTo>
                  <a:close/>
                  <a:moveTo>
                    <a:pt x="30592" y="26403"/>
                  </a:moveTo>
                  <a:lnTo>
                    <a:pt x="30592" y="26403"/>
                  </a:lnTo>
                  <a:cubicBezTo>
                    <a:pt x="26447" y="26403"/>
                    <a:pt x="25065" y="23645"/>
                    <a:pt x="25065" y="20886"/>
                  </a:cubicBezTo>
                  <a:cubicBezTo>
                    <a:pt x="25065" y="5517"/>
                    <a:pt x="25065" y="5517"/>
                    <a:pt x="25065" y="5517"/>
                  </a:cubicBezTo>
                  <a:cubicBezTo>
                    <a:pt x="25065" y="2758"/>
                    <a:pt x="26447" y="0"/>
                    <a:pt x="30592" y="0"/>
                  </a:cubicBezTo>
                  <a:cubicBezTo>
                    <a:pt x="33355" y="0"/>
                    <a:pt x="36118" y="2758"/>
                    <a:pt x="36118" y="5517"/>
                  </a:cubicBezTo>
                  <a:cubicBezTo>
                    <a:pt x="36118" y="20886"/>
                    <a:pt x="36118" y="20886"/>
                    <a:pt x="36118" y="20886"/>
                  </a:cubicBezTo>
                  <a:cubicBezTo>
                    <a:pt x="36118" y="23645"/>
                    <a:pt x="33355" y="26403"/>
                    <a:pt x="30592" y="264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0" name="Shape 4800"/>
            <p:cNvSpPr/>
            <p:nvPr/>
          </p:nvSpPr>
          <p:spPr>
            <a:xfrm>
              <a:off x="4563305" y="4739820"/>
              <a:ext cx="287792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09" y="119802"/>
                  </a:moveTo>
                  <a:lnTo>
                    <a:pt x="114209" y="119802"/>
                  </a:lnTo>
                  <a:cubicBezTo>
                    <a:pt x="5590" y="119802"/>
                    <a:pt x="5590" y="119802"/>
                    <a:pt x="5590" y="119802"/>
                  </a:cubicBezTo>
                  <a:cubicBezTo>
                    <a:pt x="2795" y="119802"/>
                    <a:pt x="0" y="117044"/>
                    <a:pt x="0" y="114285"/>
                  </a:cubicBezTo>
                  <a:cubicBezTo>
                    <a:pt x="0" y="20886"/>
                    <a:pt x="0" y="20886"/>
                    <a:pt x="0" y="20886"/>
                  </a:cubicBezTo>
                  <a:cubicBezTo>
                    <a:pt x="0" y="18128"/>
                    <a:pt x="2795" y="15369"/>
                    <a:pt x="5590" y="15369"/>
                  </a:cubicBezTo>
                  <a:cubicBezTo>
                    <a:pt x="16772" y="15369"/>
                    <a:pt x="16772" y="15369"/>
                    <a:pt x="16772" y="15369"/>
                  </a:cubicBezTo>
                  <a:cubicBezTo>
                    <a:pt x="16772" y="20886"/>
                    <a:pt x="16772" y="20886"/>
                    <a:pt x="16772" y="20886"/>
                  </a:cubicBezTo>
                  <a:cubicBezTo>
                    <a:pt x="16772" y="27783"/>
                    <a:pt x="22562" y="33497"/>
                    <a:pt x="29550" y="33497"/>
                  </a:cubicBezTo>
                  <a:cubicBezTo>
                    <a:pt x="36539" y="33497"/>
                    <a:pt x="43727" y="27783"/>
                    <a:pt x="43727" y="20886"/>
                  </a:cubicBezTo>
                  <a:cubicBezTo>
                    <a:pt x="43727" y="15369"/>
                    <a:pt x="43727" y="15369"/>
                    <a:pt x="43727" y="15369"/>
                  </a:cubicBezTo>
                  <a:cubicBezTo>
                    <a:pt x="77470" y="15369"/>
                    <a:pt x="77470" y="15369"/>
                    <a:pt x="77470" y="15369"/>
                  </a:cubicBezTo>
                  <a:cubicBezTo>
                    <a:pt x="77470" y="20886"/>
                    <a:pt x="77470" y="20886"/>
                    <a:pt x="77470" y="20886"/>
                  </a:cubicBezTo>
                  <a:cubicBezTo>
                    <a:pt x="77470" y="27783"/>
                    <a:pt x="83261" y="33497"/>
                    <a:pt x="90249" y="33497"/>
                  </a:cubicBezTo>
                  <a:cubicBezTo>
                    <a:pt x="97237" y="33497"/>
                    <a:pt x="102828" y="27783"/>
                    <a:pt x="102828" y="20886"/>
                  </a:cubicBezTo>
                  <a:cubicBezTo>
                    <a:pt x="102828" y="15369"/>
                    <a:pt x="102828" y="15369"/>
                    <a:pt x="102828" y="15369"/>
                  </a:cubicBezTo>
                  <a:cubicBezTo>
                    <a:pt x="114209" y="15369"/>
                    <a:pt x="114209" y="15369"/>
                    <a:pt x="114209" y="15369"/>
                  </a:cubicBezTo>
                  <a:cubicBezTo>
                    <a:pt x="118402" y="15369"/>
                    <a:pt x="119800" y="18128"/>
                    <a:pt x="119800" y="20886"/>
                  </a:cubicBezTo>
                  <a:cubicBezTo>
                    <a:pt x="119800" y="114285"/>
                    <a:pt x="119800" y="114285"/>
                    <a:pt x="119800" y="114285"/>
                  </a:cubicBezTo>
                  <a:cubicBezTo>
                    <a:pt x="119800" y="117044"/>
                    <a:pt x="118402" y="119802"/>
                    <a:pt x="114209" y="119802"/>
                  </a:cubicBezTo>
                  <a:close/>
                  <a:moveTo>
                    <a:pt x="108618" y="44532"/>
                  </a:moveTo>
                  <a:lnTo>
                    <a:pt x="108618" y="44532"/>
                  </a:lnTo>
                  <a:cubicBezTo>
                    <a:pt x="11181" y="44532"/>
                    <a:pt x="11181" y="44532"/>
                    <a:pt x="11181" y="44532"/>
                  </a:cubicBezTo>
                  <a:cubicBezTo>
                    <a:pt x="11181" y="108571"/>
                    <a:pt x="11181" y="108571"/>
                    <a:pt x="11181" y="108571"/>
                  </a:cubicBezTo>
                  <a:cubicBezTo>
                    <a:pt x="108618" y="108571"/>
                    <a:pt x="108618" y="108571"/>
                    <a:pt x="108618" y="108571"/>
                  </a:cubicBezTo>
                  <a:lnTo>
                    <a:pt x="108618" y="44532"/>
                  </a:lnTo>
                  <a:close/>
                  <a:moveTo>
                    <a:pt x="46522" y="70935"/>
                  </a:moveTo>
                  <a:lnTo>
                    <a:pt x="46522" y="70935"/>
                  </a:lnTo>
                  <a:cubicBezTo>
                    <a:pt x="54908" y="70935"/>
                    <a:pt x="54908" y="70935"/>
                    <a:pt x="54908" y="70935"/>
                  </a:cubicBezTo>
                  <a:cubicBezTo>
                    <a:pt x="54908" y="64039"/>
                    <a:pt x="54908" y="64039"/>
                    <a:pt x="54908" y="64039"/>
                  </a:cubicBezTo>
                  <a:cubicBezTo>
                    <a:pt x="54908" y="59901"/>
                    <a:pt x="56306" y="58522"/>
                    <a:pt x="60698" y="58522"/>
                  </a:cubicBezTo>
                  <a:cubicBezTo>
                    <a:pt x="63494" y="58522"/>
                    <a:pt x="66289" y="59901"/>
                    <a:pt x="66289" y="64039"/>
                  </a:cubicBezTo>
                  <a:cubicBezTo>
                    <a:pt x="66289" y="70935"/>
                    <a:pt x="66289" y="70935"/>
                    <a:pt x="66289" y="70935"/>
                  </a:cubicBezTo>
                  <a:cubicBezTo>
                    <a:pt x="73277" y="70935"/>
                    <a:pt x="73277" y="70935"/>
                    <a:pt x="73277" y="70935"/>
                  </a:cubicBezTo>
                  <a:cubicBezTo>
                    <a:pt x="76073" y="70935"/>
                    <a:pt x="78868" y="73891"/>
                    <a:pt x="78868" y="76650"/>
                  </a:cubicBezTo>
                  <a:cubicBezTo>
                    <a:pt x="78868" y="79408"/>
                    <a:pt x="76073" y="82167"/>
                    <a:pt x="73277" y="82167"/>
                  </a:cubicBezTo>
                  <a:cubicBezTo>
                    <a:pt x="66289" y="82167"/>
                    <a:pt x="66289" y="82167"/>
                    <a:pt x="66289" y="82167"/>
                  </a:cubicBezTo>
                  <a:cubicBezTo>
                    <a:pt x="66289" y="89064"/>
                    <a:pt x="66289" y="89064"/>
                    <a:pt x="66289" y="89064"/>
                  </a:cubicBezTo>
                  <a:cubicBezTo>
                    <a:pt x="66289" y="93399"/>
                    <a:pt x="63494" y="94778"/>
                    <a:pt x="60698" y="94778"/>
                  </a:cubicBezTo>
                  <a:cubicBezTo>
                    <a:pt x="56306" y="94778"/>
                    <a:pt x="54908" y="93399"/>
                    <a:pt x="54908" y="89064"/>
                  </a:cubicBezTo>
                  <a:cubicBezTo>
                    <a:pt x="54908" y="82167"/>
                    <a:pt x="54908" y="82167"/>
                    <a:pt x="54908" y="82167"/>
                  </a:cubicBezTo>
                  <a:cubicBezTo>
                    <a:pt x="46522" y="82167"/>
                    <a:pt x="46522" y="82167"/>
                    <a:pt x="46522" y="82167"/>
                  </a:cubicBezTo>
                  <a:cubicBezTo>
                    <a:pt x="43727" y="82167"/>
                    <a:pt x="40732" y="79408"/>
                    <a:pt x="40732" y="76650"/>
                  </a:cubicBezTo>
                  <a:cubicBezTo>
                    <a:pt x="40732" y="73891"/>
                    <a:pt x="43727" y="70935"/>
                    <a:pt x="46522" y="70935"/>
                  </a:cubicBezTo>
                  <a:close/>
                  <a:moveTo>
                    <a:pt x="47920" y="58522"/>
                  </a:moveTo>
                  <a:lnTo>
                    <a:pt x="47920" y="58522"/>
                  </a:lnTo>
                  <a:cubicBezTo>
                    <a:pt x="46522" y="58522"/>
                    <a:pt x="46522" y="58522"/>
                    <a:pt x="46522" y="58522"/>
                  </a:cubicBezTo>
                  <a:cubicBezTo>
                    <a:pt x="46522" y="58522"/>
                    <a:pt x="46522" y="58522"/>
                    <a:pt x="47920" y="58522"/>
                  </a:cubicBezTo>
                  <a:close/>
                  <a:moveTo>
                    <a:pt x="90249" y="26403"/>
                  </a:moveTo>
                  <a:lnTo>
                    <a:pt x="90249" y="26403"/>
                  </a:lnTo>
                  <a:cubicBezTo>
                    <a:pt x="87454" y="26403"/>
                    <a:pt x="84658" y="23645"/>
                    <a:pt x="84658" y="20886"/>
                  </a:cubicBezTo>
                  <a:cubicBezTo>
                    <a:pt x="84658" y="5517"/>
                    <a:pt x="84658" y="5517"/>
                    <a:pt x="84658" y="5517"/>
                  </a:cubicBezTo>
                  <a:cubicBezTo>
                    <a:pt x="84658" y="2758"/>
                    <a:pt x="87454" y="0"/>
                    <a:pt x="90249" y="0"/>
                  </a:cubicBezTo>
                  <a:cubicBezTo>
                    <a:pt x="93044" y="0"/>
                    <a:pt x="95840" y="2758"/>
                    <a:pt x="95840" y="5517"/>
                  </a:cubicBezTo>
                  <a:cubicBezTo>
                    <a:pt x="95840" y="20886"/>
                    <a:pt x="95840" y="20886"/>
                    <a:pt x="95840" y="20886"/>
                  </a:cubicBezTo>
                  <a:cubicBezTo>
                    <a:pt x="95840" y="23645"/>
                    <a:pt x="93044" y="26403"/>
                    <a:pt x="90249" y="26403"/>
                  </a:cubicBezTo>
                  <a:close/>
                  <a:moveTo>
                    <a:pt x="29550" y="26403"/>
                  </a:moveTo>
                  <a:lnTo>
                    <a:pt x="29550" y="26403"/>
                  </a:lnTo>
                  <a:cubicBezTo>
                    <a:pt x="26755" y="26403"/>
                    <a:pt x="23960" y="23645"/>
                    <a:pt x="23960" y="20886"/>
                  </a:cubicBezTo>
                  <a:cubicBezTo>
                    <a:pt x="23960" y="5517"/>
                    <a:pt x="23960" y="5517"/>
                    <a:pt x="23960" y="5517"/>
                  </a:cubicBezTo>
                  <a:cubicBezTo>
                    <a:pt x="23960" y="2758"/>
                    <a:pt x="26755" y="0"/>
                    <a:pt x="29550" y="0"/>
                  </a:cubicBezTo>
                  <a:cubicBezTo>
                    <a:pt x="33743" y="0"/>
                    <a:pt x="35141" y="2758"/>
                    <a:pt x="35141" y="5517"/>
                  </a:cubicBezTo>
                  <a:cubicBezTo>
                    <a:pt x="35141" y="20886"/>
                    <a:pt x="35141" y="20886"/>
                    <a:pt x="35141" y="20886"/>
                  </a:cubicBezTo>
                  <a:cubicBezTo>
                    <a:pt x="35141" y="23645"/>
                    <a:pt x="33743" y="26403"/>
                    <a:pt x="29550" y="264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1" name="Shape 4801"/>
            <p:cNvSpPr/>
            <p:nvPr/>
          </p:nvSpPr>
          <p:spPr>
            <a:xfrm>
              <a:off x="4057555" y="4739820"/>
              <a:ext cx="287792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09" y="119802"/>
                  </a:moveTo>
                  <a:lnTo>
                    <a:pt x="114209" y="119802"/>
                  </a:lnTo>
                  <a:cubicBezTo>
                    <a:pt x="5590" y="119802"/>
                    <a:pt x="5590" y="119802"/>
                    <a:pt x="5590" y="119802"/>
                  </a:cubicBezTo>
                  <a:cubicBezTo>
                    <a:pt x="1397" y="119802"/>
                    <a:pt x="0" y="117044"/>
                    <a:pt x="0" y="114285"/>
                  </a:cubicBezTo>
                  <a:cubicBezTo>
                    <a:pt x="0" y="20886"/>
                    <a:pt x="0" y="20886"/>
                    <a:pt x="0" y="20886"/>
                  </a:cubicBezTo>
                  <a:cubicBezTo>
                    <a:pt x="0" y="18128"/>
                    <a:pt x="1397" y="15369"/>
                    <a:pt x="5590" y="15369"/>
                  </a:cubicBezTo>
                  <a:cubicBezTo>
                    <a:pt x="16772" y="15369"/>
                    <a:pt x="16772" y="15369"/>
                    <a:pt x="16772" y="15369"/>
                  </a:cubicBezTo>
                  <a:cubicBezTo>
                    <a:pt x="16772" y="20886"/>
                    <a:pt x="16772" y="20886"/>
                    <a:pt x="16772" y="20886"/>
                  </a:cubicBezTo>
                  <a:cubicBezTo>
                    <a:pt x="16772" y="27783"/>
                    <a:pt x="22562" y="33497"/>
                    <a:pt x="29550" y="33497"/>
                  </a:cubicBezTo>
                  <a:cubicBezTo>
                    <a:pt x="36539" y="33497"/>
                    <a:pt x="42129" y="27783"/>
                    <a:pt x="42129" y="20886"/>
                  </a:cubicBezTo>
                  <a:cubicBezTo>
                    <a:pt x="42129" y="15369"/>
                    <a:pt x="42129" y="15369"/>
                    <a:pt x="42129" y="15369"/>
                  </a:cubicBezTo>
                  <a:cubicBezTo>
                    <a:pt x="76073" y="15369"/>
                    <a:pt x="76073" y="15369"/>
                    <a:pt x="76073" y="15369"/>
                  </a:cubicBezTo>
                  <a:cubicBezTo>
                    <a:pt x="76073" y="20886"/>
                    <a:pt x="76073" y="20886"/>
                    <a:pt x="76073" y="20886"/>
                  </a:cubicBezTo>
                  <a:cubicBezTo>
                    <a:pt x="76073" y="27783"/>
                    <a:pt x="83261" y="33497"/>
                    <a:pt x="90249" y="33497"/>
                  </a:cubicBezTo>
                  <a:cubicBezTo>
                    <a:pt x="97237" y="33497"/>
                    <a:pt x="102828" y="27783"/>
                    <a:pt x="102828" y="20886"/>
                  </a:cubicBezTo>
                  <a:cubicBezTo>
                    <a:pt x="102828" y="15369"/>
                    <a:pt x="102828" y="15369"/>
                    <a:pt x="102828" y="15369"/>
                  </a:cubicBezTo>
                  <a:cubicBezTo>
                    <a:pt x="114209" y="15369"/>
                    <a:pt x="114209" y="15369"/>
                    <a:pt x="114209" y="15369"/>
                  </a:cubicBezTo>
                  <a:cubicBezTo>
                    <a:pt x="117004" y="15369"/>
                    <a:pt x="119800" y="18128"/>
                    <a:pt x="119800" y="20886"/>
                  </a:cubicBezTo>
                  <a:cubicBezTo>
                    <a:pt x="119800" y="114285"/>
                    <a:pt x="119800" y="114285"/>
                    <a:pt x="119800" y="114285"/>
                  </a:cubicBezTo>
                  <a:cubicBezTo>
                    <a:pt x="119800" y="117044"/>
                    <a:pt x="117004" y="119802"/>
                    <a:pt x="114209" y="119802"/>
                  </a:cubicBezTo>
                  <a:close/>
                  <a:moveTo>
                    <a:pt x="108618" y="44532"/>
                  </a:moveTo>
                  <a:lnTo>
                    <a:pt x="108618" y="44532"/>
                  </a:lnTo>
                  <a:cubicBezTo>
                    <a:pt x="11181" y="44532"/>
                    <a:pt x="11181" y="44532"/>
                    <a:pt x="11181" y="44532"/>
                  </a:cubicBezTo>
                  <a:cubicBezTo>
                    <a:pt x="11181" y="108571"/>
                    <a:pt x="11181" y="108571"/>
                    <a:pt x="11181" y="108571"/>
                  </a:cubicBezTo>
                  <a:cubicBezTo>
                    <a:pt x="108618" y="108571"/>
                    <a:pt x="108618" y="108571"/>
                    <a:pt x="108618" y="108571"/>
                  </a:cubicBezTo>
                  <a:lnTo>
                    <a:pt x="108618" y="44532"/>
                  </a:lnTo>
                  <a:close/>
                  <a:moveTo>
                    <a:pt x="40732" y="70935"/>
                  </a:moveTo>
                  <a:lnTo>
                    <a:pt x="40732" y="70935"/>
                  </a:lnTo>
                  <a:cubicBezTo>
                    <a:pt x="42129" y="70935"/>
                    <a:pt x="43727" y="70935"/>
                    <a:pt x="45124" y="72315"/>
                  </a:cubicBezTo>
                  <a:cubicBezTo>
                    <a:pt x="53510" y="82167"/>
                    <a:pt x="53510" y="82167"/>
                    <a:pt x="53510" y="82167"/>
                  </a:cubicBezTo>
                  <a:cubicBezTo>
                    <a:pt x="76073" y="59901"/>
                    <a:pt x="76073" y="59901"/>
                    <a:pt x="76073" y="59901"/>
                  </a:cubicBezTo>
                  <a:cubicBezTo>
                    <a:pt x="77470" y="58522"/>
                    <a:pt x="78868" y="58522"/>
                    <a:pt x="80266" y="58522"/>
                  </a:cubicBezTo>
                  <a:cubicBezTo>
                    <a:pt x="83261" y="58522"/>
                    <a:pt x="86056" y="59901"/>
                    <a:pt x="86056" y="64039"/>
                  </a:cubicBezTo>
                  <a:cubicBezTo>
                    <a:pt x="86056" y="65418"/>
                    <a:pt x="86056" y="66798"/>
                    <a:pt x="84658" y="66798"/>
                  </a:cubicBezTo>
                  <a:cubicBezTo>
                    <a:pt x="57703" y="93399"/>
                    <a:pt x="57703" y="93399"/>
                    <a:pt x="57703" y="93399"/>
                  </a:cubicBezTo>
                  <a:cubicBezTo>
                    <a:pt x="56306" y="94778"/>
                    <a:pt x="54908" y="94778"/>
                    <a:pt x="53510" y="94778"/>
                  </a:cubicBezTo>
                  <a:cubicBezTo>
                    <a:pt x="52113" y="94778"/>
                    <a:pt x="50715" y="94778"/>
                    <a:pt x="50715" y="93399"/>
                  </a:cubicBezTo>
                  <a:cubicBezTo>
                    <a:pt x="36539" y="80788"/>
                    <a:pt x="36539" y="80788"/>
                    <a:pt x="36539" y="80788"/>
                  </a:cubicBezTo>
                  <a:cubicBezTo>
                    <a:pt x="35141" y="79408"/>
                    <a:pt x="35141" y="78029"/>
                    <a:pt x="35141" y="76650"/>
                  </a:cubicBezTo>
                  <a:cubicBezTo>
                    <a:pt x="35141" y="73891"/>
                    <a:pt x="37936" y="70935"/>
                    <a:pt x="40732" y="70935"/>
                  </a:cubicBezTo>
                  <a:close/>
                  <a:moveTo>
                    <a:pt x="90249" y="26403"/>
                  </a:moveTo>
                  <a:lnTo>
                    <a:pt x="90249" y="26403"/>
                  </a:lnTo>
                  <a:cubicBezTo>
                    <a:pt x="86056" y="26403"/>
                    <a:pt x="84658" y="23645"/>
                    <a:pt x="84658" y="20886"/>
                  </a:cubicBezTo>
                  <a:cubicBezTo>
                    <a:pt x="84658" y="5517"/>
                    <a:pt x="84658" y="5517"/>
                    <a:pt x="84658" y="5517"/>
                  </a:cubicBezTo>
                  <a:cubicBezTo>
                    <a:pt x="84658" y="2758"/>
                    <a:pt x="86056" y="0"/>
                    <a:pt x="90249" y="0"/>
                  </a:cubicBezTo>
                  <a:cubicBezTo>
                    <a:pt x="93044" y="0"/>
                    <a:pt x="95840" y="2758"/>
                    <a:pt x="95840" y="5517"/>
                  </a:cubicBezTo>
                  <a:cubicBezTo>
                    <a:pt x="95840" y="20886"/>
                    <a:pt x="95840" y="20886"/>
                    <a:pt x="95840" y="20886"/>
                  </a:cubicBezTo>
                  <a:cubicBezTo>
                    <a:pt x="95840" y="23645"/>
                    <a:pt x="93044" y="26403"/>
                    <a:pt x="90249" y="26403"/>
                  </a:cubicBezTo>
                  <a:close/>
                  <a:moveTo>
                    <a:pt x="29550" y="26403"/>
                  </a:moveTo>
                  <a:lnTo>
                    <a:pt x="29550" y="26403"/>
                  </a:lnTo>
                  <a:cubicBezTo>
                    <a:pt x="26755" y="26403"/>
                    <a:pt x="23960" y="23645"/>
                    <a:pt x="23960" y="20886"/>
                  </a:cubicBezTo>
                  <a:cubicBezTo>
                    <a:pt x="23960" y="5517"/>
                    <a:pt x="23960" y="5517"/>
                    <a:pt x="23960" y="5517"/>
                  </a:cubicBezTo>
                  <a:cubicBezTo>
                    <a:pt x="23960" y="2758"/>
                    <a:pt x="26755" y="0"/>
                    <a:pt x="29550" y="0"/>
                  </a:cubicBezTo>
                  <a:cubicBezTo>
                    <a:pt x="32346" y="0"/>
                    <a:pt x="35141" y="2758"/>
                    <a:pt x="35141" y="5517"/>
                  </a:cubicBezTo>
                  <a:cubicBezTo>
                    <a:pt x="35141" y="20886"/>
                    <a:pt x="35141" y="20886"/>
                    <a:pt x="35141" y="20886"/>
                  </a:cubicBezTo>
                  <a:cubicBezTo>
                    <a:pt x="35141" y="23645"/>
                    <a:pt x="32346" y="26403"/>
                    <a:pt x="29550" y="264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2" name="Shape 4802"/>
            <p:cNvSpPr/>
            <p:nvPr/>
          </p:nvSpPr>
          <p:spPr>
            <a:xfrm>
              <a:off x="3562384" y="4739820"/>
              <a:ext cx="279327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00" y="108571"/>
                  </a:moveTo>
                  <a:lnTo>
                    <a:pt x="114000" y="108571"/>
                  </a:lnTo>
                  <a:cubicBezTo>
                    <a:pt x="90620" y="108571"/>
                    <a:pt x="90620" y="108571"/>
                    <a:pt x="90620" y="108571"/>
                  </a:cubicBezTo>
                  <a:cubicBezTo>
                    <a:pt x="86275" y="108571"/>
                    <a:pt x="84827" y="105812"/>
                    <a:pt x="84827" y="103054"/>
                  </a:cubicBezTo>
                  <a:cubicBezTo>
                    <a:pt x="84827" y="98916"/>
                    <a:pt x="86275" y="97536"/>
                    <a:pt x="90620" y="97536"/>
                  </a:cubicBezTo>
                  <a:cubicBezTo>
                    <a:pt x="114000" y="97536"/>
                    <a:pt x="114000" y="97536"/>
                    <a:pt x="114000" y="97536"/>
                  </a:cubicBezTo>
                  <a:cubicBezTo>
                    <a:pt x="116896" y="97536"/>
                    <a:pt x="119793" y="98916"/>
                    <a:pt x="119793" y="103054"/>
                  </a:cubicBezTo>
                  <a:cubicBezTo>
                    <a:pt x="119793" y="105812"/>
                    <a:pt x="116896" y="108571"/>
                    <a:pt x="114000" y="108571"/>
                  </a:cubicBezTo>
                  <a:close/>
                  <a:moveTo>
                    <a:pt x="90620" y="92019"/>
                  </a:moveTo>
                  <a:lnTo>
                    <a:pt x="90620" y="92019"/>
                  </a:lnTo>
                  <a:cubicBezTo>
                    <a:pt x="83379" y="92019"/>
                    <a:pt x="78827" y="96157"/>
                    <a:pt x="78827" y="103054"/>
                  </a:cubicBezTo>
                  <a:cubicBezTo>
                    <a:pt x="78827" y="108571"/>
                    <a:pt x="83379" y="114285"/>
                    <a:pt x="90620" y="114285"/>
                  </a:cubicBezTo>
                  <a:cubicBezTo>
                    <a:pt x="92068" y="114285"/>
                    <a:pt x="92068" y="114285"/>
                    <a:pt x="92068" y="114285"/>
                  </a:cubicBezTo>
                  <a:cubicBezTo>
                    <a:pt x="114000" y="114285"/>
                    <a:pt x="114000" y="114285"/>
                    <a:pt x="114000" y="114285"/>
                  </a:cubicBezTo>
                  <a:cubicBezTo>
                    <a:pt x="114000" y="117044"/>
                    <a:pt x="111103" y="119802"/>
                    <a:pt x="108206" y="119802"/>
                  </a:cubicBezTo>
                  <a:cubicBezTo>
                    <a:pt x="5793" y="119802"/>
                    <a:pt x="5793" y="119802"/>
                    <a:pt x="5793" y="119802"/>
                  </a:cubicBezTo>
                  <a:cubicBezTo>
                    <a:pt x="2896" y="119802"/>
                    <a:pt x="0" y="117044"/>
                    <a:pt x="0" y="114285"/>
                  </a:cubicBezTo>
                  <a:cubicBezTo>
                    <a:pt x="0" y="16748"/>
                    <a:pt x="0" y="16748"/>
                    <a:pt x="0" y="16748"/>
                  </a:cubicBezTo>
                  <a:cubicBezTo>
                    <a:pt x="0" y="13990"/>
                    <a:pt x="2896" y="11034"/>
                    <a:pt x="5793" y="11034"/>
                  </a:cubicBezTo>
                  <a:cubicBezTo>
                    <a:pt x="15931" y="11034"/>
                    <a:pt x="15931" y="11034"/>
                    <a:pt x="15931" y="11034"/>
                  </a:cubicBezTo>
                  <a:cubicBezTo>
                    <a:pt x="15931" y="16748"/>
                    <a:pt x="15931" y="16748"/>
                    <a:pt x="15931" y="16748"/>
                  </a:cubicBezTo>
                  <a:cubicBezTo>
                    <a:pt x="15931" y="23645"/>
                    <a:pt x="21931" y="27783"/>
                    <a:pt x="27724" y="27783"/>
                  </a:cubicBezTo>
                  <a:cubicBezTo>
                    <a:pt x="33517" y="27783"/>
                    <a:pt x="39310" y="23645"/>
                    <a:pt x="39310" y="16748"/>
                  </a:cubicBezTo>
                  <a:cubicBezTo>
                    <a:pt x="39310" y="11034"/>
                    <a:pt x="39310" y="11034"/>
                    <a:pt x="39310" y="11034"/>
                  </a:cubicBezTo>
                  <a:cubicBezTo>
                    <a:pt x="45310" y="11034"/>
                    <a:pt x="45310" y="11034"/>
                    <a:pt x="45310" y="11034"/>
                  </a:cubicBezTo>
                  <a:cubicBezTo>
                    <a:pt x="45310" y="16748"/>
                    <a:pt x="45310" y="16748"/>
                    <a:pt x="45310" y="16748"/>
                  </a:cubicBezTo>
                  <a:cubicBezTo>
                    <a:pt x="45310" y="23645"/>
                    <a:pt x="51103" y="27783"/>
                    <a:pt x="56896" y="27783"/>
                  </a:cubicBezTo>
                  <a:cubicBezTo>
                    <a:pt x="62896" y="27783"/>
                    <a:pt x="68689" y="23645"/>
                    <a:pt x="68689" y="16748"/>
                  </a:cubicBezTo>
                  <a:cubicBezTo>
                    <a:pt x="68689" y="11034"/>
                    <a:pt x="68689" y="11034"/>
                    <a:pt x="68689" y="11034"/>
                  </a:cubicBezTo>
                  <a:cubicBezTo>
                    <a:pt x="74482" y="11034"/>
                    <a:pt x="74482" y="11034"/>
                    <a:pt x="74482" y="11034"/>
                  </a:cubicBezTo>
                  <a:cubicBezTo>
                    <a:pt x="74482" y="16748"/>
                    <a:pt x="74482" y="16748"/>
                    <a:pt x="74482" y="16748"/>
                  </a:cubicBezTo>
                  <a:cubicBezTo>
                    <a:pt x="74482" y="23645"/>
                    <a:pt x="80275" y="27783"/>
                    <a:pt x="86275" y="27783"/>
                  </a:cubicBezTo>
                  <a:cubicBezTo>
                    <a:pt x="92068" y="27783"/>
                    <a:pt x="97862" y="23645"/>
                    <a:pt x="97862" y="16748"/>
                  </a:cubicBezTo>
                  <a:cubicBezTo>
                    <a:pt x="97862" y="11034"/>
                    <a:pt x="97862" y="11034"/>
                    <a:pt x="97862" y="11034"/>
                  </a:cubicBezTo>
                  <a:cubicBezTo>
                    <a:pt x="108206" y="11034"/>
                    <a:pt x="108206" y="11034"/>
                    <a:pt x="108206" y="11034"/>
                  </a:cubicBezTo>
                  <a:cubicBezTo>
                    <a:pt x="111103" y="11034"/>
                    <a:pt x="114000" y="13990"/>
                    <a:pt x="114000" y="16748"/>
                  </a:cubicBezTo>
                  <a:cubicBezTo>
                    <a:pt x="114000" y="92019"/>
                    <a:pt x="114000" y="92019"/>
                    <a:pt x="114000" y="92019"/>
                  </a:cubicBezTo>
                  <a:cubicBezTo>
                    <a:pt x="108206" y="92019"/>
                    <a:pt x="108206" y="92019"/>
                    <a:pt x="108206" y="92019"/>
                  </a:cubicBezTo>
                  <a:lnTo>
                    <a:pt x="90620" y="92019"/>
                  </a:lnTo>
                  <a:close/>
                  <a:moveTo>
                    <a:pt x="20482" y="100295"/>
                  </a:moveTo>
                  <a:lnTo>
                    <a:pt x="20482" y="100295"/>
                  </a:lnTo>
                  <a:cubicBezTo>
                    <a:pt x="58344" y="100295"/>
                    <a:pt x="58344" y="100295"/>
                    <a:pt x="58344" y="100295"/>
                  </a:cubicBezTo>
                  <a:cubicBezTo>
                    <a:pt x="61448" y="100295"/>
                    <a:pt x="62896" y="98916"/>
                    <a:pt x="62896" y="96157"/>
                  </a:cubicBezTo>
                  <a:cubicBezTo>
                    <a:pt x="62896" y="93399"/>
                    <a:pt x="61448" y="92019"/>
                    <a:pt x="58344" y="92019"/>
                  </a:cubicBezTo>
                  <a:cubicBezTo>
                    <a:pt x="20482" y="92019"/>
                    <a:pt x="20482" y="92019"/>
                    <a:pt x="20482" y="92019"/>
                  </a:cubicBezTo>
                  <a:cubicBezTo>
                    <a:pt x="17379" y="92019"/>
                    <a:pt x="15931" y="93399"/>
                    <a:pt x="15931" y="96157"/>
                  </a:cubicBezTo>
                  <a:cubicBezTo>
                    <a:pt x="15931" y="98916"/>
                    <a:pt x="17379" y="100295"/>
                    <a:pt x="20482" y="100295"/>
                  </a:cubicBezTo>
                  <a:close/>
                  <a:moveTo>
                    <a:pt x="92068" y="43152"/>
                  </a:moveTo>
                  <a:lnTo>
                    <a:pt x="92068" y="43152"/>
                  </a:lnTo>
                  <a:cubicBezTo>
                    <a:pt x="21931" y="43152"/>
                    <a:pt x="21931" y="43152"/>
                    <a:pt x="21931" y="43152"/>
                  </a:cubicBezTo>
                  <a:cubicBezTo>
                    <a:pt x="19034" y="43152"/>
                    <a:pt x="15931" y="45911"/>
                    <a:pt x="15931" y="48669"/>
                  </a:cubicBezTo>
                  <a:cubicBezTo>
                    <a:pt x="15931" y="51625"/>
                    <a:pt x="19034" y="54384"/>
                    <a:pt x="21931" y="54384"/>
                  </a:cubicBezTo>
                  <a:cubicBezTo>
                    <a:pt x="92068" y="54384"/>
                    <a:pt x="92068" y="54384"/>
                    <a:pt x="92068" y="54384"/>
                  </a:cubicBezTo>
                  <a:cubicBezTo>
                    <a:pt x="94965" y="54384"/>
                    <a:pt x="97862" y="51625"/>
                    <a:pt x="97862" y="48669"/>
                  </a:cubicBezTo>
                  <a:cubicBezTo>
                    <a:pt x="97862" y="45911"/>
                    <a:pt x="94965" y="43152"/>
                    <a:pt x="92068" y="43152"/>
                  </a:cubicBezTo>
                  <a:close/>
                  <a:moveTo>
                    <a:pt x="92068" y="66798"/>
                  </a:moveTo>
                  <a:lnTo>
                    <a:pt x="92068" y="66798"/>
                  </a:lnTo>
                  <a:cubicBezTo>
                    <a:pt x="56896" y="66798"/>
                    <a:pt x="56896" y="66798"/>
                    <a:pt x="56896" y="66798"/>
                  </a:cubicBezTo>
                  <a:cubicBezTo>
                    <a:pt x="46758" y="66798"/>
                    <a:pt x="46758" y="66798"/>
                    <a:pt x="46758" y="66798"/>
                  </a:cubicBezTo>
                  <a:cubicBezTo>
                    <a:pt x="45310" y="66798"/>
                    <a:pt x="45310" y="66798"/>
                    <a:pt x="45310" y="66798"/>
                  </a:cubicBezTo>
                  <a:cubicBezTo>
                    <a:pt x="21931" y="66798"/>
                    <a:pt x="21931" y="66798"/>
                    <a:pt x="21931" y="66798"/>
                  </a:cubicBezTo>
                  <a:cubicBezTo>
                    <a:pt x="19034" y="66798"/>
                    <a:pt x="15931" y="69556"/>
                    <a:pt x="15931" y="72315"/>
                  </a:cubicBezTo>
                  <a:cubicBezTo>
                    <a:pt x="15931" y="76650"/>
                    <a:pt x="19034" y="78029"/>
                    <a:pt x="21931" y="78029"/>
                  </a:cubicBezTo>
                  <a:cubicBezTo>
                    <a:pt x="45310" y="78029"/>
                    <a:pt x="45310" y="78029"/>
                    <a:pt x="45310" y="78029"/>
                  </a:cubicBezTo>
                  <a:cubicBezTo>
                    <a:pt x="46758" y="78029"/>
                    <a:pt x="46758" y="78029"/>
                    <a:pt x="46758" y="78029"/>
                  </a:cubicBezTo>
                  <a:cubicBezTo>
                    <a:pt x="56896" y="78029"/>
                    <a:pt x="56896" y="78029"/>
                    <a:pt x="56896" y="78029"/>
                  </a:cubicBezTo>
                  <a:cubicBezTo>
                    <a:pt x="92068" y="78029"/>
                    <a:pt x="92068" y="78029"/>
                    <a:pt x="92068" y="78029"/>
                  </a:cubicBezTo>
                  <a:cubicBezTo>
                    <a:pt x="94965" y="78029"/>
                    <a:pt x="97862" y="76650"/>
                    <a:pt x="97862" y="72315"/>
                  </a:cubicBezTo>
                  <a:cubicBezTo>
                    <a:pt x="97862" y="69556"/>
                    <a:pt x="94965" y="66798"/>
                    <a:pt x="92068" y="66798"/>
                  </a:cubicBezTo>
                  <a:close/>
                  <a:moveTo>
                    <a:pt x="86275" y="22266"/>
                  </a:moveTo>
                  <a:lnTo>
                    <a:pt x="86275" y="22266"/>
                  </a:lnTo>
                  <a:cubicBezTo>
                    <a:pt x="83379" y="22266"/>
                    <a:pt x="80275" y="20886"/>
                    <a:pt x="80275" y="16748"/>
                  </a:cubicBezTo>
                  <a:cubicBezTo>
                    <a:pt x="80275" y="5517"/>
                    <a:pt x="80275" y="5517"/>
                    <a:pt x="80275" y="5517"/>
                  </a:cubicBezTo>
                  <a:cubicBezTo>
                    <a:pt x="80275" y="2758"/>
                    <a:pt x="83379" y="0"/>
                    <a:pt x="86275" y="0"/>
                  </a:cubicBezTo>
                  <a:cubicBezTo>
                    <a:pt x="89172" y="0"/>
                    <a:pt x="92068" y="2758"/>
                    <a:pt x="92068" y="5517"/>
                  </a:cubicBezTo>
                  <a:cubicBezTo>
                    <a:pt x="92068" y="16748"/>
                    <a:pt x="92068" y="16748"/>
                    <a:pt x="92068" y="16748"/>
                  </a:cubicBezTo>
                  <a:cubicBezTo>
                    <a:pt x="92068" y="20886"/>
                    <a:pt x="89172" y="22266"/>
                    <a:pt x="86275" y="22266"/>
                  </a:cubicBezTo>
                  <a:close/>
                  <a:moveTo>
                    <a:pt x="56896" y="22266"/>
                  </a:moveTo>
                  <a:lnTo>
                    <a:pt x="56896" y="22266"/>
                  </a:lnTo>
                  <a:cubicBezTo>
                    <a:pt x="54000" y="22266"/>
                    <a:pt x="51103" y="20886"/>
                    <a:pt x="51103" y="16748"/>
                  </a:cubicBezTo>
                  <a:cubicBezTo>
                    <a:pt x="51103" y="5517"/>
                    <a:pt x="51103" y="5517"/>
                    <a:pt x="51103" y="5517"/>
                  </a:cubicBezTo>
                  <a:cubicBezTo>
                    <a:pt x="51103" y="2758"/>
                    <a:pt x="54000" y="0"/>
                    <a:pt x="56896" y="0"/>
                  </a:cubicBezTo>
                  <a:cubicBezTo>
                    <a:pt x="59793" y="0"/>
                    <a:pt x="62896" y="2758"/>
                    <a:pt x="62896" y="5517"/>
                  </a:cubicBezTo>
                  <a:cubicBezTo>
                    <a:pt x="62896" y="16748"/>
                    <a:pt x="62896" y="16748"/>
                    <a:pt x="62896" y="16748"/>
                  </a:cubicBezTo>
                  <a:cubicBezTo>
                    <a:pt x="62896" y="20886"/>
                    <a:pt x="59793" y="22266"/>
                    <a:pt x="56896" y="22266"/>
                  </a:cubicBezTo>
                  <a:close/>
                  <a:moveTo>
                    <a:pt x="27724" y="22266"/>
                  </a:moveTo>
                  <a:lnTo>
                    <a:pt x="27724" y="22266"/>
                  </a:lnTo>
                  <a:cubicBezTo>
                    <a:pt x="24827" y="22266"/>
                    <a:pt x="21931" y="20886"/>
                    <a:pt x="21931" y="16748"/>
                  </a:cubicBezTo>
                  <a:cubicBezTo>
                    <a:pt x="21931" y="5517"/>
                    <a:pt x="21931" y="5517"/>
                    <a:pt x="21931" y="5517"/>
                  </a:cubicBezTo>
                  <a:cubicBezTo>
                    <a:pt x="21931" y="2758"/>
                    <a:pt x="24827" y="0"/>
                    <a:pt x="27724" y="0"/>
                  </a:cubicBezTo>
                  <a:cubicBezTo>
                    <a:pt x="30620" y="0"/>
                    <a:pt x="33517" y="2758"/>
                    <a:pt x="33517" y="5517"/>
                  </a:cubicBezTo>
                  <a:cubicBezTo>
                    <a:pt x="33517" y="16748"/>
                    <a:pt x="33517" y="16748"/>
                    <a:pt x="33517" y="16748"/>
                  </a:cubicBezTo>
                  <a:cubicBezTo>
                    <a:pt x="33517" y="20886"/>
                    <a:pt x="30620" y="22266"/>
                    <a:pt x="27724" y="222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3" name="Shape 4803"/>
            <p:cNvSpPr/>
            <p:nvPr/>
          </p:nvSpPr>
          <p:spPr>
            <a:xfrm>
              <a:off x="3056631" y="4739820"/>
              <a:ext cx="275095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926" y="108571"/>
                  </a:moveTo>
                  <a:lnTo>
                    <a:pt x="113926" y="108571"/>
                  </a:lnTo>
                  <a:cubicBezTo>
                    <a:pt x="107853" y="108571"/>
                    <a:pt x="107853" y="108571"/>
                    <a:pt x="107853" y="108571"/>
                  </a:cubicBezTo>
                  <a:cubicBezTo>
                    <a:pt x="107853" y="114285"/>
                    <a:pt x="107853" y="114285"/>
                    <a:pt x="107853" y="114285"/>
                  </a:cubicBezTo>
                  <a:cubicBezTo>
                    <a:pt x="107853" y="117044"/>
                    <a:pt x="106387" y="119802"/>
                    <a:pt x="101989" y="119802"/>
                  </a:cubicBezTo>
                  <a:cubicBezTo>
                    <a:pt x="99057" y="119802"/>
                    <a:pt x="96125" y="117044"/>
                    <a:pt x="96125" y="114285"/>
                  </a:cubicBezTo>
                  <a:cubicBezTo>
                    <a:pt x="96125" y="108571"/>
                    <a:pt x="96125" y="108571"/>
                    <a:pt x="96125" y="108571"/>
                  </a:cubicBezTo>
                  <a:cubicBezTo>
                    <a:pt x="90261" y="108571"/>
                    <a:pt x="90261" y="108571"/>
                    <a:pt x="90261" y="108571"/>
                  </a:cubicBezTo>
                  <a:cubicBezTo>
                    <a:pt x="87329" y="108571"/>
                    <a:pt x="84188" y="105812"/>
                    <a:pt x="84188" y="103054"/>
                  </a:cubicBezTo>
                  <a:cubicBezTo>
                    <a:pt x="84188" y="98916"/>
                    <a:pt x="87329" y="97536"/>
                    <a:pt x="90261" y="97536"/>
                  </a:cubicBezTo>
                  <a:cubicBezTo>
                    <a:pt x="96125" y="97536"/>
                    <a:pt x="96125" y="97536"/>
                    <a:pt x="96125" y="97536"/>
                  </a:cubicBezTo>
                  <a:cubicBezTo>
                    <a:pt x="96125" y="92019"/>
                    <a:pt x="96125" y="92019"/>
                    <a:pt x="96125" y="92019"/>
                  </a:cubicBezTo>
                  <a:cubicBezTo>
                    <a:pt x="96125" y="87684"/>
                    <a:pt x="99057" y="86305"/>
                    <a:pt x="101989" y="86305"/>
                  </a:cubicBezTo>
                  <a:cubicBezTo>
                    <a:pt x="106387" y="86305"/>
                    <a:pt x="107853" y="87684"/>
                    <a:pt x="107853" y="92019"/>
                  </a:cubicBezTo>
                  <a:cubicBezTo>
                    <a:pt x="107853" y="97536"/>
                    <a:pt x="107853" y="97536"/>
                    <a:pt x="107853" y="97536"/>
                  </a:cubicBezTo>
                  <a:cubicBezTo>
                    <a:pt x="113926" y="97536"/>
                    <a:pt x="113926" y="97536"/>
                    <a:pt x="113926" y="97536"/>
                  </a:cubicBezTo>
                  <a:cubicBezTo>
                    <a:pt x="118324" y="97536"/>
                    <a:pt x="119790" y="98916"/>
                    <a:pt x="119790" y="103054"/>
                  </a:cubicBezTo>
                  <a:cubicBezTo>
                    <a:pt x="119790" y="105812"/>
                    <a:pt x="118324" y="108571"/>
                    <a:pt x="113926" y="108571"/>
                  </a:cubicBezTo>
                  <a:close/>
                  <a:moveTo>
                    <a:pt x="101989" y="80788"/>
                  </a:moveTo>
                  <a:lnTo>
                    <a:pt x="101989" y="80788"/>
                  </a:lnTo>
                  <a:cubicBezTo>
                    <a:pt x="96125" y="80788"/>
                    <a:pt x="90261" y="84926"/>
                    <a:pt x="90261" y="92019"/>
                  </a:cubicBezTo>
                  <a:cubicBezTo>
                    <a:pt x="84188" y="92019"/>
                    <a:pt x="78324" y="96157"/>
                    <a:pt x="78324" y="103054"/>
                  </a:cubicBezTo>
                  <a:cubicBezTo>
                    <a:pt x="78324" y="108571"/>
                    <a:pt x="84188" y="114285"/>
                    <a:pt x="90261" y="114285"/>
                  </a:cubicBezTo>
                  <a:cubicBezTo>
                    <a:pt x="90261" y="119802"/>
                    <a:pt x="90261" y="119802"/>
                    <a:pt x="90261" y="119802"/>
                  </a:cubicBezTo>
                  <a:cubicBezTo>
                    <a:pt x="5863" y="119802"/>
                    <a:pt x="5863" y="119802"/>
                    <a:pt x="5863" y="119802"/>
                  </a:cubicBezTo>
                  <a:cubicBezTo>
                    <a:pt x="2931" y="119802"/>
                    <a:pt x="0" y="117044"/>
                    <a:pt x="0" y="114285"/>
                  </a:cubicBezTo>
                  <a:cubicBezTo>
                    <a:pt x="0" y="16748"/>
                    <a:pt x="0" y="16748"/>
                    <a:pt x="0" y="16748"/>
                  </a:cubicBezTo>
                  <a:cubicBezTo>
                    <a:pt x="0" y="13990"/>
                    <a:pt x="2931" y="11034"/>
                    <a:pt x="5863" y="11034"/>
                  </a:cubicBezTo>
                  <a:cubicBezTo>
                    <a:pt x="16125" y="11034"/>
                    <a:pt x="16125" y="11034"/>
                    <a:pt x="16125" y="11034"/>
                  </a:cubicBezTo>
                  <a:cubicBezTo>
                    <a:pt x="16125" y="16748"/>
                    <a:pt x="16125" y="16748"/>
                    <a:pt x="16125" y="16748"/>
                  </a:cubicBezTo>
                  <a:cubicBezTo>
                    <a:pt x="16125" y="23645"/>
                    <a:pt x="20732" y="27783"/>
                    <a:pt x="28062" y="27783"/>
                  </a:cubicBezTo>
                  <a:cubicBezTo>
                    <a:pt x="33926" y="27783"/>
                    <a:pt x="39790" y="23645"/>
                    <a:pt x="39790" y="16748"/>
                  </a:cubicBezTo>
                  <a:cubicBezTo>
                    <a:pt x="39790" y="11034"/>
                    <a:pt x="39790" y="11034"/>
                    <a:pt x="39790" y="11034"/>
                  </a:cubicBezTo>
                  <a:cubicBezTo>
                    <a:pt x="45863" y="11034"/>
                    <a:pt x="45863" y="11034"/>
                    <a:pt x="45863" y="11034"/>
                  </a:cubicBezTo>
                  <a:cubicBezTo>
                    <a:pt x="45863" y="16748"/>
                    <a:pt x="45863" y="16748"/>
                    <a:pt x="45863" y="16748"/>
                  </a:cubicBezTo>
                  <a:cubicBezTo>
                    <a:pt x="45863" y="23645"/>
                    <a:pt x="50261" y="27783"/>
                    <a:pt x="57591" y="27783"/>
                  </a:cubicBezTo>
                  <a:cubicBezTo>
                    <a:pt x="63664" y="27783"/>
                    <a:pt x="69528" y="23645"/>
                    <a:pt x="69528" y="16748"/>
                  </a:cubicBezTo>
                  <a:cubicBezTo>
                    <a:pt x="69528" y="11034"/>
                    <a:pt x="69528" y="11034"/>
                    <a:pt x="69528" y="11034"/>
                  </a:cubicBezTo>
                  <a:cubicBezTo>
                    <a:pt x="75392" y="11034"/>
                    <a:pt x="75392" y="11034"/>
                    <a:pt x="75392" y="11034"/>
                  </a:cubicBezTo>
                  <a:cubicBezTo>
                    <a:pt x="75392" y="16748"/>
                    <a:pt x="75392" y="16748"/>
                    <a:pt x="75392" y="16748"/>
                  </a:cubicBezTo>
                  <a:cubicBezTo>
                    <a:pt x="75392" y="23645"/>
                    <a:pt x="79790" y="27783"/>
                    <a:pt x="87329" y="27783"/>
                  </a:cubicBezTo>
                  <a:cubicBezTo>
                    <a:pt x="93193" y="27783"/>
                    <a:pt x="99057" y="23645"/>
                    <a:pt x="99057" y="16748"/>
                  </a:cubicBezTo>
                  <a:cubicBezTo>
                    <a:pt x="99057" y="11034"/>
                    <a:pt x="99057" y="11034"/>
                    <a:pt x="99057" y="11034"/>
                  </a:cubicBezTo>
                  <a:cubicBezTo>
                    <a:pt x="107853" y="11034"/>
                    <a:pt x="107853" y="11034"/>
                    <a:pt x="107853" y="11034"/>
                  </a:cubicBezTo>
                  <a:cubicBezTo>
                    <a:pt x="112460" y="11034"/>
                    <a:pt x="113926" y="13990"/>
                    <a:pt x="113926" y="16748"/>
                  </a:cubicBezTo>
                  <a:cubicBezTo>
                    <a:pt x="113926" y="92019"/>
                    <a:pt x="113926" y="92019"/>
                    <a:pt x="113926" y="92019"/>
                  </a:cubicBezTo>
                  <a:cubicBezTo>
                    <a:pt x="113926" y="84926"/>
                    <a:pt x="109528" y="80788"/>
                    <a:pt x="101989" y="80788"/>
                  </a:cubicBezTo>
                  <a:close/>
                  <a:moveTo>
                    <a:pt x="16125" y="96157"/>
                  </a:moveTo>
                  <a:lnTo>
                    <a:pt x="16125" y="96157"/>
                  </a:lnTo>
                  <a:cubicBezTo>
                    <a:pt x="16125" y="98916"/>
                    <a:pt x="17591" y="100295"/>
                    <a:pt x="20732" y="100295"/>
                  </a:cubicBezTo>
                  <a:cubicBezTo>
                    <a:pt x="57591" y="100295"/>
                    <a:pt x="57591" y="100295"/>
                    <a:pt x="57591" y="100295"/>
                  </a:cubicBezTo>
                  <a:cubicBezTo>
                    <a:pt x="60523" y="100295"/>
                    <a:pt x="63664" y="98916"/>
                    <a:pt x="63664" y="96157"/>
                  </a:cubicBezTo>
                  <a:cubicBezTo>
                    <a:pt x="63664" y="93399"/>
                    <a:pt x="60523" y="92019"/>
                    <a:pt x="57591" y="92019"/>
                  </a:cubicBezTo>
                  <a:cubicBezTo>
                    <a:pt x="20732" y="92019"/>
                    <a:pt x="20732" y="92019"/>
                    <a:pt x="20732" y="92019"/>
                  </a:cubicBezTo>
                  <a:cubicBezTo>
                    <a:pt x="17591" y="92019"/>
                    <a:pt x="16125" y="93399"/>
                    <a:pt x="16125" y="96157"/>
                  </a:cubicBezTo>
                  <a:close/>
                  <a:moveTo>
                    <a:pt x="22198" y="78029"/>
                  </a:moveTo>
                  <a:lnTo>
                    <a:pt x="22198" y="78029"/>
                  </a:lnTo>
                  <a:cubicBezTo>
                    <a:pt x="47329" y="78029"/>
                    <a:pt x="47329" y="78029"/>
                    <a:pt x="47329" y="78029"/>
                  </a:cubicBezTo>
                  <a:cubicBezTo>
                    <a:pt x="57591" y="78029"/>
                    <a:pt x="57591" y="78029"/>
                    <a:pt x="57591" y="78029"/>
                  </a:cubicBezTo>
                  <a:cubicBezTo>
                    <a:pt x="59057" y="78029"/>
                    <a:pt x="59057" y="78029"/>
                    <a:pt x="59057" y="78029"/>
                  </a:cubicBezTo>
                  <a:cubicBezTo>
                    <a:pt x="66596" y="78029"/>
                    <a:pt x="66596" y="78029"/>
                    <a:pt x="66596" y="78029"/>
                  </a:cubicBezTo>
                  <a:cubicBezTo>
                    <a:pt x="72460" y="78029"/>
                    <a:pt x="72460" y="78029"/>
                    <a:pt x="72460" y="78029"/>
                  </a:cubicBezTo>
                  <a:cubicBezTo>
                    <a:pt x="76858" y="78029"/>
                    <a:pt x="78324" y="76650"/>
                    <a:pt x="78324" y="72315"/>
                  </a:cubicBezTo>
                  <a:cubicBezTo>
                    <a:pt x="78324" y="69556"/>
                    <a:pt x="76858" y="66798"/>
                    <a:pt x="72460" y="66798"/>
                  </a:cubicBezTo>
                  <a:cubicBezTo>
                    <a:pt x="59057" y="66798"/>
                    <a:pt x="59057" y="66798"/>
                    <a:pt x="59057" y="66798"/>
                  </a:cubicBezTo>
                  <a:cubicBezTo>
                    <a:pt x="57591" y="66798"/>
                    <a:pt x="57591" y="66798"/>
                    <a:pt x="57591" y="66798"/>
                  </a:cubicBezTo>
                  <a:cubicBezTo>
                    <a:pt x="47329" y="66798"/>
                    <a:pt x="47329" y="66798"/>
                    <a:pt x="47329" y="66798"/>
                  </a:cubicBezTo>
                  <a:cubicBezTo>
                    <a:pt x="22198" y="66798"/>
                    <a:pt x="22198" y="66798"/>
                    <a:pt x="22198" y="66798"/>
                  </a:cubicBezTo>
                  <a:cubicBezTo>
                    <a:pt x="17591" y="66798"/>
                    <a:pt x="16125" y="69556"/>
                    <a:pt x="16125" y="72315"/>
                  </a:cubicBezTo>
                  <a:cubicBezTo>
                    <a:pt x="16125" y="76650"/>
                    <a:pt x="17591" y="78029"/>
                    <a:pt x="22198" y="78029"/>
                  </a:cubicBezTo>
                  <a:close/>
                  <a:moveTo>
                    <a:pt x="93193" y="43152"/>
                  </a:moveTo>
                  <a:lnTo>
                    <a:pt x="93193" y="43152"/>
                  </a:lnTo>
                  <a:cubicBezTo>
                    <a:pt x="22198" y="43152"/>
                    <a:pt x="22198" y="43152"/>
                    <a:pt x="22198" y="43152"/>
                  </a:cubicBezTo>
                  <a:cubicBezTo>
                    <a:pt x="17591" y="43152"/>
                    <a:pt x="16125" y="45911"/>
                    <a:pt x="16125" y="48669"/>
                  </a:cubicBezTo>
                  <a:cubicBezTo>
                    <a:pt x="16125" y="51625"/>
                    <a:pt x="17591" y="54384"/>
                    <a:pt x="22198" y="54384"/>
                  </a:cubicBezTo>
                  <a:cubicBezTo>
                    <a:pt x="93193" y="54384"/>
                    <a:pt x="93193" y="54384"/>
                    <a:pt x="93193" y="54384"/>
                  </a:cubicBezTo>
                  <a:cubicBezTo>
                    <a:pt x="96125" y="54384"/>
                    <a:pt x="99057" y="51625"/>
                    <a:pt x="99057" y="48669"/>
                  </a:cubicBezTo>
                  <a:cubicBezTo>
                    <a:pt x="99057" y="45911"/>
                    <a:pt x="96125" y="43152"/>
                    <a:pt x="93193" y="43152"/>
                  </a:cubicBezTo>
                  <a:close/>
                  <a:moveTo>
                    <a:pt x="87329" y="22266"/>
                  </a:moveTo>
                  <a:lnTo>
                    <a:pt x="87329" y="22266"/>
                  </a:lnTo>
                  <a:cubicBezTo>
                    <a:pt x="82722" y="22266"/>
                    <a:pt x="81256" y="20886"/>
                    <a:pt x="81256" y="16748"/>
                  </a:cubicBezTo>
                  <a:cubicBezTo>
                    <a:pt x="81256" y="5517"/>
                    <a:pt x="81256" y="5517"/>
                    <a:pt x="81256" y="5517"/>
                  </a:cubicBezTo>
                  <a:cubicBezTo>
                    <a:pt x="81256" y="2758"/>
                    <a:pt x="82722" y="0"/>
                    <a:pt x="87329" y="0"/>
                  </a:cubicBezTo>
                  <a:cubicBezTo>
                    <a:pt x="90261" y="0"/>
                    <a:pt x="93193" y="2758"/>
                    <a:pt x="93193" y="5517"/>
                  </a:cubicBezTo>
                  <a:cubicBezTo>
                    <a:pt x="93193" y="16748"/>
                    <a:pt x="93193" y="16748"/>
                    <a:pt x="93193" y="16748"/>
                  </a:cubicBezTo>
                  <a:cubicBezTo>
                    <a:pt x="93193" y="20886"/>
                    <a:pt x="90261" y="22266"/>
                    <a:pt x="87329" y="22266"/>
                  </a:cubicBezTo>
                  <a:close/>
                  <a:moveTo>
                    <a:pt x="57591" y="22266"/>
                  </a:moveTo>
                  <a:lnTo>
                    <a:pt x="57591" y="22266"/>
                  </a:lnTo>
                  <a:cubicBezTo>
                    <a:pt x="53193" y="22266"/>
                    <a:pt x="51727" y="20886"/>
                    <a:pt x="51727" y="16748"/>
                  </a:cubicBezTo>
                  <a:cubicBezTo>
                    <a:pt x="51727" y="5517"/>
                    <a:pt x="51727" y="5517"/>
                    <a:pt x="51727" y="5517"/>
                  </a:cubicBezTo>
                  <a:cubicBezTo>
                    <a:pt x="51727" y="2758"/>
                    <a:pt x="53193" y="0"/>
                    <a:pt x="57591" y="0"/>
                  </a:cubicBezTo>
                  <a:cubicBezTo>
                    <a:pt x="60523" y="0"/>
                    <a:pt x="63664" y="2758"/>
                    <a:pt x="63664" y="5517"/>
                  </a:cubicBezTo>
                  <a:cubicBezTo>
                    <a:pt x="63664" y="16748"/>
                    <a:pt x="63664" y="16748"/>
                    <a:pt x="63664" y="16748"/>
                  </a:cubicBezTo>
                  <a:cubicBezTo>
                    <a:pt x="63664" y="20886"/>
                    <a:pt x="60523" y="22266"/>
                    <a:pt x="57591" y="22266"/>
                  </a:cubicBezTo>
                  <a:close/>
                  <a:moveTo>
                    <a:pt x="28062" y="22266"/>
                  </a:moveTo>
                  <a:lnTo>
                    <a:pt x="28062" y="22266"/>
                  </a:lnTo>
                  <a:cubicBezTo>
                    <a:pt x="23664" y="22266"/>
                    <a:pt x="22198" y="20886"/>
                    <a:pt x="22198" y="16748"/>
                  </a:cubicBezTo>
                  <a:cubicBezTo>
                    <a:pt x="22198" y="5517"/>
                    <a:pt x="22198" y="5517"/>
                    <a:pt x="22198" y="5517"/>
                  </a:cubicBezTo>
                  <a:cubicBezTo>
                    <a:pt x="22198" y="2758"/>
                    <a:pt x="23664" y="0"/>
                    <a:pt x="28062" y="0"/>
                  </a:cubicBezTo>
                  <a:cubicBezTo>
                    <a:pt x="30994" y="0"/>
                    <a:pt x="33926" y="2758"/>
                    <a:pt x="33926" y="5517"/>
                  </a:cubicBezTo>
                  <a:cubicBezTo>
                    <a:pt x="33926" y="16748"/>
                    <a:pt x="33926" y="16748"/>
                    <a:pt x="33926" y="16748"/>
                  </a:cubicBezTo>
                  <a:cubicBezTo>
                    <a:pt x="33926" y="20886"/>
                    <a:pt x="30994" y="22266"/>
                    <a:pt x="28062" y="222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4" name="Shape 4804"/>
            <p:cNvSpPr/>
            <p:nvPr/>
          </p:nvSpPr>
          <p:spPr>
            <a:xfrm>
              <a:off x="2552997" y="4737703"/>
              <a:ext cx="275095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994" y="102857"/>
                  </a:moveTo>
                  <a:lnTo>
                    <a:pt x="110994" y="102857"/>
                  </a:lnTo>
                  <a:cubicBezTo>
                    <a:pt x="118324" y="111229"/>
                    <a:pt x="118324" y="111229"/>
                    <a:pt x="118324" y="111229"/>
                  </a:cubicBezTo>
                  <a:cubicBezTo>
                    <a:pt x="119790" y="111229"/>
                    <a:pt x="119790" y="112624"/>
                    <a:pt x="119790" y="114019"/>
                  </a:cubicBezTo>
                  <a:cubicBezTo>
                    <a:pt x="119790" y="118405"/>
                    <a:pt x="116858" y="119800"/>
                    <a:pt x="113926" y="119800"/>
                  </a:cubicBezTo>
                  <a:cubicBezTo>
                    <a:pt x="112460" y="119800"/>
                    <a:pt x="110994" y="119800"/>
                    <a:pt x="109319" y="118405"/>
                  </a:cubicBezTo>
                  <a:cubicBezTo>
                    <a:pt x="101989" y="111229"/>
                    <a:pt x="101989" y="111229"/>
                    <a:pt x="101989" y="111229"/>
                  </a:cubicBezTo>
                  <a:cubicBezTo>
                    <a:pt x="94659" y="118405"/>
                    <a:pt x="94659" y="118405"/>
                    <a:pt x="94659" y="118405"/>
                  </a:cubicBezTo>
                  <a:cubicBezTo>
                    <a:pt x="93193" y="119800"/>
                    <a:pt x="91727" y="119800"/>
                    <a:pt x="90261" y="119800"/>
                  </a:cubicBezTo>
                  <a:cubicBezTo>
                    <a:pt x="87329" y="119800"/>
                    <a:pt x="84188" y="118405"/>
                    <a:pt x="84188" y="114019"/>
                  </a:cubicBezTo>
                  <a:cubicBezTo>
                    <a:pt x="84188" y="112624"/>
                    <a:pt x="84188" y="111229"/>
                    <a:pt x="85654" y="111229"/>
                  </a:cubicBezTo>
                  <a:cubicBezTo>
                    <a:pt x="93193" y="102857"/>
                    <a:pt x="93193" y="102857"/>
                    <a:pt x="93193" y="102857"/>
                  </a:cubicBezTo>
                  <a:cubicBezTo>
                    <a:pt x="85654" y="95880"/>
                    <a:pt x="85654" y="95880"/>
                    <a:pt x="85654" y="95880"/>
                  </a:cubicBezTo>
                  <a:cubicBezTo>
                    <a:pt x="84188" y="94485"/>
                    <a:pt x="84188" y="93089"/>
                    <a:pt x="84188" y="91495"/>
                  </a:cubicBezTo>
                  <a:cubicBezTo>
                    <a:pt x="84188" y="88704"/>
                    <a:pt x="87329" y="85913"/>
                    <a:pt x="90261" y="85913"/>
                  </a:cubicBezTo>
                  <a:cubicBezTo>
                    <a:pt x="91727" y="85913"/>
                    <a:pt x="93193" y="87308"/>
                    <a:pt x="94659" y="88704"/>
                  </a:cubicBezTo>
                  <a:cubicBezTo>
                    <a:pt x="101989" y="95880"/>
                    <a:pt x="101989" y="95880"/>
                    <a:pt x="101989" y="95880"/>
                  </a:cubicBezTo>
                  <a:cubicBezTo>
                    <a:pt x="109319" y="88704"/>
                    <a:pt x="109319" y="88704"/>
                    <a:pt x="109319" y="88704"/>
                  </a:cubicBezTo>
                  <a:cubicBezTo>
                    <a:pt x="110994" y="87308"/>
                    <a:pt x="112460" y="85913"/>
                    <a:pt x="113926" y="85913"/>
                  </a:cubicBezTo>
                  <a:cubicBezTo>
                    <a:pt x="116858" y="85913"/>
                    <a:pt x="119790" y="88704"/>
                    <a:pt x="119790" y="91495"/>
                  </a:cubicBezTo>
                  <a:cubicBezTo>
                    <a:pt x="119790" y="93089"/>
                    <a:pt x="119790" y="94485"/>
                    <a:pt x="118324" y="95880"/>
                  </a:cubicBezTo>
                  <a:lnTo>
                    <a:pt x="110994" y="102857"/>
                  </a:lnTo>
                  <a:close/>
                  <a:moveTo>
                    <a:pt x="104921" y="84518"/>
                  </a:moveTo>
                  <a:lnTo>
                    <a:pt x="104921" y="84518"/>
                  </a:lnTo>
                  <a:cubicBezTo>
                    <a:pt x="101989" y="87308"/>
                    <a:pt x="101989" y="87308"/>
                    <a:pt x="101989" y="87308"/>
                  </a:cubicBezTo>
                  <a:cubicBezTo>
                    <a:pt x="99057" y="84518"/>
                    <a:pt x="99057" y="84518"/>
                    <a:pt x="99057" y="84518"/>
                  </a:cubicBezTo>
                  <a:cubicBezTo>
                    <a:pt x="96125" y="81727"/>
                    <a:pt x="93193" y="80332"/>
                    <a:pt x="90261" y="80332"/>
                  </a:cubicBezTo>
                  <a:cubicBezTo>
                    <a:pt x="84188" y="80332"/>
                    <a:pt x="78324" y="85913"/>
                    <a:pt x="78324" y="91495"/>
                  </a:cubicBezTo>
                  <a:cubicBezTo>
                    <a:pt x="78324" y="95880"/>
                    <a:pt x="79790" y="98671"/>
                    <a:pt x="81256" y="100066"/>
                  </a:cubicBezTo>
                  <a:cubicBezTo>
                    <a:pt x="85654" y="102857"/>
                    <a:pt x="85654" y="102857"/>
                    <a:pt x="85654" y="102857"/>
                  </a:cubicBezTo>
                  <a:cubicBezTo>
                    <a:pt x="81256" y="107043"/>
                    <a:pt x="81256" y="107043"/>
                    <a:pt x="81256" y="107043"/>
                  </a:cubicBezTo>
                  <a:cubicBezTo>
                    <a:pt x="79790" y="108438"/>
                    <a:pt x="78324" y="111229"/>
                    <a:pt x="78324" y="114019"/>
                  </a:cubicBezTo>
                  <a:cubicBezTo>
                    <a:pt x="78324" y="117009"/>
                    <a:pt x="78324" y="118405"/>
                    <a:pt x="79790" y="119800"/>
                  </a:cubicBezTo>
                  <a:cubicBezTo>
                    <a:pt x="5863" y="119800"/>
                    <a:pt x="5863" y="119800"/>
                    <a:pt x="5863" y="119800"/>
                  </a:cubicBezTo>
                  <a:cubicBezTo>
                    <a:pt x="1465" y="119800"/>
                    <a:pt x="0" y="118405"/>
                    <a:pt x="0" y="114019"/>
                  </a:cubicBezTo>
                  <a:cubicBezTo>
                    <a:pt x="0" y="16943"/>
                    <a:pt x="0" y="16943"/>
                    <a:pt x="0" y="16943"/>
                  </a:cubicBezTo>
                  <a:cubicBezTo>
                    <a:pt x="0" y="14152"/>
                    <a:pt x="1465" y="11162"/>
                    <a:pt x="5863" y="11162"/>
                  </a:cubicBezTo>
                  <a:cubicBezTo>
                    <a:pt x="14659" y="11162"/>
                    <a:pt x="14659" y="11162"/>
                    <a:pt x="14659" y="11162"/>
                  </a:cubicBezTo>
                  <a:cubicBezTo>
                    <a:pt x="14659" y="16943"/>
                    <a:pt x="14659" y="16943"/>
                    <a:pt x="14659" y="16943"/>
                  </a:cubicBezTo>
                  <a:cubicBezTo>
                    <a:pt x="14659" y="22524"/>
                    <a:pt x="20523" y="28106"/>
                    <a:pt x="26596" y="28106"/>
                  </a:cubicBezTo>
                  <a:cubicBezTo>
                    <a:pt x="33926" y="28106"/>
                    <a:pt x="38324" y="22524"/>
                    <a:pt x="38324" y="16943"/>
                  </a:cubicBezTo>
                  <a:cubicBezTo>
                    <a:pt x="38324" y="11162"/>
                    <a:pt x="38324" y="11162"/>
                    <a:pt x="38324" y="11162"/>
                  </a:cubicBezTo>
                  <a:cubicBezTo>
                    <a:pt x="44188" y="11162"/>
                    <a:pt x="44188" y="11162"/>
                    <a:pt x="44188" y="11162"/>
                  </a:cubicBezTo>
                  <a:cubicBezTo>
                    <a:pt x="44188" y="16943"/>
                    <a:pt x="44188" y="16943"/>
                    <a:pt x="44188" y="16943"/>
                  </a:cubicBezTo>
                  <a:cubicBezTo>
                    <a:pt x="44188" y="22524"/>
                    <a:pt x="50261" y="28106"/>
                    <a:pt x="56125" y="28106"/>
                  </a:cubicBezTo>
                  <a:cubicBezTo>
                    <a:pt x="63455" y="28106"/>
                    <a:pt x="68062" y="22524"/>
                    <a:pt x="68062" y="16943"/>
                  </a:cubicBezTo>
                  <a:cubicBezTo>
                    <a:pt x="68062" y="11162"/>
                    <a:pt x="68062" y="11162"/>
                    <a:pt x="68062" y="11162"/>
                  </a:cubicBezTo>
                  <a:cubicBezTo>
                    <a:pt x="73926" y="11162"/>
                    <a:pt x="73926" y="11162"/>
                    <a:pt x="73926" y="11162"/>
                  </a:cubicBezTo>
                  <a:cubicBezTo>
                    <a:pt x="73926" y="16943"/>
                    <a:pt x="73926" y="16943"/>
                    <a:pt x="73926" y="16943"/>
                  </a:cubicBezTo>
                  <a:cubicBezTo>
                    <a:pt x="73926" y="22524"/>
                    <a:pt x="79790" y="28106"/>
                    <a:pt x="85654" y="28106"/>
                  </a:cubicBezTo>
                  <a:cubicBezTo>
                    <a:pt x="93193" y="28106"/>
                    <a:pt x="97591" y="22524"/>
                    <a:pt x="97591" y="16943"/>
                  </a:cubicBezTo>
                  <a:cubicBezTo>
                    <a:pt x="97591" y="11162"/>
                    <a:pt x="97591" y="11162"/>
                    <a:pt x="97591" y="11162"/>
                  </a:cubicBezTo>
                  <a:cubicBezTo>
                    <a:pt x="107853" y="11162"/>
                    <a:pt x="107853" y="11162"/>
                    <a:pt x="107853" y="11162"/>
                  </a:cubicBezTo>
                  <a:cubicBezTo>
                    <a:pt x="110994" y="11162"/>
                    <a:pt x="113926" y="14152"/>
                    <a:pt x="113926" y="16943"/>
                  </a:cubicBezTo>
                  <a:cubicBezTo>
                    <a:pt x="113926" y="80332"/>
                    <a:pt x="113926" y="80332"/>
                    <a:pt x="113926" y="80332"/>
                  </a:cubicBezTo>
                  <a:cubicBezTo>
                    <a:pt x="110994" y="80332"/>
                    <a:pt x="107853" y="81727"/>
                    <a:pt x="104921" y="84518"/>
                  </a:cubicBezTo>
                  <a:close/>
                  <a:moveTo>
                    <a:pt x="73926" y="73156"/>
                  </a:moveTo>
                  <a:lnTo>
                    <a:pt x="73926" y="73156"/>
                  </a:lnTo>
                  <a:cubicBezTo>
                    <a:pt x="73926" y="70365"/>
                    <a:pt x="72460" y="67574"/>
                    <a:pt x="68062" y="67574"/>
                  </a:cubicBezTo>
                  <a:cubicBezTo>
                    <a:pt x="56125" y="67574"/>
                    <a:pt x="56125" y="67574"/>
                    <a:pt x="56125" y="67574"/>
                  </a:cubicBezTo>
                  <a:cubicBezTo>
                    <a:pt x="47329" y="67574"/>
                    <a:pt x="47329" y="67574"/>
                    <a:pt x="47329" y="67574"/>
                  </a:cubicBezTo>
                  <a:cubicBezTo>
                    <a:pt x="20523" y="67574"/>
                    <a:pt x="20523" y="67574"/>
                    <a:pt x="20523" y="67574"/>
                  </a:cubicBezTo>
                  <a:cubicBezTo>
                    <a:pt x="17591" y="67574"/>
                    <a:pt x="14659" y="70365"/>
                    <a:pt x="14659" y="73156"/>
                  </a:cubicBezTo>
                  <a:cubicBezTo>
                    <a:pt x="14659" y="76146"/>
                    <a:pt x="17591" y="78936"/>
                    <a:pt x="20523" y="78936"/>
                  </a:cubicBezTo>
                  <a:cubicBezTo>
                    <a:pt x="47329" y="78936"/>
                    <a:pt x="47329" y="78936"/>
                    <a:pt x="47329" y="78936"/>
                  </a:cubicBezTo>
                  <a:cubicBezTo>
                    <a:pt x="56125" y="78936"/>
                    <a:pt x="56125" y="78936"/>
                    <a:pt x="56125" y="78936"/>
                  </a:cubicBezTo>
                  <a:cubicBezTo>
                    <a:pt x="68062" y="78936"/>
                    <a:pt x="68062" y="78936"/>
                    <a:pt x="68062" y="78936"/>
                  </a:cubicBezTo>
                  <a:cubicBezTo>
                    <a:pt x="72460" y="78936"/>
                    <a:pt x="73926" y="76146"/>
                    <a:pt x="73926" y="73156"/>
                  </a:cubicBezTo>
                  <a:close/>
                  <a:moveTo>
                    <a:pt x="14659" y="97275"/>
                  </a:moveTo>
                  <a:lnTo>
                    <a:pt x="14659" y="97275"/>
                  </a:lnTo>
                  <a:cubicBezTo>
                    <a:pt x="14659" y="100066"/>
                    <a:pt x="17591" y="101461"/>
                    <a:pt x="20523" y="101461"/>
                  </a:cubicBezTo>
                  <a:cubicBezTo>
                    <a:pt x="57591" y="101461"/>
                    <a:pt x="57591" y="101461"/>
                    <a:pt x="57591" y="101461"/>
                  </a:cubicBezTo>
                  <a:cubicBezTo>
                    <a:pt x="60523" y="101461"/>
                    <a:pt x="61989" y="100066"/>
                    <a:pt x="61989" y="97275"/>
                  </a:cubicBezTo>
                  <a:cubicBezTo>
                    <a:pt x="61989" y="94485"/>
                    <a:pt x="60523" y="91495"/>
                    <a:pt x="57591" y="91495"/>
                  </a:cubicBezTo>
                  <a:cubicBezTo>
                    <a:pt x="20523" y="91495"/>
                    <a:pt x="20523" y="91495"/>
                    <a:pt x="20523" y="91495"/>
                  </a:cubicBezTo>
                  <a:cubicBezTo>
                    <a:pt x="17591" y="91495"/>
                    <a:pt x="14659" y="94485"/>
                    <a:pt x="14659" y="97275"/>
                  </a:cubicBezTo>
                  <a:close/>
                  <a:moveTo>
                    <a:pt x="91727" y="43654"/>
                  </a:moveTo>
                  <a:lnTo>
                    <a:pt x="91727" y="43654"/>
                  </a:lnTo>
                  <a:cubicBezTo>
                    <a:pt x="20523" y="43654"/>
                    <a:pt x="20523" y="43654"/>
                    <a:pt x="20523" y="43654"/>
                  </a:cubicBezTo>
                  <a:cubicBezTo>
                    <a:pt x="17591" y="43654"/>
                    <a:pt x="14659" y="45049"/>
                    <a:pt x="14659" y="49235"/>
                  </a:cubicBezTo>
                  <a:cubicBezTo>
                    <a:pt x="14659" y="52026"/>
                    <a:pt x="17591" y="55016"/>
                    <a:pt x="20523" y="55016"/>
                  </a:cubicBezTo>
                  <a:cubicBezTo>
                    <a:pt x="91727" y="55016"/>
                    <a:pt x="91727" y="55016"/>
                    <a:pt x="91727" y="55016"/>
                  </a:cubicBezTo>
                  <a:cubicBezTo>
                    <a:pt x="96125" y="55016"/>
                    <a:pt x="97591" y="52026"/>
                    <a:pt x="97591" y="49235"/>
                  </a:cubicBezTo>
                  <a:cubicBezTo>
                    <a:pt x="97591" y="45049"/>
                    <a:pt x="96125" y="43654"/>
                    <a:pt x="91727" y="43654"/>
                  </a:cubicBezTo>
                  <a:close/>
                  <a:moveTo>
                    <a:pt x="85654" y="22524"/>
                  </a:moveTo>
                  <a:lnTo>
                    <a:pt x="85654" y="22524"/>
                  </a:lnTo>
                  <a:cubicBezTo>
                    <a:pt x="82722" y="22524"/>
                    <a:pt x="79790" y="19734"/>
                    <a:pt x="79790" y="16943"/>
                  </a:cubicBezTo>
                  <a:cubicBezTo>
                    <a:pt x="79790" y="5581"/>
                    <a:pt x="79790" y="5581"/>
                    <a:pt x="79790" y="5581"/>
                  </a:cubicBezTo>
                  <a:cubicBezTo>
                    <a:pt x="79790" y="2790"/>
                    <a:pt x="82722" y="0"/>
                    <a:pt x="85654" y="0"/>
                  </a:cubicBezTo>
                  <a:cubicBezTo>
                    <a:pt x="90261" y="0"/>
                    <a:pt x="91727" y="2790"/>
                    <a:pt x="91727" y="5581"/>
                  </a:cubicBezTo>
                  <a:cubicBezTo>
                    <a:pt x="91727" y="16943"/>
                    <a:pt x="91727" y="16943"/>
                    <a:pt x="91727" y="16943"/>
                  </a:cubicBezTo>
                  <a:cubicBezTo>
                    <a:pt x="91727" y="19734"/>
                    <a:pt x="90261" y="22524"/>
                    <a:pt x="85654" y="22524"/>
                  </a:cubicBezTo>
                  <a:close/>
                  <a:moveTo>
                    <a:pt x="56125" y="22524"/>
                  </a:moveTo>
                  <a:lnTo>
                    <a:pt x="56125" y="22524"/>
                  </a:lnTo>
                  <a:cubicBezTo>
                    <a:pt x="53193" y="22524"/>
                    <a:pt x="50261" y="19734"/>
                    <a:pt x="50261" y="16943"/>
                  </a:cubicBezTo>
                  <a:cubicBezTo>
                    <a:pt x="50261" y="5581"/>
                    <a:pt x="50261" y="5581"/>
                    <a:pt x="50261" y="5581"/>
                  </a:cubicBezTo>
                  <a:cubicBezTo>
                    <a:pt x="50261" y="2790"/>
                    <a:pt x="53193" y="0"/>
                    <a:pt x="56125" y="0"/>
                  </a:cubicBezTo>
                  <a:cubicBezTo>
                    <a:pt x="60523" y="0"/>
                    <a:pt x="61989" y="2790"/>
                    <a:pt x="61989" y="5581"/>
                  </a:cubicBezTo>
                  <a:cubicBezTo>
                    <a:pt x="61989" y="16943"/>
                    <a:pt x="61989" y="16943"/>
                    <a:pt x="61989" y="16943"/>
                  </a:cubicBezTo>
                  <a:cubicBezTo>
                    <a:pt x="61989" y="19734"/>
                    <a:pt x="60523" y="22524"/>
                    <a:pt x="56125" y="22524"/>
                  </a:cubicBezTo>
                  <a:close/>
                  <a:moveTo>
                    <a:pt x="26596" y="22524"/>
                  </a:moveTo>
                  <a:lnTo>
                    <a:pt x="26596" y="22524"/>
                  </a:lnTo>
                  <a:cubicBezTo>
                    <a:pt x="23664" y="22524"/>
                    <a:pt x="20523" y="19734"/>
                    <a:pt x="20523" y="16943"/>
                  </a:cubicBezTo>
                  <a:cubicBezTo>
                    <a:pt x="20523" y="5581"/>
                    <a:pt x="20523" y="5581"/>
                    <a:pt x="20523" y="5581"/>
                  </a:cubicBezTo>
                  <a:cubicBezTo>
                    <a:pt x="20523" y="2790"/>
                    <a:pt x="23664" y="0"/>
                    <a:pt x="26596" y="0"/>
                  </a:cubicBezTo>
                  <a:cubicBezTo>
                    <a:pt x="30994" y="0"/>
                    <a:pt x="32460" y="2790"/>
                    <a:pt x="32460" y="5581"/>
                  </a:cubicBezTo>
                  <a:cubicBezTo>
                    <a:pt x="32460" y="16943"/>
                    <a:pt x="32460" y="16943"/>
                    <a:pt x="32460" y="16943"/>
                  </a:cubicBezTo>
                  <a:cubicBezTo>
                    <a:pt x="32460" y="19734"/>
                    <a:pt x="30994" y="22524"/>
                    <a:pt x="26596" y="225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5" name="Shape 4805"/>
            <p:cNvSpPr/>
            <p:nvPr/>
          </p:nvSpPr>
          <p:spPr>
            <a:xfrm>
              <a:off x="2043014" y="4739820"/>
              <a:ext cx="279327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01" y="103054"/>
                  </a:moveTo>
                  <a:lnTo>
                    <a:pt x="116901" y="103054"/>
                  </a:lnTo>
                  <a:cubicBezTo>
                    <a:pt x="102237" y="117044"/>
                    <a:pt x="102237" y="117044"/>
                    <a:pt x="102237" y="117044"/>
                  </a:cubicBezTo>
                  <a:cubicBezTo>
                    <a:pt x="100791" y="118423"/>
                    <a:pt x="99345" y="119802"/>
                    <a:pt x="97900" y="119802"/>
                  </a:cubicBezTo>
                  <a:cubicBezTo>
                    <a:pt x="96454" y="119802"/>
                    <a:pt x="95008" y="118423"/>
                    <a:pt x="93562" y="117044"/>
                  </a:cubicBezTo>
                  <a:cubicBezTo>
                    <a:pt x="86127" y="109950"/>
                    <a:pt x="86127" y="109950"/>
                    <a:pt x="86127" y="109950"/>
                  </a:cubicBezTo>
                  <a:cubicBezTo>
                    <a:pt x="84681" y="108571"/>
                    <a:pt x="84681" y="107192"/>
                    <a:pt x="84681" y="105812"/>
                  </a:cubicBezTo>
                  <a:cubicBezTo>
                    <a:pt x="84681" y="103054"/>
                    <a:pt x="86127" y="100295"/>
                    <a:pt x="90671" y="100295"/>
                  </a:cubicBezTo>
                  <a:cubicBezTo>
                    <a:pt x="92117" y="100295"/>
                    <a:pt x="93562" y="101674"/>
                    <a:pt x="93562" y="103054"/>
                  </a:cubicBezTo>
                  <a:cubicBezTo>
                    <a:pt x="97900" y="105812"/>
                    <a:pt x="97900" y="105812"/>
                    <a:pt x="97900" y="105812"/>
                  </a:cubicBezTo>
                  <a:cubicBezTo>
                    <a:pt x="109466" y="94778"/>
                    <a:pt x="109466" y="94778"/>
                    <a:pt x="109466" y="94778"/>
                  </a:cubicBezTo>
                  <a:cubicBezTo>
                    <a:pt x="110912" y="93399"/>
                    <a:pt x="112564" y="93399"/>
                    <a:pt x="114010" y="93399"/>
                  </a:cubicBezTo>
                  <a:cubicBezTo>
                    <a:pt x="116901" y="93399"/>
                    <a:pt x="119793" y="96157"/>
                    <a:pt x="119793" y="98916"/>
                  </a:cubicBezTo>
                  <a:cubicBezTo>
                    <a:pt x="119793" y="100295"/>
                    <a:pt x="118347" y="101674"/>
                    <a:pt x="116901" y="103054"/>
                  </a:cubicBezTo>
                  <a:close/>
                  <a:moveTo>
                    <a:pt x="97900" y="97536"/>
                  </a:moveTo>
                  <a:lnTo>
                    <a:pt x="97900" y="97536"/>
                  </a:lnTo>
                  <a:cubicBezTo>
                    <a:pt x="96454" y="96157"/>
                    <a:pt x="93562" y="94778"/>
                    <a:pt x="90671" y="94778"/>
                  </a:cubicBezTo>
                  <a:cubicBezTo>
                    <a:pt x="83235" y="94778"/>
                    <a:pt x="78898" y="100295"/>
                    <a:pt x="78898" y="105812"/>
                  </a:cubicBezTo>
                  <a:cubicBezTo>
                    <a:pt x="78898" y="109950"/>
                    <a:pt x="80344" y="112906"/>
                    <a:pt x="81790" y="114285"/>
                  </a:cubicBezTo>
                  <a:cubicBezTo>
                    <a:pt x="87573" y="119802"/>
                    <a:pt x="87573" y="119802"/>
                    <a:pt x="87573" y="119802"/>
                  </a:cubicBezTo>
                  <a:cubicBezTo>
                    <a:pt x="5989" y="119802"/>
                    <a:pt x="5989" y="119802"/>
                    <a:pt x="5989" y="119802"/>
                  </a:cubicBezTo>
                  <a:cubicBezTo>
                    <a:pt x="3098" y="119802"/>
                    <a:pt x="0" y="117044"/>
                    <a:pt x="0" y="114285"/>
                  </a:cubicBezTo>
                  <a:cubicBezTo>
                    <a:pt x="0" y="16748"/>
                    <a:pt x="0" y="16748"/>
                    <a:pt x="0" y="16748"/>
                  </a:cubicBezTo>
                  <a:cubicBezTo>
                    <a:pt x="0" y="13990"/>
                    <a:pt x="3098" y="11034"/>
                    <a:pt x="5989" y="11034"/>
                  </a:cubicBezTo>
                  <a:cubicBezTo>
                    <a:pt x="16110" y="11034"/>
                    <a:pt x="16110" y="11034"/>
                    <a:pt x="16110" y="11034"/>
                  </a:cubicBezTo>
                  <a:cubicBezTo>
                    <a:pt x="16110" y="16748"/>
                    <a:pt x="16110" y="16748"/>
                    <a:pt x="16110" y="16748"/>
                  </a:cubicBezTo>
                  <a:cubicBezTo>
                    <a:pt x="16110" y="23645"/>
                    <a:pt x="21893" y="27783"/>
                    <a:pt x="27882" y="27783"/>
                  </a:cubicBezTo>
                  <a:cubicBezTo>
                    <a:pt x="33666" y="27783"/>
                    <a:pt x="39449" y="23645"/>
                    <a:pt x="39449" y="16748"/>
                  </a:cubicBezTo>
                  <a:cubicBezTo>
                    <a:pt x="39449" y="11034"/>
                    <a:pt x="39449" y="11034"/>
                    <a:pt x="39449" y="11034"/>
                  </a:cubicBezTo>
                  <a:cubicBezTo>
                    <a:pt x="45232" y="11034"/>
                    <a:pt x="45232" y="11034"/>
                    <a:pt x="45232" y="11034"/>
                  </a:cubicBezTo>
                  <a:cubicBezTo>
                    <a:pt x="45232" y="16748"/>
                    <a:pt x="45232" y="16748"/>
                    <a:pt x="45232" y="16748"/>
                  </a:cubicBezTo>
                  <a:cubicBezTo>
                    <a:pt x="45232" y="23645"/>
                    <a:pt x="51222" y="27783"/>
                    <a:pt x="57005" y="27783"/>
                  </a:cubicBezTo>
                  <a:cubicBezTo>
                    <a:pt x="62788" y="27783"/>
                    <a:pt x="68777" y="23645"/>
                    <a:pt x="68777" y="16748"/>
                  </a:cubicBezTo>
                  <a:cubicBezTo>
                    <a:pt x="68777" y="11034"/>
                    <a:pt x="68777" y="11034"/>
                    <a:pt x="68777" y="11034"/>
                  </a:cubicBezTo>
                  <a:cubicBezTo>
                    <a:pt x="74561" y="11034"/>
                    <a:pt x="74561" y="11034"/>
                    <a:pt x="74561" y="11034"/>
                  </a:cubicBezTo>
                  <a:cubicBezTo>
                    <a:pt x="74561" y="16748"/>
                    <a:pt x="74561" y="16748"/>
                    <a:pt x="74561" y="16748"/>
                  </a:cubicBezTo>
                  <a:cubicBezTo>
                    <a:pt x="74561" y="23645"/>
                    <a:pt x="80344" y="27783"/>
                    <a:pt x="86127" y="27783"/>
                  </a:cubicBezTo>
                  <a:cubicBezTo>
                    <a:pt x="92117" y="27783"/>
                    <a:pt x="97900" y="23645"/>
                    <a:pt x="97900" y="16748"/>
                  </a:cubicBezTo>
                  <a:cubicBezTo>
                    <a:pt x="97900" y="11034"/>
                    <a:pt x="97900" y="11034"/>
                    <a:pt x="97900" y="11034"/>
                  </a:cubicBezTo>
                  <a:cubicBezTo>
                    <a:pt x="108020" y="11034"/>
                    <a:pt x="108020" y="11034"/>
                    <a:pt x="108020" y="11034"/>
                  </a:cubicBezTo>
                  <a:cubicBezTo>
                    <a:pt x="110912" y="11034"/>
                    <a:pt x="114010" y="13990"/>
                    <a:pt x="114010" y="16748"/>
                  </a:cubicBezTo>
                  <a:cubicBezTo>
                    <a:pt x="114010" y="87684"/>
                    <a:pt x="114010" y="87684"/>
                    <a:pt x="114010" y="87684"/>
                  </a:cubicBezTo>
                  <a:cubicBezTo>
                    <a:pt x="109466" y="87684"/>
                    <a:pt x="106574" y="89064"/>
                    <a:pt x="105129" y="90640"/>
                  </a:cubicBezTo>
                  <a:lnTo>
                    <a:pt x="97900" y="97536"/>
                  </a:lnTo>
                  <a:close/>
                  <a:moveTo>
                    <a:pt x="16110" y="96157"/>
                  </a:moveTo>
                  <a:lnTo>
                    <a:pt x="16110" y="96157"/>
                  </a:lnTo>
                  <a:cubicBezTo>
                    <a:pt x="16110" y="98916"/>
                    <a:pt x="17555" y="100295"/>
                    <a:pt x="20447" y="100295"/>
                  </a:cubicBezTo>
                  <a:cubicBezTo>
                    <a:pt x="58450" y="100295"/>
                    <a:pt x="58450" y="100295"/>
                    <a:pt x="58450" y="100295"/>
                  </a:cubicBezTo>
                  <a:cubicBezTo>
                    <a:pt x="61342" y="100295"/>
                    <a:pt x="62788" y="98916"/>
                    <a:pt x="62788" y="96157"/>
                  </a:cubicBezTo>
                  <a:cubicBezTo>
                    <a:pt x="62788" y="93399"/>
                    <a:pt x="61342" y="92019"/>
                    <a:pt x="58450" y="92019"/>
                  </a:cubicBezTo>
                  <a:cubicBezTo>
                    <a:pt x="20447" y="92019"/>
                    <a:pt x="20447" y="92019"/>
                    <a:pt x="20447" y="92019"/>
                  </a:cubicBezTo>
                  <a:cubicBezTo>
                    <a:pt x="17555" y="92019"/>
                    <a:pt x="16110" y="93399"/>
                    <a:pt x="16110" y="96157"/>
                  </a:cubicBezTo>
                  <a:close/>
                  <a:moveTo>
                    <a:pt x="92117" y="43152"/>
                  </a:moveTo>
                  <a:lnTo>
                    <a:pt x="92117" y="43152"/>
                  </a:lnTo>
                  <a:cubicBezTo>
                    <a:pt x="21893" y="43152"/>
                    <a:pt x="21893" y="43152"/>
                    <a:pt x="21893" y="43152"/>
                  </a:cubicBezTo>
                  <a:cubicBezTo>
                    <a:pt x="19001" y="43152"/>
                    <a:pt x="16110" y="45911"/>
                    <a:pt x="16110" y="48669"/>
                  </a:cubicBezTo>
                  <a:cubicBezTo>
                    <a:pt x="16110" y="51625"/>
                    <a:pt x="19001" y="54384"/>
                    <a:pt x="21893" y="54384"/>
                  </a:cubicBezTo>
                  <a:cubicBezTo>
                    <a:pt x="92117" y="54384"/>
                    <a:pt x="92117" y="54384"/>
                    <a:pt x="92117" y="54384"/>
                  </a:cubicBezTo>
                  <a:cubicBezTo>
                    <a:pt x="95008" y="54384"/>
                    <a:pt x="97900" y="51625"/>
                    <a:pt x="97900" y="48669"/>
                  </a:cubicBezTo>
                  <a:cubicBezTo>
                    <a:pt x="97900" y="45911"/>
                    <a:pt x="95008" y="43152"/>
                    <a:pt x="92117" y="43152"/>
                  </a:cubicBezTo>
                  <a:close/>
                  <a:moveTo>
                    <a:pt x="92117" y="66798"/>
                  </a:moveTo>
                  <a:lnTo>
                    <a:pt x="92117" y="66798"/>
                  </a:lnTo>
                  <a:cubicBezTo>
                    <a:pt x="57005" y="66798"/>
                    <a:pt x="57005" y="66798"/>
                    <a:pt x="57005" y="66798"/>
                  </a:cubicBezTo>
                  <a:cubicBezTo>
                    <a:pt x="46678" y="66798"/>
                    <a:pt x="46678" y="66798"/>
                    <a:pt x="46678" y="66798"/>
                  </a:cubicBezTo>
                  <a:cubicBezTo>
                    <a:pt x="21893" y="66798"/>
                    <a:pt x="21893" y="66798"/>
                    <a:pt x="21893" y="66798"/>
                  </a:cubicBezTo>
                  <a:cubicBezTo>
                    <a:pt x="19001" y="66798"/>
                    <a:pt x="16110" y="69556"/>
                    <a:pt x="16110" y="72315"/>
                  </a:cubicBezTo>
                  <a:cubicBezTo>
                    <a:pt x="16110" y="76650"/>
                    <a:pt x="19001" y="78029"/>
                    <a:pt x="21893" y="78029"/>
                  </a:cubicBezTo>
                  <a:cubicBezTo>
                    <a:pt x="46678" y="78029"/>
                    <a:pt x="46678" y="78029"/>
                    <a:pt x="46678" y="78029"/>
                  </a:cubicBezTo>
                  <a:cubicBezTo>
                    <a:pt x="57005" y="78029"/>
                    <a:pt x="57005" y="78029"/>
                    <a:pt x="57005" y="78029"/>
                  </a:cubicBezTo>
                  <a:cubicBezTo>
                    <a:pt x="92117" y="78029"/>
                    <a:pt x="92117" y="78029"/>
                    <a:pt x="92117" y="78029"/>
                  </a:cubicBezTo>
                  <a:cubicBezTo>
                    <a:pt x="95008" y="78029"/>
                    <a:pt x="97900" y="76650"/>
                    <a:pt x="97900" y="72315"/>
                  </a:cubicBezTo>
                  <a:cubicBezTo>
                    <a:pt x="97900" y="69556"/>
                    <a:pt x="95008" y="66798"/>
                    <a:pt x="92117" y="66798"/>
                  </a:cubicBezTo>
                  <a:close/>
                  <a:moveTo>
                    <a:pt x="86127" y="22266"/>
                  </a:moveTo>
                  <a:lnTo>
                    <a:pt x="86127" y="22266"/>
                  </a:lnTo>
                  <a:cubicBezTo>
                    <a:pt x="83235" y="22266"/>
                    <a:pt x="80344" y="20886"/>
                    <a:pt x="80344" y="16748"/>
                  </a:cubicBezTo>
                  <a:cubicBezTo>
                    <a:pt x="80344" y="5517"/>
                    <a:pt x="80344" y="5517"/>
                    <a:pt x="80344" y="5517"/>
                  </a:cubicBezTo>
                  <a:cubicBezTo>
                    <a:pt x="80344" y="2758"/>
                    <a:pt x="83235" y="0"/>
                    <a:pt x="86127" y="0"/>
                  </a:cubicBezTo>
                  <a:cubicBezTo>
                    <a:pt x="89018" y="0"/>
                    <a:pt x="92117" y="2758"/>
                    <a:pt x="92117" y="5517"/>
                  </a:cubicBezTo>
                  <a:cubicBezTo>
                    <a:pt x="92117" y="16748"/>
                    <a:pt x="92117" y="16748"/>
                    <a:pt x="92117" y="16748"/>
                  </a:cubicBezTo>
                  <a:cubicBezTo>
                    <a:pt x="92117" y="20886"/>
                    <a:pt x="89018" y="22266"/>
                    <a:pt x="86127" y="22266"/>
                  </a:cubicBezTo>
                  <a:close/>
                  <a:moveTo>
                    <a:pt x="57005" y="22266"/>
                  </a:moveTo>
                  <a:lnTo>
                    <a:pt x="57005" y="22266"/>
                  </a:lnTo>
                  <a:cubicBezTo>
                    <a:pt x="54113" y="22266"/>
                    <a:pt x="51222" y="20886"/>
                    <a:pt x="51222" y="16748"/>
                  </a:cubicBezTo>
                  <a:cubicBezTo>
                    <a:pt x="51222" y="5517"/>
                    <a:pt x="51222" y="5517"/>
                    <a:pt x="51222" y="5517"/>
                  </a:cubicBezTo>
                  <a:cubicBezTo>
                    <a:pt x="51222" y="2758"/>
                    <a:pt x="54113" y="0"/>
                    <a:pt x="57005" y="0"/>
                  </a:cubicBezTo>
                  <a:cubicBezTo>
                    <a:pt x="59896" y="0"/>
                    <a:pt x="62788" y="2758"/>
                    <a:pt x="62788" y="5517"/>
                  </a:cubicBezTo>
                  <a:cubicBezTo>
                    <a:pt x="62788" y="16748"/>
                    <a:pt x="62788" y="16748"/>
                    <a:pt x="62788" y="16748"/>
                  </a:cubicBezTo>
                  <a:cubicBezTo>
                    <a:pt x="62788" y="20886"/>
                    <a:pt x="59896" y="22266"/>
                    <a:pt x="57005" y="22266"/>
                  </a:cubicBezTo>
                  <a:close/>
                  <a:moveTo>
                    <a:pt x="27882" y="22266"/>
                  </a:moveTo>
                  <a:lnTo>
                    <a:pt x="27882" y="22266"/>
                  </a:lnTo>
                  <a:cubicBezTo>
                    <a:pt x="24991" y="22266"/>
                    <a:pt x="21893" y="20886"/>
                    <a:pt x="21893" y="16748"/>
                  </a:cubicBezTo>
                  <a:cubicBezTo>
                    <a:pt x="21893" y="5517"/>
                    <a:pt x="21893" y="5517"/>
                    <a:pt x="21893" y="5517"/>
                  </a:cubicBezTo>
                  <a:cubicBezTo>
                    <a:pt x="21893" y="2758"/>
                    <a:pt x="24991" y="0"/>
                    <a:pt x="27882" y="0"/>
                  </a:cubicBezTo>
                  <a:cubicBezTo>
                    <a:pt x="30774" y="0"/>
                    <a:pt x="33666" y="2758"/>
                    <a:pt x="33666" y="5517"/>
                  </a:cubicBezTo>
                  <a:cubicBezTo>
                    <a:pt x="33666" y="16748"/>
                    <a:pt x="33666" y="16748"/>
                    <a:pt x="33666" y="16748"/>
                  </a:cubicBezTo>
                  <a:cubicBezTo>
                    <a:pt x="33666" y="20886"/>
                    <a:pt x="30774" y="22266"/>
                    <a:pt x="27882" y="222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6" name="Shape 4806"/>
            <p:cNvSpPr/>
            <p:nvPr/>
          </p:nvSpPr>
          <p:spPr>
            <a:xfrm>
              <a:off x="1537261" y="4739820"/>
              <a:ext cx="262398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614" y="119802"/>
                  </a:moveTo>
                  <a:lnTo>
                    <a:pt x="113614" y="119802"/>
                  </a:lnTo>
                  <a:cubicBezTo>
                    <a:pt x="6385" y="119802"/>
                    <a:pt x="6385" y="119802"/>
                    <a:pt x="6385" y="119802"/>
                  </a:cubicBezTo>
                  <a:cubicBezTo>
                    <a:pt x="3082" y="119802"/>
                    <a:pt x="0" y="117044"/>
                    <a:pt x="0" y="114285"/>
                  </a:cubicBezTo>
                  <a:cubicBezTo>
                    <a:pt x="0" y="16748"/>
                    <a:pt x="0" y="16748"/>
                    <a:pt x="0" y="16748"/>
                  </a:cubicBezTo>
                  <a:cubicBezTo>
                    <a:pt x="0" y="13990"/>
                    <a:pt x="3082" y="11034"/>
                    <a:pt x="6385" y="11034"/>
                  </a:cubicBezTo>
                  <a:cubicBezTo>
                    <a:pt x="17174" y="11034"/>
                    <a:pt x="17174" y="11034"/>
                    <a:pt x="17174" y="11034"/>
                  </a:cubicBezTo>
                  <a:cubicBezTo>
                    <a:pt x="17174" y="16748"/>
                    <a:pt x="17174" y="16748"/>
                    <a:pt x="17174" y="16748"/>
                  </a:cubicBezTo>
                  <a:cubicBezTo>
                    <a:pt x="17174" y="23645"/>
                    <a:pt x="21798" y="27783"/>
                    <a:pt x="29724" y="27783"/>
                  </a:cubicBezTo>
                  <a:cubicBezTo>
                    <a:pt x="35889" y="27783"/>
                    <a:pt x="42055" y="23645"/>
                    <a:pt x="42055" y="16748"/>
                  </a:cubicBezTo>
                  <a:cubicBezTo>
                    <a:pt x="42055" y="11034"/>
                    <a:pt x="42055" y="11034"/>
                    <a:pt x="42055" y="11034"/>
                  </a:cubicBezTo>
                  <a:cubicBezTo>
                    <a:pt x="48220" y="11034"/>
                    <a:pt x="48220" y="11034"/>
                    <a:pt x="48220" y="11034"/>
                  </a:cubicBezTo>
                  <a:cubicBezTo>
                    <a:pt x="48220" y="16748"/>
                    <a:pt x="48220" y="16748"/>
                    <a:pt x="48220" y="16748"/>
                  </a:cubicBezTo>
                  <a:cubicBezTo>
                    <a:pt x="48220" y="23645"/>
                    <a:pt x="53064" y="27783"/>
                    <a:pt x="60770" y="27783"/>
                  </a:cubicBezTo>
                  <a:cubicBezTo>
                    <a:pt x="66935" y="27783"/>
                    <a:pt x="73321" y="23645"/>
                    <a:pt x="73321" y="16748"/>
                  </a:cubicBezTo>
                  <a:cubicBezTo>
                    <a:pt x="73321" y="11034"/>
                    <a:pt x="73321" y="11034"/>
                    <a:pt x="73321" y="11034"/>
                  </a:cubicBezTo>
                  <a:cubicBezTo>
                    <a:pt x="79486" y="11034"/>
                    <a:pt x="79486" y="11034"/>
                    <a:pt x="79486" y="11034"/>
                  </a:cubicBezTo>
                  <a:cubicBezTo>
                    <a:pt x="79486" y="16748"/>
                    <a:pt x="79486" y="16748"/>
                    <a:pt x="79486" y="16748"/>
                  </a:cubicBezTo>
                  <a:cubicBezTo>
                    <a:pt x="79486" y="23645"/>
                    <a:pt x="84110" y="27783"/>
                    <a:pt x="91816" y="27783"/>
                  </a:cubicBezTo>
                  <a:cubicBezTo>
                    <a:pt x="98201" y="27783"/>
                    <a:pt x="104366" y="23645"/>
                    <a:pt x="104366" y="16748"/>
                  </a:cubicBezTo>
                  <a:cubicBezTo>
                    <a:pt x="104366" y="11034"/>
                    <a:pt x="104366" y="11034"/>
                    <a:pt x="104366" y="11034"/>
                  </a:cubicBezTo>
                  <a:cubicBezTo>
                    <a:pt x="113614" y="11034"/>
                    <a:pt x="113614" y="11034"/>
                    <a:pt x="113614" y="11034"/>
                  </a:cubicBezTo>
                  <a:cubicBezTo>
                    <a:pt x="118238" y="11034"/>
                    <a:pt x="119779" y="13990"/>
                    <a:pt x="119779" y="16748"/>
                  </a:cubicBezTo>
                  <a:cubicBezTo>
                    <a:pt x="119779" y="114285"/>
                    <a:pt x="119779" y="114285"/>
                    <a:pt x="119779" y="114285"/>
                  </a:cubicBezTo>
                  <a:cubicBezTo>
                    <a:pt x="119779" y="117044"/>
                    <a:pt x="118238" y="119802"/>
                    <a:pt x="113614" y="119802"/>
                  </a:cubicBezTo>
                  <a:close/>
                  <a:moveTo>
                    <a:pt x="98201" y="43152"/>
                  </a:moveTo>
                  <a:lnTo>
                    <a:pt x="98201" y="43152"/>
                  </a:lnTo>
                  <a:cubicBezTo>
                    <a:pt x="23339" y="43152"/>
                    <a:pt x="23339" y="43152"/>
                    <a:pt x="23339" y="43152"/>
                  </a:cubicBezTo>
                  <a:cubicBezTo>
                    <a:pt x="18715" y="43152"/>
                    <a:pt x="17174" y="45911"/>
                    <a:pt x="17174" y="48669"/>
                  </a:cubicBezTo>
                  <a:cubicBezTo>
                    <a:pt x="17174" y="51625"/>
                    <a:pt x="18715" y="54384"/>
                    <a:pt x="23339" y="54384"/>
                  </a:cubicBezTo>
                  <a:cubicBezTo>
                    <a:pt x="98201" y="54384"/>
                    <a:pt x="98201" y="54384"/>
                    <a:pt x="98201" y="54384"/>
                  </a:cubicBezTo>
                  <a:cubicBezTo>
                    <a:pt x="101284" y="54384"/>
                    <a:pt x="104366" y="51625"/>
                    <a:pt x="104366" y="48669"/>
                  </a:cubicBezTo>
                  <a:cubicBezTo>
                    <a:pt x="104366" y="45911"/>
                    <a:pt x="101284" y="43152"/>
                    <a:pt x="98201" y="43152"/>
                  </a:cubicBezTo>
                  <a:close/>
                  <a:moveTo>
                    <a:pt x="98201" y="66798"/>
                  </a:moveTo>
                  <a:lnTo>
                    <a:pt x="98201" y="66798"/>
                  </a:lnTo>
                  <a:cubicBezTo>
                    <a:pt x="23339" y="66798"/>
                    <a:pt x="23339" y="66798"/>
                    <a:pt x="23339" y="66798"/>
                  </a:cubicBezTo>
                  <a:cubicBezTo>
                    <a:pt x="18715" y="66798"/>
                    <a:pt x="17174" y="69556"/>
                    <a:pt x="17174" y="72315"/>
                  </a:cubicBezTo>
                  <a:cubicBezTo>
                    <a:pt x="17174" y="76650"/>
                    <a:pt x="18715" y="78029"/>
                    <a:pt x="23339" y="78029"/>
                  </a:cubicBezTo>
                  <a:cubicBezTo>
                    <a:pt x="98201" y="78029"/>
                    <a:pt x="98201" y="78029"/>
                    <a:pt x="98201" y="78029"/>
                  </a:cubicBezTo>
                  <a:cubicBezTo>
                    <a:pt x="101284" y="78029"/>
                    <a:pt x="104366" y="76650"/>
                    <a:pt x="104366" y="72315"/>
                  </a:cubicBezTo>
                  <a:cubicBezTo>
                    <a:pt x="104366" y="69556"/>
                    <a:pt x="101284" y="66798"/>
                    <a:pt x="98201" y="66798"/>
                  </a:cubicBezTo>
                  <a:close/>
                  <a:moveTo>
                    <a:pt x="98201" y="92019"/>
                  </a:moveTo>
                  <a:lnTo>
                    <a:pt x="98201" y="92019"/>
                  </a:lnTo>
                  <a:cubicBezTo>
                    <a:pt x="21798" y="92019"/>
                    <a:pt x="21798" y="92019"/>
                    <a:pt x="21798" y="92019"/>
                  </a:cubicBezTo>
                  <a:cubicBezTo>
                    <a:pt x="18715" y="92019"/>
                    <a:pt x="17174" y="93399"/>
                    <a:pt x="17174" y="96157"/>
                  </a:cubicBezTo>
                  <a:cubicBezTo>
                    <a:pt x="17174" y="98916"/>
                    <a:pt x="18715" y="100295"/>
                    <a:pt x="21798" y="100295"/>
                  </a:cubicBezTo>
                  <a:cubicBezTo>
                    <a:pt x="98201" y="100295"/>
                    <a:pt x="98201" y="100295"/>
                    <a:pt x="98201" y="100295"/>
                  </a:cubicBezTo>
                  <a:cubicBezTo>
                    <a:pt x="101284" y="100295"/>
                    <a:pt x="104366" y="98916"/>
                    <a:pt x="104366" y="96157"/>
                  </a:cubicBezTo>
                  <a:cubicBezTo>
                    <a:pt x="104366" y="93399"/>
                    <a:pt x="101284" y="92019"/>
                    <a:pt x="98201" y="92019"/>
                  </a:cubicBezTo>
                  <a:close/>
                  <a:moveTo>
                    <a:pt x="91816" y="22266"/>
                  </a:moveTo>
                  <a:lnTo>
                    <a:pt x="91816" y="22266"/>
                  </a:lnTo>
                  <a:cubicBezTo>
                    <a:pt x="87192" y="22266"/>
                    <a:pt x="85651" y="20886"/>
                    <a:pt x="85651" y="16748"/>
                  </a:cubicBezTo>
                  <a:cubicBezTo>
                    <a:pt x="85651" y="5517"/>
                    <a:pt x="85651" y="5517"/>
                    <a:pt x="85651" y="5517"/>
                  </a:cubicBezTo>
                  <a:cubicBezTo>
                    <a:pt x="85651" y="2758"/>
                    <a:pt x="87192" y="0"/>
                    <a:pt x="91816" y="0"/>
                  </a:cubicBezTo>
                  <a:cubicBezTo>
                    <a:pt x="94899" y="0"/>
                    <a:pt x="98201" y="2758"/>
                    <a:pt x="98201" y="5517"/>
                  </a:cubicBezTo>
                  <a:cubicBezTo>
                    <a:pt x="98201" y="16748"/>
                    <a:pt x="98201" y="16748"/>
                    <a:pt x="98201" y="16748"/>
                  </a:cubicBezTo>
                  <a:cubicBezTo>
                    <a:pt x="98201" y="20886"/>
                    <a:pt x="94899" y="22266"/>
                    <a:pt x="91816" y="22266"/>
                  </a:cubicBezTo>
                  <a:close/>
                  <a:moveTo>
                    <a:pt x="60770" y="22266"/>
                  </a:moveTo>
                  <a:lnTo>
                    <a:pt x="60770" y="22266"/>
                  </a:lnTo>
                  <a:cubicBezTo>
                    <a:pt x="56146" y="22266"/>
                    <a:pt x="54605" y="20886"/>
                    <a:pt x="54605" y="16748"/>
                  </a:cubicBezTo>
                  <a:cubicBezTo>
                    <a:pt x="54605" y="5517"/>
                    <a:pt x="54605" y="5517"/>
                    <a:pt x="54605" y="5517"/>
                  </a:cubicBezTo>
                  <a:cubicBezTo>
                    <a:pt x="54605" y="2758"/>
                    <a:pt x="56146" y="0"/>
                    <a:pt x="60770" y="0"/>
                  </a:cubicBezTo>
                  <a:cubicBezTo>
                    <a:pt x="63853" y="0"/>
                    <a:pt x="66935" y="2758"/>
                    <a:pt x="66935" y="5517"/>
                  </a:cubicBezTo>
                  <a:cubicBezTo>
                    <a:pt x="66935" y="16748"/>
                    <a:pt x="66935" y="16748"/>
                    <a:pt x="66935" y="16748"/>
                  </a:cubicBezTo>
                  <a:cubicBezTo>
                    <a:pt x="66935" y="20886"/>
                    <a:pt x="63853" y="22266"/>
                    <a:pt x="60770" y="22266"/>
                  </a:cubicBezTo>
                  <a:close/>
                  <a:moveTo>
                    <a:pt x="29724" y="22266"/>
                  </a:moveTo>
                  <a:lnTo>
                    <a:pt x="29724" y="22266"/>
                  </a:lnTo>
                  <a:cubicBezTo>
                    <a:pt x="24880" y="22266"/>
                    <a:pt x="23339" y="20886"/>
                    <a:pt x="23339" y="16748"/>
                  </a:cubicBezTo>
                  <a:cubicBezTo>
                    <a:pt x="23339" y="5517"/>
                    <a:pt x="23339" y="5517"/>
                    <a:pt x="23339" y="5517"/>
                  </a:cubicBezTo>
                  <a:cubicBezTo>
                    <a:pt x="23339" y="2758"/>
                    <a:pt x="24880" y="0"/>
                    <a:pt x="29724" y="0"/>
                  </a:cubicBezTo>
                  <a:cubicBezTo>
                    <a:pt x="32807" y="0"/>
                    <a:pt x="35889" y="2758"/>
                    <a:pt x="35889" y="5517"/>
                  </a:cubicBezTo>
                  <a:cubicBezTo>
                    <a:pt x="35889" y="16748"/>
                    <a:pt x="35889" y="16748"/>
                    <a:pt x="35889" y="16748"/>
                  </a:cubicBezTo>
                  <a:cubicBezTo>
                    <a:pt x="35889" y="20886"/>
                    <a:pt x="32807" y="22266"/>
                    <a:pt x="29724" y="222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7" name="Shape 4807"/>
            <p:cNvSpPr/>
            <p:nvPr/>
          </p:nvSpPr>
          <p:spPr>
            <a:xfrm>
              <a:off x="7140733" y="4233937"/>
              <a:ext cx="201031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12" y="55016"/>
                  </a:moveTo>
                  <a:lnTo>
                    <a:pt x="119712" y="55016"/>
                  </a:lnTo>
                  <a:cubicBezTo>
                    <a:pt x="119712" y="76146"/>
                    <a:pt x="97320" y="92890"/>
                    <a:pt x="66889" y="95681"/>
                  </a:cubicBezTo>
                  <a:cubicBezTo>
                    <a:pt x="66889" y="108438"/>
                    <a:pt x="66889" y="108438"/>
                    <a:pt x="66889" y="108438"/>
                  </a:cubicBezTo>
                  <a:cubicBezTo>
                    <a:pt x="95311" y="108438"/>
                    <a:pt x="95311" y="108438"/>
                    <a:pt x="95311" y="108438"/>
                  </a:cubicBezTo>
                  <a:cubicBezTo>
                    <a:pt x="99330" y="108438"/>
                    <a:pt x="103349" y="111229"/>
                    <a:pt x="103349" y="114019"/>
                  </a:cubicBezTo>
                  <a:cubicBezTo>
                    <a:pt x="103349" y="118405"/>
                    <a:pt x="99330" y="119800"/>
                    <a:pt x="95311" y="119800"/>
                  </a:cubicBezTo>
                  <a:cubicBezTo>
                    <a:pt x="58851" y="119800"/>
                    <a:pt x="58851" y="119800"/>
                    <a:pt x="58851" y="119800"/>
                  </a:cubicBezTo>
                  <a:cubicBezTo>
                    <a:pt x="24401" y="119800"/>
                    <a:pt x="24401" y="119800"/>
                    <a:pt x="24401" y="119800"/>
                  </a:cubicBezTo>
                  <a:cubicBezTo>
                    <a:pt x="20382" y="119800"/>
                    <a:pt x="16076" y="118405"/>
                    <a:pt x="16076" y="114019"/>
                  </a:cubicBezTo>
                  <a:cubicBezTo>
                    <a:pt x="16076" y="111229"/>
                    <a:pt x="20382" y="108438"/>
                    <a:pt x="24401" y="108438"/>
                  </a:cubicBezTo>
                  <a:cubicBezTo>
                    <a:pt x="50813" y="108438"/>
                    <a:pt x="50813" y="108438"/>
                    <a:pt x="50813" y="108438"/>
                  </a:cubicBezTo>
                  <a:cubicBezTo>
                    <a:pt x="50813" y="95681"/>
                    <a:pt x="50813" y="95681"/>
                    <a:pt x="50813" y="95681"/>
                  </a:cubicBezTo>
                  <a:cubicBezTo>
                    <a:pt x="22392" y="92890"/>
                    <a:pt x="0" y="76146"/>
                    <a:pt x="0" y="55016"/>
                  </a:cubicBezTo>
                  <a:cubicBezTo>
                    <a:pt x="0" y="50631"/>
                    <a:pt x="4019" y="49235"/>
                    <a:pt x="8038" y="49235"/>
                  </a:cubicBezTo>
                  <a:cubicBezTo>
                    <a:pt x="12057" y="49235"/>
                    <a:pt x="16076" y="50631"/>
                    <a:pt x="16076" y="55016"/>
                  </a:cubicBezTo>
                  <a:cubicBezTo>
                    <a:pt x="16076" y="70365"/>
                    <a:pt x="36459" y="84518"/>
                    <a:pt x="58851" y="84518"/>
                  </a:cubicBezTo>
                  <a:cubicBezTo>
                    <a:pt x="83253" y="84518"/>
                    <a:pt x="103349" y="70365"/>
                    <a:pt x="103349" y="55016"/>
                  </a:cubicBezTo>
                  <a:cubicBezTo>
                    <a:pt x="103349" y="50631"/>
                    <a:pt x="105358" y="49235"/>
                    <a:pt x="111674" y="49235"/>
                  </a:cubicBezTo>
                  <a:cubicBezTo>
                    <a:pt x="115693" y="49235"/>
                    <a:pt x="119712" y="50631"/>
                    <a:pt x="119712" y="55016"/>
                  </a:cubicBezTo>
                  <a:close/>
                  <a:moveTo>
                    <a:pt x="58851" y="74551"/>
                  </a:moveTo>
                  <a:lnTo>
                    <a:pt x="58851" y="74551"/>
                  </a:lnTo>
                  <a:cubicBezTo>
                    <a:pt x="40478" y="74551"/>
                    <a:pt x="26411" y="64784"/>
                    <a:pt x="26411" y="52026"/>
                  </a:cubicBezTo>
                  <a:cubicBezTo>
                    <a:pt x="26411" y="22524"/>
                    <a:pt x="26411" y="22524"/>
                    <a:pt x="26411" y="22524"/>
                  </a:cubicBezTo>
                  <a:cubicBezTo>
                    <a:pt x="26411" y="9767"/>
                    <a:pt x="40478" y="0"/>
                    <a:pt x="58851" y="0"/>
                  </a:cubicBezTo>
                  <a:cubicBezTo>
                    <a:pt x="77224" y="0"/>
                    <a:pt x="91291" y="9767"/>
                    <a:pt x="91291" y="22524"/>
                  </a:cubicBezTo>
                  <a:cubicBezTo>
                    <a:pt x="91291" y="52026"/>
                    <a:pt x="91291" y="52026"/>
                    <a:pt x="91291" y="52026"/>
                  </a:cubicBezTo>
                  <a:cubicBezTo>
                    <a:pt x="91291" y="64784"/>
                    <a:pt x="77224" y="74551"/>
                    <a:pt x="58851" y="745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8" name="Shape 4808"/>
            <p:cNvSpPr/>
            <p:nvPr/>
          </p:nvSpPr>
          <p:spPr>
            <a:xfrm>
              <a:off x="6607473" y="4233937"/>
              <a:ext cx="251819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167" y="30897"/>
                  </a:moveTo>
                  <a:lnTo>
                    <a:pt x="118167" y="30897"/>
                  </a:lnTo>
                  <a:cubicBezTo>
                    <a:pt x="5038" y="94285"/>
                    <a:pt x="5038" y="94285"/>
                    <a:pt x="5038" y="94285"/>
                  </a:cubicBezTo>
                  <a:cubicBezTo>
                    <a:pt x="5038" y="94285"/>
                    <a:pt x="5038" y="95681"/>
                    <a:pt x="3206" y="95681"/>
                  </a:cubicBezTo>
                  <a:cubicBezTo>
                    <a:pt x="1603" y="95681"/>
                    <a:pt x="0" y="94285"/>
                    <a:pt x="0" y="92890"/>
                  </a:cubicBezTo>
                  <a:cubicBezTo>
                    <a:pt x="0" y="91495"/>
                    <a:pt x="1603" y="90099"/>
                    <a:pt x="1603" y="90099"/>
                  </a:cubicBezTo>
                  <a:cubicBezTo>
                    <a:pt x="114961" y="25315"/>
                    <a:pt x="114961" y="25315"/>
                    <a:pt x="114961" y="25315"/>
                  </a:cubicBezTo>
                  <a:cubicBezTo>
                    <a:pt x="114961" y="25315"/>
                    <a:pt x="114961" y="25315"/>
                    <a:pt x="116564" y="25315"/>
                  </a:cubicBezTo>
                  <a:cubicBezTo>
                    <a:pt x="118167" y="25315"/>
                    <a:pt x="119770" y="26710"/>
                    <a:pt x="119770" y="28106"/>
                  </a:cubicBezTo>
                  <a:cubicBezTo>
                    <a:pt x="119770" y="29501"/>
                    <a:pt x="118167" y="29501"/>
                    <a:pt x="118167" y="30897"/>
                  </a:cubicBezTo>
                  <a:close/>
                  <a:moveTo>
                    <a:pt x="34122" y="52026"/>
                  </a:moveTo>
                  <a:lnTo>
                    <a:pt x="34122" y="52026"/>
                  </a:lnTo>
                  <a:cubicBezTo>
                    <a:pt x="34122" y="22524"/>
                    <a:pt x="34122" y="22524"/>
                    <a:pt x="34122" y="22524"/>
                  </a:cubicBezTo>
                  <a:cubicBezTo>
                    <a:pt x="34122" y="9767"/>
                    <a:pt x="45343" y="0"/>
                    <a:pt x="60000" y="0"/>
                  </a:cubicBezTo>
                  <a:cubicBezTo>
                    <a:pt x="74427" y="0"/>
                    <a:pt x="85877" y="9767"/>
                    <a:pt x="85877" y="22524"/>
                  </a:cubicBezTo>
                  <a:cubicBezTo>
                    <a:pt x="85877" y="35282"/>
                    <a:pt x="85877" y="35282"/>
                    <a:pt x="85877" y="35282"/>
                  </a:cubicBezTo>
                  <a:cubicBezTo>
                    <a:pt x="37328" y="63388"/>
                    <a:pt x="37328" y="63388"/>
                    <a:pt x="37328" y="63388"/>
                  </a:cubicBezTo>
                  <a:cubicBezTo>
                    <a:pt x="35725" y="60598"/>
                    <a:pt x="34122" y="56411"/>
                    <a:pt x="34122" y="52026"/>
                  </a:cubicBezTo>
                  <a:close/>
                  <a:moveTo>
                    <a:pt x="13053" y="55016"/>
                  </a:moveTo>
                  <a:lnTo>
                    <a:pt x="13053" y="55016"/>
                  </a:lnTo>
                  <a:cubicBezTo>
                    <a:pt x="13053" y="50631"/>
                    <a:pt x="14656" y="49235"/>
                    <a:pt x="19465" y="49235"/>
                  </a:cubicBezTo>
                  <a:cubicBezTo>
                    <a:pt x="22671" y="49235"/>
                    <a:pt x="25877" y="50631"/>
                    <a:pt x="25877" y="55016"/>
                  </a:cubicBezTo>
                  <a:cubicBezTo>
                    <a:pt x="25877" y="59202"/>
                    <a:pt x="25877" y="63388"/>
                    <a:pt x="29083" y="67574"/>
                  </a:cubicBezTo>
                  <a:cubicBezTo>
                    <a:pt x="17862" y="74551"/>
                    <a:pt x="17862" y="74551"/>
                    <a:pt x="17862" y="74551"/>
                  </a:cubicBezTo>
                  <a:cubicBezTo>
                    <a:pt x="14656" y="67574"/>
                    <a:pt x="13053" y="61993"/>
                    <a:pt x="13053" y="55016"/>
                  </a:cubicBezTo>
                  <a:close/>
                  <a:moveTo>
                    <a:pt x="53587" y="74551"/>
                  </a:moveTo>
                  <a:lnTo>
                    <a:pt x="53587" y="74551"/>
                  </a:lnTo>
                  <a:cubicBezTo>
                    <a:pt x="85877" y="56411"/>
                    <a:pt x="85877" y="56411"/>
                    <a:pt x="85877" y="56411"/>
                  </a:cubicBezTo>
                  <a:cubicBezTo>
                    <a:pt x="84274" y="66179"/>
                    <a:pt x="72824" y="74551"/>
                    <a:pt x="60000" y="74551"/>
                  </a:cubicBezTo>
                  <a:cubicBezTo>
                    <a:pt x="58396" y="74551"/>
                    <a:pt x="55190" y="74551"/>
                    <a:pt x="53587" y="74551"/>
                  </a:cubicBezTo>
                  <a:close/>
                  <a:moveTo>
                    <a:pt x="32519" y="108438"/>
                  </a:moveTo>
                  <a:lnTo>
                    <a:pt x="32519" y="108438"/>
                  </a:lnTo>
                  <a:cubicBezTo>
                    <a:pt x="53587" y="108438"/>
                    <a:pt x="53587" y="108438"/>
                    <a:pt x="53587" y="108438"/>
                  </a:cubicBezTo>
                  <a:cubicBezTo>
                    <a:pt x="53587" y="95681"/>
                    <a:pt x="53587" y="95681"/>
                    <a:pt x="53587" y="95681"/>
                  </a:cubicBezTo>
                  <a:cubicBezTo>
                    <a:pt x="45343" y="94285"/>
                    <a:pt x="37328" y="91495"/>
                    <a:pt x="30916" y="87308"/>
                  </a:cubicBezTo>
                  <a:cubicBezTo>
                    <a:pt x="42137" y="80332"/>
                    <a:pt x="42137" y="80332"/>
                    <a:pt x="42137" y="80332"/>
                  </a:cubicBezTo>
                  <a:cubicBezTo>
                    <a:pt x="46946" y="83122"/>
                    <a:pt x="53587" y="84518"/>
                    <a:pt x="60000" y="84518"/>
                  </a:cubicBezTo>
                  <a:cubicBezTo>
                    <a:pt x="61603" y="84518"/>
                    <a:pt x="61603" y="84518"/>
                    <a:pt x="63206" y="84518"/>
                  </a:cubicBezTo>
                  <a:lnTo>
                    <a:pt x="64809" y="84518"/>
                  </a:lnTo>
                  <a:cubicBezTo>
                    <a:pt x="81068" y="81727"/>
                    <a:pt x="93893" y="68970"/>
                    <a:pt x="93893" y="55016"/>
                  </a:cubicBezTo>
                  <a:cubicBezTo>
                    <a:pt x="93893" y="50631"/>
                    <a:pt x="97099" y="49235"/>
                    <a:pt x="100305" y="49235"/>
                  </a:cubicBezTo>
                  <a:cubicBezTo>
                    <a:pt x="105343" y="49235"/>
                    <a:pt x="106946" y="50631"/>
                    <a:pt x="106946" y="55016"/>
                  </a:cubicBezTo>
                  <a:cubicBezTo>
                    <a:pt x="106946" y="76146"/>
                    <a:pt x="89083" y="92890"/>
                    <a:pt x="66412" y="95681"/>
                  </a:cubicBezTo>
                  <a:cubicBezTo>
                    <a:pt x="66412" y="108438"/>
                    <a:pt x="66412" y="108438"/>
                    <a:pt x="66412" y="108438"/>
                  </a:cubicBezTo>
                  <a:cubicBezTo>
                    <a:pt x="87480" y="108438"/>
                    <a:pt x="87480" y="108438"/>
                    <a:pt x="87480" y="108438"/>
                  </a:cubicBezTo>
                  <a:cubicBezTo>
                    <a:pt x="92290" y="108438"/>
                    <a:pt x="93893" y="111229"/>
                    <a:pt x="93893" y="114019"/>
                  </a:cubicBezTo>
                  <a:cubicBezTo>
                    <a:pt x="93893" y="118405"/>
                    <a:pt x="92290" y="119800"/>
                    <a:pt x="87480" y="119800"/>
                  </a:cubicBezTo>
                  <a:cubicBezTo>
                    <a:pt x="66412" y="119800"/>
                    <a:pt x="66412" y="119800"/>
                    <a:pt x="66412" y="119800"/>
                  </a:cubicBezTo>
                  <a:cubicBezTo>
                    <a:pt x="32519" y="119800"/>
                    <a:pt x="32519" y="119800"/>
                    <a:pt x="32519" y="119800"/>
                  </a:cubicBezTo>
                  <a:cubicBezTo>
                    <a:pt x="27480" y="119800"/>
                    <a:pt x="25877" y="118405"/>
                    <a:pt x="25877" y="114019"/>
                  </a:cubicBezTo>
                  <a:cubicBezTo>
                    <a:pt x="25877" y="111229"/>
                    <a:pt x="27480" y="108438"/>
                    <a:pt x="32519" y="1084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9" name="Shape 4809"/>
            <p:cNvSpPr/>
            <p:nvPr/>
          </p:nvSpPr>
          <p:spPr>
            <a:xfrm>
              <a:off x="6122883" y="4257221"/>
              <a:ext cx="207380" cy="2476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666" y="100038"/>
                  </a:moveTo>
                  <a:lnTo>
                    <a:pt x="111666" y="100038"/>
                  </a:lnTo>
                  <a:cubicBezTo>
                    <a:pt x="7777" y="100038"/>
                    <a:pt x="7777" y="100038"/>
                    <a:pt x="7777" y="100038"/>
                  </a:cubicBezTo>
                  <a:cubicBezTo>
                    <a:pt x="3888" y="100038"/>
                    <a:pt x="0" y="96789"/>
                    <a:pt x="0" y="93539"/>
                  </a:cubicBezTo>
                  <a:cubicBezTo>
                    <a:pt x="0" y="90290"/>
                    <a:pt x="3888" y="87040"/>
                    <a:pt x="7777" y="87040"/>
                  </a:cubicBezTo>
                  <a:cubicBezTo>
                    <a:pt x="11666" y="87040"/>
                    <a:pt x="15555" y="83791"/>
                    <a:pt x="15555" y="80541"/>
                  </a:cubicBezTo>
                  <a:cubicBezTo>
                    <a:pt x="15555" y="36208"/>
                    <a:pt x="15555" y="36208"/>
                    <a:pt x="15555" y="36208"/>
                  </a:cubicBezTo>
                  <a:cubicBezTo>
                    <a:pt x="15555" y="19729"/>
                    <a:pt x="31388" y="6731"/>
                    <a:pt x="53055" y="6731"/>
                  </a:cubicBezTo>
                  <a:cubicBezTo>
                    <a:pt x="53055" y="1624"/>
                    <a:pt x="55000" y="0"/>
                    <a:pt x="60833" y="0"/>
                  </a:cubicBezTo>
                  <a:cubicBezTo>
                    <a:pt x="64722" y="0"/>
                    <a:pt x="68611" y="1624"/>
                    <a:pt x="68611" y="6731"/>
                  </a:cubicBezTo>
                  <a:cubicBezTo>
                    <a:pt x="88333" y="6731"/>
                    <a:pt x="103888" y="19729"/>
                    <a:pt x="103888" y="36208"/>
                  </a:cubicBezTo>
                  <a:cubicBezTo>
                    <a:pt x="103888" y="80541"/>
                    <a:pt x="103888" y="80541"/>
                    <a:pt x="103888" y="80541"/>
                  </a:cubicBezTo>
                  <a:cubicBezTo>
                    <a:pt x="103888" y="83791"/>
                    <a:pt x="107777" y="87040"/>
                    <a:pt x="111666" y="87040"/>
                  </a:cubicBezTo>
                  <a:cubicBezTo>
                    <a:pt x="117777" y="87040"/>
                    <a:pt x="119722" y="90290"/>
                    <a:pt x="119722" y="93539"/>
                  </a:cubicBezTo>
                  <a:cubicBezTo>
                    <a:pt x="119722" y="96789"/>
                    <a:pt x="117777" y="100038"/>
                    <a:pt x="111666" y="100038"/>
                  </a:cubicBezTo>
                  <a:close/>
                  <a:moveTo>
                    <a:pt x="60833" y="119767"/>
                  </a:moveTo>
                  <a:lnTo>
                    <a:pt x="60833" y="119767"/>
                  </a:lnTo>
                  <a:cubicBezTo>
                    <a:pt x="51111" y="119767"/>
                    <a:pt x="45000" y="113268"/>
                    <a:pt x="45000" y="106769"/>
                  </a:cubicBezTo>
                  <a:cubicBezTo>
                    <a:pt x="76388" y="106769"/>
                    <a:pt x="76388" y="106769"/>
                    <a:pt x="76388" y="106769"/>
                  </a:cubicBezTo>
                  <a:cubicBezTo>
                    <a:pt x="76388" y="113268"/>
                    <a:pt x="68611" y="119767"/>
                    <a:pt x="60833" y="1197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0" name="Shape 4810"/>
            <p:cNvSpPr/>
            <p:nvPr/>
          </p:nvSpPr>
          <p:spPr>
            <a:xfrm>
              <a:off x="5661570" y="4312253"/>
              <a:ext cx="118502" cy="1397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518" y="72989"/>
                  </a:moveTo>
                  <a:lnTo>
                    <a:pt x="119518" y="72989"/>
                  </a:lnTo>
                  <a:cubicBezTo>
                    <a:pt x="119518" y="78762"/>
                    <a:pt x="112771" y="84536"/>
                    <a:pt x="106024" y="84536"/>
                  </a:cubicBezTo>
                  <a:cubicBezTo>
                    <a:pt x="13975" y="84536"/>
                    <a:pt x="13975" y="84536"/>
                    <a:pt x="13975" y="84536"/>
                  </a:cubicBezTo>
                  <a:cubicBezTo>
                    <a:pt x="7228" y="84536"/>
                    <a:pt x="0" y="78762"/>
                    <a:pt x="0" y="72989"/>
                  </a:cubicBezTo>
                  <a:cubicBezTo>
                    <a:pt x="0" y="70103"/>
                    <a:pt x="0" y="67216"/>
                    <a:pt x="3373" y="67216"/>
                  </a:cubicBezTo>
                  <a:cubicBezTo>
                    <a:pt x="48192" y="6185"/>
                    <a:pt x="48192" y="6185"/>
                    <a:pt x="48192" y="6185"/>
                  </a:cubicBezTo>
                  <a:cubicBezTo>
                    <a:pt x="51566" y="0"/>
                    <a:pt x="54939" y="0"/>
                    <a:pt x="58313" y="0"/>
                  </a:cubicBezTo>
                  <a:cubicBezTo>
                    <a:pt x="65060" y="0"/>
                    <a:pt x="68433" y="0"/>
                    <a:pt x="71807" y="6185"/>
                  </a:cubicBezTo>
                  <a:cubicBezTo>
                    <a:pt x="116144" y="67216"/>
                    <a:pt x="116144" y="67216"/>
                    <a:pt x="116144" y="67216"/>
                  </a:cubicBezTo>
                  <a:cubicBezTo>
                    <a:pt x="116144" y="67216"/>
                    <a:pt x="119518" y="70103"/>
                    <a:pt x="119518" y="72989"/>
                  </a:cubicBezTo>
                  <a:close/>
                  <a:moveTo>
                    <a:pt x="13975" y="96494"/>
                  </a:moveTo>
                  <a:lnTo>
                    <a:pt x="13975" y="96494"/>
                  </a:lnTo>
                  <a:cubicBezTo>
                    <a:pt x="106024" y="96494"/>
                    <a:pt x="106024" y="96494"/>
                    <a:pt x="106024" y="96494"/>
                  </a:cubicBezTo>
                  <a:cubicBezTo>
                    <a:pt x="112771" y="96494"/>
                    <a:pt x="119518" y="102268"/>
                    <a:pt x="119518" y="108041"/>
                  </a:cubicBezTo>
                  <a:cubicBezTo>
                    <a:pt x="119518" y="113814"/>
                    <a:pt x="112771" y="119587"/>
                    <a:pt x="106024" y="119587"/>
                  </a:cubicBezTo>
                  <a:cubicBezTo>
                    <a:pt x="13975" y="119587"/>
                    <a:pt x="13975" y="119587"/>
                    <a:pt x="13975" y="119587"/>
                  </a:cubicBezTo>
                  <a:cubicBezTo>
                    <a:pt x="7228" y="119587"/>
                    <a:pt x="0" y="113814"/>
                    <a:pt x="0" y="108041"/>
                  </a:cubicBezTo>
                  <a:cubicBezTo>
                    <a:pt x="0" y="102268"/>
                    <a:pt x="7228" y="96494"/>
                    <a:pt x="13975" y="964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1" name="Shape 4811"/>
            <p:cNvSpPr/>
            <p:nvPr/>
          </p:nvSpPr>
          <p:spPr>
            <a:xfrm>
              <a:off x="5160050" y="4318603"/>
              <a:ext cx="110038" cy="1185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3548"/>
                  </a:moveTo>
                  <a:lnTo>
                    <a:pt x="0" y="13548"/>
                  </a:lnTo>
                  <a:cubicBezTo>
                    <a:pt x="0" y="105967"/>
                    <a:pt x="0" y="105967"/>
                    <a:pt x="0" y="105967"/>
                  </a:cubicBezTo>
                  <a:cubicBezTo>
                    <a:pt x="0" y="112741"/>
                    <a:pt x="7894" y="119516"/>
                    <a:pt x="15263" y="119516"/>
                  </a:cubicBezTo>
                  <a:cubicBezTo>
                    <a:pt x="18947" y="119516"/>
                    <a:pt x="22631" y="119516"/>
                    <a:pt x="22631" y="116129"/>
                  </a:cubicBezTo>
                  <a:cubicBezTo>
                    <a:pt x="89473" y="78387"/>
                    <a:pt x="89473" y="78387"/>
                    <a:pt x="89473" y="78387"/>
                  </a:cubicBezTo>
                  <a:cubicBezTo>
                    <a:pt x="89473" y="105967"/>
                    <a:pt x="89473" y="105967"/>
                    <a:pt x="89473" y="105967"/>
                  </a:cubicBezTo>
                  <a:cubicBezTo>
                    <a:pt x="89473" y="112741"/>
                    <a:pt x="96842" y="119516"/>
                    <a:pt x="104210" y="119516"/>
                  </a:cubicBezTo>
                  <a:cubicBezTo>
                    <a:pt x="112105" y="119516"/>
                    <a:pt x="119473" y="112741"/>
                    <a:pt x="119473" y="105967"/>
                  </a:cubicBezTo>
                  <a:cubicBezTo>
                    <a:pt x="119473" y="13548"/>
                    <a:pt x="119473" y="13548"/>
                    <a:pt x="119473" y="13548"/>
                  </a:cubicBezTo>
                  <a:cubicBezTo>
                    <a:pt x="119473" y="6774"/>
                    <a:pt x="112105" y="0"/>
                    <a:pt x="104210" y="0"/>
                  </a:cubicBezTo>
                  <a:cubicBezTo>
                    <a:pt x="96842" y="0"/>
                    <a:pt x="89473" y="6774"/>
                    <a:pt x="89473" y="13548"/>
                  </a:cubicBezTo>
                  <a:cubicBezTo>
                    <a:pt x="89473" y="40645"/>
                    <a:pt x="89473" y="40645"/>
                    <a:pt x="89473" y="40645"/>
                  </a:cubicBezTo>
                  <a:cubicBezTo>
                    <a:pt x="22631" y="3387"/>
                    <a:pt x="22631" y="3387"/>
                    <a:pt x="22631" y="3387"/>
                  </a:cubicBezTo>
                  <a:cubicBezTo>
                    <a:pt x="22631" y="3387"/>
                    <a:pt x="18947" y="0"/>
                    <a:pt x="15263" y="0"/>
                  </a:cubicBezTo>
                  <a:cubicBezTo>
                    <a:pt x="7894" y="0"/>
                    <a:pt x="0" y="6774"/>
                    <a:pt x="0" y="13548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2" name="Shape 4812"/>
            <p:cNvSpPr/>
            <p:nvPr/>
          </p:nvSpPr>
          <p:spPr>
            <a:xfrm>
              <a:off x="4654299" y="4318603"/>
              <a:ext cx="110038" cy="1185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473" y="13548"/>
                  </a:moveTo>
                  <a:lnTo>
                    <a:pt x="119473" y="13548"/>
                  </a:lnTo>
                  <a:cubicBezTo>
                    <a:pt x="119473" y="105967"/>
                    <a:pt x="119473" y="105967"/>
                    <a:pt x="119473" y="105967"/>
                  </a:cubicBezTo>
                  <a:cubicBezTo>
                    <a:pt x="119473" y="112741"/>
                    <a:pt x="111578" y="119516"/>
                    <a:pt x="104210" y="119516"/>
                  </a:cubicBezTo>
                  <a:cubicBezTo>
                    <a:pt x="100526" y="119516"/>
                    <a:pt x="96842" y="119516"/>
                    <a:pt x="96842" y="116129"/>
                  </a:cubicBezTo>
                  <a:cubicBezTo>
                    <a:pt x="29999" y="78387"/>
                    <a:pt x="29999" y="78387"/>
                    <a:pt x="29999" y="78387"/>
                  </a:cubicBezTo>
                  <a:cubicBezTo>
                    <a:pt x="29999" y="105967"/>
                    <a:pt x="29999" y="105967"/>
                    <a:pt x="29999" y="105967"/>
                  </a:cubicBezTo>
                  <a:cubicBezTo>
                    <a:pt x="29999" y="112741"/>
                    <a:pt x="22631" y="119516"/>
                    <a:pt x="15263" y="119516"/>
                  </a:cubicBezTo>
                  <a:cubicBezTo>
                    <a:pt x="3684" y="119516"/>
                    <a:pt x="0" y="112741"/>
                    <a:pt x="0" y="105967"/>
                  </a:cubicBezTo>
                  <a:cubicBezTo>
                    <a:pt x="0" y="13548"/>
                    <a:pt x="0" y="13548"/>
                    <a:pt x="0" y="13548"/>
                  </a:cubicBezTo>
                  <a:cubicBezTo>
                    <a:pt x="0" y="6774"/>
                    <a:pt x="3684" y="0"/>
                    <a:pt x="15263" y="0"/>
                  </a:cubicBezTo>
                  <a:cubicBezTo>
                    <a:pt x="22631" y="0"/>
                    <a:pt x="29999" y="6774"/>
                    <a:pt x="29999" y="13548"/>
                  </a:cubicBezTo>
                  <a:cubicBezTo>
                    <a:pt x="29999" y="40645"/>
                    <a:pt x="29999" y="40645"/>
                    <a:pt x="29999" y="40645"/>
                  </a:cubicBezTo>
                  <a:cubicBezTo>
                    <a:pt x="96842" y="3387"/>
                    <a:pt x="96842" y="3387"/>
                    <a:pt x="96842" y="3387"/>
                  </a:cubicBezTo>
                  <a:cubicBezTo>
                    <a:pt x="96842" y="3387"/>
                    <a:pt x="100526" y="0"/>
                    <a:pt x="104210" y="0"/>
                  </a:cubicBezTo>
                  <a:cubicBezTo>
                    <a:pt x="111578" y="0"/>
                    <a:pt x="119473" y="6774"/>
                    <a:pt x="119473" y="13548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3" name="Shape 4813"/>
            <p:cNvSpPr/>
            <p:nvPr/>
          </p:nvSpPr>
          <p:spPr>
            <a:xfrm>
              <a:off x="4114689" y="4318603"/>
              <a:ext cx="173522" cy="1185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3548"/>
                  </a:moveTo>
                  <a:lnTo>
                    <a:pt x="0" y="13548"/>
                  </a:lnTo>
                  <a:cubicBezTo>
                    <a:pt x="0" y="105967"/>
                    <a:pt x="0" y="105967"/>
                    <a:pt x="0" y="105967"/>
                  </a:cubicBezTo>
                  <a:cubicBezTo>
                    <a:pt x="0" y="112741"/>
                    <a:pt x="4653" y="119516"/>
                    <a:pt x="9307" y="119516"/>
                  </a:cubicBezTo>
                  <a:cubicBezTo>
                    <a:pt x="11634" y="119516"/>
                    <a:pt x="13961" y="119516"/>
                    <a:pt x="13961" y="116129"/>
                  </a:cubicBezTo>
                  <a:cubicBezTo>
                    <a:pt x="49196" y="85161"/>
                    <a:pt x="49196" y="85161"/>
                    <a:pt x="49196" y="85161"/>
                  </a:cubicBezTo>
                  <a:cubicBezTo>
                    <a:pt x="49196" y="105967"/>
                    <a:pt x="49196" y="105967"/>
                    <a:pt x="49196" y="105967"/>
                  </a:cubicBezTo>
                  <a:cubicBezTo>
                    <a:pt x="49196" y="112741"/>
                    <a:pt x="53850" y="119516"/>
                    <a:pt x="58504" y="119516"/>
                  </a:cubicBezTo>
                  <a:cubicBezTo>
                    <a:pt x="60831" y="119516"/>
                    <a:pt x="63490" y="119516"/>
                    <a:pt x="63490" y="116129"/>
                  </a:cubicBezTo>
                  <a:cubicBezTo>
                    <a:pt x="115013" y="71612"/>
                    <a:pt x="115013" y="71612"/>
                    <a:pt x="115013" y="71612"/>
                  </a:cubicBezTo>
                  <a:cubicBezTo>
                    <a:pt x="117340" y="68225"/>
                    <a:pt x="119667" y="64838"/>
                    <a:pt x="119667" y="61451"/>
                  </a:cubicBezTo>
                  <a:cubicBezTo>
                    <a:pt x="119667" y="54677"/>
                    <a:pt x="117340" y="51290"/>
                    <a:pt x="115013" y="47903"/>
                  </a:cubicBezTo>
                  <a:cubicBezTo>
                    <a:pt x="63490" y="3387"/>
                    <a:pt x="63490" y="3387"/>
                    <a:pt x="63490" y="3387"/>
                  </a:cubicBezTo>
                  <a:cubicBezTo>
                    <a:pt x="63490" y="3387"/>
                    <a:pt x="60831" y="0"/>
                    <a:pt x="58504" y="0"/>
                  </a:cubicBezTo>
                  <a:cubicBezTo>
                    <a:pt x="53850" y="0"/>
                    <a:pt x="49196" y="6774"/>
                    <a:pt x="49196" y="13548"/>
                  </a:cubicBezTo>
                  <a:cubicBezTo>
                    <a:pt x="49196" y="33870"/>
                    <a:pt x="49196" y="33870"/>
                    <a:pt x="49196" y="33870"/>
                  </a:cubicBezTo>
                  <a:cubicBezTo>
                    <a:pt x="13961" y="3387"/>
                    <a:pt x="13961" y="3387"/>
                    <a:pt x="13961" y="3387"/>
                  </a:cubicBezTo>
                  <a:cubicBezTo>
                    <a:pt x="13961" y="3387"/>
                    <a:pt x="11634" y="0"/>
                    <a:pt x="9307" y="0"/>
                  </a:cubicBezTo>
                  <a:cubicBezTo>
                    <a:pt x="4653" y="0"/>
                    <a:pt x="0" y="6774"/>
                    <a:pt x="0" y="13548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4" name="Shape 4814"/>
            <p:cNvSpPr/>
            <p:nvPr/>
          </p:nvSpPr>
          <p:spPr>
            <a:xfrm>
              <a:off x="3611054" y="4318603"/>
              <a:ext cx="169289" cy="1185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661" y="13548"/>
                  </a:moveTo>
                  <a:lnTo>
                    <a:pt x="119661" y="13548"/>
                  </a:lnTo>
                  <a:cubicBezTo>
                    <a:pt x="119661" y="105967"/>
                    <a:pt x="119661" y="105967"/>
                    <a:pt x="119661" y="105967"/>
                  </a:cubicBezTo>
                  <a:cubicBezTo>
                    <a:pt x="119661" y="112741"/>
                    <a:pt x="117288" y="119516"/>
                    <a:pt x="110169" y="119516"/>
                  </a:cubicBezTo>
                  <a:cubicBezTo>
                    <a:pt x="110169" y="119516"/>
                    <a:pt x="107796" y="119516"/>
                    <a:pt x="105423" y="116129"/>
                  </a:cubicBezTo>
                  <a:cubicBezTo>
                    <a:pt x="69491" y="85161"/>
                    <a:pt x="69491" y="85161"/>
                    <a:pt x="69491" y="85161"/>
                  </a:cubicBezTo>
                  <a:cubicBezTo>
                    <a:pt x="69491" y="105967"/>
                    <a:pt x="69491" y="105967"/>
                    <a:pt x="69491" y="105967"/>
                  </a:cubicBezTo>
                  <a:cubicBezTo>
                    <a:pt x="69491" y="112741"/>
                    <a:pt x="64406" y="119516"/>
                    <a:pt x="59661" y="119516"/>
                  </a:cubicBezTo>
                  <a:cubicBezTo>
                    <a:pt x="57288" y="119516"/>
                    <a:pt x="54915" y="119516"/>
                    <a:pt x="54915" y="116129"/>
                  </a:cubicBezTo>
                  <a:cubicBezTo>
                    <a:pt x="4745" y="71612"/>
                    <a:pt x="4745" y="71612"/>
                    <a:pt x="4745" y="71612"/>
                  </a:cubicBezTo>
                  <a:cubicBezTo>
                    <a:pt x="0" y="68225"/>
                    <a:pt x="0" y="64838"/>
                    <a:pt x="0" y="61451"/>
                  </a:cubicBezTo>
                  <a:cubicBezTo>
                    <a:pt x="0" y="54677"/>
                    <a:pt x="0" y="51290"/>
                    <a:pt x="4745" y="47903"/>
                  </a:cubicBezTo>
                  <a:cubicBezTo>
                    <a:pt x="54915" y="3387"/>
                    <a:pt x="54915" y="3387"/>
                    <a:pt x="54915" y="3387"/>
                  </a:cubicBezTo>
                  <a:cubicBezTo>
                    <a:pt x="54915" y="3387"/>
                    <a:pt x="57288" y="0"/>
                    <a:pt x="59661" y="0"/>
                  </a:cubicBezTo>
                  <a:cubicBezTo>
                    <a:pt x="64406" y="0"/>
                    <a:pt x="69491" y="6774"/>
                    <a:pt x="69491" y="13548"/>
                  </a:cubicBezTo>
                  <a:cubicBezTo>
                    <a:pt x="69491" y="33870"/>
                    <a:pt x="69491" y="33870"/>
                    <a:pt x="69491" y="33870"/>
                  </a:cubicBezTo>
                  <a:cubicBezTo>
                    <a:pt x="105423" y="3387"/>
                    <a:pt x="105423" y="3387"/>
                    <a:pt x="105423" y="3387"/>
                  </a:cubicBezTo>
                  <a:cubicBezTo>
                    <a:pt x="107796" y="3387"/>
                    <a:pt x="110169" y="0"/>
                    <a:pt x="110169" y="0"/>
                  </a:cubicBezTo>
                  <a:cubicBezTo>
                    <a:pt x="117288" y="0"/>
                    <a:pt x="119661" y="6774"/>
                    <a:pt x="119661" y="13548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5" name="Shape 4815"/>
            <p:cNvSpPr/>
            <p:nvPr/>
          </p:nvSpPr>
          <p:spPr>
            <a:xfrm>
              <a:off x="3147625" y="4318603"/>
              <a:ext cx="82528" cy="1185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9649" y="119516"/>
                  </a:moveTo>
                  <a:lnTo>
                    <a:pt x="99649" y="119516"/>
                  </a:lnTo>
                  <a:cubicBezTo>
                    <a:pt x="84912" y="119516"/>
                    <a:pt x="80000" y="112741"/>
                    <a:pt x="80000" y="105967"/>
                  </a:cubicBezTo>
                  <a:cubicBezTo>
                    <a:pt x="80000" y="13548"/>
                    <a:pt x="80000" y="13548"/>
                    <a:pt x="80000" y="13548"/>
                  </a:cubicBezTo>
                  <a:cubicBezTo>
                    <a:pt x="80000" y="6774"/>
                    <a:pt x="84912" y="0"/>
                    <a:pt x="99649" y="0"/>
                  </a:cubicBezTo>
                  <a:cubicBezTo>
                    <a:pt x="109473" y="0"/>
                    <a:pt x="119298" y="6774"/>
                    <a:pt x="119298" y="13548"/>
                  </a:cubicBezTo>
                  <a:cubicBezTo>
                    <a:pt x="119298" y="105967"/>
                    <a:pt x="119298" y="105967"/>
                    <a:pt x="119298" y="105967"/>
                  </a:cubicBezTo>
                  <a:cubicBezTo>
                    <a:pt x="119298" y="112741"/>
                    <a:pt x="109473" y="119516"/>
                    <a:pt x="99649" y="119516"/>
                  </a:cubicBezTo>
                  <a:close/>
                  <a:moveTo>
                    <a:pt x="20350" y="119516"/>
                  </a:moveTo>
                  <a:lnTo>
                    <a:pt x="20350" y="119516"/>
                  </a:lnTo>
                  <a:cubicBezTo>
                    <a:pt x="4912" y="119516"/>
                    <a:pt x="0" y="112741"/>
                    <a:pt x="0" y="105967"/>
                  </a:cubicBezTo>
                  <a:cubicBezTo>
                    <a:pt x="0" y="13548"/>
                    <a:pt x="0" y="13548"/>
                    <a:pt x="0" y="13548"/>
                  </a:cubicBezTo>
                  <a:cubicBezTo>
                    <a:pt x="0" y="6774"/>
                    <a:pt x="4912" y="0"/>
                    <a:pt x="20350" y="0"/>
                  </a:cubicBezTo>
                  <a:cubicBezTo>
                    <a:pt x="30175" y="0"/>
                    <a:pt x="40000" y="6774"/>
                    <a:pt x="40000" y="13548"/>
                  </a:cubicBezTo>
                  <a:cubicBezTo>
                    <a:pt x="40000" y="105967"/>
                    <a:pt x="40000" y="105967"/>
                    <a:pt x="40000" y="105967"/>
                  </a:cubicBezTo>
                  <a:cubicBezTo>
                    <a:pt x="40000" y="112741"/>
                    <a:pt x="30175" y="119516"/>
                    <a:pt x="20350" y="1195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6" name="Shape 4816"/>
            <p:cNvSpPr/>
            <p:nvPr/>
          </p:nvSpPr>
          <p:spPr>
            <a:xfrm>
              <a:off x="2620712" y="4316487"/>
              <a:ext cx="124851" cy="12488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717" y="119541"/>
                  </a:moveTo>
                  <a:lnTo>
                    <a:pt x="106717" y="119541"/>
                  </a:lnTo>
                  <a:cubicBezTo>
                    <a:pt x="12824" y="119541"/>
                    <a:pt x="12824" y="119541"/>
                    <a:pt x="12824" y="119541"/>
                  </a:cubicBezTo>
                  <a:cubicBezTo>
                    <a:pt x="3206" y="119541"/>
                    <a:pt x="0" y="116335"/>
                    <a:pt x="0" y="106717"/>
                  </a:cubicBezTo>
                  <a:cubicBezTo>
                    <a:pt x="0" y="12824"/>
                    <a:pt x="0" y="12824"/>
                    <a:pt x="0" y="12824"/>
                  </a:cubicBezTo>
                  <a:cubicBezTo>
                    <a:pt x="0" y="6412"/>
                    <a:pt x="3206" y="0"/>
                    <a:pt x="12824" y="0"/>
                  </a:cubicBezTo>
                  <a:cubicBezTo>
                    <a:pt x="106717" y="0"/>
                    <a:pt x="106717" y="0"/>
                    <a:pt x="106717" y="0"/>
                  </a:cubicBezTo>
                  <a:cubicBezTo>
                    <a:pt x="113129" y="0"/>
                    <a:pt x="119541" y="6412"/>
                    <a:pt x="119541" y="12824"/>
                  </a:cubicBezTo>
                  <a:cubicBezTo>
                    <a:pt x="119541" y="106717"/>
                    <a:pt x="119541" y="106717"/>
                    <a:pt x="119541" y="106717"/>
                  </a:cubicBezTo>
                  <a:cubicBezTo>
                    <a:pt x="119541" y="116335"/>
                    <a:pt x="113129" y="119541"/>
                    <a:pt x="106717" y="119541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7" name="Shape 4817"/>
            <p:cNvSpPr/>
            <p:nvPr/>
          </p:nvSpPr>
          <p:spPr>
            <a:xfrm>
              <a:off x="2110729" y="4316487"/>
              <a:ext cx="129083" cy="12488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776" y="0"/>
                  </a:moveTo>
                  <a:lnTo>
                    <a:pt x="59776" y="0"/>
                  </a:lnTo>
                  <a:cubicBezTo>
                    <a:pt x="91449" y="0"/>
                    <a:pt x="119553" y="25648"/>
                    <a:pt x="119553" y="61374"/>
                  </a:cubicBezTo>
                  <a:cubicBezTo>
                    <a:pt x="119553" y="93435"/>
                    <a:pt x="91449" y="119541"/>
                    <a:pt x="59776" y="119541"/>
                  </a:cubicBezTo>
                  <a:cubicBezTo>
                    <a:pt x="28104" y="119541"/>
                    <a:pt x="0" y="93435"/>
                    <a:pt x="0" y="61374"/>
                  </a:cubicBezTo>
                  <a:cubicBezTo>
                    <a:pt x="0" y="25648"/>
                    <a:pt x="28104" y="0"/>
                    <a:pt x="59776" y="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8" name="Shape 4818"/>
            <p:cNvSpPr/>
            <p:nvPr/>
          </p:nvSpPr>
          <p:spPr>
            <a:xfrm>
              <a:off x="1604977" y="4305903"/>
              <a:ext cx="124851" cy="14605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541" y="61377"/>
                  </a:moveTo>
                  <a:lnTo>
                    <a:pt x="119541" y="61377"/>
                  </a:lnTo>
                  <a:cubicBezTo>
                    <a:pt x="119541" y="64131"/>
                    <a:pt x="119541" y="66885"/>
                    <a:pt x="113129" y="69639"/>
                  </a:cubicBezTo>
                  <a:cubicBezTo>
                    <a:pt x="19236" y="116852"/>
                    <a:pt x="19236" y="116852"/>
                    <a:pt x="19236" y="116852"/>
                  </a:cubicBezTo>
                  <a:cubicBezTo>
                    <a:pt x="16030" y="119606"/>
                    <a:pt x="16030" y="119606"/>
                    <a:pt x="12824" y="119606"/>
                  </a:cubicBezTo>
                  <a:cubicBezTo>
                    <a:pt x="6412" y="119606"/>
                    <a:pt x="0" y="114098"/>
                    <a:pt x="0" y="108590"/>
                  </a:cubicBezTo>
                  <a:cubicBezTo>
                    <a:pt x="0" y="11409"/>
                    <a:pt x="0" y="11409"/>
                    <a:pt x="0" y="11409"/>
                  </a:cubicBezTo>
                  <a:cubicBezTo>
                    <a:pt x="0" y="5508"/>
                    <a:pt x="6412" y="0"/>
                    <a:pt x="12824" y="0"/>
                  </a:cubicBezTo>
                  <a:cubicBezTo>
                    <a:pt x="16030" y="0"/>
                    <a:pt x="16030" y="2754"/>
                    <a:pt x="19236" y="2754"/>
                  </a:cubicBezTo>
                  <a:cubicBezTo>
                    <a:pt x="113129" y="50360"/>
                    <a:pt x="113129" y="50360"/>
                    <a:pt x="113129" y="50360"/>
                  </a:cubicBezTo>
                  <a:cubicBezTo>
                    <a:pt x="119541" y="53114"/>
                    <a:pt x="119541" y="55868"/>
                    <a:pt x="119541" y="61377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9" name="Shape 4819"/>
            <p:cNvSpPr/>
            <p:nvPr/>
          </p:nvSpPr>
          <p:spPr>
            <a:xfrm>
              <a:off x="7096295" y="3730169"/>
              <a:ext cx="289907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19" y="119800"/>
                  </a:moveTo>
                  <a:lnTo>
                    <a:pt x="114219" y="119800"/>
                  </a:lnTo>
                  <a:cubicBezTo>
                    <a:pt x="5581" y="119800"/>
                    <a:pt x="5581" y="119800"/>
                    <a:pt x="5581" y="119800"/>
                  </a:cubicBezTo>
                  <a:cubicBezTo>
                    <a:pt x="1395" y="119800"/>
                    <a:pt x="0" y="116810"/>
                    <a:pt x="0" y="114019"/>
                  </a:cubicBezTo>
                  <a:cubicBezTo>
                    <a:pt x="0" y="5581"/>
                    <a:pt x="0" y="5581"/>
                    <a:pt x="0" y="5581"/>
                  </a:cubicBezTo>
                  <a:cubicBezTo>
                    <a:pt x="0" y="1395"/>
                    <a:pt x="1395" y="0"/>
                    <a:pt x="5581" y="0"/>
                  </a:cubicBezTo>
                  <a:cubicBezTo>
                    <a:pt x="114219" y="0"/>
                    <a:pt x="114219" y="0"/>
                    <a:pt x="114219" y="0"/>
                  </a:cubicBezTo>
                  <a:cubicBezTo>
                    <a:pt x="117009" y="0"/>
                    <a:pt x="119800" y="1395"/>
                    <a:pt x="119800" y="5581"/>
                  </a:cubicBezTo>
                  <a:cubicBezTo>
                    <a:pt x="119800" y="114019"/>
                    <a:pt x="119800" y="114019"/>
                    <a:pt x="119800" y="114019"/>
                  </a:cubicBezTo>
                  <a:cubicBezTo>
                    <a:pt x="119800" y="116810"/>
                    <a:pt x="117009" y="119800"/>
                    <a:pt x="114219" y="119800"/>
                  </a:cubicBezTo>
                  <a:close/>
                  <a:moveTo>
                    <a:pt x="108438" y="11162"/>
                  </a:moveTo>
                  <a:lnTo>
                    <a:pt x="108438" y="11162"/>
                  </a:lnTo>
                  <a:cubicBezTo>
                    <a:pt x="11362" y="11162"/>
                    <a:pt x="11362" y="11162"/>
                    <a:pt x="11362" y="11162"/>
                  </a:cubicBezTo>
                  <a:cubicBezTo>
                    <a:pt x="11362" y="108438"/>
                    <a:pt x="11362" y="108438"/>
                    <a:pt x="11362" y="108438"/>
                  </a:cubicBezTo>
                  <a:cubicBezTo>
                    <a:pt x="108438" y="108438"/>
                    <a:pt x="108438" y="108438"/>
                    <a:pt x="108438" y="108438"/>
                  </a:cubicBezTo>
                  <a:lnTo>
                    <a:pt x="108438" y="11162"/>
                  </a:lnTo>
                  <a:close/>
                  <a:moveTo>
                    <a:pt x="22524" y="80332"/>
                  </a:moveTo>
                  <a:lnTo>
                    <a:pt x="22524" y="80332"/>
                  </a:lnTo>
                  <a:cubicBezTo>
                    <a:pt x="33887" y="80332"/>
                    <a:pt x="33887" y="80332"/>
                    <a:pt x="33887" y="80332"/>
                  </a:cubicBezTo>
                  <a:cubicBezTo>
                    <a:pt x="36677" y="80332"/>
                    <a:pt x="39468" y="83122"/>
                    <a:pt x="39468" y="85913"/>
                  </a:cubicBezTo>
                  <a:cubicBezTo>
                    <a:pt x="39468" y="97076"/>
                    <a:pt x="39468" y="97076"/>
                    <a:pt x="39468" y="97076"/>
                  </a:cubicBezTo>
                  <a:cubicBezTo>
                    <a:pt x="39468" y="100066"/>
                    <a:pt x="36677" y="102857"/>
                    <a:pt x="33887" y="102857"/>
                  </a:cubicBezTo>
                  <a:cubicBezTo>
                    <a:pt x="22524" y="102857"/>
                    <a:pt x="22524" y="102857"/>
                    <a:pt x="22524" y="102857"/>
                  </a:cubicBezTo>
                  <a:cubicBezTo>
                    <a:pt x="18338" y="102857"/>
                    <a:pt x="16943" y="100066"/>
                    <a:pt x="16943" y="97076"/>
                  </a:cubicBezTo>
                  <a:cubicBezTo>
                    <a:pt x="16943" y="85913"/>
                    <a:pt x="16943" y="85913"/>
                    <a:pt x="16943" y="85913"/>
                  </a:cubicBezTo>
                  <a:cubicBezTo>
                    <a:pt x="16943" y="83122"/>
                    <a:pt x="18338" y="80332"/>
                    <a:pt x="22524" y="80332"/>
                  </a:cubicBezTo>
                  <a:close/>
                  <a:moveTo>
                    <a:pt x="53621" y="29501"/>
                  </a:moveTo>
                  <a:lnTo>
                    <a:pt x="53621" y="29501"/>
                  </a:lnTo>
                  <a:cubicBezTo>
                    <a:pt x="64784" y="29501"/>
                    <a:pt x="64784" y="29501"/>
                    <a:pt x="64784" y="29501"/>
                  </a:cubicBezTo>
                  <a:cubicBezTo>
                    <a:pt x="68970" y="29501"/>
                    <a:pt x="70365" y="32292"/>
                    <a:pt x="70365" y="35083"/>
                  </a:cubicBezTo>
                  <a:cubicBezTo>
                    <a:pt x="70365" y="97076"/>
                    <a:pt x="70365" y="97076"/>
                    <a:pt x="70365" y="97076"/>
                  </a:cubicBezTo>
                  <a:cubicBezTo>
                    <a:pt x="70365" y="100066"/>
                    <a:pt x="68970" y="102857"/>
                    <a:pt x="64784" y="102857"/>
                  </a:cubicBezTo>
                  <a:cubicBezTo>
                    <a:pt x="53621" y="102857"/>
                    <a:pt x="53621" y="102857"/>
                    <a:pt x="53621" y="102857"/>
                  </a:cubicBezTo>
                  <a:cubicBezTo>
                    <a:pt x="50830" y="102857"/>
                    <a:pt x="47840" y="100066"/>
                    <a:pt x="47840" y="97076"/>
                  </a:cubicBezTo>
                  <a:cubicBezTo>
                    <a:pt x="47840" y="35083"/>
                    <a:pt x="47840" y="35083"/>
                    <a:pt x="47840" y="35083"/>
                  </a:cubicBezTo>
                  <a:cubicBezTo>
                    <a:pt x="47840" y="32292"/>
                    <a:pt x="50830" y="29501"/>
                    <a:pt x="53621" y="29501"/>
                  </a:cubicBezTo>
                  <a:close/>
                  <a:moveTo>
                    <a:pt x="85913" y="52026"/>
                  </a:moveTo>
                  <a:lnTo>
                    <a:pt x="85913" y="52026"/>
                  </a:lnTo>
                  <a:cubicBezTo>
                    <a:pt x="97275" y="52026"/>
                    <a:pt x="97275" y="52026"/>
                    <a:pt x="97275" y="52026"/>
                  </a:cubicBezTo>
                  <a:cubicBezTo>
                    <a:pt x="100066" y="52026"/>
                    <a:pt x="102857" y="55016"/>
                    <a:pt x="102857" y="57807"/>
                  </a:cubicBezTo>
                  <a:cubicBezTo>
                    <a:pt x="102857" y="97076"/>
                    <a:pt x="102857" y="97076"/>
                    <a:pt x="102857" y="97076"/>
                  </a:cubicBezTo>
                  <a:cubicBezTo>
                    <a:pt x="102857" y="100066"/>
                    <a:pt x="100066" y="102857"/>
                    <a:pt x="97275" y="102857"/>
                  </a:cubicBezTo>
                  <a:cubicBezTo>
                    <a:pt x="85913" y="102857"/>
                    <a:pt x="85913" y="102857"/>
                    <a:pt x="85913" y="102857"/>
                  </a:cubicBezTo>
                  <a:cubicBezTo>
                    <a:pt x="83122" y="102857"/>
                    <a:pt x="80332" y="100066"/>
                    <a:pt x="80332" y="97076"/>
                  </a:cubicBezTo>
                  <a:cubicBezTo>
                    <a:pt x="80332" y="57807"/>
                    <a:pt x="80332" y="57807"/>
                    <a:pt x="80332" y="57807"/>
                  </a:cubicBezTo>
                  <a:cubicBezTo>
                    <a:pt x="80332" y="55016"/>
                    <a:pt x="83122" y="52026"/>
                    <a:pt x="85913" y="520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0" name="Shape 4820"/>
            <p:cNvSpPr/>
            <p:nvPr/>
          </p:nvSpPr>
          <p:spPr>
            <a:xfrm>
              <a:off x="6586312" y="3730169"/>
              <a:ext cx="292024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88" y="119800"/>
                  </a:moveTo>
                  <a:lnTo>
                    <a:pt x="114088" y="119800"/>
                  </a:lnTo>
                  <a:cubicBezTo>
                    <a:pt x="5517" y="119800"/>
                    <a:pt x="5517" y="119800"/>
                    <a:pt x="5517" y="119800"/>
                  </a:cubicBezTo>
                  <a:cubicBezTo>
                    <a:pt x="2758" y="119800"/>
                    <a:pt x="0" y="116810"/>
                    <a:pt x="0" y="114019"/>
                  </a:cubicBezTo>
                  <a:cubicBezTo>
                    <a:pt x="0" y="5581"/>
                    <a:pt x="0" y="5581"/>
                    <a:pt x="0" y="5581"/>
                  </a:cubicBezTo>
                  <a:cubicBezTo>
                    <a:pt x="0" y="1395"/>
                    <a:pt x="2758" y="0"/>
                    <a:pt x="5517" y="0"/>
                  </a:cubicBezTo>
                  <a:cubicBezTo>
                    <a:pt x="114088" y="0"/>
                    <a:pt x="114088" y="0"/>
                    <a:pt x="114088" y="0"/>
                  </a:cubicBezTo>
                  <a:cubicBezTo>
                    <a:pt x="117044" y="0"/>
                    <a:pt x="119802" y="1395"/>
                    <a:pt x="119802" y="5581"/>
                  </a:cubicBezTo>
                  <a:cubicBezTo>
                    <a:pt x="119802" y="114019"/>
                    <a:pt x="119802" y="114019"/>
                    <a:pt x="119802" y="114019"/>
                  </a:cubicBezTo>
                  <a:cubicBezTo>
                    <a:pt x="119802" y="116810"/>
                    <a:pt x="117044" y="119800"/>
                    <a:pt x="114088" y="119800"/>
                  </a:cubicBezTo>
                  <a:close/>
                  <a:moveTo>
                    <a:pt x="108571" y="11162"/>
                  </a:moveTo>
                  <a:lnTo>
                    <a:pt x="108571" y="11162"/>
                  </a:lnTo>
                  <a:cubicBezTo>
                    <a:pt x="11034" y="11162"/>
                    <a:pt x="11034" y="11162"/>
                    <a:pt x="11034" y="11162"/>
                  </a:cubicBezTo>
                  <a:cubicBezTo>
                    <a:pt x="11034" y="108438"/>
                    <a:pt x="11034" y="108438"/>
                    <a:pt x="11034" y="108438"/>
                  </a:cubicBezTo>
                  <a:cubicBezTo>
                    <a:pt x="108571" y="108438"/>
                    <a:pt x="108571" y="108438"/>
                    <a:pt x="108571" y="108438"/>
                  </a:cubicBezTo>
                  <a:lnTo>
                    <a:pt x="108571" y="11162"/>
                  </a:lnTo>
                  <a:close/>
                  <a:moveTo>
                    <a:pt x="19507" y="60598"/>
                  </a:moveTo>
                  <a:lnTo>
                    <a:pt x="19507" y="60598"/>
                  </a:lnTo>
                  <a:cubicBezTo>
                    <a:pt x="34876" y="50631"/>
                    <a:pt x="34876" y="50631"/>
                    <a:pt x="34876" y="50631"/>
                  </a:cubicBezTo>
                  <a:cubicBezTo>
                    <a:pt x="36256" y="50631"/>
                    <a:pt x="36256" y="50631"/>
                    <a:pt x="37635" y="50631"/>
                  </a:cubicBezTo>
                  <a:cubicBezTo>
                    <a:pt x="39014" y="50631"/>
                    <a:pt x="40394" y="50631"/>
                    <a:pt x="40394" y="50631"/>
                  </a:cubicBezTo>
                  <a:cubicBezTo>
                    <a:pt x="65418" y="67574"/>
                    <a:pt x="65418" y="67574"/>
                    <a:pt x="65418" y="67574"/>
                  </a:cubicBezTo>
                  <a:cubicBezTo>
                    <a:pt x="93201" y="47840"/>
                    <a:pt x="93201" y="47840"/>
                    <a:pt x="93201" y="47840"/>
                  </a:cubicBezTo>
                  <a:cubicBezTo>
                    <a:pt x="94581" y="46445"/>
                    <a:pt x="96157" y="46445"/>
                    <a:pt x="97536" y="46445"/>
                  </a:cubicBezTo>
                  <a:cubicBezTo>
                    <a:pt x="100295" y="46445"/>
                    <a:pt x="103054" y="49235"/>
                    <a:pt x="103054" y="52026"/>
                  </a:cubicBezTo>
                  <a:cubicBezTo>
                    <a:pt x="103054" y="53421"/>
                    <a:pt x="101674" y="56411"/>
                    <a:pt x="100295" y="56411"/>
                  </a:cubicBezTo>
                  <a:cubicBezTo>
                    <a:pt x="68177" y="78936"/>
                    <a:pt x="68177" y="78936"/>
                    <a:pt x="68177" y="78936"/>
                  </a:cubicBezTo>
                  <a:cubicBezTo>
                    <a:pt x="68177" y="80332"/>
                    <a:pt x="66798" y="80332"/>
                    <a:pt x="65418" y="80332"/>
                  </a:cubicBezTo>
                  <a:cubicBezTo>
                    <a:pt x="64039" y="80332"/>
                    <a:pt x="62660" y="80332"/>
                    <a:pt x="62660" y="78936"/>
                  </a:cubicBezTo>
                  <a:cubicBezTo>
                    <a:pt x="37635" y="61993"/>
                    <a:pt x="37635" y="61993"/>
                    <a:pt x="37635" y="61993"/>
                  </a:cubicBezTo>
                  <a:cubicBezTo>
                    <a:pt x="26403" y="70365"/>
                    <a:pt x="26403" y="70365"/>
                    <a:pt x="26403" y="70365"/>
                  </a:cubicBezTo>
                  <a:cubicBezTo>
                    <a:pt x="25024" y="70365"/>
                    <a:pt x="23645" y="70365"/>
                    <a:pt x="22266" y="70365"/>
                  </a:cubicBezTo>
                  <a:cubicBezTo>
                    <a:pt x="19507" y="70365"/>
                    <a:pt x="16748" y="68970"/>
                    <a:pt x="16748" y="64784"/>
                  </a:cubicBezTo>
                  <a:cubicBezTo>
                    <a:pt x="16748" y="63388"/>
                    <a:pt x="18128" y="61993"/>
                    <a:pt x="19507" y="6059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1" name="Shape 4821"/>
            <p:cNvSpPr/>
            <p:nvPr/>
          </p:nvSpPr>
          <p:spPr>
            <a:xfrm>
              <a:off x="6082676" y="3749221"/>
              <a:ext cx="289909" cy="2455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19" y="119764"/>
                  </a:moveTo>
                  <a:lnTo>
                    <a:pt x="114019" y="119764"/>
                  </a:lnTo>
                  <a:cubicBezTo>
                    <a:pt x="5581" y="119764"/>
                    <a:pt x="5581" y="119764"/>
                    <a:pt x="5581" y="119764"/>
                  </a:cubicBezTo>
                  <a:cubicBezTo>
                    <a:pt x="2790" y="119764"/>
                    <a:pt x="0" y="118117"/>
                    <a:pt x="0" y="113176"/>
                  </a:cubicBezTo>
                  <a:cubicBezTo>
                    <a:pt x="0" y="6588"/>
                    <a:pt x="0" y="6588"/>
                    <a:pt x="0" y="6588"/>
                  </a:cubicBezTo>
                  <a:cubicBezTo>
                    <a:pt x="0" y="3294"/>
                    <a:pt x="2790" y="0"/>
                    <a:pt x="5581" y="0"/>
                  </a:cubicBezTo>
                  <a:cubicBezTo>
                    <a:pt x="8372" y="0"/>
                    <a:pt x="11162" y="3294"/>
                    <a:pt x="11162" y="6588"/>
                  </a:cubicBezTo>
                  <a:cubicBezTo>
                    <a:pt x="11162" y="91529"/>
                    <a:pt x="11162" y="91529"/>
                    <a:pt x="11162" y="91529"/>
                  </a:cubicBezTo>
                  <a:cubicBezTo>
                    <a:pt x="11162" y="106352"/>
                    <a:pt x="11162" y="106352"/>
                    <a:pt x="11162" y="106352"/>
                  </a:cubicBezTo>
                  <a:cubicBezTo>
                    <a:pt x="114019" y="106352"/>
                    <a:pt x="114019" y="106352"/>
                    <a:pt x="114019" y="106352"/>
                  </a:cubicBezTo>
                  <a:cubicBezTo>
                    <a:pt x="118405" y="106352"/>
                    <a:pt x="119800" y="109882"/>
                    <a:pt x="119800" y="113176"/>
                  </a:cubicBezTo>
                  <a:cubicBezTo>
                    <a:pt x="119800" y="118117"/>
                    <a:pt x="118405" y="119764"/>
                    <a:pt x="114019" y="119764"/>
                  </a:cubicBezTo>
                  <a:close/>
                  <a:moveTo>
                    <a:pt x="101461" y="99764"/>
                  </a:moveTo>
                  <a:lnTo>
                    <a:pt x="101461" y="99764"/>
                  </a:lnTo>
                  <a:cubicBezTo>
                    <a:pt x="90099" y="99764"/>
                    <a:pt x="90099" y="99764"/>
                    <a:pt x="90099" y="99764"/>
                  </a:cubicBezTo>
                  <a:cubicBezTo>
                    <a:pt x="87308" y="99764"/>
                    <a:pt x="84518" y="98117"/>
                    <a:pt x="84518" y="93176"/>
                  </a:cubicBezTo>
                  <a:cubicBezTo>
                    <a:pt x="84518" y="46588"/>
                    <a:pt x="84518" y="46588"/>
                    <a:pt x="84518" y="46588"/>
                  </a:cubicBezTo>
                  <a:cubicBezTo>
                    <a:pt x="84518" y="43294"/>
                    <a:pt x="87308" y="40000"/>
                    <a:pt x="90099" y="40000"/>
                  </a:cubicBezTo>
                  <a:cubicBezTo>
                    <a:pt x="101461" y="40000"/>
                    <a:pt x="101461" y="40000"/>
                    <a:pt x="101461" y="40000"/>
                  </a:cubicBezTo>
                  <a:cubicBezTo>
                    <a:pt x="104252" y="40000"/>
                    <a:pt x="107043" y="43294"/>
                    <a:pt x="107043" y="46588"/>
                  </a:cubicBezTo>
                  <a:cubicBezTo>
                    <a:pt x="107043" y="93176"/>
                    <a:pt x="107043" y="93176"/>
                    <a:pt x="107043" y="93176"/>
                  </a:cubicBezTo>
                  <a:cubicBezTo>
                    <a:pt x="107043" y="98117"/>
                    <a:pt x="104252" y="99764"/>
                    <a:pt x="101461" y="99764"/>
                  </a:cubicBezTo>
                  <a:close/>
                  <a:moveTo>
                    <a:pt x="68970" y="99764"/>
                  </a:moveTo>
                  <a:lnTo>
                    <a:pt x="68970" y="99764"/>
                  </a:lnTo>
                  <a:cubicBezTo>
                    <a:pt x="57807" y="99764"/>
                    <a:pt x="57807" y="99764"/>
                    <a:pt x="57807" y="99764"/>
                  </a:cubicBezTo>
                  <a:cubicBezTo>
                    <a:pt x="55016" y="99764"/>
                    <a:pt x="52026" y="98117"/>
                    <a:pt x="52026" y="93176"/>
                  </a:cubicBezTo>
                  <a:cubicBezTo>
                    <a:pt x="52026" y="20000"/>
                    <a:pt x="52026" y="20000"/>
                    <a:pt x="52026" y="20000"/>
                  </a:cubicBezTo>
                  <a:cubicBezTo>
                    <a:pt x="52026" y="16705"/>
                    <a:pt x="55016" y="13411"/>
                    <a:pt x="57807" y="13411"/>
                  </a:cubicBezTo>
                  <a:cubicBezTo>
                    <a:pt x="68970" y="13411"/>
                    <a:pt x="68970" y="13411"/>
                    <a:pt x="68970" y="13411"/>
                  </a:cubicBezTo>
                  <a:cubicBezTo>
                    <a:pt x="73156" y="13411"/>
                    <a:pt x="74551" y="16705"/>
                    <a:pt x="74551" y="20000"/>
                  </a:cubicBezTo>
                  <a:cubicBezTo>
                    <a:pt x="74551" y="93176"/>
                    <a:pt x="74551" y="93176"/>
                    <a:pt x="74551" y="93176"/>
                  </a:cubicBezTo>
                  <a:cubicBezTo>
                    <a:pt x="74551" y="98117"/>
                    <a:pt x="73156" y="99764"/>
                    <a:pt x="68970" y="99764"/>
                  </a:cubicBezTo>
                  <a:close/>
                  <a:moveTo>
                    <a:pt x="38073" y="99764"/>
                  </a:moveTo>
                  <a:lnTo>
                    <a:pt x="38073" y="99764"/>
                  </a:lnTo>
                  <a:cubicBezTo>
                    <a:pt x="26710" y="99764"/>
                    <a:pt x="26710" y="99764"/>
                    <a:pt x="26710" y="99764"/>
                  </a:cubicBezTo>
                  <a:cubicBezTo>
                    <a:pt x="22524" y="99764"/>
                    <a:pt x="21129" y="98117"/>
                    <a:pt x="21129" y="93176"/>
                  </a:cubicBezTo>
                  <a:cubicBezTo>
                    <a:pt x="21129" y="79764"/>
                    <a:pt x="21129" y="79764"/>
                    <a:pt x="21129" y="79764"/>
                  </a:cubicBezTo>
                  <a:cubicBezTo>
                    <a:pt x="21129" y="76470"/>
                    <a:pt x="22524" y="73176"/>
                    <a:pt x="26710" y="73176"/>
                  </a:cubicBezTo>
                  <a:cubicBezTo>
                    <a:pt x="38073" y="73176"/>
                    <a:pt x="38073" y="73176"/>
                    <a:pt x="38073" y="73176"/>
                  </a:cubicBezTo>
                  <a:cubicBezTo>
                    <a:pt x="40863" y="73176"/>
                    <a:pt x="43654" y="76470"/>
                    <a:pt x="43654" y="79764"/>
                  </a:cubicBezTo>
                  <a:cubicBezTo>
                    <a:pt x="43654" y="93176"/>
                    <a:pt x="43654" y="93176"/>
                    <a:pt x="43654" y="93176"/>
                  </a:cubicBezTo>
                  <a:cubicBezTo>
                    <a:pt x="43654" y="98117"/>
                    <a:pt x="40863" y="99764"/>
                    <a:pt x="38073" y="997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2" name="Shape 4822"/>
            <p:cNvSpPr/>
            <p:nvPr/>
          </p:nvSpPr>
          <p:spPr>
            <a:xfrm>
              <a:off x="5576925" y="3749221"/>
              <a:ext cx="287792" cy="2455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4" y="41647"/>
                  </a:moveTo>
                  <a:lnTo>
                    <a:pt x="117004" y="41647"/>
                  </a:lnTo>
                  <a:cubicBezTo>
                    <a:pt x="69084" y="81647"/>
                    <a:pt x="69084" y="81647"/>
                    <a:pt x="69084" y="81647"/>
                  </a:cubicBezTo>
                  <a:cubicBezTo>
                    <a:pt x="67687" y="81647"/>
                    <a:pt x="66289" y="83294"/>
                    <a:pt x="64891" y="83294"/>
                  </a:cubicBezTo>
                  <a:cubicBezTo>
                    <a:pt x="64891" y="83294"/>
                    <a:pt x="63494" y="81647"/>
                    <a:pt x="62096" y="81647"/>
                  </a:cubicBezTo>
                  <a:cubicBezTo>
                    <a:pt x="36539" y="61647"/>
                    <a:pt x="36539" y="61647"/>
                    <a:pt x="36539" y="61647"/>
                  </a:cubicBezTo>
                  <a:cubicBezTo>
                    <a:pt x="11181" y="79764"/>
                    <a:pt x="11181" y="79764"/>
                    <a:pt x="11181" y="79764"/>
                  </a:cubicBezTo>
                  <a:cubicBezTo>
                    <a:pt x="11181" y="106352"/>
                    <a:pt x="11181" y="106352"/>
                    <a:pt x="11181" y="106352"/>
                  </a:cubicBezTo>
                  <a:cubicBezTo>
                    <a:pt x="114209" y="106352"/>
                    <a:pt x="114209" y="106352"/>
                    <a:pt x="114209" y="106352"/>
                  </a:cubicBezTo>
                  <a:cubicBezTo>
                    <a:pt x="117004" y="106352"/>
                    <a:pt x="119800" y="109882"/>
                    <a:pt x="119800" y="113176"/>
                  </a:cubicBezTo>
                  <a:cubicBezTo>
                    <a:pt x="119800" y="118117"/>
                    <a:pt x="117004" y="119764"/>
                    <a:pt x="114209" y="119764"/>
                  </a:cubicBezTo>
                  <a:cubicBezTo>
                    <a:pt x="5590" y="119764"/>
                    <a:pt x="5590" y="119764"/>
                    <a:pt x="5590" y="119764"/>
                  </a:cubicBezTo>
                  <a:cubicBezTo>
                    <a:pt x="1397" y="119764"/>
                    <a:pt x="0" y="118117"/>
                    <a:pt x="0" y="113176"/>
                  </a:cubicBezTo>
                  <a:cubicBezTo>
                    <a:pt x="0" y="6588"/>
                    <a:pt x="0" y="6588"/>
                    <a:pt x="0" y="6588"/>
                  </a:cubicBezTo>
                  <a:cubicBezTo>
                    <a:pt x="0" y="3294"/>
                    <a:pt x="1397" y="0"/>
                    <a:pt x="5590" y="0"/>
                  </a:cubicBezTo>
                  <a:cubicBezTo>
                    <a:pt x="8386" y="0"/>
                    <a:pt x="11181" y="3294"/>
                    <a:pt x="11181" y="6588"/>
                  </a:cubicBezTo>
                  <a:cubicBezTo>
                    <a:pt x="11181" y="64941"/>
                    <a:pt x="11181" y="64941"/>
                    <a:pt x="11181" y="64941"/>
                  </a:cubicBezTo>
                  <a:cubicBezTo>
                    <a:pt x="33743" y="48235"/>
                    <a:pt x="33743" y="48235"/>
                    <a:pt x="33743" y="48235"/>
                  </a:cubicBezTo>
                  <a:cubicBezTo>
                    <a:pt x="35141" y="48235"/>
                    <a:pt x="36539" y="46588"/>
                    <a:pt x="36539" y="46588"/>
                  </a:cubicBezTo>
                  <a:cubicBezTo>
                    <a:pt x="38136" y="46588"/>
                    <a:pt x="39534" y="48235"/>
                    <a:pt x="40931" y="48235"/>
                  </a:cubicBezTo>
                  <a:cubicBezTo>
                    <a:pt x="64891" y="68235"/>
                    <a:pt x="64891" y="68235"/>
                    <a:pt x="64891" y="68235"/>
                  </a:cubicBezTo>
                  <a:cubicBezTo>
                    <a:pt x="111414" y="29882"/>
                    <a:pt x="111414" y="29882"/>
                    <a:pt x="111414" y="29882"/>
                  </a:cubicBezTo>
                  <a:cubicBezTo>
                    <a:pt x="111414" y="29882"/>
                    <a:pt x="112811" y="29882"/>
                    <a:pt x="114209" y="29882"/>
                  </a:cubicBezTo>
                  <a:cubicBezTo>
                    <a:pt x="117004" y="29882"/>
                    <a:pt x="119800" y="31529"/>
                    <a:pt x="119800" y="36705"/>
                  </a:cubicBezTo>
                  <a:cubicBezTo>
                    <a:pt x="119800" y="38352"/>
                    <a:pt x="118402" y="40000"/>
                    <a:pt x="117004" y="41647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3" name="Shape 4823"/>
            <p:cNvSpPr/>
            <p:nvPr/>
          </p:nvSpPr>
          <p:spPr>
            <a:xfrm>
              <a:off x="5069058" y="3730169"/>
              <a:ext cx="292024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119800"/>
                  </a:moveTo>
                  <a:lnTo>
                    <a:pt x="60000" y="119800"/>
                  </a:lnTo>
                  <a:cubicBezTo>
                    <a:pt x="26447" y="119800"/>
                    <a:pt x="0" y="92890"/>
                    <a:pt x="0" y="59202"/>
                  </a:cubicBezTo>
                  <a:cubicBezTo>
                    <a:pt x="0" y="26710"/>
                    <a:pt x="26447" y="0"/>
                    <a:pt x="60000" y="0"/>
                  </a:cubicBezTo>
                  <a:cubicBezTo>
                    <a:pt x="93355" y="0"/>
                    <a:pt x="119802" y="26710"/>
                    <a:pt x="119802" y="59202"/>
                  </a:cubicBezTo>
                  <a:cubicBezTo>
                    <a:pt x="119802" y="92890"/>
                    <a:pt x="93355" y="119800"/>
                    <a:pt x="60000" y="119800"/>
                  </a:cubicBezTo>
                  <a:close/>
                  <a:moveTo>
                    <a:pt x="25065" y="25315"/>
                  </a:moveTo>
                  <a:lnTo>
                    <a:pt x="25065" y="25315"/>
                  </a:lnTo>
                  <a:cubicBezTo>
                    <a:pt x="60000" y="59202"/>
                    <a:pt x="60000" y="59202"/>
                    <a:pt x="60000" y="59202"/>
                  </a:cubicBezTo>
                  <a:cubicBezTo>
                    <a:pt x="60000" y="11162"/>
                    <a:pt x="60000" y="11162"/>
                    <a:pt x="60000" y="11162"/>
                  </a:cubicBezTo>
                  <a:cubicBezTo>
                    <a:pt x="45986" y="11162"/>
                    <a:pt x="34736" y="16943"/>
                    <a:pt x="25065" y="253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4" name="Shape 4824"/>
            <p:cNvSpPr/>
            <p:nvPr/>
          </p:nvSpPr>
          <p:spPr>
            <a:xfrm>
              <a:off x="4563305" y="3730169"/>
              <a:ext cx="287792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698" y="119800"/>
                  </a:moveTo>
                  <a:lnTo>
                    <a:pt x="60698" y="119800"/>
                  </a:lnTo>
                  <a:cubicBezTo>
                    <a:pt x="26755" y="119800"/>
                    <a:pt x="0" y="92890"/>
                    <a:pt x="0" y="59202"/>
                  </a:cubicBezTo>
                  <a:cubicBezTo>
                    <a:pt x="0" y="26710"/>
                    <a:pt x="26755" y="0"/>
                    <a:pt x="60698" y="0"/>
                  </a:cubicBezTo>
                  <a:cubicBezTo>
                    <a:pt x="93044" y="0"/>
                    <a:pt x="119800" y="26710"/>
                    <a:pt x="119800" y="59202"/>
                  </a:cubicBezTo>
                  <a:cubicBezTo>
                    <a:pt x="119800" y="92890"/>
                    <a:pt x="93044" y="119800"/>
                    <a:pt x="60698" y="119800"/>
                  </a:cubicBezTo>
                  <a:close/>
                  <a:moveTo>
                    <a:pt x="11181" y="59202"/>
                  </a:moveTo>
                  <a:lnTo>
                    <a:pt x="11181" y="59202"/>
                  </a:lnTo>
                  <a:cubicBezTo>
                    <a:pt x="60698" y="59202"/>
                    <a:pt x="60698" y="59202"/>
                    <a:pt x="60698" y="59202"/>
                  </a:cubicBezTo>
                  <a:cubicBezTo>
                    <a:pt x="60698" y="11162"/>
                    <a:pt x="60698" y="11162"/>
                    <a:pt x="60698" y="11162"/>
                  </a:cubicBezTo>
                  <a:cubicBezTo>
                    <a:pt x="33743" y="11162"/>
                    <a:pt x="11181" y="32292"/>
                    <a:pt x="11181" y="59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5" name="Shape 4825"/>
            <p:cNvSpPr/>
            <p:nvPr/>
          </p:nvSpPr>
          <p:spPr>
            <a:xfrm>
              <a:off x="4057555" y="3730169"/>
              <a:ext cx="287792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101" y="119800"/>
                  </a:moveTo>
                  <a:lnTo>
                    <a:pt x="59101" y="119800"/>
                  </a:lnTo>
                  <a:cubicBezTo>
                    <a:pt x="26755" y="119800"/>
                    <a:pt x="0" y="92890"/>
                    <a:pt x="0" y="59202"/>
                  </a:cubicBezTo>
                  <a:cubicBezTo>
                    <a:pt x="0" y="26710"/>
                    <a:pt x="26755" y="0"/>
                    <a:pt x="59101" y="0"/>
                  </a:cubicBezTo>
                  <a:cubicBezTo>
                    <a:pt x="93044" y="0"/>
                    <a:pt x="119800" y="26710"/>
                    <a:pt x="119800" y="59202"/>
                  </a:cubicBezTo>
                  <a:cubicBezTo>
                    <a:pt x="119800" y="92890"/>
                    <a:pt x="93044" y="119800"/>
                    <a:pt x="59101" y="119800"/>
                  </a:cubicBezTo>
                  <a:close/>
                  <a:moveTo>
                    <a:pt x="11181" y="59202"/>
                  </a:moveTo>
                  <a:lnTo>
                    <a:pt x="11181" y="59202"/>
                  </a:lnTo>
                  <a:cubicBezTo>
                    <a:pt x="11181" y="73156"/>
                    <a:pt x="16772" y="85913"/>
                    <a:pt x="25357" y="94285"/>
                  </a:cubicBezTo>
                  <a:cubicBezTo>
                    <a:pt x="59101" y="59202"/>
                    <a:pt x="59101" y="59202"/>
                    <a:pt x="59101" y="59202"/>
                  </a:cubicBezTo>
                  <a:cubicBezTo>
                    <a:pt x="59101" y="11162"/>
                    <a:pt x="59101" y="11162"/>
                    <a:pt x="59101" y="11162"/>
                  </a:cubicBezTo>
                  <a:cubicBezTo>
                    <a:pt x="32346" y="11162"/>
                    <a:pt x="11181" y="32292"/>
                    <a:pt x="11181" y="59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6" name="Shape 4826"/>
            <p:cNvSpPr/>
            <p:nvPr/>
          </p:nvSpPr>
          <p:spPr>
            <a:xfrm>
              <a:off x="3549687" y="3730169"/>
              <a:ext cx="292024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01" y="119800"/>
                  </a:moveTo>
                  <a:lnTo>
                    <a:pt x="59901" y="119800"/>
                  </a:lnTo>
                  <a:cubicBezTo>
                    <a:pt x="26600" y="119800"/>
                    <a:pt x="0" y="92890"/>
                    <a:pt x="0" y="59202"/>
                  </a:cubicBezTo>
                  <a:cubicBezTo>
                    <a:pt x="0" y="26710"/>
                    <a:pt x="26600" y="0"/>
                    <a:pt x="59901" y="0"/>
                  </a:cubicBezTo>
                  <a:cubicBezTo>
                    <a:pt x="93399" y="0"/>
                    <a:pt x="119802" y="26710"/>
                    <a:pt x="119802" y="59202"/>
                  </a:cubicBezTo>
                  <a:cubicBezTo>
                    <a:pt x="119802" y="92890"/>
                    <a:pt x="93399" y="119800"/>
                    <a:pt x="59901" y="119800"/>
                  </a:cubicBezTo>
                  <a:close/>
                  <a:moveTo>
                    <a:pt x="11231" y="59202"/>
                  </a:moveTo>
                  <a:lnTo>
                    <a:pt x="11231" y="59202"/>
                  </a:lnTo>
                  <a:cubicBezTo>
                    <a:pt x="11231" y="85913"/>
                    <a:pt x="33497" y="108438"/>
                    <a:pt x="59901" y="108438"/>
                  </a:cubicBezTo>
                  <a:cubicBezTo>
                    <a:pt x="59901" y="11162"/>
                    <a:pt x="59901" y="11162"/>
                    <a:pt x="59901" y="11162"/>
                  </a:cubicBezTo>
                  <a:cubicBezTo>
                    <a:pt x="33497" y="11162"/>
                    <a:pt x="11231" y="32292"/>
                    <a:pt x="11231" y="59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7" name="Shape 4827"/>
            <p:cNvSpPr/>
            <p:nvPr/>
          </p:nvSpPr>
          <p:spPr>
            <a:xfrm>
              <a:off x="3043935" y="3730169"/>
              <a:ext cx="289909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598" y="119800"/>
                  </a:moveTo>
                  <a:lnTo>
                    <a:pt x="60598" y="119800"/>
                  </a:lnTo>
                  <a:cubicBezTo>
                    <a:pt x="26910" y="119800"/>
                    <a:pt x="0" y="92890"/>
                    <a:pt x="0" y="59202"/>
                  </a:cubicBezTo>
                  <a:cubicBezTo>
                    <a:pt x="0" y="26710"/>
                    <a:pt x="26910" y="0"/>
                    <a:pt x="60598" y="0"/>
                  </a:cubicBezTo>
                  <a:cubicBezTo>
                    <a:pt x="93089" y="0"/>
                    <a:pt x="119800" y="26710"/>
                    <a:pt x="119800" y="59202"/>
                  </a:cubicBezTo>
                  <a:cubicBezTo>
                    <a:pt x="119800" y="92890"/>
                    <a:pt x="93089" y="119800"/>
                    <a:pt x="60598" y="119800"/>
                  </a:cubicBezTo>
                  <a:close/>
                  <a:moveTo>
                    <a:pt x="11362" y="59202"/>
                  </a:moveTo>
                  <a:lnTo>
                    <a:pt x="11362" y="59202"/>
                  </a:lnTo>
                  <a:cubicBezTo>
                    <a:pt x="11362" y="85913"/>
                    <a:pt x="33887" y="108438"/>
                    <a:pt x="60598" y="108438"/>
                  </a:cubicBezTo>
                  <a:cubicBezTo>
                    <a:pt x="73355" y="108438"/>
                    <a:pt x="85913" y="102857"/>
                    <a:pt x="94485" y="94285"/>
                  </a:cubicBezTo>
                  <a:cubicBezTo>
                    <a:pt x="60598" y="59202"/>
                    <a:pt x="60598" y="59202"/>
                    <a:pt x="60598" y="59202"/>
                  </a:cubicBezTo>
                  <a:cubicBezTo>
                    <a:pt x="60598" y="11162"/>
                    <a:pt x="60598" y="11162"/>
                    <a:pt x="60598" y="11162"/>
                  </a:cubicBezTo>
                  <a:cubicBezTo>
                    <a:pt x="33887" y="11162"/>
                    <a:pt x="11362" y="32292"/>
                    <a:pt x="11362" y="59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8" name="Shape 4828"/>
            <p:cNvSpPr/>
            <p:nvPr/>
          </p:nvSpPr>
          <p:spPr>
            <a:xfrm>
              <a:off x="2538184" y="3730169"/>
              <a:ext cx="289907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202" y="119800"/>
                  </a:moveTo>
                  <a:lnTo>
                    <a:pt x="59202" y="119800"/>
                  </a:lnTo>
                  <a:cubicBezTo>
                    <a:pt x="26910" y="119800"/>
                    <a:pt x="0" y="92890"/>
                    <a:pt x="0" y="59202"/>
                  </a:cubicBezTo>
                  <a:cubicBezTo>
                    <a:pt x="0" y="26710"/>
                    <a:pt x="26910" y="0"/>
                    <a:pt x="59202" y="0"/>
                  </a:cubicBezTo>
                  <a:cubicBezTo>
                    <a:pt x="93089" y="0"/>
                    <a:pt x="119800" y="26710"/>
                    <a:pt x="119800" y="59202"/>
                  </a:cubicBezTo>
                  <a:cubicBezTo>
                    <a:pt x="119800" y="92890"/>
                    <a:pt x="93089" y="119800"/>
                    <a:pt x="59202" y="119800"/>
                  </a:cubicBezTo>
                  <a:close/>
                  <a:moveTo>
                    <a:pt x="11362" y="59202"/>
                  </a:moveTo>
                  <a:lnTo>
                    <a:pt x="11362" y="59202"/>
                  </a:lnTo>
                  <a:cubicBezTo>
                    <a:pt x="11362" y="85913"/>
                    <a:pt x="32491" y="108438"/>
                    <a:pt x="59202" y="108438"/>
                  </a:cubicBezTo>
                  <a:cubicBezTo>
                    <a:pt x="85913" y="108438"/>
                    <a:pt x="108438" y="85913"/>
                    <a:pt x="108438" y="59202"/>
                  </a:cubicBezTo>
                  <a:cubicBezTo>
                    <a:pt x="59202" y="59202"/>
                    <a:pt x="59202" y="59202"/>
                    <a:pt x="59202" y="59202"/>
                  </a:cubicBezTo>
                  <a:cubicBezTo>
                    <a:pt x="59202" y="11162"/>
                    <a:pt x="59202" y="11162"/>
                    <a:pt x="59202" y="11162"/>
                  </a:cubicBezTo>
                  <a:cubicBezTo>
                    <a:pt x="32491" y="11162"/>
                    <a:pt x="11362" y="32292"/>
                    <a:pt x="11362" y="59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9" name="Shape 4829"/>
            <p:cNvSpPr/>
            <p:nvPr/>
          </p:nvSpPr>
          <p:spPr>
            <a:xfrm>
              <a:off x="2036664" y="3730169"/>
              <a:ext cx="289909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202" y="119800"/>
                  </a:moveTo>
                  <a:lnTo>
                    <a:pt x="59202" y="119800"/>
                  </a:lnTo>
                  <a:cubicBezTo>
                    <a:pt x="26910" y="119800"/>
                    <a:pt x="0" y="92890"/>
                    <a:pt x="0" y="59202"/>
                  </a:cubicBezTo>
                  <a:cubicBezTo>
                    <a:pt x="0" y="26710"/>
                    <a:pt x="26910" y="0"/>
                    <a:pt x="59202" y="0"/>
                  </a:cubicBezTo>
                  <a:cubicBezTo>
                    <a:pt x="93089" y="0"/>
                    <a:pt x="119800" y="26710"/>
                    <a:pt x="119800" y="59202"/>
                  </a:cubicBezTo>
                  <a:cubicBezTo>
                    <a:pt x="119800" y="92890"/>
                    <a:pt x="93089" y="119800"/>
                    <a:pt x="59202" y="119800"/>
                  </a:cubicBezTo>
                  <a:close/>
                  <a:moveTo>
                    <a:pt x="94485" y="25315"/>
                  </a:moveTo>
                  <a:lnTo>
                    <a:pt x="94485" y="25315"/>
                  </a:lnTo>
                  <a:cubicBezTo>
                    <a:pt x="59202" y="59202"/>
                    <a:pt x="59202" y="59202"/>
                    <a:pt x="59202" y="59202"/>
                  </a:cubicBezTo>
                  <a:cubicBezTo>
                    <a:pt x="59202" y="11162"/>
                    <a:pt x="59202" y="11162"/>
                    <a:pt x="59202" y="11162"/>
                  </a:cubicBezTo>
                  <a:cubicBezTo>
                    <a:pt x="32491" y="11162"/>
                    <a:pt x="11362" y="32292"/>
                    <a:pt x="11362" y="59202"/>
                  </a:cubicBezTo>
                  <a:cubicBezTo>
                    <a:pt x="11362" y="85913"/>
                    <a:pt x="32491" y="108438"/>
                    <a:pt x="59202" y="108438"/>
                  </a:cubicBezTo>
                  <a:cubicBezTo>
                    <a:pt x="85913" y="108438"/>
                    <a:pt x="108438" y="85913"/>
                    <a:pt x="108438" y="59202"/>
                  </a:cubicBezTo>
                  <a:cubicBezTo>
                    <a:pt x="108438" y="46445"/>
                    <a:pt x="102857" y="33687"/>
                    <a:pt x="94485" y="253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0" name="Shape 4830"/>
            <p:cNvSpPr/>
            <p:nvPr/>
          </p:nvSpPr>
          <p:spPr>
            <a:xfrm>
              <a:off x="1524564" y="3730169"/>
              <a:ext cx="289909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6179" y="53421"/>
                  </a:moveTo>
                  <a:lnTo>
                    <a:pt x="66179" y="53421"/>
                  </a:lnTo>
                  <a:cubicBezTo>
                    <a:pt x="66179" y="0"/>
                    <a:pt x="66179" y="0"/>
                    <a:pt x="66179" y="0"/>
                  </a:cubicBezTo>
                  <a:cubicBezTo>
                    <a:pt x="95880" y="0"/>
                    <a:pt x="119800" y="23920"/>
                    <a:pt x="119800" y="53421"/>
                  </a:cubicBezTo>
                  <a:lnTo>
                    <a:pt x="66179" y="53421"/>
                  </a:lnTo>
                  <a:close/>
                  <a:moveTo>
                    <a:pt x="55016" y="119800"/>
                  </a:moveTo>
                  <a:lnTo>
                    <a:pt x="55016" y="119800"/>
                  </a:lnTo>
                  <a:cubicBezTo>
                    <a:pt x="23920" y="119800"/>
                    <a:pt x="0" y="95681"/>
                    <a:pt x="0" y="64784"/>
                  </a:cubicBezTo>
                  <a:cubicBezTo>
                    <a:pt x="0" y="35083"/>
                    <a:pt x="23920" y="11162"/>
                    <a:pt x="55016" y="11162"/>
                  </a:cubicBezTo>
                  <a:cubicBezTo>
                    <a:pt x="55016" y="64784"/>
                    <a:pt x="55016" y="64784"/>
                    <a:pt x="55016" y="64784"/>
                  </a:cubicBezTo>
                  <a:cubicBezTo>
                    <a:pt x="108438" y="64784"/>
                    <a:pt x="108438" y="64784"/>
                    <a:pt x="108438" y="64784"/>
                  </a:cubicBezTo>
                  <a:cubicBezTo>
                    <a:pt x="108438" y="95681"/>
                    <a:pt x="84518" y="119800"/>
                    <a:pt x="55016" y="1198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1" name="Shape 4831"/>
            <p:cNvSpPr/>
            <p:nvPr/>
          </p:nvSpPr>
          <p:spPr>
            <a:xfrm>
              <a:off x="7108993" y="3220053"/>
              <a:ext cx="275095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90" y="59901"/>
                  </a:moveTo>
                  <a:lnTo>
                    <a:pt x="119790" y="59901"/>
                  </a:lnTo>
                  <a:close/>
                  <a:moveTo>
                    <a:pt x="56236" y="119802"/>
                  </a:moveTo>
                  <a:lnTo>
                    <a:pt x="56236" y="119802"/>
                  </a:lnTo>
                  <a:cubicBezTo>
                    <a:pt x="25087" y="119802"/>
                    <a:pt x="0" y="94778"/>
                    <a:pt x="0" y="65615"/>
                  </a:cubicBezTo>
                  <a:cubicBezTo>
                    <a:pt x="0" y="43349"/>
                    <a:pt x="14843" y="23842"/>
                    <a:pt x="35540" y="15369"/>
                  </a:cubicBezTo>
                  <a:lnTo>
                    <a:pt x="37003" y="15369"/>
                  </a:lnTo>
                  <a:cubicBezTo>
                    <a:pt x="39930" y="15369"/>
                    <a:pt x="42857" y="18325"/>
                    <a:pt x="42857" y="21083"/>
                  </a:cubicBezTo>
                  <a:cubicBezTo>
                    <a:pt x="42857" y="23842"/>
                    <a:pt x="41393" y="25221"/>
                    <a:pt x="38466" y="26600"/>
                  </a:cubicBezTo>
                  <a:cubicBezTo>
                    <a:pt x="22160" y="32118"/>
                    <a:pt x="11916" y="47487"/>
                    <a:pt x="11916" y="65615"/>
                  </a:cubicBezTo>
                  <a:cubicBezTo>
                    <a:pt x="11916" y="89261"/>
                    <a:pt x="31149" y="108768"/>
                    <a:pt x="56236" y="108768"/>
                  </a:cubicBezTo>
                  <a:cubicBezTo>
                    <a:pt x="81324" y="108768"/>
                    <a:pt x="102020" y="89261"/>
                    <a:pt x="102020" y="65615"/>
                  </a:cubicBezTo>
                  <a:cubicBezTo>
                    <a:pt x="102020" y="47487"/>
                    <a:pt x="90104" y="32118"/>
                    <a:pt x="74006" y="26600"/>
                  </a:cubicBezTo>
                  <a:cubicBezTo>
                    <a:pt x="72543" y="25221"/>
                    <a:pt x="71080" y="23842"/>
                    <a:pt x="71080" y="21083"/>
                  </a:cubicBezTo>
                  <a:cubicBezTo>
                    <a:pt x="71080" y="18325"/>
                    <a:pt x="72543" y="15369"/>
                    <a:pt x="76933" y="15369"/>
                  </a:cubicBezTo>
                  <a:lnTo>
                    <a:pt x="78397" y="15369"/>
                  </a:lnTo>
                  <a:cubicBezTo>
                    <a:pt x="99094" y="23842"/>
                    <a:pt x="113937" y="43349"/>
                    <a:pt x="113937" y="65615"/>
                  </a:cubicBezTo>
                  <a:cubicBezTo>
                    <a:pt x="113937" y="94778"/>
                    <a:pt x="88641" y="119802"/>
                    <a:pt x="56236" y="119802"/>
                  </a:cubicBezTo>
                  <a:close/>
                  <a:moveTo>
                    <a:pt x="56236" y="61280"/>
                  </a:moveTo>
                  <a:lnTo>
                    <a:pt x="56236" y="61280"/>
                  </a:lnTo>
                  <a:cubicBezTo>
                    <a:pt x="53310" y="61280"/>
                    <a:pt x="50383" y="59901"/>
                    <a:pt x="50383" y="55763"/>
                  </a:cubicBezTo>
                  <a:cubicBezTo>
                    <a:pt x="50383" y="23842"/>
                    <a:pt x="50383" y="23842"/>
                    <a:pt x="50383" y="23842"/>
                  </a:cubicBezTo>
                  <a:cubicBezTo>
                    <a:pt x="50383" y="12610"/>
                    <a:pt x="50383" y="12610"/>
                    <a:pt x="50383" y="12610"/>
                  </a:cubicBezTo>
                  <a:cubicBezTo>
                    <a:pt x="50383" y="5714"/>
                    <a:pt x="50383" y="5714"/>
                    <a:pt x="50383" y="5714"/>
                  </a:cubicBezTo>
                  <a:cubicBezTo>
                    <a:pt x="50383" y="2955"/>
                    <a:pt x="53310" y="0"/>
                    <a:pt x="56236" y="0"/>
                  </a:cubicBezTo>
                  <a:cubicBezTo>
                    <a:pt x="60627" y="0"/>
                    <a:pt x="62090" y="2955"/>
                    <a:pt x="62090" y="5714"/>
                  </a:cubicBezTo>
                  <a:cubicBezTo>
                    <a:pt x="62090" y="22463"/>
                    <a:pt x="62090" y="22463"/>
                    <a:pt x="62090" y="22463"/>
                  </a:cubicBezTo>
                  <a:cubicBezTo>
                    <a:pt x="62090" y="33497"/>
                    <a:pt x="62090" y="33497"/>
                    <a:pt x="62090" y="33497"/>
                  </a:cubicBezTo>
                  <a:cubicBezTo>
                    <a:pt x="62090" y="55763"/>
                    <a:pt x="62090" y="55763"/>
                    <a:pt x="62090" y="55763"/>
                  </a:cubicBezTo>
                  <a:cubicBezTo>
                    <a:pt x="62090" y="59901"/>
                    <a:pt x="60627" y="61280"/>
                    <a:pt x="56236" y="612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2" name="Shape 4832"/>
            <p:cNvSpPr/>
            <p:nvPr/>
          </p:nvSpPr>
          <p:spPr>
            <a:xfrm>
              <a:off x="6586312" y="3230636"/>
              <a:ext cx="292024" cy="2751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88" y="36858"/>
                  </a:moveTo>
                  <a:lnTo>
                    <a:pt x="114088" y="36858"/>
                  </a:lnTo>
                  <a:cubicBezTo>
                    <a:pt x="108571" y="22198"/>
                    <a:pt x="97536" y="11727"/>
                    <a:pt x="83546" y="4397"/>
                  </a:cubicBezTo>
                  <a:cubicBezTo>
                    <a:pt x="87684" y="1465"/>
                    <a:pt x="91822" y="0"/>
                    <a:pt x="97536" y="0"/>
                  </a:cubicBezTo>
                  <a:cubicBezTo>
                    <a:pt x="109950" y="0"/>
                    <a:pt x="119802" y="10261"/>
                    <a:pt x="119802" y="23664"/>
                  </a:cubicBezTo>
                  <a:cubicBezTo>
                    <a:pt x="119802" y="28062"/>
                    <a:pt x="117044" y="33926"/>
                    <a:pt x="114088" y="36858"/>
                  </a:cubicBezTo>
                  <a:close/>
                  <a:moveTo>
                    <a:pt x="114088" y="63664"/>
                  </a:moveTo>
                  <a:lnTo>
                    <a:pt x="114088" y="63664"/>
                  </a:lnTo>
                  <a:cubicBezTo>
                    <a:pt x="114088" y="78324"/>
                    <a:pt x="108571" y="91727"/>
                    <a:pt x="98916" y="101989"/>
                  </a:cubicBezTo>
                  <a:cubicBezTo>
                    <a:pt x="107192" y="110994"/>
                    <a:pt x="107192" y="110994"/>
                    <a:pt x="107192" y="110994"/>
                  </a:cubicBezTo>
                  <a:cubicBezTo>
                    <a:pt x="107192" y="110994"/>
                    <a:pt x="108571" y="112460"/>
                    <a:pt x="108571" y="113926"/>
                  </a:cubicBezTo>
                  <a:cubicBezTo>
                    <a:pt x="108571" y="118324"/>
                    <a:pt x="105812" y="119790"/>
                    <a:pt x="103054" y="119790"/>
                  </a:cubicBezTo>
                  <a:cubicBezTo>
                    <a:pt x="101674" y="119790"/>
                    <a:pt x="100295" y="119790"/>
                    <a:pt x="98916" y="118324"/>
                  </a:cubicBezTo>
                  <a:cubicBezTo>
                    <a:pt x="90443" y="109528"/>
                    <a:pt x="90443" y="109528"/>
                    <a:pt x="90443" y="109528"/>
                  </a:cubicBezTo>
                  <a:cubicBezTo>
                    <a:pt x="82167" y="116858"/>
                    <a:pt x="70935" y="119790"/>
                    <a:pt x="59901" y="119790"/>
                  </a:cubicBezTo>
                  <a:cubicBezTo>
                    <a:pt x="48669" y="119790"/>
                    <a:pt x="37635" y="116858"/>
                    <a:pt x="29162" y="109528"/>
                  </a:cubicBezTo>
                  <a:cubicBezTo>
                    <a:pt x="20886" y="118324"/>
                    <a:pt x="20886" y="118324"/>
                    <a:pt x="20886" y="118324"/>
                  </a:cubicBezTo>
                  <a:cubicBezTo>
                    <a:pt x="19507" y="119790"/>
                    <a:pt x="18128" y="119790"/>
                    <a:pt x="16748" y="119790"/>
                  </a:cubicBezTo>
                  <a:cubicBezTo>
                    <a:pt x="13990" y="119790"/>
                    <a:pt x="11034" y="118324"/>
                    <a:pt x="11034" y="113926"/>
                  </a:cubicBezTo>
                  <a:cubicBezTo>
                    <a:pt x="11034" y="112460"/>
                    <a:pt x="12610" y="110994"/>
                    <a:pt x="13990" y="110994"/>
                  </a:cubicBezTo>
                  <a:cubicBezTo>
                    <a:pt x="20886" y="101989"/>
                    <a:pt x="20886" y="101989"/>
                    <a:pt x="20886" y="101989"/>
                  </a:cubicBezTo>
                  <a:cubicBezTo>
                    <a:pt x="11034" y="91727"/>
                    <a:pt x="5517" y="78324"/>
                    <a:pt x="5517" y="63664"/>
                  </a:cubicBezTo>
                  <a:cubicBezTo>
                    <a:pt x="5517" y="30994"/>
                    <a:pt x="30541" y="5863"/>
                    <a:pt x="59901" y="5863"/>
                  </a:cubicBezTo>
                  <a:cubicBezTo>
                    <a:pt x="89064" y="5863"/>
                    <a:pt x="114088" y="30994"/>
                    <a:pt x="114088" y="63664"/>
                  </a:cubicBezTo>
                  <a:close/>
                  <a:moveTo>
                    <a:pt x="59901" y="17801"/>
                  </a:moveTo>
                  <a:lnTo>
                    <a:pt x="59901" y="17801"/>
                  </a:lnTo>
                  <a:cubicBezTo>
                    <a:pt x="36256" y="17801"/>
                    <a:pt x="16748" y="38324"/>
                    <a:pt x="16748" y="63664"/>
                  </a:cubicBezTo>
                  <a:cubicBezTo>
                    <a:pt x="16748" y="88795"/>
                    <a:pt x="36256" y="108062"/>
                    <a:pt x="59901" y="108062"/>
                  </a:cubicBezTo>
                  <a:cubicBezTo>
                    <a:pt x="83546" y="108062"/>
                    <a:pt x="103054" y="88795"/>
                    <a:pt x="103054" y="63664"/>
                  </a:cubicBezTo>
                  <a:cubicBezTo>
                    <a:pt x="103054" y="38324"/>
                    <a:pt x="83546" y="17801"/>
                    <a:pt x="59901" y="17801"/>
                  </a:cubicBezTo>
                  <a:close/>
                  <a:moveTo>
                    <a:pt x="82167" y="69528"/>
                  </a:moveTo>
                  <a:lnTo>
                    <a:pt x="82167" y="69528"/>
                  </a:lnTo>
                  <a:cubicBezTo>
                    <a:pt x="59901" y="69528"/>
                    <a:pt x="59901" y="69528"/>
                    <a:pt x="59901" y="69528"/>
                  </a:cubicBezTo>
                  <a:cubicBezTo>
                    <a:pt x="57142" y="69528"/>
                    <a:pt x="54384" y="66596"/>
                    <a:pt x="54384" y="63664"/>
                  </a:cubicBezTo>
                  <a:cubicBezTo>
                    <a:pt x="54384" y="30994"/>
                    <a:pt x="54384" y="30994"/>
                    <a:pt x="54384" y="30994"/>
                  </a:cubicBezTo>
                  <a:cubicBezTo>
                    <a:pt x="54384" y="28062"/>
                    <a:pt x="57142" y="25130"/>
                    <a:pt x="59901" y="25130"/>
                  </a:cubicBezTo>
                  <a:cubicBezTo>
                    <a:pt x="62660" y="25130"/>
                    <a:pt x="65418" y="28062"/>
                    <a:pt x="65418" y="30994"/>
                  </a:cubicBezTo>
                  <a:cubicBezTo>
                    <a:pt x="65418" y="57591"/>
                    <a:pt x="65418" y="57591"/>
                    <a:pt x="65418" y="57591"/>
                  </a:cubicBezTo>
                  <a:cubicBezTo>
                    <a:pt x="82167" y="57591"/>
                    <a:pt x="82167" y="57591"/>
                    <a:pt x="82167" y="57591"/>
                  </a:cubicBezTo>
                  <a:cubicBezTo>
                    <a:pt x="84926" y="57591"/>
                    <a:pt x="87684" y="59057"/>
                    <a:pt x="87684" y="63664"/>
                  </a:cubicBezTo>
                  <a:cubicBezTo>
                    <a:pt x="87684" y="66596"/>
                    <a:pt x="84926" y="69528"/>
                    <a:pt x="82167" y="69528"/>
                  </a:cubicBezTo>
                  <a:close/>
                  <a:moveTo>
                    <a:pt x="5517" y="38324"/>
                  </a:moveTo>
                  <a:lnTo>
                    <a:pt x="5517" y="38324"/>
                  </a:lnTo>
                  <a:cubicBezTo>
                    <a:pt x="2758" y="33926"/>
                    <a:pt x="0" y="29528"/>
                    <a:pt x="0" y="23664"/>
                  </a:cubicBezTo>
                  <a:cubicBezTo>
                    <a:pt x="0" y="10261"/>
                    <a:pt x="9655" y="0"/>
                    <a:pt x="22266" y="0"/>
                  </a:cubicBezTo>
                  <a:cubicBezTo>
                    <a:pt x="27783" y="0"/>
                    <a:pt x="31921" y="1465"/>
                    <a:pt x="36256" y="4397"/>
                  </a:cubicBezTo>
                  <a:cubicBezTo>
                    <a:pt x="22266" y="11727"/>
                    <a:pt x="11034" y="23664"/>
                    <a:pt x="5517" y="38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3" name="Shape 4833"/>
            <p:cNvSpPr/>
            <p:nvPr/>
          </p:nvSpPr>
          <p:spPr>
            <a:xfrm>
              <a:off x="6082676" y="3220053"/>
              <a:ext cx="289909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598" y="119802"/>
                  </a:moveTo>
                  <a:lnTo>
                    <a:pt x="60598" y="119802"/>
                  </a:lnTo>
                  <a:cubicBezTo>
                    <a:pt x="26710" y="119802"/>
                    <a:pt x="0" y="93399"/>
                    <a:pt x="0" y="59901"/>
                  </a:cubicBezTo>
                  <a:cubicBezTo>
                    <a:pt x="0" y="26600"/>
                    <a:pt x="26710" y="0"/>
                    <a:pt x="60598" y="0"/>
                  </a:cubicBezTo>
                  <a:cubicBezTo>
                    <a:pt x="92890" y="0"/>
                    <a:pt x="119800" y="26600"/>
                    <a:pt x="119800" y="59901"/>
                  </a:cubicBezTo>
                  <a:cubicBezTo>
                    <a:pt x="119800" y="93399"/>
                    <a:pt x="92890" y="119802"/>
                    <a:pt x="60598" y="119802"/>
                  </a:cubicBezTo>
                  <a:close/>
                  <a:moveTo>
                    <a:pt x="60598" y="11231"/>
                  </a:moveTo>
                  <a:lnTo>
                    <a:pt x="60598" y="11231"/>
                  </a:lnTo>
                  <a:cubicBezTo>
                    <a:pt x="33687" y="11231"/>
                    <a:pt x="11162" y="33497"/>
                    <a:pt x="11162" y="59901"/>
                  </a:cubicBezTo>
                  <a:cubicBezTo>
                    <a:pt x="11162" y="86502"/>
                    <a:pt x="33687" y="108768"/>
                    <a:pt x="60598" y="108768"/>
                  </a:cubicBezTo>
                  <a:cubicBezTo>
                    <a:pt x="87308" y="108768"/>
                    <a:pt x="108438" y="86502"/>
                    <a:pt x="108438" y="59901"/>
                  </a:cubicBezTo>
                  <a:cubicBezTo>
                    <a:pt x="108438" y="33497"/>
                    <a:pt x="87308" y="11231"/>
                    <a:pt x="60598" y="11231"/>
                  </a:cubicBezTo>
                  <a:close/>
                  <a:moveTo>
                    <a:pt x="84518" y="65615"/>
                  </a:moveTo>
                  <a:lnTo>
                    <a:pt x="84518" y="65615"/>
                  </a:lnTo>
                  <a:cubicBezTo>
                    <a:pt x="73156" y="65615"/>
                    <a:pt x="73156" y="65615"/>
                    <a:pt x="73156" y="65615"/>
                  </a:cubicBezTo>
                  <a:cubicBezTo>
                    <a:pt x="66179" y="65615"/>
                    <a:pt x="66179" y="65615"/>
                    <a:pt x="66179" y="65615"/>
                  </a:cubicBezTo>
                  <a:cubicBezTo>
                    <a:pt x="60598" y="65615"/>
                    <a:pt x="60598" y="65615"/>
                    <a:pt x="60598" y="65615"/>
                  </a:cubicBezTo>
                  <a:cubicBezTo>
                    <a:pt x="56411" y="65615"/>
                    <a:pt x="55016" y="62857"/>
                    <a:pt x="55016" y="59901"/>
                  </a:cubicBezTo>
                  <a:cubicBezTo>
                    <a:pt x="55016" y="26600"/>
                    <a:pt x="55016" y="26600"/>
                    <a:pt x="55016" y="26600"/>
                  </a:cubicBezTo>
                  <a:cubicBezTo>
                    <a:pt x="55016" y="23842"/>
                    <a:pt x="56411" y="21083"/>
                    <a:pt x="60598" y="21083"/>
                  </a:cubicBezTo>
                  <a:cubicBezTo>
                    <a:pt x="63388" y="21083"/>
                    <a:pt x="66179" y="23842"/>
                    <a:pt x="66179" y="26600"/>
                  </a:cubicBezTo>
                  <a:cubicBezTo>
                    <a:pt x="66179" y="54384"/>
                    <a:pt x="66179" y="54384"/>
                    <a:pt x="66179" y="54384"/>
                  </a:cubicBezTo>
                  <a:cubicBezTo>
                    <a:pt x="73156" y="54384"/>
                    <a:pt x="73156" y="54384"/>
                    <a:pt x="73156" y="54384"/>
                  </a:cubicBezTo>
                  <a:cubicBezTo>
                    <a:pt x="84518" y="54384"/>
                    <a:pt x="84518" y="54384"/>
                    <a:pt x="84518" y="54384"/>
                  </a:cubicBezTo>
                  <a:cubicBezTo>
                    <a:pt x="87308" y="54384"/>
                    <a:pt x="90099" y="57142"/>
                    <a:pt x="90099" y="59901"/>
                  </a:cubicBezTo>
                  <a:cubicBezTo>
                    <a:pt x="90099" y="62857"/>
                    <a:pt x="87308" y="65615"/>
                    <a:pt x="84518" y="656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4" name="Shape 4834"/>
            <p:cNvSpPr/>
            <p:nvPr/>
          </p:nvSpPr>
          <p:spPr>
            <a:xfrm>
              <a:off x="5576925" y="3220053"/>
              <a:ext cx="287792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301" y="119802"/>
                  </a:moveTo>
                  <a:lnTo>
                    <a:pt x="59301" y="119802"/>
                  </a:lnTo>
                  <a:cubicBezTo>
                    <a:pt x="26755" y="119802"/>
                    <a:pt x="0" y="93399"/>
                    <a:pt x="0" y="59901"/>
                  </a:cubicBezTo>
                  <a:cubicBezTo>
                    <a:pt x="0" y="26600"/>
                    <a:pt x="26755" y="0"/>
                    <a:pt x="59301" y="0"/>
                  </a:cubicBezTo>
                  <a:cubicBezTo>
                    <a:pt x="93044" y="0"/>
                    <a:pt x="119800" y="26600"/>
                    <a:pt x="119800" y="59901"/>
                  </a:cubicBezTo>
                  <a:cubicBezTo>
                    <a:pt x="119800" y="93399"/>
                    <a:pt x="93044" y="119802"/>
                    <a:pt x="59301" y="119802"/>
                  </a:cubicBezTo>
                  <a:close/>
                  <a:moveTo>
                    <a:pt x="59301" y="11231"/>
                  </a:moveTo>
                  <a:lnTo>
                    <a:pt x="59301" y="11231"/>
                  </a:lnTo>
                  <a:cubicBezTo>
                    <a:pt x="32346" y="11231"/>
                    <a:pt x="11181" y="33497"/>
                    <a:pt x="11181" y="59901"/>
                  </a:cubicBezTo>
                  <a:cubicBezTo>
                    <a:pt x="11181" y="72512"/>
                    <a:pt x="15574" y="83743"/>
                    <a:pt x="23960" y="92019"/>
                  </a:cubicBezTo>
                  <a:cubicBezTo>
                    <a:pt x="30948" y="89261"/>
                    <a:pt x="28153" y="92019"/>
                    <a:pt x="36539" y="87881"/>
                  </a:cubicBezTo>
                  <a:cubicBezTo>
                    <a:pt x="46522" y="83743"/>
                    <a:pt x="49317" y="82364"/>
                    <a:pt x="49317" y="82364"/>
                  </a:cubicBezTo>
                  <a:cubicBezTo>
                    <a:pt x="49317" y="73891"/>
                    <a:pt x="49317" y="73891"/>
                    <a:pt x="49317" y="73891"/>
                  </a:cubicBezTo>
                  <a:cubicBezTo>
                    <a:pt x="49317" y="73891"/>
                    <a:pt x="45124" y="71133"/>
                    <a:pt x="43727" y="62857"/>
                  </a:cubicBezTo>
                  <a:cubicBezTo>
                    <a:pt x="42329" y="64236"/>
                    <a:pt x="40931" y="59901"/>
                    <a:pt x="40931" y="58522"/>
                  </a:cubicBezTo>
                  <a:cubicBezTo>
                    <a:pt x="40931" y="55763"/>
                    <a:pt x="39534" y="50246"/>
                    <a:pt x="42329" y="50246"/>
                  </a:cubicBezTo>
                  <a:cubicBezTo>
                    <a:pt x="42329" y="46108"/>
                    <a:pt x="42329" y="43349"/>
                    <a:pt x="42329" y="40394"/>
                  </a:cubicBezTo>
                  <a:cubicBezTo>
                    <a:pt x="42329" y="34876"/>
                    <a:pt x="49317" y="26600"/>
                    <a:pt x="59301" y="26600"/>
                  </a:cubicBezTo>
                  <a:cubicBezTo>
                    <a:pt x="71880" y="26600"/>
                    <a:pt x="76073" y="34876"/>
                    <a:pt x="77670" y="40394"/>
                  </a:cubicBezTo>
                  <a:cubicBezTo>
                    <a:pt x="77670" y="43349"/>
                    <a:pt x="77670" y="46108"/>
                    <a:pt x="76073" y="50246"/>
                  </a:cubicBezTo>
                  <a:cubicBezTo>
                    <a:pt x="79068" y="50246"/>
                    <a:pt x="77670" y="55763"/>
                    <a:pt x="77670" y="58522"/>
                  </a:cubicBezTo>
                  <a:cubicBezTo>
                    <a:pt x="77670" y="59901"/>
                    <a:pt x="77670" y="64236"/>
                    <a:pt x="74675" y="62857"/>
                  </a:cubicBezTo>
                  <a:cubicBezTo>
                    <a:pt x="73277" y="71133"/>
                    <a:pt x="70482" y="73891"/>
                    <a:pt x="70482" y="73891"/>
                  </a:cubicBezTo>
                  <a:cubicBezTo>
                    <a:pt x="70482" y="82364"/>
                    <a:pt x="70482" y="82364"/>
                    <a:pt x="70482" y="82364"/>
                  </a:cubicBezTo>
                  <a:cubicBezTo>
                    <a:pt x="70482" y="82364"/>
                    <a:pt x="73277" y="83743"/>
                    <a:pt x="81863" y="87881"/>
                  </a:cubicBezTo>
                  <a:cubicBezTo>
                    <a:pt x="91647" y="92019"/>
                    <a:pt x="88851" y="89261"/>
                    <a:pt x="95840" y="92019"/>
                  </a:cubicBezTo>
                  <a:cubicBezTo>
                    <a:pt x="104425" y="83743"/>
                    <a:pt x="108618" y="72512"/>
                    <a:pt x="108618" y="59901"/>
                  </a:cubicBezTo>
                  <a:cubicBezTo>
                    <a:pt x="108618" y="33497"/>
                    <a:pt x="86056" y="11231"/>
                    <a:pt x="59301" y="112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5" name="Shape 4835"/>
            <p:cNvSpPr/>
            <p:nvPr/>
          </p:nvSpPr>
          <p:spPr>
            <a:xfrm>
              <a:off x="5069058" y="3302603"/>
              <a:ext cx="292024" cy="2032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2" y="115764"/>
                  </a:moveTo>
                  <a:lnTo>
                    <a:pt x="119802" y="115764"/>
                  </a:lnTo>
                  <a:cubicBezTo>
                    <a:pt x="119802" y="117741"/>
                    <a:pt x="117039" y="119717"/>
                    <a:pt x="115657" y="119717"/>
                  </a:cubicBezTo>
                  <a:cubicBezTo>
                    <a:pt x="87828" y="119717"/>
                    <a:pt x="87828" y="119717"/>
                    <a:pt x="87828" y="119717"/>
                  </a:cubicBezTo>
                  <a:cubicBezTo>
                    <a:pt x="90592" y="119717"/>
                    <a:pt x="91973" y="117741"/>
                    <a:pt x="91973" y="113788"/>
                  </a:cubicBezTo>
                  <a:cubicBezTo>
                    <a:pt x="91973" y="113788"/>
                    <a:pt x="91973" y="89788"/>
                    <a:pt x="79539" y="81882"/>
                  </a:cubicBezTo>
                  <a:cubicBezTo>
                    <a:pt x="73815" y="77929"/>
                    <a:pt x="73815" y="77929"/>
                    <a:pt x="71052" y="77929"/>
                  </a:cubicBezTo>
                  <a:cubicBezTo>
                    <a:pt x="71052" y="68047"/>
                    <a:pt x="71052" y="68047"/>
                    <a:pt x="71052" y="68047"/>
                  </a:cubicBezTo>
                  <a:cubicBezTo>
                    <a:pt x="71052" y="68047"/>
                    <a:pt x="68289" y="63811"/>
                    <a:pt x="66907" y="53929"/>
                  </a:cubicBezTo>
                  <a:cubicBezTo>
                    <a:pt x="65526" y="53929"/>
                    <a:pt x="65526" y="51952"/>
                    <a:pt x="65526" y="48000"/>
                  </a:cubicBezTo>
                  <a:cubicBezTo>
                    <a:pt x="65526" y="46023"/>
                    <a:pt x="64144" y="39811"/>
                    <a:pt x="65526" y="39811"/>
                  </a:cubicBezTo>
                  <a:cubicBezTo>
                    <a:pt x="65526" y="35858"/>
                    <a:pt x="65526" y="29929"/>
                    <a:pt x="65526" y="27952"/>
                  </a:cubicBezTo>
                  <a:cubicBezTo>
                    <a:pt x="65526" y="20047"/>
                    <a:pt x="71052" y="12141"/>
                    <a:pt x="79539" y="12141"/>
                  </a:cubicBezTo>
                  <a:cubicBezTo>
                    <a:pt x="89210" y="12141"/>
                    <a:pt x="93355" y="20047"/>
                    <a:pt x="94736" y="27952"/>
                  </a:cubicBezTo>
                  <a:cubicBezTo>
                    <a:pt x="94736" y="29929"/>
                    <a:pt x="93355" y="35858"/>
                    <a:pt x="93355" y="39811"/>
                  </a:cubicBezTo>
                  <a:cubicBezTo>
                    <a:pt x="96118" y="39811"/>
                    <a:pt x="94736" y="46023"/>
                    <a:pt x="94736" y="48000"/>
                  </a:cubicBezTo>
                  <a:cubicBezTo>
                    <a:pt x="94736" y="51952"/>
                    <a:pt x="93355" y="53929"/>
                    <a:pt x="91973" y="53929"/>
                  </a:cubicBezTo>
                  <a:cubicBezTo>
                    <a:pt x="90592" y="63811"/>
                    <a:pt x="87828" y="68047"/>
                    <a:pt x="87828" y="68047"/>
                  </a:cubicBezTo>
                  <a:cubicBezTo>
                    <a:pt x="87828" y="77929"/>
                    <a:pt x="87828" y="77929"/>
                    <a:pt x="87828" y="77929"/>
                  </a:cubicBezTo>
                  <a:cubicBezTo>
                    <a:pt x="87828" y="77929"/>
                    <a:pt x="90592" y="77929"/>
                    <a:pt x="97500" y="83858"/>
                  </a:cubicBezTo>
                  <a:cubicBezTo>
                    <a:pt x="105986" y="87811"/>
                    <a:pt x="103223" y="83858"/>
                    <a:pt x="108750" y="89788"/>
                  </a:cubicBezTo>
                  <a:cubicBezTo>
                    <a:pt x="119802" y="95717"/>
                    <a:pt x="119802" y="115764"/>
                    <a:pt x="119802" y="115764"/>
                  </a:cubicBezTo>
                  <a:close/>
                  <a:moveTo>
                    <a:pt x="64144" y="79905"/>
                  </a:moveTo>
                  <a:lnTo>
                    <a:pt x="64144" y="79905"/>
                  </a:lnTo>
                  <a:cubicBezTo>
                    <a:pt x="72434" y="83858"/>
                    <a:pt x="69671" y="81882"/>
                    <a:pt x="76578" y="85835"/>
                  </a:cubicBezTo>
                  <a:cubicBezTo>
                    <a:pt x="87828" y="93741"/>
                    <a:pt x="87828" y="113788"/>
                    <a:pt x="87828" y="113788"/>
                  </a:cubicBezTo>
                  <a:cubicBezTo>
                    <a:pt x="87828" y="117741"/>
                    <a:pt x="85065" y="119717"/>
                    <a:pt x="83684" y="119717"/>
                  </a:cubicBezTo>
                  <a:cubicBezTo>
                    <a:pt x="4144" y="119717"/>
                    <a:pt x="4144" y="119717"/>
                    <a:pt x="4144" y="119717"/>
                  </a:cubicBezTo>
                  <a:cubicBezTo>
                    <a:pt x="2763" y="119717"/>
                    <a:pt x="0" y="117741"/>
                    <a:pt x="0" y="113788"/>
                  </a:cubicBezTo>
                  <a:cubicBezTo>
                    <a:pt x="0" y="113788"/>
                    <a:pt x="0" y="93741"/>
                    <a:pt x="11052" y="85835"/>
                  </a:cubicBezTo>
                  <a:cubicBezTo>
                    <a:pt x="18157" y="81882"/>
                    <a:pt x="15197" y="85835"/>
                    <a:pt x="23684" y="79905"/>
                  </a:cubicBezTo>
                  <a:cubicBezTo>
                    <a:pt x="31973" y="75952"/>
                    <a:pt x="34736" y="73976"/>
                    <a:pt x="34736" y="73976"/>
                  </a:cubicBezTo>
                  <a:cubicBezTo>
                    <a:pt x="34736" y="61835"/>
                    <a:pt x="34736" y="61835"/>
                    <a:pt x="34736" y="61835"/>
                  </a:cubicBezTo>
                  <a:cubicBezTo>
                    <a:pt x="34736" y="61835"/>
                    <a:pt x="30592" y="57882"/>
                    <a:pt x="30592" y="48000"/>
                  </a:cubicBezTo>
                  <a:cubicBezTo>
                    <a:pt x="27828" y="48000"/>
                    <a:pt x="27828" y="44047"/>
                    <a:pt x="27828" y="42070"/>
                  </a:cubicBezTo>
                  <a:cubicBezTo>
                    <a:pt x="27828" y="39811"/>
                    <a:pt x="26447" y="31905"/>
                    <a:pt x="29210" y="31905"/>
                  </a:cubicBezTo>
                  <a:cubicBezTo>
                    <a:pt x="27828" y="25976"/>
                    <a:pt x="27828" y="22023"/>
                    <a:pt x="27828" y="20047"/>
                  </a:cubicBezTo>
                  <a:cubicBezTo>
                    <a:pt x="29210" y="9882"/>
                    <a:pt x="34736" y="1976"/>
                    <a:pt x="43223" y="0"/>
                  </a:cubicBezTo>
                  <a:cubicBezTo>
                    <a:pt x="54276" y="1976"/>
                    <a:pt x="58618" y="9882"/>
                    <a:pt x="60000" y="20047"/>
                  </a:cubicBezTo>
                  <a:cubicBezTo>
                    <a:pt x="60000" y="22023"/>
                    <a:pt x="60000" y="25976"/>
                    <a:pt x="58618" y="31905"/>
                  </a:cubicBezTo>
                  <a:cubicBezTo>
                    <a:pt x="61381" y="31905"/>
                    <a:pt x="60000" y="39811"/>
                    <a:pt x="60000" y="42070"/>
                  </a:cubicBezTo>
                  <a:cubicBezTo>
                    <a:pt x="60000" y="44047"/>
                    <a:pt x="60000" y="48000"/>
                    <a:pt x="57236" y="48000"/>
                  </a:cubicBezTo>
                  <a:cubicBezTo>
                    <a:pt x="55657" y="57882"/>
                    <a:pt x="52894" y="61835"/>
                    <a:pt x="52894" y="61835"/>
                  </a:cubicBezTo>
                  <a:cubicBezTo>
                    <a:pt x="52894" y="73976"/>
                    <a:pt x="52894" y="73976"/>
                    <a:pt x="52894" y="73976"/>
                  </a:cubicBezTo>
                  <a:cubicBezTo>
                    <a:pt x="52894" y="73976"/>
                    <a:pt x="55657" y="73976"/>
                    <a:pt x="64144" y="799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6" name="Shape 4836"/>
            <p:cNvSpPr/>
            <p:nvPr/>
          </p:nvSpPr>
          <p:spPr>
            <a:xfrm>
              <a:off x="4563305" y="3226403"/>
              <a:ext cx="287792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402" y="105310"/>
                  </a:moveTo>
                  <a:lnTo>
                    <a:pt x="118402" y="105310"/>
                  </a:lnTo>
                  <a:cubicBezTo>
                    <a:pt x="105823" y="118344"/>
                    <a:pt x="105823" y="118344"/>
                    <a:pt x="105823" y="118344"/>
                  </a:cubicBezTo>
                  <a:cubicBezTo>
                    <a:pt x="104425" y="119793"/>
                    <a:pt x="102828" y="119793"/>
                    <a:pt x="101430" y="119793"/>
                  </a:cubicBezTo>
                  <a:cubicBezTo>
                    <a:pt x="98635" y="119793"/>
                    <a:pt x="95840" y="118344"/>
                    <a:pt x="95840" y="114000"/>
                  </a:cubicBezTo>
                  <a:cubicBezTo>
                    <a:pt x="95840" y="112551"/>
                    <a:pt x="95840" y="111103"/>
                    <a:pt x="97237" y="111103"/>
                  </a:cubicBezTo>
                  <a:cubicBezTo>
                    <a:pt x="101430" y="106758"/>
                    <a:pt x="101430" y="106758"/>
                    <a:pt x="101430" y="106758"/>
                  </a:cubicBezTo>
                  <a:cubicBezTo>
                    <a:pt x="74675" y="106758"/>
                    <a:pt x="74675" y="106758"/>
                    <a:pt x="74675" y="106758"/>
                  </a:cubicBezTo>
                  <a:cubicBezTo>
                    <a:pt x="71880" y="106758"/>
                    <a:pt x="69084" y="103862"/>
                    <a:pt x="69084" y="100758"/>
                  </a:cubicBezTo>
                  <a:cubicBezTo>
                    <a:pt x="69084" y="97862"/>
                    <a:pt x="71880" y="94965"/>
                    <a:pt x="74675" y="94965"/>
                  </a:cubicBezTo>
                  <a:cubicBezTo>
                    <a:pt x="101430" y="94965"/>
                    <a:pt x="101430" y="94965"/>
                    <a:pt x="101430" y="94965"/>
                  </a:cubicBezTo>
                  <a:cubicBezTo>
                    <a:pt x="97237" y="90620"/>
                    <a:pt x="97237" y="90620"/>
                    <a:pt x="97237" y="90620"/>
                  </a:cubicBezTo>
                  <a:cubicBezTo>
                    <a:pt x="95840" y="90620"/>
                    <a:pt x="95840" y="89172"/>
                    <a:pt x="95840" y="87724"/>
                  </a:cubicBezTo>
                  <a:cubicBezTo>
                    <a:pt x="95840" y="83379"/>
                    <a:pt x="98635" y="81931"/>
                    <a:pt x="101430" y="81931"/>
                  </a:cubicBezTo>
                  <a:cubicBezTo>
                    <a:pt x="102828" y="81931"/>
                    <a:pt x="104425" y="81931"/>
                    <a:pt x="105823" y="83379"/>
                  </a:cubicBezTo>
                  <a:cubicBezTo>
                    <a:pt x="118402" y="96413"/>
                    <a:pt x="118402" y="96413"/>
                    <a:pt x="118402" y="96413"/>
                  </a:cubicBezTo>
                  <a:cubicBezTo>
                    <a:pt x="119800" y="97862"/>
                    <a:pt x="119800" y="99310"/>
                    <a:pt x="119800" y="100758"/>
                  </a:cubicBezTo>
                  <a:cubicBezTo>
                    <a:pt x="119800" y="102206"/>
                    <a:pt x="119800" y="103862"/>
                    <a:pt x="118402" y="105310"/>
                  </a:cubicBezTo>
                  <a:close/>
                  <a:moveTo>
                    <a:pt x="90249" y="89172"/>
                  </a:moveTo>
                  <a:lnTo>
                    <a:pt x="90249" y="89172"/>
                  </a:lnTo>
                  <a:cubicBezTo>
                    <a:pt x="74675" y="89172"/>
                    <a:pt x="74675" y="89172"/>
                    <a:pt x="74675" y="89172"/>
                  </a:cubicBezTo>
                  <a:cubicBezTo>
                    <a:pt x="69084" y="89172"/>
                    <a:pt x="63494" y="94965"/>
                    <a:pt x="63494" y="100758"/>
                  </a:cubicBezTo>
                  <a:cubicBezTo>
                    <a:pt x="63494" y="106758"/>
                    <a:pt x="69084" y="112551"/>
                    <a:pt x="74675" y="112551"/>
                  </a:cubicBezTo>
                  <a:cubicBezTo>
                    <a:pt x="90249" y="112551"/>
                    <a:pt x="90249" y="112551"/>
                    <a:pt x="90249" y="112551"/>
                  </a:cubicBezTo>
                  <a:lnTo>
                    <a:pt x="90249" y="114000"/>
                  </a:lnTo>
                  <a:cubicBezTo>
                    <a:pt x="90249" y="116896"/>
                    <a:pt x="90249" y="118344"/>
                    <a:pt x="91647" y="119793"/>
                  </a:cubicBezTo>
                  <a:cubicBezTo>
                    <a:pt x="5590" y="119793"/>
                    <a:pt x="5590" y="119793"/>
                    <a:pt x="5590" y="119793"/>
                  </a:cubicBezTo>
                  <a:cubicBezTo>
                    <a:pt x="2795" y="119793"/>
                    <a:pt x="0" y="118344"/>
                    <a:pt x="0" y="114000"/>
                  </a:cubicBezTo>
                  <a:cubicBezTo>
                    <a:pt x="0" y="114000"/>
                    <a:pt x="0" y="93517"/>
                    <a:pt x="15374" y="84827"/>
                  </a:cubicBezTo>
                  <a:cubicBezTo>
                    <a:pt x="23960" y="80275"/>
                    <a:pt x="21164" y="84827"/>
                    <a:pt x="32346" y="78827"/>
                  </a:cubicBezTo>
                  <a:cubicBezTo>
                    <a:pt x="43727" y="74482"/>
                    <a:pt x="46522" y="73034"/>
                    <a:pt x="46522" y="73034"/>
                  </a:cubicBezTo>
                  <a:cubicBezTo>
                    <a:pt x="46522" y="61241"/>
                    <a:pt x="46522" y="61241"/>
                    <a:pt x="46522" y="61241"/>
                  </a:cubicBezTo>
                  <a:cubicBezTo>
                    <a:pt x="46522" y="61241"/>
                    <a:pt x="42329" y="56896"/>
                    <a:pt x="40732" y="46758"/>
                  </a:cubicBezTo>
                  <a:cubicBezTo>
                    <a:pt x="37936" y="48206"/>
                    <a:pt x="37936" y="43862"/>
                    <a:pt x="37936" y="40965"/>
                  </a:cubicBezTo>
                  <a:cubicBezTo>
                    <a:pt x="37936" y="37862"/>
                    <a:pt x="36539" y="30620"/>
                    <a:pt x="39334" y="30620"/>
                  </a:cubicBezTo>
                  <a:cubicBezTo>
                    <a:pt x="37936" y="26275"/>
                    <a:pt x="37936" y="20482"/>
                    <a:pt x="37936" y="19034"/>
                  </a:cubicBezTo>
                  <a:cubicBezTo>
                    <a:pt x="39334" y="10137"/>
                    <a:pt x="47920" y="0"/>
                    <a:pt x="60698" y="0"/>
                  </a:cubicBezTo>
                  <a:cubicBezTo>
                    <a:pt x="74675" y="0"/>
                    <a:pt x="81863" y="10137"/>
                    <a:pt x="81863" y="19034"/>
                  </a:cubicBezTo>
                  <a:cubicBezTo>
                    <a:pt x="81863" y="20482"/>
                    <a:pt x="81863" y="26275"/>
                    <a:pt x="80266" y="30620"/>
                  </a:cubicBezTo>
                  <a:cubicBezTo>
                    <a:pt x="84658" y="30620"/>
                    <a:pt x="83261" y="37862"/>
                    <a:pt x="83261" y="40965"/>
                  </a:cubicBezTo>
                  <a:cubicBezTo>
                    <a:pt x="83261" y="43862"/>
                    <a:pt x="81863" y="48206"/>
                    <a:pt x="78868" y="46758"/>
                  </a:cubicBezTo>
                  <a:cubicBezTo>
                    <a:pt x="77470" y="56896"/>
                    <a:pt x="73277" y="61241"/>
                    <a:pt x="73277" y="61241"/>
                  </a:cubicBezTo>
                  <a:cubicBezTo>
                    <a:pt x="73277" y="73034"/>
                    <a:pt x="73277" y="73034"/>
                    <a:pt x="73277" y="73034"/>
                  </a:cubicBezTo>
                  <a:cubicBezTo>
                    <a:pt x="73277" y="73034"/>
                    <a:pt x="76073" y="74482"/>
                    <a:pt x="87454" y="78827"/>
                  </a:cubicBezTo>
                  <a:cubicBezTo>
                    <a:pt x="88851" y="80275"/>
                    <a:pt x="90249" y="80275"/>
                    <a:pt x="91647" y="80275"/>
                  </a:cubicBezTo>
                  <a:cubicBezTo>
                    <a:pt x="90249" y="83379"/>
                    <a:pt x="90249" y="84827"/>
                    <a:pt x="90249" y="87724"/>
                  </a:cubicBezTo>
                  <a:lnTo>
                    <a:pt x="90249" y="89172"/>
                  </a:lnTo>
                  <a:close/>
                  <a:moveTo>
                    <a:pt x="119800" y="114000"/>
                  </a:moveTo>
                  <a:lnTo>
                    <a:pt x="119800" y="114000"/>
                  </a:lnTo>
                  <a:cubicBezTo>
                    <a:pt x="119800" y="118344"/>
                    <a:pt x="118402" y="119793"/>
                    <a:pt x="114209" y="119793"/>
                  </a:cubicBezTo>
                  <a:cubicBezTo>
                    <a:pt x="111414" y="119793"/>
                    <a:pt x="111414" y="119793"/>
                    <a:pt x="111414" y="119793"/>
                  </a:cubicBezTo>
                  <a:cubicBezTo>
                    <a:pt x="119800" y="111103"/>
                    <a:pt x="119800" y="111103"/>
                    <a:pt x="119800" y="111103"/>
                  </a:cubicBezTo>
                  <a:cubicBezTo>
                    <a:pt x="119800" y="114000"/>
                    <a:pt x="119800" y="114000"/>
                    <a:pt x="119800" y="1140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7" name="Shape 4837"/>
            <p:cNvSpPr/>
            <p:nvPr/>
          </p:nvSpPr>
          <p:spPr>
            <a:xfrm>
              <a:off x="4057555" y="3226403"/>
              <a:ext cx="287792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09" y="106758"/>
                  </a:moveTo>
                  <a:lnTo>
                    <a:pt x="114209" y="106758"/>
                  </a:lnTo>
                  <a:cubicBezTo>
                    <a:pt x="88851" y="106758"/>
                    <a:pt x="88851" y="106758"/>
                    <a:pt x="88851" y="106758"/>
                  </a:cubicBezTo>
                  <a:cubicBezTo>
                    <a:pt x="91647" y="111103"/>
                    <a:pt x="91647" y="111103"/>
                    <a:pt x="91647" y="111103"/>
                  </a:cubicBezTo>
                  <a:cubicBezTo>
                    <a:pt x="93044" y="111103"/>
                    <a:pt x="93044" y="112551"/>
                    <a:pt x="93044" y="114000"/>
                  </a:cubicBezTo>
                  <a:cubicBezTo>
                    <a:pt x="93044" y="118344"/>
                    <a:pt x="91647" y="119793"/>
                    <a:pt x="87454" y="119793"/>
                  </a:cubicBezTo>
                  <a:cubicBezTo>
                    <a:pt x="86056" y="119793"/>
                    <a:pt x="84658" y="119793"/>
                    <a:pt x="84658" y="118344"/>
                  </a:cubicBezTo>
                  <a:cubicBezTo>
                    <a:pt x="70482" y="105310"/>
                    <a:pt x="70482" y="105310"/>
                    <a:pt x="70482" y="105310"/>
                  </a:cubicBezTo>
                  <a:cubicBezTo>
                    <a:pt x="69084" y="103862"/>
                    <a:pt x="69084" y="102206"/>
                    <a:pt x="69084" y="100758"/>
                  </a:cubicBezTo>
                  <a:cubicBezTo>
                    <a:pt x="69084" y="99310"/>
                    <a:pt x="69084" y="97862"/>
                    <a:pt x="70482" y="96413"/>
                  </a:cubicBezTo>
                  <a:cubicBezTo>
                    <a:pt x="84658" y="83379"/>
                    <a:pt x="84658" y="83379"/>
                    <a:pt x="84658" y="83379"/>
                  </a:cubicBezTo>
                  <a:cubicBezTo>
                    <a:pt x="84658" y="81931"/>
                    <a:pt x="86056" y="81931"/>
                    <a:pt x="87454" y="81931"/>
                  </a:cubicBezTo>
                  <a:cubicBezTo>
                    <a:pt x="91647" y="81931"/>
                    <a:pt x="93044" y="83379"/>
                    <a:pt x="93044" y="87724"/>
                  </a:cubicBezTo>
                  <a:cubicBezTo>
                    <a:pt x="93044" y="89172"/>
                    <a:pt x="93044" y="90620"/>
                    <a:pt x="91647" y="90620"/>
                  </a:cubicBezTo>
                  <a:cubicBezTo>
                    <a:pt x="88851" y="94965"/>
                    <a:pt x="88851" y="94965"/>
                    <a:pt x="88851" y="94965"/>
                  </a:cubicBezTo>
                  <a:cubicBezTo>
                    <a:pt x="114209" y="94965"/>
                    <a:pt x="114209" y="94965"/>
                    <a:pt x="114209" y="94965"/>
                  </a:cubicBezTo>
                  <a:cubicBezTo>
                    <a:pt x="117004" y="94965"/>
                    <a:pt x="119800" y="97862"/>
                    <a:pt x="119800" y="100758"/>
                  </a:cubicBezTo>
                  <a:cubicBezTo>
                    <a:pt x="119800" y="103862"/>
                    <a:pt x="117004" y="106758"/>
                    <a:pt x="114209" y="106758"/>
                  </a:cubicBezTo>
                  <a:close/>
                  <a:moveTo>
                    <a:pt x="98635" y="87724"/>
                  </a:moveTo>
                  <a:lnTo>
                    <a:pt x="98635" y="87724"/>
                  </a:lnTo>
                  <a:cubicBezTo>
                    <a:pt x="98635" y="86275"/>
                    <a:pt x="98635" y="84827"/>
                    <a:pt x="98635" y="83379"/>
                  </a:cubicBezTo>
                  <a:cubicBezTo>
                    <a:pt x="100033" y="83379"/>
                    <a:pt x="101430" y="83379"/>
                    <a:pt x="104226" y="84827"/>
                  </a:cubicBezTo>
                  <a:cubicBezTo>
                    <a:pt x="107221" y="86275"/>
                    <a:pt x="108618" y="87724"/>
                    <a:pt x="110016" y="89172"/>
                  </a:cubicBezTo>
                  <a:cubicBezTo>
                    <a:pt x="98635" y="89172"/>
                    <a:pt x="98635" y="89172"/>
                    <a:pt x="98635" y="89172"/>
                  </a:cubicBezTo>
                  <a:lnTo>
                    <a:pt x="98635" y="87724"/>
                  </a:lnTo>
                  <a:close/>
                  <a:moveTo>
                    <a:pt x="78868" y="46758"/>
                  </a:moveTo>
                  <a:lnTo>
                    <a:pt x="78868" y="46758"/>
                  </a:lnTo>
                  <a:cubicBezTo>
                    <a:pt x="77470" y="56896"/>
                    <a:pt x="73277" y="61241"/>
                    <a:pt x="73277" y="61241"/>
                  </a:cubicBezTo>
                  <a:cubicBezTo>
                    <a:pt x="73277" y="73034"/>
                    <a:pt x="73277" y="73034"/>
                    <a:pt x="73277" y="73034"/>
                  </a:cubicBezTo>
                  <a:cubicBezTo>
                    <a:pt x="73277" y="73034"/>
                    <a:pt x="74675" y="73034"/>
                    <a:pt x="81663" y="77379"/>
                  </a:cubicBezTo>
                  <a:lnTo>
                    <a:pt x="80266" y="78827"/>
                  </a:lnTo>
                  <a:cubicBezTo>
                    <a:pt x="66289" y="92068"/>
                    <a:pt x="66289" y="92068"/>
                    <a:pt x="66289" y="92068"/>
                  </a:cubicBezTo>
                  <a:cubicBezTo>
                    <a:pt x="64891" y="94965"/>
                    <a:pt x="63494" y="97862"/>
                    <a:pt x="63494" y="100758"/>
                  </a:cubicBezTo>
                  <a:cubicBezTo>
                    <a:pt x="63494" y="103862"/>
                    <a:pt x="64891" y="106758"/>
                    <a:pt x="66289" y="109655"/>
                  </a:cubicBezTo>
                  <a:cubicBezTo>
                    <a:pt x="77470" y="119793"/>
                    <a:pt x="77470" y="119793"/>
                    <a:pt x="77470" y="119793"/>
                  </a:cubicBezTo>
                  <a:cubicBezTo>
                    <a:pt x="5590" y="119793"/>
                    <a:pt x="5590" y="119793"/>
                    <a:pt x="5590" y="119793"/>
                  </a:cubicBezTo>
                  <a:cubicBezTo>
                    <a:pt x="1397" y="119793"/>
                    <a:pt x="0" y="118344"/>
                    <a:pt x="0" y="114000"/>
                  </a:cubicBezTo>
                  <a:cubicBezTo>
                    <a:pt x="0" y="114000"/>
                    <a:pt x="0" y="93517"/>
                    <a:pt x="13976" y="84827"/>
                  </a:cubicBezTo>
                  <a:cubicBezTo>
                    <a:pt x="23960" y="80275"/>
                    <a:pt x="19567" y="84827"/>
                    <a:pt x="32346" y="78827"/>
                  </a:cubicBezTo>
                  <a:cubicBezTo>
                    <a:pt x="43727" y="74482"/>
                    <a:pt x="46522" y="73034"/>
                    <a:pt x="46522" y="73034"/>
                  </a:cubicBezTo>
                  <a:cubicBezTo>
                    <a:pt x="46522" y="61241"/>
                    <a:pt x="46522" y="61241"/>
                    <a:pt x="46522" y="61241"/>
                  </a:cubicBezTo>
                  <a:cubicBezTo>
                    <a:pt x="46522" y="61241"/>
                    <a:pt x="42129" y="56896"/>
                    <a:pt x="40732" y="46758"/>
                  </a:cubicBezTo>
                  <a:cubicBezTo>
                    <a:pt x="37936" y="48206"/>
                    <a:pt x="36539" y="43862"/>
                    <a:pt x="36539" y="40965"/>
                  </a:cubicBezTo>
                  <a:cubicBezTo>
                    <a:pt x="36539" y="37862"/>
                    <a:pt x="35141" y="30620"/>
                    <a:pt x="39334" y="30620"/>
                  </a:cubicBezTo>
                  <a:cubicBezTo>
                    <a:pt x="37936" y="26275"/>
                    <a:pt x="37936" y="20482"/>
                    <a:pt x="37936" y="19034"/>
                  </a:cubicBezTo>
                  <a:cubicBezTo>
                    <a:pt x="37936" y="10137"/>
                    <a:pt x="46522" y="0"/>
                    <a:pt x="59101" y="0"/>
                  </a:cubicBezTo>
                  <a:cubicBezTo>
                    <a:pt x="74675" y="0"/>
                    <a:pt x="80266" y="10137"/>
                    <a:pt x="81663" y="19034"/>
                  </a:cubicBezTo>
                  <a:cubicBezTo>
                    <a:pt x="81663" y="20482"/>
                    <a:pt x="81663" y="26275"/>
                    <a:pt x="80266" y="30620"/>
                  </a:cubicBezTo>
                  <a:cubicBezTo>
                    <a:pt x="84658" y="30620"/>
                    <a:pt x="83261" y="37862"/>
                    <a:pt x="81663" y="40965"/>
                  </a:cubicBezTo>
                  <a:cubicBezTo>
                    <a:pt x="81663" y="43862"/>
                    <a:pt x="81663" y="48206"/>
                    <a:pt x="78868" y="46758"/>
                  </a:cubicBezTo>
                  <a:close/>
                  <a:moveTo>
                    <a:pt x="98635" y="112551"/>
                  </a:moveTo>
                  <a:lnTo>
                    <a:pt x="98635" y="112551"/>
                  </a:lnTo>
                  <a:cubicBezTo>
                    <a:pt x="114209" y="112551"/>
                    <a:pt x="114209" y="112551"/>
                    <a:pt x="114209" y="112551"/>
                  </a:cubicBezTo>
                  <a:cubicBezTo>
                    <a:pt x="115607" y="112551"/>
                    <a:pt x="118402" y="112551"/>
                    <a:pt x="119800" y="111103"/>
                  </a:cubicBezTo>
                  <a:cubicBezTo>
                    <a:pt x="119800" y="112551"/>
                    <a:pt x="119800" y="114000"/>
                    <a:pt x="119800" y="114000"/>
                  </a:cubicBezTo>
                  <a:cubicBezTo>
                    <a:pt x="119800" y="118344"/>
                    <a:pt x="117004" y="119793"/>
                    <a:pt x="114209" y="119793"/>
                  </a:cubicBezTo>
                  <a:cubicBezTo>
                    <a:pt x="97237" y="119793"/>
                    <a:pt x="97237" y="119793"/>
                    <a:pt x="97237" y="119793"/>
                  </a:cubicBezTo>
                  <a:cubicBezTo>
                    <a:pt x="98635" y="118344"/>
                    <a:pt x="98635" y="116896"/>
                    <a:pt x="98635" y="114000"/>
                  </a:cubicBezTo>
                  <a:lnTo>
                    <a:pt x="98635" y="11255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8" name="Shape 4838"/>
            <p:cNvSpPr/>
            <p:nvPr/>
          </p:nvSpPr>
          <p:spPr>
            <a:xfrm>
              <a:off x="3549687" y="3226403"/>
              <a:ext cx="292024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147" y="102206"/>
                  </a:moveTo>
                  <a:lnTo>
                    <a:pt x="110147" y="102206"/>
                  </a:lnTo>
                  <a:cubicBezTo>
                    <a:pt x="117044" y="111103"/>
                    <a:pt x="117044" y="111103"/>
                    <a:pt x="117044" y="111103"/>
                  </a:cubicBezTo>
                  <a:cubicBezTo>
                    <a:pt x="118423" y="111103"/>
                    <a:pt x="119802" y="112551"/>
                    <a:pt x="119802" y="114000"/>
                  </a:cubicBezTo>
                  <a:cubicBezTo>
                    <a:pt x="119802" y="118344"/>
                    <a:pt x="117044" y="119793"/>
                    <a:pt x="114285" y="119793"/>
                  </a:cubicBezTo>
                  <a:cubicBezTo>
                    <a:pt x="112906" y="119793"/>
                    <a:pt x="111527" y="119793"/>
                    <a:pt x="110147" y="118344"/>
                  </a:cubicBezTo>
                  <a:cubicBezTo>
                    <a:pt x="103054" y="111103"/>
                    <a:pt x="103054" y="111103"/>
                    <a:pt x="103054" y="111103"/>
                  </a:cubicBezTo>
                  <a:cubicBezTo>
                    <a:pt x="94778" y="118344"/>
                    <a:pt x="94778" y="118344"/>
                    <a:pt x="94778" y="118344"/>
                  </a:cubicBezTo>
                  <a:cubicBezTo>
                    <a:pt x="94778" y="119793"/>
                    <a:pt x="93399" y="119793"/>
                    <a:pt x="92019" y="119793"/>
                  </a:cubicBezTo>
                  <a:cubicBezTo>
                    <a:pt x="87881" y="119793"/>
                    <a:pt x="86502" y="118344"/>
                    <a:pt x="86502" y="114000"/>
                  </a:cubicBezTo>
                  <a:cubicBezTo>
                    <a:pt x="86502" y="112551"/>
                    <a:pt x="86502" y="111103"/>
                    <a:pt x="87881" y="111103"/>
                  </a:cubicBezTo>
                  <a:cubicBezTo>
                    <a:pt x="94778" y="102206"/>
                    <a:pt x="94778" y="102206"/>
                    <a:pt x="94778" y="102206"/>
                  </a:cubicBezTo>
                  <a:cubicBezTo>
                    <a:pt x="87881" y="94965"/>
                    <a:pt x="87881" y="94965"/>
                    <a:pt x="87881" y="94965"/>
                  </a:cubicBezTo>
                  <a:cubicBezTo>
                    <a:pt x="86502" y="93517"/>
                    <a:pt x="86502" y="92068"/>
                    <a:pt x="86502" y="90620"/>
                  </a:cubicBezTo>
                  <a:cubicBezTo>
                    <a:pt x="86502" y="87724"/>
                    <a:pt x="87881" y="84827"/>
                    <a:pt x="92019" y="84827"/>
                  </a:cubicBezTo>
                  <a:cubicBezTo>
                    <a:pt x="93399" y="84827"/>
                    <a:pt x="94778" y="86275"/>
                    <a:pt x="94778" y="87724"/>
                  </a:cubicBezTo>
                  <a:cubicBezTo>
                    <a:pt x="103054" y="94965"/>
                    <a:pt x="103054" y="94965"/>
                    <a:pt x="103054" y="94965"/>
                  </a:cubicBezTo>
                  <a:cubicBezTo>
                    <a:pt x="110147" y="87724"/>
                    <a:pt x="110147" y="87724"/>
                    <a:pt x="110147" y="87724"/>
                  </a:cubicBezTo>
                  <a:cubicBezTo>
                    <a:pt x="111527" y="86275"/>
                    <a:pt x="112906" y="84827"/>
                    <a:pt x="114285" y="84827"/>
                  </a:cubicBezTo>
                  <a:cubicBezTo>
                    <a:pt x="117044" y="84827"/>
                    <a:pt x="119802" y="87724"/>
                    <a:pt x="119802" y="90620"/>
                  </a:cubicBezTo>
                  <a:cubicBezTo>
                    <a:pt x="119802" y="92068"/>
                    <a:pt x="118423" y="93517"/>
                    <a:pt x="117044" y="94965"/>
                  </a:cubicBezTo>
                  <a:lnTo>
                    <a:pt x="110147" y="102206"/>
                  </a:lnTo>
                  <a:close/>
                  <a:moveTo>
                    <a:pt x="80788" y="90620"/>
                  </a:moveTo>
                  <a:lnTo>
                    <a:pt x="80788" y="90620"/>
                  </a:lnTo>
                  <a:cubicBezTo>
                    <a:pt x="80788" y="94965"/>
                    <a:pt x="82167" y="97862"/>
                    <a:pt x="83546" y="99310"/>
                  </a:cubicBezTo>
                  <a:cubicBezTo>
                    <a:pt x="86502" y="102206"/>
                    <a:pt x="86502" y="102206"/>
                    <a:pt x="86502" y="102206"/>
                  </a:cubicBezTo>
                  <a:cubicBezTo>
                    <a:pt x="83546" y="106758"/>
                    <a:pt x="83546" y="106758"/>
                    <a:pt x="83546" y="106758"/>
                  </a:cubicBezTo>
                  <a:cubicBezTo>
                    <a:pt x="82167" y="108206"/>
                    <a:pt x="80788" y="111103"/>
                    <a:pt x="80788" y="114000"/>
                  </a:cubicBezTo>
                  <a:cubicBezTo>
                    <a:pt x="80788" y="116896"/>
                    <a:pt x="80788" y="118344"/>
                    <a:pt x="82167" y="119793"/>
                  </a:cubicBezTo>
                  <a:cubicBezTo>
                    <a:pt x="5714" y="119793"/>
                    <a:pt x="5714" y="119793"/>
                    <a:pt x="5714" y="119793"/>
                  </a:cubicBezTo>
                  <a:cubicBezTo>
                    <a:pt x="2955" y="119793"/>
                    <a:pt x="0" y="118344"/>
                    <a:pt x="0" y="114000"/>
                  </a:cubicBezTo>
                  <a:cubicBezTo>
                    <a:pt x="0" y="114000"/>
                    <a:pt x="0" y="93517"/>
                    <a:pt x="15369" y="84827"/>
                  </a:cubicBezTo>
                  <a:cubicBezTo>
                    <a:pt x="25221" y="80275"/>
                    <a:pt x="20886" y="84827"/>
                    <a:pt x="32118" y="78827"/>
                  </a:cubicBezTo>
                  <a:cubicBezTo>
                    <a:pt x="44532" y="74482"/>
                    <a:pt x="47487" y="73034"/>
                    <a:pt x="47487" y="73034"/>
                  </a:cubicBezTo>
                  <a:cubicBezTo>
                    <a:pt x="47487" y="61241"/>
                    <a:pt x="47487" y="61241"/>
                    <a:pt x="47487" y="61241"/>
                  </a:cubicBezTo>
                  <a:cubicBezTo>
                    <a:pt x="47487" y="61241"/>
                    <a:pt x="43152" y="56896"/>
                    <a:pt x="41773" y="46758"/>
                  </a:cubicBezTo>
                  <a:cubicBezTo>
                    <a:pt x="39014" y="48206"/>
                    <a:pt x="37635" y="43862"/>
                    <a:pt x="37635" y="40965"/>
                  </a:cubicBezTo>
                  <a:cubicBezTo>
                    <a:pt x="37635" y="37862"/>
                    <a:pt x="36256" y="30620"/>
                    <a:pt x="39014" y="30620"/>
                  </a:cubicBezTo>
                  <a:cubicBezTo>
                    <a:pt x="39014" y="26275"/>
                    <a:pt x="37635" y="20482"/>
                    <a:pt x="39014" y="19034"/>
                  </a:cubicBezTo>
                  <a:cubicBezTo>
                    <a:pt x="39014" y="10137"/>
                    <a:pt x="47487" y="0"/>
                    <a:pt x="59901" y="0"/>
                  </a:cubicBezTo>
                  <a:cubicBezTo>
                    <a:pt x="75270" y="0"/>
                    <a:pt x="80788" y="10137"/>
                    <a:pt x="82167" y="19034"/>
                  </a:cubicBezTo>
                  <a:cubicBezTo>
                    <a:pt x="82167" y="20482"/>
                    <a:pt x="80788" y="26275"/>
                    <a:pt x="80788" y="30620"/>
                  </a:cubicBezTo>
                  <a:cubicBezTo>
                    <a:pt x="83546" y="30620"/>
                    <a:pt x="82167" y="37862"/>
                    <a:pt x="82167" y="40965"/>
                  </a:cubicBezTo>
                  <a:cubicBezTo>
                    <a:pt x="82167" y="43862"/>
                    <a:pt x="80788" y="48206"/>
                    <a:pt x="78029" y="46758"/>
                  </a:cubicBezTo>
                  <a:cubicBezTo>
                    <a:pt x="76650" y="56896"/>
                    <a:pt x="72512" y="61241"/>
                    <a:pt x="72512" y="61241"/>
                  </a:cubicBezTo>
                  <a:cubicBezTo>
                    <a:pt x="72512" y="73034"/>
                    <a:pt x="72512" y="73034"/>
                    <a:pt x="72512" y="73034"/>
                  </a:cubicBezTo>
                  <a:cubicBezTo>
                    <a:pt x="72512" y="73034"/>
                    <a:pt x="75270" y="74482"/>
                    <a:pt x="87881" y="78827"/>
                  </a:cubicBezTo>
                  <a:cubicBezTo>
                    <a:pt x="87881" y="78827"/>
                    <a:pt x="87881" y="80275"/>
                    <a:pt x="89261" y="80275"/>
                  </a:cubicBezTo>
                  <a:cubicBezTo>
                    <a:pt x="83546" y="81931"/>
                    <a:pt x="80788" y="86275"/>
                    <a:pt x="80788" y="906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9" name="Shape 4839"/>
            <p:cNvSpPr/>
            <p:nvPr/>
          </p:nvSpPr>
          <p:spPr>
            <a:xfrm>
              <a:off x="3043935" y="3226403"/>
              <a:ext cx="289909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857" y="114000"/>
                  </a:moveTo>
                  <a:lnTo>
                    <a:pt x="102857" y="114000"/>
                  </a:lnTo>
                  <a:cubicBezTo>
                    <a:pt x="102857" y="115448"/>
                    <a:pt x="101461" y="116896"/>
                    <a:pt x="100066" y="116896"/>
                  </a:cubicBezTo>
                  <a:cubicBezTo>
                    <a:pt x="98671" y="116896"/>
                    <a:pt x="97275" y="115448"/>
                    <a:pt x="95880" y="114000"/>
                  </a:cubicBezTo>
                  <a:cubicBezTo>
                    <a:pt x="88903" y="106758"/>
                    <a:pt x="88903" y="106758"/>
                    <a:pt x="88903" y="106758"/>
                  </a:cubicBezTo>
                  <a:cubicBezTo>
                    <a:pt x="87508" y="105310"/>
                    <a:pt x="85913" y="103862"/>
                    <a:pt x="85913" y="102206"/>
                  </a:cubicBezTo>
                  <a:cubicBezTo>
                    <a:pt x="85913" y="99310"/>
                    <a:pt x="88903" y="96413"/>
                    <a:pt x="91694" y="96413"/>
                  </a:cubicBezTo>
                  <a:cubicBezTo>
                    <a:pt x="93089" y="96413"/>
                    <a:pt x="94485" y="97862"/>
                    <a:pt x="95880" y="99310"/>
                  </a:cubicBezTo>
                  <a:cubicBezTo>
                    <a:pt x="100066" y="102206"/>
                    <a:pt x="100066" y="102206"/>
                    <a:pt x="100066" y="102206"/>
                  </a:cubicBezTo>
                  <a:cubicBezTo>
                    <a:pt x="111428" y="90620"/>
                    <a:pt x="111428" y="90620"/>
                    <a:pt x="111428" y="90620"/>
                  </a:cubicBezTo>
                  <a:cubicBezTo>
                    <a:pt x="111428" y="89172"/>
                    <a:pt x="112823" y="89172"/>
                    <a:pt x="114219" y="89172"/>
                  </a:cubicBezTo>
                  <a:cubicBezTo>
                    <a:pt x="118405" y="89172"/>
                    <a:pt x="119800" y="92068"/>
                    <a:pt x="119800" y="94965"/>
                  </a:cubicBezTo>
                  <a:cubicBezTo>
                    <a:pt x="119800" y="96413"/>
                    <a:pt x="119800" y="97862"/>
                    <a:pt x="118405" y="99310"/>
                  </a:cubicBezTo>
                  <a:lnTo>
                    <a:pt x="102857" y="114000"/>
                  </a:lnTo>
                  <a:close/>
                  <a:moveTo>
                    <a:pt x="100066" y="93517"/>
                  </a:moveTo>
                  <a:lnTo>
                    <a:pt x="100066" y="93517"/>
                  </a:lnTo>
                  <a:cubicBezTo>
                    <a:pt x="97275" y="92068"/>
                    <a:pt x="94485" y="90620"/>
                    <a:pt x="91694" y="90620"/>
                  </a:cubicBezTo>
                  <a:cubicBezTo>
                    <a:pt x="85913" y="90620"/>
                    <a:pt x="80332" y="96413"/>
                    <a:pt x="80332" y="102206"/>
                  </a:cubicBezTo>
                  <a:cubicBezTo>
                    <a:pt x="80332" y="106758"/>
                    <a:pt x="81727" y="109655"/>
                    <a:pt x="84518" y="111103"/>
                  </a:cubicBezTo>
                  <a:cubicBezTo>
                    <a:pt x="91694" y="118344"/>
                    <a:pt x="91694" y="118344"/>
                    <a:pt x="91694" y="118344"/>
                  </a:cubicBezTo>
                  <a:cubicBezTo>
                    <a:pt x="91694" y="119793"/>
                    <a:pt x="93089" y="119793"/>
                    <a:pt x="93089" y="119793"/>
                  </a:cubicBezTo>
                  <a:cubicBezTo>
                    <a:pt x="5780" y="119793"/>
                    <a:pt x="5780" y="119793"/>
                    <a:pt x="5780" y="119793"/>
                  </a:cubicBezTo>
                  <a:cubicBezTo>
                    <a:pt x="2990" y="119793"/>
                    <a:pt x="0" y="118344"/>
                    <a:pt x="0" y="114000"/>
                  </a:cubicBezTo>
                  <a:cubicBezTo>
                    <a:pt x="0" y="114000"/>
                    <a:pt x="0" y="93517"/>
                    <a:pt x="15548" y="84827"/>
                  </a:cubicBezTo>
                  <a:cubicBezTo>
                    <a:pt x="23920" y="80275"/>
                    <a:pt x="21129" y="84827"/>
                    <a:pt x="32491" y="78827"/>
                  </a:cubicBezTo>
                  <a:cubicBezTo>
                    <a:pt x="43654" y="74482"/>
                    <a:pt x="46445" y="73034"/>
                    <a:pt x="46445" y="73034"/>
                  </a:cubicBezTo>
                  <a:cubicBezTo>
                    <a:pt x="46445" y="61241"/>
                    <a:pt x="46445" y="61241"/>
                    <a:pt x="46445" y="61241"/>
                  </a:cubicBezTo>
                  <a:cubicBezTo>
                    <a:pt x="46445" y="61241"/>
                    <a:pt x="42259" y="56896"/>
                    <a:pt x="40863" y="46758"/>
                  </a:cubicBezTo>
                  <a:cubicBezTo>
                    <a:pt x="38073" y="48206"/>
                    <a:pt x="38073" y="43862"/>
                    <a:pt x="38073" y="40965"/>
                  </a:cubicBezTo>
                  <a:cubicBezTo>
                    <a:pt x="38073" y="37862"/>
                    <a:pt x="36677" y="30620"/>
                    <a:pt x="39468" y="30620"/>
                  </a:cubicBezTo>
                  <a:cubicBezTo>
                    <a:pt x="38073" y="26275"/>
                    <a:pt x="38073" y="20482"/>
                    <a:pt x="38073" y="19034"/>
                  </a:cubicBezTo>
                  <a:cubicBezTo>
                    <a:pt x="39468" y="10137"/>
                    <a:pt x="48039" y="0"/>
                    <a:pt x="60598" y="0"/>
                  </a:cubicBezTo>
                  <a:cubicBezTo>
                    <a:pt x="74750" y="0"/>
                    <a:pt x="81727" y="10137"/>
                    <a:pt x="81727" y="19034"/>
                  </a:cubicBezTo>
                  <a:cubicBezTo>
                    <a:pt x="81727" y="20482"/>
                    <a:pt x="81727" y="26275"/>
                    <a:pt x="80332" y="30620"/>
                  </a:cubicBezTo>
                  <a:cubicBezTo>
                    <a:pt x="84518" y="30620"/>
                    <a:pt x="83122" y="37862"/>
                    <a:pt x="83122" y="40965"/>
                  </a:cubicBezTo>
                  <a:cubicBezTo>
                    <a:pt x="83122" y="43862"/>
                    <a:pt x="81727" y="48206"/>
                    <a:pt x="78936" y="46758"/>
                  </a:cubicBezTo>
                  <a:cubicBezTo>
                    <a:pt x="77541" y="56896"/>
                    <a:pt x="73355" y="61241"/>
                    <a:pt x="73355" y="61241"/>
                  </a:cubicBezTo>
                  <a:cubicBezTo>
                    <a:pt x="73355" y="73034"/>
                    <a:pt x="73355" y="73034"/>
                    <a:pt x="73355" y="73034"/>
                  </a:cubicBezTo>
                  <a:cubicBezTo>
                    <a:pt x="73355" y="73034"/>
                    <a:pt x="76146" y="74482"/>
                    <a:pt x="87508" y="78827"/>
                  </a:cubicBezTo>
                  <a:cubicBezTo>
                    <a:pt x="100066" y="84827"/>
                    <a:pt x="95880" y="80275"/>
                    <a:pt x="105647" y="84827"/>
                  </a:cubicBezTo>
                  <a:cubicBezTo>
                    <a:pt x="105647" y="86275"/>
                    <a:pt x="105647" y="86275"/>
                    <a:pt x="107043" y="86275"/>
                  </a:cubicBezTo>
                  <a:lnTo>
                    <a:pt x="100066" y="93517"/>
                  </a:lnTo>
                  <a:close/>
                  <a:moveTo>
                    <a:pt x="119800" y="106758"/>
                  </a:moveTo>
                  <a:lnTo>
                    <a:pt x="119800" y="106758"/>
                  </a:lnTo>
                  <a:cubicBezTo>
                    <a:pt x="119800" y="111103"/>
                    <a:pt x="119800" y="114000"/>
                    <a:pt x="119800" y="114000"/>
                  </a:cubicBezTo>
                  <a:cubicBezTo>
                    <a:pt x="119800" y="118344"/>
                    <a:pt x="118405" y="119793"/>
                    <a:pt x="114219" y="119793"/>
                  </a:cubicBezTo>
                  <a:cubicBezTo>
                    <a:pt x="105647" y="119793"/>
                    <a:pt x="105647" y="119793"/>
                    <a:pt x="105647" y="119793"/>
                  </a:cubicBezTo>
                  <a:cubicBezTo>
                    <a:pt x="107043" y="119793"/>
                    <a:pt x="107043" y="119793"/>
                    <a:pt x="107043" y="118344"/>
                  </a:cubicBezTo>
                  <a:lnTo>
                    <a:pt x="119800" y="1067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0" name="Shape 4840"/>
            <p:cNvSpPr/>
            <p:nvPr/>
          </p:nvSpPr>
          <p:spPr>
            <a:xfrm>
              <a:off x="2538184" y="3226403"/>
              <a:ext cx="289907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114000"/>
                  </a:moveTo>
                  <a:lnTo>
                    <a:pt x="119800" y="114000"/>
                  </a:lnTo>
                  <a:cubicBezTo>
                    <a:pt x="119800" y="118344"/>
                    <a:pt x="117009" y="119793"/>
                    <a:pt x="114219" y="119793"/>
                  </a:cubicBezTo>
                  <a:cubicBezTo>
                    <a:pt x="5780" y="119793"/>
                    <a:pt x="5780" y="119793"/>
                    <a:pt x="5780" y="119793"/>
                  </a:cubicBezTo>
                  <a:cubicBezTo>
                    <a:pt x="1395" y="119793"/>
                    <a:pt x="0" y="118344"/>
                    <a:pt x="0" y="114000"/>
                  </a:cubicBezTo>
                  <a:cubicBezTo>
                    <a:pt x="0" y="114000"/>
                    <a:pt x="0" y="93517"/>
                    <a:pt x="14152" y="84827"/>
                  </a:cubicBezTo>
                  <a:cubicBezTo>
                    <a:pt x="23920" y="80275"/>
                    <a:pt x="19734" y="84827"/>
                    <a:pt x="32491" y="78827"/>
                  </a:cubicBezTo>
                  <a:cubicBezTo>
                    <a:pt x="43654" y="74482"/>
                    <a:pt x="46445" y="73034"/>
                    <a:pt x="46445" y="73034"/>
                  </a:cubicBezTo>
                  <a:cubicBezTo>
                    <a:pt x="46445" y="61241"/>
                    <a:pt x="46445" y="61241"/>
                    <a:pt x="46445" y="61241"/>
                  </a:cubicBezTo>
                  <a:cubicBezTo>
                    <a:pt x="46445" y="61241"/>
                    <a:pt x="42259" y="56896"/>
                    <a:pt x="40863" y="46758"/>
                  </a:cubicBezTo>
                  <a:cubicBezTo>
                    <a:pt x="38073" y="48206"/>
                    <a:pt x="36677" y="43862"/>
                    <a:pt x="36677" y="40965"/>
                  </a:cubicBezTo>
                  <a:cubicBezTo>
                    <a:pt x="36677" y="37862"/>
                    <a:pt x="35282" y="30620"/>
                    <a:pt x="39468" y="30620"/>
                  </a:cubicBezTo>
                  <a:cubicBezTo>
                    <a:pt x="38073" y="26275"/>
                    <a:pt x="38073" y="20482"/>
                    <a:pt x="38073" y="19034"/>
                  </a:cubicBezTo>
                  <a:cubicBezTo>
                    <a:pt x="38073" y="10137"/>
                    <a:pt x="46445" y="0"/>
                    <a:pt x="59202" y="0"/>
                  </a:cubicBezTo>
                  <a:cubicBezTo>
                    <a:pt x="74750" y="0"/>
                    <a:pt x="80332" y="10137"/>
                    <a:pt x="81727" y="19034"/>
                  </a:cubicBezTo>
                  <a:cubicBezTo>
                    <a:pt x="81727" y="20482"/>
                    <a:pt x="81727" y="26275"/>
                    <a:pt x="80332" y="30620"/>
                  </a:cubicBezTo>
                  <a:cubicBezTo>
                    <a:pt x="84518" y="30620"/>
                    <a:pt x="83122" y="37862"/>
                    <a:pt x="81727" y="40965"/>
                  </a:cubicBezTo>
                  <a:cubicBezTo>
                    <a:pt x="81727" y="43862"/>
                    <a:pt x="81727" y="48206"/>
                    <a:pt x="78936" y="46758"/>
                  </a:cubicBezTo>
                  <a:cubicBezTo>
                    <a:pt x="77541" y="56896"/>
                    <a:pt x="73355" y="61241"/>
                    <a:pt x="73355" y="61241"/>
                  </a:cubicBezTo>
                  <a:cubicBezTo>
                    <a:pt x="73355" y="73034"/>
                    <a:pt x="73355" y="73034"/>
                    <a:pt x="73355" y="73034"/>
                  </a:cubicBezTo>
                  <a:cubicBezTo>
                    <a:pt x="73355" y="73034"/>
                    <a:pt x="76146" y="74482"/>
                    <a:pt x="87308" y="78827"/>
                  </a:cubicBezTo>
                  <a:cubicBezTo>
                    <a:pt x="98671" y="84827"/>
                    <a:pt x="95880" y="80275"/>
                    <a:pt x="104252" y="84827"/>
                  </a:cubicBezTo>
                  <a:cubicBezTo>
                    <a:pt x="107043" y="86275"/>
                    <a:pt x="109833" y="89172"/>
                    <a:pt x="111428" y="90620"/>
                  </a:cubicBezTo>
                  <a:cubicBezTo>
                    <a:pt x="90299" y="90620"/>
                    <a:pt x="90299" y="90620"/>
                    <a:pt x="90299" y="90620"/>
                  </a:cubicBezTo>
                  <a:cubicBezTo>
                    <a:pt x="83122" y="90620"/>
                    <a:pt x="78936" y="96413"/>
                    <a:pt x="78936" y="102206"/>
                  </a:cubicBezTo>
                  <a:cubicBezTo>
                    <a:pt x="78936" y="109655"/>
                    <a:pt x="83122" y="114000"/>
                    <a:pt x="90299" y="114000"/>
                  </a:cubicBezTo>
                  <a:cubicBezTo>
                    <a:pt x="112823" y="114000"/>
                    <a:pt x="112823" y="114000"/>
                    <a:pt x="112823" y="114000"/>
                  </a:cubicBezTo>
                  <a:cubicBezTo>
                    <a:pt x="115614" y="114000"/>
                    <a:pt x="117009" y="114000"/>
                    <a:pt x="119800" y="111103"/>
                  </a:cubicBezTo>
                  <a:cubicBezTo>
                    <a:pt x="119800" y="114000"/>
                    <a:pt x="119800" y="114000"/>
                    <a:pt x="119800" y="114000"/>
                  </a:cubicBezTo>
                  <a:close/>
                  <a:moveTo>
                    <a:pt x="112823" y="108206"/>
                  </a:moveTo>
                  <a:lnTo>
                    <a:pt x="112823" y="108206"/>
                  </a:lnTo>
                  <a:cubicBezTo>
                    <a:pt x="90299" y="108206"/>
                    <a:pt x="90299" y="108206"/>
                    <a:pt x="90299" y="108206"/>
                  </a:cubicBezTo>
                  <a:cubicBezTo>
                    <a:pt x="85913" y="108206"/>
                    <a:pt x="84518" y="106758"/>
                    <a:pt x="84518" y="102206"/>
                  </a:cubicBezTo>
                  <a:cubicBezTo>
                    <a:pt x="84518" y="99310"/>
                    <a:pt x="85913" y="96413"/>
                    <a:pt x="90299" y="96413"/>
                  </a:cubicBezTo>
                  <a:cubicBezTo>
                    <a:pt x="112823" y="96413"/>
                    <a:pt x="112823" y="96413"/>
                    <a:pt x="112823" y="96413"/>
                  </a:cubicBezTo>
                  <a:cubicBezTo>
                    <a:pt x="115614" y="96413"/>
                    <a:pt x="118405" y="99310"/>
                    <a:pt x="118405" y="102206"/>
                  </a:cubicBezTo>
                  <a:cubicBezTo>
                    <a:pt x="118405" y="106758"/>
                    <a:pt x="115614" y="108206"/>
                    <a:pt x="112823" y="10820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1" name="Shape 4841"/>
            <p:cNvSpPr/>
            <p:nvPr/>
          </p:nvSpPr>
          <p:spPr>
            <a:xfrm>
              <a:off x="2030317" y="3226403"/>
              <a:ext cx="292024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2" y="114000"/>
                  </a:moveTo>
                  <a:lnTo>
                    <a:pt x="119802" y="114000"/>
                  </a:lnTo>
                  <a:cubicBezTo>
                    <a:pt x="119802" y="118344"/>
                    <a:pt x="117044" y="119793"/>
                    <a:pt x="114285" y="119793"/>
                  </a:cubicBezTo>
                  <a:cubicBezTo>
                    <a:pt x="109950" y="119793"/>
                    <a:pt x="109950" y="119793"/>
                    <a:pt x="109950" y="119793"/>
                  </a:cubicBezTo>
                  <a:cubicBezTo>
                    <a:pt x="111330" y="118344"/>
                    <a:pt x="111330" y="116896"/>
                    <a:pt x="111330" y="114000"/>
                  </a:cubicBezTo>
                  <a:cubicBezTo>
                    <a:pt x="114285" y="114000"/>
                    <a:pt x="117044" y="114000"/>
                    <a:pt x="119802" y="111103"/>
                  </a:cubicBezTo>
                  <a:cubicBezTo>
                    <a:pt x="119802" y="114000"/>
                    <a:pt x="119802" y="114000"/>
                    <a:pt x="119802" y="114000"/>
                  </a:cubicBezTo>
                  <a:close/>
                  <a:moveTo>
                    <a:pt x="111330" y="108206"/>
                  </a:moveTo>
                  <a:lnTo>
                    <a:pt x="111330" y="108206"/>
                  </a:lnTo>
                  <a:cubicBezTo>
                    <a:pt x="105812" y="108206"/>
                    <a:pt x="105812" y="108206"/>
                    <a:pt x="105812" y="108206"/>
                  </a:cubicBezTo>
                  <a:cubicBezTo>
                    <a:pt x="105812" y="114000"/>
                    <a:pt x="105812" y="114000"/>
                    <a:pt x="105812" y="114000"/>
                  </a:cubicBezTo>
                  <a:cubicBezTo>
                    <a:pt x="105812" y="118344"/>
                    <a:pt x="104433" y="119793"/>
                    <a:pt x="100295" y="119793"/>
                  </a:cubicBezTo>
                  <a:cubicBezTo>
                    <a:pt x="97536" y="119793"/>
                    <a:pt x="94778" y="118344"/>
                    <a:pt x="94778" y="114000"/>
                  </a:cubicBezTo>
                  <a:cubicBezTo>
                    <a:pt x="94778" y="108206"/>
                    <a:pt x="94778" y="108206"/>
                    <a:pt x="94778" y="108206"/>
                  </a:cubicBezTo>
                  <a:cubicBezTo>
                    <a:pt x="89064" y="108206"/>
                    <a:pt x="89064" y="108206"/>
                    <a:pt x="89064" y="108206"/>
                  </a:cubicBezTo>
                  <a:cubicBezTo>
                    <a:pt x="86305" y="108206"/>
                    <a:pt x="83546" y="106758"/>
                    <a:pt x="83546" y="102206"/>
                  </a:cubicBezTo>
                  <a:cubicBezTo>
                    <a:pt x="83546" y="99310"/>
                    <a:pt x="86305" y="96413"/>
                    <a:pt x="89064" y="96413"/>
                  </a:cubicBezTo>
                  <a:cubicBezTo>
                    <a:pt x="94778" y="96413"/>
                    <a:pt x="94778" y="96413"/>
                    <a:pt x="94778" y="96413"/>
                  </a:cubicBezTo>
                  <a:cubicBezTo>
                    <a:pt x="94778" y="90620"/>
                    <a:pt x="94778" y="90620"/>
                    <a:pt x="94778" y="90620"/>
                  </a:cubicBezTo>
                  <a:cubicBezTo>
                    <a:pt x="94778" y="87724"/>
                    <a:pt x="97536" y="84827"/>
                    <a:pt x="100295" y="84827"/>
                  </a:cubicBezTo>
                  <a:cubicBezTo>
                    <a:pt x="104433" y="84827"/>
                    <a:pt x="105812" y="87724"/>
                    <a:pt x="105812" y="90620"/>
                  </a:cubicBezTo>
                  <a:cubicBezTo>
                    <a:pt x="105812" y="96413"/>
                    <a:pt x="105812" y="96413"/>
                    <a:pt x="105812" y="96413"/>
                  </a:cubicBezTo>
                  <a:cubicBezTo>
                    <a:pt x="111330" y="96413"/>
                    <a:pt x="111330" y="96413"/>
                    <a:pt x="111330" y="96413"/>
                  </a:cubicBezTo>
                  <a:cubicBezTo>
                    <a:pt x="115665" y="96413"/>
                    <a:pt x="117044" y="99310"/>
                    <a:pt x="117044" y="102206"/>
                  </a:cubicBezTo>
                  <a:cubicBezTo>
                    <a:pt x="117044" y="106758"/>
                    <a:pt x="115665" y="108206"/>
                    <a:pt x="111330" y="108206"/>
                  </a:cubicBezTo>
                  <a:close/>
                  <a:moveTo>
                    <a:pt x="89064" y="90620"/>
                  </a:moveTo>
                  <a:lnTo>
                    <a:pt x="89064" y="90620"/>
                  </a:lnTo>
                  <a:cubicBezTo>
                    <a:pt x="83546" y="90620"/>
                    <a:pt x="78029" y="96413"/>
                    <a:pt x="78029" y="102206"/>
                  </a:cubicBezTo>
                  <a:cubicBezTo>
                    <a:pt x="78029" y="109655"/>
                    <a:pt x="83546" y="114000"/>
                    <a:pt x="89064" y="114000"/>
                  </a:cubicBezTo>
                  <a:cubicBezTo>
                    <a:pt x="89064" y="116896"/>
                    <a:pt x="90443" y="118344"/>
                    <a:pt x="90443" y="119793"/>
                  </a:cubicBezTo>
                  <a:cubicBezTo>
                    <a:pt x="5517" y="119793"/>
                    <a:pt x="5517" y="119793"/>
                    <a:pt x="5517" y="119793"/>
                  </a:cubicBezTo>
                  <a:cubicBezTo>
                    <a:pt x="2758" y="119793"/>
                    <a:pt x="0" y="118344"/>
                    <a:pt x="0" y="114000"/>
                  </a:cubicBezTo>
                  <a:cubicBezTo>
                    <a:pt x="0" y="114000"/>
                    <a:pt x="0" y="93517"/>
                    <a:pt x="15369" y="84827"/>
                  </a:cubicBezTo>
                  <a:cubicBezTo>
                    <a:pt x="25024" y="80275"/>
                    <a:pt x="20886" y="84827"/>
                    <a:pt x="32118" y="78827"/>
                  </a:cubicBezTo>
                  <a:cubicBezTo>
                    <a:pt x="44532" y="74482"/>
                    <a:pt x="47290" y="73034"/>
                    <a:pt x="47290" y="73034"/>
                  </a:cubicBezTo>
                  <a:cubicBezTo>
                    <a:pt x="47290" y="61241"/>
                    <a:pt x="47290" y="61241"/>
                    <a:pt x="47290" y="61241"/>
                  </a:cubicBezTo>
                  <a:cubicBezTo>
                    <a:pt x="47290" y="61241"/>
                    <a:pt x="43152" y="56896"/>
                    <a:pt x="41773" y="46758"/>
                  </a:cubicBezTo>
                  <a:cubicBezTo>
                    <a:pt x="39014" y="48206"/>
                    <a:pt x="37635" y="43862"/>
                    <a:pt x="37635" y="40965"/>
                  </a:cubicBezTo>
                  <a:cubicBezTo>
                    <a:pt x="37635" y="37862"/>
                    <a:pt x="36256" y="30620"/>
                    <a:pt x="39014" y="30620"/>
                  </a:cubicBezTo>
                  <a:cubicBezTo>
                    <a:pt x="39014" y="26275"/>
                    <a:pt x="37635" y="20482"/>
                    <a:pt x="39014" y="19034"/>
                  </a:cubicBezTo>
                  <a:cubicBezTo>
                    <a:pt x="39014" y="10137"/>
                    <a:pt x="47290" y="0"/>
                    <a:pt x="59901" y="0"/>
                  </a:cubicBezTo>
                  <a:cubicBezTo>
                    <a:pt x="75270" y="0"/>
                    <a:pt x="80788" y="10137"/>
                    <a:pt x="82167" y="19034"/>
                  </a:cubicBezTo>
                  <a:cubicBezTo>
                    <a:pt x="82167" y="20482"/>
                    <a:pt x="80788" y="26275"/>
                    <a:pt x="80788" y="30620"/>
                  </a:cubicBezTo>
                  <a:cubicBezTo>
                    <a:pt x="83546" y="30620"/>
                    <a:pt x="82167" y="37862"/>
                    <a:pt x="82167" y="40965"/>
                  </a:cubicBezTo>
                  <a:cubicBezTo>
                    <a:pt x="82167" y="43862"/>
                    <a:pt x="80788" y="48206"/>
                    <a:pt x="78029" y="46758"/>
                  </a:cubicBezTo>
                  <a:cubicBezTo>
                    <a:pt x="76650" y="56896"/>
                    <a:pt x="72512" y="61241"/>
                    <a:pt x="72512" y="61241"/>
                  </a:cubicBezTo>
                  <a:cubicBezTo>
                    <a:pt x="72512" y="73034"/>
                    <a:pt x="72512" y="73034"/>
                    <a:pt x="72512" y="73034"/>
                  </a:cubicBezTo>
                  <a:cubicBezTo>
                    <a:pt x="72512" y="73034"/>
                    <a:pt x="75270" y="74482"/>
                    <a:pt x="87684" y="78827"/>
                  </a:cubicBezTo>
                  <a:cubicBezTo>
                    <a:pt x="90443" y="80275"/>
                    <a:pt x="92019" y="81931"/>
                    <a:pt x="94778" y="81931"/>
                  </a:cubicBezTo>
                  <a:cubicBezTo>
                    <a:pt x="92019" y="83379"/>
                    <a:pt x="89064" y="87724"/>
                    <a:pt x="89064" y="906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2" name="Shape 4842"/>
            <p:cNvSpPr/>
            <p:nvPr/>
          </p:nvSpPr>
          <p:spPr>
            <a:xfrm>
              <a:off x="1524564" y="3226403"/>
              <a:ext cx="289909" cy="27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114000"/>
                  </a:moveTo>
                  <a:lnTo>
                    <a:pt x="119800" y="114000"/>
                  </a:lnTo>
                  <a:cubicBezTo>
                    <a:pt x="119800" y="118344"/>
                    <a:pt x="118405" y="119793"/>
                    <a:pt x="114019" y="119793"/>
                  </a:cubicBezTo>
                  <a:cubicBezTo>
                    <a:pt x="5581" y="119793"/>
                    <a:pt x="5581" y="119793"/>
                    <a:pt x="5581" y="119793"/>
                  </a:cubicBezTo>
                  <a:cubicBezTo>
                    <a:pt x="2790" y="119793"/>
                    <a:pt x="0" y="118344"/>
                    <a:pt x="0" y="114000"/>
                  </a:cubicBezTo>
                  <a:cubicBezTo>
                    <a:pt x="0" y="114000"/>
                    <a:pt x="0" y="93517"/>
                    <a:pt x="15548" y="84827"/>
                  </a:cubicBezTo>
                  <a:cubicBezTo>
                    <a:pt x="23920" y="80275"/>
                    <a:pt x="21129" y="84827"/>
                    <a:pt x="32491" y="78827"/>
                  </a:cubicBezTo>
                  <a:cubicBezTo>
                    <a:pt x="43654" y="74482"/>
                    <a:pt x="46445" y="73034"/>
                    <a:pt x="46445" y="73034"/>
                  </a:cubicBezTo>
                  <a:cubicBezTo>
                    <a:pt x="46445" y="61241"/>
                    <a:pt x="46445" y="61241"/>
                    <a:pt x="46445" y="61241"/>
                  </a:cubicBezTo>
                  <a:cubicBezTo>
                    <a:pt x="46445" y="61241"/>
                    <a:pt x="42259" y="56896"/>
                    <a:pt x="40863" y="46758"/>
                  </a:cubicBezTo>
                  <a:cubicBezTo>
                    <a:pt x="38073" y="48206"/>
                    <a:pt x="38073" y="43862"/>
                    <a:pt x="38073" y="40965"/>
                  </a:cubicBezTo>
                  <a:cubicBezTo>
                    <a:pt x="38073" y="37862"/>
                    <a:pt x="36677" y="30620"/>
                    <a:pt x="39468" y="30620"/>
                  </a:cubicBezTo>
                  <a:cubicBezTo>
                    <a:pt x="38073" y="26275"/>
                    <a:pt x="38073" y="20482"/>
                    <a:pt x="38073" y="19034"/>
                  </a:cubicBezTo>
                  <a:cubicBezTo>
                    <a:pt x="39468" y="10137"/>
                    <a:pt x="47840" y="0"/>
                    <a:pt x="60598" y="0"/>
                  </a:cubicBezTo>
                  <a:cubicBezTo>
                    <a:pt x="74750" y="0"/>
                    <a:pt x="81727" y="10137"/>
                    <a:pt x="81727" y="19034"/>
                  </a:cubicBezTo>
                  <a:cubicBezTo>
                    <a:pt x="81727" y="20482"/>
                    <a:pt x="81727" y="26275"/>
                    <a:pt x="80332" y="30620"/>
                  </a:cubicBezTo>
                  <a:cubicBezTo>
                    <a:pt x="84518" y="30620"/>
                    <a:pt x="83122" y="37862"/>
                    <a:pt x="83122" y="40965"/>
                  </a:cubicBezTo>
                  <a:cubicBezTo>
                    <a:pt x="83122" y="43862"/>
                    <a:pt x="81727" y="48206"/>
                    <a:pt x="78936" y="46758"/>
                  </a:cubicBezTo>
                  <a:cubicBezTo>
                    <a:pt x="77541" y="56896"/>
                    <a:pt x="73355" y="61241"/>
                    <a:pt x="73355" y="61241"/>
                  </a:cubicBezTo>
                  <a:cubicBezTo>
                    <a:pt x="73355" y="73034"/>
                    <a:pt x="73355" y="73034"/>
                    <a:pt x="73355" y="73034"/>
                  </a:cubicBezTo>
                  <a:cubicBezTo>
                    <a:pt x="73355" y="73034"/>
                    <a:pt x="76146" y="74482"/>
                    <a:pt x="87308" y="78827"/>
                  </a:cubicBezTo>
                  <a:cubicBezTo>
                    <a:pt x="100066" y="84827"/>
                    <a:pt x="95880" y="80275"/>
                    <a:pt x="105647" y="84827"/>
                  </a:cubicBezTo>
                  <a:cubicBezTo>
                    <a:pt x="119800" y="93517"/>
                    <a:pt x="119800" y="114000"/>
                    <a:pt x="119800" y="11400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3" name="Shape 4843"/>
            <p:cNvSpPr/>
            <p:nvPr/>
          </p:nvSpPr>
          <p:spPr>
            <a:xfrm>
              <a:off x="7096295" y="2731103"/>
              <a:ext cx="289907" cy="2540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5913" y="0"/>
                  </a:moveTo>
                  <a:lnTo>
                    <a:pt x="85913" y="0"/>
                  </a:lnTo>
                  <a:cubicBezTo>
                    <a:pt x="77541" y="0"/>
                    <a:pt x="68970" y="4745"/>
                    <a:pt x="63388" y="11073"/>
                  </a:cubicBezTo>
                  <a:cubicBezTo>
                    <a:pt x="59202" y="15819"/>
                    <a:pt x="59202" y="15819"/>
                    <a:pt x="59202" y="15819"/>
                  </a:cubicBezTo>
                  <a:cubicBezTo>
                    <a:pt x="56411" y="11073"/>
                    <a:pt x="56411" y="11073"/>
                    <a:pt x="56411" y="11073"/>
                  </a:cubicBezTo>
                  <a:cubicBezTo>
                    <a:pt x="49435" y="4745"/>
                    <a:pt x="42259" y="0"/>
                    <a:pt x="33887" y="0"/>
                  </a:cubicBezTo>
                  <a:cubicBezTo>
                    <a:pt x="23920" y="0"/>
                    <a:pt x="15548" y="4745"/>
                    <a:pt x="9966" y="11073"/>
                  </a:cubicBezTo>
                  <a:cubicBezTo>
                    <a:pt x="2790" y="18983"/>
                    <a:pt x="0" y="28700"/>
                    <a:pt x="0" y="38192"/>
                  </a:cubicBezTo>
                  <a:cubicBezTo>
                    <a:pt x="0" y="49491"/>
                    <a:pt x="2790" y="58983"/>
                    <a:pt x="9966" y="65536"/>
                  </a:cubicBezTo>
                  <a:cubicBezTo>
                    <a:pt x="55016" y="116610"/>
                    <a:pt x="55016" y="116610"/>
                    <a:pt x="55016" y="116610"/>
                  </a:cubicBezTo>
                  <a:cubicBezTo>
                    <a:pt x="56411" y="118192"/>
                    <a:pt x="57807" y="119774"/>
                    <a:pt x="59202" y="119774"/>
                  </a:cubicBezTo>
                  <a:cubicBezTo>
                    <a:pt x="61993" y="119774"/>
                    <a:pt x="63388" y="118192"/>
                    <a:pt x="64784" y="116610"/>
                  </a:cubicBezTo>
                  <a:cubicBezTo>
                    <a:pt x="109833" y="65536"/>
                    <a:pt x="109833" y="65536"/>
                    <a:pt x="109833" y="65536"/>
                  </a:cubicBezTo>
                  <a:cubicBezTo>
                    <a:pt x="117009" y="58983"/>
                    <a:pt x="119800" y="49491"/>
                    <a:pt x="119800" y="38192"/>
                  </a:cubicBezTo>
                  <a:cubicBezTo>
                    <a:pt x="119800" y="28700"/>
                    <a:pt x="117009" y="18983"/>
                    <a:pt x="109833" y="11073"/>
                  </a:cubicBezTo>
                  <a:cubicBezTo>
                    <a:pt x="102857" y="4745"/>
                    <a:pt x="94485" y="0"/>
                    <a:pt x="85913" y="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4" name="Shape 4844"/>
            <p:cNvSpPr/>
            <p:nvPr/>
          </p:nvSpPr>
          <p:spPr>
            <a:xfrm>
              <a:off x="6596892" y="2728987"/>
              <a:ext cx="281442" cy="2624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3877" y="34128"/>
                  </a:moveTo>
                  <a:lnTo>
                    <a:pt x="103877" y="34128"/>
                  </a:lnTo>
                  <a:cubicBezTo>
                    <a:pt x="85102" y="18495"/>
                    <a:pt x="85102" y="18495"/>
                    <a:pt x="85102" y="18495"/>
                  </a:cubicBezTo>
                  <a:cubicBezTo>
                    <a:pt x="85102" y="62091"/>
                    <a:pt x="85102" y="62091"/>
                    <a:pt x="85102" y="62091"/>
                  </a:cubicBezTo>
                  <a:cubicBezTo>
                    <a:pt x="80816" y="63633"/>
                    <a:pt x="76530" y="65394"/>
                    <a:pt x="73673" y="70018"/>
                  </a:cubicBezTo>
                  <a:cubicBezTo>
                    <a:pt x="73673" y="16954"/>
                    <a:pt x="73673" y="16954"/>
                    <a:pt x="73673" y="16954"/>
                  </a:cubicBezTo>
                  <a:cubicBezTo>
                    <a:pt x="41836" y="34128"/>
                    <a:pt x="41836" y="34128"/>
                    <a:pt x="41836" y="34128"/>
                  </a:cubicBezTo>
                  <a:cubicBezTo>
                    <a:pt x="41836" y="104146"/>
                    <a:pt x="41836" y="104146"/>
                    <a:pt x="41836" y="104146"/>
                  </a:cubicBezTo>
                  <a:cubicBezTo>
                    <a:pt x="63469" y="91816"/>
                    <a:pt x="63469" y="91816"/>
                    <a:pt x="63469" y="91816"/>
                  </a:cubicBezTo>
                  <a:lnTo>
                    <a:pt x="63469" y="93357"/>
                  </a:lnTo>
                  <a:cubicBezTo>
                    <a:pt x="63469" y="96440"/>
                    <a:pt x="63469" y="101064"/>
                    <a:pt x="64897" y="104146"/>
                  </a:cubicBezTo>
                  <a:cubicBezTo>
                    <a:pt x="38979" y="119779"/>
                    <a:pt x="38979" y="119779"/>
                    <a:pt x="38979" y="119779"/>
                  </a:cubicBezTo>
                  <a:cubicBezTo>
                    <a:pt x="38979" y="119779"/>
                    <a:pt x="37551" y="119779"/>
                    <a:pt x="36122" y="119779"/>
                  </a:cubicBezTo>
                  <a:cubicBezTo>
                    <a:pt x="34693" y="119779"/>
                    <a:pt x="34693" y="119779"/>
                    <a:pt x="33265" y="119779"/>
                  </a:cubicBezTo>
                  <a:cubicBezTo>
                    <a:pt x="2857" y="94899"/>
                    <a:pt x="2857" y="94899"/>
                    <a:pt x="2857" y="94899"/>
                  </a:cubicBezTo>
                  <a:cubicBezTo>
                    <a:pt x="1428" y="93357"/>
                    <a:pt x="0" y="91816"/>
                    <a:pt x="0" y="88513"/>
                  </a:cubicBezTo>
                  <a:cubicBezTo>
                    <a:pt x="0" y="6165"/>
                    <a:pt x="0" y="6165"/>
                    <a:pt x="0" y="6165"/>
                  </a:cubicBezTo>
                  <a:cubicBezTo>
                    <a:pt x="0" y="3082"/>
                    <a:pt x="2857" y="0"/>
                    <a:pt x="5714" y="0"/>
                  </a:cubicBezTo>
                  <a:cubicBezTo>
                    <a:pt x="7142" y="0"/>
                    <a:pt x="8775" y="0"/>
                    <a:pt x="8775" y="1541"/>
                  </a:cubicBezTo>
                  <a:cubicBezTo>
                    <a:pt x="37551" y="23339"/>
                    <a:pt x="37551" y="23339"/>
                    <a:pt x="37551" y="23339"/>
                  </a:cubicBezTo>
                  <a:cubicBezTo>
                    <a:pt x="76530" y="0"/>
                    <a:pt x="76530" y="0"/>
                    <a:pt x="76530" y="0"/>
                  </a:cubicBezTo>
                  <a:cubicBezTo>
                    <a:pt x="76530" y="0"/>
                    <a:pt x="77959" y="0"/>
                    <a:pt x="79387" y="0"/>
                  </a:cubicBezTo>
                  <a:cubicBezTo>
                    <a:pt x="80816" y="0"/>
                    <a:pt x="80816" y="0"/>
                    <a:pt x="82244" y="1541"/>
                  </a:cubicBezTo>
                  <a:cubicBezTo>
                    <a:pt x="112448" y="26422"/>
                    <a:pt x="112448" y="26422"/>
                    <a:pt x="112448" y="26422"/>
                  </a:cubicBezTo>
                  <a:cubicBezTo>
                    <a:pt x="113877" y="27963"/>
                    <a:pt x="115510" y="29504"/>
                    <a:pt x="115510" y="31045"/>
                  </a:cubicBezTo>
                  <a:cubicBezTo>
                    <a:pt x="115510" y="70018"/>
                    <a:pt x="115510" y="70018"/>
                    <a:pt x="115510" y="70018"/>
                  </a:cubicBezTo>
                  <a:cubicBezTo>
                    <a:pt x="112448" y="65394"/>
                    <a:pt x="108163" y="63633"/>
                    <a:pt x="103877" y="62091"/>
                  </a:cubicBezTo>
                  <a:lnTo>
                    <a:pt x="103877" y="34128"/>
                  </a:lnTo>
                  <a:close/>
                  <a:moveTo>
                    <a:pt x="30204" y="34128"/>
                  </a:moveTo>
                  <a:lnTo>
                    <a:pt x="30204" y="34128"/>
                  </a:lnTo>
                  <a:cubicBezTo>
                    <a:pt x="11632" y="18495"/>
                    <a:pt x="11632" y="18495"/>
                    <a:pt x="11632" y="18495"/>
                  </a:cubicBezTo>
                  <a:cubicBezTo>
                    <a:pt x="11632" y="85431"/>
                    <a:pt x="11632" y="85431"/>
                    <a:pt x="11632" y="85431"/>
                  </a:cubicBezTo>
                  <a:cubicBezTo>
                    <a:pt x="30204" y="101064"/>
                    <a:pt x="30204" y="101064"/>
                    <a:pt x="30204" y="101064"/>
                  </a:cubicBezTo>
                  <a:lnTo>
                    <a:pt x="30204" y="34128"/>
                  </a:lnTo>
                  <a:close/>
                  <a:moveTo>
                    <a:pt x="93673" y="66935"/>
                  </a:moveTo>
                  <a:lnTo>
                    <a:pt x="93673" y="66935"/>
                  </a:lnTo>
                  <a:cubicBezTo>
                    <a:pt x="108163" y="66935"/>
                    <a:pt x="119795" y="77724"/>
                    <a:pt x="119795" y="93357"/>
                  </a:cubicBezTo>
                  <a:cubicBezTo>
                    <a:pt x="119795" y="108990"/>
                    <a:pt x="108163" y="119779"/>
                    <a:pt x="93673" y="119779"/>
                  </a:cubicBezTo>
                  <a:cubicBezTo>
                    <a:pt x="80816" y="119779"/>
                    <a:pt x="69183" y="108990"/>
                    <a:pt x="69183" y="93357"/>
                  </a:cubicBezTo>
                  <a:cubicBezTo>
                    <a:pt x="69183" y="77724"/>
                    <a:pt x="80816" y="66935"/>
                    <a:pt x="93673" y="66935"/>
                  </a:cubicBezTo>
                  <a:close/>
                  <a:moveTo>
                    <a:pt x="82244" y="97981"/>
                  </a:moveTo>
                  <a:lnTo>
                    <a:pt x="82244" y="97981"/>
                  </a:lnTo>
                  <a:cubicBezTo>
                    <a:pt x="80816" y="97981"/>
                    <a:pt x="80816" y="99522"/>
                    <a:pt x="80816" y="101064"/>
                  </a:cubicBezTo>
                  <a:cubicBezTo>
                    <a:pt x="80816" y="105688"/>
                    <a:pt x="83673" y="107229"/>
                    <a:pt x="86530" y="107229"/>
                  </a:cubicBezTo>
                  <a:cubicBezTo>
                    <a:pt x="87959" y="107229"/>
                    <a:pt x="89387" y="107229"/>
                    <a:pt x="90816" y="105688"/>
                  </a:cubicBezTo>
                  <a:cubicBezTo>
                    <a:pt x="93673" y="102605"/>
                    <a:pt x="93673" y="102605"/>
                    <a:pt x="93673" y="102605"/>
                  </a:cubicBezTo>
                  <a:cubicBezTo>
                    <a:pt x="98163" y="105688"/>
                    <a:pt x="98163" y="105688"/>
                    <a:pt x="98163" y="105688"/>
                  </a:cubicBezTo>
                  <a:cubicBezTo>
                    <a:pt x="99591" y="107229"/>
                    <a:pt x="101020" y="107229"/>
                    <a:pt x="102448" y="107229"/>
                  </a:cubicBezTo>
                  <a:cubicBezTo>
                    <a:pt x="105306" y="107229"/>
                    <a:pt x="108163" y="105688"/>
                    <a:pt x="108163" y="101064"/>
                  </a:cubicBezTo>
                  <a:cubicBezTo>
                    <a:pt x="108163" y="99522"/>
                    <a:pt x="106734" y="97981"/>
                    <a:pt x="105306" y="97981"/>
                  </a:cubicBezTo>
                  <a:cubicBezTo>
                    <a:pt x="102448" y="93357"/>
                    <a:pt x="102448" y="93357"/>
                    <a:pt x="102448" y="93357"/>
                  </a:cubicBezTo>
                  <a:cubicBezTo>
                    <a:pt x="105306" y="88513"/>
                    <a:pt x="105306" y="88513"/>
                    <a:pt x="105306" y="88513"/>
                  </a:cubicBezTo>
                  <a:cubicBezTo>
                    <a:pt x="106734" y="88513"/>
                    <a:pt x="108163" y="86972"/>
                    <a:pt x="108163" y="85431"/>
                  </a:cubicBezTo>
                  <a:cubicBezTo>
                    <a:pt x="108163" y="80807"/>
                    <a:pt x="105306" y="79266"/>
                    <a:pt x="102448" y="79266"/>
                  </a:cubicBezTo>
                  <a:cubicBezTo>
                    <a:pt x="101020" y="79266"/>
                    <a:pt x="99591" y="79266"/>
                    <a:pt x="98163" y="80807"/>
                  </a:cubicBezTo>
                  <a:cubicBezTo>
                    <a:pt x="93673" y="83889"/>
                    <a:pt x="93673" y="83889"/>
                    <a:pt x="93673" y="83889"/>
                  </a:cubicBezTo>
                  <a:cubicBezTo>
                    <a:pt x="90816" y="80807"/>
                    <a:pt x="90816" y="80807"/>
                    <a:pt x="90816" y="80807"/>
                  </a:cubicBezTo>
                  <a:cubicBezTo>
                    <a:pt x="89387" y="79266"/>
                    <a:pt x="87959" y="79266"/>
                    <a:pt x="86530" y="79266"/>
                  </a:cubicBezTo>
                  <a:cubicBezTo>
                    <a:pt x="83673" y="79266"/>
                    <a:pt x="80816" y="80807"/>
                    <a:pt x="80816" y="85431"/>
                  </a:cubicBezTo>
                  <a:cubicBezTo>
                    <a:pt x="80816" y="86972"/>
                    <a:pt x="80816" y="88513"/>
                    <a:pt x="82244" y="88513"/>
                  </a:cubicBezTo>
                  <a:cubicBezTo>
                    <a:pt x="86530" y="93357"/>
                    <a:pt x="86530" y="93357"/>
                    <a:pt x="86530" y="93357"/>
                  </a:cubicBezTo>
                  <a:lnTo>
                    <a:pt x="82244" y="9798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5" name="Shape 4845"/>
            <p:cNvSpPr/>
            <p:nvPr/>
          </p:nvSpPr>
          <p:spPr>
            <a:xfrm>
              <a:off x="6091140" y="2728987"/>
              <a:ext cx="279327" cy="2624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129" y="34128"/>
                  </a:moveTo>
                  <a:lnTo>
                    <a:pt x="105129" y="34128"/>
                  </a:lnTo>
                  <a:cubicBezTo>
                    <a:pt x="84681" y="18495"/>
                    <a:pt x="84681" y="18495"/>
                    <a:pt x="84681" y="18495"/>
                  </a:cubicBezTo>
                  <a:cubicBezTo>
                    <a:pt x="84681" y="62091"/>
                    <a:pt x="84681" y="62091"/>
                    <a:pt x="84681" y="62091"/>
                  </a:cubicBezTo>
                  <a:cubicBezTo>
                    <a:pt x="80344" y="63633"/>
                    <a:pt x="77452" y="65394"/>
                    <a:pt x="72908" y="70018"/>
                  </a:cubicBezTo>
                  <a:cubicBezTo>
                    <a:pt x="72908" y="16954"/>
                    <a:pt x="72908" y="16954"/>
                    <a:pt x="72908" y="16954"/>
                  </a:cubicBezTo>
                  <a:cubicBezTo>
                    <a:pt x="42340" y="34128"/>
                    <a:pt x="42340" y="34128"/>
                    <a:pt x="42340" y="34128"/>
                  </a:cubicBezTo>
                  <a:cubicBezTo>
                    <a:pt x="42340" y="104146"/>
                    <a:pt x="42340" y="104146"/>
                    <a:pt x="42340" y="104146"/>
                  </a:cubicBezTo>
                  <a:cubicBezTo>
                    <a:pt x="64234" y="91816"/>
                    <a:pt x="64234" y="91816"/>
                    <a:pt x="64234" y="91816"/>
                  </a:cubicBezTo>
                  <a:lnTo>
                    <a:pt x="64234" y="93357"/>
                  </a:lnTo>
                  <a:cubicBezTo>
                    <a:pt x="64234" y="96440"/>
                    <a:pt x="64234" y="101064"/>
                    <a:pt x="65679" y="104146"/>
                  </a:cubicBezTo>
                  <a:cubicBezTo>
                    <a:pt x="39449" y="119779"/>
                    <a:pt x="39449" y="119779"/>
                    <a:pt x="39449" y="119779"/>
                  </a:cubicBezTo>
                  <a:cubicBezTo>
                    <a:pt x="38003" y="119779"/>
                    <a:pt x="38003" y="119779"/>
                    <a:pt x="36557" y="119779"/>
                  </a:cubicBezTo>
                  <a:cubicBezTo>
                    <a:pt x="35111" y="119779"/>
                    <a:pt x="33666" y="119779"/>
                    <a:pt x="33666" y="119779"/>
                  </a:cubicBezTo>
                  <a:cubicBezTo>
                    <a:pt x="1445" y="94899"/>
                    <a:pt x="1445" y="94899"/>
                    <a:pt x="1445" y="94899"/>
                  </a:cubicBezTo>
                  <a:cubicBezTo>
                    <a:pt x="0" y="93357"/>
                    <a:pt x="0" y="91816"/>
                    <a:pt x="0" y="88513"/>
                  </a:cubicBezTo>
                  <a:cubicBezTo>
                    <a:pt x="0" y="6165"/>
                    <a:pt x="0" y="6165"/>
                    <a:pt x="0" y="6165"/>
                  </a:cubicBezTo>
                  <a:cubicBezTo>
                    <a:pt x="0" y="3082"/>
                    <a:pt x="1445" y="0"/>
                    <a:pt x="5783" y="0"/>
                  </a:cubicBezTo>
                  <a:cubicBezTo>
                    <a:pt x="7228" y="0"/>
                    <a:pt x="7228" y="0"/>
                    <a:pt x="8674" y="1541"/>
                  </a:cubicBezTo>
                  <a:cubicBezTo>
                    <a:pt x="36557" y="23339"/>
                    <a:pt x="36557" y="23339"/>
                    <a:pt x="36557" y="23339"/>
                  </a:cubicBezTo>
                  <a:cubicBezTo>
                    <a:pt x="77452" y="0"/>
                    <a:pt x="77452" y="0"/>
                    <a:pt x="77452" y="0"/>
                  </a:cubicBezTo>
                  <a:lnTo>
                    <a:pt x="78898" y="0"/>
                  </a:lnTo>
                  <a:cubicBezTo>
                    <a:pt x="80344" y="0"/>
                    <a:pt x="81790" y="0"/>
                    <a:pt x="83235" y="1541"/>
                  </a:cubicBezTo>
                  <a:cubicBezTo>
                    <a:pt x="113803" y="26422"/>
                    <a:pt x="113803" y="26422"/>
                    <a:pt x="113803" y="26422"/>
                  </a:cubicBezTo>
                  <a:cubicBezTo>
                    <a:pt x="115249" y="27963"/>
                    <a:pt x="116695" y="29504"/>
                    <a:pt x="116695" y="31045"/>
                  </a:cubicBezTo>
                  <a:cubicBezTo>
                    <a:pt x="116695" y="70018"/>
                    <a:pt x="116695" y="70018"/>
                    <a:pt x="116695" y="70018"/>
                  </a:cubicBezTo>
                  <a:cubicBezTo>
                    <a:pt x="112358" y="65394"/>
                    <a:pt x="109466" y="63633"/>
                    <a:pt x="105129" y="62091"/>
                  </a:cubicBezTo>
                  <a:lnTo>
                    <a:pt x="105129" y="34128"/>
                  </a:lnTo>
                  <a:close/>
                  <a:moveTo>
                    <a:pt x="30567" y="34128"/>
                  </a:moveTo>
                  <a:lnTo>
                    <a:pt x="30567" y="34128"/>
                  </a:lnTo>
                  <a:cubicBezTo>
                    <a:pt x="11772" y="18495"/>
                    <a:pt x="11772" y="18495"/>
                    <a:pt x="11772" y="18495"/>
                  </a:cubicBezTo>
                  <a:cubicBezTo>
                    <a:pt x="11772" y="85431"/>
                    <a:pt x="11772" y="85431"/>
                    <a:pt x="11772" y="85431"/>
                  </a:cubicBezTo>
                  <a:cubicBezTo>
                    <a:pt x="30567" y="101064"/>
                    <a:pt x="30567" y="101064"/>
                    <a:pt x="30567" y="101064"/>
                  </a:cubicBezTo>
                  <a:lnTo>
                    <a:pt x="30567" y="34128"/>
                  </a:lnTo>
                  <a:close/>
                  <a:moveTo>
                    <a:pt x="94802" y="66935"/>
                  </a:moveTo>
                  <a:lnTo>
                    <a:pt x="94802" y="66935"/>
                  </a:lnTo>
                  <a:cubicBezTo>
                    <a:pt x="109466" y="66935"/>
                    <a:pt x="119793" y="77724"/>
                    <a:pt x="119793" y="93357"/>
                  </a:cubicBezTo>
                  <a:cubicBezTo>
                    <a:pt x="119793" y="108990"/>
                    <a:pt x="109466" y="119779"/>
                    <a:pt x="94802" y="119779"/>
                  </a:cubicBezTo>
                  <a:cubicBezTo>
                    <a:pt x="80344" y="119779"/>
                    <a:pt x="70017" y="108990"/>
                    <a:pt x="70017" y="93357"/>
                  </a:cubicBezTo>
                  <a:cubicBezTo>
                    <a:pt x="70017" y="77724"/>
                    <a:pt x="80344" y="66935"/>
                    <a:pt x="94802" y="66935"/>
                  </a:cubicBezTo>
                  <a:close/>
                  <a:moveTo>
                    <a:pt x="78898" y="99522"/>
                  </a:moveTo>
                  <a:lnTo>
                    <a:pt x="78898" y="99522"/>
                  </a:lnTo>
                  <a:cubicBezTo>
                    <a:pt x="87573" y="107229"/>
                    <a:pt x="87573" y="107229"/>
                    <a:pt x="87573" y="107229"/>
                  </a:cubicBezTo>
                  <a:cubicBezTo>
                    <a:pt x="87573" y="108990"/>
                    <a:pt x="89018" y="110532"/>
                    <a:pt x="90464" y="110532"/>
                  </a:cubicBezTo>
                  <a:cubicBezTo>
                    <a:pt x="91910" y="110532"/>
                    <a:pt x="93356" y="108990"/>
                    <a:pt x="94802" y="107229"/>
                  </a:cubicBezTo>
                  <a:cubicBezTo>
                    <a:pt x="110912" y="91816"/>
                    <a:pt x="110912" y="91816"/>
                    <a:pt x="110912" y="91816"/>
                  </a:cubicBezTo>
                  <a:cubicBezTo>
                    <a:pt x="112358" y="90275"/>
                    <a:pt x="112358" y="88513"/>
                    <a:pt x="112358" y="86972"/>
                  </a:cubicBezTo>
                  <a:cubicBezTo>
                    <a:pt x="112358" y="83889"/>
                    <a:pt x="109466" y="80807"/>
                    <a:pt x="106574" y="80807"/>
                  </a:cubicBezTo>
                  <a:cubicBezTo>
                    <a:pt x="105129" y="80807"/>
                    <a:pt x="103683" y="80807"/>
                    <a:pt x="102237" y="82348"/>
                  </a:cubicBezTo>
                  <a:cubicBezTo>
                    <a:pt x="90464" y="94899"/>
                    <a:pt x="90464" y="94899"/>
                    <a:pt x="90464" y="94899"/>
                  </a:cubicBezTo>
                  <a:cubicBezTo>
                    <a:pt x="87573" y="91816"/>
                    <a:pt x="87573" y="91816"/>
                    <a:pt x="87573" y="91816"/>
                  </a:cubicBezTo>
                  <a:cubicBezTo>
                    <a:pt x="86127" y="90275"/>
                    <a:pt x="84681" y="88513"/>
                    <a:pt x="83235" y="88513"/>
                  </a:cubicBezTo>
                  <a:cubicBezTo>
                    <a:pt x="80344" y="88513"/>
                    <a:pt x="77452" y="91816"/>
                    <a:pt x="77452" y="94899"/>
                  </a:cubicBezTo>
                  <a:cubicBezTo>
                    <a:pt x="77452" y="96440"/>
                    <a:pt x="77452" y="97981"/>
                    <a:pt x="78898" y="995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6" name="Shape 4846"/>
            <p:cNvSpPr/>
            <p:nvPr/>
          </p:nvSpPr>
          <p:spPr>
            <a:xfrm>
              <a:off x="5583273" y="2728987"/>
              <a:ext cx="281444" cy="2624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054" y="34128"/>
                  </a:moveTo>
                  <a:lnTo>
                    <a:pt x="104054" y="34128"/>
                  </a:lnTo>
                  <a:cubicBezTo>
                    <a:pt x="85247" y="18495"/>
                    <a:pt x="85247" y="18495"/>
                    <a:pt x="85247" y="18495"/>
                  </a:cubicBezTo>
                  <a:cubicBezTo>
                    <a:pt x="85247" y="62091"/>
                    <a:pt x="85247" y="62091"/>
                    <a:pt x="85247" y="62091"/>
                  </a:cubicBezTo>
                  <a:cubicBezTo>
                    <a:pt x="80954" y="63633"/>
                    <a:pt x="76660" y="65394"/>
                    <a:pt x="73594" y="70018"/>
                  </a:cubicBezTo>
                  <a:cubicBezTo>
                    <a:pt x="73594" y="16954"/>
                    <a:pt x="73594" y="16954"/>
                    <a:pt x="73594" y="16954"/>
                  </a:cubicBezTo>
                  <a:cubicBezTo>
                    <a:pt x="43339" y="34128"/>
                    <a:pt x="43339" y="34128"/>
                    <a:pt x="43339" y="34128"/>
                  </a:cubicBezTo>
                  <a:cubicBezTo>
                    <a:pt x="43339" y="104146"/>
                    <a:pt x="43339" y="104146"/>
                    <a:pt x="43339" y="104146"/>
                  </a:cubicBezTo>
                  <a:cubicBezTo>
                    <a:pt x="63577" y="91816"/>
                    <a:pt x="63577" y="91816"/>
                    <a:pt x="63577" y="91816"/>
                  </a:cubicBezTo>
                  <a:lnTo>
                    <a:pt x="63577" y="93357"/>
                  </a:lnTo>
                  <a:cubicBezTo>
                    <a:pt x="63577" y="96440"/>
                    <a:pt x="65008" y="101064"/>
                    <a:pt x="66439" y="104146"/>
                  </a:cubicBezTo>
                  <a:cubicBezTo>
                    <a:pt x="40477" y="119779"/>
                    <a:pt x="40477" y="119779"/>
                    <a:pt x="40477" y="119779"/>
                  </a:cubicBezTo>
                  <a:cubicBezTo>
                    <a:pt x="39045" y="119779"/>
                    <a:pt x="37614" y="119779"/>
                    <a:pt x="37614" y="119779"/>
                  </a:cubicBezTo>
                  <a:cubicBezTo>
                    <a:pt x="36183" y="119779"/>
                    <a:pt x="34548" y="119779"/>
                    <a:pt x="33117" y="119779"/>
                  </a:cubicBezTo>
                  <a:cubicBezTo>
                    <a:pt x="2862" y="94899"/>
                    <a:pt x="2862" y="94899"/>
                    <a:pt x="2862" y="94899"/>
                  </a:cubicBezTo>
                  <a:cubicBezTo>
                    <a:pt x="1431" y="93357"/>
                    <a:pt x="0" y="91816"/>
                    <a:pt x="0" y="88513"/>
                  </a:cubicBezTo>
                  <a:cubicBezTo>
                    <a:pt x="0" y="6165"/>
                    <a:pt x="0" y="6165"/>
                    <a:pt x="0" y="6165"/>
                  </a:cubicBezTo>
                  <a:cubicBezTo>
                    <a:pt x="0" y="3082"/>
                    <a:pt x="2862" y="0"/>
                    <a:pt x="5724" y="0"/>
                  </a:cubicBezTo>
                  <a:cubicBezTo>
                    <a:pt x="7155" y="0"/>
                    <a:pt x="8586" y="0"/>
                    <a:pt x="10017" y="1541"/>
                  </a:cubicBezTo>
                  <a:cubicBezTo>
                    <a:pt x="37614" y="23339"/>
                    <a:pt x="37614" y="23339"/>
                    <a:pt x="37614" y="23339"/>
                  </a:cubicBezTo>
                  <a:cubicBezTo>
                    <a:pt x="76660" y="0"/>
                    <a:pt x="76660" y="0"/>
                    <a:pt x="76660" y="0"/>
                  </a:cubicBezTo>
                  <a:cubicBezTo>
                    <a:pt x="78091" y="0"/>
                    <a:pt x="78091" y="0"/>
                    <a:pt x="79522" y="0"/>
                  </a:cubicBezTo>
                  <a:cubicBezTo>
                    <a:pt x="80954" y="0"/>
                    <a:pt x="82385" y="0"/>
                    <a:pt x="82385" y="1541"/>
                  </a:cubicBezTo>
                  <a:cubicBezTo>
                    <a:pt x="112640" y="26422"/>
                    <a:pt x="112640" y="26422"/>
                    <a:pt x="112640" y="26422"/>
                  </a:cubicBezTo>
                  <a:cubicBezTo>
                    <a:pt x="114071" y="26422"/>
                    <a:pt x="114071" y="26422"/>
                    <a:pt x="114071" y="26422"/>
                  </a:cubicBezTo>
                  <a:cubicBezTo>
                    <a:pt x="115502" y="27963"/>
                    <a:pt x="115502" y="29504"/>
                    <a:pt x="115502" y="31045"/>
                  </a:cubicBezTo>
                  <a:cubicBezTo>
                    <a:pt x="115502" y="70018"/>
                    <a:pt x="115502" y="70018"/>
                    <a:pt x="115502" y="70018"/>
                  </a:cubicBezTo>
                  <a:cubicBezTo>
                    <a:pt x="112640" y="65394"/>
                    <a:pt x="108347" y="63633"/>
                    <a:pt x="104054" y="62091"/>
                  </a:cubicBezTo>
                  <a:lnTo>
                    <a:pt x="104054" y="34128"/>
                  </a:lnTo>
                  <a:close/>
                  <a:moveTo>
                    <a:pt x="31686" y="34128"/>
                  </a:moveTo>
                  <a:lnTo>
                    <a:pt x="31686" y="34128"/>
                  </a:lnTo>
                  <a:cubicBezTo>
                    <a:pt x="11448" y="18495"/>
                    <a:pt x="11448" y="18495"/>
                    <a:pt x="11448" y="18495"/>
                  </a:cubicBezTo>
                  <a:cubicBezTo>
                    <a:pt x="11448" y="85431"/>
                    <a:pt x="11448" y="85431"/>
                    <a:pt x="11448" y="85431"/>
                  </a:cubicBezTo>
                  <a:cubicBezTo>
                    <a:pt x="31686" y="101064"/>
                    <a:pt x="31686" y="101064"/>
                    <a:pt x="31686" y="101064"/>
                  </a:cubicBezTo>
                  <a:lnTo>
                    <a:pt x="31686" y="34128"/>
                  </a:lnTo>
                  <a:close/>
                  <a:moveTo>
                    <a:pt x="95264" y="66935"/>
                  </a:moveTo>
                  <a:lnTo>
                    <a:pt x="95264" y="66935"/>
                  </a:lnTo>
                  <a:cubicBezTo>
                    <a:pt x="108347" y="66935"/>
                    <a:pt x="119795" y="77724"/>
                    <a:pt x="119795" y="93357"/>
                  </a:cubicBezTo>
                  <a:cubicBezTo>
                    <a:pt x="119795" y="108990"/>
                    <a:pt x="108347" y="119779"/>
                    <a:pt x="95264" y="119779"/>
                  </a:cubicBezTo>
                  <a:cubicBezTo>
                    <a:pt x="80954" y="119779"/>
                    <a:pt x="69301" y="108990"/>
                    <a:pt x="69301" y="93357"/>
                  </a:cubicBezTo>
                  <a:cubicBezTo>
                    <a:pt x="69301" y="77724"/>
                    <a:pt x="80954" y="66935"/>
                    <a:pt x="95264" y="66935"/>
                  </a:cubicBezTo>
                  <a:close/>
                  <a:moveTo>
                    <a:pt x="83816" y="99522"/>
                  </a:moveTo>
                  <a:lnTo>
                    <a:pt x="83816" y="99522"/>
                  </a:lnTo>
                  <a:cubicBezTo>
                    <a:pt x="106916" y="99522"/>
                    <a:pt x="106916" y="99522"/>
                    <a:pt x="106916" y="99522"/>
                  </a:cubicBezTo>
                  <a:cubicBezTo>
                    <a:pt x="109778" y="99522"/>
                    <a:pt x="112640" y="96440"/>
                    <a:pt x="112640" y="93357"/>
                  </a:cubicBezTo>
                  <a:cubicBezTo>
                    <a:pt x="112640" y="90275"/>
                    <a:pt x="109778" y="86972"/>
                    <a:pt x="106916" y="86972"/>
                  </a:cubicBezTo>
                  <a:cubicBezTo>
                    <a:pt x="83816" y="86972"/>
                    <a:pt x="83816" y="86972"/>
                    <a:pt x="83816" y="86972"/>
                  </a:cubicBezTo>
                  <a:cubicBezTo>
                    <a:pt x="79522" y="86972"/>
                    <a:pt x="78091" y="90275"/>
                    <a:pt x="78091" y="93357"/>
                  </a:cubicBezTo>
                  <a:cubicBezTo>
                    <a:pt x="78091" y="96440"/>
                    <a:pt x="79522" y="99522"/>
                    <a:pt x="83816" y="995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7" name="Shape 4847"/>
            <p:cNvSpPr/>
            <p:nvPr/>
          </p:nvSpPr>
          <p:spPr>
            <a:xfrm>
              <a:off x="5077522" y="2728987"/>
              <a:ext cx="281442" cy="2624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054" y="34128"/>
                  </a:moveTo>
                  <a:lnTo>
                    <a:pt x="104054" y="34128"/>
                  </a:lnTo>
                  <a:cubicBezTo>
                    <a:pt x="85247" y="18495"/>
                    <a:pt x="85247" y="18495"/>
                    <a:pt x="85247" y="18495"/>
                  </a:cubicBezTo>
                  <a:cubicBezTo>
                    <a:pt x="85247" y="62091"/>
                    <a:pt x="85247" y="62091"/>
                    <a:pt x="85247" y="62091"/>
                  </a:cubicBezTo>
                  <a:cubicBezTo>
                    <a:pt x="80954" y="63633"/>
                    <a:pt x="76456" y="65394"/>
                    <a:pt x="73594" y="70018"/>
                  </a:cubicBezTo>
                  <a:cubicBezTo>
                    <a:pt x="73594" y="16954"/>
                    <a:pt x="73594" y="16954"/>
                    <a:pt x="73594" y="16954"/>
                  </a:cubicBezTo>
                  <a:cubicBezTo>
                    <a:pt x="41908" y="34128"/>
                    <a:pt x="41908" y="34128"/>
                    <a:pt x="41908" y="34128"/>
                  </a:cubicBezTo>
                  <a:cubicBezTo>
                    <a:pt x="41908" y="104146"/>
                    <a:pt x="41908" y="104146"/>
                    <a:pt x="41908" y="104146"/>
                  </a:cubicBezTo>
                  <a:cubicBezTo>
                    <a:pt x="63577" y="91816"/>
                    <a:pt x="63577" y="91816"/>
                    <a:pt x="63577" y="91816"/>
                  </a:cubicBezTo>
                  <a:lnTo>
                    <a:pt x="63577" y="93357"/>
                  </a:lnTo>
                  <a:cubicBezTo>
                    <a:pt x="63577" y="96440"/>
                    <a:pt x="63577" y="101064"/>
                    <a:pt x="65008" y="104146"/>
                  </a:cubicBezTo>
                  <a:cubicBezTo>
                    <a:pt x="39045" y="119779"/>
                    <a:pt x="39045" y="119779"/>
                    <a:pt x="39045" y="119779"/>
                  </a:cubicBezTo>
                  <a:cubicBezTo>
                    <a:pt x="39045" y="119779"/>
                    <a:pt x="37614" y="119779"/>
                    <a:pt x="35979" y="119779"/>
                  </a:cubicBezTo>
                  <a:cubicBezTo>
                    <a:pt x="34548" y="119779"/>
                    <a:pt x="34548" y="119779"/>
                    <a:pt x="33117" y="119779"/>
                  </a:cubicBezTo>
                  <a:cubicBezTo>
                    <a:pt x="2862" y="94899"/>
                    <a:pt x="2862" y="94899"/>
                    <a:pt x="2862" y="94899"/>
                  </a:cubicBezTo>
                  <a:cubicBezTo>
                    <a:pt x="1431" y="93357"/>
                    <a:pt x="0" y="91816"/>
                    <a:pt x="0" y="88513"/>
                  </a:cubicBezTo>
                  <a:cubicBezTo>
                    <a:pt x="0" y="6165"/>
                    <a:pt x="0" y="6165"/>
                    <a:pt x="0" y="6165"/>
                  </a:cubicBezTo>
                  <a:cubicBezTo>
                    <a:pt x="0" y="3082"/>
                    <a:pt x="2862" y="0"/>
                    <a:pt x="5724" y="0"/>
                  </a:cubicBezTo>
                  <a:cubicBezTo>
                    <a:pt x="7155" y="0"/>
                    <a:pt x="8586" y="0"/>
                    <a:pt x="8586" y="1541"/>
                  </a:cubicBezTo>
                  <a:cubicBezTo>
                    <a:pt x="37614" y="23339"/>
                    <a:pt x="37614" y="23339"/>
                    <a:pt x="37614" y="23339"/>
                  </a:cubicBezTo>
                  <a:cubicBezTo>
                    <a:pt x="76456" y="0"/>
                    <a:pt x="76456" y="0"/>
                    <a:pt x="76456" y="0"/>
                  </a:cubicBezTo>
                  <a:cubicBezTo>
                    <a:pt x="76456" y="0"/>
                    <a:pt x="78091" y="0"/>
                    <a:pt x="79522" y="0"/>
                  </a:cubicBezTo>
                  <a:cubicBezTo>
                    <a:pt x="80954" y="0"/>
                    <a:pt x="80954" y="0"/>
                    <a:pt x="82385" y="1541"/>
                  </a:cubicBezTo>
                  <a:cubicBezTo>
                    <a:pt x="112640" y="26422"/>
                    <a:pt x="112640" y="26422"/>
                    <a:pt x="112640" y="26422"/>
                  </a:cubicBezTo>
                  <a:cubicBezTo>
                    <a:pt x="114071" y="27963"/>
                    <a:pt x="115502" y="29504"/>
                    <a:pt x="115502" y="31045"/>
                  </a:cubicBezTo>
                  <a:cubicBezTo>
                    <a:pt x="115502" y="70018"/>
                    <a:pt x="115502" y="70018"/>
                    <a:pt x="115502" y="70018"/>
                  </a:cubicBezTo>
                  <a:cubicBezTo>
                    <a:pt x="112640" y="65394"/>
                    <a:pt x="108347" y="63633"/>
                    <a:pt x="104054" y="62091"/>
                  </a:cubicBezTo>
                  <a:lnTo>
                    <a:pt x="104054" y="34128"/>
                  </a:lnTo>
                  <a:close/>
                  <a:moveTo>
                    <a:pt x="30255" y="34128"/>
                  </a:moveTo>
                  <a:lnTo>
                    <a:pt x="30255" y="34128"/>
                  </a:lnTo>
                  <a:cubicBezTo>
                    <a:pt x="11448" y="18495"/>
                    <a:pt x="11448" y="18495"/>
                    <a:pt x="11448" y="18495"/>
                  </a:cubicBezTo>
                  <a:cubicBezTo>
                    <a:pt x="11448" y="85431"/>
                    <a:pt x="11448" y="85431"/>
                    <a:pt x="11448" y="85431"/>
                  </a:cubicBezTo>
                  <a:cubicBezTo>
                    <a:pt x="30255" y="101064"/>
                    <a:pt x="30255" y="101064"/>
                    <a:pt x="30255" y="101064"/>
                  </a:cubicBezTo>
                  <a:lnTo>
                    <a:pt x="30255" y="34128"/>
                  </a:lnTo>
                  <a:close/>
                  <a:moveTo>
                    <a:pt x="93833" y="66935"/>
                  </a:moveTo>
                  <a:lnTo>
                    <a:pt x="93833" y="66935"/>
                  </a:lnTo>
                  <a:cubicBezTo>
                    <a:pt x="108347" y="66935"/>
                    <a:pt x="119795" y="77724"/>
                    <a:pt x="119795" y="93357"/>
                  </a:cubicBezTo>
                  <a:cubicBezTo>
                    <a:pt x="119795" y="108990"/>
                    <a:pt x="108347" y="119779"/>
                    <a:pt x="93833" y="119779"/>
                  </a:cubicBezTo>
                  <a:cubicBezTo>
                    <a:pt x="80954" y="119779"/>
                    <a:pt x="69301" y="108990"/>
                    <a:pt x="69301" y="93357"/>
                  </a:cubicBezTo>
                  <a:cubicBezTo>
                    <a:pt x="69301" y="77724"/>
                    <a:pt x="80954" y="66935"/>
                    <a:pt x="93833" y="66935"/>
                  </a:cubicBezTo>
                  <a:close/>
                  <a:moveTo>
                    <a:pt x="82385" y="99522"/>
                  </a:moveTo>
                  <a:lnTo>
                    <a:pt x="82385" y="99522"/>
                  </a:lnTo>
                  <a:cubicBezTo>
                    <a:pt x="88109" y="99522"/>
                    <a:pt x="88109" y="99522"/>
                    <a:pt x="88109" y="99522"/>
                  </a:cubicBezTo>
                  <a:cubicBezTo>
                    <a:pt x="88109" y="105688"/>
                    <a:pt x="88109" y="105688"/>
                    <a:pt x="88109" y="105688"/>
                  </a:cubicBezTo>
                  <a:cubicBezTo>
                    <a:pt x="88109" y="108990"/>
                    <a:pt x="90971" y="112073"/>
                    <a:pt x="93833" y="112073"/>
                  </a:cubicBezTo>
                  <a:cubicBezTo>
                    <a:pt x="98126" y="112073"/>
                    <a:pt x="99557" y="108990"/>
                    <a:pt x="99557" y="105688"/>
                  </a:cubicBezTo>
                  <a:cubicBezTo>
                    <a:pt x="99557" y="99522"/>
                    <a:pt x="99557" y="99522"/>
                    <a:pt x="99557" y="99522"/>
                  </a:cubicBezTo>
                  <a:cubicBezTo>
                    <a:pt x="105485" y="99522"/>
                    <a:pt x="105485" y="99522"/>
                    <a:pt x="105485" y="99522"/>
                  </a:cubicBezTo>
                  <a:cubicBezTo>
                    <a:pt x="109778" y="99522"/>
                    <a:pt x="111209" y="96440"/>
                    <a:pt x="111209" y="93357"/>
                  </a:cubicBezTo>
                  <a:cubicBezTo>
                    <a:pt x="111209" y="90275"/>
                    <a:pt x="109778" y="86972"/>
                    <a:pt x="105485" y="86972"/>
                  </a:cubicBezTo>
                  <a:cubicBezTo>
                    <a:pt x="99557" y="86972"/>
                    <a:pt x="99557" y="86972"/>
                    <a:pt x="99557" y="86972"/>
                  </a:cubicBezTo>
                  <a:cubicBezTo>
                    <a:pt x="99557" y="80807"/>
                    <a:pt x="99557" y="80807"/>
                    <a:pt x="99557" y="80807"/>
                  </a:cubicBezTo>
                  <a:cubicBezTo>
                    <a:pt x="99557" y="77724"/>
                    <a:pt x="98126" y="74642"/>
                    <a:pt x="93833" y="74642"/>
                  </a:cubicBezTo>
                  <a:cubicBezTo>
                    <a:pt x="90971" y="74642"/>
                    <a:pt x="88109" y="77724"/>
                    <a:pt x="88109" y="80807"/>
                  </a:cubicBezTo>
                  <a:cubicBezTo>
                    <a:pt x="88109" y="86972"/>
                    <a:pt x="88109" y="86972"/>
                    <a:pt x="88109" y="86972"/>
                  </a:cubicBezTo>
                  <a:cubicBezTo>
                    <a:pt x="82385" y="86972"/>
                    <a:pt x="82385" y="86972"/>
                    <a:pt x="82385" y="86972"/>
                  </a:cubicBezTo>
                  <a:cubicBezTo>
                    <a:pt x="79522" y="86972"/>
                    <a:pt x="76456" y="90275"/>
                    <a:pt x="76456" y="93357"/>
                  </a:cubicBezTo>
                  <a:cubicBezTo>
                    <a:pt x="76456" y="96440"/>
                    <a:pt x="79522" y="99522"/>
                    <a:pt x="82385" y="995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8" name="Shape 4848"/>
            <p:cNvSpPr/>
            <p:nvPr/>
          </p:nvSpPr>
          <p:spPr>
            <a:xfrm>
              <a:off x="4571770" y="2728987"/>
              <a:ext cx="270862" cy="2624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87" y="113614"/>
                  </a:moveTo>
                  <a:lnTo>
                    <a:pt x="119787" y="113614"/>
                  </a:lnTo>
                  <a:cubicBezTo>
                    <a:pt x="119787" y="118238"/>
                    <a:pt x="116819" y="119779"/>
                    <a:pt x="113851" y="119779"/>
                  </a:cubicBezTo>
                  <a:cubicBezTo>
                    <a:pt x="112367" y="119779"/>
                    <a:pt x="110883" y="119779"/>
                    <a:pt x="109399" y="119779"/>
                  </a:cubicBezTo>
                  <a:cubicBezTo>
                    <a:pt x="80777" y="96440"/>
                    <a:pt x="80777" y="96440"/>
                    <a:pt x="80777" y="96440"/>
                  </a:cubicBezTo>
                  <a:cubicBezTo>
                    <a:pt x="40494" y="119779"/>
                    <a:pt x="40494" y="119779"/>
                    <a:pt x="40494" y="119779"/>
                  </a:cubicBezTo>
                  <a:cubicBezTo>
                    <a:pt x="38798" y="119779"/>
                    <a:pt x="38798" y="119779"/>
                    <a:pt x="37314" y="119779"/>
                  </a:cubicBezTo>
                  <a:cubicBezTo>
                    <a:pt x="35830" y="119779"/>
                    <a:pt x="34346" y="119779"/>
                    <a:pt x="34346" y="119779"/>
                  </a:cubicBezTo>
                  <a:cubicBezTo>
                    <a:pt x="1484" y="94899"/>
                    <a:pt x="1484" y="94899"/>
                    <a:pt x="1484" y="94899"/>
                  </a:cubicBezTo>
                  <a:cubicBezTo>
                    <a:pt x="0" y="93357"/>
                    <a:pt x="0" y="91816"/>
                    <a:pt x="0" y="88513"/>
                  </a:cubicBezTo>
                  <a:cubicBezTo>
                    <a:pt x="0" y="6165"/>
                    <a:pt x="0" y="6165"/>
                    <a:pt x="0" y="6165"/>
                  </a:cubicBezTo>
                  <a:cubicBezTo>
                    <a:pt x="0" y="3082"/>
                    <a:pt x="1484" y="0"/>
                    <a:pt x="5936" y="0"/>
                  </a:cubicBezTo>
                  <a:cubicBezTo>
                    <a:pt x="7420" y="0"/>
                    <a:pt x="7420" y="0"/>
                    <a:pt x="8904" y="1541"/>
                  </a:cubicBezTo>
                  <a:cubicBezTo>
                    <a:pt x="37314" y="23339"/>
                    <a:pt x="37314" y="23339"/>
                    <a:pt x="37314" y="23339"/>
                  </a:cubicBezTo>
                  <a:cubicBezTo>
                    <a:pt x="79293" y="0"/>
                    <a:pt x="79293" y="0"/>
                    <a:pt x="79293" y="0"/>
                  </a:cubicBezTo>
                  <a:lnTo>
                    <a:pt x="80777" y="0"/>
                  </a:lnTo>
                  <a:cubicBezTo>
                    <a:pt x="82473" y="0"/>
                    <a:pt x="83957" y="0"/>
                    <a:pt x="85441" y="1541"/>
                  </a:cubicBezTo>
                  <a:cubicBezTo>
                    <a:pt x="116819" y="26422"/>
                    <a:pt x="116819" y="26422"/>
                    <a:pt x="116819" y="26422"/>
                  </a:cubicBezTo>
                  <a:cubicBezTo>
                    <a:pt x="118303" y="27963"/>
                    <a:pt x="119787" y="29504"/>
                    <a:pt x="119787" y="31045"/>
                  </a:cubicBezTo>
                  <a:lnTo>
                    <a:pt x="119787" y="113614"/>
                  </a:lnTo>
                  <a:close/>
                  <a:moveTo>
                    <a:pt x="31378" y="101064"/>
                  </a:moveTo>
                  <a:lnTo>
                    <a:pt x="31378" y="101064"/>
                  </a:lnTo>
                  <a:cubicBezTo>
                    <a:pt x="31378" y="34128"/>
                    <a:pt x="31378" y="34128"/>
                    <a:pt x="31378" y="34128"/>
                  </a:cubicBezTo>
                  <a:cubicBezTo>
                    <a:pt x="11872" y="18495"/>
                    <a:pt x="11872" y="18495"/>
                    <a:pt x="11872" y="18495"/>
                  </a:cubicBezTo>
                  <a:cubicBezTo>
                    <a:pt x="11872" y="85431"/>
                    <a:pt x="11872" y="85431"/>
                    <a:pt x="11872" y="85431"/>
                  </a:cubicBezTo>
                  <a:lnTo>
                    <a:pt x="31378" y="101064"/>
                  </a:lnTo>
                  <a:close/>
                  <a:moveTo>
                    <a:pt x="74840" y="16954"/>
                  </a:moveTo>
                  <a:lnTo>
                    <a:pt x="74840" y="16954"/>
                  </a:lnTo>
                  <a:cubicBezTo>
                    <a:pt x="43462" y="34128"/>
                    <a:pt x="43462" y="34128"/>
                    <a:pt x="43462" y="34128"/>
                  </a:cubicBezTo>
                  <a:cubicBezTo>
                    <a:pt x="43462" y="104146"/>
                    <a:pt x="43462" y="104146"/>
                    <a:pt x="43462" y="104146"/>
                  </a:cubicBezTo>
                  <a:cubicBezTo>
                    <a:pt x="74840" y="85431"/>
                    <a:pt x="74840" y="85431"/>
                    <a:pt x="74840" y="85431"/>
                  </a:cubicBezTo>
                  <a:lnTo>
                    <a:pt x="74840" y="16954"/>
                  </a:lnTo>
                  <a:close/>
                  <a:moveTo>
                    <a:pt x="107915" y="34128"/>
                  </a:moveTo>
                  <a:lnTo>
                    <a:pt x="107915" y="34128"/>
                  </a:lnTo>
                  <a:cubicBezTo>
                    <a:pt x="86925" y="18495"/>
                    <a:pt x="86925" y="18495"/>
                    <a:pt x="86925" y="18495"/>
                  </a:cubicBezTo>
                  <a:cubicBezTo>
                    <a:pt x="86925" y="85431"/>
                    <a:pt x="86925" y="85431"/>
                    <a:pt x="86925" y="85431"/>
                  </a:cubicBezTo>
                  <a:cubicBezTo>
                    <a:pt x="107915" y="101064"/>
                    <a:pt x="107915" y="101064"/>
                    <a:pt x="107915" y="101064"/>
                  </a:cubicBezTo>
                  <a:lnTo>
                    <a:pt x="107915" y="341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9" name="Shape 4849"/>
            <p:cNvSpPr/>
            <p:nvPr/>
          </p:nvSpPr>
          <p:spPr>
            <a:xfrm>
              <a:off x="4057555" y="2714169"/>
              <a:ext cx="287792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09" y="66378"/>
                  </a:moveTo>
                  <a:lnTo>
                    <a:pt x="114209" y="66378"/>
                  </a:lnTo>
                  <a:cubicBezTo>
                    <a:pt x="98635" y="66378"/>
                    <a:pt x="98635" y="66378"/>
                    <a:pt x="98635" y="66378"/>
                  </a:cubicBezTo>
                  <a:cubicBezTo>
                    <a:pt x="95840" y="66378"/>
                    <a:pt x="93044" y="63388"/>
                    <a:pt x="93044" y="60598"/>
                  </a:cubicBezTo>
                  <a:cubicBezTo>
                    <a:pt x="93044" y="56411"/>
                    <a:pt x="95840" y="55016"/>
                    <a:pt x="98635" y="55016"/>
                  </a:cubicBezTo>
                  <a:cubicBezTo>
                    <a:pt x="114209" y="55016"/>
                    <a:pt x="114209" y="55016"/>
                    <a:pt x="114209" y="55016"/>
                  </a:cubicBezTo>
                  <a:cubicBezTo>
                    <a:pt x="117004" y="55016"/>
                    <a:pt x="119800" y="56411"/>
                    <a:pt x="119800" y="60598"/>
                  </a:cubicBezTo>
                  <a:cubicBezTo>
                    <a:pt x="119800" y="63388"/>
                    <a:pt x="117004" y="66378"/>
                    <a:pt x="114209" y="66378"/>
                  </a:cubicBezTo>
                  <a:close/>
                  <a:moveTo>
                    <a:pt x="104226" y="22524"/>
                  </a:moveTo>
                  <a:lnTo>
                    <a:pt x="104226" y="22524"/>
                  </a:lnTo>
                  <a:cubicBezTo>
                    <a:pt x="94442" y="32491"/>
                    <a:pt x="94442" y="32491"/>
                    <a:pt x="94442" y="32491"/>
                  </a:cubicBezTo>
                  <a:cubicBezTo>
                    <a:pt x="91647" y="35282"/>
                    <a:pt x="91647" y="35282"/>
                    <a:pt x="91647" y="35282"/>
                  </a:cubicBezTo>
                  <a:cubicBezTo>
                    <a:pt x="90249" y="36677"/>
                    <a:pt x="88851" y="38073"/>
                    <a:pt x="87454" y="38073"/>
                  </a:cubicBezTo>
                  <a:cubicBezTo>
                    <a:pt x="84658" y="38073"/>
                    <a:pt x="81663" y="35282"/>
                    <a:pt x="81663" y="32491"/>
                  </a:cubicBezTo>
                  <a:cubicBezTo>
                    <a:pt x="81663" y="31096"/>
                    <a:pt x="83261" y="29700"/>
                    <a:pt x="84658" y="28305"/>
                  </a:cubicBezTo>
                  <a:cubicBezTo>
                    <a:pt x="87454" y="25514"/>
                    <a:pt x="87454" y="25514"/>
                    <a:pt x="87454" y="25514"/>
                  </a:cubicBezTo>
                  <a:cubicBezTo>
                    <a:pt x="97237" y="15548"/>
                    <a:pt x="97237" y="15548"/>
                    <a:pt x="97237" y="15548"/>
                  </a:cubicBezTo>
                  <a:cubicBezTo>
                    <a:pt x="98635" y="14152"/>
                    <a:pt x="100033" y="12757"/>
                    <a:pt x="101430" y="12757"/>
                  </a:cubicBezTo>
                  <a:cubicBezTo>
                    <a:pt x="104226" y="12757"/>
                    <a:pt x="107221" y="15548"/>
                    <a:pt x="107221" y="18338"/>
                  </a:cubicBezTo>
                  <a:cubicBezTo>
                    <a:pt x="107221" y="19734"/>
                    <a:pt x="105823" y="21129"/>
                    <a:pt x="104226" y="22524"/>
                  </a:cubicBezTo>
                  <a:close/>
                  <a:moveTo>
                    <a:pt x="59101" y="83122"/>
                  </a:moveTo>
                  <a:lnTo>
                    <a:pt x="59101" y="83122"/>
                  </a:lnTo>
                  <a:cubicBezTo>
                    <a:pt x="50715" y="83122"/>
                    <a:pt x="43727" y="77541"/>
                    <a:pt x="39334" y="71960"/>
                  </a:cubicBezTo>
                  <a:cubicBezTo>
                    <a:pt x="37936" y="66378"/>
                    <a:pt x="37936" y="66378"/>
                    <a:pt x="37936" y="66378"/>
                  </a:cubicBezTo>
                  <a:cubicBezTo>
                    <a:pt x="37936" y="63388"/>
                    <a:pt x="36539" y="61993"/>
                    <a:pt x="36539" y="60598"/>
                  </a:cubicBezTo>
                  <a:cubicBezTo>
                    <a:pt x="36539" y="48039"/>
                    <a:pt x="46522" y="38073"/>
                    <a:pt x="59101" y="38073"/>
                  </a:cubicBezTo>
                  <a:cubicBezTo>
                    <a:pt x="71880" y="38073"/>
                    <a:pt x="81663" y="48039"/>
                    <a:pt x="81663" y="60598"/>
                  </a:cubicBezTo>
                  <a:cubicBezTo>
                    <a:pt x="81663" y="73355"/>
                    <a:pt x="71880" y="83122"/>
                    <a:pt x="59101" y="83122"/>
                  </a:cubicBezTo>
                  <a:close/>
                  <a:moveTo>
                    <a:pt x="59101" y="49435"/>
                  </a:moveTo>
                  <a:lnTo>
                    <a:pt x="59101" y="49435"/>
                  </a:lnTo>
                  <a:cubicBezTo>
                    <a:pt x="53510" y="49435"/>
                    <a:pt x="47920" y="53621"/>
                    <a:pt x="47920" y="60598"/>
                  </a:cubicBezTo>
                  <a:cubicBezTo>
                    <a:pt x="47920" y="66378"/>
                    <a:pt x="53510" y="71960"/>
                    <a:pt x="59101" y="71960"/>
                  </a:cubicBezTo>
                  <a:cubicBezTo>
                    <a:pt x="66289" y="71960"/>
                    <a:pt x="70482" y="66378"/>
                    <a:pt x="70482" y="60598"/>
                  </a:cubicBezTo>
                  <a:cubicBezTo>
                    <a:pt x="70482" y="53621"/>
                    <a:pt x="66289" y="49435"/>
                    <a:pt x="59101" y="49435"/>
                  </a:cubicBezTo>
                  <a:close/>
                  <a:moveTo>
                    <a:pt x="59101" y="26910"/>
                  </a:moveTo>
                  <a:lnTo>
                    <a:pt x="59101" y="26910"/>
                  </a:lnTo>
                  <a:cubicBezTo>
                    <a:pt x="56306" y="26910"/>
                    <a:pt x="53510" y="23920"/>
                    <a:pt x="53510" y="21129"/>
                  </a:cubicBezTo>
                  <a:cubicBezTo>
                    <a:pt x="53510" y="5780"/>
                    <a:pt x="53510" y="5780"/>
                    <a:pt x="53510" y="5780"/>
                  </a:cubicBezTo>
                  <a:cubicBezTo>
                    <a:pt x="53510" y="2990"/>
                    <a:pt x="56306" y="0"/>
                    <a:pt x="59101" y="0"/>
                  </a:cubicBezTo>
                  <a:cubicBezTo>
                    <a:pt x="63494" y="0"/>
                    <a:pt x="64891" y="2990"/>
                    <a:pt x="64891" y="5780"/>
                  </a:cubicBezTo>
                  <a:cubicBezTo>
                    <a:pt x="64891" y="21129"/>
                    <a:pt x="64891" y="21129"/>
                    <a:pt x="64891" y="21129"/>
                  </a:cubicBezTo>
                  <a:cubicBezTo>
                    <a:pt x="64891" y="23920"/>
                    <a:pt x="63494" y="26910"/>
                    <a:pt x="59101" y="26910"/>
                  </a:cubicBezTo>
                  <a:close/>
                  <a:moveTo>
                    <a:pt x="35141" y="91694"/>
                  </a:moveTo>
                  <a:lnTo>
                    <a:pt x="35141" y="91694"/>
                  </a:lnTo>
                  <a:cubicBezTo>
                    <a:pt x="32346" y="95880"/>
                    <a:pt x="32346" y="95880"/>
                    <a:pt x="32346" y="95880"/>
                  </a:cubicBezTo>
                  <a:cubicBezTo>
                    <a:pt x="22562" y="105847"/>
                    <a:pt x="22562" y="105847"/>
                    <a:pt x="22562" y="105847"/>
                  </a:cubicBezTo>
                  <a:cubicBezTo>
                    <a:pt x="21164" y="107242"/>
                    <a:pt x="19567" y="107242"/>
                    <a:pt x="18169" y="107242"/>
                  </a:cubicBezTo>
                  <a:cubicBezTo>
                    <a:pt x="15374" y="107242"/>
                    <a:pt x="12579" y="104451"/>
                    <a:pt x="12579" y="101461"/>
                  </a:cubicBezTo>
                  <a:cubicBezTo>
                    <a:pt x="12579" y="100066"/>
                    <a:pt x="12579" y="98671"/>
                    <a:pt x="13976" y="97275"/>
                  </a:cubicBezTo>
                  <a:cubicBezTo>
                    <a:pt x="23960" y="87508"/>
                    <a:pt x="23960" y="87508"/>
                    <a:pt x="23960" y="87508"/>
                  </a:cubicBezTo>
                  <a:cubicBezTo>
                    <a:pt x="28153" y="84518"/>
                    <a:pt x="28153" y="84518"/>
                    <a:pt x="28153" y="84518"/>
                  </a:cubicBezTo>
                  <a:cubicBezTo>
                    <a:pt x="28153" y="83122"/>
                    <a:pt x="29550" y="83122"/>
                    <a:pt x="30948" y="83122"/>
                  </a:cubicBezTo>
                  <a:cubicBezTo>
                    <a:pt x="35141" y="83122"/>
                    <a:pt x="36539" y="84518"/>
                    <a:pt x="36539" y="88903"/>
                  </a:cubicBezTo>
                  <a:cubicBezTo>
                    <a:pt x="36539" y="90299"/>
                    <a:pt x="36539" y="91694"/>
                    <a:pt x="35141" y="91694"/>
                  </a:cubicBezTo>
                  <a:close/>
                  <a:moveTo>
                    <a:pt x="30948" y="38073"/>
                  </a:moveTo>
                  <a:lnTo>
                    <a:pt x="30948" y="38073"/>
                  </a:lnTo>
                  <a:cubicBezTo>
                    <a:pt x="29550" y="38073"/>
                    <a:pt x="28153" y="36677"/>
                    <a:pt x="28153" y="35282"/>
                  </a:cubicBezTo>
                  <a:cubicBezTo>
                    <a:pt x="23960" y="32491"/>
                    <a:pt x="23960" y="32491"/>
                    <a:pt x="23960" y="32491"/>
                  </a:cubicBezTo>
                  <a:cubicBezTo>
                    <a:pt x="13976" y="22524"/>
                    <a:pt x="13976" y="22524"/>
                    <a:pt x="13976" y="22524"/>
                  </a:cubicBezTo>
                  <a:cubicBezTo>
                    <a:pt x="12579" y="21129"/>
                    <a:pt x="12579" y="19734"/>
                    <a:pt x="12579" y="18338"/>
                  </a:cubicBezTo>
                  <a:cubicBezTo>
                    <a:pt x="12579" y="15548"/>
                    <a:pt x="15374" y="12757"/>
                    <a:pt x="18169" y="12757"/>
                  </a:cubicBezTo>
                  <a:cubicBezTo>
                    <a:pt x="19567" y="12757"/>
                    <a:pt x="21164" y="14152"/>
                    <a:pt x="22562" y="15548"/>
                  </a:cubicBezTo>
                  <a:cubicBezTo>
                    <a:pt x="32346" y="25514"/>
                    <a:pt x="32346" y="25514"/>
                    <a:pt x="32346" y="25514"/>
                  </a:cubicBezTo>
                  <a:cubicBezTo>
                    <a:pt x="35141" y="28305"/>
                    <a:pt x="35141" y="28305"/>
                    <a:pt x="35141" y="28305"/>
                  </a:cubicBezTo>
                  <a:cubicBezTo>
                    <a:pt x="36539" y="29700"/>
                    <a:pt x="36539" y="31096"/>
                    <a:pt x="36539" y="32491"/>
                  </a:cubicBezTo>
                  <a:cubicBezTo>
                    <a:pt x="36539" y="35282"/>
                    <a:pt x="35141" y="38073"/>
                    <a:pt x="30948" y="38073"/>
                  </a:cubicBezTo>
                  <a:close/>
                  <a:moveTo>
                    <a:pt x="19567" y="55016"/>
                  </a:moveTo>
                  <a:lnTo>
                    <a:pt x="19567" y="55016"/>
                  </a:lnTo>
                  <a:cubicBezTo>
                    <a:pt x="23960" y="55016"/>
                    <a:pt x="25357" y="56411"/>
                    <a:pt x="25357" y="60598"/>
                  </a:cubicBezTo>
                  <a:cubicBezTo>
                    <a:pt x="25357" y="63388"/>
                    <a:pt x="23960" y="66378"/>
                    <a:pt x="19567" y="66378"/>
                  </a:cubicBezTo>
                  <a:cubicBezTo>
                    <a:pt x="5590" y="66378"/>
                    <a:pt x="5590" y="66378"/>
                    <a:pt x="5590" y="66378"/>
                  </a:cubicBezTo>
                  <a:cubicBezTo>
                    <a:pt x="1397" y="66378"/>
                    <a:pt x="0" y="63388"/>
                    <a:pt x="0" y="60598"/>
                  </a:cubicBezTo>
                  <a:cubicBezTo>
                    <a:pt x="0" y="56411"/>
                    <a:pt x="1397" y="55016"/>
                    <a:pt x="5590" y="55016"/>
                  </a:cubicBezTo>
                  <a:cubicBezTo>
                    <a:pt x="19567" y="55016"/>
                    <a:pt x="19567" y="55016"/>
                    <a:pt x="19567" y="55016"/>
                  </a:cubicBezTo>
                  <a:close/>
                  <a:moveTo>
                    <a:pt x="59101" y="94485"/>
                  </a:moveTo>
                  <a:lnTo>
                    <a:pt x="59101" y="94485"/>
                  </a:lnTo>
                  <a:cubicBezTo>
                    <a:pt x="63494" y="94485"/>
                    <a:pt x="64891" y="95880"/>
                    <a:pt x="64891" y="100066"/>
                  </a:cubicBezTo>
                  <a:cubicBezTo>
                    <a:pt x="64891" y="114219"/>
                    <a:pt x="64891" y="114219"/>
                    <a:pt x="64891" y="114219"/>
                  </a:cubicBezTo>
                  <a:cubicBezTo>
                    <a:pt x="64891" y="118405"/>
                    <a:pt x="63494" y="119800"/>
                    <a:pt x="59101" y="119800"/>
                  </a:cubicBezTo>
                  <a:cubicBezTo>
                    <a:pt x="56306" y="119800"/>
                    <a:pt x="53510" y="118405"/>
                    <a:pt x="53510" y="114219"/>
                  </a:cubicBezTo>
                  <a:cubicBezTo>
                    <a:pt x="53510" y="100066"/>
                    <a:pt x="53510" y="100066"/>
                    <a:pt x="53510" y="100066"/>
                  </a:cubicBezTo>
                  <a:cubicBezTo>
                    <a:pt x="53510" y="95880"/>
                    <a:pt x="56306" y="94485"/>
                    <a:pt x="59101" y="94485"/>
                  </a:cubicBezTo>
                  <a:close/>
                  <a:moveTo>
                    <a:pt x="87454" y="83122"/>
                  </a:moveTo>
                  <a:lnTo>
                    <a:pt x="87454" y="83122"/>
                  </a:lnTo>
                  <a:cubicBezTo>
                    <a:pt x="88851" y="83122"/>
                    <a:pt x="90249" y="83122"/>
                    <a:pt x="91647" y="84518"/>
                  </a:cubicBezTo>
                  <a:cubicBezTo>
                    <a:pt x="94442" y="87508"/>
                    <a:pt x="94442" y="87508"/>
                    <a:pt x="94442" y="87508"/>
                  </a:cubicBezTo>
                  <a:cubicBezTo>
                    <a:pt x="104226" y="97275"/>
                    <a:pt x="104226" y="97275"/>
                    <a:pt x="104226" y="97275"/>
                  </a:cubicBezTo>
                  <a:cubicBezTo>
                    <a:pt x="105823" y="98671"/>
                    <a:pt x="107221" y="100066"/>
                    <a:pt x="107221" y="101461"/>
                  </a:cubicBezTo>
                  <a:cubicBezTo>
                    <a:pt x="107221" y="104451"/>
                    <a:pt x="104226" y="107242"/>
                    <a:pt x="101430" y="107242"/>
                  </a:cubicBezTo>
                  <a:cubicBezTo>
                    <a:pt x="100033" y="107242"/>
                    <a:pt x="98635" y="107242"/>
                    <a:pt x="97237" y="105847"/>
                  </a:cubicBezTo>
                  <a:cubicBezTo>
                    <a:pt x="87454" y="95880"/>
                    <a:pt x="87454" y="95880"/>
                    <a:pt x="87454" y="95880"/>
                  </a:cubicBezTo>
                  <a:cubicBezTo>
                    <a:pt x="84658" y="91694"/>
                    <a:pt x="84658" y="91694"/>
                    <a:pt x="84658" y="91694"/>
                  </a:cubicBezTo>
                  <a:cubicBezTo>
                    <a:pt x="83261" y="91694"/>
                    <a:pt x="81663" y="90299"/>
                    <a:pt x="81663" y="88903"/>
                  </a:cubicBezTo>
                  <a:cubicBezTo>
                    <a:pt x="81663" y="84518"/>
                    <a:pt x="84658" y="83122"/>
                    <a:pt x="87454" y="831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0" name="Shape 4850"/>
            <p:cNvSpPr/>
            <p:nvPr/>
          </p:nvSpPr>
          <p:spPr>
            <a:xfrm>
              <a:off x="3575081" y="2741687"/>
              <a:ext cx="237005" cy="2349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741" y="67730"/>
                  </a:moveTo>
                  <a:lnTo>
                    <a:pt x="112741" y="67730"/>
                  </a:lnTo>
                  <a:cubicBezTo>
                    <a:pt x="107661" y="67730"/>
                    <a:pt x="107661" y="67730"/>
                    <a:pt x="107661" y="67730"/>
                  </a:cubicBezTo>
                  <a:cubicBezTo>
                    <a:pt x="104274" y="67730"/>
                    <a:pt x="100887" y="64049"/>
                    <a:pt x="100887" y="60613"/>
                  </a:cubicBezTo>
                  <a:cubicBezTo>
                    <a:pt x="100887" y="55460"/>
                    <a:pt x="104274" y="53742"/>
                    <a:pt x="107661" y="53742"/>
                  </a:cubicBezTo>
                  <a:cubicBezTo>
                    <a:pt x="112741" y="53742"/>
                    <a:pt x="112741" y="53742"/>
                    <a:pt x="112741" y="53742"/>
                  </a:cubicBezTo>
                  <a:cubicBezTo>
                    <a:pt x="116129" y="53742"/>
                    <a:pt x="119758" y="55460"/>
                    <a:pt x="119758" y="60613"/>
                  </a:cubicBezTo>
                  <a:cubicBezTo>
                    <a:pt x="119758" y="64049"/>
                    <a:pt x="116129" y="67730"/>
                    <a:pt x="112741" y="67730"/>
                  </a:cubicBezTo>
                  <a:close/>
                  <a:moveTo>
                    <a:pt x="102580" y="26012"/>
                  </a:moveTo>
                  <a:lnTo>
                    <a:pt x="102580" y="26012"/>
                  </a:lnTo>
                  <a:cubicBezTo>
                    <a:pt x="99193" y="29447"/>
                    <a:pt x="99193" y="29447"/>
                    <a:pt x="99193" y="29447"/>
                  </a:cubicBezTo>
                  <a:cubicBezTo>
                    <a:pt x="97500" y="31165"/>
                    <a:pt x="95806" y="32883"/>
                    <a:pt x="94112" y="32883"/>
                  </a:cubicBezTo>
                  <a:cubicBezTo>
                    <a:pt x="90725" y="32883"/>
                    <a:pt x="87096" y="29447"/>
                    <a:pt x="87096" y="26012"/>
                  </a:cubicBezTo>
                  <a:cubicBezTo>
                    <a:pt x="87096" y="24294"/>
                    <a:pt x="87096" y="22576"/>
                    <a:pt x="88790" y="20858"/>
                  </a:cubicBezTo>
                  <a:cubicBezTo>
                    <a:pt x="94112" y="15460"/>
                    <a:pt x="94112" y="15460"/>
                    <a:pt x="94112" y="15460"/>
                  </a:cubicBezTo>
                  <a:cubicBezTo>
                    <a:pt x="95806" y="13742"/>
                    <a:pt x="97500" y="13742"/>
                    <a:pt x="99193" y="13742"/>
                  </a:cubicBezTo>
                  <a:cubicBezTo>
                    <a:pt x="102580" y="13742"/>
                    <a:pt x="105967" y="17423"/>
                    <a:pt x="105967" y="20858"/>
                  </a:cubicBezTo>
                  <a:cubicBezTo>
                    <a:pt x="105967" y="22576"/>
                    <a:pt x="104274" y="24294"/>
                    <a:pt x="102580" y="26012"/>
                  </a:cubicBezTo>
                  <a:close/>
                  <a:moveTo>
                    <a:pt x="59758" y="88343"/>
                  </a:moveTo>
                  <a:lnTo>
                    <a:pt x="59758" y="88343"/>
                  </a:lnTo>
                  <a:cubicBezTo>
                    <a:pt x="49596" y="88343"/>
                    <a:pt x="40887" y="81472"/>
                    <a:pt x="35806" y="74601"/>
                  </a:cubicBezTo>
                  <a:cubicBezTo>
                    <a:pt x="34112" y="67730"/>
                    <a:pt x="34112" y="67730"/>
                    <a:pt x="34112" y="67730"/>
                  </a:cubicBezTo>
                  <a:cubicBezTo>
                    <a:pt x="32419" y="64049"/>
                    <a:pt x="32419" y="62331"/>
                    <a:pt x="32419" y="60613"/>
                  </a:cubicBezTo>
                  <a:cubicBezTo>
                    <a:pt x="32419" y="45153"/>
                    <a:pt x="44516" y="32883"/>
                    <a:pt x="59758" y="32883"/>
                  </a:cubicBezTo>
                  <a:cubicBezTo>
                    <a:pt x="75241" y="32883"/>
                    <a:pt x="87096" y="45153"/>
                    <a:pt x="87096" y="60613"/>
                  </a:cubicBezTo>
                  <a:cubicBezTo>
                    <a:pt x="87096" y="76319"/>
                    <a:pt x="75241" y="88343"/>
                    <a:pt x="59758" y="88343"/>
                  </a:cubicBezTo>
                  <a:close/>
                  <a:moveTo>
                    <a:pt x="59758" y="46871"/>
                  </a:moveTo>
                  <a:lnTo>
                    <a:pt x="59758" y="46871"/>
                  </a:lnTo>
                  <a:cubicBezTo>
                    <a:pt x="52983" y="46871"/>
                    <a:pt x="46209" y="52024"/>
                    <a:pt x="46209" y="60613"/>
                  </a:cubicBezTo>
                  <a:cubicBezTo>
                    <a:pt x="46209" y="67730"/>
                    <a:pt x="52983" y="74601"/>
                    <a:pt x="59758" y="74601"/>
                  </a:cubicBezTo>
                  <a:cubicBezTo>
                    <a:pt x="66774" y="74601"/>
                    <a:pt x="73548" y="67730"/>
                    <a:pt x="73548" y="60613"/>
                  </a:cubicBezTo>
                  <a:cubicBezTo>
                    <a:pt x="73548" y="52024"/>
                    <a:pt x="66774" y="46871"/>
                    <a:pt x="59758" y="46871"/>
                  </a:cubicBezTo>
                  <a:close/>
                  <a:moveTo>
                    <a:pt x="59758" y="19141"/>
                  </a:moveTo>
                  <a:lnTo>
                    <a:pt x="59758" y="19141"/>
                  </a:lnTo>
                  <a:cubicBezTo>
                    <a:pt x="56370" y="19141"/>
                    <a:pt x="52983" y="15460"/>
                    <a:pt x="52983" y="12024"/>
                  </a:cubicBezTo>
                  <a:cubicBezTo>
                    <a:pt x="52983" y="6871"/>
                    <a:pt x="52983" y="6871"/>
                    <a:pt x="52983" y="6871"/>
                  </a:cubicBezTo>
                  <a:cubicBezTo>
                    <a:pt x="52983" y="3435"/>
                    <a:pt x="56370" y="0"/>
                    <a:pt x="59758" y="0"/>
                  </a:cubicBezTo>
                  <a:cubicBezTo>
                    <a:pt x="63145" y="0"/>
                    <a:pt x="66774" y="3435"/>
                    <a:pt x="66774" y="6871"/>
                  </a:cubicBezTo>
                  <a:cubicBezTo>
                    <a:pt x="66774" y="12024"/>
                    <a:pt x="66774" y="12024"/>
                    <a:pt x="66774" y="12024"/>
                  </a:cubicBezTo>
                  <a:cubicBezTo>
                    <a:pt x="66774" y="15460"/>
                    <a:pt x="63145" y="19141"/>
                    <a:pt x="59758" y="19141"/>
                  </a:cubicBezTo>
                  <a:close/>
                  <a:moveTo>
                    <a:pt x="25645" y="32883"/>
                  </a:moveTo>
                  <a:lnTo>
                    <a:pt x="25645" y="32883"/>
                  </a:lnTo>
                  <a:cubicBezTo>
                    <a:pt x="23951" y="32883"/>
                    <a:pt x="22258" y="31165"/>
                    <a:pt x="20564" y="29447"/>
                  </a:cubicBezTo>
                  <a:cubicBezTo>
                    <a:pt x="17177" y="26012"/>
                    <a:pt x="17177" y="26012"/>
                    <a:pt x="17177" y="26012"/>
                  </a:cubicBezTo>
                  <a:cubicBezTo>
                    <a:pt x="15483" y="24294"/>
                    <a:pt x="13548" y="22576"/>
                    <a:pt x="13548" y="20858"/>
                  </a:cubicBezTo>
                  <a:cubicBezTo>
                    <a:pt x="13548" y="17423"/>
                    <a:pt x="17177" y="13742"/>
                    <a:pt x="20564" y="13742"/>
                  </a:cubicBezTo>
                  <a:cubicBezTo>
                    <a:pt x="22258" y="13742"/>
                    <a:pt x="23951" y="13742"/>
                    <a:pt x="25645" y="15460"/>
                  </a:cubicBezTo>
                  <a:cubicBezTo>
                    <a:pt x="30725" y="20858"/>
                    <a:pt x="30725" y="20858"/>
                    <a:pt x="30725" y="20858"/>
                  </a:cubicBezTo>
                  <a:cubicBezTo>
                    <a:pt x="32419" y="22576"/>
                    <a:pt x="32419" y="24294"/>
                    <a:pt x="32419" y="26012"/>
                  </a:cubicBezTo>
                  <a:cubicBezTo>
                    <a:pt x="32419" y="29447"/>
                    <a:pt x="29032" y="32883"/>
                    <a:pt x="25645" y="32883"/>
                  </a:cubicBezTo>
                  <a:close/>
                  <a:moveTo>
                    <a:pt x="18870" y="60613"/>
                  </a:moveTo>
                  <a:lnTo>
                    <a:pt x="18870" y="60613"/>
                  </a:lnTo>
                  <a:cubicBezTo>
                    <a:pt x="18870" y="64049"/>
                    <a:pt x="15483" y="67730"/>
                    <a:pt x="11854" y="67730"/>
                  </a:cubicBezTo>
                  <a:cubicBezTo>
                    <a:pt x="6774" y="67730"/>
                    <a:pt x="6774" y="67730"/>
                    <a:pt x="6774" y="67730"/>
                  </a:cubicBezTo>
                  <a:cubicBezTo>
                    <a:pt x="3387" y="67730"/>
                    <a:pt x="0" y="64049"/>
                    <a:pt x="0" y="60613"/>
                  </a:cubicBezTo>
                  <a:cubicBezTo>
                    <a:pt x="0" y="55460"/>
                    <a:pt x="3387" y="53742"/>
                    <a:pt x="6774" y="53742"/>
                  </a:cubicBezTo>
                  <a:cubicBezTo>
                    <a:pt x="11854" y="53742"/>
                    <a:pt x="11854" y="53742"/>
                    <a:pt x="11854" y="53742"/>
                  </a:cubicBezTo>
                  <a:cubicBezTo>
                    <a:pt x="15483" y="53742"/>
                    <a:pt x="18870" y="55460"/>
                    <a:pt x="18870" y="60613"/>
                  </a:cubicBezTo>
                  <a:close/>
                  <a:moveTo>
                    <a:pt x="20564" y="90061"/>
                  </a:moveTo>
                  <a:lnTo>
                    <a:pt x="20564" y="90061"/>
                  </a:lnTo>
                  <a:cubicBezTo>
                    <a:pt x="22258" y="88343"/>
                    <a:pt x="23951" y="88343"/>
                    <a:pt x="25645" y="88343"/>
                  </a:cubicBezTo>
                  <a:cubicBezTo>
                    <a:pt x="29032" y="88343"/>
                    <a:pt x="32419" y="90061"/>
                    <a:pt x="32419" y="95460"/>
                  </a:cubicBezTo>
                  <a:cubicBezTo>
                    <a:pt x="32419" y="97177"/>
                    <a:pt x="32419" y="98895"/>
                    <a:pt x="30725" y="98895"/>
                  </a:cubicBezTo>
                  <a:cubicBezTo>
                    <a:pt x="25645" y="104049"/>
                    <a:pt x="25645" y="104049"/>
                    <a:pt x="25645" y="104049"/>
                  </a:cubicBezTo>
                  <a:cubicBezTo>
                    <a:pt x="23951" y="105766"/>
                    <a:pt x="22258" y="105766"/>
                    <a:pt x="20564" y="105766"/>
                  </a:cubicBezTo>
                  <a:cubicBezTo>
                    <a:pt x="17177" y="105766"/>
                    <a:pt x="13548" y="104049"/>
                    <a:pt x="13548" y="98895"/>
                  </a:cubicBezTo>
                  <a:cubicBezTo>
                    <a:pt x="13548" y="97177"/>
                    <a:pt x="15483" y="95460"/>
                    <a:pt x="17177" y="95460"/>
                  </a:cubicBezTo>
                  <a:lnTo>
                    <a:pt x="20564" y="90061"/>
                  </a:lnTo>
                  <a:close/>
                  <a:moveTo>
                    <a:pt x="59758" y="102331"/>
                  </a:moveTo>
                  <a:lnTo>
                    <a:pt x="59758" y="102331"/>
                  </a:lnTo>
                  <a:cubicBezTo>
                    <a:pt x="63145" y="102331"/>
                    <a:pt x="66774" y="104049"/>
                    <a:pt x="66774" y="109202"/>
                  </a:cubicBezTo>
                  <a:cubicBezTo>
                    <a:pt x="66774" y="112638"/>
                    <a:pt x="66774" y="112638"/>
                    <a:pt x="66774" y="112638"/>
                  </a:cubicBezTo>
                  <a:cubicBezTo>
                    <a:pt x="66774" y="118036"/>
                    <a:pt x="63145" y="119754"/>
                    <a:pt x="59758" y="119754"/>
                  </a:cubicBezTo>
                  <a:cubicBezTo>
                    <a:pt x="56370" y="119754"/>
                    <a:pt x="52983" y="118036"/>
                    <a:pt x="52983" y="112638"/>
                  </a:cubicBezTo>
                  <a:cubicBezTo>
                    <a:pt x="52983" y="109202"/>
                    <a:pt x="52983" y="109202"/>
                    <a:pt x="52983" y="109202"/>
                  </a:cubicBezTo>
                  <a:cubicBezTo>
                    <a:pt x="52983" y="104049"/>
                    <a:pt x="56370" y="102331"/>
                    <a:pt x="59758" y="102331"/>
                  </a:cubicBezTo>
                  <a:close/>
                  <a:moveTo>
                    <a:pt x="94112" y="88343"/>
                  </a:moveTo>
                  <a:lnTo>
                    <a:pt x="94112" y="88343"/>
                  </a:lnTo>
                  <a:cubicBezTo>
                    <a:pt x="95806" y="88343"/>
                    <a:pt x="97500" y="88343"/>
                    <a:pt x="99193" y="90061"/>
                  </a:cubicBezTo>
                  <a:cubicBezTo>
                    <a:pt x="102580" y="95460"/>
                    <a:pt x="102580" y="95460"/>
                    <a:pt x="102580" y="95460"/>
                  </a:cubicBezTo>
                  <a:cubicBezTo>
                    <a:pt x="104274" y="95460"/>
                    <a:pt x="105967" y="97177"/>
                    <a:pt x="105967" y="98895"/>
                  </a:cubicBezTo>
                  <a:cubicBezTo>
                    <a:pt x="105967" y="104049"/>
                    <a:pt x="102580" y="105766"/>
                    <a:pt x="99193" y="105766"/>
                  </a:cubicBezTo>
                  <a:cubicBezTo>
                    <a:pt x="97500" y="105766"/>
                    <a:pt x="95806" y="105766"/>
                    <a:pt x="94112" y="104049"/>
                  </a:cubicBezTo>
                  <a:cubicBezTo>
                    <a:pt x="88790" y="98895"/>
                    <a:pt x="88790" y="98895"/>
                    <a:pt x="88790" y="98895"/>
                  </a:cubicBezTo>
                  <a:cubicBezTo>
                    <a:pt x="87096" y="98895"/>
                    <a:pt x="87096" y="97177"/>
                    <a:pt x="87096" y="95460"/>
                  </a:cubicBezTo>
                  <a:cubicBezTo>
                    <a:pt x="87096" y="90061"/>
                    <a:pt x="90725" y="88343"/>
                    <a:pt x="94112" y="883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1" name="Shape 4851"/>
            <p:cNvSpPr/>
            <p:nvPr/>
          </p:nvSpPr>
          <p:spPr>
            <a:xfrm>
              <a:off x="3043935" y="2714169"/>
              <a:ext cx="289909" cy="2899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219" y="97275"/>
                  </a:moveTo>
                  <a:lnTo>
                    <a:pt x="114219" y="97275"/>
                  </a:lnTo>
                  <a:cubicBezTo>
                    <a:pt x="95880" y="97275"/>
                    <a:pt x="95880" y="97275"/>
                    <a:pt x="95880" y="97275"/>
                  </a:cubicBezTo>
                  <a:cubicBezTo>
                    <a:pt x="95880" y="69169"/>
                    <a:pt x="95880" y="69169"/>
                    <a:pt x="95880" y="69169"/>
                  </a:cubicBezTo>
                  <a:cubicBezTo>
                    <a:pt x="108438" y="69169"/>
                    <a:pt x="108438" y="69169"/>
                    <a:pt x="108438" y="69169"/>
                  </a:cubicBezTo>
                  <a:cubicBezTo>
                    <a:pt x="108438" y="11362"/>
                    <a:pt x="108438" y="11362"/>
                    <a:pt x="108438" y="11362"/>
                  </a:cubicBezTo>
                  <a:cubicBezTo>
                    <a:pt x="40863" y="11362"/>
                    <a:pt x="40863" y="11362"/>
                    <a:pt x="40863" y="11362"/>
                  </a:cubicBezTo>
                  <a:cubicBezTo>
                    <a:pt x="40863" y="16943"/>
                    <a:pt x="40863" y="16943"/>
                    <a:pt x="40863" y="16943"/>
                  </a:cubicBezTo>
                  <a:cubicBezTo>
                    <a:pt x="29700" y="16943"/>
                    <a:pt x="29700" y="16943"/>
                    <a:pt x="29700" y="16943"/>
                  </a:cubicBezTo>
                  <a:cubicBezTo>
                    <a:pt x="29700" y="5780"/>
                    <a:pt x="29700" y="5780"/>
                    <a:pt x="29700" y="5780"/>
                  </a:cubicBezTo>
                  <a:cubicBezTo>
                    <a:pt x="29700" y="2990"/>
                    <a:pt x="32491" y="0"/>
                    <a:pt x="35282" y="0"/>
                  </a:cubicBezTo>
                  <a:cubicBezTo>
                    <a:pt x="114219" y="0"/>
                    <a:pt x="114219" y="0"/>
                    <a:pt x="114219" y="0"/>
                  </a:cubicBezTo>
                  <a:cubicBezTo>
                    <a:pt x="118405" y="0"/>
                    <a:pt x="119800" y="2990"/>
                    <a:pt x="119800" y="5780"/>
                  </a:cubicBezTo>
                  <a:cubicBezTo>
                    <a:pt x="119800" y="91694"/>
                    <a:pt x="119800" y="91694"/>
                    <a:pt x="119800" y="91694"/>
                  </a:cubicBezTo>
                  <a:cubicBezTo>
                    <a:pt x="119800" y="95880"/>
                    <a:pt x="118405" y="97275"/>
                    <a:pt x="114219" y="97275"/>
                  </a:cubicBezTo>
                  <a:close/>
                  <a:moveTo>
                    <a:pt x="90299" y="28305"/>
                  </a:moveTo>
                  <a:lnTo>
                    <a:pt x="90299" y="28305"/>
                  </a:lnTo>
                  <a:cubicBezTo>
                    <a:pt x="90299" y="114219"/>
                    <a:pt x="90299" y="114219"/>
                    <a:pt x="90299" y="114219"/>
                  </a:cubicBezTo>
                  <a:cubicBezTo>
                    <a:pt x="90299" y="118405"/>
                    <a:pt x="87508" y="119800"/>
                    <a:pt x="84518" y="119800"/>
                  </a:cubicBezTo>
                  <a:cubicBezTo>
                    <a:pt x="5780" y="119800"/>
                    <a:pt x="5780" y="119800"/>
                    <a:pt x="5780" y="119800"/>
                  </a:cubicBezTo>
                  <a:cubicBezTo>
                    <a:pt x="2990" y="119800"/>
                    <a:pt x="0" y="118405"/>
                    <a:pt x="0" y="114219"/>
                  </a:cubicBezTo>
                  <a:cubicBezTo>
                    <a:pt x="0" y="28305"/>
                    <a:pt x="0" y="28305"/>
                    <a:pt x="0" y="28305"/>
                  </a:cubicBezTo>
                  <a:cubicBezTo>
                    <a:pt x="0" y="25514"/>
                    <a:pt x="2990" y="22524"/>
                    <a:pt x="5780" y="22524"/>
                  </a:cubicBezTo>
                  <a:cubicBezTo>
                    <a:pt x="84518" y="22524"/>
                    <a:pt x="84518" y="22524"/>
                    <a:pt x="84518" y="22524"/>
                  </a:cubicBezTo>
                  <a:cubicBezTo>
                    <a:pt x="87508" y="22524"/>
                    <a:pt x="90299" y="25514"/>
                    <a:pt x="90299" y="28305"/>
                  </a:cubicBezTo>
                  <a:close/>
                  <a:moveTo>
                    <a:pt x="78936" y="33887"/>
                  </a:moveTo>
                  <a:lnTo>
                    <a:pt x="78936" y="33887"/>
                  </a:lnTo>
                  <a:cubicBezTo>
                    <a:pt x="11362" y="33887"/>
                    <a:pt x="11362" y="33887"/>
                    <a:pt x="11362" y="33887"/>
                  </a:cubicBezTo>
                  <a:cubicBezTo>
                    <a:pt x="11362" y="91694"/>
                    <a:pt x="11362" y="91694"/>
                    <a:pt x="11362" y="91694"/>
                  </a:cubicBezTo>
                  <a:cubicBezTo>
                    <a:pt x="78936" y="91694"/>
                    <a:pt x="78936" y="91694"/>
                    <a:pt x="78936" y="91694"/>
                  </a:cubicBezTo>
                  <a:lnTo>
                    <a:pt x="78936" y="338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2" name="Shape 4852"/>
            <p:cNvSpPr/>
            <p:nvPr/>
          </p:nvSpPr>
          <p:spPr>
            <a:xfrm>
              <a:off x="2572042" y="2741687"/>
              <a:ext cx="217959" cy="2349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317" y="119754"/>
                  </a:moveTo>
                  <a:lnTo>
                    <a:pt x="112317" y="119754"/>
                  </a:lnTo>
                  <a:cubicBezTo>
                    <a:pt x="7417" y="119754"/>
                    <a:pt x="7417" y="119754"/>
                    <a:pt x="7417" y="119754"/>
                  </a:cubicBezTo>
                  <a:cubicBezTo>
                    <a:pt x="3708" y="119754"/>
                    <a:pt x="0" y="118036"/>
                    <a:pt x="0" y="112638"/>
                  </a:cubicBezTo>
                  <a:cubicBezTo>
                    <a:pt x="0" y="6871"/>
                    <a:pt x="0" y="6871"/>
                    <a:pt x="0" y="6871"/>
                  </a:cubicBezTo>
                  <a:cubicBezTo>
                    <a:pt x="0" y="3435"/>
                    <a:pt x="3708" y="0"/>
                    <a:pt x="7417" y="0"/>
                  </a:cubicBezTo>
                  <a:cubicBezTo>
                    <a:pt x="112317" y="0"/>
                    <a:pt x="112317" y="0"/>
                    <a:pt x="112317" y="0"/>
                  </a:cubicBezTo>
                  <a:cubicBezTo>
                    <a:pt x="117880" y="0"/>
                    <a:pt x="119735" y="3435"/>
                    <a:pt x="119735" y="6871"/>
                  </a:cubicBezTo>
                  <a:cubicBezTo>
                    <a:pt x="119735" y="112638"/>
                    <a:pt x="119735" y="112638"/>
                    <a:pt x="119735" y="112638"/>
                  </a:cubicBezTo>
                  <a:cubicBezTo>
                    <a:pt x="119735" y="118036"/>
                    <a:pt x="117880" y="119754"/>
                    <a:pt x="112317" y="119754"/>
                  </a:cubicBezTo>
                  <a:close/>
                  <a:moveTo>
                    <a:pt x="104900" y="13742"/>
                  </a:moveTo>
                  <a:lnTo>
                    <a:pt x="104900" y="13742"/>
                  </a:lnTo>
                  <a:cubicBezTo>
                    <a:pt x="14834" y="13742"/>
                    <a:pt x="14834" y="13742"/>
                    <a:pt x="14834" y="13742"/>
                  </a:cubicBezTo>
                  <a:cubicBezTo>
                    <a:pt x="14834" y="84907"/>
                    <a:pt x="14834" y="84907"/>
                    <a:pt x="14834" y="84907"/>
                  </a:cubicBezTo>
                  <a:cubicBezTo>
                    <a:pt x="104900" y="84907"/>
                    <a:pt x="104900" y="84907"/>
                    <a:pt x="104900" y="84907"/>
                  </a:cubicBezTo>
                  <a:lnTo>
                    <a:pt x="104900" y="137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3" name="Shape 4853"/>
            <p:cNvSpPr/>
            <p:nvPr/>
          </p:nvSpPr>
          <p:spPr>
            <a:xfrm>
              <a:off x="2038781" y="2724753"/>
              <a:ext cx="272978" cy="2709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88" y="95830"/>
                  </a:moveTo>
                  <a:lnTo>
                    <a:pt x="119788" y="95830"/>
                  </a:lnTo>
                  <a:cubicBezTo>
                    <a:pt x="119788" y="97314"/>
                    <a:pt x="118306" y="100282"/>
                    <a:pt x="115132" y="100282"/>
                  </a:cubicBezTo>
                  <a:cubicBezTo>
                    <a:pt x="115132" y="107915"/>
                    <a:pt x="115132" y="107915"/>
                    <a:pt x="115132" y="107915"/>
                  </a:cubicBezTo>
                  <a:cubicBezTo>
                    <a:pt x="118306" y="107915"/>
                    <a:pt x="119788" y="110883"/>
                    <a:pt x="119788" y="113851"/>
                  </a:cubicBezTo>
                  <a:cubicBezTo>
                    <a:pt x="119788" y="116819"/>
                    <a:pt x="116825" y="119787"/>
                    <a:pt x="113650" y="119787"/>
                  </a:cubicBezTo>
                  <a:cubicBezTo>
                    <a:pt x="110687" y="119787"/>
                    <a:pt x="109206" y="118303"/>
                    <a:pt x="107724" y="115335"/>
                  </a:cubicBezTo>
                  <a:cubicBezTo>
                    <a:pt x="101798" y="115335"/>
                    <a:pt x="101798" y="115335"/>
                    <a:pt x="101798" y="115335"/>
                  </a:cubicBezTo>
                  <a:cubicBezTo>
                    <a:pt x="100317" y="118303"/>
                    <a:pt x="98835" y="119787"/>
                    <a:pt x="95873" y="119787"/>
                  </a:cubicBezTo>
                  <a:cubicBezTo>
                    <a:pt x="92698" y="119787"/>
                    <a:pt x="91216" y="118303"/>
                    <a:pt x="89735" y="115335"/>
                  </a:cubicBezTo>
                  <a:cubicBezTo>
                    <a:pt x="83809" y="115335"/>
                    <a:pt x="83809" y="115335"/>
                    <a:pt x="83809" y="115335"/>
                  </a:cubicBezTo>
                  <a:cubicBezTo>
                    <a:pt x="82328" y="118303"/>
                    <a:pt x="80846" y="119787"/>
                    <a:pt x="77883" y="119787"/>
                  </a:cubicBezTo>
                  <a:cubicBezTo>
                    <a:pt x="74920" y="119787"/>
                    <a:pt x="73439" y="118303"/>
                    <a:pt x="71957" y="115335"/>
                  </a:cubicBezTo>
                  <a:cubicBezTo>
                    <a:pt x="65820" y="115335"/>
                    <a:pt x="65820" y="115335"/>
                    <a:pt x="65820" y="115335"/>
                  </a:cubicBezTo>
                  <a:cubicBezTo>
                    <a:pt x="64338" y="118303"/>
                    <a:pt x="62857" y="119787"/>
                    <a:pt x="59894" y="119787"/>
                  </a:cubicBezTo>
                  <a:cubicBezTo>
                    <a:pt x="56931" y="119787"/>
                    <a:pt x="55449" y="118303"/>
                    <a:pt x="53968" y="115335"/>
                  </a:cubicBezTo>
                  <a:cubicBezTo>
                    <a:pt x="47830" y="115335"/>
                    <a:pt x="47830" y="115335"/>
                    <a:pt x="47830" y="115335"/>
                  </a:cubicBezTo>
                  <a:cubicBezTo>
                    <a:pt x="46349" y="118303"/>
                    <a:pt x="44867" y="119787"/>
                    <a:pt x="41904" y="119787"/>
                  </a:cubicBezTo>
                  <a:cubicBezTo>
                    <a:pt x="38941" y="119787"/>
                    <a:pt x="37460" y="118303"/>
                    <a:pt x="35978" y="115335"/>
                  </a:cubicBezTo>
                  <a:cubicBezTo>
                    <a:pt x="30052" y="115335"/>
                    <a:pt x="30052" y="115335"/>
                    <a:pt x="30052" y="115335"/>
                  </a:cubicBezTo>
                  <a:cubicBezTo>
                    <a:pt x="28571" y="118303"/>
                    <a:pt x="27089" y="119787"/>
                    <a:pt x="23915" y="119787"/>
                  </a:cubicBezTo>
                  <a:cubicBezTo>
                    <a:pt x="20952" y="119787"/>
                    <a:pt x="19470" y="118303"/>
                    <a:pt x="17989" y="115335"/>
                  </a:cubicBezTo>
                  <a:cubicBezTo>
                    <a:pt x="12063" y="115335"/>
                    <a:pt x="12063" y="115335"/>
                    <a:pt x="12063" y="115335"/>
                  </a:cubicBezTo>
                  <a:cubicBezTo>
                    <a:pt x="10582" y="118303"/>
                    <a:pt x="9100" y="119787"/>
                    <a:pt x="6137" y="119787"/>
                  </a:cubicBezTo>
                  <a:cubicBezTo>
                    <a:pt x="3174" y="119787"/>
                    <a:pt x="0" y="116819"/>
                    <a:pt x="0" y="113851"/>
                  </a:cubicBezTo>
                  <a:cubicBezTo>
                    <a:pt x="0" y="110883"/>
                    <a:pt x="1481" y="107915"/>
                    <a:pt x="4656" y="107915"/>
                  </a:cubicBezTo>
                  <a:cubicBezTo>
                    <a:pt x="4656" y="100282"/>
                    <a:pt x="4656" y="100282"/>
                    <a:pt x="4656" y="100282"/>
                  </a:cubicBezTo>
                  <a:cubicBezTo>
                    <a:pt x="1481" y="100282"/>
                    <a:pt x="0" y="97314"/>
                    <a:pt x="0" y="95830"/>
                  </a:cubicBezTo>
                  <a:cubicBezTo>
                    <a:pt x="0" y="92862"/>
                    <a:pt x="1481" y="89893"/>
                    <a:pt x="4656" y="89893"/>
                  </a:cubicBezTo>
                  <a:cubicBezTo>
                    <a:pt x="4656" y="82261"/>
                    <a:pt x="4656" y="82261"/>
                    <a:pt x="4656" y="82261"/>
                  </a:cubicBezTo>
                  <a:cubicBezTo>
                    <a:pt x="1481" y="82261"/>
                    <a:pt x="0" y="79293"/>
                    <a:pt x="0" y="77809"/>
                  </a:cubicBezTo>
                  <a:cubicBezTo>
                    <a:pt x="0" y="74840"/>
                    <a:pt x="1481" y="71872"/>
                    <a:pt x="4656" y="71872"/>
                  </a:cubicBezTo>
                  <a:cubicBezTo>
                    <a:pt x="4656" y="64452"/>
                    <a:pt x="4656" y="64452"/>
                    <a:pt x="4656" y="64452"/>
                  </a:cubicBezTo>
                  <a:cubicBezTo>
                    <a:pt x="1481" y="64452"/>
                    <a:pt x="0" y="61272"/>
                    <a:pt x="0" y="59787"/>
                  </a:cubicBezTo>
                  <a:cubicBezTo>
                    <a:pt x="0" y="56819"/>
                    <a:pt x="1481" y="53851"/>
                    <a:pt x="4656" y="53851"/>
                  </a:cubicBezTo>
                  <a:cubicBezTo>
                    <a:pt x="4656" y="46431"/>
                    <a:pt x="4656" y="46431"/>
                    <a:pt x="4656" y="46431"/>
                  </a:cubicBezTo>
                  <a:cubicBezTo>
                    <a:pt x="1481" y="46431"/>
                    <a:pt x="0" y="43462"/>
                    <a:pt x="0" y="41978"/>
                  </a:cubicBezTo>
                  <a:cubicBezTo>
                    <a:pt x="0" y="38798"/>
                    <a:pt x="1481" y="35830"/>
                    <a:pt x="4656" y="35830"/>
                  </a:cubicBezTo>
                  <a:cubicBezTo>
                    <a:pt x="4656" y="28409"/>
                    <a:pt x="4656" y="28409"/>
                    <a:pt x="4656" y="28409"/>
                  </a:cubicBezTo>
                  <a:cubicBezTo>
                    <a:pt x="1481" y="28409"/>
                    <a:pt x="0" y="25441"/>
                    <a:pt x="0" y="23957"/>
                  </a:cubicBezTo>
                  <a:cubicBezTo>
                    <a:pt x="0" y="20777"/>
                    <a:pt x="1481" y="17809"/>
                    <a:pt x="4656" y="17809"/>
                  </a:cubicBezTo>
                  <a:cubicBezTo>
                    <a:pt x="4656" y="10388"/>
                    <a:pt x="4656" y="10388"/>
                    <a:pt x="4656" y="10388"/>
                  </a:cubicBezTo>
                  <a:cubicBezTo>
                    <a:pt x="1481" y="10388"/>
                    <a:pt x="0" y="7420"/>
                    <a:pt x="0" y="5936"/>
                  </a:cubicBezTo>
                  <a:cubicBezTo>
                    <a:pt x="0" y="1484"/>
                    <a:pt x="3174" y="0"/>
                    <a:pt x="6137" y="0"/>
                  </a:cubicBezTo>
                  <a:cubicBezTo>
                    <a:pt x="9100" y="0"/>
                    <a:pt x="10582" y="1484"/>
                    <a:pt x="12063" y="2968"/>
                  </a:cubicBezTo>
                  <a:cubicBezTo>
                    <a:pt x="17989" y="2968"/>
                    <a:pt x="17989" y="2968"/>
                    <a:pt x="17989" y="2968"/>
                  </a:cubicBezTo>
                  <a:cubicBezTo>
                    <a:pt x="19470" y="1484"/>
                    <a:pt x="20952" y="0"/>
                    <a:pt x="23915" y="0"/>
                  </a:cubicBezTo>
                  <a:cubicBezTo>
                    <a:pt x="27089" y="0"/>
                    <a:pt x="28571" y="1484"/>
                    <a:pt x="30052" y="2968"/>
                  </a:cubicBezTo>
                  <a:cubicBezTo>
                    <a:pt x="35978" y="2968"/>
                    <a:pt x="35978" y="2968"/>
                    <a:pt x="35978" y="2968"/>
                  </a:cubicBezTo>
                  <a:cubicBezTo>
                    <a:pt x="37460" y="1484"/>
                    <a:pt x="38941" y="0"/>
                    <a:pt x="41904" y="0"/>
                  </a:cubicBezTo>
                  <a:cubicBezTo>
                    <a:pt x="44867" y="0"/>
                    <a:pt x="46349" y="1484"/>
                    <a:pt x="47830" y="2968"/>
                  </a:cubicBezTo>
                  <a:cubicBezTo>
                    <a:pt x="53968" y="2968"/>
                    <a:pt x="53968" y="2968"/>
                    <a:pt x="53968" y="2968"/>
                  </a:cubicBezTo>
                  <a:cubicBezTo>
                    <a:pt x="55449" y="1484"/>
                    <a:pt x="56931" y="0"/>
                    <a:pt x="59894" y="0"/>
                  </a:cubicBezTo>
                  <a:cubicBezTo>
                    <a:pt x="62857" y="0"/>
                    <a:pt x="64338" y="1484"/>
                    <a:pt x="65820" y="2968"/>
                  </a:cubicBezTo>
                  <a:cubicBezTo>
                    <a:pt x="71957" y="2968"/>
                    <a:pt x="71957" y="2968"/>
                    <a:pt x="71957" y="2968"/>
                  </a:cubicBezTo>
                  <a:cubicBezTo>
                    <a:pt x="73439" y="1484"/>
                    <a:pt x="74920" y="0"/>
                    <a:pt x="77883" y="0"/>
                  </a:cubicBezTo>
                  <a:cubicBezTo>
                    <a:pt x="80846" y="0"/>
                    <a:pt x="82328" y="1484"/>
                    <a:pt x="83809" y="2968"/>
                  </a:cubicBezTo>
                  <a:cubicBezTo>
                    <a:pt x="89735" y="2968"/>
                    <a:pt x="89735" y="2968"/>
                    <a:pt x="89735" y="2968"/>
                  </a:cubicBezTo>
                  <a:cubicBezTo>
                    <a:pt x="91216" y="1484"/>
                    <a:pt x="92698" y="0"/>
                    <a:pt x="95873" y="0"/>
                  </a:cubicBezTo>
                  <a:cubicBezTo>
                    <a:pt x="98835" y="0"/>
                    <a:pt x="100317" y="1484"/>
                    <a:pt x="101798" y="2968"/>
                  </a:cubicBezTo>
                  <a:cubicBezTo>
                    <a:pt x="107724" y="2968"/>
                    <a:pt x="107724" y="2968"/>
                    <a:pt x="107724" y="2968"/>
                  </a:cubicBezTo>
                  <a:cubicBezTo>
                    <a:pt x="109206" y="1484"/>
                    <a:pt x="110687" y="0"/>
                    <a:pt x="113650" y="0"/>
                  </a:cubicBezTo>
                  <a:cubicBezTo>
                    <a:pt x="116825" y="0"/>
                    <a:pt x="119788" y="1484"/>
                    <a:pt x="119788" y="5936"/>
                  </a:cubicBezTo>
                  <a:cubicBezTo>
                    <a:pt x="119788" y="7420"/>
                    <a:pt x="118306" y="10388"/>
                    <a:pt x="115132" y="10388"/>
                  </a:cubicBezTo>
                  <a:cubicBezTo>
                    <a:pt x="115132" y="17809"/>
                    <a:pt x="115132" y="17809"/>
                    <a:pt x="115132" y="17809"/>
                  </a:cubicBezTo>
                  <a:cubicBezTo>
                    <a:pt x="118306" y="17809"/>
                    <a:pt x="119788" y="20777"/>
                    <a:pt x="119788" y="23957"/>
                  </a:cubicBezTo>
                  <a:cubicBezTo>
                    <a:pt x="119788" y="25441"/>
                    <a:pt x="118306" y="28409"/>
                    <a:pt x="115132" y="28409"/>
                  </a:cubicBezTo>
                  <a:cubicBezTo>
                    <a:pt x="115132" y="35830"/>
                    <a:pt x="115132" y="35830"/>
                    <a:pt x="115132" y="35830"/>
                  </a:cubicBezTo>
                  <a:cubicBezTo>
                    <a:pt x="118306" y="35830"/>
                    <a:pt x="119788" y="38798"/>
                    <a:pt x="119788" y="41978"/>
                  </a:cubicBezTo>
                  <a:cubicBezTo>
                    <a:pt x="119788" y="43462"/>
                    <a:pt x="118306" y="46431"/>
                    <a:pt x="115132" y="46431"/>
                  </a:cubicBezTo>
                  <a:cubicBezTo>
                    <a:pt x="115132" y="53851"/>
                    <a:pt x="115132" y="53851"/>
                    <a:pt x="115132" y="53851"/>
                  </a:cubicBezTo>
                  <a:cubicBezTo>
                    <a:pt x="118306" y="53851"/>
                    <a:pt x="119788" y="56819"/>
                    <a:pt x="119788" y="59787"/>
                  </a:cubicBezTo>
                  <a:cubicBezTo>
                    <a:pt x="119788" y="61272"/>
                    <a:pt x="118306" y="64452"/>
                    <a:pt x="115132" y="64452"/>
                  </a:cubicBezTo>
                  <a:cubicBezTo>
                    <a:pt x="115132" y="71872"/>
                    <a:pt x="115132" y="71872"/>
                    <a:pt x="115132" y="71872"/>
                  </a:cubicBezTo>
                  <a:cubicBezTo>
                    <a:pt x="118306" y="71872"/>
                    <a:pt x="119788" y="74840"/>
                    <a:pt x="119788" y="77809"/>
                  </a:cubicBezTo>
                  <a:cubicBezTo>
                    <a:pt x="119788" y="79293"/>
                    <a:pt x="118306" y="82261"/>
                    <a:pt x="115132" y="82261"/>
                  </a:cubicBezTo>
                  <a:cubicBezTo>
                    <a:pt x="115132" y="89893"/>
                    <a:pt x="115132" y="89893"/>
                    <a:pt x="115132" y="89893"/>
                  </a:cubicBezTo>
                  <a:cubicBezTo>
                    <a:pt x="118306" y="89893"/>
                    <a:pt x="119788" y="92862"/>
                    <a:pt x="119788" y="95830"/>
                  </a:cubicBezTo>
                  <a:close/>
                  <a:moveTo>
                    <a:pt x="103280" y="14840"/>
                  </a:moveTo>
                  <a:lnTo>
                    <a:pt x="103280" y="14840"/>
                  </a:lnTo>
                  <a:cubicBezTo>
                    <a:pt x="16507" y="14840"/>
                    <a:pt x="16507" y="14840"/>
                    <a:pt x="16507" y="14840"/>
                  </a:cubicBezTo>
                  <a:cubicBezTo>
                    <a:pt x="16507" y="103250"/>
                    <a:pt x="16507" y="103250"/>
                    <a:pt x="16507" y="103250"/>
                  </a:cubicBezTo>
                  <a:cubicBezTo>
                    <a:pt x="103280" y="103250"/>
                    <a:pt x="103280" y="103250"/>
                    <a:pt x="103280" y="103250"/>
                  </a:cubicBezTo>
                  <a:lnTo>
                    <a:pt x="103280" y="14840"/>
                  </a:lnTo>
                  <a:close/>
                  <a:moveTo>
                    <a:pt x="52486" y="79293"/>
                  </a:moveTo>
                  <a:lnTo>
                    <a:pt x="52486" y="79293"/>
                  </a:lnTo>
                  <a:cubicBezTo>
                    <a:pt x="79365" y="44946"/>
                    <a:pt x="79365" y="44946"/>
                    <a:pt x="79365" y="44946"/>
                  </a:cubicBezTo>
                  <a:cubicBezTo>
                    <a:pt x="97354" y="73356"/>
                    <a:pt x="97354" y="73356"/>
                    <a:pt x="97354" y="73356"/>
                  </a:cubicBezTo>
                  <a:cubicBezTo>
                    <a:pt x="97354" y="97314"/>
                    <a:pt x="97354" y="97314"/>
                    <a:pt x="97354" y="97314"/>
                  </a:cubicBezTo>
                  <a:cubicBezTo>
                    <a:pt x="22433" y="97314"/>
                    <a:pt x="22433" y="97314"/>
                    <a:pt x="22433" y="97314"/>
                  </a:cubicBezTo>
                  <a:cubicBezTo>
                    <a:pt x="46349" y="73356"/>
                    <a:pt x="46349" y="73356"/>
                    <a:pt x="46349" y="73356"/>
                  </a:cubicBezTo>
                  <a:lnTo>
                    <a:pt x="52486" y="79293"/>
                  </a:lnTo>
                  <a:close/>
                  <a:moveTo>
                    <a:pt x="40423" y="50883"/>
                  </a:moveTo>
                  <a:lnTo>
                    <a:pt x="40423" y="50883"/>
                  </a:lnTo>
                  <a:cubicBezTo>
                    <a:pt x="33015" y="50883"/>
                    <a:pt x="28571" y="46431"/>
                    <a:pt x="28571" y="38798"/>
                  </a:cubicBezTo>
                  <a:cubicBezTo>
                    <a:pt x="28571" y="32862"/>
                    <a:pt x="33015" y="26925"/>
                    <a:pt x="40423" y="26925"/>
                  </a:cubicBezTo>
                  <a:cubicBezTo>
                    <a:pt x="46349" y="26925"/>
                    <a:pt x="52486" y="32862"/>
                    <a:pt x="52486" y="38798"/>
                  </a:cubicBezTo>
                  <a:cubicBezTo>
                    <a:pt x="52486" y="46431"/>
                    <a:pt x="46349" y="50883"/>
                    <a:pt x="40423" y="5088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4" name="Shape 4854"/>
            <p:cNvSpPr/>
            <p:nvPr/>
          </p:nvSpPr>
          <p:spPr>
            <a:xfrm>
              <a:off x="1535146" y="2724753"/>
              <a:ext cx="272978" cy="2709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88" y="95830"/>
                  </a:moveTo>
                  <a:lnTo>
                    <a:pt x="119788" y="95830"/>
                  </a:lnTo>
                  <a:cubicBezTo>
                    <a:pt x="119788" y="97314"/>
                    <a:pt x="118306" y="100282"/>
                    <a:pt x="115132" y="100282"/>
                  </a:cubicBezTo>
                  <a:cubicBezTo>
                    <a:pt x="115132" y="107915"/>
                    <a:pt x="115132" y="107915"/>
                    <a:pt x="115132" y="107915"/>
                  </a:cubicBezTo>
                  <a:cubicBezTo>
                    <a:pt x="118306" y="107915"/>
                    <a:pt x="119788" y="110883"/>
                    <a:pt x="119788" y="113851"/>
                  </a:cubicBezTo>
                  <a:cubicBezTo>
                    <a:pt x="119788" y="116819"/>
                    <a:pt x="116613" y="119787"/>
                    <a:pt x="113650" y="119787"/>
                  </a:cubicBezTo>
                  <a:cubicBezTo>
                    <a:pt x="110687" y="119787"/>
                    <a:pt x="107724" y="118303"/>
                    <a:pt x="107724" y="115335"/>
                  </a:cubicBezTo>
                  <a:cubicBezTo>
                    <a:pt x="100317" y="115335"/>
                    <a:pt x="100317" y="115335"/>
                    <a:pt x="100317" y="115335"/>
                  </a:cubicBezTo>
                  <a:cubicBezTo>
                    <a:pt x="100317" y="118303"/>
                    <a:pt x="97354" y="119787"/>
                    <a:pt x="95873" y="119787"/>
                  </a:cubicBezTo>
                  <a:cubicBezTo>
                    <a:pt x="92698" y="119787"/>
                    <a:pt x="89735" y="118303"/>
                    <a:pt x="89735" y="115335"/>
                  </a:cubicBezTo>
                  <a:cubicBezTo>
                    <a:pt x="82328" y="115335"/>
                    <a:pt x="82328" y="115335"/>
                    <a:pt x="82328" y="115335"/>
                  </a:cubicBezTo>
                  <a:cubicBezTo>
                    <a:pt x="82328" y="118303"/>
                    <a:pt x="79365" y="119787"/>
                    <a:pt x="77883" y="119787"/>
                  </a:cubicBezTo>
                  <a:cubicBezTo>
                    <a:pt x="74920" y="119787"/>
                    <a:pt x="71957" y="118303"/>
                    <a:pt x="71957" y="115335"/>
                  </a:cubicBezTo>
                  <a:cubicBezTo>
                    <a:pt x="64338" y="115335"/>
                    <a:pt x="64338" y="115335"/>
                    <a:pt x="64338" y="115335"/>
                  </a:cubicBezTo>
                  <a:cubicBezTo>
                    <a:pt x="64338" y="118303"/>
                    <a:pt x="61375" y="119787"/>
                    <a:pt x="59894" y="119787"/>
                  </a:cubicBezTo>
                  <a:cubicBezTo>
                    <a:pt x="56931" y="119787"/>
                    <a:pt x="53968" y="118303"/>
                    <a:pt x="53968" y="115335"/>
                  </a:cubicBezTo>
                  <a:cubicBezTo>
                    <a:pt x="46349" y="115335"/>
                    <a:pt x="46349" y="115335"/>
                    <a:pt x="46349" y="115335"/>
                  </a:cubicBezTo>
                  <a:cubicBezTo>
                    <a:pt x="46349" y="118303"/>
                    <a:pt x="43386" y="119787"/>
                    <a:pt x="41904" y="119787"/>
                  </a:cubicBezTo>
                  <a:cubicBezTo>
                    <a:pt x="38941" y="119787"/>
                    <a:pt x="35978" y="118303"/>
                    <a:pt x="35978" y="115335"/>
                  </a:cubicBezTo>
                  <a:cubicBezTo>
                    <a:pt x="28571" y="115335"/>
                    <a:pt x="28571" y="115335"/>
                    <a:pt x="28571" y="115335"/>
                  </a:cubicBezTo>
                  <a:cubicBezTo>
                    <a:pt x="28571" y="118303"/>
                    <a:pt x="25396" y="119787"/>
                    <a:pt x="23915" y="119787"/>
                  </a:cubicBezTo>
                  <a:cubicBezTo>
                    <a:pt x="20952" y="119787"/>
                    <a:pt x="17989" y="118303"/>
                    <a:pt x="17989" y="115335"/>
                  </a:cubicBezTo>
                  <a:cubicBezTo>
                    <a:pt x="10582" y="115335"/>
                    <a:pt x="10582" y="115335"/>
                    <a:pt x="10582" y="115335"/>
                  </a:cubicBezTo>
                  <a:cubicBezTo>
                    <a:pt x="10582" y="118303"/>
                    <a:pt x="7619" y="119787"/>
                    <a:pt x="6137" y="119787"/>
                  </a:cubicBezTo>
                  <a:cubicBezTo>
                    <a:pt x="1481" y="119787"/>
                    <a:pt x="0" y="116819"/>
                    <a:pt x="0" y="113851"/>
                  </a:cubicBezTo>
                  <a:cubicBezTo>
                    <a:pt x="0" y="110883"/>
                    <a:pt x="1481" y="107915"/>
                    <a:pt x="2962" y="107915"/>
                  </a:cubicBezTo>
                  <a:cubicBezTo>
                    <a:pt x="2962" y="100282"/>
                    <a:pt x="2962" y="100282"/>
                    <a:pt x="2962" y="100282"/>
                  </a:cubicBezTo>
                  <a:cubicBezTo>
                    <a:pt x="1481" y="100282"/>
                    <a:pt x="0" y="97314"/>
                    <a:pt x="0" y="95830"/>
                  </a:cubicBezTo>
                  <a:cubicBezTo>
                    <a:pt x="0" y="92862"/>
                    <a:pt x="1481" y="89893"/>
                    <a:pt x="2962" y="89893"/>
                  </a:cubicBezTo>
                  <a:cubicBezTo>
                    <a:pt x="2962" y="82261"/>
                    <a:pt x="2962" y="82261"/>
                    <a:pt x="2962" y="82261"/>
                  </a:cubicBezTo>
                  <a:cubicBezTo>
                    <a:pt x="1481" y="82261"/>
                    <a:pt x="0" y="79293"/>
                    <a:pt x="0" y="77809"/>
                  </a:cubicBezTo>
                  <a:cubicBezTo>
                    <a:pt x="0" y="74840"/>
                    <a:pt x="1481" y="71872"/>
                    <a:pt x="2962" y="71872"/>
                  </a:cubicBezTo>
                  <a:cubicBezTo>
                    <a:pt x="2962" y="64452"/>
                    <a:pt x="2962" y="64452"/>
                    <a:pt x="2962" y="64452"/>
                  </a:cubicBezTo>
                  <a:cubicBezTo>
                    <a:pt x="1481" y="64452"/>
                    <a:pt x="0" y="61272"/>
                    <a:pt x="0" y="59787"/>
                  </a:cubicBezTo>
                  <a:cubicBezTo>
                    <a:pt x="0" y="56819"/>
                    <a:pt x="1481" y="53851"/>
                    <a:pt x="2962" y="53851"/>
                  </a:cubicBezTo>
                  <a:cubicBezTo>
                    <a:pt x="2962" y="46431"/>
                    <a:pt x="2962" y="46431"/>
                    <a:pt x="2962" y="46431"/>
                  </a:cubicBezTo>
                  <a:cubicBezTo>
                    <a:pt x="1481" y="46431"/>
                    <a:pt x="0" y="43462"/>
                    <a:pt x="0" y="41978"/>
                  </a:cubicBezTo>
                  <a:cubicBezTo>
                    <a:pt x="0" y="38798"/>
                    <a:pt x="1481" y="35830"/>
                    <a:pt x="2962" y="35830"/>
                  </a:cubicBezTo>
                  <a:cubicBezTo>
                    <a:pt x="2962" y="28409"/>
                    <a:pt x="2962" y="28409"/>
                    <a:pt x="2962" y="28409"/>
                  </a:cubicBezTo>
                  <a:cubicBezTo>
                    <a:pt x="1481" y="28409"/>
                    <a:pt x="0" y="25441"/>
                    <a:pt x="0" y="23957"/>
                  </a:cubicBezTo>
                  <a:cubicBezTo>
                    <a:pt x="0" y="20777"/>
                    <a:pt x="1481" y="17809"/>
                    <a:pt x="2962" y="17809"/>
                  </a:cubicBezTo>
                  <a:cubicBezTo>
                    <a:pt x="2962" y="10388"/>
                    <a:pt x="2962" y="10388"/>
                    <a:pt x="2962" y="10388"/>
                  </a:cubicBezTo>
                  <a:cubicBezTo>
                    <a:pt x="1481" y="10388"/>
                    <a:pt x="0" y="7420"/>
                    <a:pt x="0" y="5936"/>
                  </a:cubicBezTo>
                  <a:cubicBezTo>
                    <a:pt x="0" y="1484"/>
                    <a:pt x="1481" y="0"/>
                    <a:pt x="6137" y="0"/>
                  </a:cubicBezTo>
                  <a:cubicBezTo>
                    <a:pt x="7619" y="0"/>
                    <a:pt x="10582" y="1484"/>
                    <a:pt x="10582" y="2968"/>
                  </a:cubicBezTo>
                  <a:cubicBezTo>
                    <a:pt x="17989" y="2968"/>
                    <a:pt x="17989" y="2968"/>
                    <a:pt x="17989" y="2968"/>
                  </a:cubicBezTo>
                  <a:cubicBezTo>
                    <a:pt x="17989" y="1484"/>
                    <a:pt x="20952" y="0"/>
                    <a:pt x="23915" y="0"/>
                  </a:cubicBezTo>
                  <a:cubicBezTo>
                    <a:pt x="25396" y="0"/>
                    <a:pt x="28571" y="1484"/>
                    <a:pt x="28571" y="2968"/>
                  </a:cubicBezTo>
                  <a:cubicBezTo>
                    <a:pt x="35978" y="2968"/>
                    <a:pt x="35978" y="2968"/>
                    <a:pt x="35978" y="2968"/>
                  </a:cubicBezTo>
                  <a:cubicBezTo>
                    <a:pt x="35978" y="1484"/>
                    <a:pt x="38941" y="0"/>
                    <a:pt x="41904" y="0"/>
                  </a:cubicBezTo>
                  <a:cubicBezTo>
                    <a:pt x="43386" y="0"/>
                    <a:pt x="46349" y="1484"/>
                    <a:pt x="46349" y="2968"/>
                  </a:cubicBezTo>
                  <a:cubicBezTo>
                    <a:pt x="53968" y="2968"/>
                    <a:pt x="53968" y="2968"/>
                    <a:pt x="53968" y="2968"/>
                  </a:cubicBezTo>
                  <a:cubicBezTo>
                    <a:pt x="53968" y="1484"/>
                    <a:pt x="56931" y="0"/>
                    <a:pt x="59894" y="0"/>
                  </a:cubicBezTo>
                  <a:cubicBezTo>
                    <a:pt x="61375" y="0"/>
                    <a:pt x="64338" y="1484"/>
                    <a:pt x="64338" y="2968"/>
                  </a:cubicBezTo>
                  <a:cubicBezTo>
                    <a:pt x="71957" y="2968"/>
                    <a:pt x="71957" y="2968"/>
                    <a:pt x="71957" y="2968"/>
                  </a:cubicBezTo>
                  <a:cubicBezTo>
                    <a:pt x="71957" y="1484"/>
                    <a:pt x="74920" y="0"/>
                    <a:pt x="77883" y="0"/>
                  </a:cubicBezTo>
                  <a:cubicBezTo>
                    <a:pt x="79365" y="0"/>
                    <a:pt x="82328" y="1484"/>
                    <a:pt x="82328" y="2968"/>
                  </a:cubicBezTo>
                  <a:cubicBezTo>
                    <a:pt x="89735" y="2968"/>
                    <a:pt x="89735" y="2968"/>
                    <a:pt x="89735" y="2968"/>
                  </a:cubicBezTo>
                  <a:cubicBezTo>
                    <a:pt x="89735" y="1484"/>
                    <a:pt x="92698" y="0"/>
                    <a:pt x="95873" y="0"/>
                  </a:cubicBezTo>
                  <a:cubicBezTo>
                    <a:pt x="97354" y="0"/>
                    <a:pt x="100317" y="1484"/>
                    <a:pt x="100317" y="2968"/>
                  </a:cubicBezTo>
                  <a:cubicBezTo>
                    <a:pt x="107724" y="2968"/>
                    <a:pt x="107724" y="2968"/>
                    <a:pt x="107724" y="2968"/>
                  </a:cubicBezTo>
                  <a:cubicBezTo>
                    <a:pt x="107724" y="1484"/>
                    <a:pt x="110687" y="0"/>
                    <a:pt x="113650" y="0"/>
                  </a:cubicBezTo>
                  <a:cubicBezTo>
                    <a:pt x="116613" y="0"/>
                    <a:pt x="119788" y="1484"/>
                    <a:pt x="119788" y="5936"/>
                  </a:cubicBezTo>
                  <a:cubicBezTo>
                    <a:pt x="119788" y="7420"/>
                    <a:pt x="118306" y="10388"/>
                    <a:pt x="115132" y="10388"/>
                  </a:cubicBezTo>
                  <a:cubicBezTo>
                    <a:pt x="115132" y="17809"/>
                    <a:pt x="115132" y="17809"/>
                    <a:pt x="115132" y="17809"/>
                  </a:cubicBezTo>
                  <a:cubicBezTo>
                    <a:pt x="118306" y="17809"/>
                    <a:pt x="119788" y="20777"/>
                    <a:pt x="119788" y="23957"/>
                  </a:cubicBezTo>
                  <a:cubicBezTo>
                    <a:pt x="119788" y="25441"/>
                    <a:pt x="118306" y="28409"/>
                    <a:pt x="115132" y="28409"/>
                  </a:cubicBezTo>
                  <a:cubicBezTo>
                    <a:pt x="115132" y="35830"/>
                    <a:pt x="115132" y="35830"/>
                    <a:pt x="115132" y="35830"/>
                  </a:cubicBezTo>
                  <a:cubicBezTo>
                    <a:pt x="118306" y="35830"/>
                    <a:pt x="119788" y="38798"/>
                    <a:pt x="119788" y="41978"/>
                  </a:cubicBezTo>
                  <a:cubicBezTo>
                    <a:pt x="119788" y="43462"/>
                    <a:pt x="118306" y="46431"/>
                    <a:pt x="115132" y="46431"/>
                  </a:cubicBezTo>
                  <a:cubicBezTo>
                    <a:pt x="115132" y="53851"/>
                    <a:pt x="115132" y="53851"/>
                    <a:pt x="115132" y="53851"/>
                  </a:cubicBezTo>
                  <a:cubicBezTo>
                    <a:pt x="118306" y="53851"/>
                    <a:pt x="119788" y="56819"/>
                    <a:pt x="119788" y="59787"/>
                  </a:cubicBezTo>
                  <a:cubicBezTo>
                    <a:pt x="119788" y="61272"/>
                    <a:pt x="118306" y="64452"/>
                    <a:pt x="115132" y="64452"/>
                  </a:cubicBezTo>
                  <a:cubicBezTo>
                    <a:pt x="115132" y="71872"/>
                    <a:pt x="115132" y="71872"/>
                    <a:pt x="115132" y="71872"/>
                  </a:cubicBezTo>
                  <a:cubicBezTo>
                    <a:pt x="118306" y="71872"/>
                    <a:pt x="119788" y="74840"/>
                    <a:pt x="119788" y="77809"/>
                  </a:cubicBezTo>
                  <a:cubicBezTo>
                    <a:pt x="119788" y="79293"/>
                    <a:pt x="118306" y="82261"/>
                    <a:pt x="115132" y="82261"/>
                  </a:cubicBezTo>
                  <a:cubicBezTo>
                    <a:pt x="115132" y="89893"/>
                    <a:pt x="115132" y="89893"/>
                    <a:pt x="115132" y="89893"/>
                  </a:cubicBezTo>
                  <a:cubicBezTo>
                    <a:pt x="118306" y="89893"/>
                    <a:pt x="119788" y="92862"/>
                    <a:pt x="119788" y="95830"/>
                  </a:cubicBezTo>
                  <a:close/>
                  <a:moveTo>
                    <a:pt x="103280" y="14840"/>
                  </a:moveTo>
                  <a:lnTo>
                    <a:pt x="103280" y="14840"/>
                  </a:lnTo>
                  <a:cubicBezTo>
                    <a:pt x="15026" y="14840"/>
                    <a:pt x="15026" y="14840"/>
                    <a:pt x="15026" y="14840"/>
                  </a:cubicBezTo>
                  <a:cubicBezTo>
                    <a:pt x="15026" y="103250"/>
                    <a:pt x="15026" y="103250"/>
                    <a:pt x="15026" y="103250"/>
                  </a:cubicBezTo>
                  <a:cubicBezTo>
                    <a:pt x="103280" y="103250"/>
                    <a:pt x="103280" y="103250"/>
                    <a:pt x="103280" y="103250"/>
                  </a:cubicBezTo>
                  <a:lnTo>
                    <a:pt x="103280" y="148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5" name="Shape 4855"/>
            <p:cNvSpPr/>
            <p:nvPr/>
          </p:nvSpPr>
          <p:spPr>
            <a:xfrm>
              <a:off x="7096295" y="2208287"/>
              <a:ext cx="289907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108438"/>
                  </a:moveTo>
                  <a:lnTo>
                    <a:pt x="119800" y="108438"/>
                  </a:lnTo>
                  <a:cubicBezTo>
                    <a:pt x="119800" y="114219"/>
                    <a:pt x="114219" y="119800"/>
                    <a:pt x="108438" y="119800"/>
                  </a:cubicBezTo>
                  <a:cubicBezTo>
                    <a:pt x="105647" y="119800"/>
                    <a:pt x="102857" y="118405"/>
                    <a:pt x="100066" y="117009"/>
                  </a:cubicBezTo>
                  <a:cubicBezTo>
                    <a:pt x="67574" y="83122"/>
                    <a:pt x="67574" y="83122"/>
                    <a:pt x="67574" y="83122"/>
                  </a:cubicBezTo>
                  <a:cubicBezTo>
                    <a:pt x="60598" y="87308"/>
                    <a:pt x="53621" y="90299"/>
                    <a:pt x="45049" y="90299"/>
                  </a:cubicBezTo>
                  <a:cubicBezTo>
                    <a:pt x="19734" y="90299"/>
                    <a:pt x="0" y="69169"/>
                    <a:pt x="0" y="45049"/>
                  </a:cubicBezTo>
                  <a:cubicBezTo>
                    <a:pt x="0" y="19734"/>
                    <a:pt x="19734" y="0"/>
                    <a:pt x="45049" y="0"/>
                  </a:cubicBezTo>
                  <a:cubicBezTo>
                    <a:pt x="68970" y="0"/>
                    <a:pt x="90099" y="19734"/>
                    <a:pt x="90099" y="45049"/>
                  </a:cubicBezTo>
                  <a:cubicBezTo>
                    <a:pt x="90099" y="53621"/>
                    <a:pt x="87308" y="60598"/>
                    <a:pt x="83122" y="67774"/>
                  </a:cubicBezTo>
                  <a:cubicBezTo>
                    <a:pt x="117009" y="100066"/>
                    <a:pt x="117009" y="100066"/>
                    <a:pt x="117009" y="100066"/>
                  </a:cubicBezTo>
                  <a:cubicBezTo>
                    <a:pt x="118405" y="102857"/>
                    <a:pt x="119800" y="105647"/>
                    <a:pt x="119800" y="108438"/>
                  </a:cubicBezTo>
                  <a:close/>
                  <a:moveTo>
                    <a:pt x="45049" y="11362"/>
                  </a:moveTo>
                  <a:lnTo>
                    <a:pt x="45049" y="11362"/>
                  </a:lnTo>
                  <a:cubicBezTo>
                    <a:pt x="25315" y="11362"/>
                    <a:pt x="11362" y="25315"/>
                    <a:pt x="11362" y="45049"/>
                  </a:cubicBezTo>
                  <a:cubicBezTo>
                    <a:pt x="11362" y="63388"/>
                    <a:pt x="25315" y="78936"/>
                    <a:pt x="45049" y="78936"/>
                  </a:cubicBezTo>
                  <a:cubicBezTo>
                    <a:pt x="63388" y="78936"/>
                    <a:pt x="78936" y="63388"/>
                    <a:pt x="78936" y="45049"/>
                  </a:cubicBezTo>
                  <a:cubicBezTo>
                    <a:pt x="78936" y="25315"/>
                    <a:pt x="63388" y="11362"/>
                    <a:pt x="45049" y="11362"/>
                  </a:cubicBezTo>
                  <a:close/>
                  <a:moveTo>
                    <a:pt x="63388" y="50830"/>
                  </a:moveTo>
                  <a:lnTo>
                    <a:pt x="63388" y="50830"/>
                  </a:lnTo>
                  <a:cubicBezTo>
                    <a:pt x="25315" y="50830"/>
                    <a:pt x="25315" y="50830"/>
                    <a:pt x="25315" y="50830"/>
                  </a:cubicBezTo>
                  <a:cubicBezTo>
                    <a:pt x="22524" y="50830"/>
                    <a:pt x="19734" y="48039"/>
                    <a:pt x="19734" y="45049"/>
                  </a:cubicBezTo>
                  <a:cubicBezTo>
                    <a:pt x="19734" y="40863"/>
                    <a:pt x="22524" y="39468"/>
                    <a:pt x="25315" y="39468"/>
                  </a:cubicBezTo>
                  <a:cubicBezTo>
                    <a:pt x="63388" y="39468"/>
                    <a:pt x="63388" y="39468"/>
                    <a:pt x="63388" y="39468"/>
                  </a:cubicBezTo>
                  <a:cubicBezTo>
                    <a:pt x="66179" y="39468"/>
                    <a:pt x="68970" y="40863"/>
                    <a:pt x="68970" y="45049"/>
                  </a:cubicBezTo>
                  <a:cubicBezTo>
                    <a:pt x="68970" y="48039"/>
                    <a:pt x="66179" y="50830"/>
                    <a:pt x="63388" y="508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6" name="Shape 4856"/>
            <p:cNvSpPr/>
            <p:nvPr/>
          </p:nvSpPr>
          <p:spPr>
            <a:xfrm>
              <a:off x="6586312" y="2208287"/>
              <a:ext cx="292024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2" y="108438"/>
                  </a:moveTo>
                  <a:lnTo>
                    <a:pt x="119802" y="108438"/>
                  </a:lnTo>
                  <a:cubicBezTo>
                    <a:pt x="119802" y="114219"/>
                    <a:pt x="114088" y="119800"/>
                    <a:pt x="108571" y="119800"/>
                  </a:cubicBezTo>
                  <a:cubicBezTo>
                    <a:pt x="104433" y="119800"/>
                    <a:pt x="101674" y="118405"/>
                    <a:pt x="100295" y="117009"/>
                  </a:cubicBezTo>
                  <a:cubicBezTo>
                    <a:pt x="68177" y="83122"/>
                    <a:pt x="68177" y="83122"/>
                    <a:pt x="68177" y="83122"/>
                  </a:cubicBezTo>
                  <a:cubicBezTo>
                    <a:pt x="61280" y="87308"/>
                    <a:pt x="53004" y="90299"/>
                    <a:pt x="44532" y="90299"/>
                  </a:cubicBezTo>
                  <a:cubicBezTo>
                    <a:pt x="20886" y="90299"/>
                    <a:pt x="0" y="69169"/>
                    <a:pt x="0" y="45049"/>
                  </a:cubicBezTo>
                  <a:cubicBezTo>
                    <a:pt x="0" y="19734"/>
                    <a:pt x="20886" y="0"/>
                    <a:pt x="44532" y="0"/>
                  </a:cubicBezTo>
                  <a:cubicBezTo>
                    <a:pt x="69556" y="0"/>
                    <a:pt x="89064" y="19734"/>
                    <a:pt x="89064" y="45049"/>
                  </a:cubicBezTo>
                  <a:cubicBezTo>
                    <a:pt x="89064" y="53621"/>
                    <a:pt x="87684" y="60598"/>
                    <a:pt x="83546" y="67774"/>
                  </a:cubicBezTo>
                  <a:cubicBezTo>
                    <a:pt x="115665" y="100066"/>
                    <a:pt x="115665" y="100066"/>
                    <a:pt x="115665" y="100066"/>
                  </a:cubicBezTo>
                  <a:cubicBezTo>
                    <a:pt x="118423" y="102857"/>
                    <a:pt x="119802" y="105647"/>
                    <a:pt x="119802" y="108438"/>
                  </a:cubicBezTo>
                  <a:close/>
                  <a:moveTo>
                    <a:pt x="44532" y="11362"/>
                  </a:moveTo>
                  <a:lnTo>
                    <a:pt x="44532" y="11362"/>
                  </a:lnTo>
                  <a:cubicBezTo>
                    <a:pt x="26403" y="11362"/>
                    <a:pt x="11034" y="25315"/>
                    <a:pt x="11034" y="45049"/>
                  </a:cubicBezTo>
                  <a:cubicBezTo>
                    <a:pt x="11034" y="63388"/>
                    <a:pt x="26403" y="78936"/>
                    <a:pt x="44532" y="78936"/>
                  </a:cubicBezTo>
                  <a:cubicBezTo>
                    <a:pt x="64039" y="78936"/>
                    <a:pt x="78029" y="63388"/>
                    <a:pt x="78029" y="45049"/>
                  </a:cubicBezTo>
                  <a:cubicBezTo>
                    <a:pt x="78029" y="25315"/>
                    <a:pt x="64039" y="11362"/>
                    <a:pt x="44532" y="11362"/>
                  </a:cubicBezTo>
                  <a:close/>
                  <a:moveTo>
                    <a:pt x="64039" y="50830"/>
                  </a:moveTo>
                  <a:lnTo>
                    <a:pt x="64039" y="50830"/>
                  </a:lnTo>
                  <a:cubicBezTo>
                    <a:pt x="50049" y="50830"/>
                    <a:pt x="50049" y="50830"/>
                    <a:pt x="50049" y="50830"/>
                  </a:cubicBezTo>
                  <a:cubicBezTo>
                    <a:pt x="50049" y="63388"/>
                    <a:pt x="50049" y="63388"/>
                    <a:pt x="50049" y="63388"/>
                  </a:cubicBezTo>
                  <a:cubicBezTo>
                    <a:pt x="50049" y="66378"/>
                    <a:pt x="48669" y="69169"/>
                    <a:pt x="44532" y="69169"/>
                  </a:cubicBezTo>
                  <a:cubicBezTo>
                    <a:pt x="41773" y="69169"/>
                    <a:pt x="39014" y="66378"/>
                    <a:pt x="39014" y="63388"/>
                  </a:cubicBezTo>
                  <a:cubicBezTo>
                    <a:pt x="39014" y="50830"/>
                    <a:pt x="39014" y="50830"/>
                    <a:pt x="39014" y="50830"/>
                  </a:cubicBezTo>
                  <a:cubicBezTo>
                    <a:pt x="26403" y="50830"/>
                    <a:pt x="26403" y="50830"/>
                    <a:pt x="26403" y="50830"/>
                  </a:cubicBezTo>
                  <a:cubicBezTo>
                    <a:pt x="23645" y="50830"/>
                    <a:pt x="20886" y="48039"/>
                    <a:pt x="20886" y="45049"/>
                  </a:cubicBezTo>
                  <a:cubicBezTo>
                    <a:pt x="20886" y="40863"/>
                    <a:pt x="23645" y="39468"/>
                    <a:pt x="26403" y="39468"/>
                  </a:cubicBezTo>
                  <a:cubicBezTo>
                    <a:pt x="39014" y="39468"/>
                    <a:pt x="39014" y="39468"/>
                    <a:pt x="39014" y="39468"/>
                  </a:cubicBezTo>
                  <a:cubicBezTo>
                    <a:pt x="39014" y="25315"/>
                    <a:pt x="39014" y="25315"/>
                    <a:pt x="39014" y="25315"/>
                  </a:cubicBezTo>
                  <a:cubicBezTo>
                    <a:pt x="39014" y="22524"/>
                    <a:pt x="41773" y="19734"/>
                    <a:pt x="44532" y="19734"/>
                  </a:cubicBezTo>
                  <a:cubicBezTo>
                    <a:pt x="48669" y="19734"/>
                    <a:pt x="50049" y="22524"/>
                    <a:pt x="50049" y="25315"/>
                  </a:cubicBezTo>
                  <a:cubicBezTo>
                    <a:pt x="50049" y="39468"/>
                    <a:pt x="50049" y="39468"/>
                    <a:pt x="50049" y="39468"/>
                  </a:cubicBezTo>
                  <a:cubicBezTo>
                    <a:pt x="64039" y="39468"/>
                    <a:pt x="64039" y="39468"/>
                    <a:pt x="64039" y="39468"/>
                  </a:cubicBezTo>
                  <a:cubicBezTo>
                    <a:pt x="66798" y="39468"/>
                    <a:pt x="69556" y="40863"/>
                    <a:pt x="69556" y="45049"/>
                  </a:cubicBezTo>
                  <a:cubicBezTo>
                    <a:pt x="69556" y="48039"/>
                    <a:pt x="66798" y="50830"/>
                    <a:pt x="64039" y="508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7" name="Shape 4857"/>
            <p:cNvSpPr/>
            <p:nvPr/>
          </p:nvSpPr>
          <p:spPr>
            <a:xfrm>
              <a:off x="6082676" y="2208287"/>
              <a:ext cx="289909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810" y="100066"/>
                  </a:moveTo>
                  <a:lnTo>
                    <a:pt x="116810" y="100066"/>
                  </a:lnTo>
                  <a:cubicBezTo>
                    <a:pt x="118405" y="102857"/>
                    <a:pt x="119800" y="105647"/>
                    <a:pt x="119800" y="108438"/>
                  </a:cubicBezTo>
                  <a:cubicBezTo>
                    <a:pt x="119800" y="114219"/>
                    <a:pt x="115415" y="119800"/>
                    <a:pt x="108438" y="119800"/>
                  </a:cubicBezTo>
                  <a:cubicBezTo>
                    <a:pt x="105647" y="119800"/>
                    <a:pt x="102857" y="118405"/>
                    <a:pt x="101461" y="117009"/>
                  </a:cubicBezTo>
                  <a:cubicBezTo>
                    <a:pt x="67574" y="83122"/>
                    <a:pt x="67574" y="83122"/>
                    <a:pt x="67574" y="83122"/>
                  </a:cubicBezTo>
                  <a:cubicBezTo>
                    <a:pt x="60598" y="87308"/>
                    <a:pt x="53621" y="90299"/>
                    <a:pt x="45049" y="90299"/>
                  </a:cubicBezTo>
                  <a:cubicBezTo>
                    <a:pt x="19734" y="90299"/>
                    <a:pt x="0" y="69169"/>
                    <a:pt x="0" y="45049"/>
                  </a:cubicBezTo>
                  <a:cubicBezTo>
                    <a:pt x="0" y="19734"/>
                    <a:pt x="19734" y="0"/>
                    <a:pt x="45049" y="0"/>
                  </a:cubicBezTo>
                  <a:cubicBezTo>
                    <a:pt x="70365" y="0"/>
                    <a:pt x="90099" y="19734"/>
                    <a:pt x="90099" y="45049"/>
                  </a:cubicBezTo>
                  <a:cubicBezTo>
                    <a:pt x="90099" y="53621"/>
                    <a:pt x="87308" y="60598"/>
                    <a:pt x="84518" y="67774"/>
                  </a:cubicBezTo>
                  <a:cubicBezTo>
                    <a:pt x="116810" y="100066"/>
                    <a:pt x="116810" y="100066"/>
                    <a:pt x="116810" y="100066"/>
                  </a:cubicBezTo>
                  <a:close/>
                  <a:moveTo>
                    <a:pt x="45049" y="11362"/>
                  </a:moveTo>
                  <a:lnTo>
                    <a:pt x="45049" y="11362"/>
                  </a:lnTo>
                  <a:cubicBezTo>
                    <a:pt x="26710" y="11362"/>
                    <a:pt x="11162" y="25315"/>
                    <a:pt x="11162" y="45049"/>
                  </a:cubicBezTo>
                  <a:cubicBezTo>
                    <a:pt x="11162" y="63388"/>
                    <a:pt x="26710" y="78936"/>
                    <a:pt x="45049" y="78936"/>
                  </a:cubicBezTo>
                  <a:cubicBezTo>
                    <a:pt x="63388" y="78936"/>
                    <a:pt x="78936" y="63388"/>
                    <a:pt x="78936" y="45049"/>
                  </a:cubicBezTo>
                  <a:cubicBezTo>
                    <a:pt x="78936" y="25315"/>
                    <a:pt x="63388" y="11362"/>
                    <a:pt x="45049" y="113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8" name="Shape 4858"/>
            <p:cNvSpPr/>
            <p:nvPr/>
          </p:nvSpPr>
          <p:spPr>
            <a:xfrm>
              <a:off x="5576925" y="2208287"/>
              <a:ext cx="287792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301" y="119800"/>
                  </a:moveTo>
                  <a:lnTo>
                    <a:pt x="59301" y="119800"/>
                  </a:lnTo>
                  <a:cubicBezTo>
                    <a:pt x="26755" y="119800"/>
                    <a:pt x="0" y="93089"/>
                    <a:pt x="0" y="59202"/>
                  </a:cubicBezTo>
                  <a:cubicBezTo>
                    <a:pt x="0" y="26910"/>
                    <a:pt x="26755" y="0"/>
                    <a:pt x="59301" y="0"/>
                  </a:cubicBezTo>
                  <a:cubicBezTo>
                    <a:pt x="93044" y="0"/>
                    <a:pt x="119800" y="26910"/>
                    <a:pt x="119800" y="59202"/>
                  </a:cubicBezTo>
                  <a:cubicBezTo>
                    <a:pt x="119800" y="93089"/>
                    <a:pt x="93044" y="119800"/>
                    <a:pt x="59301" y="119800"/>
                  </a:cubicBezTo>
                  <a:close/>
                  <a:moveTo>
                    <a:pt x="59301" y="11362"/>
                  </a:moveTo>
                  <a:lnTo>
                    <a:pt x="59301" y="11362"/>
                  </a:lnTo>
                  <a:cubicBezTo>
                    <a:pt x="32346" y="11362"/>
                    <a:pt x="11181" y="32491"/>
                    <a:pt x="11181" y="59202"/>
                  </a:cubicBezTo>
                  <a:cubicBezTo>
                    <a:pt x="11181" y="85913"/>
                    <a:pt x="32346" y="108438"/>
                    <a:pt x="59301" y="108438"/>
                  </a:cubicBezTo>
                  <a:cubicBezTo>
                    <a:pt x="86056" y="108438"/>
                    <a:pt x="108618" y="85913"/>
                    <a:pt x="108618" y="59202"/>
                  </a:cubicBezTo>
                  <a:cubicBezTo>
                    <a:pt x="108618" y="32491"/>
                    <a:pt x="86056" y="11362"/>
                    <a:pt x="59301" y="11362"/>
                  </a:cubicBezTo>
                  <a:close/>
                  <a:moveTo>
                    <a:pt x="87454" y="63388"/>
                  </a:moveTo>
                  <a:lnTo>
                    <a:pt x="87454" y="63388"/>
                  </a:lnTo>
                  <a:cubicBezTo>
                    <a:pt x="69084" y="80332"/>
                    <a:pt x="69084" y="80332"/>
                    <a:pt x="69084" y="80332"/>
                  </a:cubicBezTo>
                  <a:cubicBezTo>
                    <a:pt x="67687" y="81727"/>
                    <a:pt x="66289" y="81727"/>
                    <a:pt x="64891" y="81727"/>
                  </a:cubicBezTo>
                  <a:cubicBezTo>
                    <a:pt x="62096" y="81727"/>
                    <a:pt x="59301" y="80332"/>
                    <a:pt x="59301" y="76146"/>
                  </a:cubicBezTo>
                  <a:cubicBezTo>
                    <a:pt x="59301" y="74750"/>
                    <a:pt x="60698" y="73355"/>
                    <a:pt x="62096" y="71960"/>
                  </a:cubicBezTo>
                  <a:cubicBezTo>
                    <a:pt x="69084" y="64784"/>
                    <a:pt x="69084" y="64784"/>
                    <a:pt x="69084" y="64784"/>
                  </a:cubicBezTo>
                  <a:cubicBezTo>
                    <a:pt x="35141" y="64784"/>
                    <a:pt x="35141" y="64784"/>
                    <a:pt x="35141" y="64784"/>
                  </a:cubicBezTo>
                  <a:cubicBezTo>
                    <a:pt x="32346" y="64784"/>
                    <a:pt x="29550" y="63388"/>
                    <a:pt x="29550" y="59202"/>
                  </a:cubicBezTo>
                  <a:cubicBezTo>
                    <a:pt x="29550" y="56411"/>
                    <a:pt x="32346" y="53621"/>
                    <a:pt x="35141" y="53621"/>
                  </a:cubicBezTo>
                  <a:cubicBezTo>
                    <a:pt x="69084" y="53621"/>
                    <a:pt x="69084" y="53621"/>
                    <a:pt x="69084" y="53621"/>
                  </a:cubicBezTo>
                  <a:cubicBezTo>
                    <a:pt x="62096" y="46644"/>
                    <a:pt x="62096" y="46644"/>
                    <a:pt x="62096" y="46644"/>
                  </a:cubicBezTo>
                  <a:cubicBezTo>
                    <a:pt x="60698" y="46644"/>
                    <a:pt x="59301" y="45049"/>
                    <a:pt x="59301" y="42259"/>
                  </a:cubicBezTo>
                  <a:cubicBezTo>
                    <a:pt x="59301" y="39468"/>
                    <a:pt x="62096" y="36677"/>
                    <a:pt x="64891" y="36677"/>
                  </a:cubicBezTo>
                  <a:cubicBezTo>
                    <a:pt x="66289" y="36677"/>
                    <a:pt x="67687" y="38073"/>
                    <a:pt x="69084" y="38073"/>
                  </a:cubicBezTo>
                  <a:cubicBezTo>
                    <a:pt x="87454" y="55016"/>
                    <a:pt x="87454" y="55016"/>
                    <a:pt x="87454" y="55016"/>
                  </a:cubicBezTo>
                  <a:cubicBezTo>
                    <a:pt x="88851" y="56411"/>
                    <a:pt x="90249" y="57807"/>
                    <a:pt x="90249" y="59202"/>
                  </a:cubicBezTo>
                  <a:cubicBezTo>
                    <a:pt x="90249" y="61993"/>
                    <a:pt x="88851" y="63388"/>
                    <a:pt x="87454" y="6338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9" name="Shape 4859"/>
            <p:cNvSpPr/>
            <p:nvPr/>
          </p:nvSpPr>
          <p:spPr>
            <a:xfrm>
              <a:off x="5069058" y="2208287"/>
              <a:ext cx="292024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119800"/>
                  </a:moveTo>
                  <a:lnTo>
                    <a:pt x="60000" y="119800"/>
                  </a:lnTo>
                  <a:cubicBezTo>
                    <a:pt x="26447" y="119800"/>
                    <a:pt x="0" y="93089"/>
                    <a:pt x="0" y="59202"/>
                  </a:cubicBezTo>
                  <a:cubicBezTo>
                    <a:pt x="0" y="26910"/>
                    <a:pt x="26447" y="0"/>
                    <a:pt x="60000" y="0"/>
                  </a:cubicBezTo>
                  <a:cubicBezTo>
                    <a:pt x="93355" y="0"/>
                    <a:pt x="119802" y="26910"/>
                    <a:pt x="119802" y="59202"/>
                  </a:cubicBezTo>
                  <a:cubicBezTo>
                    <a:pt x="119802" y="93089"/>
                    <a:pt x="93355" y="119800"/>
                    <a:pt x="60000" y="119800"/>
                  </a:cubicBezTo>
                  <a:close/>
                  <a:moveTo>
                    <a:pt x="60000" y="11362"/>
                  </a:moveTo>
                  <a:lnTo>
                    <a:pt x="60000" y="11362"/>
                  </a:lnTo>
                  <a:cubicBezTo>
                    <a:pt x="33355" y="11362"/>
                    <a:pt x="11052" y="32491"/>
                    <a:pt x="11052" y="59202"/>
                  </a:cubicBezTo>
                  <a:cubicBezTo>
                    <a:pt x="11052" y="85913"/>
                    <a:pt x="33355" y="108438"/>
                    <a:pt x="60000" y="108438"/>
                  </a:cubicBezTo>
                  <a:cubicBezTo>
                    <a:pt x="86447" y="108438"/>
                    <a:pt x="108750" y="85913"/>
                    <a:pt x="108750" y="59202"/>
                  </a:cubicBezTo>
                  <a:cubicBezTo>
                    <a:pt x="108750" y="32491"/>
                    <a:pt x="86447" y="11362"/>
                    <a:pt x="60000" y="11362"/>
                  </a:cubicBezTo>
                  <a:close/>
                  <a:moveTo>
                    <a:pt x="83684" y="64784"/>
                  </a:moveTo>
                  <a:lnTo>
                    <a:pt x="83684" y="64784"/>
                  </a:lnTo>
                  <a:cubicBezTo>
                    <a:pt x="50131" y="64784"/>
                    <a:pt x="50131" y="64784"/>
                    <a:pt x="50131" y="64784"/>
                  </a:cubicBezTo>
                  <a:cubicBezTo>
                    <a:pt x="58618" y="71960"/>
                    <a:pt x="58618" y="71960"/>
                    <a:pt x="58618" y="71960"/>
                  </a:cubicBezTo>
                  <a:cubicBezTo>
                    <a:pt x="58618" y="73355"/>
                    <a:pt x="60000" y="74750"/>
                    <a:pt x="60000" y="76146"/>
                  </a:cubicBezTo>
                  <a:cubicBezTo>
                    <a:pt x="60000" y="80332"/>
                    <a:pt x="57236" y="81727"/>
                    <a:pt x="54276" y="81727"/>
                  </a:cubicBezTo>
                  <a:cubicBezTo>
                    <a:pt x="52894" y="81727"/>
                    <a:pt x="51513" y="81727"/>
                    <a:pt x="50131" y="80332"/>
                  </a:cubicBezTo>
                  <a:cubicBezTo>
                    <a:pt x="31973" y="63388"/>
                    <a:pt x="31973" y="63388"/>
                    <a:pt x="31973" y="63388"/>
                  </a:cubicBezTo>
                  <a:cubicBezTo>
                    <a:pt x="30592" y="63388"/>
                    <a:pt x="30592" y="61993"/>
                    <a:pt x="30592" y="59202"/>
                  </a:cubicBezTo>
                  <a:cubicBezTo>
                    <a:pt x="30592" y="57807"/>
                    <a:pt x="30592" y="56411"/>
                    <a:pt x="31973" y="55016"/>
                  </a:cubicBezTo>
                  <a:cubicBezTo>
                    <a:pt x="50131" y="38073"/>
                    <a:pt x="50131" y="38073"/>
                    <a:pt x="50131" y="38073"/>
                  </a:cubicBezTo>
                  <a:cubicBezTo>
                    <a:pt x="51513" y="38073"/>
                    <a:pt x="52894" y="36677"/>
                    <a:pt x="54276" y="36677"/>
                  </a:cubicBezTo>
                  <a:cubicBezTo>
                    <a:pt x="57236" y="36677"/>
                    <a:pt x="60000" y="39468"/>
                    <a:pt x="60000" y="42259"/>
                  </a:cubicBezTo>
                  <a:cubicBezTo>
                    <a:pt x="60000" y="45049"/>
                    <a:pt x="58618" y="46644"/>
                    <a:pt x="58618" y="46644"/>
                  </a:cubicBezTo>
                  <a:cubicBezTo>
                    <a:pt x="50131" y="53621"/>
                    <a:pt x="50131" y="53621"/>
                    <a:pt x="50131" y="53621"/>
                  </a:cubicBezTo>
                  <a:cubicBezTo>
                    <a:pt x="83684" y="53621"/>
                    <a:pt x="83684" y="53621"/>
                    <a:pt x="83684" y="53621"/>
                  </a:cubicBezTo>
                  <a:cubicBezTo>
                    <a:pt x="87828" y="53621"/>
                    <a:pt x="89210" y="56411"/>
                    <a:pt x="89210" y="59202"/>
                  </a:cubicBezTo>
                  <a:cubicBezTo>
                    <a:pt x="89210" y="63388"/>
                    <a:pt x="87828" y="64784"/>
                    <a:pt x="83684" y="6478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0" name="Shape 4860"/>
            <p:cNvSpPr/>
            <p:nvPr/>
          </p:nvSpPr>
          <p:spPr>
            <a:xfrm>
              <a:off x="4563305" y="2208287"/>
              <a:ext cx="287792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698" y="119800"/>
                  </a:moveTo>
                  <a:lnTo>
                    <a:pt x="60698" y="119800"/>
                  </a:lnTo>
                  <a:cubicBezTo>
                    <a:pt x="26755" y="119800"/>
                    <a:pt x="0" y="93089"/>
                    <a:pt x="0" y="59202"/>
                  </a:cubicBezTo>
                  <a:cubicBezTo>
                    <a:pt x="0" y="26910"/>
                    <a:pt x="26755" y="0"/>
                    <a:pt x="60698" y="0"/>
                  </a:cubicBezTo>
                  <a:cubicBezTo>
                    <a:pt x="93044" y="0"/>
                    <a:pt x="119800" y="26910"/>
                    <a:pt x="119800" y="59202"/>
                  </a:cubicBezTo>
                  <a:cubicBezTo>
                    <a:pt x="119800" y="93089"/>
                    <a:pt x="93044" y="119800"/>
                    <a:pt x="60698" y="119800"/>
                  </a:cubicBezTo>
                  <a:close/>
                  <a:moveTo>
                    <a:pt x="60698" y="11362"/>
                  </a:moveTo>
                  <a:lnTo>
                    <a:pt x="60698" y="11362"/>
                  </a:lnTo>
                  <a:cubicBezTo>
                    <a:pt x="33743" y="11362"/>
                    <a:pt x="11181" y="32491"/>
                    <a:pt x="11181" y="59202"/>
                  </a:cubicBezTo>
                  <a:cubicBezTo>
                    <a:pt x="11181" y="85913"/>
                    <a:pt x="33743" y="108438"/>
                    <a:pt x="60698" y="108438"/>
                  </a:cubicBezTo>
                  <a:cubicBezTo>
                    <a:pt x="87454" y="108438"/>
                    <a:pt x="108618" y="85913"/>
                    <a:pt x="108618" y="59202"/>
                  </a:cubicBezTo>
                  <a:cubicBezTo>
                    <a:pt x="108618" y="32491"/>
                    <a:pt x="87454" y="11362"/>
                    <a:pt x="60698" y="11362"/>
                  </a:cubicBezTo>
                  <a:close/>
                  <a:moveTo>
                    <a:pt x="77470" y="59202"/>
                  </a:moveTo>
                  <a:lnTo>
                    <a:pt x="77470" y="59202"/>
                  </a:lnTo>
                  <a:cubicBezTo>
                    <a:pt x="74675" y="59202"/>
                    <a:pt x="73277" y="59202"/>
                    <a:pt x="73277" y="57807"/>
                  </a:cubicBezTo>
                  <a:cubicBezTo>
                    <a:pt x="66289" y="49435"/>
                    <a:pt x="66289" y="49435"/>
                    <a:pt x="66289" y="49435"/>
                  </a:cubicBezTo>
                  <a:cubicBezTo>
                    <a:pt x="66289" y="84518"/>
                    <a:pt x="66289" y="84518"/>
                    <a:pt x="66289" y="84518"/>
                  </a:cubicBezTo>
                  <a:cubicBezTo>
                    <a:pt x="66289" y="87308"/>
                    <a:pt x="63494" y="90299"/>
                    <a:pt x="60698" y="90299"/>
                  </a:cubicBezTo>
                  <a:cubicBezTo>
                    <a:pt x="56306" y="90299"/>
                    <a:pt x="54908" y="87308"/>
                    <a:pt x="54908" y="84518"/>
                  </a:cubicBezTo>
                  <a:cubicBezTo>
                    <a:pt x="54908" y="49435"/>
                    <a:pt x="54908" y="49435"/>
                    <a:pt x="54908" y="49435"/>
                  </a:cubicBezTo>
                  <a:cubicBezTo>
                    <a:pt x="47920" y="57807"/>
                    <a:pt x="47920" y="57807"/>
                    <a:pt x="47920" y="57807"/>
                  </a:cubicBezTo>
                  <a:cubicBezTo>
                    <a:pt x="46522" y="59202"/>
                    <a:pt x="45124" y="59202"/>
                    <a:pt x="43727" y="59202"/>
                  </a:cubicBezTo>
                  <a:cubicBezTo>
                    <a:pt x="39334" y="59202"/>
                    <a:pt x="37936" y="57807"/>
                    <a:pt x="37936" y="53621"/>
                  </a:cubicBezTo>
                  <a:cubicBezTo>
                    <a:pt x="37936" y="52225"/>
                    <a:pt x="37936" y="50830"/>
                    <a:pt x="39334" y="50830"/>
                  </a:cubicBezTo>
                  <a:cubicBezTo>
                    <a:pt x="56306" y="31096"/>
                    <a:pt x="56306" y="31096"/>
                    <a:pt x="56306" y="31096"/>
                  </a:cubicBezTo>
                  <a:cubicBezTo>
                    <a:pt x="56306" y="31096"/>
                    <a:pt x="57703" y="29700"/>
                    <a:pt x="60698" y="29700"/>
                  </a:cubicBezTo>
                  <a:cubicBezTo>
                    <a:pt x="62096" y="29700"/>
                    <a:pt x="63494" y="31096"/>
                    <a:pt x="64891" y="31096"/>
                  </a:cubicBezTo>
                  <a:cubicBezTo>
                    <a:pt x="81863" y="50830"/>
                    <a:pt x="81863" y="50830"/>
                    <a:pt x="81863" y="50830"/>
                  </a:cubicBezTo>
                  <a:cubicBezTo>
                    <a:pt x="81863" y="50830"/>
                    <a:pt x="83261" y="52225"/>
                    <a:pt x="83261" y="53621"/>
                  </a:cubicBezTo>
                  <a:cubicBezTo>
                    <a:pt x="83261" y="57807"/>
                    <a:pt x="80266" y="59202"/>
                    <a:pt x="77470" y="59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1" name="Shape 4861"/>
            <p:cNvSpPr/>
            <p:nvPr/>
          </p:nvSpPr>
          <p:spPr>
            <a:xfrm>
              <a:off x="4057555" y="2208287"/>
              <a:ext cx="287792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101" y="119800"/>
                  </a:moveTo>
                  <a:lnTo>
                    <a:pt x="59101" y="119800"/>
                  </a:lnTo>
                  <a:cubicBezTo>
                    <a:pt x="26755" y="119800"/>
                    <a:pt x="0" y="93089"/>
                    <a:pt x="0" y="59202"/>
                  </a:cubicBezTo>
                  <a:cubicBezTo>
                    <a:pt x="0" y="26910"/>
                    <a:pt x="26755" y="0"/>
                    <a:pt x="59101" y="0"/>
                  </a:cubicBezTo>
                  <a:cubicBezTo>
                    <a:pt x="93044" y="0"/>
                    <a:pt x="119800" y="26910"/>
                    <a:pt x="119800" y="59202"/>
                  </a:cubicBezTo>
                  <a:cubicBezTo>
                    <a:pt x="119800" y="93089"/>
                    <a:pt x="93044" y="119800"/>
                    <a:pt x="59101" y="119800"/>
                  </a:cubicBezTo>
                  <a:close/>
                  <a:moveTo>
                    <a:pt x="59101" y="11362"/>
                  </a:moveTo>
                  <a:lnTo>
                    <a:pt x="59101" y="11362"/>
                  </a:lnTo>
                  <a:cubicBezTo>
                    <a:pt x="32346" y="11362"/>
                    <a:pt x="11181" y="32491"/>
                    <a:pt x="11181" y="59202"/>
                  </a:cubicBezTo>
                  <a:cubicBezTo>
                    <a:pt x="11181" y="85913"/>
                    <a:pt x="32346" y="108438"/>
                    <a:pt x="59101" y="108438"/>
                  </a:cubicBezTo>
                  <a:cubicBezTo>
                    <a:pt x="86056" y="108438"/>
                    <a:pt x="108618" y="85913"/>
                    <a:pt x="108618" y="59202"/>
                  </a:cubicBezTo>
                  <a:cubicBezTo>
                    <a:pt x="108618" y="32491"/>
                    <a:pt x="86056" y="11362"/>
                    <a:pt x="59101" y="11362"/>
                  </a:cubicBezTo>
                  <a:close/>
                  <a:moveTo>
                    <a:pt x="80266" y="69169"/>
                  </a:moveTo>
                  <a:lnTo>
                    <a:pt x="80266" y="69169"/>
                  </a:lnTo>
                  <a:cubicBezTo>
                    <a:pt x="63494" y="87308"/>
                    <a:pt x="63494" y="87308"/>
                    <a:pt x="63494" y="87308"/>
                  </a:cubicBezTo>
                  <a:cubicBezTo>
                    <a:pt x="63494" y="88903"/>
                    <a:pt x="62096" y="90299"/>
                    <a:pt x="59101" y="90299"/>
                  </a:cubicBezTo>
                  <a:cubicBezTo>
                    <a:pt x="57703" y="90299"/>
                    <a:pt x="56306" y="88903"/>
                    <a:pt x="54908" y="87308"/>
                  </a:cubicBezTo>
                  <a:cubicBezTo>
                    <a:pt x="37936" y="69169"/>
                    <a:pt x="37936" y="69169"/>
                    <a:pt x="37936" y="69169"/>
                  </a:cubicBezTo>
                  <a:cubicBezTo>
                    <a:pt x="37936" y="67774"/>
                    <a:pt x="36539" y="66378"/>
                    <a:pt x="36539" y="64784"/>
                  </a:cubicBezTo>
                  <a:cubicBezTo>
                    <a:pt x="36539" y="61993"/>
                    <a:pt x="39334" y="59202"/>
                    <a:pt x="42129" y="59202"/>
                  </a:cubicBezTo>
                  <a:cubicBezTo>
                    <a:pt x="45124" y="59202"/>
                    <a:pt x="46522" y="60598"/>
                    <a:pt x="46522" y="61993"/>
                  </a:cubicBezTo>
                  <a:cubicBezTo>
                    <a:pt x="53510" y="69169"/>
                    <a:pt x="53510" y="69169"/>
                    <a:pt x="53510" y="69169"/>
                  </a:cubicBezTo>
                  <a:cubicBezTo>
                    <a:pt x="53510" y="35282"/>
                    <a:pt x="53510" y="35282"/>
                    <a:pt x="53510" y="35282"/>
                  </a:cubicBezTo>
                  <a:cubicBezTo>
                    <a:pt x="53510" y="32491"/>
                    <a:pt x="56306" y="29700"/>
                    <a:pt x="59101" y="29700"/>
                  </a:cubicBezTo>
                  <a:cubicBezTo>
                    <a:pt x="63494" y="29700"/>
                    <a:pt x="64891" y="32491"/>
                    <a:pt x="64891" y="35282"/>
                  </a:cubicBezTo>
                  <a:cubicBezTo>
                    <a:pt x="64891" y="69169"/>
                    <a:pt x="64891" y="69169"/>
                    <a:pt x="64891" y="69169"/>
                  </a:cubicBezTo>
                  <a:cubicBezTo>
                    <a:pt x="71880" y="61993"/>
                    <a:pt x="71880" y="61993"/>
                    <a:pt x="71880" y="61993"/>
                  </a:cubicBezTo>
                  <a:cubicBezTo>
                    <a:pt x="73277" y="60598"/>
                    <a:pt x="74675" y="59202"/>
                    <a:pt x="76073" y="59202"/>
                  </a:cubicBezTo>
                  <a:cubicBezTo>
                    <a:pt x="80266" y="59202"/>
                    <a:pt x="81663" y="61993"/>
                    <a:pt x="81663" y="64784"/>
                  </a:cubicBezTo>
                  <a:cubicBezTo>
                    <a:pt x="81663" y="66378"/>
                    <a:pt x="81663" y="67774"/>
                    <a:pt x="80266" y="691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2" name="Shape 4862"/>
            <p:cNvSpPr/>
            <p:nvPr/>
          </p:nvSpPr>
          <p:spPr>
            <a:xfrm>
              <a:off x="3549687" y="2208287"/>
              <a:ext cx="292024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01" y="119800"/>
                  </a:moveTo>
                  <a:lnTo>
                    <a:pt x="59901" y="119800"/>
                  </a:lnTo>
                  <a:cubicBezTo>
                    <a:pt x="26600" y="119800"/>
                    <a:pt x="0" y="93089"/>
                    <a:pt x="0" y="59202"/>
                  </a:cubicBezTo>
                  <a:cubicBezTo>
                    <a:pt x="0" y="26910"/>
                    <a:pt x="26600" y="0"/>
                    <a:pt x="59901" y="0"/>
                  </a:cubicBezTo>
                  <a:cubicBezTo>
                    <a:pt x="93399" y="0"/>
                    <a:pt x="119802" y="26910"/>
                    <a:pt x="119802" y="59202"/>
                  </a:cubicBezTo>
                  <a:cubicBezTo>
                    <a:pt x="119802" y="93089"/>
                    <a:pt x="93399" y="119800"/>
                    <a:pt x="59901" y="119800"/>
                  </a:cubicBezTo>
                  <a:close/>
                  <a:moveTo>
                    <a:pt x="11231" y="59202"/>
                  </a:moveTo>
                  <a:lnTo>
                    <a:pt x="11231" y="59202"/>
                  </a:lnTo>
                  <a:cubicBezTo>
                    <a:pt x="11231" y="85913"/>
                    <a:pt x="33497" y="108438"/>
                    <a:pt x="59901" y="108438"/>
                  </a:cubicBezTo>
                  <a:cubicBezTo>
                    <a:pt x="71133" y="108438"/>
                    <a:pt x="82167" y="104252"/>
                    <a:pt x="90640" y="97275"/>
                  </a:cubicBezTo>
                  <a:cubicBezTo>
                    <a:pt x="22266" y="29700"/>
                    <a:pt x="22266" y="29700"/>
                    <a:pt x="22266" y="29700"/>
                  </a:cubicBezTo>
                  <a:cubicBezTo>
                    <a:pt x="15369" y="38073"/>
                    <a:pt x="11231" y="48039"/>
                    <a:pt x="11231" y="59202"/>
                  </a:cubicBezTo>
                  <a:close/>
                  <a:moveTo>
                    <a:pt x="59901" y="11362"/>
                  </a:moveTo>
                  <a:lnTo>
                    <a:pt x="59901" y="11362"/>
                  </a:lnTo>
                  <a:cubicBezTo>
                    <a:pt x="48866" y="11362"/>
                    <a:pt x="37635" y="14152"/>
                    <a:pt x="29359" y="21129"/>
                  </a:cubicBezTo>
                  <a:cubicBezTo>
                    <a:pt x="97536" y="90299"/>
                    <a:pt x="97536" y="90299"/>
                    <a:pt x="97536" y="90299"/>
                  </a:cubicBezTo>
                  <a:cubicBezTo>
                    <a:pt x="104433" y="81727"/>
                    <a:pt x="108768" y="70564"/>
                    <a:pt x="108768" y="59202"/>
                  </a:cubicBezTo>
                  <a:cubicBezTo>
                    <a:pt x="108768" y="32491"/>
                    <a:pt x="86502" y="11362"/>
                    <a:pt x="59901" y="113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3" name="Shape 4863"/>
            <p:cNvSpPr/>
            <p:nvPr/>
          </p:nvSpPr>
          <p:spPr>
            <a:xfrm>
              <a:off x="3043935" y="2208287"/>
              <a:ext cx="289909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598" y="119800"/>
                  </a:moveTo>
                  <a:lnTo>
                    <a:pt x="60598" y="119800"/>
                  </a:lnTo>
                  <a:cubicBezTo>
                    <a:pt x="26910" y="119800"/>
                    <a:pt x="0" y="93089"/>
                    <a:pt x="0" y="59202"/>
                  </a:cubicBezTo>
                  <a:cubicBezTo>
                    <a:pt x="0" y="26910"/>
                    <a:pt x="26910" y="0"/>
                    <a:pt x="60598" y="0"/>
                  </a:cubicBezTo>
                  <a:cubicBezTo>
                    <a:pt x="93089" y="0"/>
                    <a:pt x="119800" y="26910"/>
                    <a:pt x="119800" y="59202"/>
                  </a:cubicBezTo>
                  <a:cubicBezTo>
                    <a:pt x="119800" y="93089"/>
                    <a:pt x="93089" y="119800"/>
                    <a:pt x="60598" y="119800"/>
                  </a:cubicBezTo>
                  <a:close/>
                  <a:moveTo>
                    <a:pt x="60598" y="11362"/>
                  </a:moveTo>
                  <a:lnTo>
                    <a:pt x="60598" y="11362"/>
                  </a:lnTo>
                  <a:cubicBezTo>
                    <a:pt x="33887" y="11362"/>
                    <a:pt x="11362" y="32491"/>
                    <a:pt x="11362" y="59202"/>
                  </a:cubicBezTo>
                  <a:cubicBezTo>
                    <a:pt x="11362" y="85913"/>
                    <a:pt x="33887" y="108438"/>
                    <a:pt x="60598" y="108438"/>
                  </a:cubicBezTo>
                  <a:cubicBezTo>
                    <a:pt x="87508" y="108438"/>
                    <a:pt x="108438" y="85913"/>
                    <a:pt x="108438" y="59202"/>
                  </a:cubicBezTo>
                  <a:cubicBezTo>
                    <a:pt x="108438" y="32491"/>
                    <a:pt x="87508" y="11362"/>
                    <a:pt x="60598" y="11362"/>
                  </a:cubicBezTo>
                  <a:close/>
                  <a:moveTo>
                    <a:pt x="80332" y="85913"/>
                  </a:moveTo>
                  <a:lnTo>
                    <a:pt x="80332" y="85913"/>
                  </a:lnTo>
                  <a:cubicBezTo>
                    <a:pt x="78936" y="85913"/>
                    <a:pt x="77541" y="85913"/>
                    <a:pt x="77541" y="84518"/>
                  </a:cubicBezTo>
                  <a:cubicBezTo>
                    <a:pt x="60598" y="67774"/>
                    <a:pt x="60598" y="67774"/>
                    <a:pt x="60598" y="67774"/>
                  </a:cubicBezTo>
                  <a:cubicBezTo>
                    <a:pt x="43654" y="84518"/>
                    <a:pt x="43654" y="84518"/>
                    <a:pt x="43654" y="84518"/>
                  </a:cubicBezTo>
                  <a:cubicBezTo>
                    <a:pt x="42259" y="85913"/>
                    <a:pt x="40863" y="85913"/>
                    <a:pt x="39468" y="85913"/>
                  </a:cubicBezTo>
                  <a:cubicBezTo>
                    <a:pt x="36677" y="85913"/>
                    <a:pt x="33887" y="83122"/>
                    <a:pt x="33887" y="80332"/>
                  </a:cubicBezTo>
                  <a:cubicBezTo>
                    <a:pt x="33887" y="78936"/>
                    <a:pt x="33887" y="77541"/>
                    <a:pt x="35282" y="76146"/>
                  </a:cubicBezTo>
                  <a:cubicBezTo>
                    <a:pt x="52225" y="59202"/>
                    <a:pt x="52225" y="59202"/>
                    <a:pt x="52225" y="59202"/>
                  </a:cubicBezTo>
                  <a:cubicBezTo>
                    <a:pt x="35282" y="42259"/>
                    <a:pt x="35282" y="42259"/>
                    <a:pt x="35282" y="42259"/>
                  </a:cubicBezTo>
                  <a:cubicBezTo>
                    <a:pt x="33887" y="42259"/>
                    <a:pt x="33887" y="40863"/>
                    <a:pt x="33887" y="39468"/>
                  </a:cubicBezTo>
                  <a:cubicBezTo>
                    <a:pt x="33887" y="35282"/>
                    <a:pt x="36677" y="33887"/>
                    <a:pt x="39468" y="33887"/>
                  </a:cubicBezTo>
                  <a:cubicBezTo>
                    <a:pt x="40863" y="33887"/>
                    <a:pt x="42259" y="33887"/>
                    <a:pt x="43654" y="35282"/>
                  </a:cubicBezTo>
                  <a:cubicBezTo>
                    <a:pt x="60598" y="52225"/>
                    <a:pt x="60598" y="52225"/>
                    <a:pt x="60598" y="52225"/>
                  </a:cubicBezTo>
                  <a:cubicBezTo>
                    <a:pt x="77541" y="35282"/>
                    <a:pt x="77541" y="35282"/>
                    <a:pt x="77541" y="35282"/>
                  </a:cubicBezTo>
                  <a:cubicBezTo>
                    <a:pt x="77541" y="33887"/>
                    <a:pt x="78936" y="33887"/>
                    <a:pt x="80332" y="33887"/>
                  </a:cubicBezTo>
                  <a:cubicBezTo>
                    <a:pt x="84518" y="33887"/>
                    <a:pt x="85913" y="35282"/>
                    <a:pt x="85913" y="39468"/>
                  </a:cubicBezTo>
                  <a:cubicBezTo>
                    <a:pt x="85913" y="40863"/>
                    <a:pt x="85913" y="42259"/>
                    <a:pt x="84518" y="42259"/>
                  </a:cubicBezTo>
                  <a:cubicBezTo>
                    <a:pt x="67774" y="59202"/>
                    <a:pt x="67774" y="59202"/>
                    <a:pt x="67774" y="59202"/>
                  </a:cubicBezTo>
                  <a:cubicBezTo>
                    <a:pt x="84518" y="76146"/>
                    <a:pt x="84518" y="76146"/>
                    <a:pt x="84518" y="76146"/>
                  </a:cubicBezTo>
                  <a:cubicBezTo>
                    <a:pt x="85913" y="77541"/>
                    <a:pt x="85913" y="78936"/>
                    <a:pt x="85913" y="80332"/>
                  </a:cubicBezTo>
                  <a:cubicBezTo>
                    <a:pt x="85913" y="83122"/>
                    <a:pt x="84518" y="85913"/>
                    <a:pt x="80332" y="859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4" name="Shape 4864"/>
            <p:cNvSpPr/>
            <p:nvPr/>
          </p:nvSpPr>
          <p:spPr>
            <a:xfrm>
              <a:off x="2538184" y="2208287"/>
              <a:ext cx="289907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202" y="119800"/>
                  </a:moveTo>
                  <a:lnTo>
                    <a:pt x="59202" y="119800"/>
                  </a:lnTo>
                  <a:cubicBezTo>
                    <a:pt x="26910" y="119800"/>
                    <a:pt x="0" y="93089"/>
                    <a:pt x="0" y="59202"/>
                  </a:cubicBezTo>
                  <a:cubicBezTo>
                    <a:pt x="0" y="26910"/>
                    <a:pt x="26910" y="0"/>
                    <a:pt x="59202" y="0"/>
                  </a:cubicBezTo>
                  <a:cubicBezTo>
                    <a:pt x="93089" y="0"/>
                    <a:pt x="119800" y="26910"/>
                    <a:pt x="119800" y="59202"/>
                  </a:cubicBezTo>
                  <a:cubicBezTo>
                    <a:pt x="119800" y="93089"/>
                    <a:pt x="93089" y="119800"/>
                    <a:pt x="59202" y="119800"/>
                  </a:cubicBezTo>
                  <a:close/>
                  <a:moveTo>
                    <a:pt x="59202" y="11362"/>
                  </a:moveTo>
                  <a:lnTo>
                    <a:pt x="59202" y="11362"/>
                  </a:lnTo>
                  <a:cubicBezTo>
                    <a:pt x="32491" y="11362"/>
                    <a:pt x="11362" y="32491"/>
                    <a:pt x="11362" y="59202"/>
                  </a:cubicBezTo>
                  <a:cubicBezTo>
                    <a:pt x="11362" y="85913"/>
                    <a:pt x="32491" y="108438"/>
                    <a:pt x="59202" y="108438"/>
                  </a:cubicBezTo>
                  <a:cubicBezTo>
                    <a:pt x="85913" y="108438"/>
                    <a:pt x="108438" y="85913"/>
                    <a:pt x="108438" y="59202"/>
                  </a:cubicBezTo>
                  <a:cubicBezTo>
                    <a:pt x="108438" y="32491"/>
                    <a:pt x="85913" y="11362"/>
                    <a:pt x="59202" y="11362"/>
                  </a:cubicBezTo>
                  <a:close/>
                  <a:moveTo>
                    <a:pt x="85913" y="48039"/>
                  </a:moveTo>
                  <a:lnTo>
                    <a:pt x="85913" y="48039"/>
                  </a:lnTo>
                  <a:cubicBezTo>
                    <a:pt x="56411" y="78936"/>
                    <a:pt x="56411" y="78936"/>
                    <a:pt x="56411" y="78936"/>
                  </a:cubicBezTo>
                  <a:cubicBezTo>
                    <a:pt x="55016" y="80332"/>
                    <a:pt x="53621" y="80332"/>
                    <a:pt x="52225" y="80332"/>
                  </a:cubicBezTo>
                  <a:cubicBezTo>
                    <a:pt x="50830" y="80332"/>
                    <a:pt x="49435" y="80332"/>
                    <a:pt x="47840" y="78936"/>
                  </a:cubicBezTo>
                  <a:cubicBezTo>
                    <a:pt x="31096" y="61993"/>
                    <a:pt x="31096" y="61993"/>
                    <a:pt x="31096" y="61993"/>
                  </a:cubicBezTo>
                  <a:cubicBezTo>
                    <a:pt x="29700" y="60598"/>
                    <a:pt x="29700" y="59202"/>
                    <a:pt x="29700" y="57807"/>
                  </a:cubicBezTo>
                  <a:cubicBezTo>
                    <a:pt x="29700" y="55016"/>
                    <a:pt x="32491" y="52225"/>
                    <a:pt x="35282" y="52225"/>
                  </a:cubicBezTo>
                  <a:cubicBezTo>
                    <a:pt x="36677" y="52225"/>
                    <a:pt x="38073" y="52225"/>
                    <a:pt x="39468" y="53621"/>
                  </a:cubicBezTo>
                  <a:cubicBezTo>
                    <a:pt x="52225" y="66378"/>
                    <a:pt x="52225" y="66378"/>
                    <a:pt x="52225" y="66378"/>
                  </a:cubicBezTo>
                  <a:cubicBezTo>
                    <a:pt x="78936" y="40863"/>
                    <a:pt x="78936" y="40863"/>
                    <a:pt x="78936" y="40863"/>
                  </a:cubicBezTo>
                  <a:cubicBezTo>
                    <a:pt x="78936" y="39468"/>
                    <a:pt x="80332" y="39468"/>
                    <a:pt x="81727" y="39468"/>
                  </a:cubicBezTo>
                  <a:cubicBezTo>
                    <a:pt x="85913" y="39468"/>
                    <a:pt x="87308" y="40863"/>
                    <a:pt x="87308" y="45049"/>
                  </a:cubicBezTo>
                  <a:cubicBezTo>
                    <a:pt x="87308" y="46644"/>
                    <a:pt x="87308" y="48039"/>
                    <a:pt x="85913" y="48039"/>
                  </a:cubicBezTo>
                  <a:close/>
                  <a:moveTo>
                    <a:pt x="85913" y="39468"/>
                  </a:moveTo>
                  <a:lnTo>
                    <a:pt x="85913" y="39468"/>
                  </a:lnTo>
                  <a:close/>
                  <a:moveTo>
                    <a:pt x="39468" y="85913"/>
                  </a:moveTo>
                  <a:lnTo>
                    <a:pt x="39468" y="85913"/>
                  </a:lnTo>
                  <a:close/>
                  <a:moveTo>
                    <a:pt x="80332" y="85913"/>
                  </a:moveTo>
                  <a:lnTo>
                    <a:pt x="80332" y="85913"/>
                  </a:lnTo>
                  <a:close/>
                  <a:moveTo>
                    <a:pt x="85913" y="80332"/>
                  </a:moveTo>
                  <a:lnTo>
                    <a:pt x="85913" y="80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5" name="Shape 4865"/>
            <p:cNvSpPr/>
            <p:nvPr/>
          </p:nvSpPr>
          <p:spPr>
            <a:xfrm>
              <a:off x="2030317" y="2208287"/>
              <a:ext cx="292024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01" y="119800"/>
                  </a:moveTo>
                  <a:lnTo>
                    <a:pt x="59901" y="119800"/>
                  </a:lnTo>
                  <a:cubicBezTo>
                    <a:pt x="26403" y="119800"/>
                    <a:pt x="0" y="93089"/>
                    <a:pt x="0" y="59202"/>
                  </a:cubicBezTo>
                  <a:cubicBezTo>
                    <a:pt x="0" y="26910"/>
                    <a:pt x="26403" y="0"/>
                    <a:pt x="59901" y="0"/>
                  </a:cubicBezTo>
                  <a:cubicBezTo>
                    <a:pt x="93399" y="0"/>
                    <a:pt x="119802" y="26910"/>
                    <a:pt x="119802" y="59202"/>
                  </a:cubicBezTo>
                  <a:cubicBezTo>
                    <a:pt x="119802" y="93089"/>
                    <a:pt x="93399" y="119800"/>
                    <a:pt x="59901" y="119800"/>
                  </a:cubicBezTo>
                  <a:close/>
                  <a:moveTo>
                    <a:pt x="59901" y="11362"/>
                  </a:moveTo>
                  <a:lnTo>
                    <a:pt x="59901" y="11362"/>
                  </a:lnTo>
                  <a:cubicBezTo>
                    <a:pt x="33497" y="11362"/>
                    <a:pt x="11231" y="32491"/>
                    <a:pt x="11231" y="59202"/>
                  </a:cubicBezTo>
                  <a:cubicBezTo>
                    <a:pt x="11231" y="85913"/>
                    <a:pt x="33497" y="108438"/>
                    <a:pt x="59901" y="108438"/>
                  </a:cubicBezTo>
                  <a:cubicBezTo>
                    <a:pt x="86305" y="108438"/>
                    <a:pt x="108571" y="85913"/>
                    <a:pt x="108571" y="59202"/>
                  </a:cubicBezTo>
                  <a:cubicBezTo>
                    <a:pt x="108571" y="32491"/>
                    <a:pt x="86305" y="11362"/>
                    <a:pt x="59901" y="11362"/>
                  </a:cubicBezTo>
                  <a:close/>
                  <a:moveTo>
                    <a:pt x="83546" y="64784"/>
                  </a:moveTo>
                  <a:lnTo>
                    <a:pt x="83546" y="64784"/>
                  </a:lnTo>
                  <a:cubicBezTo>
                    <a:pt x="72512" y="64784"/>
                    <a:pt x="72512" y="64784"/>
                    <a:pt x="72512" y="64784"/>
                  </a:cubicBezTo>
                  <a:cubicBezTo>
                    <a:pt x="65418" y="64784"/>
                    <a:pt x="65418" y="64784"/>
                    <a:pt x="65418" y="64784"/>
                  </a:cubicBezTo>
                  <a:cubicBezTo>
                    <a:pt x="54384" y="64784"/>
                    <a:pt x="54384" y="64784"/>
                    <a:pt x="54384" y="64784"/>
                  </a:cubicBezTo>
                  <a:cubicBezTo>
                    <a:pt x="47290" y="64784"/>
                    <a:pt x="47290" y="64784"/>
                    <a:pt x="47290" y="64784"/>
                  </a:cubicBezTo>
                  <a:cubicBezTo>
                    <a:pt x="36256" y="64784"/>
                    <a:pt x="36256" y="64784"/>
                    <a:pt x="36256" y="64784"/>
                  </a:cubicBezTo>
                  <a:cubicBezTo>
                    <a:pt x="32118" y="64784"/>
                    <a:pt x="30738" y="63388"/>
                    <a:pt x="30738" y="59202"/>
                  </a:cubicBezTo>
                  <a:cubicBezTo>
                    <a:pt x="30738" y="56411"/>
                    <a:pt x="32118" y="53621"/>
                    <a:pt x="36256" y="53621"/>
                  </a:cubicBezTo>
                  <a:cubicBezTo>
                    <a:pt x="48669" y="53621"/>
                    <a:pt x="48669" y="53621"/>
                    <a:pt x="48669" y="53621"/>
                  </a:cubicBezTo>
                  <a:cubicBezTo>
                    <a:pt x="54384" y="53621"/>
                    <a:pt x="54384" y="53621"/>
                    <a:pt x="54384" y="53621"/>
                  </a:cubicBezTo>
                  <a:cubicBezTo>
                    <a:pt x="65418" y="53621"/>
                    <a:pt x="65418" y="53621"/>
                    <a:pt x="65418" y="53621"/>
                  </a:cubicBezTo>
                  <a:cubicBezTo>
                    <a:pt x="72512" y="53621"/>
                    <a:pt x="72512" y="53621"/>
                    <a:pt x="72512" y="53621"/>
                  </a:cubicBezTo>
                  <a:cubicBezTo>
                    <a:pt x="83546" y="53621"/>
                    <a:pt x="83546" y="53621"/>
                    <a:pt x="83546" y="53621"/>
                  </a:cubicBezTo>
                  <a:cubicBezTo>
                    <a:pt x="87684" y="53621"/>
                    <a:pt x="89064" y="56411"/>
                    <a:pt x="89064" y="59202"/>
                  </a:cubicBezTo>
                  <a:cubicBezTo>
                    <a:pt x="89064" y="63388"/>
                    <a:pt x="87684" y="64784"/>
                    <a:pt x="83546" y="6478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6" name="Shape 4866"/>
            <p:cNvSpPr/>
            <p:nvPr/>
          </p:nvSpPr>
          <p:spPr>
            <a:xfrm>
              <a:off x="1524564" y="2208287"/>
              <a:ext cx="289909" cy="2899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598" y="119800"/>
                  </a:moveTo>
                  <a:lnTo>
                    <a:pt x="60598" y="119800"/>
                  </a:lnTo>
                  <a:cubicBezTo>
                    <a:pt x="26710" y="119800"/>
                    <a:pt x="0" y="93089"/>
                    <a:pt x="0" y="59202"/>
                  </a:cubicBezTo>
                  <a:cubicBezTo>
                    <a:pt x="0" y="26910"/>
                    <a:pt x="26710" y="0"/>
                    <a:pt x="60598" y="0"/>
                  </a:cubicBezTo>
                  <a:cubicBezTo>
                    <a:pt x="93089" y="0"/>
                    <a:pt x="119800" y="26910"/>
                    <a:pt x="119800" y="59202"/>
                  </a:cubicBezTo>
                  <a:cubicBezTo>
                    <a:pt x="119800" y="93089"/>
                    <a:pt x="93089" y="119800"/>
                    <a:pt x="60598" y="119800"/>
                  </a:cubicBezTo>
                  <a:close/>
                  <a:moveTo>
                    <a:pt x="60598" y="11362"/>
                  </a:moveTo>
                  <a:lnTo>
                    <a:pt x="60598" y="11362"/>
                  </a:lnTo>
                  <a:cubicBezTo>
                    <a:pt x="33887" y="11362"/>
                    <a:pt x="11362" y="32491"/>
                    <a:pt x="11362" y="59202"/>
                  </a:cubicBezTo>
                  <a:cubicBezTo>
                    <a:pt x="11362" y="85913"/>
                    <a:pt x="33887" y="108438"/>
                    <a:pt x="60598" y="108438"/>
                  </a:cubicBezTo>
                  <a:cubicBezTo>
                    <a:pt x="87308" y="108438"/>
                    <a:pt x="108438" y="85913"/>
                    <a:pt x="108438" y="59202"/>
                  </a:cubicBezTo>
                  <a:cubicBezTo>
                    <a:pt x="108438" y="32491"/>
                    <a:pt x="87308" y="11362"/>
                    <a:pt x="60598" y="11362"/>
                  </a:cubicBezTo>
                  <a:close/>
                  <a:moveTo>
                    <a:pt x="84518" y="64784"/>
                  </a:moveTo>
                  <a:lnTo>
                    <a:pt x="84518" y="64784"/>
                  </a:lnTo>
                  <a:cubicBezTo>
                    <a:pt x="66179" y="64784"/>
                    <a:pt x="66179" y="64784"/>
                    <a:pt x="66179" y="64784"/>
                  </a:cubicBezTo>
                  <a:cubicBezTo>
                    <a:pt x="66179" y="84518"/>
                    <a:pt x="66179" y="84518"/>
                    <a:pt x="66179" y="84518"/>
                  </a:cubicBezTo>
                  <a:cubicBezTo>
                    <a:pt x="66179" y="87308"/>
                    <a:pt x="63388" y="90299"/>
                    <a:pt x="60598" y="90299"/>
                  </a:cubicBezTo>
                  <a:cubicBezTo>
                    <a:pt x="56411" y="90299"/>
                    <a:pt x="55016" y="87308"/>
                    <a:pt x="55016" y="84518"/>
                  </a:cubicBezTo>
                  <a:cubicBezTo>
                    <a:pt x="55016" y="64784"/>
                    <a:pt x="55016" y="64784"/>
                    <a:pt x="55016" y="64784"/>
                  </a:cubicBezTo>
                  <a:cubicBezTo>
                    <a:pt x="35282" y="64784"/>
                    <a:pt x="35282" y="64784"/>
                    <a:pt x="35282" y="64784"/>
                  </a:cubicBezTo>
                  <a:cubicBezTo>
                    <a:pt x="32491" y="64784"/>
                    <a:pt x="29501" y="63388"/>
                    <a:pt x="29501" y="59202"/>
                  </a:cubicBezTo>
                  <a:cubicBezTo>
                    <a:pt x="29501" y="56411"/>
                    <a:pt x="32491" y="53621"/>
                    <a:pt x="35282" y="53621"/>
                  </a:cubicBezTo>
                  <a:cubicBezTo>
                    <a:pt x="55016" y="53621"/>
                    <a:pt x="55016" y="53621"/>
                    <a:pt x="55016" y="53621"/>
                  </a:cubicBezTo>
                  <a:cubicBezTo>
                    <a:pt x="55016" y="35282"/>
                    <a:pt x="55016" y="35282"/>
                    <a:pt x="55016" y="35282"/>
                  </a:cubicBezTo>
                  <a:cubicBezTo>
                    <a:pt x="55016" y="32491"/>
                    <a:pt x="56411" y="29700"/>
                    <a:pt x="60598" y="29700"/>
                  </a:cubicBezTo>
                  <a:cubicBezTo>
                    <a:pt x="63388" y="29700"/>
                    <a:pt x="66179" y="32491"/>
                    <a:pt x="66179" y="35282"/>
                  </a:cubicBezTo>
                  <a:cubicBezTo>
                    <a:pt x="66179" y="53621"/>
                    <a:pt x="66179" y="53621"/>
                    <a:pt x="66179" y="53621"/>
                  </a:cubicBezTo>
                  <a:cubicBezTo>
                    <a:pt x="84518" y="53621"/>
                    <a:pt x="84518" y="53621"/>
                    <a:pt x="84518" y="53621"/>
                  </a:cubicBezTo>
                  <a:cubicBezTo>
                    <a:pt x="87308" y="53621"/>
                    <a:pt x="90099" y="56411"/>
                    <a:pt x="90099" y="59202"/>
                  </a:cubicBezTo>
                  <a:cubicBezTo>
                    <a:pt x="90099" y="63388"/>
                    <a:pt x="87308" y="64784"/>
                    <a:pt x="84518" y="6478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7" name="Shape 4867"/>
            <p:cNvSpPr/>
            <p:nvPr/>
          </p:nvSpPr>
          <p:spPr>
            <a:xfrm>
              <a:off x="7096295" y="1700287"/>
              <a:ext cx="289907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202" y="119802"/>
                  </a:moveTo>
                  <a:lnTo>
                    <a:pt x="59202" y="119802"/>
                  </a:lnTo>
                  <a:cubicBezTo>
                    <a:pt x="26710" y="119802"/>
                    <a:pt x="0" y="93399"/>
                    <a:pt x="0" y="59901"/>
                  </a:cubicBezTo>
                  <a:cubicBezTo>
                    <a:pt x="0" y="26403"/>
                    <a:pt x="26710" y="0"/>
                    <a:pt x="59202" y="0"/>
                  </a:cubicBezTo>
                  <a:cubicBezTo>
                    <a:pt x="92890" y="0"/>
                    <a:pt x="119800" y="26403"/>
                    <a:pt x="119800" y="59901"/>
                  </a:cubicBezTo>
                  <a:cubicBezTo>
                    <a:pt x="119800" y="93399"/>
                    <a:pt x="92890" y="119802"/>
                    <a:pt x="59202" y="119802"/>
                  </a:cubicBezTo>
                  <a:close/>
                  <a:moveTo>
                    <a:pt x="92890" y="25024"/>
                  </a:moveTo>
                  <a:lnTo>
                    <a:pt x="92890" y="25024"/>
                  </a:lnTo>
                  <a:cubicBezTo>
                    <a:pt x="92890" y="25024"/>
                    <a:pt x="92890" y="25024"/>
                    <a:pt x="92890" y="23645"/>
                  </a:cubicBezTo>
                  <a:lnTo>
                    <a:pt x="91495" y="23645"/>
                  </a:lnTo>
                  <a:cubicBezTo>
                    <a:pt x="91495" y="23645"/>
                    <a:pt x="91495" y="23645"/>
                    <a:pt x="91495" y="25024"/>
                  </a:cubicBezTo>
                  <a:cubicBezTo>
                    <a:pt x="91495" y="25024"/>
                    <a:pt x="91495" y="25024"/>
                    <a:pt x="92890" y="25024"/>
                  </a:cubicBezTo>
                  <a:cubicBezTo>
                    <a:pt x="92890" y="26403"/>
                    <a:pt x="92890" y="26403"/>
                    <a:pt x="91495" y="26403"/>
                  </a:cubicBezTo>
                  <a:cubicBezTo>
                    <a:pt x="91495" y="27783"/>
                    <a:pt x="91495" y="27783"/>
                    <a:pt x="91495" y="27783"/>
                  </a:cubicBezTo>
                  <a:lnTo>
                    <a:pt x="90099" y="27783"/>
                  </a:lnTo>
                  <a:cubicBezTo>
                    <a:pt x="90099" y="27783"/>
                    <a:pt x="90099" y="27783"/>
                    <a:pt x="91495" y="27783"/>
                  </a:cubicBezTo>
                  <a:cubicBezTo>
                    <a:pt x="91495" y="27783"/>
                    <a:pt x="91495" y="27783"/>
                    <a:pt x="92890" y="27783"/>
                  </a:cubicBezTo>
                  <a:cubicBezTo>
                    <a:pt x="92890" y="26403"/>
                    <a:pt x="92890" y="26403"/>
                    <a:pt x="92890" y="26403"/>
                  </a:cubicBezTo>
                  <a:cubicBezTo>
                    <a:pt x="92890" y="25024"/>
                    <a:pt x="92890" y="25024"/>
                    <a:pt x="94485" y="25024"/>
                  </a:cubicBezTo>
                  <a:lnTo>
                    <a:pt x="92890" y="25024"/>
                  </a:lnTo>
                  <a:close/>
                  <a:moveTo>
                    <a:pt x="94485" y="26403"/>
                  </a:moveTo>
                  <a:lnTo>
                    <a:pt x="94485" y="26403"/>
                  </a:lnTo>
                  <a:close/>
                  <a:moveTo>
                    <a:pt x="108438" y="66798"/>
                  </a:moveTo>
                  <a:lnTo>
                    <a:pt x="108438" y="66798"/>
                  </a:lnTo>
                  <a:cubicBezTo>
                    <a:pt x="108438" y="65418"/>
                    <a:pt x="108438" y="64039"/>
                    <a:pt x="108438" y="64039"/>
                  </a:cubicBezTo>
                  <a:cubicBezTo>
                    <a:pt x="108438" y="62660"/>
                    <a:pt x="108438" y="64039"/>
                    <a:pt x="107043" y="64039"/>
                  </a:cubicBezTo>
                  <a:cubicBezTo>
                    <a:pt x="107043" y="62660"/>
                    <a:pt x="107043" y="62660"/>
                    <a:pt x="107043" y="62660"/>
                  </a:cubicBezTo>
                  <a:cubicBezTo>
                    <a:pt x="107043" y="62660"/>
                    <a:pt x="107043" y="62660"/>
                    <a:pt x="107043" y="64039"/>
                  </a:cubicBezTo>
                  <a:cubicBezTo>
                    <a:pt x="107043" y="64039"/>
                    <a:pt x="105647" y="65418"/>
                    <a:pt x="107043" y="65418"/>
                  </a:cubicBezTo>
                  <a:cubicBezTo>
                    <a:pt x="107043" y="66798"/>
                    <a:pt x="107043" y="66798"/>
                    <a:pt x="108438" y="66798"/>
                  </a:cubicBezTo>
                  <a:close/>
                  <a:moveTo>
                    <a:pt x="12757" y="71133"/>
                  </a:moveTo>
                  <a:lnTo>
                    <a:pt x="12757" y="71133"/>
                  </a:lnTo>
                  <a:cubicBezTo>
                    <a:pt x="14152" y="71133"/>
                    <a:pt x="14152" y="71133"/>
                    <a:pt x="14152" y="71133"/>
                  </a:cubicBezTo>
                  <a:cubicBezTo>
                    <a:pt x="14152" y="69753"/>
                    <a:pt x="14152" y="69753"/>
                    <a:pt x="14152" y="69753"/>
                  </a:cubicBezTo>
                  <a:cubicBezTo>
                    <a:pt x="14152" y="69753"/>
                    <a:pt x="14152" y="69753"/>
                    <a:pt x="12757" y="69753"/>
                  </a:cubicBezTo>
                  <a:lnTo>
                    <a:pt x="12757" y="71133"/>
                  </a:lnTo>
                  <a:cubicBezTo>
                    <a:pt x="12757" y="69753"/>
                    <a:pt x="12757" y="69753"/>
                    <a:pt x="12757" y="69753"/>
                  </a:cubicBezTo>
                  <a:cubicBezTo>
                    <a:pt x="12757" y="69753"/>
                    <a:pt x="12757" y="69753"/>
                    <a:pt x="11362" y="69753"/>
                  </a:cubicBezTo>
                  <a:cubicBezTo>
                    <a:pt x="12757" y="71133"/>
                    <a:pt x="12757" y="71133"/>
                    <a:pt x="12757" y="71133"/>
                  </a:cubicBezTo>
                  <a:close/>
                  <a:moveTo>
                    <a:pt x="14152" y="53004"/>
                  </a:moveTo>
                  <a:lnTo>
                    <a:pt x="14152" y="53004"/>
                  </a:lnTo>
                  <a:close/>
                  <a:moveTo>
                    <a:pt x="14152" y="44532"/>
                  </a:moveTo>
                  <a:lnTo>
                    <a:pt x="14152" y="44532"/>
                  </a:lnTo>
                  <a:lnTo>
                    <a:pt x="14152" y="43152"/>
                  </a:lnTo>
                  <a:lnTo>
                    <a:pt x="14152" y="44532"/>
                  </a:lnTo>
                  <a:close/>
                  <a:moveTo>
                    <a:pt x="26710" y="25024"/>
                  </a:moveTo>
                  <a:lnTo>
                    <a:pt x="26710" y="25024"/>
                  </a:lnTo>
                  <a:cubicBezTo>
                    <a:pt x="26710" y="25024"/>
                    <a:pt x="26710" y="25024"/>
                    <a:pt x="25315" y="25024"/>
                  </a:cubicBezTo>
                  <a:cubicBezTo>
                    <a:pt x="26710" y="25024"/>
                    <a:pt x="26710" y="25024"/>
                    <a:pt x="26710" y="25024"/>
                  </a:cubicBezTo>
                  <a:close/>
                  <a:moveTo>
                    <a:pt x="25315" y="26403"/>
                  </a:moveTo>
                  <a:lnTo>
                    <a:pt x="25315" y="26403"/>
                  </a:lnTo>
                  <a:close/>
                  <a:moveTo>
                    <a:pt x="38073" y="16748"/>
                  </a:moveTo>
                  <a:lnTo>
                    <a:pt x="38073" y="16748"/>
                  </a:lnTo>
                  <a:lnTo>
                    <a:pt x="39468" y="16748"/>
                  </a:lnTo>
                  <a:lnTo>
                    <a:pt x="38073" y="16748"/>
                  </a:lnTo>
                  <a:cubicBezTo>
                    <a:pt x="39468" y="16748"/>
                    <a:pt x="39468" y="16748"/>
                    <a:pt x="39468" y="16748"/>
                  </a:cubicBezTo>
                  <a:lnTo>
                    <a:pt x="39468" y="18128"/>
                  </a:lnTo>
                  <a:lnTo>
                    <a:pt x="39468" y="16748"/>
                  </a:lnTo>
                  <a:cubicBezTo>
                    <a:pt x="38073" y="16748"/>
                    <a:pt x="38073" y="18128"/>
                    <a:pt x="38073" y="18128"/>
                  </a:cubicBezTo>
                  <a:cubicBezTo>
                    <a:pt x="38073" y="18128"/>
                    <a:pt x="38073" y="18128"/>
                    <a:pt x="38073" y="16748"/>
                  </a:cubicBezTo>
                  <a:cubicBezTo>
                    <a:pt x="38073" y="18128"/>
                    <a:pt x="38073" y="18128"/>
                    <a:pt x="38073" y="18128"/>
                  </a:cubicBezTo>
                  <a:cubicBezTo>
                    <a:pt x="38073" y="18128"/>
                    <a:pt x="38073" y="18128"/>
                    <a:pt x="39468" y="18128"/>
                  </a:cubicBezTo>
                  <a:lnTo>
                    <a:pt x="38073" y="18128"/>
                  </a:lnTo>
                  <a:lnTo>
                    <a:pt x="39468" y="18128"/>
                  </a:lnTo>
                  <a:lnTo>
                    <a:pt x="38073" y="18128"/>
                  </a:lnTo>
                  <a:cubicBezTo>
                    <a:pt x="39468" y="18128"/>
                    <a:pt x="39468" y="18128"/>
                    <a:pt x="39468" y="18128"/>
                  </a:cubicBezTo>
                  <a:cubicBezTo>
                    <a:pt x="39468" y="18128"/>
                    <a:pt x="40863" y="19507"/>
                    <a:pt x="39468" y="19507"/>
                  </a:cubicBezTo>
                  <a:lnTo>
                    <a:pt x="38073" y="19507"/>
                  </a:lnTo>
                  <a:lnTo>
                    <a:pt x="39468" y="19507"/>
                  </a:lnTo>
                  <a:cubicBezTo>
                    <a:pt x="38073" y="19507"/>
                    <a:pt x="38073" y="19507"/>
                    <a:pt x="38073" y="19507"/>
                  </a:cubicBezTo>
                  <a:cubicBezTo>
                    <a:pt x="38073" y="20886"/>
                    <a:pt x="36677" y="20886"/>
                    <a:pt x="38073" y="20886"/>
                  </a:cubicBezTo>
                  <a:cubicBezTo>
                    <a:pt x="38073" y="19507"/>
                    <a:pt x="38073" y="19507"/>
                    <a:pt x="38073" y="19507"/>
                  </a:cubicBezTo>
                  <a:cubicBezTo>
                    <a:pt x="38073" y="20886"/>
                    <a:pt x="38073" y="20886"/>
                    <a:pt x="38073" y="20886"/>
                  </a:cubicBezTo>
                  <a:lnTo>
                    <a:pt x="39468" y="20886"/>
                  </a:lnTo>
                  <a:cubicBezTo>
                    <a:pt x="39468" y="20886"/>
                    <a:pt x="39468" y="20886"/>
                    <a:pt x="40863" y="20886"/>
                  </a:cubicBezTo>
                  <a:cubicBezTo>
                    <a:pt x="42259" y="20886"/>
                    <a:pt x="42259" y="20886"/>
                    <a:pt x="42259" y="20886"/>
                  </a:cubicBezTo>
                  <a:cubicBezTo>
                    <a:pt x="42259" y="22266"/>
                    <a:pt x="42259" y="22266"/>
                    <a:pt x="42259" y="22266"/>
                  </a:cubicBezTo>
                  <a:cubicBezTo>
                    <a:pt x="42259" y="22266"/>
                    <a:pt x="40863" y="22266"/>
                    <a:pt x="40863" y="20886"/>
                  </a:cubicBezTo>
                  <a:cubicBezTo>
                    <a:pt x="40863" y="22266"/>
                    <a:pt x="42259" y="22266"/>
                    <a:pt x="40863" y="22266"/>
                  </a:cubicBezTo>
                  <a:cubicBezTo>
                    <a:pt x="39468" y="20886"/>
                    <a:pt x="39468" y="20886"/>
                    <a:pt x="39468" y="20886"/>
                  </a:cubicBezTo>
                  <a:lnTo>
                    <a:pt x="39468" y="22266"/>
                  </a:lnTo>
                  <a:cubicBezTo>
                    <a:pt x="38073" y="20886"/>
                    <a:pt x="38073" y="20886"/>
                    <a:pt x="38073" y="20886"/>
                  </a:cubicBezTo>
                  <a:cubicBezTo>
                    <a:pt x="38073" y="20886"/>
                    <a:pt x="38073" y="20886"/>
                    <a:pt x="38073" y="22266"/>
                  </a:cubicBezTo>
                  <a:cubicBezTo>
                    <a:pt x="39468" y="22266"/>
                    <a:pt x="39468" y="22266"/>
                    <a:pt x="39468" y="22266"/>
                  </a:cubicBezTo>
                  <a:lnTo>
                    <a:pt x="39468" y="20886"/>
                  </a:lnTo>
                  <a:cubicBezTo>
                    <a:pt x="39468" y="22266"/>
                    <a:pt x="39468" y="22266"/>
                    <a:pt x="39468" y="22266"/>
                  </a:cubicBezTo>
                  <a:lnTo>
                    <a:pt x="38073" y="22266"/>
                  </a:lnTo>
                  <a:cubicBezTo>
                    <a:pt x="39468" y="22266"/>
                    <a:pt x="38073" y="22266"/>
                    <a:pt x="38073" y="23645"/>
                  </a:cubicBezTo>
                  <a:cubicBezTo>
                    <a:pt x="38073" y="23645"/>
                    <a:pt x="38073" y="22266"/>
                    <a:pt x="39468" y="22266"/>
                  </a:cubicBezTo>
                  <a:lnTo>
                    <a:pt x="39468" y="23645"/>
                  </a:lnTo>
                  <a:cubicBezTo>
                    <a:pt x="39468" y="23645"/>
                    <a:pt x="39468" y="23645"/>
                    <a:pt x="39468" y="22266"/>
                  </a:cubicBezTo>
                  <a:lnTo>
                    <a:pt x="40863" y="22266"/>
                  </a:lnTo>
                  <a:cubicBezTo>
                    <a:pt x="40863" y="22266"/>
                    <a:pt x="40863" y="22266"/>
                    <a:pt x="42259" y="22266"/>
                  </a:cubicBezTo>
                  <a:lnTo>
                    <a:pt x="40863" y="22266"/>
                  </a:lnTo>
                  <a:cubicBezTo>
                    <a:pt x="40863" y="23645"/>
                    <a:pt x="40863" y="23645"/>
                    <a:pt x="42259" y="23645"/>
                  </a:cubicBezTo>
                  <a:cubicBezTo>
                    <a:pt x="40863" y="23645"/>
                    <a:pt x="40863" y="23645"/>
                    <a:pt x="40863" y="23645"/>
                  </a:cubicBezTo>
                  <a:lnTo>
                    <a:pt x="40863" y="25024"/>
                  </a:lnTo>
                  <a:cubicBezTo>
                    <a:pt x="39468" y="25024"/>
                    <a:pt x="39468" y="25024"/>
                    <a:pt x="39468" y="25024"/>
                  </a:cubicBezTo>
                  <a:cubicBezTo>
                    <a:pt x="39468" y="25024"/>
                    <a:pt x="39468" y="25024"/>
                    <a:pt x="38073" y="25024"/>
                  </a:cubicBezTo>
                  <a:lnTo>
                    <a:pt x="38073" y="26403"/>
                  </a:lnTo>
                  <a:cubicBezTo>
                    <a:pt x="38073" y="26403"/>
                    <a:pt x="38073" y="26403"/>
                    <a:pt x="38073" y="27783"/>
                  </a:cubicBezTo>
                  <a:cubicBezTo>
                    <a:pt x="38073" y="27783"/>
                    <a:pt x="38073" y="27783"/>
                    <a:pt x="36677" y="27783"/>
                  </a:cubicBezTo>
                  <a:cubicBezTo>
                    <a:pt x="36677" y="27783"/>
                    <a:pt x="36677" y="29359"/>
                    <a:pt x="35282" y="29359"/>
                  </a:cubicBezTo>
                  <a:cubicBezTo>
                    <a:pt x="35282" y="29359"/>
                    <a:pt x="35282" y="29359"/>
                    <a:pt x="35282" y="27783"/>
                  </a:cubicBezTo>
                  <a:cubicBezTo>
                    <a:pt x="35282" y="27783"/>
                    <a:pt x="35282" y="27783"/>
                    <a:pt x="35282" y="29359"/>
                  </a:cubicBezTo>
                  <a:cubicBezTo>
                    <a:pt x="33887" y="29359"/>
                    <a:pt x="35282" y="29359"/>
                    <a:pt x="33887" y="29359"/>
                  </a:cubicBezTo>
                  <a:cubicBezTo>
                    <a:pt x="33887" y="29359"/>
                    <a:pt x="33887" y="29359"/>
                    <a:pt x="35282" y="29359"/>
                  </a:cubicBezTo>
                  <a:cubicBezTo>
                    <a:pt x="33887" y="29359"/>
                    <a:pt x="33887" y="29359"/>
                    <a:pt x="33887" y="29359"/>
                  </a:cubicBezTo>
                  <a:cubicBezTo>
                    <a:pt x="33887" y="30738"/>
                    <a:pt x="33887" y="29359"/>
                    <a:pt x="33887" y="30738"/>
                  </a:cubicBezTo>
                  <a:lnTo>
                    <a:pt x="35282" y="30738"/>
                  </a:lnTo>
                  <a:cubicBezTo>
                    <a:pt x="33887" y="30738"/>
                    <a:pt x="33887" y="30738"/>
                    <a:pt x="33887" y="30738"/>
                  </a:cubicBezTo>
                  <a:cubicBezTo>
                    <a:pt x="33887" y="30738"/>
                    <a:pt x="33887" y="30738"/>
                    <a:pt x="33887" y="32118"/>
                  </a:cubicBezTo>
                  <a:cubicBezTo>
                    <a:pt x="33887" y="32118"/>
                    <a:pt x="33887" y="32118"/>
                    <a:pt x="33887" y="33497"/>
                  </a:cubicBezTo>
                  <a:cubicBezTo>
                    <a:pt x="33887" y="33497"/>
                    <a:pt x="33887" y="33497"/>
                    <a:pt x="33887" y="34876"/>
                  </a:cubicBezTo>
                  <a:cubicBezTo>
                    <a:pt x="33887" y="34876"/>
                    <a:pt x="33887" y="34876"/>
                    <a:pt x="32491" y="34876"/>
                  </a:cubicBezTo>
                  <a:lnTo>
                    <a:pt x="33887" y="34876"/>
                  </a:lnTo>
                  <a:cubicBezTo>
                    <a:pt x="33887" y="34876"/>
                    <a:pt x="33887" y="34876"/>
                    <a:pt x="32491" y="34876"/>
                  </a:cubicBezTo>
                  <a:cubicBezTo>
                    <a:pt x="30897" y="34876"/>
                    <a:pt x="32491" y="34876"/>
                    <a:pt x="30897" y="34876"/>
                  </a:cubicBezTo>
                  <a:lnTo>
                    <a:pt x="32491" y="34876"/>
                  </a:lnTo>
                  <a:lnTo>
                    <a:pt x="30897" y="34876"/>
                  </a:lnTo>
                  <a:lnTo>
                    <a:pt x="30897" y="33497"/>
                  </a:lnTo>
                  <a:lnTo>
                    <a:pt x="30897" y="34876"/>
                  </a:lnTo>
                  <a:cubicBezTo>
                    <a:pt x="30897" y="34876"/>
                    <a:pt x="30897" y="34876"/>
                    <a:pt x="29501" y="34876"/>
                  </a:cubicBezTo>
                  <a:lnTo>
                    <a:pt x="29501" y="33497"/>
                  </a:lnTo>
                  <a:cubicBezTo>
                    <a:pt x="29501" y="34876"/>
                    <a:pt x="29501" y="33497"/>
                    <a:pt x="29501" y="33497"/>
                  </a:cubicBezTo>
                  <a:lnTo>
                    <a:pt x="29501" y="34876"/>
                  </a:lnTo>
                  <a:cubicBezTo>
                    <a:pt x="28106" y="34876"/>
                    <a:pt x="28106" y="34876"/>
                    <a:pt x="28106" y="33497"/>
                  </a:cubicBezTo>
                  <a:cubicBezTo>
                    <a:pt x="28106" y="33497"/>
                    <a:pt x="29501" y="33497"/>
                    <a:pt x="28106" y="33497"/>
                  </a:cubicBezTo>
                  <a:cubicBezTo>
                    <a:pt x="28106" y="32118"/>
                    <a:pt x="28106" y="32118"/>
                    <a:pt x="28106" y="32118"/>
                  </a:cubicBezTo>
                  <a:lnTo>
                    <a:pt x="28106" y="33497"/>
                  </a:lnTo>
                  <a:cubicBezTo>
                    <a:pt x="28106" y="33497"/>
                    <a:pt x="28106" y="33497"/>
                    <a:pt x="28106" y="32118"/>
                  </a:cubicBezTo>
                  <a:lnTo>
                    <a:pt x="28106" y="33497"/>
                  </a:lnTo>
                  <a:cubicBezTo>
                    <a:pt x="26710" y="32118"/>
                    <a:pt x="28106" y="32118"/>
                    <a:pt x="28106" y="32118"/>
                  </a:cubicBezTo>
                  <a:cubicBezTo>
                    <a:pt x="28106" y="32118"/>
                    <a:pt x="28106" y="32118"/>
                    <a:pt x="26710" y="32118"/>
                  </a:cubicBezTo>
                  <a:cubicBezTo>
                    <a:pt x="26710" y="32118"/>
                    <a:pt x="26710" y="32118"/>
                    <a:pt x="28106" y="32118"/>
                  </a:cubicBezTo>
                  <a:cubicBezTo>
                    <a:pt x="28106" y="32118"/>
                    <a:pt x="28106" y="32118"/>
                    <a:pt x="28106" y="30738"/>
                  </a:cubicBezTo>
                  <a:cubicBezTo>
                    <a:pt x="28106" y="32118"/>
                    <a:pt x="28106" y="32118"/>
                    <a:pt x="28106" y="32118"/>
                  </a:cubicBezTo>
                  <a:cubicBezTo>
                    <a:pt x="26710" y="32118"/>
                    <a:pt x="26710" y="32118"/>
                    <a:pt x="26710" y="32118"/>
                  </a:cubicBezTo>
                  <a:cubicBezTo>
                    <a:pt x="26710" y="32118"/>
                    <a:pt x="26710" y="32118"/>
                    <a:pt x="26710" y="30738"/>
                  </a:cubicBezTo>
                  <a:cubicBezTo>
                    <a:pt x="26710" y="30738"/>
                    <a:pt x="26710" y="30738"/>
                    <a:pt x="28106" y="30738"/>
                  </a:cubicBezTo>
                  <a:cubicBezTo>
                    <a:pt x="28106" y="30738"/>
                    <a:pt x="28106" y="30738"/>
                    <a:pt x="26710" y="30738"/>
                  </a:cubicBezTo>
                  <a:lnTo>
                    <a:pt x="26710" y="32118"/>
                  </a:lnTo>
                  <a:cubicBezTo>
                    <a:pt x="26710" y="32118"/>
                    <a:pt x="26710" y="32118"/>
                    <a:pt x="26710" y="30738"/>
                  </a:cubicBezTo>
                  <a:cubicBezTo>
                    <a:pt x="26710" y="30738"/>
                    <a:pt x="26710" y="30738"/>
                    <a:pt x="25315" y="30738"/>
                  </a:cubicBezTo>
                  <a:lnTo>
                    <a:pt x="25315" y="29359"/>
                  </a:lnTo>
                  <a:lnTo>
                    <a:pt x="26710" y="29359"/>
                  </a:lnTo>
                  <a:cubicBezTo>
                    <a:pt x="26710" y="29359"/>
                    <a:pt x="26710" y="29359"/>
                    <a:pt x="28106" y="29359"/>
                  </a:cubicBezTo>
                  <a:cubicBezTo>
                    <a:pt x="26710" y="29359"/>
                    <a:pt x="26710" y="29359"/>
                    <a:pt x="26710" y="29359"/>
                  </a:cubicBezTo>
                  <a:lnTo>
                    <a:pt x="25315" y="29359"/>
                  </a:lnTo>
                  <a:lnTo>
                    <a:pt x="26710" y="29359"/>
                  </a:lnTo>
                  <a:cubicBezTo>
                    <a:pt x="25315" y="29359"/>
                    <a:pt x="25315" y="29359"/>
                    <a:pt x="25315" y="29359"/>
                  </a:cubicBezTo>
                  <a:cubicBezTo>
                    <a:pt x="25315" y="27783"/>
                    <a:pt x="26710" y="27783"/>
                    <a:pt x="26710" y="27783"/>
                  </a:cubicBezTo>
                  <a:cubicBezTo>
                    <a:pt x="25315" y="27783"/>
                    <a:pt x="25315" y="27783"/>
                    <a:pt x="25315" y="27783"/>
                  </a:cubicBezTo>
                  <a:cubicBezTo>
                    <a:pt x="25315" y="27783"/>
                    <a:pt x="25315" y="27783"/>
                    <a:pt x="26710" y="27783"/>
                  </a:cubicBezTo>
                  <a:lnTo>
                    <a:pt x="25315" y="27783"/>
                  </a:lnTo>
                  <a:lnTo>
                    <a:pt x="26710" y="27783"/>
                  </a:lnTo>
                  <a:cubicBezTo>
                    <a:pt x="25315" y="27783"/>
                    <a:pt x="25315" y="27783"/>
                    <a:pt x="25315" y="27783"/>
                  </a:cubicBezTo>
                  <a:cubicBezTo>
                    <a:pt x="25315" y="27783"/>
                    <a:pt x="25315" y="27783"/>
                    <a:pt x="26710" y="27783"/>
                  </a:cubicBezTo>
                  <a:cubicBezTo>
                    <a:pt x="25315" y="27783"/>
                    <a:pt x="25315" y="27783"/>
                    <a:pt x="25315" y="27783"/>
                  </a:cubicBezTo>
                  <a:cubicBezTo>
                    <a:pt x="25315" y="27783"/>
                    <a:pt x="25315" y="27783"/>
                    <a:pt x="26710" y="26403"/>
                  </a:cubicBezTo>
                  <a:cubicBezTo>
                    <a:pt x="26710" y="25024"/>
                    <a:pt x="26710" y="25024"/>
                    <a:pt x="26710" y="25024"/>
                  </a:cubicBezTo>
                  <a:lnTo>
                    <a:pt x="25315" y="25024"/>
                  </a:lnTo>
                  <a:cubicBezTo>
                    <a:pt x="25315" y="25024"/>
                    <a:pt x="25315" y="25024"/>
                    <a:pt x="26710" y="26403"/>
                  </a:cubicBezTo>
                  <a:cubicBezTo>
                    <a:pt x="26710" y="26403"/>
                    <a:pt x="26710" y="26403"/>
                    <a:pt x="25315" y="26403"/>
                  </a:cubicBezTo>
                  <a:cubicBezTo>
                    <a:pt x="23920" y="27783"/>
                    <a:pt x="22524" y="29359"/>
                    <a:pt x="21129" y="30738"/>
                  </a:cubicBezTo>
                  <a:lnTo>
                    <a:pt x="22524" y="30738"/>
                  </a:lnTo>
                  <a:cubicBezTo>
                    <a:pt x="22524" y="30738"/>
                    <a:pt x="22524" y="32118"/>
                    <a:pt x="23920" y="32118"/>
                  </a:cubicBezTo>
                  <a:cubicBezTo>
                    <a:pt x="22524" y="32118"/>
                    <a:pt x="22524" y="32118"/>
                    <a:pt x="22524" y="32118"/>
                  </a:cubicBezTo>
                  <a:lnTo>
                    <a:pt x="22524" y="33497"/>
                  </a:lnTo>
                  <a:lnTo>
                    <a:pt x="21129" y="33497"/>
                  </a:lnTo>
                  <a:cubicBezTo>
                    <a:pt x="21129" y="32118"/>
                    <a:pt x="21129" y="32118"/>
                    <a:pt x="21129" y="32118"/>
                  </a:cubicBezTo>
                  <a:lnTo>
                    <a:pt x="19734" y="32118"/>
                  </a:lnTo>
                  <a:lnTo>
                    <a:pt x="19734" y="33497"/>
                  </a:lnTo>
                  <a:cubicBezTo>
                    <a:pt x="19734" y="33497"/>
                    <a:pt x="19734" y="33497"/>
                    <a:pt x="21129" y="33497"/>
                  </a:cubicBezTo>
                  <a:cubicBezTo>
                    <a:pt x="21129" y="33497"/>
                    <a:pt x="21129" y="33497"/>
                    <a:pt x="21129" y="34876"/>
                  </a:cubicBezTo>
                  <a:lnTo>
                    <a:pt x="21129" y="33497"/>
                  </a:lnTo>
                  <a:cubicBezTo>
                    <a:pt x="21129" y="34876"/>
                    <a:pt x="21129" y="34876"/>
                    <a:pt x="21129" y="34876"/>
                  </a:cubicBezTo>
                  <a:cubicBezTo>
                    <a:pt x="19734" y="34876"/>
                    <a:pt x="19734" y="34876"/>
                    <a:pt x="19734" y="33497"/>
                  </a:cubicBezTo>
                  <a:lnTo>
                    <a:pt x="19734" y="34876"/>
                  </a:lnTo>
                  <a:lnTo>
                    <a:pt x="19734" y="33497"/>
                  </a:lnTo>
                  <a:cubicBezTo>
                    <a:pt x="19734" y="34876"/>
                    <a:pt x="19734" y="34876"/>
                    <a:pt x="19734" y="34876"/>
                  </a:cubicBezTo>
                  <a:cubicBezTo>
                    <a:pt x="19734" y="34876"/>
                    <a:pt x="21129" y="34876"/>
                    <a:pt x="21129" y="36256"/>
                  </a:cubicBezTo>
                  <a:cubicBezTo>
                    <a:pt x="19734" y="36256"/>
                    <a:pt x="19734" y="34876"/>
                    <a:pt x="19734" y="34876"/>
                  </a:cubicBezTo>
                  <a:cubicBezTo>
                    <a:pt x="19734" y="34876"/>
                    <a:pt x="19734" y="34876"/>
                    <a:pt x="18338" y="34876"/>
                  </a:cubicBezTo>
                  <a:cubicBezTo>
                    <a:pt x="18338" y="34876"/>
                    <a:pt x="16943" y="34876"/>
                    <a:pt x="16943" y="36256"/>
                  </a:cubicBezTo>
                  <a:cubicBezTo>
                    <a:pt x="18338" y="36256"/>
                    <a:pt x="18338" y="36256"/>
                    <a:pt x="18338" y="36256"/>
                  </a:cubicBezTo>
                  <a:lnTo>
                    <a:pt x="18338" y="37635"/>
                  </a:lnTo>
                  <a:cubicBezTo>
                    <a:pt x="18338" y="37635"/>
                    <a:pt x="18338" y="37635"/>
                    <a:pt x="18338" y="39014"/>
                  </a:cubicBezTo>
                  <a:cubicBezTo>
                    <a:pt x="18338" y="37635"/>
                    <a:pt x="19734" y="37635"/>
                    <a:pt x="19734" y="39014"/>
                  </a:cubicBezTo>
                  <a:lnTo>
                    <a:pt x="19734" y="37635"/>
                  </a:lnTo>
                  <a:cubicBezTo>
                    <a:pt x="21129" y="37635"/>
                    <a:pt x="21129" y="39014"/>
                    <a:pt x="21129" y="39014"/>
                  </a:cubicBezTo>
                  <a:cubicBezTo>
                    <a:pt x="21129" y="37635"/>
                    <a:pt x="21129" y="37635"/>
                    <a:pt x="21129" y="37635"/>
                  </a:cubicBezTo>
                  <a:lnTo>
                    <a:pt x="22524" y="37635"/>
                  </a:lnTo>
                  <a:cubicBezTo>
                    <a:pt x="22524" y="39014"/>
                    <a:pt x="22524" y="39014"/>
                    <a:pt x="22524" y="39014"/>
                  </a:cubicBezTo>
                  <a:cubicBezTo>
                    <a:pt x="22524" y="39014"/>
                    <a:pt x="22524" y="39014"/>
                    <a:pt x="22524" y="40394"/>
                  </a:cubicBezTo>
                  <a:cubicBezTo>
                    <a:pt x="22524" y="40394"/>
                    <a:pt x="22524" y="39014"/>
                    <a:pt x="22524" y="40394"/>
                  </a:cubicBezTo>
                  <a:cubicBezTo>
                    <a:pt x="23920" y="40394"/>
                    <a:pt x="23920" y="40394"/>
                    <a:pt x="23920" y="40394"/>
                  </a:cubicBezTo>
                  <a:cubicBezTo>
                    <a:pt x="23920" y="40394"/>
                    <a:pt x="23920" y="41773"/>
                    <a:pt x="25315" y="41773"/>
                  </a:cubicBezTo>
                  <a:cubicBezTo>
                    <a:pt x="23920" y="41773"/>
                    <a:pt x="23920" y="41773"/>
                    <a:pt x="23920" y="41773"/>
                  </a:cubicBezTo>
                  <a:cubicBezTo>
                    <a:pt x="25315" y="41773"/>
                    <a:pt x="25315" y="41773"/>
                    <a:pt x="25315" y="41773"/>
                  </a:cubicBezTo>
                  <a:lnTo>
                    <a:pt x="26710" y="41773"/>
                  </a:lnTo>
                  <a:cubicBezTo>
                    <a:pt x="26710" y="43152"/>
                    <a:pt x="26710" y="43152"/>
                    <a:pt x="26710" y="43152"/>
                  </a:cubicBezTo>
                  <a:lnTo>
                    <a:pt x="25315" y="43152"/>
                  </a:lnTo>
                  <a:cubicBezTo>
                    <a:pt x="23920" y="44532"/>
                    <a:pt x="23920" y="44532"/>
                    <a:pt x="23920" y="44532"/>
                  </a:cubicBezTo>
                  <a:cubicBezTo>
                    <a:pt x="23920" y="44532"/>
                    <a:pt x="23920" y="44532"/>
                    <a:pt x="22524" y="44532"/>
                  </a:cubicBezTo>
                  <a:lnTo>
                    <a:pt x="21129" y="44532"/>
                  </a:lnTo>
                  <a:cubicBezTo>
                    <a:pt x="21129" y="44532"/>
                    <a:pt x="21129" y="44532"/>
                    <a:pt x="19734" y="44532"/>
                  </a:cubicBezTo>
                  <a:cubicBezTo>
                    <a:pt x="19734" y="44532"/>
                    <a:pt x="19734" y="44532"/>
                    <a:pt x="19734" y="45911"/>
                  </a:cubicBezTo>
                  <a:cubicBezTo>
                    <a:pt x="18338" y="45911"/>
                    <a:pt x="18338" y="45911"/>
                    <a:pt x="18338" y="47290"/>
                  </a:cubicBezTo>
                  <a:lnTo>
                    <a:pt x="18338" y="45911"/>
                  </a:lnTo>
                  <a:cubicBezTo>
                    <a:pt x="19734" y="45911"/>
                    <a:pt x="19734" y="45911"/>
                    <a:pt x="19734" y="45911"/>
                  </a:cubicBezTo>
                  <a:cubicBezTo>
                    <a:pt x="21129" y="44532"/>
                    <a:pt x="21129" y="44532"/>
                    <a:pt x="21129" y="45911"/>
                  </a:cubicBezTo>
                  <a:cubicBezTo>
                    <a:pt x="21129" y="45911"/>
                    <a:pt x="21129" y="45911"/>
                    <a:pt x="19734" y="45911"/>
                  </a:cubicBezTo>
                  <a:cubicBezTo>
                    <a:pt x="21129" y="45911"/>
                    <a:pt x="21129" y="45911"/>
                    <a:pt x="21129" y="45911"/>
                  </a:cubicBezTo>
                  <a:cubicBezTo>
                    <a:pt x="21129" y="45911"/>
                    <a:pt x="21129" y="45911"/>
                    <a:pt x="21129" y="47290"/>
                  </a:cubicBezTo>
                  <a:cubicBezTo>
                    <a:pt x="21129" y="47290"/>
                    <a:pt x="21129" y="47290"/>
                    <a:pt x="22524" y="47290"/>
                  </a:cubicBezTo>
                  <a:cubicBezTo>
                    <a:pt x="22524" y="47290"/>
                    <a:pt x="22524" y="47290"/>
                    <a:pt x="21129" y="47290"/>
                  </a:cubicBezTo>
                  <a:cubicBezTo>
                    <a:pt x="21129" y="47290"/>
                    <a:pt x="21129" y="47290"/>
                    <a:pt x="22524" y="47290"/>
                  </a:cubicBezTo>
                  <a:cubicBezTo>
                    <a:pt x="23920" y="47290"/>
                    <a:pt x="23920" y="47290"/>
                    <a:pt x="23920" y="47290"/>
                  </a:cubicBezTo>
                  <a:cubicBezTo>
                    <a:pt x="22524" y="47290"/>
                    <a:pt x="23920" y="47290"/>
                    <a:pt x="22524" y="47290"/>
                  </a:cubicBezTo>
                  <a:cubicBezTo>
                    <a:pt x="22524" y="47290"/>
                    <a:pt x="22524" y="47290"/>
                    <a:pt x="22524" y="48669"/>
                  </a:cubicBezTo>
                  <a:lnTo>
                    <a:pt x="22524" y="47290"/>
                  </a:lnTo>
                  <a:cubicBezTo>
                    <a:pt x="22524" y="48669"/>
                    <a:pt x="22524" y="48669"/>
                    <a:pt x="22524" y="48669"/>
                  </a:cubicBezTo>
                  <a:cubicBezTo>
                    <a:pt x="22524" y="48669"/>
                    <a:pt x="22524" y="48669"/>
                    <a:pt x="21129" y="48669"/>
                  </a:cubicBezTo>
                  <a:lnTo>
                    <a:pt x="21129" y="47290"/>
                  </a:lnTo>
                  <a:cubicBezTo>
                    <a:pt x="21129" y="47290"/>
                    <a:pt x="21129" y="47290"/>
                    <a:pt x="21129" y="48669"/>
                  </a:cubicBezTo>
                  <a:lnTo>
                    <a:pt x="21129" y="47290"/>
                  </a:lnTo>
                  <a:lnTo>
                    <a:pt x="22524" y="47290"/>
                  </a:lnTo>
                  <a:cubicBezTo>
                    <a:pt x="21129" y="47290"/>
                    <a:pt x="21129" y="47290"/>
                    <a:pt x="21129" y="47290"/>
                  </a:cubicBezTo>
                  <a:cubicBezTo>
                    <a:pt x="21129" y="47290"/>
                    <a:pt x="21129" y="48669"/>
                    <a:pt x="19734" y="48669"/>
                  </a:cubicBezTo>
                  <a:cubicBezTo>
                    <a:pt x="19734" y="47290"/>
                    <a:pt x="19734" y="47290"/>
                    <a:pt x="19734" y="48669"/>
                  </a:cubicBezTo>
                  <a:lnTo>
                    <a:pt x="19734" y="47290"/>
                  </a:lnTo>
                  <a:cubicBezTo>
                    <a:pt x="19734" y="48669"/>
                    <a:pt x="19734" y="48669"/>
                    <a:pt x="19734" y="48669"/>
                  </a:cubicBezTo>
                  <a:lnTo>
                    <a:pt x="18338" y="48669"/>
                  </a:lnTo>
                  <a:lnTo>
                    <a:pt x="18338" y="50049"/>
                  </a:lnTo>
                  <a:cubicBezTo>
                    <a:pt x="16943" y="50049"/>
                    <a:pt x="16943" y="50049"/>
                    <a:pt x="16943" y="51625"/>
                  </a:cubicBezTo>
                  <a:lnTo>
                    <a:pt x="16943" y="50049"/>
                  </a:lnTo>
                  <a:lnTo>
                    <a:pt x="16943" y="51625"/>
                  </a:lnTo>
                  <a:cubicBezTo>
                    <a:pt x="15548" y="51625"/>
                    <a:pt x="15548" y="51625"/>
                    <a:pt x="15548" y="51625"/>
                  </a:cubicBezTo>
                  <a:cubicBezTo>
                    <a:pt x="15548" y="51625"/>
                    <a:pt x="15548" y="51625"/>
                    <a:pt x="16943" y="51625"/>
                  </a:cubicBezTo>
                  <a:lnTo>
                    <a:pt x="15548" y="51625"/>
                  </a:lnTo>
                  <a:cubicBezTo>
                    <a:pt x="15548" y="53004"/>
                    <a:pt x="15548" y="53004"/>
                    <a:pt x="15548" y="53004"/>
                  </a:cubicBezTo>
                  <a:cubicBezTo>
                    <a:pt x="15548" y="51625"/>
                    <a:pt x="15548" y="51625"/>
                    <a:pt x="15548" y="53004"/>
                  </a:cubicBezTo>
                  <a:cubicBezTo>
                    <a:pt x="15548" y="51625"/>
                    <a:pt x="15548" y="51625"/>
                    <a:pt x="15548" y="51625"/>
                  </a:cubicBezTo>
                  <a:cubicBezTo>
                    <a:pt x="15548" y="51625"/>
                    <a:pt x="15548" y="51625"/>
                    <a:pt x="15548" y="53004"/>
                  </a:cubicBezTo>
                  <a:lnTo>
                    <a:pt x="14152" y="53004"/>
                  </a:lnTo>
                  <a:cubicBezTo>
                    <a:pt x="15548" y="53004"/>
                    <a:pt x="15548" y="53004"/>
                    <a:pt x="15548" y="53004"/>
                  </a:cubicBezTo>
                  <a:lnTo>
                    <a:pt x="14152" y="53004"/>
                  </a:lnTo>
                  <a:lnTo>
                    <a:pt x="15548" y="53004"/>
                  </a:lnTo>
                  <a:lnTo>
                    <a:pt x="14152" y="53004"/>
                  </a:lnTo>
                  <a:lnTo>
                    <a:pt x="15548" y="53004"/>
                  </a:lnTo>
                  <a:cubicBezTo>
                    <a:pt x="15548" y="53004"/>
                    <a:pt x="15548" y="53004"/>
                    <a:pt x="14152" y="53004"/>
                  </a:cubicBezTo>
                  <a:cubicBezTo>
                    <a:pt x="15548" y="53004"/>
                    <a:pt x="15548" y="53004"/>
                    <a:pt x="15548" y="53004"/>
                  </a:cubicBezTo>
                  <a:lnTo>
                    <a:pt x="14152" y="53004"/>
                  </a:lnTo>
                  <a:lnTo>
                    <a:pt x="15548" y="53004"/>
                  </a:lnTo>
                  <a:cubicBezTo>
                    <a:pt x="15548" y="53004"/>
                    <a:pt x="15548" y="53004"/>
                    <a:pt x="15548" y="54384"/>
                  </a:cubicBezTo>
                  <a:lnTo>
                    <a:pt x="14152" y="54384"/>
                  </a:lnTo>
                  <a:cubicBezTo>
                    <a:pt x="15548" y="54384"/>
                    <a:pt x="15548" y="54384"/>
                    <a:pt x="15548" y="54384"/>
                  </a:cubicBezTo>
                  <a:cubicBezTo>
                    <a:pt x="14152" y="54384"/>
                    <a:pt x="14152" y="54384"/>
                    <a:pt x="14152" y="54384"/>
                  </a:cubicBezTo>
                  <a:lnTo>
                    <a:pt x="15548" y="54384"/>
                  </a:lnTo>
                  <a:cubicBezTo>
                    <a:pt x="15548" y="54384"/>
                    <a:pt x="15548" y="54384"/>
                    <a:pt x="14152" y="54384"/>
                  </a:cubicBezTo>
                  <a:lnTo>
                    <a:pt x="15548" y="54384"/>
                  </a:lnTo>
                  <a:cubicBezTo>
                    <a:pt x="14152" y="54384"/>
                    <a:pt x="14152" y="54384"/>
                    <a:pt x="14152" y="54384"/>
                  </a:cubicBezTo>
                  <a:lnTo>
                    <a:pt x="14152" y="55763"/>
                  </a:lnTo>
                  <a:cubicBezTo>
                    <a:pt x="14152" y="55763"/>
                    <a:pt x="14152" y="55763"/>
                    <a:pt x="12757" y="55763"/>
                  </a:cubicBezTo>
                  <a:lnTo>
                    <a:pt x="12757" y="57142"/>
                  </a:lnTo>
                  <a:lnTo>
                    <a:pt x="12757" y="58522"/>
                  </a:lnTo>
                  <a:lnTo>
                    <a:pt x="12757" y="59901"/>
                  </a:lnTo>
                  <a:cubicBezTo>
                    <a:pt x="11362" y="59901"/>
                    <a:pt x="12757" y="59901"/>
                    <a:pt x="11362" y="59901"/>
                  </a:cubicBezTo>
                  <a:lnTo>
                    <a:pt x="11362" y="58522"/>
                  </a:lnTo>
                  <a:cubicBezTo>
                    <a:pt x="11362" y="58522"/>
                    <a:pt x="11362" y="58522"/>
                    <a:pt x="11362" y="57142"/>
                  </a:cubicBezTo>
                  <a:cubicBezTo>
                    <a:pt x="11362" y="58522"/>
                    <a:pt x="11362" y="58522"/>
                    <a:pt x="11362" y="59901"/>
                  </a:cubicBezTo>
                  <a:lnTo>
                    <a:pt x="11362" y="61280"/>
                  </a:lnTo>
                  <a:cubicBezTo>
                    <a:pt x="12757" y="61280"/>
                    <a:pt x="12757" y="61280"/>
                    <a:pt x="12757" y="61280"/>
                  </a:cubicBezTo>
                  <a:cubicBezTo>
                    <a:pt x="12757" y="61280"/>
                    <a:pt x="12757" y="61280"/>
                    <a:pt x="12757" y="62660"/>
                  </a:cubicBezTo>
                  <a:cubicBezTo>
                    <a:pt x="14152" y="62660"/>
                    <a:pt x="14152" y="62660"/>
                    <a:pt x="14152" y="62660"/>
                  </a:cubicBezTo>
                  <a:lnTo>
                    <a:pt x="15548" y="62660"/>
                  </a:lnTo>
                  <a:lnTo>
                    <a:pt x="15548" y="64039"/>
                  </a:lnTo>
                  <a:cubicBezTo>
                    <a:pt x="15548" y="64039"/>
                    <a:pt x="15548" y="64039"/>
                    <a:pt x="15548" y="62660"/>
                  </a:cubicBezTo>
                  <a:cubicBezTo>
                    <a:pt x="14152" y="62660"/>
                    <a:pt x="14152" y="64039"/>
                    <a:pt x="14152" y="64039"/>
                  </a:cubicBezTo>
                  <a:lnTo>
                    <a:pt x="14152" y="62660"/>
                  </a:lnTo>
                  <a:lnTo>
                    <a:pt x="12757" y="62660"/>
                  </a:lnTo>
                  <a:lnTo>
                    <a:pt x="11362" y="62660"/>
                  </a:lnTo>
                  <a:cubicBezTo>
                    <a:pt x="11362" y="62660"/>
                    <a:pt x="11362" y="62660"/>
                    <a:pt x="11362" y="61280"/>
                  </a:cubicBezTo>
                  <a:cubicBezTo>
                    <a:pt x="11362" y="61280"/>
                    <a:pt x="11362" y="61280"/>
                    <a:pt x="11362" y="62660"/>
                  </a:cubicBezTo>
                  <a:cubicBezTo>
                    <a:pt x="11362" y="64039"/>
                    <a:pt x="11362" y="66798"/>
                    <a:pt x="11362" y="69753"/>
                  </a:cubicBezTo>
                  <a:cubicBezTo>
                    <a:pt x="11362" y="69753"/>
                    <a:pt x="11362" y="69753"/>
                    <a:pt x="12757" y="69753"/>
                  </a:cubicBezTo>
                  <a:cubicBezTo>
                    <a:pt x="12757" y="69753"/>
                    <a:pt x="12757" y="69753"/>
                    <a:pt x="14152" y="69753"/>
                  </a:cubicBezTo>
                  <a:cubicBezTo>
                    <a:pt x="14152" y="69753"/>
                    <a:pt x="14152" y="69753"/>
                    <a:pt x="14152" y="71133"/>
                  </a:cubicBezTo>
                  <a:cubicBezTo>
                    <a:pt x="14152" y="69753"/>
                    <a:pt x="14152" y="69753"/>
                    <a:pt x="14152" y="69753"/>
                  </a:cubicBezTo>
                  <a:cubicBezTo>
                    <a:pt x="15548" y="69753"/>
                    <a:pt x="15548" y="69753"/>
                    <a:pt x="15548" y="69753"/>
                  </a:cubicBezTo>
                  <a:cubicBezTo>
                    <a:pt x="14152" y="69753"/>
                    <a:pt x="14152" y="69753"/>
                    <a:pt x="14152" y="71133"/>
                  </a:cubicBezTo>
                  <a:cubicBezTo>
                    <a:pt x="14152" y="71133"/>
                    <a:pt x="14152" y="71133"/>
                    <a:pt x="14152" y="72512"/>
                  </a:cubicBezTo>
                  <a:cubicBezTo>
                    <a:pt x="15548" y="72512"/>
                    <a:pt x="15548" y="71133"/>
                    <a:pt x="15548" y="71133"/>
                  </a:cubicBezTo>
                  <a:cubicBezTo>
                    <a:pt x="15548" y="71133"/>
                    <a:pt x="15548" y="71133"/>
                    <a:pt x="14152" y="71133"/>
                  </a:cubicBezTo>
                  <a:cubicBezTo>
                    <a:pt x="15548" y="71133"/>
                    <a:pt x="15548" y="71133"/>
                    <a:pt x="15548" y="71133"/>
                  </a:cubicBezTo>
                  <a:lnTo>
                    <a:pt x="15548" y="69753"/>
                  </a:lnTo>
                  <a:cubicBezTo>
                    <a:pt x="15548" y="69753"/>
                    <a:pt x="15548" y="69753"/>
                    <a:pt x="15548" y="71133"/>
                  </a:cubicBezTo>
                  <a:lnTo>
                    <a:pt x="16943" y="71133"/>
                  </a:lnTo>
                  <a:cubicBezTo>
                    <a:pt x="18338" y="71133"/>
                    <a:pt x="18338" y="71133"/>
                    <a:pt x="18338" y="71133"/>
                  </a:cubicBezTo>
                  <a:cubicBezTo>
                    <a:pt x="19734" y="71133"/>
                    <a:pt x="19734" y="71133"/>
                    <a:pt x="19734" y="71133"/>
                  </a:cubicBezTo>
                  <a:lnTo>
                    <a:pt x="21129" y="71133"/>
                  </a:lnTo>
                  <a:cubicBezTo>
                    <a:pt x="19734" y="71133"/>
                    <a:pt x="21129" y="72512"/>
                    <a:pt x="19734" y="72512"/>
                  </a:cubicBezTo>
                  <a:cubicBezTo>
                    <a:pt x="19734" y="72512"/>
                    <a:pt x="19734" y="72512"/>
                    <a:pt x="21129" y="72512"/>
                  </a:cubicBezTo>
                  <a:cubicBezTo>
                    <a:pt x="22524" y="72512"/>
                    <a:pt x="22524" y="72512"/>
                    <a:pt x="22524" y="73891"/>
                  </a:cubicBezTo>
                  <a:lnTo>
                    <a:pt x="22524" y="72512"/>
                  </a:lnTo>
                  <a:lnTo>
                    <a:pt x="22524" y="73891"/>
                  </a:lnTo>
                  <a:cubicBezTo>
                    <a:pt x="22524" y="73891"/>
                    <a:pt x="22524" y="73891"/>
                    <a:pt x="23920" y="73891"/>
                  </a:cubicBezTo>
                  <a:lnTo>
                    <a:pt x="25315" y="73891"/>
                  </a:lnTo>
                  <a:lnTo>
                    <a:pt x="25315" y="75270"/>
                  </a:lnTo>
                  <a:lnTo>
                    <a:pt x="26710" y="75270"/>
                  </a:lnTo>
                  <a:lnTo>
                    <a:pt x="26710" y="76650"/>
                  </a:lnTo>
                  <a:lnTo>
                    <a:pt x="25315" y="76650"/>
                  </a:lnTo>
                  <a:lnTo>
                    <a:pt x="25315" y="78029"/>
                  </a:lnTo>
                  <a:cubicBezTo>
                    <a:pt x="26710" y="78029"/>
                    <a:pt x="26710" y="78029"/>
                    <a:pt x="26710" y="78029"/>
                  </a:cubicBezTo>
                  <a:cubicBezTo>
                    <a:pt x="28106" y="78029"/>
                    <a:pt x="28106" y="76650"/>
                    <a:pt x="28106" y="76650"/>
                  </a:cubicBezTo>
                  <a:cubicBezTo>
                    <a:pt x="28106" y="78029"/>
                    <a:pt x="29501" y="78029"/>
                    <a:pt x="29501" y="78029"/>
                  </a:cubicBezTo>
                  <a:cubicBezTo>
                    <a:pt x="30897" y="78029"/>
                    <a:pt x="30897" y="78029"/>
                    <a:pt x="30897" y="78029"/>
                  </a:cubicBezTo>
                  <a:lnTo>
                    <a:pt x="32491" y="78029"/>
                  </a:lnTo>
                  <a:cubicBezTo>
                    <a:pt x="32491" y="78029"/>
                    <a:pt x="32491" y="79408"/>
                    <a:pt x="33887" y="79408"/>
                  </a:cubicBezTo>
                  <a:cubicBezTo>
                    <a:pt x="35282" y="79408"/>
                    <a:pt x="35282" y="80788"/>
                    <a:pt x="35282" y="80788"/>
                  </a:cubicBezTo>
                  <a:cubicBezTo>
                    <a:pt x="35282" y="82167"/>
                    <a:pt x="33887" y="82167"/>
                    <a:pt x="33887" y="82167"/>
                  </a:cubicBezTo>
                  <a:cubicBezTo>
                    <a:pt x="33887" y="82167"/>
                    <a:pt x="33887" y="82167"/>
                    <a:pt x="33887" y="83546"/>
                  </a:cubicBezTo>
                  <a:cubicBezTo>
                    <a:pt x="33887" y="83546"/>
                    <a:pt x="33887" y="83546"/>
                    <a:pt x="32491" y="83546"/>
                  </a:cubicBezTo>
                  <a:cubicBezTo>
                    <a:pt x="32491" y="83546"/>
                    <a:pt x="32491" y="83546"/>
                    <a:pt x="32491" y="84926"/>
                  </a:cubicBezTo>
                  <a:lnTo>
                    <a:pt x="32491" y="86305"/>
                  </a:lnTo>
                  <a:cubicBezTo>
                    <a:pt x="32491" y="86305"/>
                    <a:pt x="32491" y="86305"/>
                    <a:pt x="32491" y="87684"/>
                  </a:cubicBezTo>
                  <a:cubicBezTo>
                    <a:pt x="30897" y="87684"/>
                    <a:pt x="30897" y="87684"/>
                    <a:pt x="30897" y="89064"/>
                  </a:cubicBezTo>
                  <a:cubicBezTo>
                    <a:pt x="30897" y="89064"/>
                    <a:pt x="30897" y="89064"/>
                    <a:pt x="29501" y="89064"/>
                  </a:cubicBezTo>
                  <a:cubicBezTo>
                    <a:pt x="29501" y="89064"/>
                    <a:pt x="29501" y="89064"/>
                    <a:pt x="29501" y="90640"/>
                  </a:cubicBezTo>
                  <a:cubicBezTo>
                    <a:pt x="29501" y="90640"/>
                    <a:pt x="29501" y="89064"/>
                    <a:pt x="28106" y="89064"/>
                  </a:cubicBezTo>
                  <a:cubicBezTo>
                    <a:pt x="28106" y="90640"/>
                    <a:pt x="28106" y="90640"/>
                    <a:pt x="28106" y="90640"/>
                  </a:cubicBezTo>
                  <a:cubicBezTo>
                    <a:pt x="28106" y="90640"/>
                    <a:pt x="28106" y="90640"/>
                    <a:pt x="26710" y="90640"/>
                  </a:cubicBezTo>
                  <a:cubicBezTo>
                    <a:pt x="28106" y="90640"/>
                    <a:pt x="26710" y="92019"/>
                    <a:pt x="26710" y="92019"/>
                  </a:cubicBezTo>
                  <a:cubicBezTo>
                    <a:pt x="28106" y="93399"/>
                    <a:pt x="26710" y="93399"/>
                    <a:pt x="26710" y="93399"/>
                  </a:cubicBezTo>
                  <a:cubicBezTo>
                    <a:pt x="26710" y="94778"/>
                    <a:pt x="25315" y="94778"/>
                    <a:pt x="25315" y="94778"/>
                  </a:cubicBezTo>
                  <a:cubicBezTo>
                    <a:pt x="25315" y="94778"/>
                    <a:pt x="26710" y="94778"/>
                    <a:pt x="26710" y="93399"/>
                  </a:cubicBezTo>
                  <a:lnTo>
                    <a:pt x="25315" y="93399"/>
                  </a:lnTo>
                  <a:cubicBezTo>
                    <a:pt x="25315" y="93399"/>
                    <a:pt x="25315" y="93399"/>
                    <a:pt x="25315" y="94778"/>
                  </a:cubicBezTo>
                  <a:cubicBezTo>
                    <a:pt x="33887" y="103054"/>
                    <a:pt x="46445" y="108571"/>
                    <a:pt x="59202" y="108571"/>
                  </a:cubicBezTo>
                  <a:cubicBezTo>
                    <a:pt x="83122" y="108571"/>
                    <a:pt x="102857" y="90640"/>
                    <a:pt x="107043" y="68374"/>
                  </a:cubicBezTo>
                  <a:cubicBezTo>
                    <a:pt x="107043" y="66798"/>
                    <a:pt x="107043" y="66798"/>
                    <a:pt x="107043" y="66798"/>
                  </a:cubicBezTo>
                  <a:cubicBezTo>
                    <a:pt x="107043" y="65418"/>
                    <a:pt x="105647" y="65418"/>
                    <a:pt x="105647" y="65418"/>
                  </a:cubicBezTo>
                  <a:cubicBezTo>
                    <a:pt x="105647" y="65418"/>
                    <a:pt x="105647" y="65418"/>
                    <a:pt x="105647" y="64039"/>
                  </a:cubicBezTo>
                  <a:cubicBezTo>
                    <a:pt x="105647" y="64039"/>
                    <a:pt x="105647" y="64039"/>
                    <a:pt x="105647" y="62660"/>
                  </a:cubicBezTo>
                  <a:lnTo>
                    <a:pt x="105647" y="61280"/>
                  </a:lnTo>
                  <a:cubicBezTo>
                    <a:pt x="105647" y="61280"/>
                    <a:pt x="105647" y="61280"/>
                    <a:pt x="104252" y="61280"/>
                  </a:cubicBezTo>
                  <a:cubicBezTo>
                    <a:pt x="104252" y="59901"/>
                    <a:pt x="104252" y="59901"/>
                    <a:pt x="104252" y="59901"/>
                  </a:cubicBezTo>
                  <a:cubicBezTo>
                    <a:pt x="102857" y="59901"/>
                    <a:pt x="102857" y="59901"/>
                    <a:pt x="102857" y="59901"/>
                  </a:cubicBezTo>
                  <a:cubicBezTo>
                    <a:pt x="102857" y="59901"/>
                    <a:pt x="102857" y="59901"/>
                    <a:pt x="104252" y="59901"/>
                  </a:cubicBezTo>
                  <a:lnTo>
                    <a:pt x="102857" y="59901"/>
                  </a:lnTo>
                  <a:lnTo>
                    <a:pt x="102857" y="58522"/>
                  </a:lnTo>
                  <a:cubicBezTo>
                    <a:pt x="102857" y="58522"/>
                    <a:pt x="102857" y="58522"/>
                    <a:pt x="102857" y="57142"/>
                  </a:cubicBezTo>
                  <a:cubicBezTo>
                    <a:pt x="102857" y="58522"/>
                    <a:pt x="102857" y="58522"/>
                    <a:pt x="101461" y="58522"/>
                  </a:cubicBezTo>
                  <a:cubicBezTo>
                    <a:pt x="101461" y="57142"/>
                    <a:pt x="101461" y="57142"/>
                    <a:pt x="101461" y="57142"/>
                  </a:cubicBezTo>
                  <a:cubicBezTo>
                    <a:pt x="101461" y="57142"/>
                    <a:pt x="101461" y="57142"/>
                    <a:pt x="101461" y="58522"/>
                  </a:cubicBezTo>
                  <a:cubicBezTo>
                    <a:pt x="101461" y="58522"/>
                    <a:pt x="101461" y="58522"/>
                    <a:pt x="100066" y="58522"/>
                  </a:cubicBezTo>
                  <a:lnTo>
                    <a:pt x="100066" y="59901"/>
                  </a:lnTo>
                  <a:cubicBezTo>
                    <a:pt x="98671" y="59901"/>
                    <a:pt x="98671" y="59901"/>
                    <a:pt x="98671" y="59901"/>
                  </a:cubicBezTo>
                  <a:lnTo>
                    <a:pt x="97275" y="61280"/>
                  </a:lnTo>
                  <a:cubicBezTo>
                    <a:pt x="95880" y="61280"/>
                    <a:pt x="95880" y="61280"/>
                    <a:pt x="95880" y="61280"/>
                  </a:cubicBezTo>
                  <a:cubicBezTo>
                    <a:pt x="95880" y="61280"/>
                    <a:pt x="95880" y="61280"/>
                    <a:pt x="95880" y="62660"/>
                  </a:cubicBezTo>
                  <a:lnTo>
                    <a:pt x="95880" y="64039"/>
                  </a:lnTo>
                  <a:cubicBezTo>
                    <a:pt x="95880" y="64039"/>
                    <a:pt x="95880" y="64039"/>
                    <a:pt x="95880" y="65418"/>
                  </a:cubicBezTo>
                  <a:cubicBezTo>
                    <a:pt x="95880" y="65418"/>
                    <a:pt x="95880" y="65418"/>
                    <a:pt x="94485" y="65418"/>
                  </a:cubicBezTo>
                  <a:cubicBezTo>
                    <a:pt x="94485" y="64039"/>
                    <a:pt x="94485" y="64039"/>
                    <a:pt x="92890" y="64039"/>
                  </a:cubicBezTo>
                  <a:cubicBezTo>
                    <a:pt x="92890" y="64039"/>
                    <a:pt x="92890" y="64039"/>
                    <a:pt x="92890" y="62660"/>
                  </a:cubicBezTo>
                  <a:lnTo>
                    <a:pt x="92890" y="61280"/>
                  </a:lnTo>
                  <a:cubicBezTo>
                    <a:pt x="92890" y="61280"/>
                    <a:pt x="92890" y="59901"/>
                    <a:pt x="91495" y="59901"/>
                  </a:cubicBezTo>
                  <a:cubicBezTo>
                    <a:pt x="91495" y="58522"/>
                    <a:pt x="91495" y="58522"/>
                    <a:pt x="91495" y="58522"/>
                  </a:cubicBezTo>
                  <a:cubicBezTo>
                    <a:pt x="92890" y="58522"/>
                    <a:pt x="91495" y="58522"/>
                    <a:pt x="91495" y="58522"/>
                  </a:cubicBezTo>
                  <a:cubicBezTo>
                    <a:pt x="90099" y="58522"/>
                    <a:pt x="90099" y="58522"/>
                    <a:pt x="90099" y="58522"/>
                  </a:cubicBezTo>
                  <a:cubicBezTo>
                    <a:pt x="90099" y="58522"/>
                    <a:pt x="90099" y="58522"/>
                    <a:pt x="90099" y="57142"/>
                  </a:cubicBezTo>
                  <a:cubicBezTo>
                    <a:pt x="90099" y="58522"/>
                    <a:pt x="90099" y="57142"/>
                    <a:pt x="90099" y="57142"/>
                  </a:cubicBezTo>
                  <a:cubicBezTo>
                    <a:pt x="88704" y="57142"/>
                    <a:pt x="88704" y="57142"/>
                    <a:pt x="88704" y="57142"/>
                  </a:cubicBezTo>
                  <a:cubicBezTo>
                    <a:pt x="88704" y="55763"/>
                    <a:pt x="88704" y="55763"/>
                    <a:pt x="88704" y="55763"/>
                  </a:cubicBezTo>
                  <a:cubicBezTo>
                    <a:pt x="88704" y="55763"/>
                    <a:pt x="87308" y="57142"/>
                    <a:pt x="87308" y="55763"/>
                  </a:cubicBezTo>
                  <a:lnTo>
                    <a:pt x="85913" y="55763"/>
                  </a:lnTo>
                  <a:cubicBezTo>
                    <a:pt x="85913" y="57142"/>
                    <a:pt x="85913" y="57142"/>
                    <a:pt x="85913" y="57142"/>
                  </a:cubicBezTo>
                  <a:lnTo>
                    <a:pt x="85913" y="55763"/>
                  </a:lnTo>
                  <a:cubicBezTo>
                    <a:pt x="84518" y="55763"/>
                    <a:pt x="84518" y="55763"/>
                    <a:pt x="84518" y="55763"/>
                  </a:cubicBezTo>
                  <a:cubicBezTo>
                    <a:pt x="83122" y="55763"/>
                    <a:pt x="83122" y="55763"/>
                    <a:pt x="83122" y="55763"/>
                  </a:cubicBezTo>
                  <a:lnTo>
                    <a:pt x="81727" y="55763"/>
                  </a:lnTo>
                  <a:cubicBezTo>
                    <a:pt x="81727" y="55763"/>
                    <a:pt x="80332" y="55763"/>
                    <a:pt x="80332" y="54384"/>
                  </a:cubicBezTo>
                  <a:cubicBezTo>
                    <a:pt x="80332" y="54384"/>
                    <a:pt x="80332" y="54384"/>
                    <a:pt x="80332" y="53004"/>
                  </a:cubicBezTo>
                  <a:cubicBezTo>
                    <a:pt x="78936" y="53004"/>
                    <a:pt x="78936" y="53004"/>
                    <a:pt x="78936" y="53004"/>
                  </a:cubicBezTo>
                  <a:cubicBezTo>
                    <a:pt x="78936" y="53004"/>
                    <a:pt x="78936" y="53004"/>
                    <a:pt x="78936" y="54384"/>
                  </a:cubicBezTo>
                  <a:cubicBezTo>
                    <a:pt x="78936" y="54384"/>
                    <a:pt x="78936" y="54384"/>
                    <a:pt x="78936" y="55763"/>
                  </a:cubicBezTo>
                  <a:cubicBezTo>
                    <a:pt x="78936" y="55763"/>
                    <a:pt x="78936" y="55763"/>
                    <a:pt x="80332" y="55763"/>
                  </a:cubicBezTo>
                  <a:cubicBezTo>
                    <a:pt x="80332" y="55763"/>
                    <a:pt x="80332" y="55763"/>
                    <a:pt x="78936" y="55763"/>
                  </a:cubicBezTo>
                  <a:lnTo>
                    <a:pt x="80332" y="55763"/>
                  </a:lnTo>
                  <a:cubicBezTo>
                    <a:pt x="78936" y="55763"/>
                    <a:pt x="78936" y="55763"/>
                    <a:pt x="80332" y="55763"/>
                  </a:cubicBezTo>
                  <a:lnTo>
                    <a:pt x="80332" y="57142"/>
                  </a:lnTo>
                  <a:cubicBezTo>
                    <a:pt x="80332" y="55763"/>
                    <a:pt x="80332" y="55763"/>
                    <a:pt x="80332" y="55763"/>
                  </a:cubicBezTo>
                  <a:lnTo>
                    <a:pt x="80332" y="57142"/>
                  </a:lnTo>
                  <a:cubicBezTo>
                    <a:pt x="81727" y="57142"/>
                    <a:pt x="81727" y="57142"/>
                    <a:pt x="81727" y="57142"/>
                  </a:cubicBezTo>
                  <a:cubicBezTo>
                    <a:pt x="83122" y="55763"/>
                    <a:pt x="83122" y="55763"/>
                    <a:pt x="83122" y="55763"/>
                  </a:cubicBezTo>
                  <a:lnTo>
                    <a:pt x="83122" y="57142"/>
                  </a:lnTo>
                  <a:lnTo>
                    <a:pt x="84518" y="57142"/>
                  </a:lnTo>
                  <a:cubicBezTo>
                    <a:pt x="84518" y="57142"/>
                    <a:pt x="84518" y="57142"/>
                    <a:pt x="84518" y="58522"/>
                  </a:cubicBezTo>
                  <a:cubicBezTo>
                    <a:pt x="84518" y="59901"/>
                    <a:pt x="84518" y="59901"/>
                    <a:pt x="84518" y="59901"/>
                  </a:cubicBezTo>
                  <a:cubicBezTo>
                    <a:pt x="83122" y="59901"/>
                    <a:pt x="83122" y="59901"/>
                    <a:pt x="83122" y="59901"/>
                  </a:cubicBezTo>
                  <a:lnTo>
                    <a:pt x="83122" y="61280"/>
                  </a:lnTo>
                  <a:cubicBezTo>
                    <a:pt x="81727" y="61280"/>
                    <a:pt x="81727" y="61280"/>
                    <a:pt x="81727" y="61280"/>
                  </a:cubicBezTo>
                  <a:lnTo>
                    <a:pt x="80332" y="61280"/>
                  </a:lnTo>
                  <a:cubicBezTo>
                    <a:pt x="80332" y="62660"/>
                    <a:pt x="80332" y="62660"/>
                    <a:pt x="78936" y="62660"/>
                  </a:cubicBezTo>
                  <a:lnTo>
                    <a:pt x="77541" y="62660"/>
                  </a:lnTo>
                  <a:cubicBezTo>
                    <a:pt x="76146" y="64039"/>
                    <a:pt x="76146" y="64039"/>
                    <a:pt x="76146" y="62660"/>
                  </a:cubicBezTo>
                  <a:cubicBezTo>
                    <a:pt x="76146" y="62660"/>
                    <a:pt x="76146" y="62660"/>
                    <a:pt x="76146" y="61280"/>
                  </a:cubicBezTo>
                  <a:cubicBezTo>
                    <a:pt x="76146" y="61280"/>
                    <a:pt x="74750" y="61280"/>
                    <a:pt x="74750" y="59901"/>
                  </a:cubicBezTo>
                  <a:cubicBezTo>
                    <a:pt x="74750" y="59901"/>
                    <a:pt x="74750" y="59901"/>
                    <a:pt x="73355" y="58522"/>
                  </a:cubicBezTo>
                  <a:cubicBezTo>
                    <a:pt x="73355" y="58522"/>
                    <a:pt x="73355" y="58522"/>
                    <a:pt x="73355" y="57142"/>
                  </a:cubicBezTo>
                  <a:cubicBezTo>
                    <a:pt x="73355" y="55763"/>
                    <a:pt x="71960" y="55763"/>
                    <a:pt x="71960" y="55763"/>
                  </a:cubicBezTo>
                  <a:cubicBezTo>
                    <a:pt x="71960" y="54384"/>
                    <a:pt x="71960" y="54384"/>
                    <a:pt x="71960" y="54384"/>
                  </a:cubicBezTo>
                  <a:cubicBezTo>
                    <a:pt x="71960" y="53004"/>
                    <a:pt x="70365" y="53004"/>
                    <a:pt x="70365" y="53004"/>
                  </a:cubicBezTo>
                  <a:cubicBezTo>
                    <a:pt x="70365" y="53004"/>
                    <a:pt x="70365" y="53004"/>
                    <a:pt x="71960" y="51625"/>
                  </a:cubicBezTo>
                  <a:cubicBezTo>
                    <a:pt x="71960" y="50049"/>
                    <a:pt x="71960" y="50049"/>
                    <a:pt x="71960" y="50049"/>
                  </a:cubicBezTo>
                  <a:cubicBezTo>
                    <a:pt x="71960" y="50049"/>
                    <a:pt x="71960" y="50049"/>
                    <a:pt x="70365" y="50049"/>
                  </a:cubicBezTo>
                  <a:cubicBezTo>
                    <a:pt x="70365" y="50049"/>
                    <a:pt x="70365" y="50049"/>
                    <a:pt x="68970" y="50049"/>
                  </a:cubicBezTo>
                  <a:cubicBezTo>
                    <a:pt x="68970" y="50049"/>
                    <a:pt x="68970" y="48669"/>
                    <a:pt x="68970" y="50049"/>
                  </a:cubicBezTo>
                  <a:cubicBezTo>
                    <a:pt x="68970" y="50049"/>
                    <a:pt x="68970" y="50049"/>
                    <a:pt x="67574" y="50049"/>
                  </a:cubicBezTo>
                  <a:cubicBezTo>
                    <a:pt x="67574" y="48669"/>
                    <a:pt x="67574" y="48669"/>
                    <a:pt x="67574" y="48669"/>
                  </a:cubicBezTo>
                  <a:cubicBezTo>
                    <a:pt x="66179" y="48669"/>
                    <a:pt x="66179" y="48669"/>
                    <a:pt x="66179" y="48669"/>
                  </a:cubicBezTo>
                  <a:cubicBezTo>
                    <a:pt x="67574" y="48669"/>
                    <a:pt x="67574" y="48669"/>
                    <a:pt x="66179" y="48669"/>
                  </a:cubicBezTo>
                  <a:lnTo>
                    <a:pt x="67574" y="48669"/>
                  </a:lnTo>
                  <a:lnTo>
                    <a:pt x="66179" y="48669"/>
                  </a:lnTo>
                  <a:cubicBezTo>
                    <a:pt x="66179" y="47290"/>
                    <a:pt x="66179" y="47290"/>
                    <a:pt x="66179" y="47290"/>
                  </a:cubicBezTo>
                  <a:cubicBezTo>
                    <a:pt x="66179" y="47290"/>
                    <a:pt x="66179" y="47290"/>
                    <a:pt x="67574" y="47290"/>
                  </a:cubicBezTo>
                  <a:cubicBezTo>
                    <a:pt x="66179" y="47290"/>
                    <a:pt x="66179" y="47290"/>
                    <a:pt x="66179" y="47290"/>
                  </a:cubicBezTo>
                  <a:lnTo>
                    <a:pt x="67574" y="47290"/>
                  </a:lnTo>
                  <a:lnTo>
                    <a:pt x="68970" y="47290"/>
                  </a:lnTo>
                  <a:cubicBezTo>
                    <a:pt x="68970" y="47290"/>
                    <a:pt x="68970" y="47290"/>
                    <a:pt x="67574" y="47290"/>
                  </a:cubicBezTo>
                  <a:cubicBezTo>
                    <a:pt x="67574" y="47290"/>
                    <a:pt x="67574" y="47290"/>
                    <a:pt x="67574" y="45911"/>
                  </a:cubicBezTo>
                  <a:lnTo>
                    <a:pt x="68970" y="47290"/>
                  </a:lnTo>
                  <a:lnTo>
                    <a:pt x="68970" y="45911"/>
                  </a:lnTo>
                  <a:cubicBezTo>
                    <a:pt x="68970" y="47290"/>
                    <a:pt x="68970" y="47290"/>
                    <a:pt x="68970" y="47290"/>
                  </a:cubicBezTo>
                  <a:cubicBezTo>
                    <a:pt x="68970" y="45911"/>
                    <a:pt x="68970" y="45911"/>
                    <a:pt x="68970" y="45911"/>
                  </a:cubicBezTo>
                  <a:lnTo>
                    <a:pt x="70365" y="45911"/>
                  </a:lnTo>
                  <a:cubicBezTo>
                    <a:pt x="70365" y="45911"/>
                    <a:pt x="70365" y="45911"/>
                    <a:pt x="71960" y="45911"/>
                  </a:cubicBezTo>
                  <a:cubicBezTo>
                    <a:pt x="71960" y="45911"/>
                    <a:pt x="71960" y="47290"/>
                    <a:pt x="73355" y="47290"/>
                  </a:cubicBezTo>
                  <a:lnTo>
                    <a:pt x="74750" y="47290"/>
                  </a:lnTo>
                  <a:lnTo>
                    <a:pt x="74750" y="45911"/>
                  </a:lnTo>
                  <a:cubicBezTo>
                    <a:pt x="74750" y="44532"/>
                    <a:pt x="74750" y="44532"/>
                    <a:pt x="74750" y="44532"/>
                  </a:cubicBezTo>
                  <a:lnTo>
                    <a:pt x="73355" y="44532"/>
                  </a:lnTo>
                  <a:lnTo>
                    <a:pt x="71960" y="44532"/>
                  </a:lnTo>
                  <a:cubicBezTo>
                    <a:pt x="71960" y="44532"/>
                    <a:pt x="73355" y="44532"/>
                    <a:pt x="73355" y="43152"/>
                  </a:cubicBezTo>
                  <a:cubicBezTo>
                    <a:pt x="73355" y="43152"/>
                    <a:pt x="73355" y="43152"/>
                    <a:pt x="71960" y="43152"/>
                  </a:cubicBezTo>
                  <a:cubicBezTo>
                    <a:pt x="70365" y="43152"/>
                    <a:pt x="70365" y="43152"/>
                    <a:pt x="70365" y="43152"/>
                  </a:cubicBezTo>
                  <a:cubicBezTo>
                    <a:pt x="70365" y="43152"/>
                    <a:pt x="71960" y="43152"/>
                    <a:pt x="71960" y="44532"/>
                  </a:cubicBezTo>
                  <a:cubicBezTo>
                    <a:pt x="71960" y="44532"/>
                    <a:pt x="71960" y="44532"/>
                    <a:pt x="70365" y="44532"/>
                  </a:cubicBezTo>
                  <a:cubicBezTo>
                    <a:pt x="70365" y="43152"/>
                    <a:pt x="70365" y="43152"/>
                    <a:pt x="70365" y="43152"/>
                  </a:cubicBezTo>
                  <a:cubicBezTo>
                    <a:pt x="70365" y="43152"/>
                    <a:pt x="70365" y="43152"/>
                    <a:pt x="68970" y="43152"/>
                  </a:cubicBezTo>
                  <a:cubicBezTo>
                    <a:pt x="68970" y="43152"/>
                    <a:pt x="68970" y="43152"/>
                    <a:pt x="70365" y="43152"/>
                  </a:cubicBezTo>
                  <a:cubicBezTo>
                    <a:pt x="68970" y="43152"/>
                    <a:pt x="68970" y="43152"/>
                    <a:pt x="68970" y="43152"/>
                  </a:cubicBezTo>
                  <a:cubicBezTo>
                    <a:pt x="68970" y="43152"/>
                    <a:pt x="67574" y="43152"/>
                    <a:pt x="68970" y="43152"/>
                  </a:cubicBezTo>
                  <a:cubicBezTo>
                    <a:pt x="68970" y="44532"/>
                    <a:pt x="68970" y="44532"/>
                    <a:pt x="68970" y="44532"/>
                  </a:cubicBezTo>
                  <a:cubicBezTo>
                    <a:pt x="68970" y="44532"/>
                    <a:pt x="68970" y="44532"/>
                    <a:pt x="67574" y="44532"/>
                  </a:cubicBezTo>
                  <a:cubicBezTo>
                    <a:pt x="67574" y="44532"/>
                    <a:pt x="67574" y="44532"/>
                    <a:pt x="67574" y="45911"/>
                  </a:cubicBezTo>
                  <a:cubicBezTo>
                    <a:pt x="67574" y="47290"/>
                    <a:pt x="67574" y="47290"/>
                    <a:pt x="67574" y="47290"/>
                  </a:cubicBezTo>
                  <a:lnTo>
                    <a:pt x="66179" y="47290"/>
                  </a:lnTo>
                  <a:cubicBezTo>
                    <a:pt x="66179" y="47290"/>
                    <a:pt x="66179" y="47290"/>
                    <a:pt x="64784" y="47290"/>
                  </a:cubicBezTo>
                  <a:cubicBezTo>
                    <a:pt x="64784" y="47290"/>
                    <a:pt x="64784" y="47290"/>
                    <a:pt x="64784" y="48669"/>
                  </a:cubicBezTo>
                  <a:cubicBezTo>
                    <a:pt x="64784" y="48669"/>
                    <a:pt x="64784" y="48669"/>
                    <a:pt x="64784" y="50049"/>
                  </a:cubicBezTo>
                  <a:lnTo>
                    <a:pt x="64784" y="48669"/>
                  </a:lnTo>
                  <a:cubicBezTo>
                    <a:pt x="64784" y="48669"/>
                    <a:pt x="64784" y="48669"/>
                    <a:pt x="63388" y="50049"/>
                  </a:cubicBezTo>
                  <a:cubicBezTo>
                    <a:pt x="63388" y="48669"/>
                    <a:pt x="63388" y="48669"/>
                    <a:pt x="63388" y="48669"/>
                  </a:cubicBezTo>
                  <a:lnTo>
                    <a:pt x="64784" y="48669"/>
                  </a:lnTo>
                  <a:lnTo>
                    <a:pt x="63388" y="48669"/>
                  </a:lnTo>
                  <a:cubicBezTo>
                    <a:pt x="63388" y="48669"/>
                    <a:pt x="63388" y="48669"/>
                    <a:pt x="63388" y="47290"/>
                  </a:cubicBezTo>
                  <a:cubicBezTo>
                    <a:pt x="63388" y="48669"/>
                    <a:pt x="63388" y="47290"/>
                    <a:pt x="63388" y="47290"/>
                  </a:cubicBezTo>
                  <a:lnTo>
                    <a:pt x="63388" y="45911"/>
                  </a:lnTo>
                  <a:cubicBezTo>
                    <a:pt x="63388" y="45911"/>
                    <a:pt x="63388" y="45911"/>
                    <a:pt x="61993" y="45911"/>
                  </a:cubicBezTo>
                  <a:lnTo>
                    <a:pt x="60598" y="44532"/>
                  </a:lnTo>
                  <a:cubicBezTo>
                    <a:pt x="59202" y="44532"/>
                    <a:pt x="59202" y="44532"/>
                    <a:pt x="59202" y="44532"/>
                  </a:cubicBezTo>
                  <a:lnTo>
                    <a:pt x="59202" y="43152"/>
                  </a:lnTo>
                  <a:lnTo>
                    <a:pt x="59202" y="44532"/>
                  </a:lnTo>
                  <a:cubicBezTo>
                    <a:pt x="59202" y="45911"/>
                    <a:pt x="59202" y="45911"/>
                    <a:pt x="59202" y="45911"/>
                  </a:cubicBezTo>
                  <a:lnTo>
                    <a:pt x="60598" y="45911"/>
                  </a:lnTo>
                  <a:cubicBezTo>
                    <a:pt x="61993" y="47290"/>
                    <a:pt x="61993" y="47290"/>
                    <a:pt x="61993" y="47290"/>
                  </a:cubicBezTo>
                  <a:lnTo>
                    <a:pt x="60598" y="47290"/>
                  </a:lnTo>
                  <a:cubicBezTo>
                    <a:pt x="61993" y="47290"/>
                    <a:pt x="61993" y="47290"/>
                    <a:pt x="61993" y="47290"/>
                  </a:cubicBezTo>
                  <a:cubicBezTo>
                    <a:pt x="61993" y="47290"/>
                    <a:pt x="61993" y="47290"/>
                    <a:pt x="61993" y="48669"/>
                  </a:cubicBezTo>
                  <a:cubicBezTo>
                    <a:pt x="61993" y="48669"/>
                    <a:pt x="61993" y="48669"/>
                    <a:pt x="60598" y="48669"/>
                  </a:cubicBezTo>
                  <a:lnTo>
                    <a:pt x="60598" y="47290"/>
                  </a:lnTo>
                  <a:cubicBezTo>
                    <a:pt x="60598" y="47290"/>
                    <a:pt x="60598" y="47290"/>
                    <a:pt x="59202" y="47290"/>
                  </a:cubicBezTo>
                  <a:cubicBezTo>
                    <a:pt x="59202" y="45911"/>
                    <a:pt x="59202" y="47290"/>
                    <a:pt x="59202" y="45911"/>
                  </a:cubicBezTo>
                  <a:cubicBezTo>
                    <a:pt x="59202" y="45911"/>
                    <a:pt x="59202" y="45911"/>
                    <a:pt x="57807" y="45911"/>
                  </a:cubicBezTo>
                  <a:lnTo>
                    <a:pt x="57807" y="44532"/>
                  </a:lnTo>
                  <a:lnTo>
                    <a:pt x="56411" y="44532"/>
                  </a:lnTo>
                  <a:cubicBezTo>
                    <a:pt x="56411" y="44532"/>
                    <a:pt x="56411" y="45911"/>
                    <a:pt x="55016" y="45911"/>
                  </a:cubicBezTo>
                  <a:cubicBezTo>
                    <a:pt x="55016" y="44532"/>
                    <a:pt x="55016" y="45911"/>
                    <a:pt x="55016" y="45911"/>
                  </a:cubicBezTo>
                  <a:cubicBezTo>
                    <a:pt x="55016" y="45911"/>
                    <a:pt x="55016" y="44532"/>
                    <a:pt x="53621" y="45911"/>
                  </a:cubicBezTo>
                  <a:cubicBezTo>
                    <a:pt x="53621" y="47290"/>
                    <a:pt x="52225" y="45911"/>
                    <a:pt x="52225" y="47290"/>
                  </a:cubicBezTo>
                  <a:cubicBezTo>
                    <a:pt x="52225" y="47290"/>
                    <a:pt x="52225" y="47290"/>
                    <a:pt x="52225" y="48669"/>
                  </a:cubicBezTo>
                  <a:lnTo>
                    <a:pt x="50830" y="48669"/>
                  </a:lnTo>
                  <a:cubicBezTo>
                    <a:pt x="50830" y="48669"/>
                    <a:pt x="50830" y="48669"/>
                    <a:pt x="50830" y="50049"/>
                  </a:cubicBezTo>
                  <a:lnTo>
                    <a:pt x="49435" y="50049"/>
                  </a:lnTo>
                  <a:cubicBezTo>
                    <a:pt x="49435" y="50049"/>
                    <a:pt x="49435" y="50049"/>
                    <a:pt x="47840" y="50049"/>
                  </a:cubicBezTo>
                  <a:cubicBezTo>
                    <a:pt x="47840" y="48669"/>
                    <a:pt x="47840" y="48669"/>
                    <a:pt x="47840" y="48669"/>
                  </a:cubicBezTo>
                  <a:cubicBezTo>
                    <a:pt x="46445" y="48669"/>
                    <a:pt x="47840" y="48669"/>
                    <a:pt x="47840" y="48669"/>
                  </a:cubicBezTo>
                  <a:lnTo>
                    <a:pt x="46445" y="48669"/>
                  </a:lnTo>
                  <a:cubicBezTo>
                    <a:pt x="46445" y="48669"/>
                    <a:pt x="46445" y="48669"/>
                    <a:pt x="47840" y="48669"/>
                  </a:cubicBezTo>
                  <a:cubicBezTo>
                    <a:pt x="47840" y="48669"/>
                    <a:pt x="47840" y="48669"/>
                    <a:pt x="46445" y="48669"/>
                  </a:cubicBezTo>
                  <a:lnTo>
                    <a:pt x="46445" y="47290"/>
                  </a:lnTo>
                  <a:cubicBezTo>
                    <a:pt x="47840" y="47290"/>
                    <a:pt x="47840" y="47290"/>
                    <a:pt x="47840" y="45911"/>
                  </a:cubicBezTo>
                  <a:cubicBezTo>
                    <a:pt x="47840" y="45911"/>
                    <a:pt x="47840" y="45911"/>
                    <a:pt x="46445" y="45911"/>
                  </a:cubicBezTo>
                  <a:lnTo>
                    <a:pt x="47840" y="45911"/>
                  </a:lnTo>
                  <a:cubicBezTo>
                    <a:pt x="47840" y="44532"/>
                    <a:pt x="47840" y="44532"/>
                    <a:pt x="47840" y="44532"/>
                  </a:cubicBezTo>
                  <a:lnTo>
                    <a:pt x="49435" y="44532"/>
                  </a:lnTo>
                  <a:cubicBezTo>
                    <a:pt x="49435" y="44532"/>
                    <a:pt x="50830" y="45911"/>
                    <a:pt x="50830" y="44532"/>
                  </a:cubicBezTo>
                  <a:lnTo>
                    <a:pt x="50830" y="45911"/>
                  </a:lnTo>
                  <a:cubicBezTo>
                    <a:pt x="50830" y="44532"/>
                    <a:pt x="50830" y="44532"/>
                    <a:pt x="50830" y="44532"/>
                  </a:cubicBezTo>
                  <a:cubicBezTo>
                    <a:pt x="52225" y="44532"/>
                    <a:pt x="52225" y="44532"/>
                    <a:pt x="52225" y="44532"/>
                  </a:cubicBezTo>
                  <a:lnTo>
                    <a:pt x="50830" y="44532"/>
                  </a:lnTo>
                  <a:cubicBezTo>
                    <a:pt x="50830" y="44532"/>
                    <a:pt x="50830" y="44532"/>
                    <a:pt x="52225" y="43152"/>
                  </a:cubicBezTo>
                  <a:cubicBezTo>
                    <a:pt x="52225" y="44532"/>
                    <a:pt x="52225" y="44532"/>
                    <a:pt x="52225" y="44532"/>
                  </a:cubicBezTo>
                  <a:lnTo>
                    <a:pt x="52225" y="43152"/>
                  </a:lnTo>
                  <a:cubicBezTo>
                    <a:pt x="50830" y="43152"/>
                    <a:pt x="52225" y="43152"/>
                    <a:pt x="50830" y="43152"/>
                  </a:cubicBezTo>
                  <a:cubicBezTo>
                    <a:pt x="50830" y="41773"/>
                    <a:pt x="50830" y="41773"/>
                    <a:pt x="50830" y="41773"/>
                  </a:cubicBezTo>
                  <a:lnTo>
                    <a:pt x="50830" y="43152"/>
                  </a:lnTo>
                  <a:cubicBezTo>
                    <a:pt x="50830" y="41773"/>
                    <a:pt x="50830" y="41773"/>
                    <a:pt x="49435" y="41773"/>
                  </a:cubicBezTo>
                  <a:lnTo>
                    <a:pt x="50830" y="41773"/>
                  </a:lnTo>
                  <a:cubicBezTo>
                    <a:pt x="50830" y="41773"/>
                    <a:pt x="50830" y="41773"/>
                    <a:pt x="50830" y="40394"/>
                  </a:cubicBezTo>
                  <a:cubicBezTo>
                    <a:pt x="50830" y="40394"/>
                    <a:pt x="50830" y="40394"/>
                    <a:pt x="52225" y="40394"/>
                  </a:cubicBezTo>
                  <a:lnTo>
                    <a:pt x="52225" y="41773"/>
                  </a:lnTo>
                  <a:cubicBezTo>
                    <a:pt x="52225" y="40394"/>
                    <a:pt x="52225" y="41773"/>
                    <a:pt x="52225" y="41773"/>
                  </a:cubicBezTo>
                  <a:cubicBezTo>
                    <a:pt x="52225" y="40394"/>
                    <a:pt x="52225" y="40394"/>
                    <a:pt x="52225" y="40394"/>
                  </a:cubicBezTo>
                  <a:cubicBezTo>
                    <a:pt x="52225" y="40394"/>
                    <a:pt x="52225" y="40394"/>
                    <a:pt x="53621" y="40394"/>
                  </a:cubicBezTo>
                  <a:cubicBezTo>
                    <a:pt x="53621" y="39014"/>
                    <a:pt x="53621" y="39014"/>
                    <a:pt x="53621" y="39014"/>
                  </a:cubicBezTo>
                  <a:lnTo>
                    <a:pt x="55016" y="39014"/>
                  </a:lnTo>
                  <a:cubicBezTo>
                    <a:pt x="55016" y="39014"/>
                    <a:pt x="55016" y="37635"/>
                    <a:pt x="56411" y="39014"/>
                  </a:cubicBezTo>
                  <a:cubicBezTo>
                    <a:pt x="56411" y="39014"/>
                    <a:pt x="56411" y="39014"/>
                    <a:pt x="56411" y="37635"/>
                  </a:cubicBezTo>
                  <a:cubicBezTo>
                    <a:pt x="56411" y="37635"/>
                    <a:pt x="56411" y="37635"/>
                    <a:pt x="56411" y="39014"/>
                  </a:cubicBezTo>
                  <a:cubicBezTo>
                    <a:pt x="56411" y="39014"/>
                    <a:pt x="56411" y="39014"/>
                    <a:pt x="56411" y="37635"/>
                  </a:cubicBezTo>
                  <a:cubicBezTo>
                    <a:pt x="56411" y="37635"/>
                    <a:pt x="56411" y="37635"/>
                    <a:pt x="57807" y="37635"/>
                  </a:cubicBezTo>
                  <a:lnTo>
                    <a:pt x="56411" y="37635"/>
                  </a:lnTo>
                  <a:cubicBezTo>
                    <a:pt x="56411" y="37635"/>
                    <a:pt x="56411" y="37635"/>
                    <a:pt x="56411" y="36256"/>
                  </a:cubicBezTo>
                  <a:cubicBezTo>
                    <a:pt x="56411" y="36256"/>
                    <a:pt x="56411" y="36256"/>
                    <a:pt x="57807" y="36256"/>
                  </a:cubicBezTo>
                  <a:lnTo>
                    <a:pt x="57807" y="37635"/>
                  </a:lnTo>
                  <a:lnTo>
                    <a:pt x="59202" y="37635"/>
                  </a:lnTo>
                  <a:lnTo>
                    <a:pt x="60598" y="37635"/>
                  </a:lnTo>
                  <a:cubicBezTo>
                    <a:pt x="60598" y="37635"/>
                    <a:pt x="60598" y="37635"/>
                    <a:pt x="61993" y="37635"/>
                  </a:cubicBezTo>
                  <a:lnTo>
                    <a:pt x="63388" y="37635"/>
                  </a:lnTo>
                  <a:cubicBezTo>
                    <a:pt x="63388" y="36256"/>
                    <a:pt x="63388" y="37635"/>
                    <a:pt x="63388" y="36256"/>
                  </a:cubicBezTo>
                  <a:lnTo>
                    <a:pt x="63388" y="34876"/>
                  </a:lnTo>
                  <a:cubicBezTo>
                    <a:pt x="64784" y="34876"/>
                    <a:pt x="64784" y="34876"/>
                    <a:pt x="64784" y="34876"/>
                  </a:cubicBezTo>
                  <a:cubicBezTo>
                    <a:pt x="64784" y="34876"/>
                    <a:pt x="64784" y="34876"/>
                    <a:pt x="64784" y="36256"/>
                  </a:cubicBezTo>
                  <a:cubicBezTo>
                    <a:pt x="64784" y="36256"/>
                    <a:pt x="64784" y="36256"/>
                    <a:pt x="64784" y="34876"/>
                  </a:cubicBezTo>
                  <a:cubicBezTo>
                    <a:pt x="64784" y="34876"/>
                    <a:pt x="64784" y="34876"/>
                    <a:pt x="66179" y="34876"/>
                  </a:cubicBezTo>
                  <a:lnTo>
                    <a:pt x="64784" y="34876"/>
                  </a:lnTo>
                  <a:cubicBezTo>
                    <a:pt x="64784" y="34876"/>
                    <a:pt x="64784" y="34876"/>
                    <a:pt x="64784" y="33497"/>
                  </a:cubicBezTo>
                  <a:cubicBezTo>
                    <a:pt x="66179" y="33497"/>
                    <a:pt x="66179" y="33497"/>
                    <a:pt x="66179" y="33497"/>
                  </a:cubicBezTo>
                  <a:lnTo>
                    <a:pt x="67574" y="33497"/>
                  </a:lnTo>
                  <a:lnTo>
                    <a:pt x="68970" y="33497"/>
                  </a:lnTo>
                  <a:lnTo>
                    <a:pt x="67574" y="33497"/>
                  </a:lnTo>
                  <a:lnTo>
                    <a:pt x="67574" y="32118"/>
                  </a:lnTo>
                  <a:lnTo>
                    <a:pt x="67574" y="33497"/>
                  </a:lnTo>
                  <a:cubicBezTo>
                    <a:pt x="67574" y="33497"/>
                    <a:pt x="67574" y="33497"/>
                    <a:pt x="66179" y="33497"/>
                  </a:cubicBezTo>
                  <a:cubicBezTo>
                    <a:pt x="64784" y="33497"/>
                    <a:pt x="64784" y="33497"/>
                    <a:pt x="64784" y="33497"/>
                  </a:cubicBezTo>
                  <a:cubicBezTo>
                    <a:pt x="63388" y="33497"/>
                    <a:pt x="63388" y="32118"/>
                    <a:pt x="63388" y="32118"/>
                  </a:cubicBezTo>
                  <a:cubicBezTo>
                    <a:pt x="63388" y="32118"/>
                    <a:pt x="63388" y="32118"/>
                    <a:pt x="63388" y="30738"/>
                  </a:cubicBezTo>
                  <a:lnTo>
                    <a:pt x="64784" y="30738"/>
                  </a:lnTo>
                  <a:lnTo>
                    <a:pt x="66179" y="29359"/>
                  </a:lnTo>
                  <a:cubicBezTo>
                    <a:pt x="66179" y="27783"/>
                    <a:pt x="66179" y="27783"/>
                    <a:pt x="66179" y="27783"/>
                  </a:cubicBezTo>
                  <a:cubicBezTo>
                    <a:pt x="66179" y="27783"/>
                    <a:pt x="66179" y="27783"/>
                    <a:pt x="64784" y="27783"/>
                  </a:cubicBezTo>
                  <a:cubicBezTo>
                    <a:pt x="64784" y="27783"/>
                    <a:pt x="64784" y="27783"/>
                    <a:pt x="64784" y="29359"/>
                  </a:cubicBezTo>
                  <a:cubicBezTo>
                    <a:pt x="63388" y="29359"/>
                    <a:pt x="63388" y="29359"/>
                    <a:pt x="63388" y="29359"/>
                  </a:cubicBezTo>
                  <a:cubicBezTo>
                    <a:pt x="63388" y="29359"/>
                    <a:pt x="63388" y="29359"/>
                    <a:pt x="63388" y="30738"/>
                  </a:cubicBezTo>
                  <a:cubicBezTo>
                    <a:pt x="61993" y="30738"/>
                    <a:pt x="61993" y="30738"/>
                    <a:pt x="61993" y="30738"/>
                  </a:cubicBezTo>
                  <a:cubicBezTo>
                    <a:pt x="61993" y="32118"/>
                    <a:pt x="61993" y="32118"/>
                    <a:pt x="61993" y="32118"/>
                  </a:cubicBezTo>
                  <a:cubicBezTo>
                    <a:pt x="61993" y="33497"/>
                    <a:pt x="61993" y="33497"/>
                    <a:pt x="61993" y="33497"/>
                  </a:cubicBezTo>
                  <a:lnTo>
                    <a:pt x="60598" y="33497"/>
                  </a:lnTo>
                  <a:cubicBezTo>
                    <a:pt x="61993" y="33497"/>
                    <a:pt x="61993" y="33497"/>
                    <a:pt x="61993" y="33497"/>
                  </a:cubicBezTo>
                  <a:lnTo>
                    <a:pt x="61993" y="34876"/>
                  </a:lnTo>
                  <a:lnTo>
                    <a:pt x="60598" y="34876"/>
                  </a:lnTo>
                  <a:lnTo>
                    <a:pt x="61993" y="34876"/>
                  </a:lnTo>
                  <a:cubicBezTo>
                    <a:pt x="60598" y="34876"/>
                    <a:pt x="60598" y="34876"/>
                    <a:pt x="60598" y="34876"/>
                  </a:cubicBezTo>
                  <a:cubicBezTo>
                    <a:pt x="60598" y="36256"/>
                    <a:pt x="60598" y="36256"/>
                    <a:pt x="60598" y="36256"/>
                  </a:cubicBezTo>
                  <a:cubicBezTo>
                    <a:pt x="60598" y="36256"/>
                    <a:pt x="60598" y="36256"/>
                    <a:pt x="59202" y="36256"/>
                  </a:cubicBezTo>
                  <a:cubicBezTo>
                    <a:pt x="59202" y="36256"/>
                    <a:pt x="59202" y="36256"/>
                    <a:pt x="59202" y="34876"/>
                  </a:cubicBezTo>
                  <a:cubicBezTo>
                    <a:pt x="59202" y="34876"/>
                    <a:pt x="59202" y="34876"/>
                    <a:pt x="57807" y="34876"/>
                  </a:cubicBezTo>
                  <a:cubicBezTo>
                    <a:pt x="57807" y="34876"/>
                    <a:pt x="57807" y="34876"/>
                    <a:pt x="57807" y="33497"/>
                  </a:cubicBezTo>
                  <a:lnTo>
                    <a:pt x="57807" y="34876"/>
                  </a:lnTo>
                  <a:cubicBezTo>
                    <a:pt x="56411" y="34876"/>
                    <a:pt x="56411" y="34876"/>
                    <a:pt x="56411" y="34876"/>
                  </a:cubicBezTo>
                  <a:cubicBezTo>
                    <a:pt x="55016" y="34876"/>
                    <a:pt x="55016" y="34876"/>
                    <a:pt x="55016" y="34876"/>
                  </a:cubicBezTo>
                  <a:lnTo>
                    <a:pt x="55016" y="33497"/>
                  </a:lnTo>
                  <a:cubicBezTo>
                    <a:pt x="55016" y="33497"/>
                    <a:pt x="55016" y="33497"/>
                    <a:pt x="55016" y="34876"/>
                  </a:cubicBezTo>
                  <a:cubicBezTo>
                    <a:pt x="55016" y="33497"/>
                    <a:pt x="55016" y="33497"/>
                    <a:pt x="55016" y="33497"/>
                  </a:cubicBezTo>
                  <a:lnTo>
                    <a:pt x="55016" y="32118"/>
                  </a:lnTo>
                  <a:cubicBezTo>
                    <a:pt x="55016" y="33497"/>
                    <a:pt x="55016" y="32118"/>
                    <a:pt x="55016" y="32118"/>
                  </a:cubicBezTo>
                  <a:lnTo>
                    <a:pt x="55016" y="30738"/>
                  </a:lnTo>
                  <a:cubicBezTo>
                    <a:pt x="56411" y="30738"/>
                    <a:pt x="56411" y="30738"/>
                    <a:pt x="56411" y="30738"/>
                  </a:cubicBezTo>
                  <a:cubicBezTo>
                    <a:pt x="56411" y="30738"/>
                    <a:pt x="56411" y="30738"/>
                    <a:pt x="57807" y="30738"/>
                  </a:cubicBezTo>
                  <a:cubicBezTo>
                    <a:pt x="57807" y="30738"/>
                    <a:pt x="57807" y="30738"/>
                    <a:pt x="57807" y="29359"/>
                  </a:cubicBezTo>
                  <a:cubicBezTo>
                    <a:pt x="59202" y="29359"/>
                    <a:pt x="59202" y="29359"/>
                    <a:pt x="59202" y="29359"/>
                  </a:cubicBezTo>
                  <a:cubicBezTo>
                    <a:pt x="59202" y="27783"/>
                    <a:pt x="59202" y="27783"/>
                    <a:pt x="59202" y="27783"/>
                  </a:cubicBezTo>
                  <a:cubicBezTo>
                    <a:pt x="59202" y="26403"/>
                    <a:pt x="60598" y="26403"/>
                    <a:pt x="60598" y="26403"/>
                  </a:cubicBezTo>
                  <a:cubicBezTo>
                    <a:pt x="61993" y="26403"/>
                    <a:pt x="61993" y="26403"/>
                    <a:pt x="61993" y="26403"/>
                  </a:cubicBezTo>
                  <a:cubicBezTo>
                    <a:pt x="61993" y="26403"/>
                    <a:pt x="61993" y="26403"/>
                    <a:pt x="61993" y="25024"/>
                  </a:cubicBezTo>
                  <a:cubicBezTo>
                    <a:pt x="61993" y="25024"/>
                    <a:pt x="61993" y="25024"/>
                    <a:pt x="63388" y="25024"/>
                  </a:cubicBezTo>
                  <a:cubicBezTo>
                    <a:pt x="63388" y="25024"/>
                    <a:pt x="63388" y="25024"/>
                    <a:pt x="63388" y="23645"/>
                  </a:cubicBezTo>
                  <a:cubicBezTo>
                    <a:pt x="63388" y="25024"/>
                    <a:pt x="63388" y="25024"/>
                    <a:pt x="64784" y="25024"/>
                  </a:cubicBezTo>
                  <a:cubicBezTo>
                    <a:pt x="64784" y="23645"/>
                    <a:pt x="64784" y="23645"/>
                    <a:pt x="64784" y="23645"/>
                  </a:cubicBezTo>
                  <a:cubicBezTo>
                    <a:pt x="66179" y="23645"/>
                    <a:pt x="66179" y="23645"/>
                    <a:pt x="66179" y="23645"/>
                  </a:cubicBezTo>
                  <a:cubicBezTo>
                    <a:pt x="67574" y="23645"/>
                    <a:pt x="67574" y="23645"/>
                    <a:pt x="67574" y="23645"/>
                  </a:cubicBezTo>
                  <a:cubicBezTo>
                    <a:pt x="67574" y="23645"/>
                    <a:pt x="67574" y="23645"/>
                    <a:pt x="68970" y="23645"/>
                  </a:cubicBezTo>
                  <a:cubicBezTo>
                    <a:pt x="68970" y="23645"/>
                    <a:pt x="68970" y="23645"/>
                    <a:pt x="67574" y="23645"/>
                  </a:cubicBezTo>
                  <a:cubicBezTo>
                    <a:pt x="67574" y="25024"/>
                    <a:pt x="67574" y="25024"/>
                    <a:pt x="68970" y="25024"/>
                  </a:cubicBezTo>
                  <a:cubicBezTo>
                    <a:pt x="68970" y="25024"/>
                    <a:pt x="68970" y="25024"/>
                    <a:pt x="70365" y="25024"/>
                  </a:cubicBezTo>
                  <a:lnTo>
                    <a:pt x="71960" y="25024"/>
                  </a:lnTo>
                  <a:cubicBezTo>
                    <a:pt x="71960" y="25024"/>
                    <a:pt x="71960" y="25024"/>
                    <a:pt x="73355" y="25024"/>
                  </a:cubicBezTo>
                  <a:lnTo>
                    <a:pt x="73355" y="26403"/>
                  </a:lnTo>
                  <a:cubicBezTo>
                    <a:pt x="73355" y="26403"/>
                    <a:pt x="73355" y="26403"/>
                    <a:pt x="74750" y="26403"/>
                  </a:cubicBezTo>
                  <a:cubicBezTo>
                    <a:pt x="74750" y="27783"/>
                    <a:pt x="74750" y="27783"/>
                    <a:pt x="74750" y="27783"/>
                  </a:cubicBezTo>
                  <a:cubicBezTo>
                    <a:pt x="73355" y="27783"/>
                    <a:pt x="71960" y="27783"/>
                    <a:pt x="70365" y="27783"/>
                  </a:cubicBezTo>
                  <a:lnTo>
                    <a:pt x="70365" y="26403"/>
                  </a:lnTo>
                  <a:cubicBezTo>
                    <a:pt x="70365" y="27783"/>
                    <a:pt x="70365" y="27783"/>
                    <a:pt x="70365" y="27783"/>
                  </a:cubicBezTo>
                  <a:cubicBezTo>
                    <a:pt x="71960" y="27783"/>
                    <a:pt x="71960" y="27783"/>
                    <a:pt x="70365" y="27783"/>
                  </a:cubicBezTo>
                  <a:cubicBezTo>
                    <a:pt x="70365" y="29359"/>
                    <a:pt x="71960" y="29359"/>
                    <a:pt x="71960" y="29359"/>
                  </a:cubicBezTo>
                  <a:cubicBezTo>
                    <a:pt x="73355" y="30738"/>
                    <a:pt x="73355" y="30738"/>
                    <a:pt x="73355" y="29359"/>
                  </a:cubicBezTo>
                  <a:cubicBezTo>
                    <a:pt x="71960" y="29359"/>
                    <a:pt x="71960" y="29359"/>
                    <a:pt x="71960" y="29359"/>
                  </a:cubicBezTo>
                  <a:cubicBezTo>
                    <a:pt x="73355" y="29359"/>
                    <a:pt x="73355" y="29359"/>
                    <a:pt x="73355" y="29359"/>
                  </a:cubicBezTo>
                  <a:cubicBezTo>
                    <a:pt x="73355" y="29359"/>
                    <a:pt x="73355" y="29359"/>
                    <a:pt x="74750" y="29359"/>
                  </a:cubicBezTo>
                  <a:cubicBezTo>
                    <a:pt x="74750" y="29359"/>
                    <a:pt x="74750" y="29359"/>
                    <a:pt x="74750" y="27783"/>
                  </a:cubicBezTo>
                  <a:cubicBezTo>
                    <a:pt x="76146" y="27783"/>
                    <a:pt x="76146" y="27783"/>
                    <a:pt x="76146" y="27783"/>
                  </a:cubicBezTo>
                  <a:cubicBezTo>
                    <a:pt x="76146" y="27783"/>
                    <a:pt x="76146" y="27783"/>
                    <a:pt x="76146" y="26403"/>
                  </a:cubicBezTo>
                  <a:cubicBezTo>
                    <a:pt x="76146" y="26403"/>
                    <a:pt x="76146" y="26403"/>
                    <a:pt x="76146" y="25024"/>
                  </a:cubicBezTo>
                  <a:lnTo>
                    <a:pt x="76146" y="26403"/>
                  </a:lnTo>
                  <a:cubicBezTo>
                    <a:pt x="76146" y="26403"/>
                    <a:pt x="77541" y="26403"/>
                    <a:pt x="77541" y="25024"/>
                  </a:cubicBezTo>
                  <a:cubicBezTo>
                    <a:pt x="77541" y="26403"/>
                    <a:pt x="77541" y="26403"/>
                    <a:pt x="77541" y="26403"/>
                  </a:cubicBezTo>
                  <a:cubicBezTo>
                    <a:pt x="77541" y="26403"/>
                    <a:pt x="77541" y="26403"/>
                    <a:pt x="76146" y="26403"/>
                  </a:cubicBezTo>
                  <a:cubicBezTo>
                    <a:pt x="77541" y="26403"/>
                    <a:pt x="77541" y="27783"/>
                    <a:pt x="77541" y="27783"/>
                  </a:cubicBezTo>
                  <a:cubicBezTo>
                    <a:pt x="77541" y="27783"/>
                    <a:pt x="77541" y="27783"/>
                    <a:pt x="78936" y="27783"/>
                  </a:cubicBezTo>
                  <a:cubicBezTo>
                    <a:pt x="78936" y="26403"/>
                    <a:pt x="78936" y="26403"/>
                    <a:pt x="78936" y="26403"/>
                  </a:cubicBezTo>
                  <a:lnTo>
                    <a:pt x="80332" y="26403"/>
                  </a:lnTo>
                  <a:cubicBezTo>
                    <a:pt x="80332" y="26403"/>
                    <a:pt x="80332" y="26403"/>
                    <a:pt x="80332" y="25024"/>
                  </a:cubicBezTo>
                  <a:lnTo>
                    <a:pt x="80332" y="26403"/>
                  </a:lnTo>
                  <a:cubicBezTo>
                    <a:pt x="81727" y="26403"/>
                    <a:pt x="80332" y="25024"/>
                    <a:pt x="81727" y="25024"/>
                  </a:cubicBezTo>
                  <a:cubicBezTo>
                    <a:pt x="81727" y="25024"/>
                    <a:pt x="81727" y="25024"/>
                    <a:pt x="81727" y="26403"/>
                  </a:cubicBezTo>
                  <a:cubicBezTo>
                    <a:pt x="81727" y="26403"/>
                    <a:pt x="81727" y="26403"/>
                    <a:pt x="83122" y="25024"/>
                  </a:cubicBezTo>
                  <a:cubicBezTo>
                    <a:pt x="83122" y="25024"/>
                    <a:pt x="83122" y="26403"/>
                    <a:pt x="83122" y="25024"/>
                  </a:cubicBezTo>
                  <a:cubicBezTo>
                    <a:pt x="83122" y="25024"/>
                    <a:pt x="83122" y="25024"/>
                    <a:pt x="84518" y="25024"/>
                  </a:cubicBezTo>
                  <a:cubicBezTo>
                    <a:pt x="84518" y="26403"/>
                    <a:pt x="84518" y="26403"/>
                    <a:pt x="84518" y="26403"/>
                  </a:cubicBezTo>
                  <a:lnTo>
                    <a:pt x="84518" y="25024"/>
                  </a:lnTo>
                  <a:cubicBezTo>
                    <a:pt x="85913" y="25024"/>
                    <a:pt x="85913" y="25024"/>
                    <a:pt x="85913" y="25024"/>
                  </a:cubicBezTo>
                  <a:cubicBezTo>
                    <a:pt x="85913" y="25024"/>
                    <a:pt x="85913" y="25024"/>
                    <a:pt x="87308" y="25024"/>
                  </a:cubicBezTo>
                  <a:cubicBezTo>
                    <a:pt x="87308" y="25024"/>
                    <a:pt x="88704" y="25024"/>
                    <a:pt x="90099" y="26403"/>
                  </a:cubicBezTo>
                  <a:lnTo>
                    <a:pt x="90099" y="25024"/>
                  </a:lnTo>
                  <a:cubicBezTo>
                    <a:pt x="88704" y="25024"/>
                    <a:pt x="90099" y="25024"/>
                    <a:pt x="88704" y="25024"/>
                  </a:cubicBezTo>
                  <a:cubicBezTo>
                    <a:pt x="88704" y="23645"/>
                    <a:pt x="88704" y="23645"/>
                    <a:pt x="88704" y="23645"/>
                  </a:cubicBezTo>
                  <a:cubicBezTo>
                    <a:pt x="88704" y="23645"/>
                    <a:pt x="88704" y="22266"/>
                    <a:pt x="90099" y="22266"/>
                  </a:cubicBezTo>
                  <a:cubicBezTo>
                    <a:pt x="88704" y="20886"/>
                    <a:pt x="87308" y="19507"/>
                    <a:pt x="85913" y="19507"/>
                  </a:cubicBezTo>
                  <a:cubicBezTo>
                    <a:pt x="84518" y="19507"/>
                    <a:pt x="84518" y="19507"/>
                    <a:pt x="84518" y="19507"/>
                  </a:cubicBezTo>
                  <a:cubicBezTo>
                    <a:pt x="84518" y="19507"/>
                    <a:pt x="84518" y="19507"/>
                    <a:pt x="83122" y="19507"/>
                  </a:cubicBezTo>
                  <a:cubicBezTo>
                    <a:pt x="83122" y="19507"/>
                    <a:pt x="83122" y="19507"/>
                    <a:pt x="83122" y="20886"/>
                  </a:cubicBezTo>
                  <a:cubicBezTo>
                    <a:pt x="83122" y="20886"/>
                    <a:pt x="83122" y="20886"/>
                    <a:pt x="84518" y="20886"/>
                  </a:cubicBezTo>
                  <a:cubicBezTo>
                    <a:pt x="83122" y="20886"/>
                    <a:pt x="83122" y="20886"/>
                    <a:pt x="83122" y="20886"/>
                  </a:cubicBezTo>
                  <a:cubicBezTo>
                    <a:pt x="81727" y="20886"/>
                    <a:pt x="81727" y="20886"/>
                    <a:pt x="81727" y="20886"/>
                  </a:cubicBezTo>
                  <a:cubicBezTo>
                    <a:pt x="81727" y="20886"/>
                    <a:pt x="81727" y="19507"/>
                    <a:pt x="83122" y="19507"/>
                  </a:cubicBezTo>
                  <a:cubicBezTo>
                    <a:pt x="83122" y="19507"/>
                    <a:pt x="83122" y="19507"/>
                    <a:pt x="83122" y="18128"/>
                  </a:cubicBezTo>
                  <a:lnTo>
                    <a:pt x="83122" y="19507"/>
                  </a:lnTo>
                  <a:cubicBezTo>
                    <a:pt x="84518" y="18128"/>
                    <a:pt x="84518" y="18128"/>
                    <a:pt x="84518" y="18128"/>
                  </a:cubicBezTo>
                  <a:cubicBezTo>
                    <a:pt x="77541" y="13990"/>
                    <a:pt x="68970" y="11231"/>
                    <a:pt x="59202" y="11231"/>
                  </a:cubicBezTo>
                  <a:cubicBezTo>
                    <a:pt x="52225" y="11231"/>
                    <a:pt x="45049" y="13990"/>
                    <a:pt x="38073" y="16748"/>
                  </a:cubicBezTo>
                  <a:close/>
                  <a:moveTo>
                    <a:pt x="39468" y="18128"/>
                  </a:moveTo>
                  <a:lnTo>
                    <a:pt x="39468" y="18128"/>
                  </a:lnTo>
                  <a:close/>
                  <a:moveTo>
                    <a:pt x="81727" y="45911"/>
                  </a:moveTo>
                  <a:lnTo>
                    <a:pt x="81727" y="45911"/>
                  </a:lnTo>
                  <a:cubicBezTo>
                    <a:pt x="81727" y="45911"/>
                    <a:pt x="81727" y="45911"/>
                    <a:pt x="80332" y="45911"/>
                  </a:cubicBezTo>
                  <a:cubicBezTo>
                    <a:pt x="81727" y="45911"/>
                    <a:pt x="81727" y="45911"/>
                    <a:pt x="81727" y="45911"/>
                  </a:cubicBezTo>
                  <a:lnTo>
                    <a:pt x="80332" y="45911"/>
                  </a:lnTo>
                  <a:cubicBezTo>
                    <a:pt x="80332" y="44532"/>
                    <a:pt x="80332" y="44532"/>
                    <a:pt x="80332" y="44532"/>
                  </a:cubicBezTo>
                  <a:lnTo>
                    <a:pt x="80332" y="43152"/>
                  </a:lnTo>
                  <a:lnTo>
                    <a:pt x="81727" y="44532"/>
                  </a:lnTo>
                  <a:cubicBezTo>
                    <a:pt x="81727" y="43152"/>
                    <a:pt x="81727" y="43152"/>
                    <a:pt x="81727" y="43152"/>
                  </a:cubicBezTo>
                  <a:cubicBezTo>
                    <a:pt x="81727" y="43152"/>
                    <a:pt x="81727" y="43152"/>
                    <a:pt x="80332" y="43152"/>
                  </a:cubicBezTo>
                  <a:cubicBezTo>
                    <a:pt x="80332" y="43152"/>
                    <a:pt x="80332" y="43152"/>
                    <a:pt x="78936" y="43152"/>
                  </a:cubicBezTo>
                  <a:lnTo>
                    <a:pt x="77541" y="44532"/>
                  </a:lnTo>
                  <a:lnTo>
                    <a:pt x="78936" y="44532"/>
                  </a:lnTo>
                  <a:cubicBezTo>
                    <a:pt x="78936" y="44532"/>
                    <a:pt x="77541" y="45911"/>
                    <a:pt x="78936" y="45911"/>
                  </a:cubicBezTo>
                  <a:cubicBezTo>
                    <a:pt x="78936" y="45911"/>
                    <a:pt x="78936" y="45911"/>
                    <a:pt x="78936" y="47290"/>
                  </a:cubicBezTo>
                  <a:lnTo>
                    <a:pt x="80332" y="47290"/>
                  </a:lnTo>
                  <a:cubicBezTo>
                    <a:pt x="78936" y="47290"/>
                    <a:pt x="78936" y="47290"/>
                    <a:pt x="78936" y="47290"/>
                  </a:cubicBezTo>
                  <a:cubicBezTo>
                    <a:pt x="78936" y="48669"/>
                    <a:pt x="78936" y="48669"/>
                    <a:pt x="78936" y="48669"/>
                  </a:cubicBezTo>
                  <a:cubicBezTo>
                    <a:pt x="78936" y="48669"/>
                    <a:pt x="78936" y="48669"/>
                    <a:pt x="80332" y="48669"/>
                  </a:cubicBezTo>
                  <a:cubicBezTo>
                    <a:pt x="80332" y="50049"/>
                    <a:pt x="80332" y="50049"/>
                    <a:pt x="81727" y="50049"/>
                  </a:cubicBezTo>
                  <a:cubicBezTo>
                    <a:pt x="81727" y="48669"/>
                    <a:pt x="81727" y="48669"/>
                    <a:pt x="81727" y="48669"/>
                  </a:cubicBezTo>
                  <a:cubicBezTo>
                    <a:pt x="81727" y="47290"/>
                    <a:pt x="81727" y="47290"/>
                    <a:pt x="81727" y="47290"/>
                  </a:cubicBezTo>
                  <a:cubicBezTo>
                    <a:pt x="81727" y="45911"/>
                    <a:pt x="81727" y="45911"/>
                    <a:pt x="81727" y="45911"/>
                  </a:cubicBezTo>
                  <a:cubicBezTo>
                    <a:pt x="81727" y="45911"/>
                    <a:pt x="81727" y="45911"/>
                    <a:pt x="81727" y="47290"/>
                  </a:cubicBezTo>
                  <a:cubicBezTo>
                    <a:pt x="81727" y="45911"/>
                    <a:pt x="81727" y="45911"/>
                    <a:pt x="81727" y="45911"/>
                  </a:cubicBezTo>
                  <a:close/>
                  <a:moveTo>
                    <a:pt x="66179" y="45911"/>
                  </a:moveTo>
                  <a:lnTo>
                    <a:pt x="66179" y="45911"/>
                  </a:lnTo>
                  <a:close/>
                  <a:moveTo>
                    <a:pt x="83122" y="20886"/>
                  </a:moveTo>
                  <a:lnTo>
                    <a:pt x="83122" y="20886"/>
                  </a:lnTo>
                  <a:cubicBezTo>
                    <a:pt x="83122" y="22266"/>
                    <a:pt x="83122" y="20886"/>
                    <a:pt x="83122" y="22266"/>
                  </a:cubicBezTo>
                  <a:lnTo>
                    <a:pt x="83122" y="23645"/>
                  </a:lnTo>
                  <a:cubicBezTo>
                    <a:pt x="83122" y="23645"/>
                    <a:pt x="83122" y="23645"/>
                    <a:pt x="81727" y="23645"/>
                  </a:cubicBezTo>
                  <a:lnTo>
                    <a:pt x="81727" y="22266"/>
                  </a:lnTo>
                  <a:cubicBezTo>
                    <a:pt x="80332" y="22266"/>
                    <a:pt x="80332" y="22266"/>
                    <a:pt x="80332" y="22266"/>
                  </a:cubicBezTo>
                  <a:cubicBezTo>
                    <a:pt x="81727" y="22266"/>
                    <a:pt x="81727" y="22266"/>
                    <a:pt x="81727" y="22266"/>
                  </a:cubicBezTo>
                  <a:cubicBezTo>
                    <a:pt x="81727" y="22266"/>
                    <a:pt x="81727" y="22266"/>
                    <a:pt x="80332" y="20886"/>
                  </a:cubicBezTo>
                  <a:lnTo>
                    <a:pt x="81727" y="20886"/>
                  </a:lnTo>
                  <a:lnTo>
                    <a:pt x="83122" y="20886"/>
                  </a:lnTo>
                  <a:close/>
                  <a:moveTo>
                    <a:pt x="66179" y="13990"/>
                  </a:moveTo>
                  <a:lnTo>
                    <a:pt x="66179" y="13990"/>
                  </a:lnTo>
                  <a:cubicBezTo>
                    <a:pt x="64784" y="13990"/>
                    <a:pt x="64784" y="13990"/>
                    <a:pt x="64784" y="13990"/>
                  </a:cubicBezTo>
                  <a:cubicBezTo>
                    <a:pt x="64784" y="13990"/>
                    <a:pt x="64784" y="13990"/>
                    <a:pt x="63388" y="13990"/>
                  </a:cubicBezTo>
                  <a:cubicBezTo>
                    <a:pt x="63388" y="13990"/>
                    <a:pt x="63388" y="13990"/>
                    <a:pt x="64784" y="13990"/>
                  </a:cubicBezTo>
                  <a:cubicBezTo>
                    <a:pt x="63388" y="13990"/>
                    <a:pt x="61993" y="13990"/>
                    <a:pt x="61993" y="13990"/>
                  </a:cubicBezTo>
                  <a:cubicBezTo>
                    <a:pt x="61993" y="13990"/>
                    <a:pt x="61993" y="13990"/>
                    <a:pt x="61993" y="12610"/>
                  </a:cubicBezTo>
                  <a:cubicBezTo>
                    <a:pt x="63388" y="12610"/>
                    <a:pt x="63388" y="12610"/>
                    <a:pt x="63388" y="12610"/>
                  </a:cubicBezTo>
                  <a:cubicBezTo>
                    <a:pt x="63388" y="13990"/>
                    <a:pt x="63388" y="12610"/>
                    <a:pt x="64784" y="13990"/>
                  </a:cubicBezTo>
                  <a:lnTo>
                    <a:pt x="64784" y="12610"/>
                  </a:lnTo>
                  <a:cubicBezTo>
                    <a:pt x="64784" y="12610"/>
                    <a:pt x="64784" y="12610"/>
                    <a:pt x="64784" y="13990"/>
                  </a:cubicBezTo>
                  <a:cubicBezTo>
                    <a:pt x="64784" y="12610"/>
                    <a:pt x="64784" y="12610"/>
                    <a:pt x="66179" y="12610"/>
                  </a:cubicBezTo>
                  <a:cubicBezTo>
                    <a:pt x="66179" y="12610"/>
                    <a:pt x="66179" y="13990"/>
                    <a:pt x="67574" y="13990"/>
                  </a:cubicBezTo>
                  <a:cubicBezTo>
                    <a:pt x="66179" y="13990"/>
                    <a:pt x="66179" y="13990"/>
                    <a:pt x="66179" y="13990"/>
                  </a:cubicBezTo>
                  <a:close/>
                  <a:moveTo>
                    <a:pt x="61993" y="13990"/>
                  </a:moveTo>
                  <a:lnTo>
                    <a:pt x="61993" y="13990"/>
                  </a:lnTo>
                  <a:cubicBezTo>
                    <a:pt x="63388" y="13990"/>
                    <a:pt x="63388" y="13990"/>
                    <a:pt x="63388" y="13990"/>
                  </a:cubicBezTo>
                  <a:lnTo>
                    <a:pt x="63388" y="15369"/>
                  </a:lnTo>
                  <a:cubicBezTo>
                    <a:pt x="61993" y="15369"/>
                    <a:pt x="61993" y="15369"/>
                    <a:pt x="61993" y="15369"/>
                  </a:cubicBezTo>
                  <a:cubicBezTo>
                    <a:pt x="61993" y="16748"/>
                    <a:pt x="61993" y="16748"/>
                    <a:pt x="61993" y="16748"/>
                  </a:cubicBezTo>
                  <a:cubicBezTo>
                    <a:pt x="60598" y="16748"/>
                    <a:pt x="60598" y="16748"/>
                    <a:pt x="60598" y="16748"/>
                  </a:cubicBezTo>
                  <a:cubicBezTo>
                    <a:pt x="60598" y="16748"/>
                    <a:pt x="60598" y="16748"/>
                    <a:pt x="61993" y="16748"/>
                  </a:cubicBezTo>
                  <a:cubicBezTo>
                    <a:pt x="60598" y="16748"/>
                    <a:pt x="60598" y="15369"/>
                    <a:pt x="60598" y="15369"/>
                  </a:cubicBezTo>
                  <a:lnTo>
                    <a:pt x="60598" y="16748"/>
                  </a:lnTo>
                  <a:cubicBezTo>
                    <a:pt x="59202" y="16748"/>
                    <a:pt x="59202" y="15369"/>
                    <a:pt x="59202" y="15369"/>
                  </a:cubicBezTo>
                  <a:cubicBezTo>
                    <a:pt x="60598" y="15369"/>
                    <a:pt x="60598" y="15369"/>
                    <a:pt x="60598" y="15369"/>
                  </a:cubicBezTo>
                  <a:cubicBezTo>
                    <a:pt x="60598" y="15369"/>
                    <a:pt x="60598" y="15369"/>
                    <a:pt x="59202" y="15369"/>
                  </a:cubicBezTo>
                  <a:cubicBezTo>
                    <a:pt x="59202" y="15369"/>
                    <a:pt x="59202" y="15369"/>
                    <a:pt x="59202" y="13990"/>
                  </a:cubicBezTo>
                  <a:cubicBezTo>
                    <a:pt x="59202" y="13990"/>
                    <a:pt x="59202" y="13990"/>
                    <a:pt x="57807" y="13990"/>
                  </a:cubicBezTo>
                  <a:cubicBezTo>
                    <a:pt x="57807" y="13990"/>
                    <a:pt x="57807" y="13990"/>
                    <a:pt x="59202" y="13990"/>
                  </a:cubicBezTo>
                  <a:cubicBezTo>
                    <a:pt x="59202" y="13990"/>
                    <a:pt x="59202" y="13990"/>
                    <a:pt x="60598" y="13990"/>
                  </a:cubicBezTo>
                  <a:lnTo>
                    <a:pt x="61993" y="13990"/>
                  </a:lnTo>
                  <a:close/>
                  <a:moveTo>
                    <a:pt x="52225" y="40394"/>
                  </a:moveTo>
                  <a:lnTo>
                    <a:pt x="52225" y="40394"/>
                  </a:lnTo>
                  <a:lnTo>
                    <a:pt x="53621" y="40394"/>
                  </a:lnTo>
                  <a:cubicBezTo>
                    <a:pt x="52225" y="40394"/>
                    <a:pt x="52225" y="40394"/>
                    <a:pt x="52225" y="40394"/>
                  </a:cubicBezTo>
                  <a:cubicBezTo>
                    <a:pt x="50830" y="40394"/>
                    <a:pt x="50830" y="40394"/>
                    <a:pt x="50830" y="40394"/>
                  </a:cubicBezTo>
                  <a:cubicBezTo>
                    <a:pt x="50830" y="40394"/>
                    <a:pt x="50830" y="40394"/>
                    <a:pt x="49435" y="40394"/>
                  </a:cubicBezTo>
                  <a:cubicBezTo>
                    <a:pt x="50830" y="40394"/>
                    <a:pt x="50830" y="40394"/>
                    <a:pt x="50830" y="40394"/>
                  </a:cubicBezTo>
                  <a:lnTo>
                    <a:pt x="50830" y="39014"/>
                  </a:lnTo>
                  <a:lnTo>
                    <a:pt x="50830" y="40394"/>
                  </a:lnTo>
                  <a:cubicBezTo>
                    <a:pt x="50830" y="39014"/>
                    <a:pt x="49435" y="39014"/>
                    <a:pt x="49435" y="39014"/>
                  </a:cubicBezTo>
                  <a:lnTo>
                    <a:pt x="50830" y="39014"/>
                  </a:lnTo>
                  <a:cubicBezTo>
                    <a:pt x="50830" y="37635"/>
                    <a:pt x="50830" y="37635"/>
                    <a:pt x="50830" y="37635"/>
                  </a:cubicBezTo>
                  <a:cubicBezTo>
                    <a:pt x="50830" y="37635"/>
                    <a:pt x="50830" y="37635"/>
                    <a:pt x="49435" y="37635"/>
                  </a:cubicBezTo>
                  <a:lnTo>
                    <a:pt x="49435" y="36256"/>
                  </a:lnTo>
                  <a:cubicBezTo>
                    <a:pt x="49435" y="34876"/>
                    <a:pt x="49435" y="34876"/>
                    <a:pt x="49435" y="34876"/>
                  </a:cubicBezTo>
                  <a:lnTo>
                    <a:pt x="50830" y="34876"/>
                  </a:lnTo>
                  <a:lnTo>
                    <a:pt x="49435" y="34876"/>
                  </a:lnTo>
                  <a:cubicBezTo>
                    <a:pt x="50830" y="34876"/>
                    <a:pt x="50830" y="34876"/>
                    <a:pt x="50830" y="34876"/>
                  </a:cubicBezTo>
                  <a:cubicBezTo>
                    <a:pt x="50830" y="36256"/>
                    <a:pt x="50830" y="36256"/>
                    <a:pt x="50830" y="36256"/>
                  </a:cubicBezTo>
                  <a:cubicBezTo>
                    <a:pt x="50830" y="37635"/>
                    <a:pt x="50830" y="37635"/>
                    <a:pt x="50830" y="37635"/>
                  </a:cubicBezTo>
                  <a:cubicBezTo>
                    <a:pt x="52225" y="37635"/>
                    <a:pt x="52225" y="37635"/>
                    <a:pt x="52225" y="37635"/>
                  </a:cubicBezTo>
                  <a:cubicBezTo>
                    <a:pt x="52225" y="39014"/>
                    <a:pt x="52225" y="39014"/>
                    <a:pt x="52225" y="39014"/>
                  </a:cubicBezTo>
                  <a:lnTo>
                    <a:pt x="53621" y="39014"/>
                  </a:lnTo>
                  <a:cubicBezTo>
                    <a:pt x="53621" y="39014"/>
                    <a:pt x="52225" y="39014"/>
                    <a:pt x="52225" y="40394"/>
                  </a:cubicBezTo>
                  <a:close/>
                  <a:moveTo>
                    <a:pt x="49435" y="36256"/>
                  </a:moveTo>
                  <a:lnTo>
                    <a:pt x="49435" y="36256"/>
                  </a:lnTo>
                  <a:close/>
                  <a:moveTo>
                    <a:pt x="49435" y="37635"/>
                  </a:moveTo>
                  <a:lnTo>
                    <a:pt x="49435" y="37635"/>
                  </a:lnTo>
                  <a:cubicBezTo>
                    <a:pt x="49435" y="37635"/>
                    <a:pt x="49435" y="37635"/>
                    <a:pt x="47840" y="37635"/>
                  </a:cubicBezTo>
                  <a:cubicBezTo>
                    <a:pt x="49435" y="37635"/>
                    <a:pt x="49435" y="39014"/>
                    <a:pt x="49435" y="39014"/>
                  </a:cubicBezTo>
                  <a:cubicBezTo>
                    <a:pt x="47840" y="39014"/>
                    <a:pt x="47840" y="39014"/>
                    <a:pt x="47840" y="39014"/>
                  </a:cubicBezTo>
                  <a:cubicBezTo>
                    <a:pt x="46445" y="39014"/>
                    <a:pt x="46445" y="40394"/>
                    <a:pt x="46445" y="40394"/>
                  </a:cubicBezTo>
                  <a:cubicBezTo>
                    <a:pt x="46445" y="39014"/>
                    <a:pt x="46445" y="39014"/>
                    <a:pt x="46445" y="39014"/>
                  </a:cubicBezTo>
                  <a:cubicBezTo>
                    <a:pt x="46445" y="39014"/>
                    <a:pt x="46445" y="39014"/>
                    <a:pt x="47840" y="39014"/>
                  </a:cubicBezTo>
                  <a:cubicBezTo>
                    <a:pt x="46445" y="39014"/>
                    <a:pt x="46445" y="39014"/>
                    <a:pt x="46445" y="37635"/>
                  </a:cubicBezTo>
                  <a:cubicBezTo>
                    <a:pt x="46445" y="37635"/>
                    <a:pt x="46445" y="37635"/>
                    <a:pt x="47840" y="37635"/>
                  </a:cubicBezTo>
                  <a:cubicBezTo>
                    <a:pt x="47840" y="37635"/>
                    <a:pt x="47840" y="37635"/>
                    <a:pt x="47840" y="36256"/>
                  </a:cubicBezTo>
                  <a:cubicBezTo>
                    <a:pt x="47840" y="37635"/>
                    <a:pt x="47840" y="37635"/>
                    <a:pt x="47840" y="37635"/>
                  </a:cubicBezTo>
                  <a:cubicBezTo>
                    <a:pt x="47840" y="37635"/>
                    <a:pt x="49435" y="36256"/>
                    <a:pt x="49435" y="37635"/>
                  </a:cubicBezTo>
                  <a:close/>
                  <a:moveTo>
                    <a:pt x="46445" y="53004"/>
                  </a:moveTo>
                  <a:lnTo>
                    <a:pt x="46445" y="53004"/>
                  </a:lnTo>
                  <a:lnTo>
                    <a:pt x="46445" y="51625"/>
                  </a:lnTo>
                  <a:lnTo>
                    <a:pt x="47840" y="51625"/>
                  </a:lnTo>
                  <a:lnTo>
                    <a:pt x="49435" y="50049"/>
                  </a:lnTo>
                  <a:lnTo>
                    <a:pt x="50830" y="50049"/>
                  </a:lnTo>
                  <a:cubicBezTo>
                    <a:pt x="50830" y="50049"/>
                    <a:pt x="50830" y="50049"/>
                    <a:pt x="52225" y="50049"/>
                  </a:cubicBezTo>
                  <a:lnTo>
                    <a:pt x="53621" y="50049"/>
                  </a:lnTo>
                  <a:cubicBezTo>
                    <a:pt x="53621" y="50049"/>
                    <a:pt x="53621" y="50049"/>
                    <a:pt x="53621" y="48669"/>
                  </a:cubicBezTo>
                  <a:cubicBezTo>
                    <a:pt x="55016" y="48669"/>
                    <a:pt x="55016" y="50049"/>
                    <a:pt x="55016" y="50049"/>
                  </a:cubicBezTo>
                  <a:lnTo>
                    <a:pt x="55016" y="48669"/>
                  </a:lnTo>
                  <a:cubicBezTo>
                    <a:pt x="56411" y="48669"/>
                    <a:pt x="56411" y="48669"/>
                    <a:pt x="56411" y="48669"/>
                  </a:cubicBezTo>
                  <a:lnTo>
                    <a:pt x="56411" y="50049"/>
                  </a:lnTo>
                  <a:lnTo>
                    <a:pt x="57807" y="48669"/>
                  </a:lnTo>
                  <a:cubicBezTo>
                    <a:pt x="57807" y="48669"/>
                    <a:pt x="57807" y="48669"/>
                    <a:pt x="57807" y="50049"/>
                  </a:cubicBezTo>
                  <a:cubicBezTo>
                    <a:pt x="57807" y="48669"/>
                    <a:pt x="57807" y="48669"/>
                    <a:pt x="57807" y="48669"/>
                  </a:cubicBezTo>
                  <a:cubicBezTo>
                    <a:pt x="57807" y="50049"/>
                    <a:pt x="57807" y="50049"/>
                    <a:pt x="57807" y="50049"/>
                  </a:cubicBezTo>
                  <a:lnTo>
                    <a:pt x="57807" y="51625"/>
                  </a:lnTo>
                  <a:cubicBezTo>
                    <a:pt x="59202" y="51625"/>
                    <a:pt x="59202" y="51625"/>
                    <a:pt x="59202" y="51625"/>
                  </a:cubicBezTo>
                  <a:cubicBezTo>
                    <a:pt x="59202" y="51625"/>
                    <a:pt x="59202" y="51625"/>
                    <a:pt x="60598" y="51625"/>
                  </a:cubicBezTo>
                  <a:cubicBezTo>
                    <a:pt x="60598" y="53004"/>
                    <a:pt x="60598" y="53004"/>
                    <a:pt x="60598" y="53004"/>
                  </a:cubicBezTo>
                  <a:lnTo>
                    <a:pt x="61993" y="53004"/>
                  </a:lnTo>
                  <a:lnTo>
                    <a:pt x="63388" y="53004"/>
                  </a:lnTo>
                  <a:cubicBezTo>
                    <a:pt x="63388" y="51625"/>
                    <a:pt x="63388" y="51625"/>
                    <a:pt x="64784" y="51625"/>
                  </a:cubicBezTo>
                  <a:lnTo>
                    <a:pt x="64784" y="53004"/>
                  </a:lnTo>
                  <a:cubicBezTo>
                    <a:pt x="66179" y="53004"/>
                    <a:pt x="66179" y="53004"/>
                    <a:pt x="66179" y="53004"/>
                  </a:cubicBezTo>
                  <a:lnTo>
                    <a:pt x="67574" y="53004"/>
                  </a:lnTo>
                  <a:cubicBezTo>
                    <a:pt x="67574" y="53004"/>
                    <a:pt x="67574" y="53004"/>
                    <a:pt x="68970" y="53004"/>
                  </a:cubicBezTo>
                  <a:cubicBezTo>
                    <a:pt x="70365" y="53004"/>
                    <a:pt x="70365" y="53004"/>
                    <a:pt x="70365" y="53004"/>
                  </a:cubicBezTo>
                  <a:cubicBezTo>
                    <a:pt x="70365" y="53004"/>
                    <a:pt x="70365" y="53004"/>
                    <a:pt x="71960" y="54384"/>
                  </a:cubicBezTo>
                  <a:cubicBezTo>
                    <a:pt x="70365" y="54384"/>
                    <a:pt x="70365" y="54384"/>
                    <a:pt x="70365" y="54384"/>
                  </a:cubicBezTo>
                  <a:cubicBezTo>
                    <a:pt x="70365" y="55763"/>
                    <a:pt x="70365" y="55763"/>
                    <a:pt x="70365" y="55763"/>
                  </a:cubicBezTo>
                  <a:lnTo>
                    <a:pt x="71960" y="57142"/>
                  </a:lnTo>
                  <a:lnTo>
                    <a:pt x="71960" y="58522"/>
                  </a:lnTo>
                  <a:cubicBezTo>
                    <a:pt x="73355" y="58522"/>
                    <a:pt x="71960" y="59901"/>
                    <a:pt x="73355" y="59901"/>
                  </a:cubicBezTo>
                  <a:cubicBezTo>
                    <a:pt x="73355" y="61280"/>
                    <a:pt x="73355" y="61280"/>
                    <a:pt x="74750" y="62660"/>
                  </a:cubicBezTo>
                  <a:lnTo>
                    <a:pt x="74750" y="61280"/>
                  </a:lnTo>
                  <a:lnTo>
                    <a:pt x="74750" y="62660"/>
                  </a:lnTo>
                  <a:cubicBezTo>
                    <a:pt x="74750" y="62660"/>
                    <a:pt x="74750" y="62660"/>
                    <a:pt x="76146" y="62660"/>
                  </a:cubicBezTo>
                  <a:lnTo>
                    <a:pt x="76146" y="64039"/>
                  </a:lnTo>
                  <a:cubicBezTo>
                    <a:pt x="77541" y="64039"/>
                    <a:pt x="77541" y="64039"/>
                    <a:pt x="77541" y="64039"/>
                  </a:cubicBezTo>
                  <a:cubicBezTo>
                    <a:pt x="78936" y="64039"/>
                    <a:pt x="78936" y="64039"/>
                    <a:pt x="78936" y="64039"/>
                  </a:cubicBezTo>
                  <a:lnTo>
                    <a:pt x="80332" y="64039"/>
                  </a:lnTo>
                  <a:cubicBezTo>
                    <a:pt x="80332" y="64039"/>
                    <a:pt x="80332" y="64039"/>
                    <a:pt x="80332" y="65418"/>
                  </a:cubicBezTo>
                  <a:lnTo>
                    <a:pt x="78936" y="65418"/>
                  </a:lnTo>
                  <a:cubicBezTo>
                    <a:pt x="78936" y="65418"/>
                    <a:pt x="78936" y="65418"/>
                    <a:pt x="78936" y="66798"/>
                  </a:cubicBezTo>
                  <a:cubicBezTo>
                    <a:pt x="78936" y="68374"/>
                    <a:pt x="78936" y="68374"/>
                    <a:pt x="77541" y="68374"/>
                  </a:cubicBezTo>
                  <a:cubicBezTo>
                    <a:pt x="77541" y="68374"/>
                    <a:pt x="77541" y="68374"/>
                    <a:pt x="77541" y="69753"/>
                  </a:cubicBezTo>
                  <a:lnTo>
                    <a:pt x="76146" y="69753"/>
                  </a:lnTo>
                  <a:cubicBezTo>
                    <a:pt x="76146" y="71133"/>
                    <a:pt x="74750" y="71133"/>
                    <a:pt x="74750" y="71133"/>
                  </a:cubicBezTo>
                  <a:cubicBezTo>
                    <a:pt x="74750" y="72512"/>
                    <a:pt x="74750" y="72512"/>
                    <a:pt x="74750" y="72512"/>
                  </a:cubicBezTo>
                  <a:lnTo>
                    <a:pt x="73355" y="72512"/>
                  </a:lnTo>
                  <a:lnTo>
                    <a:pt x="73355" y="73891"/>
                  </a:lnTo>
                  <a:cubicBezTo>
                    <a:pt x="73355" y="73891"/>
                    <a:pt x="73355" y="73891"/>
                    <a:pt x="73355" y="75270"/>
                  </a:cubicBezTo>
                  <a:cubicBezTo>
                    <a:pt x="74750" y="76650"/>
                    <a:pt x="74750" y="76650"/>
                    <a:pt x="74750" y="76650"/>
                  </a:cubicBezTo>
                  <a:cubicBezTo>
                    <a:pt x="74750" y="78029"/>
                    <a:pt x="74750" y="78029"/>
                    <a:pt x="74750" y="78029"/>
                  </a:cubicBezTo>
                  <a:lnTo>
                    <a:pt x="74750" y="79408"/>
                  </a:lnTo>
                  <a:cubicBezTo>
                    <a:pt x="74750" y="79408"/>
                    <a:pt x="74750" y="79408"/>
                    <a:pt x="73355" y="79408"/>
                  </a:cubicBezTo>
                  <a:cubicBezTo>
                    <a:pt x="71960" y="80788"/>
                    <a:pt x="71960" y="80788"/>
                    <a:pt x="71960" y="80788"/>
                  </a:cubicBezTo>
                  <a:lnTo>
                    <a:pt x="71960" y="82167"/>
                  </a:lnTo>
                  <a:lnTo>
                    <a:pt x="71960" y="83546"/>
                  </a:lnTo>
                  <a:cubicBezTo>
                    <a:pt x="71960" y="83546"/>
                    <a:pt x="70365" y="83546"/>
                    <a:pt x="70365" y="84926"/>
                  </a:cubicBezTo>
                  <a:lnTo>
                    <a:pt x="70365" y="86305"/>
                  </a:lnTo>
                  <a:lnTo>
                    <a:pt x="68970" y="86305"/>
                  </a:lnTo>
                  <a:cubicBezTo>
                    <a:pt x="68970" y="87684"/>
                    <a:pt x="67574" y="87684"/>
                    <a:pt x="67574" y="89064"/>
                  </a:cubicBezTo>
                  <a:cubicBezTo>
                    <a:pt x="66179" y="89064"/>
                    <a:pt x="66179" y="89064"/>
                    <a:pt x="66179" y="89064"/>
                  </a:cubicBezTo>
                  <a:cubicBezTo>
                    <a:pt x="64784" y="89064"/>
                    <a:pt x="64784" y="89064"/>
                    <a:pt x="64784" y="89064"/>
                  </a:cubicBezTo>
                  <a:lnTo>
                    <a:pt x="63388" y="89064"/>
                  </a:lnTo>
                  <a:cubicBezTo>
                    <a:pt x="63388" y="90640"/>
                    <a:pt x="63388" y="89064"/>
                    <a:pt x="63388" y="89064"/>
                  </a:cubicBezTo>
                  <a:cubicBezTo>
                    <a:pt x="63388" y="90640"/>
                    <a:pt x="63388" y="90640"/>
                    <a:pt x="63388" y="90640"/>
                  </a:cubicBezTo>
                  <a:cubicBezTo>
                    <a:pt x="61993" y="90640"/>
                    <a:pt x="61993" y="89064"/>
                    <a:pt x="61993" y="89064"/>
                  </a:cubicBezTo>
                  <a:cubicBezTo>
                    <a:pt x="61993" y="87684"/>
                    <a:pt x="61993" y="87684"/>
                    <a:pt x="61993" y="87684"/>
                  </a:cubicBezTo>
                  <a:cubicBezTo>
                    <a:pt x="61993" y="87684"/>
                    <a:pt x="61993" y="86305"/>
                    <a:pt x="60598" y="86305"/>
                  </a:cubicBezTo>
                  <a:cubicBezTo>
                    <a:pt x="60598" y="84926"/>
                    <a:pt x="60598" y="84926"/>
                    <a:pt x="60598" y="84926"/>
                  </a:cubicBezTo>
                  <a:cubicBezTo>
                    <a:pt x="60598" y="84926"/>
                    <a:pt x="60598" y="84926"/>
                    <a:pt x="60598" y="83546"/>
                  </a:cubicBezTo>
                  <a:cubicBezTo>
                    <a:pt x="60598" y="82167"/>
                    <a:pt x="59202" y="82167"/>
                    <a:pt x="59202" y="82167"/>
                  </a:cubicBezTo>
                  <a:lnTo>
                    <a:pt x="59202" y="80788"/>
                  </a:lnTo>
                  <a:cubicBezTo>
                    <a:pt x="59202" y="79408"/>
                    <a:pt x="59202" y="79408"/>
                    <a:pt x="59202" y="79408"/>
                  </a:cubicBezTo>
                  <a:lnTo>
                    <a:pt x="59202" y="78029"/>
                  </a:lnTo>
                  <a:cubicBezTo>
                    <a:pt x="59202" y="76650"/>
                    <a:pt x="59202" y="76650"/>
                    <a:pt x="59202" y="76650"/>
                  </a:cubicBezTo>
                  <a:cubicBezTo>
                    <a:pt x="59202" y="75270"/>
                    <a:pt x="59202" y="75270"/>
                    <a:pt x="59202" y="75270"/>
                  </a:cubicBezTo>
                  <a:cubicBezTo>
                    <a:pt x="59202" y="75270"/>
                    <a:pt x="59202" y="75270"/>
                    <a:pt x="59202" y="73891"/>
                  </a:cubicBezTo>
                  <a:lnTo>
                    <a:pt x="59202" y="72512"/>
                  </a:lnTo>
                  <a:cubicBezTo>
                    <a:pt x="57807" y="72512"/>
                    <a:pt x="57807" y="72512"/>
                    <a:pt x="57807" y="72512"/>
                  </a:cubicBezTo>
                  <a:cubicBezTo>
                    <a:pt x="57807" y="71133"/>
                    <a:pt x="57807" y="71133"/>
                    <a:pt x="57807" y="71133"/>
                  </a:cubicBezTo>
                  <a:cubicBezTo>
                    <a:pt x="56411" y="71133"/>
                    <a:pt x="56411" y="71133"/>
                    <a:pt x="56411" y="71133"/>
                  </a:cubicBezTo>
                  <a:cubicBezTo>
                    <a:pt x="57807" y="71133"/>
                    <a:pt x="57807" y="71133"/>
                    <a:pt x="57807" y="69753"/>
                  </a:cubicBezTo>
                  <a:lnTo>
                    <a:pt x="57807" y="68374"/>
                  </a:lnTo>
                  <a:cubicBezTo>
                    <a:pt x="56411" y="68374"/>
                    <a:pt x="57807" y="68374"/>
                    <a:pt x="56411" y="68374"/>
                  </a:cubicBezTo>
                  <a:cubicBezTo>
                    <a:pt x="56411" y="68374"/>
                    <a:pt x="55016" y="68374"/>
                    <a:pt x="55016" y="66798"/>
                  </a:cubicBezTo>
                  <a:cubicBezTo>
                    <a:pt x="55016" y="66798"/>
                    <a:pt x="55016" y="66798"/>
                    <a:pt x="53621" y="66798"/>
                  </a:cubicBezTo>
                  <a:cubicBezTo>
                    <a:pt x="52225" y="66798"/>
                    <a:pt x="52225" y="66798"/>
                    <a:pt x="52225" y="66798"/>
                  </a:cubicBezTo>
                  <a:lnTo>
                    <a:pt x="50830" y="68374"/>
                  </a:lnTo>
                  <a:lnTo>
                    <a:pt x="50830" y="66798"/>
                  </a:lnTo>
                  <a:cubicBezTo>
                    <a:pt x="50830" y="66798"/>
                    <a:pt x="50830" y="66798"/>
                    <a:pt x="50830" y="68374"/>
                  </a:cubicBezTo>
                  <a:cubicBezTo>
                    <a:pt x="50830" y="68374"/>
                    <a:pt x="50830" y="66798"/>
                    <a:pt x="49435" y="66798"/>
                  </a:cubicBezTo>
                  <a:cubicBezTo>
                    <a:pt x="49435" y="68374"/>
                    <a:pt x="49435" y="68374"/>
                    <a:pt x="49435" y="68374"/>
                  </a:cubicBezTo>
                  <a:cubicBezTo>
                    <a:pt x="47840" y="68374"/>
                    <a:pt x="47840" y="68374"/>
                    <a:pt x="47840" y="68374"/>
                  </a:cubicBezTo>
                  <a:cubicBezTo>
                    <a:pt x="46445" y="66798"/>
                    <a:pt x="46445" y="66798"/>
                    <a:pt x="46445" y="66798"/>
                  </a:cubicBezTo>
                  <a:cubicBezTo>
                    <a:pt x="45049" y="66798"/>
                    <a:pt x="45049" y="66798"/>
                    <a:pt x="45049" y="66798"/>
                  </a:cubicBezTo>
                  <a:cubicBezTo>
                    <a:pt x="45049" y="65418"/>
                    <a:pt x="45049" y="65418"/>
                    <a:pt x="45049" y="65418"/>
                  </a:cubicBezTo>
                  <a:cubicBezTo>
                    <a:pt x="45049" y="65418"/>
                    <a:pt x="43654" y="65418"/>
                    <a:pt x="43654" y="64039"/>
                  </a:cubicBezTo>
                  <a:cubicBezTo>
                    <a:pt x="43654" y="64039"/>
                    <a:pt x="43654" y="64039"/>
                    <a:pt x="42259" y="64039"/>
                  </a:cubicBezTo>
                  <a:cubicBezTo>
                    <a:pt x="42259" y="62660"/>
                    <a:pt x="42259" y="62660"/>
                    <a:pt x="42259" y="62660"/>
                  </a:cubicBezTo>
                  <a:cubicBezTo>
                    <a:pt x="43654" y="62660"/>
                    <a:pt x="43654" y="62660"/>
                    <a:pt x="43654" y="62660"/>
                  </a:cubicBezTo>
                  <a:cubicBezTo>
                    <a:pt x="42259" y="62660"/>
                    <a:pt x="42259" y="62660"/>
                    <a:pt x="42259" y="62660"/>
                  </a:cubicBezTo>
                  <a:lnTo>
                    <a:pt x="43654" y="61280"/>
                  </a:lnTo>
                  <a:lnTo>
                    <a:pt x="43654" y="59901"/>
                  </a:lnTo>
                  <a:cubicBezTo>
                    <a:pt x="43654" y="59901"/>
                    <a:pt x="43654" y="58522"/>
                    <a:pt x="42259" y="58522"/>
                  </a:cubicBezTo>
                  <a:cubicBezTo>
                    <a:pt x="43654" y="58522"/>
                    <a:pt x="43654" y="58522"/>
                    <a:pt x="43654" y="58522"/>
                  </a:cubicBezTo>
                  <a:cubicBezTo>
                    <a:pt x="43654" y="57142"/>
                    <a:pt x="43654" y="57142"/>
                    <a:pt x="43654" y="57142"/>
                  </a:cubicBezTo>
                  <a:cubicBezTo>
                    <a:pt x="43654" y="55763"/>
                    <a:pt x="43654" y="55763"/>
                    <a:pt x="43654" y="55763"/>
                  </a:cubicBezTo>
                  <a:lnTo>
                    <a:pt x="45049" y="55763"/>
                  </a:lnTo>
                  <a:lnTo>
                    <a:pt x="45049" y="54384"/>
                  </a:lnTo>
                  <a:cubicBezTo>
                    <a:pt x="46445" y="54384"/>
                    <a:pt x="46445" y="54384"/>
                    <a:pt x="46445" y="54384"/>
                  </a:cubicBezTo>
                  <a:cubicBezTo>
                    <a:pt x="46445" y="53004"/>
                    <a:pt x="46445" y="53004"/>
                    <a:pt x="46445" y="53004"/>
                  </a:cubicBezTo>
                  <a:close/>
                  <a:moveTo>
                    <a:pt x="43654" y="29359"/>
                  </a:moveTo>
                  <a:lnTo>
                    <a:pt x="43654" y="29359"/>
                  </a:lnTo>
                  <a:cubicBezTo>
                    <a:pt x="43654" y="29359"/>
                    <a:pt x="43654" y="29359"/>
                    <a:pt x="43654" y="30738"/>
                  </a:cubicBezTo>
                  <a:cubicBezTo>
                    <a:pt x="42259" y="30738"/>
                    <a:pt x="42259" y="30738"/>
                    <a:pt x="42259" y="30738"/>
                  </a:cubicBezTo>
                  <a:lnTo>
                    <a:pt x="40863" y="30738"/>
                  </a:lnTo>
                  <a:lnTo>
                    <a:pt x="39468" y="30738"/>
                  </a:lnTo>
                  <a:cubicBezTo>
                    <a:pt x="39468" y="29359"/>
                    <a:pt x="40863" y="29359"/>
                    <a:pt x="40863" y="29359"/>
                  </a:cubicBezTo>
                  <a:cubicBezTo>
                    <a:pt x="39468" y="29359"/>
                    <a:pt x="39468" y="29359"/>
                    <a:pt x="39468" y="29359"/>
                  </a:cubicBezTo>
                  <a:cubicBezTo>
                    <a:pt x="39468" y="29359"/>
                    <a:pt x="39468" y="29359"/>
                    <a:pt x="40863" y="29359"/>
                  </a:cubicBezTo>
                  <a:cubicBezTo>
                    <a:pt x="39468" y="29359"/>
                    <a:pt x="39468" y="29359"/>
                    <a:pt x="39468" y="27783"/>
                  </a:cubicBezTo>
                  <a:cubicBezTo>
                    <a:pt x="39468" y="27783"/>
                    <a:pt x="39468" y="29359"/>
                    <a:pt x="39468" y="27783"/>
                  </a:cubicBezTo>
                  <a:lnTo>
                    <a:pt x="40863" y="27783"/>
                  </a:lnTo>
                  <a:cubicBezTo>
                    <a:pt x="40863" y="29359"/>
                    <a:pt x="40863" y="29359"/>
                    <a:pt x="40863" y="29359"/>
                  </a:cubicBezTo>
                  <a:cubicBezTo>
                    <a:pt x="40863" y="27783"/>
                    <a:pt x="40863" y="27783"/>
                    <a:pt x="40863" y="27783"/>
                  </a:cubicBezTo>
                  <a:lnTo>
                    <a:pt x="42259" y="27783"/>
                  </a:lnTo>
                  <a:cubicBezTo>
                    <a:pt x="42259" y="27783"/>
                    <a:pt x="42259" y="27783"/>
                    <a:pt x="43654" y="27783"/>
                  </a:cubicBezTo>
                  <a:lnTo>
                    <a:pt x="45049" y="27783"/>
                  </a:lnTo>
                  <a:cubicBezTo>
                    <a:pt x="45049" y="29359"/>
                    <a:pt x="45049" y="29359"/>
                    <a:pt x="45049" y="29359"/>
                  </a:cubicBezTo>
                  <a:cubicBezTo>
                    <a:pt x="45049" y="29359"/>
                    <a:pt x="45049" y="29359"/>
                    <a:pt x="43654" y="29359"/>
                  </a:cubicBezTo>
                  <a:close/>
                  <a:moveTo>
                    <a:pt x="56411" y="68374"/>
                  </a:moveTo>
                  <a:lnTo>
                    <a:pt x="56411" y="68374"/>
                  </a:lnTo>
                  <a:close/>
                  <a:moveTo>
                    <a:pt x="76146" y="82167"/>
                  </a:moveTo>
                  <a:lnTo>
                    <a:pt x="76146" y="82167"/>
                  </a:lnTo>
                  <a:lnTo>
                    <a:pt x="76146" y="80788"/>
                  </a:lnTo>
                  <a:cubicBezTo>
                    <a:pt x="76146" y="80788"/>
                    <a:pt x="76146" y="80788"/>
                    <a:pt x="76146" y="79408"/>
                  </a:cubicBezTo>
                  <a:cubicBezTo>
                    <a:pt x="77541" y="79408"/>
                    <a:pt x="77541" y="79408"/>
                    <a:pt x="77541" y="79408"/>
                  </a:cubicBezTo>
                  <a:cubicBezTo>
                    <a:pt x="77541" y="78029"/>
                    <a:pt x="77541" y="78029"/>
                    <a:pt x="77541" y="78029"/>
                  </a:cubicBezTo>
                  <a:cubicBezTo>
                    <a:pt x="77541" y="78029"/>
                    <a:pt x="77541" y="78029"/>
                    <a:pt x="78936" y="78029"/>
                  </a:cubicBezTo>
                  <a:cubicBezTo>
                    <a:pt x="78936" y="78029"/>
                    <a:pt x="78936" y="78029"/>
                    <a:pt x="78936" y="76650"/>
                  </a:cubicBezTo>
                  <a:cubicBezTo>
                    <a:pt x="78936" y="76650"/>
                    <a:pt x="78936" y="76650"/>
                    <a:pt x="78936" y="78029"/>
                  </a:cubicBezTo>
                  <a:cubicBezTo>
                    <a:pt x="80332" y="78029"/>
                    <a:pt x="78936" y="78029"/>
                    <a:pt x="80332" y="78029"/>
                  </a:cubicBezTo>
                  <a:cubicBezTo>
                    <a:pt x="80332" y="78029"/>
                    <a:pt x="80332" y="78029"/>
                    <a:pt x="80332" y="79408"/>
                  </a:cubicBezTo>
                  <a:cubicBezTo>
                    <a:pt x="78936" y="79408"/>
                    <a:pt x="78936" y="79408"/>
                    <a:pt x="78936" y="79408"/>
                  </a:cubicBezTo>
                  <a:lnTo>
                    <a:pt x="78936" y="80788"/>
                  </a:lnTo>
                  <a:cubicBezTo>
                    <a:pt x="78936" y="80788"/>
                    <a:pt x="78936" y="82167"/>
                    <a:pt x="78936" y="83546"/>
                  </a:cubicBezTo>
                  <a:cubicBezTo>
                    <a:pt x="78936" y="83546"/>
                    <a:pt x="77541" y="83546"/>
                    <a:pt x="77541" y="84926"/>
                  </a:cubicBezTo>
                  <a:cubicBezTo>
                    <a:pt x="76146" y="84926"/>
                    <a:pt x="76146" y="84926"/>
                    <a:pt x="76146" y="83546"/>
                  </a:cubicBezTo>
                  <a:cubicBezTo>
                    <a:pt x="76146" y="83546"/>
                    <a:pt x="76146" y="83546"/>
                    <a:pt x="76146" y="82167"/>
                  </a:cubicBezTo>
                  <a:close/>
                  <a:moveTo>
                    <a:pt x="70365" y="50049"/>
                  </a:moveTo>
                  <a:lnTo>
                    <a:pt x="70365" y="50049"/>
                  </a:lnTo>
                  <a:close/>
                  <a:moveTo>
                    <a:pt x="66179" y="50049"/>
                  </a:moveTo>
                  <a:lnTo>
                    <a:pt x="66179" y="50049"/>
                  </a:lnTo>
                  <a:cubicBezTo>
                    <a:pt x="64784" y="50049"/>
                    <a:pt x="64784" y="50049"/>
                    <a:pt x="64784" y="50049"/>
                  </a:cubicBezTo>
                  <a:cubicBezTo>
                    <a:pt x="66179" y="50049"/>
                    <a:pt x="66179" y="50049"/>
                    <a:pt x="66179" y="50049"/>
                  </a:cubicBezTo>
                  <a:close/>
                  <a:moveTo>
                    <a:pt x="60598" y="48669"/>
                  </a:moveTo>
                  <a:lnTo>
                    <a:pt x="60598" y="48669"/>
                  </a:lnTo>
                  <a:lnTo>
                    <a:pt x="60598" y="50049"/>
                  </a:lnTo>
                  <a:cubicBezTo>
                    <a:pt x="60598" y="48669"/>
                    <a:pt x="59202" y="48669"/>
                    <a:pt x="59202" y="48669"/>
                  </a:cubicBezTo>
                  <a:lnTo>
                    <a:pt x="60598" y="48669"/>
                  </a:lnTo>
                  <a:close/>
                  <a:moveTo>
                    <a:pt x="57807" y="47290"/>
                  </a:moveTo>
                  <a:lnTo>
                    <a:pt x="57807" y="47290"/>
                  </a:lnTo>
                  <a:cubicBezTo>
                    <a:pt x="56411" y="47290"/>
                    <a:pt x="56411" y="48669"/>
                    <a:pt x="56411" y="48669"/>
                  </a:cubicBezTo>
                  <a:cubicBezTo>
                    <a:pt x="56411" y="47290"/>
                    <a:pt x="56411" y="47290"/>
                    <a:pt x="56411" y="47290"/>
                  </a:cubicBezTo>
                  <a:cubicBezTo>
                    <a:pt x="56411" y="47290"/>
                    <a:pt x="56411" y="47290"/>
                    <a:pt x="57807" y="47290"/>
                  </a:cubicBezTo>
                  <a:close/>
                  <a:moveTo>
                    <a:pt x="57807" y="45911"/>
                  </a:moveTo>
                  <a:lnTo>
                    <a:pt x="57807" y="45911"/>
                  </a:lnTo>
                  <a:cubicBezTo>
                    <a:pt x="56411" y="45911"/>
                    <a:pt x="56411" y="45911"/>
                    <a:pt x="56411" y="45911"/>
                  </a:cubicBezTo>
                  <a:lnTo>
                    <a:pt x="57807" y="45911"/>
                  </a:lnTo>
                  <a:close/>
                  <a:moveTo>
                    <a:pt x="40863" y="20886"/>
                  </a:moveTo>
                  <a:lnTo>
                    <a:pt x="40863" y="20886"/>
                  </a:lnTo>
                  <a:lnTo>
                    <a:pt x="39468" y="20886"/>
                  </a:lnTo>
                  <a:cubicBezTo>
                    <a:pt x="39468" y="20886"/>
                    <a:pt x="39468" y="20886"/>
                    <a:pt x="39468" y="19507"/>
                  </a:cubicBezTo>
                  <a:cubicBezTo>
                    <a:pt x="39468" y="19507"/>
                    <a:pt x="39468" y="19507"/>
                    <a:pt x="40863" y="19507"/>
                  </a:cubicBezTo>
                  <a:cubicBezTo>
                    <a:pt x="40863" y="19507"/>
                    <a:pt x="39468" y="19507"/>
                    <a:pt x="39468" y="20886"/>
                  </a:cubicBezTo>
                  <a:cubicBezTo>
                    <a:pt x="40863" y="20886"/>
                    <a:pt x="40863" y="20886"/>
                    <a:pt x="40863" y="20886"/>
                  </a:cubicBezTo>
                  <a:close/>
                  <a:moveTo>
                    <a:pt x="39468" y="19507"/>
                  </a:moveTo>
                  <a:lnTo>
                    <a:pt x="39468" y="19507"/>
                  </a:lnTo>
                  <a:close/>
                  <a:moveTo>
                    <a:pt x="38073" y="19507"/>
                  </a:moveTo>
                  <a:lnTo>
                    <a:pt x="38073" y="19507"/>
                  </a:lnTo>
                  <a:lnTo>
                    <a:pt x="39468" y="19507"/>
                  </a:lnTo>
                  <a:lnTo>
                    <a:pt x="38073" y="19507"/>
                  </a:lnTo>
                  <a:close/>
                  <a:moveTo>
                    <a:pt x="39468" y="18128"/>
                  </a:moveTo>
                  <a:lnTo>
                    <a:pt x="39468" y="18128"/>
                  </a:lnTo>
                  <a:lnTo>
                    <a:pt x="39468" y="16748"/>
                  </a:lnTo>
                  <a:lnTo>
                    <a:pt x="39468" y="18128"/>
                  </a:lnTo>
                  <a:close/>
                  <a:moveTo>
                    <a:pt x="39468" y="18128"/>
                  </a:moveTo>
                  <a:lnTo>
                    <a:pt x="39468" y="18128"/>
                  </a:lnTo>
                  <a:close/>
                  <a:moveTo>
                    <a:pt x="39468" y="18128"/>
                  </a:moveTo>
                  <a:lnTo>
                    <a:pt x="39468" y="18128"/>
                  </a:lnTo>
                  <a:close/>
                  <a:moveTo>
                    <a:pt x="39468" y="18128"/>
                  </a:moveTo>
                  <a:lnTo>
                    <a:pt x="39468" y="18128"/>
                  </a:lnTo>
                  <a:close/>
                  <a:moveTo>
                    <a:pt x="39468" y="22266"/>
                  </a:moveTo>
                  <a:lnTo>
                    <a:pt x="39468" y="22266"/>
                  </a:lnTo>
                  <a:close/>
                  <a:moveTo>
                    <a:pt x="30897" y="34876"/>
                  </a:moveTo>
                  <a:lnTo>
                    <a:pt x="30897" y="34876"/>
                  </a:lnTo>
                  <a:close/>
                  <a:moveTo>
                    <a:pt x="26710" y="47290"/>
                  </a:moveTo>
                  <a:lnTo>
                    <a:pt x="26710" y="47290"/>
                  </a:lnTo>
                  <a:cubicBezTo>
                    <a:pt x="26710" y="45911"/>
                    <a:pt x="26710" y="45911"/>
                    <a:pt x="26710" y="45911"/>
                  </a:cubicBezTo>
                  <a:lnTo>
                    <a:pt x="26710" y="47290"/>
                  </a:lnTo>
                  <a:lnTo>
                    <a:pt x="26710" y="45911"/>
                  </a:lnTo>
                  <a:cubicBezTo>
                    <a:pt x="25315" y="45911"/>
                    <a:pt x="25315" y="45911"/>
                    <a:pt x="25315" y="45911"/>
                  </a:cubicBezTo>
                  <a:lnTo>
                    <a:pt x="23920" y="45911"/>
                  </a:lnTo>
                  <a:lnTo>
                    <a:pt x="25315" y="45911"/>
                  </a:lnTo>
                  <a:cubicBezTo>
                    <a:pt x="25315" y="44532"/>
                    <a:pt x="25315" y="44532"/>
                    <a:pt x="25315" y="44532"/>
                  </a:cubicBezTo>
                  <a:cubicBezTo>
                    <a:pt x="25315" y="44532"/>
                    <a:pt x="25315" y="44532"/>
                    <a:pt x="25315" y="43152"/>
                  </a:cubicBezTo>
                  <a:lnTo>
                    <a:pt x="26710" y="43152"/>
                  </a:lnTo>
                  <a:cubicBezTo>
                    <a:pt x="26710" y="44532"/>
                    <a:pt x="25315" y="44532"/>
                    <a:pt x="25315" y="44532"/>
                  </a:cubicBezTo>
                  <a:cubicBezTo>
                    <a:pt x="25315" y="44532"/>
                    <a:pt x="25315" y="44532"/>
                    <a:pt x="26710" y="44532"/>
                  </a:cubicBezTo>
                  <a:cubicBezTo>
                    <a:pt x="26710" y="44532"/>
                    <a:pt x="26710" y="45911"/>
                    <a:pt x="26710" y="44532"/>
                  </a:cubicBezTo>
                  <a:cubicBezTo>
                    <a:pt x="26710" y="44532"/>
                    <a:pt x="26710" y="44532"/>
                    <a:pt x="28106" y="44532"/>
                  </a:cubicBezTo>
                  <a:cubicBezTo>
                    <a:pt x="26710" y="45911"/>
                    <a:pt x="26710" y="45911"/>
                    <a:pt x="26710" y="45911"/>
                  </a:cubicBezTo>
                  <a:lnTo>
                    <a:pt x="28106" y="45911"/>
                  </a:lnTo>
                  <a:cubicBezTo>
                    <a:pt x="28106" y="45911"/>
                    <a:pt x="28106" y="45911"/>
                    <a:pt x="26710" y="45911"/>
                  </a:cubicBezTo>
                  <a:cubicBezTo>
                    <a:pt x="28106" y="45911"/>
                    <a:pt x="28106" y="45911"/>
                    <a:pt x="28106" y="45911"/>
                  </a:cubicBezTo>
                  <a:lnTo>
                    <a:pt x="28106" y="47290"/>
                  </a:lnTo>
                  <a:cubicBezTo>
                    <a:pt x="28106" y="47290"/>
                    <a:pt x="28106" y="47290"/>
                    <a:pt x="26710" y="47290"/>
                  </a:cubicBezTo>
                  <a:close/>
                  <a:moveTo>
                    <a:pt x="26710" y="78029"/>
                  </a:moveTo>
                  <a:lnTo>
                    <a:pt x="26710" y="78029"/>
                  </a:lnTo>
                  <a:lnTo>
                    <a:pt x="26710" y="76650"/>
                  </a:lnTo>
                  <a:lnTo>
                    <a:pt x="26710" y="78029"/>
                  </a:lnTo>
                  <a:close/>
                  <a:moveTo>
                    <a:pt x="26710" y="25024"/>
                  </a:moveTo>
                  <a:lnTo>
                    <a:pt x="26710" y="25024"/>
                  </a:lnTo>
                  <a:cubicBezTo>
                    <a:pt x="26710" y="26403"/>
                    <a:pt x="26710" y="26403"/>
                    <a:pt x="26710" y="26403"/>
                  </a:cubicBezTo>
                  <a:cubicBezTo>
                    <a:pt x="26710" y="26403"/>
                    <a:pt x="26710" y="26403"/>
                    <a:pt x="26710" y="25024"/>
                  </a:cubicBezTo>
                  <a:close/>
                  <a:moveTo>
                    <a:pt x="22524" y="47290"/>
                  </a:moveTo>
                  <a:lnTo>
                    <a:pt x="22524" y="47290"/>
                  </a:lnTo>
                  <a:lnTo>
                    <a:pt x="23920" y="47290"/>
                  </a:lnTo>
                  <a:cubicBezTo>
                    <a:pt x="23920" y="47290"/>
                    <a:pt x="23920" y="47290"/>
                    <a:pt x="22524" y="47290"/>
                  </a:cubicBezTo>
                  <a:close/>
                  <a:moveTo>
                    <a:pt x="19734" y="64039"/>
                  </a:moveTo>
                  <a:lnTo>
                    <a:pt x="19734" y="64039"/>
                  </a:lnTo>
                  <a:lnTo>
                    <a:pt x="21129" y="64039"/>
                  </a:lnTo>
                  <a:cubicBezTo>
                    <a:pt x="21129" y="64039"/>
                    <a:pt x="21129" y="64039"/>
                    <a:pt x="19734" y="64039"/>
                  </a:cubicBezTo>
                  <a:close/>
                  <a:moveTo>
                    <a:pt x="19734" y="71133"/>
                  </a:moveTo>
                  <a:lnTo>
                    <a:pt x="19734" y="71133"/>
                  </a:lnTo>
                  <a:lnTo>
                    <a:pt x="21129" y="71133"/>
                  </a:lnTo>
                  <a:cubicBezTo>
                    <a:pt x="19734" y="71133"/>
                    <a:pt x="21129" y="71133"/>
                    <a:pt x="19734" y="71133"/>
                  </a:cubicBezTo>
                  <a:close/>
                  <a:moveTo>
                    <a:pt x="18338" y="64039"/>
                  </a:moveTo>
                  <a:lnTo>
                    <a:pt x="18338" y="64039"/>
                  </a:lnTo>
                  <a:cubicBezTo>
                    <a:pt x="18338" y="64039"/>
                    <a:pt x="18338" y="64039"/>
                    <a:pt x="16943" y="64039"/>
                  </a:cubicBezTo>
                  <a:cubicBezTo>
                    <a:pt x="16943" y="64039"/>
                    <a:pt x="16943" y="64039"/>
                    <a:pt x="15548" y="64039"/>
                  </a:cubicBezTo>
                  <a:cubicBezTo>
                    <a:pt x="16943" y="64039"/>
                    <a:pt x="16943" y="64039"/>
                    <a:pt x="16943" y="64039"/>
                  </a:cubicBezTo>
                  <a:lnTo>
                    <a:pt x="18338" y="64039"/>
                  </a:lnTo>
                  <a:lnTo>
                    <a:pt x="19734" y="64039"/>
                  </a:lnTo>
                  <a:cubicBezTo>
                    <a:pt x="18338" y="64039"/>
                    <a:pt x="18338" y="64039"/>
                    <a:pt x="18338" y="64039"/>
                  </a:cubicBezTo>
                  <a:close/>
                  <a:moveTo>
                    <a:pt x="15548" y="54384"/>
                  </a:moveTo>
                  <a:lnTo>
                    <a:pt x="15548" y="54384"/>
                  </a:lnTo>
                  <a:close/>
                  <a:moveTo>
                    <a:pt x="15548" y="54384"/>
                  </a:moveTo>
                  <a:lnTo>
                    <a:pt x="15548" y="54384"/>
                  </a:lnTo>
                  <a:close/>
                  <a:moveTo>
                    <a:pt x="15548" y="54384"/>
                  </a:moveTo>
                  <a:lnTo>
                    <a:pt x="15548" y="54384"/>
                  </a:lnTo>
                  <a:close/>
                  <a:moveTo>
                    <a:pt x="14152" y="64039"/>
                  </a:moveTo>
                  <a:lnTo>
                    <a:pt x="14152" y="64039"/>
                  </a:lnTo>
                  <a:cubicBezTo>
                    <a:pt x="14152" y="64039"/>
                    <a:pt x="14152" y="64039"/>
                    <a:pt x="15548" y="64039"/>
                  </a:cubicBezTo>
                  <a:cubicBezTo>
                    <a:pt x="14152" y="64039"/>
                    <a:pt x="14152" y="64039"/>
                    <a:pt x="14152" y="64039"/>
                  </a:cubicBezTo>
                  <a:close/>
                  <a:moveTo>
                    <a:pt x="95880" y="65418"/>
                  </a:moveTo>
                  <a:lnTo>
                    <a:pt x="95880" y="65418"/>
                  </a:lnTo>
                  <a:lnTo>
                    <a:pt x="97275" y="65418"/>
                  </a:lnTo>
                  <a:lnTo>
                    <a:pt x="97275" y="66798"/>
                  </a:lnTo>
                  <a:cubicBezTo>
                    <a:pt x="97275" y="66798"/>
                    <a:pt x="97275" y="66798"/>
                    <a:pt x="95880" y="66798"/>
                  </a:cubicBezTo>
                  <a:lnTo>
                    <a:pt x="95880" y="65418"/>
                  </a:lnTo>
                  <a:close/>
                  <a:moveTo>
                    <a:pt x="57807" y="34876"/>
                  </a:moveTo>
                  <a:lnTo>
                    <a:pt x="57807" y="34876"/>
                  </a:lnTo>
                  <a:cubicBezTo>
                    <a:pt x="57807" y="34876"/>
                    <a:pt x="57807" y="34876"/>
                    <a:pt x="57807" y="36256"/>
                  </a:cubicBezTo>
                  <a:cubicBezTo>
                    <a:pt x="57807" y="36256"/>
                    <a:pt x="57807" y="36256"/>
                    <a:pt x="56411" y="36256"/>
                  </a:cubicBezTo>
                  <a:cubicBezTo>
                    <a:pt x="56411" y="36256"/>
                    <a:pt x="56411" y="36256"/>
                    <a:pt x="56411" y="34876"/>
                  </a:cubicBezTo>
                  <a:lnTo>
                    <a:pt x="57807" y="34876"/>
                  </a:lnTo>
                  <a:close/>
                  <a:moveTo>
                    <a:pt x="59202" y="36256"/>
                  </a:moveTo>
                  <a:lnTo>
                    <a:pt x="59202" y="36256"/>
                  </a:lnTo>
                  <a:cubicBezTo>
                    <a:pt x="59202" y="37635"/>
                    <a:pt x="59202" y="36256"/>
                    <a:pt x="59202" y="37635"/>
                  </a:cubicBezTo>
                  <a:lnTo>
                    <a:pt x="57807" y="37635"/>
                  </a:lnTo>
                  <a:cubicBezTo>
                    <a:pt x="57807" y="36256"/>
                    <a:pt x="57807" y="36256"/>
                    <a:pt x="59202" y="36256"/>
                  </a:cubicBezTo>
                  <a:close/>
                  <a:moveTo>
                    <a:pt x="18338" y="50049"/>
                  </a:moveTo>
                  <a:lnTo>
                    <a:pt x="18338" y="50049"/>
                  </a:lnTo>
                  <a:close/>
                  <a:moveTo>
                    <a:pt x="18338" y="50049"/>
                  </a:moveTo>
                  <a:lnTo>
                    <a:pt x="18338" y="50049"/>
                  </a:lnTo>
                  <a:close/>
                  <a:moveTo>
                    <a:pt x="15548" y="53004"/>
                  </a:moveTo>
                  <a:lnTo>
                    <a:pt x="15548" y="53004"/>
                  </a:lnTo>
                  <a:close/>
                  <a:moveTo>
                    <a:pt x="15548" y="54384"/>
                  </a:moveTo>
                  <a:lnTo>
                    <a:pt x="15548" y="54384"/>
                  </a:lnTo>
                  <a:cubicBezTo>
                    <a:pt x="15548" y="53004"/>
                    <a:pt x="15548" y="53004"/>
                    <a:pt x="15548" y="53004"/>
                  </a:cubicBezTo>
                  <a:cubicBezTo>
                    <a:pt x="15548" y="53004"/>
                    <a:pt x="15548" y="53004"/>
                    <a:pt x="15548" y="54384"/>
                  </a:cubicBezTo>
                  <a:close/>
                  <a:moveTo>
                    <a:pt x="15548" y="53004"/>
                  </a:moveTo>
                  <a:lnTo>
                    <a:pt x="15548" y="53004"/>
                  </a:lnTo>
                  <a:close/>
                  <a:moveTo>
                    <a:pt x="15548" y="53004"/>
                  </a:moveTo>
                  <a:lnTo>
                    <a:pt x="15548" y="5300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8" name="Shape 4868"/>
            <p:cNvSpPr/>
            <p:nvPr/>
          </p:nvSpPr>
          <p:spPr>
            <a:xfrm>
              <a:off x="6586312" y="1700287"/>
              <a:ext cx="292024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01" y="119802"/>
                  </a:moveTo>
                  <a:lnTo>
                    <a:pt x="59901" y="119802"/>
                  </a:lnTo>
                  <a:cubicBezTo>
                    <a:pt x="26403" y="119802"/>
                    <a:pt x="0" y="93399"/>
                    <a:pt x="0" y="59901"/>
                  </a:cubicBezTo>
                  <a:cubicBezTo>
                    <a:pt x="0" y="26403"/>
                    <a:pt x="26403" y="0"/>
                    <a:pt x="59901" y="0"/>
                  </a:cubicBezTo>
                  <a:cubicBezTo>
                    <a:pt x="93201" y="0"/>
                    <a:pt x="119802" y="26403"/>
                    <a:pt x="119802" y="59901"/>
                  </a:cubicBezTo>
                  <a:cubicBezTo>
                    <a:pt x="119802" y="93399"/>
                    <a:pt x="93201" y="119802"/>
                    <a:pt x="59901" y="119802"/>
                  </a:cubicBezTo>
                  <a:close/>
                  <a:moveTo>
                    <a:pt x="59901" y="11231"/>
                  </a:moveTo>
                  <a:lnTo>
                    <a:pt x="59901" y="11231"/>
                  </a:lnTo>
                  <a:cubicBezTo>
                    <a:pt x="33300" y="11231"/>
                    <a:pt x="11034" y="33497"/>
                    <a:pt x="11034" y="59901"/>
                  </a:cubicBezTo>
                  <a:cubicBezTo>
                    <a:pt x="11034" y="86305"/>
                    <a:pt x="33300" y="108571"/>
                    <a:pt x="59901" y="108571"/>
                  </a:cubicBezTo>
                  <a:cubicBezTo>
                    <a:pt x="86305" y="108571"/>
                    <a:pt x="108571" y="86305"/>
                    <a:pt x="108571" y="59901"/>
                  </a:cubicBezTo>
                  <a:cubicBezTo>
                    <a:pt x="108571" y="33497"/>
                    <a:pt x="86305" y="11231"/>
                    <a:pt x="59901" y="11231"/>
                  </a:cubicBezTo>
                  <a:close/>
                  <a:moveTo>
                    <a:pt x="47290" y="71133"/>
                  </a:moveTo>
                  <a:lnTo>
                    <a:pt x="47290" y="71133"/>
                  </a:lnTo>
                  <a:cubicBezTo>
                    <a:pt x="30541" y="30738"/>
                    <a:pt x="30541" y="30738"/>
                    <a:pt x="30541" y="30738"/>
                  </a:cubicBezTo>
                  <a:cubicBezTo>
                    <a:pt x="72315" y="47290"/>
                    <a:pt x="72315" y="47290"/>
                    <a:pt x="72315" y="47290"/>
                  </a:cubicBezTo>
                  <a:cubicBezTo>
                    <a:pt x="89064" y="89064"/>
                    <a:pt x="89064" y="89064"/>
                    <a:pt x="89064" y="89064"/>
                  </a:cubicBezTo>
                  <a:lnTo>
                    <a:pt x="47290" y="71133"/>
                  </a:lnTo>
                  <a:close/>
                  <a:moveTo>
                    <a:pt x="59901" y="54384"/>
                  </a:moveTo>
                  <a:lnTo>
                    <a:pt x="59901" y="54384"/>
                  </a:lnTo>
                  <a:cubicBezTo>
                    <a:pt x="57142" y="54384"/>
                    <a:pt x="54384" y="57142"/>
                    <a:pt x="54384" y="59901"/>
                  </a:cubicBezTo>
                  <a:cubicBezTo>
                    <a:pt x="54384" y="62660"/>
                    <a:pt x="57142" y="65418"/>
                    <a:pt x="59901" y="65418"/>
                  </a:cubicBezTo>
                  <a:cubicBezTo>
                    <a:pt x="62660" y="65418"/>
                    <a:pt x="65418" y="62660"/>
                    <a:pt x="65418" y="59901"/>
                  </a:cubicBezTo>
                  <a:cubicBezTo>
                    <a:pt x="65418" y="57142"/>
                    <a:pt x="62660" y="54384"/>
                    <a:pt x="59901" y="5438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9" name="Shape 4869"/>
            <p:cNvSpPr/>
            <p:nvPr/>
          </p:nvSpPr>
          <p:spPr>
            <a:xfrm>
              <a:off x="6082676" y="1700287"/>
              <a:ext cx="289909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019" y="65418"/>
                  </a:moveTo>
                  <a:lnTo>
                    <a:pt x="114019" y="65418"/>
                  </a:lnTo>
                  <a:cubicBezTo>
                    <a:pt x="108438" y="65418"/>
                    <a:pt x="108438" y="65418"/>
                    <a:pt x="108438" y="65418"/>
                  </a:cubicBezTo>
                  <a:cubicBezTo>
                    <a:pt x="105647" y="87684"/>
                    <a:pt x="88704" y="105812"/>
                    <a:pt x="66179" y="107192"/>
                  </a:cubicBezTo>
                  <a:cubicBezTo>
                    <a:pt x="66179" y="114285"/>
                    <a:pt x="66179" y="114285"/>
                    <a:pt x="66179" y="114285"/>
                  </a:cubicBezTo>
                  <a:cubicBezTo>
                    <a:pt x="66179" y="117044"/>
                    <a:pt x="63388" y="119802"/>
                    <a:pt x="60598" y="119802"/>
                  </a:cubicBezTo>
                  <a:cubicBezTo>
                    <a:pt x="56411" y="119802"/>
                    <a:pt x="55016" y="117044"/>
                    <a:pt x="55016" y="114285"/>
                  </a:cubicBezTo>
                  <a:cubicBezTo>
                    <a:pt x="55016" y="107192"/>
                    <a:pt x="55016" y="107192"/>
                    <a:pt x="55016" y="107192"/>
                  </a:cubicBezTo>
                  <a:cubicBezTo>
                    <a:pt x="32292" y="105812"/>
                    <a:pt x="14152" y="87684"/>
                    <a:pt x="11162" y="65418"/>
                  </a:cubicBezTo>
                  <a:cubicBezTo>
                    <a:pt x="5581" y="65418"/>
                    <a:pt x="5581" y="65418"/>
                    <a:pt x="5581" y="65418"/>
                  </a:cubicBezTo>
                  <a:cubicBezTo>
                    <a:pt x="2790" y="65418"/>
                    <a:pt x="0" y="62660"/>
                    <a:pt x="0" y="59901"/>
                  </a:cubicBezTo>
                  <a:cubicBezTo>
                    <a:pt x="0" y="57142"/>
                    <a:pt x="2790" y="54384"/>
                    <a:pt x="5581" y="54384"/>
                  </a:cubicBezTo>
                  <a:cubicBezTo>
                    <a:pt x="11162" y="54384"/>
                    <a:pt x="11162" y="54384"/>
                    <a:pt x="11162" y="54384"/>
                  </a:cubicBezTo>
                  <a:cubicBezTo>
                    <a:pt x="14152" y="32118"/>
                    <a:pt x="32292" y="13990"/>
                    <a:pt x="55016" y="12610"/>
                  </a:cubicBezTo>
                  <a:cubicBezTo>
                    <a:pt x="55016" y="5517"/>
                    <a:pt x="55016" y="5517"/>
                    <a:pt x="55016" y="5517"/>
                  </a:cubicBezTo>
                  <a:cubicBezTo>
                    <a:pt x="55016" y="2758"/>
                    <a:pt x="56411" y="0"/>
                    <a:pt x="60598" y="0"/>
                  </a:cubicBezTo>
                  <a:cubicBezTo>
                    <a:pt x="63388" y="0"/>
                    <a:pt x="66179" y="2758"/>
                    <a:pt x="66179" y="5517"/>
                  </a:cubicBezTo>
                  <a:cubicBezTo>
                    <a:pt x="66179" y="12610"/>
                    <a:pt x="66179" y="12610"/>
                    <a:pt x="66179" y="12610"/>
                  </a:cubicBezTo>
                  <a:cubicBezTo>
                    <a:pt x="88704" y="13990"/>
                    <a:pt x="105647" y="32118"/>
                    <a:pt x="108438" y="54384"/>
                  </a:cubicBezTo>
                  <a:cubicBezTo>
                    <a:pt x="114019" y="54384"/>
                    <a:pt x="114019" y="54384"/>
                    <a:pt x="114019" y="54384"/>
                  </a:cubicBezTo>
                  <a:cubicBezTo>
                    <a:pt x="118405" y="54384"/>
                    <a:pt x="119800" y="57142"/>
                    <a:pt x="119800" y="59901"/>
                  </a:cubicBezTo>
                  <a:cubicBezTo>
                    <a:pt x="119800" y="62660"/>
                    <a:pt x="118405" y="65418"/>
                    <a:pt x="114019" y="65418"/>
                  </a:cubicBezTo>
                  <a:close/>
                  <a:moveTo>
                    <a:pt x="85913" y="54384"/>
                  </a:moveTo>
                  <a:lnTo>
                    <a:pt x="85913" y="54384"/>
                  </a:lnTo>
                  <a:cubicBezTo>
                    <a:pt x="97076" y="54384"/>
                    <a:pt x="97076" y="54384"/>
                    <a:pt x="97076" y="54384"/>
                  </a:cubicBezTo>
                  <a:cubicBezTo>
                    <a:pt x="94285" y="37635"/>
                    <a:pt x="81727" y="25024"/>
                    <a:pt x="66179" y="23645"/>
                  </a:cubicBezTo>
                  <a:cubicBezTo>
                    <a:pt x="66179" y="33497"/>
                    <a:pt x="66179" y="33497"/>
                    <a:pt x="66179" y="33497"/>
                  </a:cubicBezTo>
                  <a:cubicBezTo>
                    <a:pt x="66179" y="37635"/>
                    <a:pt x="63388" y="39014"/>
                    <a:pt x="60598" y="39014"/>
                  </a:cubicBezTo>
                  <a:cubicBezTo>
                    <a:pt x="56411" y="39014"/>
                    <a:pt x="55016" y="37635"/>
                    <a:pt x="55016" y="33497"/>
                  </a:cubicBezTo>
                  <a:cubicBezTo>
                    <a:pt x="55016" y="23645"/>
                    <a:pt x="55016" y="23645"/>
                    <a:pt x="55016" y="23645"/>
                  </a:cubicBezTo>
                  <a:cubicBezTo>
                    <a:pt x="38073" y="25024"/>
                    <a:pt x="25315" y="37635"/>
                    <a:pt x="22524" y="54384"/>
                  </a:cubicBezTo>
                  <a:cubicBezTo>
                    <a:pt x="33687" y="54384"/>
                    <a:pt x="33687" y="54384"/>
                    <a:pt x="33687" y="54384"/>
                  </a:cubicBezTo>
                  <a:cubicBezTo>
                    <a:pt x="36677" y="54384"/>
                    <a:pt x="39468" y="57142"/>
                    <a:pt x="39468" y="59901"/>
                  </a:cubicBezTo>
                  <a:cubicBezTo>
                    <a:pt x="39468" y="62660"/>
                    <a:pt x="36677" y="65418"/>
                    <a:pt x="33687" y="65418"/>
                  </a:cubicBezTo>
                  <a:cubicBezTo>
                    <a:pt x="22524" y="65418"/>
                    <a:pt x="22524" y="65418"/>
                    <a:pt x="22524" y="65418"/>
                  </a:cubicBezTo>
                  <a:cubicBezTo>
                    <a:pt x="25315" y="82167"/>
                    <a:pt x="38073" y="94778"/>
                    <a:pt x="55016" y="96157"/>
                  </a:cubicBezTo>
                  <a:cubicBezTo>
                    <a:pt x="55016" y="86305"/>
                    <a:pt x="55016" y="86305"/>
                    <a:pt x="55016" y="86305"/>
                  </a:cubicBezTo>
                  <a:cubicBezTo>
                    <a:pt x="55016" y="82167"/>
                    <a:pt x="56411" y="80788"/>
                    <a:pt x="60598" y="80788"/>
                  </a:cubicBezTo>
                  <a:cubicBezTo>
                    <a:pt x="63388" y="80788"/>
                    <a:pt x="66179" y="82167"/>
                    <a:pt x="66179" y="86305"/>
                  </a:cubicBezTo>
                  <a:cubicBezTo>
                    <a:pt x="66179" y="96157"/>
                    <a:pt x="66179" y="96157"/>
                    <a:pt x="66179" y="96157"/>
                  </a:cubicBezTo>
                  <a:cubicBezTo>
                    <a:pt x="81727" y="94778"/>
                    <a:pt x="94285" y="82167"/>
                    <a:pt x="97076" y="65418"/>
                  </a:cubicBezTo>
                  <a:cubicBezTo>
                    <a:pt x="85913" y="65418"/>
                    <a:pt x="85913" y="65418"/>
                    <a:pt x="85913" y="65418"/>
                  </a:cubicBezTo>
                  <a:cubicBezTo>
                    <a:pt x="83122" y="65418"/>
                    <a:pt x="80332" y="62660"/>
                    <a:pt x="80332" y="59901"/>
                  </a:cubicBezTo>
                  <a:cubicBezTo>
                    <a:pt x="80332" y="57142"/>
                    <a:pt x="83122" y="54384"/>
                    <a:pt x="85913" y="54384"/>
                  </a:cubicBezTo>
                  <a:close/>
                  <a:moveTo>
                    <a:pt x="60598" y="65418"/>
                  </a:moveTo>
                  <a:lnTo>
                    <a:pt x="60598" y="65418"/>
                  </a:lnTo>
                  <a:cubicBezTo>
                    <a:pt x="56411" y="65418"/>
                    <a:pt x="55016" y="62660"/>
                    <a:pt x="55016" y="59901"/>
                  </a:cubicBezTo>
                  <a:cubicBezTo>
                    <a:pt x="55016" y="57142"/>
                    <a:pt x="56411" y="54384"/>
                    <a:pt x="60598" y="54384"/>
                  </a:cubicBezTo>
                  <a:cubicBezTo>
                    <a:pt x="63388" y="54384"/>
                    <a:pt x="66179" y="57142"/>
                    <a:pt x="66179" y="59901"/>
                  </a:cubicBezTo>
                  <a:cubicBezTo>
                    <a:pt x="66179" y="62660"/>
                    <a:pt x="63388" y="65418"/>
                    <a:pt x="60598" y="654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0" name="Shape 4870"/>
            <p:cNvSpPr/>
            <p:nvPr/>
          </p:nvSpPr>
          <p:spPr>
            <a:xfrm>
              <a:off x="5610783" y="1700287"/>
              <a:ext cx="217959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119802"/>
                  </a:moveTo>
                  <a:lnTo>
                    <a:pt x="60000" y="119802"/>
                  </a:lnTo>
                  <a:cubicBezTo>
                    <a:pt x="60000" y="119802"/>
                    <a:pt x="0" y="69753"/>
                    <a:pt x="0" y="44532"/>
                  </a:cubicBezTo>
                  <a:cubicBezTo>
                    <a:pt x="0" y="20886"/>
                    <a:pt x="28017" y="0"/>
                    <a:pt x="60000" y="0"/>
                  </a:cubicBezTo>
                  <a:cubicBezTo>
                    <a:pt x="93568" y="0"/>
                    <a:pt x="119735" y="20886"/>
                    <a:pt x="119735" y="44532"/>
                  </a:cubicBezTo>
                  <a:cubicBezTo>
                    <a:pt x="119735" y="69753"/>
                    <a:pt x="60000" y="119802"/>
                    <a:pt x="60000" y="119802"/>
                  </a:cubicBezTo>
                  <a:close/>
                  <a:moveTo>
                    <a:pt x="60000" y="15369"/>
                  </a:moveTo>
                  <a:lnTo>
                    <a:pt x="60000" y="15369"/>
                  </a:lnTo>
                  <a:cubicBezTo>
                    <a:pt x="39383" y="15369"/>
                    <a:pt x="20616" y="29359"/>
                    <a:pt x="20616" y="44532"/>
                  </a:cubicBezTo>
                  <a:cubicBezTo>
                    <a:pt x="20616" y="61280"/>
                    <a:pt x="39383" y="75270"/>
                    <a:pt x="60000" y="75270"/>
                  </a:cubicBezTo>
                  <a:cubicBezTo>
                    <a:pt x="82202" y="75270"/>
                    <a:pt x="100969" y="61280"/>
                    <a:pt x="100969" y="44532"/>
                  </a:cubicBezTo>
                  <a:cubicBezTo>
                    <a:pt x="100969" y="29359"/>
                    <a:pt x="82202" y="15369"/>
                    <a:pt x="60000" y="15369"/>
                  </a:cubicBezTo>
                  <a:close/>
                  <a:moveTo>
                    <a:pt x="80352" y="50049"/>
                  </a:moveTo>
                  <a:lnTo>
                    <a:pt x="80352" y="50049"/>
                  </a:lnTo>
                  <a:cubicBezTo>
                    <a:pt x="41233" y="50049"/>
                    <a:pt x="41233" y="50049"/>
                    <a:pt x="41233" y="50049"/>
                  </a:cubicBezTo>
                  <a:cubicBezTo>
                    <a:pt x="35682" y="50049"/>
                    <a:pt x="33832" y="48669"/>
                    <a:pt x="33832" y="44532"/>
                  </a:cubicBezTo>
                  <a:cubicBezTo>
                    <a:pt x="33832" y="41773"/>
                    <a:pt x="35682" y="39014"/>
                    <a:pt x="41233" y="39014"/>
                  </a:cubicBezTo>
                  <a:cubicBezTo>
                    <a:pt x="80352" y="39014"/>
                    <a:pt x="80352" y="39014"/>
                    <a:pt x="80352" y="39014"/>
                  </a:cubicBezTo>
                  <a:cubicBezTo>
                    <a:pt x="84317" y="39014"/>
                    <a:pt x="88017" y="41773"/>
                    <a:pt x="88017" y="44532"/>
                  </a:cubicBezTo>
                  <a:cubicBezTo>
                    <a:pt x="88017" y="48669"/>
                    <a:pt x="84317" y="50049"/>
                    <a:pt x="80352" y="500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1" name="Shape 4871"/>
            <p:cNvSpPr/>
            <p:nvPr/>
          </p:nvSpPr>
          <p:spPr>
            <a:xfrm>
              <a:off x="5105031" y="1700287"/>
              <a:ext cx="217961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119802"/>
                  </a:moveTo>
                  <a:lnTo>
                    <a:pt x="60000" y="119802"/>
                  </a:lnTo>
                  <a:cubicBezTo>
                    <a:pt x="60000" y="119802"/>
                    <a:pt x="0" y="69753"/>
                    <a:pt x="0" y="44532"/>
                  </a:cubicBezTo>
                  <a:cubicBezTo>
                    <a:pt x="0" y="20886"/>
                    <a:pt x="26167" y="0"/>
                    <a:pt x="60000" y="0"/>
                  </a:cubicBezTo>
                  <a:cubicBezTo>
                    <a:pt x="93568" y="0"/>
                    <a:pt x="119735" y="20886"/>
                    <a:pt x="119735" y="44532"/>
                  </a:cubicBezTo>
                  <a:cubicBezTo>
                    <a:pt x="119735" y="69753"/>
                    <a:pt x="60000" y="119802"/>
                    <a:pt x="60000" y="119802"/>
                  </a:cubicBezTo>
                  <a:close/>
                  <a:moveTo>
                    <a:pt x="60000" y="15369"/>
                  </a:moveTo>
                  <a:lnTo>
                    <a:pt x="60000" y="15369"/>
                  </a:lnTo>
                  <a:cubicBezTo>
                    <a:pt x="37533" y="15369"/>
                    <a:pt x="20616" y="29359"/>
                    <a:pt x="20616" y="44532"/>
                  </a:cubicBezTo>
                  <a:cubicBezTo>
                    <a:pt x="20616" y="61280"/>
                    <a:pt x="37533" y="75270"/>
                    <a:pt x="60000" y="75270"/>
                  </a:cubicBezTo>
                  <a:cubicBezTo>
                    <a:pt x="82202" y="75270"/>
                    <a:pt x="99118" y="61280"/>
                    <a:pt x="99118" y="44532"/>
                  </a:cubicBezTo>
                  <a:cubicBezTo>
                    <a:pt x="99118" y="29359"/>
                    <a:pt x="82202" y="15369"/>
                    <a:pt x="60000" y="15369"/>
                  </a:cubicBezTo>
                  <a:close/>
                  <a:moveTo>
                    <a:pt x="80352" y="50049"/>
                  </a:moveTo>
                  <a:lnTo>
                    <a:pt x="80352" y="50049"/>
                  </a:lnTo>
                  <a:cubicBezTo>
                    <a:pt x="67400" y="50049"/>
                    <a:pt x="67400" y="50049"/>
                    <a:pt x="67400" y="50049"/>
                  </a:cubicBezTo>
                  <a:cubicBezTo>
                    <a:pt x="67400" y="59901"/>
                    <a:pt x="67400" y="59901"/>
                    <a:pt x="67400" y="59901"/>
                  </a:cubicBezTo>
                  <a:cubicBezTo>
                    <a:pt x="67400" y="62660"/>
                    <a:pt x="63700" y="65418"/>
                    <a:pt x="60000" y="65418"/>
                  </a:cubicBezTo>
                  <a:cubicBezTo>
                    <a:pt x="56299" y="65418"/>
                    <a:pt x="52334" y="62660"/>
                    <a:pt x="52334" y="59901"/>
                  </a:cubicBezTo>
                  <a:cubicBezTo>
                    <a:pt x="52334" y="50049"/>
                    <a:pt x="52334" y="50049"/>
                    <a:pt x="52334" y="50049"/>
                  </a:cubicBezTo>
                  <a:cubicBezTo>
                    <a:pt x="39383" y="50049"/>
                    <a:pt x="39383" y="50049"/>
                    <a:pt x="39383" y="50049"/>
                  </a:cubicBezTo>
                  <a:cubicBezTo>
                    <a:pt x="35682" y="50049"/>
                    <a:pt x="31718" y="48669"/>
                    <a:pt x="31718" y="44532"/>
                  </a:cubicBezTo>
                  <a:cubicBezTo>
                    <a:pt x="31718" y="41773"/>
                    <a:pt x="35682" y="39014"/>
                    <a:pt x="39383" y="39014"/>
                  </a:cubicBezTo>
                  <a:cubicBezTo>
                    <a:pt x="52334" y="39014"/>
                    <a:pt x="52334" y="39014"/>
                    <a:pt x="52334" y="39014"/>
                  </a:cubicBezTo>
                  <a:cubicBezTo>
                    <a:pt x="52334" y="30738"/>
                    <a:pt x="52334" y="30738"/>
                    <a:pt x="52334" y="30738"/>
                  </a:cubicBezTo>
                  <a:cubicBezTo>
                    <a:pt x="52334" y="26403"/>
                    <a:pt x="56299" y="25024"/>
                    <a:pt x="60000" y="25024"/>
                  </a:cubicBezTo>
                  <a:cubicBezTo>
                    <a:pt x="63700" y="25024"/>
                    <a:pt x="67400" y="26403"/>
                    <a:pt x="67400" y="30738"/>
                  </a:cubicBezTo>
                  <a:cubicBezTo>
                    <a:pt x="67400" y="39014"/>
                    <a:pt x="67400" y="39014"/>
                    <a:pt x="67400" y="39014"/>
                  </a:cubicBezTo>
                  <a:cubicBezTo>
                    <a:pt x="80352" y="39014"/>
                    <a:pt x="80352" y="39014"/>
                    <a:pt x="80352" y="39014"/>
                  </a:cubicBezTo>
                  <a:cubicBezTo>
                    <a:pt x="84052" y="39014"/>
                    <a:pt x="88017" y="41773"/>
                    <a:pt x="88017" y="44532"/>
                  </a:cubicBezTo>
                  <a:cubicBezTo>
                    <a:pt x="88017" y="48669"/>
                    <a:pt x="84052" y="50049"/>
                    <a:pt x="80352" y="500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2" name="Shape 4872"/>
            <p:cNvSpPr/>
            <p:nvPr/>
          </p:nvSpPr>
          <p:spPr>
            <a:xfrm>
              <a:off x="4599280" y="1700287"/>
              <a:ext cx="217959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119802"/>
                  </a:moveTo>
                  <a:lnTo>
                    <a:pt x="60000" y="119802"/>
                  </a:lnTo>
                  <a:cubicBezTo>
                    <a:pt x="60000" y="119802"/>
                    <a:pt x="0" y="69753"/>
                    <a:pt x="0" y="44532"/>
                  </a:cubicBezTo>
                  <a:cubicBezTo>
                    <a:pt x="0" y="20886"/>
                    <a:pt x="26167" y="0"/>
                    <a:pt x="60000" y="0"/>
                  </a:cubicBezTo>
                  <a:cubicBezTo>
                    <a:pt x="91718" y="0"/>
                    <a:pt x="119735" y="20886"/>
                    <a:pt x="119735" y="44532"/>
                  </a:cubicBezTo>
                  <a:cubicBezTo>
                    <a:pt x="119735" y="69753"/>
                    <a:pt x="60000" y="119802"/>
                    <a:pt x="60000" y="119802"/>
                  </a:cubicBezTo>
                  <a:close/>
                  <a:moveTo>
                    <a:pt x="60000" y="15369"/>
                  </a:moveTo>
                  <a:lnTo>
                    <a:pt x="60000" y="15369"/>
                  </a:lnTo>
                  <a:cubicBezTo>
                    <a:pt x="37533" y="15369"/>
                    <a:pt x="18766" y="29359"/>
                    <a:pt x="18766" y="44532"/>
                  </a:cubicBezTo>
                  <a:cubicBezTo>
                    <a:pt x="18766" y="61280"/>
                    <a:pt x="37533" y="75270"/>
                    <a:pt x="60000" y="75270"/>
                  </a:cubicBezTo>
                  <a:cubicBezTo>
                    <a:pt x="80352" y="75270"/>
                    <a:pt x="99118" y="61280"/>
                    <a:pt x="99118" y="44532"/>
                  </a:cubicBezTo>
                  <a:cubicBezTo>
                    <a:pt x="99118" y="29359"/>
                    <a:pt x="80352" y="15369"/>
                    <a:pt x="60000" y="15369"/>
                  </a:cubicBezTo>
                  <a:close/>
                  <a:moveTo>
                    <a:pt x="60000" y="59901"/>
                  </a:moveTo>
                  <a:lnTo>
                    <a:pt x="60000" y="59901"/>
                  </a:lnTo>
                  <a:cubicBezTo>
                    <a:pt x="48634" y="59901"/>
                    <a:pt x="39383" y="53004"/>
                    <a:pt x="39383" y="44532"/>
                  </a:cubicBezTo>
                  <a:cubicBezTo>
                    <a:pt x="39383" y="36256"/>
                    <a:pt x="48634" y="30738"/>
                    <a:pt x="60000" y="30738"/>
                  </a:cubicBezTo>
                  <a:cubicBezTo>
                    <a:pt x="71101" y="30738"/>
                    <a:pt x="78502" y="36256"/>
                    <a:pt x="78502" y="44532"/>
                  </a:cubicBezTo>
                  <a:cubicBezTo>
                    <a:pt x="78502" y="53004"/>
                    <a:pt x="71101" y="59901"/>
                    <a:pt x="60000" y="599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3" name="Shape 4873"/>
            <p:cNvSpPr/>
            <p:nvPr/>
          </p:nvSpPr>
          <p:spPr>
            <a:xfrm>
              <a:off x="4091412" y="1700287"/>
              <a:ext cx="217959" cy="292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867" y="119802"/>
                  </a:moveTo>
                  <a:lnTo>
                    <a:pt x="59867" y="119802"/>
                  </a:lnTo>
                  <a:cubicBezTo>
                    <a:pt x="59867" y="119802"/>
                    <a:pt x="0" y="69753"/>
                    <a:pt x="0" y="44532"/>
                  </a:cubicBezTo>
                  <a:cubicBezTo>
                    <a:pt x="0" y="20886"/>
                    <a:pt x="28079" y="0"/>
                    <a:pt x="59867" y="0"/>
                  </a:cubicBezTo>
                  <a:cubicBezTo>
                    <a:pt x="93774" y="0"/>
                    <a:pt x="119735" y="20886"/>
                    <a:pt x="119735" y="44532"/>
                  </a:cubicBezTo>
                  <a:cubicBezTo>
                    <a:pt x="119735" y="69753"/>
                    <a:pt x="59867" y="119802"/>
                    <a:pt x="59867" y="119802"/>
                  </a:cubicBezTo>
                  <a:close/>
                  <a:moveTo>
                    <a:pt x="59867" y="15369"/>
                  </a:moveTo>
                  <a:lnTo>
                    <a:pt x="59867" y="15369"/>
                  </a:lnTo>
                  <a:cubicBezTo>
                    <a:pt x="39470" y="15369"/>
                    <a:pt x="20662" y="29359"/>
                    <a:pt x="20662" y="44532"/>
                  </a:cubicBezTo>
                  <a:cubicBezTo>
                    <a:pt x="20662" y="61280"/>
                    <a:pt x="39470" y="75270"/>
                    <a:pt x="59867" y="75270"/>
                  </a:cubicBezTo>
                  <a:cubicBezTo>
                    <a:pt x="82384" y="75270"/>
                    <a:pt x="101192" y="61280"/>
                    <a:pt x="101192" y="44532"/>
                  </a:cubicBezTo>
                  <a:cubicBezTo>
                    <a:pt x="101192" y="29359"/>
                    <a:pt x="82384" y="15369"/>
                    <a:pt x="59867" y="153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4" name="Shape 4874"/>
            <p:cNvSpPr/>
            <p:nvPr/>
          </p:nvSpPr>
          <p:spPr>
            <a:xfrm>
              <a:off x="3549687" y="1740503"/>
              <a:ext cx="292024" cy="2518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019" y="95496"/>
                  </a:moveTo>
                  <a:lnTo>
                    <a:pt x="92019" y="95496"/>
                  </a:lnTo>
                  <a:cubicBezTo>
                    <a:pt x="87881" y="95496"/>
                    <a:pt x="86502" y="92290"/>
                    <a:pt x="86502" y="89083"/>
                  </a:cubicBezTo>
                  <a:cubicBezTo>
                    <a:pt x="86502" y="85877"/>
                    <a:pt x="87881" y="82442"/>
                    <a:pt x="92019" y="82442"/>
                  </a:cubicBezTo>
                  <a:cubicBezTo>
                    <a:pt x="100295" y="82442"/>
                    <a:pt x="108768" y="74427"/>
                    <a:pt x="108768" y="63206"/>
                  </a:cubicBezTo>
                  <a:cubicBezTo>
                    <a:pt x="108768" y="56564"/>
                    <a:pt x="105812" y="51755"/>
                    <a:pt x="103054" y="48549"/>
                  </a:cubicBezTo>
                  <a:cubicBezTo>
                    <a:pt x="101674" y="48549"/>
                    <a:pt x="101674" y="48549"/>
                    <a:pt x="101674" y="46946"/>
                  </a:cubicBezTo>
                  <a:lnTo>
                    <a:pt x="100295" y="46946"/>
                  </a:lnTo>
                  <a:lnTo>
                    <a:pt x="98916" y="45343"/>
                  </a:lnTo>
                  <a:lnTo>
                    <a:pt x="97536" y="45343"/>
                  </a:lnTo>
                  <a:cubicBezTo>
                    <a:pt x="97536" y="45343"/>
                    <a:pt x="96157" y="45343"/>
                    <a:pt x="96157" y="43740"/>
                  </a:cubicBezTo>
                  <a:cubicBezTo>
                    <a:pt x="94778" y="43740"/>
                    <a:pt x="94778" y="43740"/>
                    <a:pt x="94778" y="43740"/>
                  </a:cubicBezTo>
                  <a:cubicBezTo>
                    <a:pt x="94778" y="43740"/>
                    <a:pt x="94778" y="43740"/>
                    <a:pt x="93399" y="43740"/>
                  </a:cubicBezTo>
                  <a:cubicBezTo>
                    <a:pt x="92019" y="43740"/>
                    <a:pt x="92019" y="43740"/>
                    <a:pt x="92019" y="43740"/>
                  </a:cubicBezTo>
                  <a:lnTo>
                    <a:pt x="90640" y="43740"/>
                  </a:lnTo>
                  <a:cubicBezTo>
                    <a:pt x="90640" y="42137"/>
                    <a:pt x="90640" y="42137"/>
                    <a:pt x="90640" y="40534"/>
                  </a:cubicBezTo>
                  <a:cubicBezTo>
                    <a:pt x="90640" y="38702"/>
                    <a:pt x="89261" y="38702"/>
                    <a:pt x="89261" y="37099"/>
                  </a:cubicBezTo>
                  <a:cubicBezTo>
                    <a:pt x="89261" y="35496"/>
                    <a:pt x="89261" y="35496"/>
                    <a:pt x="87881" y="33893"/>
                  </a:cubicBezTo>
                  <a:cubicBezTo>
                    <a:pt x="87881" y="32290"/>
                    <a:pt x="87881" y="32290"/>
                    <a:pt x="86502" y="30687"/>
                  </a:cubicBezTo>
                  <a:cubicBezTo>
                    <a:pt x="80788" y="21068"/>
                    <a:pt x="71133" y="12824"/>
                    <a:pt x="59901" y="12824"/>
                  </a:cubicBezTo>
                  <a:cubicBezTo>
                    <a:pt x="48866" y="12824"/>
                    <a:pt x="39014" y="21068"/>
                    <a:pt x="33497" y="30687"/>
                  </a:cubicBezTo>
                  <a:cubicBezTo>
                    <a:pt x="32118" y="32290"/>
                    <a:pt x="32118" y="32290"/>
                    <a:pt x="32118" y="33893"/>
                  </a:cubicBezTo>
                  <a:cubicBezTo>
                    <a:pt x="30738" y="35496"/>
                    <a:pt x="30738" y="35496"/>
                    <a:pt x="30738" y="37099"/>
                  </a:cubicBezTo>
                  <a:cubicBezTo>
                    <a:pt x="30738" y="38702"/>
                    <a:pt x="29359" y="38702"/>
                    <a:pt x="29359" y="40534"/>
                  </a:cubicBezTo>
                  <a:cubicBezTo>
                    <a:pt x="29359" y="42137"/>
                    <a:pt x="29359" y="42137"/>
                    <a:pt x="29359" y="43740"/>
                  </a:cubicBezTo>
                  <a:lnTo>
                    <a:pt x="27980" y="43740"/>
                  </a:lnTo>
                  <a:cubicBezTo>
                    <a:pt x="27980" y="43740"/>
                    <a:pt x="27980" y="43740"/>
                    <a:pt x="26600" y="43740"/>
                  </a:cubicBezTo>
                  <a:cubicBezTo>
                    <a:pt x="25221" y="43740"/>
                    <a:pt x="25221" y="43740"/>
                    <a:pt x="25221" y="43740"/>
                  </a:cubicBezTo>
                  <a:cubicBezTo>
                    <a:pt x="25221" y="43740"/>
                    <a:pt x="25221" y="43740"/>
                    <a:pt x="23842" y="43740"/>
                  </a:cubicBezTo>
                  <a:cubicBezTo>
                    <a:pt x="23842" y="45343"/>
                    <a:pt x="22266" y="45343"/>
                    <a:pt x="22266" y="45343"/>
                  </a:cubicBezTo>
                  <a:lnTo>
                    <a:pt x="20886" y="45343"/>
                  </a:lnTo>
                  <a:lnTo>
                    <a:pt x="19507" y="46946"/>
                  </a:lnTo>
                  <a:lnTo>
                    <a:pt x="18128" y="46946"/>
                  </a:lnTo>
                  <a:cubicBezTo>
                    <a:pt x="18128" y="48549"/>
                    <a:pt x="18128" y="48549"/>
                    <a:pt x="16748" y="48549"/>
                  </a:cubicBezTo>
                  <a:cubicBezTo>
                    <a:pt x="13990" y="51755"/>
                    <a:pt x="11231" y="56564"/>
                    <a:pt x="11231" y="63206"/>
                  </a:cubicBezTo>
                  <a:cubicBezTo>
                    <a:pt x="11231" y="74427"/>
                    <a:pt x="19507" y="82442"/>
                    <a:pt x="27980" y="82442"/>
                  </a:cubicBezTo>
                  <a:cubicBezTo>
                    <a:pt x="32118" y="82442"/>
                    <a:pt x="33497" y="85877"/>
                    <a:pt x="33497" y="89083"/>
                  </a:cubicBezTo>
                  <a:cubicBezTo>
                    <a:pt x="33497" y="92290"/>
                    <a:pt x="32118" y="95496"/>
                    <a:pt x="27980" y="95496"/>
                  </a:cubicBezTo>
                  <a:cubicBezTo>
                    <a:pt x="12610" y="95496"/>
                    <a:pt x="0" y="80839"/>
                    <a:pt x="0" y="63206"/>
                  </a:cubicBezTo>
                  <a:cubicBezTo>
                    <a:pt x="0" y="48549"/>
                    <a:pt x="8472" y="35496"/>
                    <a:pt x="19507" y="32290"/>
                  </a:cubicBezTo>
                  <a:cubicBezTo>
                    <a:pt x="26600" y="12824"/>
                    <a:pt x="41773" y="0"/>
                    <a:pt x="59901" y="0"/>
                  </a:cubicBezTo>
                  <a:cubicBezTo>
                    <a:pt x="78029" y="0"/>
                    <a:pt x="93399" y="12824"/>
                    <a:pt x="100295" y="32290"/>
                  </a:cubicBezTo>
                  <a:cubicBezTo>
                    <a:pt x="111527" y="35496"/>
                    <a:pt x="119802" y="48549"/>
                    <a:pt x="119802" y="63206"/>
                  </a:cubicBezTo>
                  <a:cubicBezTo>
                    <a:pt x="119802" y="80839"/>
                    <a:pt x="107389" y="95496"/>
                    <a:pt x="92019" y="95496"/>
                  </a:cubicBezTo>
                  <a:close/>
                  <a:moveTo>
                    <a:pt x="39014" y="80839"/>
                  </a:moveTo>
                  <a:lnTo>
                    <a:pt x="39014" y="80839"/>
                  </a:lnTo>
                  <a:cubicBezTo>
                    <a:pt x="55763" y="58167"/>
                    <a:pt x="55763" y="58167"/>
                    <a:pt x="55763" y="58167"/>
                  </a:cubicBezTo>
                  <a:cubicBezTo>
                    <a:pt x="57142" y="58167"/>
                    <a:pt x="58522" y="56564"/>
                    <a:pt x="59901" y="56564"/>
                  </a:cubicBezTo>
                  <a:cubicBezTo>
                    <a:pt x="61280" y="56564"/>
                    <a:pt x="62660" y="58167"/>
                    <a:pt x="64236" y="58167"/>
                  </a:cubicBezTo>
                  <a:cubicBezTo>
                    <a:pt x="80788" y="80839"/>
                    <a:pt x="80788" y="80839"/>
                    <a:pt x="80788" y="80839"/>
                  </a:cubicBezTo>
                  <a:cubicBezTo>
                    <a:pt x="82167" y="80839"/>
                    <a:pt x="82167" y="82442"/>
                    <a:pt x="82167" y="84045"/>
                  </a:cubicBezTo>
                  <a:cubicBezTo>
                    <a:pt x="82167" y="89083"/>
                    <a:pt x="79408" y="90687"/>
                    <a:pt x="76650" y="90687"/>
                  </a:cubicBezTo>
                  <a:cubicBezTo>
                    <a:pt x="75270" y="90687"/>
                    <a:pt x="73891" y="90687"/>
                    <a:pt x="72512" y="89083"/>
                  </a:cubicBezTo>
                  <a:cubicBezTo>
                    <a:pt x="65615" y="79236"/>
                    <a:pt x="65615" y="79236"/>
                    <a:pt x="65615" y="79236"/>
                  </a:cubicBezTo>
                  <a:cubicBezTo>
                    <a:pt x="65615" y="113358"/>
                    <a:pt x="65615" y="113358"/>
                    <a:pt x="65615" y="113358"/>
                  </a:cubicBezTo>
                  <a:cubicBezTo>
                    <a:pt x="65615" y="116564"/>
                    <a:pt x="62660" y="119770"/>
                    <a:pt x="59901" y="119770"/>
                  </a:cubicBezTo>
                  <a:cubicBezTo>
                    <a:pt x="57142" y="119770"/>
                    <a:pt x="54384" y="116564"/>
                    <a:pt x="54384" y="113358"/>
                  </a:cubicBezTo>
                  <a:cubicBezTo>
                    <a:pt x="54384" y="79236"/>
                    <a:pt x="54384" y="79236"/>
                    <a:pt x="54384" y="79236"/>
                  </a:cubicBezTo>
                  <a:cubicBezTo>
                    <a:pt x="47487" y="89083"/>
                    <a:pt x="47487" y="89083"/>
                    <a:pt x="47487" y="89083"/>
                  </a:cubicBezTo>
                  <a:cubicBezTo>
                    <a:pt x="46108" y="90687"/>
                    <a:pt x="44532" y="90687"/>
                    <a:pt x="43152" y="90687"/>
                  </a:cubicBezTo>
                  <a:cubicBezTo>
                    <a:pt x="40394" y="90687"/>
                    <a:pt x="37635" y="89083"/>
                    <a:pt x="37635" y="84045"/>
                  </a:cubicBezTo>
                  <a:cubicBezTo>
                    <a:pt x="37635" y="82442"/>
                    <a:pt x="37635" y="80839"/>
                    <a:pt x="39014" y="808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5" name="Shape 4875"/>
            <p:cNvSpPr/>
            <p:nvPr/>
          </p:nvSpPr>
          <p:spPr>
            <a:xfrm>
              <a:off x="3043935" y="1740503"/>
              <a:ext cx="289909" cy="2518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694" y="95496"/>
                  </a:moveTo>
                  <a:lnTo>
                    <a:pt x="91694" y="95496"/>
                  </a:lnTo>
                  <a:cubicBezTo>
                    <a:pt x="88903" y="95496"/>
                    <a:pt x="85913" y="92290"/>
                    <a:pt x="85913" y="89083"/>
                  </a:cubicBezTo>
                  <a:cubicBezTo>
                    <a:pt x="85913" y="85877"/>
                    <a:pt x="88903" y="82442"/>
                    <a:pt x="91694" y="82442"/>
                  </a:cubicBezTo>
                  <a:cubicBezTo>
                    <a:pt x="101461" y="82442"/>
                    <a:pt x="108438" y="74427"/>
                    <a:pt x="108438" y="63206"/>
                  </a:cubicBezTo>
                  <a:cubicBezTo>
                    <a:pt x="108438" y="56564"/>
                    <a:pt x="107043" y="51755"/>
                    <a:pt x="102857" y="48549"/>
                  </a:cubicBezTo>
                  <a:cubicBezTo>
                    <a:pt x="102857" y="48549"/>
                    <a:pt x="102857" y="48549"/>
                    <a:pt x="101461" y="46946"/>
                  </a:cubicBezTo>
                  <a:cubicBezTo>
                    <a:pt x="100066" y="46946"/>
                    <a:pt x="100066" y="45343"/>
                    <a:pt x="100066" y="45343"/>
                  </a:cubicBezTo>
                  <a:cubicBezTo>
                    <a:pt x="100066" y="45343"/>
                    <a:pt x="100066" y="45343"/>
                    <a:pt x="98671" y="45343"/>
                  </a:cubicBezTo>
                  <a:cubicBezTo>
                    <a:pt x="98671" y="45343"/>
                    <a:pt x="98671" y="45343"/>
                    <a:pt x="97275" y="45343"/>
                  </a:cubicBezTo>
                  <a:cubicBezTo>
                    <a:pt x="97275" y="45343"/>
                    <a:pt x="97275" y="45343"/>
                    <a:pt x="97275" y="43740"/>
                  </a:cubicBezTo>
                  <a:lnTo>
                    <a:pt x="95880" y="43740"/>
                  </a:lnTo>
                  <a:cubicBezTo>
                    <a:pt x="94485" y="43740"/>
                    <a:pt x="94485" y="43740"/>
                    <a:pt x="94485" y="43740"/>
                  </a:cubicBezTo>
                  <a:cubicBezTo>
                    <a:pt x="93089" y="43740"/>
                    <a:pt x="93089" y="43740"/>
                    <a:pt x="91694" y="43740"/>
                  </a:cubicBezTo>
                  <a:cubicBezTo>
                    <a:pt x="91694" y="42137"/>
                    <a:pt x="91694" y="42137"/>
                    <a:pt x="91694" y="40534"/>
                  </a:cubicBezTo>
                  <a:cubicBezTo>
                    <a:pt x="90299" y="40534"/>
                    <a:pt x="90299" y="40534"/>
                    <a:pt x="90299" y="40534"/>
                  </a:cubicBezTo>
                  <a:cubicBezTo>
                    <a:pt x="90299" y="38702"/>
                    <a:pt x="90299" y="38702"/>
                    <a:pt x="90299" y="37099"/>
                  </a:cubicBezTo>
                  <a:cubicBezTo>
                    <a:pt x="88903" y="35496"/>
                    <a:pt x="88903" y="35496"/>
                    <a:pt x="88903" y="33893"/>
                  </a:cubicBezTo>
                  <a:cubicBezTo>
                    <a:pt x="88903" y="32290"/>
                    <a:pt x="87508" y="32290"/>
                    <a:pt x="87508" y="30687"/>
                  </a:cubicBezTo>
                  <a:cubicBezTo>
                    <a:pt x="81727" y="21068"/>
                    <a:pt x="71960" y="12824"/>
                    <a:pt x="60598" y="12824"/>
                  </a:cubicBezTo>
                  <a:cubicBezTo>
                    <a:pt x="48039" y="12824"/>
                    <a:pt x="38073" y="21068"/>
                    <a:pt x="32491" y="30687"/>
                  </a:cubicBezTo>
                  <a:cubicBezTo>
                    <a:pt x="32491" y="32290"/>
                    <a:pt x="32491" y="32290"/>
                    <a:pt x="31096" y="33893"/>
                  </a:cubicBezTo>
                  <a:cubicBezTo>
                    <a:pt x="31096" y="35496"/>
                    <a:pt x="31096" y="35496"/>
                    <a:pt x="31096" y="37099"/>
                  </a:cubicBezTo>
                  <a:cubicBezTo>
                    <a:pt x="31096" y="37099"/>
                    <a:pt x="31096" y="37099"/>
                    <a:pt x="29700" y="37099"/>
                  </a:cubicBezTo>
                  <a:cubicBezTo>
                    <a:pt x="29700" y="38702"/>
                    <a:pt x="29700" y="38702"/>
                    <a:pt x="29700" y="40534"/>
                  </a:cubicBezTo>
                  <a:cubicBezTo>
                    <a:pt x="29700" y="42137"/>
                    <a:pt x="28305" y="42137"/>
                    <a:pt x="28305" y="43740"/>
                  </a:cubicBezTo>
                  <a:lnTo>
                    <a:pt x="26910" y="43740"/>
                  </a:lnTo>
                  <a:cubicBezTo>
                    <a:pt x="26910" y="43740"/>
                    <a:pt x="26910" y="43740"/>
                    <a:pt x="25514" y="43740"/>
                  </a:cubicBezTo>
                  <a:cubicBezTo>
                    <a:pt x="23920" y="43740"/>
                    <a:pt x="23920" y="43740"/>
                    <a:pt x="23920" y="43740"/>
                  </a:cubicBezTo>
                  <a:cubicBezTo>
                    <a:pt x="22524" y="45343"/>
                    <a:pt x="22524" y="45343"/>
                    <a:pt x="22524" y="45343"/>
                  </a:cubicBezTo>
                  <a:cubicBezTo>
                    <a:pt x="21129" y="45343"/>
                    <a:pt x="21129" y="45343"/>
                    <a:pt x="21129" y="45343"/>
                  </a:cubicBezTo>
                  <a:cubicBezTo>
                    <a:pt x="19734" y="45343"/>
                    <a:pt x="19734" y="46946"/>
                    <a:pt x="19734" y="46946"/>
                  </a:cubicBezTo>
                  <a:cubicBezTo>
                    <a:pt x="18338" y="46946"/>
                    <a:pt x="18338" y="46946"/>
                    <a:pt x="18338" y="46946"/>
                  </a:cubicBezTo>
                  <a:cubicBezTo>
                    <a:pt x="18338" y="48549"/>
                    <a:pt x="16943" y="48549"/>
                    <a:pt x="16943" y="48549"/>
                  </a:cubicBezTo>
                  <a:cubicBezTo>
                    <a:pt x="14152" y="51755"/>
                    <a:pt x="11362" y="56564"/>
                    <a:pt x="11362" y="63206"/>
                  </a:cubicBezTo>
                  <a:cubicBezTo>
                    <a:pt x="11362" y="74427"/>
                    <a:pt x="18338" y="82442"/>
                    <a:pt x="28305" y="82442"/>
                  </a:cubicBezTo>
                  <a:cubicBezTo>
                    <a:pt x="31096" y="82442"/>
                    <a:pt x="33887" y="85877"/>
                    <a:pt x="33887" y="89083"/>
                  </a:cubicBezTo>
                  <a:cubicBezTo>
                    <a:pt x="33887" y="92290"/>
                    <a:pt x="31096" y="95496"/>
                    <a:pt x="28305" y="95496"/>
                  </a:cubicBezTo>
                  <a:cubicBezTo>
                    <a:pt x="12757" y="95496"/>
                    <a:pt x="0" y="80839"/>
                    <a:pt x="0" y="63206"/>
                  </a:cubicBezTo>
                  <a:cubicBezTo>
                    <a:pt x="0" y="48549"/>
                    <a:pt x="8571" y="35496"/>
                    <a:pt x="19734" y="32290"/>
                  </a:cubicBezTo>
                  <a:cubicBezTo>
                    <a:pt x="26910" y="12824"/>
                    <a:pt x="42259" y="0"/>
                    <a:pt x="60598" y="0"/>
                  </a:cubicBezTo>
                  <a:cubicBezTo>
                    <a:pt x="78936" y="0"/>
                    <a:pt x="94485" y="12824"/>
                    <a:pt x="100066" y="32290"/>
                  </a:cubicBezTo>
                  <a:cubicBezTo>
                    <a:pt x="111428" y="35496"/>
                    <a:pt x="119800" y="48549"/>
                    <a:pt x="119800" y="63206"/>
                  </a:cubicBezTo>
                  <a:cubicBezTo>
                    <a:pt x="119800" y="80839"/>
                    <a:pt x="107043" y="95496"/>
                    <a:pt x="91694" y="95496"/>
                  </a:cubicBezTo>
                  <a:close/>
                  <a:moveTo>
                    <a:pt x="43654" y="84045"/>
                  </a:moveTo>
                  <a:lnTo>
                    <a:pt x="43654" y="84045"/>
                  </a:lnTo>
                  <a:cubicBezTo>
                    <a:pt x="45049" y="84045"/>
                    <a:pt x="46445" y="85877"/>
                    <a:pt x="48039" y="87480"/>
                  </a:cubicBezTo>
                  <a:cubicBezTo>
                    <a:pt x="55016" y="95496"/>
                    <a:pt x="55016" y="95496"/>
                    <a:pt x="55016" y="95496"/>
                  </a:cubicBezTo>
                  <a:cubicBezTo>
                    <a:pt x="55016" y="63206"/>
                    <a:pt x="55016" y="63206"/>
                    <a:pt x="55016" y="63206"/>
                  </a:cubicBezTo>
                  <a:cubicBezTo>
                    <a:pt x="55016" y="60000"/>
                    <a:pt x="56411" y="56564"/>
                    <a:pt x="60598" y="56564"/>
                  </a:cubicBezTo>
                  <a:cubicBezTo>
                    <a:pt x="63388" y="56564"/>
                    <a:pt x="66378" y="60000"/>
                    <a:pt x="66378" y="63206"/>
                  </a:cubicBezTo>
                  <a:cubicBezTo>
                    <a:pt x="66378" y="95496"/>
                    <a:pt x="66378" y="95496"/>
                    <a:pt x="66378" y="95496"/>
                  </a:cubicBezTo>
                  <a:cubicBezTo>
                    <a:pt x="73355" y="87480"/>
                    <a:pt x="73355" y="87480"/>
                    <a:pt x="73355" y="87480"/>
                  </a:cubicBezTo>
                  <a:cubicBezTo>
                    <a:pt x="73355" y="85877"/>
                    <a:pt x="74750" y="84045"/>
                    <a:pt x="77541" y="84045"/>
                  </a:cubicBezTo>
                  <a:cubicBezTo>
                    <a:pt x="80332" y="84045"/>
                    <a:pt x="83122" y="87480"/>
                    <a:pt x="83122" y="90687"/>
                  </a:cubicBezTo>
                  <a:cubicBezTo>
                    <a:pt x="83122" y="92290"/>
                    <a:pt x="81727" y="93893"/>
                    <a:pt x="81727" y="95496"/>
                  </a:cubicBezTo>
                  <a:cubicBezTo>
                    <a:pt x="64784" y="116564"/>
                    <a:pt x="64784" y="116564"/>
                    <a:pt x="64784" y="116564"/>
                  </a:cubicBezTo>
                  <a:cubicBezTo>
                    <a:pt x="63388" y="118167"/>
                    <a:pt x="61993" y="119770"/>
                    <a:pt x="60598" y="119770"/>
                  </a:cubicBezTo>
                  <a:cubicBezTo>
                    <a:pt x="57807" y="119770"/>
                    <a:pt x="56411" y="118167"/>
                    <a:pt x="56411" y="116564"/>
                  </a:cubicBezTo>
                  <a:cubicBezTo>
                    <a:pt x="39468" y="95496"/>
                    <a:pt x="39468" y="95496"/>
                    <a:pt x="39468" y="95496"/>
                  </a:cubicBezTo>
                  <a:cubicBezTo>
                    <a:pt x="38073" y="93893"/>
                    <a:pt x="38073" y="92290"/>
                    <a:pt x="38073" y="90687"/>
                  </a:cubicBezTo>
                  <a:cubicBezTo>
                    <a:pt x="38073" y="87480"/>
                    <a:pt x="39468" y="84045"/>
                    <a:pt x="43654" y="840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6" name="Shape 4876"/>
            <p:cNvSpPr/>
            <p:nvPr/>
          </p:nvSpPr>
          <p:spPr>
            <a:xfrm>
              <a:off x="2538184" y="1740503"/>
              <a:ext cx="289907" cy="237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694" y="100887"/>
                  </a:moveTo>
                  <a:lnTo>
                    <a:pt x="91694" y="100887"/>
                  </a:lnTo>
                  <a:cubicBezTo>
                    <a:pt x="88903" y="100887"/>
                    <a:pt x="85913" y="97500"/>
                    <a:pt x="85913" y="94112"/>
                  </a:cubicBezTo>
                  <a:cubicBezTo>
                    <a:pt x="85913" y="90725"/>
                    <a:pt x="88903" y="87096"/>
                    <a:pt x="91694" y="87096"/>
                  </a:cubicBezTo>
                  <a:cubicBezTo>
                    <a:pt x="101461" y="87096"/>
                    <a:pt x="108438" y="78629"/>
                    <a:pt x="108438" y="66774"/>
                  </a:cubicBezTo>
                  <a:cubicBezTo>
                    <a:pt x="108438" y="59758"/>
                    <a:pt x="105647" y="54677"/>
                    <a:pt x="102857" y="51290"/>
                  </a:cubicBezTo>
                  <a:cubicBezTo>
                    <a:pt x="102857" y="51290"/>
                    <a:pt x="101461" y="51290"/>
                    <a:pt x="101461" y="49596"/>
                  </a:cubicBezTo>
                  <a:cubicBezTo>
                    <a:pt x="101461" y="49596"/>
                    <a:pt x="101461" y="49596"/>
                    <a:pt x="100066" y="49596"/>
                  </a:cubicBezTo>
                  <a:cubicBezTo>
                    <a:pt x="100066" y="49596"/>
                    <a:pt x="100066" y="47903"/>
                    <a:pt x="98671" y="47903"/>
                  </a:cubicBezTo>
                  <a:cubicBezTo>
                    <a:pt x="98671" y="47903"/>
                    <a:pt x="98671" y="47903"/>
                    <a:pt x="97275" y="47903"/>
                  </a:cubicBezTo>
                  <a:cubicBezTo>
                    <a:pt x="97275" y="47903"/>
                    <a:pt x="97275" y="47903"/>
                    <a:pt x="95880" y="46209"/>
                  </a:cubicBezTo>
                  <a:cubicBezTo>
                    <a:pt x="95880" y="46209"/>
                    <a:pt x="95880" y="46209"/>
                    <a:pt x="94485" y="46209"/>
                  </a:cubicBezTo>
                  <a:cubicBezTo>
                    <a:pt x="93089" y="46209"/>
                    <a:pt x="93089" y="46209"/>
                    <a:pt x="93089" y="46209"/>
                  </a:cubicBezTo>
                  <a:lnTo>
                    <a:pt x="91694" y="46209"/>
                  </a:lnTo>
                  <a:cubicBezTo>
                    <a:pt x="91694" y="44516"/>
                    <a:pt x="90299" y="44516"/>
                    <a:pt x="90299" y="42822"/>
                  </a:cubicBezTo>
                  <a:cubicBezTo>
                    <a:pt x="90299" y="40887"/>
                    <a:pt x="90299" y="40887"/>
                    <a:pt x="90299" y="39193"/>
                  </a:cubicBezTo>
                  <a:cubicBezTo>
                    <a:pt x="88903" y="39193"/>
                    <a:pt x="88903" y="39193"/>
                    <a:pt x="88903" y="39193"/>
                  </a:cubicBezTo>
                  <a:cubicBezTo>
                    <a:pt x="88903" y="37500"/>
                    <a:pt x="88903" y="37500"/>
                    <a:pt x="88903" y="35806"/>
                  </a:cubicBezTo>
                  <a:cubicBezTo>
                    <a:pt x="87308" y="34112"/>
                    <a:pt x="87308" y="34112"/>
                    <a:pt x="87308" y="32419"/>
                  </a:cubicBezTo>
                  <a:cubicBezTo>
                    <a:pt x="81727" y="22258"/>
                    <a:pt x="71960" y="13548"/>
                    <a:pt x="59202" y="13548"/>
                  </a:cubicBezTo>
                  <a:cubicBezTo>
                    <a:pt x="47840" y="13548"/>
                    <a:pt x="38073" y="22258"/>
                    <a:pt x="32491" y="32419"/>
                  </a:cubicBezTo>
                  <a:cubicBezTo>
                    <a:pt x="32491" y="34112"/>
                    <a:pt x="31096" y="34112"/>
                    <a:pt x="31096" y="35806"/>
                  </a:cubicBezTo>
                  <a:cubicBezTo>
                    <a:pt x="31096" y="37500"/>
                    <a:pt x="31096" y="37500"/>
                    <a:pt x="29700" y="39193"/>
                  </a:cubicBezTo>
                  <a:cubicBezTo>
                    <a:pt x="29700" y="40887"/>
                    <a:pt x="29700" y="40887"/>
                    <a:pt x="29700" y="42822"/>
                  </a:cubicBezTo>
                  <a:cubicBezTo>
                    <a:pt x="29700" y="42822"/>
                    <a:pt x="29700" y="42822"/>
                    <a:pt x="28305" y="42822"/>
                  </a:cubicBezTo>
                  <a:cubicBezTo>
                    <a:pt x="28305" y="44516"/>
                    <a:pt x="28305" y="44516"/>
                    <a:pt x="28305" y="46209"/>
                  </a:cubicBezTo>
                  <a:cubicBezTo>
                    <a:pt x="26910" y="46209"/>
                    <a:pt x="26910" y="46209"/>
                    <a:pt x="25315" y="46209"/>
                  </a:cubicBezTo>
                  <a:cubicBezTo>
                    <a:pt x="25315" y="46209"/>
                    <a:pt x="25315" y="46209"/>
                    <a:pt x="23920" y="46209"/>
                  </a:cubicBezTo>
                  <a:lnTo>
                    <a:pt x="22524" y="46209"/>
                  </a:lnTo>
                  <a:cubicBezTo>
                    <a:pt x="22524" y="47903"/>
                    <a:pt x="22524" y="47903"/>
                    <a:pt x="22524" y="47903"/>
                  </a:cubicBezTo>
                  <a:cubicBezTo>
                    <a:pt x="21129" y="47903"/>
                    <a:pt x="21129" y="47903"/>
                    <a:pt x="21129" y="47903"/>
                  </a:cubicBezTo>
                  <a:cubicBezTo>
                    <a:pt x="19734" y="47903"/>
                    <a:pt x="19734" y="47903"/>
                    <a:pt x="19734" y="47903"/>
                  </a:cubicBezTo>
                  <a:cubicBezTo>
                    <a:pt x="19734" y="47903"/>
                    <a:pt x="19734" y="49596"/>
                    <a:pt x="18338" y="49596"/>
                  </a:cubicBezTo>
                  <a:cubicBezTo>
                    <a:pt x="16943" y="51290"/>
                    <a:pt x="16943" y="51290"/>
                    <a:pt x="16943" y="51290"/>
                  </a:cubicBezTo>
                  <a:cubicBezTo>
                    <a:pt x="12757" y="54677"/>
                    <a:pt x="11362" y="59758"/>
                    <a:pt x="11362" y="66774"/>
                  </a:cubicBezTo>
                  <a:cubicBezTo>
                    <a:pt x="11362" y="78629"/>
                    <a:pt x="18338" y="87096"/>
                    <a:pt x="28305" y="87096"/>
                  </a:cubicBezTo>
                  <a:cubicBezTo>
                    <a:pt x="31096" y="87096"/>
                    <a:pt x="33887" y="90725"/>
                    <a:pt x="33887" y="94112"/>
                  </a:cubicBezTo>
                  <a:cubicBezTo>
                    <a:pt x="33887" y="97500"/>
                    <a:pt x="31096" y="100887"/>
                    <a:pt x="28305" y="100887"/>
                  </a:cubicBezTo>
                  <a:cubicBezTo>
                    <a:pt x="12757" y="100887"/>
                    <a:pt x="0" y="85403"/>
                    <a:pt x="0" y="66774"/>
                  </a:cubicBezTo>
                  <a:cubicBezTo>
                    <a:pt x="0" y="51290"/>
                    <a:pt x="8571" y="37500"/>
                    <a:pt x="19734" y="34112"/>
                  </a:cubicBezTo>
                  <a:cubicBezTo>
                    <a:pt x="25315" y="13548"/>
                    <a:pt x="40863" y="0"/>
                    <a:pt x="59202" y="0"/>
                  </a:cubicBezTo>
                  <a:cubicBezTo>
                    <a:pt x="77541" y="0"/>
                    <a:pt x="93089" y="13548"/>
                    <a:pt x="100066" y="34112"/>
                  </a:cubicBezTo>
                  <a:cubicBezTo>
                    <a:pt x="111428" y="37500"/>
                    <a:pt x="119800" y="51290"/>
                    <a:pt x="119800" y="66774"/>
                  </a:cubicBezTo>
                  <a:cubicBezTo>
                    <a:pt x="119800" y="85403"/>
                    <a:pt x="107043" y="100887"/>
                    <a:pt x="91694" y="100887"/>
                  </a:cubicBezTo>
                  <a:close/>
                  <a:moveTo>
                    <a:pt x="45049" y="68467"/>
                  </a:moveTo>
                  <a:lnTo>
                    <a:pt x="45049" y="68467"/>
                  </a:lnTo>
                  <a:cubicBezTo>
                    <a:pt x="46445" y="68467"/>
                    <a:pt x="47840" y="70161"/>
                    <a:pt x="47840" y="71854"/>
                  </a:cubicBezTo>
                  <a:cubicBezTo>
                    <a:pt x="59202" y="83709"/>
                    <a:pt x="59202" y="83709"/>
                    <a:pt x="59202" y="83709"/>
                  </a:cubicBezTo>
                  <a:cubicBezTo>
                    <a:pt x="70564" y="71854"/>
                    <a:pt x="70564" y="71854"/>
                    <a:pt x="70564" y="71854"/>
                  </a:cubicBezTo>
                  <a:cubicBezTo>
                    <a:pt x="71960" y="70161"/>
                    <a:pt x="73355" y="68467"/>
                    <a:pt x="74750" y="68467"/>
                  </a:cubicBezTo>
                  <a:cubicBezTo>
                    <a:pt x="77541" y="68467"/>
                    <a:pt x="80332" y="71854"/>
                    <a:pt x="80332" y="75241"/>
                  </a:cubicBezTo>
                  <a:cubicBezTo>
                    <a:pt x="80332" y="76935"/>
                    <a:pt x="80332" y="78629"/>
                    <a:pt x="78936" y="80322"/>
                  </a:cubicBezTo>
                  <a:cubicBezTo>
                    <a:pt x="67774" y="94112"/>
                    <a:pt x="67774" y="94112"/>
                    <a:pt x="67774" y="94112"/>
                  </a:cubicBezTo>
                  <a:cubicBezTo>
                    <a:pt x="78936" y="107661"/>
                    <a:pt x="78936" y="107661"/>
                    <a:pt x="78936" y="107661"/>
                  </a:cubicBezTo>
                  <a:cubicBezTo>
                    <a:pt x="80332" y="109354"/>
                    <a:pt x="80332" y="111048"/>
                    <a:pt x="80332" y="112741"/>
                  </a:cubicBezTo>
                  <a:cubicBezTo>
                    <a:pt x="80332" y="116129"/>
                    <a:pt x="77541" y="119758"/>
                    <a:pt x="74750" y="119758"/>
                  </a:cubicBezTo>
                  <a:cubicBezTo>
                    <a:pt x="73355" y="119758"/>
                    <a:pt x="71960" y="118064"/>
                    <a:pt x="70564" y="116129"/>
                  </a:cubicBezTo>
                  <a:cubicBezTo>
                    <a:pt x="59202" y="104274"/>
                    <a:pt x="59202" y="104274"/>
                    <a:pt x="59202" y="104274"/>
                  </a:cubicBezTo>
                  <a:cubicBezTo>
                    <a:pt x="47840" y="116129"/>
                    <a:pt x="47840" y="116129"/>
                    <a:pt x="47840" y="116129"/>
                  </a:cubicBezTo>
                  <a:cubicBezTo>
                    <a:pt x="47840" y="118064"/>
                    <a:pt x="46445" y="119758"/>
                    <a:pt x="45049" y="119758"/>
                  </a:cubicBezTo>
                  <a:cubicBezTo>
                    <a:pt x="40863" y="119758"/>
                    <a:pt x="39468" y="116129"/>
                    <a:pt x="39468" y="112741"/>
                  </a:cubicBezTo>
                  <a:cubicBezTo>
                    <a:pt x="39468" y="111048"/>
                    <a:pt x="39468" y="109354"/>
                    <a:pt x="40863" y="107661"/>
                  </a:cubicBezTo>
                  <a:cubicBezTo>
                    <a:pt x="52225" y="94112"/>
                    <a:pt x="52225" y="94112"/>
                    <a:pt x="52225" y="94112"/>
                  </a:cubicBezTo>
                  <a:cubicBezTo>
                    <a:pt x="40863" y="80322"/>
                    <a:pt x="40863" y="80322"/>
                    <a:pt x="40863" y="80322"/>
                  </a:cubicBezTo>
                  <a:cubicBezTo>
                    <a:pt x="39468" y="78629"/>
                    <a:pt x="39468" y="76935"/>
                    <a:pt x="39468" y="75241"/>
                  </a:cubicBezTo>
                  <a:cubicBezTo>
                    <a:pt x="39468" y="71854"/>
                    <a:pt x="40863" y="68467"/>
                    <a:pt x="45049" y="684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7" name="Shape 4877"/>
            <p:cNvSpPr/>
            <p:nvPr/>
          </p:nvSpPr>
          <p:spPr>
            <a:xfrm>
              <a:off x="2030317" y="1740503"/>
              <a:ext cx="292024" cy="237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019" y="100887"/>
                  </a:moveTo>
                  <a:lnTo>
                    <a:pt x="92019" y="100887"/>
                  </a:lnTo>
                  <a:cubicBezTo>
                    <a:pt x="87684" y="100887"/>
                    <a:pt x="86305" y="97500"/>
                    <a:pt x="86305" y="94112"/>
                  </a:cubicBezTo>
                  <a:cubicBezTo>
                    <a:pt x="86305" y="90725"/>
                    <a:pt x="87684" y="87096"/>
                    <a:pt x="92019" y="87096"/>
                  </a:cubicBezTo>
                  <a:cubicBezTo>
                    <a:pt x="100295" y="87096"/>
                    <a:pt x="108571" y="78629"/>
                    <a:pt x="108571" y="66774"/>
                  </a:cubicBezTo>
                  <a:cubicBezTo>
                    <a:pt x="108571" y="59758"/>
                    <a:pt x="105812" y="54677"/>
                    <a:pt x="103054" y="51290"/>
                  </a:cubicBezTo>
                  <a:cubicBezTo>
                    <a:pt x="101674" y="51290"/>
                    <a:pt x="101674" y="51290"/>
                    <a:pt x="101674" y="49596"/>
                  </a:cubicBezTo>
                  <a:lnTo>
                    <a:pt x="100295" y="49596"/>
                  </a:lnTo>
                  <a:lnTo>
                    <a:pt x="98916" y="47903"/>
                  </a:lnTo>
                  <a:lnTo>
                    <a:pt x="97536" y="47903"/>
                  </a:lnTo>
                  <a:cubicBezTo>
                    <a:pt x="97536" y="47903"/>
                    <a:pt x="96157" y="47903"/>
                    <a:pt x="96157" y="46209"/>
                  </a:cubicBezTo>
                  <a:cubicBezTo>
                    <a:pt x="94778" y="46209"/>
                    <a:pt x="94778" y="46209"/>
                    <a:pt x="94778" y="46209"/>
                  </a:cubicBezTo>
                  <a:cubicBezTo>
                    <a:pt x="94778" y="46209"/>
                    <a:pt x="94778" y="46209"/>
                    <a:pt x="93399" y="46209"/>
                  </a:cubicBezTo>
                  <a:cubicBezTo>
                    <a:pt x="92019" y="46209"/>
                    <a:pt x="92019" y="46209"/>
                    <a:pt x="92019" y="46209"/>
                  </a:cubicBezTo>
                  <a:lnTo>
                    <a:pt x="90443" y="46209"/>
                  </a:lnTo>
                  <a:cubicBezTo>
                    <a:pt x="90443" y="44516"/>
                    <a:pt x="90443" y="44516"/>
                    <a:pt x="90443" y="42822"/>
                  </a:cubicBezTo>
                  <a:cubicBezTo>
                    <a:pt x="90443" y="40887"/>
                    <a:pt x="89064" y="40887"/>
                    <a:pt x="89064" y="39193"/>
                  </a:cubicBezTo>
                  <a:cubicBezTo>
                    <a:pt x="89064" y="37500"/>
                    <a:pt x="89064" y="37500"/>
                    <a:pt x="87684" y="35806"/>
                  </a:cubicBezTo>
                  <a:cubicBezTo>
                    <a:pt x="87684" y="34112"/>
                    <a:pt x="87684" y="34112"/>
                    <a:pt x="86305" y="32419"/>
                  </a:cubicBezTo>
                  <a:cubicBezTo>
                    <a:pt x="80788" y="22258"/>
                    <a:pt x="71133" y="13548"/>
                    <a:pt x="59901" y="13548"/>
                  </a:cubicBezTo>
                  <a:cubicBezTo>
                    <a:pt x="48669" y="13548"/>
                    <a:pt x="39014" y="22258"/>
                    <a:pt x="33497" y="32419"/>
                  </a:cubicBezTo>
                  <a:cubicBezTo>
                    <a:pt x="32118" y="34112"/>
                    <a:pt x="32118" y="34112"/>
                    <a:pt x="32118" y="35806"/>
                  </a:cubicBezTo>
                  <a:cubicBezTo>
                    <a:pt x="30738" y="37500"/>
                    <a:pt x="30738" y="37500"/>
                    <a:pt x="30738" y="39193"/>
                  </a:cubicBezTo>
                  <a:cubicBezTo>
                    <a:pt x="30738" y="40887"/>
                    <a:pt x="29359" y="40887"/>
                    <a:pt x="29359" y="42822"/>
                  </a:cubicBezTo>
                  <a:cubicBezTo>
                    <a:pt x="29359" y="44516"/>
                    <a:pt x="29359" y="44516"/>
                    <a:pt x="29359" y="46209"/>
                  </a:cubicBezTo>
                  <a:lnTo>
                    <a:pt x="27783" y="46209"/>
                  </a:lnTo>
                  <a:cubicBezTo>
                    <a:pt x="27783" y="46209"/>
                    <a:pt x="27783" y="46209"/>
                    <a:pt x="26403" y="46209"/>
                  </a:cubicBezTo>
                  <a:cubicBezTo>
                    <a:pt x="25024" y="46209"/>
                    <a:pt x="25024" y="46209"/>
                    <a:pt x="25024" y="46209"/>
                  </a:cubicBezTo>
                  <a:cubicBezTo>
                    <a:pt x="25024" y="46209"/>
                    <a:pt x="25024" y="46209"/>
                    <a:pt x="23645" y="46209"/>
                  </a:cubicBezTo>
                  <a:cubicBezTo>
                    <a:pt x="23645" y="47903"/>
                    <a:pt x="22266" y="47903"/>
                    <a:pt x="22266" y="47903"/>
                  </a:cubicBezTo>
                  <a:lnTo>
                    <a:pt x="20886" y="47903"/>
                  </a:lnTo>
                  <a:lnTo>
                    <a:pt x="19507" y="49596"/>
                  </a:lnTo>
                  <a:lnTo>
                    <a:pt x="18128" y="49596"/>
                  </a:lnTo>
                  <a:cubicBezTo>
                    <a:pt x="18128" y="51290"/>
                    <a:pt x="18128" y="51290"/>
                    <a:pt x="16748" y="51290"/>
                  </a:cubicBezTo>
                  <a:cubicBezTo>
                    <a:pt x="13990" y="54677"/>
                    <a:pt x="11231" y="59758"/>
                    <a:pt x="11231" y="66774"/>
                  </a:cubicBezTo>
                  <a:cubicBezTo>
                    <a:pt x="11231" y="78629"/>
                    <a:pt x="19507" y="87096"/>
                    <a:pt x="27783" y="87096"/>
                  </a:cubicBezTo>
                  <a:cubicBezTo>
                    <a:pt x="32118" y="87096"/>
                    <a:pt x="33497" y="90725"/>
                    <a:pt x="33497" y="94112"/>
                  </a:cubicBezTo>
                  <a:cubicBezTo>
                    <a:pt x="33497" y="97500"/>
                    <a:pt x="32118" y="100887"/>
                    <a:pt x="27783" y="100887"/>
                  </a:cubicBezTo>
                  <a:cubicBezTo>
                    <a:pt x="12610" y="100887"/>
                    <a:pt x="0" y="85403"/>
                    <a:pt x="0" y="66774"/>
                  </a:cubicBezTo>
                  <a:cubicBezTo>
                    <a:pt x="0" y="51290"/>
                    <a:pt x="8472" y="37500"/>
                    <a:pt x="19507" y="34112"/>
                  </a:cubicBezTo>
                  <a:cubicBezTo>
                    <a:pt x="26403" y="13548"/>
                    <a:pt x="41773" y="0"/>
                    <a:pt x="59901" y="0"/>
                  </a:cubicBezTo>
                  <a:cubicBezTo>
                    <a:pt x="78029" y="0"/>
                    <a:pt x="93399" y="13548"/>
                    <a:pt x="100295" y="34112"/>
                  </a:cubicBezTo>
                  <a:cubicBezTo>
                    <a:pt x="111330" y="37500"/>
                    <a:pt x="119802" y="51290"/>
                    <a:pt x="119802" y="66774"/>
                  </a:cubicBezTo>
                  <a:cubicBezTo>
                    <a:pt x="119802" y="85403"/>
                    <a:pt x="107192" y="100887"/>
                    <a:pt x="92019" y="100887"/>
                  </a:cubicBezTo>
                  <a:close/>
                  <a:moveTo>
                    <a:pt x="44532" y="87096"/>
                  </a:moveTo>
                  <a:lnTo>
                    <a:pt x="44532" y="87096"/>
                  </a:lnTo>
                  <a:cubicBezTo>
                    <a:pt x="45911" y="87096"/>
                    <a:pt x="47290" y="87096"/>
                    <a:pt x="48669" y="88790"/>
                  </a:cubicBezTo>
                  <a:cubicBezTo>
                    <a:pt x="58522" y="100887"/>
                    <a:pt x="58522" y="100887"/>
                    <a:pt x="58522" y="100887"/>
                  </a:cubicBezTo>
                  <a:cubicBezTo>
                    <a:pt x="75270" y="71854"/>
                    <a:pt x="75270" y="71854"/>
                    <a:pt x="75270" y="71854"/>
                  </a:cubicBezTo>
                  <a:cubicBezTo>
                    <a:pt x="76650" y="70161"/>
                    <a:pt x="78029" y="68467"/>
                    <a:pt x="80788" y="68467"/>
                  </a:cubicBezTo>
                  <a:cubicBezTo>
                    <a:pt x="83546" y="68467"/>
                    <a:pt x="86305" y="71854"/>
                    <a:pt x="86305" y="75241"/>
                  </a:cubicBezTo>
                  <a:cubicBezTo>
                    <a:pt x="86305" y="76935"/>
                    <a:pt x="84926" y="78629"/>
                    <a:pt x="84926" y="80322"/>
                  </a:cubicBezTo>
                  <a:cubicBezTo>
                    <a:pt x="64039" y="116129"/>
                    <a:pt x="64039" y="116129"/>
                    <a:pt x="64039" y="116129"/>
                  </a:cubicBezTo>
                  <a:cubicBezTo>
                    <a:pt x="64039" y="118064"/>
                    <a:pt x="61280" y="119758"/>
                    <a:pt x="59901" y="119758"/>
                  </a:cubicBezTo>
                  <a:cubicBezTo>
                    <a:pt x="58522" y="119758"/>
                    <a:pt x="57142" y="118064"/>
                    <a:pt x="55763" y="116129"/>
                  </a:cubicBezTo>
                  <a:cubicBezTo>
                    <a:pt x="41773" y="99193"/>
                    <a:pt x="41773" y="99193"/>
                    <a:pt x="41773" y="99193"/>
                  </a:cubicBezTo>
                  <a:cubicBezTo>
                    <a:pt x="40394" y="97500"/>
                    <a:pt x="39014" y="95806"/>
                    <a:pt x="39014" y="94112"/>
                  </a:cubicBezTo>
                  <a:cubicBezTo>
                    <a:pt x="39014" y="90725"/>
                    <a:pt x="41773" y="87096"/>
                    <a:pt x="44532" y="870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8" name="Shape 4878"/>
            <p:cNvSpPr/>
            <p:nvPr/>
          </p:nvSpPr>
          <p:spPr>
            <a:xfrm>
              <a:off x="1524564" y="1740503"/>
              <a:ext cx="289909" cy="2010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495" y="119712"/>
                  </a:moveTo>
                  <a:lnTo>
                    <a:pt x="91495" y="119712"/>
                  </a:lnTo>
                  <a:cubicBezTo>
                    <a:pt x="28106" y="119712"/>
                    <a:pt x="28106" y="119712"/>
                    <a:pt x="28106" y="119712"/>
                  </a:cubicBezTo>
                  <a:cubicBezTo>
                    <a:pt x="12757" y="119712"/>
                    <a:pt x="0" y="101339"/>
                    <a:pt x="0" y="79234"/>
                  </a:cubicBezTo>
                  <a:cubicBezTo>
                    <a:pt x="0" y="60861"/>
                    <a:pt x="8372" y="44497"/>
                    <a:pt x="19734" y="40478"/>
                  </a:cubicBezTo>
                  <a:cubicBezTo>
                    <a:pt x="26710" y="16076"/>
                    <a:pt x="42259" y="0"/>
                    <a:pt x="60598" y="0"/>
                  </a:cubicBezTo>
                  <a:cubicBezTo>
                    <a:pt x="78936" y="0"/>
                    <a:pt x="94485" y="16076"/>
                    <a:pt x="100066" y="40478"/>
                  </a:cubicBezTo>
                  <a:cubicBezTo>
                    <a:pt x="111229" y="44497"/>
                    <a:pt x="119800" y="60861"/>
                    <a:pt x="119800" y="79234"/>
                  </a:cubicBezTo>
                  <a:cubicBezTo>
                    <a:pt x="119800" y="101339"/>
                    <a:pt x="107043" y="119712"/>
                    <a:pt x="91495" y="119712"/>
                  </a:cubicBezTo>
                  <a:close/>
                  <a:moveTo>
                    <a:pt x="102857" y="60861"/>
                  </a:moveTo>
                  <a:lnTo>
                    <a:pt x="102857" y="60861"/>
                  </a:lnTo>
                  <a:cubicBezTo>
                    <a:pt x="102857" y="60861"/>
                    <a:pt x="102857" y="60861"/>
                    <a:pt x="101461" y="58851"/>
                  </a:cubicBezTo>
                  <a:cubicBezTo>
                    <a:pt x="100066" y="58851"/>
                    <a:pt x="100066" y="56842"/>
                    <a:pt x="100066" y="56842"/>
                  </a:cubicBezTo>
                  <a:cubicBezTo>
                    <a:pt x="100066" y="56842"/>
                    <a:pt x="100066" y="56842"/>
                    <a:pt x="98671" y="56842"/>
                  </a:cubicBezTo>
                  <a:cubicBezTo>
                    <a:pt x="98671" y="56842"/>
                    <a:pt x="98671" y="56842"/>
                    <a:pt x="97275" y="56842"/>
                  </a:cubicBezTo>
                  <a:cubicBezTo>
                    <a:pt x="97275" y="56842"/>
                    <a:pt x="97275" y="56842"/>
                    <a:pt x="97275" y="54832"/>
                  </a:cubicBezTo>
                  <a:lnTo>
                    <a:pt x="95880" y="54832"/>
                  </a:lnTo>
                  <a:cubicBezTo>
                    <a:pt x="94485" y="54832"/>
                    <a:pt x="94485" y="54832"/>
                    <a:pt x="94485" y="54832"/>
                  </a:cubicBezTo>
                  <a:cubicBezTo>
                    <a:pt x="93089" y="54832"/>
                    <a:pt x="93089" y="54832"/>
                    <a:pt x="91495" y="54832"/>
                  </a:cubicBezTo>
                  <a:cubicBezTo>
                    <a:pt x="91495" y="52822"/>
                    <a:pt x="91495" y="52822"/>
                    <a:pt x="91495" y="50813"/>
                  </a:cubicBezTo>
                  <a:cubicBezTo>
                    <a:pt x="90099" y="50813"/>
                    <a:pt x="90099" y="50813"/>
                    <a:pt x="90099" y="50813"/>
                  </a:cubicBezTo>
                  <a:cubicBezTo>
                    <a:pt x="90099" y="48516"/>
                    <a:pt x="90099" y="48516"/>
                    <a:pt x="90099" y="46507"/>
                  </a:cubicBezTo>
                  <a:cubicBezTo>
                    <a:pt x="88704" y="44497"/>
                    <a:pt x="88704" y="44497"/>
                    <a:pt x="88704" y="42488"/>
                  </a:cubicBezTo>
                  <a:cubicBezTo>
                    <a:pt x="88704" y="40478"/>
                    <a:pt x="87308" y="40478"/>
                    <a:pt x="87308" y="38468"/>
                  </a:cubicBezTo>
                  <a:cubicBezTo>
                    <a:pt x="81727" y="26411"/>
                    <a:pt x="71960" y="16076"/>
                    <a:pt x="60598" y="16076"/>
                  </a:cubicBezTo>
                  <a:cubicBezTo>
                    <a:pt x="47840" y="16076"/>
                    <a:pt x="38073" y="26411"/>
                    <a:pt x="32491" y="38468"/>
                  </a:cubicBezTo>
                  <a:cubicBezTo>
                    <a:pt x="32491" y="40478"/>
                    <a:pt x="32491" y="40478"/>
                    <a:pt x="31096" y="42488"/>
                  </a:cubicBezTo>
                  <a:cubicBezTo>
                    <a:pt x="31096" y="44497"/>
                    <a:pt x="31096" y="44497"/>
                    <a:pt x="31096" y="46507"/>
                  </a:cubicBezTo>
                  <a:cubicBezTo>
                    <a:pt x="31096" y="46507"/>
                    <a:pt x="31096" y="46507"/>
                    <a:pt x="29501" y="46507"/>
                  </a:cubicBezTo>
                  <a:cubicBezTo>
                    <a:pt x="29501" y="48516"/>
                    <a:pt x="29501" y="48516"/>
                    <a:pt x="29501" y="50813"/>
                  </a:cubicBezTo>
                  <a:cubicBezTo>
                    <a:pt x="29501" y="52822"/>
                    <a:pt x="28106" y="52822"/>
                    <a:pt x="28106" y="54832"/>
                  </a:cubicBezTo>
                  <a:lnTo>
                    <a:pt x="26710" y="54832"/>
                  </a:lnTo>
                  <a:cubicBezTo>
                    <a:pt x="26710" y="54832"/>
                    <a:pt x="26710" y="54832"/>
                    <a:pt x="25315" y="54832"/>
                  </a:cubicBezTo>
                  <a:cubicBezTo>
                    <a:pt x="23920" y="54832"/>
                    <a:pt x="23920" y="54832"/>
                    <a:pt x="23920" y="54832"/>
                  </a:cubicBezTo>
                  <a:cubicBezTo>
                    <a:pt x="22524" y="56842"/>
                    <a:pt x="22524" y="56842"/>
                    <a:pt x="22524" y="56842"/>
                  </a:cubicBezTo>
                  <a:cubicBezTo>
                    <a:pt x="21129" y="56842"/>
                    <a:pt x="21129" y="56842"/>
                    <a:pt x="21129" y="56842"/>
                  </a:cubicBezTo>
                  <a:cubicBezTo>
                    <a:pt x="19734" y="56842"/>
                    <a:pt x="19734" y="58851"/>
                    <a:pt x="19734" y="58851"/>
                  </a:cubicBezTo>
                  <a:cubicBezTo>
                    <a:pt x="18338" y="58851"/>
                    <a:pt x="18338" y="58851"/>
                    <a:pt x="18338" y="58851"/>
                  </a:cubicBezTo>
                  <a:cubicBezTo>
                    <a:pt x="18338" y="60861"/>
                    <a:pt x="16943" y="60861"/>
                    <a:pt x="16943" y="60861"/>
                  </a:cubicBezTo>
                  <a:cubicBezTo>
                    <a:pt x="14152" y="64880"/>
                    <a:pt x="11362" y="70909"/>
                    <a:pt x="11362" y="79234"/>
                  </a:cubicBezTo>
                  <a:cubicBezTo>
                    <a:pt x="11362" y="93301"/>
                    <a:pt x="18338" y="103349"/>
                    <a:pt x="28106" y="103349"/>
                  </a:cubicBezTo>
                  <a:cubicBezTo>
                    <a:pt x="91495" y="103349"/>
                    <a:pt x="91495" y="103349"/>
                    <a:pt x="91495" y="103349"/>
                  </a:cubicBezTo>
                  <a:cubicBezTo>
                    <a:pt x="101461" y="103349"/>
                    <a:pt x="108438" y="93301"/>
                    <a:pt x="108438" y="79234"/>
                  </a:cubicBezTo>
                  <a:cubicBezTo>
                    <a:pt x="108438" y="70909"/>
                    <a:pt x="107043" y="64880"/>
                    <a:pt x="102857" y="608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30994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30724" y="1627112"/>
            <a:ext cx="10072706" cy="3603614"/>
            <a:chOff x="1030724" y="1627112"/>
            <a:chExt cx="10072706" cy="3603614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056" name="Shape 5056"/>
            <p:cNvSpPr/>
            <p:nvPr/>
          </p:nvSpPr>
          <p:spPr>
            <a:xfrm>
              <a:off x="7590238" y="2210851"/>
              <a:ext cx="245107" cy="196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837" y="12134"/>
                  </a:moveTo>
                  <a:lnTo>
                    <a:pt x="107837" y="12134"/>
                  </a:lnTo>
                  <a:cubicBezTo>
                    <a:pt x="95945" y="0"/>
                    <a:pt x="79189" y="0"/>
                    <a:pt x="67027" y="12134"/>
                  </a:cubicBezTo>
                  <a:cubicBezTo>
                    <a:pt x="59729" y="20898"/>
                    <a:pt x="59729" y="20898"/>
                    <a:pt x="59729" y="20898"/>
                  </a:cubicBezTo>
                  <a:cubicBezTo>
                    <a:pt x="52702" y="12134"/>
                    <a:pt x="52702" y="12134"/>
                    <a:pt x="52702" y="12134"/>
                  </a:cubicBezTo>
                  <a:cubicBezTo>
                    <a:pt x="40810" y="0"/>
                    <a:pt x="24054" y="0"/>
                    <a:pt x="12162" y="12134"/>
                  </a:cubicBezTo>
                  <a:cubicBezTo>
                    <a:pt x="0" y="26966"/>
                    <a:pt x="0" y="50898"/>
                    <a:pt x="12162" y="62696"/>
                  </a:cubicBezTo>
                  <a:cubicBezTo>
                    <a:pt x="59729" y="119662"/>
                    <a:pt x="59729" y="119662"/>
                    <a:pt x="59729" y="119662"/>
                  </a:cubicBezTo>
                  <a:cubicBezTo>
                    <a:pt x="107837" y="62696"/>
                    <a:pt x="107837" y="62696"/>
                    <a:pt x="107837" y="62696"/>
                  </a:cubicBezTo>
                  <a:cubicBezTo>
                    <a:pt x="119729" y="50898"/>
                    <a:pt x="119729" y="26966"/>
                    <a:pt x="107837" y="12134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57" name="Shape 5057"/>
            <p:cNvSpPr/>
            <p:nvPr/>
          </p:nvSpPr>
          <p:spPr>
            <a:xfrm>
              <a:off x="3279478" y="2201121"/>
              <a:ext cx="136170" cy="219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240" y="0"/>
                  </a:moveTo>
                  <a:lnTo>
                    <a:pt x="60240" y="0"/>
                  </a:lnTo>
                  <a:cubicBezTo>
                    <a:pt x="25542" y="0"/>
                    <a:pt x="0" y="16200"/>
                    <a:pt x="0" y="37500"/>
                  </a:cubicBezTo>
                  <a:cubicBezTo>
                    <a:pt x="0" y="72000"/>
                    <a:pt x="60240" y="119700"/>
                    <a:pt x="60240" y="119700"/>
                  </a:cubicBezTo>
                  <a:cubicBezTo>
                    <a:pt x="60240" y="119700"/>
                    <a:pt x="119518" y="72000"/>
                    <a:pt x="119518" y="37500"/>
                  </a:cubicBezTo>
                  <a:cubicBezTo>
                    <a:pt x="119518" y="16200"/>
                    <a:pt x="93975" y="0"/>
                    <a:pt x="60240" y="0"/>
                  </a:cubicBezTo>
                  <a:close/>
                  <a:moveTo>
                    <a:pt x="60240" y="58800"/>
                  </a:moveTo>
                  <a:lnTo>
                    <a:pt x="60240" y="58800"/>
                  </a:lnTo>
                  <a:cubicBezTo>
                    <a:pt x="42409" y="58800"/>
                    <a:pt x="25542" y="48000"/>
                    <a:pt x="25542" y="37500"/>
                  </a:cubicBezTo>
                  <a:cubicBezTo>
                    <a:pt x="25542" y="26700"/>
                    <a:pt x="42409" y="16200"/>
                    <a:pt x="60240" y="16200"/>
                  </a:cubicBezTo>
                  <a:cubicBezTo>
                    <a:pt x="76626" y="16200"/>
                    <a:pt x="93975" y="26700"/>
                    <a:pt x="93975" y="37500"/>
                  </a:cubicBezTo>
                  <a:cubicBezTo>
                    <a:pt x="93975" y="48000"/>
                    <a:pt x="76626" y="58800"/>
                    <a:pt x="60240" y="588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58" name="Shape 5058"/>
            <p:cNvSpPr/>
            <p:nvPr/>
          </p:nvSpPr>
          <p:spPr>
            <a:xfrm>
              <a:off x="3758019" y="2201121"/>
              <a:ext cx="274286" cy="219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585" y="21300"/>
                  </a:moveTo>
                  <a:lnTo>
                    <a:pt x="117585" y="21300"/>
                  </a:lnTo>
                  <a:cubicBezTo>
                    <a:pt x="89818" y="0"/>
                    <a:pt x="89818" y="0"/>
                    <a:pt x="89818" y="0"/>
                  </a:cubicBezTo>
                  <a:cubicBezTo>
                    <a:pt x="87645" y="0"/>
                    <a:pt x="87645" y="0"/>
                    <a:pt x="85472" y="0"/>
                  </a:cubicBezTo>
                  <a:cubicBezTo>
                    <a:pt x="59879" y="21300"/>
                    <a:pt x="59879" y="21300"/>
                    <a:pt x="59879" y="21300"/>
                  </a:cubicBezTo>
                  <a:cubicBezTo>
                    <a:pt x="34285" y="0"/>
                    <a:pt x="34285" y="0"/>
                    <a:pt x="34285" y="0"/>
                  </a:cubicBezTo>
                  <a:cubicBezTo>
                    <a:pt x="31871" y="0"/>
                    <a:pt x="31871" y="0"/>
                    <a:pt x="29698" y="0"/>
                  </a:cubicBezTo>
                  <a:cubicBezTo>
                    <a:pt x="1931" y="21300"/>
                    <a:pt x="1931" y="21300"/>
                    <a:pt x="1931" y="21300"/>
                  </a:cubicBezTo>
                  <a:cubicBezTo>
                    <a:pt x="0" y="24000"/>
                    <a:pt x="0" y="24000"/>
                    <a:pt x="0" y="26700"/>
                  </a:cubicBezTo>
                  <a:cubicBezTo>
                    <a:pt x="0" y="114600"/>
                    <a:pt x="0" y="114600"/>
                    <a:pt x="0" y="114600"/>
                  </a:cubicBezTo>
                  <a:cubicBezTo>
                    <a:pt x="0" y="114600"/>
                    <a:pt x="0" y="117000"/>
                    <a:pt x="1931" y="117000"/>
                  </a:cubicBezTo>
                  <a:cubicBezTo>
                    <a:pt x="1931" y="119700"/>
                    <a:pt x="4104" y="119700"/>
                    <a:pt x="6277" y="117000"/>
                  </a:cubicBezTo>
                  <a:cubicBezTo>
                    <a:pt x="31871" y="98400"/>
                    <a:pt x="31871" y="98400"/>
                    <a:pt x="31871" y="98400"/>
                  </a:cubicBezTo>
                  <a:cubicBezTo>
                    <a:pt x="57706" y="117000"/>
                    <a:pt x="57706" y="117000"/>
                    <a:pt x="57706" y="117000"/>
                  </a:cubicBezTo>
                  <a:cubicBezTo>
                    <a:pt x="59879" y="119700"/>
                    <a:pt x="59879" y="119700"/>
                    <a:pt x="62052" y="117000"/>
                  </a:cubicBezTo>
                  <a:cubicBezTo>
                    <a:pt x="87645" y="98400"/>
                    <a:pt x="87645" y="98400"/>
                    <a:pt x="87645" y="98400"/>
                  </a:cubicBezTo>
                  <a:cubicBezTo>
                    <a:pt x="113480" y="117000"/>
                    <a:pt x="113480" y="117000"/>
                    <a:pt x="113480" y="117000"/>
                  </a:cubicBezTo>
                  <a:cubicBezTo>
                    <a:pt x="113480" y="119700"/>
                    <a:pt x="115412" y="119700"/>
                    <a:pt x="115412" y="119700"/>
                  </a:cubicBezTo>
                  <a:cubicBezTo>
                    <a:pt x="115412" y="119700"/>
                    <a:pt x="117585" y="119700"/>
                    <a:pt x="117585" y="117000"/>
                  </a:cubicBezTo>
                  <a:cubicBezTo>
                    <a:pt x="119758" y="117000"/>
                    <a:pt x="119758" y="114600"/>
                    <a:pt x="119758" y="114600"/>
                  </a:cubicBezTo>
                  <a:cubicBezTo>
                    <a:pt x="119758" y="26700"/>
                    <a:pt x="119758" y="26700"/>
                    <a:pt x="119758" y="26700"/>
                  </a:cubicBezTo>
                  <a:cubicBezTo>
                    <a:pt x="119758" y="24000"/>
                    <a:pt x="119758" y="24000"/>
                    <a:pt x="117585" y="21300"/>
                  </a:cubicBezTo>
                  <a:close/>
                  <a:moveTo>
                    <a:pt x="27766" y="87900"/>
                  </a:moveTo>
                  <a:lnTo>
                    <a:pt x="27766" y="87900"/>
                  </a:lnTo>
                  <a:cubicBezTo>
                    <a:pt x="8450" y="103800"/>
                    <a:pt x="8450" y="103800"/>
                    <a:pt x="8450" y="103800"/>
                  </a:cubicBezTo>
                  <a:cubicBezTo>
                    <a:pt x="8450" y="29400"/>
                    <a:pt x="8450" y="29400"/>
                    <a:pt x="8450" y="29400"/>
                  </a:cubicBezTo>
                  <a:cubicBezTo>
                    <a:pt x="27766" y="13200"/>
                    <a:pt x="27766" y="13200"/>
                    <a:pt x="27766" y="13200"/>
                  </a:cubicBezTo>
                  <a:lnTo>
                    <a:pt x="27766" y="87900"/>
                  </a:lnTo>
                  <a:close/>
                  <a:moveTo>
                    <a:pt x="55533" y="103800"/>
                  </a:moveTo>
                  <a:lnTo>
                    <a:pt x="55533" y="103800"/>
                  </a:lnTo>
                  <a:cubicBezTo>
                    <a:pt x="36217" y="87900"/>
                    <a:pt x="36217" y="87900"/>
                    <a:pt x="36217" y="87900"/>
                  </a:cubicBezTo>
                  <a:cubicBezTo>
                    <a:pt x="36217" y="13200"/>
                    <a:pt x="36217" y="13200"/>
                    <a:pt x="36217" y="13200"/>
                  </a:cubicBezTo>
                  <a:cubicBezTo>
                    <a:pt x="55533" y="29400"/>
                    <a:pt x="55533" y="29400"/>
                    <a:pt x="55533" y="29400"/>
                  </a:cubicBezTo>
                  <a:lnTo>
                    <a:pt x="55533" y="103800"/>
                  </a:lnTo>
                  <a:close/>
                  <a:moveTo>
                    <a:pt x="83299" y="87900"/>
                  </a:moveTo>
                  <a:lnTo>
                    <a:pt x="83299" y="87900"/>
                  </a:lnTo>
                  <a:cubicBezTo>
                    <a:pt x="64225" y="103800"/>
                    <a:pt x="64225" y="103800"/>
                    <a:pt x="64225" y="103800"/>
                  </a:cubicBezTo>
                  <a:cubicBezTo>
                    <a:pt x="64225" y="29400"/>
                    <a:pt x="64225" y="29400"/>
                    <a:pt x="64225" y="29400"/>
                  </a:cubicBezTo>
                  <a:cubicBezTo>
                    <a:pt x="83299" y="13200"/>
                    <a:pt x="83299" y="13200"/>
                    <a:pt x="83299" y="13200"/>
                  </a:cubicBezTo>
                  <a:lnTo>
                    <a:pt x="83299" y="87900"/>
                  </a:lnTo>
                  <a:close/>
                  <a:moveTo>
                    <a:pt x="111307" y="103800"/>
                  </a:moveTo>
                  <a:lnTo>
                    <a:pt x="111307" y="103800"/>
                  </a:lnTo>
                  <a:cubicBezTo>
                    <a:pt x="91750" y="87900"/>
                    <a:pt x="91750" y="87900"/>
                    <a:pt x="91750" y="87900"/>
                  </a:cubicBezTo>
                  <a:cubicBezTo>
                    <a:pt x="91750" y="13200"/>
                    <a:pt x="91750" y="13200"/>
                    <a:pt x="91750" y="13200"/>
                  </a:cubicBezTo>
                  <a:cubicBezTo>
                    <a:pt x="111307" y="29400"/>
                    <a:pt x="111307" y="29400"/>
                    <a:pt x="111307" y="29400"/>
                  </a:cubicBezTo>
                  <a:lnTo>
                    <a:pt x="111307" y="1038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59" name="Shape 5059"/>
            <p:cNvSpPr/>
            <p:nvPr/>
          </p:nvSpPr>
          <p:spPr>
            <a:xfrm>
              <a:off x="2122032" y="2201122"/>
              <a:ext cx="272340" cy="21598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638" y="103427"/>
                  </a:moveTo>
                  <a:lnTo>
                    <a:pt x="89638" y="103427"/>
                  </a:lnTo>
                  <a:cubicBezTo>
                    <a:pt x="12771" y="103427"/>
                    <a:pt x="12771" y="103427"/>
                    <a:pt x="12771" y="103427"/>
                  </a:cubicBezTo>
                  <a:cubicBezTo>
                    <a:pt x="12771" y="35601"/>
                    <a:pt x="12771" y="35601"/>
                    <a:pt x="12771" y="35601"/>
                  </a:cubicBezTo>
                  <a:cubicBezTo>
                    <a:pt x="27951" y="35601"/>
                    <a:pt x="27951" y="35601"/>
                    <a:pt x="27951" y="35601"/>
                  </a:cubicBezTo>
                  <a:cubicBezTo>
                    <a:pt x="27951" y="35601"/>
                    <a:pt x="32048" y="30076"/>
                    <a:pt x="40722" y="21790"/>
                  </a:cubicBezTo>
                  <a:cubicBezTo>
                    <a:pt x="6506" y="21790"/>
                    <a:pt x="6506" y="21790"/>
                    <a:pt x="6506" y="21790"/>
                  </a:cubicBezTo>
                  <a:cubicBezTo>
                    <a:pt x="2168" y="21790"/>
                    <a:pt x="0" y="24552"/>
                    <a:pt x="0" y="27314"/>
                  </a:cubicBezTo>
                  <a:cubicBezTo>
                    <a:pt x="0" y="111406"/>
                    <a:pt x="0" y="111406"/>
                    <a:pt x="0" y="111406"/>
                  </a:cubicBezTo>
                  <a:cubicBezTo>
                    <a:pt x="0" y="117237"/>
                    <a:pt x="2168" y="119693"/>
                    <a:pt x="6506" y="119693"/>
                  </a:cubicBezTo>
                  <a:cubicBezTo>
                    <a:pt x="96144" y="119693"/>
                    <a:pt x="96144" y="119693"/>
                    <a:pt x="96144" y="119693"/>
                  </a:cubicBezTo>
                  <a:cubicBezTo>
                    <a:pt x="98313" y="119693"/>
                    <a:pt x="102650" y="117237"/>
                    <a:pt x="102650" y="111406"/>
                  </a:cubicBezTo>
                  <a:cubicBezTo>
                    <a:pt x="102650" y="84398"/>
                    <a:pt x="102650" y="84398"/>
                    <a:pt x="102650" y="84398"/>
                  </a:cubicBezTo>
                  <a:cubicBezTo>
                    <a:pt x="89638" y="95140"/>
                    <a:pt x="89638" y="95140"/>
                    <a:pt x="89638" y="95140"/>
                  </a:cubicBezTo>
                  <a:lnTo>
                    <a:pt x="89638" y="103427"/>
                  </a:lnTo>
                  <a:close/>
                  <a:moveTo>
                    <a:pt x="79036" y="51867"/>
                  </a:moveTo>
                  <a:lnTo>
                    <a:pt x="79036" y="51867"/>
                  </a:lnTo>
                  <a:cubicBezTo>
                    <a:pt x="79036" y="78874"/>
                    <a:pt x="79036" y="78874"/>
                    <a:pt x="79036" y="78874"/>
                  </a:cubicBezTo>
                  <a:cubicBezTo>
                    <a:pt x="119759" y="38363"/>
                    <a:pt x="119759" y="38363"/>
                    <a:pt x="119759" y="38363"/>
                  </a:cubicBezTo>
                  <a:cubicBezTo>
                    <a:pt x="79036" y="0"/>
                    <a:pt x="79036" y="0"/>
                    <a:pt x="79036" y="0"/>
                  </a:cubicBezTo>
                  <a:cubicBezTo>
                    <a:pt x="79036" y="24552"/>
                    <a:pt x="79036" y="24552"/>
                    <a:pt x="79036" y="24552"/>
                  </a:cubicBezTo>
                  <a:cubicBezTo>
                    <a:pt x="32048" y="24552"/>
                    <a:pt x="32048" y="84398"/>
                    <a:pt x="32048" y="84398"/>
                  </a:cubicBezTo>
                  <a:cubicBezTo>
                    <a:pt x="44819" y="57391"/>
                    <a:pt x="53493" y="51867"/>
                    <a:pt x="79036" y="518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0" name="Shape 5060"/>
            <p:cNvSpPr/>
            <p:nvPr/>
          </p:nvSpPr>
          <p:spPr>
            <a:xfrm>
              <a:off x="4308537" y="2175826"/>
              <a:ext cx="264560" cy="2646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750" y="0"/>
                  </a:moveTo>
                  <a:lnTo>
                    <a:pt x="59750" y="0"/>
                  </a:lnTo>
                  <a:cubicBezTo>
                    <a:pt x="26750" y="2250"/>
                    <a:pt x="0" y="28750"/>
                    <a:pt x="0" y="62000"/>
                  </a:cubicBezTo>
                  <a:cubicBezTo>
                    <a:pt x="0" y="93000"/>
                    <a:pt x="26750" y="119750"/>
                    <a:pt x="59750" y="119750"/>
                  </a:cubicBezTo>
                  <a:cubicBezTo>
                    <a:pt x="93000" y="119750"/>
                    <a:pt x="119750" y="93000"/>
                    <a:pt x="119750" y="60000"/>
                  </a:cubicBezTo>
                  <a:cubicBezTo>
                    <a:pt x="119750" y="26750"/>
                    <a:pt x="90750" y="0"/>
                    <a:pt x="59750" y="0"/>
                  </a:cubicBezTo>
                  <a:close/>
                  <a:moveTo>
                    <a:pt x="59750" y="106500"/>
                  </a:moveTo>
                  <a:lnTo>
                    <a:pt x="59750" y="106500"/>
                  </a:lnTo>
                  <a:cubicBezTo>
                    <a:pt x="35500" y="108500"/>
                    <a:pt x="13250" y="86500"/>
                    <a:pt x="13250" y="62000"/>
                  </a:cubicBezTo>
                  <a:cubicBezTo>
                    <a:pt x="13250" y="35500"/>
                    <a:pt x="33250" y="13250"/>
                    <a:pt x="59750" y="13250"/>
                  </a:cubicBezTo>
                  <a:cubicBezTo>
                    <a:pt x="84000" y="13250"/>
                    <a:pt x="106500" y="33250"/>
                    <a:pt x="106500" y="60000"/>
                  </a:cubicBezTo>
                  <a:cubicBezTo>
                    <a:pt x="106500" y="86500"/>
                    <a:pt x="86250" y="106500"/>
                    <a:pt x="59750" y="106500"/>
                  </a:cubicBezTo>
                  <a:close/>
                  <a:moveTo>
                    <a:pt x="30750" y="88500"/>
                  </a:moveTo>
                  <a:lnTo>
                    <a:pt x="30750" y="88500"/>
                  </a:lnTo>
                  <a:cubicBezTo>
                    <a:pt x="30750" y="88500"/>
                    <a:pt x="59750" y="84250"/>
                    <a:pt x="70750" y="73250"/>
                  </a:cubicBezTo>
                  <a:cubicBezTo>
                    <a:pt x="84000" y="60000"/>
                    <a:pt x="88500" y="31000"/>
                    <a:pt x="88500" y="31000"/>
                  </a:cubicBezTo>
                  <a:cubicBezTo>
                    <a:pt x="88500" y="31000"/>
                    <a:pt x="59750" y="35500"/>
                    <a:pt x="46500" y="48750"/>
                  </a:cubicBezTo>
                  <a:cubicBezTo>
                    <a:pt x="35500" y="60000"/>
                    <a:pt x="30750" y="88500"/>
                    <a:pt x="30750" y="88500"/>
                  </a:cubicBezTo>
                  <a:close/>
                  <a:moveTo>
                    <a:pt x="53250" y="53250"/>
                  </a:moveTo>
                  <a:lnTo>
                    <a:pt x="53250" y="53250"/>
                  </a:lnTo>
                  <a:cubicBezTo>
                    <a:pt x="59750" y="48750"/>
                    <a:pt x="68500" y="44500"/>
                    <a:pt x="77500" y="42250"/>
                  </a:cubicBezTo>
                  <a:cubicBezTo>
                    <a:pt x="75250" y="51000"/>
                    <a:pt x="70750" y="62000"/>
                    <a:pt x="66500" y="66500"/>
                  </a:cubicBezTo>
                  <a:cubicBezTo>
                    <a:pt x="62000" y="68750"/>
                    <a:pt x="57500" y="68750"/>
                    <a:pt x="53250" y="66500"/>
                  </a:cubicBezTo>
                  <a:cubicBezTo>
                    <a:pt x="51000" y="62000"/>
                    <a:pt x="51000" y="57750"/>
                    <a:pt x="53250" y="532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1" name="Shape 5061"/>
            <p:cNvSpPr/>
            <p:nvPr/>
          </p:nvSpPr>
          <p:spPr>
            <a:xfrm>
              <a:off x="4868780" y="2185555"/>
              <a:ext cx="243161" cy="24127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864" y="4689"/>
                  </a:moveTo>
                  <a:lnTo>
                    <a:pt x="114864" y="4689"/>
                  </a:lnTo>
                  <a:cubicBezTo>
                    <a:pt x="110270" y="0"/>
                    <a:pt x="107837" y="4689"/>
                    <a:pt x="93243" y="9655"/>
                  </a:cubicBezTo>
                  <a:cubicBezTo>
                    <a:pt x="59729" y="26758"/>
                    <a:pt x="0" y="61241"/>
                    <a:pt x="0" y="61241"/>
                  </a:cubicBezTo>
                  <a:cubicBezTo>
                    <a:pt x="52702" y="68413"/>
                    <a:pt x="52702" y="68413"/>
                    <a:pt x="52702" y="68413"/>
                  </a:cubicBezTo>
                  <a:cubicBezTo>
                    <a:pt x="59729" y="119724"/>
                    <a:pt x="59729" y="119724"/>
                    <a:pt x="59729" y="119724"/>
                  </a:cubicBezTo>
                  <a:cubicBezTo>
                    <a:pt x="59729" y="119724"/>
                    <a:pt x="93243" y="61241"/>
                    <a:pt x="107837" y="24551"/>
                  </a:cubicBezTo>
                  <a:cubicBezTo>
                    <a:pt x="114864" y="12137"/>
                    <a:pt x="119729" y="7172"/>
                    <a:pt x="114864" y="4689"/>
                  </a:cubicBezTo>
                  <a:close/>
                  <a:moveTo>
                    <a:pt x="102972" y="17103"/>
                  </a:moveTo>
                  <a:lnTo>
                    <a:pt x="102972" y="17103"/>
                  </a:lnTo>
                  <a:cubicBezTo>
                    <a:pt x="64594" y="88000"/>
                    <a:pt x="64594" y="88000"/>
                    <a:pt x="64594" y="88000"/>
                  </a:cubicBezTo>
                  <a:cubicBezTo>
                    <a:pt x="62162" y="56275"/>
                    <a:pt x="62162" y="56275"/>
                    <a:pt x="62162" y="56275"/>
                  </a:cubicBezTo>
                  <a:lnTo>
                    <a:pt x="102972" y="171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2" name="Shape 5062"/>
            <p:cNvSpPr/>
            <p:nvPr/>
          </p:nvSpPr>
          <p:spPr>
            <a:xfrm>
              <a:off x="6514494" y="2185556"/>
              <a:ext cx="213981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153" y="81351"/>
                  </a:moveTo>
                  <a:lnTo>
                    <a:pt x="98153" y="81351"/>
                  </a:lnTo>
                  <a:cubicBezTo>
                    <a:pt x="92615" y="81351"/>
                    <a:pt x="87076" y="81351"/>
                    <a:pt x="84307" y="83783"/>
                  </a:cubicBezTo>
                  <a:cubicBezTo>
                    <a:pt x="43692" y="64594"/>
                    <a:pt x="43692" y="64594"/>
                    <a:pt x="43692" y="64594"/>
                  </a:cubicBezTo>
                  <a:cubicBezTo>
                    <a:pt x="43692" y="62162"/>
                    <a:pt x="43692" y="62162"/>
                    <a:pt x="43692" y="60000"/>
                  </a:cubicBezTo>
                  <a:lnTo>
                    <a:pt x="43692" y="57567"/>
                  </a:lnTo>
                  <a:cubicBezTo>
                    <a:pt x="84307" y="35945"/>
                    <a:pt x="84307" y="35945"/>
                    <a:pt x="84307" y="35945"/>
                  </a:cubicBezTo>
                  <a:cubicBezTo>
                    <a:pt x="87076" y="38378"/>
                    <a:pt x="92615" y="40810"/>
                    <a:pt x="98153" y="40810"/>
                  </a:cubicBezTo>
                  <a:cubicBezTo>
                    <a:pt x="111692" y="40810"/>
                    <a:pt x="119692" y="31081"/>
                    <a:pt x="119692" y="18918"/>
                  </a:cubicBezTo>
                  <a:cubicBezTo>
                    <a:pt x="119692" y="9459"/>
                    <a:pt x="111692" y="0"/>
                    <a:pt x="98153" y="0"/>
                  </a:cubicBezTo>
                  <a:cubicBezTo>
                    <a:pt x="84307" y="0"/>
                    <a:pt x="76307" y="9459"/>
                    <a:pt x="76307" y="18918"/>
                  </a:cubicBezTo>
                  <a:cubicBezTo>
                    <a:pt x="76307" y="21621"/>
                    <a:pt x="76307" y="21621"/>
                    <a:pt x="76307" y="24054"/>
                  </a:cubicBezTo>
                  <a:cubicBezTo>
                    <a:pt x="35384" y="45675"/>
                    <a:pt x="35384" y="45675"/>
                    <a:pt x="35384" y="45675"/>
                  </a:cubicBezTo>
                  <a:cubicBezTo>
                    <a:pt x="32923" y="40810"/>
                    <a:pt x="27076" y="40810"/>
                    <a:pt x="21538" y="40810"/>
                  </a:cubicBezTo>
                  <a:cubicBezTo>
                    <a:pt x="8000" y="40810"/>
                    <a:pt x="0" y="50270"/>
                    <a:pt x="0" y="60000"/>
                  </a:cubicBezTo>
                  <a:cubicBezTo>
                    <a:pt x="0" y="71891"/>
                    <a:pt x="8000" y="81351"/>
                    <a:pt x="21538" y="81351"/>
                  </a:cubicBezTo>
                  <a:cubicBezTo>
                    <a:pt x="27076" y="81351"/>
                    <a:pt x="32923" y="78918"/>
                    <a:pt x="35384" y="76486"/>
                  </a:cubicBezTo>
                  <a:cubicBezTo>
                    <a:pt x="76307" y="98108"/>
                    <a:pt x="76307" y="98108"/>
                    <a:pt x="76307" y="98108"/>
                  </a:cubicBezTo>
                  <a:lnTo>
                    <a:pt x="76307" y="100540"/>
                  </a:lnTo>
                  <a:cubicBezTo>
                    <a:pt x="76307" y="112432"/>
                    <a:pt x="84307" y="119729"/>
                    <a:pt x="98153" y="119729"/>
                  </a:cubicBezTo>
                  <a:cubicBezTo>
                    <a:pt x="111692" y="119729"/>
                    <a:pt x="119692" y="112432"/>
                    <a:pt x="119692" y="100540"/>
                  </a:cubicBezTo>
                  <a:cubicBezTo>
                    <a:pt x="119692" y="88648"/>
                    <a:pt x="111692" y="81351"/>
                    <a:pt x="98153" y="81351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3" name="Shape 5063"/>
            <p:cNvSpPr/>
            <p:nvPr/>
          </p:nvSpPr>
          <p:spPr>
            <a:xfrm>
              <a:off x="1030724" y="2185556"/>
              <a:ext cx="274286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4849" y="90810"/>
                  </a:moveTo>
                  <a:lnTo>
                    <a:pt x="74849" y="90810"/>
                  </a:lnTo>
                  <a:cubicBezTo>
                    <a:pt x="59879" y="83783"/>
                    <a:pt x="53360" y="78918"/>
                    <a:pt x="53360" y="69459"/>
                  </a:cubicBezTo>
                  <a:cubicBezTo>
                    <a:pt x="53360" y="62162"/>
                    <a:pt x="57706" y="64594"/>
                    <a:pt x="59879" y="52702"/>
                  </a:cubicBezTo>
                  <a:cubicBezTo>
                    <a:pt x="62052" y="47837"/>
                    <a:pt x="66156" y="52702"/>
                    <a:pt x="66156" y="40810"/>
                  </a:cubicBezTo>
                  <a:cubicBezTo>
                    <a:pt x="66156" y="35945"/>
                    <a:pt x="64225" y="35945"/>
                    <a:pt x="64225" y="35945"/>
                  </a:cubicBezTo>
                  <a:cubicBezTo>
                    <a:pt x="64225" y="35945"/>
                    <a:pt x="66156" y="28648"/>
                    <a:pt x="66156" y="24054"/>
                  </a:cubicBezTo>
                  <a:cubicBezTo>
                    <a:pt x="66156" y="16756"/>
                    <a:pt x="62052" y="0"/>
                    <a:pt x="42736" y="0"/>
                  </a:cubicBezTo>
                  <a:cubicBezTo>
                    <a:pt x="21247" y="0"/>
                    <a:pt x="16901" y="16756"/>
                    <a:pt x="16901" y="24054"/>
                  </a:cubicBezTo>
                  <a:cubicBezTo>
                    <a:pt x="16901" y="28648"/>
                    <a:pt x="19074" y="35945"/>
                    <a:pt x="19074" y="35945"/>
                  </a:cubicBezTo>
                  <a:cubicBezTo>
                    <a:pt x="19074" y="35945"/>
                    <a:pt x="16901" y="35945"/>
                    <a:pt x="16901" y="40810"/>
                  </a:cubicBezTo>
                  <a:cubicBezTo>
                    <a:pt x="16901" y="52702"/>
                    <a:pt x="21247" y="47837"/>
                    <a:pt x="23420" y="52702"/>
                  </a:cubicBezTo>
                  <a:cubicBezTo>
                    <a:pt x="25593" y="64594"/>
                    <a:pt x="29698" y="62162"/>
                    <a:pt x="29698" y="69459"/>
                  </a:cubicBezTo>
                  <a:cubicBezTo>
                    <a:pt x="29698" y="78918"/>
                    <a:pt x="23420" y="83783"/>
                    <a:pt x="8450" y="90810"/>
                  </a:cubicBezTo>
                  <a:cubicBezTo>
                    <a:pt x="8450" y="90810"/>
                    <a:pt x="4104" y="90810"/>
                    <a:pt x="0" y="93243"/>
                  </a:cubicBezTo>
                  <a:cubicBezTo>
                    <a:pt x="0" y="119729"/>
                    <a:pt x="0" y="119729"/>
                    <a:pt x="0" y="119729"/>
                  </a:cubicBezTo>
                  <a:cubicBezTo>
                    <a:pt x="96096" y="119729"/>
                    <a:pt x="96096" y="119729"/>
                    <a:pt x="96096" y="119729"/>
                  </a:cubicBezTo>
                  <a:cubicBezTo>
                    <a:pt x="96096" y="119729"/>
                    <a:pt x="96096" y="110270"/>
                    <a:pt x="96096" y="107837"/>
                  </a:cubicBezTo>
                  <a:cubicBezTo>
                    <a:pt x="96096" y="102972"/>
                    <a:pt x="89818" y="95675"/>
                    <a:pt x="74849" y="90810"/>
                  </a:cubicBezTo>
                  <a:close/>
                  <a:moveTo>
                    <a:pt x="102615" y="52702"/>
                  </a:moveTo>
                  <a:lnTo>
                    <a:pt x="102615" y="52702"/>
                  </a:lnTo>
                  <a:cubicBezTo>
                    <a:pt x="102615" y="33513"/>
                    <a:pt x="102615" y="33513"/>
                    <a:pt x="102615" y="33513"/>
                  </a:cubicBezTo>
                  <a:cubicBezTo>
                    <a:pt x="89818" y="33513"/>
                    <a:pt x="89818" y="33513"/>
                    <a:pt x="89818" y="33513"/>
                  </a:cubicBezTo>
                  <a:cubicBezTo>
                    <a:pt x="89818" y="52702"/>
                    <a:pt x="89818" y="52702"/>
                    <a:pt x="89818" y="52702"/>
                  </a:cubicBezTo>
                  <a:cubicBezTo>
                    <a:pt x="72676" y="52702"/>
                    <a:pt x="72676" y="52702"/>
                    <a:pt x="72676" y="52702"/>
                  </a:cubicBezTo>
                  <a:cubicBezTo>
                    <a:pt x="72676" y="67027"/>
                    <a:pt x="72676" y="67027"/>
                    <a:pt x="72676" y="67027"/>
                  </a:cubicBezTo>
                  <a:cubicBezTo>
                    <a:pt x="89818" y="67027"/>
                    <a:pt x="89818" y="67027"/>
                    <a:pt x="89818" y="67027"/>
                  </a:cubicBezTo>
                  <a:cubicBezTo>
                    <a:pt x="89818" y="86216"/>
                    <a:pt x="89818" y="86216"/>
                    <a:pt x="89818" y="86216"/>
                  </a:cubicBezTo>
                  <a:cubicBezTo>
                    <a:pt x="102615" y="86216"/>
                    <a:pt x="102615" y="86216"/>
                    <a:pt x="102615" y="86216"/>
                  </a:cubicBezTo>
                  <a:cubicBezTo>
                    <a:pt x="102615" y="67027"/>
                    <a:pt x="102615" y="67027"/>
                    <a:pt x="102615" y="67027"/>
                  </a:cubicBezTo>
                  <a:cubicBezTo>
                    <a:pt x="119758" y="67027"/>
                    <a:pt x="119758" y="67027"/>
                    <a:pt x="119758" y="67027"/>
                  </a:cubicBezTo>
                  <a:cubicBezTo>
                    <a:pt x="119758" y="52702"/>
                    <a:pt x="119758" y="52702"/>
                    <a:pt x="119758" y="52702"/>
                  </a:cubicBezTo>
                  <a:lnTo>
                    <a:pt x="102615" y="527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4" name="Shape 5064"/>
            <p:cNvSpPr/>
            <p:nvPr/>
          </p:nvSpPr>
          <p:spPr>
            <a:xfrm>
              <a:off x="5413461" y="2191393"/>
              <a:ext cx="235380" cy="235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718" y="0"/>
                  </a:moveTo>
                  <a:lnTo>
                    <a:pt x="59718" y="0"/>
                  </a:lnTo>
                  <a:cubicBezTo>
                    <a:pt x="27323" y="0"/>
                    <a:pt x="0" y="27323"/>
                    <a:pt x="0" y="59999"/>
                  </a:cubicBezTo>
                  <a:cubicBezTo>
                    <a:pt x="0" y="94647"/>
                    <a:pt x="27323" y="119718"/>
                    <a:pt x="59718" y="119718"/>
                  </a:cubicBezTo>
                  <a:cubicBezTo>
                    <a:pt x="92112" y="119718"/>
                    <a:pt x="119718" y="94647"/>
                    <a:pt x="119718" y="59999"/>
                  </a:cubicBezTo>
                  <a:cubicBezTo>
                    <a:pt x="119718" y="27323"/>
                    <a:pt x="92112" y="0"/>
                    <a:pt x="59718" y="0"/>
                  </a:cubicBezTo>
                  <a:close/>
                  <a:moveTo>
                    <a:pt x="64507" y="109859"/>
                  </a:moveTo>
                  <a:lnTo>
                    <a:pt x="64507" y="109859"/>
                  </a:lnTo>
                  <a:cubicBezTo>
                    <a:pt x="64507" y="82253"/>
                    <a:pt x="64507" y="82253"/>
                    <a:pt x="64507" y="82253"/>
                  </a:cubicBezTo>
                  <a:cubicBezTo>
                    <a:pt x="54647" y="82253"/>
                    <a:pt x="54647" y="82253"/>
                    <a:pt x="54647" y="82253"/>
                  </a:cubicBezTo>
                  <a:cubicBezTo>
                    <a:pt x="54647" y="109859"/>
                    <a:pt x="54647" y="109859"/>
                    <a:pt x="54647" y="109859"/>
                  </a:cubicBezTo>
                  <a:cubicBezTo>
                    <a:pt x="32112" y="107042"/>
                    <a:pt x="12394" y="87323"/>
                    <a:pt x="9859" y="64788"/>
                  </a:cubicBezTo>
                  <a:cubicBezTo>
                    <a:pt x="37183" y="64788"/>
                    <a:pt x="37183" y="64788"/>
                    <a:pt x="37183" y="64788"/>
                  </a:cubicBezTo>
                  <a:cubicBezTo>
                    <a:pt x="37183" y="54929"/>
                    <a:pt x="37183" y="54929"/>
                    <a:pt x="37183" y="54929"/>
                  </a:cubicBezTo>
                  <a:cubicBezTo>
                    <a:pt x="9859" y="54929"/>
                    <a:pt x="9859" y="54929"/>
                    <a:pt x="9859" y="54929"/>
                  </a:cubicBezTo>
                  <a:cubicBezTo>
                    <a:pt x="12394" y="32394"/>
                    <a:pt x="32112" y="14929"/>
                    <a:pt x="54647" y="12394"/>
                  </a:cubicBezTo>
                  <a:cubicBezTo>
                    <a:pt x="54647" y="40000"/>
                    <a:pt x="54647" y="40000"/>
                    <a:pt x="54647" y="40000"/>
                  </a:cubicBezTo>
                  <a:cubicBezTo>
                    <a:pt x="64507" y="40000"/>
                    <a:pt x="64507" y="40000"/>
                    <a:pt x="64507" y="40000"/>
                  </a:cubicBezTo>
                  <a:cubicBezTo>
                    <a:pt x="64507" y="12394"/>
                    <a:pt x="64507" y="12394"/>
                    <a:pt x="64507" y="12394"/>
                  </a:cubicBezTo>
                  <a:cubicBezTo>
                    <a:pt x="87323" y="14929"/>
                    <a:pt x="107042" y="32394"/>
                    <a:pt x="107042" y="54929"/>
                  </a:cubicBezTo>
                  <a:cubicBezTo>
                    <a:pt x="82253" y="54929"/>
                    <a:pt x="82253" y="54929"/>
                    <a:pt x="82253" y="54929"/>
                  </a:cubicBezTo>
                  <a:cubicBezTo>
                    <a:pt x="82253" y="64788"/>
                    <a:pt x="82253" y="64788"/>
                    <a:pt x="82253" y="64788"/>
                  </a:cubicBezTo>
                  <a:cubicBezTo>
                    <a:pt x="107042" y="64788"/>
                    <a:pt x="107042" y="64788"/>
                    <a:pt x="107042" y="64788"/>
                  </a:cubicBezTo>
                  <a:cubicBezTo>
                    <a:pt x="107042" y="87323"/>
                    <a:pt x="87323" y="107042"/>
                    <a:pt x="64507" y="1098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5" name="Shape 5065"/>
            <p:cNvSpPr/>
            <p:nvPr/>
          </p:nvSpPr>
          <p:spPr>
            <a:xfrm>
              <a:off x="9794250" y="2222525"/>
              <a:ext cx="229543" cy="2315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8564" y="0"/>
                  </a:moveTo>
                  <a:lnTo>
                    <a:pt x="58564" y="0"/>
                  </a:lnTo>
                  <a:cubicBezTo>
                    <a:pt x="25550" y="0"/>
                    <a:pt x="0" y="25323"/>
                    <a:pt x="0" y="58705"/>
                  </a:cubicBezTo>
                  <a:cubicBezTo>
                    <a:pt x="0" y="91798"/>
                    <a:pt x="25550" y="119712"/>
                    <a:pt x="58564" y="119712"/>
                  </a:cubicBezTo>
                  <a:cubicBezTo>
                    <a:pt x="91578" y="119712"/>
                    <a:pt x="119712" y="91798"/>
                    <a:pt x="119712" y="58705"/>
                  </a:cubicBezTo>
                  <a:cubicBezTo>
                    <a:pt x="119712" y="25323"/>
                    <a:pt x="91578" y="0"/>
                    <a:pt x="58564" y="0"/>
                  </a:cubicBezTo>
                  <a:close/>
                  <a:moveTo>
                    <a:pt x="94162" y="50935"/>
                  </a:moveTo>
                  <a:lnTo>
                    <a:pt x="94162" y="50935"/>
                  </a:lnTo>
                  <a:cubicBezTo>
                    <a:pt x="94162" y="66187"/>
                    <a:pt x="94162" y="66187"/>
                    <a:pt x="94162" y="66187"/>
                  </a:cubicBezTo>
                  <a:cubicBezTo>
                    <a:pt x="22966" y="66187"/>
                    <a:pt x="22966" y="66187"/>
                    <a:pt x="22966" y="66187"/>
                  </a:cubicBezTo>
                  <a:cubicBezTo>
                    <a:pt x="22966" y="50935"/>
                    <a:pt x="22966" y="50935"/>
                    <a:pt x="22966" y="50935"/>
                  </a:cubicBezTo>
                  <a:lnTo>
                    <a:pt x="94162" y="509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6" name="Shape 5066"/>
            <p:cNvSpPr/>
            <p:nvPr/>
          </p:nvSpPr>
          <p:spPr>
            <a:xfrm>
              <a:off x="2660876" y="2759565"/>
              <a:ext cx="254834" cy="2548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740" y="2342"/>
                  </a:moveTo>
                  <a:lnTo>
                    <a:pt x="59740" y="2342"/>
                  </a:lnTo>
                  <a:cubicBezTo>
                    <a:pt x="25454" y="2342"/>
                    <a:pt x="0" y="27592"/>
                    <a:pt x="0" y="62212"/>
                  </a:cubicBezTo>
                  <a:cubicBezTo>
                    <a:pt x="0" y="94490"/>
                    <a:pt x="27792" y="119739"/>
                    <a:pt x="59740" y="119739"/>
                  </a:cubicBezTo>
                  <a:cubicBezTo>
                    <a:pt x="94285" y="119739"/>
                    <a:pt x="119740" y="92147"/>
                    <a:pt x="119740" y="59869"/>
                  </a:cubicBezTo>
                  <a:cubicBezTo>
                    <a:pt x="119740" y="27592"/>
                    <a:pt x="92207" y="0"/>
                    <a:pt x="59740" y="2342"/>
                  </a:cubicBezTo>
                  <a:close/>
                  <a:moveTo>
                    <a:pt x="64415" y="20563"/>
                  </a:moveTo>
                  <a:lnTo>
                    <a:pt x="64415" y="20563"/>
                  </a:lnTo>
                  <a:cubicBezTo>
                    <a:pt x="71428" y="20563"/>
                    <a:pt x="73506" y="25249"/>
                    <a:pt x="73506" y="27592"/>
                  </a:cubicBezTo>
                  <a:cubicBezTo>
                    <a:pt x="73506" y="34360"/>
                    <a:pt x="69090" y="39045"/>
                    <a:pt x="62077" y="39045"/>
                  </a:cubicBezTo>
                  <a:cubicBezTo>
                    <a:pt x="57662" y="39045"/>
                    <a:pt x="55324" y="34360"/>
                    <a:pt x="55324" y="29934"/>
                  </a:cubicBezTo>
                  <a:cubicBezTo>
                    <a:pt x="55324" y="27592"/>
                    <a:pt x="57662" y="20563"/>
                    <a:pt x="64415" y="20563"/>
                  </a:cubicBezTo>
                  <a:close/>
                  <a:moveTo>
                    <a:pt x="50649" y="96832"/>
                  </a:moveTo>
                  <a:lnTo>
                    <a:pt x="50649" y="96832"/>
                  </a:lnTo>
                  <a:cubicBezTo>
                    <a:pt x="45974" y="96832"/>
                    <a:pt x="43896" y="94490"/>
                    <a:pt x="45974" y="85119"/>
                  </a:cubicBezTo>
                  <a:cubicBezTo>
                    <a:pt x="50649" y="64555"/>
                    <a:pt x="50649" y="64555"/>
                    <a:pt x="50649" y="64555"/>
                  </a:cubicBezTo>
                  <a:cubicBezTo>
                    <a:pt x="50649" y="62212"/>
                    <a:pt x="50649" y="59869"/>
                    <a:pt x="50649" y="59869"/>
                  </a:cubicBezTo>
                  <a:cubicBezTo>
                    <a:pt x="48311" y="59869"/>
                    <a:pt x="43896" y="62212"/>
                    <a:pt x="41558" y="64555"/>
                  </a:cubicBezTo>
                  <a:cubicBezTo>
                    <a:pt x="39220" y="62212"/>
                    <a:pt x="39220" y="62212"/>
                    <a:pt x="39220" y="62212"/>
                  </a:cubicBezTo>
                  <a:cubicBezTo>
                    <a:pt x="48311" y="53101"/>
                    <a:pt x="59740" y="48156"/>
                    <a:pt x="64415" y="48156"/>
                  </a:cubicBezTo>
                  <a:cubicBezTo>
                    <a:pt x="69090" y="48156"/>
                    <a:pt x="69090" y="53101"/>
                    <a:pt x="69090" y="59869"/>
                  </a:cubicBezTo>
                  <a:cubicBezTo>
                    <a:pt x="62077" y="80694"/>
                    <a:pt x="62077" y="80694"/>
                    <a:pt x="62077" y="80694"/>
                  </a:cubicBezTo>
                  <a:cubicBezTo>
                    <a:pt x="62077" y="85119"/>
                    <a:pt x="62077" y="85119"/>
                    <a:pt x="62077" y="85119"/>
                  </a:cubicBezTo>
                  <a:cubicBezTo>
                    <a:pt x="64415" y="85119"/>
                    <a:pt x="69090" y="85119"/>
                    <a:pt x="71428" y="80694"/>
                  </a:cubicBezTo>
                  <a:cubicBezTo>
                    <a:pt x="73506" y="85119"/>
                    <a:pt x="73506" y="85119"/>
                    <a:pt x="73506" y="85119"/>
                  </a:cubicBezTo>
                  <a:cubicBezTo>
                    <a:pt x="64415" y="94490"/>
                    <a:pt x="55324" y="96832"/>
                    <a:pt x="50649" y="968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7" name="Shape 5067"/>
            <p:cNvSpPr/>
            <p:nvPr/>
          </p:nvSpPr>
          <p:spPr>
            <a:xfrm>
              <a:off x="2697837" y="2140802"/>
              <a:ext cx="128388" cy="2724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068" y="0"/>
                  </a:moveTo>
                  <a:lnTo>
                    <a:pt x="92068" y="0"/>
                  </a:lnTo>
                  <a:cubicBezTo>
                    <a:pt x="110172" y="0"/>
                    <a:pt x="114827" y="6506"/>
                    <a:pt x="114827" y="12771"/>
                  </a:cubicBezTo>
                  <a:cubicBezTo>
                    <a:pt x="114827" y="19277"/>
                    <a:pt x="101379" y="27710"/>
                    <a:pt x="82758" y="27710"/>
                  </a:cubicBezTo>
                  <a:cubicBezTo>
                    <a:pt x="64655" y="27710"/>
                    <a:pt x="55344" y="23373"/>
                    <a:pt x="55344" y="14939"/>
                  </a:cubicBezTo>
                  <a:cubicBezTo>
                    <a:pt x="55344" y="8433"/>
                    <a:pt x="69310" y="0"/>
                    <a:pt x="92068" y="0"/>
                  </a:cubicBezTo>
                  <a:close/>
                  <a:moveTo>
                    <a:pt x="37241" y="119759"/>
                  </a:moveTo>
                  <a:lnTo>
                    <a:pt x="37241" y="119759"/>
                  </a:lnTo>
                  <a:cubicBezTo>
                    <a:pt x="23275" y="119759"/>
                    <a:pt x="14482" y="115180"/>
                    <a:pt x="23275" y="98072"/>
                  </a:cubicBezTo>
                  <a:cubicBezTo>
                    <a:pt x="41896" y="68433"/>
                    <a:pt x="41896" y="68433"/>
                    <a:pt x="41896" y="68433"/>
                  </a:cubicBezTo>
                  <a:cubicBezTo>
                    <a:pt x="41896" y="64096"/>
                    <a:pt x="41896" y="61927"/>
                    <a:pt x="41896" y="61927"/>
                  </a:cubicBezTo>
                  <a:cubicBezTo>
                    <a:pt x="37241" y="61927"/>
                    <a:pt x="19137" y="66265"/>
                    <a:pt x="9827" y="68433"/>
                  </a:cubicBezTo>
                  <a:cubicBezTo>
                    <a:pt x="0" y="64096"/>
                    <a:pt x="0" y="64096"/>
                    <a:pt x="0" y="64096"/>
                  </a:cubicBezTo>
                  <a:cubicBezTo>
                    <a:pt x="32586" y="51325"/>
                    <a:pt x="73965" y="42891"/>
                    <a:pt x="87413" y="42891"/>
                  </a:cubicBezTo>
                  <a:cubicBezTo>
                    <a:pt x="101379" y="42891"/>
                    <a:pt x="106034" y="51325"/>
                    <a:pt x="96724" y="61927"/>
                  </a:cubicBezTo>
                  <a:cubicBezTo>
                    <a:pt x="78103" y="93975"/>
                    <a:pt x="78103" y="93975"/>
                    <a:pt x="78103" y="93975"/>
                  </a:cubicBezTo>
                  <a:cubicBezTo>
                    <a:pt x="78103" y="100240"/>
                    <a:pt x="78103" y="102409"/>
                    <a:pt x="82758" y="102409"/>
                  </a:cubicBezTo>
                  <a:cubicBezTo>
                    <a:pt x="82758" y="102409"/>
                    <a:pt x="96724" y="98072"/>
                    <a:pt x="110172" y="93975"/>
                  </a:cubicBezTo>
                  <a:cubicBezTo>
                    <a:pt x="119482" y="98072"/>
                    <a:pt x="119482" y="98072"/>
                    <a:pt x="119482" y="98072"/>
                  </a:cubicBezTo>
                  <a:cubicBezTo>
                    <a:pt x="87413" y="115180"/>
                    <a:pt x="50689" y="119759"/>
                    <a:pt x="37241" y="1197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8" name="Shape 5068"/>
            <p:cNvSpPr/>
            <p:nvPr/>
          </p:nvSpPr>
          <p:spPr>
            <a:xfrm>
              <a:off x="9210663" y="2759566"/>
              <a:ext cx="231489" cy="2296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1294" y="0"/>
                  </a:moveTo>
                  <a:lnTo>
                    <a:pt x="61294" y="0"/>
                  </a:lnTo>
                  <a:cubicBezTo>
                    <a:pt x="27913" y="0"/>
                    <a:pt x="0" y="25611"/>
                    <a:pt x="0" y="58705"/>
                  </a:cubicBezTo>
                  <a:cubicBezTo>
                    <a:pt x="0" y="91798"/>
                    <a:pt x="27913" y="119712"/>
                    <a:pt x="61294" y="119712"/>
                  </a:cubicBezTo>
                  <a:cubicBezTo>
                    <a:pt x="94388" y="119712"/>
                    <a:pt x="119712" y="91798"/>
                    <a:pt x="119712" y="58705"/>
                  </a:cubicBezTo>
                  <a:cubicBezTo>
                    <a:pt x="119712" y="25611"/>
                    <a:pt x="94388" y="0"/>
                    <a:pt x="61294" y="0"/>
                  </a:cubicBezTo>
                  <a:close/>
                  <a:moveTo>
                    <a:pt x="73956" y="58705"/>
                  </a:moveTo>
                  <a:lnTo>
                    <a:pt x="73956" y="58705"/>
                  </a:lnTo>
                  <a:cubicBezTo>
                    <a:pt x="94388" y="81726"/>
                    <a:pt x="94388" y="81726"/>
                    <a:pt x="94388" y="81726"/>
                  </a:cubicBezTo>
                  <a:cubicBezTo>
                    <a:pt x="81726" y="94388"/>
                    <a:pt x="81726" y="94388"/>
                    <a:pt x="81726" y="94388"/>
                  </a:cubicBezTo>
                  <a:cubicBezTo>
                    <a:pt x="61294" y="71366"/>
                    <a:pt x="61294" y="71366"/>
                    <a:pt x="61294" y="71366"/>
                  </a:cubicBezTo>
                  <a:cubicBezTo>
                    <a:pt x="37985" y="94388"/>
                    <a:pt x="37985" y="94388"/>
                    <a:pt x="37985" y="94388"/>
                  </a:cubicBezTo>
                  <a:cubicBezTo>
                    <a:pt x="25323" y="81726"/>
                    <a:pt x="25323" y="81726"/>
                    <a:pt x="25323" y="81726"/>
                  </a:cubicBezTo>
                  <a:cubicBezTo>
                    <a:pt x="48345" y="58705"/>
                    <a:pt x="48345" y="58705"/>
                    <a:pt x="48345" y="58705"/>
                  </a:cubicBezTo>
                  <a:cubicBezTo>
                    <a:pt x="25323" y="38561"/>
                    <a:pt x="25323" y="38561"/>
                    <a:pt x="25323" y="38561"/>
                  </a:cubicBezTo>
                  <a:cubicBezTo>
                    <a:pt x="37985" y="25611"/>
                    <a:pt x="37985" y="25611"/>
                    <a:pt x="37985" y="25611"/>
                  </a:cubicBezTo>
                  <a:cubicBezTo>
                    <a:pt x="61294" y="45755"/>
                    <a:pt x="61294" y="45755"/>
                    <a:pt x="61294" y="45755"/>
                  </a:cubicBezTo>
                  <a:cubicBezTo>
                    <a:pt x="81726" y="25611"/>
                    <a:pt x="81726" y="25611"/>
                    <a:pt x="81726" y="25611"/>
                  </a:cubicBezTo>
                  <a:cubicBezTo>
                    <a:pt x="94388" y="38561"/>
                    <a:pt x="94388" y="38561"/>
                    <a:pt x="94388" y="38561"/>
                  </a:cubicBezTo>
                  <a:lnTo>
                    <a:pt x="73956" y="5870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9" name="Shape 5069"/>
            <p:cNvSpPr/>
            <p:nvPr/>
          </p:nvSpPr>
          <p:spPr>
            <a:xfrm>
              <a:off x="4862943" y="2732324"/>
              <a:ext cx="254834" cy="2548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130" y="2342"/>
                  </a:moveTo>
                  <a:lnTo>
                    <a:pt x="60130" y="2342"/>
                  </a:lnTo>
                  <a:cubicBezTo>
                    <a:pt x="25249" y="2342"/>
                    <a:pt x="0" y="27592"/>
                    <a:pt x="0" y="62212"/>
                  </a:cubicBezTo>
                  <a:cubicBezTo>
                    <a:pt x="0" y="94490"/>
                    <a:pt x="27592" y="119739"/>
                    <a:pt x="60130" y="119739"/>
                  </a:cubicBezTo>
                  <a:cubicBezTo>
                    <a:pt x="94490" y="119739"/>
                    <a:pt x="119739" y="92147"/>
                    <a:pt x="119739" y="59869"/>
                  </a:cubicBezTo>
                  <a:cubicBezTo>
                    <a:pt x="119739" y="27592"/>
                    <a:pt x="92147" y="0"/>
                    <a:pt x="60130" y="2342"/>
                  </a:cubicBezTo>
                  <a:close/>
                  <a:moveTo>
                    <a:pt x="60130" y="96832"/>
                  </a:moveTo>
                  <a:lnTo>
                    <a:pt x="60130" y="96832"/>
                  </a:lnTo>
                  <a:cubicBezTo>
                    <a:pt x="57527" y="96832"/>
                    <a:pt x="57527" y="96832"/>
                    <a:pt x="57527" y="96832"/>
                  </a:cubicBezTo>
                  <a:cubicBezTo>
                    <a:pt x="53101" y="96832"/>
                    <a:pt x="50759" y="92147"/>
                    <a:pt x="50759" y="87462"/>
                  </a:cubicBezTo>
                  <a:cubicBezTo>
                    <a:pt x="50759" y="83036"/>
                    <a:pt x="53101" y="78351"/>
                    <a:pt x="60130" y="78351"/>
                  </a:cubicBezTo>
                  <a:lnTo>
                    <a:pt x="60130" y="78351"/>
                  </a:lnTo>
                  <a:cubicBezTo>
                    <a:pt x="64555" y="80694"/>
                    <a:pt x="66898" y="83036"/>
                    <a:pt x="66898" y="87462"/>
                  </a:cubicBezTo>
                  <a:cubicBezTo>
                    <a:pt x="66898" y="94490"/>
                    <a:pt x="64555" y="96832"/>
                    <a:pt x="60130" y="96832"/>
                  </a:cubicBezTo>
                  <a:close/>
                  <a:moveTo>
                    <a:pt x="80694" y="55444"/>
                  </a:moveTo>
                  <a:lnTo>
                    <a:pt x="80694" y="55444"/>
                  </a:lnTo>
                  <a:cubicBezTo>
                    <a:pt x="78351" y="55444"/>
                    <a:pt x="76268" y="57527"/>
                    <a:pt x="73926" y="59869"/>
                  </a:cubicBezTo>
                  <a:cubicBezTo>
                    <a:pt x="69240" y="64555"/>
                    <a:pt x="69240" y="64555"/>
                    <a:pt x="69240" y="64555"/>
                  </a:cubicBezTo>
                  <a:cubicBezTo>
                    <a:pt x="66898" y="64555"/>
                    <a:pt x="66898" y="66898"/>
                    <a:pt x="66898" y="66898"/>
                  </a:cubicBezTo>
                  <a:cubicBezTo>
                    <a:pt x="64555" y="69240"/>
                    <a:pt x="64555" y="69240"/>
                    <a:pt x="64555" y="71323"/>
                  </a:cubicBezTo>
                  <a:lnTo>
                    <a:pt x="64555" y="71323"/>
                  </a:lnTo>
                  <a:cubicBezTo>
                    <a:pt x="50759" y="71323"/>
                    <a:pt x="50759" y="71323"/>
                    <a:pt x="50759" y="71323"/>
                  </a:cubicBezTo>
                  <a:lnTo>
                    <a:pt x="50759" y="71323"/>
                  </a:lnTo>
                  <a:cubicBezTo>
                    <a:pt x="50759" y="66898"/>
                    <a:pt x="50759" y="64555"/>
                    <a:pt x="53101" y="59869"/>
                  </a:cubicBezTo>
                  <a:cubicBezTo>
                    <a:pt x="57527" y="57527"/>
                    <a:pt x="64555" y="53101"/>
                    <a:pt x="64555" y="53101"/>
                  </a:cubicBezTo>
                  <a:lnTo>
                    <a:pt x="66898" y="50759"/>
                  </a:lnTo>
                  <a:cubicBezTo>
                    <a:pt x="66898" y="48156"/>
                    <a:pt x="69240" y="45813"/>
                    <a:pt x="69240" y="45813"/>
                  </a:cubicBezTo>
                  <a:cubicBezTo>
                    <a:pt x="69240" y="43731"/>
                    <a:pt x="66898" y="41648"/>
                    <a:pt x="66898" y="39045"/>
                  </a:cubicBezTo>
                  <a:cubicBezTo>
                    <a:pt x="64555" y="36702"/>
                    <a:pt x="62472" y="36702"/>
                    <a:pt x="60130" y="36702"/>
                  </a:cubicBezTo>
                  <a:cubicBezTo>
                    <a:pt x="57527" y="36702"/>
                    <a:pt x="55444" y="36702"/>
                    <a:pt x="53101" y="39045"/>
                  </a:cubicBezTo>
                  <a:cubicBezTo>
                    <a:pt x="50759" y="41648"/>
                    <a:pt x="50759" y="43731"/>
                    <a:pt x="50759" y="45813"/>
                  </a:cubicBezTo>
                  <a:cubicBezTo>
                    <a:pt x="50759" y="48156"/>
                    <a:pt x="50759" y="48156"/>
                    <a:pt x="50759" y="48156"/>
                  </a:cubicBezTo>
                  <a:cubicBezTo>
                    <a:pt x="36963" y="48156"/>
                    <a:pt x="36963" y="48156"/>
                    <a:pt x="36963" y="48156"/>
                  </a:cubicBezTo>
                  <a:cubicBezTo>
                    <a:pt x="36963" y="45813"/>
                    <a:pt x="36963" y="45813"/>
                    <a:pt x="36963" y="45813"/>
                  </a:cubicBezTo>
                  <a:cubicBezTo>
                    <a:pt x="36963" y="36702"/>
                    <a:pt x="39045" y="32017"/>
                    <a:pt x="46073" y="27592"/>
                  </a:cubicBezTo>
                  <a:cubicBezTo>
                    <a:pt x="48416" y="25249"/>
                    <a:pt x="53101" y="25249"/>
                    <a:pt x="60130" y="25249"/>
                  </a:cubicBezTo>
                  <a:cubicBezTo>
                    <a:pt x="66898" y="25249"/>
                    <a:pt x="71583" y="25249"/>
                    <a:pt x="76268" y="29934"/>
                  </a:cubicBezTo>
                  <a:cubicBezTo>
                    <a:pt x="80694" y="32017"/>
                    <a:pt x="83036" y="36702"/>
                    <a:pt x="83036" y="43731"/>
                  </a:cubicBezTo>
                  <a:cubicBezTo>
                    <a:pt x="83036" y="48156"/>
                    <a:pt x="83036" y="50759"/>
                    <a:pt x="80694" y="554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0" name="Shape 5070"/>
            <p:cNvSpPr/>
            <p:nvPr/>
          </p:nvSpPr>
          <p:spPr>
            <a:xfrm>
              <a:off x="10340876" y="2792642"/>
              <a:ext cx="157569" cy="16344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578" y="51020"/>
                  </a:moveTo>
                  <a:lnTo>
                    <a:pt x="111578" y="51020"/>
                  </a:lnTo>
                  <a:cubicBezTo>
                    <a:pt x="70736" y="51020"/>
                    <a:pt x="70736" y="51020"/>
                    <a:pt x="70736" y="51020"/>
                  </a:cubicBezTo>
                  <a:cubicBezTo>
                    <a:pt x="70736" y="7346"/>
                    <a:pt x="70736" y="7346"/>
                    <a:pt x="70736" y="7346"/>
                  </a:cubicBezTo>
                  <a:cubicBezTo>
                    <a:pt x="70736" y="0"/>
                    <a:pt x="63157" y="0"/>
                    <a:pt x="59368" y="0"/>
                  </a:cubicBezTo>
                  <a:cubicBezTo>
                    <a:pt x="52210" y="0"/>
                    <a:pt x="48421" y="0"/>
                    <a:pt x="48421" y="7346"/>
                  </a:cubicBezTo>
                  <a:cubicBezTo>
                    <a:pt x="48421" y="51020"/>
                    <a:pt x="48421" y="51020"/>
                    <a:pt x="48421" y="51020"/>
                  </a:cubicBezTo>
                  <a:cubicBezTo>
                    <a:pt x="3789" y="51020"/>
                    <a:pt x="3789" y="51020"/>
                    <a:pt x="3789" y="51020"/>
                  </a:cubicBezTo>
                  <a:cubicBezTo>
                    <a:pt x="0" y="51020"/>
                    <a:pt x="0" y="54285"/>
                    <a:pt x="0" y="57959"/>
                  </a:cubicBezTo>
                  <a:cubicBezTo>
                    <a:pt x="0" y="65306"/>
                    <a:pt x="0" y="68979"/>
                    <a:pt x="3789" y="68979"/>
                  </a:cubicBezTo>
                  <a:cubicBezTo>
                    <a:pt x="48421" y="68979"/>
                    <a:pt x="48421" y="68979"/>
                    <a:pt x="48421" y="68979"/>
                  </a:cubicBezTo>
                  <a:cubicBezTo>
                    <a:pt x="48421" y="112244"/>
                    <a:pt x="48421" y="112244"/>
                    <a:pt x="48421" y="112244"/>
                  </a:cubicBezTo>
                  <a:cubicBezTo>
                    <a:pt x="48421" y="115918"/>
                    <a:pt x="52210" y="119591"/>
                    <a:pt x="59368" y="119591"/>
                  </a:cubicBezTo>
                  <a:cubicBezTo>
                    <a:pt x="63157" y="119591"/>
                    <a:pt x="70736" y="115918"/>
                    <a:pt x="70736" y="112244"/>
                  </a:cubicBezTo>
                  <a:cubicBezTo>
                    <a:pt x="70736" y="68979"/>
                    <a:pt x="70736" y="68979"/>
                    <a:pt x="70736" y="68979"/>
                  </a:cubicBezTo>
                  <a:cubicBezTo>
                    <a:pt x="111578" y="68979"/>
                    <a:pt x="111578" y="68979"/>
                    <a:pt x="111578" y="68979"/>
                  </a:cubicBezTo>
                  <a:cubicBezTo>
                    <a:pt x="119578" y="68979"/>
                    <a:pt x="119578" y="65306"/>
                    <a:pt x="119578" y="57959"/>
                  </a:cubicBezTo>
                  <a:cubicBezTo>
                    <a:pt x="119578" y="54285"/>
                    <a:pt x="119578" y="51020"/>
                    <a:pt x="111578" y="5102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1" name="Shape 5071"/>
            <p:cNvSpPr/>
            <p:nvPr/>
          </p:nvSpPr>
          <p:spPr>
            <a:xfrm>
              <a:off x="9796195" y="2860747"/>
              <a:ext cx="155623" cy="2529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367" y="0"/>
                  </a:moveTo>
                  <a:lnTo>
                    <a:pt x="112367" y="0"/>
                  </a:lnTo>
                  <a:cubicBezTo>
                    <a:pt x="3816" y="0"/>
                    <a:pt x="3816" y="0"/>
                    <a:pt x="3816" y="0"/>
                  </a:cubicBezTo>
                  <a:cubicBezTo>
                    <a:pt x="0" y="0"/>
                    <a:pt x="0" y="21333"/>
                    <a:pt x="0" y="45333"/>
                  </a:cubicBezTo>
                  <a:cubicBezTo>
                    <a:pt x="0" y="93333"/>
                    <a:pt x="0" y="117333"/>
                    <a:pt x="3816" y="117333"/>
                  </a:cubicBezTo>
                  <a:cubicBezTo>
                    <a:pt x="112367" y="117333"/>
                    <a:pt x="112367" y="117333"/>
                    <a:pt x="112367" y="117333"/>
                  </a:cubicBezTo>
                  <a:cubicBezTo>
                    <a:pt x="119575" y="117333"/>
                    <a:pt x="119575" y="93333"/>
                    <a:pt x="119575" y="45333"/>
                  </a:cubicBezTo>
                  <a:cubicBezTo>
                    <a:pt x="119575" y="21333"/>
                    <a:pt x="119575" y="0"/>
                    <a:pt x="112367" y="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2" name="Shape 5072"/>
            <p:cNvSpPr/>
            <p:nvPr/>
          </p:nvSpPr>
          <p:spPr>
            <a:xfrm>
              <a:off x="3217229" y="3263526"/>
              <a:ext cx="274286" cy="27824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239" y="1900"/>
                  </a:moveTo>
                  <a:lnTo>
                    <a:pt x="113239" y="1900"/>
                  </a:lnTo>
                  <a:cubicBezTo>
                    <a:pt x="113239" y="1900"/>
                    <a:pt x="111307" y="0"/>
                    <a:pt x="109134" y="0"/>
                  </a:cubicBezTo>
                  <a:cubicBezTo>
                    <a:pt x="106961" y="1900"/>
                    <a:pt x="106961" y="4039"/>
                    <a:pt x="106961" y="4039"/>
                  </a:cubicBezTo>
                  <a:cubicBezTo>
                    <a:pt x="111307" y="20910"/>
                    <a:pt x="100442" y="33504"/>
                    <a:pt x="91991" y="39920"/>
                  </a:cubicBezTo>
                  <a:cubicBezTo>
                    <a:pt x="89818" y="33504"/>
                    <a:pt x="89818" y="33504"/>
                    <a:pt x="89818" y="33504"/>
                  </a:cubicBezTo>
                  <a:cubicBezTo>
                    <a:pt x="87645" y="33504"/>
                    <a:pt x="85714" y="31366"/>
                    <a:pt x="83541" y="31366"/>
                  </a:cubicBezTo>
                  <a:cubicBezTo>
                    <a:pt x="63983" y="31366"/>
                    <a:pt x="63983" y="31366"/>
                    <a:pt x="63983" y="31366"/>
                  </a:cubicBezTo>
                  <a:cubicBezTo>
                    <a:pt x="62052" y="31366"/>
                    <a:pt x="59879" y="31366"/>
                    <a:pt x="57947" y="33504"/>
                  </a:cubicBezTo>
                  <a:cubicBezTo>
                    <a:pt x="2173" y="71287"/>
                    <a:pt x="2173" y="71287"/>
                    <a:pt x="2173" y="71287"/>
                  </a:cubicBezTo>
                  <a:cubicBezTo>
                    <a:pt x="0" y="73425"/>
                    <a:pt x="0" y="77702"/>
                    <a:pt x="2173" y="79841"/>
                  </a:cubicBezTo>
                  <a:cubicBezTo>
                    <a:pt x="25593" y="115485"/>
                    <a:pt x="25593" y="115485"/>
                    <a:pt x="25593" y="115485"/>
                  </a:cubicBezTo>
                  <a:cubicBezTo>
                    <a:pt x="27766" y="119762"/>
                    <a:pt x="32112" y="117623"/>
                    <a:pt x="34285" y="117623"/>
                  </a:cubicBezTo>
                  <a:cubicBezTo>
                    <a:pt x="89818" y="77702"/>
                    <a:pt x="89818" y="77702"/>
                    <a:pt x="89818" y="77702"/>
                  </a:cubicBezTo>
                  <a:cubicBezTo>
                    <a:pt x="91991" y="77702"/>
                    <a:pt x="94164" y="73425"/>
                    <a:pt x="94164" y="73425"/>
                  </a:cubicBezTo>
                  <a:cubicBezTo>
                    <a:pt x="100442" y="54415"/>
                    <a:pt x="100442" y="54415"/>
                    <a:pt x="100442" y="54415"/>
                  </a:cubicBezTo>
                  <a:cubicBezTo>
                    <a:pt x="100442" y="52514"/>
                    <a:pt x="100442" y="50376"/>
                    <a:pt x="98511" y="48237"/>
                  </a:cubicBezTo>
                  <a:cubicBezTo>
                    <a:pt x="96338" y="43960"/>
                    <a:pt x="96338" y="43960"/>
                    <a:pt x="96338" y="43960"/>
                  </a:cubicBezTo>
                  <a:cubicBezTo>
                    <a:pt x="109134" y="35643"/>
                    <a:pt x="119758" y="20910"/>
                    <a:pt x="113239" y="1900"/>
                  </a:cubicBezTo>
                  <a:close/>
                  <a:moveTo>
                    <a:pt x="87645" y="58693"/>
                  </a:moveTo>
                  <a:lnTo>
                    <a:pt x="87645" y="58693"/>
                  </a:lnTo>
                  <a:cubicBezTo>
                    <a:pt x="83541" y="60831"/>
                    <a:pt x="77022" y="60831"/>
                    <a:pt x="74849" y="54415"/>
                  </a:cubicBezTo>
                  <a:cubicBezTo>
                    <a:pt x="70744" y="50376"/>
                    <a:pt x="72676" y="46099"/>
                    <a:pt x="77022" y="41821"/>
                  </a:cubicBezTo>
                  <a:cubicBezTo>
                    <a:pt x="79195" y="39920"/>
                    <a:pt x="83541" y="39920"/>
                    <a:pt x="87645" y="41821"/>
                  </a:cubicBezTo>
                  <a:cubicBezTo>
                    <a:pt x="85714" y="43960"/>
                    <a:pt x="85714" y="43960"/>
                    <a:pt x="85714" y="43960"/>
                  </a:cubicBezTo>
                  <a:cubicBezTo>
                    <a:pt x="83541" y="43960"/>
                    <a:pt x="81368" y="46099"/>
                    <a:pt x="83541" y="48237"/>
                  </a:cubicBezTo>
                  <a:cubicBezTo>
                    <a:pt x="83541" y="50376"/>
                    <a:pt x="85714" y="50376"/>
                    <a:pt x="85714" y="50376"/>
                  </a:cubicBezTo>
                  <a:cubicBezTo>
                    <a:pt x="87645" y="50376"/>
                    <a:pt x="87645" y="50376"/>
                    <a:pt x="87645" y="50376"/>
                  </a:cubicBezTo>
                  <a:cubicBezTo>
                    <a:pt x="89818" y="50376"/>
                    <a:pt x="89818" y="50376"/>
                    <a:pt x="91991" y="48237"/>
                  </a:cubicBezTo>
                  <a:cubicBezTo>
                    <a:pt x="91991" y="52514"/>
                    <a:pt x="89818" y="56554"/>
                    <a:pt x="87645" y="586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3" name="Shape 5073"/>
            <p:cNvSpPr/>
            <p:nvPr/>
          </p:nvSpPr>
          <p:spPr>
            <a:xfrm>
              <a:off x="3211394" y="3870613"/>
              <a:ext cx="274285" cy="15371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120" y="0"/>
                  </a:moveTo>
                  <a:lnTo>
                    <a:pt x="60120" y="0"/>
                  </a:lnTo>
                  <a:cubicBezTo>
                    <a:pt x="21488" y="0"/>
                    <a:pt x="0" y="50000"/>
                    <a:pt x="0" y="57826"/>
                  </a:cubicBezTo>
                  <a:cubicBezTo>
                    <a:pt x="0" y="65652"/>
                    <a:pt x="21488" y="119565"/>
                    <a:pt x="60120" y="119565"/>
                  </a:cubicBezTo>
                  <a:cubicBezTo>
                    <a:pt x="98511" y="119565"/>
                    <a:pt x="119758" y="65652"/>
                    <a:pt x="119758" y="57826"/>
                  </a:cubicBezTo>
                  <a:cubicBezTo>
                    <a:pt x="119758" y="50000"/>
                    <a:pt x="98511" y="0"/>
                    <a:pt x="60120" y="0"/>
                  </a:cubicBezTo>
                  <a:close/>
                  <a:moveTo>
                    <a:pt x="60120" y="103913"/>
                  </a:moveTo>
                  <a:lnTo>
                    <a:pt x="60120" y="103913"/>
                  </a:lnTo>
                  <a:cubicBezTo>
                    <a:pt x="44909" y="103913"/>
                    <a:pt x="34285" y="84782"/>
                    <a:pt x="34285" y="57826"/>
                  </a:cubicBezTo>
                  <a:cubicBezTo>
                    <a:pt x="34285" y="34347"/>
                    <a:pt x="44909" y="11304"/>
                    <a:pt x="60120" y="11304"/>
                  </a:cubicBezTo>
                  <a:cubicBezTo>
                    <a:pt x="74849" y="11304"/>
                    <a:pt x="85714" y="34347"/>
                    <a:pt x="85714" y="57826"/>
                  </a:cubicBezTo>
                  <a:cubicBezTo>
                    <a:pt x="85714" y="84782"/>
                    <a:pt x="74849" y="103913"/>
                    <a:pt x="60120" y="103913"/>
                  </a:cubicBezTo>
                  <a:close/>
                  <a:moveTo>
                    <a:pt x="60120" y="57826"/>
                  </a:moveTo>
                  <a:lnTo>
                    <a:pt x="60120" y="57826"/>
                  </a:lnTo>
                  <a:cubicBezTo>
                    <a:pt x="57706" y="53478"/>
                    <a:pt x="64225" y="34347"/>
                    <a:pt x="60120" y="34347"/>
                  </a:cubicBezTo>
                  <a:cubicBezTo>
                    <a:pt x="53360" y="34347"/>
                    <a:pt x="47082" y="46521"/>
                    <a:pt x="47082" y="57826"/>
                  </a:cubicBezTo>
                  <a:cubicBezTo>
                    <a:pt x="47082" y="73043"/>
                    <a:pt x="53360" y="80869"/>
                    <a:pt x="60120" y="80869"/>
                  </a:cubicBezTo>
                  <a:cubicBezTo>
                    <a:pt x="66156" y="80869"/>
                    <a:pt x="72917" y="73043"/>
                    <a:pt x="72917" y="57826"/>
                  </a:cubicBezTo>
                  <a:cubicBezTo>
                    <a:pt x="72917" y="53478"/>
                    <a:pt x="62052" y="61739"/>
                    <a:pt x="60120" y="578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4" name="Shape 5074"/>
            <p:cNvSpPr/>
            <p:nvPr/>
          </p:nvSpPr>
          <p:spPr>
            <a:xfrm>
              <a:off x="2676439" y="3818077"/>
              <a:ext cx="254834" cy="2548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869" y="2082"/>
                  </a:moveTo>
                  <a:lnTo>
                    <a:pt x="59869" y="2082"/>
                  </a:lnTo>
                  <a:cubicBezTo>
                    <a:pt x="25249" y="2082"/>
                    <a:pt x="0" y="27592"/>
                    <a:pt x="0" y="62212"/>
                  </a:cubicBezTo>
                  <a:cubicBezTo>
                    <a:pt x="0" y="94490"/>
                    <a:pt x="27592" y="119739"/>
                    <a:pt x="59869" y="119739"/>
                  </a:cubicBezTo>
                  <a:cubicBezTo>
                    <a:pt x="94490" y="119739"/>
                    <a:pt x="119739" y="92147"/>
                    <a:pt x="119739" y="59869"/>
                  </a:cubicBezTo>
                  <a:cubicBezTo>
                    <a:pt x="119739" y="27592"/>
                    <a:pt x="92147" y="0"/>
                    <a:pt x="59869" y="2082"/>
                  </a:cubicBezTo>
                  <a:close/>
                  <a:moveTo>
                    <a:pt x="59869" y="9110"/>
                  </a:moveTo>
                  <a:lnTo>
                    <a:pt x="59869" y="9110"/>
                  </a:lnTo>
                  <a:cubicBezTo>
                    <a:pt x="66637" y="9110"/>
                    <a:pt x="75748" y="11453"/>
                    <a:pt x="83036" y="13796"/>
                  </a:cubicBezTo>
                  <a:cubicBezTo>
                    <a:pt x="75748" y="27592"/>
                    <a:pt x="75748" y="27592"/>
                    <a:pt x="75748" y="27592"/>
                  </a:cubicBezTo>
                  <a:cubicBezTo>
                    <a:pt x="71583" y="25249"/>
                    <a:pt x="64295" y="25249"/>
                    <a:pt x="59869" y="25249"/>
                  </a:cubicBezTo>
                  <a:cubicBezTo>
                    <a:pt x="52841" y="25249"/>
                    <a:pt x="48156" y="25249"/>
                    <a:pt x="43731" y="27592"/>
                  </a:cubicBezTo>
                  <a:cubicBezTo>
                    <a:pt x="36702" y="13796"/>
                    <a:pt x="36702" y="13796"/>
                    <a:pt x="36702" y="13796"/>
                  </a:cubicBezTo>
                  <a:cubicBezTo>
                    <a:pt x="43731" y="11453"/>
                    <a:pt x="50498" y="9110"/>
                    <a:pt x="59869" y="9110"/>
                  </a:cubicBezTo>
                  <a:close/>
                  <a:moveTo>
                    <a:pt x="27592" y="76008"/>
                  </a:moveTo>
                  <a:lnTo>
                    <a:pt x="27592" y="76008"/>
                  </a:lnTo>
                  <a:cubicBezTo>
                    <a:pt x="13796" y="85119"/>
                    <a:pt x="13796" y="85119"/>
                    <a:pt x="13796" y="85119"/>
                  </a:cubicBezTo>
                  <a:cubicBezTo>
                    <a:pt x="9110" y="78351"/>
                    <a:pt x="9110" y="68980"/>
                    <a:pt x="9110" y="62212"/>
                  </a:cubicBezTo>
                  <a:cubicBezTo>
                    <a:pt x="6767" y="53101"/>
                    <a:pt x="9110" y="43470"/>
                    <a:pt x="13796" y="36702"/>
                  </a:cubicBezTo>
                  <a:cubicBezTo>
                    <a:pt x="27592" y="43470"/>
                    <a:pt x="27592" y="43470"/>
                    <a:pt x="27592" y="43470"/>
                  </a:cubicBezTo>
                  <a:cubicBezTo>
                    <a:pt x="25249" y="48156"/>
                    <a:pt x="22906" y="55184"/>
                    <a:pt x="22906" y="59869"/>
                  </a:cubicBezTo>
                  <a:cubicBezTo>
                    <a:pt x="22906" y="66898"/>
                    <a:pt x="25249" y="71323"/>
                    <a:pt x="27592" y="76008"/>
                  </a:cubicBezTo>
                  <a:close/>
                  <a:moveTo>
                    <a:pt x="59869" y="112711"/>
                  </a:moveTo>
                  <a:lnTo>
                    <a:pt x="59869" y="112711"/>
                  </a:lnTo>
                  <a:cubicBezTo>
                    <a:pt x="50498" y="112711"/>
                    <a:pt x="43731" y="110629"/>
                    <a:pt x="36702" y="105943"/>
                  </a:cubicBezTo>
                  <a:cubicBezTo>
                    <a:pt x="43731" y="92147"/>
                    <a:pt x="43731" y="92147"/>
                    <a:pt x="43731" y="92147"/>
                  </a:cubicBezTo>
                  <a:cubicBezTo>
                    <a:pt x="48156" y="94490"/>
                    <a:pt x="52841" y="96832"/>
                    <a:pt x="59869" y="96832"/>
                  </a:cubicBezTo>
                  <a:cubicBezTo>
                    <a:pt x="64295" y="96832"/>
                    <a:pt x="71583" y="94490"/>
                    <a:pt x="75748" y="92147"/>
                  </a:cubicBezTo>
                  <a:cubicBezTo>
                    <a:pt x="83036" y="105943"/>
                    <a:pt x="83036" y="105943"/>
                    <a:pt x="83036" y="105943"/>
                  </a:cubicBezTo>
                  <a:cubicBezTo>
                    <a:pt x="75748" y="110629"/>
                    <a:pt x="69240" y="112711"/>
                    <a:pt x="59869" y="112711"/>
                  </a:cubicBezTo>
                  <a:close/>
                  <a:moveTo>
                    <a:pt x="59869" y="89804"/>
                  </a:moveTo>
                  <a:lnTo>
                    <a:pt x="59869" y="89804"/>
                  </a:lnTo>
                  <a:cubicBezTo>
                    <a:pt x="43731" y="89804"/>
                    <a:pt x="32277" y="76008"/>
                    <a:pt x="32277" y="59869"/>
                  </a:cubicBezTo>
                  <a:cubicBezTo>
                    <a:pt x="32277" y="43470"/>
                    <a:pt x="43731" y="32017"/>
                    <a:pt x="59869" y="32017"/>
                  </a:cubicBezTo>
                  <a:cubicBezTo>
                    <a:pt x="75748" y="32017"/>
                    <a:pt x="87462" y="43470"/>
                    <a:pt x="87462" y="59869"/>
                  </a:cubicBezTo>
                  <a:cubicBezTo>
                    <a:pt x="87462" y="76008"/>
                    <a:pt x="75748" y="89804"/>
                    <a:pt x="59869" y="89804"/>
                  </a:cubicBezTo>
                  <a:close/>
                  <a:moveTo>
                    <a:pt x="92147" y="76008"/>
                  </a:moveTo>
                  <a:lnTo>
                    <a:pt x="92147" y="76008"/>
                  </a:lnTo>
                  <a:cubicBezTo>
                    <a:pt x="94490" y="71323"/>
                    <a:pt x="96832" y="66898"/>
                    <a:pt x="96832" y="59869"/>
                  </a:cubicBezTo>
                  <a:cubicBezTo>
                    <a:pt x="96832" y="55184"/>
                    <a:pt x="94490" y="48156"/>
                    <a:pt x="92147" y="43470"/>
                  </a:cubicBezTo>
                  <a:cubicBezTo>
                    <a:pt x="105943" y="36702"/>
                    <a:pt x="105943" y="36702"/>
                    <a:pt x="105943" y="36702"/>
                  </a:cubicBezTo>
                  <a:cubicBezTo>
                    <a:pt x="108286" y="43470"/>
                    <a:pt x="110629" y="50759"/>
                    <a:pt x="110629" y="59869"/>
                  </a:cubicBezTo>
                  <a:cubicBezTo>
                    <a:pt x="110629" y="68980"/>
                    <a:pt x="108286" y="76008"/>
                    <a:pt x="105943" y="85119"/>
                  </a:cubicBezTo>
                  <a:lnTo>
                    <a:pt x="92147" y="760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5" name="Shape 5075"/>
            <p:cNvSpPr/>
            <p:nvPr/>
          </p:nvSpPr>
          <p:spPr>
            <a:xfrm>
              <a:off x="1594858" y="3831699"/>
              <a:ext cx="235380" cy="2315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08" y="15251"/>
                  </a:moveTo>
                  <a:lnTo>
                    <a:pt x="116908" y="15251"/>
                  </a:lnTo>
                  <a:cubicBezTo>
                    <a:pt x="114660" y="12661"/>
                    <a:pt x="102014" y="2589"/>
                    <a:pt x="99484" y="2589"/>
                  </a:cubicBezTo>
                  <a:cubicBezTo>
                    <a:pt x="99484" y="0"/>
                    <a:pt x="94707" y="0"/>
                    <a:pt x="92177" y="0"/>
                  </a:cubicBezTo>
                  <a:cubicBezTo>
                    <a:pt x="25011" y="0"/>
                    <a:pt x="25011" y="0"/>
                    <a:pt x="25011" y="0"/>
                  </a:cubicBezTo>
                  <a:cubicBezTo>
                    <a:pt x="25011" y="0"/>
                    <a:pt x="20234" y="0"/>
                    <a:pt x="17423" y="2589"/>
                  </a:cubicBezTo>
                  <a:cubicBezTo>
                    <a:pt x="17423" y="2589"/>
                    <a:pt x="5058" y="12661"/>
                    <a:pt x="2529" y="15251"/>
                  </a:cubicBezTo>
                  <a:cubicBezTo>
                    <a:pt x="0" y="15251"/>
                    <a:pt x="0" y="17841"/>
                    <a:pt x="0" y="23021"/>
                  </a:cubicBezTo>
                  <a:cubicBezTo>
                    <a:pt x="0" y="25323"/>
                    <a:pt x="12365" y="114820"/>
                    <a:pt x="12365" y="114820"/>
                  </a:cubicBezTo>
                  <a:cubicBezTo>
                    <a:pt x="14894" y="117122"/>
                    <a:pt x="17423" y="119712"/>
                    <a:pt x="20234" y="119712"/>
                  </a:cubicBezTo>
                  <a:cubicBezTo>
                    <a:pt x="99484" y="119712"/>
                    <a:pt x="99484" y="119712"/>
                    <a:pt x="99484" y="119712"/>
                  </a:cubicBezTo>
                  <a:cubicBezTo>
                    <a:pt x="102014" y="119712"/>
                    <a:pt x="104543" y="117122"/>
                    <a:pt x="107072" y="114820"/>
                  </a:cubicBezTo>
                  <a:cubicBezTo>
                    <a:pt x="107072" y="114820"/>
                    <a:pt x="119718" y="25323"/>
                    <a:pt x="119718" y="23021"/>
                  </a:cubicBezTo>
                  <a:cubicBezTo>
                    <a:pt x="119718" y="17841"/>
                    <a:pt x="116908" y="15251"/>
                    <a:pt x="116908" y="15251"/>
                  </a:cubicBezTo>
                  <a:close/>
                  <a:moveTo>
                    <a:pt x="59859" y="76546"/>
                  </a:moveTo>
                  <a:lnTo>
                    <a:pt x="59859" y="76546"/>
                  </a:lnTo>
                  <a:cubicBezTo>
                    <a:pt x="37377" y="76546"/>
                    <a:pt x="32599" y="43165"/>
                    <a:pt x="30070" y="35683"/>
                  </a:cubicBezTo>
                  <a:cubicBezTo>
                    <a:pt x="44964" y="35683"/>
                    <a:pt x="44964" y="35683"/>
                    <a:pt x="44964" y="35683"/>
                  </a:cubicBezTo>
                  <a:cubicBezTo>
                    <a:pt x="44964" y="45755"/>
                    <a:pt x="50023" y="63884"/>
                    <a:pt x="59859" y="63884"/>
                  </a:cubicBezTo>
                  <a:cubicBezTo>
                    <a:pt x="69695" y="63884"/>
                    <a:pt x="72224" y="45755"/>
                    <a:pt x="74754" y="35683"/>
                  </a:cubicBezTo>
                  <a:cubicBezTo>
                    <a:pt x="87119" y="35683"/>
                    <a:pt x="87119" y="35683"/>
                    <a:pt x="87119" y="35683"/>
                  </a:cubicBezTo>
                  <a:cubicBezTo>
                    <a:pt x="87119" y="43165"/>
                    <a:pt x="82341" y="76546"/>
                    <a:pt x="59859" y="76546"/>
                  </a:cubicBezTo>
                  <a:close/>
                  <a:moveTo>
                    <a:pt x="10117" y="23021"/>
                  </a:moveTo>
                  <a:lnTo>
                    <a:pt x="10117" y="23021"/>
                  </a:lnTo>
                  <a:cubicBezTo>
                    <a:pt x="25011" y="7769"/>
                    <a:pt x="25011" y="7769"/>
                    <a:pt x="25011" y="7769"/>
                  </a:cubicBezTo>
                  <a:cubicBezTo>
                    <a:pt x="92177" y="7769"/>
                    <a:pt x="92177" y="7769"/>
                    <a:pt x="92177" y="7769"/>
                  </a:cubicBezTo>
                  <a:cubicBezTo>
                    <a:pt x="109882" y="23021"/>
                    <a:pt x="109882" y="23021"/>
                    <a:pt x="109882" y="23021"/>
                  </a:cubicBezTo>
                  <a:lnTo>
                    <a:pt x="10117" y="230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6" name="Shape 5076"/>
            <p:cNvSpPr/>
            <p:nvPr/>
          </p:nvSpPr>
          <p:spPr>
            <a:xfrm>
              <a:off x="3758019" y="3292713"/>
              <a:ext cx="274286" cy="21792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879" y="45112"/>
                  </a:moveTo>
                  <a:lnTo>
                    <a:pt x="59879" y="45112"/>
                  </a:lnTo>
                  <a:cubicBezTo>
                    <a:pt x="49014" y="45112"/>
                    <a:pt x="42736" y="52932"/>
                    <a:pt x="42736" y="66466"/>
                  </a:cubicBezTo>
                  <a:cubicBezTo>
                    <a:pt x="42736" y="80000"/>
                    <a:pt x="49014" y="87819"/>
                    <a:pt x="59879" y="87819"/>
                  </a:cubicBezTo>
                  <a:cubicBezTo>
                    <a:pt x="70503" y="87819"/>
                    <a:pt x="77022" y="80000"/>
                    <a:pt x="77022" y="66466"/>
                  </a:cubicBezTo>
                  <a:cubicBezTo>
                    <a:pt x="77022" y="52932"/>
                    <a:pt x="70503" y="45112"/>
                    <a:pt x="59879" y="45112"/>
                  </a:cubicBezTo>
                  <a:close/>
                  <a:moveTo>
                    <a:pt x="106720" y="21052"/>
                  </a:moveTo>
                  <a:lnTo>
                    <a:pt x="106720" y="21052"/>
                  </a:lnTo>
                  <a:cubicBezTo>
                    <a:pt x="93923" y="21052"/>
                    <a:pt x="93923" y="21052"/>
                    <a:pt x="93923" y="21052"/>
                  </a:cubicBezTo>
                  <a:cubicBezTo>
                    <a:pt x="91750" y="21052"/>
                    <a:pt x="89818" y="21052"/>
                    <a:pt x="87645" y="18345"/>
                  </a:cubicBezTo>
                  <a:cubicBezTo>
                    <a:pt x="85472" y="2406"/>
                    <a:pt x="85472" y="2406"/>
                    <a:pt x="85472" y="2406"/>
                  </a:cubicBezTo>
                  <a:cubicBezTo>
                    <a:pt x="83299" y="2406"/>
                    <a:pt x="81126" y="0"/>
                    <a:pt x="78953" y="0"/>
                  </a:cubicBezTo>
                  <a:cubicBezTo>
                    <a:pt x="38390" y="0"/>
                    <a:pt x="38390" y="0"/>
                    <a:pt x="38390" y="0"/>
                  </a:cubicBezTo>
                  <a:cubicBezTo>
                    <a:pt x="38390" y="0"/>
                    <a:pt x="36217" y="2406"/>
                    <a:pt x="34285" y="2406"/>
                  </a:cubicBezTo>
                  <a:cubicBezTo>
                    <a:pt x="29698" y="18345"/>
                    <a:pt x="29698" y="18345"/>
                    <a:pt x="29698" y="18345"/>
                  </a:cubicBezTo>
                  <a:cubicBezTo>
                    <a:pt x="29698" y="21052"/>
                    <a:pt x="27766" y="21052"/>
                    <a:pt x="25593" y="21052"/>
                  </a:cubicBezTo>
                  <a:cubicBezTo>
                    <a:pt x="12796" y="21052"/>
                    <a:pt x="12796" y="21052"/>
                    <a:pt x="12796" y="21052"/>
                  </a:cubicBezTo>
                  <a:cubicBezTo>
                    <a:pt x="4104" y="21052"/>
                    <a:pt x="0" y="29172"/>
                    <a:pt x="0" y="36992"/>
                  </a:cubicBezTo>
                  <a:cubicBezTo>
                    <a:pt x="0" y="103759"/>
                    <a:pt x="0" y="103759"/>
                    <a:pt x="0" y="103759"/>
                  </a:cubicBezTo>
                  <a:cubicBezTo>
                    <a:pt x="0" y="111879"/>
                    <a:pt x="4104" y="119699"/>
                    <a:pt x="12796" y="119699"/>
                  </a:cubicBezTo>
                  <a:cubicBezTo>
                    <a:pt x="106720" y="119699"/>
                    <a:pt x="106720" y="119699"/>
                    <a:pt x="106720" y="119699"/>
                  </a:cubicBezTo>
                  <a:cubicBezTo>
                    <a:pt x="113480" y="119699"/>
                    <a:pt x="119758" y="111879"/>
                    <a:pt x="119758" y="103759"/>
                  </a:cubicBezTo>
                  <a:cubicBezTo>
                    <a:pt x="119758" y="36992"/>
                    <a:pt x="119758" y="36992"/>
                    <a:pt x="119758" y="36992"/>
                  </a:cubicBezTo>
                  <a:cubicBezTo>
                    <a:pt x="119758" y="29172"/>
                    <a:pt x="113480" y="21052"/>
                    <a:pt x="106720" y="21052"/>
                  </a:cubicBezTo>
                  <a:close/>
                  <a:moveTo>
                    <a:pt x="59879" y="103759"/>
                  </a:moveTo>
                  <a:lnTo>
                    <a:pt x="59879" y="103759"/>
                  </a:lnTo>
                  <a:cubicBezTo>
                    <a:pt x="42736" y="103759"/>
                    <a:pt x="29698" y="87819"/>
                    <a:pt x="29698" y="66466"/>
                  </a:cubicBezTo>
                  <a:cubicBezTo>
                    <a:pt x="29698" y="45112"/>
                    <a:pt x="42736" y="29172"/>
                    <a:pt x="59879" y="29172"/>
                  </a:cubicBezTo>
                  <a:cubicBezTo>
                    <a:pt x="77022" y="29172"/>
                    <a:pt x="89818" y="45112"/>
                    <a:pt x="89818" y="66466"/>
                  </a:cubicBezTo>
                  <a:cubicBezTo>
                    <a:pt x="89818" y="87819"/>
                    <a:pt x="77022" y="103759"/>
                    <a:pt x="59879" y="103759"/>
                  </a:cubicBezTo>
                  <a:close/>
                  <a:moveTo>
                    <a:pt x="102615" y="47819"/>
                  </a:moveTo>
                  <a:lnTo>
                    <a:pt x="102615" y="47819"/>
                  </a:lnTo>
                  <a:cubicBezTo>
                    <a:pt x="100442" y="47819"/>
                    <a:pt x="98269" y="45112"/>
                    <a:pt x="98269" y="42406"/>
                  </a:cubicBezTo>
                  <a:cubicBezTo>
                    <a:pt x="98269" y="39699"/>
                    <a:pt x="100442" y="36992"/>
                    <a:pt x="102615" y="36992"/>
                  </a:cubicBezTo>
                  <a:cubicBezTo>
                    <a:pt x="104547" y="36992"/>
                    <a:pt x="106720" y="39699"/>
                    <a:pt x="106720" y="42406"/>
                  </a:cubicBezTo>
                  <a:cubicBezTo>
                    <a:pt x="106720" y="45112"/>
                    <a:pt x="104547" y="47819"/>
                    <a:pt x="102615" y="478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7" name="Shape 5077"/>
            <p:cNvSpPr/>
            <p:nvPr/>
          </p:nvSpPr>
          <p:spPr>
            <a:xfrm>
              <a:off x="6537837" y="3273255"/>
              <a:ext cx="190639" cy="26268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630" y="0"/>
                  </a:moveTo>
                  <a:lnTo>
                    <a:pt x="67630" y="0"/>
                  </a:lnTo>
                  <a:cubicBezTo>
                    <a:pt x="55491" y="0"/>
                    <a:pt x="55491" y="0"/>
                    <a:pt x="55491" y="0"/>
                  </a:cubicBezTo>
                  <a:cubicBezTo>
                    <a:pt x="55491" y="82171"/>
                    <a:pt x="55491" y="82171"/>
                    <a:pt x="55491" y="82171"/>
                  </a:cubicBezTo>
                  <a:cubicBezTo>
                    <a:pt x="46127" y="79916"/>
                    <a:pt x="37109" y="79916"/>
                    <a:pt x="27745" y="82171"/>
                  </a:cubicBezTo>
                  <a:cubicBezTo>
                    <a:pt x="9017" y="86680"/>
                    <a:pt x="0" y="97703"/>
                    <a:pt x="3468" y="106471"/>
                  </a:cubicBezTo>
                  <a:cubicBezTo>
                    <a:pt x="9017" y="115490"/>
                    <a:pt x="24624" y="119749"/>
                    <a:pt x="43005" y="115490"/>
                  </a:cubicBezTo>
                  <a:cubicBezTo>
                    <a:pt x="58612" y="110981"/>
                    <a:pt x="67630" y="102212"/>
                    <a:pt x="67630" y="93194"/>
                  </a:cubicBezTo>
                  <a:cubicBezTo>
                    <a:pt x="67630" y="26555"/>
                    <a:pt x="67630" y="26555"/>
                    <a:pt x="67630" y="26555"/>
                  </a:cubicBezTo>
                  <a:cubicBezTo>
                    <a:pt x="92254" y="31064"/>
                    <a:pt x="92254" y="53110"/>
                    <a:pt x="89132" y="57620"/>
                  </a:cubicBezTo>
                  <a:cubicBezTo>
                    <a:pt x="89132" y="59874"/>
                    <a:pt x="92254" y="62129"/>
                    <a:pt x="95375" y="57620"/>
                  </a:cubicBezTo>
                  <a:cubicBezTo>
                    <a:pt x="119653" y="28810"/>
                    <a:pt x="67630" y="15532"/>
                    <a:pt x="67630" y="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8" name="Shape 5078"/>
            <p:cNvSpPr/>
            <p:nvPr/>
          </p:nvSpPr>
          <p:spPr>
            <a:xfrm>
              <a:off x="4872670" y="3286876"/>
              <a:ext cx="235380" cy="2393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2112" y="73103"/>
                  </a:moveTo>
                  <a:lnTo>
                    <a:pt x="72112" y="73103"/>
                  </a:lnTo>
                  <a:cubicBezTo>
                    <a:pt x="52394" y="92689"/>
                    <a:pt x="22535" y="95172"/>
                    <a:pt x="0" y="83034"/>
                  </a:cubicBezTo>
                  <a:cubicBezTo>
                    <a:pt x="2535" y="88000"/>
                    <a:pt x="4788" y="90482"/>
                    <a:pt x="9859" y="95172"/>
                  </a:cubicBezTo>
                  <a:cubicBezTo>
                    <a:pt x="34929" y="119724"/>
                    <a:pt x="72112" y="119724"/>
                    <a:pt x="97464" y="95172"/>
                  </a:cubicBezTo>
                  <a:cubicBezTo>
                    <a:pt x="119718" y="70620"/>
                    <a:pt x="119718" y="34206"/>
                    <a:pt x="97464" y="9655"/>
                  </a:cubicBezTo>
                  <a:cubicBezTo>
                    <a:pt x="92394" y="7172"/>
                    <a:pt x="87323" y="2482"/>
                    <a:pt x="82253" y="0"/>
                  </a:cubicBezTo>
                  <a:cubicBezTo>
                    <a:pt x="97464" y="24275"/>
                    <a:pt x="92394" y="53517"/>
                    <a:pt x="72112" y="73103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9" name="Shape 5079"/>
            <p:cNvSpPr/>
            <p:nvPr/>
          </p:nvSpPr>
          <p:spPr>
            <a:xfrm>
              <a:off x="5394007" y="3286875"/>
              <a:ext cx="278176" cy="21792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924" y="21052"/>
                  </a:moveTo>
                  <a:lnTo>
                    <a:pt x="102924" y="21052"/>
                  </a:lnTo>
                  <a:cubicBezTo>
                    <a:pt x="83952" y="5112"/>
                    <a:pt x="62845" y="0"/>
                    <a:pt x="39841" y="10526"/>
                  </a:cubicBezTo>
                  <a:cubicBezTo>
                    <a:pt x="21106" y="15939"/>
                    <a:pt x="2134" y="42406"/>
                    <a:pt x="2134" y="66466"/>
                  </a:cubicBezTo>
                  <a:cubicBezTo>
                    <a:pt x="0" y="95939"/>
                    <a:pt x="16837" y="119699"/>
                    <a:pt x="46245" y="119699"/>
                  </a:cubicBezTo>
                  <a:cubicBezTo>
                    <a:pt x="79920" y="119699"/>
                    <a:pt x="90355" y="98646"/>
                    <a:pt x="90355" y="93233"/>
                  </a:cubicBezTo>
                  <a:cubicBezTo>
                    <a:pt x="92490" y="87819"/>
                    <a:pt x="77786" y="74586"/>
                    <a:pt x="86086" y="63759"/>
                  </a:cubicBezTo>
                  <a:cubicBezTo>
                    <a:pt x="96758" y="50526"/>
                    <a:pt x="107193" y="61052"/>
                    <a:pt x="111225" y="61052"/>
                  </a:cubicBezTo>
                  <a:cubicBezTo>
                    <a:pt x="117628" y="58345"/>
                    <a:pt x="119762" y="37293"/>
                    <a:pt x="102924" y="21052"/>
                  </a:cubicBezTo>
                  <a:close/>
                  <a:moveTo>
                    <a:pt x="64980" y="90526"/>
                  </a:moveTo>
                  <a:lnTo>
                    <a:pt x="64980" y="90526"/>
                  </a:lnTo>
                  <a:cubicBezTo>
                    <a:pt x="58814" y="90526"/>
                    <a:pt x="56679" y="85112"/>
                    <a:pt x="56679" y="79699"/>
                  </a:cubicBezTo>
                  <a:cubicBezTo>
                    <a:pt x="56679" y="74586"/>
                    <a:pt x="58814" y="69172"/>
                    <a:pt x="64980" y="69172"/>
                  </a:cubicBezTo>
                  <a:cubicBezTo>
                    <a:pt x="69486" y="69172"/>
                    <a:pt x="73280" y="74586"/>
                    <a:pt x="73280" y="79699"/>
                  </a:cubicBezTo>
                  <a:cubicBezTo>
                    <a:pt x="73280" y="85112"/>
                    <a:pt x="69486" y="90526"/>
                    <a:pt x="64980" y="905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80" name="Shape 5080"/>
            <p:cNvSpPr/>
            <p:nvPr/>
          </p:nvSpPr>
          <p:spPr>
            <a:xfrm>
              <a:off x="5944524" y="3277147"/>
              <a:ext cx="274286" cy="2296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879" y="23253"/>
                  </a:moveTo>
                  <a:lnTo>
                    <a:pt x="29879" y="23253"/>
                  </a:lnTo>
                  <a:cubicBezTo>
                    <a:pt x="6506" y="38468"/>
                    <a:pt x="8674" y="63732"/>
                    <a:pt x="8674" y="74066"/>
                  </a:cubicBezTo>
                  <a:cubicBezTo>
                    <a:pt x="38313" y="30717"/>
                    <a:pt x="83373" y="33301"/>
                    <a:pt x="83373" y="33301"/>
                  </a:cubicBezTo>
                  <a:cubicBezTo>
                    <a:pt x="83373" y="33301"/>
                    <a:pt x="19277" y="58564"/>
                    <a:pt x="2168" y="109665"/>
                  </a:cubicBezTo>
                  <a:cubicBezTo>
                    <a:pt x="0" y="114832"/>
                    <a:pt x="8674" y="119712"/>
                    <a:pt x="10602" y="114832"/>
                  </a:cubicBezTo>
                  <a:cubicBezTo>
                    <a:pt x="14939" y="101913"/>
                    <a:pt x="23373" y="89282"/>
                    <a:pt x="23373" y="89282"/>
                  </a:cubicBezTo>
                  <a:cubicBezTo>
                    <a:pt x="36385" y="94449"/>
                    <a:pt x="55421" y="101913"/>
                    <a:pt x="70602" y="89282"/>
                  </a:cubicBezTo>
                  <a:cubicBezTo>
                    <a:pt x="87469" y="74066"/>
                    <a:pt x="87469" y="38468"/>
                    <a:pt x="113012" y="20669"/>
                  </a:cubicBezTo>
                  <a:cubicBezTo>
                    <a:pt x="119759" y="18086"/>
                    <a:pt x="60000" y="0"/>
                    <a:pt x="29879" y="23253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81" name="Shape 5081"/>
            <p:cNvSpPr/>
            <p:nvPr/>
          </p:nvSpPr>
          <p:spPr>
            <a:xfrm>
              <a:off x="2680330" y="3273256"/>
              <a:ext cx="245107" cy="2529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027" y="87532"/>
                  </a:moveTo>
                  <a:lnTo>
                    <a:pt x="67027" y="87532"/>
                  </a:lnTo>
                  <a:cubicBezTo>
                    <a:pt x="67027" y="78441"/>
                    <a:pt x="74324" y="73506"/>
                    <a:pt x="86486" y="66753"/>
                  </a:cubicBezTo>
                  <a:cubicBezTo>
                    <a:pt x="100810" y="57402"/>
                    <a:pt x="119729" y="45974"/>
                    <a:pt x="119729" y="18441"/>
                  </a:cubicBezTo>
                  <a:cubicBezTo>
                    <a:pt x="119729" y="16103"/>
                    <a:pt x="117297" y="13766"/>
                    <a:pt x="115135" y="13766"/>
                  </a:cubicBezTo>
                  <a:cubicBezTo>
                    <a:pt x="93513" y="13766"/>
                    <a:pt x="93513" y="13766"/>
                    <a:pt x="93513" y="13766"/>
                  </a:cubicBezTo>
                  <a:cubicBezTo>
                    <a:pt x="88648" y="7012"/>
                    <a:pt x="79189" y="0"/>
                    <a:pt x="60000" y="0"/>
                  </a:cubicBezTo>
                  <a:cubicBezTo>
                    <a:pt x="40810" y="0"/>
                    <a:pt x="31351" y="7012"/>
                    <a:pt x="26486" y="13766"/>
                  </a:cubicBezTo>
                  <a:cubicBezTo>
                    <a:pt x="4864" y="13766"/>
                    <a:pt x="4864" y="13766"/>
                    <a:pt x="4864" y="13766"/>
                  </a:cubicBezTo>
                  <a:cubicBezTo>
                    <a:pt x="2432" y="13766"/>
                    <a:pt x="0" y="16103"/>
                    <a:pt x="0" y="18441"/>
                  </a:cubicBezTo>
                  <a:cubicBezTo>
                    <a:pt x="0" y="45974"/>
                    <a:pt x="16756" y="57402"/>
                    <a:pt x="33513" y="66753"/>
                  </a:cubicBezTo>
                  <a:cubicBezTo>
                    <a:pt x="45675" y="73506"/>
                    <a:pt x="52702" y="78441"/>
                    <a:pt x="52702" y="87532"/>
                  </a:cubicBezTo>
                  <a:cubicBezTo>
                    <a:pt x="52702" y="96623"/>
                    <a:pt x="52702" y="96623"/>
                    <a:pt x="52702" y="96623"/>
                  </a:cubicBezTo>
                  <a:cubicBezTo>
                    <a:pt x="38378" y="98961"/>
                    <a:pt x="28918" y="103636"/>
                    <a:pt x="28918" y="108051"/>
                  </a:cubicBezTo>
                  <a:cubicBezTo>
                    <a:pt x="28918" y="115064"/>
                    <a:pt x="43243" y="119740"/>
                    <a:pt x="60000" y="119740"/>
                  </a:cubicBezTo>
                  <a:cubicBezTo>
                    <a:pt x="76486" y="119740"/>
                    <a:pt x="88648" y="115064"/>
                    <a:pt x="88648" y="108051"/>
                  </a:cubicBezTo>
                  <a:cubicBezTo>
                    <a:pt x="88648" y="103636"/>
                    <a:pt x="81621" y="98961"/>
                    <a:pt x="67027" y="96623"/>
                  </a:cubicBezTo>
                  <a:lnTo>
                    <a:pt x="67027" y="87532"/>
                  </a:lnTo>
                  <a:close/>
                  <a:moveTo>
                    <a:pt x="86486" y="55064"/>
                  </a:moveTo>
                  <a:lnTo>
                    <a:pt x="86486" y="55064"/>
                  </a:lnTo>
                  <a:cubicBezTo>
                    <a:pt x="91081" y="48311"/>
                    <a:pt x="93513" y="36883"/>
                    <a:pt x="93513" y="23116"/>
                  </a:cubicBezTo>
                  <a:cubicBezTo>
                    <a:pt x="110270" y="23116"/>
                    <a:pt x="110270" y="23116"/>
                    <a:pt x="110270" y="23116"/>
                  </a:cubicBezTo>
                  <a:cubicBezTo>
                    <a:pt x="107837" y="39220"/>
                    <a:pt x="98378" y="48311"/>
                    <a:pt x="86486" y="55064"/>
                  </a:cubicBezTo>
                  <a:close/>
                  <a:moveTo>
                    <a:pt x="60000" y="9350"/>
                  </a:moveTo>
                  <a:lnTo>
                    <a:pt x="60000" y="9350"/>
                  </a:lnTo>
                  <a:cubicBezTo>
                    <a:pt x="79189" y="9350"/>
                    <a:pt x="86486" y="16103"/>
                    <a:pt x="86486" y="18441"/>
                  </a:cubicBezTo>
                  <a:cubicBezTo>
                    <a:pt x="86486" y="20779"/>
                    <a:pt x="79189" y="27532"/>
                    <a:pt x="60000" y="29870"/>
                  </a:cubicBezTo>
                  <a:cubicBezTo>
                    <a:pt x="40810" y="27532"/>
                    <a:pt x="33513" y="20779"/>
                    <a:pt x="33513" y="18441"/>
                  </a:cubicBezTo>
                  <a:cubicBezTo>
                    <a:pt x="33513" y="16103"/>
                    <a:pt x="40810" y="9350"/>
                    <a:pt x="60000" y="9350"/>
                  </a:cubicBezTo>
                  <a:close/>
                  <a:moveTo>
                    <a:pt x="9729" y="23116"/>
                  </a:moveTo>
                  <a:lnTo>
                    <a:pt x="9729" y="23116"/>
                  </a:lnTo>
                  <a:cubicBezTo>
                    <a:pt x="26486" y="23116"/>
                    <a:pt x="26486" y="23116"/>
                    <a:pt x="26486" y="23116"/>
                  </a:cubicBezTo>
                  <a:cubicBezTo>
                    <a:pt x="26486" y="36883"/>
                    <a:pt x="28918" y="48311"/>
                    <a:pt x="33513" y="55064"/>
                  </a:cubicBezTo>
                  <a:cubicBezTo>
                    <a:pt x="21621" y="48311"/>
                    <a:pt x="9729" y="39220"/>
                    <a:pt x="9729" y="231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82" name="Shape 5082"/>
            <p:cNvSpPr/>
            <p:nvPr/>
          </p:nvSpPr>
          <p:spPr>
            <a:xfrm>
              <a:off x="2122032" y="3818079"/>
              <a:ext cx="272340" cy="25879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048" y="119744"/>
                  </a:moveTo>
                  <a:lnTo>
                    <a:pt x="32048" y="119744"/>
                  </a:lnTo>
                  <a:cubicBezTo>
                    <a:pt x="44819" y="119744"/>
                    <a:pt x="44819" y="119744"/>
                    <a:pt x="44819" y="119744"/>
                  </a:cubicBezTo>
                  <a:cubicBezTo>
                    <a:pt x="70602" y="67659"/>
                    <a:pt x="70602" y="67659"/>
                    <a:pt x="70602" y="67659"/>
                  </a:cubicBezTo>
                  <a:cubicBezTo>
                    <a:pt x="102650" y="67659"/>
                    <a:pt x="102650" y="67659"/>
                    <a:pt x="102650" y="67659"/>
                  </a:cubicBezTo>
                  <a:cubicBezTo>
                    <a:pt x="102650" y="67659"/>
                    <a:pt x="119759" y="67659"/>
                    <a:pt x="119759" y="58723"/>
                  </a:cubicBezTo>
                  <a:cubicBezTo>
                    <a:pt x="119759" y="49787"/>
                    <a:pt x="102650" y="49787"/>
                    <a:pt x="102650" y="49787"/>
                  </a:cubicBezTo>
                  <a:cubicBezTo>
                    <a:pt x="70602" y="49787"/>
                    <a:pt x="70602" y="49787"/>
                    <a:pt x="70602" y="49787"/>
                  </a:cubicBezTo>
                  <a:cubicBezTo>
                    <a:pt x="44819" y="0"/>
                    <a:pt x="44819" y="0"/>
                    <a:pt x="44819" y="0"/>
                  </a:cubicBezTo>
                  <a:cubicBezTo>
                    <a:pt x="32048" y="0"/>
                    <a:pt x="32048" y="0"/>
                    <a:pt x="32048" y="0"/>
                  </a:cubicBezTo>
                  <a:cubicBezTo>
                    <a:pt x="46987" y="49787"/>
                    <a:pt x="46987" y="49787"/>
                    <a:pt x="46987" y="49787"/>
                  </a:cubicBezTo>
                  <a:cubicBezTo>
                    <a:pt x="25783" y="49787"/>
                    <a:pt x="25783" y="49787"/>
                    <a:pt x="25783" y="49787"/>
                  </a:cubicBezTo>
                  <a:cubicBezTo>
                    <a:pt x="12771" y="38297"/>
                    <a:pt x="12771" y="38297"/>
                    <a:pt x="12771" y="38297"/>
                  </a:cubicBezTo>
                  <a:cubicBezTo>
                    <a:pt x="0" y="38297"/>
                    <a:pt x="0" y="38297"/>
                    <a:pt x="0" y="38297"/>
                  </a:cubicBezTo>
                  <a:cubicBezTo>
                    <a:pt x="8674" y="58723"/>
                    <a:pt x="8674" y="58723"/>
                    <a:pt x="8674" y="58723"/>
                  </a:cubicBezTo>
                  <a:cubicBezTo>
                    <a:pt x="0" y="81446"/>
                    <a:pt x="0" y="81446"/>
                    <a:pt x="0" y="81446"/>
                  </a:cubicBezTo>
                  <a:cubicBezTo>
                    <a:pt x="12771" y="81446"/>
                    <a:pt x="12771" y="81446"/>
                    <a:pt x="12771" y="81446"/>
                  </a:cubicBezTo>
                  <a:cubicBezTo>
                    <a:pt x="25783" y="67659"/>
                    <a:pt x="25783" y="67659"/>
                    <a:pt x="25783" y="67659"/>
                  </a:cubicBezTo>
                  <a:cubicBezTo>
                    <a:pt x="46987" y="67659"/>
                    <a:pt x="46987" y="67659"/>
                    <a:pt x="46987" y="67659"/>
                  </a:cubicBezTo>
                  <a:lnTo>
                    <a:pt x="32048" y="119744"/>
                  </a:ln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083" name="Shape 5083"/>
            <p:cNvGrpSpPr/>
            <p:nvPr/>
          </p:nvGrpSpPr>
          <p:grpSpPr>
            <a:xfrm>
              <a:off x="3767746" y="3821969"/>
              <a:ext cx="254833" cy="251008"/>
              <a:chOff x="7197121" y="8332915"/>
              <a:chExt cx="553829" cy="543285"/>
            </a:xfrm>
            <a:grpFill/>
          </p:grpSpPr>
          <p:sp>
            <p:nvSpPr>
              <p:cNvPr id="5084" name="Shape 5084"/>
              <p:cNvSpPr/>
              <p:nvPr/>
            </p:nvSpPr>
            <p:spPr>
              <a:xfrm>
                <a:off x="7197121" y="8332915"/>
                <a:ext cx="553829" cy="543285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59999" y="0"/>
                    </a:moveTo>
                    <a:lnTo>
                      <a:pt x="59999" y="0"/>
                    </a:lnTo>
                    <a:cubicBezTo>
                      <a:pt x="27532" y="0"/>
                      <a:pt x="0" y="25960"/>
                      <a:pt x="0" y="58807"/>
                    </a:cubicBezTo>
                    <a:cubicBezTo>
                      <a:pt x="0" y="91655"/>
                      <a:pt x="27532" y="119735"/>
                      <a:pt x="59999" y="119735"/>
                    </a:cubicBezTo>
                    <a:cubicBezTo>
                      <a:pt x="92207" y="119735"/>
                      <a:pt x="119740" y="91655"/>
                      <a:pt x="119740" y="58807"/>
                    </a:cubicBezTo>
                    <a:cubicBezTo>
                      <a:pt x="119740" y="25960"/>
                      <a:pt x="92207" y="0"/>
                      <a:pt x="59999" y="0"/>
                    </a:cubicBezTo>
                    <a:close/>
                    <a:moveTo>
                      <a:pt x="59999" y="105695"/>
                    </a:moveTo>
                    <a:lnTo>
                      <a:pt x="59999" y="105695"/>
                    </a:lnTo>
                    <a:cubicBezTo>
                      <a:pt x="34545" y="105695"/>
                      <a:pt x="13766" y="84503"/>
                      <a:pt x="13766" y="58807"/>
                    </a:cubicBezTo>
                    <a:cubicBezTo>
                      <a:pt x="13766" y="32847"/>
                      <a:pt x="34545" y="11920"/>
                      <a:pt x="59999" y="11920"/>
                    </a:cubicBezTo>
                    <a:cubicBezTo>
                      <a:pt x="85194" y="11920"/>
                      <a:pt x="105974" y="32847"/>
                      <a:pt x="105974" y="58807"/>
                    </a:cubicBezTo>
                    <a:cubicBezTo>
                      <a:pt x="105974" y="84503"/>
                      <a:pt x="85194" y="105695"/>
                      <a:pt x="59999" y="10569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45713" tIns="22850" rIns="45713" bIns="2285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085" name="Shape 5085"/>
              <p:cNvSpPr/>
              <p:nvPr/>
            </p:nvSpPr>
            <p:spPr>
              <a:xfrm>
                <a:off x="7450784" y="8450839"/>
                <a:ext cx="126831" cy="261114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40373" y="0"/>
                    </a:moveTo>
                    <a:lnTo>
                      <a:pt x="0" y="0"/>
                    </a:lnTo>
                    <a:lnTo>
                      <a:pt x="0" y="71891"/>
                    </a:lnTo>
                    <a:lnTo>
                      <a:pt x="99813" y="119459"/>
                    </a:lnTo>
                    <a:lnTo>
                      <a:pt x="118878" y="105405"/>
                    </a:lnTo>
                    <a:lnTo>
                      <a:pt x="40373" y="61621"/>
                    </a:lnTo>
                    <a:lnTo>
                      <a:pt x="40373" y="0"/>
                    </a:lnTo>
                  </a:path>
                </a:pathLst>
              </a:custGeom>
              <a:grpFill/>
              <a:ln>
                <a:noFill/>
              </a:ln>
            </p:spPr>
            <p:txBody>
              <a:bodyPr lIns="45713" tIns="22850" rIns="45713" bIns="2285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5086" name="Shape 5086"/>
            <p:cNvSpPr/>
            <p:nvPr/>
          </p:nvSpPr>
          <p:spPr>
            <a:xfrm>
              <a:off x="9794250" y="4942748"/>
              <a:ext cx="186748" cy="196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4023" y="119662"/>
                  </a:moveTo>
                  <a:lnTo>
                    <a:pt x="44023" y="119662"/>
                  </a:lnTo>
                  <a:cubicBezTo>
                    <a:pt x="40828" y="119662"/>
                    <a:pt x="37988" y="116629"/>
                    <a:pt x="34792" y="113595"/>
                  </a:cubicBezTo>
                  <a:cubicBezTo>
                    <a:pt x="3195" y="74831"/>
                    <a:pt x="3195" y="74831"/>
                    <a:pt x="3195" y="74831"/>
                  </a:cubicBezTo>
                  <a:cubicBezTo>
                    <a:pt x="0" y="68764"/>
                    <a:pt x="0" y="63033"/>
                    <a:pt x="6390" y="60000"/>
                  </a:cubicBezTo>
                  <a:cubicBezTo>
                    <a:pt x="12781" y="53932"/>
                    <a:pt x="18816" y="56629"/>
                    <a:pt x="22011" y="60000"/>
                  </a:cubicBezTo>
                  <a:cubicBezTo>
                    <a:pt x="44023" y="86966"/>
                    <a:pt x="44023" y="86966"/>
                    <a:pt x="44023" y="86966"/>
                  </a:cubicBezTo>
                  <a:cubicBezTo>
                    <a:pt x="94437" y="9101"/>
                    <a:pt x="94437" y="9101"/>
                    <a:pt x="94437" y="9101"/>
                  </a:cubicBezTo>
                  <a:cubicBezTo>
                    <a:pt x="100828" y="3033"/>
                    <a:pt x="106863" y="0"/>
                    <a:pt x="113254" y="3033"/>
                  </a:cubicBezTo>
                  <a:cubicBezTo>
                    <a:pt x="119644" y="6067"/>
                    <a:pt x="119644" y="15168"/>
                    <a:pt x="116449" y="20898"/>
                  </a:cubicBezTo>
                  <a:cubicBezTo>
                    <a:pt x="56804" y="113595"/>
                    <a:pt x="56804" y="113595"/>
                    <a:pt x="56804" y="113595"/>
                  </a:cubicBezTo>
                  <a:cubicBezTo>
                    <a:pt x="53609" y="116629"/>
                    <a:pt x="50414" y="119662"/>
                    <a:pt x="44023" y="119662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87" name="Shape 5087"/>
            <p:cNvSpPr/>
            <p:nvPr/>
          </p:nvSpPr>
          <p:spPr>
            <a:xfrm>
              <a:off x="8724341" y="3808347"/>
              <a:ext cx="155623" cy="27435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577" y="27766"/>
                  </a:moveTo>
                  <a:lnTo>
                    <a:pt x="119577" y="27766"/>
                  </a:lnTo>
                  <a:cubicBezTo>
                    <a:pt x="119577" y="14969"/>
                    <a:pt x="119577" y="14969"/>
                    <a:pt x="119577" y="14969"/>
                  </a:cubicBezTo>
                  <a:cubicBezTo>
                    <a:pt x="119577" y="8450"/>
                    <a:pt x="93380" y="0"/>
                    <a:pt x="60000" y="0"/>
                  </a:cubicBezTo>
                  <a:cubicBezTo>
                    <a:pt x="25774" y="0"/>
                    <a:pt x="0" y="8450"/>
                    <a:pt x="0" y="14969"/>
                  </a:cubicBezTo>
                  <a:cubicBezTo>
                    <a:pt x="0" y="14969"/>
                    <a:pt x="0" y="14969"/>
                    <a:pt x="0" y="27766"/>
                  </a:cubicBezTo>
                  <a:cubicBezTo>
                    <a:pt x="0" y="40563"/>
                    <a:pt x="40985" y="51428"/>
                    <a:pt x="40985" y="59879"/>
                  </a:cubicBezTo>
                  <a:cubicBezTo>
                    <a:pt x="40985" y="70503"/>
                    <a:pt x="0" y="79195"/>
                    <a:pt x="0" y="91991"/>
                  </a:cubicBezTo>
                  <a:cubicBezTo>
                    <a:pt x="0" y="104788"/>
                    <a:pt x="0" y="106961"/>
                    <a:pt x="0" y="106961"/>
                  </a:cubicBezTo>
                  <a:cubicBezTo>
                    <a:pt x="0" y="111066"/>
                    <a:pt x="25774" y="119758"/>
                    <a:pt x="60000" y="119758"/>
                  </a:cubicBezTo>
                  <a:cubicBezTo>
                    <a:pt x="93380" y="119758"/>
                    <a:pt x="119577" y="111066"/>
                    <a:pt x="119577" y="106961"/>
                  </a:cubicBezTo>
                  <a:cubicBezTo>
                    <a:pt x="119577" y="106961"/>
                    <a:pt x="119577" y="104788"/>
                    <a:pt x="119577" y="91991"/>
                  </a:cubicBezTo>
                  <a:cubicBezTo>
                    <a:pt x="119577" y="79195"/>
                    <a:pt x="78591" y="70503"/>
                    <a:pt x="78591" y="59879"/>
                  </a:cubicBezTo>
                  <a:cubicBezTo>
                    <a:pt x="78591" y="51428"/>
                    <a:pt x="119577" y="40563"/>
                    <a:pt x="119577" y="27766"/>
                  </a:cubicBezTo>
                  <a:close/>
                  <a:moveTo>
                    <a:pt x="18591" y="14969"/>
                  </a:moveTo>
                  <a:lnTo>
                    <a:pt x="18591" y="14969"/>
                  </a:lnTo>
                  <a:cubicBezTo>
                    <a:pt x="25774" y="12796"/>
                    <a:pt x="37183" y="8450"/>
                    <a:pt x="60000" y="8450"/>
                  </a:cubicBezTo>
                  <a:cubicBezTo>
                    <a:pt x="82394" y="8450"/>
                    <a:pt x="100985" y="14969"/>
                    <a:pt x="100985" y="14969"/>
                  </a:cubicBezTo>
                  <a:cubicBezTo>
                    <a:pt x="104788" y="14969"/>
                    <a:pt x="108591" y="17142"/>
                    <a:pt x="104788" y="17142"/>
                  </a:cubicBezTo>
                  <a:cubicBezTo>
                    <a:pt x="97183" y="21247"/>
                    <a:pt x="78591" y="23420"/>
                    <a:pt x="60000" y="23420"/>
                  </a:cubicBezTo>
                  <a:cubicBezTo>
                    <a:pt x="40985" y="23420"/>
                    <a:pt x="22394" y="21247"/>
                    <a:pt x="14788" y="17142"/>
                  </a:cubicBezTo>
                  <a:cubicBezTo>
                    <a:pt x="10985" y="17142"/>
                    <a:pt x="18591" y="14969"/>
                    <a:pt x="18591" y="14969"/>
                  </a:cubicBezTo>
                  <a:close/>
                  <a:moveTo>
                    <a:pt x="63802" y="59879"/>
                  </a:moveTo>
                  <a:lnTo>
                    <a:pt x="63802" y="59879"/>
                  </a:lnTo>
                  <a:cubicBezTo>
                    <a:pt x="63802" y="68329"/>
                    <a:pt x="74788" y="72676"/>
                    <a:pt x="86197" y="79195"/>
                  </a:cubicBezTo>
                  <a:cubicBezTo>
                    <a:pt x="93380" y="83299"/>
                    <a:pt x="104788" y="89818"/>
                    <a:pt x="104788" y="91991"/>
                  </a:cubicBezTo>
                  <a:cubicBezTo>
                    <a:pt x="104788" y="100442"/>
                    <a:pt x="104788" y="100442"/>
                    <a:pt x="104788" y="100442"/>
                  </a:cubicBezTo>
                  <a:cubicBezTo>
                    <a:pt x="97183" y="98269"/>
                    <a:pt x="63802" y="94164"/>
                    <a:pt x="63802" y="85472"/>
                  </a:cubicBezTo>
                  <a:cubicBezTo>
                    <a:pt x="63802" y="81368"/>
                    <a:pt x="56197" y="81368"/>
                    <a:pt x="56197" y="85472"/>
                  </a:cubicBezTo>
                  <a:cubicBezTo>
                    <a:pt x="56197" y="94164"/>
                    <a:pt x="25774" y="98269"/>
                    <a:pt x="14788" y="100442"/>
                  </a:cubicBezTo>
                  <a:cubicBezTo>
                    <a:pt x="14788" y="91991"/>
                    <a:pt x="14788" y="91991"/>
                    <a:pt x="14788" y="91991"/>
                  </a:cubicBezTo>
                  <a:cubicBezTo>
                    <a:pt x="14788" y="89818"/>
                    <a:pt x="25774" y="83299"/>
                    <a:pt x="33802" y="79195"/>
                  </a:cubicBezTo>
                  <a:cubicBezTo>
                    <a:pt x="44788" y="72676"/>
                    <a:pt x="56197" y="68329"/>
                    <a:pt x="56197" y="59879"/>
                  </a:cubicBezTo>
                  <a:cubicBezTo>
                    <a:pt x="56197" y="53601"/>
                    <a:pt x="44788" y="49014"/>
                    <a:pt x="33802" y="42736"/>
                  </a:cubicBezTo>
                  <a:cubicBezTo>
                    <a:pt x="25774" y="38390"/>
                    <a:pt x="14788" y="31871"/>
                    <a:pt x="14788" y="27766"/>
                  </a:cubicBezTo>
                  <a:cubicBezTo>
                    <a:pt x="14788" y="21247"/>
                    <a:pt x="14788" y="21247"/>
                    <a:pt x="14788" y="21247"/>
                  </a:cubicBezTo>
                  <a:cubicBezTo>
                    <a:pt x="25774" y="25593"/>
                    <a:pt x="40985" y="27766"/>
                    <a:pt x="60000" y="27766"/>
                  </a:cubicBezTo>
                  <a:cubicBezTo>
                    <a:pt x="78591" y="27766"/>
                    <a:pt x="97183" y="25593"/>
                    <a:pt x="104788" y="21247"/>
                  </a:cubicBezTo>
                  <a:cubicBezTo>
                    <a:pt x="104788" y="27766"/>
                    <a:pt x="104788" y="27766"/>
                    <a:pt x="104788" y="27766"/>
                  </a:cubicBezTo>
                  <a:cubicBezTo>
                    <a:pt x="104788" y="31871"/>
                    <a:pt x="93380" y="38390"/>
                    <a:pt x="86197" y="42736"/>
                  </a:cubicBezTo>
                  <a:cubicBezTo>
                    <a:pt x="74788" y="49014"/>
                    <a:pt x="63802" y="53601"/>
                    <a:pt x="63802" y="598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88" name="Shape 5088"/>
            <p:cNvSpPr/>
            <p:nvPr/>
          </p:nvSpPr>
          <p:spPr>
            <a:xfrm>
              <a:off x="10321423" y="2214743"/>
              <a:ext cx="196474" cy="2296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830" y="40575"/>
                  </a:moveTo>
                  <a:lnTo>
                    <a:pt x="107830" y="40575"/>
                  </a:lnTo>
                  <a:cubicBezTo>
                    <a:pt x="92619" y="40575"/>
                    <a:pt x="92619" y="40575"/>
                    <a:pt x="92619" y="40575"/>
                  </a:cubicBezTo>
                  <a:cubicBezTo>
                    <a:pt x="92619" y="30503"/>
                    <a:pt x="92619" y="30503"/>
                    <a:pt x="92619" y="30503"/>
                  </a:cubicBezTo>
                  <a:cubicBezTo>
                    <a:pt x="92619" y="10071"/>
                    <a:pt x="80450" y="0"/>
                    <a:pt x="59492" y="0"/>
                  </a:cubicBezTo>
                  <a:cubicBezTo>
                    <a:pt x="35830" y="0"/>
                    <a:pt x="26704" y="10071"/>
                    <a:pt x="26704" y="30503"/>
                  </a:cubicBezTo>
                  <a:cubicBezTo>
                    <a:pt x="26704" y="40575"/>
                    <a:pt x="26704" y="40575"/>
                    <a:pt x="26704" y="40575"/>
                  </a:cubicBezTo>
                  <a:cubicBezTo>
                    <a:pt x="8450" y="40575"/>
                    <a:pt x="8450" y="40575"/>
                    <a:pt x="8450" y="40575"/>
                  </a:cubicBezTo>
                  <a:cubicBezTo>
                    <a:pt x="5746" y="40575"/>
                    <a:pt x="0" y="45755"/>
                    <a:pt x="0" y="50935"/>
                  </a:cubicBezTo>
                  <a:cubicBezTo>
                    <a:pt x="0" y="107050"/>
                    <a:pt x="0" y="107050"/>
                    <a:pt x="0" y="107050"/>
                  </a:cubicBezTo>
                  <a:cubicBezTo>
                    <a:pt x="0" y="109640"/>
                    <a:pt x="5746" y="114532"/>
                    <a:pt x="8450" y="114532"/>
                  </a:cubicBezTo>
                  <a:cubicBezTo>
                    <a:pt x="17915" y="117122"/>
                    <a:pt x="17915" y="117122"/>
                    <a:pt x="17915" y="117122"/>
                  </a:cubicBezTo>
                  <a:cubicBezTo>
                    <a:pt x="23661" y="119712"/>
                    <a:pt x="29746" y="119712"/>
                    <a:pt x="35830" y="119712"/>
                  </a:cubicBezTo>
                  <a:cubicBezTo>
                    <a:pt x="83492" y="119712"/>
                    <a:pt x="83492" y="119712"/>
                    <a:pt x="83492" y="119712"/>
                  </a:cubicBezTo>
                  <a:cubicBezTo>
                    <a:pt x="89577" y="119712"/>
                    <a:pt x="95661" y="119712"/>
                    <a:pt x="101408" y="117122"/>
                  </a:cubicBezTo>
                  <a:cubicBezTo>
                    <a:pt x="110535" y="114532"/>
                    <a:pt x="110535" y="114532"/>
                    <a:pt x="110535" y="114532"/>
                  </a:cubicBezTo>
                  <a:cubicBezTo>
                    <a:pt x="113577" y="114532"/>
                    <a:pt x="119661" y="109640"/>
                    <a:pt x="119661" y="107050"/>
                  </a:cubicBezTo>
                  <a:cubicBezTo>
                    <a:pt x="119661" y="50935"/>
                    <a:pt x="119661" y="50935"/>
                    <a:pt x="119661" y="50935"/>
                  </a:cubicBezTo>
                  <a:cubicBezTo>
                    <a:pt x="119661" y="45755"/>
                    <a:pt x="113577" y="40575"/>
                    <a:pt x="107830" y="40575"/>
                  </a:cubicBezTo>
                  <a:close/>
                  <a:moveTo>
                    <a:pt x="41577" y="27913"/>
                  </a:moveTo>
                  <a:lnTo>
                    <a:pt x="41577" y="27913"/>
                  </a:lnTo>
                  <a:cubicBezTo>
                    <a:pt x="41577" y="17841"/>
                    <a:pt x="50704" y="12661"/>
                    <a:pt x="59492" y="12661"/>
                  </a:cubicBezTo>
                  <a:cubicBezTo>
                    <a:pt x="68619" y="12661"/>
                    <a:pt x="77408" y="17841"/>
                    <a:pt x="77408" y="27913"/>
                  </a:cubicBezTo>
                  <a:cubicBezTo>
                    <a:pt x="77408" y="40575"/>
                    <a:pt x="77408" y="40575"/>
                    <a:pt x="77408" y="40575"/>
                  </a:cubicBezTo>
                  <a:cubicBezTo>
                    <a:pt x="41577" y="40575"/>
                    <a:pt x="41577" y="40575"/>
                    <a:pt x="41577" y="40575"/>
                  </a:cubicBezTo>
                  <a:lnTo>
                    <a:pt x="41577" y="279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89" name="Shape 5089"/>
            <p:cNvSpPr/>
            <p:nvPr/>
          </p:nvSpPr>
          <p:spPr>
            <a:xfrm>
              <a:off x="9208718" y="4368738"/>
              <a:ext cx="264560" cy="2393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750" y="90275"/>
                  </a:moveTo>
                  <a:lnTo>
                    <a:pt x="59750" y="90275"/>
                  </a:lnTo>
                  <a:cubicBezTo>
                    <a:pt x="53250" y="90275"/>
                    <a:pt x="46500" y="97706"/>
                    <a:pt x="46500" y="105137"/>
                  </a:cubicBezTo>
                  <a:cubicBezTo>
                    <a:pt x="46500" y="112568"/>
                    <a:pt x="53250" y="119724"/>
                    <a:pt x="59750" y="119724"/>
                  </a:cubicBezTo>
                  <a:cubicBezTo>
                    <a:pt x="66500" y="119724"/>
                    <a:pt x="73000" y="112568"/>
                    <a:pt x="73000" y="105137"/>
                  </a:cubicBezTo>
                  <a:cubicBezTo>
                    <a:pt x="73000" y="97706"/>
                    <a:pt x="66500" y="90275"/>
                    <a:pt x="59750" y="90275"/>
                  </a:cubicBezTo>
                  <a:close/>
                  <a:moveTo>
                    <a:pt x="33250" y="75688"/>
                  </a:moveTo>
                  <a:lnTo>
                    <a:pt x="33250" y="75688"/>
                  </a:lnTo>
                  <a:cubicBezTo>
                    <a:pt x="42000" y="85596"/>
                    <a:pt x="42000" y="85596"/>
                    <a:pt x="42000" y="85596"/>
                  </a:cubicBezTo>
                  <a:cubicBezTo>
                    <a:pt x="51000" y="75688"/>
                    <a:pt x="66500" y="75688"/>
                    <a:pt x="77500" y="85596"/>
                  </a:cubicBezTo>
                  <a:cubicBezTo>
                    <a:pt x="86250" y="75688"/>
                    <a:pt x="86250" y="75688"/>
                    <a:pt x="86250" y="75688"/>
                  </a:cubicBezTo>
                  <a:cubicBezTo>
                    <a:pt x="70750" y="61100"/>
                    <a:pt x="48750" y="61100"/>
                    <a:pt x="33250" y="75688"/>
                  </a:cubicBezTo>
                  <a:close/>
                  <a:moveTo>
                    <a:pt x="15500" y="56146"/>
                  </a:moveTo>
                  <a:lnTo>
                    <a:pt x="15500" y="56146"/>
                  </a:lnTo>
                  <a:cubicBezTo>
                    <a:pt x="24500" y="66055"/>
                    <a:pt x="24500" y="66055"/>
                    <a:pt x="24500" y="66055"/>
                  </a:cubicBezTo>
                  <a:cubicBezTo>
                    <a:pt x="44250" y="46513"/>
                    <a:pt x="75250" y="46513"/>
                    <a:pt x="95250" y="66055"/>
                  </a:cubicBezTo>
                  <a:cubicBezTo>
                    <a:pt x="104250" y="56146"/>
                    <a:pt x="104250" y="56146"/>
                    <a:pt x="104250" y="56146"/>
                  </a:cubicBezTo>
                  <a:cubicBezTo>
                    <a:pt x="79750" y="29449"/>
                    <a:pt x="40000" y="29449"/>
                    <a:pt x="15500" y="56146"/>
                  </a:cubicBezTo>
                  <a:close/>
                  <a:moveTo>
                    <a:pt x="0" y="36880"/>
                  </a:moveTo>
                  <a:lnTo>
                    <a:pt x="0" y="36880"/>
                  </a:lnTo>
                  <a:cubicBezTo>
                    <a:pt x="6500" y="46513"/>
                    <a:pt x="6500" y="46513"/>
                    <a:pt x="6500" y="46513"/>
                  </a:cubicBezTo>
                  <a:cubicBezTo>
                    <a:pt x="35500" y="14862"/>
                    <a:pt x="82000" y="14862"/>
                    <a:pt x="110750" y="46513"/>
                  </a:cubicBezTo>
                  <a:cubicBezTo>
                    <a:pt x="119750" y="36880"/>
                    <a:pt x="119750" y="36880"/>
                    <a:pt x="119750" y="36880"/>
                  </a:cubicBezTo>
                  <a:cubicBezTo>
                    <a:pt x="86250" y="0"/>
                    <a:pt x="33250" y="0"/>
                    <a:pt x="0" y="368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90" name="Shape 5090"/>
            <p:cNvSpPr/>
            <p:nvPr/>
          </p:nvSpPr>
          <p:spPr>
            <a:xfrm>
              <a:off x="10364219" y="4968042"/>
              <a:ext cx="130335" cy="14788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000" y="95730"/>
                  </a:moveTo>
                  <a:lnTo>
                    <a:pt x="115000" y="95730"/>
                  </a:lnTo>
                  <a:cubicBezTo>
                    <a:pt x="80000" y="59775"/>
                    <a:pt x="80000" y="59775"/>
                    <a:pt x="80000" y="59775"/>
                  </a:cubicBezTo>
                  <a:cubicBezTo>
                    <a:pt x="115000" y="23820"/>
                    <a:pt x="115000" y="23820"/>
                    <a:pt x="115000" y="23820"/>
                  </a:cubicBezTo>
                  <a:cubicBezTo>
                    <a:pt x="119500" y="19775"/>
                    <a:pt x="119500" y="11685"/>
                    <a:pt x="115000" y="7640"/>
                  </a:cubicBezTo>
                  <a:cubicBezTo>
                    <a:pt x="111000" y="0"/>
                    <a:pt x="102000" y="0"/>
                    <a:pt x="92500" y="7640"/>
                  </a:cubicBezTo>
                  <a:cubicBezTo>
                    <a:pt x="62000" y="39550"/>
                    <a:pt x="62000" y="39550"/>
                    <a:pt x="62000" y="39550"/>
                  </a:cubicBezTo>
                  <a:cubicBezTo>
                    <a:pt x="31000" y="7640"/>
                    <a:pt x="31000" y="7640"/>
                    <a:pt x="31000" y="7640"/>
                  </a:cubicBezTo>
                  <a:cubicBezTo>
                    <a:pt x="22000" y="0"/>
                    <a:pt x="13000" y="0"/>
                    <a:pt x="9000" y="7640"/>
                  </a:cubicBezTo>
                  <a:cubicBezTo>
                    <a:pt x="0" y="11685"/>
                    <a:pt x="0" y="19775"/>
                    <a:pt x="9000" y="23820"/>
                  </a:cubicBezTo>
                  <a:cubicBezTo>
                    <a:pt x="44000" y="59775"/>
                    <a:pt x="44000" y="59775"/>
                    <a:pt x="44000" y="59775"/>
                  </a:cubicBezTo>
                  <a:cubicBezTo>
                    <a:pt x="9000" y="95730"/>
                    <a:pt x="9000" y="95730"/>
                    <a:pt x="9000" y="95730"/>
                  </a:cubicBezTo>
                  <a:cubicBezTo>
                    <a:pt x="0" y="99325"/>
                    <a:pt x="0" y="111460"/>
                    <a:pt x="9000" y="115505"/>
                  </a:cubicBezTo>
                  <a:cubicBezTo>
                    <a:pt x="13000" y="119550"/>
                    <a:pt x="22000" y="119550"/>
                    <a:pt x="31000" y="115505"/>
                  </a:cubicBezTo>
                  <a:cubicBezTo>
                    <a:pt x="62000" y="79550"/>
                    <a:pt x="62000" y="79550"/>
                    <a:pt x="62000" y="79550"/>
                  </a:cubicBezTo>
                  <a:cubicBezTo>
                    <a:pt x="92500" y="115505"/>
                    <a:pt x="92500" y="115505"/>
                    <a:pt x="92500" y="115505"/>
                  </a:cubicBezTo>
                  <a:cubicBezTo>
                    <a:pt x="102000" y="119550"/>
                    <a:pt x="111000" y="119550"/>
                    <a:pt x="115000" y="115505"/>
                  </a:cubicBezTo>
                  <a:cubicBezTo>
                    <a:pt x="119500" y="111460"/>
                    <a:pt x="119500" y="99325"/>
                    <a:pt x="115000" y="9573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91" name="Shape 5091"/>
            <p:cNvSpPr/>
            <p:nvPr/>
          </p:nvSpPr>
          <p:spPr>
            <a:xfrm>
              <a:off x="5471819" y="3821969"/>
              <a:ext cx="110881" cy="25100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5219" y="117350"/>
                  </a:moveTo>
                  <a:lnTo>
                    <a:pt x="15219" y="117350"/>
                  </a:lnTo>
                  <a:cubicBezTo>
                    <a:pt x="9951" y="117350"/>
                    <a:pt x="62048" y="70463"/>
                    <a:pt x="62048" y="70463"/>
                  </a:cubicBezTo>
                  <a:cubicBezTo>
                    <a:pt x="56780" y="68079"/>
                    <a:pt x="4682" y="61192"/>
                    <a:pt x="4682" y="56158"/>
                  </a:cubicBezTo>
                  <a:cubicBezTo>
                    <a:pt x="0" y="51920"/>
                    <a:pt x="103609" y="0"/>
                    <a:pt x="108878" y="0"/>
                  </a:cubicBezTo>
                  <a:cubicBezTo>
                    <a:pt x="108878" y="2384"/>
                    <a:pt x="62048" y="46887"/>
                    <a:pt x="62048" y="49536"/>
                  </a:cubicBezTo>
                  <a:cubicBezTo>
                    <a:pt x="66731" y="51920"/>
                    <a:pt x="119414" y="58807"/>
                    <a:pt x="119414" y="63576"/>
                  </a:cubicBezTo>
                  <a:cubicBezTo>
                    <a:pt x="119414" y="65960"/>
                    <a:pt x="20487" y="119735"/>
                    <a:pt x="15219" y="11735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92" name="Shape 5092"/>
            <p:cNvSpPr/>
            <p:nvPr/>
          </p:nvSpPr>
          <p:spPr>
            <a:xfrm>
              <a:off x="4862943" y="3821969"/>
              <a:ext cx="245107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837" y="14324"/>
                  </a:moveTo>
                  <a:lnTo>
                    <a:pt x="107837" y="14324"/>
                  </a:lnTo>
                  <a:cubicBezTo>
                    <a:pt x="100540" y="14324"/>
                    <a:pt x="100540" y="14324"/>
                    <a:pt x="100540" y="14324"/>
                  </a:cubicBezTo>
                  <a:cubicBezTo>
                    <a:pt x="100540" y="26486"/>
                    <a:pt x="100540" y="26486"/>
                    <a:pt x="100540" y="26486"/>
                  </a:cubicBezTo>
                  <a:cubicBezTo>
                    <a:pt x="79189" y="26486"/>
                    <a:pt x="79189" y="26486"/>
                    <a:pt x="79189" y="26486"/>
                  </a:cubicBezTo>
                  <a:cubicBezTo>
                    <a:pt x="79189" y="14324"/>
                    <a:pt x="79189" y="14324"/>
                    <a:pt x="79189" y="14324"/>
                  </a:cubicBezTo>
                  <a:cubicBezTo>
                    <a:pt x="40810" y="14324"/>
                    <a:pt x="40810" y="14324"/>
                    <a:pt x="40810" y="14324"/>
                  </a:cubicBezTo>
                  <a:cubicBezTo>
                    <a:pt x="40810" y="26486"/>
                    <a:pt x="40810" y="26486"/>
                    <a:pt x="40810" y="26486"/>
                  </a:cubicBezTo>
                  <a:cubicBezTo>
                    <a:pt x="19189" y="26486"/>
                    <a:pt x="19189" y="26486"/>
                    <a:pt x="19189" y="26486"/>
                  </a:cubicBezTo>
                  <a:cubicBezTo>
                    <a:pt x="19189" y="14324"/>
                    <a:pt x="19189" y="14324"/>
                    <a:pt x="19189" y="14324"/>
                  </a:cubicBezTo>
                  <a:cubicBezTo>
                    <a:pt x="12162" y="14324"/>
                    <a:pt x="12162" y="14324"/>
                    <a:pt x="12162" y="14324"/>
                  </a:cubicBezTo>
                  <a:cubicBezTo>
                    <a:pt x="4864" y="14324"/>
                    <a:pt x="0" y="19189"/>
                    <a:pt x="0" y="26486"/>
                  </a:cubicBezTo>
                  <a:cubicBezTo>
                    <a:pt x="0" y="107837"/>
                    <a:pt x="0" y="107837"/>
                    <a:pt x="0" y="107837"/>
                  </a:cubicBezTo>
                  <a:cubicBezTo>
                    <a:pt x="0" y="114864"/>
                    <a:pt x="4864" y="119729"/>
                    <a:pt x="12162" y="119729"/>
                  </a:cubicBezTo>
                  <a:cubicBezTo>
                    <a:pt x="107837" y="119729"/>
                    <a:pt x="107837" y="119729"/>
                    <a:pt x="107837" y="119729"/>
                  </a:cubicBezTo>
                  <a:cubicBezTo>
                    <a:pt x="114864" y="119729"/>
                    <a:pt x="119729" y="114864"/>
                    <a:pt x="119729" y="107837"/>
                  </a:cubicBezTo>
                  <a:cubicBezTo>
                    <a:pt x="119729" y="26486"/>
                    <a:pt x="119729" y="26486"/>
                    <a:pt x="119729" y="26486"/>
                  </a:cubicBezTo>
                  <a:cubicBezTo>
                    <a:pt x="119729" y="19189"/>
                    <a:pt x="114864" y="14324"/>
                    <a:pt x="107837" y="14324"/>
                  </a:cubicBezTo>
                  <a:close/>
                  <a:moveTo>
                    <a:pt x="107837" y="107837"/>
                  </a:moveTo>
                  <a:lnTo>
                    <a:pt x="107837" y="107837"/>
                  </a:lnTo>
                  <a:cubicBezTo>
                    <a:pt x="12162" y="107837"/>
                    <a:pt x="12162" y="107837"/>
                    <a:pt x="12162" y="107837"/>
                  </a:cubicBezTo>
                  <a:cubicBezTo>
                    <a:pt x="12162" y="52972"/>
                    <a:pt x="12162" y="52972"/>
                    <a:pt x="12162" y="52972"/>
                  </a:cubicBezTo>
                  <a:cubicBezTo>
                    <a:pt x="107837" y="52972"/>
                    <a:pt x="107837" y="52972"/>
                    <a:pt x="107837" y="52972"/>
                  </a:cubicBezTo>
                  <a:lnTo>
                    <a:pt x="107837" y="107837"/>
                  </a:lnTo>
                  <a:close/>
                  <a:moveTo>
                    <a:pt x="33513" y="0"/>
                  </a:moveTo>
                  <a:lnTo>
                    <a:pt x="33513" y="0"/>
                  </a:lnTo>
                  <a:cubicBezTo>
                    <a:pt x="24054" y="0"/>
                    <a:pt x="24054" y="0"/>
                    <a:pt x="24054" y="0"/>
                  </a:cubicBezTo>
                  <a:cubicBezTo>
                    <a:pt x="24054" y="24054"/>
                    <a:pt x="24054" y="24054"/>
                    <a:pt x="24054" y="24054"/>
                  </a:cubicBezTo>
                  <a:cubicBezTo>
                    <a:pt x="33513" y="24054"/>
                    <a:pt x="33513" y="24054"/>
                    <a:pt x="33513" y="24054"/>
                  </a:cubicBezTo>
                  <a:lnTo>
                    <a:pt x="33513" y="0"/>
                  </a:lnTo>
                  <a:close/>
                  <a:moveTo>
                    <a:pt x="95675" y="0"/>
                  </a:moveTo>
                  <a:lnTo>
                    <a:pt x="95675" y="0"/>
                  </a:lnTo>
                  <a:cubicBezTo>
                    <a:pt x="86216" y="0"/>
                    <a:pt x="86216" y="0"/>
                    <a:pt x="86216" y="0"/>
                  </a:cubicBezTo>
                  <a:cubicBezTo>
                    <a:pt x="86216" y="24054"/>
                    <a:pt x="86216" y="24054"/>
                    <a:pt x="86216" y="24054"/>
                  </a:cubicBezTo>
                  <a:cubicBezTo>
                    <a:pt x="95675" y="24054"/>
                    <a:pt x="95675" y="24054"/>
                    <a:pt x="95675" y="24054"/>
                  </a:cubicBezTo>
                  <a:lnTo>
                    <a:pt x="956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093" name="Shape 5093"/>
            <p:cNvGrpSpPr/>
            <p:nvPr/>
          </p:nvGrpSpPr>
          <p:grpSpPr>
            <a:xfrm>
              <a:off x="4351333" y="3808349"/>
              <a:ext cx="177021" cy="274357"/>
              <a:chOff x="8527946" y="7535335"/>
              <a:chExt cx="385131" cy="596900"/>
            </a:xfrm>
            <a:grpFill/>
          </p:grpSpPr>
          <p:sp>
            <p:nvSpPr>
              <p:cNvPr id="5094" name="Shape 5094"/>
              <p:cNvSpPr/>
              <p:nvPr/>
            </p:nvSpPr>
            <p:spPr>
              <a:xfrm>
                <a:off x="8527946" y="7755467"/>
                <a:ext cx="385131" cy="376767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6625" y="0"/>
                    </a:moveTo>
                    <a:lnTo>
                      <a:pt x="116625" y="0"/>
                    </a:lnTo>
                    <a:cubicBezTo>
                      <a:pt x="109875" y="0"/>
                      <a:pt x="109875" y="0"/>
                      <a:pt x="109875" y="0"/>
                    </a:cubicBezTo>
                    <a:cubicBezTo>
                      <a:pt x="106500" y="0"/>
                      <a:pt x="106500" y="0"/>
                      <a:pt x="106500" y="3461"/>
                    </a:cubicBezTo>
                    <a:cubicBezTo>
                      <a:pt x="106500" y="27692"/>
                      <a:pt x="106500" y="27692"/>
                      <a:pt x="106500" y="27692"/>
                    </a:cubicBezTo>
                    <a:cubicBezTo>
                      <a:pt x="106500" y="41153"/>
                      <a:pt x="96375" y="61538"/>
                      <a:pt x="60000" y="61538"/>
                    </a:cubicBezTo>
                    <a:cubicBezTo>
                      <a:pt x="23625" y="61538"/>
                      <a:pt x="13500" y="41153"/>
                      <a:pt x="13500" y="27692"/>
                    </a:cubicBezTo>
                    <a:cubicBezTo>
                      <a:pt x="13500" y="3461"/>
                      <a:pt x="13500" y="3461"/>
                      <a:pt x="13500" y="3461"/>
                    </a:cubicBezTo>
                    <a:cubicBezTo>
                      <a:pt x="13500" y="0"/>
                      <a:pt x="10500" y="0"/>
                      <a:pt x="10500" y="0"/>
                    </a:cubicBezTo>
                    <a:cubicBezTo>
                      <a:pt x="3375" y="0"/>
                      <a:pt x="3375" y="0"/>
                      <a:pt x="3375" y="0"/>
                    </a:cubicBezTo>
                    <a:cubicBezTo>
                      <a:pt x="3375" y="0"/>
                      <a:pt x="0" y="0"/>
                      <a:pt x="0" y="3461"/>
                    </a:cubicBezTo>
                    <a:cubicBezTo>
                      <a:pt x="0" y="27692"/>
                      <a:pt x="0" y="27692"/>
                      <a:pt x="0" y="27692"/>
                    </a:cubicBezTo>
                    <a:cubicBezTo>
                      <a:pt x="0" y="51538"/>
                      <a:pt x="16500" y="71923"/>
                      <a:pt x="50250" y="75384"/>
                    </a:cubicBezTo>
                    <a:cubicBezTo>
                      <a:pt x="50250" y="102307"/>
                      <a:pt x="50250" y="102307"/>
                      <a:pt x="50250" y="102307"/>
                    </a:cubicBezTo>
                    <a:cubicBezTo>
                      <a:pt x="27000" y="102307"/>
                      <a:pt x="27000" y="102307"/>
                      <a:pt x="27000" y="102307"/>
                    </a:cubicBezTo>
                    <a:cubicBezTo>
                      <a:pt x="23625" y="102307"/>
                      <a:pt x="23625" y="102307"/>
                      <a:pt x="23625" y="105769"/>
                    </a:cubicBezTo>
                    <a:cubicBezTo>
                      <a:pt x="23625" y="116153"/>
                      <a:pt x="23625" y="116153"/>
                      <a:pt x="23625" y="116153"/>
                    </a:cubicBezTo>
                    <a:cubicBezTo>
                      <a:pt x="23625" y="119615"/>
                      <a:pt x="23625" y="119615"/>
                      <a:pt x="27000" y="119615"/>
                    </a:cubicBezTo>
                    <a:cubicBezTo>
                      <a:pt x="93375" y="119615"/>
                      <a:pt x="93375" y="119615"/>
                      <a:pt x="93375" y="119615"/>
                    </a:cubicBezTo>
                    <a:cubicBezTo>
                      <a:pt x="96375" y="119615"/>
                      <a:pt x="96375" y="119615"/>
                      <a:pt x="96375" y="116153"/>
                    </a:cubicBezTo>
                    <a:cubicBezTo>
                      <a:pt x="96375" y="105769"/>
                      <a:pt x="96375" y="105769"/>
                      <a:pt x="96375" y="105769"/>
                    </a:cubicBezTo>
                    <a:cubicBezTo>
                      <a:pt x="96375" y="102307"/>
                      <a:pt x="96375" y="102307"/>
                      <a:pt x="93375" y="102307"/>
                    </a:cubicBezTo>
                    <a:cubicBezTo>
                      <a:pt x="70125" y="102307"/>
                      <a:pt x="70125" y="102307"/>
                      <a:pt x="70125" y="102307"/>
                    </a:cubicBezTo>
                    <a:cubicBezTo>
                      <a:pt x="70125" y="75384"/>
                      <a:pt x="70125" y="75384"/>
                      <a:pt x="70125" y="75384"/>
                    </a:cubicBezTo>
                    <a:cubicBezTo>
                      <a:pt x="103125" y="71923"/>
                      <a:pt x="119625" y="51538"/>
                      <a:pt x="119625" y="27692"/>
                    </a:cubicBezTo>
                    <a:cubicBezTo>
                      <a:pt x="119625" y="3461"/>
                      <a:pt x="119625" y="3461"/>
                      <a:pt x="119625" y="3461"/>
                    </a:cubicBezTo>
                    <a:cubicBezTo>
                      <a:pt x="119625" y="0"/>
                      <a:pt x="116625" y="0"/>
                      <a:pt x="116625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lIns="45700" tIns="22850" rIns="45700" bIns="2285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095" name="Shape 5095"/>
              <p:cNvSpPr/>
              <p:nvPr/>
            </p:nvSpPr>
            <p:spPr>
              <a:xfrm>
                <a:off x="8633750" y="7755467"/>
                <a:ext cx="169288" cy="143933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59580" y="118974"/>
                    </a:moveTo>
                    <a:lnTo>
                      <a:pt x="59580" y="118974"/>
                    </a:lnTo>
                    <a:cubicBezTo>
                      <a:pt x="111608" y="118974"/>
                      <a:pt x="119160" y="92307"/>
                      <a:pt x="119160" y="73846"/>
                    </a:cubicBezTo>
                    <a:cubicBezTo>
                      <a:pt x="119160" y="0"/>
                      <a:pt x="119160" y="0"/>
                      <a:pt x="1191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3846"/>
                      <a:pt x="0" y="73846"/>
                      <a:pt x="0" y="73846"/>
                    </a:cubicBezTo>
                    <a:cubicBezTo>
                      <a:pt x="0" y="92307"/>
                      <a:pt x="7552" y="118974"/>
                      <a:pt x="59580" y="1189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lIns="45700" tIns="22850" rIns="45700" bIns="2285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096" name="Shape 5096"/>
              <p:cNvSpPr/>
              <p:nvPr/>
            </p:nvSpPr>
            <p:spPr>
              <a:xfrm>
                <a:off x="8633750" y="7535335"/>
                <a:ext cx="169288" cy="17780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9160" y="34966"/>
                    </a:moveTo>
                    <a:lnTo>
                      <a:pt x="119160" y="34966"/>
                    </a:lnTo>
                    <a:cubicBezTo>
                      <a:pt x="119160" y="20662"/>
                      <a:pt x="111608" y="0"/>
                      <a:pt x="59580" y="0"/>
                    </a:cubicBezTo>
                    <a:cubicBezTo>
                      <a:pt x="7552" y="0"/>
                      <a:pt x="0" y="20662"/>
                      <a:pt x="0" y="34966"/>
                    </a:cubicBezTo>
                    <a:cubicBezTo>
                      <a:pt x="0" y="119205"/>
                      <a:pt x="0" y="119205"/>
                      <a:pt x="0" y="119205"/>
                    </a:cubicBezTo>
                    <a:cubicBezTo>
                      <a:pt x="119160" y="119205"/>
                      <a:pt x="119160" y="119205"/>
                      <a:pt x="119160" y="119205"/>
                    </a:cubicBezTo>
                    <a:lnTo>
                      <a:pt x="119160" y="34966"/>
                    </a:lnTo>
                  </a:path>
                </a:pathLst>
              </a:custGeom>
              <a:grpFill/>
              <a:ln>
                <a:noFill/>
              </a:ln>
            </p:spPr>
            <p:txBody>
              <a:bodyPr lIns="45700" tIns="22850" rIns="45700" bIns="2285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5097" name="Shape 5097"/>
            <p:cNvSpPr/>
            <p:nvPr/>
          </p:nvSpPr>
          <p:spPr>
            <a:xfrm>
              <a:off x="10868050" y="2205013"/>
              <a:ext cx="196474" cy="2490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830" y="46887"/>
                  </a:moveTo>
                  <a:lnTo>
                    <a:pt x="107830" y="46887"/>
                  </a:lnTo>
                  <a:cubicBezTo>
                    <a:pt x="92957" y="46887"/>
                    <a:pt x="92957" y="46887"/>
                    <a:pt x="92957" y="46887"/>
                  </a:cubicBezTo>
                  <a:cubicBezTo>
                    <a:pt x="92957" y="30463"/>
                    <a:pt x="92957" y="30463"/>
                    <a:pt x="92957" y="30463"/>
                  </a:cubicBezTo>
                  <a:cubicBezTo>
                    <a:pt x="92957" y="11655"/>
                    <a:pt x="80450" y="0"/>
                    <a:pt x="59830" y="0"/>
                  </a:cubicBezTo>
                  <a:cubicBezTo>
                    <a:pt x="35830" y="0"/>
                    <a:pt x="26704" y="11655"/>
                    <a:pt x="26704" y="30463"/>
                  </a:cubicBezTo>
                  <a:cubicBezTo>
                    <a:pt x="26704" y="32847"/>
                    <a:pt x="26704" y="32847"/>
                    <a:pt x="26704" y="32847"/>
                  </a:cubicBezTo>
                  <a:cubicBezTo>
                    <a:pt x="41915" y="32847"/>
                    <a:pt x="41915" y="32847"/>
                    <a:pt x="41915" y="32847"/>
                  </a:cubicBezTo>
                  <a:cubicBezTo>
                    <a:pt x="41915" y="28079"/>
                    <a:pt x="41915" y="28079"/>
                    <a:pt x="41915" y="28079"/>
                  </a:cubicBezTo>
                  <a:cubicBezTo>
                    <a:pt x="41915" y="18807"/>
                    <a:pt x="50704" y="14039"/>
                    <a:pt x="59830" y="14039"/>
                  </a:cubicBezTo>
                  <a:cubicBezTo>
                    <a:pt x="68619" y="14039"/>
                    <a:pt x="77746" y="18807"/>
                    <a:pt x="77746" y="28079"/>
                  </a:cubicBezTo>
                  <a:cubicBezTo>
                    <a:pt x="77746" y="46887"/>
                    <a:pt x="77746" y="46887"/>
                    <a:pt x="77746" y="46887"/>
                  </a:cubicBezTo>
                  <a:cubicBezTo>
                    <a:pt x="8788" y="46887"/>
                    <a:pt x="8788" y="46887"/>
                    <a:pt x="8788" y="46887"/>
                  </a:cubicBezTo>
                  <a:cubicBezTo>
                    <a:pt x="5746" y="46887"/>
                    <a:pt x="0" y="51655"/>
                    <a:pt x="0" y="54039"/>
                  </a:cubicBezTo>
                  <a:cubicBezTo>
                    <a:pt x="0" y="105695"/>
                    <a:pt x="0" y="105695"/>
                    <a:pt x="0" y="105695"/>
                  </a:cubicBezTo>
                  <a:cubicBezTo>
                    <a:pt x="0" y="108079"/>
                    <a:pt x="5746" y="112582"/>
                    <a:pt x="8788" y="114966"/>
                  </a:cubicBezTo>
                  <a:cubicBezTo>
                    <a:pt x="17915" y="117350"/>
                    <a:pt x="17915" y="117350"/>
                    <a:pt x="17915" y="117350"/>
                  </a:cubicBezTo>
                  <a:cubicBezTo>
                    <a:pt x="24000" y="117350"/>
                    <a:pt x="29746" y="119735"/>
                    <a:pt x="35830" y="119735"/>
                  </a:cubicBezTo>
                  <a:cubicBezTo>
                    <a:pt x="83830" y="119735"/>
                    <a:pt x="83830" y="119735"/>
                    <a:pt x="83830" y="119735"/>
                  </a:cubicBezTo>
                  <a:cubicBezTo>
                    <a:pt x="89915" y="119735"/>
                    <a:pt x="95661" y="117350"/>
                    <a:pt x="101746" y="117350"/>
                  </a:cubicBezTo>
                  <a:cubicBezTo>
                    <a:pt x="110873" y="114966"/>
                    <a:pt x="110873" y="114966"/>
                    <a:pt x="110873" y="114966"/>
                  </a:cubicBezTo>
                  <a:cubicBezTo>
                    <a:pt x="113577" y="112582"/>
                    <a:pt x="119661" y="108079"/>
                    <a:pt x="119661" y="105695"/>
                  </a:cubicBezTo>
                  <a:cubicBezTo>
                    <a:pt x="119661" y="54039"/>
                    <a:pt x="119661" y="54039"/>
                    <a:pt x="119661" y="54039"/>
                  </a:cubicBezTo>
                  <a:cubicBezTo>
                    <a:pt x="119661" y="51655"/>
                    <a:pt x="113577" y="46887"/>
                    <a:pt x="107830" y="46887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98" name="Shape 5098"/>
            <p:cNvSpPr/>
            <p:nvPr/>
          </p:nvSpPr>
          <p:spPr>
            <a:xfrm>
              <a:off x="4331880" y="1656299"/>
              <a:ext cx="215926" cy="2140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8644" y="10741"/>
                  </a:moveTo>
                  <a:lnTo>
                    <a:pt x="108644" y="10741"/>
                  </a:lnTo>
                  <a:cubicBezTo>
                    <a:pt x="97902" y="0"/>
                    <a:pt x="89616" y="0"/>
                    <a:pt x="89616" y="0"/>
                  </a:cubicBezTo>
                  <a:cubicBezTo>
                    <a:pt x="51867" y="40818"/>
                    <a:pt x="51867" y="40818"/>
                    <a:pt x="51867" y="40818"/>
                  </a:cubicBezTo>
                  <a:cubicBezTo>
                    <a:pt x="7979" y="84398"/>
                    <a:pt x="7979" y="84398"/>
                    <a:pt x="7979" y="84398"/>
                  </a:cubicBezTo>
                  <a:cubicBezTo>
                    <a:pt x="0" y="119693"/>
                    <a:pt x="0" y="119693"/>
                    <a:pt x="0" y="119693"/>
                  </a:cubicBezTo>
                  <a:cubicBezTo>
                    <a:pt x="35601" y="111406"/>
                    <a:pt x="35601" y="111406"/>
                    <a:pt x="35601" y="111406"/>
                  </a:cubicBezTo>
                  <a:cubicBezTo>
                    <a:pt x="81636" y="68132"/>
                    <a:pt x="81636" y="68132"/>
                    <a:pt x="81636" y="68132"/>
                  </a:cubicBezTo>
                  <a:cubicBezTo>
                    <a:pt x="119693" y="29769"/>
                    <a:pt x="119693" y="29769"/>
                    <a:pt x="119693" y="29769"/>
                  </a:cubicBezTo>
                  <a:cubicBezTo>
                    <a:pt x="119693" y="29769"/>
                    <a:pt x="119693" y="21790"/>
                    <a:pt x="108644" y="10741"/>
                  </a:cubicBezTo>
                  <a:close/>
                  <a:moveTo>
                    <a:pt x="35601" y="108644"/>
                  </a:moveTo>
                  <a:lnTo>
                    <a:pt x="35601" y="108644"/>
                  </a:lnTo>
                  <a:cubicBezTo>
                    <a:pt x="21790" y="111406"/>
                    <a:pt x="21790" y="111406"/>
                    <a:pt x="21790" y="111406"/>
                  </a:cubicBezTo>
                  <a:cubicBezTo>
                    <a:pt x="21790" y="108644"/>
                    <a:pt x="19335" y="106189"/>
                    <a:pt x="16572" y="103427"/>
                  </a:cubicBezTo>
                  <a:cubicBezTo>
                    <a:pt x="13503" y="100664"/>
                    <a:pt x="10741" y="100664"/>
                    <a:pt x="10741" y="97902"/>
                  </a:cubicBezTo>
                  <a:cubicBezTo>
                    <a:pt x="13503" y="87161"/>
                    <a:pt x="13503" y="87161"/>
                    <a:pt x="13503" y="87161"/>
                  </a:cubicBezTo>
                  <a:cubicBezTo>
                    <a:pt x="16572" y="81636"/>
                    <a:pt x="16572" y="81636"/>
                    <a:pt x="16572" y="81636"/>
                  </a:cubicBezTo>
                  <a:cubicBezTo>
                    <a:pt x="16572" y="81636"/>
                    <a:pt x="21790" y="81636"/>
                    <a:pt x="30076" y="89616"/>
                  </a:cubicBezTo>
                  <a:cubicBezTo>
                    <a:pt x="38056" y="97902"/>
                    <a:pt x="38056" y="103427"/>
                    <a:pt x="38056" y="103427"/>
                  </a:cubicBezTo>
                  <a:lnTo>
                    <a:pt x="35601" y="1086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99" name="Shape 5099"/>
            <p:cNvSpPr/>
            <p:nvPr/>
          </p:nvSpPr>
          <p:spPr>
            <a:xfrm>
              <a:off x="8131028" y="1640732"/>
              <a:ext cx="254834" cy="243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4490" y="91015"/>
                  </a:moveTo>
                  <a:lnTo>
                    <a:pt x="94490" y="91015"/>
                  </a:lnTo>
                  <a:cubicBezTo>
                    <a:pt x="78351" y="83972"/>
                    <a:pt x="73926" y="79097"/>
                    <a:pt x="73926" y="67178"/>
                  </a:cubicBezTo>
                  <a:cubicBezTo>
                    <a:pt x="73926" y="62302"/>
                    <a:pt x="78351" y="64740"/>
                    <a:pt x="80694" y="52821"/>
                  </a:cubicBezTo>
                  <a:cubicBezTo>
                    <a:pt x="80694" y="47674"/>
                    <a:pt x="85379" y="52821"/>
                    <a:pt x="85379" y="40902"/>
                  </a:cubicBezTo>
                  <a:cubicBezTo>
                    <a:pt x="85379" y="35756"/>
                    <a:pt x="83036" y="35756"/>
                    <a:pt x="83036" y="35756"/>
                  </a:cubicBezTo>
                  <a:cubicBezTo>
                    <a:pt x="83036" y="35756"/>
                    <a:pt x="85379" y="28713"/>
                    <a:pt x="85379" y="23837"/>
                  </a:cubicBezTo>
                  <a:cubicBezTo>
                    <a:pt x="85379" y="16523"/>
                    <a:pt x="83036" y="0"/>
                    <a:pt x="59869" y="0"/>
                  </a:cubicBezTo>
                  <a:cubicBezTo>
                    <a:pt x="36702" y="0"/>
                    <a:pt x="34360" y="16523"/>
                    <a:pt x="34360" y="23837"/>
                  </a:cubicBezTo>
                  <a:cubicBezTo>
                    <a:pt x="34360" y="28713"/>
                    <a:pt x="36702" y="35756"/>
                    <a:pt x="36702" y="35756"/>
                  </a:cubicBezTo>
                  <a:cubicBezTo>
                    <a:pt x="36702" y="35756"/>
                    <a:pt x="34360" y="35756"/>
                    <a:pt x="34360" y="40902"/>
                  </a:cubicBezTo>
                  <a:cubicBezTo>
                    <a:pt x="34360" y="52821"/>
                    <a:pt x="39045" y="47674"/>
                    <a:pt x="39045" y="52821"/>
                  </a:cubicBezTo>
                  <a:cubicBezTo>
                    <a:pt x="41388" y="64740"/>
                    <a:pt x="46073" y="62302"/>
                    <a:pt x="46073" y="67178"/>
                  </a:cubicBezTo>
                  <a:cubicBezTo>
                    <a:pt x="46073" y="79097"/>
                    <a:pt x="41388" y="83972"/>
                    <a:pt x="25249" y="91015"/>
                  </a:cubicBezTo>
                  <a:cubicBezTo>
                    <a:pt x="9110" y="95891"/>
                    <a:pt x="0" y="102934"/>
                    <a:pt x="0" y="107810"/>
                  </a:cubicBezTo>
                  <a:cubicBezTo>
                    <a:pt x="0" y="110248"/>
                    <a:pt x="0" y="119729"/>
                    <a:pt x="0" y="119729"/>
                  </a:cubicBezTo>
                  <a:cubicBezTo>
                    <a:pt x="59869" y="119729"/>
                    <a:pt x="59869" y="119729"/>
                    <a:pt x="59869" y="119729"/>
                  </a:cubicBezTo>
                  <a:cubicBezTo>
                    <a:pt x="119739" y="119729"/>
                    <a:pt x="119739" y="119729"/>
                    <a:pt x="119739" y="119729"/>
                  </a:cubicBezTo>
                  <a:cubicBezTo>
                    <a:pt x="119739" y="119729"/>
                    <a:pt x="119739" y="110248"/>
                    <a:pt x="119739" y="107810"/>
                  </a:cubicBezTo>
                  <a:cubicBezTo>
                    <a:pt x="119739" y="102934"/>
                    <a:pt x="110629" y="95891"/>
                    <a:pt x="94490" y="91015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0" name="Shape 5100"/>
            <p:cNvSpPr/>
            <p:nvPr/>
          </p:nvSpPr>
          <p:spPr>
            <a:xfrm>
              <a:off x="8667927" y="1646569"/>
              <a:ext cx="272340" cy="2393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59" y="119724"/>
                  </a:moveTo>
                  <a:lnTo>
                    <a:pt x="119759" y="119724"/>
                  </a:lnTo>
                  <a:cubicBezTo>
                    <a:pt x="119759" y="119724"/>
                    <a:pt x="119759" y="92965"/>
                    <a:pt x="117349" y="90482"/>
                  </a:cubicBezTo>
                  <a:cubicBezTo>
                    <a:pt x="115421" y="88000"/>
                    <a:pt x="111325" y="83310"/>
                    <a:pt x="102409" y="80827"/>
                  </a:cubicBezTo>
                  <a:cubicBezTo>
                    <a:pt x="93975" y="75862"/>
                    <a:pt x="89638" y="70896"/>
                    <a:pt x="89638" y="63724"/>
                  </a:cubicBezTo>
                  <a:cubicBezTo>
                    <a:pt x="89638" y="58758"/>
                    <a:pt x="93975" y="61241"/>
                    <a:pt x="93975" y="54068"/>
                  </a:cubicBezTo>
                  <a:cubicBezTo>
                    <a:pt x="93975" y="49103"/>
                    <a:pt x="98313" y="54068"/>
                    <a:pt x="98313" y="43862"/>
                  </a:cubicBezTo>
                  <a:cubicBezTo>
                    <a:pt x="98313" y="41655"/>
                    <a:pt x="96144" y="41655"/>
                    <a:pt x="96144" y="41655"/>
                  </a:cubicBezTo>
                  <a:cubicBezTo>
                    <a:pt x="96144" y="41655"/>
                    <a:pt x="98313" y="36689"/>
                    <a:pt x="98313" y="31724"/>
                  </a:cubicBezTo>
                  <a:cubicBezTo>
                    <a:pt x="98313" y="27034"/>
                    <a:pt x="96144" y="17103"/>
                    <a:pt x="83373" y="17103"/>
                  </a:cubicBezTo>
                  <a:cubicBezTo>
                    <a:pt x="70602" y="17103"/>
                    <a:pt x="68433" y="27034"/>
                    <a:pt x="68433" y="31724"/>
                  </a:cubicBezTo>
                  <a:cubicBezTo>
                    <a:pt x="68433" y="36689"/>
                    <a:pt x="70602" y="41655"/>
                    <a:pt x="70602" y="41655"/>
                  </a:cubicBezTo>
                  <a:cubicBezTo>
                    <a:pt x="70602" y="41655"/>
                    <a:pt x="68433" y="41655"/>
                    <a:pt x="68433" y="43862"/>
                  </a:cubicBezTo>
                  <a:cubicBezTo>
                    <a:pt x="68433" y="54068"/>
                    <a:pt x="70602" y="49103"/>
                    <a:pt x="72771" y="54068"/>
                  </a:cubicBezTo>
                  <a:cubicBezTo>
                    <a:pt x="72771" y="61241"/>
                    <a:pt x="74939" y="58758"/>
                    <a:pt x="74939" y="63724"/>
                  </a:cubicBezTo>
                  <a:cubicBezTo>
                    <a:pt x="74939" y="68689"/>
                    <a:pt x="74939" y="73379"/>
                    <a:pt x="70602" y="75862"/>
                  </a:cubicBezTo>
                  <a:cubicBezTo>
                    <a:pt x="89638" y="88000"/>
                    <a:pt x="91807" y="88000"/>
                    <a:pt x="91807" y="100413"/>
                  </a:cubicBezTo>
                  <a:cubicBezTo>
                    <a:pt x="91807" y="119724"/>
                    <a:pt x="91807" y="119724"/>
                    <a:pt x="91807" y="119724"/>
                  </a:cubicBezTo>
                  <a:lnTo>
                    <a:pt x="119759" y="119724"/>
                  </a:lnTo>
                  <a:close/>
                  <a:moveTo>
                    <a:pt x="62168" y="83310"/>
                  </a:moveTo>
                  <a:lnTo>
                    <a:pt x="62168" y="83310"/>
                  </a:lnTo>
                  <a:cubicBezTo>
                    <a:pt x="49156" y="78344"/>
                    <a:pt x="45060" y="73379"/>
                    <a:pt x="45060" y="63724"/>
                  </a:cubicBezTo>
                  <a:cubicBezTo>
                    <a:pt x="45060" y="56275"/>
                    <a:pt x="49156" y="58758"/>
                    <a:pt x="51325" y="46344"/>
                  </a:cubicBezTo>
                  <a:cubicBezTo>
                    <a:pt x="51325" y="43862"/>
                    <a:pt x="55662" y="46344"/>
                    <a:pt x="55662" y="36689"/>
                  </a:cubicBezTo>
                  <a:cubicBezTo>
                    <a:pt x="55662" y="31724"/>
                    <a:pt x="53493" y="31724"/>
                    <a:pt x="53493" y="31724"/>
                  </a:cubicBezTo>
                  <a:cubicBezTo>
                    <a:pt x="53493" y="31724"/>
                    <a:pt x="53493" y="24551"/>
                    <a:pt x="55662" y="19586"/>
                  </a:cubicBezTo>
                  <a:cubicBezTo>
                    <a:pt x="55662" y="14620"/>
                    <a:pt x="51325" y="0"/>
                    <a:pt x="36385" y="0"/>
                  </a:cubicBezTo>
                  <a:cubicBezTo>
                    <a:pt x="19277" y="0"/>
                    <a:pt x="17108" y="14620"/>
                    <a:pt x="17108" y="19586"/>
                  </a:cubicBezTo>
                  <a:cubicBezTo>
                    <a:pt x="17108" y="24551"/>
                    <a:pt x="17108" y="31724"/>
                    <a:pt x="17108" y="31724"/>
                  </a:cubicBezTo>
                  <a:cubicBezTo>
                    <a:pt x="17108" y="31724"/>
                    <a:pt x="17108" y="31724"/>
                    <a:pt x="17108" y="36689"/>
                  </a:cubicBezTo>
                  <a:cubicBezTo>
                    <a:pt x="17108" y="46344"/>
                    <a:pt x="19277" y="43862"/>
                    <a:pt x="21445" y="46344"/>
                  </a:cubicBezTo>
                  <a:cubicBezTo>
                    <a:pt x="21445" y="58758"/>
                    <a:pt x="25783" y="56275"/>
                    <a:pt x="25783" y="63724"/>
                  </a:cubicBezTo>
                  <a:cubicBezTo>
                    <a:pt x="25783" y="73379"/>
                    <a:pt x="21445" y="78344"/>
                    <a:pt x="10843" y="83310"/>
                  </a:cubicBezTo>
                  <a:cubicBezTo>
                    <a:pt x="6506" y="85517"/>
                    <a:pt x="0" y="88000"/>
                    <a:pt x="0" y="95448"/>
                  </a:cubicBezTo>
                  <a:cubicBezTo>
                    <a:pt x="0" y="119724"/>
                    <a:pt x="0" y="119724"/>
                    <a:pt x="0" y="119724"/>
                  </a:cubicBezTo>
                  <a:cubicBezTo>
                    <a:pt x="83373" y="119724"/>
                    <a:pt x="83373" y="119724"/>
                    <a:pt x="83373" y="119724"/>
                  </a:cubicBezTo>
                  <a:cubicBezTo>
                    <a:pt x="83373" y="119724"/>
                    <a:pt x="83373" y="105103"/>
                    <a:pt x="83373" y="100413"/>
                  </a:cubicBezTo>
                  <a:cubicBezTo>
                    <a:pt x="83373" y="95448"/>
                    <a:pt x="72771" y="90482"/>
                    <a:pt x="62168" y="833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1" name="Shape 5101"/>
            <p:cNvSpPr/>
            <p:nvPr/>
          </p:nvSpPr>
          <p:spPr>
            <a:xfrm>
              <a:off x="6498932" y="1669920"/>
              <a:ext cx="245107" cy="1848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30" y="119643"/>
                  </a:moveTo>
                  <a:lnTo>
                    <a:pt x="119730" y="119643"/>
                  </a:lnTo>
                  <a:cubicBezTo>
                    <a:pt x="119730" y="119643"/>
                    <a:pt x="107595" y="34896"/>
                    <a:pt x="48000" y="34896"/>
                  </a:cubicBezTo>
                  <a:cubicBezTo>
                    <a:pt x="48000" y="0"/>
                    <a:pt x="48000" y="0"/>
                    <a:pt x="48000" y="0"/>
                  </a:cubicBezTo>
                  <a:cubicBezTo>
                    <a:pt x="0" y="56617"/>
                    <a:pt x="0" y="56617"/>
                    <a:pt x="0" y="56617"/>
                  </a:cubicBezTo>
                  <a:cubicBezTo>
                    <a:pt x="48000" y="116439"/>
                    <a:pt x="48000" y="116439"/>
                    <a:pt x="48000" y="116439"/>
                  </a:cubicBezTo>
                  <a:cubicBezTo>
                    <a:pt x="48000" y="78694"/>
                    <a:pt x="48000" y="78694"/>
                    <a:pt x="48000" y="78694"/>
                  </a:cubicBezTo>
                  <a:cubicBezTo>
                    <a:pt x="79011" y="78694"/>
                    <a:pt x="102741" y="81899"/>
                    <a:pt x="119730" y="119643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2" name="Shape 5102"/>
            <p:cNvSpPr/>
            <p:nvPr/>
          </p:nvSpPr>
          <p:spPr>
            <a:xfrm>
              <a:off x="7590238" y="1669920"/>
              <a:ext cx="245107" cy="1848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1891" y="78694"/>
                  </a:moveTo>
                  <a:lnTo>
                    <a:pt x="71891" y="78694"/>
                  </a:lnTo>
                  <a:cubicBezTo>
                    <a:pt x="71891" y="116439"/>
                    <a:pt x="71891" y="116439"/>
                    <a:pt x="71891" y="116439"/>
                  </a:cubicBezTo>
                  <a:cubicBezTo>
                    <a:pt x="119729" y="56617"/>
                    <a:pt x="119729" y="56617"/>
                    <a:pt x="119729" y="56617"/>
                  </a:cubicBezTo>
                  <a:cubicBezTo>
                    <a:pt x="71891" y="0"/>
                    <a:pt x="71891" y="0"/>
                    <a:pt x="71891" y="0"/>
                  </a:cubicBezTo>
                  <a:cubicBezTo>
                    <a:pt x="71891" y="34896"/>
                    <a:pt x="71891" y="34896"/>
                    <a:pt x="71891" y="34896"/>
                  </a:cubicBezTo>
                  <a:cubicBezTo>
                    <a:pt x="12162" y="34896"/>
                    <a:pt x="0" y="119643"/>
                    <a:pt x="0" y="119643"/>
                  </a:cubicBezTo>
                  <a:cubicBezTo>
                    <a:pt x="16756" y="81899"/>
                    <a:pt x="40810" y="78694"/>
                    <a:pt x="71891" y="78694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3" name="Shape 5103"/>
            <p:cNvSpPr/>
            <p:nvPr/>
          </p:nvSpPr>
          <p:spPr>
            <a:xfrm>
              <a:off x="1040452" y="1640732"/>
              <a:ext cx="245107" cy="243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459" y="69616"/>
                  </a:moveTo>
                  <a:lnTo>
                    <a:pt x="69459" y="69616"/>
                  </a:lnTo>
                  <a:cubicBezTo>
                    <a:pt x="60000" y="79097"/>
                    <a:pt x="47837" y="88577"/>
                    <a:pt x="43243" y="83972"/>
                  </a:cubicBezTo>
                  <a:cubicBezTo>
                    <a:pt x="35945" y="76659"/>
                    <a:pt x="31081" y="71783"/>
                    <a:pt x="16756" y="83972"/>
                  </a:cubicBezTo>
                  <a:cubicBezTo>
                    <a:pt x="0" y="95891"/>
                    <a:pt x="11891" y="105372"/>
                    <a:pt x="19189" y="110248"/>
                  </a:cubicBezTo>
                  <a:cubicBezTo>
                    <a:pt x="26216" y="119729"/>
                    <a:pt x="55135" y="112686"/>
                    <a:pt x="83783" y="83972"/>
                  </a:cubicBezTo>
                  <a:cubicBezTo>
                    <a:pt x="112432" y="55259"/>
                    <a:pt x="119729" y="26275"/>
                    <a:pt x="112432" y="16523"/>
                  </a:cubicBezTo>
                  <a:cubicBezTo>
                    <a:pt x="105405" y="9480"/>
                    <a:pt x="98108" y="0"/>
                    <a:pt x="86216" y="14356"/>
                  </a:cubicBezTo>
                  <a:cubicBezTo>
                    <a:pt x="74324" y="28713"/>
                    <a:pt x="79189" y="33318"/>
                    <a:pt x="86216" y="40902"/>
                  </a:cubicBezTo>
                  <a:cubicBezTo>
                    <a:pt x="91081" y="45237"/>
                    <a:pt x="81621" y="57426"/>
                    <a:pt x="69459" y="69616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4" name="Shape 5104"/>
            <p:cNvSpPr/>
            <p:nvPr/>
          </p:nvSpPr>
          <p:spPr>
            <a:xfrm>
              <a:off x="3221119" y="1683540"/>
              <a:ext cx="254834" cy="15760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685" y="11368"/>
                  </a:moveTo>
                  <a:lnTo>
                    <a:pt x="4685" y="11368"/>
                  </a:lnTo>
                  <a:cubicBezTo>
                    <a:pt x="9110" y="14736"/>
                    <a:pt x="52841" y="52631"/>
                    <a:pt x="52841" y="52631"/>
                  </a:cubicBezTo>
                  <a:cubicBezTo>
                    <a:pt x="55184" y="56000"/>
                    <a:pt x="57527" y="56000"/>
                    <a:pt x="60130" y="56000"/>
                  </a:cubicBezTo>
                  <a:cubicBezTo>
                    <a:pt x="62212" y="56000"/>
                    <a:pt x="64555" y="56000"/>
                    <a:pt x="64555" y="52631"/>
                  </a:cubicBezTo>
                  <a:cubicBezTo>
                    <a:pt x="66637" y="52631"/>
                    <a:pt x="110629" y="14736"/>
                    <a:pt x="112971" y="11368"/>
                  </a:cubicBezTo>
                  <a:cubicBezTo>
                    <a:pt x="117657" y="7578"/>
                    <a:pt x="119739" y="0"/>
                    <a:pt x="115314" y="0"/>
                  </a:cubicBezTo>
                  <a:cubicBezTo>
                    <a:pt x="4685" y="0"/>
                    <a:pt x="4685" y="0"/>
                    <a:pt x="4685" y="0"/>
                  </a:cubicBezTo>
                  <a:cubicBezTo>
                    <a:pt x="0" y="0"/>
                    <a:pt x="2342" y="7578"/>
                    <a:pt x="4685" y="11368"/>
                  </a:cubicBezTo>
                  <a:close/>
                  <a:moveTo>
                    <a:pt x="115314" y="33684"/>
                  </a:moveTo>
                  <a:lnTo>
                    <a:pt x="115314" y="33684"/>
                  </a:lnTo>
                  <a:cubicBezTo>
                    <a:pt x="112971" y="33684"/>
                    <a:pt x="66637" y="71157"/>
                    <a:pt x="64555" y="74947"/>
                  </a:cubicBezTo>
                  <a:cubicBezTo>
                    <a:pt x="64555" y="74947"/>
                    <a:pt x="62212" y="74947"/>
                    <a:pt x="60130" y="74947"/>
                  </a:cubicBezTo>
                  <a:cubicBezTo>
                    <a:pt x="57527" y="74947"/>
                    <a:pt x="55184" y="74947"/>
                    <a:pt x="52841" y="74947"/>
                  </a:cubicBezTo>
                  <a:cubicBezTo>
                    <a:pt x="50498" y="71157"/>
                    <a:pt x="7028" y="33684"/>
                    <a:pt x="4685" y="33684"/>
                  </a:cubicBezTo>
                  <a:cubicBezTo>
                    <a:pt x="2342" y="30315"/>
                    <a:pt x="2342" y="33684"/>
                    <a:pt x="2342" y="33684"/>
                  </a:cubicBezTo>
                  <a:cubicBezTo>
                    <a:pt x="2342" y="37052"/>
                    <a:pt x="2342" y="112000"/>
                    <a:pt x="2342" y="112000"/>
                  </a:cubicBezTo>
                  <a:cubicBezTo>
                    <a:pt x="2342" y="115789"/>
                    <a:pt x="4685" y="119578"/>
                    <a:pt x="9110" y="119578"/>
                  </a:cubicBezTo>
                  <a:cubicBezTo>
                    <a:pt x="110629" y="119578"/>
                    <a:pt x="110629" y="119578"/>
                    <a:pt x="110629" y="119578"/>
                  </a:cubicBezTo>
                  <a:cubicBezTo>
                    <a:pt x="115314" y="119578"/>
                    <a:pt x="117657" y="115789"/>
                    <a:pt x="117657" y="112000"/>
                  </a:cubicBezTo>
                  <a:cubicBezTo>
                    <a:pt x="117657" y="112000"/>
                    <a:pt x="117657" y="37052"/>
                    <a:pt x="117657" y="33684"/>
                  </a:cubicBezTo>
                  <a:cubicBezTo>
                    <a:pt x="117657" y="33684"/>
                    <a:pt x="117657" y="30315"/>
                    <a:pt x="115314" y="3368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5" name="Shape 5105"/>
            <p:cNvSpPr/>
            <p:nvPr/>
          </p:nvSpPr>
          <p:spPr>
            <a:xfrm>
              <a:off x="5394008" y="1627112"/>
              <a:ext cx="264560" cy="2724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3319" y="119759"/>
                  </a:moveTo>
                  <a:lnTo>
                    <a:pt x="33319" y="119759"/>
                  </a:lnTo>
                  <a:cubicBezTo>
                    <a:pt x="26555" y="119759"/>
                    <a:pt x="17787" y="115180"/>
                    <a:pt x="13277" y="110843"/>
                  </a:cubicBezTo>
                  <a:cubicBezTo>
                    <a:pt x="2254" y="100240"/>
                    <a:pt x="0" y="81204"/>
                    <a:pt x="13277" y="68433"/>
                  </a:cubicBezTo>
                  <a:cubicBezTo>
                    <a:pt x="22296" y="59759"/>
                    <a:pt x="57620" y="25542"/>
                    <a:pt x="75407" y="8433"/>
                  </a:cubicBezTo>
                  <a:cubicBezTo>
                    <a:pt x="82171" y="2168"/>
                    <a:pt x="90939" y="0"/>
                    <a:pt x="97703" y="2168"/>
                  </a:cubicBezTo>
                  <a:cubicBezTo>
                    <a:pt x="104217" y="4337"/>
                    <a:pt x="110981" y="10602"/>
                    <a:pt x="113235" y="17108"/>
                  </a:cubicBezTo>
                  <a:cubicBezTo>
                    <a:pt x="115490" y="23373"/>
                    <a:pt x="113235" y="32048"/>
                    <a:pt x="106471" y="38313"/>
                  </a:cubicBezTo>
                  <a:cubicBezTo>
                    <a:pt x="48851" y="93975"/>
                    <a:pt x="48851" y="93975"/>
                    <a:pt x="48851" y="93975"/>
                  </a:cubicBezTo>
                  <a:cubicBezTo>
                    <a:pt x="44342" y="98072"/>
                    <a:pt x="39832" y="100240"/>
                    <a:pt x="37578" y="100240"/>
                  </a:cubicBezTo>
                  <a:cubicBezTo>
                    <a:pt x="33319" y="100240"/>
                    <a:pt x="28810" y="100240"/>
                    <a:pt x="26555" y="96144"/>
                  </a:cubicBezTo>
                  <a:cubicBezTo>
                    <a:pt x="22296" y="91807"/>
                    <a:pt x="22296" y="85301"/>
                    <a:pt x="28810" y="76867"/>
                  </a:cubicBezTo>
                  <a:cubicBezTo>
                    <a:pt x="71148" y="36144"/>
                    <a:pt x="71148" y="36144"/>
                    <a:pt x="71148" y="36144"/>
                  </a:cubicBezTo>
                  <a:cubicBezTo>
                    <a:pt x="73402" y="36144"/>
                    <a:pt x="75407" y="36144"/>
                    <a:pt x="77411" y="36144"/>
                  </a:cubicBezTo>
                  <a:cubicBezTo>
                    <a:pt x="77411" y="38313"/>
                    <a:pt x="77411" y="40481"/>
                    <a:pt x="77411" y="42891"/>
                  </a:cubicBezTo>
                  <a:cubicBezTo>
                    <a:pt x="35574" y="83132"/>
                    <a:pt x="35574" y="83132"/>
                    <a:pt x="35574" y="83132"/>
                  </a:cubicBezTo>
                  <a:cubicBezTo>
                    <a:pt x="31064" y="85301"/>
                    <a:pt x="31064" y="89638"/>
                    <a:pt x="33319" y="91807"/>
                  </a:cubicBezTo>
                  <a:lnTo>
                    <a:pt x="35574" y="91807"/>
                  </a:lnTo>
                  <a:cubicBezTo>
                    <a:pt x="37578" y="91807"/>
                    <a:pt x="39832" y="89638"/>
                    <a:pt x="42087" y="89638"/>
                  </a:cubicBezTo>
                  <a:cubicBezTo>
                    <a:pt x="99958" y="32048"/>
                    <a:pt x="99958" y="32048"/>
                    <a:pt x="99958" y="32048"/>
                  </a:cubicBezTo>
                  <a:cubicBezTo>
                    <a:pt x="104217" y="27710"/>
                    <a:pt x="106471" y="23373"/>
                    <a:pt x="104217" y="19277"/>
                  </a:cubicBezTo>
                  <a:cubicBezTo>
                    <a:pt x="104217" y="14939"/>
                    <a:pt x="99958" y="10602"/>
                    <a:pt x="95448" y="10602"/>
                  </a:cubicBezTo>
                  <a:cubicBezTo>
                    <a:pt x="90939" y="8433"/>
                    <a:pt x="86680" y="10602"/>
                    <a:pt x="82171" y="14939"/>
                  </a:cubicBezTo>
                  <a:cubicBezTo>
                    <a:pt x="64133" y="32048"/>
                    <a:pt x="28810" y="66265"/>
                    <a:pt x="20041" y="72530"/>
                  </a:cubicBezTo>
                  <a:cubicBezTo>
                    <a:pt x="9018" y="85301"/>
                    <a:pt x="11022" y="98072"/>
                    <a:pt x="20041" y="104578"/>
                  </a:cubicBezTo>
                  <a:cubicBezTo>
                    <a:pt x="26555" y="110843"/>
                    <a:pt x="39832" y="115180"/>
                    <a:pt x="50855" y="102409"/>
                  </a:cubicBezTo>
                  <a:cubicBezTo>
                    <a:pt x="113235" y="44819"/>
                    <a:pt x="113235" y="44819"/>
                    <a:pt x="113235" y="44819"/>
                  </a:cubicBezTo>
                  <a:cubicBezTo>
                    <a:pt x="115490" y="42891"/>
                    <a:pt x="117494" y="42891"/>
                    <a:pt x="119749" y="44819"/>
                  </a:cubicBezTo>
                  <a:lnTo>
                    <a:pt x="119749" y="48915"/>
                  </a:lnTo>
                  <a:cubicBezTo>
                    <a:pt x="57620" y="108915"/>
                    <a:pt x="57620" y="108915"/>
                    <a:pt x="57620" y="108915"/>
                  </a:cubicBezTo>
                  <a:cubicBezTo>
                    <a:pt x="50855" y="115180"/>
                    <a:pt x="42087" y="119759"/>
                    <a:pt x="33319" y="119759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6" name="Shape 5106"/>
            <p:cNvSpPr/>
            <p:nvPr/>
          </p:nvSpPr>
          <p:spPr>
            <a:xfrm>
              <a:off x="7029994" y="1669920"/>
              <a:ext cx="274286" cy="1848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2736" y="24925"/>
                  </a:moveTo>
                  <a:lnTo>
                    <a:pt x="42736" y="24925"/>
                  </a:lnTo>
                  <a:cubicBezTo>
                    <a:pt x="42736" y="0"/>
                    <a:pt x="42736" y="0"/>
                    <a:pt x="42736" y="0"/>
                  </a:cubicBezTo>
                  <a:cubicBezTo>
                    <a:pt x="0" y="56617"/>
                    <a:pt x="0" y="56617"/>
                    <a:pt x="0" y="56617"/>
                  </a:cubicBezTo>
                  <a:cubicBezTo>
                    <a:pt x="42736" y="116439"/>
                    <a:pt x="42736" y="116439"/>
                    <a:pt x="42736" y="116439"/>
                  </a:cubicBezTo>
                  <a:cubicBezTo>
                    <a:pt x="42736" y="91513"/>
                    <a:pt x="42736" y="91513"/>
                    <a:pt x="42736" y="91513"/>
                  </a:cubicBezTo>
                  <a:cubicBezTo>
                    <a:pt x="17142" y="56617"/>
                    <a:pt x="17142" y="56617"/>
                    <a:pt x="17142" y="56617"/>
                  </a:cubicBezTo>
                  <a:lnTo>
                    <a:pt x="42736" y="24925"/>
                  </a:lnTo>
                  <a:close/>
                  <a:moveTo>
                    <a:pt x="72676" y="34896"/>
                  </a:moveTo>
                  <a:lnTo>
                    <a:pt x="72676" y="34896"/>
                  </a:lnTo>
                  <a:cubicBezTo>
                    <a:pt x="72676" y="0"/>
                    <a:pt x="72676" y="0"/>
                    <a:pt x="72676" y="0"/>
                  </a:cubicBezTo>
                  <a:cubicBezTo>
                    <a:pt x="29939" y="56617"/>
                    <a:pt x="29939" y="56617"/>
                    <a:pt x="29939" y="56617"/>
                  </a:cubicBezTo>
                  <a:cubicBezTo>
                    <a:pt x="72676" y="116439"/>
                    <a:pt x="72676" y="116439"/>
                    <a:pt x="72676" y="116439"/>
                  </a:cubicBezTo>
                  <a:cubicBezTo>
                    <a:pt x="72676" y="78694"/>
                    <a:pt x="72676" y="78694"/>
                    <a:pt x="72676" y="78694"/>
                  </a:cubicBezTo>
                  <a:cubicBezTo>
                    <a:pt x="91991" y="78694"/>
                    <a:pt x="105030" y="81899"/>
                    <a:pt x="119758" y="119643"/>
                  </a:cubicBezTo>
                  <a:cubicBezTo>
                    <a:pt x="119758" y="119643"/>
                    <a:pt x="117826" y="34896"/>
                    <a:pt x="72676" y="348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7" name="Shape 5107"/>
            <p:cNvSpPr/>
            <p:nvPr/>
          </p:nvSpPr>
          <p:spPr>
            <a:xfrm>
              <a:off x="2666713" y="1640732"/>
              <a:ext cx="274285" cy="24322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1187" y="0"/>
                  </a:moveTo>
                  <a:lnTo>
                    <a:pt x="51187" y="0"/>
                  </a:lnTo>
                  <a:cubicBezTo>
                    <a:pt x="44909" y="0"/>
                    <a:pt x="44909" y="0"/>
                    <a:pt x="44909" y="0"/>
                  </a:cubicBezTo>
                  <a:lnTo>
                    <a:pt x="42736" y="2167"/>
                  </a:lnTo>
                  <a:cubicBezTo>
                    <a:pt x="42736" y="28713"/>
                    <a:pt x="42736" y="28713"/>
                    <a:pt x="42736" y="28713"/>
                  </a:cubicBezTo>
                  <a:cubicBezTo>
                    <a:pt x="21247" y="28713"/>
                    <a:pt x="21247" y="28713"/>
                    <a:pt x="21247" y="28713"/>
                  </a:cubicBezTo>
                  <a:lnTo>
                    <a:pt x="19315" y="28713"/>
                  </a:lnTo>
                  <a:cubicBezTo>
                    <a:pt x="17142" y="28713"/>
                    <a:pt x="17142" y="28713"/>
                    <a:pt x="14969" y="30880"/>
                  </a:cubicBezTo>
                  <a:cubicBezTo>
                    <a:pt x="0" y="40902"/>
                    <a:pt x="0" y="40902"/>
                    <a:pt x="0" y="40902"/>
                  </a:cubicBezTo>
                  <a:cubicBezTo>
                    <a:pt x="0" y="43069"/>
                    <a:pt x="0" y="43069"/>
                    <a:pt x="0" y="43069"/>
                  </a:cubicBezTo>
                  <a:cubicBezTo>
                    <a:pt x="0" y="45237"/>
                    <a:pt x="0" y="45237"/>
                    <a:pt x="0" y="45237"/>
                  </a:cubicBezTo>
                  <a:cubicBezTo>
                    <a:pt x="14969" y="57426"/>
                    <a:pt x="14969" y="57426"/>
                    <a:pt x="14969" y="57426"/>
                  </a:cubicBezTo>
                  <a:cubicBezTo>
                    <a:pt x="17142" y="57426"/>
                    <a:pt x="17142" y="57426"/>
                    <a:pt x="19315" y="57426"/>
                  </a:cubicBezTo>
                  <a:cubicBezTo>
                    <a:pt x="19315" y="59864"/>
                    <a:pt x="21247" y="59864"/>
                    <a:pt x="21247" y="59864"/>
                  </a:cubicBezTo>
                  <a:cubicBezTo>
                    <a:pt x="42736" y="59864"/>
                    <a:pt x="42736" y="59864"/>
                    <a:pt x="42736" y="59864"/>
                  </a:cubicBezTo>
                  <a:cubicBezTo>
                    <a:pt x="42736" y="117291"/>
                    <a:pt x="42736" y="117291"/>
                    <a:pt x="42736" y="117291"/>
                  </a:cubicBezTo>
                  <a:cubicBezTo>
                    <a:pt x="42736" y="119729"/>
                    <a:pt x="44909" y="119729"/>
                    <a:pt x="44909" y="119729"/>
                  </a:cubicBezTo>
                  <a:cubicBezTo>
                    <a:pt x="51187" y="119729"/>
                    <a:pt x="51187" y="119729"/>
                    <a:pt x="51187" y="119729"/>
                  </a:cubicBezTo>
                  <a:cubicBezTo>
                    <a:pt x="51187" y="119729"/>
                    <a:pt x="53360" y="119729"/>
                    <a:pt x="53360" y="117291"/>
                  </a:cubicBezTo>
                  <a:cubicBezTo>
                    <a:pt x="53360" y="2167"/>
                    <a:pt x="53360" y="2167"/>
                    <a:pt x="53360" y="2167"/>
                  </a:cubicBezTo>
                  <a:lnTo>
                    <a:pt x="51187" y="0"/>
                  </a:lnTo>
                  <a:close/>
                  <a:moveTo>
                    <a:pt x="117585" y="28713"/>
                  </a:moveTo>
                  <a:lnTo>
                    <a:pt x="117585" y="28713"/>
                  </a:lnTo>
                  <a:cubicBezTo>
                    <a:pt x="104788" y="16523"/>
                    <a:pt x="104788" y="16523"/>
                    <a:pt x="104788" y="16523"/>
                  </a:cubicBezTo>
                  <a:cubicBezTo>
                    <a:pt x="102615" y="16523"/>
                    <a:pt x="102615" y="16523"/>
                    <a:pt x="100442" y="14356"/>
                  </a:cubicBezTo>
                  <a:lnTo>
                    <a:pt x="98269" y="14356"/>
                  </a:lnTo>
                  <a:cubicBezTo>
                    <a:pt x="57706" y="14356"/>
                    <a:pt x="57706" y="14356"/>
                    <a:pt x="57706" y="14356"/>
                  </a:cubicBezTo>
                  <a:cubicBezTo>
                    <a:pt x="61810" y="45237"/>
                    <a:pt x="61810" y="45237"/>
                    <a:pt x="61810" y="45237"/>
                  </a:cubicBezTo>
                  <a:cubicBezTo>
                    <a:pt x="98269" y="45237"/>
                    <a:pt x="98269" y="45237"/>
                    <a:pt x="98269" y="45237"/>
                  </a:cubicBezTo>
                  <a:lnTo>
                    <a:pt x="100442" y="45237"/>
                  </a:lnTo>
                  <a:cubicBezTo>
                    <a:pt x="102615" y="45237"/>
                    <a:pt x="102615" y="43069"/>
                    <a:pt x="104788" y="43069"/>
                  </a:cubicBezTo>
                  <a:cubicBezTo>
                    <a:pt x="117585" y="33318"/>
                    <a:pt x="117585" y="33318"/>
                    <a:pt x="117585" y="33318"/>
                  </a:cubicBezTo>
                  <a:cubicBezTo>
                    <a:pt x="119758" y="30880"/>
                    <a:pt x="119758" y="30880"/>
                    <a:pt x="119758" y="30880"/>
                  </a:cubicBezTo>
                  <a:cubicBezTo>
                    <a:pt x="119758" y="28713"/>
                    <a:pt x="119758" y="28713"/>
                    <a:pt x="117585" y="287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8" name="Shape 5108"/>
            <p:cNvSpPr/>
            <p:nvPr/>
          </p:nvSpPr>
          <p:spPr>
            <a:xfrm>
              <a:off x="2174555" y="1627112"/>
              <a:ext cx="167295" cy="2821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475" y="84747"/>
                  </a:moveTo>
                  <a:lnTo>
                    <a:pt x="112475" y="84747"/>
                  </a:lnTo>
                  <a:cubicBezTo>
                    <a:pt x="87920" y="39221"/>
                    <a:pt x="87920" y="39221"/>
                    <a:pt x="87920" y="39221"/>
                  </a:cubicBezTo>
                  <a:cubicBezTo>
                    <a:pt x="80792" y="28949"/>
                    <a:pt x="56237" y="20544"/>
                    <a:pt x="35247" y="24747"/>
                  </a:cubicBezTo>
                  <a:cubicBezTo>
                    <a:pt x="17821" y="2101"/>
                    <a:pt x="17821" y="2101"/>
                    <a:pt x="17821" y="2101"/>
                  </a:cubicBezTo>
                  <a:cubicBezTo>
                    <a:pt x="14257" y="0"/>
                    <a:pt x="11089" y="0"/>
                    <a:pt x="7524" y="0"/>
                  </a:cubicBezTo>
                  <a:cubicBezTo>
                    <a:pt x="3960" y="2101"/>
                    <a:pt x="3960" y="4202"/>
                    <a:pt x="3960" y="6303"/>
                  </a:cubicBezTo>
                  <a:cubicBezTo>
                    <a:pt x="24950" y="28949"/>
                    <a:pt x="24950" y="28949"/>
                    <a:pt x="24950" y="28949"/>
                  </a:cubicBezTo>
                  <a:cubicBezTo>
                    <a:pt x="11089" y="32918"/>
                    <a:pt x="0" y="45291"/>
                    <a:pt x="7524" y="55797"/>
                  </a:cubicBezTo>
                  <a:cubicBezTo>
                    <a:pt x="28514" y="101322"/>
                    <a:pt x="28514" y="101322"/>
                    <a:pt x="28514" y="101322"/>
                  </a:cubicBezTo>
                  <a:cubicBezTo>
                    <a:pt x="32079" y="113696"/>
                    <a:pt x="56237" y="119766"/>
                    <a:pt x="80792" y="116031"/>
                  </a:cubicBezTo>
                  <a:cubicBezTo>
                    <a:pt x="105742" y="109494"/>
                    <a:pt x="119603" y="95019"/>
                    <a:pt x="112475" y="84747"/>
                  </a:cubicBezTo>
                  <a:close/>
                  <a:moveTo>
                    <a:pt x="49504" y="51828"/>
                  </a:moveTo>
                  <a:lnTo>
                    <a:pt x="49504" y="51828"/>
                  </a:lnTo>
                  <a:cubicBezTo>
                    <a:pt x="42376" y="53929"/>
                    <a:pt x="35247" y="51828"/>
                    <a:pt x="32079" y="47392"/>
                  </a:cubicBezTo>
                  <a:cubicBezTo>
                    <a:pt x="28514" y="43424"/>
                    <a:pt x="32079" y="37120"/>
                    <a:pt x="38811" y="37120"/>
                  </a:cubicBezTo>
                  <a:cubicBezTo>
                    <a:pt x="49504" y="35019"/>
                    <a:pt x="56237" y="37120"/>
                    <a:pt x="56237" y="41556"/>
                  </a:cubicBezTo>
                  <a:cubicBezTo>
                    <a:pt x="59801" y="45291"/>
                    <a:pt x="56237" y="51828"/>
                    <a:pt x="49504" y="518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9" name="Shape 5109"/>
            <p:cNvSpPr/>
            <p:nvPr/>
          </p:nvSpPr>
          <p:spPr>
            <a:xfrm>
              <a:off x="10317533" y="3339413"/>
              <a:ext cx="206200" cy="1595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7326" y="90511"/>
                  </a:moveTo>
                  <a:lnTo>
                    <a:pt x="17326" y="90511"/>
                  </a:lnTo>
                  <a:cubicBezTo>
                    <a:pt x="79572" y="90511"/>
                    <a:pt x="79572" y="90511"/>
                    <a:pt x="79572" y="90511"/>
                  </a:cubicBezTo>
                  <a:cubicBezTo>
                    <a:pt x="79572" y="119590"/>
                    <a:pt x="79572" y="119590"/>
                    <a:pt x="79572" y="119590"/>
                  </a:cubicBezTo>
                  <a:cubicBezTo>
                    <a:pt x="119679" y="76177"/>
                    <a:pt x="119679" y="76177"/>
                    <a:pt x="119679" y="76177"/>
                  </a:cubicBezTo>
                  <a:cubicBezTo>
                    <a:pt x="79572" y="29078"/>
                    <a:pt x="79572" y="29078"/>
                    <a:pt x="79572" y="29078"/>
                  </a:cubicBezTo>
                  <a:cubicBezTo>
                    <a:pt x="79572" y="61433"/>
                    <a:pt x="79572" y="61433"/>
                    <a:pt x="79572" y="61433"/>
                  </a:cubicBezTo>
                  <a:cubicBezTo>
                    <a:pt x="22780" y="61433"/>
                    <a:pt x="22780" y="61433"/>
                    <a:pt x="22780" y="61433"/>
                  </a:cubicBezTo>
                  <a:cubicBezTo>
                    <a:pt x="22780" y="0"/>
                    <a:pt x="22780" y="0"/>
                    <a:pt x="2278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8805"/>
                    <a:pt x="0" y="68805"/>
                    <a:pt x="0" y="68805"/>
                  </a:cubicBezTo>
                  <a:cubicBezTo>
                    <a:pt x="0" y="79863"/>
                    <a:pt x="8663" y="90511"/>
                    <a:pt x="17326" y="90511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0" name="Shape 5110"/>
            <p:cNvSpPr/>
            <p:nvPr/>
          </p:nvSpPr>
          <p:spPr>
            <a:xfrm>
              <a:off x="8695163" y="2742053"/>
              <a:ext cx="213981" cy="2257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3384" y="93594"/>
                  </a:moveTo>
                  <a:lnTo>
                    <a:pt x="43384" y="93594"/>
                  </a:lnTo>
                  <a:cubicBezTo>
                    <a:pt x="38153" y="101222"/>
                    <a:pt x="38153" y="101222"/>
                    <a:pt x="38153" y="101222"/>
                  </a:cubicBezTo>
                  <a:cubicBezTo>
                    <a:pt x="32615" y="106797"/>
                    <a:pt x="24307" y="106797"/>
                    <a:pt x="18769" y="101222"/>
                  </a:cubicBezTo>
                  <a:cubicBezTo>
                    <a:pt x="16307" y="98581"/>
                    <a:pt x="13538" y="93594"/>
                    <a:pt x="13538" y="91246"/>
                  </a:cubicBezTo>
                  <a:cubicBezTo>
                    <a:pt x="13538" y="88312"/>
                    <a:pt x="16307" y="85672"/>
                    <a:pt x="18769" y="83031"/>
                  </a:cubicBezTo>
                  <a:cubicBezTo>
                    <a:pt x="40923" y="59853"/>
                    <a:pt x="40923" y="59853"/>
                    <a:pt x="40923" y="59853"/>
                  </a:cubicBezTo>
                  <a:cubicBezTo>
                    <a:pt x="46153" y="57212"/>
                    <a:pt x="54461" y="49290"/>
                    <a:pt x="60000" y="54572"/>
                  </a:cubicBezTo>
                  <a:cubicBezTo>
                    <a:pt x="62769" y="59853"/>
                    <a:pt x="68000" y="59853"/>
                    <a:pt x="70769" y="54572"/>
                  </a:cubicBezTo>
                  <a:cubicBezTo>
                    <a:pt x="73538" y="51931"/>
                    <a:pt x="73538" y="49290"/>
                    <a:pt x="70769" y="46943"/>
                  </a:cubicBezTo>
                  <a:cubicBezTo>
                    <a:pt x="60000" y="36381"/>
                    <a:pt x="43384" y="36381"/>
                    <a:pt x="29846" y="49290"/>
                  </a:cubicBezTo>
                  <a:cubicBezTo>
                    <a:pt x="8000" y="72762"/>
                    <a:pt x="8000" y="72762"/>
                    <a:pt x="8000" y="72762"/>
                  </a:cubicBezTo>
                  <a:cubicBezTo>
                    <a:pt x="2461" y="78044"/>
                    <a:pt x="0" y="83031"/>
                    <a:pt x="0" y="91246"/>
                  </a:cubicBezTo>
                  <a:cubicBezTo>
                    <a:pt x="0" y="98581"/>
                    <a:pt x="2461" y="106797"/>
                    <a:pt x="8000" y="111784"/>
                  </a:cubicBezTo>
                  <a:cubicBezTo>
                    <a:pt x="13538" y="117066"/>
                    <a:pt x="21538" y="119706"/>
                    <a:pt x="27076" y="119706"/>
                  </a:cubicBezTo>
                  <a:cubicBezTo>
                    <a:pt x="35076" y="119706"/>
                    <a:pt x="43384" y="117066"/>
                    <a:pt x="48923" y="111784"/>
                  </a:cubicBezTo>
                  <a:cubicBezTo>
                    <a:pt x="54461" y="104156"/>
                    <a:pt x="54461" y="104156"/>
                    <a:pt x="54461" y="104156"/>
                  </a:cubicBezTo>
                  <a:cubicBezTo>
                    <a:pt x="57230" y="101222"/>
                    <a:pt x="57230" y="96234"/>
                    <a:pt x="54461" y="93594"/>
                  </a:cubicBezTo>
                  <a:cubicBezTo>
                    <a:pt x="51692" y="91246"/>
                    <a:pt x="46153" y="91246"/>
                    <a:pt x="43384" y="93594"/>
                  </a:cubicBezTo>
                  <a:close/>
                  <a:moveTo>
                    <a:pt x="111692" y="10562"/>
                  </a:moveTo>
                  <a:lnTo>
                    <a:pt x="111692" y="10562"/>
                  </a:lnTo>
                  <a:cubicBezTo>
                    <a:pt x="100615" y="0"/>
                    <a:pt x="84307" y="0"/>
                    <a:pt x="73538" y="10562"/>
                  </a:cubicBezTo>
                  <a:cubicBezTo>
                    <a:pt x="65230" y="15550"/>
                    <a:pt x="65230" y="15550"/>
                    <a:pt x="65230" y="15550"/>
                  </a:cubicBezTo>
                  <a:cubicBezTo>
                    <a:pt x="62769" y="20831"/>
                    <a:pt x="62769" y="23471"/>
                    <a:pt x="65230" y="26112"/>
                  </a:cubicBezTo>
                  <a:cubicBezTo>
                    <a:pt x="68000" y="28753"/>
                    <a:pt x="73538" y="28753"/>
                    <a:pt x="76307" y="26112"/>
                  </a:cubicBezTo>
                  <a:cubicBezTo>
                    <a:pt x="84307" y="20831"/>
                    <a:pt x="84307" y="20831"/>
                    <a:pt x="84307" y="20831"/>
                  </a:cubicBezTo>
                  <a:cubicBezTo>
                    <a:pt x="89846" y="15550"/>
                    <a:pt x="97846" y="15550"/>
                    <a:pt x="100615" y="20831"/>
                  </a:cubicBezTo>
                  <a:cubicBezTo>
                    <a:pt x="103384" y="23471"/>
                    <a:pt x="106153" y="26112"/>
                    <a:pt x="106153" y="31393"/>
                  </a:cubicBezTo>
                  <a:cubicBezTo>
                    <a:pt x="106153" y="33740"/>
                    <a:pt x="103384" y="36381"/>
                    <a:pt x="100615" y="39022"/>
                  </a:cubicBezTo>
                  <a:cubicBezTo>
                    <a:pt x="79076" y="62493"/>
                    <a:pt x="79076" y="62493"/>
                    <a:pt x="79076" y="62493"/>
                  </a:cubicBezTo>
                  <a:cubicBezTo>
                    <a:pt x="65230" y="72762"/>
                    <a:pt x="62769" y="67481"/>
                    <a:pt x="60000" y="64841"/>
                  </a:cubicBezTo>
                  <a:cubicBezTo>
                    <a:pt x="57230" y="62493"/>
                    <a:pt x="51692" y="62493"/>
                    <a:pt x="48923" y="64841"/>
                  </a:cubicBezTo>
                  <a:cubicBezTo>
                    <a:pt x="46153" y="67481"/>
                    <a:pt x="46153" y="72762"/>
                    <a:pt x="48923" y="75403"/>
                  </a:cubicBezTo>
                  <a:cubicBezTo>
                    <a:pt x="54461" y="80684"/>
                    <a:pt x="60000" y="83031"/>
                    <a:pt x="65230" y="83031"/>
                  </a:cubicBezTo>
                  <a:cubicBezTo>
                    <a:pt x="73538" y="83031"/>
                    <a:pt x="81538" y="80684"/>
                    <a:pt x="87076" y="72762"/>
                  </a:cubicBezTo>
                  <a:cubicBezTo>
                    <a:pt x="111692" y="49290"/>
                    <a:pt x="111692" y="49290"/>
                    <a:pt x="111692" y="49290"/>
                  </a:cubicBezTo>
                  <a:cubicBezTo>
                    <a:pt x="116923" y="44303"/>
                    <a:pt x="119692" y="36381"/>
                    <a:pt x="119692" y="31393"/>
                  </a:cubicBezTo>
                  <a:cubicBezTo>
                    <a:pt x="119692" y="23471"/>
                    <a:pt x="116923" y="15550"/>
                    <a:pt x="111692" y="105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1" name="Shape 5111"/>
            <p:cNvSpPr/>
            <p:nvPr/>
          </p:nvSpPr>
          <p:spPr>
            <a:xfrm>
              <a:off x="3787199" y="2761510"/>
              <a:ext cx="212036" cy="1887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153" y="0"/>
                  </a:moveTo>
                  <a:lnTo>
                    <a:pt x="106153" y="0"/>
                  </a:lnTo>
                  <a:cubicBezTo>
                    <a:pt x="13538" y="0"/>
                    <a:pt x="13538" y="0"/>
                    <a:pt x="13538" y="0"/>
                  </a:cubicBezTo>
                  <a:cubicBezTo>
                    <a:pt x="5230" y="0"/>
                    <a:pt x="0" y="5895"/>
                    <a:pt x="0" y="15260"/>
                  </a:cubicBezTo>
                  <a:cubicBezTo>
                    <a:pt x="0" y="76647"/>
                    <a:pt x="0" y="76647"/>
                    <a:pt x="0" y="76647"/>
                  </a:cubicBezTo>
                  <a:cubicBezTo>
                    <a:pt x="0" y="85664"/>
                    <a:pt x="5230" y="91907"/>
                    <a:pt x="13538" y="91907"/>
                  </a:cubicBezTo>
                  <a:cubicBezTo>
                    <a:pt x="43692" y="91907"/>
                    <a:pt x="43692" y="91907"/>
                    <a:pt x="43692" y="91907"/>
                  </a:cubicBezTo>
                  <a:cubicBezTo>
                    <a:pt x="76307" y="119653"/>
                    <a:pt x="76307" y="119653"/>
                    <a:pt x="76307" y="119653"/>
                  </a:cubicBezTo>
                  <a:cubicBezTo>
                    <a:pt x="76307" y="91907"/>
                    <a:pt x="76307" y="91907"/>
                    <a:pt x="76307" y="91907"/>
                  </a:cubicBezTo>
                  <a:cubicBezTo>
                    <a:pt x="106153" y="91907"/>
                    <a:pt x="106153" y="91907"/>
                    <a:pt x="106153" y="91907"/>
                  </a:cubicBezTo>
                  <a:cubicBezTo>
                    <a:pt x="114461" y="91907"/>
                    <a:pt x="119692" y="85664"/>
                    <a:pt x="119692" y="76647"/>
                  </a:cubicBezTo>
                  <a:cubicBezTo>
                    <a:pt x="119692" y="15260"/>
                    <a:pt x="119692" y="15260"/>
                    <a:pt x="119692" y="15260"/>
                  </a:cubicBezTo>
                  <a:cubicBezTo>
                    <a:pt x="119692" y="5895"/>
                    <a:pt x="114461" y="0"/>
                    <a:pt x="106153" y="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2" name="Shape 5112"/>
            <p:cNvSpPr/>
            <p:nvPr/>
          </p:nvSpPr>
          <p:spPr>
            <a:xfrm>
              <a:off x="8681545" y="2191393"/>
              <a:ext cx="245107" cy="2393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0"/>
                  </a:moveTo>
                  <a:lnTo>
                    <a:pt x="76756" y="44137"/>
                  </a:lnTo>
                  <a:lnTo>
                    <a:pt x="119729" y="44137"/>
                  </a:lnTo>
                  <a:lnTo>
                    <a:pt x="83783" y="70896"/>
                  </a:lnTo>
                  <a:lnTo>
                    <a:pt x="95675" y="119724"/>
                  </a:lnTo>
                  <a:lnTo>
                    <a:pt x="60000" y="90206"/>
                  </a:lnTo>
                  <a:lnTo>
                    <a:pt x="23783" y="119724"/>
                  </a:lnTo>
                  <a:lnTo>
                    <a:pt x="35945" y="70896"/>
                  </a:lnTo>
                  <a:lnTo>
                    <a:pt x="0" y="44137"/>
                  </a:lnTo>
                  <a:lnTo>
                    <a:pt x="43243" y="44137"/>
                  </a:lnTo>
                  <a:lnTo>
                    <a:pt x="60000" y="0"/>
                  </a:ln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3" name="Shape 5113"/>
            <p:cNvSpPr/>
            <p:nvPr/>
          </p:nvSpPr>
          <p:spPr>
            <a:xfrm>
              <a:off x="1594858" y="3286876"/>
              <a:ext cx="231491" cy="2296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640" y="58417"/>
                  </a:moveTo>
                  <a:lnTo>
                    <a:pt x="109640" y="58417"/>
                  </a:lnTo>
                  <a:cubicBezTo>
                    <a:pt x="109640" y="50935"/>
                    <a:pt x="114820" y="45755"/>
                    <a:pt x="119712" y="40575"/>
                  </a:cubicBezTo>
                  <a:cubicBezTo>
                    <a:pt x="119712" y="37985"/>
                    <a:pt x="117410" y="33093"/>
                    <a:pt x="117410" y="30503"/>
                  </a:cubicBezTo>
                  <a:cubicBezTo>
                    <a:pt x="107050" y="33093"/>
                    <a:pt x="101870" y="27913"/>
                    <a:pt x="96978" y="22733"/>
                  </a:cubicBezTo>
                  <a:cubicBezTo>
                    <a:pt x="91798" y="17841"/>
                    <a:pt x="89208" y="12661"/>
                    <a:pt x="91798" y="4892"/>
                  </a:cubicBezTo>
                  <a:cubicBezTo>
                    <a:pt x="89208" y="2589"/>
                    <a:pt x="84316" y="0"/>
                    <a:pt x="79136" y="0"/>
                  </a:cubicBezTo>
                  <a:cubicBezTo>
                    <a:pt x="76546" y="4892"/>
                    <a:pt x="69064" y="10071"/>
                    <a:pt x="61294" y="10071"/>
                  </a:cubicBezTo>
                  <a:cubicBezTo>
                    <a:pt x="53812" y="10071"/>
                    <a:pt x="46043" y="4892"/>
                    <a:pt x="43453" y="0"/>
                  </a:cubicBezTo>
                  <a:cubicBezTo>
                    <a:pt x="38273" y="0"/>
                    <a:pt x="33381" y="2589"/>
                    <a:pt x="30791" y="4892"/>
                  </a:cubicBezTo>
                  <a:cubicBezTo>
                    <a:pt x="33381" y="12661"/>
                    <a:pt x="30791" y="17841"/>
                    <a:pt x="25611" y="22733"/>
                  </a:cubicBezTo>
                  <a:cubicBezTo>
                    <a:pt x="20719" y="27913"/>
                    <a:pt x="12661" y="33093"/>
                    <a:pt x="5179" y="30503"/>
                  </a:cubicBezTo>
                  <a:cubicBezTo>
                    <a:pt x="5179" y="33093"/>
                    <a:pt x="2589" y="37985"/>
                    <a:pt x="0" y="40575"/>
                  </a:cubicBezTo>
                  <a:cubicBezTo>
                    <a:pt x="7769" y="45755"/>
                    <a:pt x="12661" y="50935"/>
                    <a:pt x="12661" y="58417"/>
                  </a:cubicBezTo>
                  <a:cubicBezTo>
                    <a:pt x="12661" y="66187"/>
                    <a:pt x="7769" y="73669"/>
                    <a:pt x="0" y="79136"/>
                  </a:cubicBezTo>
                  <a:cubicBezTo>
                    <a:pt x="2589" y="81438"/>
                    <a:pt x="5179" y="86618"/>
                    <a:pt x="5179" y="89208"/>
                  </a:cubicBezTo>
                  <a:cubicBezTo>
                    <a:pt x="12661" y="89208"/>
                    <a:pt x="20719" y="89208"/>
                    <a:pt x="25611" y="94388"/>
                  </a:cubicBezTo>
                  <a:cubicBezTo>
                    <a:pt x="30791" y="99280"/>
                    <a:pt x="33381" y="107050"/>
                    <a:pt x="30791" y="114532"/>
                  </a:cubicBezTo>
                  <a:cubicBezTo>
                    <a:pt x="33381" y="117122"/>
                    <a:pt x="38273" y="117122"/>
                    <a:pt x="43453" y="119712"/>
                  </a:cubicBezTo>
                  <a:cubicBezTo>
                    <a:pt x="46043" y="111942"/>
                    <a:pt x="53812" y="107050"/>
                    <a:pt x="61294" y="107050"/>
                  </a:cubicBezTo>
                  <a:cubicBezTo>
                    <a:pt x="69064" y="107050"/>
                    <a:pt x="76546" y="111942"/>
                    <a:pt x="79136" y="119712"/>
                  </a:cubicBezTo>
                  <a:cubicBezTo>
                    <a:pt x="84316" y="117122"/>
                    <a:pt x="89208" y="117122"/>
                    <a:pt x="91798" y="114532"/>
                  </a:cubicBezTo>
                  <a:cubicBezTo>
                    <a:pt x="89208" y="107050"/>
                    <a:pt x="91798" y="99280"/>
                    <a:pt x="96978" y="94388"/>
                  </a:cubicBezTo>
                  <a:cubicBezTo>
                    <a:pt x="101870" y="89208"/>
                    <a:pt x="107050" y="86618"/>
                    <a:pt x="117410" y="89208"/>
                  </a:cubicBezTo>
                  <a:cubicBezTo>
                    <a:pt x="117410" y="84028"/>
                    <a:pt x="119712" y="81438"/>
                    <a:pt x="119712" y="76258"/>
                  </a:cubicBezTo>
                  <a:cubicBezTo>
                    <a:pt x="114820" y="73669"/>
                    <a:pt x="109640" y="66187"/>
                    <a:pt x="109640" y="58417"/>
                  </a:cubicBezTo>
                  <a:close/>
                  <a:moveTo>
                    <a:pt x="61294" y="84028"/>
                  </a:moveTo>
                  <a:lnTo>
                    <a:pt x="61294" y="84028"/>
                  </a:lnTo>
                  <a:cubicBezTo>
                    <a:pt x="46043" y="84028"/>
                    <a:pt x="35971" y="73669"/>
                    <a:pt x="35971" y="58417"/>
                  </a:cubicBezTo>
                  <a:cubicBezTo>
                    <a:pt x="35971" y="45755"/>
                    <a:pt x="46043" y="33093"/>
                    <a:pt x="61294" y="33093"/>
                  </a:cubicBezTo>
                  <a:cubicBezTo>
                    <a:pt x="76546" y="33093"/>
                    <a:pt x="86618" y="45755"/>
                    <a:pt x="86618" y="58417"/>
                  </a:cubicBezTo>
                  <a:cubicBezTo>
                    <a:pt x="86618" y="73669"/>
                    <a:pt x="76546" y="84028"/>
                    <a:pt x="61294" y="840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4" name="Shape 5114"/>
            <p:cNvSpPr/>
            <p:nvPr/>
          </p:nvSpPr>
          <p:spPr>
            <a:xfrm>
              <a:off x="7039722" y="2726487"/>
              <a:ext cx="254833" cy="2549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5974" y="14025"/>
                  </a:moveTo>
                  <a:lnTo>
                    <a:pt x="105974" y="14025"/>
                  </a:lnTo>
                  <a:cubicBezTo>
                    <a:pt x="94285" y="4935"/>
                    <a:pt x="80519" y="0"/>
                    <a:pt x="75844" y="4935"/>
                  </a:cubicBezTo>
                  <a:cubicBezTo>
                    <a:pt x="59740" y="20779"/>
                    <a:pt x="59740" y="20779"/>
                    <a:pt x="59740" y="20779"/>
                  </a:cubicBezTo>
                  <a:cubicBezTo>
                    <a:pt x="57402" y="23116"/>
                    <a:pt x="55324" y="32467"/>
                    <a:pt x="55324" y="41558"/>
                  </a:cubicBezTo>
                  <a:cubicBezTo>
                    <a:pt x="2077" y="94285"/>
                    <a:pt x="2077" y="94285"/>
                    <a:pt x="2077" y="94285"/>
                  </a:cubicBezTo>
                  <a:cubicBezTo>
                    <a:pt x="0" y="96623"/>
                    <a:pt x="2077" y="105974"/>
                    <a:pt x="9090" y="110649"/>
                  </a:cubicBezTo>
                  <a:cubicBezTo>
                    <a:pt x="16103" y="117662"/>
                    <a:pt x="23116" y="119740"/>
                    <a:pt x="25454" y="117662"/>
                  </a:cubicBezTo>
                  <a:cubicBezTo>
                    <a:pt x="78181" y="64415"/>
                    <a:pt x="78181" y="64415"/>
                    <a:pt x="78181" y="64415"/>
                  </a:cubicBezTo>
                  <a:cubicBezTo>
                    <a:pt x="87272" y="64415"/>
                    <a:pt x="96623" y="62337"/>
                    <a:pt x="98961" y="59999"/>
                  </a:cubicBezTo>
                  <a:cubicBezTo>
                    <a:pt x="115064" y="43896"/>
                    <a:pt x="115064" y="43896"/>
                    <a:pt x="115064" y="43896"/>
                  </a:cubicBezTo>
                  <a:cubicBezTo>
                    <a:pt x="119740" y="39220"/>
                    <a:pt x="117402" y="25454"/>
                    <a:pt x="105974" y="14025"/>
                  </a:cubicBezTo>
                  <a:close/>
                  <a:moveTo>
                    <a:pt x="48311" y="66753"/>
                  </a:moveTo>
                  <a:lnTo>
                    <a:pt x="48311" y="66753"/>
                  </a:lnTo>
                  <a:cubicBezTo>
                    <a:pt x="45974" y="64415"/>
                    <a:pt x="45974" y="59999"/>
                    <a:pt x="50649" y="57662"/>
                  </a:cubicBezTo>
                  <a:cubicBezTo>
                    <a:pt x="52987" y="52987"/>
                    <a:pt x="57402" y="52987"/>
                    <a:pt x="59740" y="55324"/>
                  </a:cubicBezTo>
                  <a:cubicBezTo>
                    <a:pt x="62077" y="57662"/>
                    <a:pt x="62077" y="62337"/>
                    <a:pt x="57402" y="64415"/>
                  </a:cubicBezTo>
                  <a:cubicBezTo>
                    <a:pt x="55324" y="69090"/>
                    <a:pt x="50649" y="69090"/>
                    <a:pt x="48311" y="66753"/>
                  </a:cubicBezTo>
                  <a:close/>
                  <a:moveTo>
                    <a:pt x="91948" y="30129"/>
                  </a:moveTo>
                  <a:lnTo>
                    <a:pt x="91948" y="30129"/>
                  </a:lnTo>
                  <a:cubicBezTo>
                    <a:pt x="82857" y="20779"/>
                    <a:pt x="80519" y="9350"/>
                    <a:pt x="80519" y="9350"/>
                  </a:cubicBezTo>
                  <a:cubicBezTo>
                    <a:pt x="82857" y="7012"/>
                    <a:pt x="91948" y="11428"/>
                    <a:pt x="101298" y="18701"/>
                  </a:cubicBezTo>
                  <a:cubicBezTo>
                    <a:pt x="110389" y="27792"/>
                    <a:pt x="112727" y="36883"/>
                    <a:pt x="110389" y="39220"/>
                  </a:cubicBezTo>
                  <a:cubicBezTo>
                    <a:pt x="110389" y="39220"/>
                    <a:pt x="98961" y="36883"/>
                    <a:pt x="91948" y="301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5" name="Shape 5115"/>
            <p:cNvSpPr/>
            <p:nvPr/>
          </p:nvSpPr>
          <p:spPr>
            <a:xfrm>
              <a:off x="1044342" y="3224611"/>
              <a:ext cx="250941" cy="29186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966" y="41876"/>
                  </a:moveTo>
                  <a:lnTo>
                    <a:pt x="114966" y="41876"/>
                  </a:lnTo>
                  <a:cubicBezTo>
                    <a:pt x="39999" y="67767"/>
                    <a:pt x="70463" y="0"/>
                    <a:pt x="11655" y="36022"/>
                  </a:cubicBezTo>
                  <a:cubicBezTo>
                    <a:pt x="0" y="40075"/>
                    <a:pt x="0" y="40075"/>
                    <a:pt x="0" y="40075"/>
                  </a:cubicBezTo>
                  <a:cubicBezTo>
                    <a:pt x="23311" y="119774"/>
                    <a:pt x="23311" y="119774"/>
                    <a:pt x="23311" y="119774"/>
                  </a:cubicBezTo>
                  <a:cubicBezTo>
                    <a:pt x="37350" y="119774"/>
                    <a:pt x="37350" y="119774"/>
                    <a:pt x="37350" y="119774"/>
                  </a:cubicBezTo>
                  <a:cubicBezTo>
                    <a:pt x="25695" y="79924"/>
                    <a:pt x="25695" y="79924"/>
                    <a:pt x="25695" y="79924"/>
                  </a:cubicBezTo>
                  <a:cubicBezTo>
                    <a:pt x="77615" y="43902"/>
                    <a:pt x="56423" y="119774"/>
                    <a:pt x="117350" y="43902"/>
                  </a:cubicBezTo>
                  <a:cubicBezTo>
                    <a:pt x="119735" y="43902"/>
                    <a:pt x="117350" y="41876"/>
                    <a:pt x="114966" y="41876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6" name="Shape 5116"/>
            <p:cNvSpPr/>
            <p:nvPr/>
          </p:nvSpPr>
          <p:spPr>
            <a:xfrm>
              <a:off x="8140756" y="2732324"/>
              <a:ext cx="235380" cy="2548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112" y="48311"/>
                  </a:moveTo>
                  <a:lnTo>
                    <a:pt x="92112" y="48311"/>
                  </a:lnTo>
                  <a:cubicBezTo>
                    <a:pt x="77183" y="16363"/>
                    <a:pt x="67042" y="4675"/>
                    <a:pt x="42253" y="4675"/>
                  </a:cubicBezTo>
                  <a:cubicBezTo>
                    <a:pt x="32112" y="4675"/>
                    <a:pt x="34647" y="0"/>
                    <a:pt x="27323" y="2597"/>
                  </a:cubicBezTo>
                  <a:cubicBezTo>
                    <a:pt x="19718" y="4675"/>
                    <a:pt x="27323" y="7012"/>
                    <a:pt x="19718" y="14025"/>
                  </a:cubicBezTo>
                  <a:cubicBezTo>
                    <a:pt x="0" y="27792"/>
                    <a:pt x="2253" y="43896"/>
                    <a:pt x="9859" y="76103"/>
                  </a:cubicBezTo>
                  <a:cubicBezTo>
                    <a:pt x="14929" y="89870"/>
                    <a:pt x="2253" y="91948"/>
                    <a:pt x="7323" y="105974"/>
                  </a:cubicBezTo>
                  <a:cubicBezTo>
                    <a:pt x="9859" y="115324"/>
                    <a:pt x="39718" y="119740"/>
                    <a:pt x="69859" y="108311"/>
                  </a:cubicBezTo>
                  <a:cubicBezTo>
                    <a:pt x="99718" y="99220"/>
                    <a:pt x="119718" y="78181"/>
                    <a:pt x="114647" y="69090"/>
                  </a:cubicBezTo>
                  <a:cubicBezTo>
                    <a:pt x="109577" y="55324"/>
                    <a:pt x="99718" y="62077"/>
                    <a:pt x="92112" y="48311"/>
                  </a:cubicBezTo>
                  <a:close/>
                  <a:moveTo>
                    <a:pt x="67042" y="101558"/>
                  </a:moveTo>
                  <a:lnTo>
                    <a:pt x="67042" y="101558"/>
                  </a:lnTo>
                  <a:cubicBezTo>
                    <a:pt x="39718" y="110649"/>
                    <a:pt x="17183" y="103636"/>
                    <a:pt x="14929" y="101558"/>
                  </a:cubicBezTo>
                  <a:cubicBezTo>
                    <a:pt x="14929" y="99220"/>
                    <a:pt x="24788" y="82857"/>
                    <a:pt x="54647" y="73766"/>
                  </a:cubicBezTo>
                  <a:cubicBezTo>
                    <a:pt x="87323" y="62077"/>
                    <a:pt x="104788" y="66753"/>
                    <a:pt x="104788" y="71428"/>
                  </a:cubicBezTo>
                  <a:cubicBezTo>
                    <a:pt x="107042" y="73766"/>
                    <a:pt x="94647" y="91948"/>
                    <a:pt x="67042" y="101558"/>
                  </a:cubicBezTo>
                  <a:close/>
                  <a:moveTo>
                    <a:pt x="57183" y="78181"/>
                  </a:moveTo>
                  <a:lnTo>
                    <a:pt x="57183" y="78181"/>
                  </a:lnTo>
                  <a:cubicBezTo>
                    <a:pt x="42253" y="82857"/>
                    <a:pt x="34647" y="87532"/>
                    <a:pt x="27323" y="94285"/>
                  </a:cubicBezTo>
                  <a:cubicBezTo>
                    <a:pt x="32112" y="96883"/>
                    <a:pt x="39718" y="99220"/>
                    <a:pt x="47042" y="94285"/>
                  </a:cubicBezTo>
                  <a:cubicBezTo>
                    <a:pt x="59718" y="91948"/>
                    <a:pt x="64788" y="82857"/>
                    <a:pt x="62253" y="76103"/>
                  </a:cubicBezTo>
                  <a:lnTo>
                    <a:pt x="62253" y="76103"/>
                  </a:lnTo>
                  <a:cubicBezTo>
                    <a:pt x="62253" y="76103"/>
                    <a:pt x="59718" y="78181"/>
                    <a:pt x="57183" y="781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7" name="Shape 5117"/>
            <p:cNvSpPr/>
            <p:nvPr/>
          </p:nvSpPr>
          <p:spPr>
            <a:xfrm>
              <a:off x="7580512" y="2736216"/>
              <a:ext cx="264560" cy="235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513" y="34647"/>
                  </a:moveTo>
                  <a:lnTo>
                    <a:pt x="6513" y="34647"/>
                  </a:lnTo>
                  <a:cubicBezTo>
                    <a:pt x="112985" y="34647"/>
                    <a:pt x="112985" y="34647"/>
                    <a:pt x="112985" y="34647"/>
                  </a:cubicBezTo>
                  <a:cubicBezTo>
                    <a:pt x="115240" y="34647"/>
                    <a:pt x="115240" y="32394"/>
                    <a:pt x="112985" y="29859"/>
                  </a:cubicBezTo>
                  <a:cubicBezTo>
                    <a:pt x="112985" y="29859"/>
                    <a:pt x="93194" y="22253"/>
                    <a:pt x="88684" y="22253"/>
                  </a:cubicBezTo>
                  <a:cubicBezTo>
                    <a:pt x="84175" y="22253"/>
                    <a:pt x="84175" y="22253"/>
                    <a:pt x="84175" y="22253"/>
                  </a:cubicBezTo>
                  <a:cubicBezTo>
                    <a:pt x="84175" y="0"/>
                    <a:pt x="84175" y="0"/>
                    <a:pt x="84175" y="0"/>
                  </a:cubicBezTo>
                  <a:cubicBezTo>
                    <a:pt x="35323" y="0"/>
                    <a:pt x="35323" y="0"/>
                    <a:pt x="35323" y="0"/>
                  </a:cubicBezTo>
                  <a:cubicBezTo>
                    <a:pt x="35323" y="22253"/>
                    <a:pt x="35323" y="22253"/>
                    <a:pt x="35323" y="22253"/>
                  </a:cubicBezTo>
                  <a:cubicBezTo>
                    <a:pt x="31064" y="22253"/>
                    <a:pt x="31064" y="22253"/>
                    <a:pt x="31064" y="22253"/>
                  </a:cubicBezTo>
                  <a:cubicBezTo>
                    <a:pt x="26555" y="22253"/>
                    <a:pt x="6513" y="29859"/>
                    <a:pt x="6513" y="29859"/>
                  </a:cubicBezTo>
                  <a:cubicBezTo>
                    <a:pt x="4258" y="32394"/>
                    <a:pt x="4258" y="34647"/>
                    <a:pt x="6513" y="34647"/>
                  </a:cubicBezTo>
                  <a:close/>
                  <a:moveTo>
                    <a:pt x="112985" y="44788"/>
                  </a:moveTo>
                  <a:lnTo>
                    <a:pt x="112985" y="44788"/>
                  </a:lnTo>
                  <a:cubicBezTo>
                    <a:pt x="6513" y="44788"/>
                    <a:pt x="6513" y="44788"/>
                    <a:pt x="6513" y="44788"/>
                  </a:cubicBezTo>
                  <a:cubicBezTo>
                    <a:pt x="2004" y="44788"/>
                    <a:pt x="0" y="47323"/>
                    <a:pt x="0" y="52112"/>
                  </a:cubicBezTo>
                  <a:cubicBezTo>
                    <a:pt x="0" y="77183"/>
                    <a:pt x="0" y="77183"/>
                    <a:pt x="0" y="77183"/>
                  </a:cubicBezTo>
                  <a:cubicBezTo>
                    <a:pt x="0" y="79718"/>
                    <a:pt x="2004" y="84507"/>
                    <a:pt x="6513" y="84507"/>
                  </a:cubicBezTo>
                  <a:cubicBezTo>
                    <a:pt x="17787" y="84507"/>
                    <a:pt x="17787" y="84507"/>
                    <a:pt x="17787" y="84507"/>
                  </a:cubicBezTo>
                  <a:cubicBezTo>
                    <a:pt x="13277" y="119718"/>
                    <a:pt x="13277" y="119718"/>
                    <a:pt x="13277" y="119718"/>
                  </a:cubicBezTo>
                  <a:cubicBezTo>
                    <a:pt x="106471" y="119718"/>
                    <a:pt x="106471" y="119718"/>
                    <a:pt x="106471" y="119718"/>
                  </a:cubicBezTo>
                  <a:cubicBezTo>
                    <a:pt x="101962" y="84507"/>
                    <a:pt x="101962" y="84507"/>
                    <a:pt x="101962" y="84507"/>
                  </a:cubicBezTo>
                  <a:cubicBezTo>
                    <a:pt x="112985" y="84507"/>
                    <a:pt x="112985" y="84507"/>
                    <a:pt x="112985" y="84507"/>
                  </a:cubicBezTo>
                  <a:cubicBezTo>
                    <a:pt x="117494" y="84507"/>
                    <a:pt x="119749" y="79718"/>
                    <a:pt x="119749" y="77183"/>
                  </a:cubicBezTo>
                  <a:cubicBezTo>
                    <a:pt x="119749" y="52112"/>
                    <a:pt x="119749" y="52112"/>
                    <a:pt x="119749" y="52112"/>
                  </a:cubicBezTo>
                  <a:cubicBezTo>
                    <a:pt x="119749" y="47323"/>
                    <a:pt x="117494" y="44788"/>
                    <a:pt x="112985" y="44788"/>
                  </a:cubicBezTo>
                  <a:close/>
                  <a:moveTo>
                    <a:pt x="24300" y="104788"/>
                  </a:moveTo>
                  <a:lnTo>
                    <a:pt x="24300" y="104788"/>
                  </a:lnTo>
                  <a:cubicBezTo>
                    <a:pt x="33068" y="59718"/>
                    <a:pt x="33068" y="59718"/>
                    <a:pt x="33068" y="59718"/>
                  </a:cubicBezTo>
                  <a:cubicBezTo>
                    <a:pt x="86430" y="59718"/>
                    <a:pt x="86430" y="59718"/>
                    <a:pt x="86430" y="59718"/>
                  </a:cubicBezTo>
                  <a:cubicBezTo>
                    <a:pt x="95448" y="104788"/>
                    <a:pt x="95448" y="104788"/>
                    <a:pt x="95448" y="104788"/>
                  </a:cubicBezTo>
                  <a:lnTo>
                    <a:pt x="24300" y="1047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8" name="Shape 5118"/>
            <p:cNvSpPr/>
            <p:nvPr/>
          </p:nvSpPr>
          <p:spPr>
            <a:xfrm>
              <a:off x="3211394" y="2732325"/>
              <a:ext cx="274285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285" y="74157"/>
                  </a:moveTo>
                  <a:lnTo>
                    <a:pt x="34285" y="74157"/>
                  </a:lnTo>
                  <a:cubicBezTo>
                    <a:pt x="34285" y="33707"/>
                    <a:pt x="34285" y="33707"/>
                    <a:pt x="34285" y="33707"/>
                  </a:cubicBezTo>
                  <a:cubicBezTo>
                    <a:pt x="12796" y="33707"/>
                    <a:pt x="12796" y="33707"/>
                    <a:pt x="12796" y="33707"/>
                  </a:cubicBezTo>
                  <a:cubicBezTo>
                    <a:pt x="4346" y="33707"/>
                    <a:pt x="0" y="40719"/>
                    <a:pt x="0" y="48000"/>
                  </a:cubicBezTo>
                  <a:cubicBezTo>
                    <a:pt x="0" y="86022"/>
                    <a:pt x="0" y="86022"/>
                    <a:pt x="0" y="86022"/>
                  </a:cubicBezTo>
                  <a:cubicBezTo>
                    <a:pt x="0" y="95460"/>
                    <a:pt x="4346" y="100584"/>
                    <a:pt x="12796" y="100584"/>
                  </a:cubicBezTo>
                  <a:cubicBezTo>
                    <a:pt x="17142" y="100584"/>
                    <a:pt x="17142" y="100584"/>
                    <a:pt x="17142" y="100584"/>
                  </a:cubicBezTo>
                  <a:cubicBezTo>
                    <a:pt x="17142" y="119730"/>
                    <a:pt x="17142" y="119730"/>
                    <a:pt x="17142" y="119730"/>
                  </a:cubicBezTo>
                  <a:cubicBezTo>
                    <a:pt x="36458" y="100584"/>
                    <a:pt x="36458" y="100584"/>
                    <a:pt x="36458" y="100584"/>
                  </a:cubicBezTo>
                  <a:cubicBezTo>
                    <a:pt x="66156" y="100584"/>
                    <a:pt x="66156" y="100584"/>
                    <a:pt x="66156" y="100584"/>
                  </a:cubicBezTo>
                  <a:cubicBezTo>
                    <a:pt x="72917" y="100584"/>
                    <a:pt x="77022" y="95460"/>
                    <a:pt x="77022" y="86022"/>
                  </a:cubicBezTo>
                  <a:cubicBezTo>
                    <a:pt x="77022" y="74157"/>
                    <a:pt x="77022" y="74157"/>
                    <a:pt x="77022" y="74157"/>
                  </a:cubicBezTo>
                  <a:lnTo>
                    <a:pt x="77022" y="74157"/>
                  </a:lnTo>
                  <a:lnTo>
                    <a:pt x="34285" y="74157"/>
                  </a:lnTo>
                  <a:close/>
                  <a:moveTo>
                    <a:pt x="106961" y="0"/>
                  </a:moveTo>
                  <a:lnTo>
                    <a:pt x="106961" y="0"/>
                  </a:lnTo>
                  <a:cubicBezTo>
                    <a:pt x="53360" y="0"/>
                    <a:pt x="53360" y="0"/>
                    <a:pt x="53360" y="0"/>
                  </a:cubicBezTo>
                  <a:cubicBezTo>
                    <a:pt x="47082" y="0"/>
                    <a:pt x="42736" y="7280"/>
                    <a:pt x="42736" y="14561"/>
                  </a:cubicBezTo>
                  <a:cubicBezTo>
                    <a:pt x="42736" y="66876"/>
                    <a:pt x="42736" y="66876"/>
                    <a:pt x="42736" y="66876"/>
                  </a:cubicBezTo>
                  <a:cubicBezTo>
                    <a:pt x="83541" y="66876"/>
                    <a:pt x="83541" y="66876"/>
                    <a:pt x="83541" y="66876"/>
                  </a:cubicBezTo>
                  <a:cubicBezTo>
                    <a:pt x="102615" y="86022"/>
                    <a:pt x="102615" y="86022"/>
                    <a:pt x="102615" y="86022"/>
                  </a:cubicBezTo>
                  <a:cubicBezTo>
                    <a:pt x="102615" y="66876"/>
                    <a:pt x="102615" y="66876"/>
                    <a:pt x="102615" y="66876"/>
                  </a:cubicBezTo>
                  <a:cubicBezTo>
                    <a:pt x="106961" y="66876"/>
                    <a:pt x="106961" y="66876"/>
                    <a:pt x="106961" y="66876"/>
                  </a:cubicBezTo>
                  <a:cubicBezTo>
                    <a:pt x="113480" y="66876"/>
                    <a:pt x="119758" y="62292"/>
                    <a:pt x="119758" y="52584"/>
                  </a:cubicBezTo>
                  <a:cubicBezTo>
                    <a:pt x="119758" y="14561"/>
                    <a:pt x="119758" y="14561"/>
                    <a:pt x="119758" y="14561"/>
                  </a:cubicBezTo>
                  <a:cubicBezTo>
                    <a:pt x="119758" y="7280"/>
                    <a:pt x="113480" y="0"/>
                    <a:pt x="1069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9" name="Shape 5119"/>
            <p:cNvSpPr/>
            <p:nvPr/>
          </p:nvSpPr>
          <p:spPr>
            <a:xfrm>
              <a:off x="4337715" y="2765402"/>
              <a:ext cx="245107" cy="18290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918" y="0"/>
                  </a:moveTo>
                  <a:lnTo>
                    <a:pt x="18918" y="0"/>
                  </a:lnTo>
                  <a:cubicBezTo>
                    <a:pt x="7027" y="0"/>
                    <a:pt x="0" y="12765"/>
                    <a:pt x="0" y="25531"/>
                  </a:cubicBezTo>
                  <a:cubicBezTo>
                    <a:pt x="0" y="41945"/>
                    <a:pt x="7027" y="54711"/>
                    <a:pt x="18918" y="54711"/>
                  </a:cubicBezTo>
                  <a:cubicBezTo>
                    <a:pt x="38378" y="54711"/>
                    <a:pt x="26486" y="106139"/>
                    <a:pt x="0" y="106139"/>
                  </a:cubicBezTo>
                  <a:cubicBezTo>
                    <a:pt x="0" y="119635"/>
                    <a:pt x="0" y="119635"/>
                    <a:pt x="0" y="119635"/>
                  </a:cubicBezTo>
                  <a:cubicBezTo>
                    <a:pt x="45405" y="119635"/>
                    <a:pt x="64594" y="0"/>
                    <a:pt x="18918" y="0"/>
                  </a:cubicBezTo>
                  <a:close/>
                  <a:moveTo>
                    <a:pt x="74324" y="0"/>
                  </a:moveTo>
                  <a:lnTo>
                    <a:pt x="74324" y="0"/>
                  </a:lnTo>
                  <a:cubicBezTo>
                    <a:pt x="64594" y="0"/>
                    <a:pt x="55135" y="12765"/>
                    <a:pt x="55135" y="25531"/>
                  </a:cubicBezTo>
                  <a:cubicBezTo>
                    <a:pt x="55135" y="41945"/>
                    <a:pt x="64594" y="54711"/>
                    <a:pt x="74324" y="54711"/>
                  </a:cubicBezTo>
                  <a:cubicBezTo>
                    <a:pt x="95675" y="54711"/>
                    <a:pt x="81351" y="106139"/>
                    <a:pt x="55135" y="106139"/>
                  </a:cubicBezTo>
                  <a:cubicBezTo>
                    <a:pt x="55135" y="119635"/>
                    <a:pt x="55135" y="119635"/>
                    <a:pt x="55135" y="119635"/>
                  </a:cubicBezTo>
                  <a:cubicBezTo>
                    <a:pt x="102972" y="119635"/>
                    <a:pt x="119729" y="0"/>
                    <a:pt x="743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0" name="Shape 5120"/>
            <p:cNvSpPr/>
            <p:nvPr/>
          </p:nvSpPr>
          <p:spPr>
            <a:xfrm>
              <a:off x="5967867" y="2745945"/>
              <a:ext cx="215927" cy="22182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189" y="0"/>
                  </a:moveTo>
                  <a:lnTo>
                    <a:pt x="106189" y="0"/>
                  </a:lnTo>
                  <a:cubicBezTo>
                    <a:pt x="43580" y="0"/>
                    <a:pt x="43580" y="0"/>
                    <a:pt x="43580" y="0"/>
                  </a:cubicBezTo>
                  <a:cubicBezTo>
                    <a:pt x="35294" y="0"/>
                    <a:pt x="30076" y="5400"/>
                    <a:pt x="30076" y="13200"/>
                  </a:cubicBezTo>
                  <a:cubicBezTo>
                    <a:pt x="30076" y="74400"/>
                    <a:pt x="30076" y="74400"/>
                    <a:pt x="30076" y="74400"/>
                  </a:cubicBezTo>
                  <a:cubicBezTo>
                    <a:pt x="30076" y="82200"/>
                    <a:pt x="35294" y="87600"/>
                    <a:pt x="43580" y="87600"/>
                  </a:cubicBezTo>
                  <a:cubicBezTo>
                    <a:pt x="106189" y="87600"/>
                    <a:pt x="106189" y="87600"/>
                    <a:pt x="106189" y="87600"/>
                  </a:cubicBezTo>
                  <a:cubicBezTo>
                    <a:pt x="114168" y="87600"/>
                    <a:pt x="119693" y="82200"/>
                    <a:pt x="119693" y="74400"/>
                  </a:cubicBezTo>
                  <a:cubicBezTo>
                    <a:pt x="119693" y="13200"/>
                    <a:pt x="119693" y="13200"/>
                    <a:pt x="119693" y="13200"/>
                  </a:cubicBezTo>
                  <a:cubicBezTo>
                    <a:pt x="119693" y="5400"/>
                    <a:pt x="114168" y="0"/>
                    <a:pt x="106189" y="0"/>
                  </a:cubicBezTo>
                  <a:close/>
                  <a:moveTo>
                    <a:pt x="106189" y="74400"/>
                  </a:moveTo>
                  <a:lnTo>
                    <a:pt x="106189" y="74400"/>
                  </a:lnTo>
                  <a:cubicBezTo>
                    <a:pt x="43580" y="74400"/>
                    <a:pt x="43580" y="74400"/>
                    <a:pt x="43580" y="74400"/>
                  </a:cubicBezTo>
                  <a:cubicBezTo>
                    <a:pt x="43580" y="13200"/>
                    <a:pt x="43580" y="13200"/>
                    <a:pt x="43580" y="13200"/>
                  </a:cubicBezTo>
                  <a:cubicBezTo>
                    <a:pt x="106189" y="13200"/>
                    <a:pt x="106189" y="13200"/>
                    <a:pt x="106189" y="13200"/>
                  </a:cubicBezTo>
                  <a:lnTo>
                    <a:pt x="106189" y="74400"/>
                  </a:lnTo>
                  <a:close/>
                  <a:moveTo>
                    <a:pt x="13810" y="58500"/>
                  </a:moveTo>
                  <a:lnTo>
                    <a:pt x="13810" y="58500"/>
                  </a:lnTo>
                  <a:cubicBezTo>
                    <a:pt x="0" y="58500"/>
                    <a:pt x="0" y="58500"/>
                    <a:pt x="0" y="58500"/>
                  </a:cubicBezTo>
                  <a:cubicBezTo>
                    <a:pt x="0" y="103800"/>
                    <a:pt x="0" y="103800"/>
                    <a:pt x="0" y="103800"/>
                  </a:cubicBezTo>
                  <a:cubicBezTo>
                    <a:pt x="0" y="111600"/>
                    <a:pt x="5524" y="119700"/>
                    <a:pt x="13810" y="119700"/>
                  </a:cubicBezTo>
                  <a:cubicBezTo>
                    <a:pt x="60153" y="119700"/>
                    <a:pt x="60153" y="119700"/>
                    <a:pt x="60153" y="119700"/>
                  </a:cubicBezTo>
                  <a:cubicBezTo>
                    <a:pt x="60153" y="103800"/>
                    <a:pt x="60153" y="103800"/>
                    <a:pt x="60153" y="103800"/>
                  </a:cubicBezTo>
                  <a:cubicBezTo>
                    <a:pt x="13810" y="103800"/>
                    <a:pt x="13810" y="103800"/>
                    <a:pt x="13810" y="103800"/>
                  </a:cubicBezTo>
                  <a:lnTo>
                    <a:pt x="13810" y="585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1" name="Shape 5121"/>
            <p:cNvSpPr/>
            <p:nvPr/>
          </p:nvSpPr>
          <p:spPr>
            <a:xfrm>
              <a:off x="9757289" y="3339413"/>
              <a:ext cx="235380" cy="1595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4543" y="21706"/>
                  </a:moveTo>
                  <a:lnTo>
                    <a:pt x="104543" y="21706"/>
                  </a:lnTo>
                  <a:cubicBezTo>
                    <a:pt x="30070" y="21706"/>
                    <a:pt x="30070" y="21706"/>
                    <a:pt x="30070" y="21706"/>
                  </a:cubicBezTo>
                  <a:cubicBezTo>
                    <a:pt x="30070" y="0"/>
                    <a:pt x="30070" y="0"/>
                    <a:pt x="30070" y="0"/>
                  </a:cubicBezTo>
                  <a:cubicBezTo>
                    <a:pt x="0" y="36450"/>
                    <a:pt x="0" y="36450"/>
                    <a:pt x="0" y="36450"/>
                  </a:cubicBezTo>
                  <a:cubicBezTo>
                    <a:pt x="30070" y="72491"/>
                    <a:pt x="30070" y="72491"/>
                    <a:pt x="30070" y="72491"/>
                  </a:cubicBezTo>
                  <a:cubicBezTo>
                    <a:pt x="30070" y="50784"/>
                    <a:pt x="30070" y="50784"/>
                    <a:pt x="30070" y="50784"/>
                  </a:cubicBezTo>
                  <a:cubicBezTo>
                    <a:pt x="99484" y="50784"/>
                    <a:pt x="99484" y="50784"/>
                    <a:pt x="99484" y="50784"/>
                  </a:cubicBezTo>
                  <a:cubicBezTo>
                    <a:pt x="99484" y="90511"/>
                    <a:pt x="99484" y="90511"/>
                    <a:pt x="99484" y="90511"/>
                  </a:cubicBezTo>
                  <a:cubicBezTo>
                    <a:pt x="7587" y="90511"/>
                    <a:pt x="7587" y="90511"/>
                    <a:pt x="7587" y="90511"/>
                  </a:cubicBezTo>
                  <a:cubicBezTo>
                    <a:pt x="7587" y="119590"/>
                    <a:pt x="7587" y="119590"/>
                    <a:pt x="7587" y="119590"/>
                  </a:cubicBezTo>
                  <a:cubicBezTo>
                    <a:pt x="104543" y="119590"/>
                    <a:pt x="104543" y="119590"/>
                    <a:pt x="104543" y="119590"/>
                  </a:cubicBezTo>
                  <a:cubicBezTo>
                    <a:pt x="112131" y="119590"/>
                    <a:pt x="119718" y="112218"/>
                    <a:pt x="119718" y="101569"/>
                  </a:cubicBezTo>
                  <a:cubicBezTo>
                    <a:pt x="119718" y="39726"/>
                    <a:pt x="119718" y="39726"/>
                    <a:pt x="119718" y="39726"/>
                  </a:cubicBezTo>
                  <a:cubicBezTo>
                    <a:pt x="119718" y="29078"/>
                    <a:pt x="112131" y="21706"/>
                    <a:pt x="104543" y="21706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2" name="Shape 5122"/>
            <p:cNvSpPr/>
            <p:nvPr/>
          </p:nvSpPr>
          <p:spPr>
            <a:xfrm>
              <a:off x="5403733" y="2742053"/>
              <a:ext cx="254834" cy="2257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396" y="62493"/>
                  </a:moveTo>
                  <a:lnTo>
                    <a:pt x="117396" y="62493"/>
                  </a:lnTo>
                  <a:cubicBezTo>
                    <a:pt x="64295" y="4987"/>
                    <a:pt x="64295" y="4987"/>
                    <a:pt x="64295" y="4987"/>
                  </a:cubicBezTo>
                  <a:cubicBezTo>
                    <a:pt x="61952" y="0"/>
                    <a:pt x="57527" y="0"/>
                    <a:pt x="55184" y="4987"/>
                  </a:cubicBezTo>
                  <a:cubicBezTo>
                    <a:pt x="2342" y="62493"/>
                    <a:pt x="2342" y="62493"/>
                    <a:pt x="2342" y="62493"/>
                  </a:cubicBezTo>
                  <a:cubicBezTo>
                    <a:pt x="0" y="64841"/>
                    <a:pt x="2342" y="67481"/>
                    <a:pt x="4685" y="67481"/>
                  </a:cubicBezTo>
                  <a:cubicBezTo>
                    <a:pt x="16138" y="67481"/>
                    <a:pt x="16138" y="67481"/>
                    <a:pt x="16138" y="67481"/>
                  </a:cubicBezTo>
                  <a:cubicBezTo>
                    <a:pt x="16138" y="114425"/>
                    <a:pt x="16138" y="114425"/>
                    <a:pt x="16138" y="114425"/>
                  </a:cubicBezTo>
                  <a:cubicBezTo>
                    <a:pt x="16138" y="117066"/>
                    <a:pt x="16138" y="119706"/>
                    <a:pt x="20563" y="119706"/>
                  </a:cubicBezTo>
                  <a:cubicBezTo>
                    <a:pt x="46073" y="119706"/>
                    <a:pt x="46073" y="119706"/>
                    <a:pt x="46073" y="119706"/>
                  </a:cubicBezTo>
                  <a:cubicBezTo>
                    <a:pt x="46073" y="72762"/>
                    <a:pt x="46073" y="72762"/>
                    <a:pt x="46073" y="72762"/>
                  </a:cubicBezTo>
                  <a:cubicBezTo>
                    <a:pt x="73665" y="72762"/>
                    <a:pt x="73665" y="72762"/>
                    <a:pt x="73665" y="72762"/>
                  </a:cubicBezTo>
                  <a:cubicBezTo>
                    <a:pt x="73665" y="119706"/>
                    <a:pt x="73665" y="119706"/>
                    <a:pt x="73665" y="119706"/>
                  </a:cubicBezTo>
                  <a:cubicBezTo>
                    <a:pt x="99175" y="119706"/>
                    <a:pt x="99175" y="119706"/>
                    <a:pt x="99175" y="119706"/>
                  </a:cubicBezTo>
                  <a:cubicBezTo>
                    <a:pt x="103600" y="119706"/>
                    <a:pt x="103600" y="117066"/>
                    <a:pt x="103600" y="114425"/>
                  </a:cubicBezTo>
                  <a:cubicBezTo>
                    <a:pt x="103600" y="67481"/>
                    <a:pt x="103600" y="67481"/>
                    <a:pt x="103600" y="67481"/>
                  </a:cubicBezTo>
                  <a:cubicBezTo>
                    <a:pt x="115314" y="67481"/>
                    <a:pt x="115314" y="67481"/>
                    <a:pt x="115314" y="67481"/>
                  </a:cubicBezTo>
                  <a:cubicBezTo>
                    <a:pt x="117396" y="67481"/>
                    <a:pt x="119739" y="64841"/>
                    <a:pt x="117396" y="62493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3" name="Shape 5123"/>
            <p:cNvSpPr/>
            <p:nvPr/>
          </p:nvSpPr>
          <p:spPr>
            <a:xfrm>
              <a:off x="1575405" y="2201121"/>
              <a:ext cx="274286" cy="219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961" y="0"/>
                  </a:moveTo>
                  <a:lnTo>
                    <a:pt x="106961" y="0"/>
                  </a:lnTo>
                  <a:cubicBezTo>
                    <a:pt x="12796" y="0"/>
                    <a:pt x="12796" y="0"/>
                    <a:pt x="12796" y="0"/>
                  </a:cubicBezTo>
                  <a:cubicBezTo>
                    <a:pt x="4104" y="0"/>
                    <a:pt x="0" y="5400"/>
                    <a:pt x="0" y="13200"/>
                  </a:cubicBezTo>
                  <a:cubicBezTo>
                    <a:pt x="0" y="103800"/>
                    <a:pt x="0" y="103800"/>
                    <a:pt x="0" y="103800"/>
                  </a:cubicBezTo>
                  <a:cubicBezTo>
                    <a:pt x="0" y="111900"/>
                    <a:pt x="4104" y="119700"/>
                    <a:pt x="12796" y="119700"/>
                  </a:cubicBezTo>
                  <a:cubicBezTo>
                    <a:pt x="106961" y="119700"/>
                    <a:pt x="106961" y="119700"/>
                    <a:pt x="106961" y="119700"/>
                  </a:cubicBezTo>
                  <a:cubicBezTo>
                    <a:pt x="113480" y="119700"/>
                    <a:pt x="119758" y="111900"/>
                    <a:pt x="119758" y="103800"/>
                  </a:cubicBezTo>
                  <a:cubicBezTo>
                    <a:pt x="119758" y="13200"/>
                    <a:pt x="119758" y="13200"/>
                    <a:pt x="119758" y="13200"/>
                  </a:cubicBezTo>
                  <a:cubicBezTo>
                    <a:pt x="119758" y="5400"/>
                    <a:pt x="113480" y="0"/>
                    <a:pt x="106961" y="0"/>
                  </a:cubicBezTo>
                  <a:close/>
                  <a:moveTo>
                    <a:pt x="106961" y="103800"/>
                  </a:moveTo>
                  <a:lnTo>
                    <a:pt x="106961" y="103800"/>
                  </a:lnTo>
                  <a:cubicBezTo>
                    <a:pt x="12796" y="103800"/>
                    <a:pt x="12796" y="103800"/>
                    <a:pt x="12796" y="103800"/>
                  </a:cubicBezTo>
                  <a:cubicBezTo>
                    <a:pt x="12796" y="13200"/>
                    <a:pt x="12796" y="13200"/>
                    <a:pt x="12796" y="13200"/>
                  </a:cubicBezTo>
                  <a:cubicBezTo>
                    <a:pt x="106961" y="13200"/>
                    <a:pt x="106961" y="13200"/>
                    <a:pt x="106961" y="13200"/>
                  </a:cubicBezTo>
                  <a:lnTo>
                    <a:pt x="106961" y="103800"/>
                  </a:lnTo>
                  <a:close/>
                  <a:moveTo>
                    <a:pt x="53601" y="74700"/>
                  </a:moveTo>
                  <a:lnTo>
                    <a:pt x="53601" y="74700"/>
                  </a:lnTo>
                  <a:cubicBezTo>
                    <a:pt x="23420" y="74700"/>
                    <a:pt x="23420" y="74700"/>
                    <a:pt x="23420" y="74700"/>
                  </a:cubicBezTo>
                  <a:cubicBezTo>
                    <a:pt x="23420" y="87900"/>
                    <a:pt x="23420" y="87900"/>
                    <a:pt x="23420" y="87900"/>
                  </a:cubicBezTo>
                  <a:cubicBezTo>
                    <a:pt x="53601" y="87900"/>
                    <a:pt x="53601" y="87900"/>
                    <a:pt x="53601" y="87900"/>
                  </a:cubicBezTo>
                  <a:lnTo>
                    <a:pt x="53601" y="74700"/>
                  </a:lnTo>
                  <a:close/>
                  <a:moveTo>
                    <a:pt x="53601" y="53400"/>
                  </a:moveTo>
                  <a:lnTo>
                    <a:pt x="53601" y="53400"/>
                  </a:lnTo>
                  <a:cubicBezTo>
                    <a:pt x="23420" y="53400"/>
                    <a:pt x="23420" y="53400"/>
                    <a:pt x="23420" y="53400"/>
                  </a:cubicBezTo>
                  <a:cubicBezTo>
                    <a:pt x="23420" y="66600"/>
                    <a:pt x="23420" y="66600"/>
                    <a:pt x="23420" y="66600"/>
                  </a:cubicBezTo>
                  <a:cubicBezTo>
                    <a:pt x="53601" y="66600"/>
                    <a:pt x="53601" y="66600"/>
                    <a:pt x="53601" y="66600"/>
                  </a:cubicBezTo>
                  <a:lnTo>
                    <a:pt x="53601" y="53400"/>
                  </a:lnTo>
                  <a:close/>
                  <a:moveTo>
                    <a:pt x="53601" y="29400"/>
                  </a:moveTo>
                  <a:lnTo>
                    <a:pt x="53601" y="29400"/>
                  </a:lnTo>
                  <a:cubicBezTo>
                    <a:pt x="23420" y="29400"/>
                    <a:pt x="23420" y="29400"/>
                    <a:pt x="23420" y="29400"/>
                  </a:cubicBezTo>
                  <a:cubicBezTo>
                    <a:pt x="23420" y="42900"/>
                    <a:pt x="23420" y="42900"/>
                    <a:pt x="23420" y="42900"/>
                  </a:cubicBezTo>
                  <a:cubicBezTo>
                    <a:pt x="53601" y="42900"/>
                    <a:pt x="53601" y="42900"/>
                    <a:pt x="53601" y="42900"/>
                  </a:cubicBezTo>
                  <a:lnTo>
                    <a:pt x="53601" y="29400"/>
                  </a:lnTo>
                  <a:close/>
                  <a:moveTo>
                    <a:pt x="93923" y="77100"/>
                  </a:moveTo>
                  <a:lnTo>
                    <a:pt x="93923" y="77100"/>
                  </a:lnTo>
                  <a:cubicBezTo>
                    <a:pt x="93923" y="77100"/>
                    <a:pt x="85472" y="74700"/>
                    <a:pt x="85472" y="69300"/>
                  </a:cubicBezTo>
                  <a:cubicBezTo>
                    <a:pt x="85472" y="61200"/>
                    <a:pt x="91991" y="58800"/>
                    <a:pt x="91991" y="45300"/>
                  </a:cubicBezTo>
                  <a:cubicBezTo>
                    <a:pt x="91991" y="37500"/>
                    <a:pt x="89818" y="29400"/>
                    <a:pt x="81126" y="29400"/>
                  </a:cubicBezTo>
                  <a:cubicBezTo>
                    <a:pt x="72676" y="29400"/>
                    <a:pt x="70503" y="37500"/>
                    <a:pt x="70503" y="45300"/>
                  </a:cubicBezTo>
                  <a:cubicBezTo>
                    <a:pt x="70503" y="58800"/>
                    <a:pt x="77022" y="61200"/>
                    <a:pt x="77022" y="69300"/>
                  </a:cubicBezTo>
                  <a:cubicBezTo>
                    <a:pt x="77022" y="74700"/>
                    <a:pt x="66398" y="77100"/>
                    <a:pt x="66398" y="77100"/>
                  </a:cubicBezTo>
                  <a:lnTo>
                    <a:pt x="66398" y="87900"/>
                  </a:lnTo>
                  <a:cubicBezTo>
                    <a:pt x="96096" y="87900"/>
                    <a:pt x="96096" y="87900"/>
                    <a:pt x="96096" y="87900"/>
                  </a:cubicBezTo>
                  <a:cubicBezTo>
                    <a:pt x="96096" y="87900"/>
                    <a:pt x="96096" y="77100"/>
                    <a:pt x="93923" y="771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4" name="Shape 5124"/>
            <p:cNvSpPr/>
            <p:nvPr/>
          </p:nvSpPr>
          <p:spPr>
            <a:xfrm>
              <a:off x="1633764" y="1631004"/>
              <a:ext cx="155623" cy="2685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0918" y="0"/>
                  </a:moveTo>
                  <a:lnTo>
                    <a:pt x="100918" y="0"/>
                  </a:lnTo>
                  <a:cubicBezTo>
                    <a:pt x="18657" y="0"/>
                    <a:pt x="18657" y="0"/>
                    <a:pt x="18657" y="0"/>
                  </a:cubicBezTo>
                  <a:cubicBezTo>
                    <a:pt x="7208" y="0"/>
                    <a:pt x="0" y="4417"/>
                    <a:pt x="0" y="10797"/>
                  </a:cubicBezTo>
                  <a:cubicBezTo>
                    <a:pt x="0" y="106503"/>
                    <a:pt x="0" y="106503"/>
                    <a:pt x="0" y="106503"/>
                  </a:cubicBezTo>
                  <a:cubicBezTo>
                    <a:pt x="0" y="112883"/>
                    <a:pt x="7208" y="119754"/>
                    <a:pt x="18657" y="119754"/>
                  </a:cubicBezTo>
                  <a:cubicBezTo>
                    <a:pt x="100918" y="119754"/>
                    <a:pt x="100918" y="119754"/>
                    <a:pt x="100918" y="119754"/>
                  </a:cubicBezTo>
                  <a:cubicBezTo>
                    <a:pt x="112367" y="119754"/>
                    <a:pt x="119575" y="112883"/>
                    <a:pt x="119575" y="106503"/>
                  </a:cubicBezTo>
                  <a:cubicBezTo>
                    <a:pt x="119575" y="10797"/>
                    <a:pt x="119575" y="10797"/>
                    <a:pt x="119575" y="10797"/>
                  </a:cubicBezTo>
                  <a:cubicBezTo>
                    <a:pt x="119575" y="4417"/>
                    <a:pt x="112367" y="0"/>
                    <a:pt x="100918" y="0"/>
                  </a:cubicBezTo>
                  <a:close/>
                  <a:moveTo>
                    <a:pt x="59787" y="112883"/>
                  </a:moveTo>
                  <a:lnTo>
                    <a:pt x="59787" y="112883"/>
                  </a:lnTo>
                  <a:cubicBezTo>
                    <a:pt x="52155" y="112883"/>
                    <a:pt x="44946" y="110674"/>
                    <a:pt x="44946" y="108711"/>
                  </a:cubicBezTo>
                  <a:cubicBezTo>
                    <a:pt x="44946" y="104294"/>
                    <a:pt x="52155" y="102085"/>
                    <a:pt x="59787" y="102085"/>
                  </a:cubicBezTo>
                  <a:cubicBezTo>
                    <a:pt x="67420" y="102085"/>
                    <a:pt x="74628" y="104294"/>
                    <a:pt x="74628" y="108711"/>
                  </a:cubicBezTo>
                  <a:cubicBezTo>
                    <a:pt x="74628" y="110674"/>
                    <a:pt x="67420" y="112883"/>
                    <a:pt x="59787" y="112883"/>
                  </a:cubicBezTo>
                  <a:close/>
                  <a:moveTo>
                    <a:pt x="104734" y="95705"/>
                  </a:moveTo>
                  <a:lnTo>
                    <a:pt x="104734" y="95705"/>
                  </a:lnTo>
                  <a:cubicBezTo>
                    <a:pt x="14840" y="95705"/>
                    <a:pt x="14840" y="95705"/>
                    <a:pt x="14840" y="95705"/>
                  </a:cubicBezTo>
                  <a:cubicBezTo>
                    <a:pt x="14840" y="15214"/>
                    <a:pt x="14840" y="15214"/>
                    <a:pt x="14840" y="15214"/>
                  </a:cubicBezTo>
                  <a:cubicBezTo>
                    <a:pt x="104734" y="15214"/>
                    <a:pt x="104734" y="15214"/>
                    <a:pt x="104734" y="15214"/>
                  </a:cubicBezTo>
                  <a:lnTo>
                    <a:pt x="104734" y="9570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5" name="Shape 5125"/>
            <p:cNvSpPr/>
            <p:nvPr/>
          </p:nvSpPr>
          <p:spPr>
            <a:xfrm>
              <a:off x="9191212" y="3304388"/>
              <a:ext cx="274285" cy="2315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9818" y="35598"/>
                  </a:moveTo>
                  <a:lnTo>
                    <a:pt x="89818" y="35598"/>
                  </a:lnTo>
                  <a:cubicBezTo>
                    <a:pt x="93923" y="35598"/>
                    <a:pt x="93923" y="35598"/>
                    <a:pt x="93923" y="35598"/>
                  </a:cubicBezTo>
                  <a:cubicBezTo>
                    <a:pt x="93923" y="51100"/>
                    <a:pt x="93923" y="51100"/>
                    <a:pt x="93923" y="51100"/>
                  </a:cubicBezTo>
                  <a:cubicBezTo>
                    <a:pt x="119758" y="25550"/>
                    <a:pt x="119758" y="25550"/>
                    <a:pt x="119758" y="25550"/>
                  </a:cubicBezTo>
                  <a:cubicBezTo>
                    <a:pt x="93923" y="0"/>
                    <a:pt x="93923" y="0"/>
                    <a:pt x="93923" y="0"/>
                  </a:cubicBezTo>
                  <a:cubicBezTo>
                    <a:pt x="93923" y="15215"/>
                    <a:pt x="93923" y="15215"/>
                    <a:pt x="93923" y="15215"/>
                  </a:cubicBezTo>
                  <a:cubicBezTo>
                    <a:pt x="89818" y="15215"/>
                    <a:pt x="89818" y="15215"/>
                    <a:pt x="89818" y="15215"/>
                  </a:cubicBezTo>
                  <a:cubicBezTo>
                    <a:pt x="68329" y="15215"/>
                    <a:pt x="55533" y="35598"/>
                    <a:pt x="44909" y="53684"/>
                  </a:cubicBezTo>
                  <a:cubicBezTo>
                    <a:pt x="34044" y="68899"/>
                    <a:pt x="25593" y="81531"/>
                    <a:pt x="12796" y="81531"/>
                  </a:cubicBezTo>
                  <a:cubicBezTo>
                    <a:pt x="0" y="81531"/>
                    <a:pt x="0" y="81531"/>
                    <a:pt x="0" y="81531"/>
                  </a:cubicBezTo>
                  <a:cubicBezTo>
                    <a:pt x="0" y="101913"/>
                    <a:pt x="0" y="101913"/>
                    <a:pt x="0" y="101913"/>
                  </a:cubicBezTo>
                  <a:cubicBezTo>
                    <a:pt x="12796" y="101913"/>
                    <a:pt x="12796" y="101913"/>
                    <a:pt x="12796" y="101913"/>
                  </a:cubicBezTo>
                  <a:cubicBezTo>
                    <a:pt x="34044" y="101913"/>
                    <a:pt x="46841" y="81531"/>
                    <a:pt x="57706" y="63732"/>
                  </a:cubicBezTo>
                  <a:cubicBezTo>
                    <a:pt x="68329" y="48516"/>
                    <a:pt x="77022" y="35598"/>
                    <a:pt x="89818" y="35598"/>
                  </a:cubicBezTo>
                  <a:close/>
                  <a:moveTo>
                    <a:pt x="31871" y="48516"/>
                  </a:moveTo>
                  <a:lnTo>
                    <a:pt x="31871" y="48516"/>
                  </a:lnTo>
                  <a:cubicBezTo>
                    <a:pt x="31871" y="45933"/>
                    <a:pt x="34044" y="45933"/>
                    <a:pt x="34044" y="43636"/>
                  </a:cubicBezTo>
                  <a:cubicBezTo>
                    <a:pt x="36217" y="41052"/>
                    <a:pt x="40321" y="35598"/>
                    <a:pt x="42736" y="33301"/>
                  </a:cubicBezTo>
                  <a:cubicBezTo>
                    <a:pt x="34044" y="22966"/>
                    <a:pt x="25593" y="18086"/>
                    <a:pt x="12796" y="18086"/>
                  </a:cubicBezTo>
                  <a:cubicBezTo>
                    <a:pt x="0" y="18086"/>
                    <a:pt x="0" y="18086"/>
                    <a:pt x="0" y="18086"/>
                  </a:cubicBezTo>
                  <a:cubicBezTo>
                    <a:pt x="0" y="38468"/>
                    <a:pt x="0" y="38468"/>
                    <a:pt x="0" y="38468"/>
                  </a:cubicBezTo>
                  <a:cubicBezTo>
                    <a:pt x="12796" y="38468"/>
                    <a:pt x="12796" y="38468"/>
                    <a:pt x="12796" y="38468"/>
                  </a:cubicBezTo>
                  <a:cubicBezTo>
                    <a:pt x="19074" y="38468"/>
                    <a:pt x="25593" y="41052"/>
                    <a:pt x="31871" y="48516"/>
                  </a:cubicBezTo>
                  <a:close/>
                  <a:moveTo>
                    <a:pt x="93923" y="84114"/>
                  </a:moveTo>
                  <a:lnTo>
                    <a:pt x="93923" y="84114"/>
                  </a:lnTo>
                  <a:cubicBezTo>
                    <a:pt x="89818" y="84114"/>
                    <a:pt x="89818" y="84114"/>
                    <a:pt x="89818" y="84114"/>
                  </a:cubicBezTo>
                  <a:cubicBezTo>
                    <a:pt x="81126" y="84114"/>
                    <a:pt x="74849" y="78947"/>
                    <a:pt x="68329" y="71483"/>
                  </a:cubicBezTo>
                  <a:cubicBezTo>
                    <a:pt x="68329" y="71483"/>
                    <a:pt x="68329" y="71483"/>
                    <a:pt x="68329" y="74066"/>
                  </a:cubicBezTo>
                  <a:cubicBezTo>
                    <a:pt x="64225" y="76363"/>
                    <a:pt x="62052" y="81531"/>
                    <a:pt x="59879" y="86698"/>
                  </a:cubicBezTo>
                  <a:cubicBezTo>
                    <a:pt x="66156" y="96746"/>
                    <a:pt x="77022" y="101913"/>
                    <a:pt x="89818" y="101913"/>
                  </a:cubicBezTo>
                  <a:cubicBezTo>
                    <a:pt x="93923" y="101913"/>
                    <a:pt x="93923" y="101913"/>
                    <a:pt x="93923" y="101913"/>
                  </a:cubicBezTo>
                  <a:cubicBezTo>
                    <a:pt x="93923" y="119712"/>
                    <a:pt x="93923" y="119712"/>
                    <a:pt x="93923" y="119712"/>
                  </a:cubicBezTo>
                  <a:cubicBezTo>
                    <a:pt x="119758" y="94162"/>
                    <a:pt x="119758" y="94162"/>
                    <a:pt x="119758" y="94162"/>
                  </a:cubicBezTo>
                  <a:cubicBezTo>
                    <a:pt x="93923" y="68899"/>
                    <a:pt x="93923" y="68899"/>
                    <a:pt x="93923" y="68899"/>
                  </a:cubicBezTo>
                  <a:lnTo>
                    <a:pt x="93923" y="841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6" name="Shape 5126"/>
            <p:cNvSpPr/>
            <p:nvPr/>
          </p:nvSpPr>
          <p:spPr>
            <a:xfrm>
              <a:off x="6514493" y="2745945"/>
              <a:ext cx="217872" cy="22182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586" y="100800"/>
                  </a:moveTo>
                  <a:lnTo>
                    <a:pt x="114586" y="100800"/>
                  </a:lnTo>
                  <a:cubicBezTo>
                    <a:pt x="87819" y="71700"/>
                    <a:pt x="87819" y="71700"/>
                    <a:pt x="87819" y="71700"/>
                  </a:cubicBezTo>
                  <a:cubicBezTo>
                    <a:pt x="90526" y="63600"/>
                    <a:pt x="93233" y="55800"/>
                    <a:pt x="93233" y="47700"/>
                  </a:cubicBezTo>
                  <a:cubicBezTo>
                    <a:pt x="93233" y="21300"/>
                    <a:pt x="71879" y="0"/>
                    <a:pt x="45413" y="0"/>
                  </a:cubicBezTo>
                  <a:cubicBezTo>
                    <a:pt x="21052" y="0"/>
                    <a:pt x="0" y="21300"/>
                    <a:pt x="0" y="45300"/>
                  </a:cubicBezTo>
                  <a:cubicBezTo>
                    <a:pt x="0" y="71700"/>
                    <a:pt x="21052" y="93000"/>
                    <a:pt x="48120" y="93000"/>
                  </a:cubicBezTo>
                  <a:cubicBezTo>
                    <a:pt x="55939" y="93000"/>
                    <a:pt x="64060" y="90600"/>
                    <a:pt x="69172" y="87600"/>
                  </a:cubicBezTo>
                  <a:cubicBezTo>
                    <a:pt x="98646" y="117000"/>
                    <a:pt x="98646" y="117000"/>
                    <a:pt x="98646" y="117000"/>
                  </a:cubicBezTo>
                  <a:cubicBezTo>
                    <a:pt x="101052" y="119700"/>
                    <a:pt x="106466" y="119700"/>
                    <a:pt x="109172" y="117000"/>
                  </a:cubicBezTo>
                  <a:cubicBezTo>
                    <a:pt x="116992" y="109200"/>
                    <a:pt x="116992" y="109200"/>
                    <a:pt x="116992" y="109200"/>
                  </a:cubicBezTo>
                  <a:cubicBezTo>
                    <a:pt x="119699" y="106500"/>
                    <a:pt x="116992" y="103800"/>
                    <a:pt x="114586" y="100800"/>
                  </a:cubicBezTo>
                  <a:close/>
                  <a:moveTo>
                    <a:pt x="13233" y="45300"/>
                  </a:moveTo>
                  <a:lnTo>
                    <a:pt x="13233" y="45300"/>
                  </a:lnTo>
                  <a:cubicBezTo>
                    <a:pt x="13233" y="29400"/>
                    <a:pt x="29473" y="13200"/>
                    <a:pt x="45413" y="13200"/>
                  </a:cubicBezTo>
                  <a:cubicBezTo>
                    <a:pt x="64060" y="13200"/>
                    <a:pt x="80000" y="29400"/>
                    <a:pt x="80000" y="47700"/>
                  </a:cubicBezTo>
                  <a:cubicBezTo>
                    <a:pt x="80000" y="66300"/>
                    <a:pt x="64060" y="79800"/>
                    <a:pt x="48120" y="79800"/>
                  </a:cubicBezTo>
                  <a:cubicBezTo>
                    <a:pt x="29473" y="79800"/>
                    <a:pt x="13233" y="63600"/>
                    <a:pt x="13233" y="453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7" name="Shape 5127"/>
            <p:cNvSpPr/>
            <p:nvPr/>
          </p:nvSpPr>
          <p:spPr>
            <a:xfrm>
              <a:off x="8127138" y="4359009"/>
              <a:ext cx="262614" cy="2646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874" y="0"/>
                  </a:moveTo>
                  <a:lnTo>
                    <a:pt x="59874" y="0"/>
                  </a:lnTo>
                  <a:cubicBezTo>
                    <a:pt x="26555" y="0"/>
                    <a:pt x="0" y="26555"/>
                    <a:pt x="0" y="59874"/>
                  </a:cubicBezTo>
                  <a:cubicBezTo>
                    <a:pt x="0" y="93194"/>
                    <a:pt x="26555" y="119749"/>
                    <a:pt x="59874" y="119749"/>
                  </a:cubicBezTo>
                  <a:cubicBezTo>
                    <a:pt x="93194" y="119749"/>
                    <a:pt x="119749" y="93194"/>
                    <a:pt x="119749" y="59874"/>
                  </a:cubicBezTo>
                  <a:cubicBezTo>
                    <a:pt x="119749" y="26555"/>
                    <a:pt x="93194" y="0"/>
                    <a:pt x="59874" y="0"/>
                  </a:cubicBezTo>
                  <a:close/>
                  <a:moveTo>
                    <a:pt x="110981" y="59874"/>
                  </a:moveTo>
                  <a:lnTo>
                    <a:pt x="110981" y="59874"/>
                  </a:lnTo>
                  <a:cubicBezTo>
                    <a:pt x="110981" y="73152"/>
                    <a:pt x="106471" y="82171"/>
                    <a:pt x="99958" y="90939"/>
                  </a:cubicBezTo>
                  <a:cubicBezTo>
                    <a:pt x="97703" y="90939"/>
                    <a:pt x="95448" y="86430"/>
                    <a:pt x="97703" y="82171"/>
                  </a:cubicBezTo>
                  <a:cubicBezTo>
                    <a:pt x="99958" y="77661"/>
                    <a:pt x="99958" y="68893"/>
                    <a:pt x="99958" y="64384"/>
                  </a:cubicBezTo>
                  <a:cubicBezTo>
                    <a:pt x="99958" y="59874"/>
                    <a:pt x="97703" y="51106"/>
                    <a:pt x="93194" y="51106"/>
                  </a:cubicBezTo>
                  <a:cubicBezTo>
                    <a:pt x="86680" y="51106"/>
                    <a:pt x="84425" y="51106"/>
                    <a:pt x="79916" y="44592"/>
                  </a:cubicBezTo>
                  <a:cubicBezTo>
                    <a:pt x="75407" y="31064"/>
                    <a:pt x="93194" y="28810"/>
                    <a:pt x="86680" y="22045"/>
                  </a:cubicBezTo>
                  <a:cubicBezTo>
                    <a:pt x="84425" y="20041"/>
                    <a:pt x="75407" y="28810"/>
                    <a:pt x="73402" y="15532"/>
                  </a:cubicBezTo>
                  <a:lnTo>
                    <a:pt x="75407" y="13277"/>
                  </a:lnTo>
                  <a:cubicBezTo>
                    <a:pt x="95448" y="20041"/>
                    <a:pt x="110981" y="37578"/>
                    <a:pt x="110981" y="59874"/>
                  </a:cubicBezTo>
                  <a:close/>
                  <a:moveTo>
                    <a:pt x="53110" y="11022"/>
                  </a:moveTo>
                  <a:lnTo>
                    <a:pt x="53110" y="11022"/>
                  </a:lnTo>
                  <a:cubicBezTo>
                    <a:pt x="51106" y="13277"/>
                    <a:pt x="48601" y="13277"/>
                    <a:pt x="46597" y="15532"/>
                  </a:cubicBezTo>
                  <a:cubicBezTo>
                    <a:pt x="42087" y="20041"/>
                    <a:pt x="39832" y="17787"/>
                    <a:pt x="37578" y="22045"/>
                  </a:cubicBezTo>
                  <a:cubicBezTo>
                    <a:pt x="35323" y="26555"/>
                    <a:pt x="28810" y="31064"/>
                    <a:pt x="28810" y="33319"/>
                  </a:cubicBezTo>
                  <a:cubicBezTo>
                    <a:pt x="28810" y="35574"/>
                    <a:pt x="33319" y="39832"/>
                    <a:pt x="33319" y="39832"/>
                  </a:cubicBezTo>
                  <a:cubicBezTo>
                    <a:pt x="35323" y="37578"/>
                    <a:pt x="39832" y="37578"/>
                    <a:pt x="44342" y="39832"/>
                  </a:cubicBezTo>
                  <a:cubicBezTo>
                    <a:pt x="46597" y="39832"/>
                    <a:pt x="68893" y="42338"/>
                    <a:pt x="62129" y="59874"/>
                  </a:cubicBezTo>
                  <a:cubicBezTo>
                    <a:pt x="59874" y="66638"/>
                    <a:pt x="48601" y="64384"/>
                    <a:pt x="46597" y="73152"/>
                  </a:cubicBezTo>
                  <a:cubicBezTo>
                    <a:pt x="46597" y="75407"/>
                    <a:pt x="46597" y="82171"/>
                    <a:pt x="44342" y="84425"/>
                  </a:cubicBezTo>
                  <a:cubicBezTo>
                    <a:pt x="44342" y="86430"/>
                    <a:pt x="46597" y="97703"/>
                    <a:pt x="44342" y="97703"/>
                  </a:cubicBezTo>
                  <a:cubicBezTo>
                    <a:pt x="42087" y="97703"/>
                    <a:pt x="33319" y="86430"/>
                    <a:pt x="33319" y="86430"/>
                  </a:cubicBezTo>
                  <a:cubicBezTo>
                    <a:pt x="33319" y="84425"/>
                    <a:pt x="31064" y="77661"/>
                    <a:pt x="31064" y="71148"/>
                  </a:cubicBezTo>
                  <a:cubicBezTo>
                    <a:pt x="31064" y="66638"/>
                    <a:pt x="22045" y="66638"/>
                    <a:pt x="22045" y="59874"/>
                  </a:cubicBezTo>
                  <a:cubicBezTo>
                    <a:pt x="22045" y="53361"/>
                    <a:pt x="26555" y="48851"/>
                    <a:pt x="26555" y="46597"/>
                  </a:cubicBezTo>
                  <a:cubicBezTo>
                    <a:pt x="24300" y="42338"/>
                    <a:pt x="15532" y="42338"/>
                    <a:pt x="13277" y="42338"/>
                  </a:cubicBezTo>
                  <a:cubicBezTo>
                    <a:pt x="20041" y="24300"/>
                    <a:pt x="35323" y="13277"/>
                    <a:pt x="53110" y="11022"/>
                  </a:cubicBezTo>
                  <a:close/>
                  <a:moveTo>
                    <a:pt x="44342" y="108726"/>
                  </a:moveTo>
                  <a:lnTo>
                    <a:pt x="44342" y="108726"/>
                  </a:lnTo>
                  <a:cubicBezTo>
                    <a:pt x="46597" y="106471"/>
                    <a:pt x="46597" y="104217"/>
                    <a:pt x="51106" y="104217"/>
                  </a:cubicBezTo>
                  <a:cubicBezTo>
                    <a:pt x="53110" y="104217"/>
                    <a:pt x="55365" y="104217"/>
                    <a:pt x="59874" y="101962"/>
                  </a:cubicBezTo>
                  <a:cubicBezTo>
                    <a:pt x="62129" y="101962"/>
                    <a:pt x="68893" y="99707"/>
                    <a:pt x="73402" y="97703"/>
                  </a:cubicBezTo>
                  <a:cubicBezTo>
                    <a:pt x="77661" y="97703"/>
                    <a:pt x="86680" y="99707"/>
                    <a:pt x="88684" y="101962"/>
                  </a:cubicBezTo>
                  <a:cubicBezTo>
                    <a:pt x="79916" y="108726"/>
                    <a:pt x="71148" y="110981"/>
                    <a:pt x="59874" y="110981"/>
                  </a:cubicBezTo>
                  <a:cubicBezTo>
                    <a:pt x="55365" y="110981"/>
                    <a:pt x="48601" y="110981"/>
                    <a:pt x="44342" y="1087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8" name="Shape 5128"/>
            <p:cNvSpPr/>
            <p:nvPr/>
          </p:nvSpPr>
          <p:spPr>
            <a:xfrm>
              <a:off x="8667927" y="4407653"/>
              <a:ext cx="272340" cy="16733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1325" y="0"/>
                  </a:moveTo>
                  <a:lnTo>
                    <a:pt x="111325" y="0"/>
                  </a:lnTo>
                  <a:cubicBezTo>
                    <a:pt x="8674" y="0"/>
                    <a:pt x="8674" y="0"/>
                    <a:pt x="8674" y="0"/>
                  </a:cubicBezTo>
                  <a:cubicBezTo>
                    <a:pt x="4337" y="0"/>
                    <a:pt x="0" y="7128"/>
                    <a:pt x="0" y="14257"/>
                  </a:cubicBezTo>
                  <a:cubicBezTo>
                    <a:pt x="0" y="105346"/>
                    <a:pt x="0" y="105346"/>
                    <a:pt x="0" y="105346"/>
                  </a:cubicBezTo>
                  <a:cubicBezTo>
                    <a:pt x="0" y="112475"/>
                    <a:pt x="4337" y="119603"/>
                    <a:pt x="8674" y="119603"/>
                  </a:cubicBezTo>
                  <a:cubicBezTo>
                    <a:pt x="111325" y="119603"/>
                    <a:pt x="111325" y="119603"/>
                    <a:pt x="111325" y="119603"/>
                  </a:cubicBezTo>
                  <a:cubicBezTo>
                    <a:pt x="115421" y="119603"/>
                    <a:pt x="119759" y="112475"/>
                    <a:pt x="119759" y="105346"/>
                  </a:cubicBezTo>
                  <a:cubicBezTo>
                    <a:pt x="119759" y="14257"/>
                    <a:pt x="119759" y="14257"/>
                    <a:pt x="119759" y="14257"/>
                  </a:cubicBezTo>
                  <a:cubicBezTo>
                    <a:pt x="119759" y="7128"/>
                    <a:pt x="115421" y="0"/>
                    <a:pt x="111325" y="0"/>
                  </a:cubicBezTo>
                  <a:close/>
                  <a:moveTo>
                    <a:pt x="66265" y="21386"/>
                  </a:moveTo>
                  <a:lnTo>
                    <a:pt x="66265" y="21386"/>
                  </a:lnTo>
                  <a:cubicBezTo>
                    <a:pt x="76867" y="21386"/>
                    <a:pt x="76867" y="21386"/>
                    <a:pt x="76867" y="21386"/>
                  </a:cubicBezTo>
                  <a:cubicBezTo>
                    <a:pt x="76867" y="42376"/>
                    <a:pt x="76867" y="42376"/>
                    <a:pt x="76867" y="42376"/>
                  </a:cubicBezTo>
                  <a:cubicBezTo>
                    <a:pt x="66265" y="42376"/>
                    <a:pt x="66265" y="42376"/>
                    <a:pt x="66265" y="42376"/>
                  </a:cubicBezTo>
                  <a:lnTo>
                    <a:pt x="66265" y="21386"/>
                  </a:lnTo>
                  <a:close/>
                  <a:moveTo>
                    <a:pt x="83373" y="49504"/>
                  </a:moveTo>
                  <a:lnTo>
                    <a:pt x="83373" y="49504"/>
                  </a:lnTo>
                  <a:cubicBezTo>
                    <a:pt x="83373" y="70495"/>
                    <a:pt x="83373" y="70495"/>
                    <a:pt x="83373" y="70495"/>
                  </a:cubicBezTo>
                  <a:cubicBezTo>
                    <a:pt x="72771" y="70495"/>
                    <a:pt x="72771" y="70495"/>
                    <a:pt x="72771" y="70495"/>
                  </a:cubicBezTo>
                  <a:cubicBezTo>
                    <a:pt x="72771" y="49504"/>
                    <a:pt x="72771" y="49504"/>
                    <a:pt x="72771" y="49504"/>
                  </a:cubicBezTo>
                  <a:lnTo>
                    <a:pt x="83373" y="49504"/>
                  </a:lnTo>
                  <a:close/>
                  <a:moveTo>
                    <a:pt x="46987" y="21386"/>
                  </a:moveTo>
                  <a:lnTo>
                    <a:pt x="46987" y="21386"/>
                  </a:lnTo>
                  <a:cubicBezTo>
                    <a:pt x="60000" y="21386"/>
                    <a:pt x="60000" y="21386"/>
                    <a:pt x="60000" y="21386"/>
                  </a:cubicBezTo>
                  <a:cubicBezTo>
                    <a:pt x="60000" y="42376"/>
                    <a:pt x="60000" y="42376"/>
                    <a:pt x="60000" y="42376"/>
                  </a:cubicBezTo>
                  <a:cubicBezTo>
                    <a:pt x="46987" y="42376"/>
                    <a:pt x="46987" y="42376"/>
                    <a:pt x="46987" y="42376"/>
                  </a:cubicBezTo>
                  <a:lnTo>
                    <a:pt x="46987" y="21386"/>
                  </a:lnTo>
                  <a:close/>
                  <a:moveTo>
                    <a:pt x="66265" y="49504"/>
                  </a:moveTo>
                  <a:lnTo>
                    <a:pt x="66265" y="49504"/>
                  </a:lnTo>
                  <a:cubicBezTo>
                    <a:pt x="66265" y="70495"/>
                    <a:pt x="66265" y="70495"/>
                    <a:pt x="66265" y="70495"/>
                  </a:cubicBezTo>
                  <a:cubicBezTo>
                    <a:pt x="53493" y="70495"/>
                    <a:pt x="53493" y="70495"/>
                    <a:pt x="53493" y="70495"/>
                  </a:cubicBezTo>
                  <a:cubicBezTo>
                    <a:pt x="53493" y="49504"/>
                    <a:pt x="53493" y="49504"/>
                    <a:pt x="53493" y="49504"/>
                  </a:cubicBezTo>
                  <a:lnTo>
                    <a:pt x="66265" y="49504"/>
                  </a:lnTo>
                  <a:close/>
                  <a:moveTo>
                    <a:pt x="29879" y="21386"/>
                  </a:moveTo>
                  <a:lnTo>
                    <a:pt x="29879" y="21386"/>
                  </a:lnTo>
                  <a:cubicBezTo>
                    <a:pt x="42891" y="21386"/>
                    <a:pt x="42891" y="21386"/>
                    <a:pt x="42891" y="21386"/>
                  </a:cubicBezTo>
                  <a:cubicBezTo>
                    <a:pt x="42891" y="42376"/>
                    <a:pt x="42891" y="42376"/>
                    <a:pt x="42891" y="42376"/>
                  </a:cubicBezTo>
                  <a:cubicBezTo>
                    <a:pt x="29879" y="42376"/>
                    <a:pt x="29879" y="42376"/>
                    <a:pt x="29879" y="42376"/>
                  </a:cubicBezTo>
                  <a:lnTo>
                    <a:pt x="29879" y="21386"/>
                  </a:lnTo>
                  <a:close/>
                  <a:moveTo>
                    <a:pt x="46987" y="49504"/>
                  </a:moveTo>
                  <a:lnTo>
                    <a:pt x="46987" y="49504"/>
                  </a:lnTo>
                  <a:cubicBezTo>
                    <a:pt x="46987" y="70495"/>
                    <a:pt x="46987" y="70495"/>
                    <a:pt x="46987" y="70495"/>
                  </a:cubicBezTo>
                  <a:cubicBezTo>
                    <a:pt x="36385" y="70495"/>
                    <a:pt x="36385" y="70495"/>
                    <a:pt x="36385" y="70495"/>
                  </a:cubicBezTo>
                  <a:cubicBezTo>
                    <a:pt x="36385" y="49504"/>
                    <a:pt x="36385" y="49504"/>
                    <a:pt x="36385" y="49504"/>
                  </a:cubicBezTo>
                  <a:lnTo>
                    <a:pt x="46987" y="49504"/>
                  </a:lnTo>
                  <a:close/>
                  <a:moveTo>
                    <a:pt x="13012" y="21386"/>
                  </a:moveTo>
                  <a:lnTo>
                    <a:pt x="13012" y="21386"/>
                  </a:lnTo>
                  <a:cubicBezTo>
                    <a:pt x="23614" y="21386"/>
                    <a:pt x="23614" y="21386"/>
                    <a:pt x="23614" y="21386"/>
                  </a:cubicBezTo>
                  <a:cubicBezTo>
                    <a:pt x="23614" y="42376"/>
                    <a:pt x="23614" y="42376"/>
                    <a:pt x="23614" y="42376"/>
                  </a:cubicBezTo>
                  <a:cubicBezTo>
                    <a:pt x="13012" y="42376"/>
                    <a:pt x="13012" y="42376"/>
                    <a:pt x="13012" y="42376"/>
                  </a:cubicBezTo>
                  <a:lnTo>
                    <a:pt x="13012" y="21386"/>
                  </a:lnTo>
                  <a:close/>
                  <a:moveTo>
                    <a:pt x="29879" y="49504"/>
                  </a:moveTo>
                  <a:lnTo>
                    <a:pt x="29879" y="49504"/>
                  </a:lnTo>
                  <a:cubicBezTo>
                    <a:pt x="29879" y="70495"/>
                    <a:pt x="29879" y="70495"/>
                    <a:pt x="29879" y="70495"/>
                  </a:cubicBezTo>
                  <a:cubicBezTo>
                    <a:pt x="17108" y="70495"/>
                    <a:pt x="17108" y="70495"/>
                    <a:pt x="17108" y="70495"/>
                  </a:cubicBezTo>
                  <a:cubicBezTo>
                    <a:pt x="17108" y="49504"/>
                    <a:pt x="17108" y="49504"/>
                    <a:pt x="17108" y="49504"/>
                  </a:cubicBezTo>
                  <a:lnTo>
                    <a:pt x="29879" y="49504"/>
                  </a:lnTo>
                  <a:close/>
                  <a:moveTo>
                    <a:pt x="23614" y="98613"/>
                  </a:moveTo>
                  <a:lnTo>
                    <a:pt x="23614" y="98613"/>
                  </a:lnTo>
                  <a:cubicBezTo>
                    <a:pt x="13012" y="98613"/>
                    <a:pt x="13012" y="98613"/>
                    <a:pt x="13012" y="98613"/>
                  </a:cubicBezTo>
                  <a:cubicBezTo>
                    <a:pt x="13012" y="80792"/>
                    <a:pt x="13012" y="80792"/>
                    <a:pt x="13012" y="80792"/>
                  </a:cubicBezTo>
                  <a:cubicBezTo>
                    <a:pt x="23614" y="80792"/>
                    <a:pt x="23614" y="80792"/>
                    <a:pt x="23614" y="80792"/>
                  </a:cubicBezTo>
                  <a:lnTo>
                    <a:pt x="23614" y="98613"/>
                  </a:lnTo>
                  <a:close/>
                  <a:moveTo>
                    <a:pt x="89638" y="98613"/>
                  </a:moveTo>
                  <a:lnTo>
                    <a:pt x="89638" y="98613"/>
                  </a:lnTo>
                  <a:cubicBezTo>
                    <a:pt x="29879" y="98613"/>
                    <a:pt x="29879" y="98613"/>
                    <a:pt x="29879" y="98613"/>
                  </a:cubicBezTo>
                  <a:cubicBezTo>
                    <a:pt x="29879" y="80792"/>
                    <a:pt x="29879" y="80792"/>
                    <a:pt x="29879" y="80792"/>
                  </a:cubicBezTo>
                  <a:cubicBezTo>
                    <a:pt x="89638" y="80792"/>
                    <a:pt x="89638" y="80792"/>
                    <a:pt x="89638" y="80792"/>
                  </a:cubicBezTo>
                  <a:lnTo>
                    <a:pt x="89638" y="98613"/>
                  </a:lnTo>
                  <a:close/>
                  <a:moveTo>
                    <a:pt x="106746" y="98613"/>
                  </a:moveTo>
                  <a:lnTo>
                    <a:pt x="106746" y="98613"/>
                  </a:lnTo>
                  <a:cubicBezTo>
                    <a:pt x="96144" y="98613"/>
                    <a:pt x="96144" y="98613"/>
                    <a:pt x="96144" y="98613"/>
                  </a:cubicBezTo>
                  <a:cubicBezTo>
                    <a:pt x="96144" y="80792"/>
                    <a:pt x="96144" y="80792"/>
                    <a:pt x="96144" y="80792"/>
                  </a:cubicBezTo>
                  <a:cubicBezTo>
                    <a:pt x="106746" y="80792"/>
                    <a:pt x="106746" y="80792"/>
                    <a:pt x="106746" y="80792"/>
                  </a:cubicBezTo>
                  <a:lnTo>
                    <a:pt x="106746" y="98613"/>
                  </a:lnTo>
                  <a:close/>
                  <a:moveTo>
                    <a:pt x="89638" y="70495"/>
                  </a:moveTo>
                  <a:lnTo>
                    <a:pt x="89638" y="70495"/>
                  </a:lnTo>
                  <a:cubicBezTo>
                    <a:pt x="89638" y="49504"/>
                    <a:pt x="89638" y="49504"/>
                    <a:pt x="89638" y="49504"/>
                  </a:cubicBezTo>
                  <a:cubicBezTo>
                    <a:pt x="102409" y="49504"/>
                    <a:pt x="102409" y="49504"/>
                    <a:pt x="102409" y="49504"/>
                  </a:cubicBezTo>
                  <a:cubicBezTo>
                    <a:pt x="102409" y="70495"/>
                    <a:pt x="102409" y="70495"/>
                    <a:pt x="102409" y="70495"/>
                  </a:cubicBezTo>
                  <a:lnTo>
                    <a:pt x="89638" y="70495"/>
                  </a:lnTo>
                  <a:close/>
                  <a:moveTo>
                    <a:pt x="106746" y="42376"/>
                  </a:moveTo>
                  <a:lnTo>
                    <a:pt x="106746" y="42376"/>
                  </a:lnTo>
                  <a:cubicBezTo>
                    <a:pt x="83373" y="42376"/>
                    <a:pt x="83373" y="42376"/>
                    <a:pt x="83373" y="42376"/>
                  </a:cubicBezTo>
                  <a:cubicBezTo>
                    <a:pt x="83373" y="21386"/>
                    <a:pt x="83373" y="21386"/>
                    <a:pt x="83373" y="21386"/>
                  </a:cubicBezTo>
                  <a:cubicBezTo>
                    <a:pt x="106746" y="21386"/>
                    <a:pt x="106746" y="21386"/>
                    <a:pt x="106746" y="21386"/>
                  </a:cubicBezTo>
                  <a:lnTo>
                    <a:pt x="106746" y="423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9" name="Shape 5129"/>
            <p:cNvSpPr/>
            <p:nvPr/>
          </p:nvSpPr>
          <p:spPr>
            <a:xfrm>
              <a:off x="1030724" y="4929125"/>
              <a:ext cx="274286" cy="219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720" y="0"/>
                  </a:moveTo>
                  <a:lnTo>
                    <a:pt x="106720" y="0"/>
                  </a:lnTo>
                  <a:cubicBezTo>
                    <a:pt x="12796" y="0"/>
                    <a:pt x="12796" y="0"/>
                    <a:pt x="12796" y="0"/>
                  </a:cubicBezTo>
                  <a:cubicBezTo>
                    <a:pt x="4104" y="0"/>
                    <a:pt x="0" y="5685"/>
                    <a:pt x="0" y="13466"/>
                  </a:cubicBezTo>
                  <a:cubicBezTo>
                    <a:pt x="0" y="103840"/>
                    <a:pt x="0" y="103840"/>
                    <a:pt x="0" y="103840"/>
                  </a:cubicBezTo>
                  <a:cubicBezTo>
                    <a:pt x="0" y="111620"/>
                    <a:pt x="4104" y="119700"/>
                    <a:pt x="12796" y="119700"/>
                  </a:cubicBezTo>
                  <a:cubicBezTo>
                    <a:pt x="106720" y="119700"/>
                    <a:pt x="106720" y="119700"/>
                    <a:pt x="106720" y="119700"/>
                  </a:cubicBezTo>
                  <a:cubicBezTo>
                    <a:pt x="113239" y="119700"/>
                    <a:pt x="119758" y="111620"/>
                    <a:pt x="119758" y="103840"/>
                  </a:cubicBezTo>
                  <a:cubicBezTo>
                    <a:pt x="119758" y="13466"/>
                    <a:pt x="119758" y="13466"/>
                    <a:pt x="119758" y="13466"/>
                  </a:cubicBezTo>
                  <a:cubicBezTo>
                    <a:pt x="119758" y="5685"/>
                    <a:pt x="113239" y="0"/>
                    <a:pt x="106720" y="0"/>
                  </a:cubicBezTo>
                  <a:close/>
                  <a:moveTo>
                    <a:pt x="27525" y="13466"/>
                  </a:moveTo>
                  <a:lnTo>
                    <a:pt x="27525" y="13466"/>
                  </a:lnTo>
                  <a:cubicBezTo>
                    <a:pt x="29698" y="13466"/>
                    <a:pt x="31871" y="16159"/>
                    <a:pt x="31871" y="18852"/>
                  </a:cubicBezTo>
                  <a:cubicBezTo>
                    <a:pt x="31871" y="21546"/>
                    <a:pt x="29698" y="23940"/>
                    <a:pt x="27525" y="23940"/>
                  </a:cubicBezTo>
                  <a:cubicBezTo>
                    <a:pt x="25593" y="23940"/>
                    <a:pt x="23420" y="21546"/>
                    <a:pt x="23420" y="18852"/>
                  </a:cubicBezTo>
                  <a:cubicBezTo>
                    <a:pt x="23420" y="16159"/>
                    <a:pt x="25593" y="13466"/>
                    <a:pt x="27525" y="13466"/>
                  </a:cubicBezTo>
                  <a:close/>
                  <a:moveTo>
                    <a:pt x="10623" y="18852"/>
                  </a:moveTo>
                  <a:lnTo>
                    <a:pt x="10623" y="18852"/>
                  </a:lnTo>
                  <a:cubicBezTo>
                    <a:pt x="10623" y="16159"/>
                    <a:pt x="12796" y="13466"/>
                    <a:pt x="14728" y="13466"/>
                  </a:cubicBezTo>
                  <a:cubicBezTo>
                    <a:pt x="16901" y="13466"/>
                    <a:pt x="19074" y="16159"/>
                    <a:pt x="19074" y="18852"/>
                  </a:cubicBezTo>
                  <a:cubicBezTo>
                    <a:pt x="19074" y="21546"/>
                    <a:pt x="16901" y="23940"/>
                    <a:pt x="14728" y="23940"/>
                  </a:cubicBezTo>
                  <a:cubicBezTo>
                    <a:pt x="12796" y="23940"/>
                    <a:pt x="10623" y="21546"/>
                    <a:pt x="10623" y="18852"/>
                  </a:cubicBezTo>
                  <a:close/>
                  <a:moveTo>
                    <a:pt x="106720" y="103840"/>
                  </a:moveTo>
                  <a:lnTo>
                    <a:pt x="106720" y="103840"/>
                  </a:lnTo>
                  <a:cubicBezTo>
                    <a:pt x="10623" y="103840"/>
                    <a:pt x="10623" y="103840"/>
                    <a:pt x="10623" y="103840"/>
                  </a:cubicBezTo>
                  <a:cubicBezTo>
                    <a:pt x="10623" y="34713"/>
                    <a:pt x="10623" y="34713"/>
                    <a:pt x="10623" y="34713"/>
                  </a:cubicBezTo>
                  <a:cubicBezTo>
                    <a:pt x="106720" y="34713"/>
                    <a:pt x="106720" y="34713"/>
                    <a:pt x="106720" y="34713"/>
                  </a:cubicBezTo>
                  <a:lnTo>
                    <a:pt x="106720" y="103840"/>
                  </a:lnTo>
                  <a:close/>
                  <a:moveTo>
                    <a:pt x="106720" y="23940"/>
                  </a:moveTo>
                  <a:lnTo>
                    <a:pt x="106720" y="23940"/>
                  </a:lnTo>
                  <a:cubicBezTo>
                    <a:pt x="36217" y="23940"/>
                    <a:pt x="36217" y="23940"/>
                    <a:pt x="36217" y="23940"/>
                  </a:cubicBezTo>
                  <a:cubicBezTo>
                    <a:pt x="36217" y="13466"/>
                    <a:pt x="36217" y="13466"/>
                    <a:pt x="36217" y="13466"/>
                  </a:cubicBezTo>
                  <a:cubicBezTo>
                    <a:pt x="106720" y="13466"/>
                    <a:pt x="106720" y="13466"/>
                    <a:pt x="106720" y="13466"/>
                  </a:cubicBezTo>
                  <a:lnTo>
                    <a:pt x="106720" y="239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0" name="Shape 5130"/>
            <p:cNvSpPr/>
            <p:nvPr/>
          </p:nvSpPr>
          <p:spPr>
            <a:xfrm>
              <a:off x="1575405" y="4913560"/>
              <a:ext cx="274286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961" y="0"/>
                  </a:moveTo>
                  <a:lnTo>
                    <a:pt x="106961" y="0"/>
                  </a:lnTo>
                  <a:cubicBezTo>
                    <a:pt x="12796" y="0"/>
                    <a:pt x="12796" y="0"/>
                    <a:pt x="12796" y="0"/>
                  </a:cubicBezTo>
                  <a:cubicBezTo>
                    <a:pt x="4104" y="0"/>
                    <a:pt x="0" y="7027"/>
                    <a:pt x="0" y="14324"/>
                  </a:cubicBezTo>
                  <a:cubicBezTo>
                    <a:pt x="0" y="93243"/>
                    <a:pt x="0" y="93243"/>
                    <a:pt x="0" y="93243"/>
                  </a:cubicBezTo>
                  <a:cubicBezTo>
                    <a:pt x="0" y="100810"/>
                    <a:pt x="4104" y="107837"/>
                    <a:pt x="12796" y="107837"/>
                  </a:cubicBezTo>
                  <a:cubicBezTo>
                    <a:pt x="36458" y="107837"/>
                    <a:pt x="36458" y="107837"/>
                    <a:pt x="36458" y="107837"/>
                  </a:cubicBezTo>
                  <a:cubicBezTo>
                    <a:pt x="36458" y="93243"/>
                    <a:pt x="36458" y="93243"/>
                    <a:pt x="36458" y="93243"/>
                  </a:cubicBezTo>
                  <a:cubicBezTo>
                    <a:pt x="10623" y="93243"/>
                    <a:pt x="10623" y="93243"/>
                    <a:pt x="10623" y="93243"/>
                  </a:cubicBezTo>
                  <a:cubicBezTo>
                    <a:pt x="10623" y="33513"/>
                    <a:pt x="10623" y="33513"/>
                    <a:pt x="10623" y="33513"/>
                  </a:cubicBezTo>
                  <a:cubicBezTo>
                    <a:pt x="106961" y="33513"/>
                    <a:pt x="106961" y="33513"/>
                    <a:pt x="106961" y="33513"/>
                  </a:cubicBezTo>
                  <a:cubicBezTo>
                    <a:pt x="106961" y="93243"/>
                    <a:pt x="106961" y="93243"/>
                    <a:pt x="106961" y="93243"/>
                  </a:cubicBezTo>
                  <a:cubicBezTo>
                    <a:pt x="83299" y="93243"/>
                    <a:pt x="83299" y="93243"/>
                    <a:pt x="83299" y="93243"/>
                  </a:cubicBezTo>
                  <a:cubicBezTo>
                    <a:pt x="83299" y="107837"/>
                    <a:pt x="83299" y="107837"/>
                    <a:pt x="83299" y="107837"/>
                  </a:cubicBezTo>
                  <a:cubicBezTo>
                    <a:pt x="106961" y="107837"/>
                    <a:pt x="106961" y="107837"/>
                    <a:pt x="106961" y="107837"/>
                  </a:cubicBezTo>
                  <a:cubicBezTo>
                    <a:pt x="113480" y="107837"/>
                    <a:pt x="119758" y="100810"/>
                    <a:pt x="119758" y="93243"/>
                  </a:cubicBezTo>
                  <a:cubicBezTo>
                    <a:pt x="119758" y="14324"/>
                    <a:pt x="119758" y="14324"/>
                    <a:pt x="119758" y="14324"/>
                  </a:cubicBezTo>
                  <a:cubicBezTo>
                    <a:pt x="119758" y="7027"/>
                    <a:pt x="113480" y="0"/>
                    <a:pt x="106961" y="0"/>
                  </a:cubicBezTo>
                  <a:close/>
                  <a:moveTo>
                    <a:pt x="14969" y="21621"/>
                  </a:moveTo>
                  <a:lnTo>
                    <a:pt x="14969" y="21621"/>
                  </a:lnTo>
                  <a:cubicBezTo>
                    <a:pt x="12796" y="21621"/>
                    <a:pt x="10623" y="19189"/>
                    <a:pt x="10623" y="16756"/>
                  </a:cubicBezTo>
                  <a:cubicBezTo>
                    <a:pt x="10623" y="14324"/>
                    <a:pt x="12796" y="12162"/>
                    <a:pt x="14969" y="12162"/>
                  </a:cubicBezTo>
                  <a:cubicBezTo>
                    <a:pt x="17142" y="12162"/>
                    <a:pt x="19074" y="14324"/>
                    <a:pt x="19074" y="16756"/>
                  </a:cubicBezTo>
                  <a:cubicBezTo>
                    <a:pt x="19074" y="19189"/>
                    <a:pt x="17142" y="21621"/>
                    <a:pt x="14969" y="21621"/>
                  </a:cubicBezTo>
                  <a:close/>
                  <a:moveTo>
                    <a:pt x="28008" y="21621"/>
                  </a:moveTo>
                  <a:lnTo>
                    <a:pt x="28008" y="21621"/>
                  </a:lnTo>
                  <a:cubicBezTo>
                    <a:pt x="25835" y="21621"/>
                    <a:pt x="23420" y="19189"/>
                    <a:pt x="23420" y="16756"/>
                  </a:cubicBezTo>
                  <a:cubicBezTo>
                    <a:pt x="23420" y="14324"/>
                    <a:pt x="25835" y="12162"/>
                    <a:pt x="28008" y="12162"/>
                  </a:cubicBezTo>
                  <a:cubicBezTo>
                    <a:pt x="29939" y="12162"/>
                    <a:pt x="31871" y="14324"/>
                    <a:pt x="31871" y="16756"/>
                  </a:cubicBezTo>
                  <a:cubicBezTo>
                    <a:pt x="31871" y="19189"/>
                    <a:pt x="29939" y="21621"/>
                    <a:pt x="28008" y="21621"/>
                  </a:cubicBezTo>
                  <a:close/>
                  <a:moveTo>
                    <a:pt x="106961" y="21621"/>
                  </a:moveTo>
                  <a:lnTo>
                    <a:pt x="106961" y="21621"/>
                  </a:lnTo>
                  <a:cubicBezTo>
                    <a:pt x="36458" y="21621"/>
                    <a:pt x="36458" y="21621"/>
                    <a:pt x="36458" y="21621"/>
                  </a:cubicBezTo>
                  <a:cubicBezTo>
                    <a:pt x="36458" y="14324"/>
                    <a:pt x="36458" y="14324"/>
                    <a:pt x="36458" y="14324"/>
                  </a:cubicBezTo>
                  <a:cubicBezTo>
                    <a:pt x="106961" y="14324"/>
                    <a:pt x="106961" y="14324"/>
                    <a:pt x="106961" y="14324"/>
                  </a:cubicBezTo>
                  <a:lnTo>
                    <a:pt x="106961" y="21621"/>
                  </a:lnTo>
                  <a:close/>
                  <a:moveTo>
                    <a:pt x="59879" y="47837"/>
                  </a:moveTo>
                  <a:lnTo>
                    <a:pt x="59879" y="47837"/>
                  </a:lnTo>
                  <a:cubicBezTo>
                    <a:pt x="29939" y="81351"/>
                    <a:pt x="29939" y="81351"/>
                    <a:pt x="29939" y="81351"/>
                  </a:cubicBezTo>
                  <a:cubicBezTo>
                    <a:pt x="49255" y="81351"/>
                    <a:pt x="49255" y="81351"/>
                    <a:pt x="49255" y="81351"/>
                  </a:cubicBezTo>
                  <a:cubicBezTo>
                    <a:pt x="49255" y="119729"/>
                    <a:pt x="49255" y="119729"/>
                    <a:pt x="49255" y="119729"/>
                  </a:cubicBezTo>
                  <a:cubicBezTo>
                    <a:pt x="70503" y="119729"/>
                    <a:pt x="70503" y="119729"/>
                    <a:pt x="70503" y="119729"/>
                  </a:cubicBezTo>
                  <a:cubicBezTo>
                    <a:pt x="70503" y="81351"/>
                    <a:pt x="70503" y="81351"/>
                    <a:pt x="70503" y="81351"/>
                  </a:cubicBezTo>
                  <a:cubicBezTo>
                    <a:pt x="87645" y="81351"/>
                    <a:pt x="87645" y="81351"/>
                    <a:pt x="87645" y="81351"/>
                  </a:cubicBezTo>
                  <a:lnTo>
                    <a:pt x="59879" y="478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1" name="Shape 5131"/>
            <p:cNvSpPr/>
            <p:nvPr/>
          </p:nvSpPr>
          <p:spPr>
            <a:xfrm>
              <a:off x="4341606" y="4942747"/>
              <a:ext cx="196474" cy="19068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662" y="30778"/>
                  </a:moveTo>
                  <a:lnTo>
                    <a:pt x="59662" y="30778"/>
                  </a:lnTo>
                  <a:cubicBezTo>
                    <a:pt x="44831" y="30778"/>
                    <a:pt x="33033" y="42881"/>
                    <a:pt x="33033" y="58443"/>
                  </a:cubicBezTo>
                  <a:cubicBezTo>
                    <a:pt x="33033" y="73659"/>
                    <a:pt x="44831" y="85763"/>
                    <a:pt x="59662" y="85763"/>
                  </a:cubicBezTo>
                  <a:cubicBezTo>
                    <a:pt x="74494" y="85763"/>
                    <a:pt x="86629" y="73659"/>
                    <a:pt x="86629" y="58443"/>
                  </a:cubicBezTo>
                  <a:cubicBezTo>
                    <a:pt x="86629" y="42881"/>
                    <a:pt x="74494" y="30778"/>
                    <a:pt x="59662" y="30778"/>
                  </a:cubicBezTo>
                  <a:close/>
                  <a:moveTo>
                    <a:pt x="59662" y="76772"/>
                  </a:moveTo>
                  <a:lnTo>
                    <a:pt x="59662" y="76772"/>
                  </a:lnTo>
                  <a:cubicBezTo>
                    <a:pt x="50898" y="76772"/>
                    <a:pt x="41797" y="67435"/>
                    <a:pt x="41797" y="58443"/>
                  </a:cubicBezTo>
                  <a:cubicBezTo>
                    <a:pt x="41797" y="49106"/>
                    <a:pt x="50898" y="42881"/>
                    <a:pt x="59662" y="42881"/>
                  </a:cubicBezTo>
                  <a:cubicBezTo>
                    <a:pt x="68764" y="42881"/>
                    <a:pt x="77528" y="49106"/>
                    <a:pt x="77528" y="58443"/>
                  </a:cubicBezTo>
                  <a:cubicBezTo>
                    <a:pt x="77528" y="67435"/>
                    <a:pt x="68764" y="76772"/>
                    <a:pt x="59662" y="76772"/>
                  </a:cubicBezTo>
                  <a:close/>
                  <a:moveTo>
                    <a:pt x="8764" y="52219"/>
                  </a:moveTo>
                  <a:lnTo>
                    <a:pt x="8764" y="52219"/>
                  </a:lnTo>
                  <a:cubicBezTo>
                    <a:pt x="5730" y="52219"/>
                    <a:pt x="0" y="55331"/>
                    <a:pt x="0" y="58443"/>
                  </a:cubicBezTo>
                  <a:cubicBezTo>
                    <a:pt x="0" y="64322"/>
                    <a:pt x="5730" y="67435"/>
                    <a:pt x="8764" y="67435"/>
                  </a:cubicBezTo>
                  <a:cubicBezTo>
                    <a:pt x="15168" y="67435"/>
                    <a:pt x="17865" y="64322"/>
                    <a:pt x="17865" y="58443"/>
                  </a:cubicBezTo>
                  <a:cubicBezTo>
                    <a:pt x="17865" y="55331"/>
                    <a:pt x="15168" y="52219"/>
                    <a:pt x="8764" y="52219"/>
                  </a:cubicBezTo>
                  <a:close/>
                  <a:moveTo>
                    <a:pt x="101460" y="18328"/>
                  </a:moveTo>
                  <a:lnTo>
                    <a:pt x="101460" y="18328"/>
                  </a:lnTo>
                  <a:cubicBezTo>
                    <a:pt x="98426" y="15561"/>
                    <a:pt x="92359" y="15561"/>
                    <a:pt x="89662" y="18328"/>
                  </a:cubicBezTo>
                  <a:cubicBezTo>
                    <a:pt x="86629" y="21786"/>
                    <a:pt x="86629" y="27665"/>
                    <a:pt x="89662" y="30778"/>
                  </a:cubicBezTo>
                  <a:cubicBezTo>
                    <a:pt x="92359" y="30778"/>
                    <a:pt x="95393" y="30778"/>
                    <a:pt x="98426" y="27665"/>
                  </a:cubicBezTo>
                  <a:cubicBezTo>
                    <a:pt x="101460" y="24553"/>
                    <a:pt x="104494" y="18328"/>
                    <a:pt x="101460" y="18328"/>
                  </a:cubicBezTo>
                  <a:close/>
                  <a:moveTo>
                    <a:pt x="110561" y="52219"/>
                  </a:moveTo>
                  <a:lnTo>
                    <a:pt x="110561" y="52219"/>
                  </a:lnTo>
                  <a:cubicBezTo>
                    <a:pt x="104494" y="52219"/>
                    <a:pt x="101460" y="55331"/>
                    <a:pt x="101460" y="58443"/>
                  </a:cubicBezTo>
                  <a:cubicBezTo>
                    <a:pt x="101460" y="64322"/>
                    <a:pt x="104494" y="67435"/>
                    <a:pt x="110561" y="67435"/>
                  </a:cubicBezTo>
                  <a:cubicBezTo>
                    <a:pt x="113258" y="67435"/>
                    <a:pt x="119662" y="64322"/>
                    <a:pt x="119662" y="58443"/>
                  </a:cubicBezTo>
                  <a:cubicBezTo>
                    <a:pt x="119662" y="55331"/>
                    <a:pt x="113258" y="52219"/>
                    <a:pt x="110561" y="52219"/>
                  </a:cubicBezTo>
                  <a:close/>
                  <a:moveTo>
                    <a:pt x="59662" y="100979"/>
                  </a:moveTo>
                  <a:lnTo>
                    <a:pt x="59662" y="100979"/>
                  </a:lnTo>
                  <a:cubicBezTo>
                    <a:pt x="56629" y="100979"/>
                    <a:pt x="53595" y="107550"/>
                    <a:pt x="53595" y="110662"/>
                  </a:cubicBezTo>
                  <a:cubicBezTo>
                    <a:pt x="53595" y="116541"/>
                    <a:pt x="56629" y="119654"/>
                    <a:pt x="59662" y="119654"/>
                  </a:cubicBezTo>
                  <a:cubicBezTo>
                    <a:pt x="62696" y="119654"/>
                    <a:pt x="65730" y="116541"/>
                    <a:pt x="65730" y="110662"/>
                  </a:cubicBezTo>
                  <a:cubicBezTo>
                    <a:pt x="65730" y="107550"/>
                    <a:pt x="62696" y="100979"/>
                    <a:pt x="59662" y="100979"/>
                  </a:cubicBezTo>
                  <a:close/>
                  <a:moveTo>
                    <a:pt x="20561" y="91988"/>
                  </a:moveTo>
                  <a:lnTo>
                    <a:pt x="20561" y="91988"/>
                  </a:lnTo>
                  <a:cubicBezTo>
                    <a:pt x="17865" y="95100"/>
                    <a:pt x="15168" y="98213"/>
                    <a:pt x="17865" y="100979"/>
                  </a:cubicBezTo>
                  <a:cubicBezTo>
                    <a:pt x="20561" y="104092"/>
                    <a:pt x="26966" y="104092"/>
                    <a:pt x="30000" y="100979"/>
                  </a:cubicBezTo>
                  <a:cubicBezTo>
                    <a:pt x="33033" y="98213"/>
                    <a:pt x="33033" y="91988"/>
                    <a:pt x="30000" y="88876"/>
                  </a:cubicBezTo>
                  <a:cubicBezTo>
                    <a:pt x="26966" y="85763"/>
                    <a:pt x="23932" y="88876"/>
                    <a:pt x="20561" y="91988"/>
                  </a:cubicBezTo>
                  <a:close/>
                  <a:moveTo>
                    <a:pt x="17865" y="18328"/>
                  </a:moveTo>
                  <a:lnTo>
                    <a:pt x="17865" y="18328"/>
                  </a:lnTo>
                  <a:cubicBezTo>
                    <a:pt x="15168" y="21786"/>
                    <a:pt x="15168" y="24553"/>
                    <a:pt x="17865" y="27665"/>
                  </a:cubicBezTo>
                  <a:cubicBezTo>
                    <a:pt x="23932" y="30778"/>
                    <a:pt x="26966" y="33890"/>
                    <a:pt x="30000" y="30778"/>
                  </a:cubicBezTo>
                  <a:cubicBezTo>
                    <a:pt x="33033" y="27665"/>
                    <a:pt x="33033" y="21786"/>
                    <a:pt x="30000" y="18328"/>
                  </a:cubicBezTo>
                  <a:cubicBezTo>
                    <a:pt x="26966" y="15561"/>
                    <a:pt x="20561" y="15561"/>
                    <a:pt x="17865" y="18328"/>
                  </a:cubicBezTo>
                  <a:close/>
                  <a:moveTo>
                    <a:pt x="89662" y="100979"/>
                  </a:moveTo>
                  <a:lnTo>
                    <a:pt x="89662" y="100979"/>
                  </a:lnTo>
                  <a:cubicBezTo>
                    <a:pt x="92359" y="104092"/>
                    <a:pt x="98426" y="104092"/>
                    <a:pt x="101460" y="100979"/>
                  </a:cubicBezTo>
                  <a:cubicBezTo>
                    <a:pt x="104494" y="98213"/>
                    <a:pt x="104494" y="95100"/>
                    <a:pt x="98426" y="91988"/>
                  </a:cubicBezTo>
                  <a:cubicBezTo>
                    <a:pt x="95393" y="88876"/>
                    <a:pt x="92359" y="85763"/>
                    <a:pt x="89662" y="88876"/>
                  </a:cubicBezTo>
                  <a:cubicBezTo>
                    <a:pt x="86629" y="91988"/>
                    <a:pt x="86629" y="98213"/>
                    <a:pt x="89662" y="100979"/>
                  </a:cubicBezTo>
                  <a:close/>
                  <a:moveTo>
                    <a:pt x="59662" y="15561"/>
                  </a:moveTo>
                  <a:lnTo>
                    <a:pt x="59662" y="15561"/>
                  </a:lnTo>
                  <a:cubicBezTo>
                    <a:pt x="62696" y="15561"/>
                    <a:pt x="65730" y="12449"/>
                    <a:pt x="65730" y="6224"/>
                  </a:cubicBezTo>
                  <a:cubicBezTo>
                    <a:pt x="65730" y="3112"/>
                    <a:pt x="62696" y="0"/>
                    <a:pt x="59662" y="0"/>
                  </a:cubicBezTo>
                  <a:cubicBezTo>
                    <a:pt x="56629" y="0"/>
                    <a:pt x="53595" y="3112"/>
                    <a:pt x="53595" y="6224"/>
                  </a:cubicBezTo>
                  <a:cubicBezTo>
                    <a:pt x="53595" y="12449"/>
                    <a:pt x="56629" y="15561"/>
                    <a:pt x="59662" y="155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2" name="Shape 5132"/>
            <p:cNvSpPr/>
            <p:nvPr/>
          </p:nvSpPr>
          <p:spPr>
            <a:xfrm>
              <a:off x="4849326" y="4899940"/>
              <a:ext cx="272340" cy="2724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239" y="55662"/>
                  </a:moveTo>
                  <a:lnTo>
                    <a:pt x="113239" y="55662"/>
                  </a:lnTo>
                  <a:cubicBezTo>
                    <a:pt x="113239" y="55662"/>
                    <a:pt x="108893" y="55662"/>
                    <a:pt x="106961" y="55662"/>
                  </a:cubicBezTo>
                  <a:cubicBezTo>
                    <a:pt x="104788" y="55662"/>
                    <a:pt x="102615" y="57831"/>
                    <a:pt x="102615" y="60000"/>
                  </a:cubicBezTo>
                  <a:cubicBezTo>
                    <a:pt x="102615" y="64096"/>
                    <a:pt x="104788" y="66265"/>
                    <a:pt x="106961" y="66265"/>
                  </a:cubicBezTo>
                  <a:cubicBezTo>
                    <a:pt x="108893" y="66265"/>
                    <a:pt x="113239" y="66265"/>
                    <a:pt x="113239" y="66265"/>
                  </a:cubicBezTo>
                  <a:cubicBezTo>
                    <a:pt x="117585" y="66265"/>
                    <a:pt x="119758" y="64096"/>
                    <a:pt x="119758" y="60000"/>
                  </a:cubicBezTo>
                  <a:cubicBezTo>
                    <a:pt x="119758" y="57831"/>
                    <a:pt x="117585" y="55662"/>
                    <a:pt x="113239" y="55662"/>
                  </a:cubicBezTo>
                  <a:close/>
                  <a:moveTo>
                    <a:pt x="59637" y="27951"/>
                  </a:moveTo>
                  <a:lnTo>
                    <a:pt x="59637" y="27951"/>
                  </a:lnTo>
                  <a:cubicBezTo>
                    <a:pt x="40563" y="27951"/>
                    <a:pt x="27766" y="42891"/>
                    <a:pt x="27766" y="60000"/>
                  </a:cubicBezTo>
                  <a:cubicBezTo>
                    <a:pt x="27766" y="79036"/>
                    <a:pt x="40563" y="94216"/>
                    <a:pt x="59637" y="94216"/>
                  </a:cubicBezTo>
                  <a:cubicBezTo>
                    <a:pt x="78953" y="94216"/>
                    <a:pt x="91750" y="79036"/>
                    <a:pt x="91750" y="60000"/>
                  </a:cubicBezTo>
                  <a:cubicBezTo>
                    <a:pt x="91750" y="42891"/>
                    <a:pt x="78953" y="27951"/>
                    <a:pt x="59637" y="27951"/>
                  </a:cubicBezTo>
                  <a:close/>
                  <a:moveTo>
                    <a:pt x="59637" y="83373"/>
                  </a:moveTo>
                  <a:lnTo>
                    <a:pt x="59637" y="83373"/>
                  </a:lnTo>
                  <a:cubicBezTo>
                    <a:pt x="46841" y="83373"/>
                    <a:pt x="36217" y="72771"/>
                    <a:pt x="36217" y="60000"/>
                  </a:cubicBezTo>
                  <a:cubicBezTo>
                    <a:pt x="36217" y="47228"/>
                    <a:pt x="46841" y="36385"/>
                    <a:pt x="59637" y="36385"/>
                  </a:cubicBezTo>
                  <a:cubicBezTo>
                    <a:pt x="72434" y="36385"/>
                    <a:pt x="83299" y="47228"/>
                    <a:pt x="83299" y="60000"/>
                  </a:cubicBezTo>
                  <a:cubicBezTo>
                    <a:pt x="83299" y="72771"/>
                    <a:pt x="72434" y="83373"/>
                    <a:pt x="59637" y="83373"/>
                  </a:cubicBezTo>
                  <a:close/>
                  <a:moveTo>
                    <a:pt x="17142" y="60000"/>
                  </a:moveTo>
                  <a:lnTo>
                    <a:pt x="17142" y="60000"/>
                  </a:lnTo>
                  <a:cubicBezTo>
                    <a:pt x="17142" y="57831"/>
                    <a:pt x="14728" y="55662"/>
                    <a:pt x="12796" y="55662"/>
                  </a:cubicBezTo>
                  <a:cubicBezTo>
                    <a:pt x="10623" y="55662"/>
                    <a:pt x="6277" y="55662"/>
                    <a:pt x="6277" y="55662"/>
                  </a:cubicBezTo>
                  <a:cubicBezTo>
                    <a:pt x="1931" y="55662"/>
                    <a:pt x="0" y="57831"/>
                    <a:pt x="0" y="60000"/>
                  </a:cubicBezTo>
                  <a:cubicBezTo>
                    <a:pt x="0" y="64096"/>
                    <a:pt x="1931" y="66265"/>
                    <a:pt x="6277" y="66265"/>
                  </a:cubicBezTo>
                  <a:cubicBezTo>
                    <a:pt x="6277" y="66265"/>
                    <a:pt x="10623" y="66265"/>
                    <a:pt x="12796" y="66265"/>
                  </a:cubicBezTo>
                  <a:cubicBezTo>
                    <a:pt x="14728" y="66265"/>
                    <a:pt x="17142" y="64096"/>
                    <a:pt x="17142" y="60000"/>
                  </a:cubicBezTo>
                  <a:close/>
                  <a:moveTo>
                    <a:pt x="59637" y="19277"/>
                  </a:moveTo>
                  <a:lnTo>
                    <a:pt x="59637" y="19277"/>
                  </a:lnTo>
                  <a:cubicBezTo>
                    <a:pt x="61810" y="19277"/>
                    <a:pt x="63983" y="14939"/>
                    <a:pt x="63983" y="12771"/>
                  </a:cubicBezTo>
                  <a:cubicBezTo>
                    <a:pt x="63983" y="10843"/>
                    <a:pt x="63983" y="8674"/>
                    <a:pt x="63983" y="6506"/>
                  </a:cubicBezTo>
                  <a:cubicBezTo>
                    <a:pt x="63983" y="4337"/>
                    <a:pt x="61810" y="0"/>
                    <a:pt x="59637" y="0"/>
                  </a:cubicBezTo>
                  <a:cubicBezTo>
                    <a:pt x="57706" y="0"/>
                    <a:pt x="55533" y="4337"/>
                    <a:pt x="55533" y="6506"/>
                  </a:cubicBezTo>
                  <a:cubicBezTo>
                    <a:pt x="55533" y="8674"/>
                    <a:pt x="55533" y="10843"/>
                    <a:pt x="55533" y="12771"/>
                  </a:cubicBezTo>
                  <a:cubicBezTo>
                    <a:pt x="55533" y="14939"/>
                    <a:pt x="57706" y="19277"/>
                    <a:pt x="59637" y="19277"/>
                  </a:cubicBezTo>
                  <a:close/>
                  <a:moveTo>
                    <a:pt x="59637" y="102650"/>
                  </a:moveTo>
                  <a:lnTo>
                    <a:pt x="59637" y="102650"/>
                  </a:lnTo>
                  <a:cubicBezTo>
                    <a:pt x="57706" y="102650"/>
                    <a:pt x="55533" y="104819"/>
                    <a:pt x="55533" y="109156"/>
                  </a:cubicBezTo>
                  <a:lnTo>
                    <a:pt x="55533" y="113253"/>
                  </a:lnTo>
                  <a:cubicBezTo>
                    <a:pt x="55533" y="117590"/>
                    <a:pt x="57706" y="119759"/>
                    <a:pt x="59637" y="119759"/>
                  </a:cubicBezTo>
                  <a:cubicBezTo>
                    <a:pt x="61810" y="119759"/>
                    <a:pt x="63983" y="117590"/>
                    <a:pt x="63983" y="113253"/>
                  </a:cubicBezTo>
                  <a:lnTo>
                    <a:pt x="63983" y="109156"/>
                  </a:lnTo>
                  <a:cubicBezTo>
                    <a:pt x="63983" y="104819"/>
                    <a:pt x="61810" y="102650"/>
                    <a:pt x="59637" y="102650"/>
                  </a:cubicBezTo>
                  <a:close/>
                  <a:moveTo>
                    <a:pt x="104788" y="23614"/>
                  </a:moveTo>
                  <a:lnTo>
                    <a:pt x="104788" y="23614"/>
                  </a:lnTo>
                  <a:cubicBezTo>
                    <a:pt x="106961" y="21445"/>
                    <a:pt x="106961" y="17349"/>
                    <a:pt x="104788" y="14939"/>
                  </a:cubicBezTo>
                  <a:cubicBezTo>
                    <a:pt x="102615" y="12771"/>
                    <a:pt x="100442" y="14939"/>
                    <a:pt x="96096" y="17349"/>
                  </a:cubicBezTo>
                  <a:cubicBezTo>
                    <a:pt x="96096" y="17349"/>
                    <a:pt x="94164" y="19277"/>
                    <a:pt x="91750" y="21445"/>
                  </a:cubicBezTo>
                  <a:cubicBezTo>
                    <a:pt x="89818" y="23614"/>
                    <a:pt x="89818" y="25783"/>
                    <a:pt x="91750" y="27951"/>
                  </a:cubicBezTo>
                  <a:cubicBezTo>
                    <a:pt x="94164" y="30120"/>
                    <a:pt x="98269" y="30120"/>
                    <a:pt x="100442" y="27951"/>
                  </a:cubicBezTo>
                  <a:cubicBezTo>
                    <a:pt x="100442" y="25783"/>
                    <a:pt x="102615" y="23614"/>
                    <a:pt x="104788" y="23614"/>
                  </a:cubicBezTo>
                  <a:close/>
                  <a:moveTo>
                    <a:pt x="19074" y="94216"/>
                  </a:moveTo>
                  <a:lnTo>
                    <a:pt x="19074" y="94216"/>
                  </a:lnTo>
                  <a:cubicBezTo>
                    <a:pt x="19074" y="94216"/>
                    <a:pt x="17142" y="96385"/>
                    <a:pt x="14728" y="98313"/>
                  </a:cubicBezTo>
                  <a:cubicBezTo>
                    <a:pt x="12796" y="100481"/>
                    <a:pt x="12796" y="102650"/>
                    <a:pt x="14728" y="104819"/>
                  </a:cubicBezTo>
                  <a:cubicBezTo>
                    <a:pt x="17142" y="106987"/>
                    <a:pt x="19074" y="106987"/>
                    <a:pt x="23420" y="104819"/>
                  </a:cubicBezTo>
                  <a:lnTo>
                    <a:pt x="25593" y="100481"/>
                  </a:lnTo>
                  <a:cubicBezTo>
                    <a:pt x="29939" y="98313"/>
                    <a:pt x="29939" y="94216"/>
                    <a:pt x="27766" y="91807"/>
                  </a:cubicBezTo>
                  <a:cubicBezTo>
                    <a:pt x="25593" y="91807"/>
                    <a:pt x="21247" y="91807"/>
                    <a:pt x="19074" y="94216"/>
                  </a:cubicBezTo>
                  <a:close/>
                  <a:moveTo>
                    <a:pt x="23420" y="17349"/>
                  </a:moveTo>
                  <a:lnTo>
                    <a:pt x="23420" y="17349"/>
                  </a:lnTo>
                  <a:cubicBezTo>
                    <a:pt x="19074" y="14939"/>
                    <a:pt x="17142" y="12771"/>
                    <a:pt x="14728" y="14939"/>
                  </a:cubicBezTo>
                  <a:cubicBezTo>
                    <a:pt x="12796" y="17349"/>
                    <a:pt x="12796" y="21445"/>
                    <a:pt x="14728" y="23614"/>
                  </a:cubicBezTo>
                  <a:cubicBezTo>
                    <a:pt x="17142" y="23614"/>
                    <a:pt x="19074" y="25783"/>
                    <a:pt x="19074" y="27951"/>
                  </a:cubicBezTo>
                  <a:cubicBezTo>
                    <a:pt x="21247" y="30120"/>
                    <a:pt x="25593" y="30120"/>
                    <a:pt x="27766" y="27951"/>
                  </a:cubicBezTo>
                  <a:cubicBezTo>
                    <a:pt x="29939" y="25783"/>
                    <a:pt x="29939" y="23614"/>
                    <a:pt x="25593" y="21445"/>
                  </a:cubicBezTo>
                  <a:cubicBezTo>
                    <a:pt x="25593" y="19277"/>
                    <a:pt x="23420" y="17349"/>
                    <a:pt x="23420" y="17349"/>
                  </a:cubicBezTo>
                  <a:close/>
                  <a:moveTo>
                    <a:pt x="91750" y="100481"/>
                  </a:moveTo>
                  <a:lnTo>
                    <a:pt x="91750" y="100481"/>
                  </a:lnTo>
                  <a:cubicBezTo>
                    <a:pt x="94164" y="100481"/>
                    <a:pt x="96096" y="104819"/>
                    <a:pt x="96096" y="104819"/>
                  </a:cubicBezTo>
                  <a:cubicBezTo>
                    <a:pt x="100442" y="106987"/>
                    <a:pt x="102615" y="106987"/>
                    <a:pt x="104788" y="104819"/>
                  </a:cubicBezTo>
                  <a:cubicBezTo>
                    <a:pt x="106961" y="102650"/>
                    <a:pt x="106961" y="100481"/>
                    <a:pt x="104788" y="98313"/>
                  </a:cubicBezTo>
                  <a:cubicBezTo>
                    <a:pt x="102615" y="96385"/>
                    <a:pt x="100442" y="94216"/>
                    <a:pt x="100442" y="94216"/>
                  </a:cubicBezTo>
                  <a:cubicBezTo>
                    <a:pt x="98269" y="91807"/>
                    <a:pt x="94164" y="91807"/>
                    <a:pt x="91750" y="91807"/>
                  </a:cubicBezTo>
                  <a:cubicBezTo>
                    <a:pt x="89818" y="94216"/>
                    <a:pt x="89818" y="98313"/>
                    <a:pt x="91750" y="1004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3" name="Shape 5133"/>
            <p:cNvSpPr/>
            <p:nvPr/>
          </p:nvSpPr>
          <p:spPr>
            <a:xfrm>
              <a:off x="1044342" y="2736215"/>
              <a:ext cx="245107" cy="24127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29" y="43862"/>
                  </a:moveTo>
                  <a:lnTo>
                    <a:pt x="76756" y="43862"/>
                  </a:lnTo>
                  <a:lnTo>
                    <a:pt x="60000" y="0"/>
                  </a:lnTo>
                  <a:lnTo>
                    <a:pt x="43243" y="43862"/>
                  </a:lnTo>
                  <a:lnTo>
                    <a:pt x="0" y="43862"/>
                  </a:lnTo>
                  <a:lnTo>
                    <a:pt x="35945" y="70620"/>
                  </a:lnTo>
                  <a:lnTo>
                    <a:pt x="23783" y="119724"/>
                  </a:lnTo>
                  <a:lnTo>
                    <a:pt x="60000" y="90206"/>
                  </a:lnTo>
                  <a:lnTo>
                    <a:pt x="95675" y="119724"/>
                  </a:lnTo>
                  <a:lnTo>
                    <a:pt x="83783" y="70620"/>
                  </a:lnTo>
                  <a:lnTo>
                    <a:pt x="119729" y="43862"/>
                  </a:lnTo>
                  <a:close/>
                  <a:moveTo>
                    <a:pt x="60000" y="78068"/>
                  </a:moveTo>
                  <a:lnTo>
                    <a:pt x="38108" y="94896"/>
                  </a:lnTo>
                  <a:lnTo>
                    <a:pt x="47837" y="70620"/>
                  </a:lnTo>
                  <a:lnTo>
                    <a:pt x="28648" y="53517"/>
                  </a:lnTo>
                  <a:lnTo>
                    <a:pt x="52702" y="56000"/>
                  </a:lnTo>
                  <a:lnTo>
                    <a:pt x="60000" y="26758"/>
                  </a:lnTo>
                  <a:lnTo>
                    <a:pt x="67027" y="56000"/>
                  </a:lnTo>
                  <a:lnTo>
                    <a:pt x="91081" y="53517"/>
                  </a:lnTo>
                  <a:lnTo>
                    <a:pt x="71891" y="70620"/>
                  </a:lnTo>
                  <a:lnTo>
                    <a:pt x="79189" y="94896"/>
                  </a:lnTo>
                  <a:lnTo>
                    <a:pt x="60000" y="780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4" name="Shape 5134"/>
            <p:cNvSpPr/>
            <p:nvPr/>
          </p:nvSpPr>
          <p:spPr>
            <a:xfrm>
              <a:off x="8136865" y="2210851"/>
              <a:ext cx="241216" cy="19652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810" y="12134"/>
                  </a:moveTo>
                  <a:lnTo>
                    <a:pt x="107810" y="12134"/>
                  </a:lnTo>
                  <a:cubicBezTo>
                    <a:pt x="95891" y="0"/>
                    <a:pt x="79097" y="0"/>
                    <a:pt x="66907" y="12134"/>
                  </a:cubicBezTo>
                  <a:cubicBezTo>
                    <a:pt x="59864" y="20898"/>
                    <a:pt x="59864" y="20898"/>
                    <a:pt x="59864" y="20898"/>
                  </a:cubicBezTo>
                  <a:cubicBezTo>
                    <a:pt x="52550" y="12134"/>
                    <a:pt x="52550" y="12134"/>
                    <a:pt x="52550" y="12134"/>
                  </a:cubicBezTo>
                  <a:cubicBezTo>
                    <a:pt x="40632" y="0"/>
                    <a:pt x="23837" y="0"/>
                    <a:pt x="11918" y="12134"/>
                  </a:cubicBezTo>
                  <a:cubicBezTo>
                    <a:pt x="0" y="26966"/>
                    <a:pt x="0" y="50898"/>
                    <a:pt x="11918" y="62696"/>
                  </a:cubicBezTo>
                  <a:cubicBezTo>
                    <a:pt x="59864" y="119662"/>
                    <a:pt x="59864" y="119662"/>
                    <a:pt x="59864" y="119662"/>
                  </a:cubicBezTo>
                  <a:cubicBezTo>
                    <a:pt x="107810" y="62696"/>
                    <a:pt x="107810" y="62696"/>
                    <a:pt x="107810" y="62696"/>
                  </a:cubicBezTo>
                  <a:cubicBezTo>
                    <a:pt x="119729" y="50898"/>
                    <a:pt x="119729" y="26966"/>
                    <a:pt x="107810" y="12134"/>
                  </a:cubicBezTo>
                  <a:close/>
                  <a:moveTo>
                    <a:pt x="100767" y="53932"/>
                  </a:moveTo>
                  <a:lnTo>
                    <a:pt x="100767" y="53932"/>
                  </a:lnTo>
                  <a:cubicBezTo>
                    <a:pt x="59864" y="101460"/>
                    <a:pt x="59864" y="101460"/>
                    <a:pt x="59864" y="101460"/>
                  </a:cubicBezTo>
                  <a:cubicBezTo>
                    <a:pt x="18961" y="53932"/>
                    <a:pt x="18961" y="53932"/>
                    <a:pt x="18961" y="53932"/>
                  </a:cubicBezTo>
                  <a:cubicBezTo>
                    <a:pt x="14356" y="50898"/>
                    <a:pt x="11918" y="44831"/>
                    <a:pt x="11918" y="39101"/>
                  </a:cubicBezTo>
                  <a:cubicBezTo>
                    <a:pt x="11918" y="30000"/>
                    <a:pt x="14356" y="26966"/>
                    <a:pt x="18961" y="20898"/>
                  </a:cubicBezTo>
                  <a:cubicBezTo>
                    <a:pt x="21399" y="17865"/>
                    <a:pt x="26275" y="15168"/>
                    <a:pt x="31151" y="15168"/>
                  </a:cubicBezTo>
                  <a:cubicBezTo>
                    <a:pt x="38194" y="15168"/>
                    <a:pt x="43069" y="17865"/>
                    <a:pt x="45507" y="23932"/>
                  </a:cubicBezTo>
                  <a:cubicBezTo>
                    <a:pt x="59864" y="39101"/>
                    <a:pt x="59864" y="39101"/>
                    <a:pt x="59864" y="39101"/>
                  </a:cubicBezTo>
                  <a:cubicBezTo>
                    <a:pt x="74492" y="23932"/>
                    <a:pt x="74492" y="23932"/>
                    <a:pt x="74492" y="23932"/>
                  </a:cubicBezTo>
                  <a:cubicBezTo>
                    <a:pt x="76659" y="17865"/>
                    <a:pt x="81534" y="15168"/>
                    <a:pt x="88848" y="15168"/>
                  </a:cubicBezTo>
                  <a:cubicBezTo>
                    <a:pt x="93453" y="15168"/>
                    <a:pt x="98329" y="17865"/>
                    <a:pt x="100767" y="20898"/>
                  </a:cubicBezTo>
                  <a:cubicBezTo>
                    <a:pt x="105372" y="26966"/>
                    <a:pt x="107810" y="30000"/>
                    <a:pt x="107810" y="39101"/>
                  </a:cubicBezTo>
                  <a:cubicBezTo>
                    <a:pt x="107810" y="44831"/>
                    <a:pt x="105372" y="50898"/>
                    <a:pt x="100767" y="539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5" name="Shape 5135"/>
            <p:cNvSpPr/>
            <p:nvPr/>
          </p:nvSpPr>
          <p:spPr>
            <a:xfrm>
              <a:off x="2131758" y="4368736"/>
              <a:ext cx="252888" cy="2490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870" y="40088"/>
                  </a:moveTo>
                  <a:lnTo>
                    <a:pt x="29870" y="40088"/>
                  </a:lnTo>
                  <a:lnTo>
                    <a:pt x="32207" y="40088"/>
                  </a:lnTo>
                  <a:cubicBezTo>
                    <a:pt x="36883" y="35044"/>
                    <a:pt x="41558" y="30530"/>
                    <a:pt x="48311" y="25752"/>
                  </a:cubicBezTo>
                  <a:lnTo>
                    <a:pt x="48311" y="23362"/>
                  </a:lnTo>
                  <a:cubicBezTo>
                    <a:pt x="48311" y="20973"/>
                    <a:pt x="48311" y="20973"/>
                    <a:pt x="48311" y="18584"/>
                  </a:cubicBezTo>
                  <a:cubicBezTo>
                    <a:pt x="41558" y="14070"/>
                    <a:pt x="34545" y="11681"/>
                    <a:pt x="27792" y="6902"/>
                  </a:cubicBezTo>
                  <a:cubicBezTo>
                    <a:pt x="23116" y="11681"/>
                    <a:pt x="16103" y="16460"/>
                    <a:pt x="11428" y="23362"/>
                  </a:cubicBezTo>
                  <a:cubicBezTo>
                    <a:pt x="16103" y="30530"/>
                    <a:pt x="18441" y="35044"/>
                    <a:pt x="23116" y="40088"/>
                  </a:cubicBezTo>
                  <a:cubicBezTo>
                    <a:pt x="25454" y="40088"/>
                    <a:pt x="27792" y="40088"/>
                    <a:pt x="29870" y="40088"/>
                  </a:cubicBezTo>
                  <a:close/>
                  <a:moveTo>
                    <a:pt x="16103" y="51769"/>
                  </a:moveTo>
                  <a:lnTo>
                    <a:pt x="16103" y="51769"/>
                  </a:lnTo>
                  <a:cubicBezTo>
                    <a:pt x="16103" y="49380"/>
                    <a:pt x="16103" y="49380"/>
                    <a:pt x="18441" y="46991"/>
                  </a:cubicBezTo>
                  <a:cubicBezTo>
                    <a:pt x="14025" y="42477"/>
                    <a:pt x="9090" y="37433"/>
                    <a:pt x="6753" y="32920"/>
                  </a:cubicBezTo>
                  <a:cubicBezTo>
                    <a:pt x="2337" y="40088"/>
                    <a:pt x="0" y="49380"/>
                    <a:pt x="0" y="58672"/>
                  </a:cubicBezTo>
                  <a:cubicBezTo>
                    <a:pt x="0" y="70619"/>
                    <a:pt x="2337" y="82300"/>
                    <a:pt x="9090" y="89203"/>
                  </a:cubicBezTo>
                  <a:cubicBezTo>
                    <a:pt x="11428" y="79911"/>
                    <a:pt x="14025" y="68230"/>
                    <a:pt x="18441" y="58672"/>
                  </a:cubicBezTo>
                  <a:cubicBezTo>
                    <a:pt x="18441" y="58672"/>
                    <a:pt x="16103" y="54159"/>
                    <a:pt x="16103" y="51769"/>
                  </a:cubicBezTo>
                  <a:close/>
                  <a:moveTo>
                    <a:pt x="59740" y="9292"/>
                  </a:moveTo>
                  <a:lnTo>
                    <a:pt x="59740" y="9292"/>
                  </a:lnTo>
                  <a:cubicBezTo>
                    <a:pt x="62077" y="9292"/>
                    <a:pt x="66753" y="11681"/>
                    <a:pt x="69090" y="14070"/>
                  </a:cubicBezTo>
                  <a:cubicBezTo>
                    <a:pt x="75844" y="9292"/>
                    <a:pt x="82857" y="9292"/>
                    <a:pt x="89870" y="6902"/>
                  </a:cubicBezTo>
                  <a:cubicBezTo>
                    <a:pt x="80519" y="2123"/>
                    <a:pt x="71428" y="0"/>
                    <a:pt x="59740" y="0"/>
                  </a:cubicBezTo>
                  <a:cubicBezTo>
                    <a:pt x="52987" y="0"/>
                    <a:pt x="45974" y="0"/>
                    <a:pt x="39220" y="2123"/>
                  </a:cubicBezTo>
                  <a:cubicBezTo>
                    <a:pt x="43636" y="4513"/>
                    <a:pt x="48311" y="9292"/>
                    <a:pt x="52987" y="11681"/>
                  </a:cubicBezTo>
                  <a:cubicBezTo>
                    <a:pt x="55324" y="11681"/>
                    <a:pt x="57402" y="9292"/>
                    <a:pt x="59740" y="9292"/>
                  </a:cubicBezTo>
                  <a:close/>
                  <a:moveTo>
                    <a:pt x="78181" y="70619"/>
                  </a:moveTo>
                  <a:lnTo>
                    <a:pt x="78181" y="70619"/>
                  </a:lnTo>
                  <a:cubicBezTo>
                    <a:pt x="80519" y="68230"/>
                    <a:pt x="80519" y="68230"/>
                    <a:pt x="82857" y="65840"/>
                  </a:cubicBezTo>
                  <a:cubicBezTo>
                    <a:pt x="78181" y="54159"/>
                    <a:pt x="71428" y="44601"/>
                    <a:pt x="64415" y="35044"/>
                  </a:cubicBezTo>
                  <a:cubicBezTo>
                    <a:pt x="64415" y="35044"/>
                    <a:pt x="62077" y="35044"/>
                    <a:pt x="59740" y="35044"/>
                  </a:cubicBezTo>
                  <a:cubicBezTo>
                    <a:pt x="57402" y="35044"/>
                    <a:pt x="55324" y="35044"/>
                    <a:pt x="52987" y="32920"/>
                  </a:cubicBezTo>
                  <a:cubicBezTo>
                    <a:pt x="48311" y="37433"/>
                    <a:pt x="43636" y="40088"/>
                    <a:pt x="39220" y="44601"/>
                  </a:cubicBezTo>
                  <a:cubicBezTo>
                    <a:pt x="41558" y="46991"/>
                    <a:pt x="41558" y="49380"/>
                    <a:pt x="41558" y="51769"/>
                  </a:cubicBezTo>
                  <a:cubicBezTo>
                    <a:pt x="41558" y="54159"/>
                    <a:pt x="41558" y="54159"/>
                    <a:pt x="41558" y="56548"/>
                  </a:cubicBezTo>
                  <a:cubicBezTo>
                    <a:pt x="52987" y="63451"/>
                    <a:pt x="64415" y="68230"/>
                    <a:pt x="78181" y="70619"/>
                  </a:cubicBezTo>
                  <a:close/>
                  <a:moveTo>
                    <a:pt x="94285" y="86814"/>
                  </a:moveTo>
                  <a:lnTo>
                    <a:pt x="94285" y="86814"/>
                  </a:lnTo>
                  <a:cubicBezTo>
                    <a:pt x="94285" y="89203"/>
                    <a:pt x="94285" y="93982"/>
                    <a:pt x="94285" y="96371"/>
                  </a:cubicBezTo>
                  <a:cubicBezTo>
                    <a:pt x="94285" y="98761"/>
                    <a:pt x="94285" y="103274"/>
                    <a:pt x="94285" y="108053"/>
                  </a:cubicBezTo>
                  <a:cubicBezTo>
                    <a:pt x="103636" y="100884"/>
                    <a:pt x="112727" y="89203"/>
                    <a:pt x="115064" y="77522"/>
                  </a:cubicBezTo>
                  <a:cubicBezTo>
                    <a:pt x="110649" y="79911"/>
                    <a:pt x="105974" y="79911"/>
                    <a:pt x="101298" y="79911"/>
                  </a:cubicBezTo>
                  <a:cubicBezTo>
                    <a:pt x="101298" y="84690"/>
                    <a:pt x="98961" y="86814"/>
                    <a:pt x="94285" y="86814"/>
                  </a:cubicBezTo>
                  <a:close/>
                  <a:moveTo>
                    <a:pt x="75844" y="79911"/>
                  </a:moveTo>
                  <a:lnTo>
                    <a:pt x="75844" y="79911"/>
                  </a:lnTo>
                  <a:cubicBezTo>
                    <a:pt x="62077" y="77522"/>
                    <a:pt x="48311" y="70619"/>
                    <a:pt x="36883" y="63451"/>
                  </a:cubicBezTo>
                  <a:cubicBezTo>
                    <a:pt x="34545" y="63451"/>
                    <a:pt x="32207" y="65840"/>
                    <a:pt x="29870" y="65840"/>
                  </a:cubicBezTo>
                  <a:cubicBezTo>
                    <a:pt x="27792" y="65840"/>
                    <a:pt x="27792" y="65840"/>
                    <a:pt x="27792" y="63451"/>
                  </a:cubicBezTo>
                  <a:cubicBezTo>
                    <a:pt x="20519" y="75132"/>
                    <a:pt x="18441" y="86814"/>
                    <a:pt x="16103" y="100884"/>
                  </a:cubicBezTo>
                  <a:cubicBezTo>
                    <a:pt x="23116" y="105663"/>
                    <a:pt x="29870" y="112831"/>
                    <a:pt x="36883" y="115221"/>
                  </a:cubicBezTo>
                  <a:cubicBezTo>
                    <a:pt x="45974" y="100884"/>
                    <a:pt x="59740" y="86814"/>
                    <a:pt x="75844" y="79911"/>
                  </a:cubicBezTo>
                  <a:close/>
                  <a:moveTo>
                    <a:pt x="98961" y="14070"/>
                  </a:moveTo>
                  <a:lnTo>
                    <a:pt x="98961" y="14070"/>
                  </a:lnTo>
                  <a:cubicBezTo>
                    <a:pt x="89870" y="16460"/>
                    <a:pt x="80519" y="18584"/>
                    <a:pt x="71428" y="20973"/>
                  </a:cubicBezTo>
                  <a:lnTo>
                    <a:pt x="73506" y="23362"/>
                  </a:lnTo>
                  <a:cubicBezTo>
                    <a:pt x="73506" y="25752"/>
                    <a:pt x="71428" y="25752"/>
                    <a:pt x="71428" y="28141"/>
                  </a:cubicBezTo>
                  <a:cubicBezTo>
                    <a:pt x="80519" y="37433"/>
                    <a:pt x="85194" y="49380"/>
                    <a:pt x="89870" y="63451"/>
                  </a:cubicBezTo>
                  <a:cubicBezTo>
                    <a:pt x="94285" y="63451"/>
                    <a:pt x="98961" y="65840"/>
                    <a:pt x="101298" y="70619"/>
                  </a:cubicBezTo>
                  <a:cubicBezTo>
                    <a:pt x="108311" y="70619"/>
                    <a:pt x="112727" y="70619"/>
                    <a:pt x="117402" y="68230"/>
                  </a:cubicBezTo>
                  <a:cubicBezTo>
                    <a:pt x="119740" y="65840"/>
                    <a:pt x="119740" y="61061"/>
                    <a:pt x="119740" y="58672"/>
                  </a:cubicBezTo>
                  <a:cubicBezTo>
                    <a:pt x="119740" y="42477"/>
                    <a:pt x="110649" y="25752"/>
                    <a:pt x="98961" y="14070"/>
                  </a:cubicBezTo>
                  <a:close/>
                  <a:moveTo>
                    <a:pt x="82857" y="86814"/>
                  </a:moveTo>
                  <a:lnTo>
                    <a:pt x="82857" y="86814"/>
                  </a:lnTo>
                  <a:cubicBezTo>
                    <a:pt x="66753" y="93982"/>
                    <a:pt x="55324" y="103274"/>
                    <a:pt x="45974" y="117610"/>
                  </a:cubicBezTo>
                  <a:cubicBezTo>
                    <a:pt x="50649" y="119734"/>
                    <a:pt x="55324" y="119734"/>
                    <a:pt x="59740" y="119734"/>
                  </a:cubicBezTo>
                  <a:cubicBezTo>
                    <a:pt x="69090" y="119734"/>
                    <a:pt x="75844" y="117610"/>
                    <a:pt x="85194" y="115221"/>
                  </a:cubicBezTo>
                  <a:cubicBezTo>
                    <a:pt x="85194" y="108053"/>
                    <a:pt x="87532" y="100884"/>
                    <a:pt x="87532" y="96371"/>
                  </a:cubicBezTo>
                  <a:cubicBezTo>
                    <a:pt x="87532" y="93982"/>
                    <a:pt x="87532" y="91592"/>
                    <a:pt x="85194" y="89203"/>
                  </a:cubicBezTo>
                  <a:cubicBezTo>
                    <a:pt x="85194" y="86814"/>
                    <a:pt x="82857" y="86814"/>
                    <a:pt x="82857" y="868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6" name="Shape 5136"/>
            <p:cNvSpPr/>
            <p:nvPr/>
          </p:nvSpPr>
          <p:spPr>
            <a:xfrm>
              <a:off x="5938688" y="4952477"/>
              <a:ext cx="274285" cy="16733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4819" y="3564"/>
                  </a:moveTo>
                  <a:lnTo>
                    <a:pt x="44819" y="3564"/>
                  </a:lnTo>
                  <a:cubicBezTo>
                    <a:pt x="42891" y="0"/>
                    <a:pt x="40481" y="0"/>
                    <a:pt x="38554" y="3564"/>
                  </a:cubicBezTo>
                  <a:cubicBezTo>
                    <a:pt x="0" y="59801"/>
                    <a:pt x="0" y="59801"/>
                    <a:pt x="0" y="59801"/>
                  </a:cubicBezTo>
                  <a:cubicBezTo>
                    <a:pt x="38554" y="116039"/>
                    <a:pt x="38554" y="116039"/>
                    <a:pt x="38554" y="116039"/>
                  </a:cubicBezTo>
                  <a:cubicBezTo>
                    <a:pt x="40481" y="119603"/>
                    <a:pt x="42891" y="119603"/>
                    <a:pt x="44819" y="116039"/>
                  </a:cubicBezTo>
                  <a:cubicBezTo>
                    <a:pt x="46987" y="112079"/>
                    <a:pt x="46987" y="108514"/>
                    <a:pt x="44819" y="105346"/>
                  </a:cubicBezTo>
                  <a:cubicBezTo>
                    <a:pt x="14939" y="59801"/>
                    <a:pt x="14939" y="59801"/>
                    <a:pt x="14939" y="59801"/>
                  </a:cubicBezTo>
                  <a:cubicBezTo>
                    <a:pt x="44819" y="17821"/>
                    <a:pt x="44819" y="17821"/>
                    <a:pt x="44819" y="17821"/>
                  </a:cubicBezTo>
                  <a:cubicBezTo>
                    <a:pt x="46987" y="13861"/>
                    <a:pt x="46987" y="7128"/>
                    <a:pt x="44819" y="3564"/>
                  </a:cubicBezTo>
                  <a:close/>
                  <a:moveTo>
                    <a:pt x="81204" y="3564"/>
                  </a:moveTo>
                  <a:lnTo>
                    <a:pt x="81204" y="3564"/>
                  </a:lnTo>
                  <a:cubicBezTo>
                    <a:pt x="79036" y="0"/>
                    <a:pt x="76867" y="0"/>
                    <a:pt x="74939" y="3564"/>
                  </a:cubicBezTo>
                  <a:cubicBezTo>
                    <a:pt x="72771" y="7128"/>
                    <a:pt x="72771" y="13861"/>
                    <a:pt x="74939" y="17821"/>
                  </a:cubicBezTo>
                  <a:cubicBezTo>
                    <a:pt x="104578" y="59801"/>
                    <a:pt x="104578" y="59801"/>
                    <a:pt x="104578" y="59801"/>
                  </a:cubicBezTo>
                  <a:cubicBezTo>
                    <a:pt x="74939" y="105346"/>
                    <a:pt x="74939" y="105346"/>
                    <a:pt x="74939" y="105346"/>
                  </a:cubicBezTo>
                  <a:cubicBezTo>
                    <a:pt x="72771" y="108514"/>
                    <a:pt x="72771" y="112079"/>
                    <a:pt x="74939" y="116039"/>
                  </a:cubicBezTo>
                  <a:cubicBezTo>
                    <a:pt x="76867" y="119603"/>
                    <a:pt x="79036" y="119603"/>
                    <a:pt x="81204" y="116039"/>
                  </a:cubicBezTo>
                  <a:cubicBezTo>
                    <a:pt x="119759" y="59801"/>
                    <a:pt x="119759" y="59801"/>
                    <a:pt x="119759" y="59801"/>
                  </a:cubicBezTo>
                  <a:lnTo>
                    <a:pt x="81204" y="35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7" name="Shape 5137"/>
            <p:cNvSpPr/>
            <p:nvPr/>
          </p:nvSpPr>
          <p:spPr>
            <a:xfrm>
              <a:off x="7039722" y="3821969"/>
              <a:ext cx="254833" cy="25100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740" y="0"/>
                  </a:moveTo>
                  <a:lnTo>
                    <a:pt x="59740" y="0"/>
                  </a:lnTo>
                  <a:cubicBezTo>
                    <a:pt x="27532" y="0"/>
                    <a:pt x="0" y="25960"/>
                    <a:pt x="0" y="58807"/>
                  </a:cubicBezTo>
                  <a:cubicBezTo>
                    <a:pt x="0" y="91655"/>
                    <a:pt x="27532" y="119735"/>
                    <a:pt x="59740" y="119735"/>
                  </a:cubicBezTo>
                  <a:cubicBezTo>
                    <a:pt x="91948" y="119735"/>
                    <a:pt x="119740" y="91655"/>
                    <a:pt x="119740" y="58807"/>
                  </a:cubicBezTo>
                  <a:cubicBezTo>
                    <a:pt x="119740" y="25960"/>
                    <a:pt x="91948" y="0"/>
                    <a:pt x="59740" y="0"/>
                  </a:cubicBezTo>
                  <a:close/>
                  <a:moveTo>
                    <a:pt x="59740" y="79999"/>
                  </a:moveTo>
                  <a:lnTo>
                    <a:pt x="59740" y="79999"/>
                  </a:lnTo>
                  <a:cubicBezTo>
                    <a:pt x="48311" y="79999"/>
                    <a:pt x="41298" y="70463"/>
                    <a:pt x="41298" y="58807"/>
                  </a:cubicBezTo>
                  <a:cubicBezTo>
                    <a:pt x="41298" y="49536"/>
                    <a:pt x="48311" y="39999"/>
                    <a:pt x="59740" y="39999"/>
                  </a:cubicBezTo>
                  <a:cubicBezTo>
                    <a:pt x="71168" y="39999"/>
                    <a:pt x="78181" y="49536"/>
                    <a:pt x="78181" y="58807"/>
                  </a:cubicBezTo>
                  <a:cubicBezTo>
                    <a:pt x="78181" y="70463"/>
                    <a:pt x="71168" y="79999"/>
                    <a:pt x="59740" y="799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8" name="Shape 5138"/>
            <p:cNvSpPr/>
            <p:nvPr/>
          </p:nvSpPr>
          <p:spPr>
            <a:xfrm>
              <a:off x="2122032" y="4968042"/>
              <a:ext cx="272340" cy="1342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987" y="0"/>
                  </a:moveTo>
                  <a:lnTo>
                    <a:pt x="106987" y="0"/>
                  </a:lnTo>
                  <a:cubicBezTo>
                    <a:pt x="12771" y="0"/>
                    <a:pt x="12771" y="0"/>
                    <a:pt x="12771" y="0"/>
                  </a:cubicBezTo>
                  <a:cubicBezTo>
                    <a:pt x="4337" y="0"/>
                    <a:pt x="0" y="12580"/>
                    <a:pt x="0" y="25645"/>
                  </a:cubicBezTo>
                  <a:cubicBezTo>
                    <a:pt x="0" y="98225"/>
                    <a:pt x="0" y="98225"/>
                    <a:pt x="0" y="98225"/>
                  </a:cubicBezTo>
                  <a:cubicBezTo>
                    <a:pt x="0" y="111290"/>
                    <a:pt x="4337" y="119516"/>
                    <a:pt x="12771" y="119516"/>
                  </a:cubicBezTo>
                  <a:cubicBezTo>
                    <a:pt x="106987" y="119516"/>
                    <a:pt x="106987" y="119516"/>
                    <a:pt x="106987" y="119516"/>
                  </a:cubicBezTo>
                  <a:cubicBezTo>
                    <a:pt x="113253" y="119516"/>
                    <a:pt x="119759" y="111290"/>
                    <a:pt x="119759" y="98225"/>
                  </a:cubicBezTo>
                  <a:cubicBezTo>
                    <a:pt x="119759" y="25645"/>
                    <a:pt x="119759" y="25645"/>
                    <a:pt x="119759" y="25645"/>
                  </a:cubicBezTo>
                  <a:cubicBezTo>
                    <a:pt x="119759" y="12580"/>
                    <a:pt x="113253" y="0"/>
                    <a:pt x="106987" y="0"/>
                  </a:cubicBezTo>
                  <a:close/>
                  <a:moveTo>
                    <a:pt x="106987" y="98225"/>
                  </a:moveTo>
                  <a:lnTo>
                    <a:pt x="106987" y="98225"/>
                  </a:lnTo>
                  <a:cubicBezTo>
                    <a:pt x="12771" y="98225"/>
                    <a:pt x="12771" y="98225"/>
                    <a:pt x="12771" y="98225"/>
                  </a:cubicBezTo>
                  <a:cubicBezTo>
                    <a:pt x="12771" y="25645"/>
                    <a:pt x="12771" y="25645"/>
                    <a:pt x="12771" y="25645"/>
                  </a:cubicBezTo>
                  <a:cubicBezTo>
                    <a:pt x="106987" y="25645"/>
                    <a:pt x="106987" y="25645"/>
                    <a:pt x="106987" y="25645"/>
                  </a:cubicBezTo>
                  <a:lnTo>
                    <a:pt x="106987" y="98225"/>
                  </a:lnTo>
                  <a:close/>
                  <a:moveTo>
                    <a:pt x="102650" y="38225"/>
                  </a:moveTo>
                  <a:lnTo>
                    <a:pt x="102650" y="38225"/>
                  </a:lnTo>
                  <a:cubicBezTo>
                    <a:pt x="76867" y="38225"/>
                    <a:pt x="76867" y="38225"/>
                    <a:pt x="76867" y="38225"/>
                  </a:cubicBezTo>
                  <a:cubicBezTo>
                    <a:pt x="76867" y="85645"/>
                    <a:pt x="76867" y="85645"/>
                    <a:pt x="76867" y="85645"/>
                  </a:cubicBezTo>
                  <a:cubicBezTo>
                    <a:pt x="102650" y="85645"/>
                    <a:pt x="102650" y="85645"/>
                    <a:pt x="102650" y="85645"/>
                  </a:cubicBezTo>
                  <a:lnTo>
                    <a:pt x="102650" y="38225"/>
                  </a:lnTo>
                  <a:close/>
                  <a:moveTo>
                    <a:pt x="42891" y="38225"/>
                  </a:moveTo>
                  <a:lnTo>
                    <a:pt x="42891" y="38225"/>
                  </a:lnTo>
                  <a:cubicBezTo>
                    <a:pt x="17349" y="38225"/>
                    <a:pt x="17349" y="38225"/>
                    <a:pt x="17349" y="38225"/>
                  </a:cubicBezTo>
                  <a:cubicBezTo>
                    <a:pt x="17349" y="85645"/>
                    <a:pt x="17349" y="85645"/>
                    <a:pt x="17349" y="85645"/>
                  </a:cubicBezTo>
                  <a:cubicBezTo>
                    <a:pt x="42891" y="85645"/>
                    <a:pt x="42891" y="85645"/>
                    <a:pt x="42891" y="85645"/>
                  </a:cubicBezTo>
                  <a:lnTo>
                    <a:pt x="42891" y="38225"/>
                  </a:lnTo>
                  <a:close/>
                  <a:moveTo>
                    <a:pt x="72530" y="38225"/>
                  </a:moveTo>
                  <a:lnTo>
                    <a:pt x="72530" y="38225"/>
                  </a:lnTo>
                  <a:cubicBezTo>
                    <a:pt x="46987" y="38225"/>
                    <a:pt x="46987" y="38225"/>
                    <a:pt x="46987" y="38225"/>
                  </a:cubicBezTo>
                  <a:cubicBezTo>
                    <a:pt x="46987" y="85645"/>
                    <a:pt x="46987" y="85645"/>
                    <a:pt x="46987" y="85645"/>
                  </a:cubicBezTo>
                  <a:cubicBezTo>
                    <a:pt x="72530" y="85645"/>
                    <a:pt x="72530" y="85645"/>
                    <a:pt x="72530" y="85645"/>
                  </a:cubicBezTo>
                  <a:lnTo>
                    <a:pt x="72530" y="382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9" name="Shape 5139"/>
            <p:cNvSpPr/>
            <p:nvPr/>
          </p:nvSpPr>
          <p:spPr>
            <a:xfrm>
              <a:off x="2666713" y="4968042"/>
              <a:ext cx="274285" cy="1342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961" y="0"/>
                  </a:moveTo>
                  <a:lnTo>
                    <a:pt x="106961" y="0"/>
                  </a:lnTo>
                  <a:cubicBezTo>
                    <a:pt x="12796" y="0"/>
                    <a:pt x="12796" y="0"/>
                    <a:pt x="12796" y="0"/>
                  </a:cubicBezTo>
                  <a:cubicBezTo>
                    <a:pt x="4346" y="0"/>
                    <a:pt x="0" y="12580"/>
                    <a:pt x="0" y="25645"/>
                  </a:cubicBezTo>
                  <a:cubicBezTo>
                    <a:pt x="0" y="98225"/>
                    <a:pt x="0" y="98225"/>
                    <a:pt x="0" y="98225"/>
                  </a:cubicBezTo>
                  <a:cubicBezTo>
                    <a:pt x="0" y="111290"/>
                    <a:pt x="4346" y="119516"/>
                    <a:pt x="12796" y="119516"/>
                  </a:cubicBezTo>
                  <a:cubicBezTo>
                    <a:pt x="106961" y="119516"/>
                    <a:pt x="106961" y="119516"/>
                    <a:pt x="106961" y="119516"/>
                  </a:cubicBezTo>
                  <a:cubicBezTo>
                    <a:pt x="113239" y="119516"/>
                    <a:pt x="119758" y="111290"/>
                    <a:pt x="119758" y="98225"/>
                  </a:cubicBezTo>
                  <a:cubicBezTo>
                    <a:pt x="119758" y="25645"/>
                    <a:pt x="119758" y="25645"/>
                    <a:pt x="119758" y="25645"/>
                  </a:cubicBezTo>
                  <a:cubicBezTo>
                    <a:pt x="119758" y="12580"/>
                    <a:pt x="113239" y="0"/>
                    <a:pt x="106961" y="0"/>
                  </a:cubicBezTo>
                  <a:close/>
                  <a:moveTo>
                    <a:pt x="106961" y="98225"/>
                  </a:moveTo>
                  <a:lnTo>
                    <a:pt x="106961" y="98225"/>
                  </a:lnTo>
                  <a:cubicBezTo>
                    <a:pt x="12796" y="98225"/>
                    <a:pt x="12796" y="98225"/>
                    <a:pt x="12796" y="98225"/>
                  </a:cubicBezTo>
                  <a:cubicBezTo>
                    <a:pt x="12796" y="25645"/>
                    <a:pt x="12796" y="25645"/>
                    <a:pt x="12796" y="25645"/>
                  </a:cubicBezTo>
                  <a:cubicBezTo>
                    <a:pt x="106961" y="25645"/>
                    <a:pt x="106961" y="25645"/>
                    <a:pt x="106961" y="25645"/>
                  </a:cubicBezTo>
                  <a:lnTo>
                    <a:pt x="106961" y="98225"/>
                  </a:lnTo>
                  <a:close/>
                  <a:moveTo>
                    <a:pt x="42736" y="38225"/>
                  </a:moveTo>
                  <a:lnTo>
                    <a:pt x="42736" y="38225"/>
                  </a:lnTo>
                  <a:cubicBezTo>
                    <a:pt x="17142" y="38225"/>
                    <a:pt x="17142" y="38225"/>
                    <a:pt x="17142" y="38225"/>
                  </a:cubicBezTo>
                  <a:cubicBezTo>
                    <a:pt x="17142" y="85645"/>
                    <a:pt x="17142" y="85645"/>
                    <a:pt x="17142" y="85645"/>
                  </a:cubicBezTo>
                  <a:cubicBezTo>
                    <a:pt x="42736" y="85645"/>
                    <a:pt x="42736" y="85645"/>
                    <a:pt x="42736" y="85645"/>
                  </a:cubicBezTo>
                  <a:lnTo>
                    <a:pt x="42736" y="38225"/>
                  </a:lnTo>
                  <a:close/>
                  <a:moveTo>
                    <a:pt x="72676" y="38225"/>
                  </a:moveTo>
                  <a:lnTo>
                    <a:pt x="72676" y="38225"/>
                  </a:lnTo>
                  <a:cubicBezTo>
                    <a:pt x="47082" y="38225"/>
                    <a:pt x="47082" y="38225"/>
                    <a:pt x="47082" y="38225"/>
                  </a:cubicBezTo>
                  <a:cubicBezTo>
                    <a:pt x="47082" y="85645"/>
                    <a:pt x="47082" y="85645"/>
                    <a:pt x="47082" y="85645"/>
                  </a:cubicBezTo>
                  <a:cubicBezTo>
                    <a:pt x="72676" y="85645"/>
                    <a:pt x="72676" y="85645"/>
                    <a:pt x="72676" y="85645"/>
                  </a:cubicBezTo>
                  <a:lnTo>
                    <a:pt x="72676" y="382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0" name="Shape 5140"/>
            <p:cNvSpPr/>
            <p:nvPr/>
          </p:nvSpPr>
          <p:spPr>
            <a:xfrm>
              <a:off x="3211394" y="4968042"/>
              <a:ext cx="274285" cy="1342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961" y="0"/>
                  </a:moveTo>
                  <a:lnTo>
                    <a:pt x="106961" y="0"/>
                  </a:lnTo>
                  <a:cubicBezTo>
                    <a:pt x="12796" y="0"/>
                    <a:pt x="12796" y="0"/>
                    <a:pt x="12796" y="0"/>
                  </a:cubicBezTo>
                  <a:cubicBezTo>
                    <a:pt x="4346" y="0"/>
                    <a:pt x="0" y="12580"/>
                    <a:pt x="0" y="25645"/>
                  </a:cubicBezTo>
                  <a:cubicBezTo>
                    <a:pt x="0" y="98225"/>
                    <a:pt x="0" y="98225"/>
                    <a:pt x="0" y="98225"/>
                  </a:cubicBezTo>
                  <a:cubicBezTo>
                    <a:pt x="0" y="111290"/>
                    <a:pt x="4346" y="119516"/>
                    <a:pt x="12796" y="119516"/>
                  </a:cubicBezTo>
                  <a:cubicBezTo>
                    <a:pt x="106961" y="119516"/>
                    <a:pt x="106961" y="119516"/>
                    <a:pt x="106961" y="119516"/>
                  </a:cubicBezTo>
                  <a:cubicBezTo>
                    <a:pt x="113480" y="119516"/>
                    <a:pt x="119758" y="111290"/>
                    <a:pt x="119758" y="98225"/>
                  </a:cubicBezTo>
                  <a:cubicBezTo>
                    <a:pt x="119758" y="25645"/>
                    <a:pt x="119758" y="25645"/>
                    <a:pt x="119758" y="25645"/>
                  </a:cubicBezTo>
                  <a:cubicBezTo>
                    <a:pt x="119758" y="12580"/>
                    <a:pt x="113480" y="0"/>
                    <a:pt x="106961" y="0"/>
                  </a:cubicBezTo>
                  <a:close/>
                  <a:moveTo>
                    <a:pt x="106961" y="98225"/>
                  </a:moveTo>
                  <a:lnTo>
                    <a:pt x="106961" y="98225"/>
                  </a:lnTo>
                  <a:cubicBezTo>
                    <a:pt x="12796" y="98225"/>
                    <a:pt x="12796" y="98225"/>
                    <a:pt x="12796" y="98225"/>
                  </a:cubicBezTo>
                  <a:cubicBezTo>
                    <a:pt x="12796" y="25645"/>
                    <a:pt x="12796" y="25645"/>
                    <a:pt x="12796" y="25645"/>
                  </a:cubicBezTo>
                  <a:cubicBezTo>
                    <a:pt x="106961" y="25645"/>
                    <a:pt x="106961" y="25645"/>
                    <a:pt x="106961" y="25645"/>
                  </a:cubicBezTo>
                  <a:lnTo>
                    <a:pt x="106961" y="98225"/>
                  </a:lnTo>
                  <a:close/>
                  <a:moveTo>
                    <a:pt x="42736" y="38225"/>
                  </a:moveTo>
                  <a:lnTo>
                    <a:pt x="42736" y="38225"/>
                  </a:lnTo>
                  <a:cubicBezTo>
                    <a:pt x="17142" y="38225"/>
                    <a:pt x="17142" y="38225"/>
                    <a:pt x="17142" y="38225"/>
                  </a:cubicBezTo>
                  <a:cubicBezTo>
                    <a:pt x="17142" y="85645"/>
                    <a:pt x="17142" y="85645"/>
                    <a:pt x="17142" y="85645"/>
                  </a:cubicBezTo>
                  <a:cubicBezTo>
                    <a:pt x="42736" y="85645"/>
                    <a:pt x="42736" y="85645"/>
                    <a:pt x="42736" y="85645"/>
                  </a:cubicBezTo>
                  <a:lnTo>
                    <a:pt x="42736" y="382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1" name="Shape 5141"/>
            <p:cNvSpPr/>
            <p:nvPr/>
          </p:nvSpPr>
          <p:spPr>
            <a:xfrm>
              <a:off x="3758019" y="4968042"/>
              <a:ext cx="274286" cy="13426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720" y="0"/>
                  </a:moveTo>
                  <a:lnTo>
                    <a:pt x="106720" y="0"/>
                  </a:lnTo>
                  <a:cubicBezTo>
                    <a:pt x="12796" y="0"/>
                    <a:pt x="12796" y="0"/>
                    <a:pt x="12796" y="0"/>
                  </a:cubicBezTo>
                  <a:cubicBezTo>
                    <a:pt x="4104" y="0"/>
                    <a:pt x="0" y="12580"/>
                    <a:pt x="0" y="25645"/>
                  </a:cubicBezTo>
                  <a:cubicBezTo>
                    <a:pt x="0" y="98225"/>
                    <a:pt x="0" y="98225"/>
                    <a:pt x="0" y="98225"/>
                  </a:cubicBezTo>
                  <a:cubicBezTo>
                    <a:pt x="0" y="111290"/>
                    <a:pt x="4104" y="119516"/>
                    <a:pt x="12796" y="119516"/>
                  </a:cubicBezTo>
                  <a:cubicBezTo>
                    <a:pt x="106720" y="119516"/>
                    <a:pt x="106720" y="119516"/>
                    <a:pt x="106720" y="119516"/>
                  </a:cubicBezTo>
                  <a:cubicBezTo>
                    <a:pt x="113480" y="119516"/>
                    <a:pt x="119758" y="111290"/>
                    <a:pt x="119758" y="98225"/>
                  </a:cubicBezTo>
                  <a:cubicBezTo>
                    <a:pt x="119758" y="25645"/>
                    <a:pt x="119758" y="25645"/>
                    <a:pt x="119758" y="25645"/>
                  </a:cubicBezTo>
                  <a:cubicBezTo>
                    <a:pt x="119758" y="12580"/>
                    <a:pt x="113480" y="0"/>
                    <a:pt x="106720" y="0"/>
                  </a:cubicBezTo>
                  <a:close/>
                  <a:moveTo>
                    <a:pt x="106720" y="98225"/>
                  </a:moveTo>
                  <a:lnTo>
                    <a:pt x="106720" y="98225"/>
                  </a:lnTo>
                  <a:cubicBezTo>
                    <a:pt x="12796" y="98225"/>
                    <a:pt x="12796" y="98225"/>
                    <a:pt x="12796" y="98225"/>
                  </a:cubicBezTo>
                  <a:cubicBezTo>
                    <a:pt x="12796" y="25645"/>
                    <a:pt x="12796" y="25645"/>
                    <a:pt x="12796" y="25645"/>
                  </a:cubicBezTo>
                  <a:cubicBezTo>
                    <a:pt x="106720" y="25645"/>
                    <a:pt x="106720" y="25645"/>
                    <a:pt x="106720" y="25645"/>
                  </a:cubicBezTo>
                  <a:lnTo>
                    <a:pt x="106720" y="982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2" name="Shape 5142"/>
            <p:cNvSpPr/>
            <p:nvPr/>
          </p:nvSpPr>
          <p:spPr>
            <a:xfrm>
              <a:off x="5938688" y="1702997"/>
              <a:ext cx="274285" cy="12453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180" y="48430"/>
                  </a:moveTo>
                  <a:lnTo>
                    <a:pt x="115180" y="48430"/>
                  </a:lnTo>
                  <a:cubicBezTo>
                    <a:pt x="113253" y="38744"/>
                    <a:pt x="102409" y="14529"/>
                    <a:pt x="96144" y="4843"/>
                  </a:cubicBezTo>
                  <a:cubicBezTo>
                    <a:pt x="96144" y="0"/>
                    <a:pt x="93975" y="0"/>
                    <a:pt x="89638" y="0"/>
                  </a:cubicBezTo>
                  <a:cubicBezTo>
                    <a:pt x="87710" y="0"/>
                    <a:pt x="60000" y="0"/>
                    <a:pt x="60000" y="0"/>
                  </a:cubicBezTo>
                  <a:cubicBezTo>
                    <a:pt x="60000" y="0"/>
                    <a:pt x="32048" y="0"/>
                    <a:pt x="29879" y="0"/>
                  </a:cubicBezTo>
                  <a:cubicBezTo>
                    <a:pt x="25542" y="0"/>
                    <a:pt x="23614" y="0"/>
                    <a:pt x="23614" y="4843"/>
                  </a:cubicBezTo>
                  <a:cubicBezTo>
                    <a:pt x="17108" y="14529"/>
                    <a:pt x="6506" y="38744"/>
                    <a:pt x="4337" y="48430"/>
                  </a:cubicBezTo>
                  <a:cubicBezTo>
                    <a:pt x="0" y="52735"/>
                    <a:pt x="0" y="57578"/>
                    <a:pt x="0" y="67264"/>
                  </a:cubicBezTo>
                  <a:cubicBezTo>
                    <a:pt x="4337" y="105470"/>
                    <a:pt x="4337" y="105470"/>
                    <a:pt x="4337" y="105470"/>
                  </a:cubicBezTo>
                  <a:cubicBezTo>
                    <a:pt x="4337" y="114618"/>
                    <a:pt x="8674" y="119461"/>
                    <a:pt x="10843" y="119461"/>
                  </a:cubicBezTo>
                  <a:cubicBezTo>
                    <a:pt x="108915" y="119461"/>
                    <a:pt x="108915" y="119461"/>
                    <a:pt x="108915" y="119461"/>
                  </a:cubicBezTo>
                  <a:cubicBezTo>
                    <a:pt x="111084" y="119461"/>
                    <a:pt x="115180" y="114618"/>
                    <a:pt x="115180" y="105470"/>
                  </a:cubicBezTo>
                  <a:cubicBezTo>
                    <a:pt x="119759" y="67264"/>
                    <a:pt x="119759" y="67264"/>
                    <a:pt x="119759" y="67264"/>
                  </a:cubicBezTo>
                  <a:cubicBezTo>
                    <a:pt x="119759" y="57578"/>
                    <a:pt x="119759" y="52735"/>
                    <a:pt x="115180" y="48430"/>
                  </a:cubicBezTo>
                  <a:close/>
                  <a:moveTo>
                    <a:pt x="83373" y="52735"/>
                  </a:moveTo>
                  <a:lnTo>
                    <a:pt x="83373" y="52735"/>
                  </a:lnTo>
                  <a:lnTo>
                    <a:pt x="83373" y="57578"/>
                  </a:lnTo>
                  <a:cubicBezTo>
                    <a:pt x="76867" y="81255"/>
                    <a:pt x="76867" y="81255"/>
                    <a:pt x="76867" y="81255"/>
                  </a:cubicBezTo>
                  <a:cubicBezTo>
                    <a:pt x="42891" y="81255"/>
                    <a:pt x="42891" y="81255"/>
                    <a:pt x="42891" y="81255"/>
                  </a:cubicBezTo>
                  <a:cubicBezTo>
                    <a:pt x="36385" y="57578"/>
                    <a:pt x="36385" y="57578"/>
                    <a:pt x="36385" y="57578"/>
                  </a:cubicBezTo>
                  <a:lnTo>
                    <a:pt x="36385" y="52735"/>
                  </a:lnTo>
                  <a:cubicBezTo>
                    <a:pt x="14939" y="52735"/>
                    <a:pt x="14939" y="52735"/>
                    <a:pt x="14939" y="52735"/>
                  </a:cubicBezTo>
                  <a:cubicBezTo>
                    <a:pt x="25542" y="24215"/>
                    <a:pt x="25542" y="24215"/>
                    <a:pt x="25542" y="24215"/>
                  </a:cubicBezTo>
                  <a:cubicBezTo>
                    <a:pt x="93975" y="24215"/>
                    <a:pt x="93975" y="24215"/>
                    <a:pt x="93975" y="24215"/>
                  </a:cubicBezTo>
                  <a:cubicBezTo>
                    <a:pt x="104578" y="52735"/>
                    <a:pt x="104578" y="52735"/>
                    <a:pt x="104578" y="52735"/>
                  </a:cubicBezTo>
                  <a:lnTo>
                    <a:pt x="83373" y="527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3" name="Shape 5143"/>
            <p:cNvSpPr/>
            <p:nvPr/>
          </p:nvSpPr>
          <p:spPr>
            <a:xfrm>
              <a:off x="6485314" y="4919398"/>
              <a:ext cx="274286" cy="2393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720" y="0"/>
                  </a:moveTo>
                  <a:lnTo>
                    <a:pt x="106720" y="0"/>
                  </a:lnTo>
                  <a:cubicBezTo>
                    <a:pt x="12796" y="0"/>
                    <a:pt x="12796" y="0"/>
                    <a:pt x="12796" y="0"/>
                  </a:cubicBezTo>
                  <a:cubicBezTo>
                    <a:pt x="6277" y="0"/>
                    <a:pt x="0" y="4689"/>
                    <a:pt x="0" y="12137"/>
                  </a:cubicBezTo>
                  <a:cubicBezTo>
                    <a:pt x="0" y="88000"/>
                    <a:pt x="0" y="88000"/>
                    <a:pt x="0" y="88000"/>
                  </a:cubicBezTo>
                  <a:cubicBezTo>
                    <a:pt x="0" y="95172"/>
                    <a:pt x="4104" y="102620"/>
                    <a:pt x="10623" y="105103"/>
                  </a:cubicBezTo>
                  <a:cubicBezTo>
                    <a:pt x="38631" y="110068"/>
                    <a:pt x="38631" y="110068"/>
                    <a:pt x="38631" y="110068"/>
                  </a:cubicBezTo>
                  <a:cubicBezTo>
                    <a:pt x="38631" y="110068"/>
                    <a:pt x="14969" y="119724"/>
                    <a:pt x="29698" y="119724"/>
                  </a:cubicBezTo>
                  <a:cubicBezTo>
                    <a:pt x="89818" y="119724"/>
                    <a:pt x="89818" y="119724"/>
                    <a:pt x="89818" y="119724"/>
                  </a:cubicBezTo>
                  <a:cubicBezTo>
                    <a:pt x="104788" y="119724"/>
                    <a:pt x="81126" y="110068"/>
                    <a:pt x="81126" y="110068"/>
                  </a:cubicBezTo>
                  <a:cubicBezTo>
                    <a:pt x="108893" y="105103"/>
                    <a:pt x="108893" y="105103"/>
                    <a:pt x="108893" y="105103"/>
                  </a:cubicBezTo>
                  <a:cubicBezTo>
                    <a:pt x="115653" y="102620"/>
                    <a:pt x="119758" y="95172"/>
                    <a:pt x="119758" y="88000"/>
                  </a:cubicBezTo>
                  <a:cubicBezTo>
                    <a:pt x="119758" y="12137"/>
                    <a:pt x="119758" y="12137"/>
                    <a:pt x="119758" y="12137"/>
                  </a:cubicBezTo>
                  <a:cubicBezTo>
                    <a:pt x="119758" y="4689"/>
                    <a:pt x="113480" y="0"/>
                    <a:pt x="106720" y="0"/>
                  </a:cubicBezTo>
                  <a:close/>
                  <a:moveTo>
                    <a:pt x="106720" y="88000"/>
                  </a:moveTo>
                  <a:lnTo>
                    <a:pt x="106720" y="88000"/>
                  </a:lnTo>
                  <a:cubicBezTo>
                    <a:pt x="12796" y="88000"/>
                    <a:pt x="12796" y="88000"/>
                    <a:pt x="12796" y="88000"/>
                  </a:cubicBezTo>
                  <a:cubicBezTo>
                    <a:pt x="12796" y="12137"/>
                    <a:pt x="12796" y="12137"/>
                    <a:pt x="12796" y="12137"/>
                  </a:cubicBezTo>
                  <a:cubicBezTo>
                    <a:pt x="106720" y="12137"/>
                    <a:pt x="106720" y="12137"/>
                    <a:pt x="106720" y="12137"/>
                  </a:cubicBezTo>
                  <a:lnTo>
                    <a:pt x="106720" y="880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4" name="Shape 5144"/>
            <p:cNvSpPr/>
            <p:nvPr/>
          </p:nvSpPr>
          <p:spPr>
            <a:xfrm>
              <a:off x="7576622" y="3827805"/>
              <a:ext cx="274285" cy="2354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5533" y="65070"/>
                  </a:moveTo>
                  <a:lnTo>
                    <a:pt x="55533" y="65070"/>
                  </a:lnTo>
                  <a:cubicBezTo>
                    <a:pt x="66156" y="65070"/>
                    <a:pt x="66156" y="65070"/>
                    <a:pt x="66156" y="65070"/>
                  </a:cubicBezTo>
                  <a:cubicBezTo>
                    <a:pt x="66156" y="77464"/>
                    <a:pt x="66156" y="77464"/>
                    <a:pt x="66156" y="77464"/>
                  </a:cubicBezTo>
                  <a:cubicBezTo>
                    <a:pt x="119758" y="77464"/>
                    <a:pt x="119758" y="77464"/>
                    <a:pt x="119758" y="77464"/>
                  </a:cubicBezTo>
                  <a:cubicBezTo>
                    <a:pt x="119758" y="77464"/>
                    <a:pt x="119758" y="47323"/>
                    <a:pt x="117585" y="37464"/>
                  </a:cubicBezTo>
                  <a:cubicBezTo>
                    <a:pt x="117585" y="27323"/>
                    <a:pt x="115412" y="22535"/>
                    <a:pt x="106961" y="22535"/>
                  </a:cubicBezTo>
                  <a:cubicBezTo>
                    <a:pt x="87645" y="22535"/>
                    <a:pt x="87645" y="22535"/>
                    <a:pt x="87645" y="22535"/>
                  </a:cubicBezTo>
                  <a:cubicBezTo>
                    <a:pt x="83299" y="14929"/>
                    <a:pt x="81368" y="7605"/>
                    <a:pt x="81368" y="7605"/>
                  </a:cubicBezTo>
                  <a:cubicBezTo>
                    <a:pt x="79195" y="2535"/>
                    <a:pt x="77022" y="0"/>
                    <a:pt x="72434" y="0"/>
                  </a:cubicBezTo>
                  <a:cubicBezTo>
                    <a:pt x="46841" y="0"/>
                    <a:pt x="46841" y="0"/>
                    <a:pt x="46841" y="0"/>
                  </a:cubicBezTo>
                  <a:cubicBezTo>
                    <a:pt x="42736" y="0"/>
                    <a:pt x="40563" y="2535"/>
                    <a:pt x="40563" y="7605"/>
                  </a:cubicBezTo>
                  <a:cubicBezTo>
                    <a:pt x="38390" y="7605"/>
                    <a:pt x="36217" y="14929"/>
                    <a:pt x="32112" y="22535"/>
                  </a:cubicBezTo>
                  <a:cubicBezTo>
                    <a:pt x="12796" y="22535"/>
                    <a:pt x="12796" y="22535"/>
                    <a:pt x="12796" y="22535"/>
                  </a:cubicBezTo>
                  <a:cubicBezTo>
                    <a:pt x="4104" y="22535"/>
                    <a:pt x="2173" y="27323"/>
                    <a:pt x="2173" y="37464"/>
                  </a:cubicBezTo>
                  <a:cubicBezTo>
                    <a:pt x="0" y="47323"/>
                    <a:pt x="0" y="77464"/>
                    <a:pt x="0" y="77464"/>
                  </a:cubicBezTo>
                  <a:cubicBezTo>
                    <a:pt x="55533" y="77464"/>
                    <a:pt x="55533" y="77464"/>
                    <a:pt x="55533" y="77464"/>
                  </a:cubicBezTo>
                  <a:lnTo>
                    <a:pt x="55533" y="65070"/>
                  </a:lnTo>
                  <a:close/>
                  <a:moveTo>
                    <a:pt x="44909" y="14929"/>
                  </a:moveTo>
                  <a:lnTo>
                    <a:pt x="44909" y="14929"/>
                  </a:lnTo>
                  <a:cubicBezTo>
                    <a:pt x="46841" y="12394"/>
                    <a:pt x="46841" y="10140"/>
                    <a:pt x="51187" y="10140"/>
                  </a:cubicBezTo>
                  <a:cubicBezTo>
                    <a:pt x="68571" y="10140"/>
                    <a:pt x="68571" y="10140"/>
                    <a:pt x="68571" y="10140"/>
                  </a:cubicBezTo>
                  <a:cubicBezTo>
                    <a:pt x="72434" y="10140"/>
                    <a:pt x="72434" y="12394"/>
                    <a:pt x="74607" y="14929"/>
                  </a:cubicBezTo>
                  <a:cubicBezTo>
                    <a:pt x="74607" y="14929"/>
                    <a:pt x="77022" y="20000"/>
                    <a:pt x="77022" y="22535"/>
                  </a:cubicBezTo>
                  <a:cubicBezTo>
                    <a:pt x="42736" y="22535"/>
                    <a:pt x="42736" y="22535"/>
                    <a:pt x="42736" y="22535"/>
                  </a:cubicBezTo>
                  <a:cubicBezTo>
                    <a:pt x="44909" y="20000"/>
                    <a:pt x="44909" y="14929"/>
                    <a:pt x="44909" y="14929"/>
                  </a:cubicBezTo>
                  <a:close/>
                  <a:moveTo>
                    <a:pt x="66156" y="100000"/>
                  </a:moveTo>
                  <a:lnTo>
                    <a:pt x="66156" y="100000"/>
                  </a:lnTo>
                  <a:cubicBezTo>
                    <a:pt x="55533" y="100000"/>
                    <a:pt x="55533" y="100000"/>
                    <a:pt x="55533" y="100000"/>
                  </a:cubicBezTo>
                  <a:cubicBezTo>
                    <a:pt x="55533" y="85070"/>
                    <a:pt x="55533" y="85070"/>
                    <a:pt x="55533" y="85070"/>
                  </a:cubicBezTo>
                  <a:cubicBezTo>
                    <a:pt x="2173" y="85070"/>
                    <a:pt x="2173" y="85070"/>
                    <a:pt x="2173" y="85070"/>
                  </a:cubicBezTo>
                  <a:cubicBezTo>
                    <a:pt x="2173" y="85070"/>
                    <a:pt x="4104" y="97464"/>
                    <a:pt x="4104" y="107323"/>
                  </a:cubicBezTo>
                  <a:cubicBezTo>
                    <a:pt x="4104" y="112394"/>
                    <a:pt x="6277" y="119718"/>
                    <a:pt x="14969" y="119718"/>
                  </a:cubicBezTo>
                  <a:cubicBezTo>
                    <a:pt x="104788" y="119718"/>
                    <a:pt x="104788" y="119718"/>
                    <a:pt x="104788" y="119718"/>
                  </a:cubicBezTo>
                  <a:cubicBezTo>
                    <a:pt x="113239" y="119718"/>
                    <a:pt x="115412" y="112394"/>
                    <a:pt x="115412" y="107323"/>
                  </a:cubicBezTo>
                  <a:cubicBezTo>
                    <a:pt x="115412" y="97464"/>
                    <a:pt x="117585" y="85070"/>
                    <a:pt x="117585" y="85070"/>
                  </a:cubicBezTo>
                  <a:cubicBezTo>
                    <a:pt x="66156" y="85070"/>
                    <a:pt x="66156" y="85070"/>
                    <a:pt x="66156" y="85070"/>
                  </a:cubicBezTo>
                  <a:lnTo>
                    <a:pt x="66156" y="1000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5" name="Shape 5145"/>
            <p:cNvSpPr/>
            <p:nvPr/>
          </p:nvSpPr>
          <p:spPr>
            <a:xfrm>
              <a:off x="3211394" y="4407653"/>
              <a:ext cx="274285" cy="16733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991" y="59801"/>
                  </a:moveTo>
                  <a:lnTo>
                    <a:pt x="91991" y="59801"/>
                  </a:lnTo>
                  <a:cubicBezTo>
                    <a:pt x="91991" y="35643"/>
                    <a:pt x="100684" y="17821"/>
                    <a:pt x="104788" y="17821"/>
                  </a:cubicBezTo>
                  <a:cubicBezTo>
                    <a:pt x="106961" y="17821"/>
                    <a:pt x="113480" y="17821"/>
                    <a:pt x="113480" y="17821"/>
                  </a:cubicBezTo>
                  <a:cubicBezTo>
                    <a:pt x="109134" y="7128"/>
                    <a:pt x="106961" y="0"/>
                    <a:pt x="91991" y="0"/>
                  </a:cubicBezTo>
                  <a:cubicBezTo>
                    <a:pt x="32112" y="0"/>
                    <a:pt x="32112" y="0"/>
                    <a:pt x="32112" y="0"/>
                  </a:cubicBezTo>
                  <a:cubicBezTo>
                    <a:pt x="8692" y="0"/>
                    <a:pt x="0" y="35643"/>
                    <a:pt x="0" y="59801"/>
                  </a:cubicBezTo>
                  <a:cubicBezTo>
                    <a:pt x="0" y="84356"/>
                    <a:pt x="8692" y="119603"/>
                    <a:pt x="32112" y="119603"/>
                  </a:cubicBezTo>
                  <a:cubicBezTo>
                    <a:pt x="91991" y="119603"/>
                    <a:pt x="91991" y="119603"/>
                    <a:pt x="91991" y="119603"/>
                  </a:cubicBezTo>
                  <a:cubicBezTo>
                    <a:pt x="106961" y="119603"/>
                    <a:pt x="109134" y="112475"/>
                    <a:pt x="113480" y="101782"/>
                  </a:cubicBezTo>
                  <a:cubicBezTo>
                    <a:pt x="113480" y="101782"/>
                    <a:pt x="111307" y="101782"/>
                    <a:pt x="104788" y="101782"/>
                  </a:cubicBezTo>
                  <a:cubicBezTo>
                    <a:pt x="100684" y="101782"/>
                    <a:pt x="91991" y="87920"/>
                    <a:pt x="91991" y="59801"/>
                  </a:cubicBezTo>
                  <a:close/>
                  <a:moveTo>
                    <a:pt x="74849" y="77623"/>
                  </a:moveTo>
                  <a:lnTo>
                    <a:pt x="74849" y="77623"/>
                  </a:lnTo>
                  <a:cubicBezTo>
                    <a:pt x="74849" y="80792"/>
                    <a:pt x="72917" y="77623"/>
                    <a:pt x="72917" y="77623"/>
                  </a:cubicBezTo>
                  <a:cubicBezTo>
                    <a:pt x="53360" y="66930"/>
                    <a:pt x="53360" y="66930"/>
                    <a:pt x="53360" y="66930"/>
                  </a:cubicBezTo>
                  <a:cubicBezTo>
                    <a:pt x="53360" y="66930"/>
                    <a:pt x="53360" y="70495"/>
                    <a:pt x="51187" y="77623"/>
                  </a:cubicBezTo>
                  <a:cubicBezTo>
                    <a:pt x="49255" y="80792"/>
                    <a:pt x="49255" y="87920"/>
                    <a:pt x="44909" y="80792"/>
                  </a:cubicBezTo>
                  <a:cubicBezTo>
                    <a:pt x="38390" y="74059"/>
                    <a:pt x="23661" y="49504"/>
                    <a:pt x="23661" y="49504"/>
                  </a:cubicBezTo>
                  <a:cubicBezTo>
                    <a:pt x="23661" y="49504"/>
                    <a:pt x="21488" y="45940"/>
                    <a:pt x="21488" y="42376"/>
                  </a:cubicBezTo>
                  <a:cubicBezTo>
                    <a:pt x="23661" y="42376"/>
                    <a:pt x="25593" y="42376"/>
                    <a:pt x="25593" y="42376"/>
                  </a:cubicBezTo>
                  <a:cubicBezTo>
                    <a:pt x="42736" y="56633"/>
                    <a:pt x="42736" y="56633"/>
                    <a:pt x="42736" y="56633"/>
                  </a:cubicBezTo>
                  <a:cubicBezTo>
                    <a:pt x="42736" y="56633"/>
                    <a:pt x="44909" y="49504"/>
                    <a:pt x="47082" y="45940"/>
                  </a:cubicBezTo>
                  <a:cubicBezTo>
                    <a:pt x="47082" y="38811"/>
                    <a:pt x="49255" y="35643"/>
                    <a:pt x="53360" y="42376"/>
                  </a:cubicBezTo>
                  <a:cubicBezTo>
                    <a:pt x="57706" y="45940"/>
                    <a:pt x="74849" y="74059"/>
                    <a:pt x="74849" y="74059"/>
                  </a:cubicBezTo>
                  <a:cubicBezTo>
                    <a:pt x="74849" y="74059"/>
                    <a:pt x="77022" y="77623"/>
                    <a:pt x="74849" y="77623"/>
                  </a:cubicBezTo>
                  <a:close/>
                  <a:moveTo>
                    <a:pt x="113480" y="38811"/>
                  </a:moveTo>
                  <a:lnTo>
                    <a:pt x="113480" y="38811"/>
                  </a:lnTo>
                  <a:cubicBezTo>
                    <a:pt x="109134" y="38811"/>
                    <a:pt x="109134" y="38811"/>
                    <a:pt x="109134" y="38811"/>
                  </a:cubicBezTo>
                  <a:cubicBezTo>
                    <a:pt x="104788" y="38811"/>
                    <a:pt x="102615" y="49504"/>
                    <a:pt x="102615" y="59801"/>
                  </a:cubicBezTo>
                  <a:cubicBezTo>
                    <a:pt x="102615" y="70495"/>
                    <a:pt x="104788" y="80792"/>
                    <a:pt x="109134" y="80792"/>
                  </a:cubicBezTo>
                  <a:cubicBezTo>
                    <a:pt x="113480" y="80792"/>
                    <a:pt x="113480" y="80792"/>
                    <a:pt x="113480" y="80792"/>
                  </a:cubicBezTo>
                  <a:cubicBezTo>
                    <a:pt x="115412" y="80792"/>
                    <a:pt x="119758" y="70495"/>
                    <a:pt x="119758" y="59801"/>
                  </a:cubicBezTo>
                  <a:cubicBezTo>
                    <a:pt x="119758" y="49504"/>
                    <a:pt x="115412" y="38811"/>
                    <a:pt x="113480" y="388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6" name="Shape 5146"/>
            <p:cNvSpPr/>
            <p:nvPr/>
          </p:nvSpPr>
          <p:spPr>
            <a:xfrm>
              <a:off x="5938688" y="3856993"/>
              <a:ext cx="274285" cy="177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807" y="33375"/>
                  </a:moveTo>
                  <a:lnTo>
                    <a:pt x="91807" y="33375"/>
                  </a:lnTo>
                  <a:cubicBezTo>
                    <a:pt x="89638" y="33375"/>
                    <a:pt x="87710" y="33375"/>
                    <a:pt x="85542" y="33375"/>
                  </a:cubicBezTo>
                  <a:cubicBezTo>
                    <a:pt x="81204" y="13500"/>
                    <a:pt x="70602" y="0"/>
                    <a:pt x="55662" y="0"/>
                  </a:cubicBezTo>
                  <a:cubicBezTo>
                    <a:pt x="38554" y="0"/>
                    <a:pt x="23614" y="23250"/>
                    <a:pt x="23614" y="50250"/>
                  </a:cubicBezTo>
                  <a:cubicBezTo>
                    <a:pt x="23614" y="50250"/>
                    <a:pt x="23614" y="53250"/>
                    <a:pt x="23614" y="56250"/>
                  </a:cubicBezTo>
                  <a:cubicBezTo>
                    <a:pt x="23614" y="56250"/>
                    <a:pt x="23614" y="56250"/>
                    <a:pt x="21445" y="56250"/>
                  </a:cubicBezTo>
                  <a:cubicBezTo>
                    <a:pt x="10843" y="56250"/>
                    <a:pt x="0" y="70125"/>
                    <a:pt x="0" y="90000"/>
                  </a:cubicBezTo>
                  <a:cubicBezTo>
                    <a:pt x="0" y="106500"/>
                    <a:pt x="10843" y="119625"/>
                    <a:pt x="21445" y="119625"/>
                  </a:cubicBezTo>
                  <a:cubicBezTo>
                    <a:pt x="91807" y="119625"/>
                    <a:pt x="91807" y="119625"/>
                    <a:pt x="91807" y="119625"/>
                  </a:cubicBezTo>
                  <a:cubicBezTo>
                    <a:pt x="106746" y="119625"/>
                    <a:pt x="119759" y="103125"/>
                    <a:pt x="119759" y="76500"/>
                  </a:cubicBezTo>
                  <a:cubicBezTo>
                    <a:pt x="119759" y="53250"/>
                    <a:pt x="106746" y="33375"/>
                    <a:pt x="91807" y="33375"/>
                  </a:cubicBezTo>
                  <a:close/>
                  <a:moveTo>
                    <a:pt x="68433" y="73125"/>
                  </a:moveTo>
                  <a:lnTo>
                    <a:pt x="68433" y="73125"/>
                  </a:lnTo>
                  <a:cubicBezTo>
                    <a:pt x="64096" y="79875"/>
                    <a:pt x="53493" y="99750"/>
                    <a:pt x="51325" y="103125"/>
                  </a:cubicBezTo>
                  <a:cubicBezTo>
                    <a:pt x="51325" y="103125"/>
                    <a:pt x="49156" y="106500"/>
                    <a:pt x="46987" y="103125"/>
                  </a:cubicBezTo>
                  <a:cubicBezTo>
                    <a:pt x="46987" y="103125"/>
                    <a:pt x="46987" y="103125"/>
                    <a:pt x="46987" y="99750"/>
                  </a:cubicBezTo>
                  <a:lnTo>
                    <a:pt x="46987" y="96375"/>
                  </a:lnTo>
                  <a:cubicBezTo>
                    <a:pt x="53493" y="76500"/>
                    <a:pt x="53493" y="76500"/>
                    <a:pt x="53493" y="76500"/>
                  </a:cubicBezTo>
                  <a:cubicBezTo>
                    <a:pt x="53493" y="73125"/>
                    <a:pt x="51325" y="73125"/>
                    <a:pt x="49156" y="73125"/>
                  </a:cubicBezTo>
                  <a:lnTo>
                    <a:pt x="49156" y="73125"/>
                  </a:lnTo>
                  <a:cubicBezTo>
                    <a:pt x="46987" y="70125"/>
                    <a:pt x="44819" y="70125"/>
                    <a:pt x="44819" y="66750"/>
                  </a:cubicBezTo>
                  <a:cubicBezTo>
                    <a:pt x="44819" y="63375"/>
                    <a:pt x="44819" y="63375"/>
                    <a:pt x="46987" y="60000"/>
                  </a:cubicBezTo>
                  <a:cubicBezTo>
                    <a:pt x="49156" y="53250"/>
                    <a:pt x="62168" y="33375"/>
                    <a:pt x="62168" y="33375"/>
                  </a:cubicBezTo>
                  <a:cubicBezTo>
                    <a:pt x="64096" y="30000"/>
                    <a:pt x="64096" y="30000"/>
                    <a:pt x="66265" y="30000"/>
                  </a:cubicBezTo>
                  <a:cubicBezTo>
                    <a:pt x="66265" y="33375"/>
                    <a:pt x="68433" y="33375"/>
                    <a:pt x="68433" y="33375"/>
                  </a:cubicBezTo>
                  <a:cubicBezTo>
                    <a:pt x="68433" y="36375"/>
                    <a:pt x="66265" y="36375"/>
                    <a:pt x="66265" y="39750"/>
                  </a:cubicBezTo>
                  <a:cubicBezTo>
                    <a:pt x="60000" y="60000"/>
                    <a:pt x="60000" y="60000"/>
                    <a:pt x="60000" y="60000"/>
                  </a:cubicBezTo>
                  <a:cubicBezTo>
                    <a:pt x="62168" y="60000"/>
                    <a:pt x="64096" y="63375"/>
                    <a:pt x="66265" y="63375"/>
                  </a:cubicBezTo>
                  <a:lnTo>
                    <a:pt x="66265" y="63375"/>
                  </a:lnTo>
                  <a:cubicBezTo>
                    <a:pt x="68433" y="63375"/>
                    <a:pt x="70602" y="66750"/>
                    <a:pt x="70602" y="70125"/>
                  </a:cubicBezTo>
                  <a:lnTo>
                    <a:pt x="68433" y="73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7" name="Shape 5147"/>
            <p:cNvSpPr/>
            <p:nvPr/>
          </p:nvSpPr>
          <p:spPr>
            <a:xfrm>
              <a:off x="8121303" y="3296604"/>
              <a:ext cx="274285" cy="21014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9315" y="77905"/>
                  </a:moveTo>
                  <a:lnTo>
                    <a:pt x="19315" y="77905"/>
                  </a:lnTo>
                  <a:cubicBezTo>
                    <a:pt x="23420" y="92041"/>
                    <a:pt x="25593" y="97696"/>
                    <a:pt x="38390" y="103036"/>
                  </a:cubicBezTo>
                  <a:cubicBezTo>
                    <a:pt x="49014" y="111518"/>
                    <a:pt x="55533" y="119685"/>
                    <a:pt x="59879" y="119685"/>
                  </a:cubicBezTo>
                  <a:cubicBezTo>
                    <a:pt x="64225" y="119685"/>
                    <a:pt x="70744" y="111518"/>
                    <a:pt x="81368" y="105863"/>
                  </a:cubicBezTo>
                  <a:cubicBezTo>
                    <a:pt x="94164" y="97696"/>
                    <a:pt x="89818" y="97696"/>
                    <a:pt x="94164" y="81047"/>
                  </a:cubicBezTo>
                  <a:cubicBezTo>
                    <a:pt x="59879" y="103036"/>
                    <a:pt x="59879" y="103036"/>
                    <a:pt x="59879" y="103036"/>
                  </a:cubicBezTo>
                  <a:lnTo>
                    <a:pt x="19315" y="77905"/>
                  </a:lnTo>
                  <a:close/>
                  <a:moveTo>
                    <a:pt x="117585" y="38952"/>
                  </a:moveTo>
                  <a:lnTo>
                    <a:pt x="117585" y="38952"/>
                  </a:lnTo>
                  <a:cubicBezTo>
                    <a:pt x="66156" y="2827"/>
                    <a:pt x="66156" y="2827"/>
                    <a:pt x="66156" y="2827"/>
                  </a:cubicBezTo>
                  <a:cubicBezTo>
                    <a:pt x="64225" y="0"/>
                    <a:pt x="57706" y="0"/>
                    <a:pt x="53360" y="2827"/>
                  </a:cubicBezTo>
                  <a:cubicBezTo>
                    <a:pt x="2173" y="38952"/>
                    <a:pt x="2173" y="38952"/>
                    <a:pt x="2173" y="38952"/>
                  </a:cubicBezTo>
                  <a:cubicBezTo>
                    <a:pt x="0" y="41780"/>
                    <a:pt x="0" y="44607"/>
                    <a:pt x="2173" y="50261"/>
                  </a:cubicBezTo>
                  <a:cubicBezTo>
                    <a:pt x="53360" y="86387"/>
                    <a:pt x="53360" y="86387"/>
                    <a:pt x="53360" y="86387"/>
                  </a:cubicBezTo>
                  <a:cubicBezTo>
                    <a:pt x="57706" y="89214"/>
                    <a:pt x="64225" y="89214"/>
                    <a:pt x="66156" y="86387"/>
                  </a:cubicBezTo>
                  <a:cubicBezTo>
                    <a:pt x="98511" y="61256"/>
                    <a:pt x="98511" y="61256"/>
                    <a:pt x="98511" y="61256"/>
                  </a:cubicBezTo>
                  <a:cubicBezTo>
                    <a:pt x="64225" y="50261"/>
                    <a:pt x="64225" y="50261"/>
                    <a:pt x="64225" y="50261"/>
                  </a:cubicBezTo>
                  <a:cubicBezTo>
                    <a:pt x="62052" y="50261"/>
                    <a:pt x="62052" y="52774"/>
                    <a:pt x="59879" y="52774"/>
                  </a:cubicBezTo>
                  <a:cubicBezTo>
                    <a:pt x="53360" y="52774"/>
                    <a:pt x="49014" y="47434"/>
                    <a:pt x="49014" y="41780"/>
                  </a:cubicBezTo>
                  <a:cubicBezTo>
                    <a:pt x="49014" y="38952"/>
                    <a:pt x="53360" y="33612"/>
                    <a:pt x="59879" y="33612"/>
                  </a:cubicBezTo>
                  <a:cubicBezTo>
                    <a:pt x="64225" y="33612"/>
                    <a:pt x="68571" y="36125"/>
                    <a:pt x="70744" y="38952"/>
                  </a:cubicBezTo>
                  <a:cubicBezTo>
                    <a:pt x="106961" y="55602"/>
                    <a:pt x="106961" y="55602"/>
                    <a:pt x="106961" y="55602"/>
                  </a:cubicBezTo>
                  <a:cubicBezTo>
                    <a:pt x="117585" y="50261"/>
                    <a:pt x="117585" y="50261"/>
                    <a:pt x="117585" y="50261"/>
                  </a:cubicBezTo>
                  <a:cubicBezTo>
                    <a:pt x="119758" y="44607"/>
                    <a:pt x="119758" y="41780"/>
                    <a:pt x="117585" y="38952"/>
                  </a:cubicBezTo>
                  <a:close/>
                  <a:moveTo>
                    <a:pt x="102615" y="108691"/>
                  </a:moveTo>
                  <a:lnTo>
                    <a:pt x="102615" y="108691"/>
                  </a:lnTo>
                  <a:cubicBezTo>
                    <a:pt x="100442" y="111518"/>
                    <a:pt x="109134" y="114345"/>
                    <a:pt x="111307" y="105863"/>
                  </a:cubicBezTo>
                  <a:cubicBezTo>
                    <a:pt x="113239" y="66910"/>
                    <a:pt x="106961" y="55602"/>
                    <a:pt x="106961" y="55602"/>
                  </a:cubicBezTo>
                  <a:cubicBezTo>
                    <a:pt x="98511" y="61256"/>
                    <a:pt x="98511" y="61256"/>
                    <a:pt x="98511" y="61256"/>
                  </a:cubicBezTo>
                  <a:cubicBezTo>
                    <a:pt x="98511" y="61256"/>
                    <a:pt x="106961" y="69738"/>
                    <a:pt x="102615" y="1086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8" name="Shape 5148"/>
            <p:cNvSpPr/>
            <p:nvPr/>
          </p:nvSpPr>
          <p:spPr>
            <a:xfrm>
              <a:off x="2122032" y="3277147"/>
              <a:ext cx="272340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9277" y="40719"/>
                  </a:moveTo>
                  <a:lnTo>
                    <a:pt x="19277" y="40719"/>
                  </a:lnTo>
                  <a:cubicBezTo>
                    <a:pt x="23373" y="36134"/>
                    <a:pt x="27951" y="38561"/>
                    <a:pt x="34216" y="45573"/>
                  </a:cubicBezTo>
                  <a:cubicBezTo>
                    <a:pt x="36385" y="48000"/>
                    <a:pt x="36385" y="45573"/>
                    <a:pt x="36385" y="45573"/>
                  </a:cubicBezTo>
                  <a:cubicBezTo>
                    <a:pt x="38554" y="45573"/>
                    <a:pt x="44819" y="36134"/>
                    <a:pt x="46987" y="36134"/>
                  </a:cubicBezTo>
                  <a:cubicBezTo>
                    <a:pt x="46987" y="36134"/>
                    <a:pt x="46987" y="36134"/>
                    <a:pt x="46987" y="33707"/>
                  </a:cubicBezTo>
                  <a:cubicBezTo>
                    <a:pt x="44819" y="33707"/>
                    <a:pt x="42891" y="31280"/>
                    <a:pt x="42891" y="28853"/>
                  </a:cubicBezTo>
                  <a:cubicBezTo>
                    <a:pt x="32048" y="12134"/>
                    <a:pt x="72530" y="2696"/>
                    <a:pt x="66265" y="2696"/>
                  </a:cubicBezTo>
                  <a:cubicBezTo>
                    <a:pt x="61927" y="0"/>
                    <a:pt x="49156" y="0"/>
                    <a:pt x="46987" y="0"/>
                  </a:cubicBezTo>
                  <a:cubicBezTo>
                    <a:pt x="40722" y="2696"/>
                    <a:pt x="30120" y="9707"/>
                    <a:pt x="25783" y="14561"/>
                  </a:cubicBezTo>
                  <a:cubicBezTo>
                    <a:pt x="19277" y="19415"/>
                    <a:pt x="17349" y="21842"/>
                    <a:pt x="17349" y="21842"/>
                  </a:cubicBezTo>
                  <a:cubicBezTo>
                    <a:pt x="14939" y="24000"/>
                    <a:pt x="17349" y="28853"/>
                    <a:pt x="12771" y="31280"/>
                  </a:cubicBezTo>
                  <a:cubicBezTo>
                    <a:pt x="8674" y="33707"/>
                    <a:pt x="6506" y="31280"/>
                    <a:pt x="4337" y="33707"/>
                  </a:cubicBezTo>
                  <a:cubicBezTo>
                    <a:pt x="4337" y="36134"/>
                    <a:pt x="2168" y="36134"/>
                    <a:pt x="0" y="38561"/>
                  </a:cubicBezTo>
                  <a:lnTo>
                    <a:pt x="0" y="40719"/>
                  </a:lnTo>
                  <a:lnTo>
                    <a:pt x="8674" y="50426"/>
                  </a:lnTo>
                  <a:cubicBezTo>
                    <a:pt x="8674" y="52853"/>
                    <a:pt x="10602" y="52853"/>
                    <a:pt x="12771" y="52853"/>
                  </a:cubicBezTo>
                  <a:cubicBezTo>
                    <a:pt x="12771" y="50426"/>
                    <a:pt x="14939" y="48000"/>
                    <a:pt x="17349" y="48000"/>
                  </a:cubicBezTo>
                  <a:cubicBezTo>
                    <a:pt x="17349" y="48000"/>
                    <a:pt x="17349" y="40719"/>
                    <a:pt x="19277" y="40719"/>
                  </a:cubicBezTo>
                  <a:close/>
                  <a:moveTo>
                    <a:pt x="53493" y="43146"/>
                  </a:moveTo>
                  <a:lnTo>
                    <a:pt x="53493" y="43146"/>
                  </a:lnTo>
                  <a:cubicBezTo>
                    <a:pt x="51325" y="43146"/>
                    <a:pt x="51325" y="43146"/>
                    <a:pt x="51325" y="43146"/>
                  </a:cubicBezTo>
                  <a:cubicBezTo>
                    <a:pt x="42891" y="50426"/>
                    <a:pt x="42891" y="50426"/>
                    <a:pt x="42891" y="50426"/>
                  </a:cubicBezTo>
                  <a:cubicBezTo>
                    <a:pt x="40722" y="52853"/>
                    <a:pt x="40722" y="52853"/>
                    <a:pt x="40722" y="55011"/>
                  </a:cubicBezTo>
                  <a:cubicBezTo>
                    <a:pt x="91807" y="117303"/>
                    <a:pt x="91807" y="117303"/>
                    <a:pt x="91807" y="117303"/>
                  </a:cubicBezTo>
                  <a:cubicBezTo>
                    <a:pt x="91807" y="119730"/>
                    <a:pt x="94216" y="119730"/>
                    <a:pt x="96144" y="117303"/>
                  </a:cubicBezTo>
                  <a:cubicBezTo>
                    <a:pt x="102650" y="112449"/>
                    <a:pt x="102650" y="112449"/>
                    <a:pt x="102650" y="112449"/>
                  </a:cubicBezTo>
                  <a:cubicBezTo>
                    <a:pt x="102650" y="110022"/>
                    <a:pt x="102650" y="107865"/>
                    <a:pt x="102650" y="107865"/>
                  </a:cubicBezTo>
                  <a:lnTo>
                    <a:pt x="53493" y="43146"/>
                  </a:lnTo>
                  <a:close/>
                  <a:moveTo>
                    <a:pt x="119759" y="16988"/>
                  </a:moveTo>
                  <a:lnTo>
                    <a:pt x="119759" y="16988"/>
                  </a:lnTo>
                  <a:cubicBezTo>
                    <a:pt x="117590" y="12134"/>
                    <a:pt x="117590" y="14561"/>
                    <a:pt x="115421" y="14561"/>
                  </a:cubicBezTo>
                  <a:cubicBezTo>
                    <a:pt x="115421" y="16988"/>
                    <a:pt x="111084" y="21842"/>
                    <a:pt x="111084" y="24000"/>
                  </a:cubicBezTo>
                  <a:cubicBezTo>
                    <a:pt x="108915" y="28853"/>
                    <a:pt x="104819" y="33707"/>
                    <a:pt x="98313" y="28853"/>
                  </a:cubicBezTo>
                  <a:cubicBezTo>
                    <a:pt x="91807" y="21842"/>
                    <a:pt x="94216" y="19415"/>
                    <a:pt x="96144" y="16988"/>
                  </a:cubicBezTo>
                  <a:cubicBezTo>
                    <a:pt x="96144" y="14561"/>
                    <a:pt x="100481" y="7550"/>
                    <a:pt x="100481" y="5123"/>
                  </a:cubicBezTo>
                  <a:cubicBezTo>
                    <a:pt x="102650" y="5123"/>
                    <a:pt x="100481" y="2696"/>
                    <a:pt x="98313" y="2696"/>
                  </a:cubicBezTo>
                  <a:cubicBezTo>
                    <a:pt x="96144" y="5123"/>
                    <a:pt x="83373" y="9707"/>
                    <a:pt x="81204" y="19415"/>
                  </a:cubicBezTo>
                  <a:cubicBezTo>
                    <a:pt x="79036" y="26426"/>
                    <a:pt x="83373" y="33707"/>
                    <a:pt x="76867" y="40719"/>
                  </a:cubicBezTo>
                  <a:cubicBezTo>
                    <a:pt x="68433" y="50426"/>
                    <a:pt x="68433" y="50426"/>
                    <a:pt x="68433" y="50426"/>
                  </a:cubicBezTo>
                  <a:cubicBezTo>
                    <a:pt x="76867" y="62292"/>
                    <a:pt x="76867" y="62292"/>
                    <a:pt x="76867" y="62292"/>
                  </a:cubicBezTo>
                  <a:cubicBezTo>
                    <a:pt x="87710" y="50426"/>
                    <a:pt x="87710" y="50426"/>
                    <a:pt x="87710" y="50426"/>
                  </a:cubicBezTo>
                  <a:cubicBezTo>
                    <a:pt x="89638" y="48000"/>
                    <a:pt x="94216" y="45573"/>
                    <a:pt x="98313" y="48000"/>
                  </a:cubicBezTo>
                  <a:cubicBezTo>
                    <a:pt x="108915" y="50426"/>
                    <a:pt x="113253" y="45573"/>
                    <a:pt x="117590" y="38561"/>
                  </a:cubicBezTo>
                  <a:cubicBezTo>
                    <a:pt x="119759" y="31280"/>
                    <a:pt x="119759" y="19415"/>
                    <a:pt x="119759" y="16988"/>
                  </a:cubicBezTo>
                  <a:close/>
                  <a:moveTo>
                    <a:pt x="17349" y="107865"/>
                  </a:moveTo>
                  <a:lnTo>
                    <a:pt x="17349" y="107865"/>
                  </a:lnTo>
                  <a:cubicBezTo>
                    <a:pt x="14939" y="110022"/>
                    <a:pt x="14939" y="112449"/>
                    <a:pt x="17349" y="112449"/>
                  </a:cubicBezTo>
                  <a:cubicBezTo>
                    <a:pt x="21445" y="119730"/>
                    <a:pt x="21445" y="119730"/>
                    <a:pt x="21445" y="119730"/>
                  </a:cubicBezTo>
                  <a:cubicBezTo>
                    <a:pt x="23373" y="119730"/>
                    <a:pt x="25783" y="119730"/>
                    <a:pt x="25783" y="117303"/>
                  </a:cubicBezTo>
                  <a:cubicBezTo>
                    <a:pt x="55662" y="86292"/>
                    <a:pt x="55662" y="86292"/>
                    <a:pt x="55662" y="86292"/>
                  </a:cubicBezTo>
                  <a:cubicBezTo>
                    <a:pt x="46987" y="74157"/>
                    <a:pt x="46987" y="74157"/>
                    <a:pt x="46987" y="74157"/>
                  </a:cubicBezTo>
                  <a:lnTo>
                    <a:pt x="17349" y="1078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9" name="Shape 5149"/>
            <p:cNvSpPr/>
            <p:nvPr/>
          </p:nvSpPr>
          <p:spPr>
            <a:xfrm>
              <a:off x="7059175" y="3267417"/>
              <a:ext cx="212036" cy="2685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6344" y="15245"/>
                  </a:moveTo>
                  <a:lnTo>
                    <a:pt x="36344" y="15245"/>
                  </a:lnTo>
                  <a:cubicBezTo>
                    <a:pt x="36344" y="87295"/>
                    <a:pt x="36344" y="87295"/>
                    <a:pt x="36344" y="87295"/>
                  </a:cubicBezTo>
                  <a:cubicBezTo>
                    <a:pt x="30704" y="87295"/>
                    <a:pt x="25065" y="87295"/>
                    <a:pt x="19738" y="89508"/>
                  </a:cubicBezTo>
                  <a:cubicBezTo>
                    <a:pt x="5639" y="91475"/>
                    <a:pt x="0" y="102540"/>
                    <a:pt x="5639" y="108934"/>
                  </a:cubicBezTo>
                  <a:cubicBezTo>
                    <a:pt x="8459" y="117540"/>
                    <a:pt x="19738" y="119754"/>
                    <a:pt x="30704" y="115573"/>
                  </a:cubicBezTo>
                  <a:cubicBezTo>
                    <a:pt x="41671" y="113360"/>
                    <a:pt x="50130" y="106721"/>
                    <a:pt x="50130" y="98114"/>
                  </a:cubicBezTo>
                  <a:cubicBezTo>
                    <a:pt x="50130" y="98114"/>
                    <a:pt x="50130" y="60983"/>
                    <a:pt x="50130" y="39344"/>
                  </a:cubicBezTo>
                  <a:cubicBezTo>
                    <a:pt x="105587" y="28278"/>
                    <a:pt x="105587" y="28278"/>
                    <a:pt x="105587" y="28278"/>
                  </a:cubicBezTo>
                  <a:cubicBezTo>
                    <a:pt x="105587" y="76475"/>
                    <a:pt x="105587" y="76475"/>
                    <a:pt x="105587" y="76475"/>
                  </a:cubicBezTo>
                  <a:cubicBezTo>
                    <a:pt x="99947" y="74016"/>
                    <a:pt x="94308" y="74016"/>
                    <a:pt x="88981" y="76475"/>
                  </a:cubicBezTo>
                  <a:cubicBezTo>
                    <a:pt x="74882" y="80655"/>
                    <a:pt x="69556" y="89508"/>
                    <a:pt x="74882" y="98114"/>
                  </a:cubicBezTo>
                  <a:cubicBezTo>
                    <a:pt x="77702" y="104508"/>
                    <a:pt x="88981" y="106721"/>
                    <a:pt x="99947" y="104508"/>
                  </a:cubicBezTo>
                  <a:cubicBezTo>
                    <a:pt x="111227" y="100327"/>
                    <a:pt x="119686" y="93688"/>
                    <a:pt x="119686" y="87295"/>
                  </a:cubicBezTo>
                  <a:cubicBezTo>
                    <a:pt x="119686" y="0"/>
                    <a:pt x="119686" y="0"/>
                    <a:pt x="119686" y="0"/>
                  </a:cubicBezTo>
                  <a:lnTo>
                    <a:pt x="36344" y="15245"/>
                  </a:ln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0" name="Shape 5150"/>
            <p:cNvSpPr/>
            <p:nvPr/>
          </p:nvSpPr>
          <p:spPr>
            <a:xfrm>
              <a:off x="1030724" y="4397925"/>
              <a:ext cx="274286" cy="18290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9014" y="91513"/>
                  </a:moveTo>
                  <a:lnTo>
                    <a:pt x="49014" y="91513"/>
                  </a:lnTo>
                  <a:cubicBezTo>
                    <a:pt x="44909" y="100771"/>
                    <a:pt x="46841" y="110385"/>
                    <a:pt x="53360" y="116439"/>
                  </a:cubicBezTo>
                  <a:cubicBezTo>
                    <a:pt x="57706" y="119643"/>
                    <a:pt x="64225" y="119643"/>
                    <a:pt x="68329" y="110385"/>
                  </a:cubicBezTo>
                  <a:cubicBezTo>
                    <a:pt x="72676" y="97566"/>
                    <a:pt x="98269" y="3204"/>
                    <a:pt x="96096" y="3204"/>
                  </a:cubicBezTo>
                  <a:cubicBezTo>
                    <a:pt x="93923" y="0"/>
                    <a:pt x="53360" y="81899"/>
                    <a:pt x="49014" y="91513"/>
                  </a:cubicBezTo>
                  <a:close/>
                  <a:moveTo>
                    <a:pt x="59879" y="25281"/>
                  </a:moveTo>
                  <a:lnTo>
                    <a:pt x="59879" y="25281"/>
                  </a:lnTo>
                  <a:cubicBezTo>
                    <a:pt x="62052" y="25281"/>
                    <a:pt x="64225" y="25281"/>
                    <a:pt x="66156" y="25281"/>
                  </a:cubicBezTo>
                  <a:cubicBezTo>
                    <a:pt x="70503" y="18872"/>
                    <a:pt x="72676" y="15667"/>
                    <a:pt x="74849" y="9258"/>
                  </a:cubicBezTo>
                  <a:cubicBezTo>
                    <a:pt x="70503" y="6053"/>
                    <a:pt x="66156" y="6053"/>
                    <a:pt x="59879" y="6053"/>
                  </a:cubicBezTo>
                  <a:cubicBezTo>
                    <a:pt x="25593" y="6053"/>
                    <a:pt x="0" y="47359"/>
                    <a:pt x="0" y="100771"/>
                  </a:cubicBezTo>
                  <a:cubicBezTo>
                    <a:pt x="0" y="103976"/>
                    <a:pt x="0" y="107181"/>
                    <a:pt x="0" y="110385"/>
                  </a:cubicBezTo>
                  <a:cubicBezTo>
                    <a:pt x="0" y="116439"/>
                    <a:pt x="4104" y="119643"/>
                    <a:pt x="6277" y="119643"/>
                  </a:cubicBezTo>
                  <a:cubicBezTo>
                    <a:pt x="10623" y="119643"/>
                    <a:pt x="12796" y="113590"/>
                    <a:pt x="12796" y="110385"/>
                  </a:cubicBezTo>
                  <a:cubicBezTo>
                    <a:pt x="12796" y="107181"/>
                    <a:pt x="12796" y="103976"/>
                    <a:pt x="12796" y="100771"/>
                  </a:cubicBezTo>
                  <a:cubicBezTo>
                    <a:pt x="12796" y="56973"/>
                    <a:pt x="31871" y="25281"/>
                    <a:pt x="59879" y="25281"/>
                  </a:cubicBezTo>
                  <a:close/>
                  <a:moveTo>
                    <a:pt x="102615" y="34896"/>
                  </a:moveTo>
                  <a:lnTo>
                    <a:pt x="102615" y="34896"/>
                  </a:lnTo>
                  <a:cubicBezTo>
                    <a:pt x="100442" y="40949"/>
                    <a:pt x="100442" y="47359"/>
                    <a:pt x="98269" y="53768"/>
                  </a:cubicBezTo>
                  <a:cubicBezTo>
                    <a:pt x="104547" y="66231"/>
                    <a:pt x="106720" y="85103"/>
                    <a:pt x="106720" y="100771"/>
                  </a:cubicBezTo>
                  <a:cubicBezTo>
                    <a:pt x="106720" y="103976"/>
                    <a:pt x="106720" y="107181"/>
                    <a:pt x="106720" y="110385"/>
                  </a:cubicBezTo>
                  <a:cubicBezTo>
                    <a:pt x="106720" y="113590"/>
                    <a:pt x="108893" y="119643"/>
                    <a:pt x="113239" y="119643"/>
                  </a:cubicBezTo>
                  <a:lnTo>
                    <a:pt x="113239" y="119643"/>
                  </a:lnTo>
                  <a:cubicBezTo>
                    <a:pt x="115412" y="119643"/>
                    <a:pt x="119758" y="116439"/>
                    <a:pt x="119758" y="110385"/>
                  </a:cubicBezTo>
                  <a:cubicBezTo>
                    <a:pt x="119758" y="107181"/>
                    <a:pt x="119758" y="103976"/>
                    <a:pt x="119758" y="100771"/>
                  </a:cubicBezTo>
                  <a:cubicBezTo>
                    <a:pt x="119758" y="75845"/>
                    <a:pt x="113239" y="53768"/>
                    <a:pt x="102615" y="348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1" name="Shape 5151"/>
            <p:cNvSpPr/>
            <p:nvPr/>
          </p:nvSpPr>
          <p:spPr>
            <a:xfrm>
              <a:off x="1575405" y="4388195"/>
              <a:ext cx="278177" cy="21014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731" y="66910"/>
                  </a:moveTo>
                  <a:lnTo>
                    <a:pt x="115731" y="66910"/>
                  </a:lnTo>
                  <a:cubicBezTo>
                    <a:pt x="111462" y="53089"/>
                    <a:pt x="102924" y="44607"/>
                    <a:pt x="88221" y="44607"/>
                  </a:cubicBezTo>
                  <a:cubicBezTo>
                    <a:pt x="88221" y="44607"/>
                    <a:pt x="88221" y="44607"/>
                    <a:pt x="86086" y="44607"/>
                  </a:cubicBezTo>
                  <a:cubicBezTo>
                    <a:pt x="86086" y="27958"/>
                    <a:pt x="86086" y="27958"/>
                    <a:pt x="86086" y="27958"/>
                  </a:cubicBezTo>
                  <a:lnTo>
                    <a:pt x="106956" y="25130"/>
                  </a:lnTo>
                  <a:cubicBezTo>
                    <a:pt x="109328" y="25130"/>
                    <a:pt x="109328" y="22303"/>
                    <a:pt x="109328" y="22303"/>
                  </a:cubicBezTo>
                  <a:cubicBezTo>
                    <a:pt x="109328" y="22303"/>
                    <a:pt x="106956" y="16649"/>
                    <a:pt x="106956" y="13821"/>
                  </a:cubicBezTo>
                  <a:cubicBezTo>
                    <a:pt x="106956" y="13821"/>
                    <a:pt x="106956" y="13821"/>
                    <a:pt x="105059" y="13821"/>
                  </a:cubicBezTo>
                  <a:lnTo>
                    <a:pt x="86086" y="16649"/>
                  </a:lnTo>
                  <a:cubicBezTo>
                    <a:pt x="86086" y="16649"/>
                    <a:pt x="86086" y="2827"/>
                    <a:pt x="86086" y="0"/>
                  </a:cubicBezTo>
                  <a:lnTo>
                    <a:pt x="86086" y="0"/>
                  </a:lnTo>
                  <a:cubicBezTo>
                    <a:pt x="83952" y="0"/>
                    <a:pt x="79683" y="0"/>
                    <a:pt x="79683" y="0"/>
                  </a:cubicBezTo>
                  <a:lnTo>
                    <a:pt x="77786" y="0"/>
                  </a:lnTo>
                  <a:cubicBezTo>
                    <a:pt x="77786" y="2827"/>
                    <a:pt x="79683" y="19476"/>
                    <a:pt x="79683" y="19476"/>
                  </a:cubicBezTo>
                  <a:lnTo>
                    <a:pt x="60948" y="22303"/>
                  </a:lnTo>
                  <a:lnTo>
                    <a:pt x="58814" y="25130"/>
                  </a:lnTo>
                  <a:lnTo>
                    <a:pt x="60948" y="33298"/>
                  </a:lnTo>
                  <a:lnTo>
                    <a:pt x="60948" y="33298"/>
                  </a:lnTo>
                  <a:cubicBezTo>
                    <a:pt x="63083" y="33298"/>
                    <a:pt x="79683" y="30471"/>
                    <a:pt x="79683" y="30471"/>
                  </a:cubicBezTo>
                  <a:cubicBezTo>
                    <a:pt x="79683" y="47434"/>
                    <a:pt x="79683" y="47434"/>
                    <a:pt x="79683" y="47434"/>
                  </a:cubicBezTo>
                  <a:cubicBezTo>
                    <a:pt x="73517" y="47434"/>
                    <a:pt x="69249" y="53089"/>
                    <a:pt x="65217" y="55916"/>
                  </a:cubicBezTo>
                  <a:cubicBezTo>
                    <a:pt x="60948" y="64083"/>
                    <a:pt x="58814" y="72565"/>
                    <a:pt x="58814" y="80732"/>
                  </a:cubicBezTo>
                  <a:cubicBezTo>
                    <a:pt x="58814" y="91727"/>
                    <a:pt x="65217" y="100209"/>
                    <a:pt x="73517" y="100209"/>
                  </a:cubicBezTo>
                  <a:cubicBezTo>
                    <a:pt x="90355" y="103036"/>
                    <a:pt x="102924" y="77905"/>
                    <a:pt x="106956" y="64083"/>
                  </a:cubicBezTo>
                  <a:cubicBezTo>
                    <a:pt x="113596" y="75078"/>
                    <a:pt x="106956" y="97382"/>
                    <a:pt x="94387" y="111204"/>
                  </a:cubicBezTo>
                  <a:lnTo>
                    <a:pt x="94387" y="111204"/>
                  </a:lnTo>
                  <a:lnTo>
                    <a:pt x="96521" y="116858"/>
                  </a:lnTo>
                  <a:cubicBezTo>
                    <a:pt x="98656" y="119685"/>
                    <a:pt x="98656" y="119685"/>
                    <a:pt x="98656" y="116858"/>
                  </a:cubicBezTo>
                  <a:cubicBezTo>
                    <a:pt x="113596" y="105863"/>
                    <a:pt x="119762" y="83560"/>
                    <a:pt x="115731" y="66910"/>
                  </a:cubicBezTo>
                  <a:close/>
                  <a:moveTo>
                    <a:pt x="73517" y="91727"/>
                  </a:moveTo>
                  <a:lnTo>
                    <a:pt x="73517" y="91727"/>
                  </a:lnTo>
                  <a:cubicBezTo>
                    <a:pt x="67114" y="89214"/>
                    <a:pt x="67114" y="83560"/>
                    <a:pt x="67114" y="80732"/>
                  </a:cubicBezTo>
                  <a:cubicBezTo>
                    <a:pt x="67114" y="72565"/>
                    <a:pt x="69249" y="66910"/>
                    <a:pt x="71383" y="64083"/>
                  </a:cubicBezTo>
                  <a:cubicBezTo>
                    <a:pt x="73517" y="61256"/>
                    <a:pt x="75652" y="58429"/>
                    <a:pt x="79683" y="55916"/>
                  </a:cubicBezTo>
                  <a:cubicBezTo>
                    <a:pt x="79683" y="89214"/>
                    <a:pt x="79683" y="89214"/>
                    <a:pt x="79683" y="89214"/>
                  </a:cubicBezTo>
                  <a:cubicBezTo>
                    <a:pt x="77786" y="91727"/>
                    <a:pt x="75652" y="91727"/>
                    <a:pt x="73517" y="91727"/>
                  </a:cubicBezTo>
                  <a:close/>
                  <a:moveTo>
                    <a:pt x="86086" y="86387"/>
                  </a:moveTo>
                  <a:lnTo>
                    <a:pt x="86086" y="86387"/>
                  </a:lnTo>
                  <a:cubicBezTo>
                    <a:pt x="86086" y="55916"/>
                    <a:pt x="86086" y="55916"/>
                    <a:pt x="86086" y="55916"/>
                  </a:cubicBezTo>
                  <a:cubicBezTo>
                    <a:pt x="88221" y="55916"/>
                    <a:pt x="88221" y="55916"/>
                    <a:pt x="88221" y="55916"/>
                  </a:cubicBezTo>
                  <a:cubicBezTo>
                    <a:pt x="92252" y="55916"/>
                    <a:pt x="96521" y="55916"/>
                    <a:pt x="98656" y="58429"/>
                  </a:cubicBezTo>
                  <a:cubicBezTo>
                    <a:pt x="102924" y="58429"/>
                    <a:pt x="94387" y="77905"/>
                    <a:pt x="86086" y="86387"/>
                  </a:cubicBezTo>
                  <a:close/>
                  <a:moveTo>
                    <a:pt x="33675" y="27958"/>
                  </a:moveTo>
                  <a:lnTo>
                    <a:pt x="33675" y="27958"/>
                  </a:lnTo>
                  <a:cubicBezTo>
                    <a:pt x="33675" y="25130"/>
                    <a:pt x="33675" y="25130"/>
                    <a:pt x="33675" y="25130"/>
                  </a:cubicBezTo>
                  <a:cubicBezTo>
                    <a:pt x="20869" y="25130"/>
                    <a:pt x="20869" y="25130"/>
                    <a:pt x="20869" y="25130"/>
                  </a:cubicBezTo>
                  <a:cubicBezTo>
                    <a:pt x="20869" y="25130"/>
                    <a:pt x="20869" y="25130"/>
                    <a:pt x="20869" y="27958"/>
                  </a:cubicBezTo>
                  <a:cubicBezTo>
                    <a:pt x="18735" y="36439"/>
                    <a:pt x="0" y="111204"/>
                    <a:pt x="0" y="114031"/>
                  </a:cubicBezTo>
                  <a:lnTo>
                    <a:pt x="0" y="114031"/>
                  </a:lnTo>
                  <a:cubicBezTo>
                    <a:pt x="10434" y="114031"/>
                    <a:pt x="10434" y="114031"/>
                    <a:pt x="10434" y="114031"/>
                  </a:cubicBezTo>
                  <a:lnTo>
                    <a:pt x="10434" y="114031"/>
                  </a:lnTo>
                  <a:cubicBezTo>
                    <a:pt x="10434" y="111204"/>
                    <a:pt x="16837" y="86387"/>
                    <a:pt x="16837" y="86387"/>
                  </a:cubicBezTo>
                  <a:cubicBezTo>
                    <a:pt x="37944" y="86387"/>
                    <a:pt x="37944" y="86387"/>
                    <a:pt x="37944" y="86387"/>
                  </a:cubicBezTo>
                  <a:cubicBezTo>
                    <a:pt x="37944" y="86387"/>
                    <a:pt x="44110" y="111204"/>
                    <a:pt x="44110" y="114031"/>
                  </a:cubicBezTo>
                  <a:lnTo>
                    <a:pt x="44110" y="114031"/>
                  </a:lnTo>
                  <a:cubicBezTo>
                    <a:pt x="54545" y="114031"/>
                    <a:pt x="54545" y="114031"/>
                    <a:pt x="54545" y="114031"/>
                  </a:cubicBezTo>
                  <a:lnTo>
                    <a:pt x="54545" y="114031"/>
                  </a:lnTo>
                  <a:cubicBezTo>
                    <a:pt x="54545" y="111204"/>
                    <a:pt x="35810" y="36439"/>
                    <a:pt x="33675" y="27958"/>
                  </a:cubicBezTo>
                  <a:close/>
                  <a:moveTo>
                    <a:pt x="18735" y="75078"/>
                  </a:moveTo>
                  <a:lnTo>
                    <a:pt x="18735" y="75078"/>
                  </a:lnTo>
                  <a:cubicBezTo>
                    <a:pt x="27509" y="36439"/>
                    <a:pt x="27509" y="36439"/>
                    <a:pt x="27509" y="36439"/>
                  </a:cubicBezTo>
                  <a:cubicBezTo>
                    <a:pt x="35810" y="75078"/>
                    <a:pt x="35810" y="75078"/>
                    <a:pt x="35810" y="75078"/>
                  </a:cubicBezTo>
                  <a:lnTo>
                    <a:pt x="18735" y="750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2" name="Shape 5152"/>
            <p:cNvSpPr/>
            <p:nvPr/>
          </p:nvSpPr>
          <p:spPr>
            <a:xfrm>
              <a:off x="4888232" y="1627112"/>
              <a:ext cx="196474" cy="2782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830" y="117865"/>
                  </a:moveTo>
                  <a:lnTo>
                    <a:pt x="11830" y="117865"/>
                  </a:lnTo>
                  <a:cubicBezTo>
                    <a:pt x="14873" y="111225"/>
                    <a:pt x="17915" y="102924"/>
                    <a:pt x="23661" y="90355"/>
                  </a:cubicBezTo>
                  <a:cubicBezTo>
                    <a:pt x="44619" y="88221"/>
                    <a:pt x="56788" y="92490"/>
                    <a:pt x="68619" y="73517"/>
                  </a:cubicBezTo>
                  <a:cubicBezTo>
                    <a:pt x="56788" y="77786"/>
                    <a:pt x="44619" y="69249"/>
                    <a:pt x="44619" y="67351"/>
                  </a:cubicBezTo>
                  <a:cubicBezTo>
                    <a:pt x="44619" y="63083"/>
                    <a:pt x="77408" y="69249"/>
                    <a:pt x="98704" y="46007"/>
                  </a:cubicBezTo>
                  <a:cubicBezTo>
                    <a:pt x="71661" y="50513"/>
                    <a:pt x="62535" y="42213"/>
                    <a:pt x="65577" y="39841"/>
                  </a:cubicBezTo>
                  <a:cubicBezTo>
                    <a:pt x="74704" y="37707"/>
                    <a:pt x="98704" y="39841"/>
                    <a:pt x="110535" y="31541"/>
                  </a:cubicBezTo>
                  <a:cubicBezTo>
                    <a:pt x="116619" y="27272"/>
                    <a:pt x="119661" y="14703"/>
                    <a:pt x="116619" y="10434"/>
                  </a:cubicBezTo>
                  <a:cubicBezTo>
                    <a:pt x="113577" y="6403"/>
                    <a:pt x="95661" y="0"/>
                    <a:pt x="83830" y="0"/>
                  </a:cubicBezTo>
                  <a:cubicBezTo>
                    <a:pt x="74704" y="2134"/>
                    <a:pt x="56788" y="29407"/>
                    <a:pt x="53746" y="29407"/>
                  </a:cubicBezTo>
                  <a:cubicBezTo>
                    <a:pt x="47661" y="29407"/>
                    <a:pt x="47661" y="16837"/>
                    <a:pt x="56788" y="4268"/>
                  </a:cubicBezTo>
                  <a:cubicBezTo>
                    <a:pt x="44619" y="8300"/>
                    <a:pt x="29746" y="16837"/>
                    <a:pt x="23661" y="25138"/>
                  </a:cubicBezTo>
                  <a:cubicBezTo>
                    <a:pt x="14873" y="37707"/>
                    <a:pt x="26704" y="71383"/>
                    <a:pt x="20619" y="71383"/>
                  </a:cubicBezTo>
                  <a:cubicBezTo>
                    <a:pt x="17915" y="73517"/>
                    <a:pt x="5746" y="56679"/>
                    <a:pt x="2704" y="50513"/>
                  </a:cubicBezTo>
                  <a:cubicBezTo>
                    <a:pt x="0" y="60948"/>
                    <a:pt x="0" y="71383"/>
                    <a:pt x="11830" y="86086"/>
                  </a:cubicBezTo>
                  <a:cubicBezTo>
                    <a:pt x="8788" y="96521"/>
                    <a:pt x="5746" y="107193"/>
                    <a:pt x="2704" y="113359"/>
                  </a:cubicBezTo>
                  <a:cubicBezTo>
                    <a:pt x="2704" y="117865"/>
                    <a:pt x="11830" y="119762"/>
                    <a:pt x="11830" y="117865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3" name="Shape 5153"/>
            <p:cNvSpPr/>
            <p:nvPr/>
          </p:nvSpPr>
          <p:spPr>
            <a:xfrm>
              <a:off x="7029994" y="4977771"/>
              <a:ext cx="274286" cy="1206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6338" y="0"/>
                  </a:moveTo>
                  <a:lnTo>
                    <a:pt x="96338" y="0"/>
                  </a:lnTo>
                  <a:cubicBezTo>
                    <a:pt x="83299" y="0"/>
                    <a:pt x="68571" y="14054"/>
                    <a:pt x="59879" y="37837"/>
                  </a:cubicBezTo>
                  <a:cubicBezTo>
                    <a:pt x="51428" y="14054"/>
                    <a:pt x="36458" y="0"/>
                    <a:pt x="23420" y="0"/>
                  </a:cubicBezTo>
                  <a:cubicBezTo>
                    <a:pt x="12796" y="0"/>
                    <a:pt x="0" y="14054"/>
                    <a:pt x="0" y="57297"/>
                  </a:cubicBezTo>
                  <a:cubicBezTo>
                    <a:pt x="0" y="100000"/>
                    <a:pt x="12796" y="119459"/>
                    <a:pt x="23420" y="119459"/>
                  </a:cubicBezTo>
                  <a:lnTo>
                    <a:pt x="23420" y="119459"/>
                  </a:lnTo>
                  <a:cubicBezTo>
                    <a:pt x="36458" y="119459"/>
                    <a:pt x="51428" y="100000"/>
                    <a:pt x="59879" y="76216"/>
                  </a:cubicBezTo>
                  <a:cubicBezTo>
                    <a:pt x="68571" y="100000"/>
                    <a:pt x="83299" y="119459"/>
                    <a:pt x="96338" y="119459"/>
                  </a:cubicBezTo>
                  <a:cubicBezTo>
                    <a:pt x="106961" y="119459"/>
                    <a:pt x="119758" y="100000"/>
                    <a:pt x="119758" y="57297"/>
                  </a:cubicBezTo>
                  <a:cubicBezTo>
                    <a:pt x="119758" y="14054"/>
                    <a:pt x="106961" y="0"/>
                    <a:pt x="96338" y="0"/>
                  </a:cubicBezTo>
                  <a:close/>
                  <a:moveTo>
                    <a:pt x="23420" y="95135"/>
                  </a:moveTo>
                  <a:lnTo>
                    <a:pt x="23420" y="95135"/>
                  </a:lnTo>
                  <a:cubicBezTo>
                    <a:pt x="14969" y="95135"/>
                    <a:pt x="10623" y="81081"/>
                    <a:pt x="10623" y="57297"/>
                  </a:cubicBezTo>
                  <a:cubicBezTo>
                    <a:pt x="10623" y="32972"/>
                    <a:pt x="14969" y="23783"/>
                    <a:pt x="23420" y="23783"/>
                  </a:cubicBezTo>
                  <a:cubicBezTo>
                    <a:pt x="34285" y="23783"/>
                    <a:pt x="47082" y="37837"/>
                    <a:pt x="53601" y="57297"/>
                  </a:cubicBezTo>
                  <a:cubicBezTo>
                    <a:pt x="47082" y="81081"/>
                    <a:pt x="34285" y="95135"/>
                    <a:pt x="23420" y="95135"/>
                  </a:cubicBezTo>
                  <a:close/>
                  <a:moveTo>
                    <a:pt x="96338" y="95135"/>
                  </a:moveTo>
                  <a:lnTo>
                    <a:pt x="96338" y="95135"/>
                  </a:lnTo>
                  <a:cubicBezTo>
                    <a:pt x="85472" y="95135"/>
                    <a:pt x="72676" y="81081"/>
                    <a:pt x="66398" y="57297"/>
                  </a:cubicBezTo>
                  <a:cubicBezTo>
                    <a:pt x="72676" y="37837"/>
                    <a:pt x="85472" y="23783"/>
                    <a:pt x="96338" y="23783"/>
                  </a:cubicBezTo>
                  <a:cubicBezTo>
                    <a:pt x="105030" y="23783"/>
                    <a:pt x="109134" y="32972"/>
                    <a:pt x="109134" y="57297"/>
                  </a:cubicBezTo>
                  <a:cubicBezTo>
                    <a:pt x="109134" y="81081"/>
                    <a:pt x="105030" y="95135"/>
                    <a:pt x="96338" y="95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4" name="Shape 5154"/>
            <p:cNvSpPr/>
            <p:nvPr/>
          </p:nvSpPr>
          <p:spPr>
            <a:xfrm>
              <a:off x="5394008" y="4899940"/>
              <a:ext cx="274285" cy="2724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3239" y="55662"/>
                  </a:moveTo>
                  <a:lnTo>
                    <a:pt x="113239" y="55662"/>
                  </a:lnTo>
                  <a:cubicBezTo>
                    <a:pt x="113239" y="55662"/>
                    <a:pt x="109134" y="55662"/>
                    <a:pt x="106961" y="55662"/>
                  </a:cubicBezTo>
                  <a:cubicBezTo>
                    <a:pt x="104788" y="55662"/>
                    <a:pt x="102615" y="57831"/>
                    <a:pt x="102615" y="60000"/>
                  </a:cubicBezTo>
                  <a:cubicBezTo>
                    <a:pt x="102615" y="64096"/>
                    <a:pt x="104788" y="66265"/>
                    <a:pt x="106961" y="66265"/>
                  </a:cubicBezTo>
                  <a:cubicBezTo>
                    <a:pt x="109134" y="66265"/>
                    <a:pt x="113239" y="66265"/>
                    <a:pt x="113239" y="66265"/>
                  </a:cubicBezTo>
                  <a:cubicBezTo>
                    <a:pt x="117585" y="66265"/>
                    <a:pt x="119758" y="64096"/>
                    <a:pt x="119758" y="60000"/>
                  </a:cubicBezTo>
                  <a:cubicBezTo>
                    <a:pt x="119758" y="57831"/>
                    <a:pt x="117585" y="55662"/>
                    <a:pt x="113239" y="55662"/>
                  </a:cubicBezTo>
                  <a:close/>
                  <a:moveTo>
                    <a:pt x="59879" y="27951"/>
                  </a:moveTo>
                  <a:lnTo>
                    <a:pt x="59879" y="27951"/>
                  </a:lnTo>
                  <a:cubicBezTo>
                    <a:pt x="40563" y="27951"/>
                    <a:pt x="27766" y="42891"/>
                    <a:pt x="27766" y="60000"/>
                  </a:cubicBezTo>
                  <a:cubicBezTo>
                    <a:pt x="27766" y="79036"/>
                    <a:pt x="40563" y="94216"/>
                    <a:pt x="59879" y="94216"/>
                  </a:cubicBezTo>
                  <a:cubicBezTo>
                    <a:pt x="79195" y="94216"/>
                    <a:pt x="91991" y="79036"/>
                    <a:pt x="91991" y="60000"/>
                  </a:cubicBezTo>
                  <a:cubicBezTo>
                    <a:pt x="91991" y="42891"/>
                    <a:pt x="79195" y="27951"/>
                    <a:pt x="59879" y="27951"/>
                  </a:cubicBezTo>
                  <a:close/>
                  <a:moveTo>
                    <a:pt x="59879" y="83373"/>
                  </a:moveTo>
                  <a:lnTo>
                    <a:pt x="59879" y="83373"/>
                  </a:lnTo>
                  <a:cubicBezTo>
                    <a:pt x="47082" y="83373"/>
                    <a:pt x="36217" y="72771"/>
                    <a:pt x="36217" y="60000"/>
                  </a:cubicBezTo>
                  <a:cubicBezTo>
                    <a:pt x="36217" y="47228"/>
                    <a:pt x="47082" y="36385"/>
                    <a:pt x="59879" y="36385"/>
                  </a:cubicBezTo>
                  <a:lnTo>
                    <a:pt x="59879" y="83373"/>
                  </a:lnTo>
                  <a:close/>
                  <a:moveTo>
                    <a:pt x="17142" y="60000"/>
                  </a:moveTo>
                  <a:lnTo>
                    <a:pt x="17142" y="60000"/>
                  </a:lnTo>
                  <a:cubicBezTo>
                    <a:pt x="17142" y="57831"/>
                    <a:pt x="14969" y="55662"/>
                    <a:pt x="12796" y="55662"/>
                  </a:cubicBezTo>
                  <a:cubicBezTo>
                    <a:pt x="10623" y="55662"/>
                    <a:pt x="6519" y="55662"/>
                    <a:pt x="6519" y="55662"/>
                  </a:cubicBezTo>
                  <a:cubicBezTo>
                    <a:pt x="2173" y="55662"/>
                    <a:pt x="0" y="57831"/>
                    <a:pt x="0" y="60000"/>
                  </a:cubicBezTo>
                  <a:cubicBezTo>
                    <a:pt x="0" y="64096"/>
                    <a:pt x="2173" y="66265"/>
                    <a:pt x="6519" y="66265"/>
                  </a:cubicBezTo>
                  <a:cubicBezTo>
                    <a:pt x="6519" y="66265"/>
                    <a:pt x="10623" y="66265"/>
                    <a:pt x="12796" y="66265"/>
                  </a:cubicBezTo>
                  <a:cubicBezTo>
                    <a:pt x="14969" y="66265"/>
                    <a:pt x="17142" y="64096"/>
                    <a:pt x="17142" y="60000"/>
                  </a:cubicBezTo>
                  <a:close/>
                  <a:moveTo>
                    <a:pt x="59879" y="19277"/>
                  </a:moveTo>
                  <a:lnTo>
                    <a:pt x="59879" y="19277"/>
                  </a:lnTo>
                  <a:cubicBezTo>
                    <a:pt x="61810" y="19277"/>
                    <a:pt x="63983" y="14939"/>
                    <a:pt x="63983" y="12771"/>
                  </a:cubicBezTo>
                  <a:cubicBezTo>
                    <a:pt x="63983" y="10843"/>
                    <a:pt x="63983" y="8674"/>
                    <a:pt x="63983" y="6506"/>
                  </a:cubicBezTo>
                  <a:cubicBezTo>
                    <a:pt x="63983" y="4337"/>
                    <a:pt x="61810" y="0"/>
                    <a:pt x="59879" y="0"/>
                  </a:cubicBezTo>
                  <a:cubicBezTo>
                    <a:pt x="57706" y="0"/>
                    <a:pt x="55533" y="4337"/>
                    <a:pt x="55533" y="6506"/>
                  </a:cubicBezTo>
                  <a:cubicBezTo>
                    <a:pt x="55533" y="8674"/>
                    <a:pt x="55533" y="10843"/>
                    <a:pt x="55533" y="12771"/>
                  </a:cubicBezTo>
                  <a:cubicBezTo>
                    <a:pt x="55533" y="14939"/>
                    <a:pt x="57706" y="19277"/>
                    <a:pt x="59879" y="19277"/>
                  </a:cubicBezTo>
                  <a:close/>
                  <a:moveTo>
                    <a:pt x="59879" y="102650"/>
                  </a:moveTo>
                  <a:lnTo>
                    <a:pt x="59879" y="102650"/>
                  </a:lnTo>
                  <a:cubicBezTo>
                    <a:pt x="57706" y="102650"/>
                    <a:pt x="55533" y="104819"/>
                    <a:pt x="55533" y="109156"/>
                  </a:cubicBezTo>
                  <a:lnTo>
                    <a:pt x="55533" y="113253"/>
                  </a:lnTo>
                  <a:cubicBezTo>
                    <a:pt x="55533" y="117590"/>
                    <a:pt x="57706" y="119759"/>
                    <a:pt x="59879" y="119759"/>
                  </a:cubicBezTo>
                  <a:cubicBezTo>
                    <a:pt x="61810" y="119759"/>
                    <a:pt x="63983" y="117590"/>
                    <a:pt x="63983" y="113253"/>
                  </a:cubicBezTo>
                  <a:lnTo>
                    <a:pt x="63983" y="109156"/>
                  </a:lnTo>
                  <a:cubicBezTo>
                    <a:pt x="63983" y="104819"/>
                    <a:pt x="61810" y="102650"/>
                    <a:pt x="59879" y="102650"/>
                  </a:cubicBezTo>
                  <a:close/>
                  <a:moveTo>
                    <a:pt x="104788" y="23614"/>
                  </a:moveTo>
                  <a:lnTo>
                    <a:pt x="104788" y="23614"/>
                  </a:lnTo>
                  <a:cubicBezTo>
                    <a:pt x="106961" y="21445"/>
                    <a:pt x="106961" y="17349"/>
                    <a:pt x="104788" y="14939"/>
                  </a:cubicBezTo>
                  <a:cubicBezTo>
                    <a:pt x="102615" y="12771"/>
                    <a:pt x="100442" y="14939"/>
                    <a:pt x="96338" y="17349"/>
                  </a:cubicBezTo>
                  <a:cubicBezTo>
                    <a:pt x="96338" y="17349"/>
                    <a:pt x="94164" y="19277"/>
                    <a:pt x="91991" y="21445"/>
                  </a:cubicBezTo>
                  <a:cubicBezTo>
                    <a:pt x="89818" y="23614"/>
                    <a:pt x="89818" y="25783"/>
                    <a:pt x="91991" y="27951"/>
                  </a:cubicBezTo>
                  <a:cubicBezTo>
                    <a:pt x="94164" y="30120"/>
                    <a:pt x="98511" y="30120"/>
                    <a:pt x="100442" y="27951"/>
                  </a:cubicBezTo>
                  <a:cubicBezTo>
                    <a:pt x="100442" y="25783"/>
                    <a:pt x="102615" y="23614"/>
                    <a:pt x="104788" y="23614"/>
                  </a:cubicBezTo>
                  <a:close/>
                  <a:moveTo>
                    <a:pt x="19315" y="94216"/>
                  </a:moveTo>
                  <a:lnTo>
                    <a:pt x="19315" y="94216"/>
                  </a:lnTo>
                  <a:cubicBezTo>
                    <a:pt x="19315" y="94216"/>
                    <a:pt x="17142" y="96385"/>
                    <a:pt x="14969" y="98313"/>
                  </a:cubicBezTo>
                  <a:cubicBezTo>
                    <a:pt x="12796" y="100481"/>
                    <a:pt x="12796" y="102650"/>
                    <a:pt x="14969" y="104819"/>
                  </a:cubicBezTo>
                  <a:cubicBezTo>
                    <a:pt x="17142" y="106987"/>
                    <a:pt x="19315" y="106987"/>
                    <a:pt x="23420" y="104819"/>
                  </a:cubicBezTo>
                  <a:lnTo>
                    <a:pt x="25593" y="100481"/>
                  </a:lnTo>
                  <a:cubicBezTo>
                    <a:pt x="29939" y="98313"/>
                    <a:pt x="29939" y="94216"/>
                    <a:pt x="27766" y="91807"/>
                  </a:cubicBezTo>
                  <a:cubicBezTo>
                    <a:pt x="25593" y="91807"/>
                    <a:pt x="21488" y="91807"/>
                    <a:pt x="19315" y="94216"/>
                  </a:cubicBezTo>
                  <a:close/>
                  <a:moveTo>
                    <a:pt x="23420" y="17349"/>
                  </a:moveTo>
                  <a:lnTo>
                    <a:pt x="23420" y="17349"/>
                  </a:lnTo>
                  <a:cubicBezTo>
                    <a:pt x="19315" y="14939"/>
                    <a:pt x="17142" y="12771"/>
                    <a:pt x="14969" y="14939"/>
                  </a:cubicBezTo>
                  <a:cubicBezTo>
                    <a:pt x="12796" y="17349"/>
                    <a:pt x="12796" y="21445"/>
                    <a:pt x="14969" y="23614"/>
                  </a:cubicBezTo>
                  <a:cubicBezTo>
                    <a:pt x="17142" y="23614"/>
                    <a:pt x="19315" y="25783"/>
                    <a:pt x="19315" y="27951"/>
                  </a:cubicBezTo>
                  <a:cubicBezTo>
                    <a:pt x="21488" y="30120"/>
                    <a:pt x="25593" y="30120"/>
                    <a:pt x="27766" y="27951"/>
                  </a:cubicBezTo>
                  <a:cubicBezTo>
                    <a:pt x="29939" y="25783"/>
                    <a:pt x="29939" y="23614"/>
                    <a:pt x="25593" y="21445"/>
                  </a:cubicBezTo>
                  <a:cubicBezTo>
                    <a:pt x="25593" y="19277"/>
                    <a:pt x="23420" y="17349"/>
                    <a:pt x="23420" y="17349"/>
                  </a:cubicBezTo>
                  <a:close/>
                  <a:moveTo>
                    <a:pt x="91991" y="100481"/>
                  </a:moveTo>
                  <a:lnTo>
                    <a:pt x="91991" y="100481"/>
                  </a:lnTo>
                  <a:cubicBezTo>
                    <a:pt x="94164" y="100481"/>
                    <a:pt x="96338" y="104819"/>
                    <a:pt x="96338" y="104819"/>
                  </a:cubicBezTo>
                  <a:cubicBezTo>
                    <a:pt x="100442" y="106987"/>
                    <a:pt x="102615" y="106987"/>
                    <a:pt x="104788" y="104819"/>
                  </a:cubicBezTo>
                  <a:cubicBezTo>
                    <a:pt x="106961" y="102650"/>
                    <a:pt x="106961" y="100481"/>
                    <a:pt x="104788" y="98313"/>
                  </a:cubicBezTo>
                  <a:cubicBezTo>
                    <a:pt x="102615" y="96385"/>
                    <a:pt x="100442" y="94216"/>
                    <a:pt x="100442" y="94216"/>
                  </a:cubicBezTo>
                  <a:cubicBezTo>
                    <a:pt x="98511" y="91807"/>
                    <a:pt x="94164" y="91807"/>
                    <a:pt x="91991" y="91807"/>
                  </a:cubicBezTo>
                  <a:cubicBezTo>
                    <a:pt x="89818" y="94216"/>
                    <a:pt x="89818" y="98313"/>
                    <a:pt x="91991" y="1004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5" name="Shape 5155"/>
            <p:cNvSpPr/>
            <p:nvPr/>
          </p:nvSpPr>
          <p:spPr>
            <a:xfrm>
              <a:off x="8121303" y="4942747"/>
              <a:ext cx="274285" cy="19068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961" y="0"/>
                  </a:moveTo>
                  <a:lnTo>
                    <a:pt x="106961" y="0"/>
                  </a:lnTo>
                  <a:cubicBezTo>
                    <a:pt x="12796" y="0"/>
                    <a:pt x="12796" y="0"/>
                    <a:pt x="12796" y="0"/>
                  </a:cubicBezTo>
                  <a:cubicBezTo>
                    <a:pt x="6519" y="0"/>
                    <a:pt x="0" y="6224"/>
                    <a:pt x="0" y="15561"/>
                  </a:cubicBezTo>
                  <a:cubicBezTo>
                    <a:pt x="0" y="100979"/>
                    <a:pt x="0" y="100979"/>
                    <a:pt x="0" y="100979"/>
                  </a:cubicBezTo>
                  <a:cubicBezTo>
                    <a:pt x="0" y="110662"/>
                    <a:pt x="6519" y="119654"/>
                    <a:pt x="12796" y="119654"/>
                  </a:cubicBezTo>
                  <a:cubicBezTo>
                    <a:pt x="106961" y="119654"/>
                    <a:pt x="106961" y="119654"/>
                    <a:pt x="106961" y="119654"/>
                  </a:cubicBezTo>
                  <a:cubicBezTo>
                    <a:pt x="115412" y="119654"/>
                    <a:pt x="119758" y="110662"/>
                    <a:pt x="119758" y="100979"/>
                  </a:cubicBezTo>
                  <a:cubicBezTo>
                    <a:pt x="119758" y="15561"/>
                    <a:pt x="119758" y="15561"/>
                    <a:pt x="119758" y="15561"/>
                  </a:cubicBezTo>
                  <a:cubicBezTo>
                    <a:pt x="119758" y="6224"/>
                    <a:pt x="115412" y="0"/>
                    <a:pt x="106961" y="0"/>
                  </a:cubicBezTo>
                  <a:close/>
                  <a:moveTo>
                    <a:pt x="106961" y="100979"/>
                  </a:moveTo>
                  <a:lnTo>
                    <a:pt x="106961" y="100979"/>
                  </a:lnTo>
                  <a:cubicBezTo>
                    <a:pt x="12796" y="100979"/>
                    <a:pt x="12796" y="100979"/>
                    <a:pt x="12796" y="100979"/>
                  </a:cubicBezTo>
                  <a:cubicBezTo>
                    <a:pt x="12796" y="49106"/>
                    <a:pt x="12796" y="49106"/>
                    <a:pt x="12796" y="49106"/>
                  </a:cubicBezTo>
                  <a:cubicBezTo>
                    <a:pt x="106961" y="49106"/>
                    <a:pt x="106961" y="49106"/>
                    <a:pt x="106961" y="49106"/>
                  </a:cubicBezTo>
                  <a:lnTo>
                    <a:pt x="106961" y="100979"/>
                  </a:lnTo>
                  <a:close/>
                  <a:moveTo>
                    <a:pt x="106961" y="24553"/>
                  </a:moveTo>
                  <a:lnTo>
                    <a:pt x="106961" y="24553"/>
                  </a:lnTo>
                  <a:cubicBezTo>
                    <a:pt x="12796" y="24553"/>
                    <a:pt x="12796" y="24553"/>
                    <a:pt x="12796" y="24553"/>
                  </a:cubicBezTo>
                  <a:cubicBezTo>
                    <a:pt x="12796" y="15561"/>
                    <a:pt x="12796" y="15561"/>
                    <a:pt x="12796" y="15561"/>
                  </a:cubicBezTo>
                  <a:cubicBezTo>
                    <a:pt x="106961" y="15561"/>
                    <a:pt x="106961" y="15561"/>
                    <a:pt x="106961" y="15561"/>
                  </a:cubicBezTo>
                  <a:lnTo>
                    <a:pt x="106961" y="24553"/>
                  </a:lnTo>
                  <a:close/>
                  <a:moveTo>
                    <a:pt x="23420" y="67435"/>
                  </a:moveTo>
                  <a:lnTo>
                    <a:pt x="23420" y="67435"/>
                  </a:lnTo>
                  <a:cubicBezTo>
                    <a:pt x="23420" y="73659"/>
                    <a:pt x="23420" y="73659"/>
                    <a:pt x="23420" y="73659"/>
                  </a:cubicBezTo>
                  <a:cubicBezTo>
                    <a:pt x="27766" y="73659"/>
                    <a:pt x="27766" y="73659"/>
                    <a:pt x="27766" y="73659"/>
                  </a:cubicBezTo>
                  <a:cubicBezTo>
                    <a:pt x="27766" y="67435"/>
                    <a:pt x="27766" y="67435"/>
                    <a:pt x="27766" y="67435"/>
                  </a:cubicBezTo>
                  <a:lnTo>
                    <a:pt x="23420" y="67435"/>
                  </a:lnTo>
                  <a:close/>
                  <a:moveTo>
                    <a:pt x="44909" y="79884"/>
                  </a:moveTo>
                  <a:lnTo>
                    <a:pt x="44909" y="79884"/>
                  </a:lnTo>
                  <a:cubicBezTo>
                    <a:pt x="44909" y="82651"/>
                    <a:pt x="44909" y="82651"/>
                    <a:pt x="44909" y="82651"/>
                  </a:cubicBezTo>
                  <a:cubicBezTo>
                    <a:pt x="53360" y="82651"/>
                    <a:pt x="53360" y="82651"/>
                    <a:pt x="53360" y="82651"/>
                  </a:cubicBezTo>
                  <a:cubicBezTo>
                    <a:pt x="53360" y="79884"/>
                    <a:pt x="53360" y="79884"/>
                    <a:pt x="53360" y="79884"/>
                  </a:cubicBezTo>
                  <a:cubicBezTo>
                    <a:pt x="55533" y="79884"/>
                    <a:pt x="55533" y="79884"/>
                    <a:pt x="55533" y="79884"/>
                  </a:cubicBezTo>
                  <a:cubicBezTo>
                    <a:pt x="55533" y="73659"/>
                    <a:pt x="55533" y="73659"/>
                    <a:pt x="55533" y="73659"/>
                  </a:cubicBezTo>
                  <a:cubicBezTo>
                    <a:pt x="59879" y="73659"/>
                    <a:pt x="59879" y="73659"/>
                    <a:pt x="59879" y="73659"/>
                  </a:cubicBezTo>
                  <a:cubicBezTo>
                    <a:pt x="59879" y="67435"/>
                    <a:pt x="59879" y="67435"/>
                    <a:pt x="59879" y="67435"/>
                  </a:cubicBezTo>
                  <a:cubicBezTo>
                    <a:pt x="53360" y="67435"/>
                    <a:pt x="53360" y="67435"/>
                    <a:pt x="53360" y="67435"/>
                  </a:cubicBezTo>
                  <a:cubicBezTo>
                    <a:pt x="53360" y="73659"/>
                    <a:pt x="53360" y="73659"/>
                    <a:pt x="53360" y="73659"/>
                  </a:cubicBezTo>
                  <a:cubicBezTo>
                    <a:pt x="49014" y="73659"/>
                    <a:pt x="49014" y="73659"/>
                    <a:pt x="49014" y="73659"/>
                  </a:cubicBezTo>
                  <a:cubicBezTo>
                    <a:pt x="49014" y="79884"/>
                    <a:pt x="49014" y="79884"/>
                    <a:pt x="49014" y="79884"/>
                  </a:cubicBezTo>
                  <a:lnTo>
                    <a:pt x="44909" y="79884"/>
                  </a:lnTo>
                  <a:close/>
                  <a:moveTo>
                    <a:pt x="59879" y="82651"/>
                  </a:moveTo>
                  <a:lnTo>
                    <a:pt x="59879" y="82651"/>
                  </a:lnTo>
                  <a:cubicBezTo>
                    <a:pt x="59879" y="79884"/>
                    <a:pt x="59879" y="79884"/>
                    <a:pt x="59879" y="79884"/>
                  </a:cubicBezTo>
                  <a:cubicBezTo>
                    <a:pt x="55533" y="79884"/>
                    <a:pt x="55533" y="79884"/>
                    <a:pt x="55533" y="79884"/>
                  </a:cubicBezTo>
                  <a:cubicBezTo>
                    <a:pt x="55533" y="82651"/>
                    <a:pt x="55533" y="82651"/>
                    <a:pt x="55533" y="82651"/>
                  </a:cubicBezTo>
                  <a:lnTo>
                    <a:pt x="59879" y="82651"/>
                  </a:lnTo>
                  <a:close/>
                  <a:moveTo>
                    <a:pt x="42736" y="82651"/>
                  </a:moveTo>
                  <a:lnTo>
                    <a:pt x="42736" y="82651"/>
                  </a:lnTo>
                  <a:cubicBezTo>
                    <a:pt x="42736" y="79884"/>
                    <a:pt x="42736" y="79884"/>
                    <a:pt x="42736" y="79884"/>
                  </a:cubicBezTo>
                  <a:cubicBezTo>
                    <a:pt x="34285" y="79884"/>
                    <a:pt x="34285" y="79884"/>
                    <a:pt x="34285" y="79884"/>
                  </a:cubicBezTo>
                  <a:cubicBezTo>
                    <a:pt x="34285" y="82651"/>
                    <a:pt x="34285" y="82651"/>
                    <a:pt x="34285" y="82651"/>
                  </a:cubicBezTo>
                  <a:lnTo>
                    <a:pt x="42736" y="82651"/>
                  </a:lnTo>
                  <a:close/>
                  <a:moveTo>
                    <a:pt x="44909" y="73659"/>
                  </a:moveTo>
                  <a:lnTo>
                    <a:pt x="44909" y="73659"/>
                  </a:lnTo>
                  <a:cubicBezTo>
                    <a:pt x="49014" y="73659"/>
                    <a:pt x="49014" y="73659"/>
                    <a:pt x="49014" y="73659"/>
                  </a:cubicBezTo>
                  <a:cubicBezTo>
                    <a:pt x="49014" y="67435"/>
                    <a:pt x="49014" y="67435"/>
                    <a:pt x="49014" y="67435"/>
                  </a:cubicBezTo>
                  <a:cubicBezTo>
                    <a:pt x="42736" y="67435"/>
                    <a:pt x="42736" y="67435"/>
                    <a:pt x="42736" y="67435"/>
                  </a:cubicBezTo>
                  <a:cubicBezTo>
                    <a:pt x="42736" y="79884"/>
                    <a:pt x="42736" y="79884"/>
                    <a:pt x="42736" y="79884"/>
                  </a:cubicBezTo>
                  <a:cubicBezTo>
                    <a:pt x="44909" y="79884"/>
                    <a:pt x="44909" y="79884"/>
                    <a:pt x="44909" y="79884"/>
                  </a:cubicBezTo>
                  <a:lnTo>
                    <a:pt x="44909" y="73659"/>
                  </a:lnTo>
                  <a:close/>
                  <a:moveTo>
                    <a:pt x="32112" y="79884"/>
                  </a:moveTo>
                  <a:lnTo>
                    <a:pt x="32112" y="79884"/>
                  </a:lnTo>
                  <a:cubicBezTo>
                    <a:pt x="34285" y="79884"/>
                    <a:pt x="34285" y="79884"/>
                    <a:pt x="34285" y="79884"/>
                  </a:cubicBezTo>
                  <a:cubicBezTo>
                    <a:pt x="34285" y="73659"/>
                    <a:pt x="34285" y="73659"/>
                    <a:pt x="34285" y="73659"/>
                  </a:cubicBezTo>
                  <a:cubicBezTo>
                    <a:pt x="38390" y="73659"/>
                    <a:pt x="38390" y="73659"/>
                    <a:pt x="38390" y="73659"/>
                  </a:cubicBezTo>
                  <a:cubicBezTo>
                    <a:pt x="38390" y="67435"/>
                    <a:pt x="38390" y="67435"/>
                    <a:pt x="38390" y="67435"/>
                  </a:cubicBezTo>
                  <a:cubicBezTo>
                    <a:pt x="32112" y="67435"/>
                    <a:pt x="32112" y="67435"/>
                    <a:pt x="32112" y="67435"/>
                  </a:cubicBezTo>
                  <a:cubicBezTo>
                    <a:pt x="32112" y="73659"/>
                    <a:pt x="32112" y="73659"/>
                    <a:pt x="32112" y="73659"/>
                  </a:cubicBezTo>
                  <a:cubicBezTo>
                    <a:pt x="27766" y="73659"/>
                    <a:pt x="27766" y="73659"/>
                    <a:pt x="27766" y="73659"/>
                  </a:cubicBezTo>
                  <a:cubicBezTo>
                    <a:pt x="27766" y="79884"/>
                    <a:pt x="27766" y="79884"/>
                    <a:pt x="27766" y="79884"/>
                  </a:cubicBezTo>
                  <a:cubicBezTo>
                    <a:pt x="23420" y="79884"/>
                    <a:pt x="23420" y="79884"/>
                    <a:pt x="23420" y="79884"/>
                  </a:cubicBezTo>
                  <a:cubicBezTo>
                    <a:pt x="23420" y="82651"/>
                    <a:pt x="23420" y="82651"/>
                    <a:pt x="23420" y="82651"/>
                  </a:cubicBezTo>
                  <a:cubicBezTo>
                    <a:pt x="32112" y="82651"/>
                    <a:pt x="32112" y="82651"/>
                    <a:pt x="32112" y="82651"/>
                  </a:cubicBezTo>
                  <a:lnTo>
                    <a:pt x="32112" y="798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6" name="Shape 5156"/>
            <p:cNvSpPr/>
            <p:nvPr/>
          </p:nvSpPr>
          <p:spPr>
            <a:xfrm>
              <a:off x="3767746" y="1660190"/>
              <a:ext cx="254833" cy="2062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324" y="2895"/>
                  </a:moveTo>
                  <a:lnTo>
                    <a:pt x="115324" y="2895"/>
                  </a:lnTo>
                  <a:cubicBezTo>
                    <a:pt x="112727" y="2895"/>
                    <a:pt x="4675" y="51474"/>
                    <a:pt x="2337" y="51474"/>
                  </a:cubicBezTo>
                  <a:cubicBezTo>
                    <a:pt x="0" y="51474"/>
                    <a:pt x="0" y="54369"/>
                    <a:pt x="2337" y="54369"/>
                  </a:cubicBezTo>
                  <a:cubicBezTo>
                    <a:pt x="4675" y="56943"/>
                    <a:pt x="25454" y="68525"/>
                    <a:pt x="25454" y="68525"/>
                  </a:cubicBezTo>
                  <a:lnTo>
                    <a:pt x="25454" y="68525"/>
                  </a:lnTo>
                  <a:cubicBezTo>
                    <a:pt x="41558" y="73994"/>
                    <a:pt x="41558" y="73994"/>
                    <a:pt x="41558" y="73994"/>
                  </a:cubicBezTo>
                  <a:cubicBezTo>
                    <a:pt x="41558" y="73994"/>
                    <a:pt x="110389" y="11260"/>
                    <a:pt x="112727" y="11260"/>
                  </a:cubicBezTo>
                  <a:cubicBezTo>
                    <a:pt x="112727" y="8364"/>
                    <a:pt x="112727" y="11260"/>
                    <a:pt x="112727" y="11260"/>
                  </a:cubicBezTo>
                  <a:lnTo>
                    <a:pt x="62337" y="79785"/>
                  </a:lnTo>
                  <a:lnTo>
                    <a:pt x="62337" y="79785"/>
                  </a:lnTo>
                  <a:cubicBezTo>
                    <a:pt x="59999" y="82680"/>
                    <a:pt x="59999" y="82680"/>
                    <a:pt x="59999" y="82680"/>
                  </a:cubicBezTo>
                  <a:cubicBezTo>
                    <a:pt x="62337" y="85576"/>
                    <a:pt x="62337" y="85576"/>
                    <a:pt x="62337" y="85576"/>
                  </a:cubicBezTo>
                  <a:lnTo>
                    <a:pt x="62337" y="85576"/>
                  </a:lnTo>
                  <a:cubicBezTo>
                    <a:pt x="62337" y="85576"/>
                    <a:pt x="94285" y="105522"/>
                    <a:pt x="94285" y="108418"/>
                  </a:cubicBezTo>
                  <a:cubicBezTo>
                    <a:pt x="96623" y="108418"/>
                    <a:pt x="98961" y="108418"/>
                    <a:pt x="101298" y="105522"/>
                  </a:cubicBezTo>
                  <a:cubicBezTo>
                    <a:pt x="101298" y="102627"/>
                    <a:pt x="119740" y="8364"/>
                    <a:pt x="119740" y="5790"/>
                  </a:cubicBezTo>
                  <a:cubicBezTo>
                    <a:pt x="119740" y="2895"/>
                    <a:pt x="117662" y="0"/>
                    <a:pt x="115324" y="2895"/>
                  </a:cubicBezTo>
                  <a:close/>
                  <a:moveTo>
                    <a:pt x="41558" y="116782"/>
                  </a:moveTo>
                  <a:lnTo>
                    <a:pt x="41558" y="116782"/>
                  </a:lnTo>
                  <a:cubicBezTo>
                    <a:pt x="41558" y="119678"/>
                    <a:pt x="41558" y="119678"/>
                    <a:pt x="43896" y="119678"/>
                  </a:cubicBezTo>
                  <a:cubicBezTo>
                    <a:pt x="43896" y="116782"/>
                    <a:pt x="62337" y="99731"/>
                    <a:pt x="62337" y="99731"/>
                  </a:cubicBezTo>
                  <a:cubicBezTo>
                    <a:pt x="41558" y="85576"/>
                    <a:pt x="41558" y="85576"/>
                    <a:pt x="41558" y="85576"/>
                  </a:cubicBezTo>
                  <a:lnTo>
                    <a:pt x="41558" y="1167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7" name="Shape 5157"/>
            <p:cNvSpPr/>
            <p:nvPr/>
          </p:nvSpPr>
          <p:spPr>
            <a:xfrm>
              <a:off x="8704889" y="4919398"/>
              <a:ext cx="196474" cy="2393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57" y="78068"/>
                  </a:moveTo>
                  <a:lnTo>
                    <a:pt x="116957" y="78068"/>
                  </a:lnTo>
                  <a:cubicBezTo>
                    <a:pt x="110873" y="88000"/>
                    <a:pt x="86873" y="95172"/>
                    <a:pt x="60169" y="95172"/>
                  </a:cubicBezTo>
                  <a:cubicBezTo>
                    <a:pt x="32788" y="95172"/>
                    <a:pt x="12169" y="88000"/>
                    <a:pt x="3042" y="78068"/>
                  </a:cubicBezTo>
                  <a:cubicBezTo>
                    <a:pt x="3042" y="75862"/>
                    <a:pt x="0" y="78068"/>
                    <a:pt x="0" y="78068"/>
                  </a:cubicBezTo>
                  <a:cubicBezTo>
                    <a:pt x="0" y="80551"/>
                    <a:pt x="0" y="92689"/>
                    <a:pt x="0" y="92689"/>
                  </a:cubicBezTo>
                  <a:cubicBezTo>
                    <a:pt x="0" y="105103"/>
                    <a:pt x="27042" y="119724"/>
                    <a:pt x="60169" y="119724"/>
                  </a:cubicBezTo>
                  <a:cubicBezTo>
                    <a:pt x="92957" y="119724"/>
                    <a:pt x="119661" y="105103"/>
                    <a:pt x="119661" y="92689"/>
                  </a:cubicBezTo>
                  <a:cubicBezTo>
                    <a:pt x="119661" y="92689"/>
                    <a:pt x="119661" y="80551"/>
                    <a:pt x="119661" y="78068"/>
                  </a:cubicBezTo>
                  <a:cubicBezTo>
                    <a:pt x="119661" y="78068"/>
                    <a:pt x="116957" y="75862"/>
                    <a:pt x="116957" y="78068"/>
                  </a:cubicBezTo>
                  <a:close/>
                  <a:moveTo>
                    <a:pt x="116957" y="44137"/>
                  </a:moveTo>
                  <a:lnTo>
                    <a:pt x="116957" y="44137"/>
                  </a:lnTo>
                  <a:cubicBezTo>
                    <a:pt x="110873" y="51310"/>
                    <a:pt x="86873" y="58758"/>
                    <a:pt x="60169" y="58758"/>
                  </a:cubicBezTo>
                  <a:cubicBezTo>
                    <a:pt x="32788" y="58758"/>
                    <a:pt x="12169" y="51310"/>
                    <a:pt x="3042" y="44137"/>
                  </a:cubicBezTo>
                  <a:cubicBezTo>
                    <a:pt x="3042" y="41655"/>
                    <a:pt x="0" y="44137"/>
                    <a:pt x="0" y="44137"/>
                  </a:cubicBezTo>
                  <a:lnTo>
                    <a:pt x="0" y="61241"/>
                  </a:lnTo>
                  <a:cubicBezTo>
                    <a:pt x="0" y="70896"/>
                    <a:pt x="27042" y="80551"/>
                    <a:pt x="60169" y="80551"/>
                  </a:cubicBezTo>
                  <a:cubicBezTo>
                    <a:pt x="92957" y="80551"/>
                    <a:pt x="119661" y="70896"/>
                    <a:pt x="119661" y="61241"/>
                  </a:cubicBezTo>
                  <a:lnTo>
                    <a:pt x="119661" y="44137"/>
                  </a:lnTo>
                  <a:cubicBezTo>
                    <a:pt x="119661" y="44137"/>
                    <a:pt x="116957" y="41655"/>
                    <a:pt x="116957" y="44137"/>
                  </a:cubicBezTo>
                  <a:close/>
                  <a:moveTo>
                    <a:pt x="60169" y="0"/>
                  </a:moveTo>
                  <a:lnTo>
                    <a:pt x="60169" y="0"/>
                  </a:lnTo>
                  <a:cubicBezTo>
                    <a:pt x="27042" y="0"/>
                    <a:pt x="0" y="7172"/>
                    <a:pt x="0" y="17103"/>
                  </a:cubicBezTo>
                  <a:cubicBezTo>
                    <a:pt x="0" y="26758"/>
                    <a:pt x="0" y="26758"/>
                    <a:pt x="0" y="26758"/>
                  </a:cubicBezTo>
                  <a:cubicBezTo>
                    <a:pt x="0" y="36689"/>
                    <a:pt x="27042" y="44137"/>
                    <a:pt x="60169" y="44137"/>
                  </a:cubicBezTo>
                  <a:cubicBezTo>
                    <a:pt x="92957" y="44137"/>
                    <a:pt x="119661" y="36689"/>
                    <a:pt x="119661" y="26758"/>
                  </a:cubicBezTo>
                  <a:cubicBezTo>
                    <a:pt x="119661" y="17103"/>
                    <a:pt x="119661" y="17103"/>
                    <a:pt x="119661" y="17103"/>
                  </a:cubicBezTo>
                  <a:cubicBezTo>
                    <a:pt x="119661" y="7172"/>
                    <a:pt x="92957" y="0"/>
                    <a:pt x="601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8" name="Shape 5158"/>
            <p:cNvSpPr/>
            <p:nvPr/>
          </p:nvSpPr>
          <p:spPr>
            <a:xfrm>
              <a:off x="1059904" y="3821969"/>
              <a:ext cx="212036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153" y="0"/>
                  </a:moveTo>
                  <a:lnTo>
                    <a:pt x="106153" y="0"/>
                  </a:lnTo>
                  <a:cubicBezTo>
                    <a:pt x="13538" y="0"/>
                    <a:pt x="13538" y="0"/>
                    <a:pt x="13538" y="0"/>
                  </a:cubicBezTo>
                  <a:cubicBezTo>
                    <a:pt x="5230" y="0"/>
                    <a:pt x="0" y="7297"/>
                    <a:pt x="0" y="14324"/>
                  </a:cubicBezTo>
                  <a:cubicBezTo>
                    <a:pt x="0" y="107837"/>
                    <a:pt x="0" y="107837"/>
                    <a:pt x="0" y="107837"/>
                  </a:cubicBezTo>
                  <a:cubicBezTo>
                    <a:pt x="0" y="114864"/>
                    <a:pt x="5230" y="119729"/>
                    <a:pt x="13538" y="119729"/>
                  </a:cubicBezTo>
                  <a:cubicBezTo>
                    <a:pt x="106153" y="119729"/>
                    <a:pt x="106153" y="119729"/>
                    <a:pt x="106153" y="119729"/>
                  </a:cubicBezTo>
                  <a:cubicBezTo>
                    <a:pt x="114461" y="119729"/>
                    <a:pt x="119692" y="114864"/>
                    <a:pt x="119692" y="107837"/>
                  </a:cubicBezTo>
                  <a:cubicBezTo>
                    <a:pt x="119692" y="14324"/>
                    <a:pt x="119692" y="14324"/>
                    <a:pt x="119692" y="14324"/>
                  </a:cubicBezTo>
                  <a:cubicBezTo>
                    <a:pt x="119692" y="7297"/>
                    <a:pt x="114461" y="0"/>
                    <a:pt x="106153" y="0"/>
                  </a:cubicBezTo>
                  <a:close/>
                  <a:moveTo>
                    <a:pt x="106153" y="107837"/>
                  </a:moveTo>
                  <a:lnTo>
                    <a:pt x="106153" y="107837"/>
                  </a:lnTo>
                  <a:cubicBezTo>
                    <a:pt x="13538" y="107837"/>
                    <a:pt x="13538" y="107837"/>
                    <a:pt x="13538" y="107837"/>
                  </a:cubicBezTo>
                  <a:cubicBezTo>
                    <a:pt x="13538" y="14324"/>
                    <a:pt x="13538" y="14324"/>
                    <a:pt x="13538" y="14324"/>
                  </a:cubicBezTo>
                  <a:cubicBezTo>
                    <a:pt x="106153" y="14324"/>
                    <a:pt x="106153" y="14324"/>
                    <a:pt x="106153" y="14324"/>
                  </a:cubicBezTo>
                  <a:lnTo>
                    <a:pt x="106153" y="107837"/>
                  </a:lnTo>
                  <a:close/>
                  <a:moveTo>
                    <a:pt x="68000" y="74324"/>
                  </a:moveTo>
                  <a:lnTo>
                    <a:pt x="68000" y="74324"/>
                  </a:lnTo>
                  <a:cubicBezTo>
                    <a:pt x="29846" y="74324"/>
                    <a:pt x="29846" y="74324"/>
                    <a:pt x="29846" y="74324"/>
                  </a:cubicBezTo>
                  <a:cubicBezTo>
                    <a:pt x="29846" y="81621"/>
                    <a:pt x="29846" y="81621"/>
                    <a:pt x="29846" y="81621"/>
                  </a:cubicBezTo>
                  <a:cubicBezTo>
                    <a:pt x="68000" y="81621"/>
                    <a:pt x="68000" y="81621"/>
                    <a:pt x="68000" y="81621"/>
                  </a:cubicBezTo>
                  <a:lnTo>
                    <a:pt x="68000" y="74324"/>
                  </a:lnTo>
                  <a:close/>
                  <a:moveTo>
                    <a:pt x="89846" y="47837"/>
                  </a:moveTo>
                  <a:lnTo>
                    <a:pt x="89846" y="47837"/>
                  </a:lnTo>
                  <a:cubicBezTo>
                    <a:pt x="60000" y="47837"/>
                    <a:pt x="60000" y="47837"/>
                    <a:pt x="60000" y="47837"/>
                  </a:cubicBezTo>
                  <a:cubicBezTo>
                    <a:pt x="60000" y="52972"/>
                    <a:pt x="60000" y="52972"/>
                    <a:pt x="60000" y="52972"/>
                  </a:cubicBezTo>
                  <a:cubicBezTo>
                    <a:pt x="89846" y="52972"/>
                    <a:pt x="89846" y="52972"/>
                    <a:pt x="89846" y="52972"/>
                  </a:cubicBezTo>
                  <a:lnTo>
                    <a:pt x="89846" y="47837"/>
                  </a:lnTo>
                  <a:close/>
                  <a:moveTo>
                    <a:pt x="60000" y="40810"/>
                  </a:moveTo>
                  <a:lnTo>
                    <a:pt x="60000" y="40810"/>
                  </a:lnTo>
                  <a:cubicBezTo>
                    <a:pt x="89846" y="40810"/>
                    <a:pt x="89846" y="40810"/>
                    <a:pt x="89846" y="40810"/>
                  </a:cubicBezTo>
                  <a:cubicBezTo>
                    <a:pt x="89846" y="26486"/>
                    <a:pt x="89846" y="26486"/>
                    <a:pt x="89846" y="26486"/>
                  </a:cubicBezTo>
                  <a:cubicBezTo>
                    <a:pt x="60000" y="26486"/>
                    <a:pt x="60000" y="26486"/>
                    <a:pt x="60000" y="26486"/>
                  </a:cubicBezTo>
                  <a:lnTo>
                    <a:pt x="60000" y="40810"/>
                  </a:lnTo>
                  <a:close/>
                  <a:moveTo>
                    <a:pt x="51692" y="26486"/>
                  </a:moveTo>
                  <a:lnTo>
                    <a:pt x="51692" y="26486"/>
                  </a:lnTo>
                  <a:cubicBezTo>
                    <a:pt x="29846" y="26486"/>
                    <a:pt x="29846" y="26486"/>
                    <a:pt x="29846" y="26486"/>
                  </a:cubicBezTo>
                  <a:cubicBezTo>
                    <a:pt x="29846" y="52972"/>
                    <a:pt x="29846" y="52972"/>
                    <a:pt x="29846" y="52972"/>
                  </a:cubicBezTo>
                  <a:cubicBezTo>
                    <a:pt x="51692" y="52972"/>
                    <a:pt x="51692" y="52972"/>
                    <a:pt x="51692" y="52972"/>
                  </a:cubicBezTo>
                  <a:lnTo>
                    <a:pt x="51692" y="26486"/>
                  </a:lnTo>
                  <a:close/>
                  <a:moveTo>
                    <a:pt x="43384" y="60000"/>
                  </a:moveTo>
                  <a:lnTo>
                    <a:pt x="43384" y="60000"/>
                  </a:lnTo>
                  <a:cubicBezTo>
                    <a:pt x="29846" y="60000"/>
                    <a:pt x="29846" y="60000"/>
                    <a:pt x="29846" y="60000"/>
                  </a:cubicBezTo>
                  <a:cubicBezTo>
                    <a:pt x="29846" y="67297"/>
                    <a:pt x="29846" y="67297"/>
                    <a:pt x="29846" y="67297"/>
                  </a:cubicBezTo>
                  <a:cubicBezTo>
                    <a:pt x="43384" y="67297"/>
                    <a:pt x="43384" y="67297"/>
                    <a:pt x="43384" y="67297"/>
                  </a:cubicBezTo>
                  <a:lnTo>
                    <a:pt x="43384" y="60000"/>
                  </a:lnTo>
                  <a:close/>
                  <a:moveTo>
                    <a:pt x="51692" y="67297"/>
                  </a:moveTo>
                  <a:lnTo>
                    <a:pt x="51692" y="67297"/>
                  </a:lnTo>
                  <a:cubicBezTo>
                    <a:pt x="89846" y="67297"/>
                    <a:pt x="89846" y="67297"/>
                    <a:pt x="89846" y="67297"/>
                  </a:cubicBezTo>
                  <a:cubicBezTo>
                    <a:pt x="89846" y="60000"/>
                    <a:pt x="89846" y="60000"/>
                    <a:pt x="89846" y="60000"/>
                  </a:cubicBezTo>
                  <a:cubicBezTo>
                    <a:pt x="51692" y="60000"/>
                    <a:pt x="51692" y="60000"/>
                    <a:pt x="51692" y="60000"/>
                  </a:cubicBezTo>
                  <a:lnTo>
                    <a:pt x="51692" y="67297"/>
                  </a:lnTo>
                  <a:close/>
                  <a:moveTo>
                    <a:pt x="89846" y="86216"/>
                  </a:moveTo>
                  <a:lnTo>
                    <a:pt x="89846" y="86216"/>
                  </a:lnTo>
                  <a:cubicBezTo>
                    <a:pt x="29846" y="86216"/>
                    <a:pt x="29846" y="86216"/>
                    <a:pt x="29846" y="86216"/>
                  </a:cubicBezTo>
                  <a:cubicBezTo>
                    <a:pt x="29846" y="93513"/>
                    <a:pt x="29846" y="93513"/>
                    <a:pt x="29846" y="93513"/>
                  </a:cubicBezTo>
                  <a:cubicBezTo>
                    <a:pt x="89846" y="93513"/>
                    <a:pt x="89846" y="93513"/>
                    <a:pt x="89846" y="93513"/>
                  </a:cubicBezTo>
                  <a:lnTo>
                    <a:pt x="89846" y="86216"/>
                  </a:lnTo>
                  <a:close/>
                  <a:moveTo>
                    <a:pt x="76307" y="81621"/>
                  </a:moveTo>
                  <a:lnTo>
                    <a:pt x="76307" y="81621"/>
                  </a:lnTo>
                  <a:cubicBezTo>
                    <a:pt x="89846" y="81621"/>
                    <a:pt x="89846" y="81621"/>
                    <a:pt x="89846" y="81621"/>
                  </a:cubicBezTo>
                  <a:cubicBezTo>
                    <a:pt x="89846" y="74324"/>
                    <a:pt x="89846" y="74324"/>
                    <a:pt x="89846" y="74324"/>
                  </a:cubicBezTo>
                  <a:cubicBezTo>
                    <a:pt x="76307" y="74324"/>
                    <a:pt x="76307" y="74324"/>
                    <a:pt x="76307" y="74324"/>
                  </a:cubicBezTo>
                  <a:lnTo>
                    <a:pt x="76307" y="816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9" name="Shape 5159"/>
            <p:cNvSpPr/>
            <p:nvPr/>
          </p:nvSpPr>
          <p:spPr>
            <a:xfrm>
              <a:off x="7586347" y="3267417"/>
              <a:ext cx="254834" cy="26852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064" y="74016"/>
                  </a:moveTo>
                  <a:lnTo>
                    <a:pt x="115064" y="74016"/>
                  </a:lnTo>
                  <a:cubicBezTo>
                    <a:pt x="105974" y="65409"/>
                    <a:pt x="105974" y="65409"/>
                    <a:pt x="105974" y="65409"/>
                  </a:cubicBezTo>
                  <a:cubicBezTo>
                    <a:pt x="101298" y="60983"/>
                    <a:pt x="101298" y="56557"/>
                    <a:pt x="105974" y="54344"/>
                  </a:cubicBezTo>
                  <a:cubicBezTo>
                    <a:pt x="115064" y="45737"/>
                    <a:pt x="115064" y="45737"/>
                    <a:pt x="115064" y="45737"/>
                  </a:cubicBezTo>
                  <a:cubicBezTo>
                    <a:pt x="119740" y="41311"/>
                    <a:pt x="117402" y="39344"/>
                    <a:pt x="115064" y="39344"/>
                  </a:cubicBezTo>
                  <a:cubicBezTo>
                    <a:pt x="98961" y="37131"/>
                    <a:pt x="98961" y="37131"/>
                    <a:pt x="98961" y="37131"/>
                  </a:cubicBezTo>
                  <a:cubicBezTo>
                    <a:pt x="94545" y="37131"/>
                    <a:pt x="92207" y="34918"/>
                    <a:pt x="94545" y="30491"/>
                  </a:cubicBezTo>
                  <a:cubicBezTo>
                    <a:pt x="101298" y="8852"/>
                    <a:pt x="101298" y="8852"/>
                    <a:pt x="101298" y="8852"/>
                  </a:cubicBezTo>
                  <a:cubicBezTo>
                    <a:pt x="103636" y="6639"/>
                    <a:pt x="101298" y="4180"/>
                    <a:pt x="98961" y="6639"/>
                  </a:cubicBezTo>
                  <a:cubicBezTo>
                    <a:pt x="80779" y="17459"/>
                    <a:pt x="80779" y="17459"/>
                    <a:pt x="80779" y="17459"/>
                  </a:cubicBezTo>
                  <a:cubicBezTo>
                    <a:pt x="75844" y="19672"/>
                    <a:pt x="71428" y="17459"/>
                    <a:pt x="69350" y="13032"/>
                  </a:cubicBezTo>
                  <a:cubicBezTo>
                    <a:pt x="64415" y="4180"/>
                    <a:pt x="64415" y="4180"/>
                    <a:pt x="64415" y="4180"/>
                  </a:cubicBezTo>
                  <a:cubicBezTo>
                    <a:pt x="62077" y="0"/>
                    <a:pt x="57662" y="0"/>
                    <a:pt x="55324" y="4180"/>
                  </a:cubicBezTo>
                  <a:cubicBezTo>
                    <a:pt x="50649" y="13032"/>
                    <a:pt x="50649" y="13032"/>
                    <a:pt x="50649" y="13032"/>
                  </a:cubicBezTo>
                  <a:cubicBezTo>
                    <a:pt x="48311" y="17459"/>
                    <a:pt x="43896" y="17459"/>
                    <a:pt x="39220" y="17459"/>
                  </a:cubicBezTo>
                  <a:cubicBezTo>
                    <a:pt x="30129" y="13032"/>
                    <a:pt x="30129" y="13032"/>
                    <a:pt x="30129" y="13032"/>
                  </a:cubicBezTo>
                  <a:cubicBezTo>
                    <a:pt x="25454" y="11065"/>
                    <a:pt x="20779" y="13032"/>
                    <a:pt x="23116" y="17459"/>
                  </a:cubicBezTo>
                  <a:cubicBezTo>
                    <a:pt x="23116" y="26065"/>
                    <a:pt x="23116" y="26065"/>
                    <a:pt x="23116" y="26065"/>
                  </a:cubicBezTo>
                  <a:cubicBezTo>
                    <a:pt x="23116" y="30491"/>
                    <a:pt x="20779" y="34918"/>
                    <a:pt x="16363" y="34918"/>
                  </a:cubicBezTo>
                  <a:cubicBezTo>
                    <a:pt x="4675" y="39344"/>
                    <a:pt x="4675" y="39344"/>
                    <a:pt x="4675" y="39344"/>
                  </a:cubicBezTo>
                  <a:cubicBezTo>
                    <a:pt x="2337" y="39344"/>
                    <a:pt x="0" y="41311"/>
                    <a:pt x="4675" y="45737"/>
                  </a:cubicBezTo>
                  <a:cubicBezTo>
                    <a:pt x="16363" y="54344"/>
                    <a:pt x="16363" y="54344"/>
                    <a:pt x="16363" y="54344"/>
                  </a:cubicBezTo>
                  <a:cubicBezTo>
                    <a:pt x="18441" y="56557"/>
                    <a:pt x="18441" y="60983"/>
                    <a:pt x="16363" y="65409"/>
                  </a:cubicBezTo>
                  <a:cubicBezTo>
                    <a:pt x="4675" y="74016"/>
                    <a:pt x="4675" y="74016"/>
                    <a:pt x="4675" y="74016"/>
                  </a:cubicBezTo>
                  <a:cubicBezTo>
                    <a:pt x="0" y="76475"/>
                    <a:pt x="2337" y="78442"/>
                    <a:pt x="7012" y="78442"/>
                  </a:cubicBezTo>
                  <a:cubicBezTo>
                    <a:pt x="18441" y="80655"/>
                    <a:pt x="18441" y="80655"/>
                    <a:pt x="18441" y="80655"/>
                  </a:cubicBezTo>
                  <a:cubicBezTo>
                    <a:pt x="23116" y="80655"/>
                    <a:pt x="25454" y="85081"/>
                    <a:pt x="25454" y="89508"/>
                  </a:cubicBezTo>
                  <a:cubicBezTo>
                    <a:pt x="18441" y="108934"/>
                    <a:pt x="18441" y="108934"/>
                    <a:pt x="18441" y="108934"/>
                  </a:cubicBezTo>
                  <a:cubicBezTo>
                    <a:pt x="16363" y="113360"/>
                    <a:pt x="18441" y="113360"/>
                    <a:pt x="23116" y="113360"/>
                  </a:cubicBezTo>
                  <a:cubicBezTo>
                    <a:pt x="36883" y="104508"/>
                    <a:pt x="36883" y="104508"/>
                    <a:pt x="36883" y="104508"/>
                  </a:cubicBezTo>
                  <a:cubicBezTo>
                    <a:pt x="41558" y="102540"/>
                    <a:pt x="45974" y="102540"/>
                    <a:pt x="48311" y="106721"/>
                  </a:cubicBezTo>
                  <a:cubicBezTo>
                    <a:pt x="55324" y="115573"/>
                    <a:pt x="55324" y="115573"/>
                    <a:pt x="55324" y="115573"/>
                  </a:cubicBezTo>
                  <a:cubicBezTo>
                    <a:pt x="57662" y="119754"/>
                    <a:pt x="62077" y="117540"/>
                    <a:pt x="64415" y="115573"/>
                  </a:cubicBezTo>
                  <a:cubicBezTo>
                    <a:pt x="69350" y="104508"/>
                    <a:pt x="69350" y="104508"/>
                    <a:pt x="69350" y="104508"/>
                  </a:cubicBezTo>
                  <a:cubicBezTo>
                    <a:pt x="71428" y="100327"/>
                    <a:pt x="75844" y="100327"/>
                    <a:pt x="80779" y="100327"/>
                  </a:cubicBezTo>
                  <a:cubicBezTo>
                    <a:pt x="92207" y="106721"/>
                    <a:pt x="92207" y="106721"/>
                    <a:pt x="92207" y="106721"/>
                  </a:cubicBezTo>
                  <a:cubicBezTo>
                    <a:pt x="94545" y="108934"/>
                    <a:pt x="98961" y="106721"/>
                    <a:pt x="96883" y="102540"/>
                  </a:cubicBezTo>
                  <a:cubicBezTo>
                    <a:pt x="96883" y="91475"/>
                    <a:pt x="96883" y="91475"/>
                    <a:pt x="96883" y="91475"/>
                  </a:cubicBezTo>
                  <a:cubicBezTo>
                    <a:pt x="96883" y="89508"/>
                    <a:pt x="101298" y="85081"/>
                    <a:pt x="103636" y="82868"/>
                  </a:cubicBezTo>
                  <a:cubicBezTo>
                    <a:pt x="115064" y="80655"/>
                    <a:pt x="115064" y="80655"/>
                    <a:pt x="115064" y="80655"/>
                  </a:cubicBezTo>
                  <a:cubicBezTo>
                    <a:pt x="117402" y="78442"/>
                    <a:pt x="119740" y="76475"/>
                    <a:pt x="115064" y="74016"/>
                  </a:cubicBezTo>
                  <a:close/>
                  <a:moveTo>
                    <a:pt x="66753" y="85081"/>
                  </a:moveTo>
                  <a:lnTo>
                    <a:pt x="66753" y="85081"/>
                  </a:lnTo>
                  <a:cubicBezTo>
                    <a:pt x="52987" y="85081"/>
                    <a:pt x="52987" y="85081"/>
                    <a:pt x="52987" y="85081"/>
                  </a:cubicBezTo>
                  <a:cubicBezTo>
                    <a:pt x="52987" y="71803"/>
                    <a:pt x="52987" y="71803"/>
                    <a:pt x="52987" y="71803"/>
                  </a:cubicBezTo>
                  <a:cubicBezTo>
                    <a:pt x="66753" y="71803"/>
                    <a:pt x="66753" y="71803"/>
                    <a:pt x="66753" y="71803"/>
                  </a:cubicBezTo>
                  <a:lnTo>
                    <a:pt x="66753" y="85081"/>
                  </a:lnTo>
                  <a:close/>
                  <a:moveTo>
                    <a:pt x="66753" y="65409"/>
                  </a:moveTo>
                  <a:lnTo>
                    <a:pt x="66753" y="65409"/>
                  </a:lnTo>
                  <a:cubicBezTo>
                    <a:pt x="52987" y="65409"/>
                    <a:pt x="52987" y="65409"/>
                    <a:pt x="52987" y="65409"/>
                  </a:cubicBezTo>
                  <a:cubicBezTo>
                    <a:pt x="52987" y="32704"/>
                    <a:pt x="52987" y="32704"/>
                    <a:pt x="52987" y="32704"/>
                  </a:cubicBezTo>
                  <a:cubicBezTo>
                    <a:pt x="66753" y="32704"/>
                    <a:pt x="66753" y="32704"/>
                    <a:pt x="66753" y="32704"/>
                  </a:cubicBezTo>
                  <a:lnTo>
                    <a:pt x="66753" y="654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0" name="Shape 5160"/>
            <p:cNvSpPr/>
            <p:nvPr/>
          </p:nvSpPr>
          <p:spPr>
            <a:xfrm>
              <a:off x="2695891" y="4353171"/>
              <a:ext cx="219819" cy="27435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300" y="29879"/>
                  </a:moveTo>
                  <a:lnTo>
                    <a:pt x="114300" y="29879"/>
                  </a:lnTo>
                  <a:cubicBezTo>
                    <a:pt x="111600" y="10602"/>
                    <a:pt x="90300" y="0"/>
                    <a:pt x="69300" y="2168"/>
                  </a:cubicBezTo>
                  <a:cubicBezTo>
                    <a:pt x="47700" y="6506"/>
                    <a:pt x="31800" y="19277"/>
                    <a:pt x="34500" y="36385"/>
                  </a:cubicBezTo>
                  <a:cubicBezTo>
                    <a:pt x="34500" y="40481"/>
                    <a:pt x="37200" y="46987"/>
                    <a:pt x="39900" y="51325"/>
                  </a:cubicBezTo>
                  <a:cubicBezTo>
                    <a:pt x="2700" y="98072"/>
                    <a:pt x="2700" y="98072"/>
                    <a:pt x="2700" y="98072"/>
                  </a:cubicBezTo>
                  <a:cubicBezTo>
                    <a:pt x="0" y="98072"/>
                    <a:pt x="0" y="102409"/>
                    <a:pt x="0" y="104578"/>
                  </a:cubicBezTo>
                  <a:cubicBezTo>
                    <a:pt x="2700" y="115180"/>
                    <a:pt x="2700" y="115180"/>
                    <a:pt x="2700" y="115180"/>
                  </a:cubicBezTo>
                  <a:cubicBezTo>
                    <a:pt x="2700" y="117349"/>
                    <a:pt x="5400" y="119759"/>
                    <a:pt x="8100" y="119759"/>
                  </a:cubicBezTo>
                  <a:cubicBezTo>
                    <a:pt x="18600" y="117349"/>
                    <a:pt x="18600" y="117349"/>
                    <a:pt x="18600" y="117349"/>
                  </a:cubicBezTo>
                  <a:cubicBezTo>
                    <a:pt x="21300" y="117349"/>
                    <a:pt x="24000" y="115180"/>
                    <a:pt x="26700" y="113253"/>
                  </a:cubicBezTo>
                  <a:cubicBezTo>
                    <a:pt x="42600" y="93975"/>
                    <a:pt x="42600" y="93975"/>
                    <a:pt x="42600" y="93975"/>
                  </a:cubicBezTo>
                  <a:lnTo>
                    <a:pt x="42600" y="93975"/>
                  </a:lnTo>
                  <a:cubicBezTo>
                    <a:pt x="53100" y="91807"/>
                    <a:pt x="53100" y="91807"/>
                    <a:pt x="53100" y="91807"/>
                  </a:cubicBezTo>
                  <a:cubicBezTo>
                    <a:pt x="69300" y="68433"/>
                    <a:pt x="69300" y="68433"/>
                    <a:pt x="69300" y="68433"/>
                  </a:cubicBezTo>
                  <a:cubicBezTo>
                    <a:pt x="74400" y="70602"/>
                    <a:pt x="85200" y="68433"/>
                    <a:pt x="87900" y="68433"/>
                  </a:cubicBezTo>
                  <a:cubicBezTo>
                    <a:pt x="108900" y="66265"/>
                    <a:pt x="119700" y="46987"/>
                    <a:pt x="114300" y="29879"/>
                  </a:cubicBezTo>
                  <a:close/>
                  <a:moveTo>
                    <a:pt x="95700" y="38313"/>
                  </a:moveTo>
                  <a:lnTo>
                    <a:pt x="95700" y="38313"/>
                  </a:lnTo>
                  <a:cubicBezTo>
                    <a:pt x="90300" y="45060"/>
                    <a:pt x="85200" y="40481"/>
                    <a:pt x="76800" y="34216"/>
                  </a:cubicBezTo>
                  <a:cubicBezTo>
                    <a:pt x="69300" y="29879"/>
                    <a:pt x="60900" y="27710"/>
                    <a:pt x="66300" y="19277"/>
                  </a:cubicBezTo>
                  <a:cubicBezTo>
                    <a:pt x="72000" y="12771"/>
                    <a:pt x="85200" y="10602"/>
                    <a:pt x="93000" y="17108"/>
                  </a:cubicBezTo>
                  <a:cubicBezTo>
                    <a:pt x="101100" y="21445"/>
                    <a:pt x="103800" y="32048"/>
                    <a:pt x="95700" y="383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1" name="Shape 5161"/>
            <p:cNvSpPr/>
            <p:nvPr/>
          </p:nvSpPr>
          <p:spPr>
            <a:xfrm>
              <a:off x="4318263" y="3273256"/>
              <a:ext cx="245107" cy="2529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865" y="41298"/>
                  </a:moveTo>
                  <a:lnTo>
                    <a:pt x="107865" y="41298"/>
                  </a:lnTo>
                  <a:cubicBezTo>
                    <a:pt x="98157" y="18441"/>
                    <a:pt x="81438" y="0"/>
                    <a:pt x="71730" y="2077"/>
                  </a:cubicBezTo>
                  <a:cubicBezTo>
                    <a:pt x="57438" y="9350"/>
                    <a:pt x="81438" y="36883"/>
                    <a:pt x="9707" y="64415"/>
                  </a:cubicBezTo>
                  <a:cubicBezTo>
                    <a:pt x="2426" y="66753"/>
                    <a:pt x="0" y="75844"/>
                    <a:pt x="2426" y="82857"/>
                  </a:cubicBezTo>
                  <a:cubicBezTo>
                    <a:pt x="4853" y="87532"/>
                    <a:pt x="14292" y="94285"/>
                    <a:pt x="21842" y="92207"/>
                  </a:cubicBezTo>
                  <a:lnTo>
                    <a:pt x="26426" y="89870"/>
                  </a:lnTo>
                  <a:cubicBezTo>
                    <a:pt x="31280" y="96623"/>
                    <a:pt x="36134" y="92207"/>
                    <a:pt x="36134" y="96623"/>
                  </a:cubicBezTo>
                  <a:cubicBezTo>
                    <a:pt x="38561" y="101298"/>
                    <a:pt x="43146" y="110389"/>
                    <a:pt x="43146" y="112727"/>
                  </a:cubicBezTo>
                  <a:cubicBezTo>
                    <a:pt x="45573" y="115064"/>
                    <a:pt x="48000" y="119740"/>
                    <a:pt x="50426" y="117402"/>
                  </a:cubicBezTo>
                  <a:cubicBezTo>
                    <a:pt x="52853" y="117402"/>
                    <a:pt x="62292" y="115064"/>
                    <a:pt x="64719" y="112727"/>
                  </a:cubicBezTo>
                  <a:cubicBezTo>
                    <a:pt x="69303" y="112727"/>
                    <a:pt x="69303" y="110389"/>
                    <a:pt x="67146" y="108051"/>
                  </a:cubicBezTo>
                  <a:cubicBezTo>
                    <a:pt x="67146" y="105974"/>
                    <a:pt x="62292" y="103636"/>
                    <a:pt x="62292" y="101298"/>
                  </a:cubicBezTo>
                  <a:cubicBezTo>
                    <a:pt x="59865" y="98961"/>
                    <a:pt x="57438" y="89870"/>
                    <a:pt x="55011" y="87532"/>
                  </a:cubicBezTo>
                  <a:cubicBezTo>
                    <a:pt x="52853" y="85194"/>
                    <a:pt x="57438" y="80519"/>
                    <a:pt x="62292" y="80519"/>
                  </a:cubicBezTo>
                  <a:cubicBezTo>
                    <a:pt x="95730" y="78441"/>
                    <a:pt x="100584" y="96623"/>
                    <a:pt x="112449" y="92207"/>
                  </a:cubicBezTo>
                  <a:cubicBezTo>
                    <a:pt x="119730" y="89870"/>
                    <a:pt x="119730" y="64415"/>
                    <a:pt x="107865" y="41298"/>
                  </a:cubicBezTo>
                  <a:close/>
                  <a:moveTo>
                    <a:pt x="105168" y="80519"/>
                  </a:moveTo>
                  <a:lnTo>
                    <a:pt x="105168" y="80519"/>
                  </a:lnTo>
                  <a:cubicBezTo>
                    <a:pt x="102741" y="80519"/>
                    <a:pt x="88449" y="71428"/>
                    <a:pt x="81438" y="52987"/>
                  </a:cubicBezTo>
                  <a:cubicBezTo>
                    <a:pt x="74157" y="34545"/>
                    <a:pt x="74157" y="16103"/>
                    <a:pt x="76584" y="16103"/>
                  </a:cubicBezTo>
                  <a:cubicBezTo>
                    <a:pt x="79011" y="16103"/>
                    <a:pt x="90876" y="27532"/>
                    <a:pt x="98157" y="45974"/>
                  </a:cubicBezTo>
                  <a:cubicBezTo>
                    <a:pt x="107865" y="64415"/>
                    <a:pt x="105168" y="78441"/>
                    <a:pt x="105168" y="805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2" name="Shape 5162"/>
            <p:cNvSpPr/>
            <p:nvPr/>
          </p:nvSpPr>
          <p:spPr>
            <a:xfrm>
              <a:off x="3767746" y="4372628"/>
              <a:ext cx="254833" cy="2354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090" y="0"/>
                  </a:moveTo>
                  <a:lnTo>
                    <a:pt x="69090" y="0"/>
                  </a:lnTo>
                  <a:lnTo>
                    <a:pt x="69090" y="0"/>
                  </a:lnTo>
                  <a:cubicBezTo>
                    <a:pt x="36883" y="0"/>
                    <a:pt x="16103" y="12646"/>
                    <a:pt x="18441" y="22482"/>
                  </a:cubicBezTo>
                  <a:cubicBezTo>
                    <a:pt x="18441" y="25011"/>
                    <a:pt x="18441" y="32599"/>
                    <a:pt x="20779" y="40187"/>
                  </a:cubicBezTo>
                  <a:cubicBezTo>
                    <a:pt x="4675" y="47494"/>
                    <a:pt x="0" y="57611"/>
                    <a:pt x="0" y="67447"/>
                  </a:cubicBezTo>
                  <a:cubicBezTo>
                    <a:pt x="2337" y="77283"/>
                    <a:pt x="9350" y="87400"/>
                    <a:pt x="29870" y="89648"/>
                  </a:cubicBezTo>
                  <a:cubicBezTo>
                    <a:pt x="39220" y="89648"/>
                    <a:pt x="52987" y="84871"/>
                    <a:pt x="59999" y="74754"/>
                  </a:cubicBezTo>
                  <a:cubicBezTo>
                    <a:pt x="59999" y="72505"/>
                    <a:pt x="59999" y="69976"/>
                    <a:pt x="59999" y="69976"/>
                  </a:cubicBezTo>
                  <a:cubicBezTo>
                    <a:pt x="59999" y="62388"/>
                    <a:pt x="64675" y="59859"/>
                    <a:pt x="69090" y="59859"/>
                  </a:cubicBezTo>
                  <a:cubicBezTo>
                    <a:pt x="73766" y="59859"/>
                    <a:pt x="78441" y="62388"/>
                    <a:pt x="78441" y="69976"/>
                  </a:cubicBezTo>
                  <a:cubicBezTo>
                    <a:pt x="78441" y="74754"/>
                    <a:pt x="73766" y="79812"/>
                    <a:pt x="69090" y="79812"/>
                  </a:cubicBezTo>
                  <a:cubicBezTo>
                    <a:pt x="57662" y="92177"/>
                    <a:pt x="43896" y="99765"/>
                    <a:pt x="29870" y="99765"/>
                  </a:cubicBezTo>
                  <a:cubicBezTo>
                    <a:pt x="29870" y="102295"/>
                    <a:pt x="29870" y="102295"/>
                    <a:pt x="29870" y="104543"/>
                  </a:cubicBezTo>
                  <a:cubicBezTo>
                    <a:pt x="29870" y="107072"/>
                    <a:pt x="46233" y="119718"/>
                    <a:pt x="69090" y="119718"/>
                  </a:cubicBezTo>
                  <a:lnTo>
                    <a:pt x="69090" y="119718"/>
                  </a:lnTo>
                  <a:cubicBezTo>
                    <a:pt x="92207" y="119718"/>
                    <a:pt x="105974" y="107072"/>
                    <a:pt x="105974" y="104543"/>
                  </a:cubicBezTo>
                  <a:cubicBezTo>
                    <a:pt x="108051" y="99765"/>
                    <a:pt x="117662" y="32599"/>
                    <a:pt x="117662" y="22482"/>
                  </a:cubicBezTo>
                  <a:cubicBezTo>
                    <a:pt x="119740" y="12646"/>
                    <a:pt x="98961" y="0"/>
                    <a:pt x="69090" y="0"/>
                  </a:cubicBezTo>
                  <a:close/>
                  <a:moveTo>
                    <a:pt x="9350" y="64918"/>
                  </a:moveTo>
                  <a:lnTo>
                    <a:pt x="9350" y="64918"/>
                  </a:lnTo>
                  <a:cubicBezTo>
                    <a:pt x="9350" y="62388"/>
                    <a:pt x="13766" y="55081"/>
                    <a:pt x="23116" y="50023"/>
                  </a:cubicBezTo>
                  <a:cubicBezTo>
                    <a:pt x="23116" y="59859"/>
                    <a:pt x="25454" y="69976"/>
                    <a:pt x="27532" y="79812"/>
                  </a:cubicBezTo>
                  <a:cubicBezTo>
                    <a:pt x="16103" y="77283"/>
                    <a:pt x="11428" y="72505"/>
                    <a:pt x="9350" y="64918"/>
                  </a:cubicBezTo>
                  <a:close/>
                  <a:moveTo>
                    <a:pt x="69090" y="37377"/>
                  </a:moveTo>
                  <a:lnTo>
                    <a:pt x="69090" y="37377"/>
                  </a:lnTo>
                  <a:cubicBezTo>
                    <a:pt x="46233" y="37377"/>
                    <a:pt x="27532" y="27540"/>
                    <a:pt x="27532" y="22482"/>
                  </a:cubicBezTo>
                  <a:cubicBezTo>
                    <a:pt x="27532" y="19953"/>
                    <a:pt x="46233" y="10117"/>
                    <a:pt x="69090" y="10117"/>
                  </a:cubicBezTo>
                  <a:cubicBezTo>
                    <a:pt x="92207" y="10117"/>
                    <a:pt x="108051" y="19953"/>
                    <a:pt x="108051" y="22482"/>
                  </a:cubicBezTo>
                  <a:cubicBezTo>
                    <a:pt x="108051" y="27540"/>
                    <a:pt x="92207" y="37377"/>
                    <a:pt x="69090" y="373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3" name="Shape 5163"/>
            <p:cNvSpPr/>
            <p:nvPr/>
          </p:nvSpPr>
          <p:spPr>
            <a:xfrm>
              <a:off x="4327990" y="4372628"/>
              <a:ext cx="225654" cy="24127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5403" y="112293"/>
                  </a:moveTo>
                  <a:lnTo>
                    <a:pt x="75403" y="112293"/>
                  </a:lnTo>
                  <a:cubicBezTo>
                    <a:pt x="75403" y="114770"/>
                    <a:pt x="78044" y="117247"/>
                    <a:pt x="80684" y="117247"/>
                  </a:cubicBezTo>
                  <a:cubicBezTo>
                    <a:pt x="109144" y="119724"/>
                    <a:pt x="109144" y="119724"/>
                    <a:pt x="109144" y="119724"/>
                  </a:cubicBezTo>
                  <a:cubicBezTo>
                    <a:pt x="112078" y="119724"/>
                    <a:pt x="112078" y="117247"/>
                    <a:pt x="114718" y="114770"/>
                  </a:cubicBezTo>
                  <a:cubicBezTo>
                    <a:pt x="114718" y="92752"/>
                    <a:pt x="114718" y="92752"/>
                    <a:pt x="114718" y="92752"/>
                  </a:cubicBezTo>
                  <a:cubicBezTo>
                    <a:pt x="78044" y="90275"/>
                    <a:pt x="78044" y="90275"/>
                    <a:pt x="78044" y="90275"/>
                  </a:cubicBezTo>
                  <a:lnTo>
                    <a:pt x="75403" y="112293"/>
                  </a:lnTo>
                  <a:close/>
                  <a:moveTo>
                    <a:pt x="5281" y="92752"/>
                  </a:moveTo>
                  <a:lnTo>
                    <a:pt x="5281" y="92752"/>
                  </a:lnTo>
                  <a:cubicBezTo>
                    <a:pt x="5281" y="114770"/>
                    <a:pt x="5281" y="114770"/>
                    <a:pt x="5281" y="114770"/>
                  </a:cubicBezTo>
                  <a:cubicBezTo>
                    <a:pt x="5281" y="117247"/>
                    <a:pt x="7921" y="119724"/>
                    <a:pt x="10268" y="119724"/>
                  </a:cubicBezTo>
                  <a:cubicBezTo>
                    <a:pt x="39022" y="117247"/>
                    <a:pt x="39022" y="117247"/>
                    <a:pt x="39022" y="117247"/>
                  </a:cubicBezTo>
                  <a:cubicBezTo>
                    <a:pt x="41662" y="117247"/>
                    <a:pt x="44303" y="114770"/>
                    <a:pt x="44303" y="112293"/>
                  </a:cubicBezTo>
                  <a:cubicBezTo>
                    <a:pt x="41662" y="90275"/>
                    <a:pt x="41662" y="90275"/>
                    <a:pt x="41662" y="90275"/>
                  </a:cubicBezTo>
                  <a:lnTo>
                    <a:pt x="5281" y="92752"/>
                  </a:lnTo>
                  <a:close/>
                  <a:moveTo>
                    <a:pt x="0" y="56422"/>
                  </a:moveTo>
                  <a:lnTo>
                    <a:pt x="0" y="56422"/>
                  </a:lnTo>
                  <a:cubicBezTo>
                    <a:pt x="2640" y="80642"/>
                    <a:pt x="2640" y="80642"/>
                    <a:pt x="2640" y="80642"/>
                  </a:cubicBezTo>
                  <a:cubicBezTo>
                    <a:pt x="39022" y="75688"/>
                    <a:pt x="39022" y="75688"/>
                    <a:pt x="39022" y="75688"/>
                  </a:cubicBezTo>
                  <a:cubicBezTo>
                    <a:pt x="39022" y="53944"/>
                    <a:pt x="39022" y="53944"/>
                    <a:pt x="39022" y="53944"/>
                  </a:cubicBezTo>
                  <a:lnTo>
                    <a:pt x="39022" y="51467"/>
                  </a:lnTo>
                  <a:cubicBezTo>
                    <a:pt x="39022" y="41834"/>
                    <a:pt x="46943" y="31926"/>
                    <a:pt x="59853" y="31926"/>
                  </a:cubicBezTo>
                  <a:cubicBezTo>
                    <a:pt x="72762" y="31926"/>
                    <a:pt x="80684" y="41834"/>
                    <a:pt x="80684" y="51467"/>
                  </a:cubicBezTo>
                  <a:lnTo>
                    <a:pt x="80684" y="53944"/>
                  </a:lnTo>
                  <a:cubicBezTo>
                    <a:pt x="78044" y="75688"/>
                    <a:pt x="78044" y="75688"/>
                    <a:pt x="78044" y="75688"/>
                  </a:cubicBezTo>
                  <a:cubicBezTo>
                    <a:pt x="117066" y="80642"/>
                    <a:pt x="117066" y="80642"/>
                    <a:pt x="117066" y="80642"/>
                  </a:cubicBezTo>
                  <a:cubicBezTo>
                    <a:pt x="119706" y="56422"/>
                    <a:pt x="119706" y="56422"/>
                    <a:pt x="119706" y="56422"/>
                  </a:cubicBezTo>
                  <a:cubicBezTo>
                    <a:pt x="119706" y="53944"/>
                    <a:pt x="119706" y="53944"/>
                    <a:pt x="119706" y="51467"/>
                  </a:cubicBezTo>
                  <a:cubicBezTo>
                    <a:pt x="119706" y="22018"/>
                    <a:pt x="93594" y="0"/>
                    <a:pt x="59853" y="0"/>
                  </a:cubicBezTo>
                  <a:cubicBezTo>
                    <a:pt x="25819" y="0"/>
                    <a:pt x="0" y="22018"/>
                    <a:pt x="0" y="51467"/>
                  </a:cubicBezTo>
                  <a:cubicBezTo>
                    <a:pt x="0" y="53944"/>
                    <a:pt x="0" y="53944"/>
                    <a:pt x="0" y="564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4" name="Shape 5164"/>
            <p:cNvSpPr/>
            <p:nvPr/>
          </p:nvSpPr>
          <p:spPr>
            <a:xfrm>
              <a:off x="7029994" y="4368738"/>
              <a:ext cx="274286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961" y="18918"/>
                  </a:moveTo>
                  <a:lnTo>
                    <a:pt x="106961" y="18918"/>
                  </a:lnTo>
                  <a:cubicBezTo>
                    <a:pt x="102857" y="18918"/>
                    <a:pt x="102857" y="18918"/>
                    <a:pt x="102857" y="18918"/>
                  </a:cubicBezTo>
                  <a:cubicBezTo>
                    <a:pt x="102857" y="119729"/>
                    <a:pt x="102857" y="119729"/>
                    <a:pt x="102857" y="119729"/>
                  </a:cubicBezTo>
                  <a:cubicBezTo>
                    <a:pt x="106961" y="119729"/>
                    <a:pt x="106961" y="119729"/>
                    <a:pt x="106961" y="119729"/>
                  </a:cubicBezTo>
                  <a:cubicBezTo>
                    <a:pt x="115653" y="119729"/>
                    <a:pt x="119758" y="114864"/>
                    <a:pt x="119758" y="107567"/>
                  </a:cubicBezTo>
                  <a:cubicBezTo>
                    <a:pt x="119758" y="33513"/>
                    <a:pt x="119758" y="33513"/>
                    <a:pt x="119758" y="33513"/>
                  </a:cubicBezTo>
                  <a:cubicBezTo>
                    <a:pt x="119758" y="26216"/>
                    <a:pt x="115653" y="18918"/>
                    <a:pt x="106961" y="18918"/>
                  </a:cubicBezTo>
                  <a:close/>
                  <a:moveTo>
                    <a:pt x="0" y="33513"/>
                  </a:moveTo>
                  <a:lnTo>
                    <a:pt x="0" y="33513"/>
                  </a:lnTo>
                  <a:cubicBezTo>
                    <a:pt x="0" y="107567"/>
                    <a:pt x="0" y="107567"/>
                    <a:pt x="0" y="107567"/>
                  </a:cubicBezTo>
                  <a:cubicBezTo>
                    <a:pt x="0" y="114864"/>
                    <a:pt x="6277" y="119729"/>
                    <a:pt x="12796" y="119729"/>
                  </a:cubicBezTo>
                  <a:cubicBezTo>
                    <a:pt x="17142" y="119729"/>
                    <a:pt x="17142" y="119729"/>
                    <a:pt x="17142" y="119729"/>
                  </a:cubicBezTo>
                  <a:cubicBezTo>
                    <a:pt x="17142" y="18918"/>
                    <a:pt x="17142" y="18918"/>
                    <a:pt x="17142" y="18918"/>
                  </a:cubicBezTo>
                  <a:cubicBezTo>
                    <a:pt x="12796" y="18918"/>
                    <a:pt x="12796" y="18918"/>
                    <a:pt x="12796" y="18918"/>
                  </a:cubicBezTo>
                  <a:cubicBezTo>
                    <a:pt x="6277" y="18918"/>
                    <a:pt x="0" y="26216"/>
                    <a:pt x="0" y="33513"/>
                  </a:cubicBezTo>
                  <a:close/>
                  <a:moveTo>
                    <a:pt x="81368" y="7027"/>
                  </a:moveTo>
                  <a:lnTo>
                    <a:pt x="81368" y="7027"/>
                  </a:lnTo>
                  <a:cubicBezTo>
                    <a:pt x="77022" y="4594"/>
                    <a:pt x="70503" y="0"/>
                    <a:pt x="59879" y="0"/>
                  </a:cubicBezTo>
                  <a:cubicBezTo>
                    <a:pt x="49255" y="0"/>
                    <a:pt x="42736" y="4594"/>
                    <a:pt x="38631" y="7027"/>
                  </a:cubicBezTo>
                  <a:cubicBezTo>
                    <a:pt x="38631" y="18918"/>
                    <a:pt x="38631" y="18918"/>
                    <a:pt x="38631" y="18918"/>
                  </a:cubicBezTo>
                  <a:cubicBezTo>
                    <a:pt x="25835" y="18918"/>
                    <a:pt x="25835" y="18918"/>
                    <a:pt x="25835" y="18918"/>
                  </a:cubicBezTo>
                  <a:cubicBezTo>
                    <a:pt x="25835" y="119729"/>
                    <a:pt x="25835" y="119729"/>
                    <a:pt x="25835" y="119729"/>
                  </a:cubicBezTo>
                  <a:cubicBezTo>
                    <a:pt x="94164" y="119729"/>
                    <a:pt x="94164" y="119729"/>
                    <a:pt x="94164" y="119729"/>
                  </a:cubicBezTo>
                  <a:cubicBezTo>
                    <a:pt x="94164" y="18918"/>
                    <a:pt x="94164" y="18918"/>
                    <a:pt x="94164" y="18918"/>
                  </a:cubicBezTo>
                  <a:cubicBezTo>
                    <a:pt x="81368" y="18918"/>
                    <a:pt x="81368" y="18918"/>
                    <a:pt x="81368" y="18918"/>
                  </a:cubicBezTo>
                  <a:lnTo>
                    <a:pt x="81368" y="7027"/>
                  </a:lnTo>
                  <a:close/>
                  <a:moveTo>
                    <a:pt x="72676" y="18918"/>
                  </a:moveTo>
                  <a:lnTo>
                    <a:pt x="72676" y="18918"/>
                  </a:lnTo>
                  <a:cubicBezTo>
                    <a:pt x="47082" y="18918"/>
                    <a:pt x="47082" y="18918"/>
                    <a:pt x="47082" y="18918"/>
                  </a:cubicBezTo>
                  <a:cubicBezTo>
                    <a:pt x="47082" y="11891"/>
                    <a:pt x="47082" y="11891"/>
                    <a:pt x="47082" y="11891"/>
                  </a:cubicBezTo>
                  <a:cubicBezTo>
                    <a:pt x="49255" y="9459"/>
                    <a:pt x="53601" y="7027"/>
                    <a:pt x="59879" y="7027"/>
                  </a:cubicBezTo>
                  <a:cubicBezTo>
                    <a:pt x="66398" y="7027"/>
                    <a:pt x="70503" y="9459"/>
                    <a:pt x="72676" y="11891"/>
                  </a:cubicBezTo>
                  <a:lnTo>
                    <a:pt x="72676" y="189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5" name="Shape 5165"/>
            <p:cNvSpPr/>
            <p:nvPr/>
          </p:nvSpPr>
          <p:spPr>
            <a:xfrm>
              <a:off x="6543673" y="3812239"/>
              <a:ext cx="155623" cy="2646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3604" y="2254"/>
                  </a:moveTo>
                  <a:lnTo>
                    <a:pt x="63604" y="2254"/>
                  </a:lnTo>
                  <a:cubicBezTo>
                    <a:pt x="63604" y="0"/>
                    <a:pt x="59787" y="0"/>
                    <a:pt x="55971" y="2254"/>
                  </a:cubicBezTo>
                  <a:cubicBezTo>
                    <a:pt x="48339" y="46346"/>
                    <a:pt x="0" y="55365"/>
                    <a:pt x="0" y="86430"/>
                  </a:cubicBezTo>
                  <a:cubicBezTo>
                    <a:pt x="0" y="104217"/>
                    <a:pt x="29681" y="119749"/>
                    <a:pt x="59787" y="119749"/>
                  </a:cubicBezTo>
                  <a:cubicBezTo>
                    <a:pt x="93286" y="119749"/>
                    <a:pt x="119575" y="104217"/>
                    <a:pt x="119575" y="86430"/>
                  </a:cubicBezTo>
                  <a:cubicBezTo>
                    <a:pt x="119575" y="55365"/>
                    <a:pt x="70812" y="46346"/>
                    <a:pt x="63604" y="2254"/>
                  </a:cubicBezTo>
                  <a:close/>
                  <a:moveTo>
                    <a:pt x="52155" y="51106"/>
                  </a:moveTo>
                  <a:lnTo>
                    <a:pt x="52155" y="51106"/>
                  </a:lnTo>
                  <a:cubicBezTo>
                    <a:pt x="52155" y="51106"/>
                    <a:pt x="52155" y="53361"/>
                    <a:pt x="52155" y="55365"/>
                  </a:cubicBezTo>
                  <a:cubicBezTo>
                    <a:pt x="48339" y="64384"/>
                    <a:pt x="41130" y="73152"/>
                    <a:pt x="41130" y="84175"/>
                  </a:cubicBezTo>
                  <a:cubicBezTo>
                    <a:pt x="41130" y="90939"/>
                    <a:pt x="37314" y="93194"/>
                    <a:pt x="29681" y="93194"/>
                  </a:cubicBezTo>
                  <a:cubicBezTo>
                    <a:pt x="22473" y="93194"/>
                    <a:pt x="18657" y="90939"/>
                    <a:pt x="18657" y="86430"/>
                  </a:cubicBezTo>
                  <a:cubicBezTo>
                    <a:pt x="18657" y="73152"/>
                    <a:pt x="29681" y="64384"/>
                    <a:pt x="37314" y="55365"/>
                  </a:cubicBezTo>
                  <a:cubicBezTo>
                    <a:pt x="41130" y="53361"/>
                    <a:pt x="44946" y="51106"/>
                    <a:pt x="48339" y="48601"/>
                  </a:cubicBezTo>
                  <a:lnTo>
                    <a:pt x="52155" y="48601"/>
                  </a:lnTo>
                  <a:lnTo>
                    <a:pt x="52155" y="5110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6" name="Shape 5166"/>
            <p:cNvSpPr/>
            <p:nvPr/>
          </p:nvSpPr>
          <p:spPr>
            <a:xfrm>
              <a:off x="4862943" y="4388195"/>
              <a:ext cx="245107" cy="2062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297" y="68525"/>
                  </a:moveTo>
                  <a:lnTo>
                    <a:pt x="117297" y="68525"/>
                  </a:lnTo>
                  <a:cubicBezTo>
                    <a:pt x="95675" y="8686"/>
                    <a:pt x="95675" y="8686"/>
                    <a:pt x="95675" y="8686"/>
                  </a:cubicBezTo>
                  <a:cubicBezTo>
                    <a:pt x="95675" y="2895"/>
                    <a:pt x="91081" y="0"/>
                    <a:pt x="86216" y="0"/>
                  </a:cubicBezTo>
                  <a:cubicBezTo>
                    <a:pt x="33513" y="0"/>
                    <a:pt x="33513" y="0"/>
                    <a:pt x="33513" y="0"/>
                  </a:cubicBezTo>
                  <a:cubicBezTo>
                    <a:pt x="28648" y="0"/>
                    <a:pt x="24054" y="2895"/>
                    <a:pt x="21621" y="8686"/>
                  </a:cubicBezTo>
                  <a:cubicBezTo>
                    <a:pt x="2432" y="68525"/>
                    <a:pt x="2432" y="68525"/>
                    <a:pt x="2432" y="68525"/>
                  </a:cubicBezTo>
                  <a:cubicBezTo>
                    <a:pt x="0" y="71420"/>
                    <a:pt x="0" y="79785"/>
                    <a:pt x="0" y="82680"/>
                  </a:cubicBezTo>
                  <a:cubicBezTo>
                    <a:pt x="4864" y="110991"/>
                    <a:pt x="4864" y="110991"/>
                    <a:pt x="4864" y="110991"/>
                  </a:cubicBezTo>
                  <a:cubicBezTo>
                    <a:pt x="4864" y="116782"/>
                    <a:pt x="9459" y="119678"/>
                    <a:pt x="12162" y="119678"/>
                  </a:cubicBezTo>
                  <a:cubicBezTo>
                    <a:pt x="107837" y="119678"/>
                    <a:pt x="107837" y="119678"/>
                    <a:pt x="107837" y="119678"/>
                  </a:cubicBezTo>
                  <a:cubicBezTo>
                    <a:pt x="110270" y="119678"/>
                    <a:pt x="114864" y="116782"/>
                    <a:pt x="114864" y="110991"/>
                  </a:cubicBezTo>
                  <a:cubicBezTo>
                    <a:pt x="119729" y="82680"/>
                    <a:pt x="119729" y="82680"/>
                    <a:pt x="119729" y="82680"/>
                  </a:cubicBezTo>
                  <a:cubicBezTo>
                    <a:pt x="119729" y="79785"/>
                    <a:pt x="119729" y="71420"/>
                    <a:pt x="117297" y="68525"/>
                  </a:cubicBezTo>
                  <a:close/>
                  <a:moveTo>
                    <a:pt x="107837" y="88471"/>
                  </a:moveTo>
                  <a:lnTo>
                    <a:pt x="107837" y="88471"/>
                  </a:lnTo>
                  <a:cubicBezTo>
                    <a:pt x="107837" y="99731"/>
                    <a:pt x="107837" y="99731"/>
                    <a:pt x="107837" y="99731"/>
                  </a:cubicBezTo>
                  <a:cubicBezTo>
                    <a:pt x="107837" y="105522"/>
                    <a:pt x="102972" y="108418"/>
                    <a:pt x="100540" y="108418"/>
                  </a:cubicBezTo>
                  <a:cubicBezTo>
                    <a:pt x="19189" y="108418"/>
                    <a:pt x="19189" y="108418"/>
                    <a:pt x="19189" y="108418"/>
                  </a:cubicBezTo>
                  <a:cubicBezTo>
                    <a:pt x="16756" y="108418"/>
                    <a:pt x="12162" y="105522"/>
                    <a:pt x="12162" y="99731"/>
                  </a:cubicBezTo>
                  <a:cubicBezTo>
                    <a:pt x="9459" y="88471"/>
                    <a:pt x="9459" y="88471"/>
                    <a:pt x="9459" y="88471"/>
                  </a:cubicBezTo>
                  <a:cubicBezTo>
                    <a:pt x="9459" y="85576"/>
                    <a:pt x="12162" y="79785"/>
                    <a:pt x="16756" y="79785"/>
                  </a:cubicBezTo>
                  <a:cubicBezTo>
                    <a:pt x="102972" y="79785"/>
                    <a:pt x="102972" y="79785"/>
                    <a:pt x="102972" y="79785"/>
                  </a:cubicBezTo>
                  <a:cubicBezTo>
                    <a:pt x="107837" y="79785"/>
                    <a:pt x="110270" y="85576"/>
                    <a:pt x="107837" y="8847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7" name="Shape 5167"/>
            <p:cNvSpPr/>
            <p:nvPr/>
          </p:nvSpPr>
          <p:spPr>
            <a:xfrm>
              <a:off x="5954250" y="4359009"/>
              <a:ext cx="248997" cy="2548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3008" y="78181"/>
                  </a:moveTo>
                  <a:lnTo>
                    <a:pt x="73008" y="78181"/>
                  </a:lnTo>
                  <a:cubicBezTo>
                    <a:pt x="73008" y="78181"/>
                    <a:pt x="119734" y="43896"/>
                    <a:pt x="115221" y="6753"/>
                  </a:cubicBezTo>
                  <a:lnTo>
                    <a:pt x="115221" y="4675"/>
                  </a:lnTo>
                  <a:cubicBezTo>
                    <a:pt x="112831" y="4675"/>
                    <a:pt x="112831" y="4675"/>
                    <a:pt x="112831" y="4675"/>
                  </a:cubicBezTo>
                  <a:cubicBezTo>
                    <a:pt x="75398" y="0"/>
                    <a:pt x="42212" y="46233"/>
                    <a:pt x="42212" y="46233"/>
                  </a:cubicBezTo>
                  <a:cubicBezTo>
                    <a:pt x="14070" y="41298"/>
                    <a:pt x="16460" y="48311"/>
                    <a:pt x="2389" y="78181"/>
                  </a:cubicBezTo>
                  <a:cubicBezTo>
                    <a:pt x="0" y="85194"/>
                    <a:pt x="4778" y="85194"/>
                    <a:pt x="9292" y="85194"/>
                  </a:cubicBezTo>
                  <a:cubicBezTo>
                    <a:pt x="14070" y="82857"/>
                    <a:pt x="23362" y="80519"/>
                    <a:pt x="23362" y="80519"/>
                  </a:cubicBezTo>
                  <a:cubicBezTo>
                    <a:pt x="40088" y="96623"/>
                    <a:pt x="40088" y="96623"/>
                    <a:pt x="40088" y="96623"/>
                  </a:cubicBezTo>
                  <a:cubicBezTo>
                    <a:pt x="40088" y="96623"/>
                    <a:pt x="37433" y="105714"/>
                    <a:pt x="35309" y="110389"/>
                  </a:cubicBezTo>
                  <a:cubicBezTo>
                    <a:pt x="32920" y="115064"/>
                    <a:pt x="35309" y="119740"/>
                    <a:pt x="40088" y="117402"/>
                  </a:cubicBezTo>
                  <a:cubicBezTo>
                    <a:pt x="70619" y="103376"/>
                    <a:pt x="77522" y="105714"/>
                    <a:pt x="73008" y="78181"/>
                  </a:cubicBezTo>
                  <a:close/>
                  <a:moveTo>
                    <a:pt x="79911" y="38961"/>
                  </a:moveTo>
                  <a:lnTo>
                    <a:pt x="79911" y="38961"/>
                  </a:lnTo>
                  <a:cubicBezTo>
                    <a:pt x="75398" y="34545"/>
                    <a:pt x="75398" y="29870"/>
                    <a:pt x="79911" y="25194"/>
                  </a:cubicBezTo>
                  <a:cubicBezTo>
                    <a:pt x="84690" y="20779"/>
                    <a:pt x="91592" y="20779"/>
                    <a:pt x="93982" y="25194"/>
                  </a:cubicBezTo>
                  <a:cubicBezTo>
                    <a:pt x="98761" y="29870"/>
                    <a:pt x="98761" y="34545"/>
                    <a:pt x="93982" y="38961"/>
                  </a:cubicBezTo>
                  <a:cubicBezTo>
                    <a:pt x="91592" y="43896"/>
                    <a:pt x="84690" y="43896"/>
                    <a:pt x="79911" y="389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8" name="Shape 5168"/>
            <p:cNvSpPr/>
            <p:nvPr/>
          </p:nvSpPr>
          <p:spPr>
            <a:xfrm>
              <a:off x="6479478" y="4353171"/>
              <a:ext cx="284012" cy="27435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407" y="81204"/>
                  </a:moveTo>
                  <a:lnTo>
                    <a:pt x="18407" y="81204"/>
                  </a:lnTo>
                  <a:cubicBezTo>
                    <a:pt x="10252" y="89638"/>
                    <a:pt x="16543" y="100240"/>
                    <a:pt x="4194" y="113253"/>
                  </a:cubicBezTo>
                  <a:cubicBezTo>
                    <a:pt x="0" y="119759"/>
                    <a:pt x="27029" y="117349"/>
                    <a:pt x="39378" y="104578"/>
                  </a:cubicBezTo>
                  <a:cubicBezTo>
                    <a:pt x="45436" y="98072"/>
                    <a:pt x="43339" y="89638"/>
                    <a:pt x="37281" y="83373"/>
                  </a:cubicBezTo>
                  <a:cubicBezTo>
                    <a:pt x="30757" y="76867"/>
                    <a:pt x="22601" y="76867"/>
                    <a:pt x="18407" y="81204"/>
                  </a:cubicBezTo>
                  <a:close/>
                  <a:moveTo>
                    <a:pt x="115572" y="4337"/>
                  </a:moveTo>
                  <a:lnTo>
                    <a:pt x="115572" y="4337"/>
                  </a:lnTo>
                  <a:cubicBezTo>
                    <a:pt x="111611" y="0"/>
                    <a:pt x="59883" y="40481"/>
                    <a:pt x="45436" y="55662"/>
                  </a:cubicBezTo>
                  <a:cubicBezTo>
                    <a:pt x="39378" y="64096"/>
                    <a:pt x="37281" y="68433"/>
                    <a:pt x="32854" y="70602"/>
                  </a:cubicBezTo>
                  <a:cubicBezTo>
                    <a:pt x="32854" y="72530"/>
                    <a:pt x="34951" y="72530"/>
                    <a:pt x="34951" y="72530"/>
                  </a:cubicBezTo>
                  <a:cubicBezTo>
                    <a:pt x="37281" y="74698"/>
                    <a:pt x="39378" y="74698"/>
                    <a:pt x="43339" y="79036"/>
                  </a:cubicBezTo>
                  <a:cubicBezTo>
                    <a:pt x="45436" y="81204"/>
                    <a:pt x="47533" y="83373"/>
                    <a:pt x="47533" y="85301"/>
                  </a:cubicBezTo>
                  <a:cubicBezTo>
                    <a:pt x="47533" y="87469"/>
                    <a:pt x="49631" y="87469"/>
                    <a:pt x="49631" y="87469"/>
                  </a:cubicBezTo>
                  <a:cubicBezTo>
                    <a:pt x="53592" y="85301"/>
                    <a:pt x="57786" y="81204"/>
                    <a:pt x="64077" y="74698"/>
                  </a:cubicBezTo>
                  <a:cubicBezTo>
                    <a:pt x="78291" y="59759"/>
                    <a:pt x="119766" y="8433"/>
                    <a:pt x="115572" y="43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9" name="Shape 5169"/>
            <p:cNvSpPr/>
            <p:nvPr/>
          </p:nvSpPr>
          <p:spPr>
            <a:xfrm>
              <a:off x="7576622" y="4368736"/>
              <a:ext cx="274285" cy="2490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637" y="72743"/>
                  </a:moveTo>
                  <a:lnTo>
                    <a:pt x="59637" y="72743"/>
                  </a:lnTo>
                  <a:cubicBezTo>
                    <a:pt x="74607" y="72743"/>
                    <a:pt x="85472" y="68230"/>
                    <a:pt x="87645" y="61061"/>
                  </a:cubicBezTo>
                  <a:cubicBezTo>
                    <a:pt x="85472" y="54159"/>
                    <a:pt x="83299" y="46991"/>
                    <a:pt x="81368" y="40088"/>
                  </a:cubicBezTo>
                  <a:cubicBezTo>
                    <a:pt x="79195" y="44601"/>
                    <a:pt x="70503" y="49380"/>
                    <a:pt x="59637" y="49380"/>
                  </a:cubicBezTo>
                  <a:cubicBezTo>
                    <a:pt x="49014" y="49380"/>
                    <a:pt x="40563" y="44601"/>
                    <a:pt x="40563" y="40088"/>
                  </a:cubicBezTo>
                  <a:cubicBezTo>
                    <a:pt x="36217" y="46991"/>
                    <a:pt x="34044" y="54159"/>
                    <a:pt x="32112" y="61061"/>
                  </a:cubicBezTo>
                  <a:cubicBezTo>
                    <a:pt x="34044" y="68230"/>
                    <a:pt x="44909" y="72743"/>
                    <a:pt x="59637" y="72743"/>
                  </a:cubicBezTo>
                  <a:close/>
                  <a:moveTo>
                    <a:pt x="59637" y="28141"/>
                  </a:moveTo>
                  <a:lnTo>
                    <a:pt x="59637" y="28141"/>
                  </a:lnTo>
                  <a:cubicBezTo>
                    <a:pt x="66156" y="28141"/>
                    <a:pt x="72434" y="25752"/>
                    <a:pt x="74607" y="23362"/>
                  </a:cubicBezTo>
                  <a:cubicBezTo>
                    <a:pt x="72434" y="16460"/>
                    <a:pt x="70503" y="9292"/>
                    <a:pt x="68571" y="4513"/>
                  </a:cubicBezTo>
                  <a:cubicBezTo>
                    <a:pt x="68571" y="2123"/>
                    <a:pt x="63983" y="0"/>
                    <a:pt x="59637" y="0"/>
                  </a:cubicBezTo>
                  <a:cubicBezTo>
                    <a:pt x="55533" y="0"/>
                    <a:pt x="51187" y="2123"/>
                    <a:pt x="51187" y="4513"/>
                  </a:cubicBezTo>
                  <a:cubicBezTo>
                    <a:pt x="49014" y="9292"/>
                    <a:pt x="46841" y="16460"/>
                    <a:pt x="44909" y="23362"/>
                  </a:cubicBezTo>
                  <a:cubicBezTo>
                    <a:pt x="46841" y="25752"/>
                    <a:pt x="53360" y="28141"/>
                    <a:pt x="59637" y="28141"/>
                  </a:cubicBezTo>
                  <a:close/>
                  <a:moveTo>
                    <a:pt x="113239" y="79911"/>
                  </a:moveTo>
                  <a:lnTo>
                    <a:pt x="113239" y="79911"/>
                  </a:lnTo>
                  <a:cubicBezTo>
                    <a:pt x="89818" y="70619"/>
                    <a:pt x="89818" y="70619"/>
                    <a:pt x="89818" y="70619"/>
                  </a:cubicBezTo>
                  <a:cubicBezTo>
                    <a:pt x="91991" y="77522"/>
                    <a:pt x="91991" y="77522"/>
                    <a:pt x="91991" y="77522"/>
                  </a:cubicBezTo>
                  <a:cubicBezTo>
                    <a:pt x="91991" y="86814"/>
                    <a:pt x="77022" y="91592"/>
                    <a:pt x="59637" y="91592"/>
                  </a:cubicBezTo>
                  <a:cubicBezTo>
                    <a:pt x="42736" y="91592"/>
                    <a:pt x="27766" y="86814"/>
                    <a:pt x="27766" y="77522"/>
                  </a:cubicBezTo>
                  <a:cubicBezTo>
                    <a:pt x="29939" y="70619"/>
                    <a:pt x="29939" y="70619"/>
                    <a:pt x="29939" y="70619"/>
                  </a:cubicBezTo>
                  <a:cubicBezTo>
                    <a:pt x="6277" y="79911"/>
                    <a:pt x="6277" y="79911"/>
                    <a:pt x="6277" y="79911"/>
                  </a:cubicBezTo>
                  <a:cubicBezTo>
                    <a:pt x="0" y="82300"/>
                    <a:pt x="0" y="86814"/>
                    <a:pt x="6277" y="91592"/>
                  </a:cubicBezTo>
                  <a:cubicBezTo>
                    <a:pt x="49014" y="115221"/>
                    <a:pt x="49014" y="115221"/>
                    <a:pt x="49014" y="115221"/>
                  </a:cubicBezTo>
                  <a:cubicBezTo>
                    <a:pt x="55533" y="119734"/>
                    <a:pt x="63983" y="119734"/>
                    <a:pt x="70503" y="115221"/>
                  </a:cubicBezTo>
                  <a:cubicBezTo>
                    <a:pt x="113239" y="91592"/>
                    <a:pt x="113239" y="91592"/>
                    <a:pt x="113239" y="91592"/>
                  </a:cubicBezTo>
                  <a:cubicBezTo>
                    <a:pt x="119758" y="86814"/>
                    <a:pt x="119758" y="82300"/>
                    <a:pt x="113239" y="799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0" name="Shape 5170"/>
            <p:cNvSpPr/>
            <p:nvPr/>
          </p:nvSpPr>
          <p:spPr>
            <a:xfrm>
              <a:off x="7029994" y="2201121"/>
              <a:ext cx="274286" cy="219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804" y="58800"/>
                  </a:moveTo>
                  <a:lnTo>
                    <a:pt x="40804" y="58800"/>
                  </a:lnTo>
                  <a:cubicBezTo>
                    <a:pt x="40804" y="72000"/>
                    <a:pt x="49255" y="82500"/>
                    <a:pt x="59879" y="82500"/>
                  </a:cubicBezTo>
                  <a:cubicBezTo>
                    <a:pt x="70503" y="82500"/>
                    <a:pt x="79195" y="72000"/>
                    <a:pt x="79195" y="58800"/>
                  </a:cubicBezTo>
                  <a:cubicBezTo>
                    <a:pt x="79195" y="45300"/>
                    <a:pt x="70503" y="34800"/>
                    <a:pt x="59879" y="34800"/>
                  </a:cubicBezTo>
                  <a:cubicBezTo>
                    <a:pt x="49255" y="34800"/>
                    <a:pt x="40804" y="45300"/>
                    <a:pt x="40804" y="58800"/>
                  </a:cubicBezTo>
                  <a:close/>
                  <a:moveTo>
                    <a:pt x="28008" y="50700"/>
                  </a:moveTo>
                  <a:lnTo>
                    <a:pt x="28008" y="50700"/>
                  </a:lnTo>
                  <a:cubicBezTo>
                    <a:pt x="29939" y="32100"/>
                    <a:pt x="44909" y="18900"/>
                    <a:pt x="59879" y="18900"/>
                  </a:cubicBezTo>
                  <a:cubicBezTo>
                    <a:pt x="68571" y="18900"/>
                    <a:pt x="77022" y="21300"/>
                    <a:pt x="83299" y="29400"/>
                  </a:cubicBezTo>
                  <a:cubicBezTo>
                    <a:pt x="85472" y="32100"/>
                    <a:pt x="91991" y="32100"/>
                    <a:pt x="94164" y="29400"/>
                  </a:cubicBezTo>
                  <a:cubicBezTo>
                    <a:pt x="96338" y="26700"/>
                    <a:pt x="96338" y="21300"/>
                    <a:pt x="94164" y="16200"/>
                  </a:cubicBezTo>
                  <a:cubicBezTo>
                    <a:pt x="85472" y="5400"/>
                    <a:pt x="72676" y="0"/>
                    <a:pt x="59879" y="0"/>
                  </a:cubicBezTo>
                  <a:cubicBezTo>
                    <a:pt x="38631" y="0"/>
                    <a:pt x="19315" y="16200"/>
                    <a:pt x="14969" y="42900"/>
                  </a:cubicBezTo>
                  <a:cubicBezTo>
                    <a:pt x="0" y="42900"/>
                    <a:pt x="0" y="42900"/>
                    <a:pt x="0" y="42900"/>
                  </a:cubicBezTo>
                  <a:cubicBezTo>
                    <a:pt x="0" y="58800"/>
                    <a:pt x="0" y="58800"/>
                    <a:pt x="0" y="58800"/>
                  </a:cubicBezTo>
                  <a:cubicBezTo>
                    <a:pt x="19315" y="58800"/>
                    <a:pt x="19315" y="58800"/>
                    <a:pt x="19315" y="58800"/>
                  </a:cubicBezTo>
                  <a:cubicBezTo>
                    <a:pt x="25835" y="58800"/>
                    <a:pt x="25835" y="53400"/>
                    <a:pt x="28008" y="50700"/>
                  </a:cubicBezTo>
                  <a:close/>
                  <a:moveTo>
                    <a:pt x="100442" y="58800"/>
                  </a:moveTo>
                  <a:lnTo>
                    <a:pt x="100442" y="58800"/>
                  </a:lnTo>
                  <a:cubicBezTo>
                    <a:pt x="94164" y="58800"/>
                    <a:pt x="94164" y="66600"/>
                    <a:pt x="91991" y="69300"/>
                  </a:cubicBezTo>
                  <a:cubicBezTo>
                    <a:pt x="89818" y="87900"/>
                    <a:pt x="77022" y="101100"/>
                    <a:pt x="59879" y="101100"/>
                  </a:cubicBezTo>
                  <a:cubicBezTo>
                    <a:pt x="51428" y="101100"/>
                    <a:pt x="42736" y="95700"/>
                    <a:pt x="36458" y="87900"/>
                  </a:cubicBezTo>
                  <a:cubicBezTo>
                    <a:pt x="34285" y="85200"/>
                    <a:pt x="28008" y="85200"/>
                    <a:pt x="25835" y="87900"/>
                  </a:cubicBezTo>
                  <a:cubicBezTo>
                    <a:pt x="23420" y="93000"/>
                    <a:pt x="23420" y="98400"/>
                    <a:pt x="25835" y="101100"/>
                  </a:cubicBezTo>
                  <a:cubicBezTo>
                    <a:pt x="34285" y="111900"/>
                    <a:pt x="47082" y="119700"/>
                    <a:pt x="59879" y="119700"/>
                  </a:cubicBezTo>
                  <a:cubicBezTo>
                    <a:pt x="81368" y="119700"/>
                    <a:pt x="100442" y="101100"/>
                    <a:pt x="105030" y="77100"/>
                  </a:cubicBezTo>
                  <a:cubicBezTo>
                    <a:pt x="119758" y="77100"/>
                    <a:pt x="119758" y="77100"/>
                    <a:pt x="119758" y="77100"/>
                  </a:cubicBezTo>
                  <a:cubicBezTo>
                    <a:pt x="119758" y="58800"/>
                    <a:pt x="119758" y="58800"/>
                    <a:pt x="119758" y="58800"/>
                  </a:cubicBezTo>
                  <a:lnTo>
                    <a:pt x="100442" y="588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1" name="Shape 5171"/>
            <p:cNvSpPr/>
            <p:nvPr/>
          </p:nvSpPr>
          <p:spPr>
            <a:xfrm>
              <a:off x="5436803" y="4378466"/>
              <a:ext cx="184802" cy="22571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821" y="0"/>
                  </a:moveTo>
                  <a:lnTo>
                    <a:pt x="59821" y="0"/>
                  </a:lnTo>
                  <a:cubicBezTo>
                    <a:pt x="22077" y="0"/>
                    <a:pt x="0" y="10562"/>
                    <a:pt x="0" y="18190"/>
                  </a:cubicBezTo>
                  <a:cubicBezTo>
                    <a:pt x="12462" y="106503"/>
                    <a:pt x="12462" y="106503"/>
                    <a:pt x="12462" y="106503"/>
                  </a:cubicBezTo>
                  <a:cubicBezTo>
                    <a:pt x="12462" y="109144"/>
                    <a:pt x="31335" y="119706"/>
                    <a:pt x="59821" y="119706"/>
                  </a:cubicBezTo>
                  <a:cubicBezTo>
                    <a:pt x="88308" y="119706"/>
                    <a:pt x="107181" y="109144"/>
                    <a:pt x="107181" y="106503"/>
                  </a:cubicBezTo>
                  <a:cubicBezTo>
                    <a:pt x="119643" y="18190"/>
                    <a:pt x="119643" y="18190"/>
                    <a:pt x="119643" y="18190"/>
                  </a:cubicBezTo>
                  <a:cubicBezTo>
                    <a:pt x="119643" y="10562"/>
                    <a:pt x="97566" y="0"/>
                    <a:pt x="59821" y="0"/>
                  </a:cubicBezTo>
                  <a:close/>
                  <a:moveTo>
                    <a:pt x="59821" y="31393"/>
                  </a:moveTo>
                  <a:lnTo>
                    <a:pt x="59821" y="31393"/>
                  </a:lnTo>
                  <a:cubicBezTo>
                    <a:pt x="31335" y="31393"/>
                    <a:pt x="12462" y="23471"/>
                    <a:pt x="12462" y="20831"/>
                  </a:cubicBezTo>
                  <a:cubicBezTo>
                    <a:pt x="12462" y="18190"/>
                    <a:pt x="31335" y="10562"/>
                    <a:pt x="59821" y="10562"/>
                  </a:cubicBezTo>
                  <a:cubicBezTo>
                    <a:pt x="88308" y="10562"/>
                    <a:pt x="107181" y="18190"/>
                    <a:pt x="107181" y="20831"/>
                  </a:cubicBezTo>
                  <a:cubicBezTo>
                    <a:pt x="107181" y="23471"/>
                    <a:pt x="88308" y="31393"/>
                    <a:pt x="59821" y="313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2" name="Shape 5172"/>
            <p:cNvSpPr/>
            <p:nvPr/>
          </p:nvSpPr>
          <p:spPr>
            <a:xfrm>
              <a:off x="10829145" y="3831699"/>
              <a:ext cx="274285" cy="26268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2615" y="40000"/>
                  </a:moveTo>
                  <a:lnTo>
                    <a:pt x="102615" y="40000"/>
                  </a:lnTo>
                  <a:cubicBezTo>
                    <a:pt x="89818" y="4500"/>
                    <a:pt x="89818" y="4500"/>
                    <a:pt x="89818" y="4500"/>
                  </a:cubicBezTo>
                  <a:cubicBezTo>
                    <a:pt x="89818" y="2250"/>
                    <a:pt x="85472" y="0"/>
                    <a:pt x="83541" y="2250"/>
                  </a:cubicBezTo>
                  <a:cubicBezTo>
                    <a:pt x="2173" y="33500"/>
                    <a:pt x="2173" y="33500"/>
                    <a:pt x="2173" y="33500"/>
                  </a:cubicBezTo>
                  <a:cubicBezTo>
                    <a:pt x="0" y="33500"/>
                    <a:pt x="0" y="35750"/>
                    <a:pt x="0" y="40000"/>
                  </a:cubicBezTo>
                  <a:cubicBezTo>
                    <a:pt x="12796" y="75500"/>
                    <a:pt x="12796" y="75500"/>
                    <a:pt x="12796" y="75500"/>
                  </a:cubicBezTo>
                  <a:cubicBezTo>
                    <a:pt x="12796" y="55500"/>
                    <a:pt x="12796" y="55500"/>
                    <a:pt x="12796" y="55500"/>
                  </a:cubicBezTo>
                  <a:cubicBezTo>
                    <a:pt x="12796" y="46750"/>
                    <a:pt x="19315" y="40000"/>
                    <a:pt x="27766" y="40000"/>
                  </a:cubicBezTo>
                  <a:cubicBezTo>
                    <a:pt x="49014" y="40000"/>
                    <a:pt x="49014" y="40000"/>
                    <a:pt x="49014" y="40000"/>
                  </a:cubicBezTo>
                  <a:cubicBezTo>
                    <a:pt x="74607" y="22250"/>
                    <a:pt x="74607" y="22250"/>
                    <a:pt x="74607" y="22250"/>
                  </a:cubicBezTo>
                  <a:cubicBezTo>
                    <a:pt x="89818" y="40000"/>
                    <a:pt x="89818" y="40000"/>
                    <a:pt x="89818" y="40000"/>
                  </a:cubicBezTo>
                  <a:lnTo>
                    <a:pt x="102615" y="40000"/>
                  </a:lnTo>
                  <a:close/>
                  <a:moveTo>
                    <a:pt x="115412" y="51000"/>
                  </a:moveTo>
                  <a:lnTo>
                    <a:pt x="115412" y="51000"/>
                  </a:lnTo>
                  <a:cubicBezTo>
                    <a:pt x="27766" y="51000"/>
                    <a:pt x="27766" y="51000"/>
                    <a:pt x="27766" y="51000"/>
                  </a:cubicBezTo>
                  <a:cubicBezTo>
                    <a:pt x="25593" y="51000"/>
                    <a:pt x="23420" y="53250"/>
                    <a:pt x="23420" y="55500"/>
                  </a:cubicBezTo>
                  <a:cubicBezTo>
                    <a:pt x="23420" y="115500"/>
                    <a:pt x="23420" y="115500"/>
                    <a:pt x="23420" y="115500"/>
                  </a:cubicBezTo>
                  <a:cubicBezTo>
                    <a:pt x="23420" y="117500"/>
                    <a:pt x="25593" y="119750"/>
                    <a:pt x="27766" y="119750"/>
                  </a:cubicBezTo>
                  <a:cubicBezTo>
                    <a:pt x="115412" y="119750"/>
                    <a:pt x="115412" y="119750"/>
                    <a:pt x="115412" y="119750"/>
                  </a:cubicBezTo>
                  <a:cubicBezTo>
                    <a:pt x="117585" y="119750"/>
                    <a:pt x="119758" y="117500"/>
                    <a:pt x="119758" y="115500"/>
                  </a:cubicBezTo>
                  <a:cubicBezTo>
                    <a:pt x="119758" y="55500"/>
                    <a:pt x="119758" y="55500"/>
                    <a:pt x="119758" y="55500"/>
                  </a:cubicBezTo>
                  <a:cubicBezTo>
                    <a:pt x="119758" y="53250"/>
                    <a:pt x="117585" y="51000"/>
                    <a:pt x="115412" y="51000"/>
                  </a:cubicBezTo>
                  <a:close/>
                  <a:moveTo>
                    <a:pt x="109134" y="106500"/>
                  </a:moveTo>
                  <a:lnTo>
                    <a:pt x="109134" y="106500"/>
                  </a:lnTo>
                  <a:cubicBezTo>
                    <a:pt x="36217" y="106500"/>
                    <a:pt x="36217" y="106500"/>
                    <a:pt x="36217" y="106500"/>
                  </a:cubicBezTo>
                  <a:cubicBezTo>
                    <a:pt x="36217" y="97750"/>
                    <a:pt x="36217" y="97750"/>
                    <a:pt x="36217" y="97750"/>
                  </a:cubicBezTo>
                  <a:cubicBezTo>
                    <a:pt x="47082" y="68750"/>
                    <a:pt x="47082" y="68750"/>
                    <a:pt x="47082" y="68750"/>
                  </a:cubicBezTo>
                  <a:cubicBezTo>
                    <a:pt x="63983" y="91000"/>
                    <a:pt x="63983" y="91000"/>
                    <a:pt x="63983" y="91000"/>
                  </a:cubicBezTo>
                  <a:cubicBezTo>
                    <a:pt x="79195" y="75500"/>
                    <a:pt x="79195" y="75500"/>
                    <a:pt x="79195" y="75500"/>
                  </a:cubicBezTo>
                  <a:cubicBezTo>
                    <a:pt x="100442" y="66500"/>
                    <a:pt x="100442" y="66500"/>
                    <a:pt x="100442" y="66500"/>
                  </a:cubicBezTo>
                  <a:cubicBezTo>
                    <a:pt x="109134" y="86750"/>
                    <a:pt x="109134" y="86750"/>
                    <a:pt x="109134" y="86750"/>
                  </a:cubicBezTo>
                  <a:lnTo>
                    <a:pt x="109134" y="1065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3" name="Shape 5173"/>
            <p:cNvSpPr/>
            <p:nvPr/>
          </p:nvSpPr>
          <p:spPr>
            <a:xfrm>
              <a:off x="9230117" y="3841426"/>
              <a:ext cx="196474" cy="24906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1797" y="0"/>
                  </a:moveTo>
                  <a:lnTo>
                    <a:pt x="101797" y="0"/>
                  </a:lnTo>
                  <a:cubicBezTo>
                    <a:pt x="17865" y="0"/>
                    <a:pt x="17865" y="0"/>
                    <a:pt x="17865" y="0"/>
                  </a:cubicBezTo>
                  <a:cubicBezTo>
                    <a:pt x="9101" y="0"/>
                    <a:pt x="0" y="7152"/>
                    <a:pt x="0" y="14304"/>
                  </a:cubicBezTo>
                  <a:cubicBezTo>
                    <a:pt x="0" y="105695"/>
                    <a:pt x="0" y="105695"/>
                    <a:pt x="0" y="105695"/>
                  </a:cubicBezTo>
                  <a:cubicBezTo>
                    <a:pt x="0" y="112847"/>
                    <a:pt x="9101" y="119735"/>
                    <a:pt x="17865" y="119735"/>
                  </a:cubicBezTo>
                  <a:cubicBezTo>
                    <a:pt x="101797" y="119735"/>
                    <a:pt x="101797" y="119735"/>
                    <a:pt x="101797" y="119735"/>
                  </a:cubicBezTo>
                  <a:cubicBezTo>
                    <a:pt x="110561" y="119735"/>
                    <a:pt x="119662" y="112847"/>
                    <a:pt x="119662" y="105695"/>
                  </a:cubicBezTo>
                  <a:cubicBezTo>
                    <a:pt x="119662" y="14304"/>
                    <a:pt x="119662" y="14304"/>
                    <a:pt x="119662" y="14304"/>
                  </a:cubicBezTo>
                  <a:cubicBezTo>
                    <a:pt x="119662" y="7152"/>
                    <a:pt x="110561" y="0"/>
                    <a:pt x="101797" y="0"/>
                  </a:cubicBezTo>
                  <a:close/>
                  <a:moveTo>
                    <a:pt x="101797" y="105695"/>
                  </a:moveTo>
                  <a:lnTo>
                    <a:pt x="101797" y="105695"/>
                  </a:lnTo>
                  <a:cubicBezTo>
                    <a:pt x="17865" y="105695"/>
                    <a:pt x="17865" y="105695"/>
                    <a:pt x="17865" y="105695"/>
                  </a:cubicBezTo>
                  <a:cubicBezTo>
                    <a:pt x="17865" y="14304"/>
                    <a:pt x="17865" y="14304"/>
                    <a:pt x="17865" y="14304"/>
                  </a:cubicBezTo>
                  <a:cubicBezTo>
                    <a:pt x="101797" y="14304"/>
                    <a:pt x="101797" y="14304"/>
                    <a:pt x="101797" y="14304"/>
                  </a:cubicBezTo>
                  <a:lnTo>
                    <a:pt x="101797" y="1056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4" name="Shape 5174"/>
            <p:cNvSpPr/>
            <p:nvPr/>
          </p:nvSpPr>
          <p:spPr>
            <a:xfrm>
              <a:off x="10282517" y="3870613"/>
              <a:ext cx="274286" cy="1887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5260"/>
                  </a:moveTo>
                  <a:lnTo>
                    <a:pt x="0" y="15260"/>
                  </a:lnTo>
                  <a:cubicBezTo>
                    <a:pt x="0" y="101271"/>
                    <a:pt x="0" y="101271"/>
                    <a:pt x="0" y="101271"/>
                  </a:cubicBezTo>
                  <a:cubicBezTo>
                    <a:pt x="0" y="110635"/>
                    <a:pt x="4337" y="119653"/>
                    <a:pt x="12771" y="119653"/>
                  </a:cubicBezTo>
                  <a:cubicBezTo>
                    <a:pt x="106987" y="119653"/>
                    <a:pt x="106987" y="119653"/>
                    <a:pt x="106987" y="119653"/>
                  </a:cubicBezTo>
                  <a:cubicBezTo>
                    <a:pt x="113253" y="119653"/>
                    <a:pt x="119759" y="110635"/>
                    <a:pt x="119759" y="101271"/>
                  </a:cubicBezTo>
                  <a:cubicBezTo>
                    <a:pt x="119759" y="15260"/>
                    <a:pt x="119759" y="15260"/>
                    <a:pt x="119759" y="15260"/>
                  </a:cubicBezTo>
                  <a:cubicBezTo>
                    <a:pt x="119759" y="5895"/>
                    <a:pt x="113253" y="0"/>
                    <a:pt x="106987" y="0"/>
                  </a:cubicBezTo>
                  <a:cubicBezTo>
                    <a:pt x="12771" y="0"/>
                    <a:pt x="12771" y="0"/>
                    <a:pt x="12771" y="0"/>
                  </a:cubicBezTo>
                  <a:cubicBezTo>
                    <a:pt x="4337" y="0"/>
                    <a:pt x="0" y="5895"/>
                    <a:pt x="0" y="15260"/>
                  </a:cubicBezTo>
                  <a:close/>
                  <a:moveTo>
                    <a:pt x="106987" y="15260"/>
                  </a:moveTo>
                  <a:lnTo>
                    <a:pt x="106987" y="15260"/>
                  </a:lnTo>
                  <a:cubicBezTo>
                    <a:pt x="106987" y="101271"/>
                    <a:pt x="106987" y="101271"/>
                    <a:pt x="106987" y="101271"/>
                  </a:cubicBezTo>
                  <a:cubicBezTo>
                    <a:pt x="12771" y="101271"/>
                    <a:pt x="12771" y="101271"/>
                    <a:pt x="12771" y="101271"/>
                  </a:cubicBezTo>
                  <a:cubicBezTo>
                    <a:pt x="12771" y="15260"/>
                    <a:pt x="12771" y="15260"/>
                    <a:pt x="12771" y="15260"/>
                  </a:cubicBezTo>
                  <a:lnTo>
                    <a:pt x="106987" y="152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5" name="Shape 5175"/>
            <p:cNvSpPr/>
            <p:nvPr/>
          </p:nvSpPr>
          <p:spPr>
            <a:xfrm>
              <a:off x="9737836" y="3825861"/>
              <a:ext cx="274286" cy="27824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653" y="44110"/>
                  </a:moveTo>
                  <a:lnTo>
                    <a:pt x="115653" y="44110"/>
                  </a:lnTo>
                  <a:cubicBezTo>
                    <a:pt x="70503" y="33675"/>
                    <a:pt x="70503" y="33675"/>
                    <a:pt x="70503" y="33675"/>
                  </a:cubicBezTo>
                  <a:cubicBezTo>
                    <a:pt x="64225" y="4031"/>
                    <a:pt x="64225" y="4031"/>
                    <a:pt x="64225" y="4031"/>
                  </a:cubicBezTo>
                  <a:cubicBezTo>
                    <a:pt x="62052" y="1897"/>
                    <a:pt x="59879" y="0"/>
                    <a:pt x="57706" y="0"/>
                  </a:cubicBezTo>
                  <a:cubicBezTo>
                    <a:pt x="4104" y="14466"/>
                    <a:pt x="4104" y="14466"/>
                    <a:pt x="4104" y="14466"/>
                  </a:cubicBezTo>
                  <a:cubicBezTo>
                    <a:pt x="0" y="16837"/>
                    <a:pt x="0" y="18972"/>
                    <a:pt x="0" y="21106"/>
                  </a:cubicBezTo>
                  <a:cubicBezTo>
                    <a:pt x="19074" y="92490"/>
                    <a:pt x="19074" y="92490"/>
                    <a:pt x="19074" y="92490"/>
                  </a:cubicBezTo>
                  <a:cubicBezTo>
                    <a:pt x="19074" y="94624"/>
                    <a:pt x="23420" y="94624"/>
                    <a:pt x="25835" y="94624"/>
                  </a:cubicBezTo>
                  <a:cubicBezTo>
                    <a:pt x="47082" y="88221"/>
                    <a:pt x="47082" y="88221"/>
                    <a:pt x="47082" y="88221"/>
                  </a:cubicBezTo>
                  <a:cubicBezTo>
                    <a:pt x="42736" y="100790"/>
                    <a:pt x="42736" y="100790"/>
                    <a:pt x="42736" y="100790"/>
                  </a:cubicBezTo>
                  <a:cubicBezTo>
                    <a:pt x="42736" y="102924"/>
                    <a:pt x="44909" y="105059"/>
                    <a:pt x="47082" y="105059"/>
                  </a:cubicBezTo>
                  <a:cubicBezTo>
                    <a:pt x="96096" y="117628"/>
                    <a:pt x="96096" y="117628"/>
                    <a:pt x="96096" y="117628"/>
                  </a:cubicBezTo>
                  <a:cubicBezTo>
                    <a:pt x="98269" y="119762"/>
                    <a:pt x="100442" y="117628"/>
                    <a:pt x="102857" y="115494"/>
                  </a:cubicBezTo>
                  <a:cubicBezTo>
                    <a:pt x="119758" y="50276"/>
                    <a:pt x="119758" y="50276"/>
                    <a:pt x="119758" y="50276"/>
                  </a:cubicBezTo>
                  <a:cubicBezTo>
                    <a:pt x="119758" y="48379"/>
                    <a:pt x="117826" y="44110"/>
                    <a:pt x="115653" y="44110"/>
                  </a:cubicBezTo>
                  <a:close/>
                  <a:moveTo>
                    <a:pt x="8450" y="23003"/>
                  </a:moveTo>
                  <a:lnTo>
                    <a:pt x="8450" y="23003"/>
                  </a:lnTo>
                  <a:cubicBezTo>
                    <a:pt x="55533" y="10434"/>
                    <a:pt x="55533" y="10434"/>
                    <a:pt x="55533" y="10434"/>
                  </a:cubicBezTo>
                  <a:cubicBezTo>
                    <a:pt x="74849" y="73517"/>
                    <a:pt x="74849" y="73517"/>
                    <a:pt x="74849" y="73517"/>
                  </a:cubicBezTo>
                  <a:cubicBezTo>
                    <a:pt x="28008" y="86324"/>
                    <a:pt x="28008" y="86324"/>
                    <a:pt x="28008" y="86324"/>
                  </a:cubicBezTo>
                  <a:lnTo>
                    <a:pt x="8450" y="23003"/>
                  </a:lnTo>
                  <a:close/>
                  <a:moveTo>
                    <a:pt x="93923" y="109328"/>
                  </a:moveTo>
                  <a:lnTo>
                    <a:pt x="93923" y="109328"/>
                  </a:lnTo>
                  <a:cubicBezTo>
                    <a:pt x="53601" y="98893"/>
                    <a:pt x="53601" y="98893"/>
                    <a:pt x="53601" y="98893"/>
                  </a:cubicBezTo>
                  <a:cubicBezTo>
                    <a:pt x="55533" y="86324"/>
                    <a:pt x="55533" y="86324"/>
                    <a:pt x="55533" y="86324"/>
                  </a:cubicBezTo>
                  <a:cubicBezTo>
                    <a:pt x="79195" y="79683"/>
                    <a:pt x="79195" y="79683"/>
                    <a:pt x="79195" y="79683"/>
                  </a:cubicBezTo>
                  <a:cubicBezTo>
                    <a:pt x="81126" y="79683"/>
                    <a:pt x="83299" y="77549"/>
                    <a:pt x="83299" y="75652"/>
                  </a:cubicBezTo>
                  <a:cubicBezTo>
                    <a:pt x="74849" y="41976"/>
                    <a:pt x="74849" y="41976"/>
                    <a:pt x="74849" y="41976"/>
                  </a:cubicBezTo>
                  <a:cubicBezTo>
                    <a:pt x="108893" y="50276"/>
                    <a:pt x="108893" y="50276"/>
                    <a:pt x="108893" y="50276"/>
                  </a:cubicBezTo>
                  <a:lnTo>
                    <a:pt x="93923" y="1093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6" name="Shape 5176"/>
            <p:cNvSpPr/>
            <p:nvPr/>
          </p:nvSpPr>
          <p:spPr>
            <a:xfrm>
              <a:off x="10842761" y="1673811"/>
              <a:ext cx="245107" cy="21792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135" y="0"/>
                  </a:moveTo>
                  <a:lnTo>
                    <a:pt x="115135" y="0"/>
                  </a:lnTo>
                  <a:cubicBezTo>
                    <a:pt x="2432" y="0"/>
                    <a:pt x="2432" y="0"/>
                    <a:pt x="2432" y="0"/>
                  </a:cubicBezTo>
                  <a:cubicBezTo>
                    <a:pt x="0" y="0"/>
                    <a:pt x="0" y="2406"/>
                    <a:pt x="0" y="5112"/>
                  </a:cubicBezTo>
                  <a:cubicBezTo>
                    <a:pt x="0" y="21052"/>
                    <a:pt x="0" y="21052"/>
                    <a:pt x="0" y="21052"/>
                  </a:cubicBezTo>
                  <a:cubicBezTo>
                    <a:pt x="119729" y="21052"/>
                    <a:pt x="119729" y="21052"/>
                    <a:pt x="119729" y="21052"/>
                  </a:cubicBezTo>
                  <a:cubicBezTo>
                    <a:pt x="119729" y="5112"/>
                    <a:pt x="119729" y="5112"/>
                    <a:pt x="119729" y="5112"/>
                  </a:cubicBezTo>
                  <a:cubicBezTo>
                    <a:pt x="119729" y="2406"/>
                    <a:pt x="117297" y="0"/>
                    <a:pt x="115135" y="0"/>
                  </a:cubicBezTo>
                  <a:close/>
                  <a:moveTo>
                    <a:pt x="7297" y="109172"/>
                  </a:moveTo>
                  <a:lnTo>
                    <a:pt x="7297" y="109172"/>
                  </a:lnTo>
                  <a:cubicBezTo>
                    <a:pt x="7297" y="114285"/>
                    <a:pt x="9729" y="119699"/>
                    <a:pt x="14594" y="119699"/>
                  </a:cubicBezTo>
                  <a:cubicBezTo>
                    <a:pt x="102972" y="119699"/>
                    <a:pt x="102972" y="119699"/>
                    <a:pt x="102972" y="119699"/>
                  </a:cubicBezTo>
                  <a:cubicBezTo>
                    <a:pt x="110270" y="119699"/>
                    <a:pt x="112702" y="114285"/>
                    <a:pt x="112702" y="109172"/>
                  </a:cubicBezTo>
                  <a:cubicBezTo>
                    <a:pt x="112702" y="29172"/>
                    <a:pt x="112702" y="29172"/>
                    <a:pt x="112702" y="29172"/>
                  </a:cubicBezTo>
                  <a:cubicBezTo>
                    <a:pt x="7297" y="29172"/>
                    <a:pt x="7297" y="29172"/>
                    <a:pt x="7297" y="29172"/>
                  </a:cubicBezTo>
                  <a:lnTo>
                    <a:pt x="7297" y="109172"/>
                  </a:lnTo>
                  <a:close/>
                  <a:moveTo>
                    <a:pt x="40810" y="45112"/>
                  </a:moveTo>
                  <a:lnTo>
                    <a:pt x="40810" y="45112"/>
                  </a:lnTo>
                  <a:cubicBezTo>
                    <a:pt x="79189" y="45112"/>
                    <a:pt x="79189" y="45112"/>
                    <a:pt x="79189" y="45112"/>
                  </a:cubicBezTo>
                  <a:cubicBezTo>
                    <a:pt x="79189" y="58345"/>
                    <a:pt x="79189" y="58345"/>
                    <a:pt x="79189" y="58345"/>
                  </a:cubicBezTo>
                  <a:cubicBezTo>
                    <a:pt x="40810" y="58345"/>
                    <a:pt x="40810" y="58345"/>
                    <a:pt x="40810" y="58345"/>
                  </a:cubicBezTo>
                  <a:lnTo>
                    <a:pt x="40810" y="45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7" name="Shape 5177"/>
            <p:cNvSpPr/>
            <p:nvPr/>
          </p:nvSpPr>
          <p:spPr>
            <a:xfrm>
              <a:off x="10298080" y="1658245"/>
              <a:ext cx="245107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8918" y="107865"/>
                  </a:moveTo>
                  <a:lnTo>
                    <a:pt x="18918" y="107865"/>
                  </a:lnTo>
                  <a:cubicBezTo>
                    <a:pt x="18918" y="114876"/>
                    <a:pt x="26486" y="119730"/>
                    <a:pt x="33513" y="119730"/>
                  </a:cubicBezTo>
                  <a:cubicBezTo>
                    <a:pt x="40810" y="119730"/>
                    <a:pt x="45405" y="114876"/>
                    <a:pt x="45405" y="107865"/>
                  </a:cubicBezTo>
                  <a:cubicBezTo>
                    <a:pt x="45405" y="100584"/>
                    <a:pt x="40810" y="93303"/>
                    <a:pt x="33513" y="93303"/>
                  </a:cubicBezTo>
                  <a:cubicBezTo>
                    <a:pt x="26486" y="93303"/>
                    <a:pt x="18918" y="100584"/>
                    <a:pt x="18918" y="107865"/>
                  </a:cubicBezTo>
                  <a:close/>
                  <a:moveTo>
                    <a:pt x="86216" y="107865"/>
                  </a:moveTo>
                  <a:lnTo>
                    <a:pt x="86216" y="107865"/>
                  </a:lnTo>
                  <a:cubicBezTo>
                    <a:pt x="86216" y="114876"/>
                    <a:pt x="93243" y="119730"/>
                    <a:pt x="100540" y="119730"/>
                  </a:cubicBezTo>
                  <a:cubicBezTo>
                    <a:pt x="107837" y="119730"/>
                    <a:pt x="112702" y="114876"/>
                    <a:pt x="112702" y="107865"/>
                  </a:cubicBezTo>
                  <a:cubicBezTo>
                    <a:pt x="112702" y="100584"/>
                    <a:pt x="107837" y="93303"/>
                    <a:pt x="100540" y="93303"/>
                  </a:cubicBezTo>
                  <a:cubicBezTo>
                    <a:pt x="93243" y="93303"/>
                    <a:pt x="86216" y="100584"/>
                    <a:pt x="86216" y="107865"/>
                  </a:cubicBezTo>
                  <a:close/>
                  <a:moveTo>
                    <a:pt x="42972" y="76584"/>
                  </a:moveTo>
                  <a:lnTo>
                    <a:pt x="42972" y="76584"/>
                  </a:lnTo>
                  <a:cubicBezTo>
                    <a:pt x="117297" y="55011"/>
                    <a:pt x="117297" y="55011"/>
                    <a:pt x="117297" y="55011"/>
                  </a:cubicBezTo>
                  <a:cubicBezTo>
                    <a:pt x="119729" y="55011"/>
                    <a:pt x="119729" y="52584"/>
                    <a:pt x="119729" y="50426"/>
                  </a:cubicBezTo>
                  <a:cubicBezTo>
                    <a:pt x="119729" y="14561"/>
                    <a:pt x="119729" y="14561"/>
                    <a:pt x="119729" y="14561"/>
                  </a:cubicBezTo>
                  <a:cubicBezTo>
                    <a:pt x="26486" y="14561"/>
                    <a:pt x="26486" y="14561"/>
                    <a:pt x="26486" y="14561"/>
                  </a:cubicBezTo>
                  <a:cubicBezTo>
                    <a:pt x="26486" y="2696"/>
                    <a:pt x="26486" y="2696"/>
                    <a:pt x="26486" y="2696"/>
                  </a:cubicBezTo>
                  <a:lnTo>
                    <a:pt x="24054" y="0"/>
                  </a:lnTo>
                  <a:cubicBezTo>
                    <a:pt x="2432" y="0"/>
                    <a:pt x="2432" y="0"/>
                    <a:pt x="2432" y="0"/>
                  </a:cubicBezTo>
                  <a:cubicBezTo>
                    <a:pt x="0" y="0"/>
                    <a:pt x="0" y="2696"/>
                    <a:pt x="0" y="2696"/>
                  </a:cubicBezTo>
                  <a:cubicBezTo>
                    <a:pt x="0" y="14561"/>
                    <a:pt x="0" y="14561"/>
                    <a:pt x="0" y="14561"/>
                  </a:cubicBezTo>
                  <a:cubicBezTo>
                    <a:pt x="12162" y="14561"/>
                    <a:pt x="12162" y="14561"/>
                    <a:pt x="12162" y="14561"/>
                  </a:cubicBezTo>
                  <a:cubicBezTo>
                    <a:pt x="26486" y="74157"/>
                    <a:pt x="26486" y="74157"/>
                    <a:pt x="26486" y="74157"/>
                  </a:cubicBezTo>
                  <a:cubicBezTo>
                    <a:pt x="26486" y="81438"/>
                    <a:pt x="26486" y="81438"/>
                    <a:pt x="26486" y="81438"/>
                  </a:cubicBezTo>
                  <a:cubicBezTo>
                    <a:pt x="26486" y="91146"/>
                    <a:pt x="26486" y="91146"/>
                    <a:pt x="26486" y="91146"/>
                  </a:cubicBezTo>
                  <a:cubicBezTo>
                    <a:pt x="26486" y="93303"/>
                    <a:pt x="28648" y="93303"/>
                    <a:pt x="28648" y="93303"/>
                  </a:cubicBezTo>
                  <a:cubicBezTo>
                    <a:pt x="33513" y="93303"/>
                    <a:pt x="33513" y="93303"/>
                    <a:pt x="33513" y="93303"/>
                  </a:cubicBezTo>
                  <a:cubicBezTo>
                    <a:pt x="100540" y="93303"/>
                    <a:pt x="100540" y="93303"/>
                    <a:pt x="100540" y="93303"/>
                  </a:cubicBezTo>
                  <a:cubicBezTo>
                    <a:pt x="117297" y="93303"/>
                    <a:pt x="117297" y="93303"/>
                    <a:pt x="117297" y="93303"/>
                  </a:cubicBezTo>
                  <a:cubicBezTo>
                    <a:pt x="119729" y="93303"/>
                    <a:pt x="119729" y="93303"/>
                    <a:pt x="119729" y="91146"/>
                  </a:cubicBezTo>
                  <a:cubicBezTo>
                    <a:pt x="119729" y="81438"/>
                    <a:pt x="119729" y="81438"/>
                    <a:pt x="119729" y="81438"/>
                  </a:cubicBezTo>
                  <a:cubicBezTo>
                    <a:pt x="45405" y="81438"/>
                    <a:pt x="45405" y="81438"/>
                    <a:pt x="45405" y="81438"/>
                  </a:cubicBezTo>
                  <a:cubicBezTo>
                    <a:pt x="35945" y="81438"/>
                    <a:pt x="35945" y="76584"/>
                    <a:pt x="42972" y="7658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8" name="Shape 5178"/>
            <p:cNvSpPr/>
            <p:nvPr/>
          </p:nvSpPr>
          <p:spPr>
            <a:xfrm>
              <a:off x="9776742" y="1644623"/>
              <a:ext cx="196474" cy="2724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191" y="13038"/>
                  </a:moveTo>
                  <a:lnTo>
                    <a:pt x="107191" y="13038"/>
                  </a:lnTo>
                  <a:cubicBezTo>
                    <a:pt x="95393" y="29939"/>
                    <a:pt x="95393" y="29939"/>
                    <a:pt x="95393" y="29939"/>
                  </a:cubicBezTo>
                  <a:cubicBezTo>
                    <a:pt x="23932" y="29939"/>
                    <a:pt x="23932" y="29939"/>
                    <a:pt x="23932" y="29939"/>
                  </a:cubicBezTo>
                  <a:cubicBezTo>
                    <a:pt x="12134" y="13038"/>
                    <a:pt x="12134" y="13038"/>
                    <a:pt x="12134" y="13038"/>
                  </a:cubicBezTo>
                  <a:cubicBezTo>
                    <a:pt x="5730" y="13038"/>
                    <a:pt x="0" y="17142"/>
                    <a:pt x="0" y="21488"/>
                  </a:cubicBezTo>
                  <a:cubicBezTo>
                    <a:pt x="0" y="111307"/>
                    <a:pt x="0" y="111307"/>
                    <a:pt x="0" y="111307"/>
                  </a:cubicBezTo>
                  <a:cubicBezTo>
                    <a:pt x="0" y="117585"/>
                    <a:pt x="5730" y="119758"/>
                    <a:pt x="12134" y="119758"/>
                  </a:cubicBezTo>
                  <a:cubicBezTo>
                    <a:pt x="107191" y="119758"/>
                    <a:pt x="107191" y="119758"/>
                    <a:pt x="107191" y="119758"/>
                  </a:cubicBezTo>
                  <a:cubicBezTo>
                    <a:pt x="113258" y="119758"/>
                    <a:pt x="119662" y="117585"/>
                    <a:pt x="119662" y="111307"/>
                  </a:cubicBezTo>
                  <a:cubicBezTo>
                    <a:pt x="119662" y="21488"/>
                    <a:pt x="119662" y="21488"/>
                    <a:pt x="119662" y="21488"/>
                  </a:cubicBezTo>
                  <a:cubicBezTo>
                    <a:pt x="119662" y="17142"/>
                    <a:pt x="113258" y="13038"/>
                    <a:pt x="107191" y="13038"/>
                  </a:cubicBezTo>
                  <a:close/>
                  <a:moveTo>
                    <a:pt x="89325" y="23661"/>
                  </a:moveTo>
                  <a:lnTo>
                    <a:pt x="89325" y="23661"/>
                  </a:lnTo>
                  <a:cubicBezTo>
                    <a:pt x="98426" y="13038"/>
                    <a:pt x="98426" y="13038"/>
                    <a:pt x="98426" y="13038"/>
                  </a:cubicBezTo>
                  <a:cubicBezTo>
                    <a:pt x="77528" y="13038"/>
                    <a:pt x="77528" y="13038"/>
                    <a:pt x="77528" y="13038"/>
                  </a:cubicBezTo>
                  <a:cubicBezTo>
                    <a:pt x="71460" y="0"/>
                    <a:pt x="71460" y="0"/>
                    <a:pt x="71460" y="0"/>
                  </a:cubicBezTo>
                  <a:cubicBezTo>
                    <a:pt x="44831" y="0"/>
                    <a:pt x="44831" y="0"/>
                    <a:pt x="44831" y="0"/>
                  </a:cubicBezTo>
                  <a:cubicBezTo>
                    <a:pt x="38764" y="13038"/>
                    <a:pt x="38764" y="13038"/>
                    <a:pt x="38764" y="13038"/>
                  </a:cubicBezTo>
                  <a:cubicBezTo>
                    <a:pt x="20561" y="13038"/>
                    <a:pt x="20561" y="13038"/>
                    <a:pt x="20561" y="13038"/>
                  </a:cubicBezTo>
                  <a:cubicBezTo>
                    <a:pt x="30000" y="23661"/>
                    <a:pt x="30000" y="23661"/>
                    <a:pt x="30000" y="23661"/>
                  </a:cubicBezTo>
                  <a:lnTo>
                    <a:pt x="89325" y="236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9" name="Shape 5179"/>
            <p:cNvSpPr/>
            <p:nvPr/>
          </p:nvSpPr>
          <p:spPr>
            <a:xfrm>
              <a:off x="7615526" y="4899940"/>
              <a:ext cx="200364" cy="2724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945" y="115421"/>
                  </a:moveTo>
                  <a:lnTo>
                    <a:pt x="34945" y="115421"/>
                  </a:lnTo>
                  <a:cubicBezTo>
                    <a:pt x="40549" y="117590"/>
                    <a:pt x="49450" y="119759"/>
                    <a:pt x="58021" y="119759"/>
                  </a:cubicBezTo>
                  <a:cubicBezTo>
                    <a:pt x="66923" y="119759"/>
                    <a:pt x="75494" y="117590"/>
                    <a:pt x="81758" y="115421"/>
                  </a:cubicBezTo>
                  <a:cubicBezTo>
                    <a:pt x="81758" y="102650"/>
                    <a:pt x="81758" y="102650"/>
                    <a:pt x="81758" y="102650"/>
                  </a:cubicBezTo>
                  <a:cubicBezTo>
                    <a:pt x="34945" y="102650"/>
                    <a:pt x="34945" y="102650"/>
                    <a:pt x="34945" y="102650"/>
                  </a:cubicBezTo>
                  <a:lnTo>
                    <a:pt x="34945" y="115421"/>
                  </a:lnTo>
                  <a:close/>
                  <a:moveTo>
                    <a:pt x="81758" y="96385"/>
                  </a:moveTo>
                  <a:lnTo>
                    <a:pt x="81758" y="96385"/>
                  </a:lnTo>
                  <a:cubicBezTo>
                    <a:pt x="81758" y="70602"/>
                    <a:pt x="119670" y="62168"/>
                    <a:pt x="116703" y="36385"/>
                  </a:cubicBezTo>
                  <a:cubicBezTo>
                    <a:pt x="113736" y="19277"/>
                    <a:pt x="99230" y="0"/>
                    <a:pt x="58021" y="0"/>
                  </a:cubicBezTo>
                  <a:cubicBezTo>
                    <a:pt x="17472" y="0"/>
                    <a:pt x="2967" y="19277"/>
                    <a:pt x="0" y="36385"/>
                  </a:cubicBezTo>
                  <a:cubicBezTo>
                    <a:pt x="0" y="62168"/>
                    <a:pt x="34945" y="70602"/>
                    <a:pt x="34945" y="96385"/>
                  </a:cubicBezTo>
                  <a:lnTo>
                    <a:pt x="81758" y="96385"/>
                  </a:lnTo>
                  <a:close/>
                  <a:moveTo>
                    <a:pt x="17472" y="36385"/>
                  </a:moveTo>
                  <a:lnTo>
                    <a:pt x="17472" y="36385"/>
                  </a:lnTo>
                  <a:cubicBezTo>
                    <a:pt x="20439" y="21445"/>
                    <a:pt x="34945" y="12771"/>
                    <a:pt x="58021" y="12771"/>
                  </a:cubicBezTo>
                  <a:cubicBezTo>
                    <a:pt x="81758" y="12771"/>
                    <a:pt x="96263" y="21445"/>
                    <a:pt x="99230" y="36385"/>
                  </a:cubicBezTo>
                  <a:cubicBezTo>
                    <a:pt x="99230" y="45060"/>
                    <a:pt x="93296" y="51325"/>
                    <a:pt x="84725" y="60000"/>
                  </a:cubicBezTo>
                  <a:cubicBezTo>
                    <a:pt x="75494" y="66265"/>
                    <a:pt x="70219" y="74939"/>
                    <a:pt x="63956" y="85542"/>
                  </a:cubicBezTo>
                  <a:cubicBezTo>
                    <a:pt x="52417" y="85542"/>
                    <a:pt x="52417" y="85542"/>
                    <a:pt x="52417" y="85542"/>
                  </a:cubicBezTo>
                  <a:cubicBezTo>
                    <a:pt x="46483" y="74939"/>
                    <a:pt x="40549" y="66265"/>
                    <a:pt x="31978" y="60000"/>
                  </a:cubicBezTo>
                  <a:cubicBezTo>
                    <a:pt x="23076" y="51325"/>
                    <a:pt x="17472" y="45060"/>
                    <a:pt x="17472" y="363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0" name="Shape 5180"/>
            <p:cNvSpPr/>
            <p:nvPr/>
          </p:nvSpPr>
          <p:spPr>
            <a:xfrm>
              <a:off x="10829145" y="3339413"/>
              <a:ext cx="274285" cy="1595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9939" y="90511"/>
                  </a:moveTo>
                  <a:lnTo>
                    <a:pt x="29939" y="90511"/>
                  </a:lnTo>
                  <a:cubicBezTo>
                    <a:pt x="29939" y="39726"/>
                    <a:pt x="29939" y="39726"/>
                    <a:pt x="29939" y="39726"/>
                  </a:cubicBezTo>
                  <a:cubicBezTo>
                    <a:pt x="42736" y="39726"/>
                    <a:pt x="42736" y="39726"/>
                    <a:pt x="42736" y="39726"/>
                  </a:cubicBezTo>
                  <a:cubicBezTo>
                    <a:pt x="21247" y="0"/>
                    <a:pt x="21247" y="0"/>
                    <a:pt x="21247" y="0"/>
                  </a:cubicBezTo>
                  <a:cubicBezTo>
                    <a:pt x="0" y="39726"/>
                    <a:pt x="0" y="39726"/>
                    <a:pt x="0" y="39726"/>
                  </a:cubicBezTo>
                  <a:cubicBezTo>
                    <a:pt x="12796" y="39726"/>
                    <a:pt x="12796" y="39726"/>
                    <a:pt x="12796" y="39726"/>
                  </a:cubicBezTo>
                  <a:cubicBezTo>
                    <a:pt x="12796" y="101569"/>
                    <a:pt x="12796" y="101569"/>
                    <a:pt x="12796" y="101569"/>
                  </a:cubicBezTo>
                  <a:cubicBezTo>
                    <a:pt x="12796" y="112218"/>
                    <a:pt x="17142" y="119590"/>
                    <a:pt x="23420" y="119590"/>
                  </a:cubicBezTo>
                  <a:cubicBezTo>
                    <a:pt x="77022" y="119590"/>
                    <a:pt x="77022" y="119590"/>
                    <a:pt x="77022" y="119590"/>
                  </a:cubicBezTo>
                  <a:cubicBezTo>
                    <a:pt x="61810" y="90511"/>
                    <a:pt x="61810" y="90511"/>
                    <a:pt x="61810" y="90511"/>
                  </a:cubicBezTo>
                  <a:lnTo>
                    <a:pt x="29939" y="90511"/>
                  </a:lnTo>
                  <a:close/>
                  <a:moveTo>
                    <a:pt x="106961" y="79863"/>
                  </a:moveTo>
                  <a:lnTo>
                    <a:pt x="106961" y="79863"/>
                  </a:lnTo>
                  <a:cubicBezTo>
                    <a:pt x="106961" y="18020"/>
                    <a:pt x="106961" y="18020"/>
                    <a:pt x="106961" y="18020"/>
                  </a:cubicBezTo>
                  <a:cubicBezTo>
                    <a:pt x="106961" y="6962"/>
                    <a:pt x="102615" y="0"/>
                    <a:pt x="96338" y="0"/>
                  </a:cubicBezTo>
                  <a:cubicBezTo>
                    <a:pt x="42736" y="0"/>
                    <a:pt x="42736" y="0"/>
                    <a:pt x="42736" y="0"/>
                  </a:cubicBezTo>
                  <a:cubicBezTo>
                    <a:pt x="57706" y="24982"/>
                    <a:pt x="57706" y="24982"/>
                    <a:pt x="57706" y="24982"/>
                  </a:cubicBezTo>
                  <a:cubicBezTo>
                    <a:pt x="89818" y="24982"/>
                    <a:pt x="89818" y="24982"/>
                    <a:pt x="89818" y="24982"/>
                  </a:cubicBezTo>
                  <a:cubicBezTo>
                    <a:pt x="89818" y="79863"/>
                    <a:pt x="89818" y="79863"/>
                    <a:pt x="89818" y="79863"/>
                  </a:cubicBezTo>
                  <a:cubicBezTo>
                    <a:pt x="77022" y="79863"/>
                    <a:pt x="77022" y="79863"/>
                    <a:pt x="77022" y="79863"/>
                  </a:cubicBezTo>
                  <a:cubicBezTo>
                    <a:pt x="98269" y="119590"/>
                    <a:pt x="98269" y="119590"/>
                    <a:pt x="98269" y="119590"/>
                  </a:cubicBezTo>
                  <a:cubicBezTo>
                    <a:pt x="119758" y="79863"/>
                    <a:pt x="119758" y="79863"/>
                    <a:pt x="119758" y="79863"/>
                  </a:cubicBezTo>
                  <a:lnTo>
                    <a:pt x="106961" y="798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1" name="Shape 5181"/>
            <p:cNvSpPr/>
            <p:nvPr/>
          </p:nvSpPr>
          <p:spPr>
            <a:xfrm>
              <a:off x="8704889" y="3263525"/>
              <a:ext cx="196474" cy="2665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57" y="32525"/>
                  </a:moveTo>
                  <a:lnTo>
                    <a:pt x="116957" y="32525"/>
                  </a:lnTo>
                  <a:cubicBezTo>
                    <a:pt x="39211" y="4188"/>
                    <a:pt x="39211" y="4188"/>
                    <a:pt x="39211" y="4188"/>
                  </a:cubicBezTo>
                  <a:cubicBezTo>
                    <a:pt x="30084" y="0"/>
                    <a:pt x="9126" y="6160"/>
                    <a:pt x="3042" y="13059"/>
                  </a:cubicBezTo>
                  <a:cubicBezTo>
                    <a:pt x="0" y="17248"/>
                    <a:pt x="0" y="19466"/>
                    <a:pt x="0" y="19466"/>
                  </a:cubicBezTo>
                  <a:cubicBezTo>
                    <a:pt x="3042" y="85010"/>
                    <a:pt x="3042" y="85010"/>
                    <a:pt x="3042" y="85010"/>
                  </a:cubicBezTo>
                  <a:cubicBezTo>
                    <a:pt x="3042" y="85010"/>
                    <a:pt x="6084" y="87227"/>
                    <a:pt x="6084" y="89445"/>
                  </a:cubicBezTo>
                  <a:cubicBezTo>
                    <a:pt x="12169" y="89445"/>
                    <a:pt x="75042" y="119753"/>
                    <a:pt x="75042" y="119753"/>
                  </a:cubicBezTo>
                  <a:cubicBezTo>
                    <a:pt x="78084" y="119753"/>
                    <a:pt x="78084" y="119753"/>
                    <a:pt x="78084" y="119753"/>
                  </a:cubicBezTo>
                  <a:cubicBezTo>
                    <a:pt x="81126" y="119753"/>
                    <a:pt x="81126" y="119753"/>
                    <a:pt x="81126" y="119753"/>
                  </a:cubicBezTo>
                  <a:cubicBezTo>
                    <a:pt x="83830" y="119753"/>
                    <a:pt x="83830" y="117782"/>
                    <a:pt x="83830" y="117782"/>
                  </a:cubicBezTo>
                  <a:cubicBezTo>
                    <a:pt x="83830" y="50020"/>
                    <a:pt x="83830" y="50020"/>
                    <a:pt x="83830" y="50020"/>
                  </a:cubicBezTo>
                  <a:cubicBezTo>
                    <a:pt x="83830" y="47802"/>
                    <a:pt x="83830" y="47802"/>
                    <a:pt x="81126" y="45585"/>
                  </a:cubicBezTo>
                  <a:cubicBezTo>
                    <a:pt x="14873" y="17248"/>
                    <a:pt x="14873" y="17248"/>
                    <a:pt x="14873" y="17248"/>
                  </a:cubicBezTo>
                  <a:cubicBezTo>
                    <a:pt x="14873" y="17248"/>
                    <a:pt x="17915" y="15030"/>
                    <a:pt x="24000" y="13059"/>
                  </a:cubicBezTo>
                  <a:cubicBezTo>
                    <a:pt x="30084" y="10841"/>
                    <a:pt x="32788" y="10841"/>
                    <a:pt x="36169" y="10841"/>
                  </a:cubicBezTo>
                  <a:cubicBezTo>
                    <a:pt x="36169" y="10841"/>
                    <a:pt x="99042" y="36960"/>
                    <a:pt x="101746" y="36960"/>
                  </a:cubicBezTo>
                  <a:cubicBezTo>
                    <a:pt x="104788" y="39178"/>
                    <a:pt x="104788" y="39178"/>
                    <a:pt x="104788" y="39178"/>
                  </a:cubicBezTo>
                  <a:cubicBezTo>
                    <a:pt x="104788" y="41396"/>
                    <a:pt x="104788" y="104722"/>
                    <a:pt x="104788" y="104722"/>
                  </a:cubicBezTo>
                  <a:cubicBezTo>
                    <a:pt x="104788" y="106694"/>
                    <a:pt x="107830" y="108911"/>
                    <a:pt x="110873" y="108911"/>
                  </a:cubicBezTo>
                  <a:cubicBezTo>
                    <a:pt x="113915" y="108911"/>
                    <a:pt x="119661" y="106694"/>
                    <a:pt x="119661" y="104722"/>
                  </a:cubicBezTo>
                  <a:cubicBezTo>
                    <a:pt x="119661" y="34743"/>
                    <a:pt x="119661" y="34743"/>
                    <a:pt x="119661" y="34743"/>
                  </a:cubicBezTo>
                  <a:lnTo>
                    <a:pt x="116957" y="32525"/>
                  </a:ln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2" name="Shape 5182"/>
            <p:cNvSpPr/>
            <p:nvPr/>
          </p:nvSpPr>
          <p:spPr>
            <a:xfrm>
              <a:off x="10305861" y="4359009"/>
              <a:ext cx="252888" cy="27435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0563" y="2173"/>
                  </a:moveTo>
                  <a:lnTo>
                    <a:pt x="20563" y="2173"/>
                  </a:lnTo>
                  <a:cubicBezTo>
                    <a:pt x="20563" y="0"/>
                    <a:pt x="18481" y="0"/>
                    <a:pt x="18481" y="2173"/>
                  </a:cubicBezTo>
                  <a:cubicBezTo>
                    <a:pt x="16138" y="25835"/>
                    <a:pt x="0" y="29939"/>
                    <a:pt x="0" y="47082"/>
                  </a:cubicBezTo>
                  <a:cubicBezTo>
                    <a:pt x="0" y="57706"/>
                    <a:pt x="9110" y="66156"/>
                    <a:pt x="20563" y="66156"/>
                  </a:cubicBezTo>
                  <a:cubicBezTo>
                    <a:pt x="32277" y="66156"/>
                    <a:pt x="41388" y="57706"/>
                    <a:pt x="41388" y="47082"/>
                  </a:cubicBezTo>
                  <a:cubicBezTo>
                    <a:pt x="41388" y="29939"/>
                    <a:pt x="22906" y="25835"/>
                    <a:pt x="20563" y="2173"/>
                  </a:cubicBezTo>
                  <a:close/>
                  <a:moveTo>
                    <a:pt x="101518" y="2173"/>
                  </a:moveTo>
                  <a:lnTo>
                    <a:pt x="101518" y="2173"/>
                  </a:lnTo>
                  <a:cubicBezTo>
                    <a:pt x="101518" y="0"/>
                    <a:pt x="99175" y="0"/>
                    <a:pt x="99175" y="2173"/>
                  </a:cubicBezTo>
                  <a:cubicBezTo>
                    <a:pt x="94490" y="25835"/>
                    <a:pt x="78351" y="29939"/>
                    <a:pt x="78351" y="47082"/>
                  </a:cubicBezTo>
                  <a:cubicBezTo>
                    <a:pt x="78351" y="57706"/>
                    <a:pt x="87462" y="66156"/>
                    <a:pt x="99175" y="66156"/>
                  </a:cubicBezTo>
                  <a:cubicBezTo>
                    <a:pt x="110629" y="66156"/>
                    <a:pt x="119739" y="57706"/>
                    <a:pt x="119739" y="47082"/>
                  </a:cubicBezTo>
                  <a:cubicBezTo>
                    <a:pt x="119739" y="29939"/>
                    <a:pt x="103600" y="25835"/>
                    <a:pt x="101518" y="2173"/>
                  </a:cubicBezTo>
                  <a:close/>
                  <a:moveTo>
                    <a:pt x="59869" y="53360"/>
                  </a:moveTo>
                  <a:lnTo>
                    <a:pt x="59869" y="53360"/>
                  </a:lnTo>
                  <a:cubicBezTo>
                    <a:pt x="55184" y="79195"/>
                    <a:pt x="39045" y="83299"/>
                    <a:pt x="39045" y="100684"/>
                  </a:cubicBezTo>
                  <a:cubicBezTo>
                    <a:pt x="39045" y="111307"/>
                    <a:pt x="48156" y="119758"/>
                    <a:pt x="59869" y="119758"/>
                  </a:cubicBezTo>
                  <a:cubicBezTo>
                    <a:pt x="71583" y="119758"/>
                    <a:pt x="80694" y="111307"/>
                    <a:pt x="80694" y="100684"/>
                  </a:cubicBezTo>
                  <a:cubicBezTo>
                    <a:pt x="80694" y="83299"/>
                    <a:pt x="64295" y="79195"/>
                    <a:pt x="59869" y="533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3" name="Shape 5183"/>
            <p:cNvSpPr/>
            <p:nvPr/>
          </p:nvSpPr>
          <p:spPr>
            <a:xfrm>
              <a:off x="9813703" y="4359009"/>
              <a:ext cx="143952" cy="27435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518" y="59879"/>
                  </a:moveTo>
                  <a:lnTo>
                    <a:pt x="87518" y="59879"/>
                  </a:lnTo>
                  <a:cubicBezTo>
                    <a:pt x="87518" y="6277"/>
                    <a:pt x="87518" y="6277"/>
                    <a:pt x="87518" y="6277"/>
                  </a:cubicBezTo>
                  <a:cubicBezTo>
                    <a:pt x="87518" y="4104"/>
                    <a:pt x="83458" y="0"/>
                    <a:pt x="75789" y="0"/>
                  </a:cubicBezTo>
                  <a:cubicBezTo>
                    <a:pt x="39699" y="0"/>
                    <a:pt x="39699" y="0"/>
                    <a:pt x="39699" y="0"/>
                  </a:cubicBezTo>
                  <a:cubicBezTo>
                    <a:pt x="32030" y="0"/>
                    <a:pt x="32030" y="4104"/>
                    <a:pt x="32030" y="6277"/>
                  </a:cubicBezTo>
                  <a:cubicBezTo>
                    <a:pt x="32030" y="59879"/>
                    <a:pt x="32030" y="59879"/>
                    <a:pt x="32030" y="59879"/>
                  </a:cubicBezTo>
                  <a:cubicBezTo>
                    <a:pt x="11729" y="64225"/>
                    <a:pt x="0" y="74849"/>
                    <a:pt x="0" y="87887"/>
                  </a:cubicBezTo>
                  <a:cubicBezTo>
                    <a:pt x="0" y="106961"/>
                    <a:pt x="27969" y="119758"/>
                    <a:pt x="59548" y="119758"/>
                  </a:cubicBezTo>
                  <a:cubicBezTo>
                    <a:pt x="92030" y="119758"/>
                    <a:pt x="119548" y="106961"/>
                    <a:pt x="119548" y="87887"/>
                  </a:cubicBezTo>
                  <a:cubicBezTo>
                    <a:pt x="119548" y="74849"/>
                    <a:pt x="107819" y="64225"/>
                    <a:pt x="87518" y="59879"/>
                  </a:cubicBezTo>
                  <a:close/>
                  <a:moveTo>
                    <a:pt x="59548" y="109134"/>
                  </a:moveTo>
                  <a:lnTo>
                    <a:pt x="59548" y="109134"/>
                  </a:lnTo>
                  <a:cubicBezTo>
                    <a:pt x="39699" y="109134"/>
                    <a:pt x="19849" y="98511"/>
                    <a:pt x="19849" y="87887"/>
                  </a:cubicBezTo>
                  <a:cubicBezTo>
                    <a:pt x="19849" y="79195"/>
                    <a:pt x="32030" y="70503"/>
                    <a:pt x="47819" y="68329"/>
                  </a:cubicBezTo>
                  <a:cubicBezTo>
                    <a:pt x="47819" y="23661"/>
                    <a:pt x="47819" y="23661"/>
                    <a:pt x="47819" y="23661"/>
                  </a:cubicBezTo>
                  <a:cubicBezTo>
                    <a:pt x="71729" y="23661"/>
                    <a:pt x="71729" y="23661"/>
                    <a:pt x="71729" y="23661"/>
                  </a:cubicBezTo>
                  <a:cubicBezTo>
                    <a:pt x="71729" y="68329"/>
                    <a:pt x="71729" y="68329"/>
                    <a:pt x="71729" y="68329"/>
                  </a:cubicBezTo>
                  <a:cubicBezTo>
                    <a:pt x="87518" y="70503"/>
                    <a:pt x="95639" y="79195"/>
                    <a:pt x="95639" y="87887"/>
                  </a:cubicBezTo>
                  <a:cubicBezTo>
                    <a:pt x="95639" y="98511"/>
                    <a:pt x="79849" y="109134"/>
                    <a:pt x="59548" y="109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4" name="Shape 5184"/>
            <p:cNvSpPr/>
            <p:nvPr/>
          </p:nvSpPr>
          <p:spPr>
            <a:xfrm>
              <a:off x="9191212" y="1716619"/>
              <a:ext cx="274285" cy="12842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1750" y="0"/>
                  </a:moveTo>
                  <a:lnTo>
                    <a:pt x="91750" y="0"/>
                  </a:lnTo>
                  <a:cubicBezTo>
                    <a:pt x="77022" y="0"/>
                    <a:pt x="64225" y="27413"/>
                    <a:pt x="64225" y="59482"/>
                  </a:cubicBezTo>
                  <a:cubicBezTo>
                    <a:pt x="64225" y="72931"/>
                    <a:pt x="66156" y="86896"/>
                    <a:pt x="68329" y="96206"/>
                  </a:cubicBezTo>
                  <a:cubicBezTo>
                    <a:pt x="49014" y="96206"/>
                    <a:pt x="49014" y="96206"/>
                    <a:pt x="49014" y="96206"/>
                  </a:cubicBezTo>
                  <a:cubicBezTo>
                    <a:pt x="53360" y="86896"/>
                    <a:pt x="55533" y="72931"/>
                    <a:pt x="55533" y="59482"/>
                  </a:cubicBezTo>
                  <a:cubicBezTo>
                    <a:pt x="55533" y="27413"/>
                    <a:pt x="42736" y="0"/>
                    <a:pt x="27525" y="0"/>
                  </a:cubicBezTo>
                  <a:cubicBezTo>
                    <a:pt x="12796" y="0"/>
                    <a:pt x="0" y="27413"/>
                    <a:pt x="0" y="59482"/>
                  </a:cubicBezTo>
                  <a:cubicBezTo>
                    <a:pt x="0" y="91551"/>
                    <a:pt x="12796" y="119482"/>
                    <a:pt x="27525" y="119482"/>
                  </a:cubicBezTo>
                  <a:cubicBezTo>
                    <a:pt x="91750" y="119482"/>
                    <a:pt x="91750" y="119482"/>
                    <a:pt x="91750" y="119482"/>
                  </a:cubicBezTo>
                  <a:cubicBezTo>
                    <a:pt x="106720" y="119482"/>
                    <a:pt x="119758" y="91551"/>
                    <a:pt x="119758" y="59482"/>
                  </a:cubicBezTo>
                  <a:cubicBezTo>
                    <a:pt x="119758" y="27413"/>
                    <a:pt x="106720" y="0"/>
                    <a:pt x="91750" y="0"/>
                  </a:cubicBezTo>
                  <a:close/>
                  <a:moveTo>
                    <a:pt x="12796" y="59482"/>
                  </a:moveTo>
                  <a:lnTo>
                    <a:pt x="12796" y="59482"/>
                  </a:lnTo>
                  <a:cubicBezTo>
                    <a:pt x="12796" y="41379"/>
                    <a:pt x="19074" y="27413"/>
                    <a:pt x="27525" y="27413"/>
                  </a:cubicBezTo>
                  <a:cubicBezTo>
                    <a:pt x="36217" y="27413"/>
                    <a:pt x="42736" y="41379"/>
                    <a:pt x="42736" y="59482"/>
                  </a:cubicBezTo>
                  <a:cubicBezTo>
                    <a:pt x="42736" y="77586"/>
                    <a:pt x="36217" y="96206"/>
                    <a:pt x="27525" y="96206"/>
                  </a:cubicBezTo>
                  <a:cubicBezTo>
                    <a:pt x="19074" y="96206"/>
                    <a:pt x="12796" y="77586"/>
                    <a:pt x="12796" y="59482"/>
                  </a:cubicBezTo>
                  <a:close/>
                  <a:moveTo>
                    <a:pt x="91750" y="96206"/>
                  </a:moveTo>
                  <a:lnTo>
                    <a:pt x="91750" y="96206"/>
                  </a:lnTo>
                  <a:cubicBezTo>
                    <a:pt x="83299" y="96206"/>
                    <a:pt x="77022" y="77586"/>
                    <a:pt x="77022" y="59482"/>
                  </a:cubicBezTo>
                  <a:cubicBezTo>
                    <a:pt x="77022" y="41379"/>
                    <a:pt x="83299" y="27413"/>
                    <a:pt x="91750" y="27413"/>
                  </a:cubicBezTo>
                  <a:cubicBezTo>
                    <a:pt x="100442" y="27413"/>
                    <a:pt x="106720" y="41379"/>
                    <a:pt x="106720" y="59482"/>
                  </a:cubicBezTo>
                  <a:cubicBezTo>
                    <a:pt x="106720" y="77586"/>
                    <a:pt x="100442" y="96206"/>
                    <a:pt x="91750" y="9620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5" name="Shape 5185"/>
            <p:cNvSpPr/>
            <p:nvPr/>
          </p:nvSpPr>
          <p:spPr>
            <a:xfrm>
              <a:off x="10829145" y="2779024"/>
              <a:ext cx="274285" cy="18874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961" y="0"/>
                  </a:moveTo>
                  <a:lnTo>
                    <a:pt x="106961" y="0"/>
                  </a:lnTo>
                  <a:cubicBezTo>
                    <a:pt x="51187" y="0"/>
                    <a:pt x="51187" y="0"/>
                    <a:pt x="51187" y="0"/>
                  </a:cubicBezTo>
                  <a:cubicBezTo>
                    <a:pt x="47082" y="0"/>
                    <a:pt x="44909" y="0"/>
                    <a:pt x="42736" y="2774"/>
                  </a:cubicBezTo>
                  <a:cubicBezTo>
                    <a:pt x="2173" y="55144"/>
                    <a:pt x="2173" y="55144"/>
                    <a:pt x="2173" y="55144"/>
                  </a:cubicBezTo>
                  <a:cubicBezTo>
                    <a:pt x="0" y="58265"/>
                    <a:pt x="0" y="61387"/>
                    <a:pt x="2173" y="64508"/>
                  </a:cubicBezTo>
                  <a:cubicBezTo>
                    <a:pt x="42736" y="113410"/>
                    <a:pt x="42736" y="113410"/>
                    <a:pt x="42736" y="113410"/>
                  </a:cubicBezTo>
                  <a:cubicBezTo>
                    <a:pt x="44909" y="116531"/>
                    <a:pt x="47082" y="119653"/>
                    <a:pt x="51187" y="119653"/>
                  </a:cubicBezTo>
                  <a:cubicBezTo>
                    <a:pt x="106961" y="119653"/>
                    <a:pt x="106961" y="119653"/>
                    <a:pt x="106961" y="119653"/>
                  </a:cubicBezTo>
                  <a:cubicBezTo>
                    <a:pt x="113239" y="119653"/>
                    <a:pt x="119758" y="110635"/>
                    <a:pt x="119758" y="101271"/>
                  </a:cubicBezTo>
                  <a:cubicBezTo>
                    <a:pt x="119758" y="15260"/>
                    <a:pt x="119758" y="15260"/>
                    <a:pt x="119758" y="15260"/>
                  </a:cubicBezTo>
                  <a:cubicBezTo>
                    <a:pt x="119758" y="5895"/>
                    <a:pt x="113239" y="0"/>
                    <a:pt x="106961" y="0"/>
                  </a:cubicBezTo>
                  <a:close/>
                  <a:moveTo>
                    <a:pt x="89818" y="95028"/>
                  </a:moveTo>
                  <a:lnTo>
                    <a:pt x="89818" y="95028"/>
                  </a:lnTo>
                  <a:cubicBezTo>
                    <a:pt x="74607" y="70751"/>
                    <a:pt x="74607" y="70751"/>
                    <a:pt x="74607" y="70751"/>
                  </a:cubicBezTo>
                  <a:cubicBezTo>
                    <a:pt x="59879" y="95028"/>
                    <a:pt x="59879" y="95028"/>
                    <a:pt x="59879" y="95028"/>
                  </a:cubicBezTo>
                  <a:cubicBezTo>
                    <a:pt x="51187" y="79768"/>
                    <a:pt x="51187" y="79768"/>
                    <a:pt x="51187" y="79768"/>
                  </a:cubicBezTo>
                  <a:cubicBezTo>
                    <a:pt x="66156" y="58265"/>
                    <a:pt x="66156" y="58265"/>
                    <a:pt x="66156" y="58265"/>
                  </a:cubicBezTo>
                  <a:cubicBezTo>
                    <a:pt x="51187" y="36763"/>
                    <a:pt x="51187" y="36763"/>
                    <a:pt x="51187" y="36763"/>
                  </a:cubicBezTo>
                  <a:cubicBezTo>
                    <a:pt x="59879" y="24277"/>
                    <a:pt x="59879" y="24277"/>
                    <a:pt x="59879" y="24277"/>
                  </a:cubicBezTo>
                  <a:cubicBezTo>
                    <a:pt x="74607" y="46127"/>
                    <a:pt x="74607" y="46127"/>
                    <a:pt x="74607" y="46127"/>
                  </a:cubicBezTo>
                  <a:cubicBezTo>
                    <a:pt x="89818" y="24277"/>
                    <a:pt x="89818" y="24277"/>
                    <a:pt x="89818" y="24277"/>
                  </a:cubicBezTo>
                  <a:cubicBezTo>
                    <a:pt x="100442" y="36763"/>
                    <a:pt x="100442" y="36763"/>
                    <a:pt x="100442" y="36763"/>
                  </a:cubicBezTo>
                  <a:cubicBezTo>
                    <a:pt x="83541" y="58265"/>
                    <a:pt x="83541" y="58265"/>
                    <a:pt x="83541" y="58265"/>
                  </a:cubicBezTo>
                  <a:cubicBezTo>
                    <a:pt x="100442" y="79768"/>
                    <a:pt x="100442" y="79768"/>
                    <a:pt x="100442" y="79768"/>
                  </a:cubicBezTo>
                  <a:lnTo>
                    <a:pt x="89818" y="950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6" name="Shape 5186"/>
            <p:cNvSpPr/>
            <p:nvPr/>
          </p:nvSpPr>
          <p:spPr>
            <a:xfrm>
              <a:off x="8131028" y="3827806"/>
              <a:ext cx="254834" cy="2198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53" y="37200"/>
                  </a:moveTo>
                  <a:lnTo>
                    <a:pt x="11453" y="37200"/>
                  </a:lnTo>
                  <a:cubicBezTo>
                    <a:pt x="22906" y="26700"/>
                    <a:pt x="32277" y="18600"/>
                    <a:pt x="57527" y="31800"/>
                  </a:cubicBezTo>
                  <a:cubicBezTo>
                    <a:pt x="69240" y="39900"/>
                    <a:pt x="78351" y="42600"/>
                    <a:pt x="85379" y="42600"/>
                  </a:cubicBezTo>
                  <a:cubicBezTo>
                    <a:pt x="99175" y="42600"/>
                    <a:pt x="108286" y="34500"/>
                    <a:pt x="115314" y="26700"/>
                  </a:cubicBezTo>
                  <a:cubicBezTo>
                    <a:pt x="117396" y="24000"/>
                    <a:pt x="119739" y="18600"/>
                    <a:pt x="117396" y="15900"/>
                  </a:cubicBezTo>
                  <a:cubicBezTo>
                    <a:pt x="115314" y="13200"/>
                    <a:pt x="110629" y="13200"/>
                    <a:pt x="108286" y="15900"/>
                  </a:cubicBezTo>
                  <a:cubicBezTo>
                    <a:pt x="96832" y="26700"/>
                    <a:pt x="87722" y="34500"/>
                    <a:pt x="62212" y="18600"/>
                  </a:cubicBezTo>
                  <a:cubicBezTo>
                    <a:pt x="32277" y="0"/>
                    <a:pt x="16138" y="13200"/>
                    <a:pt x="4685" y="26700"/>
                  </a:cubicBezTo>
                  <a:cubicBezTo>
                    <a:pt x="2342" y="29100"/>
                    <a:pt x="0" y="34500"/>
                    <a:pt x="2342" y="37200"/>
                  </a:cubicBezTo>
                  <a:cubicBezTo>
                    <a:pt x="4685" y="39900"/>
                    <a:pt x="9110" y="39900"/>
                    <a:pt x="11453" y="37200"/>
                  </a:cubicBezTo>
                  <a:close/>
                  <a:moveTo>
                    <a:pt x="108286" y="53400"/>
                  </a:moveTo>
                  <a:lnTo>
                    <a:pt x="108286" y="53400"/>
                  </a:lnTo>
                  <a:cubicBezTo>
                    <a:pt x="96832" y="63900"/>
                    <a:pt x="87722" y="74400"/>
                    <a:pt x="62212" y="58500"/>
                  </a:cubicBezTo>
                  <a:cubicBezTo>
                    <a:pt x="32277" y="37200"/>
                    <a:pt x="16138" y="53400"/>
                    <a:pt x="4685" y="63900"/>
                  </a:cubicBezTo>
                  <a:cubicBezTo>
                    <a:pt x="2342" y="66600"/>
                    <a:pt x="0" y="72000"/>
                    <a:pt x="2342" y="74400"/>
                  </a:cubicBezTo>
                  <a:cubicBezTo>
                    <a:pt x="4685" y="77100"/>
                    <a:pt x="9110" y="77100"/>
                    <a:pt x="11453" y="74400"/>
                  </a:cubicBezTo>
                  <a:cubicBezTo>
                    <a:pt x="22906" y="63900"/>
                    <a:pt x="32277" y="56100"/>
                    <a:pt x="57527" y="72000"/>
                  </a:cubicBezTo>
                  <a:cubicBezTo>
                    <a:pt x="69240" y="79800"/>
                    <a:pt x="78351" y="82500"/>
                    <a:pt x="85379" y="82500"/>
                  </a:cubicBezTo>
                  <a:cubicBezTo>
                    <a:pt x="99175" y="82500"/>
                    <a:pt x="108286" y="72000"/>
                    <a:pt x="115314" y="66600"/>
                  </a:cubicBezTo>
                  <a:cubicBezTo>
                    <a:pt x="117396" y="63900"/>
                    <a:pt x="119739" y="58500"/>
                    <a:pt x="117396" y="56100"/>
                  </a:cubicBezTo>
                  <a:cubicBezTo>
                    <a:pt x="115314" y="50400"/>
                    <a:pt x="110629" y="50400"/>
                    <a:pt x="108286" y="53400"/>
                  </a:cubicBezTo>
                  <a:close/>
                  <a:moveTo>
                    <a:pt x="108286" y="90600"/>
                  </a:moveTo>
                  <a:lnTo>
                    <a:pt x="108286" y="90600"/>
                  </a:lnTo>
                  <a:cubicBezTo>
                    <a:pt x="96832" y="103800"/>
                    <a:pt x="87722" y="111600"/>
                    <a:pt x="62212" y="95700"/>
                  </a:cubicBezTo>
                  <a:cubicBezTo>
                    <a:pt x="32277" y="74400"/>
                    <a:pt x="16138" y="90600"/>
                    <a:pt x="4685" y="101100"/>
                  </a:cubicBezTo>
                  <a:cubicBezTo>
                    <a:pt x="2342" y="103800"/>
                    <a:pt x="0" y="108900"/>
                    <a:pt x="2342" y="111600"/>
                  </a:cubicBezTo>
                  <a:cubicBezTo>
                    <a:pt x="4685" y="117000"/>
                    <a:pt x="9110" y="117000"/>
                    <a:pt x="11453" y="114300"/>
                  </a:cubicBezTo>
                  <a:cubicBezTo>
                    <a:pt x="22906" y="101100"/>
                    <a:pt x="32277" y="93000"/>
                    <a:pt x="57527" y="108900"/>
                  </a:cubicBezTo>
                  <a:cubicBezTo>
                    <a:pt x="69240" y="117000"/>
                    <a:pt x="78351" y="119700"/>
                    <a:pt x="85379" y="119700"/>
                  </a:cubicBezTo>
                  <a:cubicBezTo>
                    <a:pt x="99175" y="119700"/>
                    <a:pt x="108286" y="111600"/>
                    <a:pt x="115314" y="103800"/>
                  </a:cubicBezTo>
                  <a:cubicBezTo>
                    <a:pt x="117396" y="101100"/>
                    <a:pt x="119739" y="95700"/>
                    <a:pt x="117396" y="93000"/>
                  </a:cubicBezTo>
                  <a:cubicBezTo>
                    <a:pt x="115314" y="90600"/>
                    <a:pt x="110629" y="87900"/>
                    <a:pt x="108286" y="906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7" name="Shape 5187"/>
            <p:cNvSpPr/>
            <p:nvPr/>
          </p:nvSpPr>
          <p:spPr>
            <a:xfrm>
              <a:off x="5995101" y="2140803"/>
              <a:ext cx="264560" cy="2296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749" y="112230"/>
                  </a:moveTo>
                  <a:lnTo>
                    <a:pt x="119749" y="112230"/>
                  </a:lnTo>
                  <a:cubicBezTo>
                    <a:pt x="64384" y="0"/>
                    <a:pt x="64384" y="0"/>
                    <a:pt x="64384" y="0"/>
                  </a:cubicBezTo>
                  <a:cubicBezTo>
                    <a:pt x="62129" y="0"/>
                    <a:pt x="62129" y="0"/>
                    <a:pt x="59874" y="0"/>
                  </a:cubicBezTo>
                  <a:cubicBezTo>
                    <a:pt x="57620" y="0"/>
                    <a:pt x="57620" y="0"/>
                    <a:pt x="55365" y="0"/>
                  </a:cubicBezTo>
                  <a:cubicBezTo>
                    <a:pt x="0" y="112230"/>
                    <a:pt x="0" y="112230"/>
                    <a:pt x="0" y="112230"/>
                  </a:cubicBezTo>
                  <a:cubicBezTo>
                    <a:pt x="0" y="114820"/>
                    <a:pt x="0" y="117410"/>
                    <a:pt x="0" y="117410"/>
                  </a:cubicBezTo>
                  <a:cubicBezTo>
                    <a:pt x="2004" y="119712"/>
                    <a:pt x="2004" y="119712"/>
                    <a:pt x="4258" y="119712"/>
                  </a:cubicBezTo>
                  <a:cubicBezTo>
                    <a:pt x="115490" y="119712"/>
                    <a:pt x="115490" y="119712"/>
                    <a:pt x="115490" y="119712"/>
                  </a:cubicBezTo>
                  <a:cubicBezTo>
                    <a:pt x="117745" y="119712"/>
                    <a:pt x="117745" y="119712"/>
                    <a:pt x="119749" y="117410"/>
                  </a:cubicBezTo>
                  <a:cubicBezTo>
                    <a:pt x="119749" y="117410"/>
                    <a:pt x="119749" y="114820"/>
                    <a:pt x="119749" y="112230"/>
                  </a:cubicBezTo>
                  <a:close/>
                  <a:moveTo>
                    <a:pt x="66388" y="107050"/>
                  </a:moveTo>
                  <a:lnTo>
                    <a:pt x="66388" y="107050"/>
                  </a:lnTo>
                  <a:cubicBezTo>
                    <a:pt x="53110" y="107050"/>
                    <a:pt x="53110" y="107050"/>
                    <a:pt x="53110" y="107050"/>
                  </a:cubicBezTo>
                  <a:cubicBezTo>
                    <a:pt x="53110" y="91798"/>
                    <a:pt x="53110" y="91798"/>
                    <a:pt x="53110" y="91798"/>
                  </a:cubicBezTo>
                  <a:cubicBezTo>
                    <a:pt x="66388" y="91798"/>
                    <a:pt x="66388" y="91798"/>
                    <a:pt x="66388" y="91798"/>
                  </a:cubicBezTo>
                  <a:lnTo>
                    <a:pt x="66388" y="107050"/>
                  </a:lnTo>
                  <a:close/>
                  <a:moveTo>
                    <a:pt x="66388" y="81726"/>
                  </a:moveTo>
                  <a:lnTo>
                    <a:pt x="66388" y="81726"/>
                  </a:lnTo>
                  <a:cubicBezTo>
                    <a:pt x="53110" y="81726"/>
                    <a:pt x="53110" y="81726"/>
                    <a:pt x="53110" y="81726"/>
                  </a:cubicBezTo>
                  <a:cubicBezTo>
                    <a:pt x="53110" y="38561"/>
                    <a:pt x="53110" y="38561"/>
                    <a:pt x="53110" y="38561"/>
                  </a:cubicBezTo>
                  <a:cubicBezTo>
                    <a:pt x="66388" y="38561"/>
                    <a:pt x="66388" y="38561"/>
                    <a:pt x="66388" y="38561"/>
                  </a:cubicBezTo>
                  <a:lnTo>
                    <a:pt x="66388" y="817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8" name="Shape 5188"/>
            <p:cNvSpPr/>
            <p:nvPr/>
          </p:nvSpPr>
          <p:spPr>
            <a:xfrm>
              <a:off x="10850542" y="4876591"/>
              <a:ext cx="213981" cy="2451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153" y="0"/>
                  </a:moveTo>
                  <a:lnTo>
                    <a:pt x="114153" y="0"/>
                  </a:lnTo>
                  <a:cubicBezTo>
                    <a:pt x="95384" y="0"/>
                    <a:pt x="95384" y="0"/>
                    <a:pt x="95384" y="0"/>
                  </a:cubicBezTo>
                  <a:cubicBezTo>
                    <a:pt x="92615" y="0"/>
                    <a:pt x="89846" y="2696"/>
                    <a:pt x="89846" y="7550"/>
                  </a:cubicBezTo>
                  <a:cubicBezTo>
                    <a:pt x="89846" y="119730"/>
                    <a:pt x="89846" y="119730"/>
                    <a:pt x="89846" y="119730"/>
                  </a:cubicBezTo>
                  <a:cubicBezTo>
                    <a:pt x="119692" y="119730"/>
                    <a:pt x="119692" y="119730"/>
                    <a:pt x="119692" y="119730"/>
                  </a:cubicBezTo>
                  <a:cubicBezTo>
                    <a:pt x="119692" y="7550"/>
                    <a:pt x="119692" y="7550"/>
                    <a:pt x="119692" y="7550"/>
                  </a:cubicBezTo>
                  <a:cubicBezTo>
                    <a:pt x="119692" y="2696"/>
                    <a:pt x="116923" y="0"/>
                    <a:pt x="114153" y="0"/>
                  </a:cubicBezTo>
                  <a:close/>
                  <a:moveTo>
                    <a:pt x="68000" y="40719"/>
                  </a:moveTo>
                  <a:lnTo>
                    <a:pt x="68000" y="40719"/>
                  </a:lnTo>
                  <a:cubicBezTo>
                    <a:pt x="51692" y="40719"/>
                    <a:pt x="51692" y="40719"/>
                    <a:pt x="51692" y="40719"/>
                  </a:cubicBezTo>
                  <a:cubicBezTo>
                    <a:pt x="46153" y="40719"/>
                    <a:pt x="43384" y="43146"/>
                    <a:pt x="43384" y="48000"/>
                  </a:cubicBezTo>
                  <a:cubicBezTo>
                    <a:pt x="43384" y="119730"/>
                    <a:pt x="43384" y="119730"/>
                    <a:pt x="43384" y="119730"/>
                  </a:cubicBezTo>
                  <a:cubicBezTo>
                    <a:pt x="76307" y="119730"/>
                    <a:pt x="76307" y="119730"/>
                    <a:pt x="76307" y="119730"/>
                  </a:cubicBezTo>
                  <a:cubicBezTo>
                    <a:pt x="76307" y="48000"/>
                    <a:pt x="76307" y="48000"/>
                    <a:pt x="76307" y="48000"/>
                  </a:cubicBezTo>
                  <a:cubicBezTo>
                    <a:pt x="76307" y="43146"/>
                    <a:pt x="70769" y="40719"/>
                    <a:pt x="68000" y="40719"/>
                  </a:cubicBezTo>
                  <a:close/>
                  <a:moveTo>
                    <a:pt x="21538" y="81438"/>
                  </a:moveTo>
                  <a:lnTo>
                    <a:pt x="21538" y="81438"/>
                  </a:lnTo>
                  <a:cubicBezTo>
                    <a:pt x="5230" y="81438"/>
                    <a:pt x="5230" y="81438"/>
                    <a:pt x="5230" y="81438"/>
                  </a:cubicBezTo>
                  <a:cubicBezTo>
                    <a:pt x="0" y="81438"/>
                    <a:pt x="0" y="83595"/>
                    <a:pt x="0" y="86022"/>
                  </a:cubicBezTo>
                  <a:cubicBezTo>
                    <a:pt x="0" y="119730"/>
                    <a:pt x="0" y="119730"/>
                    <a:pt x="0" y="119730"/>
                  </a:cubicBezTo>
                  <a:cubicBezTo>
                    <a:pt x="29846" y="119730"/>
                    <a:pt x="29846" y="119730"/>
                    <a:pt x="29846" y="119730"/>
                  </a:cubicBezTo>
                  <a:cubicBezTo>
                    <a:pt x="29846" y="86022"/>
                    <a:pt x="29846" y="86022"/>
                    <a:pt x="29846" y="86022"/>
                  </a:cubicBezTo>
                  <a:cubicBezTo>
                    <a:pt x="29846" y="83595"/>
                    <a:pt x="27076" y="81438"/>
                    <a:pt x="21538" y="814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9" name="Shape 5189"/>
            <p:cNvSpPr/>
            <p:nvPr/>
          </p:nvSpPr>
          <p:spPr>
            <a:xfrm>
              <a:off x="9243733" y="4999176"/>
              <a:ext cx="229543" cy="23155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0813" y="0"/>
                  </a:moveTo>
                  <a:lnTo>
                    <a:pt x="50813" y="0"/>
                  </a:lnTo>
                  <a:cubicBezTo>
                    <a:pt x="22966" y="2589"/>
                    <a:pt x="2583" y="25323"/>
                    <a:pt x="0" y="50647"/>
                  </a:cubicBezTo>
                  <a:cubicBezTo>
                    <a:pt x="50813" y="50647"/>
                    <a:pt x="50813" y="50647"/>
                    <a:pt x="50813" y="50647"/>
                  </a:cubicBezTo>
                  <a:lnTo>
                    <a:pt x="50813" y="0"/>
                  </a:lnTo>
                  <a:close/>
                  <a:moveTo>
                    <a:pt x="66028" y="0"/>
                  </a:moveTo>
                  <a:lnTo>
                    <a:pt x="66028" y="0"/>
                  </a:lnTo>
                  <a:cubicBezTo>
                    <a:pt x="66028" y="58417"/>
                    <a:pt x="66028" y="58417"/>
                    <a:pt x="66028" y="58417"/>
                  </a:cubicBezTo>
                  <a:cubicBezTo>
                    <a:pt x="66028" y="63597"/>
                    <a:pt x="63732" y="65899"/>
                    <a:pt x="58564" y="65899"/>
                  </a:cubicBezTo>
                  <a:cubicBezTo>
                    <a:pt x="0" y="65899"/>
                    <a:pt x="0" y="65899"/>
                    <a:pt x="0" y="65899"/>
                  </a:cubicBezTo>
                  <a:cubicBezTo>
                    <a:pt x="2583" y="96690"/>
                    <a:pt x="28133" y="119712"/>
                    <a:pt x="58564" y="119712"/>
                  </a:cubicBezTo>
                  <a:cubicBezTo>
                    <a:pt x="91578" y="119712"/>
                    <a:pt x="119712" y="91798"/>
                    <a:pt x="119712" y="58417"/>
                  </a:cubicBezTo>
                  <a:cubicBezTo>
                    <a:pt x="119712" y="27913"/>
                    <a:pt x="96746" y="2589"/>
                    <a:pt x="660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90" name="Shape 5190"/>
            <p:cNvSpPr/>
            <p:nvPr/>
          </p:nvSpPr>
          <p:spPr>
            <a:xfrm>
              <a:off x="10790238" y="4397925"/>
              <a:ext cx="274285" cy="2354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104" y="69577"/>
                  </a:moveTo>
                  <a:lnTo>
                    <a:pt x="4104" y="69577"/>
                  </a:lnTo>
                  <a:cubicBezTo>
                    <a:pt x="12796" y="72112"/>
                    <a:pt x="12796" y="72112"/>
                    <a:pt x="12796" y="72112"/>
                  </a:cubicBezTo>
                  <a:cubicBezTo>
                    <a:pt x="19315" y="59718"/>
                    <a:pt x="19315" y="59718"/>
                    <a:pt x="19315" y="59718"/>
                  </a:cubicBezTo>
                  <a:cubicBezTo>
                    <a:pt x="6277" y="57183"/>
                    <a:pt x="6277" y="57183"/>
                    <a:pt x="6277" y="57183"/>
                  </a:cubicBezTo>
                  <a:cubicBezTo>
                    <a:pt x="4104" y="57183"/>
                    <a:pt x="0" y="59718"/>
                    <a:pt x="0" y="62253"/>
                  </a:cubicBezTo>
                  <a:cubicBezTo>
                    <a:pt x="0" y="64788"/>
                    <a:pt x="2173" y="69577"/>
                    <a:pt x="4104" y="69577"/>
                  </a:cubicBezTo>
                  <a:close/>
                  <a:moveTo>
                    <a:pt x="111066" y="72112"/>
                  </a:moveTo>
                  <a:lnTo>
                    <a:pt x="111066" y="72112"/>
                  </a:lnTo>
                  <a:cubicBezTo>
                    <a:pt x="83299" y="99718"/>
                    <a:pt x="83299" y="99718"/>
                    <a:pt x="83299" y="99718"/>
                  </a:cubicBezTo>
                  <a:cubicBezTo>
                    <a:pt x="53360" y="72112"/>
                    <a:pt x="53360" y="72112"/>
                    <a:pt x="53360" y="72112"/>
                  </a:cubicBezTo>
                  <a:cubicBezTo>
                    <a:pt x="51187" y="69577"/>
                    <a:pt x="51187" y="69577"/>
                    <a:pt x="51187" y="69577"/>
                  </a:cubicBezTo>
                  <a:cubicBezTo>
                    <a:pt x="46841" y="69577"/>
                    <a:pt x="46841" y="69577"/>
                    <a:pt x="46841" y="69577"/>
                  </a:cubicBezTo>
                  <a:cubicBezTo>
                    <a:pt x="40563" y="79718"/>
                    <a:pt x="40563" y="79718"/>
                    <a:pt x="40563" y="79718"/>
                  </a:cubicBezTo>
                  <a:cubicBezTo>
                    <a:pt x="46841" y="82253"/>
                    <a:pt x="46841" y="82253"/>
                    <a:pt x="46841" y="82253"/>
                  </a:cubicBezTo>
                  <a:cubicBezTo>
                    <a:pt x="81368" y="112112"/>
                    <a:pt x="81368" y="112112"/>
                    <a:pt x="81368" y="112112"/>
                  </a:cubicBezTo>
                  <a:cubicBezTo>
                    <a:pt x="81368" y="114647"/>
                    <a:pt x="83299" y="114647"/>
                    <a:pt x="83299" y="114647"/>
                  </a:cubicBezTo>
                  <a:cubicBezTo>
                    <a:pt x="85472" y="114647"/>
                    <a:pt x="87645" y="114647"/>
                    <a:pt x="87645" y="112112"/>
                  </a:cubicBezTo>
                  <a:cubicBezTo>
                    <a:pt x="117585" y="82253"/>
                    <a:pt x="117585" y="82253"/>
                    <a:pt x="117585" y="82253"/>
                  </a:cubicBezTo>
                  <a:cubicBezTo>
                    <a:pt x="119758" y="79718"/>
                    <a:pt x="119758" y="74647"/>
                    <a:pt x="117585" y="72112"/>
                  </a:cubicBezTo>
                  <a:cubicBezTo>
                    <a:pt x="115412" y="69577"/>
                    <a:pt x="113239" y="69577"/>
                    <a:pt x="111066" y="72112"/>
                  </a:cubicBezTo>
                  <a:close/>
                  <a:moveTo>
                    <a:pt x="51187" y="39718"/>
                  </a:moveTo>
                  <a:lnTo>
                    <a:pt x="51187" y="39718"/>
                  </a:lnTo>
                  <a:cubicBezTo>
                    <a:pt x="81368" y="62253"/>
                    <a:pt x="81368" y="62253"/>
                    <a:pt x="81368" y="62253"/>
                  </a:cubicBezTo>
                  <a:cubicBezTo>
                    <a:pt x="83299" y="64788"/>
                    <a:pt x="87645" y="64788"/>
                    <a:pt x="89818" y="59718"/>
                  </a:cubicBezTo>
                  <a:cubicBezTo>
                    <a:pt x="119758" y="9859"/>
                    <a:pt x="119758" y="9859"/>
                    <a:pt x="119758" y="9859"/>
                  </a:cubicBezTo>
                  <a:cubicBezTo>
                    <a:pt x="119758" y="7323"/>
                    <a:pt x="119758" y="2535"/>
                    <a:pt x="117585" y="2535"/>
                  </a:cubicBezTo>
                  <a:cubicBezTo>
                    <a:pt x="115412" y="0"/>
                    <a:pt x="111066" y="0"/>
                    <a:pt x="109134" y="2535"/>
                  </a:cubicBezTo>
                  <a:cubicBezTo>
                    <a:pt x="83299" y="49859"/>
                    <a:pt x="83299" y="49859"/>
                    <a:pt x="83299" y="49859"/>
                  </a:cubicBezTo>
                  <a:cubicBezTo>
                    <a:pt x="53360" y="27323"/>
                    <a:pt x="53360" y="27323"/>
                    <a:pt x="53360" y="27323"/>
                  </a:cubicBezTo>
                  <a:cubicBezTo>
                    <a:pt x="51187" y="24788"/>
                    <a:pt x="51187" y="24788"/>
                    <a:pt x="49014" y="24788"/>
                  </a:cubicBezTo>
                  <a:cubicBezTo>
                    <a:pt x="46841" y="27323"/>
                    <a:pt x="46841" y="27323"/>
                    <a:pt x="44909" y="29859"/>
                  </a:cubicBezTo>
                  <a:cubicBezTo>
                    <a:pt x="0" y="109859"/>
                    <a:pt x="0" y="109859"/>
                    <a:pt x="0" y="109859"/>
                  </a:cubicBezTo>
                  <a:cubicBezTo>
                    <a:pt x="0" y="114647"/>
                    <a:pt x="0" y="117183"/>
                    <a:pt x="2173" y="119718"/>
                  </a:cubicBezTo>
                  <a:cubicBezTo>
                    <a:pt x="4104" y="119718"/>
                    <a:pt x="4104" y="119718"/>
                    <a:pt x="6277" y="119718"/>
                  </a:cubicBezTo>
                  <a:cubicBezTo>
                    <a:pt x="6277" y="119718"/>
                    <a:pt x="8450" y="119718"/>
                    <a:pt x="10623" y="117183"/>
                  </a:cubicBezTo>
                  <a:lnTo>
                    <a:pt x="51187" y="397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91" name="Shape 5191"/>
            <p:cNvSpPr/>
            <p:nvPr/>
          </p:nvSpPr>
          <p:spPr>
            <a:xfrm>
              <a:off x="9191211" y="2218635"/>
              <a:ext cx="268450" cy="2140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782" y="2769"/>
                  </a:moveTo>
                  <a:lnTo>
                    <a:pt x="117782" y="2769"/>
                  </a:lnTo>
                  <a:cubicBezTo>
                    <a:pt x="91663" y="60000"/>
                    <a:pt x="91663" y="60000"/>
                    <a:pt x="91663" y="60000"/>
                  </a:cubicBezTo>
                  <a:cubicBezTo>
                    <a:pt x="89445" y="62769"/>
                    <a:pt x="87227" y="62769"/>
                    <a:pt x="85010" y="60000"/>
                  </a:cubicBezTo>
                  <a:cubicBezTo>
                    <a:pt x="71950" y="46153"/>
                    <a:pt x="71950" y="46153"/>
                    <a:pt x="71950" y="46153"/>
                  </a:cubicBezTo>
                  <a:cubicBezTo>
                    <a:pt x="69733" y="43384"/>
                    <a:pt x="69733" y="43384"/>
                    <a:pt x="67515" y="46153"/>
                  </a:cubicBezTo>
                  <a:cubicBezTo>
                    <a:pt x="47802" y="81846"/>
                    <a:pt x="47802" y="81846"/>
                    <a:pt x="47802" y="81846"/>
                  </a:cubicBezTo>
                  <a:cubicBezTo>
                    <a:pt x="47802" y="84615"/>
                    <a:pt x="45831" y="84615"/>
                    <a:pt x="43613" y="81846"/>
                  </a:cubicBezTo>
                  <a:cubicBezTo>
                    <a:pt x="34743" y="73538"/>
                    <a:pt x="34743" y="73538"/>
                    <a:pt x="34743" y="73538"/>
                  </a:cubicBezTo>
                  <a:cubicBezTo>
                    <a:pt x="32525" y="70769"/>
                    <a:pt x="30308" y="70769"/>
                    <a:pt x="30308" y="73538"/>
                  </a:cubicBezTo>
                  <a:cubicBezTo>
                    <a:pt x="1971" y="117230"/>
                    <a:pt x="1971" y="117230"/>
                    <a:pt x="1971" y="117230"/>
                  </a:cubicBezTo>
                  <a:cubicBezTo>
                    <a:pt x="0" y="119692"/>
                    <a:pt x="0" y="119692"/>
                    <a:pt x="1971" y="119692"/>
                  </a:cubicBezTo>
                  <a:cubicBezTo>
                    <a:pt x="119753" y="119692"/>
                    <a:pt x="119753" y="119692"/>
                    <a:pt x="119753" y="119692"/>
                  </a:cubicBezTo>
                  <a:cubicBezTo>
                    <a:pt x="119753" y="2769"/>
                    <a:pt x="119753" y="2769"/>
                    <a:pt x="119753" y="2769"/>
                  </a:cubicBezTo>
                  <a:cubicBezTo>
                    <a:pt x="119753" y="0"/>
                    <a:pt x="119753" y="0"/>
                    <a:pt x="117782" y="2769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92" name="Shape 5192"/>
            <p:cNvSpPr/>
            <p:nvPr/>
          </p:nvSpPr>
          <p:spPr>
            <a:xfrm>
              <a:off x="1604585" y="2722595"/>
              <a:ext cx="215926" cy="2549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6854" y="46133"/>
                  </a:moveTo>
                  <a:lnTo>
                    <a:pt x="86854" y="46133"/>
                  </a:lnTo>
                  <a:cubicBezTo>
                    <a:pt x="86854" y="43801"/>
                    <a:pt x="114475" y="23066"/>
                    <a:pt x="97902" y="4665"/>
                  </a:cubicBezTo>
                  <a:cubicBezTo>
                    <a:pt x="95140" y="0"/>
                    <a:pt x="81636" y="25399"/>
                    <a:pt x="62608" y="34730"/>
                  </a:cubicBezTo>
                  <a:cubicBezTo>
                    <a:pt x="51867" y="41468"/>
                    <a:pt x="30076" y="52872"/>
                    <a:pt x="30076" y="59870"/>
                  </a:cubicBezTo>
                  <a:cubicBezTo>
                    <a:pt x="30076" y="103671"/>
                    <a:pt x="30076" y="103671"/>
                    <a:pt x="30076" y="103671"/>
                  </a:cubicBezTo>
                  <a:cubicBezTo>
                    <a:pt x="30076" y="112742"/>
                    <a:pt x="65370" y="119740"/>
                    <a:pt x="95140" y="119740"/>
                  </a:cubicBezTo>
                  <a:cubicBezTo>
                    <a:pt x="105882" y="119740"/>
                    <a:pt x="119693" y="64535"/>
                    <a:pt x="119693" y="57537"/>
                  </a:cubicBezTo>
                  <a:cubicBezTo>
                    <a:pt x="119693" y="48466"/>
                    <a:pt x="89616" y="48466"/>
                    <a:pt x="86854" y="46133"/>
                  </a:cubicBezTo>
                  <a:close/>
                  <a:moveTo>
                    <a:pt x="21790" y="46133"/>
                  </a:moveTo>
                  <a:lnTo>
                    <a:pt x="21790" y="46133"/>
                  </a:lnTo>
                  <a:cubicBezTo>
                    <a:pt x="16572" y="46133"/>
                    <a:pt x="0" y="48466"/>
                    <a:pt x="0" y="66609"/>
                  </a:cubicBezTo>
                  <a:cubicBezTo>
                    <a:pt x="0" y="96414"/>
                    <a:pt x="0" y="96414"/>
                    <a:pt x="0" y="96414"/>
                  </a:cubicBezTo>
                  <a:cubicBezTo>
                    <a:pt x="0" y="115075"/>
                    <a:pt x="16572" y="117408"/>
                    <a:pt x="21790" y="117408"/>
                  </a:cubicBezTo>
                  <a:cubicBezTo>
                    <a:pt x="27314" y="117408"/>
                    <a:pt x="13503" y="112742"/>
                    <a:pt x="13503" y="103671"/>
                  </a:cubicBezTo>
                  <a:cubicBezTo>
                    <a:pt x="13503" y="62203"/>
                    <a:pt x="13503" y="62203"/>
                    <a:pt x="13503" y="62203"/>
                  </a:cubicBezTo>
                  <a:cubicBezTo>
                    <a:pt x="13503" y="50799"/>
                    <a:pt x="27314" y="46133"/>
                    <a:pt x="21790" y="461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93" name="Shape 5193"/>
            <p:cNvSpPr/>
            <p:nvPr/>
          </p:nvSpPr>
          <p:spPr>
            <a:xfrm>
              <a:off x="2151212" y="2732324"/>
              <a:ext cx="213981" cy="25489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2755" y="76103"/>
                  </a:moveTo>
                  <a:lnTo>
                    <a:pt x="32755" y="76103"/>
                  </a:lnTo>
                  <a:cubicBezTo>
                    <a:pt x="32755" y="78181"/>
                    <a:pt x="5816" y="99220"/>
                    <a:pt x="22040" y="115324"/>
                  </a:cubicBezTo>
                  <a:cubicBezTo>
                    <a:pt x="24489" y="119740"/>
                    <a:pt x="38265" y="96883"/>
                    <a:pt x="56938" y="85454"/>
                  </a:cubicBezTo>
                  <a:cubicBezTo>
                    <a:pt x="65204" y="80519"/>
                    <a:pt x="89693" y="66753"/>
                    <a:pt x="89693" y="62077"/>
                  </a:cubicBezTo>
                  <a:cubicBezTo>
                    <a:pt x="89693" y="16363"/>
                    <a:pt x="89693" y="16363"/>
                    <a:pt x="89693" y="16363"/>
                  </a:cubicBezTo>
                  <a:cubicBezTo>
                    <a:pt x="89693" y="9090"/>
                    <a:pt x="51734" y="0"/>
                    <a:pt x="24489" y="0"/>
                  </a:cubicBezTo>
                  <a:cubicBezTo>
                    <a:pt x="13469" y="0"/>
                    <a:pt x="0" y="55324"/>
                    <a:pt x="0" y="64415"/>
                  </a:cubicBezTo>
                  <a:cubicBezTo>
                    <a:pt x="0" y="73766"/>
                    <a:pt x="29999" y="73766"/>
                    <a:pt x="32755" y="76103"/>
                  </a:cubicBezTo>
                  <a:close/>
                  <a:moveTo>
                    <a:pt x="97653" y="73766"/>
                  </a:moveTo>
                  <a:lnTo>
                    <a:pt x="97653" y="73766"/>
                  </a:lnTo>
                  <a:cubicBezTo>
                    <a:pt x="103469" y="73766"/>
                    <a:pt x="119693" y="71428"/>
                    <a:pt x="119693" y="55324"/>
                  </a:cubicBezTo>
                  <a:cubicBezTo>
                    <a:pt x="119693" y="23116"/>
                    <a:pt x="119693" y="23116"/>
                    <a:pt x="119693" y="23116"/>
                  </a:cubicBezTo>
                  <a:cubicBezTo>
                    <a:pt x="119693" y="4675"/>
                    <a:pt x="103469" y="4675"/>
                    <a:pt x="97653" y="4675"/>
                  </a:cubicBezTo>
                  <a:cubicBezTo>
                    <a:pt x="92448" y="4675"/>
                    <a:pt x="105918" y="7012"/>
                    <a:pt x="105918" y="18441"/>
                  </a:cubicBezTo>
                  <a:cubicBezTo>
                    <a:pt x="105918" y="59999"/>
                    <a:pt x="105918" y="59999"/>
                    <a:pt x="105918" y="59999"/>
                  </a:cubicBezTo>
                  <a:cubicBezTo>
                    <a:pt x="105918" y="71428"/>
                    <a:pt x="92448" y="73766"/>
                    <a:pt x="97653" y="737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48841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2151</Words>
  <Application>Microsoft Office PowerPoint</Application>
  <PresentationFormat>Widescreen</PresentationFormat>
  <Paragraphs>274</Paragraphs>
  <Slides>46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66" baseType="lpstr">
      <vt:lpstr>Adobe Fan Heiti Std B</vt:lpstr>
      <vt:lpstr>Aharoni</vt:lpstr>
      <vt:lpstr>Arial</vt:lpstr>
      <vt:lpstr>Calibri</vt:lpstr>
      <vt:lpstr>Calibri Light</vt:lpstr>
      <vt:lpstr>Century Gothic</vt:lpstr>
      <vt:lpstr>Gill Sans</vt:lpstr>
      <vt:lpstr>Karla</vt:lpstr>
      <vt:lpstr>Lato</vt:lpstr>
      <vt:lpstr>Lato Light</vt:lpstr>
      <vt:lpstr>Lato Medium</vt:lpstr>
      <vt:lpstr>Lato regular</vt:lpstr>
      <vt:lpstr>Open Sans</vt:lpstr>
      <vt:lpstr>Open Sans SemiBold</vt:lpstr>
      <vt:lpstr>Oswald SemiBold</vt:lpstr>
      <vt:lpstr>Prompt</vt:lpstr>
      <vt:lpstr>Roboto</vt:lpstr>
      <vt:lpstr>Roboto Light</vt:lpstr>
      <vt:lpstr>Roboto Thin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Mirza Mardani</cp:lastModifiedBy>
  <cp:revision>59</cp:revision>
  <dcterms:created xsi:type="dcterms:W3CDTF">2019-04-12T04:40:07Z</dcterms:created>
  <dcterms:modified xsi:type="dcterms:W3CDTF">2022-11-13T14:39:41Z</dcterms:modified>
</cp:coreProperties>
</file>